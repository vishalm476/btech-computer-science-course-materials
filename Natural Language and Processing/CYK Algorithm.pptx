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ppt/ink/ink2056.xml" ContentType="application/inkml+xml"/>
  <Override PartName="/ppt/ink/ink2057.xml" ContentType="application/inkml+xml"/>
  <Override PartName="/ppt/ink/ink2058.xml" ContentType="application/inkml+xml"/>
  <Override PartName="/ppt/ink/ink2059.xml" ContentType="application/inkml+xml"/>
  <Override PartName="/ppt/ink/ink2060.xml" ContentType="application/inkml+xml"/>
  <Override PartName="/ppt/ink/ink2061.xml" ContentType="application/inkml+xml"/>
  <Override PartName="/ppt/ink/ink2062.xml" ContentType="application/inkml+xml"/>
  <Override PartName="/ppt/ink/ink2063.xml" ContentType="application/inkml+xml"/>
  <Override PartName="/ppt/ink/ink2064.xml" ContentType="application/inkml+xml"/>
  <Override PartName="/ppt/ink/ink2065.xml" ContentType="application/inkml+xml"/>
  <Override PartName="/ppt/ink/ink2066.xml" ContentType="application/inkml+xml"/>
  <Override PartName="/ppt/ink/ink2067.xml" ContentType="application/inkml+xml"/>
  <Override PartName="/ppt/ink/ink2068.xml" ContentType="application/inkml+xml"/>
  <Override PartName="/ppt/ink/ink2069.xml" ContentType="application/inkml+xml"/>
  <Override PartName="/ppt/ink/ink2070.xml" ContentType="application/inkml+xml"/>
  <Override PartName="/ppt/ink/ink2071.xml" ContentType="application/inkml+xml"/>
  <Override PartName="/ppt/ink/ink2072.xml" ContentType="application/inkml+xml"/>
  <Override PartName="/ppt/ink/ink2073.xml" ContentType="application/inkml+xml"/>
  <Override PartName="/ppt/ink/ink2074.xml" ContentType="application/inkml+xml"/>
  <Override PartName="/ppt/ink/ink2075.xml" ContentType="application/inkml+xml"/>
  <Override PartName="/ppt/ink/ink2076.xml" ContentType="application/inkml+xml"/>
  <Override PartName="/ppt/ink/ink2077.xml" ContentType="application/inkml+xml"/>
  <Override PartName="/ppt/ink/ink2078.xml" ContentType="application/inkml+xml"/>
  <Override PartName="/ppt/ink/ink2079.xml" ContentType="application/inkml+xml"/>
  <Override PartName="/ppt/ink/ink2080.xml" ContentType="application/inkml+xml"/>
  <Override PartName="/ppt/ink/ink2081.xml" ContentType="application/inkml+xml"/>
  <Override PartName="/ppt/ink/ink2082.xml" ContentType="application/inkml+xml"/>
  <Override PartName="/ppt/ink/ink2083.xml" ContentType="application/inkml+xml"/>
  <Override PartName="/ppt/ink/ink2084.xml" ContentType="application/inkml+xml"/>
  <Override PartName="/ppt/ink/ink2085.xml" ContentType="application/inkml+xml"/>
  <Override PartName="/ppt/ink/ink2086.xml" ContentType="application/inkml+xml"/>
  <Override PartName="/ppt/ink/ink2087.xml" ContentType="application/inkml+xml"/>
  <Override PartName="/ppt/ink/ink2088.xml" ContentType="application/inkml+xml"/>
  <Override PartName="/ppt/ink/ink2089.xml" ContentType="application/inkml+xml"/>
  <Override PartName="/ppt/ink/ink2090.xml" ContentType="application/inkml+xml"/>
  <Override PartName="/ppt/ink/ink2091.xml" ContentType="application/inkml+xml"/>
  <Override PartName="/ppt/ink/ink2092.xml" ContentType="application/inkml+xml"/>
  <Override PartName="/ppt/ink/ink2093.xml" ContentType="application/inkml+xml"/>
  <Override PartName="/ppt/ink/ink2094.xml" ContentType="application/inkml+xml"/>
  <Override PartName="/ppt/ink/ink2095.xml" ContentType="application/inkml+xml"/>
  <Override PartName="/ppt/ink/ink2096.xml" ContentType="application/inkml+xml"/>
  <Override PartName="/ppt/ink/ink2097.xml" ContentType="application/inkml+xml"/>
  <Override PartName="/ppt/ink/ink2098.xml" ContentType="application/inkml+xml"/>
  <Override PartName="/ppt/ink/ink2099.xml" ContentType="application/inkml+xml"/>
  <Override PartName="/ppt/ink/ink2100.xml" ContentType="application/inkml+xml"/>
  <Override PartName="/ppt/ink/ink2101.xml" ContentType="application/inkml+xml"/>
  <Override PartName="/ppt/ink/ink2102.xml" ContentType="application/inkml+xml"/>
  <Override PartName="/ppt/ink/ink2103.xml" ContentType="application/inkml+xml"/>
  <Override PartName="/ppt/ink/ink2104.xml" ContentType="application/inkml+xml"/>
  <Override PartName="/ppt/ink/ink2105.xml" ContentType="application/inkml+xml"/>
  <Override PartName="/ppt/ink/ink2106.xml" ContentType="application/inkml+xml"/>
  <Override PartName="/ppt/ink/ink2107.xml" ContentType="application/inkml+xml"/>
  <Override PartName="/ppt/ink/ink2108.xml" ContentType="application/inkml+xml"/>
  <Override PartName="/ppt/ink/ink2109.xml" ContentType="application/inkml+xml"/>
  <Override PartName="/ppt/ink/ink2110.xml" ContentType="application/inkml+xml"/>
  <Override PartName="/ppt/ink/ink2111.xml" ContentType="application/inkml+xml"/>
  <Override PartName="/ppt/ink/ink2112.xml" ContentType="application/inkml+xml"/>
  <Override PartName="/ppt/ink/ink2113.xml" ContentType="application/inkml+xml"/>
  <Override PartName="/ppt/ink/ink2114.xml" ContentType="application/inkml+xml"/>
  <Override PartName="/ppt/ink/ink2115.xml" ContentType="application/inkml+xml"/>
  <Override PartName="/ppt/ink/ink2116.xml" ContentType="application/inkml+xml"/>
  <Override PartName="/ppt/ink/ink2117.xml" ContentType="application/inkml+xml"/>
  <Override PartName="/ppt/ink/ink2118.xml" ContentType="application/inkml+xml"/>
  <Override PartName="/ppt/ink/ink2119.xml" ContentType="application/inkml+xml"/>
  <Override PartName="/ppt/ink/ink2120.xml" ContentType="application/inkml+xml"/>
  <Override PartName="/ppt/ink/ink2121.xml" ContentType="application/inkml+xml"/>
  <Override PartName="/ppt/ink/ink2122.xml" ContentType="application/inkml+xml"/>
  <Override PartName="/ppt/ink/ink2123.xml" ContentType="application/inkml+xml"/>
  <Override PartName="/ppt/ink/ink2124.xml" ContentType="application/inkml+xml"/>
  <Override PartName="/ppt/ink/ink2125.xml" ContentType="application/inkml+xml"/>
  <Override PartName="/ppt/ink/ink2126.xml" ContentType="application/inkml+xml"/>
  <Override PartName="/ppt/ink/ink2127.xml" ContentType="application/inkml+xml"/>
  <Override PartName="/ppt/ink/ink2128.xml" ContentType="application/inkml+xml"/>
  <Override PartName="/ppt/ink/ink2129.xml" ContentType="application/inkml+xml"/>
  <Override PartName="/ppt/ink/ink2130.xml" ContentType="application/inkml+xml"/>
  <Override PartName="/ppt/ink/ink2131.xml" ContentType="application/inkml+xml"/>
  <Override PartName="/ppt/ink/ink2132.xml" ContentType="application/inkml+xml"/>
  <Override PartName="/ppt/ink/ink2133.xml" ContentType="application/inkml+xml"/>
  <Override PartName="/ppt/ink/ink2134.xml" ContentType="application/inkml+xml"/>
  <Override PartName="/ppt/ink/ink2135.xml" ContentType="application/inkml+xml"/>
  <Override PartName="/ppt/ink/ink2136.xml" ContentType="application/inkml+xml"/>
  <Override PartName="/ppt/ink/ink2137.xml" ContentType="application/inkml+xml"/>
  <Override PartName="/ppt/ink/ink2138.xml" ContentType="application/inkml+xml"/>
  <Override PartName="/ppt/ink/ink2139.xml" ContentType="application/inkml+xml"/>
  <Override PartName="/ppt/ink/ink2140.xml" ContentType="application/inkml+xml"/>
  <Override PartName="/ppt/ink/ink2141.xml" ContentType="application/inkml+xml"/>
  <Override PartName="/ppt/ink/ink2142.xml" ContentType="application/inkml+xml"/>
  <Override PartName="/ppt/ink/ink2143.xml" ContentType="application/inkml+xml"/>
  <Override PartName="/ppt/ink/ink2144.xml" ContentType="application/inkml+xml"/>
  <Override PartName="/ppt/ink/ink2145.xml" ContentType="application/inkml+xml"/>
  <Override PartName="/ppt/ink/ink2146.xml" ContentType="application/inkml+xml"/>
  <Override PartName="/ppt/ink/ink2147.xml" ContentType="application/inkml+xml"/>
  <Override PartName="/ppt/ink/ink2148.xml" ContentType="application/inkml+xml"/>
  <Override PartName="/ppt/ink/ink2149.xml" ContentType="application/inkml+xml"/>
  <Override PartName="/ppt/ink/ink2150.xml" ContentType="application/inkml+xml"/>
  <Override PartName="/ppt/ink/ink2151.xml" ContentType="application/inkml+xml"/>
  <Override PartName="/ppt/ink/ink2152.xml" ContentType="application/inkml+xml"/>
  <Override PartName="/ppt/ink/ink2153.xml" ContentType="application/inkml+xml"/>
  <Override PartName="/ppt/ink/ink2154.xml" ContentType="application/inkml+xml"/>
  <Override PartName="/ppt/ink/ink2155.xml" ContentType="application/inkml+xml"/>
  <Override PartName="/ppt/ink/ink2156.xml" ContentType="application/inkml+xml"/>
  <Override PartName="/ppt/ink/ink2157.xml" ContentType="application/inkml+xml"/>
  <Override PartName="/ppt/ink/ink2158.xml" ContentType="application/inkml+xml"/>
  <Override PartName="/ppt/ink/ink2159.xml" ContentType="application/inkml+xml"/>
  <Override PartName="/ppt/ink/ink2160.xml" ContentType="application/inkml+xml"/>
  <Override PartName="/ppt/ink/ink2161.xml" ContentType="application/inkml+xml"/>
  <Override PartName="/ppt/ink/ink2162.xml" ContentType="application/inkml+xml"/>
  <Override PartName="/ppt/ink/ink2163.xml" ContentType="application/inkml+xml"/>
  <Override PartName="/ppt/ink/ink2164.xml" ContentType="application/inkml+xml"/>
  <Override PartName="/ppt/ink/ink2165.xml" ContentType="application/inkml+xml"/>
  <Override PartName="/ppt/ink/ink2166.xml" ContentType="application/inkml+xml"/>
  <Override PartName="/ppt/ink/ink2167.xml" ContentType="application/inkml+xml"/>
  <Override PartName="/ppt/ink/ink2168.xml" ContentType="application/inkml+xml"/>
  <Override PartName="/ppt/ink/ink2169.xml" ContentType="application/inkml+xml"/>
  <Override PartName="/ppt/ink/ink2170.xml" ContentType="application/inkml+xml"/>
  <Override PartName="/ppt/ink/ink2171.xml" ContentType="application/inkml+xml"/>
  <Override PartName="/ppt/ink/ink2172.xml" ContentType="application/inkml+xml"/>
  <Override PartName="/ppt/ink/ink2173.xml" ContentType="application/inkml+xml"/>
  <Override PartName="/ppt/ink/ink2174.xml" ContentType="application/inkml+xml"/>
  <Override PartName="/ppt/ink/ink2175.xml" ContentType="application/inkml+xml"/>
  <Override PartName="/ppt/ink/ink2176.xml" ContentType="application/inkml+xml"/>
  <Override PartName="/ppt/ink/ink2177.xml" ContentType="application/inkml+xml"/>
  <Override PartName="/ppt/ink/ink2178.xml" ContentType="application/inkml+xml"/>
  <Override PartName="/ppt/ink/ink2179.xml" ContentType="application/inkml+xml"/>
  <Override PartName="/ppt/ink/ink2180.xml" ContentType="application/inkml+xml"/>
  <Override PartName="/ppt/ink/ink2181.xml" ContentType="application/inkml+xml"/>
  <Override PartName="/ppt/ink/ink2182.xml" ContentType="application/inkml+xml"/>
  <Override PartName="/ppt/ink/ink2183.xml" ContentType="application/inkml+xml"/>
  <Override PartName="/ppt/ink/ink2184.xml" ContentType="application/inkml+xml"/>
  <Override PartName="/ppt/ink/ink2185.xml" ContentType="application/inkml+xml"/>
  <Override PartName="/ppt/ink/ink2186.xml" ContentType="application/inkml+xml"/>
  <Override PartName="/ppt/ink/ink2187.xml" ContentType="application/inkml+xml"/>
  <Override PartName="/ppt/ink/ink2188.xml" ContentType="application/inkml+xml"/>
  <Override PartName="/ppt/ink/ink2189.xml" ContentType="application/inkml+xml"/>
  <Override PartName="/ppt/ink/ink2190.xml" ContentType="application/inkml+xml"/>
  <Override PartName="/ppt/ink/ink2191.xml" ContentType="application/inkml+xml"/>
  <Override PartName="/ppt/ink/ink2192.xml" ContentType="application/inkml+xml"/>
  <Override PartName="/ppt/ink/ink2193.xml" ContentType="application/inkml+xml"/>
  <Override PartName="/ppt/ink/ink2194.xml" ContentType="application/inkml+xml"/>
  <Override PartName="/ppt/ink/ink2195.xml" ContentType="application/inkml+xml"/>
  <Override PartName="/ppt/ink/ink2196.xml" ContentType="application/inkml+xml"/>
  <Override PartName="/ppt/ink/ink2197.xml" ContentType="application/inkml+xml"/>
  <Override PartName="/ppt/ink/ink2198.xml" ContentType="application/inkml+xml"/>
  <Override PartName="/ppt/ink/ink2199.xml" ContentType="application/inkml+xml"/>
  <Override PartName="/ppt/ink/ink2200.xml" ContentType="application/inkml+xml"/>
  <Override PartName="/ppt/ink/ink2201.xml" ContentType="application/inkml+xml"/>
  <Override PartName="/ppt/ink/ink2202.xml" ContentType="application/inkml+xml"/>
  <Override PartName="/ppt/ink/ink2203.xml" ContentType="application/inkml+xml"/>
  <Override PartName="/ppt/ink/ink2204.xml" ContentType="application/inkml+xml"/>
  <Override PartName="/ppt/ink/ink2205.xml" ContentType="application/inkml+xml"/>
  <Override PartName="/ppt/ink/ink2206.xml" ContentType="application/inkml+xml"/>
  <Override PartName="/ppt/ink/ink2207.xml" ContentType="application/inkml+xml"/>
  <Override PartName="/ppt/ink/ink2208.xml" ContentType="application/inkml+xml"/>
  <Override PartName="/ppt/ink/ink2209.xml" ContentType="application/inkml+xml"/>
  <Override PartName="/ppt/ink/ink2210.xml" ContentType="application/inkml+xml"/>
  <Override PartName="/ppt/ink/ink2211.xml" ContentType="application/inkml+xml"/>
  <Override PartName="/ppt/ink/ink2212.xml" ContentType="application/inkml+xml"/>
  <Override PartName="/ppt/ink/ink2213.xml" ContentType="application/inkml+xml"/>
  <Override PartName="/ppt/ink/ink2214.xml" ContentType="application/inkml+xml"/>
  <Override PartName="/ppt/ink/ink2215.xml" ContentType="application/inkml+xml"/>
  <Override PartName="/ppt/ink/ink2216.xml" ContentType="application/inkml+xml"/>
  <Override PartName="/ppt/ink/ink2217.xml" ContentType="application/inkml+xml"/>
  <Override PartName="/ppt/ink/ink2218.xml" ContentType="application/inkml+xml"/>
  <Override PartName="/ppt/ink/ink2219.xml" ContentType="application/inkml+xml"/>
  <Override PartName="/ppt/ink/ink2220.xml" ContentType="application/inkml+xml"/>
  <Override PartName="/ppt/ink/ink2221.xml" ContentType="application/inkml+xml"/>
  <Override PartName="/ppt/ink/ink2222.xml" ContentType="application/inkml+xml"/>
  <Override PartName="/ppt/ink/ink2223.xml" ContentType="application/inkml+xml"/>
  <Override PartName="/ppt/ink/ink2224.xml" ContentType="application/inkml+xml"/>
  <Override PartName="/ppt/ink/ink2225.xml" ContentType="application/inkml+xml"/>
  <Override PartName="/ppt/ink/ink2226.xml" ContentType="application/inkml+xml"/>
  <Override PartName="/ppt/ink/ink2227.xml" ContentType="application/inkml+xml"/>
  <Override PartName="/ppt/ink/ink2228.xml" ContentType="application/inkml+xml"/>
  <Override PartName="/ppt/ink/ink2229.xml" ContentType="application/inkml+xml"/>
  <Override PartName="/ppt/ink/ink2230.xml" ContentType="application/inkml+xml"/>
  <Override PartName="/ppt/ink/ink2231.xml" ContentType="application/inkml+xml"/>
  <Override PartName="/ppt/ink/ink2232.xml" ContentType="application/inkml+xml"/>
  <Override PartName="/ppt/ink/ink2233.xml" ContentType="application/inkml+xml"/>
  <Override PartName="/ppt/ink/ink2234.xml" ContentType="application/inkml+xml"/>
  <Override PartName="/ppt/ink/ink2235.xml" ContentType="application/inkml+xml"/>
  <Override PartName="/ppt/ink/ink2236.xml" ContentType="application/inkml+xml"/>
  <Override PartName="/ppt/ink/ink2237.xml" ContentType="application/inkml+xml"/>
  <Override PartName="/ppt/ink/ink2238.xml" ContentType="application/inkml+xml"/>
  <Override PartName="/ppt/ink/ink2239.xml" ContentType="application/inkml+xml"/>
  <Override PartName="/ppt/ink/ink2240.xml" ContentType="application/inkml+xml"/>
  <Override PartName="/ppt/ink/ink2241.xml" ContentType="application/inkml+xml"/>
  <Override PartName="/ppt/ink/ink2242.xml" ContentType="application/inkml+xml"/>
  <Override PartName="/ppt/ink/ink2243.xml" ContentType="application/inkml+xml"/>
  <Override PartName="/ppt/ink/ink2244.xml" ContentType="application/inkml+xml"/>
  <Override PartName="/ppt/ink/ink2245.xml" ContentType="application/inkml+xml"/>
  <Override PartName="/ppt/ink/ink2246.xml" ContentType="application/inkml+xml"/>
  <Override PartName="/ppt/ink/ink2247.xml" ContentType="application/inkml+xml"/>
  <Override PartName="/ppt/ink/ink2248.xml" ContentType="application/inkml+xml"/>
  <Override PartName="/ppt/ink/ink2249.xml" ContentType="application/inkml+xml"/>
  <Override PartName="/ppt/ink/ink2250.xml" ContentType="application/inkml+xml"/>
  <Override PartName="/ppt/ink/ink2251.xml" ContentType="application/inkml+xml"/>
  <Override PartName="/ppt/ink/ink2252.xml" ContentType="application/inkml+xml"/>
  <Override PartName="/ppt/ink/ink2253.xml" ContentType="application/inkml+xml"/>
  <Override PartName="/ppt/ink/ink2254.xml" ContentType="application/inkml+xml"/>
  <Override PartName="/ppt/ink/ink2255.xml" ContentType="application/inkml+xml"/>
  <Override PartName="/ppt/ink/ink2256.xml" ContentType="application/inkml+xml"/>
  <Override PartName="/ppt/ink/ink2257.xml" ContentType="application/inkml+xml"/>
  <Override PartName="/ppt/ink/ink2258.xml" ContentType="application/inkml+xml"/>
  <Override PartName="/ppt/ink/ink2259.xml" ContentType="application/inkml+xml"/>
  <Override PartName="/ppt/ink/ink2260.xml" ContentType="application/inkml+xml"/>
  <Override PartName="/ppt/ink/ink2261.xml" ContentType="application/inkml+xml"/>
  <Override PartName="/ppt/ink/ink2262.xml" ContentType="application/inkml+xml"/>
  <Override PartName="/ppt/ink/ink2263.xml" ContentType="application/inkml+xml"/>
  <Override PartName="/ppt/ink/ink2264.xml" ContentType="application/inkml+xml"/>
  <Override PartName="/ppt/ink/ink2265.xml" ContentType="application/inkml+xml"/>
  <Override PartName="/ppt/ink/ink2266.xml" ContentType="application/inkml+xml"/>
  <Override PartName="/ppt/ink/ink2267.xml" ContentType="application/inkml+xml"/>
  <Override PartName="/ppt/ink/ink2268.xml" ContentType="application/inkml+xml"/>
  <Override PartName="/ppt/ink/ink2269.xml" ContentType="application/inkml+xml"/>
  <Override PartName="/ppt/ink/ink2270.xml" ContentType="application/inkml+xml"/>
  <Override PartName="/ppt/ink/ink2271.xml" ContentType="application/inkml+xml"/>
  <Override PartName="/ppt/ink/ink2272.xml" ContentType="application/inkml+xml"/>
  <Override PartName="/ppt/ink/ink2273.xml" ContentType="application/inkml+xml"/>
  <Override PartName="/ppt/ink/ink2274.xml" ContentType="application/inkml+xml"/>
  <Override PartName="/ppt/ink/ink2275.xml" ContentType="application/inkml+xml"/>
  <Override PartName="/ppt/ink/ink2276.xml" ContentType="application/inkml+xml"/>
  <Override PartName="/ppt/ink/ink2277.xml" ContentType="application/inkml+xml"/>
  <Override PartName="/ppt/ink/ink2278.xml" ContentType="application/inkml+xml"/>
  <Override PartName="/ppt/ink/ink2279.xml" ContentType="application/inkml+xml"/>
  <Override PartName="/ppt/ink/ink2280.xml" ContentType="application/inkml+xml"/>
  <Override PartName="/ppt/ink/ink2281.xml" ContentType="application/inkml+xml"/>
  <Override PartName="/ppt/ink/ink2282.xml" ContentType="application/inkml+xml"/>
  <Override PartName="/ppt/ink/ink2283.xml" ContentType="application/inkml+xml"/>
  <Override PartName="/ppt/ink/ink2284.xml" ContentType="application/inkml+xml"/>
  <Override PartName="/ppt/ink/ink2285.xml" ContentType="application/inkml+xml"/>
  <Override PartName="/ppt/ink/ink2286.xml" ContentType="application/inkml+xml"/>
  <Override PartName="/ppt/ink/ink2287.xml" ContentType="application/inkml+xml"/>
  <Override PartName="/ppt/ink/ink2288.xml" ContentType="application/inkml+xml"/>
  <Override PartName="/ppt/ink/ink2289.xml" ContentType="application/inkml+xml"/>
  <Override PartName="/ppt/ink/ink2290.xml" ContentType="application/inkml+xml"/>
  <Override PartName="/ppt/ink/ink2291.xml" ContentType="application/inkml+xml"/>
  <Override PartName="/ppt/ink/ink2292.xml" ContentType="application/inkml+xml"/>
  <Override PartName="/ppt/ink/ink2293.xml" ContentType="application/inkml+xml"/>
  <Override PartName="/ppt/ink/ink2294.xml" ContentType="application/inkml+xml"/>
  <Override PartName="/ppt/ink/ink2295.xml" ContentType="application/inkml+xml"/>
  <Override PartName="/ppt/ink/ink2296.xml" ContentType="application/inkml+xml"/>
  <Override PartName="/ppt/ink/ink2297.xml" ContentType="application/inkml+xml"/>
  <Override PartName="/ppt/ink/ink2298.xml" ContentType="application/inkml+xml"/>
  <Override PartName="/ppt/ink/ink2299.xml" ContentType="application/inkml+xml"/>
  <Override PartName="/ppt/ink/ink2300.xml" ContentType="application/inkml+xml"/>
  <Override PartName="/ppt/ink/ink2301.xml" ContentType="application/inkml+xml"/>
  <Override PartName="/ppt/ink/ink2302.xml" ContentType="application/inkml+xml"/>
  <Override PartName="/ppt/ink/ink2303.xml" ContentType="application/inkml+xml"/>
  <Override PartName="/ppt/ink/ink2304.xml" ContentType="application/inkml+xml"/>
  <Override PartName="/ppt/ink/ink2305.xml" ContentType="application/inkml+xml"/>
  <Override PartName="/ppt/ink/ink2306.xml" ContentType="application/inkml+xml"/>
  <Override PartName="/ppt/ink/ink2307.xml" ContentType="application/inkml+xml"/>
  <Override PartName="/ppt/ink/ink2308.xml" ContentType="application/inkml+xml"/>
  <Override PartName="/ppt/ink/ink2309.xml" ContentType="application/inkml+xml"/>
  <Override PartName="/ppt/ink/ink2310.xml" ContentType="application/inkml+xml"/>
  <Override PartName="/ppt/ink/ink2311.xml" ContentType="application/inkml+xml"/>
  <Override PartName="/ppt/ink/ink2312.xml" ContentType="application/inkml+xml"/>
  <Override PartName="/ppt/ink/ink2313.xml" ContentType="application/inkml+xml"/>
  <Override PartName="/ppt/ink/ink2314.xml" ContentType="application/inkml+xml"/>
  <Override PartName="/ppt/ink/ink2315.xml" ContentType="application/inkml+xml"/>
  <Override PartName="/ppt/ink/ink2316.xml" ContentType="application/inkml+xml"/>
  <Override PartName="/ppt/ink/ink2317.xml" ContentType="application/inkml+xml"/>
  <Override PartName="/ppt/ink/ink2318.xml" ContentType="application/inkml+xml"/>
  <Override PartName="/ppt/ink/ink2319.xml" ContentType="application/inkml+xml"/>
  <Override PartName="/ppt/ink/ink2320.xml" ContentType="application/inkml+xml"/>
  <Override PartName="/ppt/ink/ink2321.xml" ContentType="application/inkml+xml"/>
  <Override PartName="/ppt/ink/ink2322.xml" ContentType="application/inkml+xml"/>
  <Override PartName="/ppt/ink/ink2323.xml" ContentType="application/inkml+xml"/>
  <Override PartName="/ppt/ink/ink2324.xml" ContentType="application/inkml+xml"/>
  <Override PartName="/ppt/ink/ink2325.xml" ContentType="application/inkml+xml"/>
  <Override PartName="/ppt/ink/ink2326.xml" ContentType="application/inkml+xml"/>
  <Override PartName="/ppt/ink/ink2327.xml" ContentType="application/inkml+xml"/>
  <Override PartName="/ppt/ink/ink2328.xml" ContentType="application/inkml+xml"/>
  <Override PartName="/ppt/ink/ink2329.xml" ContentType="application/inkml+xml"/>
  <Override PartName="/ppt/ink/ink2330.xml" ContentType="application/inkml+xml"/>
  <Override PartName="/ppt/ink/ink2331.xml" ContentType="application/inkml+xml"/>
  <Override PartName="/ppt/ink/ink2332.xml" ContentType="application/inkml+xml"/>
  <Override PartName="/ppt/ink/ink2333.xml" ContentType="application/inkml+xml"/>
  <Override PartName="/ppt/ink/ink2334.xml" ContentType="application/inkml+xml"/>
  <Override PartName="/ppt/ink/ink2335.xml" ContentType="application/inkml+xml"/>
  <Override PartName="/ppt/ink/ink2336.xml" ContentType="application/inkml+xml"/>
  <Override PartName="/ppt/ink/ink2337.xml" ContentType="application/inkml+xml"/>
  <Override PartName="/ppt/ink/ink2338.xml" ContentType="application/inkml+xml"/>
  <Override PartName="/ppt/ink/ink2339.xml" ContentType="application/inkml+xml"/>
  <Override PartName="/ppt/ink/ink2340.xml" ContentType="application/inkml+xml"/>
  <Override PartName="/ppt/ink/ink2341.xml" ContentType="application/inkml+xml"/>
  <Override PartName="/ppt/ink/ink2342.xml" ContentType="application/inkml+xml"/>
  <Override PartName="/ppt/ink/ink2343.xml" ContentType="application/inkml+xml"/>
  <Override PartName="/ppt/ink/ink2344.xml" ContentType="application/inkml+xml"/>
  <Override PartName="/ppt/ink/ink2345.xml" ContentType="application/inkml+xml"/>
  <Override PartName="/ppt/ink/ink2346.xml" ContentType="application/inkml+xml"/>
  <Override PartName="/ppt/ink/ink2347.xml" ContentType="application/inkml+xml"/>
  <Override PartName="/ppt/ink/ink2348.xml" ContentType="application/inkml+xml"/>
  <Override PartName="/ppt/ink/ink2349.xml" ContentType="application/inkml+xml"/>
  <Override PartName="/ppt/ink/ink2350.xml" ContentType="application/inkml+xml"/>
  <Override PartName="/ppt/ink/ink2351.xml" ContentType="application/inkml+xml"/>
  <Override PartName="/ppt/ink/ink2352.xml" ContentType="application/inkml+xml"/>
  <Override PartName="/ppt/ink/ink2353.xml" ContentType="application/inkml+xml"/>
  <Override PartName="/ppt/ink/ink2354.xml" ContentType="application/inkml+xml"/>
  <Override PartName="/ppt/ink/ink2355.xml" ContentType="application/inkml+xml"/>
  <Override PartName="/ppt/ink/ink2356.xml" ContentType="application/inkml+xml"/>
  <Override PartName="/ppt/ink/ink2357.xml" ContentType="application/inkml+xml"/>
  <Override PartName="/ppt/ink/ink2358.xml" ContentType="application/inkml+xml"/>
  <Override PartName="/ppt/ink/ink2359.xml" ContentType="application/inkml+xml"/>
  <Override PartName="/ppt/ink/ink2360.xml" ContentType="application/inkml+xml"/>
  <Override PartName="/ppt/ink/ink2361.xml" ContentType="application/inkml+xml"/>
  <Override PartName="/ppt/ink/ink2362.xml" ContentType="application/inkml+xml"/>
  <Override PartName="/ppt/ink/ink2363.xml" ContentType="application/inkml+xml"/>
  <Override PartName="/ppt/ink/ink2364.xml" ContentType="application/inkml+xml"/>
  <Override PartName="/ppt/ink/ink2365.xml" ContentType="application/inkml+xml"/>
  <Override PartName="/ppt/ink/ink2366.xml" ContentType="application/inkml+xml"/>
  <Override PartName="/ppt/ink/ink2367.xml" ContentType="application/inkml+xml"/>
  <Override PartName="/ppt/ink/ink2368.xml" ContentType="application/inkml+xml"/>
  <Override PartName="/ppt/ink/ink2369.xml" ContentType="application/inkml+xml"/>
  <Override PartName="/ppt/ink/ink2370.xml" ContentType="application/inkml+xml"/>
  <Override PartName="/ppt/ink/ink2371.xml" ContentType="application/inkml+xml"/>
  <Override PartName="/ppt/ink/ink2372.xml" ContentType="application/inkml+xml"/>
  <Override PartName="/ppt/ink/ink2373.xml" ContentType="application/inkml+xml"/>
  <Override PartName="/ppt/ink/ink2374.xml" ContentType="application/inkml+xml"/>
  <Override PartName="/ppt/ink/ink2375.xml" ContentType="application/inkml+xml"/>
  <Override PartName="/ppt/ink/ink2376.xml" ContentType="application/inkml+xml"/>
  <Override PartName="/ppt/ink/ink2377.xml" ContentType="application/inkml+xml"/>
  <Override PartName="/ppt/ink/ink2378.xml" ContentType="application/inkml+xml"/>
  <Override PartName="/ppt/ink/ink2379.xml" ContentType="application/inkml+xml"/>
  <Override PartName="/ppt/ink/ink2380.xml" ContentType="application/inkml+xml"/>
  <Override PartName="/ppt/ink/ink2381.xml" ContentType="application/inkml+xml"/>
  <Override PartName="/ppt/ink/ink2382.xml" ContentType="application/inkml+xml"/>
  <Override PartName="/ppt/ink/ink2383.xml" ContentType="application/inkml+xml"/>
  <Override PartName="/ppt/ink/ink2384.xml" ContentType="application/inkml+xml"/>
  <Override PartName="/ppt/ink/ink2385.xml" ContentType="application/inkml+xml"/>
  <Override PartName="/ppt/ink/ink2386.xml" ContentType="application/inkml+xml"/>
  <Override PartName="/ppt/ink/ink2387.xml" ContentType="application/inkml+xml"/>
  <Override PartName="/ppt/ink/ink2388.xml" ContentType="application/inkml+xml"/>
  <Override PartName="/ppt/ink/ink2389.xml" ContentType="application/inkml+xml"/>
  <Override PartName="/ppt/ink/ink2390.xml" ContentType="application/inkml+xml"/>
  <Override PartName="/ppt/ink/ink2391.xml" ContentType="application/inkml+xml"/>
  <Override PartName="/ppt/ink/ink2392.xml" ContentType="application/inkml+xml"/>
  <Override PartName="/ppt/ink/ink2393.xml" ContentType="application/inkml+xml"/>
  <Override PartName="/ppt/ink/ink2394.xml" ContentType="application/inkml+xml"/>
  <Override PartName="/ppt/ink/ink2395.xml" ContentType="application/inkml+xml"/>
  <Override PartName="/ppt/ink/ink2396.xml" ContentType="application/inkml+xml"/>
  <Override PartName="/ppt/ink/ink2397.xml" ContentType="application/inkml+xml"/>
  <Override PartName="/ppt/ink/ink2398.xml" ContentType="application/inkml+xml"/>
  <Override PartName="/ppt/ink/ink2399.xml" ContentType="application/inkml+xml"/>
  <Override PartName="/ppt/ink/ink2400.xml" ContentType="application/inkml+xml"/>
  <Override PartName="/ppt/ink/ink2401.xml" ContentType="application/inkml+xml"/>
  <Override PartName="/ppt/ink/ink2402.xml" ContentType="application/inkml+xml"/>
  <Override PartName="/ppt/ink/ink2403.xml" ContentType="application/inkml+xml"/>
  <Override PartName="/ppt/ink/ink2404.xml" ContentType="application/inkml+xml"/>
  <Override PartName="/ppt/ink/ink2405.xml" ContentType="application/inkml+xml"/>
  <Override PartName="/ppt/ink/ink2406.xml" ContentType="application/inkml+xml"/>
  <Override PartName="/ppt/ink/ink2407.xml" ContentType="application/inkml+xml"/>
  <Override PartName="/ppt/ink/ink2408.xml" ContentType="application/inkml+xml"/>
  <Override PartName="/ppt/ink/ink2409.xml" ContentType="application/inkml+xml"/>
  <Override PartName="/ppt/ink/ink2410.xml" ContentType="application/inkml+xml"/>
  <Override PartName="/ppt/ink/ink2411.xml" ContentType="application/inkml+xml"/>
  <Override PartName="/ppt/ink/ink2412.xml" ContentType="application/inkml+xml"/>
  <Override PartName="/ppt/ink/ink2413.xml" ContentType="application/inkml+xml"/>
  <Override PartName="/ppt/ink/ink2414.xml" ContentType="application/inkml+xml"/>
  <Override PartName="/ppt/ink/ink2415.xml" ContentType="application/inkml+xml"/>
  <Override PartName="/ppt/ink/ink2416.xml" ContentType="application/inkml+xml"/>
  <Override PartName="/ppt/ink/ink2417.xml" ContentType="application/inkml+xml"/>
  <Override PartName="/ppt/ink/ink2418.xml" ContentType="application/inkml+xml"/>
  <Override PartName="/ppt/ink/ink2419.xml" ContentType="application/inkml+xml"/>
  <Override PartName="/ppt/ink/ink2420.xml" ContentType="application/inkml+xml"/>
  <Override PartName="/ppt/ink/ink2421.xml" ContentType="application/inkml+xml"/>
  <Override PartName="/ppt/ink/ink2422.xml" ContentType="application/inkml+xml"/>
  <Override PartName="/ppt/ink/ink2423.xml" ContentType="application/inkml+xml"/>
  <Override PartName="/ppt/ink/ink2424.xml" ContentType="application/inkml+xml"/>
  <Override PartName="/ppt/ink/ink2425.xml" ContentType="application/inkml+xml"/>
  <Override PartName="/ppt/ink/ink2426.xml" ContentType="application/inkml+xml"/>
  <Override PartName="/ppt/ink/ink2427.xml" ContentType="application/inkml+xml"/>
  <Override PartName="/ppt/ink/ink2428.xml" ContentType="application/inkml+xml"/>
  <Override PartName="/ppt/ink/ink2429.xml" ContentType="application/inkml+xml"/>
  <Override PartName="/ppt/ink/ink2430.xml" ContentType="application/inkml+xml"/>
  <Override PartName="/ppt/ink/ink2431.xml" ContentType="application/inkml+xml"/>
  <Override PartName="/ppt/ink/ink2432.xml" ContentType="application/inkml+xml"/>
  <Override PartName="/ppt/ink/ink2433.xml" ContentType="application/inkml+xml"/>
  <Override PartName="/ppt/ink/ink2434.xml" ContentType="application/inkml+xml"/>
  <Override PartName="/ppt/ink/ink2435.xml" ContentType="application/inkml+xml"/>
  <Override PartName="/ppt/ink/ink2436.xml" ContentType="application/inkml+xml"/>
  <Override PartName="/ppt/ink/ink2437.xml" ContentType="application/inkml+xml"/>
  <Override PartName="/ppt/ink/ink2438.xml" ContentType="application/inkml+xml"/>
  <Override PartName="/ppt/ink/ink2439.xml" ContentType="application/inkml+xml"/>
  <Override PartName="/ppt/ink/ink2440.xml" ContentType="application/inkml+xml"/>
  <Override PartName="/ppt/ink/ink2441.xml" ContentType="application/inkml+xml"/>
  <Override PartName="/ppt/ink/ink2442.xml" ContentType="application/inkml+xml"/>
  <Override PartName="/ppt/ink/ink2443.xml" ContentType="application/inkml+xml"/>
  <Override PartName="/ppt/ink/ink2444.xml" ContentType="application/inkml+xml"/>
  <Override PartName="/ppt/ink/ink2445.xml" ContentType="application/inkml+xml"/>
  <Override PartName="/ppt/ink/ink2446.xml" ContentType="application/inkml+xml"/>
  <Override PartName="/ppt/ink/ink2447.xml" ContentType="application/inkml+xml"/>
  <Override PartName="/ppt/ink/ink2448.xml" ContentType="application/inkml+xml"/>
  <Override PartName="/ppt/ink/ink2449.xml" ContentType="application/inkml+xml"/>
  <Override PartName="/ppt/ink/ink2450.xml" ContentType="application/inkml+xml"/>
  <Override PartName="/ppt/ink/ink2451.xml" ContentType="application/inkml+xml"/>
  <Override PartName="/ppt/ink/ink2452.xml" ContentType="application/inkml+xml"/>
  <Override PartName="/ppt/ink/ink2453.xml" ContentType="application/inkml+xml"/>
  <Override PartName="/ppt/ink/ink2454.xml" ContentType="application/inkml+xml"/>
  <Override PartName="/ppt/ink/ink2455.xml" ContentType="application/inkml+xml"/>
  <Override PartName="/ppt/ink/ink2456.xml" ContentType="application/inkml+xml"/>
  <Override PartName="/ppt/ink/ink2457.xml" ContentType="application/inkml+xml"/>
  <Override PartName="/ppt/ink/ink2458.xml" ContentType="application/inkml+xml"/>
  <Override PartName="/ppt/ink/ink2459.xml" ContentType="application/inkml+xml"/>
  <Override PartName="/ppt/ink/ink2460.xml" ContentType="application/inkml+xml"/>
  <Override PartName="/ppt/ink/ink2461.xml" ContentType="application/inkml+xml"/>
  <Override PartName="/ppt/ink/ink2462.xml" ContentType="application/inkml+xml"/>
  <Override PartName="/ppt/ink/ink2463.xml" ContentType="application/inkml+xml"/>
  <Override PartName="/ppt/ink/ink2464.xml" ContentType="application/inkml+xml"/>
  <Override PartName="/ppt/ink/ink2465.xml" ContentType="application/inkml+xml"/>
  <Override PartName="/ppt/ink/ink2466.xml" ContentType="application/inkml+xml"/>
  <Override PartName="/ppt/ink/ink2467.xml" ContentType="application/inkml+xml"/>
  <Override PartName="/ppt/ink/ink2468.xml" ContentType="application/inkml+xml"/>
  <Override PartName="/ppt/ink/ink2469.xml" ContentType="application/inkml+xml"/>
  <Override PartName="/ppt/ink/ink2470.xml" ContentType="application/inkml+xml"/>
  <Override PartName="/ppt/ink/ink2471.xml" ContentType="application/inkml+xml"/>
  <Override PartName="/ppt/ink/ink2472.xml" ContentType="application/inkml+xml"/>
  <Override PartName="/ppt/ink/ink2473.xml" ContentType="application/inkml+xml"/>
  <Override PartName="/ppt/ink/ink2474.xml" ContentType="application/inkml+xml"/>
  <Override PartName="/ppt/ink/ink2475.xml" ContentType="application/inkml+xml"/>
  <Override PartName="/ppt/ink/ink2476.xml" ContentType="application/inkml+xml"/>
  <Override PartName="/ppt/ink/ink2477.xml" ContentType="application/inkml+xml"/>
  <Override PartName="/ppt/ink/ink2478.xml" ContentType="application/inkml+xml"/>
  <Override PartName="/ppt/ink/ink2479.xml" ContentType="application/inkml+xml"/>
  <Override PartName="/ppt/ink/ink2480.xml" ContentType="application/inkml+xml"/>
  <Override PartName="/ppt/ink/ink2481.xml" ContentType="application/inkml+xml"/>
  <Override PartName="/ppt/ink/ink2482.xml" ContentType="application/inkml+xml"/>
  <Override PartName="/ppt/ink/ink2483.xml" ContentType="application/inkml+xml"/>
  <Override PartName="/ppt/ink/ink2484.xml" ContentType="application/inkml+xml"/>
  <Override PartName="/ppt/ink/ink2485.xml" ContentType="application/inkml+xml"/>
  <Override PartName="/ppt/ink/ink2486.xml" ContentType="application/inkml+xml"/>
  <Override PartName="/ppt/ink/ink2487.xml" ContentType="application/inkml+xml"/>
  <Override PartName="/ppt/ink/ink2488.xml" ContentType="application/inkml+xml"/>
  <Override PartName="/ppt/ink/ink2489.xml" ContentType="application/inkml+xml"/>
  <Override PartName="/ppt/ink/ink2490.xml" ContentType="application/inkml+xml"/>
  <Override PartName="/ppt/ink/ink2491.xml" ContentType="application/inkml+xml"/>
  <Override PartName="/ppt/ink/ink2492.xml" ContentType="application/inkml+xml"/>
  <Override PartName="/ppt/ink/ink2493.xml" ContentType="application/inkml+xml"/>
  <Override PartName="/ppt/ink/ink2494.xml" ContentType="application/inkml+xml"/>
  <Override PartName="/ppt/ink/ink2495.xml" ContentType="application/inkml+xml"/>
  <Override PartName="/ppt/ink/ink2496.xml" ContentType="application/inkml+xml"/>
  <Override PartName="/ppt/ink/ink2497.xml" ContentType="application/inkml+xml"/>
  <Override PartName="/ppt/ink/ink2498.xml" ContentType="application/inkml+xml"/>
  <Override PartName="/ppt/ink/ink2499.xml" ContentType="application/inkml+xml"/>
  <Override PartName="/ppt/ink/ink2500.xml" ContentType="application/inkml+xml"/>
  <Override PartName="/ppt/ink/ink2501.xml" ContentType="application/inkml+xml"/>
  <Override PartName="/ppt/ink/ink2502.xml" ContentType="application/inkml+xml"/>
  <Override PartName="/ppt/ink/ink2503.xml" ContentType="application/inkml+xml"/>
  <Override PartName="/ppt/ink/ink2504.xml" ContentType="application/inkml+xml"/>
  <Override PartName="/ppt/ink/ink2505.xml" ContentType="application/inkml+xml"/>
  <Override PartName="/ppt/ink/ink2506.xml" ContentType="application/inkml+xml"/>
  <Override PartName="/ppt/ink/ink2507.xml" ContentType="application/inkml+xml"/>
  <Override PartName="/ppt/ink/ink2508.xml" ContentType="application/inkml+xml"/>
  <Override PartName="/ppt/ink/ink2509.xml" ContentType="application/inkml+xml"/>
  <Override PartName="/ppt/ink/ink2510.xml" ContentType="application/inkml+xml"/>
  <Override PartName="/ppt/ink/ink2511.xml" ContentType="application/inkml+xml"/>
  <Override PartName="/ppt/ink/ink2512.xml" ContentType="application/inkml+xml"/>
  <Override PartName="/ppt/ink/ink2513.xml" ContentType="application/inkml+xml"/>
  <Override PartName="/ppt/ink/ink2514.xml" ContentType="application/inkml+xml"/>
  <Override PartName="/ppt/ink/ink2515.xml" ContentType="application/inkml+xml"/>
  <Override PartName="/ppt/ink/ink2516.xml" ContentType="application/inkml+xml"/>
  <Override PartName="/ppt/ink/ink2517.xml" ContentType="application/inkml+xml"/>
  <Override PartName="/ppt/ink/ink2518.xml" ContentType="application/inkml+xml"/>
  <Override PartName="/ppt/ink/ink2519.xml" ContentType="application/inkml+xml"/>
  <Override PartName="/ppt/ink/ink2520.xml" ContentType="application/inkml+xml"/>
  <Override PartName="/ppt/ink/ink2521.xml" ContentType="application/inkml+xml"/>
  <Override PartName="/ppt/ink/ink2522.xml" ContentType="application/inkml+xml"/>
  <Override PartName="/ppt/ink/ink2523.xml" ContentType="application/inkml+xml"/>
  <Override PartName="/ppt/ink/ink2524.xml" ContentType="application/inkml+xml"/>
  <Override PartName="/ppt/ink/ink2525.xml" ContentType="application/inkml+xml"/>
  <Override PartName="/ppt/ink/ink2526.xml" ContentType="application/inkml+xml"/>
  <Override PartName="/ppt/ink/ink2527.xml" ContentType="application/inkml+xml"/>
  <Override PartName="/ppt/ink/ink2528.xml" ContentType="application/inkml+xml"/>
  <Override PartName="/ppt/ink/ink2529.xml" ContentType="application/inkml+xml"/>
  <Override PartName="/ppt/ink/ink2530.xml" ContentType="application/inkml+xml"/>
  <Override PartName="/ppt/ink/ink2531.xml" ContentType="application/inkml+xml"/>
  <Override PartName="/ppt/ink/ink2532.xml" ContentType="application/inkml+xml"/>
  <Override PartName="/ppt/ink/ink2533.xml" ContentType="application/inkml+xml"/>
  <Override PartName="/ppt/ink/ink2534.xml" ContentType="application/inkml+xml"/>
  <Override PartName="/ppt/ink/ink2535.xml" ContentType="application/inkml+xml"/>
  <Override PartName="/ppt/ink/ink2536.xml" ContentType="application/inkml+xml"/>
  <Override PartName="/ppt/ink/ink2537.xml" ContentType="application/inkml+xml"/>
  <Override PartName="/ppt/ink/ink2538.xml" ContentType="application/inkml+xml"/>
  <Override PartName="/ppt/ink/ink2539.xml" ContentType="application/inkml+xml"/>
  <Override PartName="/ppt/ink/ink2540.xml" ContentType="application/inkml+xml"/>
  <Override PartName="/ppt/ink/ink2541.xml" ContentType="application/inkml+xml"/>
  <Override PartName="/ppt/ink/ink2542.xml" ContentType="application/inkml+xml"/>
  <Override PartName="/ppt/ink/ink2543.xml" ContentType="application/inkml+xml"/>
  <Override PartName="/ppt/ink/ink2544.xml" ContentType="application/inkml+xml"/>
  <Override PartName="/ppt/ink/ink2545.xml" ContentType="application/inkml+xml"/>
  <Override PartName="/ppt/ink/ink2546.xml" ContentType="application/inkml+xml"/>
  <Override PartName="/ppt/ink/ink2547.xml" ContentType="application/inkml+xml"/>
  <Override PartName="/ppt/ink/ink2548.xml" ContentType="application/inkml+xml"/>
  <Override PartName="/ppt/ink/ink2549.xml" ContentType="application/inkml+xml"/>
  <Override PartName="/ppt/ink/ink2550.xml" ContentType="application/inkml+xml"/>
  <Override PartName="/ppt/ink/ink2551.xml" ContentType="application/inkml+xml"/>
  <Override PartName="/ppt/ink/ink2552.xml" ContentType="application/inkml+xml"/>
  <Override PartName="/ppt/ink/ink2553.xml" ContentType="application/inkml+xml"/>
  <Override PartName="/ppt/ink/ink2554.xml" ContentType="application/inkml+xml"/>
  <Override PartName="/ppt/ink/ink2555.xml" ContentType="application/inkml+xml"/>
  <Override PartName="/ppt/ink/ink2556.xml" ContentType="application/inkml+xml"/>
  <Override PartName="/ppt/ink/ink2557.xml" ContentType="application/inkml+xml"/>
  <Override PartName="/ppt/ink/ink2558.xml" ContentType="application/inkml+xml"/>
  <Override PartName="/ppt/ink/ink2559.xml" ContentType="application/inkml+xml"/>
  <Override PartName="/ppt/ink/ink2560.xml" ContentType="application/inkml+xml"/>
  <Override PartName="/ppt/ink/ink2561.xml" ContentType="application/inkml+xml"/>
  <Override PartName="/ppt/ink/ink2562.xml" ContentType="application/inkml+xml"/>
  <Override PartName="/ppt/ink/ink2563.xml" ContentType="application/inkml+xml"/>
  <Override PartName="/ppt/ink/ink2564.xml" ContentType="application/inkml+xml"/>
  <Override PartName="/ppt/ink/ink2565.xml" ContentType="application/inkml+xml"/>
  <Override PartName="/ppt/ink/ink2566.xml" ContentType="application/inkml+xml"/>
  <Override PartName="/ppt/ink/ink2567.xml" ContentType="application/inkml+xml"/>
  <Override PartName="/ppt/ink/ink2568.xml" ContentType="application/inkml+xml"/>
  <Override PartName="/ppt/ink/ink2569.xml" ContentType="application/inkml+xml"/>
  <Override PartName="/ppt/ink/ink2570.xml" ContentType="application/inkml+xml"/>
  <Override PartName="/ppt/ink/ink2571.xml" ContentType="application/inkml+xml"/>
  <Override PartName="/ppt/ink/ink2572.xml" ContentType="application/inkml+xml"/>
  <Override PartName="/ppt/ink/ink2573.xml" ContentType="application/inkml+xml"/>
  <Override PartName="/ppt/ink/ink2574.xml" ContentType="application/inkml+xml"/>
  <Override PartName="/ppt/ink/ink2575.xml" ContentType="application/inkml+xml"/>
  <Override PartName="/ppt/ink/ink2576.xml" ContentType="application/inkml+xml"/>
  <Override PartName="/ppt/ink/ink2577.xml" ContentType="application/inkml+xml"/>
  <Override PartName="/ppt/ink/ink2578.xml" ContentType="application/inkml+xml"/>
  <Override PartName="/ppt/ink/ink2579.xml" ContentType="application/inkml+xml"/>
  <Override PartName="/ppt/ink/ink2580.xml" ContentType="application/inkml+xml"/>
  <Override PartName="/ppt/ink/ink2581.xml" ContentType="application/inkml+xml"/>
  <Override PartName="/ppt/ink/ink2582.xml" ContentType="application/inkml+xml"/>
  <Override PartName="/ppt/ink/ink2583.xml" ContentType="application/inkml+xml"/>
  <Override PartName="/ppt/ink/ink2584.xml" ContentType="application/inkml+xml"/>
  <Override PartName="/ppt/ink/ink2585.xml" ContentType="application/inkml+xml"/>
  <Override PartName="/ppt/ink/ink2586.xml" ContentType="application/inkml+xml"/>
  <Override PartName="/ppt/ink/ink2587.xml" ContentType="application/inkml+xml"/>
  <Override PartName="/ppt/ink/ink2588.xml" ContentType="application/inkml+xml"/>
  <Override PartName="/ppt/ink/ink2589.xml" ContentType="application/inkml+xml"/>
  <Override PartName="/ppt/ink/ink2590.xml" ContentType="application/inkml+xml"/>
  <Override PartName="/ppt/ink/ink2591.xml" ContentType="application/inkml+xml"/>
  <Override PartName="/ppt/ink/ink2592.xml" ContentType="application/inkml+xml"/>
  <Override PartName="/ppt/ink/ink2593.xml" ContentType="application/inkml+xml"/>
  <Override PartName="/ppt/ink/ink2594.xml" ContentType="application/inkml+xml"/>
  <Override PartName="/ppt/ink/ink2595.xml" ContentType="application/inkml+xml"/>
  <Override PartName="/ppt/ink/ink2596.xml" ContentType="application/inkml+xml"/>
  <Override PartName="/ppt/ink/ink2597.xml" ContentType="application/inkml+xml"/>
  <Override PartName="/ppt/ink/ink2598.xml" ContentType="application/inkml+xml"/>
  <Override PartName="/ppt/ink/ink2599.xml" ContentType="application/inkml+xml"/>
  <Override PartName="/ppt/ink/ink2600.xml" ContentType="application/inkml+xml"/>
  <Override PartName="/ppt/ink/ink2601.xml" ContentType="application/inkml+xml"/>
  <Override PartName="/ppt/ink/ink2602.xml" ContentType="application/inkml+xml"/>
  <Override PartName="/ppt/ink/ink2603.xml" ContentType="application/inkml+xml"/>
  <Override PartName="/ppt/ink/ink2604.xml" ContentType="application/inkml+xml"/>
  <Override PartName="/ppt/ink/ink2605.xml" ContentType="application/inkml+xml"/>
  <Override PartName="/ppt/ink/ink2606.xml" ContentType="application/inkml+xml"/>
  <Override PartName="/ppt/ink/ink2607.xml" ContentType="application/inkml+xml"/>
  <Override PartName="/ppt/ink/ink2608.xml" ContentType="application/inkml+xml"/>
  <Override PartName="/ppt/ink/ink2609.xml" ContentType="application/inkml+xml"/>
  <Override PartName="/ppt/ink/ink2610.xml" ContentType="application/inkml+xml"/>
  <Override PartName="/ppt/ink/ink2611.xml" ContentType="application/inkml+xml"/>
  <Override PartName="/ppt/ink/ink2612.xml" ContentType="application/inkml+xml"/>
  <Override PartName="/ppt/ink/ink2613.xml" ContentType="application/inkml+xml"/>
  <Override PartName="/ppt/ink/ink2614.xml" ContentType="application/inkml+xml"/>
  <Override PartName="/ppt/ink/ink2615.xml" ContentType="application/inkml+xml"/>
  <Override PartName="/ppt/ink/ink2616.xml" ContentType="application/inkml+xml"/>
  <Override PartName="/ppt/ink/ink2617.xml" ContentType="application/inkml+xml"/>
  <Override PartName="/ppt/ink/ink2618.xml" ContentType="application/inkml+xml"/>
  <Override PartName="/ppt/ink/ink2619.xml" ContentType="application/inkml+xml"/>
  <Override PartName="/ppt/ink/ink2620.xml" ContentType="application/inkml+xml"/>
  <Override PartName="/ppt/ink/ink2621.xml" ContentType="application/inkml+xml"/>
  <Override PartName="/ppt/ink/ink2622.xml" ContentType="application/inkml+xml"/>
  <Override PartName="/ppt/ink/ink2623.xml" ContentType="application/inkml+xml"/>
  <Override PartName="/ppt/ink/ink2624.xml" ContentType="application/inkml+xml"/>
  <Override PartName="/ppt/ink/ink2625.xml" ContentType="application/inkml+xml"/>
  <Override PartName="/ppt/ink/ink2626.xml" ContentType="application/inkml+xml"/>
  <Override PartName="/ppt/ink/ink2627.xml" ContentType="application/inkml+xml"/>
  <Override PartName="/ppt/ink/ink2628.xml" ContentType="application/inkml+xml"/>
  <Override PartName="/ppt/ink/ink2629.xml" ContentType="application/inkml+xml"/>
  <Override PartName="/ppt/ink/ink2630.xml" ContentType="application/inkml+xml"/>
  <Override PartName="/ppt/ink/ink2631.xml" ContentType="application/inkml+xml"/>
  <Override PartName="/ppt/ink/ink2632.xml" ContentType="application/inkml+xml"/>
  <Override PartName="/ppt/ink/ink2633.xml" ContentType="application/inkml+xml"/>
  <Override PartName="/ppt/ink/ink2634.xml" ContentType="application/inkml+xml"/>
  <Override PartName="/ppt/ink/ink2635.xml" ContentType="application/inkml+xml"/>
  <Override PartName="/ppt/ink/ink2636.xml" ContentType="application/inkml+xml"/>
  <Override PartName="/ppt/ink/ink2637.xml" ContentType="application/inkml+xml"/>
  <Override PartName="/ppt/ink/ink2638.xml" ContentType="application/inkml+xml"/>
  <Override PartName="/ppt/ink/ink2639.xml" ContentType="application/inkml+xml"/>
  <Override PartName="/ppt/ink/ink2640.xml" ContentType="application/inkml+xml"/>
  <Override PartName="/ppt/ink/ink2641.xml" ContentType="application/inkml+xml"/>
  <Override PartName="/ppt/ink/ink2642.xml" ContentType="application/inkml+xml"/>
  <Override PartName="/ppt/ink/ink2643.xml" ContentType="application/inkml+xml"/>
  <Override PartName="/ppt/ink/ink2644.xml" ContentType="application/inkml+xml"/>
  <Override PartName="/ppt/ink/ink2645.xml" ContentType="application/inkml+xml"/>
  <Override PartName="/ppt/ink/ink2646.xml" ContentType="application/inkml+xml"/>
  <Override PartName="/ppt/ink/ink2647.xml" ContentType="application/inkml+xml"/>
  <Override PartName="/ppt/ink/ink2648.xml" ContentType="application/inkml+xml"/>
  <Override PartName="/ppt/ink/ink2649.xml" ContentType="application/inkml+xml"/>
  <Override PartName="/ppt/ink/ink2650.xml" ContentType="application/inkml+xml"/>
  <Override PartName="/ppt/ink/ink2651.xml" ContentType="application/inkml+xml"/>
  <Override PartName="/ppt/ink/ink2652.xml" ContentType="application/inkml+xml"/>
  <Override PartName="/ppt/ink/ink2653.xml" ContentType="application/inkml+xml"/>
  <Override PartName="/ppt/ink/ink2654.xml" ContentType="application/inkml+xml"/>
  <Override PartName="/ppt/ink/ink2655.xml" ContentType="application/inkml+xml"/>
  <Override PartName="/ppt/ink/ink2656.xml" ContentType="application/inkml+xml"/>
  <Override PartName="/ppt/ink/ink2657.xml" ContentType="application/inkml+xml"/>
  <Override PartName="/ppt/ink/ink2658.xml" ContentType="application/inkml+xml"/>
  <Override PartName="/ppt/ink/ink2659.xml" ContentType="application/inkml+xml"/>
  <Override PartName="/ppt/ink/ink2660.xml" ContentType="application/inkml+xml"/>
  <Override PartName="/ppt/ink/ink2661.xml" ContentType="application/inkml+xml"/>
  <Override PartName="/ppt/ink/ink2662.xml" ContentType="application/inkml+xml"/>
  <Override PartName="/ppt/ink/ink2663.xml" ContentType="application/inkml+xml"/>
  <Override PartName="/ppt/ink/ink2664.xml" ContentType="application/inkml+xml"/>
  <Override PartName="/ppt/ink/ink2665.xml" ContentType="application/inkml+xml"/>
  <Override PartName="/ppt/ink/ink2666.xml" ContentType="application/inkml+xml"/>
  <Override PartName="/ppt/ink/ink2667.xml" ContentType="application/inkml+xml"/>
  <Override PartName="/ppt/ink/ink2668.xml" ContentType="application/inkml+xml"/>
  <Override PartName="/ppt/ink/ink2669.xml" ContentType="application/inkml+xml"/>
  <Override PartName="/ppt/ink/ink2670.xml" ContentType="application/inkml+xml"/>
  <Override PartName="/ppt/ink/ink2671.xml" ContentType="application/inkml+xml"/>
  <Override PartName="/ppt/ink/ink2672.xml" ContentType="application/inkml+xml"/>
  <Override PartName="/ppt/ink/ink2673.xml" ContentType="application/inkml+xml"/>
  <Override PartName="/ppt/ink/ink2674.xml" ContentType="application/inkml+xml"/>
  <Override PartName="/ppt/ink/ink2675.xml" ContentType="application/inkml+xml"/>
  <Override PartName="/ppt/ink/ink2676.xml" ContentType="application/inkml+xml"/>
  <Override PartName="/ppt/ink/ink2677.xml" ContentType="application/inkml+xml"/>
  <Override PartName="/ppt/ink/ink2678.xml" ContentType="application/inkml+xml"/>
  <Override PartName="/ppt/ink/ink2679.xml" ContentType="application/inkml+xml"/>
  <Override PartName="/ppt/ink/ink2680.xml" ContentType="application/inkml+xml"/>
  <Override PartName="/ppt/ink/ink2681.xml" ContentType="application/inkml+xml"/>
  <Override PartName="/ppt/ink/ink2682.xml" ContentType="application/inkml+xml"/>
  <Override PartName="/ppt/ink/ink2683.xml" ContentType="application/inkml+xml"/>
  <Override PartName="/ppt/ink/ink2684.xml" ContentType="application/inkml+xml"/>
  <Override PartName="/ppt/ink/ink2685.xml" ContentType="application/inkml+xml"/>
  <Override PartName="/ppt/ink/ink2686.xml" ContentType="application/inkml+xml"/>
  <Override PartName="/ppt/ink/ink2687.xml" ContentType="application/inkml+xml"/>
  <Override PartName="/ppt/ink/ink2688.xml" ContentType="application/inkml+xml"/>
  <Override PartName="/ppt/ink/ink2689.xml" ContentType="application/inkml+xml"/>
  <Override PartName="/ppt/ink/ink2690.xml" ContentType="application/inkml+xml"/>
  <Override PartName="/ppt/ink/ink2691.xml" ContentType="application/inkml+xml"/>
  <Override PartName="/ppt/ink/ink2692.xml" ContentType="application/inkml+xml"/>
  <Override PartName="/ppt/ink/ink2693.xml" ContentType="application/inkml+xml"/>
  <Override PartName="/ppt/ink/ink2694.xml" ContentType="application/inkml+xml"/>
  <Override PartName="/ppt/ink/ink2695.xml" ContentType="application/inkml+xml"/>
  <Override PartName="/ppt/ink/ink2696.xml" ContentType="application/inkml+xml"/>
  <Override PartName="/ppt/ink/ink2697.xml" ContentType="application/inkml+xml"/>
  <Override PartName="/ppt/ink/ink2698.xml" ContentType="application/inkml+xml"/>
  <Override PartName="/ppt/ink/ink2699.xml" ContentType="application/inkml+xml"/>
  <Override PartName="/ppt/ink/ink2700.xml" ContentType="application/inkml+xml"/>
  <Override PartName="/ppt/ink/ink2701.xml" ContentType="application/inkml+xml"/>
  <Override PartName="/ppt/ink/ink2702.xml" ContentType="application/inkml+xml"/>
  <Override PartName="/ppt/ink/ink2703.xml" ContentType="application/inkml+xml"/>
  <Override PartName="/ppt/ink/ink2704.xml" ContentType="application/inkml+xml"/>
  <Override PartName="/ppt/ink/ink2705.xml" ContentType="application/inkml+xml"/>
  <Override PartName="/ppt/ink/ink2706.xml" ContentType="application/inkml+xml"/>
  <Override PartName="/ppt/ink/ink2707.xml" ContentType="application/inkml+xml"/>
  <Override PartName="/ppt/ink/ink2708.xml" ContentType="application/inkml+xml"/>
  <Override PartName="/ppt/ink/ink2709.xml" ContentType="application/inkml+xml"/>
  <Override PartName="/ppt/ink/ink2710.xml" ContentType="application/inkml+xml"/>
  <Override PartName="/ppt/ink/ink2711.xml" ContentType="application/inkml+xml"/>
  <Override PartName="/ppt/ink/ink2712.xml" ContentType="application/inkml+xml"/>
  <Override PartName="/ppt/ink/ink2713.xml" ContentType="application/inkml+xml"/>
  <Override PartName="/ppt/ink/ink2714.xml" ContentType="application/inkml+xml"/>
  <Override PartName="/ppt/ink/ink2715.xml" ContentType="application/inkml+xml"/>
  <Override PartName="/ppt/ink/ink2716.xml" ContentType="application/inkml+xml"/>
  <Override PartName="/ppt/ink/ink2717.xml" ContentType="application/inkml+xml"/>
  <Override PartName="/ppt/ink/ink2718.xml" ContentType="application/inkml+xml"/>
  <Override PartName="/ppt/ink/ink2719.xml" ContentType="application/inkml+xml"/>
  <Override PartName="/ppt/ink/ink2720.xml" ContentType="application/inkml+xml"/>
  <Override PartName="/ppt/ink/ink2721.xml" ContentType="application/inkml+xml"/>
  <Override PartName="/ppt/ink/ink2722.xml" ContentType="application/inkml+xml"/>
  <Override PartName="/ppt/ink/ink2723.xml" ContentType="application/inkml+xml"/>
  <Override PartName="/ppt/ink/ink2724.xml" ContentType="application/inkml+xml"/>
  <Override PartName="/ppt/ink/ink2725.xml" ContentType="application/inkml+xml"/>
  <Override PartName="/ppt/ink/ink2726.xml" ContentType="application/inkml+xml"/>
  <Override PartName="/ppt/ink/ink2727.xml" ContentType="application/inkml+xml"/>
  <Override PartName="/ppt/ink/ink2728.xml" ContentType="application/inkml+xml"/>
  <Override PartName="/ppt/ink/ink2729.xml" ContentType="application/inkml+xml"/>
  <Override PartName="/ppt/ink/ink2730.xml" ContentType="application/inkml+xml"/>
  <Override PartName="/ppt/ink/ink2731.xml" ContentType="application/inkml+xml"/>
  <Override PartName="/ppt/ink/ink2732.xml" ContentType="application/inkml+xml"/>
  <Override PartName="/ppt/ink/ink2733.xml" ContentType="application/inkml+xml"/>
  <Override PartName="/ppt/ink/ink2734.xml" ContentType="application/inkml+xml"/>
  <Override PartName="/ppt/ink/ink2735.xml" ContentType="application/inkml+xml"/>
  <Override PartName="/ppt/ink/ink2736.xml" ContentType="application/inkml+xml"/>
  <Override PartName="/ppt/ink/ink2737.xml" ContentType="application/inkml+xml"/>
  <Override PartName="/ppt/ink/ink2738.xml" ContentType="application/inkml+xml"/>
  <Override PartName="/ppt/ink/ink2739.xml" ContentType="application/inkml+xml"/>
  <Override PartName="/ppt/ink/ink2740.xml" ContentType="application/inkml+xml"/>
  <Override PartName="/ppt/ink/ink2741.xml" ContentType="application/inkml+xml"/>
  <Override PartName="/ppt/ink/ink2742.xml" ContentType="application/inkml+xml"/>
  <Override PartName="/ppt/ink/ink2743.xml" ContentType="application/inkml+xml"/>
  <Override PartName="/ppt/ink/ink2744.xml" ContentType="application/inkml+xml"/>
  <Override PartName="/ppt/ink/ink2745.xml" ContentType="application/inkml+xml"/>
  <Override PartName="/ppt/ink/ink2746.xml" ContentType="application/inkml+xml"/>
  <Override PartName="/ppt/ink/ink2747.xml" ContentType="application/inkml+xml"/>
  <Override PartName="/ppt/ink/ink2748.xml" ContentType="application/inkml+xml"/>
  <Override PartName="/ppt/ink/ink2749.xml" ContentType="application/inkml+xml"/>
  <Override PartName="/ppt/ink/ink2750.xml" ContentType="application/inkml+xml"/>
  <Override PartName="/ppt/ink/ink2751.xml" ContentType="application/inkml+xml"/>
  <Override PartName="/ppt/ink/ink2752.xml" ContentType="application/inkml+xml"/>
  <Override PartName="/ppt/ink/ink2753.xml" ContentType="application/inkml+xml"/>
  <Override PartName="/ppt/ink/ink2754.xml" ContentType="application/inkml+xml"/>
  <Override PartName="/ppt/ink/ink2755.xml" ContentType="application/inkml+xml"/>
  <Override PartName="/ppt/ink/ink2756.xml" ContentType="application/inkml+xml"/>
  <Override PartName="/ppt/ink/ink2757.xml" ContentType="application/inkml+xml"/>
  <Override PartName="/ppt/ink/ink2758.xml" ContentType="application/inkml+xml"/>
  <Override PartName="/ppt/ink/ink2759.xml" ContentType="application/inkml+xml"/>
  <Override PartName="/ppt/ink/ink2760.xml" ContentType="application/inkml+xml"/>
  <Override PartName="/ppt/ink/ink2761.xml" ContentType="application/inkml+xml"/>
  <Override PartName="/ppt/ink/ink2762.xml" ContentType="application/inkml+xml"/>
  <Override PartName="/ppt/ink/ink2763.xml" ContentType="application/inkml+xml"/>
  <Override PartName="/ppt/ink/ink2764.xml" ContentType="application/inkml+xml"/>
  <Override PartName="/ppt/ink/ink2765.xml" ContentType="application/inkml+xml"/>
  <Override PartName="/ppt/ink/ink2766.xml" ContentType="application/inkml+xml"/>
  <Override PartName="/ppt/ink/ink2767.xml" ContentType="application/inkml+xml"/>
  <Override PartName="/ppt/ink/ink2768.xml" ContentType="application/inkml+xml"/>
  <Override PartName="/ppt/ink/ink2769.xml" ContentType="application/inkml+xml"/>
  <Override PartName="/ppt/ink/ink2770.xml" ContentType="application/inkml+xml"/>
  <Override PartName="/ppt/ink/ink2771.xml" ContentType="application/inkml+xml"/>
  <Override PartName="/ppt/ink/ink2772.xml" ContentType="application/inkml+xml"/>
  <Override PartName="/ppt/ink/ink2773.xml" ContentType="application/inkml+xml"/>
  <Override PartName="/ppt/ink/ink2774.xml" ContentType="application/inkml+xml"/>
  <Override PartName="/ppt/ink/ink2775.xml" ContentType="application/inkml+xml"/>
  <Override PartName="/ppt/ink/ink2776.xml" ContentType="application/inkml+xml"/>
  <Override PartName="/ppt/ink/ink2777.xml" ContentType="application/inkml+xml"/>
  <Override PartName="/ppt/ink/ink2778.xml" ContentType="application/inkml+xml"/>
  <Override PartName="/ppt/ink/ink2779.xml" ContentType="application/inkml+xml"/>
  <Override PartName="/ppt/ink/ink2780.xml" ContentType="application/inkml+xml"/>
  <Override PartName="/ppt/ink/ink2781.xml" ContentType="application/inkml+xml"/>
  <Override PartName="/ppt/ink/ink2782.xml" ContentType="application/inkml+xml"/>
  <Override PartName="/ppt/ink/ink2783.xml" ContentType="application/inkml+xml"/>
  <Override PartName="/ppt/ink/ink2784.xml" ContentType="application/inkml+xml"/>
  <Override PartName="/ppt/ink/ink2785.xml" ContentType="application/inkml+xml"/>
  <Override PartName="/ppt/ink/ink2786.xml" ContentType="application/inkml+xml"/>
  <Override PartName="/ppt/ink/ink2787.xml" ContentType="application/inkml+xml"/>
  <Override PartName="/ppt/ink/ink2788.xml" ContentType="application/inkml+xml"/>
  <Override PartName="/ppt/ink/ink2789.xml" ContentType="application/inkml+xml"/>
  <Override PartName="/ppt/ink/ink2790.xml" ContentType="application/inkml+xml"/>
  <Override PartName="/ppt/ink/ink2791.xml" ContentType="application/inkml+xml"/>
  <Override PartName="/ppt/ink/ink2792.xml" ContentType="application/inkml+xml"/>
  <Override PartName="/ppt/ink/ink2793.xml" ContentType="application/inkml+xml"/>
  <Override PartName="/ppt/ink/ink2794.xml" ContentType="application/inkml+xml"/>
  <Override PartName="/ppt/ink/ink2795.xml" ContentType="application/inkml+xml"/>
  <Override PartName="/ppt/ink/ink2796.xml" ContentType="application/inkml+xml"/>
  <Override PartName="/ppt/ink/ink2797.xml" ContentType="application/inkml+xml"/>
  <Override PartName="/ppt/ink/ink2798.xml" ContentType="application/inkml+xml"/>
  <Override PartName="/ppt/ink/ink2799.xml" ContentType="application/inkml+xml"/>
  <Override PartName="/ppt/ink/ink2800.xml" ContentType="application/inkml+xml"/>
  <Override PartName="/ppt/ink/ink2801.xml" ContentType="application/inkml+xml"/>
  <Override PartName="/ppt/ink/ink2802.xml" ContentType="application/inkml+xml"/>
  <Override PartName="/ppt/ink/ink2803.xml" ContentType="application/inkml+xml"/>
  <Override PartName="/ppt/ink/ink2804.xml" ContentType="application/inkml+xml"/>
  <Override PartName="/ppt/ink/ink2805.xml" ContentType="application/inkml+xml"/>
  <Override PartName="/ppt/ink/ink2806.xml" ContentType="application/inkml+xml"/>
  <Override PartName="/ppt/ink/ink2807.xml" ContentType="application/inkml+xml"/>
  <Override PartName="/ppt/ink/ink2808.xml" ContentType="application/inkml+xml"/>
  <Override PartName="/ppt/ink/ink2809.xml" ContentType="application/inkml+xml"/>
  <Override PartName="/ppt/ink/ink2810.xml" ContentType="application/inkml+xml"/>
  <Override PartName="/ppt/ink/ink2811.xml" ContentType="application/inkml+xml"/>
  <Override PartName="/ppt/ink/ink2812.xml" ContentType="application/inkml+xml"/>
  <Override PartName="/ppt/ink/ink2813.xml" ContentType="application/inkml+xml"/>
  <Override PartName="/ppt/ink/ink2814.xml" ContentType="application/inkml+xml"/>
  <Override PartName="/ppt/ink/ink2815.xml" ContentType="application/inkml+xml"/>
  <Override PartName="/ppt/ink/ink2816.xml" ContentType="application/inkml+xml"/>
  <Override PartName="/ppt/ink/ink2817.xml" ContentType="application/inkml+xml"/>
  <Override PartName="/ppt/ink/ink2818.xml" ContentType="application/inkml+xml"/>
  <Override PartName="/ppt/ink/ink2819.xml" ContentType="application/inkml+xml"/>
  <Override PartName="/ppt/ink/ink2820.xml" ContentType="application/inkml+xml"/>
  <Override PartName="/ppt/ink/ink2821.xml" ContentType="application/inkml+xml"/>
  <Override PartName="/ppt/ink/ink2822.xml" ContentType="application/inkml+xml"/>
  <Override PartName="/ppt/ink/ink2823.xml" ContentType="application/inkml+xml"/>
  <Override PartName="/ppt/ink/ink2824.xml" ContentType="application/inkml+xml"/>
  <Override PartName="/ppt/ink/ink2825.xml" ContentType="application/inkml+xml"/>
  <Override PartName="/ppt/ink/ink2826.xml" ContentType="application/inkml+xml"/>
  <Override PartName="/ppt/ink/ink2827.xml" ContentType="application/inkml+xml"/>
  <Override PartName="/ppt/ink/ink2828.xml" ContentType="application/inkml+xml"/>
  <Override PartName="/ppt/ink/ink2829.xml" ContentType="application/inkml+xml"/>
  <Override PartName="/ppt/ink/ink2830.xml" ContentType="application/inkml+xml"/>
  <Override PartName="/ppt/ink/ink2831.xml" ContentType="application/inkml+xml"/>
  <Override PartName="/ppt/ink/ink2832.xml" ContentType="application/inkml+xml"/>
  <Override PartName="/ppt/ink/ink2833.xml" ContentType="application/inkml+xml"/>
  <Override PartName="/ppt/ink/ink2834.xml" ContentType="application/inkml+xml"/>
  <Override PartName="/ppt/ink/ink2835.xml" ContentType="application/inkml+xml"/>
  <Override PartName="/ppt/ink/ink2836.xml" ContentType="application/inkml+xml"/>
  <Override PartName="/ppt/ink/ink2837.xml" ContentType="application/inkml+xml"/>
  <Override PartName="/ppt/ink/ink2838.xml" ContentType="application/inkml+xml"/>
  <Override PartName="/ppt/ink/ink2839.xml" ContentType="application/inkml+xml"/>
  <Override PartName="/ppt/ink/ink2840.xml" ContentType="application/inkml+xml"/>
  <Override PartName="/ppt/ink/ink2841.xml" ContentType="application/inkml+xml"/>
  <Override PartName="/ppt/ink/ink2842.xml" ContentType="application/inkml+xml"/>
  <Override PartName="/ppt/ink/ink2843.xml" ContentType="application/inkml+xml"/>
  <Override PartName="/ppt/ink/ink2844.xml" ContentType="application/inkml+xml"/>
  <Override PartName="/ppt/ink/ink2845.xml" ContentType="application/inkml+xml"/>
  <Override PartName="/ppt/ink/ink2846.xml" ContentType="application/inkml+xml"/>
  <Override PartName="/ppt/ink/ink2847.xml" ContentType="application/inkml+xml"/>
  <Override PartName="/ppt/ink/ink2848.xml" ContentType="application/inkml+xml"/>
  <Override PartName="/ppt/ink/ink2849.xml" ContentType="application/inkml+xml"/>
  <Override PartName="/ppt/ink/ink2850.xml" ContentType="application/inkml+xml"/>
  <Override PartName="/ppt/ink/ink2851.xml" ContentType="application/inkml+xml"/>
  <Override PartName="/ppt/ink/ink2852.xml" ContentType="application/inkml+xml"/>
  <Override PartName="/ppt/ink/ink2853.xml" ContentType="application/inkml+xml"/>
  <Override PartName="/ppt/ink/ink2854.xml" ContentType="application/inkml+xml"/>
  <Override PartName="/ppt/ink/ink2855.xml" ContentType="application/inkml+xml"/>
  <Override PartName="/ppt/ink/ink2856.xml" ContentType="application/inkml+xml"/>
  <Override PartName="/ppt/ink/ink2857.xml" ContentType="application/inkml+xml"/>
  <Override PartName="/ppt/ink/ink2858.xml" ContentType="application/inkml+xml"/>
  <Override PartName="/ppt/ink/ink2859.xml" ContentType="application/inkml+xml"/>
  <Override PartName="/ppt/ink/ink2860.xml" ContentType="application/inkml+xml"/>
  <Override PartName="/ppt/ink/ink2861.xml" ContentType="application/inkml+xml"/>
  <Override PartName="/ppt/ink/ink2862.xml" ContentType="application/inkml+xml"/>
  <Override PartName="/ppt/ink/ink2863.xml" ContentType="application/inkml+xml"/>
  <Override PartName="/ppt/ink/ink2864.xml" ContentType="application/inkml+xml"/>
  <Override PartName="/ppt/ink/ink2865.xml" ContentType="application/inkml+xml"/>
  <Override PartName="/ppt/ink/ink2866.xml" ContentType="application/inkml+xml"/>
  <Override PartName="/ppt/ink/ink2867.xml" ContentType="application/inkml+xml"/>
  <Override PartName="/ppt/ink/ink2868.xml" ContentType="application/inkml+xml"/>
  <Override PartName="/ppt/ink/ink2869.xml" ContentType="application/inkml+xml"/>
  <Override PartName="/ppt/ink/ink2870.xml" ContentType="application/inkml+xml"/>
  <Override PartName="/ppt/ink/ink2871.xml" ContentType="application/inkml+xml"/>
  <Override PartName="/ppt/ink/ink2872.xml" ContentType="application/inkml+xml"/>
  <Override PartName="/ppt/ink/ink2873.xml" ContentType="application/inkml+xml"/>
  <Override PartName="/ppt/ink/ink2874.xml" ContentType="application/inkml+xml"/>
  <Override PartName="/ppt/ink/ink2875.xml" ContentType="application/inkml+xml"/>
  <Override PartName="/ppt/ink/ink2876.xml" ContentType="application/inkml+xml"/>
  <Override PartName="/ppt/ink/ink2877.xml" ContentType="application/inkml+xml"/>
  <Override PartName="/ppt/ink/ink2878.xml" ContentType="application/inkml+xml"/>
  <Override PartName="/ppt/ink/ink2879.xml" ContentType="application/inkml+xml"/>
  <Override PartName="/ppt/ink/ink2880.xml" ContentType="application/inkml+xml"/>
  <Override PartName="/ppt/ink/ink2881.xml" ContentType="application/inkml+xml"/>
  <Override PartName="/ppt/ink/ink2882.xml" ContentType="application/inkml+xml"/>
  <Override PartName="/ppt/ink/ink2883.xml" ContentType="application/inkml+xml"/>
  <Override PartName="/ppt/ink/ink2884.xml" ContentType="application/inkml+xml"/>
  <Override PartName="/ppt/ink/ink2885.xml" ContentType="application/inkml+xml"/>
  <Override PartName="/ppt/ink/ink2886.xml" ContentType="application/inkml+xml"/>
  <Override PartName="/ppt/ink/ink2887.xml" ContentType="application/inkml+xml"/>
  <Override PartName="/ppt/ink/ink2888.xml" ContentType="application/inkml+xml"/>
  <Override PartName="/ppt/ink/ink2889.xml" ContentType="application/inkml+xml"/>
  <Override PartName="/ppt/ink/ink2890.xml" ContentType="application/inkml+xml"/>
  <Override PartName="/ppt/ink/ink2891.xml" ContentType="application/inkml+xml"/>
  <Override PartName="/ppt/ink/ink2892.xml" ContentType="application/inkml+xml"/>
  <Override PartName="/ppt/ink/ink2893.xml" ContentType="application/inkml+xml"/>
  <Override PartName="/ppt/ink/ink2894.xml" ContentType="application/inkml+xml"/>
  <Override PartName="/ppt/ink/ink2895.xml" ContentType="application/inkml+xml"/>
  <Override PartName="/ppt/ink/ink2896.xml" ContentType="application/inkml+xml"/>
  <Override PartName="/ppt/ink/ink2897.xml" ContentType="application/inkml+xml"/>
  <Override PartName="/ppt/ink/ink2898.xml" ContentType="application/inkml+xml"/>
  <Override PartName="/ppt/ink/ink2899.xml" ContentType="application/inkml+xml"/>
  <Override PartName="/ppt/ink/ink2900.xml" ContentType="application/inkml+xml"/>
  <Override PartName="/ppt/ink/ink2901.xml" ContentType="application/inkml+xml"/>
  <Override PartName="/ppt/ink/ink2902.xml" ContentType="application/inkml+xml"/>
  <Override PartName="/ppt/ink/ink2903.xml" ContentType="application/inkml+xml"/>
  <Override PartName="/ppt/ink/ink2904.xml" ContentType="application/inkml+xml"/>
  <Override PartName="/ppt/ink/ink2905.xml" ContentType="application/inkml+xml"/>
  <Override PartName="/ppt/ink/ink2906.xml" ContentType="application/inkml+xml"/>
  <Override PartName="/ppt/ink/ink2907.xml" ContentType="application/inkml+xml"/>
  <Override PartName="/ppt/ink/ink2908.xml" ContentType="application/inkml+xml"/>
  <Override PartName="/ppt/ink/ink2909.xml" ContentType="application/inkml+xml"/>
  <Override PartName="/ppt/ink/ink2910.xml" ContentType="application/inkml+xml"/>
  <Override PartName="/ppt/ink/ink2911.xml" ContentType="application/inkml+xml"/>
  <Override PartName="/ppt/ink/ink2912.xml" ContentType="application/inkml+xml"/>
  <Override PartName="/ppt/ink/ink2913.xml" ContentType="application/inkml+xml"/>
  <Override PartName="/ppt/ink/ink2914.xml" ContentType="application/inkml+xml"/>
  <Override PartName="/ppt/ink/ink2915.xml" ContentType="application/inkml+xml"/>
  <Override PartName="/ppt/ink/ink2916.xml" ContentType="application/inkml+xml"/>
  <Override PartName="/ppt/ink/ink2917.xml" ContentType="application/inkml+xml"/>
  <Override PartName="/ppt/ink/ink2918.xml" ContentType="application/inkml+xml"/>
  <Override PartName="/ppt/ink/ink2919.xml" ContentType="application/inkml+xml"/>
  <Override PartName="/ppt/ink/ink2920.xml" ContentType="application/inkml+xml"/>
  <Override PartName="/ppt/ink/ink2921.xml" ContentType="application/inkml+xml"/>
  <Override PartName="/ppt/ink/ink2922.xml" ContentType="application/inkml+xml"/>
  <Override PartName="/ppt/ink/ink2923.xml" ContentType="application/inkml+xml"/>
  <Override PartName="/ppt/ink/ink2924.xml" ContentType="application/inkml+xml"/>
  <Override PartName="/ppt/ink/ink2925.xml" ContentType="application/inkml+xml"/>
  <Override PartName="/ppt/ink/ink2926.xml" ContentType="application/inkml+xml"/>
  <Override PartName="/ppt/ink/ink2927.xml" ContentType="application/inkml+xml"/>
  <Override PartName="/ppt/ink/ink2928.xml" ContentType="application/inkml+xml"/>
  <Override PartName="/ppt/ink/ink2929.xml" ContentType="application/inkml+xml"/>
  <Override PartName="/ppt/ink/ink2930.xml" ContentType="application/inkml+xml"/>
  <Override PartName="/ppt/ink/ink2931.xml" ContentType="application/inkml+xml"/>
  <Override PartName="/ppt/ink/ink2932.xml" ContentType="application/inkml+xml"/>
  <Override PartName="/ppt/ink/ink2933.xml" ContentType="application/inkml+xml"/>
  <Override PartName="/ppt/ink/ink2934.xml" ContentType="application/inkml+xml"/>
  <Override PartName="/ppt/ink/ink2935.xml" ContentType="application/inkml+xml"/>
  <Override PartName="/ppt/ink/ink2936.xml" ContentType="application/inkml+xml"/>
  <Override PartName="/ppt/ink/ink2937.xml" ContentType="application/inkml+xml"/>
  <Override PartName="/ppt/ink/ink2938.xml" ContentType="application/inkml+xml"/>
  <Override PartName="/ppt/ink/ink2939.xml" ContentType="application/inkml+xml"/>
  <Override PartName="/ppt/ink/ink2940.xml" ContentType="application/inkml+xml"/>
  <Override PartName="/ppt/ink/ink2941.xml" ContentType="application/inkml+xml"/>
  <Override PartName="/ppt/ink/ink2942.xml" ContentType="application/inkml+xml"/>
  <Override PartName="/ppt/ink/ink2943.xml" ContentType="application/inkml+xml"/>
  <Override PartName="/ppt/ink/ink2944.xml" ContentType="application/inkml+xml"/>
  <Override PartName="/ppt/ink/ink2945.xml" ContentType="application/inkml+xml"/>
  <Override PartName="/ppt/ink/ink2946.xml" ContentType="application/inkml+xml"/>
  <Override PartName="/ppt/ink/ink2947.xml" ContentType="application/inkml+xml"/>
  <Override PartName="/ppt/ink/ink2948.xml" ContentType="application/inkml+xml"/>
  <Override PartName="/ppt/ink/ink2949.xml" ContentType="application/inkml+xml"/>
  <Override PartName="/ppt/ink/ink2950.xml" ContentType="application/inkml+xml"/>
  <Override PartName="/ppt/ink/ink2951.xml" ContentType="application/inkml+xml"/>
  <Override PartName="/ppt/ink/ink2952.xml" ContentType="application/inkml+xml"/>
  <Override PartName="/ppt/ink/ink2953.xml" ContentType="application/inkml+xml"/>
  <Override PartName="/ppt/ink/ink2954.xml" ContentType="application/inkml+xml"/>
  <Override PartName="/ppt/ink/ink2955.xml" ContentType="application/inkml+xml"/>
  <Override PartName="/ppt/ink/ink2956.xml" ContentType="application/inkml+xml"/>
  <Override PartName="/ppt/ink/ink2957.xml" ContentType="application/inkml+xml"/>
  <Override PartName="/ppt/ink/ink2958.xml" ContentType="application/inkml+xml"/>
  <Override PartName="/ppt/ink/ink2959.xml" ContentType="application/inkml+xml"/>
  <Override PartName="/ppt/ink/ink2960.xml" ContentType="application/inkml+xml"/>
  <Override PartName="/ppt/ink/ink2961.xml" ContentType="application/inkml+xml"/>
  <Override PartName="/ppt/ink/ink2962.xml" ContentType="application/inkml+xml"/>
  <Override PartName="/ppt/ink/ink2963.xml" ContentType="application/inkml+xml"/>
  <Override PartName="/ppt/ink/ink2964.xml" ContentType="application/inkml+xml"/>
  <Override PartName="/ppt/ink/ink2965.xml" ContentType="application/inkml+xml"/>
  <Override PartName="/ppt/ink/ink2966.xml" ContentType="application/inkml+xml"/>
  <Override PartName="/ppt/ink/ink2967.xml" ContentType="application/inkml+xml"/>
  <Override PartName="/ppt/ink/ink2968.xml" ContentType="application/inkml+xml"/>
  <Override PartName="/ppt/ink/ink2969.xml" ContentType="application/inkml+xml"/>
  <Override PartName="/ppt/ink/ink2970.xml" ContentType="application/inkml+xml"/>
  <Override PartName="/ppt/ink/ink2971.xml" ContentType="application/inkml+xml"/>
  <Override PartName="/ppt/ink/ink2972.xml" ContentType="application/inkml+xml"/>
  <Override PartName="/ppt/ink/ink2973.xml" ContentType="application/inkml+xml"/>
  <Override PartName="/ppt/ink/ink2974.xml" ContentType="application/inkml+xml"/>
  <Override PartName="/ppt/ink/ink2975.xml" ContentType="application/inkml+xml"/>
  <Override PartName="/ppt/ink/ink2976.xml" ContentType="application/inkml+xml"/>
  <Override PartName="/ppt/ink/ink2977.xml" ContentType="application/inkml+xml"/>
  <Override PartName="/ppt/ink/ink2978.xml" ContentType="application/inkml+xml"/>
  <Override PartName="/ppt/ink/ink2979.xml" ContentType="application/inkml+xml"/>
  <Override PartName="/ppt/ink/ink2980.xml" ContentType="application/inkml+xml"/>
  <Override PartName="/ppt/ink/ink2981.xml" ContentType="application/inkml+xml"/>
  <Override PartName="/ppt/ink/ink2982.xml" ContentType="application/inkml+xml"/>
  <Override PartName="/ppt/ink/ink2983.xml" ContentType="application/inkml+xml"/>
  <Override PartName="/ppt/ink/ink2984.xml" ContentType="application/inkml+xml"/>
  <Override PartName="/ppt/ink/ink2985.xml" ContentType="application/inkml+xml"/>
  <Override PartName="/ppt/ink/ink2986.xml" ContentType="application/inkml+xml"/>
  <Override PartName="/ppt/ink/ink2987.xml" ContentType="application/inkml+xml"/>
  <Override PartName="/ppt/ink/ink2988.xml" ContentType="application/inkml+xml"/>
  <Override PartName="/ppt/ink/ink2989.xml" ContentType="application/inkml+xml"/>
  <Override PartName="/ppt/ink/ink2990.xml" ContentType="application/inkml+xml"/>
  <Override PartName="/ppt/ink/ink2991.xml" ContentType="application/inkml+xml"/>
  <Override PartName="/ppt/ink/ink2992.xml" ContentType="application/inkml+xml"/>
  <Override PartName="/ppt/ink/ink2993.xml" ContentType="application/inkml+xml"/>
  <Override PartName="/ppt/ink/ink2994.xml" ContentType="application/inkml+xml"/>
  <Override PartName="/ppt/ink/ink2995.xml" ContentType="application/inkml+xml"/>
  <Override PartName="/ppt/ink/ink2996.xml" ContentType="application/inkml+xml"/>
  <Override PartName="/ppt/ink/ink2997.xml" ContentType="application/inkml+xml"/>
  <Override PartName="/ppt/ink/ink2998.xml" ContentType="application/inkml+xml"/>
  <Override PartName="/ppt/ink/ink2999.xml" ContentType="application/inkml+xml"/>
  <Override PartName="/ppt/ink/ink3000.xml" ContentType="application/inkml+xml"/>
  <Override PartName="/ppt/ink/ink3001.xml" ContentType="application/inkml+xml"/>
  <Override PartName="/ppt/ink/ink3002.xml" ContentType="application/inkml+xml"/>
  <Override PartName="/ppt/ink/ink3003.xml" ContentType="application/inkml+xml"/>
  <Override PartName="/ppt/ink/ink3004.xml" ContentType="application/inkml+xml"/>
  <Override PartName="/ppt/ink/ink3005.xml" ContentType="application/inkml+xml"/>
  <Override PartName="/ppt/ink/ink3006.xml" ContentType="application/inkml+xml"/>
  <Override PartName="/ppt/ink/ink3007.xml" ContentType="application/inkml+xml"/>
  <Override PartName="/ppt/ink/ink3008.xml" ContentType="application/inkml+xml"/>
  <Override PartName="/ppt/ink/ink3009.xml" ContentType="application/inkml+xml"/>
  <Override PartName="/ppt/ink/ink3010.xml" ContentType="application/inkml+xml"/>
  <Override PartName="/ppt/ink/ink3011.xml" ContentType="application/inkml+xml"/>
  <Override PartName="/ppt/ink/ink3012.xml" ContentType="application/inkml+xml"/>
  <Override PartName="/ppt/ink/ink3013.xml" ContentType="application/inkml+xml"/>
  <Override PartName="/ppt/ink/ink3014.xml" ContentType="application/inkml+xml"/>
  <Override PartName="/ppt/ink/ink3015.xml" ContentType="application/inkml+xml"/>
  <Override PartName="/ppt/ink/ink3016.xml" ContentType="application/inkml+xml"/>
  <Override PartName="/ppt/ink/ink3017.xml" ContentType="application/inkml+xml"/>
  <Override PartName="/ppt/ink/ink3018.xml" ContentType="application/inkml+xml"/>
  <Override PartName="/ppt/ink/ink3019.xml" ContentType="application/inkml+xml"/>
  <Override PartName="/ppt/ink/ink3020.xml" ContentType="application/inkml+xml"/>
  <Override PartName="/ppt/ink/ink3021.xml" ContentType="application/inkml+xml"/>
  <Override PartName="/ppt/ink/ink3022.xml" ContentType="application/inkml+xml"/>
  <Override PartName="/ppt/ink/ink3023.xml" ContentType="application/inkml+xml"/>
  <Override PartName="/ppt/ink/ink3024.xml" ContentType="application/inkml+xml"/>
  <Override PartName="/ppt/ink/ink3025.xml" ContentType="application/inkml+xml"/>
  <Override PartName="/ppt/ink/ink3026.xml" ContentType="application/inkml+xml"/>
  <Override PartName="/ppt/ink/ink3027.xml" ContentType="application/inkml+xml"/>
  <Override PartName="/ppt/ink/ink3028.xml" ContentType="application/inkml+xml"/>
  <Override PartName="/ppt/ink/ink3029.xml" ContentType="application/inkml+xml"/>
  <Override PartName="/ppt/ink/ink3030.xml" ContentType="application/inkml+xml"/>
  <Override PartName="/ppt/ink/ink3031.xml" ContentType="application/inkml+xml"/>
  <Override PartName="/ppt/ink/ink3032.xml" ContentType="application/inkml+xml"/>
  <Override PartName="/ppt/ink/ink3033.xml" ContentType="application/inkml+xml"/>
  <Override PartName="/ppt/ink/ink3034.xml" ContentType="application/inkml+xml"/>
  <Override PartName="/ppt/ink/ink3035.xml" ContentType="application/inkml+xml"/>
  <Override PartName="/ppt/ink/ink3036.xml" ContentType="application/inkml+xml"/>
  <Override PartName="/ppt/ink/ink3037.xml" ContentType="application/inkml+xml"/>
  <Override PartName="/ppt/ink/ink3038.xml" ContentType="application/inkml+xml"/>
  <Override PartName="/ppt/ink/ink3039.xml" ContentType="application/inkml+xml"/>
  <Override PartName="/ppt/ink/ink3040.xml" ContentType="application/inkml+xml"/>
  <Override PartName="/ppt/ink/ink3041.xml" ContentType="application/inkml+xml"/>
  <Override PartName="/ppt/ink/ink3042.xml" ContentType="application/inkml+xml"/>
  <Override PartName="/ppt/ink/ink3043.xml" ContentType="application/inkml+xml"/>
  <Override PartName="/ppt/ink/ink3044.xml" ContentType="application/inkml+xml"/>
  <Override PartName="/ppt/ink/ink3045.xml" ContentType="application/inkml+xml"/>
  <Override PartName="/ppt/ink/ink3046.xml" ContentType="application/inkml+xml"/>
  <Override PartName="/ppt/ink/ink3047.xml" ContentType="application/inkml+xml"/>
  <Override PartName="/ppt/ink/ink3048.xml" ContentType="application/inkml+xml"/>
  <Override PartName="/ppt/ink/ink3049.xml" ContentType="application/inkml+xml"/>
  <Override PartName="/ppt/ink/ink3050.xml" ContentType="application/inkml+xml"/>
  <Override PartName="/ppt/ink/ink3051.xml" ContentType="application/inkml+xml"/>
  <Override PartName="/ppt/ink/ink3052.xml" ContentType="application/inkml+xml"/>
  <Override PartName="/ppt/ink/ink3053.xml" ContentType="application/inkml+xml"/>
  <Override PartName="/ppt/ink/ink3054.xml" ContentType="application/inkml+xml"/>
  <Override PartName="/ppt/ink/ink3055.xml" ContentType="application/inkml+xml"/>
  <Override PartName="/ppt/ink/ink3056.xml" ContentType="application/inkml+xml"/>
  <Override PartName="/ppt/ink/ink3057.xml" ContentType="application/inkml+xml"/>
  <Override PartName="/ppt/ink/ink3058.xml" ContentType="application/inkml+xml"/>
  <Override PartName="/ppt/ink/ink3059.xml" ContentType="application/inkml+xml"/>
  <Override PartName="/ppt/ink/ink3060.xml" ContentType="application/inkml+xml"/>
  <Override PartName="/ppt/ink/ink3061.xml" ContentType="application/inkml+xml"/>
  <Override PartName="/ppt/ink/ink3062.xml" ContentType="application/inkml+xml"/>
  <Override PartName="/ppt/ink/ink3063.xml" ContentType="application/inkml+xml"/>
  <Override PartName="/ppt/ink/ink3064.xml" ContentType="application/inkml+xml"/>
  <Override PartName="/ppt/ink/ink3065.xml" ContentType="application/inkml+xml"/>
  <Override PartName="/ppt/ink/ink3066.xml" ContentType="application/inkml+xml"/>
  <Override PartName="/ppt/ink/ink3067.xml" ContentType="application/inkml+xml"/>
  <Override PartName="/ppt/ink/ink3068.xml" ContentType="application/inkml+xml"/>
  <Override PartName="/ppt/ink/ink3069.xml" ContentType="application/inkml+xml"/>
  <Override PartName="/ppt/ink/ink3070.xml" ContentType="application/inkml+xml"/>
  <Override PartName="/ppt/ink/ink3071.xml" ContentType="application/inkml+xml"/>
  <Override PartName="/ppt/ink/ink3072.xml" ContentType="application/inkml+xml"/>
  <Override PartName="/ppt/ink/ink3073.xml" ContentType="application/inkml+xml"/>
  <Override PartName="/ppt/ink/ink3074.xml" ContentType="application/inkml+xml"/>
  <Override PartName="/ppt/ink/ink3075.xml" ContentType="application/inkml+xml"/>
  <Override PartName="/ppt/ink/ink3076.xml" ContentType="application/inkml+xml"/>
  <Override PartName="/ppt/ink/ink3077.xml" ContentType="application/inkml+xml"/>
  <Override PartName="/ppt/ink/ink3078.xml" ContentType="application/inkml+xml"/>
  <Override PartName="/ppt/ink/ink3079.xml" ContentType="application/inkml+xml"/>
  <Override PartName="/ppt/ink/ink3080.xml" ContentType="application/inkml+xml"/>
  <Override PartName="/ppt/ink/ink3081.xml" ContentType="application/inkml+xml"/>
  <Override PartName="/ppt/ink/ink3082.xml" ContentType="application/inkml+xml"/>
  <Override PartName="/ppt/ink/ink3083.xml" ContentType="application/inkml+xml"/>
  <Override PartName="/ppt/ink/ink3084.xml" ContentType="application/inkml+xml"/>
  <Override PartName="/ppt/ink/ink3085.xml" ContentType="application/inkml+xml"/>
  <Override PartName="/ppt/ink/ink3086.xml" ContentType="application/inkml+xml"/>
  <Override PartName="/ppt/ink/ink3087.xml" ContentType="application/inkml+xml"/>
  <Override PartName="/ppt/ink/ink3088.xml" ContentType="application/inkml+xml"/>
  <Override PartName="/ppt/ink/ink3089.xml" ContentType="application/inkml+xml"/>
  <Override PartName="/ppt/ink/ink3090.xml" ContentType="application/inkml+xml"/>
  <Override PartName="/ppt/ink/ink3091.xml" ContentType="application/inkml+xml"/>
  <Override PartName="/ppt/ink/ink3092.xml" ContentType="application/inkml+xml"/>
  <Override PartName="/ppt/ink/ink3093.xml" ContentType="application/inkml+xml"/>
  <Override PartName="/ppt/ink/ink3094.xml" ContentType="application/inkml+xml"/>
  <Override PartName="/ppt/ink/ink3095.xml" ContentType="application/inkml+xml"/>
  <Override PartName="/ppt/ink/ink3096.xml" ContentType="application/inkml+xml"/>
  <Override PartName="/ppt/ink/ink3097.xml" ContentType="application/inkml+xml"/>
  <Override PartName="/ppt/ink/ink3098.xml" ContentType="application/inkml+xml"/>
  <Override PartName="/ppt/ink/ink3099.xml" ContentType="application/inkml+xml"/>
  <Override PartName="/ppt/ink/ink3100.xml" ContentType="application/inkml+xml"/>
  <Override PartName="/ppt/ink/ink3101.xml" ContentType="application/inkml+xml"/>
  <Override PartName="/ppt/ink/ink3102.xml" ContentType="application/inkml+xml"/>
  <Override PartName="/ppt/ink/ink3103.xml" ContentType="application/inkml+xml"/>
  <Override PartName="/ppt/ink/ink3104.xml" ContentType="application/inkml+xml"/>
  <Override PartName="/ppt/ink/ink3105.xml" ContentType="application/inkml+xml"/>
  <Override PartName="/ppt/ink/ink3106.xml" ContentType="application/inkml+xml"/>
  <Override PartName="/ppt/ink/ink3107.xml" ContentType="application/inkml+xml"/>
  <Override PartName="/ppt/ink/ink3108.xml" ContentType="application/inkml+xml"/>
  <Override PartName="/ppt/ink/ink3109.xml" ContentType="application/inkml+xml"/>
  <Override PartName="/ppt/ink/ink3110.xml" ContentType="application/inkml+xml"/>
  <Override PartName="/ppt/ink/ink3111.xml" ContentType="application/inkml+xml"/>
  <Override PartName="/ppt/ink/ink3112.xml" ContentType="application/inkml+xml"/>
  <Override PartName="/ppt/ink/ink3113.xml" ContentType="application/inkml+xml"/>
  <Override PartName="/ppt/ink/ink3114.xml" ContentType="application/inkml+xml"/>
  <Override PartName="/ppt/ink/ink3115.xml" ContentType="application/inkml+xml"/>
  <Override PartName="/ppt/ink/ink3116.xml" ContentType="application/inkml+xml"/>
  <Override PartName="/ppt/ink/ink3117.xml" ContentType="application/inkml+xml"/>
  <Override PartName="/ppt/ink/ink3118.xml" ContentType="application/inkml+xml"/>
  <Override PartName="/ppt/ink/ink3119.xml" ContentType="application/inkml+xml"/>
  <Override PartName="/ppt/ink/ink3120.xml" ContentType="application/inkml+xml"/>
  <Override PartName="/ppt/ink/ink3121.xml" ContentType="application/inkml+xml"/>
  <Override PartName="/ppt/ink/ink3122.xml" ContentType="application/inkml+xml"/>
  <Override PartName="/ppt/ink/ink3123.xml" ContentType="application/inkml+xml"/>
  <Override PartName="/ppt/ink/ink3124.xml" ContentType="application/inkml+xml"/>
  <Override PartName="/ppt/ink/ink3125.xml" ContentType="application/inkml+xml"/>
  <Override PartName="/ppt/ink/ink3126.xml" ContentType="application/inkml+xml"/>
  <Override PartName="/ppt/ink/ink3127.xml" ContentType="application/inkml+xml"/>
  <Override PartName="/ppt/ink/ink3128.xml" ContentType="application/inkml+xml"/>
  <Override PartName="/ppt/ink/ink3129.xml" ContentType="application/inkml+xml"/>
  <Override PartName="/ppt/ink/ink3130.xml" ContentType="application/inkml+xml"/>
  <Override PartName="/ppt/ink/ink3131.xml" ContentType="application/inkml+xml"/>
  <Override PartName="/ppt/ink/ink3132.xml" ContentType="application/inkml+xml"/>
  <Override PartName="/ppt/ink/ink3133.xml" ContentType="application/inkml+xml"/>
  <Override PartName="/ppt/ink/ink3134.xml" ContentType="application/inkml+xml"/>
  <Override PartName="/ppt/ink/ink3135.xml" ContentType="application/inkml+xml"/>
  <Override PartName="/ppt/ink/ink3136.xml" ContentType="application/inkml+xml"/>
  <Override PartName="/ppt/ink/ink3137.xml" ContentType="application/inkml+xml"/>
  <Override PartName="/ppt/ink/ink3138.xml" ContentType="application/inkml+xml"/>
  <Override PartName="/ppt/ink/ink3139.xml" ContentType="application/inkml+xml"/>
  <Override PartName="/ppt/ink/ink3140.xml" ContentType="application/inkml+xml"/>
  <Override PartName="/ppt/ink/ink3141.xml" ContentType="application/inkml+xml"/>
  <Override PartName="/ppt/ink/ink3142.xml" ContentType="application/inkml+xml"/>
  <Override PartName="/ppt/ink/ink3143.xml" ContentType="application/inkml+xml"/>
  <Override PartName="/ppt/ink/ink3144.xml" ContentType="application/inkml+xml"/>
  <Override PartName="/ppt/ink/ink3145.xml" ContentType="application/inkml+xml"/>
  <Override PartName="/ppt/ink/ink3146.xml" ContentType="application/inkml+xml"/>
  <Override PartName="/ppt/ink/ink3147.xml" ContentType="application/inkml+xml"/>
  <Override PartName="/ppt/ink/ink3148.xml" ContentType="application/inkml+xml"/>
  <Override PartName="/ppt/ink/ink3149.xml" ContentType="application/inkml+xml"/>
  <Override PartName="/ppt/ink/ink3150.xml" ContentType="application/inkml+xml"/>
  <Override PartName="/ppt/ink/ink3151.xml" ContentType="application/inkml+xml"/>
  <Override PartName="/ppt/ink/ink3152.xml" ContentType="application/inkml+xml"/>
  <Override PartName="/ppt/ink/ink3153.xml" ContentType="application/inkml+xml"/>
  <Override PartName="/ppt/ink/ink3154.xml" ContentType="application/inkml+xml"/>
  <Override PartName="/ppt/ink/ink3155.xml" ContentType="application/inkml+xml"/>
  <Override PartName="/ppt/ink/ink3156.xml" ContentType="application/inkml+xml"/>
  <Override PartName="/ppt/ink/ink3157.xml" ContentType="application/inkml+xml"/>
  <Override PartName="/ppt/ink/ink3158.xml" ContentType="application/inkml+xml"/>
  <Override PartName="/ppt/ink/ink3159.xml" ContentType="application/inkml+xml"/>
  <Override PartName="/ppt/ink/ink3160.xml" ContentType="application/inkml+xml"/>
  <Override PartName="/ppt/ink/ink3161.xml" ContentType="application/inkml+xml"/>
  <Override PartName="/ppt/ink/ink3162.xml" ContentType="application/inkml+xml"/>
  <Override PartName="/ppt/ink/ink3163.xml" ContentType="application/inkml+xml"/>
  <Override PartName="/ppt/ink/ink3164.xml" ContentType="application/inkml+xml"/>
  <Override PartName="/ppt/ink/ink3165.xml" ContentType="application/inkml+xml"/>
  <Override PartName="/ppt/ink/ink3166.xml" ContentType="application/inkml+xml"/>
  <Override PartName="/ppt/ink/ink3167.xml" ContentType="application/inkml+xml"/>
  <Override PartName="/ppt/ink/ink3168.xml" ContentType="application/inkml+xml"/>
  <Override PartName="/ppt/ink/ink3169.xml" ContentType="application/inkml+xml"/>
  <Override PartName="/ppt/ink/ink3170.xml" ContentType="application/inkml+xml"/>
  <Override PartName="/ppt/ink/ink3171.xml" ContentType="application/inkml+xml"/>
  <Override PartName="/ppt/ink/ink3172.xml" ContentType="application/inkml+xml"/>
  <Override PartName="/ppt/ink/ink3173.xml" ContentType="application/inkml+xml"/>
  <Override PartName="/ppt/ink/ink3174.xml" ContentType="application/inkml+xml"/>
  <Override PartName="/ppt/ink/ink3175.xml" ContentType="application/inkml+xml"/>
  <Override PartName="/ppt/ink/ink3176.xml" ContentType="application/inkml+xml"/>
  <Override PartName="/ppt/ink/ink3177.xml" ContentType="application/inkml+xml"/>
  <Override PartName="/ppt/ink/ink3178.xml" ContentType="application/inkml+xml"/>
  <Override PartName="/ppt/ink/ink3179.xml" ContentType="application/inkml+xml"/>
  <Override PartName="/ppt/ink/ink3180.xml" ContentType="application/inkml+xml"/>
  <Override PartName="/ppt/ink/ink3181.xml" ContentType="application/inkml+xml"/>
  <Override PartName="/ppt/ink/ink3182.xml" ContentType="application/inkml+xml"/>
  <Override PartName="/ppt/ink/ink3183.xml" ContentType="application/inkml+xml"/>
  <Override PartName="/ppt/ink/ink3184.xml" ContentType="application/inkml+xml"/>
  <Override PartName="/ppt/ink/ink3185.xml" ContentType="application/inkml+xml"/>
  <Override PartName="/ppt/ink/ink3186.xml" ContentType="application/inkml+xml"/>
  <Override PartName="/ppt/ink/ink3187.xml" ContentType="application/inkml+xml"/>
  <Override PartName="/ppt/ink/ink3188.xml" ContentType="application/inkml+xml"/>
  <Override PartName="/ppt/ink/ink3189.xml" ContentType="application/inkml+xml"/>
  <Override PartName="/ppt/ink/ink3190.xml" ContentType="application/inkml+xml"/>
  <Override PartName="/ppt/ink/ink3191.xml" ContentType="application/inkml+xml"/>
  <Override PartName="/ppt/ink/ink3192.xml" ContentType="application/inkml+xml"/>
  <Override PartName="/ppt/ink/ink3193.xml" ContentType="application/inkml+xml"/>
  <Override PartName="/ppt/ink/ink3194.xml" ContentType="application/inkml+xml"/>
  <Override PartName="/ppt/ink/ink3195.xml" ContentType="application/inkml+xml"/>
  <Override PartName="/ppt/ink/ink3196.xml" ContentType="application/inkml+xml"/>
  <Override PartName="/ppt/ink/ink3197.xml" ContentType="application/inkml+xml"/>
  <Override PartName="/ppt/ink/ink3198.xml" ContentType="application/inkml+xml"/>
  <Override PartName="/ppt/ink/ink3199.xml" ContentType="application/inkml+xml"/>
  <Override PartName="/ppt/ink/ink3200.xml" ContentType="application/inkml+xml"/>
  <Override PartName="/ppt/ink/ink3201.xml" ContentType="application/inkml+xml"/>
  <Override PartName="/ppt/ink/ink3202.xml" ContentType="application/inkml+xml"/>
  <Override PartName="/ppt/ink/ink3203.xml" ContentType="application/inkml+xml"/>
  <Override PartName="/ppt/ink/ink3204.xml" ContentType="application/inkml+xml"/>
  <Override PartName="/ppt/ink/ink3205.xml" ContentType="application/inkml+xml"/>
  <Override PartName="/ppt/ink/ink3206.xml" ContentType="application/inkml+xml"/>
  <Override PartName="/ppt/ink/ink3207.xml" ContentType="application/inkml+xml"/>
  <Override PartName="/ppt/ink/ink3208.xml" ContentType="application/inkml+xml"/>
  <Override PartName="/ppt/ink/ink3209.xml" ContentType="application/inkml+xml"/>
  <Override PartName="/ppt/ink/ink3210.xml" ContentType="application/inkml+xml"/>
  <Override PartName="/ppt/ink/ink3211.xml" ContentType="application/inkml+xml"/>
  <Override PartName="/ppt/ink/ink3212.xml" ContentType="application/inkml+xml"/>
  <Override PartName="/ppt/ink/ink3213.xml" ContentType="application/inkml+xml"/>
  <Override PartName="/ppt/ink/ink3214.xml" ContentType="application/inkml+xml"/>
  <Override PartName="/ppt/ink/ink3215.xml" ContentType="application/inkml+xml"/>
  <Override PartName="/ppt/ink/ink3216.xml" ContentType="application/inkml+xml"/>
  <Override PartName="/ppt/ink/ink3217.xml" ContentType="application/inkml+xml"/>
  <Override PartName="/ppt/ink/ink3218.xml" ContentType="application/inkml+xml"/>
  <Override PartName="/ppt/ink/ink3219.xml" ContentType="application/inkml+xml"/>
  <Override PartName="/ppt/ink/ink3220.xml" ContentType="application/inkml+xml"/>
  <Override PartName="/ppt/ink/ink3221.xml" ContentType="application/inkml+xml"/>
  <Override PartName="/ppt/ink/ink3222.xml" ContentType="application/inkml+xml"/>
  <Override PartName="/ppt/ink/ink3223.xml" ContentType="application/inkml+xml"/>
  <Override PartName="/ppt/ink/ink3224.xml" ContentType="application/inkml+xml"/>
  <Override PartName="/ppt/ink/ink3225.xml" ContentType="application/inkml+xml"/>
  <Override PartName="/ppt/ink/ink3226.xml" ContentType="application/inkml+xml"/>
  <Override PartName="/ppt/ink/ink3227.xml" ContentType="application/inkml+xml"/>
  <Override PartName="/ppt/ink/ink3228.xml" ContentType="application/inkml+xml"/>
  <Override PartName="/ppt/ink/ink3229.xml" ContentType="application/inkml+xml"/>
  <Override PartName="/ppt/ink/ink3230.xml" ContentType="application/inkml+xml"/>
  <Override PartName="/ppt/ink/ink3231.xml" ContentType="application/inkml+xml"/>
  <Override PartName="/ppt/ink/ink3232.xml" ContentType="application/inkml+xml"/>
  <Override PartName="/ppt/ink/ink3233.xml" ContentType="application/inkml+xml"/>
  <Override PartName="/ppt/ink/ink3234.xml" ContentType="application/inkml+xml"/>
  <Override PartName="/ppt/ink/ink3235.xml" ContentType="application/inkml+xml"/>
  <Override PartName="/ppt/ink/ink3236.xml" ContentType="application/inkml+xml"/>
  <Override PartName="/ppt/ink/ink3237.xml" ContentType="application/inkml+xml"/>
  <Override PartName="/ppt/ink/ink3238.xml" ContentType="application/inkml+xml"/>
  <Override PartName="/ppt/ink/ink3239.xml" ContentType="application/inkml+xml"/>
  <Override PartName="/ppt/ink/ink3240.xml" ContentType="application/inkml+xml"/>
  <Override PartName="/ppt/ink/ink3241.xml" ContentType="application/inkml+xml"/>
  <Override PartName="/ppt/ink/ink3242.xml" ContentType="application/inkml+xml"/>
  <Override PartName="/ppt/ink/ink3243.xml" ContentType="application/inkml+xml"/>
  <Override PartName="/ppt/ink/ink3244.xml" ContentType="application/inkml+xml"/>
  <Override PartName="/ppt/ink/ink3245.xml" ContentType="application/inkml+xml"/>
  <Override PartName="/ppt/ink/ink3246.xml" ContentType="application/inkml+xml"/>
  <Override PartName="/ppt/ink/ink3247.xml" ContentType="application/inkml+xml"/>
  <Override PartName="/ppt/ink/ink3248.xml" ContentType="application/inkml+xml"/>
  <Override PartName="/ppt/ink/ink3249.xml" ContentType="application/inkml+xml"/>
  <Override PartName="/ppt/ink/ink3250.xml" ContentType="application/inkml+xml"/>
  <Override PartName="/ppt/ink/ink3251.xml" ContentType="application/inkml+xml"/>
  <Override PartName="/ppt/ink/ink3252.xml" ContentType="application/inkml+xml"/>
  <Override PartName="/ppt/ink/ink3253.xml" ContentType="application/inkml+xml"/>
  <Override PartName="/ppt/ink/ink3254.xml" ContentType="application/inkml+xml"/>
  <Override PartName="/ppt/ink/ink3255.xml" ContentType="application/inkml+xml"/>
  <Override PartName="/ppt/ink/ink3256.xml" ContentType="application/inkml+xml"/>
  <Override PartName="/ppt/ink/ink3257.xml" ContentType="application/inkml+xml"/>
  <Override PartName="/ppt/ink/ink3258.xml" ContentType="application/inkml+xml"/>
  <Override PartName="/ppt/ink/ink3259.xml" ContentType="application/inkml+xml"/>
  <Override PartName="/ppt/ink/ink3260.xml" ContentType="application/inkml+xml"/>
  <Override PartName="/ppt/ink/ink3261.xml" ContentType="application/inkml+xml"/>
  <Override PartName="/ppt/ink/ink3262.xml" ContentType="application/inkml+xml"/>
  <Override PartName="/ppt/ink/ink3263.xml" ContentType="application/inkml+xml"/>
  <Override PartName="/ppt/ink/ink3264.xml" ContentType="application/inkml+xml"/>
  <Override PartName="/ppt/ink/ink3265.xml" ContentType="application/inkml+xml"/>
  <Override PartName="/ppt/ink/ink3266.xml" ContentType="application/inkml+xml"/>
  <Override PartName="/ppt/ink/ink3267.xml" ContentType="application/inkml+xml"/>
  <Override PartName="/ppt/ink/ink3268.xml" ContentType="application/inkml+xml"/>
  <Override PartName="/ppt/ink/ink3269.xml" ContentType="application/inkml+xml"/>
  <Override PartName="/ppt/ink/ink3270.xml" ContentType="application/inkml+xml"/>
  <Override PartName="/ppt/ink/ink3271.xml" ContentType="application/inkml+xml"/>
  <Override PartName="/ppt/ink/ink3272.xml" ContentType="application/inkml+xml"/>
  <Override PartName="/ppt/ink/ink3273.xml" ContentType="application/inkml+xml"/>
  <Override PartName="/ppt/ink/ink3274.xml" ContentType="application/inkml+xml"/>
  <Override PartName="/ppt/ink/ink3275.xml" ContentType="application/inkml+xml"/>
  <Override PartName="/ppt/ink/ink3276.xml" ContentType="application/inkml+xml"/>
  <Override PartName="/ppt/ink/ink3277.xml" ContentType="application/inkml+xml"/>
  <Override PartName="/ppt/ink/ink3278.xml" ContentType="application/inkml+xml"/>
  <Override PartName="/ppt/ink/ink3279.xml" ContentType="application/inkml+xml"/>
  <Override PartName="/ppt/ink/ink3280.xml" ContentType="application/inkml+xml"/>
  <Override PartName="/ppt/ink/ink3281.xml" ContentType="application/inkml+xml"/>
  <Override PartName="/ppt/ink/ink3282.xml" ContentType="application/inkml+xml"/>
  <Override PartName="/ppt/ink/ink3283.xml" ContentType="application/inkml+xml"/>
  <Override PartName="/ppt/ink/ink3284.xml" ContentType="application/inkml+xml"/>
  <Override PartName="/ppt/ink/ink3285.xml" ContentType="application/inkml+xml"/>
  <Override PartName="/ppt/ink/ink3286.xml" ContentType="application/inkml+xml"/>
  <Override PartName="/ppt/ink/ink3287.xml" ContentType="application/inkml+xml"/>
  <Override PartName="/ppt/ink/ink3288.xml" ContentType="application/inkml+xml"/>
  <Override PartName="/ppt/ink/ink3289.xml" ContentType="application/inkml+xml"/>
  <Override PartName="/ppt/ink/ink3290.xml" ContentType="application/inkml+xml"/>
  <Override PartName="/ppt/ink/ink3291.xml" ContentType="application/inkml+xml"/>
  <Override PartName="/ppt/ink/ink3292.xml" ContentType="application/inkml+xml"/>
  <Override PartName="/ppt/ink/ink3293.xml" ContentType="application/inkml+xml"/>
  <Override PartName="/ppt/ink/ink3294.xml" ContentType="application/inkml+xml"/>
  <Override PartName="/ppt/ink/ink3295.xml" ContentType="application/inkml+xml"/>
  <Override PartName="/ppt/ink/ink3296.xml" ContentType="application/inkml+xml"/>
  <Override PartName="/ppt/ink/ink3297.xml" ContentType="application/inkml+xml"/>
  <Override PartName="/ppt/ink/ink3298.xml" ContentType="application/inkml+xml"/>
  <Override PartName="/ppt/ink/ink3299.xml" ContentType="application/inkml+xml"/>
  <Override PartName="/ppt/ink/ink3300.xml" ContentType="application/inkml+xml"/>
  <Override PartName="/ppt/ink/ink3301.xml" ContentType="application/inkml+xml"/>
  <Override PartName="/ppt/ink/ink3302.xml" ContentType="application/inkml+xml"/>
  <Override PartName="/ppt/ink/ink3303.xml" ContentType="application/inkml+xml"/>
  <Override PartName="/ppt/ink/ink3304.xml" ContentType="application/inkml+xml"/>
  <Override PartName="/ppt/ink/ink3305.xml" ContentType="application/inkml+xml"/>
  <Override PartName="/ppt/ink/ink3306.xml" ContentType="application/inkml+xml"/>
  <Override PartName="/ppt/ink/ink3307.xml" ContentType="application/inkml+xml"/>
  <Override PartName="/ppt/ink/ink3308.xml" ContentType="application/inkml+xml"/>
  <Override PartName="/ppt/ink/ink3309.xml" ContentType="application/inkml+xml"/>
  <Override PartName="/ppt/ink/ink3310.xml" ContentType="application/inkml+xml"/>
  <Override PartName="/ppt/ink/ink3311.xml" ContentType="application/inkml+xml"/>
  <Override PartName="/ppt/ink/ink3312.xml" ContentType="application/inkml+xml"/>
  <Override PartName="/ppt/ink/ink3313.xml" ContentType="application/inkml+xml"/>
  <Override PartName="/ppt/ink/ink3314.xml" ContentType="application/inkml+xml"/>
  <Override PartName="/ppt/ink/ink3315.xml" ContentType="application/inkml+xml"/>
  <Override PartName="/ppt/ink/ink3316.xml" ContentType="application/inkml+xml"/>
  <Override PartName="/ppt/ink/ink3317.xml" ContentType="application/inkml+xml"/>
  <Override PartName="/ppt/ink/ink3318.xml" ContentType="application/inkml+xml"/>
  <Override PartName="/ppt/ink/ink3319.xml" ContentType="application/inkml+xml"/>
  <Override PartName="/ppt/ink/ink3320.xml" ContentType="application/inkml+xml"/>
  <Override PartName="/ppt/ink/ink3321.xml" ContentType="application/inkml+xml"/>
  <Override PartName="/ppt/ink/ink3322.xml" ContentType="application/inkml+xml"/>
  <Override PartName="/ppt/ink/ink3323.xml" ContentType="application/inkml+xml"/>
  <Override PartName="/ppt/ink/ink3324.xml" ContentType="application/inkml+xml"/>
  <Override PartName="/ppt/ink/ink3325.xml" ContentType="application/inkml+xml"/>
  <Override PartName="/ppt/ink/ink3326.xml" ContentType="application/inkml+xml"/>
  <Override PartName="/ppt/ink/ink3327.xml" ContentType="application/inkml+xml"/>
  <Override PartName="/ppt/ink/ink3328.xml" ContentType="application/inkml+xml"/>
  <Override PartName="/ppt/ink/ink3329.xml" ContentType="application/inkml+xml"/>
  <Override PartName="/ppt/ink/ink3330.xml" ContentType="application/inkml+xml"/>
  <Override PartName="/ppt/ink/ink3331.xml" ContentType="application/inkml+xml"/>
  <Override PartName="/ppt/ink/ink3332.xml" ContentType="application/inkml+xml"/>
  <Override PartName="/ppt/ink/ink3333.xml" ContentType="application/inkml+xml"/>
  <Override PartName="/ppt/ink/ink3334.xml" ContentType="application/inkml+xml"/>
  <Override PartName="/ppt/ink/ink3335.xml" ContentType="application/inkml+xml"/>
  <Override PartName="/ppt/ink/ink3336.xml" ContentType="application/inkml+xml"/>
  <Override PartName="/ppt/ink/ink3337.xml" ContentType="application/inkml+xml"/>
  <Override PartName="/ppt/ink/ink3338.xml" ContentType="application/inkml+xml"/>
  <Override PartName="/ppt/ink/ink3339.xml" ContentType="application/inkml+xml"/>
  <Override PartName="/ppt/ink/ink3340.xml" ContentType="application/inkml+xml"/>
  <Override PartName="/ppt/ink/ink3341.xml" ContentType="application/inkml+xml"/>
  <Override PartName="/ppt/ink/ink3342.xml" ContentType="application/inkml+xml"/>
  <Override PartName="/ppt/ink/ink3343.xml" ContentType="application/inkml+xml"/>
  <Override PartName="/ppt/ink/ink3344.xml" ContentType="application/inkml+xml"/>
  <Override PartName="/ppt/ink/ink3345.xml" ContentType="application/inkml+xml"/>
  <Override PartName="/ppt/ink/ink3346.xml" ContentType="application/inkml+xml"/>
  <Override PartName="/ppt/ink/ink3347.xml" ContentType="application/inkml+xml"/>
  <Override PartName="/ppt/ink/ink3348.xml" ContentType="application/inkml+xml"/>
  <Override PartName="/ppt/ink/ink3349.xml" ContentType="application/inkml+xml"/>
  <Override PartName="/ppt/ink/ink3350.xml" ContentType="application/inkml+xml"/>
  <Override PartName="/ppt/ink/ink3351.xml" ContentType="application/inkml+xml"/>
  <Override PartName="/ppt/ink/ink3352.xml" ContentType="application/inkml+xml"/>
  <Override PartName="/ppt/ink/ink3353.xml" ContentType="application/inkml+xml"/>
  <Override PartName="/ppt/ink/ink3354.xml" ContentType="application/inkml+xml"/>
  <Override PartName="/ppt/ink/ink3355.xml" ContentType="application/inkml+xml"/>
  <Override PartName="/ppt/ink/ink3356.xml" ContentType="application/inkml+xml"/>
  <Override PartName="/ppt/ink/ink3357.xml" ContentType="application/inkml+xml"/>
  <Override PartName="/ppt/ink/ink3358.xml" ContentType="application/inkml+xml"/>
  <Override PartName="/ppt/ink/ink3359.xml" ContentType="application/inkml+xml"/>
  <Override PartName="/ppt/ink/ink3360.xml" ContentType="application/inkml+xml"/>
  <Override PartName="/ppt/ink/ink3361.xml" ContentType="application/inkml+xml"/>
  <Override PartName="/ppt/ink/ink3362.xml" ContentType="application/inkml+xml"/>
  <Override PartName="/ppt/ink/ink3363.xml" ContentType="application/inkml+xml"/>
  <Override PartName="/ppt/ink/ink3364.xml" ContentType="application/inkml+xml"/>
  <Override PartName="/ppt/ink/ink3365.xml" ContentType="application/inkml+xml"/>
  <Override PartName="/ppt/ink/ink3366.xml" ContentType="application/inkml+xml"/>
  <Override PartName="/ppt/ink/ink3367.xml" ContentType="application/inkml+xml"/>
  <Override PartName="/ppt/ink/ink3368.xml" ContentType="application/inkml+xml"/>
  <Override PartName="/ppt/ink/ink3369.xml" ContentType="application/inkml+xml"/>
  <Override PartName="/ppt/ink/ink3370.xml" ContentType="application/inkml+xml"/>
  <Override PartName="/ppt/ink/ink3371.xml" ContentType="application/inkml+xml"/>
  <Override PartName="/ppt/ink/ink3372.xml" ContentType="application/inkml+xml"/>
  <Override PartName="/ppt/ink/ink3373.xml" ContentType="application/inkml+xml"/>
  <Override PartName="/ppt/ink/ink3374.xml" ContentType="application/inkml+xml"/>
  <Override PartName="/ppt/ink/ink3375.xml" ContentType="application/inkml+xml"/>
  <Override PartName="/ppt/ink/ink3376.xml" ContentType="application/inkml+xml"/>
  <Override PartName="/ppt/ink/ink3377.xml" ContentType="application/inkml+xml"/>
  <Override PartName="/ppt/ink/ink3378.xml" ContentType="application/inkml+xml"/>
  <Override PartName="/ppt/ink/ink3379.xml" ContentType="application/inkml+xml"/>
  <Override PartName="/ppt/ink/ink3380.xml" ContentType="application/inkml+xml"/>
  <Override PartName="/ppt/ink/ink3381.xml" ContentType="application/inkml+xml"/>
  <Override PartName="/ppt/ink/ink3382.xml" ContentType="application/inkml+xml"/>
  <Override PartName="/ppt/ink/ink3383.xml" ContentType="application/inkml+xml"/>
  <Override PartName="/ppt/ink/ink3384.xml" ContentType="application/inkml+xml"/>
  <Override PartName="/ppt/ink/ink3385.xml" ContentType="application/inkml+xml"/>
  <Override PartName="/ppt/ink/ink3386.xml" ContentType="application/inkml+xml"/>
  <Override PartName="/ppt/ink/ink3387.xml" ContentType="application/inkml+xml"/>
  <Override PartName="/ppt/ink/ink3388.xml" ContentType="application/inkml+xml"/>
  <Override PartName="/ppt/ink/ink3389.xml" ContentType="application/inkml+xml"/>
  <Override PartName="/ppt/ink/ink3390.xml" ContentType="application/inkml+xml"/>
  <Override PartName="/ppt/ink/ink3391.xml" ContentType="application/inkml+xml"/>
  <Override PartName="/ppt/ink/ink3392.xml" ContentType="application/inkml+xml"/>
  <Override PartName="/ppt/ink/ink3393.xml" ContentType="application/inkml+xml"/>
  <Override PartName="/ppt/ink/ink3394.xml" ContentType="application/inkml+xml"/>
  <Override PartName="/ppt/ink/ink3395.xml" ContentType="application/inkml+xml"/>
  <Override PartName="/ppt/ink/ink3396.xml" ContentType="application/inkml+xml"/>
  <Override PartName="/ppt/ink/ink3397.xml" ContentType="application/inkml+xml"/>
  <Override PartName="/ppt/ink/ink3398.xml" ContentType="application/inkml+xml"/>
  <Override PartName="/ppt/ink/ink3399.xml" ContentType="application/inkml+xml"/>
  <Override PartName="/ppt/ink/ink3400.xml" ContentType="application/inkml+xml"/>
  <Override PartName="/ppt/ink/ink3401.xml" ContentType="application/inkml+xml"/>
  <Override PartName="/ppt/ink/ink3402.xml" ContentType="application/inkml+xml"/>
  <Override PartName="/ppt/ink/ink3403.xml" ContentType="application/inkml+xml"/>
  <Override PartName="/ppt/ink/ink3404.xml" ContentType="application/inkml+xml"/>
  <Override PartName="/ppt/ink/ink3405.xml" ContentType="application/inkml+xml"/>
  <Override PartName="/ppt/ink/ink3406.xml" ContentType="application/inkml+xml"/>
  <Override PartName="/ppt/ink/ink3407.xml" ContentType="application/inkml+xml"/>
  <Override PartName="/ppt/ink/ink3408.xml" ContentType="application/inkml+xml"/>
  <Override PartName="/ppt/ink/ink3409.xml" ContentType="application/inkml+xml"/>
  <Override PartName="/ppt/ink/ink3410.xml" ContentType="application/inkml+xml"/>
  <Override PartName="/ppt/ink/ink3411.xml" ContentType="application/inkml+xml"/>
  <Override PartName="/ppt/ink/ink3412.xml" ContentType="application/inkml+xml"/>
  <Override PartName="/ppt/ink/ink3413.xml" ContentType="application/inkml+xml"/>
  <Override PartName="/ppt/ink/ink3414.xml" ContentType="application/inkml+xml"/>
  <Override PartName="/ppt/ink/ink3415.xml" ContentType="application/inkml+xml"/>
  <Override PartName="/ppt/ink/ink3416.xml" ContentType="application/inkml+xml"/>
  <Override PartName="/ppt/ink/ink3417.xml" ContentType="application/inkml+xml"/>
  <Override PartName="/ppt/ink/ink3418.xml" ContentType="application/inkml+xml"/>
  <Override PartName="/ppt/ink/ink3419.xml" ContentType="application/inkml+xml"/>
  <Override PartName="/ppt/ink/ink3420.xml" ContentType="application/inkml+xml"/>
  <Override PartName="/ppt/ink/ink3421.xml" ContentType="application/inkml+xml"/>
  <Override PartName="/ppt/ink/ink3422.xml" ContentType="application/inkml+xml"/>
  <Override PartName="/ppt/ink/ink3423.xml" ContentType="application/inkml+xml"/>
  <Override PartName="/ppt/ink/ink3424.xml" ContentType="application/inkml+xml"/>
  <Override PartName="/ppt/ink/ink3425.xml" ContentType="application/inkml+xml"/>
  <Override PartName="/ppt/ink/ink3426.xml" ContentType="application/inkml+xml"/>
  <Override PartName="/ppt/ink/ink3427.xml" ContentType="application/inkml+xml"/>
  <Override PartName="/ppt/ink/ink3428.xml" ContentType="application/inkml+xml"/>
  <Override PartName="/ppt/ink/ink3429.xml" ContentType="application/inkml+xml"/>
  <Override PartName="/ppt/ink/ink3430.xml" ContentType="application/inkml+xml"/>
  <Override PartName="/ppt/ink/ink3431.xml" ContentType="application/inkml+xml"/>
  <Override PartName="/ppt/ink/ink3432.xml" ContentType="application/inkml+xml"/>
  <Override PartName="/ppt/ink/ink3433.xml" ContentType="application/inkml+xml"/>
  <Override PartName="/ppt/ink/ink3434.xml" ContentType="application/inkml+xml"/>
  <Override PartName="/ppt/ink/ink3435.xml" ContentType="application/inkml+xml"/>
  <Override PartName="/ppt/ink/ink3436.xml" ContentType="application/inkml+xml"/>
  <Override PartName="/ppt/ink/ink3437.xml" ContentType="application/inkml+xml"/>
  <Override PartName="/ppt/ink/ink3438.xml" ContentType="application/inkml+xml"/>
  <Override PartName="/ppt/ink/ink3439.xml" ContentType="application/inkml+xml"/>
  <Override PartName="/ppt/ink/ink3440.xml" ContentType="application/inkml+xml"/>
  <Override PartName="/ppt/ink/ink3441.xml" ContentType="application/inkml+xml"/>
  <Override PartName="/ppt/ink/ink3442.xml" ContentType="application/inkml+xml"/>
  <Override PartName="/ppt/ink/ink3443.xml" ContentType="application/inkml+xml"/>
  <Override PartName="/ppt/ink/ink3444.xml" ContentType="application/inkml+xml"/>
  <Override PartName="/ppt/ink/ink3445.xml" ContentType="application/inkml+xml"/>
  <Override PartName="/ppt/ink/ink3446.xml" ContentType="application/inkml+xml"/>
  <Override PartName="/ppt/ink/ink3447.xml" ContentType="application/inkml+xml"/>
  <Override PartName="/ppt/ink/ink3448.xml" ContentType="application/inkml+xml"/>
  <Override PartName="/ppt/ink/ink3449.xml" ContentType="application/inkml+xml"/>
  <Override PartName="/ppt/ink/ink3450.xml" ContentType="application/inkml+xml"/>
  <Override PartName="/ppt/ink/ink3451.xml" ContentType="application/inkml+xml"/>
  <Override PartName="/ppt/ink/ink3452.xml" ContentType="application/inkml+xml"/>
  <Override PartName="/ppt/ink/ink3453.xml" ContentType="application/inkml+xml"/>
  <Override PartName="/ppt/ink/ink3454.xml" ContentType="application/inkml+xml"/>
  <Override PartName="/ppt/ink/ink3455.xml" ContentType="application/inkml+xml"/>
  <Override PartName="/ppt/ink/ink3456.xml" ContentType="application/inkml+xml"/>
  <Override PartName="/ppt/ink/ink3457.xml" ContentType="application/inkml+xml"/>
  <Override PartName="/ppt/ink/ink3458.xml" ContentType="application/inkml+xml"/>
  <Override PartName="/ppt/ink/ink3459.xml" ContentType="application/inkml+xml"/>
  <Override PartName="/ppt/ink/ink3460.xml" ContentType="application/inkml+xml"/>
  <Override PartName="/ppt/ink/ink3461.xml" ContentType="application/inkml+xml"/>
  <Override PartName="/ppt/ink/ink3462.xml" ContentType="application/inkml+xml"/>
  <Override PartName="/ppt/ink/ink3463.xml" ContentType="application/inkml+xml"/>
  <Override PartName="/ppt/ink/ink3464.xml" ContentType="application/inkml+xml"/>
  <Override PartName="/ppt/ink/ink3465.xml" ContentType="application/inkml+xml"/>
  <Override PartName="/ppt/ink/ink3466.xml" ContentType="application/inkml+xml"/>
  <Override PartName="/ppt/ink/ink3467.xml" ContentType="application/inkml+xml"/>
  <Override PartName="/ppt/ink/ink3468.xml" ContentType="application/inkml+xml"/>
  <Override PartName="/ppt/ink/ink3469.xml" ContentType="application/inkml+xml"/>
  <Override PartName="/ppt/ink/ink3470.xml" ContentType="application/inkml+xml"/>
  <Override PartName="/ppt/ink/ink3471.xml" ContentType="application/inkml+xml"/>
  <Override PartName="/ppt/ink/ink3472.xml" ContentType="application/inkml+xml"/>
  <Override PartName="/ppt/ink/ink3473.xml" ContentType="application/inkml+xml"/>
  <Override PartName="/ppt/ink/ink3474.xml" ContentType="application/inkml+xml"/>
  <Override PartName="/ppt/ink/ink3475.xml" ContentType="application/inkml+xml"/>
  <Override PartName="/ppt/ink/ink3476.xml" ContentType="application/inkml+xml"/>
  <Override PartName="/ppt/ink/ink3477.xml" ContentType="application/inkml+xml"/>
  <Override PartName="/ppt/ink/ink3478.xml" ContentType="application/inkml+xml"/>
  <Override PartName="/ppt/ink/ink3479.xml" ContentType="application/inkml+xml"/>
  <Override PartName="/ppt/ink/ink3480.xml" ContentType="application/inkml+xml"/>
  <Override PartName="/ppt/ink/ink3481.xml" ContentType="application/inkml+xml"/>
  <Override PartName="/ppt/ink/ink3482.xml" ContentType="application/inkml+xml"/>
  <Override PartName="/ppt/ink/ink3483.xml" ContentType="application/inkml+xml"/>
  <Override PartName="/ppt/ink/ink3484.xml" ContentType="application/inkml+xml"/>
  <Override PartName="/ppt/ink/ink3485.xml" ContentType="application/inkml+xml"/>
  <Override PartName="/ppt/ink/ink3486.xml" ContentType="application/inkml+xml"/>
  <Override PartName="/ppt/ink/ink3487.xml" ContentType="application/inkml+xml"/>
  <Override PartName="/ppt/ink/ink3488.xml" ContentType="application/inkml+xml"/>
  <Override PartName="/ppt/ink/ink3489.xml" ContentType="application/inkml+xml"/>
  <Override PartName="/ppt/ink/ink3490.xml" ContentType="application/inkml+xml"/>
  <Override PartName="/ppt/ink/ink3491.xml" ContentType="application/inkml+xml"/>
  <Override PartName="/ppt/ink/ink3492.xml" ContentType="application/inkml+xml"/>
  <Override PartName="/ppt/ink/ink3493.xml" ContentType="application/inkml+xml"/>
  <Override PartName="/ppt/ink/ink3494.xml" ContentType="application/inkml+xml"/>
  <Override PartName="/ppt/ink/ink3495.xml" ContentType="application/inkml+xml"/>
  <Override PartName="/ppt/ink/ink3496.xml" ContentType="application/inkml+xml"/>
  <Override PartName="/ppt/ink/ink3497.xml" ContentType="application/inkml+xml"/>
  <Override PartName="/ppt/ink/ink3498.xml" ContentType="application/inkml+xml"/>
  <Override PartName="/ppt/ink/ink3499.xml" ContentType="application/inkml+xml"/>
  <Override PartName="/ppt/ink/ink3500.xml" ContentType="application/inkml+xml"/>
  <Override PartName="/ppt/ink/ink3501.xml" ContentType="application/inkml+xml"/>
  <Override PartName="/ppt/ink/ink3502.xml" ContentType="application/inkml+xml"/>
  <Override PartName="/ppt/ink/ink3503.xml" ContentType="application/inkml+xml"/>
  <Override PartName="/ppt/ink/ink3504.xml" ContentType="application/inkml+xml"/>
  <Override PartName="/ppt/ink/ink3505.xml" ContentType="application/inkml+xml"/>
  <Override PartName="/ppt/ink/ink3506.xml" ContentType="application/inkml+xml"/>
  <Override PartName="/ppt/ink/ink3507.xml" ContentType="application/inkml+xml"/>
  <Override PartName="/ppt/ink/ink3508.xml" ContentType="application/inkml+xml"/>
  <Override PartName="/ppt/ink/ink3509.xml" ContentType="application/inkml+xml"/>
  <Override PartName="/ppt/ink/ink3510.xml" ContentType="application/inkml+xml"/>
  <Override PartName="/ppt/ink/ink3511.xml" ContentType="application/inkml+xml"/>
  <Override PartName="/ppt/ink/ink3512.xml" ContentType="application/inkml+xml"/>
  <Override PartName="/ppt/ink/ink3513.xml" ContentType="application/inkml+xml"/>
  <Override PartName="/ppt/ink/ink3514.xml" ContentType="application/inkml+xml"/>
  <Override PartName="/ppt/ink/ink3515.xml" ContentType="application/inkml+xml"/>
  <Override PartName="/ppt/ink/ink3516.xml" ContentType="application/inkml+xml"/>
  <Override PartName="/ppt/ink/ink3517.xml" ContentType="application/inkml+xml"/>
  <Override PartName="/ppt/ink/ink3518.xml" ContentType="application/inkml+xml"/>
  <Override PartName="/ppt/ink/ink3519.xml" ContentType="application/inkml+xml"/>
  <Override PartName="/ppt/ink/ink3520.xml" ContentType="application/inkml+xml"/>
  <Override PartName="/ppt/ink/ink3521.xml" ContentType="application/inkml+xml"/>
  <Override PartName="/ppt/ink/ink3522.xml" ContentType="application/inkml+xml"/>
  <Override PartName="/ppt/ink/ink3523.xml" ContentType="application/inkml+xml"/>
  <Override PartName="/ppt/ink/ink3524.xml" ContentType="application/inkml+xml"/>
  <Override PartName="/ppt/ink/ink3525.xml" ContentType="application/inkml+xml"/>
  <Override PartName="/ppt/ink/ink3526.xml" ContentType="application/inkml+xml"/>
  <Override PartName="/ppt/ink/ink3527.xml" ContentType="application/inkml+xml"/>
  <Override PartName="/ppt/ink/ink3528.xml" ContentType="application/inkml+xml"/>
  <Override PartName="/ppt/ink/ink3529.xml" ContentType="application/inkml+xml"/>
  <Override PartName="/ppt/ink/ink3530.xml" ContentType="application/inkml+xml"/>
  <Override PartName="/ppt/ink/ink3531.xml" ContentType="application/inkml+xml"/>
  <Override PartName="/ppt/ink/ink3532.xml" ContentType="application/inkml+xml"/>
  <Override PartName="/ppt/ink/ink3533.xml" ContentType="application/inkml+xml"/>
  <Override PartName="/ppt/ink/ink3534.xml" ContentType="application/inkml+xml"/>
  <Override PartName="/ppt/ink/ink3535.xml" ContentType="application/inkml+xml"/>
  <Override PartName="/ppt/ink/ink3536.xml" ContentType="application/inkml+xml"/>
  <Override PartName="/ppt/ink/ink3537.xml" ContentType="application/inkml+xml"/>
  <Override PartName="/ppt/ink/ink3538.xml" ContentType="application/inkml+xml"/>
  <Override PartName="/ppt/ink/ink3539.xml" ContentType="application/inkml+xml"/>
  <Override PartName="/ppt/ink/ink3540.xml" ContentType="application/inkml+xml"/>
  <Override PartName="/ppt/ink/ink3541.xml" ContentType="application/inkml+xml"/>
  <Override PartName="/ppt/ink/ink3542.xml" ContentType="application/inkml+xml"/>
  <Override PartName="/ppt/ink/ink3543.xml" ContentType="application/inkml+xml"/>
  <Override PartName="/ppt/ink/ink3544.xml" ContentType="application/inkml+xml"/>
  <Override PartName="/ppt/ink/ink3545.xml" ContentType="application/inkml+xml"/>
  <Override PartName="/ppt/ink/ink3546.xml" ContentType="application/inkml+xml"/>
  <Override PartName="/ppt/ink/ink3547.xml" ContentType="application/inkml+xml"/>
  <Override PartName="/ppt/ink/ink3548.xml" ContentType="application/inkml+xml"/>
  <Override PartName="/ppt/ink/ink3549.xml" ContentType="application/inkml+xml"/>
  <Override PartName="/ppt/ink/ink3550.xml" ContentType="application/inkml+xml"/>
  <Override PartName="/ppt/ink/ink3551.xml" ContentType="application/inkml+xml"/>
  <Override PartName="/ppt/ink/ink3552.xml" ContentType="application/inkml+xml"/>
  <Override PartName="/ppt/ink/ink3553.xml" ContentType="application/inkml+xml"/>
  <Override PartName="/ppt/ink/ink3554.xml" ContentType="application/inkml+xml"/>
  <Override PartName="/ppt/ink/ink3555.xml" ContentType="application/inkml+xml"/>
  <Override PartName="/ppt/ink/ink3556.xml" ContentType="application/inkml+xml"/>
  <Override PartName="/ppt/ink/ink3557.xml" ContentType="application/inkml+xml"/>
  <Override PartName="/ppt/ink/ink3558.xml" ContentType="application/inkml+xml"/>
  <Override PartName="/ppt/ink/ink3559.xml" ContentType="application/inkml+xml"/>
  <Override PartName="/ppt/ink/ink3560.xml" ContentType="application/inkml+xml"/>
  <Override PartName="/ppt/ink/ink3561.xml" ContentType="application/inkml+xml"/>
  <Override PartName="/ppt/ink/ink3562.xml" ContentType="application/inkml+xml"/>
  <Override PartName="/ppt/ink/ink3563.xml" ContentType="application/inkml+xml"/>
  <Override PartName="/ppt/ink/ink3564.xml" ContentType="application/inkml+xml"/>
  <Override PartName="/ppt/ink/ink3565.xml" ContentType="application/inkml+xml"/>
  <Override PartName="/ppt/ink/ink3566.xml" ContentType="application/inkml+xml"/>
  <Override PartName="/ppt/ink/ink3567.xml" ContentType="application/inkml+xml"/>
  <Override PartName="/ppt/ink/ink3568.xml" ContentType="application/inkml+xml"/>
  <Override PartName="/ppt/ink/ink3569.xml" ContentType="application/inkml+xml"/>
  <Override PartName="/ppt/ink/ink3570.xml" ContentType="application/inkml+xml"/>
  <Override PartName="/ppt/ink/ink3571.xml" ContentType="application/inkml+xml"/>
  <Override PartName="/ppt/ink/ink3572.xml" ContentType="application/inkml+xml"/>
  <Override PartName="/ppt/ink/ink3573.xml" ContentType="application/inkml+xml"/>
  <Override PartName="/ppt/ink/ink3574.xml" ContentType="application/inkml+xml"/>
  <Override PartName="/ppt/ink/ink3575.xml" ContentType="application/inkml+xml"/>
  <Override PartName="/ppt/ink/ink3576.xml" ContentType="application/inkml+xml"/>
  <Override PartName="/ppt/ink/ink3577.xml" ContentType="application/inkml+xml"/>
  <Override PartName="/ppt/ink/ink3578.xml" ContentType="application/inkml+xml"/>
  <Override PartName="/ppt/ink/ink3579.xml" ContentType="application/inkml+xml"/>
  <Override PartName="/ppt/ink/ink3580.xml" ContentType="application/inkml+xml"/>
  <Override PartName="/ppt/ink/ink3581.xml" ContentType="application/inkml+xml"/>
  <Override PartName="/ppt/ink/ink3582.xml" ContentType="application/inkml+xml"/>
  <Override PartName="/ppt/ink/ink3583.xml" ContentType="application/inkml+xml"/>
  <Override PartName="/ppt/ink/ink3584.xml" ContentType="application/inkml+xml"/>
  <Override PartName="/ppt/ink/ink3585.xml" ContentType="application/inkml+xml"/>
  <Override PartName="/ppt/ink/ink3586.xml" ContentType="application/inkml+xml"/>
  <Override PartName="/ppt/ink/ink3587.xml" ContentType="application/inkml+xml"/>
  <Override PartName="/ppt/ink/ink3588.xml" ContentType="application/inkml+xml"/>
  <Override PartName="/ppt/ink/ink3589.xml" ContentType="application/inkml+xml"/>
  <Override PartName="/ppt/ink/ink3590.xml" ContentType="application/inkml+xml"/>
  <Override PartName="/ppt/ink/ink3591.xml" ContentType="application/inkml+xml"/>
  <Override PartName="/ppt/ink/ink3592.xml" ContentType="application/inkml+xml"/>
  <Override PartName="/ppt/ink/ink3593.xml" ContentType="application/inkml+xml"/>
  <Override PartName="/ppt/ink/ink3594.xml" ContentType="application/inkml+xml"/>
  <Override PartName="/ppt/ink/ink3595.xml" ContentType="application/inkml+xml"/>
  <Override PartName="/ppt/ink/ink3596.xml" ContentType="application/inkml+xml"/>
  <Override PartName="/ppt/ink/ink3597.xml" ContentType="application/inkml+xml"/>
  <Override PartName="/ppt/ink/ink3598.xml" ContentType="application/inkml+xml"/>
  <Override PartName="/ppt/ink/ink3599.xml" ContentType="application/inkml+xml"/>
  <Override PartName="/ppt/ink/ink3600.xml" ContentType="application/inkml+xml"/>
  <Override PartName="/ppt/ink/ink3601.xml" ContentType="application/inkml+xml"/>
  <Override PartName="/ppt/ink/ink3602.xml" ContentType="application/inkml+xml"/>
  <Override PartName="/ppt/ink/ink3603.xml" ContentType="application/inkml+xml"/>
  <Override PartName="/ppt/ink/ink3604.xml" ContentType="application/inkml+xml"/>
  <Override PartName="/ppt/ink/ink3605.xml" ContentType="application/inkml+xml"/>
  <Override PartName="/ppt/ink/ink3606.xml" ContentType="application/inkml+xml"/>
  <Override PartName="/ppt/ink/ink3607.xml" ContentType="application/inkml+xml"/>
  <Override PartName="/ppt/ink/ink3608.xml" ContentType="application/inkml+xml"/>
  <Override PartName="/ppt/ink/ink3609.xml" ContentType="application/inkml+xml"/>
  <Override PartName="/ppt/ink/ink3610.xml" ContentType="application/inkml+xml"/>
  <Override PartName="/ppt/ink/ink3611.xml" ContentType="application/inkml+xml"/>
  <Override PartName="/ppt/ink/ink3612.xml" ContentType="application/inkml+xml"/>
  <Override PartName="/ppt/ink/ink3613.xml" ContentType="application/inkml+xml"/>
  <Override PartName="/ppt/ink/ink3614.xml" ContentType="application/inkml+xml"/>
  <Override PartName="/ppt/ink/ink3615.xml" ContentType="application/inkml+xml"/>
  <Override PartName="/ppt/ink/ink3616.xml" ContentType="application/inkml+xml"/>
  <Override PartName="/ppt/ink/ink3617.xml" ContentType="application/inkml+xml"/>
  <Override PartName="/ppt/ink/ink3618.xml" ContentType="application/inkml+xml"/>
  <Override PartName="/ppt/ink/ink3619.xml" ContentType="application/inkml+xml"/>
  <Override PartName="/ppt/ink/ink3620.xml" ContentType="application/inkml+xml"/>
  <Override PartName="/ppt/ink/ink3621.xml" ContentType="application/inkml+xml"/>
  <Override PartName="/ppt/ink/ink3622.xml" ContentType="application/inkml+xml"/>
  <Override PartName="/ppt/ink/ink3623.xml" ContentType="application/inkml+xml"/>
  <Override PartName="/ppt/ink/ink3624.xml" ContentType="application/inkml+xml"/>
  <Override PartName="/ppt/ink/ink3625.xml" ContentType="application/inkml+xml"/>
  <Override PartName="/ppt/ink/ink3626.xml" ContentType="application/inkml+xml"/>
  <Override PartName="/ppt/ink/ink3627.xml" ContentType="application/inkml+xml"/>
  <Override PartName="/ppt/ink/ink3628.xml" ContentType="application/inkml+xml"/>
  <Override PartName="/ppt/ink/ink3629.xml" ContentType="application/inkml+xml"/>
  <Override PartName="/ppt/ink/ink3630.xml" ContentType="application/inkml+xml"/>
  <Override PartName="/ppt/ink/ink3631.xml" ContentType="application/inkml+xml"/>
  <Override PartName="/ppt/ink/ink3632.xml" ContentType="application/inkml+xml"/>
  <Override PartName="/ppt/ink/ink3633.xml" ContentType="application/inkml+xml"/>
  <Override PartName="/ppt/ink/ink3634.xml" ContentType="application/inkml+xml"/>
  <Override PartName="/ppt/ink/ink3635.xml" ContentType="application/inkml+xml"/>
  <Override PartName="/ppt/ink/ink3636.xml" ContentType="application/inkml+xml"/>
  <Override PartName="/ppt/ink/ink3637.xml" ContentType="application/inkml+xml"/>
  <Override PartName="/ppt/ink/ink3638.xml" ContentType="application/inkml+xml"/>
  <Override PartName="/ppt/ink/ink3639.xml" ContentType="application/inkml+xml"/>
  <Override PartName="/ppt/ink/ink3640.xml" ContentType="application/inkml+xml"/>
  <Override PartName="/ppt/ink/ink3641.xml" ContentType="application/inkml+xml"/>
  <Override PartName="/ppt/ink/ink3642.xml" ContentType="application/inkml+xml"/>
  <Override PartName="/ppt/ink/ink3643.xml" ContentType="application/inkml+xml"/>
  <Override PartName="/ppt/ink/ink3644.xml" ContentType="application/inkml+xml"/>
  <Override PartName="/ppt/ink/ink3645.xml" ContentType="application/inkml+xml"/>
  <Override PartName="/ppt/ink/ink3646.xml" ContentType="application/inkml+xml"/>
  <Override PartName="/ppt/ink/ink3647.xml" ContentType="application/inkml+xml"/>
  <Override PartName="/ppt/ink/ink3648.xml" ContentType="application/inkml+xml"/>
  <Override PartName="/ppt/ink/ink3649.xml" ContentType="application/inkml+xml"/>
  <Override PartName="/ppt/ink/ink3650.xml" ContentType="application/inkml+xml"/>
  <Override PartName="/ppt/ink/ink3651.xml" ContentType="application/inkml+xml"/>
  <Override PartName="/ppt/ink/ink3652.xml" ContentType="application/inkml+xml"/>
  <Override PartName="/ppt/ink/ink3653.xml" ContentType="application/inkml+xml"/>
  <Override PartName="/ppt/ink/ink3654.xml" ContentType="application/inkml+xml"/>
  <Override PartName="/ppt/ink/ink3655.xml" ContentType="application/inkml+xml"/>
  <Override PartName="/ppt/ink/ink3656.xml" ContentType="application/inkml+xml"/>
  <Override PartName="/ppt/ink/ink3657.xml" ContentType="application/inkml+xml"/>
  <Override PartName="/ppt/ink/ink3658.xml" ContentType="application/inkml+xml"/>
  <Override PartName="/ppt/ink/ink3659.xml" ContentType="application/inkml+xml"/>
  <Override PartName="/ppt/ink/ink3660.xml" ContentType="application/inkml+xml"/>
  <Override PartName="/ppt/ink/ink3661.xml" ContentType="application/inkml+xml"/>
  <Override PartName="/ppt/ink/ink3662.xml" ContentType="application/inkml+xml"/>
  <Override PartName="/ppt/ink/ink3663.xml" ContentType="application/inkml+xml"/>
  <Override PartName="/ppt/ink/ink3664.xml" ContentType="application/inkml+xml"/>
  <Override PartName="/ppt/ink/ink3665.xml" ContentType="application/inkml+xml"/>
  <Override PartName="/ppt/ink/ink3666.xml" ContentType="application/inkml+xml"/>
  <Override PartName="/ppt/ink/ink3667.xml" ContentType="application/inkml+xml"/>
  <Override PartName="/ppt/ink/ink3668.xml" ContentType="application/inkml+xml"/>
  <Override PartName="/ppt/ink/ink3669.xml" ContentType="application/inkml+xml"/>
  <Override PartName="/ppt/ink/ink3670.xml" ContentType="application/inkml+xml"/>
  <Override PartName="/ppt/ink/ink3671.xml" ContentType="application/inkml+xml"/>
  <Override PartName="/ppt/ink/ink3672.xml" ContentType="application/inkml+xml"/>
  <Override PartName="/ppt/ink/ink3673.xml" ContentType="application/inkml+xml"/>
  <Override PartName="/ppt/ink/ink3674.xml" ContentType="application/inkml+xml"/>
  <Override PartName="/ppt/ink/ink3675.xml" ContentType="application/inkml+xml"/>
  <Override PartName="/ppt/ink/ink3676.xml" ContentType="application/inkml+xml"/>
  <Override PartName="/ppt/ink/ink3677.xml" ContentType="application/inkml+xml"/>
  <Override PartName="/ppt/ink/ink3678.xml" ContentType="application/inkml+xml"/>
  <Override PartName="/ppt/ink/ink3679.xml" ContentType="application/inkml+xml"/>
  <Override PartName="/ppt/ink/ink3680.xml" ContentType="application/inkml+xml"/>
  <Override PartName="/ppt/ink/ink3681.xml" ContentType="application/inkml+xml"/>
  <Override PartName="/ppt/ink/ink3682.xml" ContentType="application/inkml+xml"/>
  <Override PartName="/ppt/ink/ink3683.xml" ContentType="application/inkml+xml"/>
  <Override PartName="/ppt/ink/ink3684.xml" ContentType="application/inkml+xml"/>
  <Override PartName="/ppt/ink/ink3685.xml" ContentType="application/inkml+xml"/>
  <Override PartName="/ppt/ink/ink3686.xml" ContentType="application/inkml+xml"/>
  <Override PartName="/ppt/ink/ink3687.xml" ContentType="application/inkml+xml"/>
  <Override PartName="/ppt/ink/ink3688.xml" ContentType="application/inkml+xml"/>
  <Override PartName="/ppt/ink/ink3689.xml" ContentType="application/inkml+xml"/>
  <Override PartName="/ppt/ink/ink3690.xml" ContentType="application/inkml+xml"/>
  <Override PartName="/ppt/ink/ink3691.xml" ContentType="application/inkml+xml"/>
  <Override PartName="/ppt/ink/ink3692.xml" ContentType="application/inkml+xml"/>
  <Override PartName="/ppt/ink/ink3693.xml" ContentType="application/inkml+xml"/>
  <Override PartName="/ppt/ink/ink3694.xml" ContentType="application/inkml+xml"/>
  <Override PartName="/ppt/ink/ink3695.xml" ContentType="application/inkml+xml"/>
  <Override PartName="/ppt/ink/ink3696.xml" ContentType="application/inkml+xml"/>
  <Override PartName="/ppt/ink/ink3697.xml" ContentType="application/inkml+xml"/>
  <Override PartName="/ppt/ink/ink3698.xml" ContentType="application/inkml+xml"/>
  <Override PartName="/ppt/ink/ink3699.xml" ContentType="application/inkml+xml"/>
  <Override PartName="/ppt/ink/ink3700.xml" ContentType="application/inkml+xml"/>
  <Override PartName="/ppt/ink/ink3701.xml" ContentType="application/inkml+xml"/>
  <Override PartName="/ppt/ink/ink3702.xml" ContentType="application/inkml+xml"/>
  <Override PartName="/ppt/ink/ink3703.xml" ContentType="application/inkml+xml"/>
  <Override PartName="/ppt/ink/ink3704.xml" ContentType="application/inkml+xml"/>
  <Override PartName="/ppt/ink/ink3705.xml" ContentType="application/inkml+xml"/>
  <Override PartName="/ppt/ink/ink3706.xml" ContentType="application/inkml+xml"/>
  <Override PartName="/ppt/ink/ink3707.xml" ContentType="application/inkml+xml"/>
  <Override PartName="/ppt/ink/ink3708.xml" ContentType="application/inkml+xml"/>
  <Override PartName="/ppt/ink/ink3709.xml" ContentType="application/inkml+xml"/>
  <Override PartName="/ppt/ink/ink3710.xml" ContentType="application/inkml+xml"/>
  <Override PartName="/ppt/ink/ink3711.xml" ContentType="application/inkml+xml"/>
  <Override PartName="/ppt/ink/ink3712.xml" ContentType="application/inkml+xml"/>
  <Override PartName="/ppt/ink/ink3713.xml" ContentType="application/inkml+xml"/>
  <Override PartName="/ppt/ink/ink3714.xml" ContentType="application/inkml+xml"/>
  <Override PartName="/ppt/ink/ink3715.xml" ContentType="application/inkml+xml"/>
  <Override PartName="/ppt/ink/ink3716.xml" ContentType="application/inkml+xml"/>
  <Override PartName="/ppt/ink/ink3717.xml" ContentType="application/inkml+xml"/>
  <Override PartName="/ppt/ink/ink3718.xml" ContentType="application/inkml+xml"/>
  <Override PartName="/ppt/ink/ink3719.xml" ContentType="application/inkml+xml"/>
  <Override PartName="/ppt/ink/ink3720.xml" ContentType="application/inkml+xml"/>
  <Override PartName="/ppt/ink/ink3721.xml" ContentType="application/inkml+xml"/>
  <Override PartName="/ppt/ink/ink3722.xml" ContentType="application/inkml+xml"/>
  <Override PartName="/ppt/ink/ink3723.xml" ContentType="application/inkml+xml"/>
  <Override PartName="/ppt/ink/ink3724.xml" ContentType="application/inkml+xml"/>
  <Override PartName="/ppt/ink/ink3725.xml" ContentType="application/inkml+xml"/>
  <Override PartName="/ppt/ink/ink3726.xml" ContentType="application/inkml+xml"/>
  <Override PartName="/ppt/ink/ink3727.xml" ContentType="application/inkml+xml"/>
  <Override PartName="/ppt/ink/ink3728.xml" ContentType="application/inkml+xml"/>
  <Override PartName="/ppt/ink/ink3729.xml" ContentType="application/inkml+xml"/>
  <Override PartName="/ppt/ink/ink3730.xml" ContentType="application/inkml+xml"/>
  <Override PartName="/ppt/ink/ink3731.xml" ContentType="application/inkml+xml"/>
  <Override PartName="/ppt/ink/ink3732.xml" ContentType="application/inkml+xml"/>
  <Override PartName="/ppt/ink/ink3733.xml" ContentType="application/inkml+xml"/>
  <Override PartName="/ppt/ink/ink3734.xml" ContentType="application/inkml+xml"/>
  <Override PartName="/ppt/ink/ink3735.xml" ContentType="application/inkml+xml"/>
  <Override PartName="/ppt/ink/ink3736.xml" ContentType="application/inkml+xml"/>
  <Override PartName="/ppt/ink/ink3737.xml" ContentType="application/inkml+xml"/>
  <Override PartName="/ppt/ink/ink3738.xml" ContentType="application/inkml+xml"/>
  <Override PartName="/ppt/ink/ink3739.xml" ContentType="application/inkml+xml"/>
  <Override PartName="/ppt/ink/ink3740.xml" ContentType="application/inkml+xml"/>
  <Override PartName="/ppt/ink/ink3741.xml" ContentType="application/inkml+xml"/>
  <Override PartName="/ppt/ink/ink3742.xml" ContentType="application/inkml+xml"/>
  <Override PartName="/ppt/ink/ink3743.xml" ContentType="application/inkml+xml"/>
  <Override PartName="/ppt/ink/ink3744.xml" ContentType="application/inkml+xml"/>
  <Override PartName="/ppt/ink/ink3745.xml" ContentType="application/inkml+xml"/>
  <Override PartName="/ppt/ink/ink3746.xml" ContentType="application/inkml+xml"/>
  <Override PartName="/ppt/ink/ink3747.xml" ContentType="application/inkml+xml"/>
  <Override PartName="/ppt/ink/ink3748.xml" ContentType="application/inkml+xml"/>
  <Override PartName="/ppt/ink/ink3749.xml" ContentType="application/inkml+xml"/>
  <Override PartName="/ppt/ink/ink3750.xml" ContentType="application/inkml+xml"/>
  <Override PartName="/ppt/ink/ink3751.xml" ContentType="application/inkml+xml"/>
  <Override PartName="/ppt/ink/ink3752.xml" ContentType="application/inkml+xml"/>
  <Override PartName="/ppt/ink/ink3753.xml" ContentType="application/inkml+xml"/>
  <Override PartName="/ppt/ink/ink3754.xml" ContentType="application/inkml+xml"/>
  <Override PartName="/ppt/ink/ink3755.xml" ContentType="application/inkml+xml"/>
  <Override PartName="/ppt/ink/ink3756.xml" ContentType="application/inkml+xml"/>
  <Override PartName="/ppt/ink/ink3757.xml" ContentType="application/inkml+xml"/>
  <Override PartName="/ppt/ink/ink3758.xml" ContentType="application/inkml+xml"/>
  <Override PartName="/ppt/ink/ink3759.xml" ContentType="application/inkml+xml"/>
  <Override PartName="/ppt/ink/ink3760.xml" ContentType="application/inkml+xml"/>
  <Override PartName="/ppt/ink/ink3761.xml" ContentType="application/inkml+xml"/>
  <Override PartName="/ppt/ink/ink3762.xml" ContentType="application/inkml+xml"/>
  <Override PartName="/ppt/ink/ink3763.xml" ContentType="application/inkml+xml"/>
  <Override PartName="/ppt/ink/ink3764.xml" ContentType="application/inkml+xml"/>
  <Override PartName="/ppt/ink/ink3765.xml" ContentType="application/inkml+xml"/>
  <Override PartName="/ppt/ink/ink3766.xml" ContentType="application/inkml+xml"/>
  <Override PartName="/ppt/ink/ink3767.xml" ContentType="application/inkml+xml"/>
  <Override PartName="/ppt/ink/ink3768.xml" ContentType="application/inkml+xml"/>
  <Override PartName="/ppt/ink/ink3769.xml" ContentType="application/inkml+xml"/>
  <Override PartName="/ppt/ink/ink3770.xml" ContentType="application/inkml+xml"/>
  <Override PartName="/ppt/ink/ink3771.xml" ContentType="application/inkml+xml"/>
  <Override PartName="/ppt/ink/ink3772.xml" ContentType="application/inkml+xml"/>
  <Override PartName="/ppt/ink/ink3773.xml" ContentType="application/inkml+xml"/>
  <Override PartName="/ppt/ink/ink3774.xml" ContentType="application/inkml+xml"/>
  <Override PartName="/ppt/ink/ink3775.xml" ContentType="application/inkml+xml"/>
  <Override PartName="/ppt/ink/ink3776.xml" ContentType="application/inkml+xml"/>
  <Override PartName="/ppt/ink/ink3777.xml" ContentType="application/inkml+xml"/>
  <Override PartName="/ppt/ink/ink3778.xml" ContentType="application/inkml+xml"/>
  <Override PartName="/ppt/ink/ink3779.xml" ContentType="application/inkml+xml"/>
  <Override PartName="/ppt/ink/ink3780.xml" ContentType="application/inkml+xml"/>
  <Override PartName="/ppt/ink/ink3781.xml" ContentType="application/inkml+xml"/>
  <Override PartName="/ppt/ink/ink3782.xml" ContentType="application/inkml+xml"/>
  <Override PartName="/ppt/ink/ink3783.xml" ContentType="application/inkml+xml"/>
  <Override PartName="/ppt/ink/ink3784.xml" ContentType="application/inkml+xml"/>
  <Override PartName="/ppt/ink/ink3785.xml" ContentType="application/inkml+xml"/>
  <Override PartName="/ppt/ink/ink3786.xml" ContentType="application/inkml+xml"/>
  <Override PartName="/ppt/ink/ink3787.xml" ContentType="application/inkml+xml"/>
  <Override PartName="/ppt/ink/ink3788.xml" ContentType="application/inkml+xml"/>
  <Override PartName="/ppt/ink/ink3789.xml" ContentType="application/inkml+xml"/>
  <Override PartName="/ppt/ink/ink3790.xml" ContentType="application/inkml+xml"/>
  <Override PartName="/ppt/ink/ink3791.xml" ContentType="application/inkml+xml"/>
  <Override PartName="/ppt/ink/ink3792.xml" ContentType="application/inkml+xml"/>
  <Override PartName="/ppt/ink/ink3793.xml" ContentType="application/inkml+xml"/>
  <Override PartName="/ppt/ink/ink3794.xml" ContentType="application/inkml+xml"/>
  <Override PartName="/ppt/ink/ink3795.xml" ContentType="application/inkml+xml"/>
  <Override PartName="/ppt/ink/ink3796.xml" ContentType="application/inkml+xml"/>
  <Override PartName="/ppt/ink/ink3797.xml" ContentType="application/inkml+xml"/>
  <Override PartName="/ppt/ink/ink3798.xml" ContentType="application/inkml+xml"/>
  <Override PartName="/ppt/ink/ink3799.xml" ContentType="application/inkml+xml"/>
  <Override PartName="/ppt/ink/ink3800.xml" ContentType="application/inkml+xml"/>
  <Override PartName="/ppt/ink/ink3801.xml" ContentType="application/inkml+xml"/>
  <Override PartName="/ppt/ink/ink3802.xml" ContentType="application/inkml+xml"/>
  <Override PartName="/ppt/ink/ink3803.xml" ContentType="application/inkml+xml"/>
  <Override PartName="/ppt/ink/ink3804.xml" ContentType="application/inkml+xml"/>
  <Override PartName="/ppt/ink/ink3805.xml" ContentType="application/inkml+xml"/>
  <Override PartName="/ppt/ink/ink3806.xml" ContentType="application/inkml+xml"/>
  <Override PartName="/ppt/ink/ink3807.xml" ContentType="application/inkml+xml"/>
  <Override PartName="/ppt/ink/ink3808.xml" ContentType="application/inkml+xml"/>
  <Override PartName="/ppt/ink/ink3809.xml" ContentType="application/inkml+xml"/>
  <Override PartName="/ppt/ink/ink3810.xml" ContentType="application/inkml+xml"/>
  <Override PartName="/ppt/ink/ink3811.xml" ContentType="application/inkml+xml"/>
  <Override PartName="/ppt/ink/ink3812.xml" ContentType="application/inkml+xml"/>
  <Override PartName="/ppt/ink/ink3813.xml" ContentType="application/inkml+xml"/>
  <Override PartName="/ppt/ink/ink3814.xml" ContentType="application/inkml+xml"/>
  <Override PartName="/ppt/ink/ink3815.xml" ContentType="application/inkml+xml"/>
  <Override PartName="/ppt/ink/ink3816.xml" ContentType="application/inkml+xml"/>
  <Override PartName="/ppt/ink/ink3817.xml" ContentType="application/inkml+xml"/>
  <Override PartName="/ppt/ink/ink3818.xml" ContentType="application/inkml+xml"/>
  <Override PartName="/ppt/ink/ink3819.xml" ContentType="application/inkml+xml"/>
  <Override PartName="/ppt/ink/ink3820.xml" ContentType="application/inkml+xml"/>
  <Override PartName="/ppt/ink/ink3821.xml" ContentType="application/inkml+xml"/>
  <Override PartName="/ppt/ink/ink3822.xml" ContentType="application/inkml+xml"/>
  <Override PartName="/ppt/ink/ink3823.xml" ContentType="application/inkml+xml"/>
  <Override PartName="/ppt/ink/ink3824.xml" ContentType="application/inkml+xml"/>
  <Override PartName="/ppt/ink/ink3825.xml" ContentType="application/inkml+xml"/>
  <Override PartName="/ppt/ink/ink3826.xml" ContentType="application/inkml+xml"/>
  <Override PartName="/ppt/ink/ink3827.xml" ContentType="application/inkml+xml"/>
  <Override PartName="/ppt/ink/ink3828.xml" ContentType="application/inkml+xml"/>
  <Override PartName="/ppt/ink/ink3829.xml" ContentType="application/inkml+xml"/>
  <Override PartName="/ppt/ink/ink3830.xml" ContentType="application/inkml+xml"/>
  <Override PartName="/ppt/ink/ink3831.xml" ContentType="application/inkml+xml"/>
  <Override PartName="/ppt/ink/ink3832.xml" ContentType="application/inkml+xml"/>
  <Override PartName="/ppt/ink/ink3833.xml" ContentType="application/inkml+xml"/>
  <Override PartName="/ppt/ink/ink3834.xml" ContentType="application/inkml+xml"/>
  <Override PartName="/ppt/ink/ink3835.xml" ContentType="application/inkml+xml"/>
  <Override PartName="/ppt/ink/ink3836.xml" ContentType="application/inkml+xml"/>
  <Override PartName="/ppt/ink/ink3837.xml" ContentType="application/inkml+xml"/>
  <Override PartName="/ppt/ink/ink3838.xml" ContentType="application/inkml+xml"/>
  <Override PartName="/ppt/ink/ink3839.xml" ContentType="application/inkml+xml"/>
  <Override PartName="/ppt/ink/ink3840.xml" ContentType="application/inkml+xml"/>
  <Override PartName="/ppt/ink/ink3841.xml" ContentType="application/inkml+xml"/>
  <Override PartName="/ppt/ink/ink3842.xml" ContentType="application/inkml+xml"/>
  <Override PartName="/ppt/ink/ink3843.xml" ContentType="application/inkml+xml"/>
  <Override PartName="/ppt/ink/ink3844.xml" ContentType="application/inkml+xml"/>
  <Override PartName="/ppt/ink/ink3845.xml" ContentType="application/inkml+xml"/>
  <Override PartName="/ppt/ink/ink3846.xml" ContentType="application/inkml+xml"/>
  <Override PartName="/ppt/ink/ink3847.xml" ContentType="application/inkml+xml"/>
  <Override PartName="/ppt/ink/ink3848.xml" ContentType="application/inkml+xml"/>
  <Override PartName="/ppt/ink/ink3849.xml" ContentType="application/inkml+xml"/>
  <Override PartName="/ppt/ink/ink3850.xml" ContentType="application/inkml+xml"/>
  <Override PartName="/ppt/ink/ink3851.xml" ContentType="application/inkml+xml"/>
  <Override PartName="/ppt/ink/ink3852.xml" ContentType="application/inkml+xml"/>
  <Override PartName="/ppt/ink/ink3853.xml" ContentType="application/inkml+xml"/>
  <Override PartName="/ppt/ink/ink3854.xml" ContentType="application/inkml+xml"/>
  <Override PartName="/ppt/ink/ink3855.xml" ContentType="application/inkml+xml"/>
  <Override PartName="/ppt/ink/ink3856.xml" ContentType="application/inkml+xml"/>
  <Override PartName="/ppt/ink/ink3857.xml" ContentType="application/inkml+xml"/>
  <Override PartName="/ppt/ink/ink3858.xml" ContentType="application/inkml+xml"/>
  <Override PartName="/ppt/ink/ink3859.xml" ContentType="application/inkml+xml"/>
  <Override PartName="/ppt/ink/ink3860.xml" ContentType="application/inkml+xml"/>
  <Override PartName="/ppt/ink/ink3861.xml" ContentType="application/inkml+xml"/>
  <Override PartName="/ppt/ink/ink3862.xml" ContentType="application/inkml+xml"/>
  <Override PartName="/ppt/ink/ink3863.xml" ContentType="application/inkml+xml"/>
  <Override PartName="/ppt/ink/ink3864.xml" ContentType="application/inkml+xml"/>
  <Override PartName="/ppt/ink/ink3865.xml" ContentType="application/inkml+xml"/>
  <Override PartName="/ppt/ink/ink3866.xml" ContentType="application/inkml+xml"/>
  <Override PartName="/ppt/ink/ink3867.xml" ContentType="application/inkml+xml"/>
  <Override PartName="/ppt/ink/ink3868.xml" ContentType="application/inkml+xml"/>
  <Override PartName="/ppt/ink/ink3869.xml" ContentType="application/inkml+xml"/>
  <Override PartName="/ppt/ink/ink3870.xml" ContentType="application/inkml+xml"/>
  <Override PartName="/ppt/ink/ink3871.xml" ContentType="application/inkml+xml"/>
  <Override PartName="/ppt/ink/ink3872.xml" ContentType="application/inkml+xml"/>
  <Override PartName="/ppt/ink/ink3873.xml" ContentType="application/inkml+xml"/>
  <Override PartName="/ppt/ink/ink3874.xml" ContentType="application/inkml+xml"/>
  <Override PartName="/ppt/ink/ink3875.xml" ContentType="application/inkml+xml"/>
  <Override PartName="/ppt/ink/ink3876.xml" ContentType="application/inkml+xml"/>
  <Override PartName="/ppt/ink/ink3877.xml" ContentType="application/inkml+xml"/>
  <Override PartName="/ppt/ink/ink3878.xml" ContentType="application/inkml+xml"/>
  <Override PartName="/ppt/ink/ink3879.xml" ContentType="application/inkml+xml"/>
  <Override PartName="/ppt/ink/ink3880.xml" ContentType="application/inkml+xml"/>
  <Override PartName="/ppt/ink/ink3881.xml" ContentType="application/inkml+xml"/>
  <Override PartName="/ppt/ink/ink3882.xml" ContentType="application/inkml+xml"/>
  <Override PartName="/ppt/ink/ink3883.xml" ContentType="application/inkml+xml"/>
  <Override PartName="/ppt/ink/ink3884.xml" ContentType="application/inkml+xml"/>
  <Override PartName="/ppt/ink/ink3885.xml" ContentType="application/inkml+xml"/>
  <Override PartName="/ppt/ink/ink3886.xml" ContentType="application/inkml+xml"/>
  <Override PartName="/ppt/ink/ink3887.xml" ContentType="application/inkml+xml"/>
  <Override PartName="/ppt/ink/ink3888.xml" ContentType="application/inkml+xml"/>
  <Override PartName="/ppt/ink/ink3889.xml" ContentType="application/inkml+xml"/>
  <Override PartName="/ppt/ink/ink3890.xml" ContentType="application/inkml+xml"/>
  <Override PartName="/ppt/ink/ink3891.xml" ContentType="application/inkml+xml"/>
  <Override PartName="/ppt/ink/ink3892.xml" ContentType="application/inkml+xml"/>
  <Override PartName="/ppt/ink/ink3893.xml" ContentType="application/inkml+xml"/>
  <Override PartName="/ppt/ink/ink3894.xml" ContentType="application/inkml+xml"/>
  <Override PartName="/ppt/ink/ink3895.xml" ContentType="application/inkml+xml"/>
  <Override PartName="/ppt/ink/ink3896.xml" ContentType="application/inkml+xml"/>
  <Override PartName="/ppt/ink/ink3897.xml" ContentType="application/inkml+xml"/>
  <Override PartName="/ppt/ink/ink3898.xml" ContentType="application/inkml+xml"/>
  <Override PartName="/ppt/ink/ink3899.xml" ContentType="application/inkml+xml"/>
  <Override PartName="/ppt/ink/ink3900.xml" ContentType="application/inkml+xml"/>
  <Override PartName="/ppt/ink/ink3901.xml" ContentType="application/inkml+xml"/>
  <Override PartName="/ppt/ink/ink3902.xml" ContentType="application/inkml+xml"/>
  <Override PartName="/ppt/ink/ink3903.xml" ContentType="application/inkml+xml"/>
  <Override PartName="/ppt/ink/ink3904.xml" ContentType="application/inkml+xml"/>
  <Override PartName="/ppt/ink/ink3905.xml" ContentType="application/inkml+xml"/>
  <Override PartName="/ppt/ink/ink3906.xml" ContentType="application/inkml+xml"/>
  <Override PartName="/ppt/ink/ink3907.xml" ContentType="application/inkml+xml"/>
  <Override PartName="/ppt/ink/ink3908.xml" ContentType="application/inkml+xml"/>
  <Override PartName="/ppt/ink/ink3909.xml" ContentType="application/inkml+xml"/>
  <Override PartName="/ppt/ink/ink3910.xml" ContentType="application/inkml+xml"/>
  <Override PartName="/ppt/ink/ink3911.xml" ContentType="application/inkml+xml"/>
  <Override PartName="/ppt/ink/ink3912.xml" ContentType="application/inkml+xml"/>
  <Override PartName="/ppt/ink/ink3913.xml" ContentType="application/inkml+xml"/>
  <Override PartName="/ppt/ink/ink3914.xml" ContentType="application/inkml+xml"/>
  <Override PartName="/ppt/ink/ink3915.xml" ContentType="application/inkml+xml"/>
  <Override PartName="/ppt/ink/ink3916.xml" ContentType="application/inkml+xml"/>
  <Override PartName="/ppt/ink/ink3917.xml" ContentType="application/inkml+xml"/>
  <Override PartName="/ppt/ink/ink3918.xml" ContentType="application/inkml+xml"/>
  <Override PartName="/ppt/ink/ink3919.xml" ContentType="application/inkml+xml"/>
  <Override PartName="/ppt/ink/ink3920.xml" ContentType="application/inkml+xml"/>
  <Override PartName="/ppt/ink/ink3921.xml" ContentType="application/inkml+xml"/>
  <Override PartName="/ppt/ink/ink3922.xml" ContentType="application/inkml+xml"/>
  <Override PartName="/ppt/ink/ink3923.xml" ContentType="application/inkml+xml"/>
  <Override PartName="/ppt/ink/ink3924.xml" ContentType="application/inkml+xml"/>
  <Override PartName="/ppt/ink/ink3925.xml" ContentType="application/inkml+xml"/>
  <Override PartName="/ppt/ink/ink3926.xml" ContentType="application/inkml+xml"/>
  <Override PartName="/ppt/ink/ink3927.xml" ContentType="application/inkml+xml"/>
  <Override PartName="/ppt/ink/ink3928.xml" ContentType="application/inkml+xml"/>
  <Override PartName="/ppt/ink/ink3929.xml" ContentType="application/inkml+xml"/>
  <Override PartName="/ppt/ink/ink3930.xml" ContentType="application/inkml+xml"/>
  <Override PartName="/ppt/ink/ink3931.xml" ContentType="application/inkml+xml"/>
  <Override PartName="/ppt/ink/ink3932.xml" ContentType="application/inkml+xml"/>
  <Override PartName="/ppt/ink/ink3933.xml" ContentType="application/inkml+xml"/>
  <Override PartName="/ppt/ink/ink3934.xml" ContentType="application/inkml+xml"/>
  <Override PartName="/ppt/ink/ink3935.xml" ContentType="application/inkml+xml"/>
  <Override PartName="/ppt/ink/ink3936.xml" ContentType="application/inkml+xml"/>
  <Override PartName="/ppt/ink/ink3937.xml" ContentType="application/inkml+xml"/>
  <Override PartName="/ppt/ink/ink3938.xml" ContentType="application/inkml+xml"/>
  <Override PartName="/ppt/ink/ink3939.xml" ContentType="application/inkml+xml"/>
  <Override PartName="/ppt/ink/ink3940.xml" ContentType="application/inkml+xml"/>
  <Override PartName="/ppt/ink/ink3941.xml" ContentType="application/inkml+xml"/>
  <Override PartName="/ppt/ink/ink3942.xml" ContentType="application/inkml+xml"/>
  <Override PartName="/ppt/ink/ink3943.xml" ContentType="application/inkml+xml"/>
  <Override PartName="/ppt/ink/ink3944.xml" ContentType="application/inkml+xml"/>
  <Override PartName="/ppt/ink/ink3945.xml" ContentType="application/inkml+xml"/>
  <Override PartName="/ppt/ink/ink3946.xml" ContentType="application/inkml+xml"/>
  <Override PartName="/ppt/ink/ink3947.xml" ContentType="application/inkml+xml"/>
  <Override PartName="/ppt/ink/ink3948.xml" ContentType="application/inkml+xml"/>
  <Override PartName="/ppt/ink/ink3949.xml" ContentType="application/inkml+xml"/>
  <Override PartName="/ppt/ink/ink3950.xml" ContentType="application/inkml+xml"/>
  <Override PartName="/ppt/ink/ink3951.xml" ContentType="application/inkml+xml"/>
  <Override PartName="/ppt/ink/ink3952.xml" ContentType="application/inkml+xml"/>
  <Override PartName="/ppt/ink/ink3953.xml" ContentType="application/inkml+xml"/>
  <Override PartName="/ppt/ink/ink3954.xml" ContentType="application/inkml+xml"/>
  <Override PartName="/ppt/ink/ink3955.xml" ContentType="application/inkml+xml"/>
  <Override PartName="/ppt/ink/ink3956.xml" ContentType="application/inkml+xml"/>
  <Override PartName="/ppt/ink/ink3957.xml" ContentType="application/inkml+xml"/>
  <Override PartName="/ppt/ink/ink3958.xml" ContentType="application/inkml+xml"/>
  <Override PartName="/ppt/ink/ink3959.xml" ContentType="application/inkml+xml"/>
  <Override PartName="/ppt/ink/ink3960.xml" ContentType="application/inkml+xml"/>
  <Override PartName="/ppt/ink/ink3961.xml" ContentType="application/inkml+xml"/>
  <Override PartName="/ppt/ink/ink3962.xml" ContentType="application/inkml+xml"/>
  <Override PartName="/ppt/ink/ink3963.xml" ContentType="application/inkml+xml"/>
  <Override PartName="/ppt/ink/ink3964.xml" ContentType="application/inkml+xml"/>
  <Override PartName="/ppt/ink/ink3965.xml" ContentType="application/inkml+xml"/>
  <Override PartName="/ppt/ink/ink3966.xml" ContentType="application/inkml+xml"/>
  <Override PartName="/ppt/ink/ink3967.xml" ContentType="application/inkml+xml"/>
  <Override PartName="/ppt/ink/ink3968.xml" ContentType="application/inkml+xml"/>
  <Override PartName="/ppt/ink/ink3969.xml" ContentType="application/inkml+xml"/>
  <Override PartName="/ppt/ink/ink3970.xml" ContentType="application/inkml+xml"/>
  <Override PartName="/ppt/ink/ink3971.xml" ContentType="application/inkml+xml"/>
  <Override PartName="/ppt/ink/ink3972.xml" ContentType="application/inkml+xml"/>
  <Override PartName="/ppt/ink/ink3973.xml" ContentType="application/inkml+xml"/>
  <Override PartName="/ppt/ink/ink3974.xml" ContentType="application/inkml+xml"/>
  <Override PartName="/ppt/ink/ink3975.xml" ContentType="application/inkml+xml"/>
  <Override PartName="/ppt/ink/ink3976.xml" ContentType="application/inkml+xml"/>
  <Override PartName="/ppt/ink/ink3977.xml" ContentType="application/inkml+xml"/>
  <Override PartName="/ppt/ink/ink3978.xml" ContentType="application/inkml+xml"/>
  <Override PartName="/ppt/ink/ink3979.xml" ContentType="application/inkml+xml"/>
  <Override PartName="/ppt/ink/ink3980.xml" ContentType="application/inkml+xml"/>
  <Override PartName="/ppt/ink/ink3981.xml" ContentType="application/inkml+xml"/>
  <Override PartName="/ppt/ink/ink3982.xml" ContentType="application/inkml+xml"/>
  <Override PartName="/ppt/ink/ink3983.xml" ContentType="application/inkml+xml"/>
  <Override PartName="/ppt/ink/ink3984.xml" ContentType="application/inkml+xml"/>
  <Override PartName="/ppt/ink/ink3985.xml" ContentType="application/inkml+xml"/>
  <Override PartName="/ppt/ink/ink3986.xml" ContentType="application/inkml+xml"/>
  <Override PartName="/ppt/ink/ink3987.xml" ContentType="application/inkml+xml"/>
  <Override PartName="/ppt/ink/ink3988.xml" ContentType="application/inkml+xml"/>
  <Override PartName="/ppt/ink/ink3989.xml" ContentType="application/inkml+xml"/>
  <Override PartName="/ppt/ink/ink3990.xml" ContentType="application/inkml+xml"/>
  <Override PartName="/ppt/ink/ink3991.xml" ContentType="application/inkml+xml"/>
  <Override PartName="/ppt/ink/ink3992.xml" ContentType="application/inkml+xml"/>
  <Override PartName="/ppt/ink/ink3993.xml" ContentType="application/inkml+xml"/>
  <Override PartName="/ppt/ink/ink3994.xml" ContentType="application/inkml+xml"/>
  <Override PartName="/ppt/ink/ink3995.xml" ContentType="application/inkml+xml"/>
  <Override PartName="/ppt/ink/ink3996.xml" ContentType="application/inkml+xml"/>
  <Override PartName="/ppt/ink/ink3997.xml" ContentType="application/inkml+xml"/>
  <Override PartName="/ppt/ink/ink3998.xml" ContentType="application/inkml+xml"/>
  <Override PartName="/ppt/ink/ink3999.xml" ContentType="application/inkml+xml"/>
  <Override PartName="/ppt/ink/ink4000.xml" ContentType="application/inkml+xml"/>
  <Override PartName="/ppt/ink/ink4001.xml" ContentType="application/inkml+xml"/>
  <Override PartName="/ppt/ink/ink4002.xml" ContentType="application/inkml+xml"/>
  <Override PartName="/ppt/ink/ink4003.xml" ContentType="application/inkml+xml"/>
  <Override PartName="/ppt/ink/ink4004.xml" ContentType="application/inkml+xml"/>
  <Override PartName="/ppt/ink/ink4005.xml" ContentType="application/inkml+xml"/>
  <Override PartName="/ppt/ink/ink4006.xml" ContentType="application/inkml+xml"/>
  <Override PartName="/ppt/ink/ink4007.xml" ContentType="application/inkml+xml"/>
  <Override PartName="/ppt/ink/ink4008.xml" ContentType="application/inkml+xml"/>
  <Override PartName="/ppt/ink/ink4009.xml" ContentType="application/inkml+xml"/>
  <Override PartName="/ppt/ink/ink4010.xml" ContentType="application/inkml+xml"/>
  <Override PartName="/ppt/ink/ink4011.xml" ContentType="application/inkml+xml"/>
  <Override PartName="/ppt/ink/ink4012.xml" ContentType="application/inkml+xml"/>
  <Override PartName="/ppt/ink/ink4013.xml" ContentType="application/inkml+xml"/>
  <Override PartName="/ppt/ink/ink4014.xml" ContentType="application/inkml+xml"/>
  <Override PartName="/ppt/ink/ink4015.xml" ContentType="application/inkml+xml"/>
  <Override PartName="/ppt/ink/ink4016.xml" ContentType="application/inkml+xml"/>
  <Override PartName="/ppt/ink/ink4017.xml" ContentType="application/inkml+xml"/>
  <Override PartName="/ppt/ink/ink4018.xml" ContentType="application/inkml+xml"/>
  <Override PartName="/ppt/ink/ink4019.xml" ContentType="application/inkml+xml"/>
  <Override PartName="/ppt/ink/ink4020.xml" ContentType="application/inkml+xml"/>
  <Override PartName="/ppt/ink/ink4021.xml" ContentType="application/inkml+xml"/>
  <Override PartName="/ppt/ink/ink4022.xml" ContentType="application/inkml+xml"/>
  <Override PartName="/ppt/ink/ink4023.xml" ContentType="application/inkml+xml"/>
  <Override PartName="/ppt/ink/ink4024.xml" ContentType="application/inkml+xml"/>
  <Override PartName="/ppt/ink/ink4025.xml" ContentType="application/inkml+xml"/>
  <Override PartName="/ppt/ink/ink4026.xml" ContentType="application/inkml+xml"/>
  <Override PartName="/ppt/ink/ink4027.xml" ContentType="application/inkml+xml"/>
  <Override PartName="/ppt/ink/ink4028.xml" ContentType="application/inkml+xml"/>
  <Override PartName="/ppt/ink/ink4029.xml" ContentType="application/inkml+xml"/>
  <Override PartName="/ppt/ink/ink4030.xml" ContentType="application/inkml+xml"/>
  <Override PartName="/ppt/ink/ink4031.xml" ContentType="application/inkml+xml"/>
  <Override PartName="/ppt/ink/ink4032.xml" ContentType="application/inkml+xml"/>
  <Override PartName="/ppt/ink/ink4033.xml" ContentType="application/inkml+xml"/>
  <Override PartName="/ppt/ink/ink4034.xml" ContentType="application/inkml+xml"/>
  <Override PartName="/ppt/ink/ink4035.xml" ContentType="application/inkml+xml"/>
  <Override PartName="/ppt/ink/ink4036.xml" ContentType="application/inkml+xml"/>
  <Override PartName="/ppt/ink/ink4037.xml" ContentType="application/inkml+xml"/>
  <Override PartName="/ppt/ink/ink4038.xml" ContentType="application/inkml+xml"/>
  <Override PartName="/ppt/ink/ink4039.xml" ContentType="application/inkml+xml"/>
  <Override PartName="/ppt/ink/ink4040.xml" ContentType="application/inkml+xml"/>
  <Override PartName="/ppt/ink/ink4041.xml" ContentType="application/inkml+xml"/>
  <Override PartName="/ppt/ink/ink4042.xml" ContentType="application/inkml+xml"/>
  <Override PartName="/ppt/ink/ink4043.xml" ContentType="application/inkml+xml"/>
  <Override PartName="/ppt/ink/ink4044.xml" ContentType="application/inkml+xml"/>
  <Override PartName="/ppt/ink/ink4045.xml" ContentType="application/inkml+xml"/>
  <Override PartName="/ppt/ink/ink4046.xml" ContentType="application/inkml+xml"/>
  <Override PartName="/ppt/ink/ink4047.xml" ContentType="application/inkml+xml"/>
  <Override PartName="/ppt/ink/ink4048.xml" ContentType="application/inkml+xml"/>
  <Override PartName="/ppt/ink/ink4049.xml" ContentType="application/inkml+xml"/>
  <Override PartName="/ppt/ink/ink4050.xml" ContentType="application/inkml+xml"/>
  <Override PartName="/ppt/ink/ink4051.xml" ContentType="application/inkml+xml"/>
  <Override PartName="/ppt/ink/ink4052.xml" ContentType="application/inkml+xml"/>
  <Override PartName="/ppt/ink/ink4053.xml" ContentType="application/inkml+xml"/>
  <Override PartName="/ppt/ink/ink4054.xml" ContentType="application/inkml+xml"/>
  <Override PartName="/ppt/ink/ink4055.xml" ContentType="application/inkml+xml"/>
  <Override PartName="/ppt/ink/ink4056.xml" ContentType="application/inkml+xml"/>
  <Override PartName="/ppt/ink/ink4057.xml" ContentType="application/inkml+xml"/>
  <Override PartName="/ppt/ink/ink4058.xml" ContentType="application/inkml+xml"/>
  <Override PartName="/ppt/ink/ink4059.xml" ContentType="application/inkml+xml"/>
  <Override PartName="/ppt/ink/ink4060.xml" ContentType="application/inkml+xml"/>
  <Override PartName="/ppt/ink/ink4061.xml" ContentType="application/inkml+xml"/>
  <Override PartName="/ppt/ink/ink4062.xml" ContentType="application/inkml+xml"/>
  <Override PartName="/ppt/ink/ink4063.xml" ContentType="application/inkml+xml"/>
  <Override PartName="/ppt/ink/ink4064.xml" ContentType="application/inkml+xml"/>
  <Override PartName="/ppt/ink/ink4065.xml" ContentType="application/inkml+xml"/>
  <Override PartName="/ppt/ink/ink4066.xml" ContentType="application/inkml+xml"/>
  <Override PartName="/ppt/ink/ink4067.xml" ContentType="application/inkml+xml"/>
  <Override PartName="/ppt/ink/ink4068.xml" ContentType="application/inkml+xml"/>
  <Override PartName="/ppt/ink/ink4069.xml" ContentType="application/inkml+xml"/>
  <Override PartName="/ppt/ink/ink4070.xml" ContentType="application/inkml+xml"/>
  <Override PartName="/ppt/ink/ink4071.xml" ContentType="application/inkml+xml"/>
  <Override PartName="/ppt/ink/ink4072.xml" ContentType="application/inkml+xml"/>
  <Override PartName="/ppt/ink/ink4073.xml" ContentType="application/inkml+xml"/>
  <Override PartName="/ppt/ink/ink4074.xml" ContentType="application/inkml+xml"/>
  <Override PartName="/ppt/ink/ink4075.xml" ContentType="application/inkml+xml"/>
  <Override PartName="/ppt/ink/ink4076.xml" ContentType="application/inkml+xml"/>
  <Override PartName="/ppt/ink/ink4077.xml" ContentType="application/inkml+xml"/>
  <Override PartName="/ppt/ink/ink4078.xml" ContentType="application/inkml+xml"/>
  <Override PartName="/ppt/ink/ink4079.xml" ContentType="application/inkml+xml"/>
  <Override PartName="/ppt/ink/ink4080.xml" ContentType="application/inkml+xml"/>
  <Override PartName="/ppt/ink/ink4081.xml" ContentType="application/inkml+xml"/>
  <Override PartName="/ppt/ink/ink4082.xml" ContentType="application/inkml+xml"/>
  <Override PartName="/ppt/ink/ink4083.xml" ContentType="application/inkml+xml"/>
  <Override PartName="/ppt/ink/ink4084.xml" ContentType="application/inkml+xml"/>
  <Override PartName="/ppt/ink/ink4085.xml" ContentType="application/inkml+xml"/>
  <Override PartName="/ppt/ink/ink4086.xml" ContentType="application/inkml+xml"/>
  <Override PartName="/ppt/ink/ink4087.xml" ContentType="application/inkml+xml"/>
  <Override PartName="/ppt/ink/ink4088.xml" ContentType="application/inkml+xml"/>
  <Override PartName="/ppt/ink/ink4089.xml" ContentType="application/inkml+xml"/>
  <Override PartName="/ppt/ink/ink4090.xml" ContentType="application/inkml+xml"/>
  <Override PartName="/ppt/ink/ink4091.xml" ContentType="application/inkml+xml"/>
  <Override PartName="/ppt/ink/ink4092.xml" ContentType="application/inkml+xml"/>
  <Override PartName="/ppt/ink/ink4093.xml" ContentType="application/inkml+xml"/>
  <Override PartName="/ppt/ink/ink4094.xml" ContentType="application/inkml+xml"/>
  <Override PartName="/ppt/ink/ink4095.xml" ContentType="application/inkml+xml"/>
  <Override PartName="/ppt/ink/ink4096.xml" ContentType="application/inkml+xml"/>
  <Override PartName="/ppt/ink/ink4097.xml" ContentType="application/inkml+xml"/>
  <Override PartName="/ppt/ink/ink4098.xml" ContentType="application/inkml+xml"/>
  <Override PartName="/ppt/ink/ink4099.xml" ContentType="application/inkml+xml"/>
  <Override PartName="/ppt/ink/ink4100.xml" ContentType="application/inkml+xml"/>
  <Override PartName="/ppt/ink/ink4101.xml" ContentType="application/inkml+xml"/>
  <Override PartName="/ppt/ink/ink4102.xml" ContentType="application/inkml+xml"/>
  <Override PartName="/ppt/ink/ink4103.xml" ContentType="application/inkml+xml"/>
  <Override PartName="/ppt/ink/ink4104.xml" ContentType="application/inkml+xml"/>
  <Override PartName="/ppt/ink/ink4105.xml" ContentType="application/inkml+xml"/>
  <Override PartName="/ppt/ink/ink4106.xml" ContentType="application/inkml+xml"/>
  <Override PartName="/ppt/ink/ink4107.xml" ContentType="application/inkml+xml"/>
  <Override PartName="/ppt/ink/ink4108.xml" ContentType="application/inkml+xml"/>
  <Override PartName="/ppt/ink/ink4109.xml" ContentType="application/inkml+xml"/>
  <Override PartName="/ppt/ink/ink4110.xml" ContentType="application/inkml+xml"/>
  <Override PartName="/ppt/ink/ink4111.xml" ContentType="application/inkml+xml"/>
  <Override PartName="/ppt/ink/ink4112.xml" ContentType="application/inkml+xml"/>
  <Override PartName="/ppt/ink/ink4113.xml" ContentType="application/inkml+xml"/>
  <Override PartName="/ppt/ink/ink4114.xml" ContentType="application/inkml+xml"/>
  <Override PartName="/ppt/ink/ink4115.xml" ContentType="application/inkml+xml"/>
  <Override PartName="/ppt/ink/ink4116.xml" ContentType="application/inkml+xml"/>
  <Override PartName="/ppt/ink/ink4117.xml" ContentType="application/inkml+xml"/>
  <Override PartName="/ppt/ink/ink4118.xml" ContentType="application/inkml+xml"/>
  <Override PartName="/ppt/ink/ink4119.xml" ContentType="application/inkml+xml"/>
  <Override PartName="/ppt/ink/ink4120.xml" ContentType="application/inkml+xml"/>
  <Override PartName="/ppt/ink/ink4121.xml" ContentType="application/inkml+xml"/>
  <Override PartName="/ppt/ink/ink4122.xml" ContentType="application/inkml+xml"/>
  <Override PartName="/ppt/ink/ink4123.xml" ContentType="application/inkml+xml"/>
  <Override PartName="/ppt/ink/ink4124.xml" ContentType="application/inkml+xml"/>
  <Override PartName="/ppt/ink/ink4125.xml" ContentType="application/inkml+xml"/>
  <Override PartName="/ppt/ink/ink4126.xml" ContentType="application/inkml+xml"/>
  <Override PartName="/ppt/ink/ink4127.xml" ContentType="application/inkml+xml"/>
  <Override PartName="/ppt/ink/ink4128.xml" ContentType="application/inkml+xml"/>
  <Override PartName="/ppt/ink/ink4129.xml" ContentType="application/inkml+xml"/>
  <Override PartName="/ppt/ink/ink4130.xml" ContentType="application/inkml+xml"/>
  <Override PartName="/ppt/ink/ink4131.xml" ContentType="application/inkml+xml"/>
  <Override PartName="/ppt/ink/ink4132.xml" ContentType="application/inkml+xml"/>
  <Override PartName="/ppt/ink/ink4133.xml" ContentType="application/inkml+xml"/>
  <Override PartName="/ppt/ink/ink4134.xml" ContentType="application/inkml+xml"/>
  <Override PartName="/ppt/ink/ink4135.xml" ContentType="application/inkml+xml"/>
  <Override PartName="/ppt/ink/ink4136.xml" ContentType="application/inkml+xml"/>
  <Override PartName="/ppt/ink/ink4137.xml" ContentType="application/inkml+xml"/>
  <Override PartName="/ppt/ink/ink4138.xml" ContentType="application/inkml+xml"/>
  <Override PartName="/ppt/ink/ink4139.xml" ContentType="application/inkml+xml"/>
  <Override PartName="/ppt/ink/ink4140.xml" ContentType="application/inkml+xml"/>
  <Override PartName="/ppt/ink/ink4141.xml" ContentType="application/inkml+xml"/>
  <Override PartName="/ppt/ink/ink4142.xml" ContentType="application/inkml+xml"/>
  <Override PartName="/ppt/ink/ink4143.xml" ContentType="application/inkml+xml"/>
  <Override PartName="/ppt/ink/ink4144.xml" ContentType="application/inkml+xml"/>
  <Override PartName="/ppt/ink/ink4145.xml" ContentType="application/inkml+xml"/>
  <Override PartName="/ppt/ink/ink4146.xml" ContentType="application/inkml+xml"/>
  <Override PartName="/ppt/ink/ink4147.xml" ContentType="application/inkml+xml"/>
  <Override PartName="/ppt/ink/ink4148.xml" ContentType="application/inkml+xml"/>
  <Override PartName="/ppt/ink/ink4149.xml" ContentType="application/inkml+xml"/>
  <Override PartName="/ppt/ink/ink4150.xml" ContentType="application/inkml+xml"/>
  <Override PartName="/ppt/ink/ink4151.xml" ContentType="application/inkml+xml"/>
  <Override PartName="/ppt/ink/ink4152.xml" ContentType="application/inkml+xml"/>
  <Override PartName="/ppt/ink/ink4153.xml" ContentType="application/inkml+xml"/>
  <Override PartName="/ppt/ink/ink4154.xml" ContentType="application/inkml+xml"/>
  <Override PartName="/ppt/ink/ink4155.xml" ContentType="application/inkml+xml"/>
  <Override PartName="/ppt/ink/ink4156.xml" ContentType="application/inkml+xml"/>
  <Override PartName="/ppt/ink/ink4157.xml" ContentType="application/inkml+xml"/>
  <Override PartName="/ppt/ink/ink4158.xml" ContentType="application/inkml+xml"/>
  <Override PartName="/ppt/ink/ink4159.xml" ContentType="application/inkml+xml"/>
  <Override PartName="/ppt/ink/ink4160.xml" ContentType="application/inkml+xml"/>
  <Override PartName="/ppt/ink/ink4161.xml" ContentType="application/inkml+xml"/>
  <Override PartName="/ppt/ink/ink4162.xml" ContentType="application/inkml+xml"/>
  <Override PartName="/ppt/ink/ink4163.xml" ContentType="application/inkml+xml"/>
  <Override PartName="/ppt/ink/ink4164.xml" ContentType="application/inkml+xml"/>
  <Override PartName="/ppt/ink/ink4165.xml" ContentType="application/inkml+xml"/>
  <Override PartName="/ppt/ink/ink4166.xml" ContentType="application/inkml+xml"/>
  <Override PartName="/ppt/ink/ink4167.xml" ContentType="application/inkml+xml"/>
  <Override PartName="/ppt/ink/ink4168.xml" ContentType="application/inkml+xml"/>
  <Override PartName="/ppt/ink/ink4169.xml" ContentType="application/inkml+xml"/>
  <Override PartName="/ppt/ink/ink4170.xml" ContentType="application/inkml+xml"/>
  <Override PartName="/ppt/ink/ink4171.xml" ContentType="application/inkml+xml"/>
  <Override PartName="/ppt/ink/ink4172.xml" ContentType="application/inkml+xml"/>
  <Override PartName="/ppt/ink/ink4173.xml" ContentType="application/inkml+xml"/>
  <Override PartName="/ppt/ink/ink4174.xml" ContentType="application/inkml+xml"/>
  <Override PartName="/ppt/ink/ink4175.xml" ContentType="application/inkml+xml"/>
  <Override PartName="/ppt/ink/ink4176.xml" ContentType="application/inkml+xml"/>
  <Override PartName="/ppt/ink/ink4177.xml" ContentType="application/inkml+xml"/>
  <Override PartName="/ppt/ink/ink4178.xml" ContentType="application/inkml+xml"/>
  <Override PartName="/ppt/ink/ink4179.xml" ContentType="application/inkml+xml"/>
  <Override PartName="/ppt/ink/ink4180.xml" ContentType="application/inkml+xml"/>
  <Override PartName="/ppt/ink/ink4181.xml" ContentType="application/inkml+xml"/>
  <Override PartName="/ppt/ink/ink4182.xml" ContentType="application/inkml+xml"/>
  <Override PartName="/ppt/ink/ink4183.xml" ContentType="application/inkml+xml"/>
  <Override PartName="/ppt/ink/ink4184.xml" ContentType="application/inkml+xml"/>
  <Override PartName="/ppt/ink/ink4185.xml" ContentType="application/inkml+xml"/>
  <Override PartName="/ppt/ink/ink4186.xml" ContentType="application/inkml+xml"/>
  <Override PartName="/ppt/ink/ink4187.xml" ContentType="application/inkml+xml"/>
  <Override PartName="/ppt/ink/ink4188.xml" ContentType="application/inkml+xml"/>
  <Override PartName="/ppt/ink/ink4189.xml" ContentType="application/inkml+xml"/>
  <Override PartName="/ppt/ink/ink4190.xml" ContentType="application/inkml+xml"/>
  <Override PartName="/ppt/ink/ink4191.xml" ContentType="application/inkml+xml"/>
  <Override PartName="/ppt/ink/ink4192.xml" ContentType="application/inkml+xml"/>
  <Override PartName="/ppt/ink/ink4193.xml" ContentType="application/inkml+xml"/>
  <Override PartName="/ppt/ink/ink4194.xml" ContentType="application/inkml+xml"/>
  <Override PartName="/ppt/ink/ink4195.xml" ContentType="application/inkml+xml"/>
  <Override PartName="/ppt/ink/ink4196.xml" ContentType="application/inkml+xml"/>
  <Override PartName="/ppt/ink/ink4197.xml" ContentType="application/inkml+xml"/>
  <Override PartName="/ppt/ink/ink4198.xml" ContentType="application/inkml+xml"/>
  <Override PartName="/ppt/ink/ink4199.xml" ContentType="application/inkml+xml"/>
  <Override PartName="/ppt/ink/ink4200.xml" ContentType="application/inkml+xml"/>
  <Override PartName="/ppt/ink/ink4201.xml" ContentType="application/inkml+xml"/>
  <Override PartName="/ppt/ink/ink4202.xml" ContentType="application/inkml+xml"/>
  <Override PartName="/ppt/ink/ink4203.xml" ContentType="application/inkml+xml"/>
  <Override PartName="/ppt/ink/ink4204.xml" ContentType="application/inkml+xml"/>
  <Override PartName="/ppt/ink/ink4205.xml" ContentType="application/inkml+xml"/>
  <Override PartName="/ppt/ink/ink4206.xml" ContentType="application/inkml+xml"/>
  <Override PartName="/ppt/ink/ink4207.xml" ContentType="application/inkml+xml"/>
  <Override PartName="/ppt/ink/ink4208.xml" ContentType="application/inkml+xml"/>
  <Override PartName="/ppt/ink/ink4209.xml" ContentType="application/inkml+xml"/>
  <Override PartName="/ppt/ink/ink4210.xml" ContentType="application/inkml+xml"/>
  <Override PartName="/ppt/ink/ink4211.xml" ContentType="application/inkml+xml"/>
  <Override PartName="/ppt/ink/ink4212.xml" ContentType="application/inkml+xml"/>
  <Override PartName="/ppt/ink/ink4213.xml" ContentType="application/inkml+xml"/>
  <Override PartName="/ppt/ink/ink4214.xml" ContentType="application/inkml+xml"/>
  <Override PartName="/ppt/ink/ink4215.xml" ContentType="application/inkml+xml"/>
  <Override PartName="/ppt/ink/ink4216.xml" ContentType="application/inkml+xml"/>
  <Override PartName="/ppt/ink/ink4217.xml" ContentType="application/inkml+xml"/>
  <Override PartName="/ppt/ink/ink4218.xml" ContentType="application/inkml+xml"/>
  <Override PartName="/ppt/ink/ink4219.xml" ContentType="application/inkml+xml"/>
  <Override PartName="/ppt/ink/ink4220.xml" ContentType="application/inkml+xml"/>
  <Override PartName="/ppt/ink/ink4221.xml" ContentType="application/inkml+xml"/>
  <Override PartName="/ppt/ink/ink4222.xml" ContentType="application/inkml+xml"/>
  <Override PartName="/ppt/ink/ink4223.xml" ContentType="application/inkml+xml"/>
  <Override PartName="/ppt/ink/ink4224.xml" ContentType="application/inkml+xml"/>
  <Override PartName="/ppt/ink/ink4225.xml" ContentType="application/inkml+xml"/>
  <Override PartName="/ppt/ink/ink4226.xml" ContentType="application/inkml+xml"/>
  <Override PartName="/ppt/ink/ink4227.xml" ContentType="application/inkml+xml"/>
  <Override PartName="/ppt/ink/ink4228.xml" ContentType="application/inkml+xml"/>
  <Override PartName="/ppt/ink/ink4229.xml" ContentType="application/inkml+xml"/>
  <Override PartName="/ppt/ink/ink4230.xml" ContentType="application/inkml+xml"/>
  <Override PartName="/ppt/ink/ink4231.xml" ContentType="application/inkml+xml"/>
  <Override PartName="/ppt/ink/ink4232.xml" ContentType="application/inkml+xml"/>
  <Override PartName="/ppt/ink/ink4233.xml" ContentType="application/inkml+xml"/>
  <Override PartName="/ppt/ink/ink4234.xml" ContentType="application/inkml+xml"/>
  <Override PartName="/ppt/ink/ink4235.xml" ContentType="application/inkml+xml"/>
  <Override PartName="/ppt/ink/ink4236.xml" ContentType="application/inkml+xml"/>
  <Override PartName="/ppt/ink/ink4237.xml" ContentType="application/inkml+xml"/>
  <Override PartName="/ppt/ink/ink4238.xml" ContentType="application/inkml+xml"/>
  <Override PartName="/ppt/ink/ink4239.xml" ContentType="application/inkml+xml"/>
  <Override PartName="/ppt/ink/ink4240.xml" ContentType="application/inkml+xml"/>
  <Override PartName="/ppt/ink/ink4241.xml" ContentType="application/inkml+xml"/>
  <Override PartName="/ppt/ink/ink4242.xml" ContentType="application/inkml+xml"/>
  <Override PartName="/ppt/ink/ink4243.xml" ContentType="application/inkml+xml"/>
  <Override PartName="/ppt/ink/ink4244.xml" ContentType="application/inkml+xml"/>
  <Override PartName="/ppt/ink/ink4245.xml" ContentType="application/inkml+xml"/>
  <Override PartName="/ppt/ink/ink4246.xml" ContentType="application/inkml+xml"/>
  <Override PartName="/ppt/ink/ink4247.xml" ContentType="application/inkml+xml"/>
  <Override PartName="/ppt/ink/ink4248.xml" ContentType="application/inkml+xml"/>
  <Override PartName="/ppt/ink/ink4249.xml" ContentType="application/inkml+xml"/>
  <Override PartName="/ppt/ink/ink4250.xml" ContentType="application/inkml+xml"/>
  <Override PartName="/ppt/ink/ink4251.xml" ContentType="application/inkml+xml"/>
  <Override PartName="/ppt/ink/ink4252.xml" ContentType="application/inkml+xml"/>
  <Override PartName="/ppt/ink/ink4253.xml" ContentType="application/inkml+xml"/>
  <Override PartName="/ppt/ink/ink4254.xml" ContentType="application/inkml+xml"/>
  <Override PartName="/ppt/ink/ink4255.xml" ContentType="application/inkml+xml"/>
  <Override PartName="/ppt/ink/ink4256.xml" ContentType="application/inkml+xml"/>
  <Override PartName="/ppt/ink/ink4257.xml" ContentType="application/inkml+xml"/>
  <Override PartName="/ppt/ink/ink4258.xml" ContentType="application/inkml+xml"/>
  <Override PartName="/ppt/ink/ink4259.xml" ContentType="application/inkml+xml"/>
  <Override PartName="/ppt/ink/ink4260.xml" ContentType="application/inkml+xml"/>
  <Override PartName="/ppt/ink/ink4261.xml" ContentType="application/inkml+xml"/>
  <Override PartName="/ppt/ink/ink4262.xml" ContentType="application/inkml+xml"/>
  <Override PartName="/ppt/ink/ink4263.xml" ContentType="application/inkml+xml"/>
  <Override PartName="/ppt/ink/ink4264.xml" ContentType="application/inkml+xml"/>
  <Override PartName="/ppt/ink/ink4265.xml" ContentType="application/inkml+xml"/>
  <Override PartName="/ppt/ink/ink4266.xml" ContentType="application/inkml+xml"/>
  <Override PartName="/ppt/ink/ink4267.xml" ContentType="application/inkml+xml"/>
  <Override PartName="/ppt/ink/ink4268.xml" ContentType="application/inkml+xml"/>
  <Override PartName="/ppt/ink/ink4269.xml" ContentType="application/inkml+xml"/>
  <Override PartName="/ppt/ink/ink4270.xml" ContentType="application/inkml+xml"/>
  <Override PartName="/ppt/ink/ink4271.xml" ContentType="application/inkml+xml"/>
  <Override PartName="/ppt/ink/ink4272.xml" ContentType="application/inkml+xml"/>
  <Override PartName="/ppt/ink/ink4273.xml" ContentType="application/inkml+xml"/>
  <Override PartName="/ppt/ink/ink4274.xml" ContentType="application/inkml+xml"/>
  <Override PartName="/ppt/ink/ink4275.xml" ContentType="application/inkml+xml"/>
  <Override PartName="/ppt/ink/ink4276.xml" ContentType="application/inkml+xml"/>
  <Override PartName="/ppt/ink/ink4277.xml" ContentType="application/inkml+xml"/>
  <Override PartName="/ppt/ink/ink4278.xml" ContentType="application/inkml+xml"/>
  <Override PartName="/ppt/ink/ink4279.xml" ContentType="application/inkml+xml"/>
  <Override PartName="/ppt/ink/ink4280.xml" ContentType="application/inkml+xml"/>
  <Override PartName="/ppt/ink/ink4281.xml" ContentType="application/inkml+xml"/>
  <Override PartName="/ppt/ink/ink4282.xml" ContentType="application/inkml+xml"/>
  <Override PartName="/ppt/ink/ink4283.xml" ContentType="application/inkml+xml"/>
  <Override PartName="/ppt/ink/ink4284.xml" ContentType="application/inkml+xml"/>
  <Override PartName="/ppt/ink/ink4285.xml" ContentType="application/inkml+xml"/>
  <Override PartName="/ppt/ink/ink4286.xml" ContentType="application/inkml+xml"/>
  <Override PartName="/ppt/ink/ink4287.xml" ContentType="application/inkml+xml"/>
  <Override PartName="/ppt/ink/ink4288.xml" ContentType="application/inkml+xml"/>
  <Override PartName="/ppt/ink/ink4289.xml" ContentType="application/inkml+xml"/>
  <Override PartName="/ppt/ink/ink4290.xml" ContentType="application/inkml+xml"/>
  <Override PartName="/ppt/ink/ink4291.xml" ContentType="application/inkml+xml"/>
  <Override PartName="/ppt/ink/ink4292.xml" ContentType="application/inkml+xml"/>
  <Override PartName="/ppt/ink/ink4293.xml" ContentType="application/inkml+xml"/>
  <Override PartName="/ppt/ink/ink4294.xml" ContentType="application/inkml+xml"/>
  <Override PartName="/ppt/ink/ink4295.xml" ContentType="application/inkml+xml"/>
  <Override PartName="/ppt/ink/ink4296.xml" ContentType="application/inkml+xml"/>
  <Override PartName="/ppt/ink/ink4297.xml" ContentType="application/inkml+xml"/>
  <Override PartName="/ppt/ink/ink4298.xml" ContentType="application/inkml+xml"/>
  <Override PartName="/ppt/ink/ink4299.xml" ContentType="application/inkml+xml"/>
  <Override PartName="/ppt/ink/ink4300.xml" ContentType="application/inkml+xml"/>
  <Override PartName="/ppt/ink/ink4301.xml" ContentType="application/inkml+xml"/>
  <Override PartName="/ppt/ink/ink4302.xml" ContentType="application/inkml+xml"/>
  <Override PartName="/ppt/ink/ink4303.xml" ContentType="application/inkml+xml"/>
  <Override PartName="/ppt/ink/ink4304.xml" ContentType="application/inkml+xml"/>
  <Override PartName="/ppt/ink/ink4305.xml" ContentType="application/inkml+xml"/>
  <Override PartName="/ppt/ink/ink4306.xml" ContentType="application/inkml+xml"/>
  <Override PartName="/ppt/ink/ink4307.xml" ContentType="application/inkml+xml"/>
  <Override PartName="/ppt/ink/ink4308.xml" ContentType="application/inkml+xml"/>
  <Override PartName="/ppt/ink/ink4309.xml" ContentType="application/inkml+xml"/>
  <Override PartName="/ppt/ink/ink4310.xml" ContentType="application/inkml+xml"/>
  <Override PartName="/ppt/ink/ink4311.xml" ContentType="application/inkml+xml"/>
  <Override PartName="/ppt/ink/ink4312.xml" ContentType="application/inkml+xml"/>
  <Override PartName="/ppt/ink/ink4313.xml" ContentType="application/inkml+xml"/>
  <Override PartName="/ppt/ink/ink4314.xml" ContentType="application/inkml+xml"/>
  <Override PartName="/ppt/ink/ink4315.xml" ContentType="application/inkml+xml"/>
  <Override PartName="/ppt/ink/ink4316.xml" ContentType="application/inkml+xml"/>
  <Override PartName="/ppt/ink/ink4317.xml" ContentType="application/inkml+xml"/>
  <Override PartName="/ppt/ink/ink4318.xml" ContentType="application/inkml+xml"/>
  <Override PartName="/ppt/ink/ink4319.xml" ContentType="application/inkml+xml"/>
  <Override PartName="/ppt/ink/ink4320.xml" ContentType="application/inkml+xml"/>
  <Override PartName="/ppt/ink/ink4321.xml" ContentType="application/inkml+xml"/>
  <Override PartName="/ppt/ink/ink4322.xml" ContentType="application/inkml+xml"/>
  <Override PartName="/ppt/ink/ink4323.xml" ContentType="application/inkml+xml"/>
  <Override PartName="/ppt/ink/ink4324.xml" ContentType="application/inkml+xml"/>
  <Override PartName="/ppt/ink/ink4325.xml" ContentType="application/inkml+xml"/>
  <Override PartName="/ppt/ink/ink4326.xml" ContentType="application/inkml+xml"/>
  <Override PartName="/ppt/ink/ink4327.xml" ContentType="application/inkml+xml"/>
  <Override PartName="/ppt/ink/ink4328.xml" ContentType="application/inkml+xml"/>
  <Override PartName="/ppt/ink/ink4329.xml" ContentType="application/inkml+xml"/>
  <Override PartName="/ppt/ink/ink4330.xml" ContentType="application/inkml+xml"/>
  <Override PartName="/ppt/ink/ink4331.xml" ContentType="application/inkml+xml"/>
  <Override PartName="/ppt/ink/ink4332.xml" ContentType="application/inkml+xml"/>
  <Override PartName="/ppt/ink/ink4333.xml" ContentType="application/inkml+xml"/>
  <Override PartName="/ppt/ink/ink4334.xml" ContentType="application/inkml+xml"/>
  <Override PartName="/ppt/ink/ink4335.xml" ContentType="application/inkml+xml"/>
  <Override PartName="/ppt/ink/ink4336.xml" ContentType="application/inkml+xml"/>
  <Override PartName="/ppt/ink/ink4337.xml" ContentType="application/inkml+xml"/>
  <Override PartName="/ppt/ink/ink4338.xml" ContentType="application/inkml+xml"/>
  <Override PartName="/ppt/ink/ink4339.xml" ContentType="application/inkml+xml"/>
  <Override PartName="/ppt/ink/ink4340.xml" ContentType="application/inkml+xml"/>
  <Override PartName="/ppt/ink/ink4341.xml" ContentType="application/inkml+xml"/>
  <Override PartName="/ppt/ink/ink4342.xml" ContentType="application/inkml+xml"/>
  <Override PartName="/ppt/ink/ink4343.xml" ContentType="application/inkml+xml"/>
  <Override PartName="/ppt/ink/ink4344.xml" ContentType="application/inkml+xml"/>
  <Override PartName="/ppt/ink/ink4345.xml" ContentType="application/inkml+xml"/>
  <Override PartName="/ppt/ink/ink4346.xml" ContentType="application/inkml+xml"/>
  <Override PartName="/ppt/ink/ink4347.xml" ContentType="application/inkml+xml"/>
  <Override PartName="/ppt/ink/ink4348.xml" ContentType="application/inkml+xml"/>
  <Override PartName="/ppt/ink/ink4349.xml" ContentType="application/inkml+xml"/>
  <Override PartName="/ppt/ink/ink4350.xml" ContentType="application/inkml+xml"/>
  <Override PartName="/ppt/ink/ink4351.xml" ContentType="application/inkml+xml"/>
  <Override PartName="/ppt/ink/ink4352.xml" ContentType="application/inkml+xml"/>
  <Override PartName="/ppt/ink/ink4353.xml" ContentType="application/inkml+xml"/>
  <Override PartName="/ppt/ink/ink4354.xml" ContentType="application/inkml+xml"/>
  <Override PartName="/ppt/ink/ink4355.xml" ContentType="application/inkml+xml"/>
  <Override PartName="/ppt/ink/ink4356.xml" ContentType="application/inkml+xml"/>
  <Override PartName="/ppt/ink/ink4357.xml" ContentType="application/inkml+xml"/>
  <Override PartName="/ppt/ink/ink4358.xml" ContentType="application/inkml+xml"/>
  <Override PartName="/ppt/ink/ink4359.xml" ContentType="application/inkml+xml"/>
  <Override PartName="/ppt/ink/ink4360.xml" ContentType="application/inkml+xml"/>
  <Override PartName="/ppt/ink/ink4361.xml" ContentType="application/inkml+xml"/>
  <Override PartName="/ppt/ink/ink4362.xml" ContentType="application/inkml+xml"/>
  <Override PartName="/ppt/ink/ink4363.xml" ContentType="application/inkml+xml"/>
  <Override PartName="/ppt/ink/ink4364.xml" ContentType="application/inkml+xml"/>
  <Override PartName="/ppt/ink/ink4365.xml" ContentType="application/inkml+xml"/>
  <Override PartName="/ppt/ink/ink4366.xml" ContentType="application/inkml+xml"/>
  <Override PartName="/ppt/ink/ink4367.xml" ContentType="application/inkml+xml"/>
  <Override PartName="/ppt/ink/ink4368.xml" ContentType="application/inkml+xml"/>
  <Override PartName="/ppt/ink/ink4369.xml" ContentType="application/inkml+xml"/>
  <Override PartName="/ppt/ink/ink4370.xml" ContentType="application/inkml+xml"/>
  <Override PartName="/ppt/ink/ink4371.xml" ContentType="application/inkml+xml"/>
  <Override PartName="/ppt/ink/ink4372.xml" ContentType="application/inkml+xml"/>
  <Override PartName="/ppt/ink/ink4373.xml" ContentType="application/inkml+xml"/>
  <Override PartName="/ppt/ink/ink4374.xml" ContentType="application/inkml+xml"/>
  <Override PartName="/ppt/ink/ink4375.xml" ContentType="application/inkml+xml"/>
  <Override PartName="/ppt/ink/ink4376.xml" ContentType="application/inkml+xml"/>
  <Override PartName="/ppt/ink/ink4377.xml" ContentType="application/inkml+xml"/>
  <Override PartName="/ppt/ink/ink4378.xml" ContentType="application/inkml+xml"/>
  <Override PartName="/ppt/ink/ink4379.xml" ContentType="application/inkml+xml"/>
  <Override PartName="/ppt/ink/ink4380.xml" ContentType="application/inkml+xml"/>
  <Override PartName="/ppt/ink/ink4381.xml" ContentType="application/inkml+xml"/>
  <Override PartName="/ppt/ink/ink4382.xml" ContentType="application/inkml+xml"/>
  <Override PartName="/ppt/ink/ink4383.xml" ContentType="application/inkml+xml"/>
  <Override PartName="/ppt/ink/ink4384.xml" ContentType="application/inkml+xml"/>
  <Override PartName="/ppt/ink/ink4385.xml" ContentType="application/inkml+xml"/>
  <Override PartName="/ppt/ink/ink4386.xml" ContentType="application/inkml+xml"/>
  <Override PartName="/ppt/ink/ink4387.xml" ContentType="application/inkml+xml"/>
  <Override PartName="/ppt/ink/ink4388.xml" ContentType="application/inkml+xml"/>
  <Override PartName="/ppt/ink/ink4389.xml" ContentType="application/inkml+xml"/>
  <Override PartName="/ppt/ink/ink4390.xml" ContentType="application/inkml+xml"/>
  <Override PartName="/ppt/ink/ink4391.xml" ContentType="application/inkml+xml"/>
  <Override PartName="/ppt/ink/ink4392.xml" ContentType="application/inkml+xml"/>
  <Override PartName="/ppt/ink/ink4393.xml" ContentType="application/inkml+xml"/>
  <Override PartName="/ppt/ink/ink4394.xml" ContentType="application/inkml+xml"/>
  <Override PartName="/ppt/ink/ink4395.xml" ContentType="application/inkml+xml"/>
  <Override PartName="/ppt/ink/ink4396.xml" ContentType="application/inkml+xml"/>
  <Override PartName="/ppt/ink/ink4397.xml" ContentType="application/inkml+xml"/>
  <Override PartName="/ppt/ink/ink4398.xml" ContentType="application/inkml+xml"/>
  <Override PartName="/ppt/ink/ink4399.xml" ContentType="application/inkml+xml"/>
  <Override PartName="/ppt/ink/ink4400.xml" ContentType="application/inkml+xml"/>
  <Override PartName="/ppt/ink/ink4401.xml" ContentType="application/inkml+xml"/>
  <Override PartName="/ppt/ink/ink4402.xml" ContentType="application/inkml+xml"/>
  <Override PartName="/ppt/ink/ink4403.xml" ContentType="application/inkml+xml"/>
  <Override PartName="/ppt/ink/ink4404.xml" ContentType="application/inkml+xml"/>
  <Override PartName="/ppt/ink/ink4405.xml" ContentType="application/inkml+xml"/>
  <Override PartName="/ppt/ink/ink4406.xml" ContentType="application/inkml+xml"/>
  <Override PartName="/ppt/ink/ink4407.xml" ContentType="application/inkml+xml"/>
  <Override PartName="/ppt/ink/ink4408.xml" ContentType="application/inkml+xml"/>
  <Override PartName="/ppt/ink/ink4409.xml" ContentType="application/inkml+xml"/>
  <Override PartName="/ppt/ink/ink4410.xml" ContentType="application/inkml+xml"/>
  <Override PartName="/ppt/ink/ink4411.xml" ContentType="application/inkml+xml"/>
  <Override PartName="/ppt/ink/ink4412.xml" ContentType="application/inkml+xml"/>
  <Override PartName="/ppt/ink/ink4413.xml" ContentType="application/inkml+xml"/>
  <Override PartName="/ppt/ink/ink4414.xml" ContentType="application/inkml+xml"/>
  <Override PartName="/ppt/ink/ink4415.xml" ContentType="application/inkml+xml"/>
  <Override PartName="/ppt/ink/ink4416.xml" ContentType="application/inkml+xml"/>
  <Override PartName="/ppt/ink/ink4417.xml" ContentType="application/inkml+xml"/>
  <Override PartName="/ppt/ink/ink4418.xml" ContentType="application/inkml+xml"/>
  <Override PartName="/ppt/ink/ink4419.xml" ContentType="application/inkml+xml"/>
  <Override PartName="/ppt/ink/ink4420.xml" ContentType="application/inkml+xml"/>
  <Override PartName="/ppt/ink/ink4421.xml" ContentType="application/inkml+xml"/>
  <Override PartName="/ppt/ink/ink4422.xml" ContentType="application/inkml+xml"/>
  <Override PartName="/ppt/ink/ink4423.xml" ContentType="application/inkml+xml"/>
  <Override PartName="/ppt/ink/ink4424.xml" ContentType="application/inkml+xml"/>
  <Override PartName="/ppt/ink/ink4425.xml" ContentType="application/inkml+xml"/>
  <Override PartName="/ppt/ink/ink4426.xml" ContentType="application/inkml+xml"/>
  <Override PartName="/ppt/ink/ink4427.xml" ContentType="application/inkml+xml"/>
  <Override PartName="/ppt/ink/ink4428.xml" ContentType="application/inkml+xml"/>
  <Override PartName="/ppt/ink/ink4429.xml" ContentType="application/inkml+xml"/>
  <Override PartName="/ppt/ink/ink4430.xml" ContentType="application/inkml+xml"/>
  <Override PartName="/ppt/ink/ink4431.xml" ContentType="application/inkml+xml"/>
  <Override PartName="/ppt/ink/ink4432.xml" ContentType="application/inkml+xml"/>
  <Override PartName="/ppt/ink/ink4433.xml" ContentType="application/inkml+xml"/>
  <Override PartName="/ppt/ink/ink4434.xml" ContentType="application/inkml+xml"/>
  <Override PartName="/ppt/ink/ink4435.xml" ContentType="application/inkml+xml"/>
  <Override PartName="/ppt/ink/ink4436.xml" ContentType="application/inkml+xml"/>
  <Override PartName="/ppt/ink/ink4437.xml" ContentType="application/inkml+xml"/>
  <Override PartName="/ppt/ink/ink4438.xml" ContentType="application/inkml+xml"/>
  <Override PartName="/ppt/ink/ink4439.xml" ContentType="application/inkml+xml"/>
  <Override PartName="/ppt/ink/ink4440.xml" ContentType="application/inkml+xml"/>
  <Override PartName="/ppt/ink/ink4441.xml" ContentType="application/inkml+xml"/>
  <Override PartName="/ppt/ink/ink4442.xml" ContentType="application/inkml+xml"/>
  <Override PartName="/ppt/ink/ink4443.xml" ContentType="application/inkml+xml"/>
  <Override PartName="/ppt/ink/ink4444.xml" ContentType="application/inkml+xml"/>
  <Override PartName="/ppt/ink/ink4445.xml" ContentType="application/inkml+xml"/>
  <Override PartName="/ppt/ink/ink4446.xml" ContentType="application/inkml+xml"/>
  <Override PartName="/ppt/ink/ink4447.xml" ContentType="application/inkml+xml"/>
  <Override PartName="/ppt/ink/ink4448.xml" ContentType="application/inkml+xml"/>
  <Override PartName="/ppt/ink/ink4449.xml" ContentType="application/inkml+xml"/>
  <Override PartName="/ppt/ink/ink4450.xml" ContentType="application/inkml+xml"/>
  <Override PartName="/ppt/ink/ink4451.xml" ContentType="application/inkml+xml"/>
  <Override PartName="/ppt/ink/ink4452.xml" ContentType="application/inkml+xml"/>
  <Override PartName="/ppt/ink/ink4453.xml" ContentType="application/inkml+xml"/>
  <Override PartName="/ppt/ink/ink4454.xml" ContentType="application/inkml+xml"/>
  <Override PartName="/ppt/ink/ink4455.xml" ContentType="application/inkml+xml"/>
  <Override PartName="/ppt/ink/ink4456.xml" ContentType="application/inkml+xml"/>
  <Override PartName="/ppt/ink/ink4457.xml" ContentType="application/inkml+xml"/>
  <Override PartName="/ppt/ink/ink4458.xml" ContentType="application/inkml+xml"/>
  <Override PartName="/ppt/ink/ink4459.xml" ContentType="application/inkml+xml"/>
  <Override PartName="/ppt/ink/ink4460.xml" ContentType="application/inkml+xml"/>
  <Override PartName="/ppt/ink/ink4461.xml" ContentType="application/inkml+xml"/>
  <Override PartName="/ppt/ink/ink4462.xml" ContentType="application/inkml+xml"/>
  <Override PartName="/ppt/ink/ink4463.xml" ContentType="application/inkml+xml"/>
  <Override PartName="/ppt/ink/ink4464.xml" ContentType="application/inkml+xml"/>
  <Override PartName="/ppt/ink/ink4465.xml" ContentType="application/inkml+xml"/>
  <Override PartName="/ppt/ink/ink4466.xml" ContentType="application/inkml+xml"/>
  <Override PartName="/ppt/ink/ink4467.xml" ContentType="application/inkml+xml"/>
  <Override PartName="/ppt/ink/ink4468.xml" ContentType="application/inkml+xml"/>
  <Override PartName="/ppt/ink/ink4469.xml" ContentType="application/inkml+xml"/>
  <Override PartName="/ppt/ink/ink4470.xml" ContentType="application/inkml+xml"/>
  <Override PartName="/ppt/ink/ink4471.xml" ContentType="application/inkml+xml"/>
  <Override PartName="/ppt/ink/ink4472.xml" ContentType="application/inkml+xml"/>
  <Override PartName="/ppt/ink/ink4473.xml" ContentType="application/inkml+xml"/>
  <Override PartName="/ppt/ink/ink4474.xml" ContentType="application/inkml+xml"/>
  <Override PartName="/ppt/ink/ink4475.xml" ContentType="application/inkml+xml"/>
  <Override PartName="/ppt/ink/ink4476.xml" ContentType="application/inkml+xml"/>
  <Override PartName="/ppt/ink/ink4477.xml" ContentType="application/inkml+xml"/>
  <Override PartName="/ppt/ink/ink4478.xml" ContentType="application/inkml+xml"/>
  <Override PartName="/ppt/ink/ink4479.xml" ContentType="application/inkml+xml"/>
  <Override PartName="/ppt/ink/ink4480.xml" ContentType="application/inkml+xml"/>
  <Override PartName="/ppt/ink/ink4481.xml" ContentType="application/inkml+xml"/>
  <Override PartName="/ppt/ink/ink4482.xml" ContentType="application/inkml+xml"/>
  <Override PartName="/ppt/ink/ink4483.xml" ContentType="application/inkml+xml"/>
  <Override PartName="/ppt/ink/ink4484.xml" ContentType="application/inkml+xml"/>
  <Override PartName="/ppt/ink/ink4485.xml" ContentType="application/inkml+xml"/>
  <Override PartName="/ppt/ink/ink4486.xml" ContentType="application/inkml+xml"/>
  <Override PartName="/ppt/ink/ink4487.xml" ContentType="application/inkml+xml"/>
  <Override PartName="/ppt/ink/ink4488.xml" ContentType="application/inkml+xml"/>
  <Override PartName="/ppt/ink/ink4489.xml" ContentType="application/inkml+xml"/>
  <Override PartName="/ppt/ink/ink4490.xml" ContentType="application/inkml+xml"/>
  <Override PartName="/ppt/ink/ink4491.xml" ContentType="application/inkml+xml"/>
  <Override PartName="/ppt/ink/ink4492.xml" ContentType="application/inkml+xml"/>
  <Override PartName="/ppt/ink/ink4493.xml" ContentType="application/inkml+xml"/>
  <Override PartName="/ppt/ink/ink4494.xml" ContentType="application/inkml+xml"/>
  <Override PartName="/ppt/ink/ink4495.xml" ContentType="application/inkml+xml"/>
  <Override PartName="/ppt/ink/ink4496.xml" ContentType="application/inkml+xml"/>
  <Override PartName="/ppt/ink/ink4497.xml" ContentType="application/inkml+xml"/>
  <Override PartName="/ppt/ink/ink4498.xml" ContentType="application/inkml+xml"/>
  <Override PartName="/ppt/ink/ink4499.xml" ContentType="application/inkml+xml"/>
  <Override PartName="/ppt/ink/ink4500.xml" ContentType="application/inkml+xml"/>
  <Override PartName="/ppt/ink/ink4501.xml" ContentType="application/inkml+xml"/>
  <Override PartName="/ppt/ink/ink4502.xml" ContentType="application/inkml+xml"/>
  <Override PartName="/ppt/ink/ink4503.xml" ContentType="application/inkml+xml"/>
  <Override PartName="/ppt/ink/ink4504.xml" ContentType="application/inkml+xml"/>
  <Override PartName="/ppt/ink/ink4505.xml" ContentType="application/inkml+xml"/>
  <Override PartName="/ppt/ink/ink4506.xml" ContentType="application/inkml+xml"/>
  <Override PartName="/ppt/ink/ink4507.xml" ContentType="application/inkml+xml"/>
  <Override PartName="/ppt/ink/ink4508.xml" ContentType="application/inkml+xml"/>
  <Override PartName="/ppt/ink/ink4509.xml" ContentType="application/inkml+xml"/>
  <Override PartName="/ppt/ink/ink4510.xml" ContentType="application/inkml+xml"/>
  <Override PartName="/ppt/ink/ink4511.xml" ContentType="application/inkml+xml"/>
  <Override PartName="/ppt/ink/ink4512.xml" ContentType="application/inkml+xml"/>
  <Override PartName="/ppt/ink/ink4513.xml" ContentType="application/inkml+xml"/>
  <Override PartName="/ppt/ink/ink4514.xml" ContentType="application/inkml+xml"/>
  <Override PartName="/ppt/ink/ink4515.xml" ContentType="application/inkml+xml"/>
  <Override PartName="/ppt/ink/ink4516.xml" ContentType="application/inkml+xml"/>
  <Override PartName="/ppt/ink/ink4517.xml" ContentType="application/inkml+xml"/>
  <Override PartName="/ppt/ink/ink4518.xml" ContentType="application/inkml+xml"/>
  <Override PartName="/ppt/ink/ink4519.xml" ContentType="application/inkml+xml"/>
  <Override PartName="/ppt/ink/ink4520.xml" ContentType="application/inkml+xml"/>
  <Override PartName="/ppt/ink/ink4521.xml" ContentType="application/inkml+xml"/>
  <Override PartName="/ppt/ink/ink4522.xml" ContentType="application/inkml+xml"/>
  <Override PartName="/ppt/ink/ink4523.xml" ContentType="application/inkml+xml"/>
  <Override PartName="/ppt/ink/ink4524.xml" ContentType="application/inkml+xml"/>
  <Override PartName="/ppt/ink/ink4525.xml" ContentType="application/inkml+xml"/>
  <Override PartName="/ppt/ink/ink4526.xml" ContentType="application/inkml+xml"/>
  <Override PartName="/ppt/ink/ink4527.xml" ContentType="application/inkml+xml"/>
  <Override PartName="/ppt/ink/ink4528.xml" ContentType="application/inkml+xml"/>
  <Override PartName="/ppt/ink/ink4529.xml" ContentType="application/inkml+xml"/>
  <Override PartName="/ppt/ink/ink4530.xml" ContentType="application/inkml+xml"/>
  <Override PartName="/ppt/ink/ink4531.xml" ContentType="application/inkml+xml"/>
  <Override PartName="/ppt/ink/ink4532.xml" ContentType="application/inkml+xml"/>
  <Override PartName="/ppt/ink/ink4533.xml" ContentType="application/inkml+xml"/>
  <Override PartName="/ppt/ink/ink4534.xml" ContentType="application/inkml+xml"/>
  <Override PartName="/ppt/ink/ink4535.xml" ContentType="application/inkml+xml"/>
  <Override PartName="/ppt/ink/ink4536.xml" ContentType="application/inkml+xml"/>
  <Override PartName="/ppt/ink/ink4537.xml" ContentType="application/inkml+xml"/>
  <Override PartName="/ppt/ink/ink4538.xml" ContentType="application/inkml+xml"/>
  <Override PartName="/ppt/ink/ink4539.xml" ContentType="application/inkml+xml"/>
  <Override PartName="/ppt/ink/ink4540.xml" ContentType="application/inkml+xml"/>
  <Override PartName="/ppt/ink/ink4541.xml" ContentType="application/inkml+xml"/>
  <Override PartName="/ppt/ink/ink4542.xml" ContentType="application/inkml+xml"/>
  <Override PartName="/ppt/ink/ink4543.xml" ContentType="application/inkml+xml"/>
  <Override PartName="/ppt/ink/ink4544.xml" ContentType="application/inkml+xml"/>
  <Override PartName="/ppt/ink/ink4545.xml" ContentType="application/inkml+xml"/>
  <Override PartName="/ppt/ink/ink4546.xml" ContentType="application/inkml+xml"/>
  <Override PartName="/ppt/ink/ink4547.xml" ContentType="application/inkml+xml"/>
  <Override PartName="/ppt/ink/ink4548.xml" ContentType="application/inkml+xml"/>
  <Override PartName="/ppt/ink/ink4549.xml" ContentType="application/inkml+xml"/>
  <Override PartName="/ppt/ink/ink4550.xml" ContentType="application/inkml+xml"/>
  <Override PartName="/ppt/ink/ink4551.xml" ContentType="application/inkml+xml"/>
  <Override PartName="/ppt/ink/ink4552.xml" ContentType="application/inkml+xml"/>
  <Override PartName="/ppt/ink/ink4553.xml" ContentType="application/inkml+xml"/>
  <Override PartName="/ppt/ink/ink4554.xml" ContentType="application/inkml+xml"/>
  <Override PartName="/ppt/ink/ink4555.xml" ContentType="application/inkml+xml"/>
  <Override PartName="/ppt/ink/ink4556.xml" ContentType="application/inkml+xml"/>
  <Override PartName="/ppt/ink/ink4557.xml" ContentType="application/inkml+xml"/>
  <Override PartName="/ppt/ink/ink4558.xml" ContentType="application/inkml+xml"/>
  <Override PartName="/ppt/ink/ink4559.xml" ContentType="application/inkml+xml"/>
  <Override PartName="/ppt/ink/ink4560.xml" ContentType="application/inkml+xml"/>
  <Override PartName="/ppt/ink/ink4561.xml" ContentType="application/inkml+xml"/>
  <Override PartName="/ppt/ink/ink4562.xml" ContentType="application/inkml+xml"/>
  <Override PartName="/ppt/ink/ink4563.xml" ContentType="application/inkml+xml"/>
  <Override PartName="/ppt/ink/ink4564.xml" ContentType="application/inkml+xml"/>
  <Override PartName="/ppt/ink/ink4565.xml" ContentType="application/inkml+xml"/>
  <Override PartName="/ppt/ink/ink4566.xml" ContentType="application/inkml+xml"/>
  <Override PartName="/ppt/ink/ink4567.xml" ContentType="application/inkml+xml"/>
  <Override PartName="/ppt/ink/ink4568.xml" ContentType="application/inkml+xml"/>
  <Override PartName="/ppt/ink/ink4569.xml" ContentType="application/inkml+xml"/>
  <Override PartName="/ppt/ink/ink4570.xml" ContentType="application/inkml+xml"/>
  <Override PartName="/ppt/ink/ink4571.xml" ContentType="application/inkml+xml"/>
  <Override PartName="/ppt/ink/ink4572.xml" ContentType="application/inkml+xml"/>
  <Override PartName="/ppt/ink/ink4573.xml" ContentType="application/inkml+xml"/>
  <Override PartName="/ppt/ink/ink4574.xml" ContentType="application/inkml+xml"/>
  <Override PartName="/ppt/ink/ink4575.xml" ContentType="application/inkml+xml"/>
  <Override PartName="/ppt/ink/ink4576.xml" ContentType="application/inkml+xml"/>
  <Override PartName="/ppt/ink/ink4577.xml" ContentType="application/inkml+xml"/>
  <Override PartName="/ppt/ink/ink4578.xml" ContentType="application/inkml+xml"/>
  <Override PartName="/ppt/ink/ink4579.xml" ContentType="application/inkml+xml"/>
  <Override PartName="/ppt/ink/ink4580.xml" ContentType="application/inkml+xml"/>
  <Override PartName="/ppt/ink/ink4581.xml" ContentType="application/inkml+xml"/>
  <Override PartName="/ppt/ink/ink4582.xml" ContentType="application/inkml+xml"/>
  <Override PartName="/ppt/ink/ink4583.xml" ContentType="application/inkml+xml"/>
  <Override PartName="/ppt/ink/ink4584.xml" ContentType="application/inkml+xml"/>
  <Override PartName="/ppt/ink/ink4585.xml" ContentType="application/inkml+xml"/>
  <Override PartName="/ppt/ink/ink4586.xml" ContentType="application/inkml+xml"/>
  <Override PartName="/ppt/ink/ink4587.xml" ContentType="application/inkml+xml"/>
  <Override PartName="/ppt/ink/ink4588.xml" ContentType="application/inkml+xml"/>
  <Override PartName="/ppt/ink/ink4589.xml" ContentType="application/inkml+xml"/>
  <Override PartName="/ppt/ink/ink4590.xml" ContentType="application/inkml+xml"/>
  <Override PartName="/ppt/ink/ink4591.xml" ContentType="application/inkml+xml"/>
  <Override PartName="/ppt/ink/ink4592.xml" ContentType="application/inkml+xml"/>
  <Override PartName="/ppt/ink/ink4593.xml" ContentType="application/inkml+xml"/>
  <Override PartName="/ppt/ink/ink4594.xml" ContentType="application/inkml+xml"/>
  <Override PartName="/ppt/ink/ink4595.xml" ContentType="application/inkml+xml"/>
  <Override PartName="/ppt/ink/ink4596.xml" ContentType="application/inkml+xml"/>
  <Override PartName="/ppt/ink/ink4597.xml" ContentType="application/inkml+xml"/>
  <Override PartName="/ppt/ink/ink4598.xml" ContentType="application/inkml+xml"/>
  <Override PartName="/ppt/ink/ink4599.xml" ContentType="application/inkml+xml"/>
  <Override PartName="/ppt/ink/ink4600.xml" ContentType="application/inkml+xml"/>
  <Override PartName="/ppt/ink/ink4601.xml" ContentType="application/inkml+xml"/>
  <Override PartName="/ppt/ink/ink4602.xml" ContentType="application/inkml+xml"/>
  <Override PartName="/ppt/ink/ink4603.xml" ContentType="application/inkml+xml"/>
  <Override PartName="/ppt/ink/ink4604.xml" ContentType="application/inkml+xml"/>
  <Override PartName="/ppt/ink/ink4605.xml" ContentType="application/inkml+xml"/>
  <Override PartName="/ppt/ink/ink4606.xml" ContentType="application/inkml+xml"/>
  <Override PartName="/ppt/ink/ink4607.xml" ContentType="application/inkml+xml"/>
  <Override PartName="/ppt/ink/ink4608.xml" ContentType="application/inkml+xml"/>
  <Override PartName="/ppt/ink/ink4609.xml" ContentType="application/inkml+xml"/>
  <Override PartName="/ppt/ink/ink4610.xml" ContentType="application/inkml+xml"/>
  <Override PartName="/ppt/ink/ink4611.xml" ContentType="application/inkml+xml"/>
  <Override PartName="/ppt/ink/ink4612.xml" ContentType="application/inkml+xml"/>
  <Override PartName="/ppt/ink/ink4613.xml" ContentType="application/inkml+xml"/>
  <Override PartName="/ppt/ink/ink4614.xml" ContentType="application/inkml+xml"/>
  <Override PartName="/ppt/ink/ink4615.xml" ContentType="application/inkml+xml"/>
  <Override PartName="/ppt/ink/ink4616.xml" ContentType="application/inkml+xml"/>
  <Override PartName="/ppt/ink/ink4617.xml" ContentType="application/inkml+xml"/>
  <Override PartName="/ppt/ink/ink4618.xml" ContentType="application/inkml+xml"/>
  <Override PartName="/ppt/ink/ink4619.xml" ContentType="application/inkml+xml"/>
  <Override PartName="/ppt/ink/ink4620.xml" ContentType="application/inkml+xml"/>
  <Override PartName="/ppt/ink/ink4621.xml" ContentType="application/inkml+xml"/>
  <Override PartName="/ppt/ink/ink4622.xml" ContentType="application/inkml+xml"/>
  <Override PartName="/ppt/ink/ink4623.xml" ContentType="application/inkml+xml"/>
  <Override PartName="/ppt/ink/ink4624.xml" ContentType="application/inkml+xml"/>
  <Override PartName="/ppt/ink/ink4625.xml" ContentType="application/inkml+xml"/>
  <Override PartName="/ppt/ink/ink4626.xml" ContentType="application/inkml+xml"/>
  <Override PartName="/ppt/ink/ink4627.xml" ContentType="application/inkml+xml"/>
  <Override PartName="/ppt/ink/ink4628.xml" ContentType="application/inkml+xml"/>
  <Override PartName="/ppt/ink/ink4629.xml" ContentType="application/inkml+xml"/>
  <Override PartName="/ppt/ink/ink4630.xml" ContentType="application/inkml+xml"/>
  <Override PartName="/ppt/ink/ink4631.xml" ContentType="application/inkml+xml"/>
  <Override PartName="/ppt/ink/ink4632.xml" ContentType="application/inkml+xml"/>
  <Override PartName="/ppt/ink/ink4633.xml" ContentType="application/inkml+xml"/>
  <Override PartName="/ppt/ink/ink4634.xml" ContentType="application/inkml+xml"/>
  <Override PartName="/ppt/ink/ink4635.xml" ContentType="application/inkml+xml"/>
  <Override PartName="/ppt/ink/ink4636.xml" ContentType="application/inkml+xml"/>
  <Override PartName="/ppt/ink/ink4637.xml" ContentType="application/inkml+xml"/>
  <Override PartName="/ppt/ink/ink4638.xml" ContentType="application/inkml+xml"/>
  <Override PartName="/ppt/ink/ink4639.xml" ContentType="application/inkml+xml"/>
  <Override PartName="/ppt/ink/ink4640.xml" ContentType="application/inkml+xml"/>
  <Override PartName="/ppt/ink/ink4641.xml" ContentType="application/inkml+xml"/>
  <Override PartName="/ppt/ink/ink4642.xml" ContentType="application/inkml+xml"/>
  <Override PartName="/ppt/ink/ink4643.xml" ContentType="application/inkml+xml"/>
  <Override PartName="/ppt/ink/ink4644.xml" ContentType="application/inkml+xml"/>
  <Override PartName="/ppt/ink/ink4645.xml" ContentType="application/inkml+xml"/>
  <Override PartName="/ppt/ink/ink4646.xml" ContentType="application/inkml+xml"/>
  <Override PartName="/ppt/ink/ink4647.xml" ContentType="application/inkml+xml"/>
  <Override PartName="/ppt/ink/ink4648.xml" ContentType="application/inkml+xml"/>
  <Override PartName="/ppt/ink/ink4649.xml" ContentType="application/inkml+xml"/>
  <Override PartName="/ppt/ink/ink4650.xml" ContentType="application/inkml+xml"/>
  <Override PartName="/ppt/ink/ink4651.xml" ContentType="application/inkml+xml"/>
  <Override PartName="/ppt/ink/ink4652.xml" ContentType="application/inkml+xml"/>
  <Override PartName="/ppt/ink/ink4653.xml" ContentType="application/inkml+xml"/>
  <Override PartName="/ppt/ink/ink4654.xml" ContentType="application/inkml+xml"/>
  <Override PartName="/ppt/ink/ink4655.xml" ContentType="application/inkml+xml"/>
  <Override PartName="/ppt/ink/ink4656.xml" ContentType="application/inkml+xml"/>
  <Override PartName="/ppt/ink/ink4657.xml" ContentType="application/inkml+xml"/>
  <Override PartName="/ppt/ink/ink4658.xml" ContentType="application/inkml+xml"/>
  <Override PartName="/ppt/ink/ink4659.xml" ContentType="application/inkml+xml"/>
  <Override PartName="/ppt/ink/ink4660.xml" ContentType="application/inkml+xml"/>
  <Override PartName="/ppt/ink/ink4661.xml" ContentType="application/inkml+xml"/>
  <Override PartName="/ppt/ink/ink4662.xml" ContentType="application/inkml+xml"/>
  <Override PartName="/ppt/ink/ink4663.xml" ContentType="application/inkml+xml"/>
  <Override PartName="/ppt/ink/ink4664.xml" ContentType="application/inkml+xml"/>
  <Override PartName="/ppt/ink/ink4665.xml" ContentType="application/inkml+xml"/>
  <Override PartName="/ppt/ink/ink4666.xml" ContentType="application/inkml+xml"/>
  <Override PartName="/ppt/ink/ink4667.xml" ContentType="application/inkml+xml"/>
  <Override PartName="/ppt/ink/ink4668.xml" ContentType="application/inkml+xml"/>
  <Override PartName="/ppt/ink/ink4669.xml" ContentType="application/inkml+xml"/>
  <Override PartName="/ppt/ink/ink4670.xml" ContentType="application/inkml+xml"/>
  <Override PartName="/ppt/ink/ink4671.xml" ContentType="application/inkml+xml"/>
  <Override PartName="/ppt/ink/ink4672.xml" ContentType="application/inkml+xml"/>
  <Override PartName="/ppt/ink/ink4673.xml" ContentType="application/inkml+xml"/>
  <Override PartName="/ppt/ink/ink4674.xml" ContentType="application/inkml+xml"/>
  <Override PartName="/ppt/ink/ink4675.xml" ContentType="application/inkml+xml"/>
  <Override PartName="/ppt/ink/ink4676.xml" ContentType="application/inkml+xml"/>
  <Override PartName="/ppt/ink/ink4677.xml" ContentType="application/inkml+xml"/>
  <Override PartName="/ppt/ink/ink4678.xml" ContentType="application/inkml+xml"/>
  <Override PartName="/ppt/ink/ink4679.xml" ContentType="application/inkml+xml"/>
  <Override PartName="/ppt/ink/ink4680.xml" ContentType="application/inkml+xml"/>
  <Override PartName="/ppt/ink/ink4681.xml" ContentType="application/inkml+xml"/>
  <Override PartName="/ppt/ink/ink4682.xml" ContentType="application/inkml+xml"/>
  <Override PartName="/ppt/ink/ink4683.xml" ContentType="application/inkml+xml"/>
  <Override PartName="/ppt/ink/ink4684.xml" ContentType="application/inkml+xml"/>
  <Override PartName="/ppt/ink/ink4685.xml" ContentType="application/inkml+xml"/>
  <Override PartName="/ppt/ink/ink4686.xml" ContentType="application/inkml+xml"/>
  <Override PartName="/ppt/ink/ink4687.xml" ContentType="application/inkml+xml"/>
  <Override PartName="/ppt/ink/ink4688.xml" ContentType="application/inkml+xml"/>
  <Override PartName="/ppt/ink/ink4689.xml" ContentType="application/inkml+xml"/>
  <Override PartName="/ppt/ink/ink4690.xml" ContentType="application/inkml+xml"/>
  <Override PartName="/ppt/ink/ink4691.xml" ContentType="application/inkml+xml"/>
  <Override PartName="/ppt/ink/ink4692.xml" ContentType="application/inkml+xml"/>
  <Override PartName="/ppt/ink/ink4693.xml" ContentType="application/inkml+xml"/>
  <Override PartName="/ppt/ink/ink4694.xml" ContentType="application/inkml+xml"/>
  <Override PartName="/ppt/ink/ink4695.xml" ContentType="application/inkml+xml"/>
  <Override PartName="/ppt/ink/ink4696.xml" ContentType="application/inkml+xml"/>
  <Override PartName="/ppt/ink/ink4697.xml" ContentType="application/inkml+xml"/>
  <Override PartName="/ppt/ink/ink4698.xml" ContentType="application/inkml+xml"/>
  <Override PartName="/ppt/ink/ink4699.xml" ContentType="application/inkml+xml"/>
  <Override PartName="/ppt/ink/ink4700.xml" ContentType="application/inkml+xml"/>
  <Override PartName="/ppt/ink/ink4701.xml" ContentType="application/inkml+xml"/>
  <Override PartName="/ppt/ink/ink4702.xml" ContentType="application/inkml+xml"/>
  <Override PartName="/ppt/ink/ink4703.xml" ContentType="application/inkml+xml"/>
  <Override PartName="/ppt/ink/ink4704.xml" ContentType="application/inkml+xml"/>
  <Override PartName="/ppt/ink/ink4705.xml" ContentType="application/inkml+xml"/>
  <Override PartName="/ppt/ink/ink4706.xml" ContentType="application/inkml+xml"/>
  <Override PartName="/ppt/ink/ink4707.xml" ContentType="application/inkml+xml"/>
  <Override PartName="/ppt/ink/ink4708.xml" ContentType="application/inkml+xml"/>
  <Override PartName="/ppt/ink/ink4709.xml" ContentType="application/inkml+xml"/>
  <Override PartName="/ppt/ink/ink4710.xml" ContentType="application/inkml+xml"/>
  <Override PartName="/ppt/ink/ink4711.xml" ContentType="application/inkml+xml"/>
  <Override PartName="/ppt/ink/ink4712.xml" ContentType="application/inkml+xml"/>
  <Override PartName="/ppt/ink/ink4713.xml" ContentType="application/inkml+xml"/>
  <Override PartName="/ppt/ink/ink4714.xml" ContentType="application/inkml+xml"/>
  <Override PartName="/ppt/ink/ink4715.xml" ContentType="application/inkml+xml"/>
  <Override PartName="/ppt/ink/ink4716.xml" ContentType="application/inkml+xml"/>
  <Override PartName="/ppt/ink/ink4717.xml" ContentType="application/inkml+xml"/>
  <Override PartName="/ppt/ink/ink4718.xml" ContentType="application/inkml+xml"/>
  <Override PartName="/ppt/ink/ink4719.xml" ContentType="application/inkml+xml"/>
  <Override PartName="/ppt/ink/ink4720.xml" ContentType="application/inkml+xml"/>
  <Override PartName="/ppt/ink/ink4721.xml" ContentType="application/inkml+xml"/>
  <Override PartName="/ppt/ink/ink4722.xml" ContentType="application/inkml+xml"/>
  <Override PartName="/ppt/ink/ink4723.xml" ContentType="application/inkml+xml"/>
  <Override PartName="/ppt/ink/ink4724.xml" ContentType="application/inkml+xml"/>
  <Override PartName="/ppt/ink/ink4725.xml" ContentType="application/inkml+xml"/>
  <Override PartName="/ppt/ink/ink4726.xml" ContentType="application/inkml+xml"/>
  <Override PartName="/ppt/ink/ink4727.xml" ContentType="application/inkml+xml"/>
  <Override PartName="/ppt/ink/ink4728.xml" ContentType="application/inkml+xml"/>
  <Override PartName="/ppt/ink/ink4729.xml" ContentType="application/inkml+xml"/>
  <Override PartName="/ppt/ink/ink4730.xml" ContentType="application/inkml+xml"/>
  <Override PartName="/ppt/ink/ink4731.xml" ContentType="application/inkml+xml"/>
  <Override PartName="/ppt/ink/ink4732.xml" ContentType="application/inkml+xml"/>
  <Override PartName="/ppt/ink/ink4733.xml" ContentType="application/inkml+xml"/>
  <Override PartName="/ppt/ink/ink4734.xml" ContentType="application/inkml+xml"/>
  <Override PartName="/ppt/ink/ink4735.xml" ContentType="application/inkml+xml"/>
  <Override PartName="/ppt/ink/ink4736.xml" ContentType="application/inkml+xml"/>
  <Override PartName="/ppt/ink/ink4737.xml" ContentType="application/inkml+xml"/>
  <Override PartName="/ppt/ink/ink4738.xml" ContentType="application/inkml+xml"/>
  <Override PartName="/ppt/ink/ink4739.xml" ContentType="application/inkml+xml"/>
  <Override PartName="/ppt/ink/ink4740.xml" ContentType="application/inkml+xml"/>
  <Override PartName="/ppt/ink/ink4741.xml" ContentType="application/inkml+xml"/>
  <Override PartName="/ppt/ink/ink4742.xml" ContentType="application/inkml+xml"/>
  <Override PartName="/ppt/ink/ink4743.xml" ContentType="application/inkml+xml"/>
  <Override PartName="/ppt/ink/ink4744.xml" ContentType="application/inkml+xml"/>
  <Override PartName="/ppt/ink/ink4745.xml" ContentType="application/inkml+xml"/>
  <Override PartName="/ppt/ink/ink4746.xml" ContentType="application/inkml+xml"/>
  <Override PartName="/ppt/ink/ink4747.xml" ContentType="application/inkml+xml"/>
  <Override PartName="/ppt/ink/ink4748.xml" ContentType="application/inkml+xml"/>
  <Override PartName="/ppt/ink/ink4749.xml" ContentType="application/inkml+xml"/>
  <Override PartName="/ppt/ink/ink4750.xml" ContentType="application/inkml+xml"/>
  <Override PartName="/ppt/ink/ink4751.xml" ContentType="application/inkml+xml"/>
  <Override PartName="/ppt/ink/ink4752.xml" ContentType="application/inkml+xml"/>
  <Override PartName="/ppt/ink/ink4753.xml" ContentType="application/inkml+xml"/>
  <Override PartName="/ppt/ink/ink4754.xml" ContentType="application/inkml+xml"/>
  <Override PartName="/ppt/ink/ink4755.xml" ContentType="application/inkml+xml"/>
  <Override PartName="/ppt/ink/ink4756.xml" ContentType="application/inkml+xml"/>
  <Override PartName="/ppt/ink/ink4757.xml" ContentType="application/inkml+xml"/>
  <Override PartName="/ppt/ink/ink4758.xml" ContentType="application/inkml+xml"/>
  <Override PartName="/ppt/ink/ink4759.xml" ContentType="application/inkml+xml"/>
  <Override PartName="/ppt/ink/ink4760.xml" ContentType="application/inkml+xml"/>
  <Override PartName="/ppt/ink/ink4761.xml" ContentType="application/inkml+xml"/>
  <Override PartName="/ppt/ink/ink4762.xml" ContentType="application/inkml+xml"/>
  <Override PartName="/ppt/ink/ink4763.xml" ContentType="application/inkml+xml"/>
  <Override PartName="/ppt/ink/ink4764.xml" ContentType="application/inkml+xml"/>
  <Override PartName="/ppt/ink/ink4765.xml" ContentType="application/inkml+xml"/>
  <Override PartName="/ppt/ink/ink4766.xml" ContentType="application/inkml+xml"/>
  <Override PartName="/ppt/ink/ink4767.xml" ContentType="application/inkml+xml"/>
  <Override PartName="/ppt/ink/ink4768.xml" ContentType="application/inkml+xml"/>
  <Override PartName="/ppt/ink/ink4769.xml" ContentType="application/inkml+xml"/>
  <Override PartName="/ppt/ink/ink4770.xml" ContentType="application/inkml+xml"/>
  <Override PartName="/ppt/ink/ink4771.xml" ContentType="application/inkml+xml"/>
  <Override PartName="/ppt/ink/ink4772.xml" ContentType="application/inkml+xml"/>
  <Override PartName="/ppt/ink/ink4773.xml" ContentType="application/inkml+xml"/>
  <Override PartName="/ppt/ink/ink4774.xml" ContentType="application/inkml+xml"/>
  <Override PartName="/ppt/ink/ink4775.xml" ContentType="application/inkml+xml"/>
  <Override PartName="/ppt/ink/ink4776.xml" ContentType="application/inkml+xml"/>
  <Override PartName="/ppt/ink/ink4777.xml" ContentType="application/inkml+xml"/>
  <Override PartName="/ppt/ink/ink4778.xml" ContentType="application/inkml+xml"/>
  <Override PartName="/ppt/ink/ink4779.xml" ContentType="application/inkml+xml"/>
  <Override PartName="/ppt/ink/ink4780.xml" ContentType="application/inkml+xml"/>
  <Override PartName="/ppt/ink/ink4781.xml" ContentType="application/inkml+xml"/>
  <Override PartName="/ppt/ink/ink4782.xml" ContentType="application/inkml+xml"/>
  <Override PartName="/ppt/ink/ink4783.xml" ContentType="application/inkml+xml"/>
  <Override PartName="/ppt/ink/ink4784.xml" ContentType="application/inkml+xml"/>
  <Override PartName="/ppt/ink/ink4785.xml" ContentType="application/inkml+xml"/>
  <Override PartName="/ppt/ink/ink4786.xml" ContentType="application/inkml+xml"/>
  <Override PartName="/ppt/ink/ink4787.xml" ContentType="application/inkml+xml"/>
  <Override PartName="/ppt/ink/ink4788.xml" ContentType="application/inkml+xml"/>
  <Override PartName="/ppt/ink/ink4789.xml" ContentType="application/inkml+xml"/>
  <Override PartName="/ppt/ink/ink4790.xml" ContentType="application/inkml+xml"/>
  <Override PartName="/ppt/ink/ink4791.xml" ContentType="application/inkml+xml"/>
  <Override PartName="/ppt/ink/ink4792.xml" ContentType="application/inkml+xml"/>
  <Override PartName="/ppt/ink/ink4793.xml" ContentType="application/inkml+xml"/>
  <Override PartName="/ppt/ink/ink4794.xml" ContentType="application/inkml+xml"/>
  <Override PartName="/ppt/ink/ink4795.xml" ContentType="application/inkml+xml"/>
  <Override PartName="/ppt/ink/ink4796.xml" ContentType="application/inkml+xml"/>
  <Override PartName="/ppt/ink/ink4797.xml" ContentType="application/inkml+xml"/>
  <Override PartName="/ppt/ink/ink4798.xml" ContentType="application/inkml+xml"/>
  <Override PartName="/ppt/ink/ink4799.xml" ContentType="application/inkml+xml"/>
  <Override PartName="/ppt/ink/ink4800.xml" ContentType="application/inkml+xml"/>
  <Override PartName="/ppt/ink/ink4801.xml" ContentType="application/inkml+xml"/>
  <Override PartName="/ppt/ink/ink4802.xml" ContentType="application/inkml+xml"/>
  <Override PartName="/ppt/ink/ink4803.xml" ContentType="application/inkml+xml"/>
  <Override PartName="/ppt/ink/ink4804.xml" ContentType="application/inkml+xml"/>
  <Override PartName="/ppt/ink/ink4805.xml" ContentType="application/inkml+xml"/>
  <Override PartName="/ppt/ink/ink4806.xml" ContentType="application/inkml+xml"/>
  <Override PartName="/ppt/ink/ink4807.xml" ContentType="application/inkml+xml"/>
  <Override PartName="/ppt/ink/ink4808.xml" ContentType="application/inkml+xml"/>
  <Override PartName="/ppt/ink/ink4809.xml" ContentType="application/inkml+xml"/>
  <Override PartName="/ppt/ink/ink4810.xml" ContentType="application/inkml+xml"/>
  <Override PartName="/ppt/ink/ink4811.xml" ContentType="application/inkml+xml"/>
  <Override PartName="/ppt/ink/ink4812.xml" ContentType="application/inkml+xml"/>
  <Override PartName="/ppt/ink/ink4813.xml" ContentType="application/inkml+xml"/>
  <Override PartName="/ppt/ink/ink4814.xml" ContentType="application/inkml+xml"/>
  <Override PartName="/ppt/ink/ink4815.xml" ContentType="application/inkml+xml"/>
  <Override PartName="/ppt/ink/ink4816.xml" ContentType="application/inkml+xml"/>
  <Override PartName="/ppt/ink/ink4817.xml" ContentType="application/inkml+xml"/>
  <Override PartName="/ppt/ink/ink4818.xml" ContentType="application/inkml+xml"/>
  <Override PartName="/ppt/ink/ink4819.xml" ContentType="application/inkml+xml"/>
  <Override PartName="/ppt/ink/ink4820.xml" ContentType="application/inkml+xml"/>
  <Override PartName="/ppt/ink/ink4821.xml" ContentType="application/inkml+xml"/>
  <Override PartName="/ppt/ink/ink4822.xml" ContentType="application/inkml+xml"/>
  <Override PartName="/ppt/ink/ink4823.xml" ContentType="application/inkml+xml"/>
  <Override PartName="/ppt/ink/ink4824.xml" ContentType="application/inkml+xml"/>
  <Override PartName="/ppt/ink/ink4825.xml" ContentType="application/inkml+xml"/>
  <Override PartName="/ppt/ink/ink4826.xml" ContentType="application/inkml+xml"/>
  <Override PartName="/ppt/ink/ink4827.xml" ContentType="application/inkml+xml"/>
  <Override PartName="/ppt/ink/ink4828.xml" ContentType="application/inkml+xml"/>
  <Override PartName="/ppt/ink/ink4829.xml" ContentType="application/inkml+xml"/>
  <Override PartName="/ppt/ink/ink4830.xml" ContentType="application/inkml+xml"/>
  <Override PartName="/ppt/ink/ink4831.xml" ContentType="application/inkml+xml"/>
  <Override PartName="/ppt/ink/ink4832.xml" ContentType="application/inkml+xml"/>
  <Override PartName="/ppt/ink/ink4833.xml" ContentType="application/inkml+xml"/>
  <Override PartName="/ppt/ink/ink4834.xml" ContentType="application/inkml+xml"/>
  <Override PartName="/ppt/ink/ink4835.xml" ContentType="application/inkml+xml"/>
  <Override PartName="/ppt/ink/ink4836.xml" ContentType="application/inkml+xml"/>
  <Override PartName="/ppt/ink/ink4837.xml" ContentType="application/inkml+xml"/>
  <Override PartName="/ppt/ink/ink4838.xml" ContentType="application/inkml+xml"/>
  <Override PartName="/ppt/ink/ink4839.xml" ContentType="application/inkml+xml"/>
  <Override PartName="/ppt/ink/ink4840.xml" ContentType="application/inkml+xml"/>
  <Override PartName="/ppt/ink/ink4841.xml" ContentType="application/inkml+xml"/>
  <Override PartName="/ppt/ink/ink4842.xml" ContentType="application/inkml+xml"/>
  <Override PartName="/ppt/ink/ink4843.xml" ContentType="application/inkml+xml"/>
  <Override PartName="/ppt/ink/ink4844.xml" ContentType="application/inkml+xml"/>
  <Override PartName="/ppt/ink/ink4845.xml" ContentType="application/inkml+xml"/>
  <Override PartName="/ppt/ink/ink4846.xml" ContentType="application/inkml+xml"/>
  <Override PartName="/ppt/ink/ink4847.xml" ContentType="application/inkml+xml"/>
  <Override PartName="/ppt/ink/ink4848.xml" ContentType="application/inkml+xml"/>
  <Override PartName="/ppt/ink/ink4849.xml" ContentType="application/inkml+xml"/>
  <Override PartName="/ppt/ink/ink4850.xml" ContentType="application/inkml+xml"/>
  <Override PartName="/ppt/ink/ink4851.xml" ContentType="application/inkml+xml"/>
  <Override PartName="/ppt/ink/ink4852.xml" ContentType="application/inkml+xml"/>
  <Override PartName="/ppt/ink/ink4853.xml" ContentType="application/inkml+xml"/>
  <Override PartName="/ppt/ink/ink4854.xml" ContentType="application/inkml+xml"/>
  <Override PartName="/ppt/ink/ink4855.xml" ContentType="application/inkml+xml"/>
  <Override PartName="/ppt/ink/ink4856.xml" ContentType="application/inkml+xml"/>
  <Override PartName="/ppt/ink/ink4857.xml" ContentType="application/inkml+xml"/>
  <Override PartName="/ppt/ink/ink4858.xml" ContentType="application/inkml+xml"/>
  <Override PartName="/ppt/ink/ink4859.xml" ContentType="application/inkml+xml"/>
  <Override PartName="/ppt/ink/ink4860.xml" ContentType="application/inkml+xml"/>
  <Override PartName="/ppt/ink/ink4861.xml" ContentType="application/inkml+xml"/>
  <Override PartName="/ppt/ink/ink4862.xml" ContentType="application/inkml+xml"/>
  <Override PartName="/ppt/ink/ink4863.xml" ContentType="application/inkml+xml"/>
  <Override PartName="/ppt/ink/ink4864.xml" ContentType="application/inkml+xml"/>
  <Override PartName="/ppt/ink/ink4865.xml" ContentType="application/inkml+xml"/>
  <Override PartName="/ppt/ink/ink4866.xml" ContentType="application/inkml+xml"/>
  <Override PartName="/ppt/ink/ink4867.xml" ContentType="application/inkml+xml"/>
  <Override PartName="/ppt/ink/ink4868.xml" ContentType="application/inkml+xml"/>
  <Override PartName="/ppt/ink/ink4869.xml" ContentType="application/inkml+xml"/>
  <Override PartName="/ppt/ink/ink4870.xml" ContentType="application/inkml+xml"/>
  <Override PartName="/ppt/ink/ink4871.xml" ContentType="application/inkml+xml"/>
  <Override PartName="/ppt/ink/ink4872.xml" ContentType="application/inkml+xml"/>
  <Override PartName="/ppt/ink/ink4873.xml" ContentType="application/inkml+xml"/>
  <Override PartName="/ppt/ink/ink4874.xml" ContentType="application/inkml+xml"/>
  <Override PartName="/ppt/ink/ink4875.xml" ContentType="application/inkml+xml"/>
  <Override PartName="/ppt/ink/ink4876.xml" ContentType="application/inkml+xml"/>
  <Override PartName="/ppt/ink/ink4877.xml" ContentType="application/inkml+xml"/>
  <Override PartName="/ppt/ink/ink4878.xml" ContentType="application/inkml+xml"/>
  <Override PartName="/ppt/ink/ink4879.xml" ContentType="application/inkml+xml"/>
  <Override PartName="/ppt/ink/ink4880.xml" ContentType="application/inkml+xml"/>
  <Override PartName="/ppt/ink/ink4881.xml" ContentType="application/inkml+xml"/>
  <Override PartName="/ppt/ink/ink4882.xml" ContentType="application/inkml+xml"/>
  <Override PartName="/ppt/ink/ink4883.xml" ContentType="application/inkml+xml"/>
  <Override PartName="/ppt/ink/ink4884.xml" ContentType="application/inkml+xml"/>
  <Override PartName="/ppt/ink/ink4885.xml" ContentType="application/inkml+xml"/>
  <Override PartName="/ppt/ink/ink4886.xml" ContentType="application/inkml+xml"/>
  <Override PartName="/ppt/ink/ink4887.xml" ContentType="application/inkml+xml"/>
  <Override PartName="/ppt/ink/ink4888.xml" ContentType="application/inkml+xml"/>
  <Override PartName="/ppt/ink/ink4889.xml" ContentType="application/inkml+xml"/>
  <Override PartName="/ppt/ink/ink4890.xml" ContentType="application/inkml+xml"/>
  <Override PartName="/ppt/ink/ink4891.xml" ContentType="application/inkml+xml"/>
  <Override PartName="/ppt/ink/ink4892.xml" ContentType="application/inkml+xml"/>
  <Override PartName="/ppt/ink/ink4893.xml" ContentType="application/inkml+xml"/>
  <Override PartName="/ppt/ink/ink4894.xml" ContentType="application/inkml+xml"/>
  <Override PartName="/ppt/ink/ink4895.xml" ContentType="application/inkml+xml"/>
  <Override PartName="/ppt/ink/ink4896.xml" ContentType="application/inkml+xml"/>
  <Override PartName="/ppt/ink/ink4897.xml" ContentType="application/inkml+xml"/>
  <Override PartName="/ppt/ink/ink4898.xml" ContentType="application/inkml+xml"/>
  <Override PartName="/ppt/ink/ink4899.xml" ContentType="application/inkml+xml"/>
  <Override PartName="/ppt/ink/ink4900.xml" ContentType="application/inkml+xml"/>
  <Override PartName="/ppt/ink/ink4901.xml" ContentType="application/inkml+xml"/>
  <Override PartName="/ppt/ink/ink4902.xml" ContentType="application/inkml+xml"/>
  <Override PartName="/ppt/ink/ink4903.xml" ContentType="application/inkml+xml"/>
  <Override PartName="/ppt/ink/ink4904.xml" ContentType="application/inkml+xml"/>
  <Override PartName="/ppt/ink/ink4905.xml" ContentType="application/inkml+xml"/>
  <Override PartName="/ppt/ink/ink4906.xml" ContentType="application/inkml+xml"/>
  <Override PartName="/ppt/ink/ink4907.xml" ContentType="application/inkml+xml"/>
  <Override PartName="/ppt/ink/ink4908.xml" ContentType="application/inkml+xml"/>
  <Override PartName="/ppt/ink/ink4909.xml" ContentType="application/inkml+xml"/>
  <Override PartName="/ppt/ink/ink4910.xml" ContentType="application/inkml+xml"/>
  <Override PartName="/ppt/ink/ink4911.xml" ContentType="application/inkml+xml"/>
  <Override PartName="/ppt/ink/ink4912.xml" ContentType="application/inkml+xml"/>
  <Override PartName="/ppt/ink/ink4913.xml" ContentType="application/inkml+xml"/>
  <Override PartName="/ppt/ink/ink4914.xml" ContentType="application/inkml+xml"/>
  <Override PartName="/ppt/ink/ink4915.xml" ContentType="application/inkml+xml"/>
  <Override PartName="/ppt/ink/ink4916.xml" ContentType="application/inkml+xml"/>
  <Override PartName="/ppt/ink/ink4917.xml" ContentType="application/inkml+xml"/>
  <Override PartName="/ppt/ink/ink4918.xml" ContentType="application/inkml+xml"/>
  <Override PartName="/ppt/ink/ink4919.xml" ContentType="application/inkml+xml"/>
  <Override PartName="/ppt/ink/ink4920.xml" ContentType="application/inkml+xml"/>
  <Override PartName="/ppt/ink/ink4921.xml" ContentType="application/inkml+xml"/>
  <Override PartName="/ppt/ink/ink4922.xml" ContentType="application/inkml+xml"/>
  <Override PartName="/ppt/ink/ink4923.xml" ContentType="application/inkml+xml"/>
  <Override PartName="/ppt/ink/ink4924.xml" ContentType="application/inkml+xml"/>
  <Override PartName="/ppt/ink/ink4925.xml" ContentType="application/inkml+xml"/>
  <Override PartName="/ppt/ink/ink4926.xml" ContentType="application/inkml+xml"/>
  <Override PartName="/ppt/ink/ink4927.xml" ContentType="application/inkml+xml"/>
  <Override PartName="/ppt/ink/ink4928.xml" ContentType="application/inkml+xml"/>
  <Override PartName="/ppt/ink/ink4929.xml" ContentType="application/inkml+xml"/>
  <Override PartName="/ppt/ink/ink4930.xml" ContentType="application/inkml+xml"/>
  <Override PartName="/ppt/ink/ink4931.xml" ContentType="application/inkml+xml"/>
  <Override PartName="/ppt/ink/ink4932.xml" ContentType="application/inkml+xml"/>
  <Override PartName="/ppt/ink/ink4933.xml" ContentType="application/inkml+xml"/>
  <Override PartName="/ppt/ink/ink4934.xml" ContentType="application/inkml+xml"/>
  <Override PartName="/ppt/ink/ink4935.xml" ContentType="application/inkml+xml"/>
  <Override PartName="/ppt/ink/ink4936.xml" ContentType="application/inkml+xml"/>
  <Override PartName="/ppt/ink/ink4937.xml" ContentType="application/inkml+xml"/>
  <Override PartName="/ppt/ink/ink4938.xml" ContentType="application/inkml+xml"/>
  <Override PartName="/ppt/ink/ink4939.xml" ContentType="application/inkml+xml"/>
  <Override PartName="/ppt/ink/ink4940.xml" ContentType="application/inkml+xml"/>
  <Override PartName="/ppt/ink/ink4941.xml" ContentType="application/inkml+xml"/>
  <Override PartName="/ppt/ink/ink4942.xml" ContentType="application/inkml+xml"/>
  <Override PartName="/ppt/ink/ink4943.xml" ContentType="application/inkml+xml"/>
  <Override PartName="/ppt/ink/ink4944.xml" ContentType="application/inkml+xml"/>
  <Override PartName="/ppt/ink/ink4945.xml" ContentType="application/inkml+xml"/>
  <Override PartName="/ppt/ink/ink4946.xml" ContentType="application/inkml+xml"/>
  <Override PartName="/ppt/ink/ink4947.xml" ContentType="application/inkml+xml"/>
  <Override PartName="/ppt/ink/ink4948.xml" ContentType="application/inkml+xml"/>
  <Override PartName="/ppt/ink/ink4949.xml" ContentType="application/inkml+xml"/>
  <Override PartName="/ppt/ink/ink4950.xml" ContentType="application/inkml+xml"/>
  <Override PartName="/ppt/ink/ink4951.xml" ContentType="application/inkml+xml"/>
  <Override PartName="/ppt/ink/ink4952.xml" ContentType="application/inkml+xml"/>
  <Override PartName="/ppt/ink/ink4953.xml" ContentType="application/inkml+xml"/>
  <Override PartName="/ppt/ink/ink4954.xml" ContentType="application/inkml+xml"/>
  <Override PartName="/ppt/ink/ink4955.xml" ContentType="application/inkml+xml"/>
  <Override PartName="/ppt/ink/ink4956.xml" ContentType="application/inkml+xml"/>
  <Override PartName="/ppt/ink/ink4957.xml" ContentType="application/inkml+xml"/>
  <Override PartName="/ppt/ink/ink4958.xml" ContentType="application/inkml+xml"/>
  <Override PartName="/ppt/ink/ink4959.xml" ContentType="application/inkml+xml"/>
  <Override PartName="/ppt/ink/ink4960.xml" ContentType="application/inkml+xml"/>
  <Override PartName="/ppt/ink/ink4961.xml" ContentType="application/inkml+xml"/>
  <Override PartName="/ppt/ink/ink4962.xml" ContentType="application/inkml+xml"/>
  <Override PartName="/ppt/ink/ink4963.xml" ContentType="application/inkml+xml"/>
  <Override PartName="/ppt/ink/ink4964.xml" ContentType="application/inkml+xml"/>
  <Override PartName="/ppt/ink/ink4965.xml" ContentType="application/inkml+xml"/>
  <Override PartName="/ppt/ink/ink4966.xml" ContentType="application/inkml+xml"/>
  <Override PartName="/ppt/ink/ink4967.xml" ContentType="application/inkml+xml"/>
  <Override PartName="/ppt/ink/ink4968.xml" ContentType="application/inkml+xml"/>
  <Override PartName="/ppt/ink/ink4969.xml" ContentType="application/inkml+xml"/>
  <Override PartName="/ppt/ink/ink4970.xml" ContentType="application/inkml+xml"/>
  <Override PartName="/ppt/ink/ink4971.xml" ContentType="application/inkml+xml"/>
  <Override PartName="/ppt/ink/ink4972.xml" ContentType="application/inkml+xml"/>
  <Override PartName="/ppt/ink/ink4973.xml" ContentType="application/inkml+xml"/>
  <Override PartName="/ppt/ink/ink4974.xml" ContentType="application/inkml+xml"/>
  <Override PartName="/ppt/ink/ink4975.xml" ContentType="application/inkml+xml"/>
  <Override PartName="/ppt/ink/ink4976.xml" ContentType="application/inkml+xml"/>
  <Override PartName="/ppt/ink/ink4977.xml" ContentType="application/inkml+xml"/>
  <Override PartName="/ppt/ink/ink4978.xml" ContentType="application/inkml+xml"/>
  <Override PartName="/ppt/ink/ink4979.xml" ContentType="application/inkml+xml"/>
  <Override PartName="/ppt/ink/ink4980.xml" ContentType="application/inkml+xml"/>
  <Override PartName="/ppt/ink/ink4981.xml" ContentType="application/inkml+xml"/>
  <Override PartName="/ppt/ink/ink4982.xml" ContentType="application/inkml+xml"/>
  <Override PartName="/ppt/ink/ink4983.xml" ContentType="application/inkml+xml"/>
  <Override PartName="/ppt/ink/ink4984.xml" ContentType="application/inkml+xml"/>
  <Override PartName="/ppt/ink/ink4985.xml" ContentType="application/inkml+xml"/>
  <Override PartName="/ppt/ink/ink4986.xml" ContentType="application/inkml+xml"/>
  <Override PartName="/ppt/ink/ink4987.xml" ContentType="application/inkml+xml"/>
  <Override PartName="/ppt/ink/ink4988.xml" ContentType="application/inkml+xml"/>
  <Override PartName="/ppt/ink/ink4989.xml" ContentType="application/inkml+xml"/>
  <Override PartName="/ppt/ink/ink4990.xml" ContentType="application/inkml+xml"/>
  <Override PartName="/ppt/ink/ink4991.xml" ContentType="application/inkml+xml"/>
  <Override PartName="/ppt/ink/ink4992.xml" ContentType="application/inkml+xml"/>
  <Override PartName="/ppt/ink/ink4993.xml" ContentType="application/inkml+xml"/>
  <Override PartName="/ppt/ink/ink4994.xml" ContentType="application/inkml+xml"/>
  <Override PartName="/ppt/ink/ink4995.xml" ContentType="application/inkml+xml"/>
  <Override PartName="/ppt/ink/ink4996.xml" ContentType="application/inkml+xml"/>
  <Override PartName="/ppt/ink/ink4997.xml" ContentType="application/inkml+xml"/>
  <Override PartName="/ppt/ink/ink4998.xml" ContentType="application/inkml+xml"/>
  <Override PartName="/ppt/ink/ink4999.xml" ContentType="application/inkml+xml"/>
  <Override PartName="/ppt/ink/ink5000.xml" ContentType="application/inkml+xml"/>
  <Override PartName="/ppt/ink/ink5001.xml" ContentType="application/inkml+xml"/>
  <Override PartName="/ppt/ink/ink5002.xml" ContentType="application/inkml+xml"/>
  <Override PartName="/ppt/ink/ink5003.xml" ContentType="application/inkml+xml"/>
  <Override PartName="/ppt/ink/ink5004.xml" ContentType="application/inkml+xml"/>
  <Override PartName="/ppt/ink/ink5005.xml" ContentType="application/inkml+xml"/>
  <Override PartName="/ppt/ink/ink5006.xml" ContentType="application/inkml+xml"/>
  <Override PartName="/ppt/ink/ink5007.xml" ContentType="application/inkml+xml"/>
  <Override PartName="/ppt/ink/ink5008.xml" ContentType="application/inkml+xml"/>
  <Override PartName="/ppt/ink/ink5009.xml" ContentType="application/inkml+xml"/>
  <Override PartName="/ppt/ink/ink5010.xml" ContentType="application/inkml+xml"/>
  <Override PartName="/ppt/ink/ink5011.xml" ContentType="application/inkml+xml"/>
  <Override PartName="/ppt/ink/ink5012.xml" ContentType="application/inkml+xml"/>
  <Override PartName="/ppt/ink/ink5013.xml" ContentType="application/inkml+xml"/>
  <Override PartName="/ppt/ink/ink5014.xml" ContentType="application/inkml+xml"/>
  <Override PartName="/ppt/ink/ink5015.xml" ContentType="application/inkml+xml"/>
  <Override PartName="/ppt/ink/ink5016.xml" ContentType="application/inkml+xml"/>
  <Override PartName="/ppt/ink/ink5017.xml" ContentType="application/inkml+xml"/>
  <Override PartName="/ppt/ink/ink5018.xml" ContentType="application/inkml+xml"/>
  <Override PartName="/ppt/ink/ink5019.xml" ContentType="application/inkml+xml"/>
  <Override PartName="/ppt/ink/ink5020.xml" ContentType="application/inkml+xml"/>
  <Override PartName="/ppt/ink/ink5021.xml" ContentType="application/inkml+xml"/>
  <Override PartName="/ppt/ink/ink5022.xml" ContentType="application/inkml+xml"/>
  <Override PartName="/ppt/ink/ink5023.xml" ContentType="application/inkml+xml"/>
  <Override PartName="/ppt/ink/ink5024.xml" ContentType="application/inkml+xml"/>
  <Override PartName="/ppt/ink/ink5025.xml" ContentType="application/inkml+xml"/>
  <Override PartName="/ppt/ink/ink5026.xml" ContentType="application/inkml+xml"/>
  <Override PartName="/ppt/ink/ink5027.xml" ContentType="application/inkml+xml"/>
  <Override PartName="/ppt/ink/ink5028.xml" ContentType="application/inkml+xml"/>
  <Override PartName="/ppt/ink/ink5029.xml" ContentType="application/inkml+xml"/>
  <Override PartName="/ppt/ink/ink5030.xml" ContentType="application/inkml+xml"/>
  <Override PartName="/ppt/ink/ink5031.xml" ContentType="application/inkml+xml"/>
  <Override PartName="/ppt/ink/ink5032.xml" ContentType="application/inkml+xml"/>
  <Override PartName="/ppt/ink/ink5033.xml" ContentType="application/inkml+xml"/>
  <Override PartName="/ppt/ink/ink5034.xml" ContentType="application/inkml+xml"/>
  <Override PartName="/ppt/ink/ink5035.xml" ContentType="application/inkml+xml"/>
  <Override PartName="/ppt/ink/ink5036.xml" ContentType="application/inkml+xml"/>
  <Override PartName="/ppt/ink/ink5037.xml" ContentType="application/inkml+xml"/>
  <Override PartName="/ppt/ink/ink5038.xml" ContentType="application/inkml+xml"/>
  <Override PartName="/ppt/ink/ink5039.xml" ContentType="application/inkml+xml"/>
  <Override PartName="/ppt/ink/ink5040.xml" ContentType="application/inkml+xml"/>
  <Override PartName="/ppt/ink/ink5041.xml" ContentType="application/inkml+xml"/>
  <Override PartName="/ppt/ink/ink5042.xml" ContentType="application/inkml+xml"/>
  <Override PartName="/ppt/ink/ink5043.xml" ContentType="application/inkml+xml"/>
  <Override PartName="/ppt/ink/ink5044.xml" ContentType="application/inkml+xml"/>
  <Override PartName="/ppt/ink/ink5045.xml" ContentType="application/inkml+xml"/>
  <Override PartName="/ppt/ink/ink5046.xml" ContentType="application/inkml+xml"/>
  <Override PartName="/ppt/ink/ink5047.xml" ContentType="application/inkml+xml"/>
  <Override PartName="/ppt/ink/ink5048.xml" ContentType="application/inkml+xml"/>
  <Override PartName="/ppt/ink/ink5049.xml" ContentType="application/inkml+xml"/>
  <Override PartName="/ppt/ink/ink5050.xml" ContentType="application/inkml+xml"/>
  <Override PartName="/ppt/ink/ink5051.xml" ContentType="application/inkml+xml"/>
  <Override PartName="/ppt/ink/ink5052.xml" ContentType="application/inkml+xml"/>
  <Override PartName="/ppt/ink/ink5053.xml" ContentType="application/inkml+xml"/>
  <Override PartName="/ppt/ink/ink5054.xml" ContentType="application/inkml+xml"/>
  <Override PartName="/ppt/ink/ink5055.xml" ContentType="application/inkml+xml"/>
  <Override PartName="/ppt/ink/ink5056.xml" ContentType="application/inkml+xml"/>
  <Override PartName="/ppt/ink/ink5057.xml" ContentType="application/inkml+xml"/>
  <Override PartName="/ppt/ink/ink5058.xml" ContentType="application/inkml+xml"/>
  <Override PartName="/ppt/ink/ink5059.xml" ContentType="application/inkml+xml"/>
  <Override PartName="/ppt/ink/ink5060.xml" ContentType="application/inkml+xml"/>
  <Override PartName="/ppt/ink/ink5061.xml" ContentType="application/inkml+xml"/>
  <Override PartName="/ppt/ink/ink5062.xml" ContentType="application/inkml+xml"/>
  <Override PartName="/ppt/ink/ink5063.xml" ContentType="application/inkml+xml"/>
  <Override PartName="/ppt/ink/ink5064.xml" ContentType="application/inkml+xml"/>
  <Override PartName="/ppt/ink/ink5065.xml" ContentType="application/inkml+xml"/>
  <Override PartName="/ppt/ink/ink5066.xml" ContentType="application/inkml+xml"/>
  <Override PartName="/ppt/ink/ink5067.xml" ContentType="application/inkml+xml"/>
  <Override PartName="/ppt/ink/ink5068.xml" ContentType="application/inkml+xml"/>
  <Override PartName="/ppt/ink/ink5069.xml" ContentType="application/inkml+xml"/>
  <Override PartName="/ppt/ink/ink5070.xml" ContentType="application/inkml+xml"/>
  <Override PartName="/ppt/ink/ink5071.xml" ContentType="application/inkml+xml"/>
  <Override PartName="/ppt/ink/ink5072.xml" ContentType="application/inkml+xml"/>
  <Override PartName="/ppt/ink/ink5073.xml" ContentType="application/inkml+xml"/>
  <Override PartName="/ppt/ink/ink5074.xml" ContentType="application/inkml+xml"/>
  <Override PartName="/ppt/ink/ink5075.xml" ContentType="application/inkml+xml"/>
  <Override PartName="/ppt/ink/ink5076.xml" ContentType="application/inkml+xml"/>
  <Override PartName="/ppt/ink/ink5077.xml" ContentType="application/inkml+xml"/>
  <Override PartName="/ppt/ink/ink5078.xml" ContentType="application/inkml+xml"/>
  <Override PartName="/ppt/ink/ink5079.xml" ContentType="application/inkml+xml"/>
  <Override PartName="/ppt/ink/ink5080.xml" ContentType="application/inkml+xml"/>
  <Override PartName="/ppt/ink/ink5081.xml" ContentType="application/inkml+xml"/>
  <Override PartName="/ppt/ink/ink5082.xml" ContentType="application/inkml+xml"/>
  <Override PartName="/ppt/ink/ink5083.xml" ContentType="application/inkml+xml"/>
  <Override PartName="/ppt/ink/ink5084.xml" ContentType="application/inkml+xml"/>
  <Override PartName="/ppt/ink/ink5085.xml" ContentType="application/inkml+xml"/>
  <Override PartName="/ppt/ink/ink5086.xml" ContentType="application/inkml+xml"/>
  <Override PartName="/ppt/ink/ink5087.xml" ContentType="application/inkml+xml"/>
  <Override PartName="/ppt/ink/ink5088.xml" ContentType="application/inkml+xml"/>
  <Override PartName="/ppt/ink/ink5089.xml" ContentType="application/inkml+xml"/>
  <Override PartName="/ppt/ink/ink5090.xml" ContentType="application/inkml+xml"/>
  <Override PartName="/ppt/ink/ink5091.xml" ContentType="application/inkml+xml"/>
  <Override PartName="/ppt/ink/ink5092.xml" ContentType="application/inkml+xml"/>
  <Override PartName="/ppt/ink/ink5093.xml" ContentType="application/inkml+xml"/>
  <Override PartName="/ppt/ink/ink5094.xml" ContentType="application/inkml+xml"/>
  <Override PartName="/ppt/ink/ink5095.xml" ContentType="application/inkml+xml"/>
  <Override PartName="/ppt/ink/ink5096.xml" ContentType="application/inkml+xml"/>
  <Override PartName="/ppt/ink/ink5097.xml" ContentType="application/inkml+xml"/>
  <Override PartName="/ppt/ink/ink5098.xml" ContentType="application/inkml+xml"/>
  <Override PartName="/ppt/ink/ink5099.xml" ContentType="application/inkml+xml"/>
  <Override PartName="/ppt/ink/ink5100.xml" ContentType="application/inkml+xml"/>
  <Override PartName="/ppt/ink/ink5101.xml" ContentType="application/inkml+xml"/>
  <Override PartName="/ppt/ink/ink5102.xml" ContentType="application/inkml+xml"/>
  <Override PartName="/ppt/ink/ink5103.xml" ContentType="application/inkml+xml"/>
  <Override PartName="/ppt/ink/ink5104.xml" ContentType="application/inkml+xml"/>
  <Override PartName="/ppt/ink/ink5105.xml" ContentType="application/inkml+xml"/>
  <Override PartName="/ppt/ink/ink5106.xml" ContentType="application/inkml+xml"/>
  <Override PartName="/ppt/ink/ink5107.xml" ContentType="application/inkml+xml"/>
  <Override PartName="/ppt/ink/ink5108.xml" ContentType="application/inkml+xml"/>
  <Override PartName="/ppt/ink/ink5109.xml" ContentType="application/inkml+xml"/>
  <Override PartName="/ppt/ink/ink5110.xml" ContentType="application/inkml+xml"/>
  <Override PartName="/ppt/ink/ink5111.xml" ContentType="application/inkml+xml"/>
  <Override PartName="/ppt/ink/ink5112.xml" ContentType="application/inkml+xml"/>
  <Override PartName="/ppt/ink/ink5113.xml" ContentType="application/inkml+xml"/>
  <Override PartName="/ppt/ink/ink5114.xml" ContentType="application/inkml+xml"/>
  <Override PartName="/ppt/ink/ink5115.xml" ContentType="application/inkml+xml"/>
  <Override PartName="/ppt/ink/ink5116.xml" ContentType="application/inkml+xml"/>
  <Override PartName="/ppt/ink/ink5117.xml" ContentType="application/inkml+xml"/>
  <Override PartName="/ppt/ink/ink5118.xml" ContentType="application/inkml+xml"/>
  <Override PartName="/ppt/ink/ink5119.xml" ContentType="application/inkml+xml"/>
  <Override PartName="/ppt/ink/ink5120.xml" ContentType="application/inkml+xml"/>
  <Override PartName="/ppt/ink/ink5121.xml" ContentType="application/inkml+xml"/>
  <Override PartName="/ppt/ink/ink5122.xml" ContentType="application/inkml+xml"/>
  <Override PartName="/ppt/ink/ink5123.xml" ContentType="application/inkml+xml"/>
  <Override PartName="/ppt/ink/ink5124.xml" ContentType="application/inkml+xml"/>
  <Override PartName="/ppt/ink/ink5125.xml" ContentType="application/inkml+xml"/>
  <Override PartName="/ppt/ink/ink5126.xml" ContentType="application/inkml+xml"/>
  <Override PartName="/ppt/ink/ink5127.xml" ContentType="application/inkml+xml"/>
  <Override PartName="/ppt/ink/ink5128.xml" ContentType="application/inkml+xml"/>
  <Override PartName="/ppt/ink/ink5129.xml" ContentType="application/inkml+xml"/>
  <Override PartName="/ppt/ink/ink5130.xml" ContentType="application/inkml+xml"/>
  <Override PartName="/ppt/ink/ink5131.xml" ContentType="application/inkml+xml"/>
  <Override PartName="/ppt/ink/ink5132.xml" ContentType="application/inkml+xml"/>
  <Override PartName="/ppt/ink/ink5133.xml" ContentType="application/inkml+xml"/>
  <Override PartName="/ppt/ink/ink5134.xml" ContentType="application/inkml+xml"/>
  <Override PartName="/ppt/ink/ink5135.xml" ContentType="application/inkml+xml"/>
  <Override PartName="/ppt/ink/ink5136.xml" ContentType="application/inkml+xml"/>
  <Override PartName="/ppt/ink/ink5137.xml" ContentType="application/inkml+xml"/>
  <Override PartName="/ppt/ink/ink5138.xml" ContentType="application/inkml+xml"/>
  <Override PartName="/ppt/ink/ink5139.xml" ContentType="application/inkml+xml"/>
  <Override PartName="/ppt/ink/ink5140.xml" ContentType="application/inkml+xml"/>
  <Override PartName="/ppt/ink/ink5141.xml" ContentType="application/inkml+xml"/>
  <Override PartName="/ppt/ink/ink5142.xml" ContentType="application/inkml+xml"/>
  <Override PartName="/ppt/ink/ink5143.xml" ContentType="application/inkml+xml"/>
  <Override PartName="/ppt/ink/ink5144.xml" ContentType="application/inkml+xml"/>
  <Override PartName="/ppt/ink/ink5145.xml" ContentType="application/inkml+xml"/>
  <Override PartName="/ppt/ink/ink5146.xml" ContentType="application/inkml+xml"/>
  <Override PartName="/ppt/ink/ink5147.xml" ContentType="application/inkml+xml"/>
  <Override PartName="/ppt/ink/ink5148.xml" ContentType="application/inkml+xml"/>
  <Override PartName="/ppt/ink/ink5149.xml" ContentType="application/inkml+xml"/>
  <Override PartName="/ppt/ink/ink5150.xml" ContentType="application/inkml+xml"/>
  <Override PartName="/ppt/ink/ink5151.xml" ContentType="application/inkml+xml"/>
  <Override PartName="/ppt/ink/ink5152.xml" ContentType="application/inkml+xml"/>
  <Override PartName="/ppt/ink/ink5153.xml" ContentType="application/inkml+xml"/>
  <Override PartName="/ppt/ink/ink5154.xml" ContentType="application/inkml+xml"/>
  <Override PartName="/ppt/ink/ink5155.xml" ContentType="application/inkml+xml"/>
  <Override PartName="/ppt/ink/ink5156.xml" ContentType="application/inkml+xml"/>
  <Override PartName="/ppt/ink/ink5157.xml" ContentType="application/inkml+xml"/>
  <Override PartName="/ppt/ink/ink5158.xml" ContentType="application/inkml+xml"/>
  <Override PartName="/ppt/ink/ink5159.xml" ContentType="application/inkml+xml"/>
  <Override PartName="/ppt/ink/ink5160.xml" ContentType="application/inkml+xml"/>
  <Override PartName="/ppt/ink/ink5161.xml" ContentType="application/inkml+xml"/>
  <Override PartName="/ppt/ink/ink5162.xml" ContentType="application/inkml+xml"/>
  <Override PartName="/ppt/ink/ink5163.xml" ContentType="application/inkml+xml"/>
  <Override PartName="/ppt/ink/ink5164.xml" ContentType="application/inkml+xml"/>
  <Override PartName="/ppt/ink/ink5165.xml" ContentType="application/inkml+xml"/>
  <Override PartName="/ppt/ink/ink5166.xml" ContentType="application/inkml+xml"/>
  <Override PartName="/ppt/ink/ink5167.xml" ContentType="application/inkml+xml"/>
  <Override PartName="/ppt/ink/ink5168.xml" ContentType="application/inkml+xml"/>
  <Override PartName="/ppt/ink/ink5169.xml" ContentType="application/inkml+xml"/>
  <Override PartName="/ppt/ink/ink5170.xml" ContentType="application/inkml+xml"/>
  <Override PartName="/ppt/ink/ink5171.xml" ContentType="application/inkml+xml"/>
  <Override PartName="/ppt/ink/ink5172.xml" ContentType="application/inkml+xml"/>
  <Override PartName="/ppt/ink/ink5173.xml" ContentType="application/inkml+xml"/>
  <Override PartName="/ppt/ink/ink5174.xml" ContentType="application/inkml+xml"/>
  <Override PartName="/ppt/ink/ink5175.xml" ContentType="application/inkml+xml"/>
  <Override PartName="/ppt/ink/ink5176.xml" ContentType="application/inkml+xml"/>
  <Override PartName="/ppt/ink/ink5177.xml" ContentType="application/inkml+xml"/>
  <Override PartName="/ppt/ink/ink5178.xml" ContentType="application/inkml+xml"/>
  <Override PartName="/ppt/ink/ink5179.xml" ContentType="application/inkml+xml"/>
  <Override PartName="/ppt/ink/ink5180.xml" ContentType="application/inkml+xml"/>
  <Override PartName="/ppt/ink/ink5181.xml" ContentType="application/inkml+xml"/>
  <Override PartName="/ppt/ink/ink5182.xml" ContentType="application/inkml+xml"/>
  <Override PartName="/ppt/ink/ink5183.xml" ContentType="application/inkml+xml"/>
  <Override PartName="/ppt/ink/ink5184.xml" ContentType="application/inkml+xml"/>
  <Override PartName="/ppt/ink/ink5185.xml" ContentType="application/inkml+xml"/>
  <Override PartName="/ppt/ink/ink5186.xml" ContentType="application/inkml+xml"/>
  <Override PartName="/ppt/ink/ink5187.xml" ContentType="application/inkml+xml"/>
  <Override PartName="/ppt/ink/ink5188.xml" ContentType="application/inkml+xml"/>
  <Override PartName="/ppt/ink/ink5189.xml" ContentType="application/inkml+xml"/>
  <Override PartName="/ppt/ink/ink5190.xml" ContentType="application/inkml+xml"/>
  <Override PartName="/ppt/ink/ink5191.xml" ContentType="application/inkml+xml"/>
  <Override PartName="/ppt/ink/ink5192.xml" ContentType="application/inkml+xml"/>
  <Override PartName="/ppt/ink/ink5193.xml" ContentType="application/inkml+xml"/>
  <Override PartName="/ppt/ink/ink5194.xml" ContentType="application/inkml+xml"/>
  <Override PartName="/ppt/ink/ink5195.xml" ContentType="application/inkml+xml"/>
  <Override PartName="/ppt/ink/ink5196.xml" ContentType="application/inkml+xml"/>
  <Override PartName="/ppt/ink/ink5197.xml" ContentType="application/inkml+xml"/>
  <Override PartName="/ppt/ink/ink5198.xml" ContentType="application/inkml+xml"/>
  <Override PartName="/ppt/ink/ink5199.xml" ContentType="application/inkml+xml"/>
  <Override PartName="/ppt/ink/ink5200.xml" ContentType="application/inkml+xml"/>
  <Override PartName="/ppt/ink/ink5201.xml" ContentType="application/inkml+xml"/>
  <Override PartName="/ppt/ink/ink5202.xml" ContentType="application/inkml+xml"/>
  <Override PartName="/ppt/ink/ink5203.xml" ContentType="application/inkml+xml"/>
  <Override PartName="/ppt/ink/ink5204.xml" ContentType="application/inkml+xml"/>
  <Override PartName="/ppt/ink/ink5205.xml" ContentType="application/inkml+xml"/>
  <Override PartName="/ppt/ink/ink5206.xml" ContentType="application/inkml+xml"/>
  <Override PartName="/ppt/ink/ink5207.xml" ContentType="application/inkml+xml"/>
  <Override PartName="/ppt/ink/ink5208.xml" ContentType="application/inkml+xml"/>
  <Override PartName="/ppt/ink/ink5209.xml" ContentType="application/inkml+xml"/>
  <Override PartName="/ppt/ink/ink5210.xml" ContentType="application/inkml+xml"/>
  <Override PartName="/ppt/ink/ink5211.xml" ContentType="application/inkml+xml"/>
  <Override PartName="/ppt/ink/ink5212.xml" ContentType="application/inkml+xml"/>
  <Override PartName="/ppt/ink/ink5213.xml" ContentType="application/inkml+xml"/>
  <Override PartName="/ppt/ink/ink5214.xml" ContentType="application/inkml+xml"/>
  <Override PartName="/ppt/ink/ink5215.xml" ContentType="application/inkml+xml"/>
  <Override PartName="/ppt/ink/ink5216.xml" ContentType="application/inkml+xml"/>
  <Override PartName="/ppt/ink/ink5217.xml" ContentType="application/inkml+xml"/>
  <Override PartName="/ppt/ink/ink5218.xml" ContentType="application/inkml+xml"/>
  <Override PartName="/ppt/ink/ink5219.xml" ContentType="application/inkml+xml"/>
  <Override PartName="/ppt/ink/ink5220.xml" ContentType="application/inkml+xml"/>
  <Override PartName="/ppt/ink/ink5221.xml" ContentType="application/inkml+xml"/>
  <Override PartName="/ppt/ink/ink5222.xml" ContentType="application/inkml+xml"/>
  <Override PartName="/ppt/ink/ink5223.xml" ContentType="application/inkml+xml"/>
  <Override PartName="/ppt/ink/ink5224.xml" ContentType="application/inkml+xml"/>
  <Override PartName="/ppt/ink/ink5225.xml" ContentType="application/inkml+xml"/>
  <Override PartName="/ppt/ink/ink5226.xml" ContentType="application/inkml+xml"/>
  <Override PartName="/ppt/ink/ink5227.xml" ContentType="application/inkml+xml"/>
  <Override PartName="/ppt/ink/ink5228.xml" ContentType="application/inkml+xml"/>
  <Override PartName="/ppt/ink/ink5229.xml" ContentType="application/inkml+xml"/>
  <Override PartName="/ppt/ink/ink5230.xml" ContentType="application/inkml+xml"/>
  <Override PartName="/ppt/ink/ink5231.xml" ContentType="application/inkml+xml"/>
  <Override PartName="/ppt/ink/ink5232.xml" ContentType="application/inkml+xml"/>
  <Override PartName="/ppt/ink/ink5233.xml" ContentType="application/inkml+xml"/>
  <Override PartName="/ppt/ink/ink5234.xml" ContentType="application/inkml+xml"/>
  <Override PartName="/ppt/ink/ink5235.xml" ContentType="application/inkml+xml"/>
  <Override PartName="/ppt/ink/ink5236.xml" ContentType="application/inkml+xml"/>
  <Override PartName="/ppt/ink/ink5237.xml" ContentType="application/inkml+xml"/>
  <Override PartName="/ppt/ink/ink5238.xml" ContentType="application/inkml+xml"/>
  <Override PartName="/ppt/ink/ink5239.xml" ContentType="application/inkml+xml"/>
  <Override PartName="/ppt/ink/ink5240.xml" ContentType="application/inkml+xml"/>
  <Override PartName="/ppt/ink/ink5241.xml" ContentType="application/inkml+xml"/>
  <Override PartName="/ppt/ink/ink5242.xml" ContentType="application/inkml+xml"/>
  <Override PartName="/ppt/ink/ink5243.xml" ContentType="application/inkml+xml"/>
  <Override PartName="/ppt/ink/ink5244.xml" ContentType="application/inkml+xml"/>
  <Override PartName="/ppt/ink/ink5245.xml" ContentType="application/inkml+xml"/>
  <Override PartName="/ppt/ink/ink5246.xml" ContentType="application/inkml+xml"/>
  <Override PartName="/ppt/ink/ink5247.xml" ContentType="application/inkml+xml"/>
  <Override PartName="/ppt/ink/ink5248.xml" ContentType="application/inkml+xml"/>
  <Override PartName="/ppt/ink/ink5249.xml" ContentType="application/inkml+xml"/>
  <Override PartName="/ppt/ink/ink5250.xml" ContentType="application/inkml+xml"/>
  <Override PartName="/ppt/ink/ink5251.xml" ContentType="application/inkml+xml"/>
  <Override PartName="/ppt/ink/ink5252.xml" ContentType="application/inkml+xml"/>
  <Override PartName="/ppt/ink/ink5253.xml" ContentType="application/inkml+xml"/>
  <Override PartName="/ppt/ink/ink5254.xml" ContentType="application/inkml+xml"/>
  <Override PartName="/ppt/ink/ink5255.xml" ContentType="application/inkml+xml"/>
  <Override PartName="/ppt/ink/ink5256.xml" ContentType="application/inkml+xml"/>
  <Override PartName="/ppt/ink/ink5257.xml" ContentType="application/inkml+xml"/>
  <Override PartName="/ppt/ink/ink5258.xml" ContentType="application/inkml+xml"/>
  <Override PartName="/ppt/ink/ink5259.xml" ContentType="application/inkml+xml"/>
  <Override PartName="/ppt/ink/ink5260.xml" ContentType="application/inkml+xml"/>
  <Override PartName="/ppt/ink/ink5261.xml" ContentType="application/inkml+xml"/>
  <Override PartName="/ppt/ink/ink5262.xml" ContentType="application/inkml+xml"/>
  <Override PartName="/ppt/ink/ink5263.xml" ContentType="application/inkml+xml"/>
  <Override PartName="/ppt/ink/ink5264.xml" ContentType="application/inkml+xml"/>
  <Override PartName="/ppt/ink/ink5265.xml" ContentType="application/inkml+xml"/>
  <Override PartName="/ppt/ink/ink5266.xml" ContentType="application/inkml+xml"/>
  <Override PartName="/ppt/ink/ink5267.xml" ContentType="application/inkml+xml"/>
  <Override PartName="/ppt/ink/ink5268.xml" ContentType="application/inkml+xml"/>
  <Override PartName="/ppt/ink/ink5269.xml" ContentType="application/inkml+xml"/>
  <Override PartName="/ppt/ink/ink5270.xml" ContentType="application/inkml+xml"/>
  <Override PartName="/ppt/ink/ink5271.xml" ContentType="application/inkml+xml"/>
  <Override PartName="/ppt/ink/ink5272.xml" ContentType="application/inkml+xml"/>
  <Override PartName="/ppt/ink/ink5273.xml" ContentType="application/inkml+xml"/>
  <Override PartName="/ppt/ink/ink5274.xml" ContentType="application/inkml+xml"/>
  <Override PartName="/ppt/ink/ink5275.xml" ContentType="application/inkml+xml"/>
  <Override PartName="/ppt/ink/ink5276.xml" ContentType="application/inkml+xml"/>
  <Override PartName="/ppt/ink/ink5277.xml" ContentType="application/inkml+xml"/>
  <Override PartName="/ppt/ink/ink5278.xml" ContentType="application/inkml+xml"/>
  <Override PartName="/ppt/ink/ink5279.xml" ContentType="application/inkml+xml"/>
  <Override PartName="/ppt/ink/ink5280.xml" ContentType="application/inkml+xml"/>
  <Override PartName="/ppt/ink/ink5281.xml" ContentType="application/inkml+xml"/>
  <Override PartName="/ppt/ink/ink5282.xml" ContentType="application/inkml+xml"/>
  <Override PartName="/ppt/ink/ink5283.xml" ContentType="application/inkml+xml"/>
  <Override PartName="/ppt/ink/ink5284.xml" ContentType="application/inkml+xml"/>
  <Override PartName="/ppt/ink/ink5285.xml" ContentType="application/inkml+xml"/>
  <Override PartName="/ppt/ink/ink5286.xml" ContentType="application/inkml+xml"/>
  <Override PartName="/ppt/ink/ink5287.xml" ContentType="application/inkml+xml"/>
  <Override PartName="/ppt/ink/ink5288.xml" ContentType="application/inkml+xml"/>
  <Override PartName="/ppt/ink/ink5289.xml" ContentType="application/inkml+xml"/>
  <Override PartName="/ppt/ink/ink5290.xml" ContentType="application/inkml+xml"/>
  <Override PartName="/ppt/ink/ink5291.xml" ContentType="application/inkml+xml"/>
  <Override PartName="/ppt/ink/ink5292.xml" ContentType="application/inkml+xml"/>
  <Override PartName="/ppt/ink/ink5293.xml" ContentType="application/inkml+xml"/>
  <Override PartName="/ppt/ink/ink5294.xml" ContentType="application/inkml+xml"/>
  <Override PartName="/ppt/ink/ink5295.xml" ContentType="application/inkml+xml"/>
  <Override PartName="/ppt/ink/ink5296.xml" ContentType="application/inkml+xml"/>
  <Override PartName="/ppt/ink/ink5297.xml" ContentType="application/inkml+xml"/>
  <Override PartName="/ppt/ink/ink5298.xml" ContentType="application/inkml+xml"/>
  <Override PartName="/ppt/ink/ink5299.xml" ContentType="application/inkml+xml"/>
  <Override PartName="/ppt/ink/ink5300.xml" ContentType="application/inkml+xml"/>
  <Override PartName="/ppt/ink/ink5301.xml" ContentType="application/inkml+xml"/>
  <Override PartName="/ppt/ink/ink5302.xml" ContentType="application/inkml+xml"/>
  <Override PartName="/ppt/ink/ink5303.xml" ContentType="application/inkml+xml"/>
  <Override PartName="/ppt/ink/ink5304.xml" ContentType="application/inkml+xml"/>
  <Override PartName="/ppt/ink/ink5305.xml" ContentType="application/inkml+xml"/>
  <Override PartName="/ppt/ink/ink5306.xml" ContentType="application/inkml+xml"/>
  <Override PartName="/ppt/ink/ink5307.xml" ContentType="application/inkml+xml"/>
  <Override PartName="/ppt/ink/ink5308.xml" ContentType="application/inkml+xml"/>
  <Override PartName="/ppt/ink/ink5309.xml" ContentType="application/inkml+xml"/>
  <Override PartName="/ppt/ink/ink5310.xml" ContentType="application/inkml+xml"/>
  <Override PartName="/ppt/ink/ink5311.xml" ContentType="application/inkml+xml"/>
  <Override PartName="/ppt/ink/ink5312.xml" ContentType="application/inkml+xml"/>
  <Override PartName="/ppt/ink/ink5313.xml" ContentType="application/inkml+xml"/>
  <Override PartName="/ppt/ink/ink5314.xml" ContentType="application/inkml+xml"/>
  <Override PartName="/ppt/ink/ink5315.xml" ContentType="application/inkml+xml"/>
  <Override PartName="/ppt/ink/ink5316.xml" ContentType="application/inkml+xml"/>
  <Override PartName="/ppt/ink/ink5317.xml" ContentType="application/inkml+xml"/>
  <Override PartName="/ppt/ink/ink5318.xml" ContentType="application/inkml+xml"/>
  <Override PartName="/ppt/ink/ink5319.xml" ContentType="application/inkml+xml"/>
  <Override PartName="/ppt/ink/ink5320.xml" ContentType="application/inkml+xml"/>
  <Override PartName="/ppt/ink/ink5321.xml" ContentType="application/inkml+xml"/>
  <Override PartName="/ppt/ink/ink5322.xml" ContentType="application/inkml+xml"/>
  <Override PartName="/ppt/ink/ink5323.xml" ContentType="application/inkml+xml"/>
  <Override PartName="/ppt/ink/ink5324.xml" ContentType="application/inkml+xml"/>
  <Override PartName="/ppt/ink/ink5325.xml" ContentType="application/inkml+xml"/>
  <Override PartName="/ppt/ink/ink5326.xml" ContentType="application/inkml+xml"/>
  <Override PartName="/ppt/ink/ink5327.xml" ContentType="application/inkml+xml"/>
  <Override PartName="/ppt/ink/ink5328.xml" ContentType="application/inkml+xml"/>
  <Override PartName="/ppt/ink/ink5329.xml" ContentType="application/inkml+xml"/>
  <Override PartName="/ppt/ink/ink5330.xml" ContentType="application/inkml+xml"/>
  <Override PartName="/ppt/ink/ink5331.xml" ContentType="application/inkml+xml"/>
  <Override PartName="/ppt/ink/ink5332.xml" ContentType="application/inkml+xml"/>
  <Override PartName="/ppt/ink/ink5333.xml" ContentType="application/inkml+xml"/>
  <Override PartName="/ppt/ink/ink5334.xml" ContentType="application/inkml+xml"/>
  <Override PartName="/ppt/ink/ink5335.xml" ContentType="application/inkml+xml"/>
  <Override PartName="/ppt/ink/ink5336.xml" ContentType="application/inkml+xml"/>
  <Override PartName="/ppt/ink/ink5337.xml" ContentType="application/inkml+xml"/>
  <Override PartName="/ppt/ink/ink5338.xml" ContentType="application/inkml+xml"/>
  <Override PartName="/ppt/ink/ink5339.xml" ContentType="application/inkml+xml"/>
  <Override PartName="/ppt/ink/ink5340.xml" ContentType="application/inkml+xml"/>
  <Override PartName="/ppt/ink/ink5341.xml" ContentType="application/inkml+xml"/>
  <Override PartName="/ppt/ink/ink5342.xml" ContentType="application/inkml+xml"/>
  <Override PartName="/ppt/ink/ink5343.xml" ContentType="application/inkml+xml"/>
  <Override PartName="/ppt/ink/ink5344.xml" ContentType="application/inkml+xml"/>
  <Override PartName="/ppt/ink/ink5345.xml" ContentType="application/inkml+xml"/>
  <Override PartName="/ppt/ink/ink5346.xml" ContentType="application/inkml+xml"/>
  <Override PartName="/ppt/ink/ink5347.xml" ContentType="application/inkml+xml"/>
  <Override PartName="/ppt/ink/ink5348.xml" ContentType="application/inkml+xml"/>
  <Override PartName="/ppt/ink/ink5349.xml" ContentType="application/inkml+xml"/>
  <Override PartName="/ppt/ink/ink5350.xml" ContentType="application/inkml+xml"/>
  <Override PartName="/ppt/ink/ink5351.xml" ContentType="application/inkml+xml"/>
  <Override PartName="/ppt/ink/ink5352.xml" ContentType="application/inkml+xml"/>
  <Override PartName="/ppt/ink/ink5353.xml" ContentType="application/inkml+xml"/>
  <Override PartName="/ppt/ink/ink5354.xml" ContentType="application/inkml+xml"/>
  <Override PartName="/ppt/ink/ink5355.xml" ContentType="application/inkml+xml"/>
  <Override PartName="/ppt/ink/ink5356.xml" ContentType="application/inkml+xml"/>
  <Override PartName="/ppt/ink/ink5357.xml" ContentType="application/inkml+xml"/>
  <Override PartName="/ppt/ink/ink5358.xml" ContentType="application/inkml+xml"/>
  <Override PartName="/ppt/ink/ink5359.xml" ContentType="application/inkml+xml"/>
  <Override PartName="/ppt/ink/ink5360.xml" ContentType="application/inkml+xml"/>
  <Override PartName="/ppt/ink/ink5361.xml" ContentType="application/inkml+xml"/>
  <Override PartName="/ppt/ink/ink5362.xml" ContentType="application/inkml+xml"/>
  <Override PartName="/ppt/ink/ink5363.xml" ContentType="application/inkml+xml"/>
  <Override PartName="/ppt/ink/ink5364.xml" ContentType="application/inkml+xml"/>
  <Override PartName="/ppt/ink/ink5365.xml" ContentType="application/inkml+xml"/>
  <Override PartName="/ppt/ink/ink5366.xml" ContentType="application/inkml+xml"/>
  <Override PartName="/ppt/ink/ink5367.xml" ContentType="application/inkml+xml"/>
  <Override PartName="/ppt/ink/ink5368.xml" ContentType="application/inkml+xml"/>
  <Override PartName="/ppt/ink/ink5369.xml" ContentType="application/inkml+xml"/>
  <Override PartName="/ppt/ink/ink5370.xml" ContentType="application/inkml+xml"/>
  <Override PartName="/ppt/ink/ink5371.xml" ContentType="application/inkml+xml"/>
  <Override PartName="/ppt/ink/ink5372.xml" ContentType="application/inkml+xml"/>
  <Override PartName="/ppt/ink/ink5373.xml" ContentType="application/inkml+xml"/>
  <Override PartName="/ppt/ink/ink5374.xml" ContentType="application/inkml+xml"/>
  <Override PartName="/ppt/ink/ink5375.xml" ContentType="application/inkml+xml"/>
  <Override PartName="/ppt/theme/theme1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9" r:id="rId2"/>
    <p:sldId id="380" r:id="rId3"/>
    <p:sldId id="381" r:id="rId4"/>
    <p:sldId id="382" r:id="rId5"/>
    <p:sldId id="383" r:id="rId6"/>
    <p:sldId id="384" r:id="rId7"/>
    <p:sldId id="385" r:id="rId8"/>
    <p:sldId id="386" r:id="rId9"/>
    <p:sldId id="387" r:id="rId10"/>
    <p:sldId id="388" r:id="rId11"/>
    <p:sldId id="389" r:id="rId12"/>
    <p:sldId id="390" r:id="rId13"/>
    <p:sldId id="391" r:id="rId14"/>
    <p:sldId id="392" r:id="rId15"/>
    <p:sldId id="393" r:id="rId16"/>
    <p:sldId id="394" r:id="rId17"/>
    <p:sldId id="395" r:id="rId18"/>
    <p:sldId id="396" r:id="rId19"/>
    <p:sldId id="397" r:id="rId20"/>
    <p:sldId id="398" r:id="rId21"/>
    <p:sldId id="399" r:id="rId22"/>
    <p:sldId id="400" r:id="rId23"/>
    <p:sldId id="401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openxmlformats.org/officeDocument/2006/relationships/customXml" Target="../customXml/item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02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1 440 0 0,'0'0'4140'0'0,"8"1"-1923"0"0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1044 0 0,'0'0'4601'0'0,"18"-8"-4161"0"0,1 11-624 0 0,3 1-2853 0 0,-4-3 1461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0 372 0 0,'1'4'2535'0'0,"2"1"1849"0"0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10:20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1 824 0 0,'0'12'2168'0'0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0:24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187 324 352 0 0,'1'-12'1341'0'0,"3"-2"3583"0"0,43-18-4580 0 0,-38 26-233 0 0,0 1 0 0 0,0-1-1 0 0,0-1 1 0 0,-1 0 0 0 0,13-13-1 0 0,-5 1 127 0 0,-1 0 0 0 0,14-24 0 0 0,-27 39-195 0 0,-1 2-20 0 0,1 0 1 0 0,-1-1-1 0 0,0 1 0 0 0,0 0 0 0 0,0-1 0 0 0,0 1 0 0 0,0-1 0 0 0,0 0 0 0 0,-1 1 1 0 0,1-1-1 0 0,-1-2 0 0 0,0 2-16 0 0,-1 0 0 0 0,0 0 0 0 0,0 1 0 0 0,0-1 0 0 0,0 0 0 0 0,0 0 0 0 0,0 1 0 0 0,-1-1 0 0 0,1 1 0 0 0,-1 0 0 0 0,0-1 0 0 0,0 1 0 0 0,0 0 0 0 0,0 0 0 0 0,-3-3 0 0 0,-1 0-9 0 0,0-1 1 0 0,0 1-1 0 0,0 1 0 0 0,0-1 0 0 0,-1 1 1 0 0,0 0-1 0 0,0 1 0 0 0,0-1 0 0 0,0 1 1 0 0,0 1-1 0 0,-1-1 0 0 0,1 1 0 0 0,-1 1 1 0 0,0 0-1 0 0,1 0 0 0 0,-1 0 0 0 0,0 1 1 0 0,0 0-1 0 0,0 0 0 0 0,1 1 0 0 0,-1 0 1 0 0,0 0-1 0 0,1 1 0 0 0,-13 4 0 0 0,9-2-9 0 0,1 1-1 0 0,0 0 0 0 0,1 0 0 0 0,-1 1 0 0 0,1 0 1 0 0,0 1-1 0 0,0 0 0 0 0,1 0 0 0 0,0 1 1 0 0,0 0-1 0 0,1 1 0 0 0,0-1 0 0 0,1 1 0 0 0,0 1 1 0 0,-8 15-1 0 0,11-20 16 0 0,0 1 1 0 0,1 0 0 0 0,-1 0-1 0 0,2 0 1 0 0,-1 0 0 0 0,0 0-1 0 0,1 1 1 0 0,0-1-1 0 0,1 0 1 0 0,0 1 0 0 0,0-1-1 0 0,0 1 1 0 0,0-1-1 0 0,1 0 1 0 0,0 0 0 0 0,1 1-1 0 0,-1-1 1 0 0,1 0 0 0 0,0 0-1 0 0,6 10 1 0 0,-4-9 28 0 0,2 0-1 0 0,-1-1 1 0 0,1 1 0 0 0,0-1 0 0 0,0 0-1 0 0,0-1 1 0 0,1 1 0 0 0,0-1 0 0 0,0-1-1 0 0,1 1 1 0 0,-1-1 0 0 0,1-1 0 0 0,0 1-1 0 0,0-1 1 0 0,9 2 0 0 0,100 25 171 0 0,-39-15-3416 0 0,-77-14 3071 0 0,5 0-2091 0 0,11 5 171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0:28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33 392 0 0,'-20'-4'7759'0'0,"71"1"-7447"0"0,-18 1 51 0 0,0 0 0 0 0,58-14 0 0 0,-27 11-2728 0 0,-62 5 1020 0 0,9 1-2913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0:29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19 376 0 0,'8'-11'2049'0'0,"-3"10"1658"0"0,24 22-3090 0 0,2 3-331 0 0,1-2 0 0 0,68 35 0 0 0,-91-53-405 0 0,0 0 1 0 0,0 0-1 0 0,0-1 0 0 0,0 0 0 0 0,1-1 1 0 0,0 0-1 0 0,-1 0 0 0 0,1-1 0 0 0,0 0 0 0 0,0-1 1 0 0,-1 0-1 0 0,1-1 0 0 0,0 0 0 0 0,0 0 1 0 0,-1-1-1 0 0,1 0 0 0 0,11-5 0 0 0,-16 5 95 0 0,-1-1 0 0 0,0 0 1 0 0,0 0-1 0 0,1 0 0 0 0,-2 0 0 0 0,1 0 0 0 0,0-1 0 0 0,-1 0 1 0 0,1 0-1 0 0,-1 0 0 0 0,0 0 0 0 0,-1 0 0 0 0,1-1 0 0 0,3-6 1 0 0,-3 3 303 0 0,0 0 1 0 0,0 0 0 0 0,-1 0 0 0 0,0 0 0 0 0,0-1-1 0 0,-1 1 1 0 0,1-15 0 0 0,-2 21 307 0 0,-3 1 372 0 0,-5 10-387 0 0,-16 29-222 0 0,-23 47-289 0 0,-14 32 181 0 0,-139 198 0 0 0,185-294-1056 0 0,0 2 0 0 0,1-1 0 0 0,-11 28 1 0 0,15-39-2719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0:29.5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32 400 0 0,'-11'7'323'0'0,"1"0"0"0"0,0 0 0 0 0,0 1 0 0 0,0 1 0 0 0,1 0 0 0 0,0 0 1 0 0,1 0-1 0 0,0 1 0 0 0,0 1 0 0 0,-9 17 0 0 0,14-22-232 0 0,0-1 1 0 0,0 1-1 0 0,1-1 0 0 0,0 1 1 0 0,0 0-1 0 0,1 0 0 0 0,0 0 1 0 0,0 0-1 0 0,0 0 0 0 0,1 11 1 0 0,0-13-51 0 0,0-1-1 0 0,1 1 1 0 0,0-1 0 0 0,0 0-1 0 0,0 1 1 0 0,0-1 0 0 0,1 0-1 0 0,-1 0 1 0 0,1 1 0 0 0,0-1-1 0 0,0 0 1 0 0,0-1 0 0 0,0 1-1 0 0,0 0 1 0 0,1-1 0 0 0,-1 1-1 0 0,1-1 1 0 0,0 0 0 0 0,5 4 0 0 0,-5-4 21 0 0,0 0 0 0 0,0-1 0 0 0,0 1 0 0 0,0-1 1 0 0,1 0-1 0 0,-1 0 0 0 0,1 0 0 0 0,-1 0 1 0 0,1-1-1 0 0,-1 1 0 0 0,1-1 0 0 0,-1 0 1 0 0,1 0-1 0 0,-1 0 0 0 0,1 0 0 0 0,-1-1 1 0 0,1 0-1 0 0,-1 1 0 0 0,1-1 0 0 0,-1 0 1 0 0,0-1-1 0 0,1 1 0 0 0,-1-1 0 0 0,0 1 0 0 0,0-1 1 0 0,0 0-1 0 0,0 0 0 0 0,0 0 0 0 0,-1-1 1 0 0,1 1-1 0 0,-1-1 0 0 0,4-3 0 0 0,0-1 102 0 0,0 0-1 0 0,-1 0 0 0 0,0 0 0 0 0,0-1 0 0 0,-1 1 0 0 0,0-1 0 0 0,0 0 1 0 0,-1-1-1 0 0,0 1 0 0 0,0-1 0 0 0,3-16 0 0 0,-6 16-28 0 0,-1-1-1 0 0,1 1 1 0 0,-1-1-1 0 0,-1 1 1 0 0,0 0-1 0 0,0 0 1 0 0,0 0-1 0 0,-1 0 1 0 0,-1 0-1 0 0,0 0 1 0 0,0 1 0 0 0,-5-9-1 0 0,7 13-58 0 0,2 3-125 0 0,-1-1 0 0 0,1 1 0 0 0,-1-1 0 0 0,1 1 0 0 0,-1-1 1 0 0,1 1-1 0 0,-1-1 0 0 0,0 1 0 0 0,1-1 0 0 0,-1 1 0 0 0,0 0 0 0 0,0 0 0 0 0,0-1 0 0 0,-2-1 0 0 0,2 3-14 0 0,0 0 0 0 0,1-1 0 0 0,-1 1 0 0 0,1 0 0 0 0,-1 0 0 0 0,0 0 0 0 0,1-1 0 0 0,-1 1 0 0 0,0 0 0 0 0,0 0 0 0 0,1 0 0 0 0,-1 0 0 0 0,0 0 0 0 0,1 0 0 0 0,-1 0 0 0 0,0 0 0 0 0,1 0 0 0 0,-1 1 0 0 0,0-1 0 0 0,1 0 0 0 0,-2 1 0 0 0,-23 20-5890 0 0,25-21 5935 0 0,-6 6-1960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0:30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0 108 0 0,'0'0'4021'0'0,"0"4"-3781"0"0,0 36 492 0 0,6 49 1 0 0,-4-76-635 0 0,0-1 0 0 0,0 0 1 0 0,2-1-1 0 0,-1 1 0 0 0,1 0 0 0 0,1-1 0 0 0,0 0 1 0 0,12 19-1 0 0,-16-30-70 0 0,0 1-1 0 0,0 0 1 0 0,0-1 0 0 0,0 1 0 0 0,0-1-1 0 0,0 1 1 0 0,0-1 0 0 0,0 1-1 0 0,0-1 1 0 0,0 0 0 0 0,0 0 0 0 0,1 1-1 0 0,-1-1 1 0 0,0 0 0 0 0,0 0 0 0 0,0 0-1 0 0,0 0 1 0 0,0 0 0 0 0,0-1-1 0 0,1 1 1 0 0,-1 0 0 0 0,0 0 0 0 0,0-1-1 0 0,0 1 1 0 0,0-1 0 0 0,0 1-1 0 0,0-1 1 0 0,0 1 0 0 0,0-1 0 0 0,0 0-1 0 0,0 1 1 0 0,0-1 0 0 0,-1 0 0 0 0,1 0-1 0 0,1-1 1 0 0,30-31 217 0 0,-3 0-163 0 0,1 2 1 0 0,1 0-1 0 0,66-48 1 0 0,-96 79-87 0 0,-1-1 1 0 0,1 0-1 0 0,0 1 1 0 0,-1-1-1 0 0,1 1 1 0 0,0-1-1 0 0,0 0 0 0 0,-1 1 1 0 0,1 0-1 0 0,0-1 1 0 0,0 1-1 0 0,0 0 1 0 0,0-1-1 0 0,0 1 1 0 0,-1 0-1 0 0,1 0 1 0 0,0 0-1 0 0,0 0 1 0 0,0-1-1 0 0,0 1 1 0 0,0 1-1 0 0,0-1 0 0 0,0 0 1 0 0,0 0-1 0 0,-1 0 1 0 0,1 0-1 0 0,0 1 1 0 0,0-1-1 0 0,0 0 1 0 0,0 1-1 0 0,1 0 1 0 0,0 1-1 0 0,-1-1 1 0 0,0 1 0 0 0,1 0-1 0 0,-1 0 1 0 0,0 0 0 0 0,0 0-1 0 0,0 0 1 0 0,-1 0-1 0 0,1 0 1 0 0,0 1 0 0 0,-1-1-1 0 0,1 3 1 0 0,1 7-9 0 0,-1 0 0 0 0,0 0 0 0 0,-2 19-1 0 0,-5 30 83 0 0,6-60-48 0 0,-1 1 48 0 0,2-2-62 0 0,-1 0-1 0 0,0 0 1 0 0,0 0 0 0 0,0-1 0 0 0,0 1-1 0 0,0 0 1 0 0,1 0 0 0 0,-1 0-1 0 0,0 0 1 0 0,0 0 0 0 0,0 0-1 0 0,0 0 1 0 0,1 0 0 0 0,-1 0-1 0 0,0 0 1 0 0,0 0 0 0 0,0 0 0 0 0,0 0-1 0 0,1 0 1 0 0,-1 0 0 0 0,0 1-1 0 0,0-1 1 0 0,0 0 0 0 0,0 0-1 0 0,0 0 1 0 0,1 0 0 0 0,-1 0-1 0 0,0 0 1 0 0,0 0 0 0 0,0 0 0 0 0,0 0-1 0 0,0 1 1 0 0,0-1 0 0 0,1 0-1 0 0,-1 0 1 0 0,0 0 0 0 0,0 0-1 0 0,0 0 1 0 0,0 1 0 0 0,0-1-1 0 0,0 0 1 0 0,0 0 0 0 0,0 0 0 0 0,0 0-1 0 0,0 0 1 0 0,0 1 0 0 0,0-1-1 0 0,0 0 1 0 0,0 0 0 0 0,0 0-1 0 0,0 0 1 0 0,0 1 0 0 0,0-1-1 0 0,0 0 1 0 0,0 0 0 0 0,0 0 0 0 0,0 0-1 0 0,0 1 1 0 0,0-1 0 0 0,0 0-1 0 0,0 0 1 0 0,0 0 0 0 0,0 0-1 0 0,-1 0 1 0 0,1 1 0 0 0,152-87-10 0 0,-152 85 1 0 0,1 1-1 0 0,0 0 1 0 0,-1-1-1 0 0,1 1 1 0 0,0 0-1 0 0,0 0 1 0 0,-1-1-1 0 0,1 1 1 0 0,0 0-1 0 0,0 0 1 0 0,-1 0-1 0 0,1 0 1 0 0,0 0-1 0 0,0 0 0 0 0,-1 0 1 0 0,1 0-1 0 0,0 0 1 0 0,0 0-1 0 0,-1 0 1 0 0,1 1-1 0 0,0-1 1 0 0,-1 0-1 0 0,1 0 1 0 0,0 1-1 0 0,-1-1 1 0 0,1 0-1 0 0,0 1 1 0 0,-1-1-1 0 0,1 1 0 0 0,-1-1 1 0 0,1 1-1 0 0,0-1 1 0 0,-1 1-1 0 0,1 0 1 0 0,-1-1-1 0 0,0 1 1 0 0,1-1-1 0 0,-1 1 1 0 0,0 0-1 0 0,1-1 1 0 0,-1 1-1 0 0,0 0 1 0 0,1 1-1 0 0,11 47 116 0 0,-11-43-590 0 0,0 0 0 0 0,0 0 0 0 0,0 0 0 0 0,1 0 0 0 0,0-1 0 0 0,5 11 0 0 0,-3-10-1596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0:31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1 472 0 0,'-13'5'514'0'0,"1"0"-1"0"0,-1 2 1 0 0,1-1-1 0 0,-13 10 1 0 0,20-12-374 0 0,1-1 0 0 0,0 0 1 0 0,0 1-1 0 0,0 0 0 0 0,0 0 1 0 0,0 0-1 0 0,1 0 0 0 0,0 0 0 0 0,0 1 1 0 0,0 0-1 0 0,0-1 0 0 0,1 1 1 0 0,-3 7-1 0 0,5-11-23 0 0,3 1-77 0 0,1 0 1 0 0,-1 0-1 0 0,1-1 0 0 0,0 0 0 0 0,0 0 1 0 0,0 0-1 0 0,-1 0 0 0 0,1 0 1 0 0,0-1-1 0 0,0 0 0 0 0,0 0 0 0 0,0 0 1 0 0,0 0-1 0 0,0 0 0 0 0,6-2 0 0 0,1 0 37 0 0,0 0 0 0 0,-1 0 0 0 0,1-1 0 0 0,18-8 0 0 0,-28 11 14 0 0,2 0-51 0 0,-2 0-34 0 0,0 0 0 0 0,-1 0 0 0 0,1 0-1 0 0,0 0 1 0 0,0 0 0 0 0,0 1 0 0 0,0-1-1 0 0,0 0 1 0 0,-1 0 0 0 0,1 1 0 0 0,0-1-1 0 0,0 0 1 0 0,0 1 0 0 0,-1-1 0 0 0,1 1 0 0 0,0-1-1 0 0,0 1 1 0 0,-1 0 0 0 0,1-1 0 0 0,-1 1-1 0 0,1-1 1 0 0,0 1 0 0 0,-1 0 0 0 0,1 0-1 0 0,-1-1 1 0 0,0 1 0 0 0,1 0 0 0 0,-1 0 0 0 0,0 0-1 0 0,1-1 1 0 0,-1 1 0 0 0,0 0 0 0 0,0 0-1 0 0,1 0 1 0 0,-1 0 0 0 0,0 0 0 0 0,0-1 0 0 0,0 1-1 0 0,-1 1 1 0 0,1 0 0 0 0,5 29 96 0 0,-2 0 0 0 0,-2 0 0 0 0,0 0 0 0 0,-6 41 0 0 0,4-59-67 0 0,-1 1 0 0 0,0-2-1 0 0,-1 1 1 0 0,-1 0 0 0 0,0 0 0 0 0,-1-1-1 0 0,0 0 1 0 0,-1 0 0 0 0,0 0 0 0 0,0-1 0 0 0,-2 0-1 0 0,-14 18 1 0 0,20-27 19 0 0,0 0-1 0 0,1 0 1 0 0,-1 0 0 0 0,0-1-1 0 0,0 1 1 0 0,0-1 0 0 0,0 1-1 0 0,0-1 1 0 0,0 0 0 0 0,-1 0-1 0 0,1 0 1 0 0,0 0 0 0 0,-1 0-1 0 0,1 0 1 0 0,0 0 0 0 0,-1-1-1 0 0,1 0 1 0 0,-1 1 0 0 0,1-1-1 0 0,-1 0 1 0 0,1 0 0 0 0,-1 0-1 0 0,1-1 1 0 0,-1 1-1 0 0,1 0 1 0 0,-4-2 0 0 0,5 1-46 0 0,1 1 0 0 0,-1-1 0 0 0,1 0 0 0 0,-1 0 0 0 0,1 0 0 0 0,0 0 0 0 0,-1 1 0 0 0,1-1 0 0 0,0 0 0 0 0,0 0 0 0 0,-1 0 0 0 0,1 0 0 0 0,0 0 0 0 0,0 0 0 0 0,0 0 0 0 0,0 0 0 0 0,0 0 0 0 0,0 0 0 0 0,1 0 1 0 0,-1 0-1 0 0,0 1 0 0 0,0-1 0 0 0,1 0 0 0 0,-1 0 0 0 0,0 0 0 0 0,1 0 0 0 0,0-1 0 0 0,11-23 2 0 0,-3 13-11 0 0,0-1 0 0 0,1 2 0 0 0,0-1 0 0 0,1 1 1 0 0,21-16-1 0 0,70-46-37 0 0,-74 55 24 0 0,-25 16 19 0 0,217-158 1381 0 0,-218 160-1255 0 0,-1-1-1 0 0,1-1 0 0 0,-1 1 1 0 0,0 0-1 0 0,1 0 0 0 0,-1 0 0 0 0,0-1 1 0 0,1 1-1 0 0,-1-1 0 0 0,0 1 1 0 0,0-1-1 0 0,0 1 0 0 0,-1-1 1 0 0,1 0-1 0 0,0 1 0 0 0,1-4 1 0 0,-5 7-100 0 0,1 1 0 0 0,0 0 0 0 0,0-1 0 0 0,0 1 1 0 0,0 0-1 0 0,0 0 0 0 0,1 0 0 0 0,0 1 0 0 0,-1-1 0 0 0,1 0 1 0 0,-1 6-1 0 0,-5 9-38 0 0,5-14-17 0 0,0 0 1 0 0,0 0 0 0 0,1 0-1 0 0,-1 1 1 0 0,1-1 0 0 0,0 0-1 0 0,0 1 1 0 0,1-1 0 0 0,-1 1-1 0 0,1-1 1 0 0,0 1 0 0 0,0-1-1 0 0,1 1 1 0 0,-1-1 0 0 0,1 1-1 0 0,1 4 1 0 0,-1-7 17 0 0,0-1 0 0 0,1 0 0 0 0,-1 1 0 0 0,1-1 0 0 0,-1 0 0 0 0,1 0 0 0 0,-1 1 0 0 0,1-1 0 0 0,-1-1 0 0 0,1 1 0 0 0,0 0 0 0 0,0 0 0 0 0,0 0 0 0 0,-1-1 0 0 0,1 1 0 0 0,0-1 0 0 0,0 0 0 0 0,0 1 0 0 0,0-1 0 0 0,0 0 0 0 0,0 0 0 0 0,0 0 0 0 0,-1-1 0 0 0,1 1 0 0 0,2-1 0 0 0,48-8-122 0 0,10-15-345 0 0,74-37 1 0 0,-135 60 468 0 0,0 1 0 0 0,-1-1 0 0 0,1 1 0 0 0,0 0 0 0 0,-1 0 0 0 0,1-1 0 0 0,0 1 0 0 0,0 0 0 0 0,-1 0 0 0 0,1 0 0 0 0,0 0 0 0 0,0 0 0 0 0,0 0 0 0 0,-1 0 0 0 0,1 0 0 0 0,0 0 0 0 0,0 0 0 0 0,-1 0 0 0 0,1 1 0 0 0,0-1 0 0 0,0 0 0 0 0,-1 0 0 0 0,1 1 0 0 0,0-1 0 0 0,-1 1 0 0 0,1-1 0 0 0,0 0 0 0 0,-1 1 0 0 0,1-1 0 0 0,-1 1 0 0 0,1 0 0 0 0,-1-1 0 0 0,1 1 0 0 0,-1-1 0 0 0,1 1 0 0 0,0 0 0 0 0,11 33 168 0 0,-2-7 23 0 0,-7-23-201 0 0,-1-1 0 0 0,1 1 0 0 0,0-1-1 0 0,0 0 1 0 0,0 0 0 0 0,1 0 0 0 0,-1 0 0 0 0,1-1-1 0 0,5 4 1 0 0,-6-5-495 0 0,-1 0 0 0 0,1 0 0 0 0,-1 0 0 0 0,1 0 0 0 0,0-1 0 0 0,0 1 0 0 0,-1-1 1 0 0,1 0-1 0 0,0 0 0 0 0,0 0 0 0 0,-1 0 0 0 0,6-1 0 0 0,18-3-2247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0:34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53 336 0 0,'0'0'3270'0'0,"2"-15"3886"0"0,28 8-7101 0 0,0 1 0 0 0,54-4-1 0 0,-55 7-48 0 0,-9 1 31 0 0,-15 2-28 0 0,0 0 0 0 0,0-1-1 0 0,-1 1 1 0 0,1-1-1 0 0,0 0 1 0 0,0-1-1 0 0,5-1 1 0 0,-8 2 115 0 0,25 3-7159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0:35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1 664 0 0,'1'2'10207'0'0,"2"20"-10255"0"0,-6-4 197 0 0,0 0-1 0 0,-8 25 1 0 0,7-28-81 0 0,0 0 0 0 0,1 0 0 0 0,-2 25 0 0 0,2-11 35 0 0,0 0-1 0 0,-9 35 1 0 0,11-62-80 0 0,2 4 1 0 0,-1-5-11 0 0,0-1 0 0 0,0 1 0 0 0,0 0-1 0 0,0-1 1 0 0,0 1 0 0 0,0 0 0 0 0,0-1 0 0 0,0 1-1 0 0,0 0 1 0 0,0-1 0 0 0,0 1 0 0 0,0-1 0 0 0,0 1-1 0 0,0 0 1 0 0,1-1 0 0 0,-1 1 0 0 0,0-1 0 0 0,0 1-1 0 0,1-1 1 0 0,-1 1 0 0 0,1 0 0 0 0,-1-1 0 0 0,0 1-1 0 0,1-1 1 0 0,-1 0 0 0 0,1 1 0 0 0,-1-1 0 0 0,1 1-1 0 0,-1-1 1 0 0,1 0 0 0 0,0 1 0 0 0,349-249 263 0 0,-324 229-460 0 0,-62 43 170 0 0,11-9-3 0 0,2 2 0 0 0,0 0 1 0 0,1 1-1 0 0,-21 23 0 0 0,42-40 15 0 0,1 9-19 0 0,0-9 20 0 0,-1 0 0 0 0,1-1 0 0 0,0 1 0 0 0,0 0-1 0 0,0-1 1 0 0,-1 1 0 0 0,1 0 0 0 0,0 0 0 0 0,0-1 0 0 0,0 1-1 0 0,0 0 1 0 0,0-1 0 0 0,1 1 0 0 0,-1 0 0 0 0,0 0 0 0 0,0-1-1 0 0,0 1 1 0 0,1 0 0 0 0,-1-1 0 0 0,0 1 0 0 0,1 0 0 0 0,0 0-1 0 0,6 5-390 0 0,1 0 0 0 0,0 0 0 0 0,1-1 0 0 0,-1 0 0 0 0,1-1 0 0 0,0 0-1 0 0,0 0 1 0 0,17 4 0 0 0,-3-3-1192 0 0,0 0 1 0 0,45 2-1 0 0,-42-6-650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0:36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0 240 0 0,'0'0'6861'0'0,"-6"3"-6573"0"0,-3 1-156 0 0,-1 0 0 0 0,1 1 0 0 0,0 0 0 0 0,0 0 0 0 0,0 1 0 0 0,1 0 0 0 0,0 1 0 0 0,0 0 0 0 0,1 0 0 0 0,0 1 0 0 0,0 0 0 0 0,1 0 0 0 0,-1 0 0 0 0,2 1 0 0 0,-1 0 0 0 0,-5 14 0 0 0,11-22-86 0 0,4 25 205 0 0,1-25-231 0 0,-1 1-1 0 0,1-1 0 0 0,-1 0 0 0 0,1 0 1 0 0,-1 0-1 0 0,1-1 0 0 0,-1 0 1 0 0,1 1-1 0 0,0-2 0 0 0,-1 1 0 0 0,1 0 1 0 0,0-1-1 0 0,-1 0 0 0 0,1 0 1 0 0,-1-1-1 0 0,0 1 0 0 0,1-1 0 0 0,-1 0 1 0 0,0 0-1 0 0,0 0 0 0 0,5-4 1 0 0,25-9 253 0 0,-32 14-189 0 0,9-3 147 0 0,-10 4-230 0 0,-1 0 0 0 0,0 0 1 0 0,0 0-1 0 0,1-1 1 0 0,-1 1-1 0 0,0 0 0 0 0,1 0 1 0 0,-1 0-1 0 0,0 0 1 0 0,0 0-1 0 0,1-1 0 0 0,-1 1 1 0 0,0 0-1 0 0,1 0 0 0 0,-1 0 1 0 0,0 0-1 0 0,1 0 1 0 0,-1 0-1 0 0,0 0 0 0 0,1 0 1 0 0,-1 0-1 0 0,0 0 1 0 0,1 1-1 0 0,-1-1 0 0 0,0 0 1 0 0,0 0-1 0 0,1 0 0 0 0,-1 0 1 0 0,0 0-1 0 0,1 0 1 0 0,-1 1-1 0 0,0-1 0 0 0,0 0 1 0 0,1 0-1 0 0,-1 0 1 0 0,0 1-1 0 0,0-1 0 0 0,0 0 1 0 0,1 0-1 0 0,-1 1 1 0 0,0-1-1 0 0,0 0 0 0 0,0 1 1 0 0,0-1-1 0 0,0 0 0 0 0,1 1 1 0 0,-1-1-1 0 0,0 0 1 0 0,0 0-1 0 0,0 1 0 0 0,0-1 1 0 0,0 0-1 0 0,0 1 1 0 0,0-1-1 0 0,0 1 0 0 0,1 1-15 0 0,0 1-8 0 0,-1-1 17 0 0,1-1 0 0 0,-1 1 0 0 0,1 0 0 0 0,0-1 0 0 0,-1 1 0 0 0,1-1 0 0 0,0 1 0 0 0,0-1 0 0 0,0 1 0 0 0,0-1 0 0 0,0 1 0 0 0,0-1 0 0 0,0 0 0 0 0,2 1 0 0 0,-2-1 5 0 0,1 0 0 0 0,-1-1 1 0 0,1 1-1 0 0,0-1 0 0 0,-1 0 0 0 0,1 1 1 0 0,0-1-1 0 0,-1 0 0 0 0,1 0 0 0 0,0 0 1 0 0,-1 0-1 0 0,1-1 0 0 0,0 1 0 0 0,-1 0 1 0 0,1-1-1 0 0,0 1 0 0 0,1-2 0 0 0,37-12-8 0 0,-29 10-2 0 0,39-14-24 0 0,50-16-80 0 0,-91 31 82 0 0,1 1 0 0 0,0 0 0 0 0,-1 1 0 0 0,1 0 0 0 0,0 0 0 0 0,0 1 0 0 0,18 2 0 0 0,-25-1 26 0 0,-1 0-1 0 0,0-1 1 0 0,0 1-1 0 0,0 1 1 0 0,0-1-1 0 0,0 0 1 0 0,0 0-1 0 0,-1 1 1 0 0,1-1-1 0 0,0 1 1 0 0,0-1 0 0 0,-1 1-1 0 0,1 0 1 0 0,-1 0-1 0 0,0-1 1 0 0,0 1-1 0 0,1 0 1 0 0,-1 0-1 0 0,0 0 1 0 0,-1 0-1 0 0,1 1 1 0 0,0-1 0 0 0,-1 0-1 0 0,1 0 1 0 0,-1 0-1 0 0,1 1 1 0 0,-1-1-1 0 0,0 0 1 0 0,0 1-1 0 0,0-1 1 0 0,0 0-1 0 0,-1 0 1 0 0,1 1 0 0 0,-1 2-1 0 0,0 1-11 0 0,0 0-1 0 0,0 0 1 0 0,-1 0-1 0 0,1 0 1 0 0,-1 0-1 0 0,0 0 1 0 0,-1 0 0 0 0,0 0-1 0 0,0-1 1 0 0,-5 9-1 0 0,5-11 29 0 0,-1 1-1 0 0,1-1 1 0 0,-1 0-1 0 0,0 0 0 0 0,0-1 1 0 0,0 1-1 0 0,-5 2 1 0 0,8-5-11 0 0,0 1 0 0 0,0-1-1 0 0,0 0 1 0 0,0 1 0 0 0,0-1 0 0 0,0 0 0 0 0,0 0 0 0 0,0 0 0 0 0,0 0 0 0 0,0 0 0 0 0,-1 0 0 0 0,1 0 0 0 0,0 0 0 0 0,0 0 0 0 0,0-1 0 0 0,0 1 0 0 0,0 0 0 0 0,0-1 0 0 0,1 1 0 0 0,-1-1 0 0 0,0 1 0 0 0,0-1-1 0 0,0 1 1 0 0,0-1 0 0 0,0 0 0 0 0,1 1 0 0 0,-1-1 0 0 0,0 0 0 0 0,0 1 0 0 0,1-1 0 0 0,-1 0 0 0 0,1 0 0 0 0,-1 0 0 0 0,0-2 0 0 0,0 2-277 0 0,3-15-1925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0:36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16 752 0 0,'0'0'3085'0'0,"0"-1"-2983"0"0,0 1 1 0 0,0-1-1 0 0,0 0 1 0 0,0 1-1 0 0,0-1 0 0 0,0 0 1 0 0,0 1-1 0 0,0-1 1 0 0,-1 1-1 0 0,1-1 1 0 0,0 1-1 0 0,0-1 0 0 0,0 0 1 0 0,-1 1-1 0 0,1-1 1 0 0,0 1-1 0 0,-1-1 0 0 0,1 1 1 0 0,0-1-1 0 0,-1 1 1 0 0,1-1-1 0 0,-1 1 0 0 0,1 0 1 0 0,-1-1-1 0 0,1 1 1 0 0,-1 0-1 0 0,1-1 0 0 0,-1 1 1 0 0,0-1-1 0 0,-9 3 84 0 0,0 0-1 0 0,0 1 1 0 0,0 0-1 0 0,0 1 1 0 0,1-1-1 0 0,-1 2 0 0 0,1 0 1 0 0,0 0-1 0 0,0 0 1 0 0,1 1-1 0 0,0 0 1 0 0,-13 13-1 0 0,4 4 151 0 0,17-22-325 0 0,0-1 1 0 0,-1 1-1 0 0,1-1 1 0 0,0 1-1 0 0,0 0 1 0 0,0-1-1 0 0,0 1 1 0 0,0 0-1 0 0,0-1 1 0 0,0 1-1 0 0,0 0 1 0 0,0-1-1 0 0,0 1 1 0 0,0-1-1 0 0,0 1 1 0 0,0 0-1 0 0,0-1 1 0 0,1 1-1 0 0,-1-1 1 0 0,0 1-1 0 0,1 0 1 0 0,-1 0-1 0 0,3 1-2 0 0,-1-1-1 0 0,0 0 0 0 0,0 1 1 0 0,1-1-1 0 0,-1 0 0 0 0,0 0 1 0 0,1 0-1 0 0,-1-1 1 0 0,1 1-1 0 0,-1-1 0 0 0,1 1 1 0 0,-1-1-1 0 0,1 0 0 0 0,4 0 1 0 0,40 1-58 0 0,-30-2-23 0 0,-1 1-1 0 0,0 1 0 0 0,1 1 0 0 0,-1 0 0 0 0,19 5 0 0 0,-9 13-1314 0 0,-25-18 1020 0 0,1-1 1 0 0,-1 1-1 0 0,1-1 0 0 0,-1 1 0 0 0,1-1 0 0 0,0 0 0 0 0,0 1 0 0 0,0-1 0 0 0,-1 0 1 0 0,1 0-1 0 0,0 0 0 0 0,0-1 0 0 0,4 2 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0:37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17 424 0 0,'0'0'4101'0'0,"2"3"-3801"0"0,1 1-205 0 0,-1 0 0 0 0,0 0-1 0 0,-1 0 1 0 0,1 0 0 0 0,-1 0-1 0 0,0 1 1 0 0,0-1 0 0 0,0 0 0 0 0,0 1-1 0 0,-1-1 1 0 0,0 0 0 0 0,0 1-1 0 0,0-1 1 0 0,0 1 0 0 0,-1-1 0 0 0,0 0-1 0 0,0 1 1 0 0,0-1 0 0 0,0 0 0 0 0,-1 0-1 0 0,1 0 1 0 0,-1 0 0 0 0,0 0-1 0 0,0 0 1 0 0,-1 0 0 0 0,1 0 0 0 0,-1-1-1 0 0,-7 8 1082 0 0,11-17-1104 0 0,1-1-50 0 0,0 1-1 0 0,0-1 0 0 0,1 1 0 0 0,-1-1 0 0 0,2 1 1 0 0,-1 0-1 0 0,1 0 0 0 0,-1 0 0 0 0,2 1 0 0 0,-1-1 0 0 0,1 1 1 0 0,-1 0-1 0 0,11-8 0 0 0,-8 7-16 0 0,0 1 0 0 0,-1 0-1 0 0,2 0 1 0 0,-1 0 0 0 0,1 1 0 0 0,-1 0 0 0 0,1 1 0 0 0,0 0 0 0 0,1 0-1 0 0,-1 0 1 0 0,11-1 0 0 0,-14 5-14 0 0,-1-1 6 0 0,0 2 0 0 0,0-1 0 0 0,0 0 0 0 0,0 1 0 0 0,-1 0 0 0 0,1 0 0 0 0,0 0 0 0 0,-1 0 0 0 0,0 0 0 0 0,1 1 0 0 0,-1 0 0 0 0,0-1 0 0 0,0 1 0 0 0,-1 0 0 0 0,1 1 0 0 0,-1-1 0 0 0,1 0 0 0 0,-1 1 0 0 0,0-1 0 0 0,2 6 0 0 0,-1-1 47 0 0,-1 0-1 0 0,1 1 0 0 0,-1 0 0 0 0,-1-1 1 0 0,0 1-1 0 0,0 0 0 0 0,-1 10 0 0 0,4-15 1208 0 0,7-11-851 0 0,12-14-529 0 0,-19 16 264 0 0,69-51-410 0 0,-71 55 243 0 0,13-1-152 0 0,-5 8 164 0 0,-1-1 0 0 0,1 1 1 0 0,-1 1-1 0 0,11 10 0 0 0,-13-11 5 0 0,0 0 0 0 0,0-1 1 0 0,0 0-1 0 0,0 0 0 0 0,1 0 0 0 0,0-1 0 0 0,0 0 0 0 0,0 0 0 0 0,1-1 0 0 0,14 4 1 0 0,-14-6 52 0 0,0 0-1 0 0,1 0 1 0 0,-1-1 0 0 0,0 0 0 0 0,0-1 0 0 0,1 0 0 0 0,-1 0 0 0 0,0-1 0 0 0,0 0 0 0 0,0 0 0 0 0,-1-1 0 0 0,1-1 0 0 0,-1 1-1 0 0,1-1 1 0 0,12-9 0 0 0,-20 12 76 0 0,0 0 0 0 0,0 0-1 0 0,0 0 1 0 0,0 1 0 0 0,0-1-1 0 0,0 0 1 0 0,0 1 0 0 0,0-1-1 0 0,0 1 1 0 0,0-1 0 0 0,0 1-1 0 0,0 0 1 0 0,0-1 0 0 0,0 1-1 0 0,0 0 1 0 0,0 0 0 0 0,0 0-1 0 0,1 0 1 0 0,-1 0 0 0 0,0 0-1 0 0,0 0 1 0 0,0 0 0 0 0,0 0-1 0 0,0 0 1 0 0,2 1 0 0 0,-2 0-123 0 0,-1 0 0 0 0,1 0 0 0 0,0 0 0 0 0,-1 0 0 0 0,1 0 0 0 0,-1 0 0 0 0,1 0 0 0 0,-1 0 0 0 0,0 0 1 0 0,1 0-1 0 0,-1 0 0 0 0,0 0 0 0 0,0 0 0 0 0,0 0 0 0 0,1 0 0 0 0,-1 0 0 0 0,0 0 0 0 0,-1 1 0 0 0,1-1 0 0 0,0 2 1 0 0,-1-1-476 0 0,6 11-620 0 0,-2-4-553 0 0,-1-2-3775 0 0,4 2 2644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0:37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66 280 0 0,'-15'-64'9636'0'0,"15"62"-9837"0"0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0:38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0 504 0 0,'5'2'669'0'0,"29"13"-55"0"0,0 1 1 0 0,0 2 0 0 0,-2 1 0 0 0,0 2-1 0 0,-2 1 1 0 0,0 1 0 0 0,41 42 0 0 0,-56-49-480 0 0,-1 1 1 0 0,-1 0-1 0 0,0 0 1 0 0,-1 1-1 0 0,-1 1 1 0 0,-1 0-1 0 0,-1 1 1 0 0,0-1-1 0 0,-2 2 1 0 0,0-1-1 0 0,-1 1 1 0 0,-1 0-1 0 0,-1 0 1 0 0,2 41-1 0 0,-6-36-25 0 0,-2 1 0 0 0,-1-1-1 0 0,0 0 1 0 0,-2 0-1 0 0,-1-1 1 0 0,-1 0 0 0 0,-1 0-1 0 0,-2 0 1 0 0,0-1 0 0 0,-26 44-1 0 0,14-33 176 0 0,-2-1 0 0 0,-2 0-1 0 0,-1-2 1 0 0,-1-1 0 0 0,-1-2 0 0 0,-38 29-1 0 0,2-19 827 0 0,31-21-387 0 0,33-17-581 0 0,-1-1-296 0 0,0 1-1 0 0,1-1 1 0 0,-1 0 0 0 0,1 0 0 0 0,-1 0-1 0 0,0-1 1 0 0,1 1 0 0 0,-1 0-1 0 0,1 0 1 0 0,-1-1 0 0 0,1 1 0 0 0,-1-1-1 0 0,1 0 1 0 0,-1 1 0 0 0,1-1 0 0 0,0 0-1 0 0,-3-1 1 0 0,1-1-1824 0 0,-8-18-4259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07:41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58 248 0 0,'0'0'2940'0'0,"2"-19"2788"0"0,-3 12-5963 0 0,-1 4 278 0 0,-1 1-1 0 0,1-1 0 0 0,-1 0 0 0 0,0 1 0 0 0,0-1 0 0 0,0 1 0 0 0,-1 0 0 0 0,-5-3 0 0 0,7 4-21 0 0,-28-4 485 0 0,20 5-2650 0 0,7 6 1806 0 0,-6 9-3618 0 0,3-7 2183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07:44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405 139 180 0 0,'0'0'2536'0'0,"10"-5"2033"0"0,-14-22-2761 0 0,-2 6-641 0 0,6 19-1044 0 0,-20-34 342 0 0,19 34-351 0 0,-1-2-37 0 0,-1-1 0 0 0,0 1 0 0 0,0 1 0 0 0,0-1 0 0 0,0 0 0 0 0,-1 1 0 0 0,-5-6 0 0 0,7 7-73 0 0,-16-5 46 0 0,16 7-52 0 0,-46 0-52 0 0,39 3 47 0 0,1 1 0 0 0,0 0 1 0 0,-1 0-1 0 0,2 0 0 0 0,-1 1 0 0 0,0 0 0 0 0,1 1 0 0 0,0 0 0 0 0,1 0 0 0 0,-13 13 0 0 0,-4 10-43 0 0,-27 44 1 0 0,28-40 38 0 0,8-12 49 0 0,1 1-1 0 0,1 0 1 0 0,1 1 0 0 0,-15 46-1 0 0,22-57-18 0 0,0 1 0 0 0,1 0 0 0 0,1 1 0 0 0,0-1 0 0 0,1 0 0 0 0,1 1 0 0 0,0-1 1 0 0,1 0-1 0 0,0 1 0 0 0,6 24 0 0 0,-5-33-7 0 0,0 0 0 0 0,0 0 1 0 0,1 0-1 0 0,0-1 0 0 0,0 1 0 0 0,0-1 1 0 0,1 0-1 0 0,-1 0 0 0 0,1 0 0 0 0,0-1 1 0 0,0 1-1 0 0,0-1 0 0 0,1 0 0 0 0,-1 0 1 0 0,1 0-1 0 0,6 2 0 0 0,3 2 18 0 0,0-1 0 0 0,0-1 0 0 0,0 0-1 0 0,22 4 1 0 0,-3-5-4 0 0,0-1-1 0 0,0-2 1 0 0,0-1-1 0 0,0-1 1 0 0,0-2-1 0 0,0-1 1 0 0,-1-2-1 0 0,0-1 1 0 0,0-1-1 0 0,0-2 1 0 0,-1-2-1 0 0,-1 0 1 0 0,0-2-1 0 0,0-1 1 0 0,-2-2-1 0 0,0-1 1 0 0,47-38-1 0 0,-63 44 36 0 0,0 0 0 0 0,-1-1 1 0 0,0 0-1 0 0,0 0 0 0 0,8-17 0 0 0,-18 29 11 0 0,3-6 40 0 0,-2 5-85 0 0,-5 4 97 0 0,-1 2-131 0 0,1 0 0 0 0,-1 0 0 0 0,1 1 0 0 0,0-1 0 0 0,0 1 0 0 0,0 0 0 0 0,1-1 0 0 0,0 1-1 0 0,0 1 1 0 0,0-1 0 0 0,1 0 0 0 0,-1 0 0 0 0,1 1 0 0 0,0 7 0 0 0,1-9 6 0 0,0-1-1 0 0,0 1 1 0 0,1 0-1 0 0,-1 0 1 0 0,1 0-1 0 0,0 0 1 0 0,0 0-1 0 0,0-1 0 0 0,1 1 1 0 0,0-1-1 0 0,-1 1 1 0 0,1-1-1 0 0,0 1 1 0 0,1-1-1 0 0,-1 0 1 0 0,1 0-1 0 0,-1 0 1 0 0,1 0-1 0 0,0-1 1 0 0,0 1-1 0 0,0-1 1 0 0,4 3-1 0 0,-5-3 27 0 0,0-1-1 0 0,-1 1 0 0 0,1-1 1 0 0,0 0-1 0 0,0 0 1 0 0,0 0-1 0 0,0 0 1 0 0,0 0-1 0 0,0-1 1 0 0,0 1-1 0 0,1 0 0 0 0,-1-1 1 0 0,0 0-1 0 0,0 1 1 0 0,0-1-1 0 0,1 0 1 0 0,-1 0-1 0 0,0 0 0 0 0,0-1 1 0 0,0 1-1 0 0,1 0 1 0 0,-1-1-1 0 0,0 1 1 0 0,0-1-1 0 0,0 0 0 0 0,0 0 1 0 0,0 0-1 0 0,0 0 1 0 0,0 0-1 0 0,0 0 1 0 0,0-1-1 0 0,-1 1 0 0 0,1 0 1 0 0,0-1-1 0 0,-1 0 1 0 0,1 1-1 0 0,-1-1 1 0 0,0 0-1 0 0,1 0 0 0 0,-1 1 1 0 0,0-1-1 0 0,0 0 1 0 0,0 0-1 0 0,1-4 1 0 0,1-2 59 0 0,0 1 0 0 0,-1-1 0 0 0,0 0 0 0 0,0 1 1 0 0,-1-1-1 0 0,0 0 0 0 0,0 0 0 0 0,-1 0 1 0 0,0 0-1 0 0,0 0 0 0 0,-3-14 0 0 0,2 18-66 0 0,-1 0-1 0 0,1 1 1 0 0,-1-1-1 0 0,0 0 0 0 0,0 0 1 0 0,-1 1-1 0 0,1-1 1 0 0,-1 1-1 0 0,1 0 0 0 0,-1 0 1 0 0,0 0-1 0 0,0 0 1 0 0,0 0-1 0 0,-1 1 1 0 0,1-1-1 0 0,-1 1 0 0 0,1 0 1 0 0,-1 0-1 0 0,0 0 1 0 0,0 1-1 0 0,0-1 0 0 0,0 1 1 0 0,0 0-1 0 0,0 0 1 0 0,0 0-1 0 0,0 1 0 0 0,-1-1 1 0 0,-7 1-1 0 0,3 0-379 0 0,0 0-1 0 0,-1 1 1 0 0,1 0 0 0 0,-1 0-1 0 0,-11 4 1 0 0,14-3-778 0 0,0 0 0 0 0,0 1 0 0 0,0 0 0 0 0,0 0 0 0 0,1 1 0 0 0,-8 4 1 0 0,3-1-2028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07:46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180 291 432 0 0,'0'0'779'0'0,"6"-46"6213"0"0,-6 44-6650 0 0,-2 0-231 0 0,0 0-1 0 0,0 1 1 0 0,0-1 0 0 0,-1 1 0 0 0,1-1-1 0 0,0 1 1 0 0,-1 0 0 0 0,1 0 0 0 0,0 0 0 0 0,-1 1-1 0 0,1-1 1 0 0,-1 0 0 0 0,-2 1 0 0 0,-3 1-54 0 0,0 0 1 0 0,0 0-1 0 0,0 1 1 0 0,0 0-1 0 0,0 1 1 0 0,0 0-1 0 0,1 0 1 0 0,0 1-1 0 0,-1-1 1 0 0,1 2-1 0 0,1-1 1 0 0,-1 1-1 0 0,1 0 1 0 0,-9 8-1 0 0,13-11-53 0 0,-1 1 0 0 0,0-1 0 0 0,1 1 0 0 0,0-1 0 0 0,-1 1-1 0 0,1 0 1 0 0,0 0 0 0 0,1 0 0 0 0,-1 0 0 0 0,0 0 0 0 0,1 0 0 0 0,0 0-1 0 0,0 0 1 0 0,0 1 0 0 0,0-1 0 0 0,0 1 0 0 0,0-1 0 0 0,1 0 0 0 0,0 1-1 0 0,0-1 1 0 0,0 1 0 0 0,0-1 0 0 0,0 1 0 0 0,1-1 0 0 0,0 1-1 0 0,-1-1 1 0 0,1 0 0 0 0,0 1 0 0 0,1-1 0 0 0,-1 0 0 0 0,1 0 0 0 0,-1 0-1 0 0,1 0 1 0 0,0 0 0 0 0,3 4 0 0 0,0-1-16 0 0,0-1 0 0 0,0 0 1 0 0,0 0-1 0 0,0-1 0 0 0,1 1 0 0 0,0-1 1 0 0,0 0-1 0 0,0-1 0 0 0,1 1 0 0 0,-1-1 0 0 0,1 0 1 0 0,-1-1-1 0 0,1 0 0 0 0,0 0 0 0 0,0 0 0 0 0,0-1 1 0 0,0 0-1 0 0,0 0 0 0 0,1-1 0 0 0,-1 0 0 0 0,0 0 1 0 0,0-1-1 0 0,0 0 0 0 0,0 0 0 0 0,0 0 1 0 0,0-1-1 0 0,0 0 0 0 0,0-1 0 0 0,0 0 0 0 0,10-5 1 0 0,-5 1-7 0 0,0 0 0 0 0,-1-1 1 0 0,0 0-1 0 0,0-1 0 0 0,0 0 1 0 0,-1-1-1 0 0,-1 0 0 0 0,0 0 1 0 0,0-1-1 0 0,-1 0 0 0 0,0-1 1 0 0,-1 1-1 0 0,-1-2 0 0 0,0 1 1 0 0,6-16-1 0 0,-5 0 173 0 0,-1 1 0 0 0,-1-1 1 0 0,1-50-1 0 0,-1 14 687 0 0,2 28 109 0 0,-24 255-848 0 0,4-84-8 0 0,12-132-95 0 0,-2 20-3 0 0,3-22 2 0 0,0 0 1 0 0,1-1 0 0 0,-1 1 0 0 0,0 0 0 0 0,1-1 0 0 0,-1 1 0 0 0,1-1 0 0 0,-1 1 0 0 0,0-1 0 0 0,1 1-1 0 0,-1-1 1 0 0,1 1 0 0 0,0-1 0 0 0,-1 1 0 0 0,1-1 0 0 0,-1 0 0 0 0,1 1 0 0 0,0-1 0 0 0,-1 0 0 0 0,1 1-1 0 0,0-1 1 0 0,-1 0 0 0 0,1 0 0 0 0,0 0 0 0 0,-1 0 0 0 0,1 0 0 0 0,0 0 0 0 0,-1 0 0 0 0,1 0 0 0 0,0 0-1 0 0,-1 0 1 0 0,1 0 0 0 0,0 0 0 0 0,0 0 0 0 0,-1 0 0 0 0,1-1 0 0 0,0 1 0 0 0,-1 0 0 0 0,1 0 0 0 0,-1-1 0 0 0,1 1-1 0 0,0-1 1 0 0,0 0 0 0 0,21-8-24 0 0,1-1-1 0 0,-2-1 1 0 0,0-1-1 0 0,31-23 1 0 0,8-5-5 0 0,-32 18 123 0 0,-33 27-103 0 0,0 0 1 0 0,1 1-1 0 0,0 0 1 0 0,0 0-1 0 0,0 0 1 0 0,1 0-1 0 0,0 0 1 0 0,-3 11-1 0 0,5-14 8 0 0,1 0-1 0 0,-1-1 1 0 0,1 1-1 0 0,0 0 0 0 0,0 0 1 0 0,0 0-1 0 0,1 0 0 0 0,-1 0 1 0 0,1 0-1 0 0,-1-1 1 0 0,1 1-1 0 0,0 0 0 0 0,0 0 1 0 0,0-1-1 0 0,1 1 1 0 0,-1 0-1 0 0,1-1 0 0 0,-1 0 1 0 0,1 1-1 0 0,0-1 1 0 0,0 0-1 0 0,0 0 0 0 0,0 0 1 0 0,0 0-1 0 0,0 0 0 0 0,4 2 1 0 0,0 1 14 0 0,0-1 1 0 0,1 0-1 0 0,0 0 1 0 0,0 0-1 0 0,0-1 1 0 0,0 0-1 0 0,1 0 1 0 0,-1-1 0 0 0,1 0-1 0 0,-1 0 1 0 0,1-1-1 0 0,0 0 1 0 0,0 0-1 0 0,-1-1 1 0 0,1 0-1 0 0,0 0 1 0 0,0-1-1 0 0,0 0 1 0 0,-1 0-1 0 0,1-1 1 0 0,0 0-1 0 0,-1 0 1 0 0,1-1-1 0 0,-1 0 1 0 0,0 0-1 0 0,0-1 1 0 0,0 1-1 0 0,-1-2 1 0 0,1 1-1 0 0,-1-1 1 0 0,0 0-1 0 0,0 0 1 0 0,-1-1 0 0 0,1 0-1 0 0,6-9 1 0 0,-6 6 358 0 0,-6 9-346 0 0,0-1-1 0 0,0 1 1 0 0,0-1 0 0 0,0 1 0 0 0,0-1 0 0 0,0 1-1 0 0,0-1 1 0 0,0 1 0 0 0,1-1 0 0 0,-1 1 0 0 0,0 0-1 0 0,0-1 1 0 0,1 1 0 0 0,-1-1 0 0 0,0 1 0 0 0,0 0-1 0 0,1-1 1 0 0,-1 1 0 0 0,0 0 0 0 0,1-1 0 0 0,-1 1-1 0 0,0 0 1 0 0,1-1 0 0 0,-1 1 0 0 0,1 0 0 0 0,-1 0-1 0 0,1 0 1 0 0,-1-1 0 0 0,0 1 0 0 0,1 0 0 0 0,-1 0-1 0 0,1 0 1 0 0,-1 0 0 0 0,1 0 0 0 0,-1 0 0 0 0,1 0-1 0 0,-1 0 1 0 0,1 0 0 0 0,-1 0 0 0 0,1 0 0 0 0,-1 0-1 0 0,1 0 1 0 0,-1 0 0 0 0,0 0 0 0 0,1 1 0 0 0,-1-1-1 0 0,1 0 1 0 0,-1 0 0 0 0,1 1 0 0 0,-1-1 0 0 0,0 0-1 0 0,1 0 1 0 0,-1 1 0 0 0,0-1 0 0 0,1 0 0 0 0,-1 1-1 0 0,0-1 1 0 0,1 1 0 0 0,-1-1 0 0 0,0 0 0 0 0,0 1-1 0 0,0-1 1 0 0,1 1 0 0 0,-1 0 0 0 0,5 3-227 0 0,4 3-208 0 0,0 0-1 0 0,1 0 1 0 0,-1-1-1 0 0,1 0 1 0 0,12 4-1 0 0,-10-5-1166 0 0,0 0-1 0 0,0-2 1 0 0,25 5 0 0 0,7-3-2053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0:40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34 328 0 0,'3'-1'335'0'0,"1"1"0"0"0,-1-1 1 0 0,0 0-1 0 0,1 0 0 0 0,-1 0 0 0 0,0-1 1 0 0,0 1-1 0 0,1-1 0 0 0,-1 1 0 0 0,0-1 0 0 0,-1 0 1 0 0,1 0-1 0 0,3-3 0 0 0,9-6 4018 0 0,-20 40-1222 0 0,-21 53-3348 0 0,23-72 470 0 0,-25 73 117 0 0,4 1 0 0 0,-15 99 0 0 0,30-117-146 0 0,3 1 0 0 0,3-1 0 0 0,3 1 0 0 0,15 122 0 0 0,-8-148-140 0 0,1 0 1 0 0,3 0 0 0 0,1-1 0 0 0,1 0-1 0 0,3-1 1 0 0,1-1 0 0 0,2-1 0 0 0,44 66-1 0 0,-46-81 16 0 0,2-1-1 0 0,0 0 1 0 0,2-1-1 0 0,0-1 1 0 0,1-1-1 0 0,1-1 1 0 0,0-2-1 0 0,1 0 0 0 0,1-1 1 0 0,0-1-1 0 0,1-1 1 0 0,52 15-1 0 0,-36-15-299 0 0,1-2-1 0 0,81 8 0 0 0,-70-15-2327 0 0,101-6-1 0 0,-128 0-1697 0 0,-6 0 321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0:53.2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25 152 0 0,'0'0'2398'0'0,"-19"6"878"0"0,3 64-985 0 0,15-68-1394 0 0,3 1-610 0 0,-2-3-278 0 0,0 0 0 0 0,0 1 0 0 0,0-1-1 0 0,0 0 1 0 0,0 0 0 0 0,0 1 0 0 0,0-1 0 0 0,1 0-1 0 0,-1 0 1 0 0,0 1 0 0 0,0-1 0 0 0,0 0 0 0 0,0 0-1 0 0,0 0 1 0 0,0 1 0 0 0,0-1 0 0 0,1 0 0 0 0,-1 0-1 0 0,0 0 1 0 0,0 0 0 0 0,0 1 0 0 0,0-1 0 0 0,1 0-1 0 0,-1 0 1 0 0,0 0 0 0 0,0 0 0 0 0,1 0 0 0 0,-1 0-1 0 0,0 1 1 0 0,0-1 0 0 0,0 0 0 0 0,1 0-1 0 0,-1 0 1 0 0,0 0 0 0 0,0 0 0 0 0,1 0 0 0 0,-1 0-1 0 0,0 0 1 0 0,0 0 0 0 0,1 0 0 0 0,-1 0 0 0 0,0 0-1 0 0,0 0 1 0 0,1 0 0 0 0,-1-1 0 0 0,0 1 0 0 0,0 0-1 0 0,0 0 1 0 0,1 0 0 0 0,-1 0 0 0 0,0 0 0 0 0,0 0-1 0 0,0 0 1 0 0,1-1 0 0 0,22-10 155 0 0,122-54 404 0 0,-125 58-512 0 0,-1 0-1 0 0,1 2 0 0 0,-1 0 0 0 0,1 2 1 0 0,40-3-1 0 0,-52 6-48 0 0,0 1 0 0 0,0 0 1 0 0,0 1-1 0 0,0-1 0 0 0,-1 1 0 0 0,1 1 0 0 0,-1 0 0 0 0,1 0 1 0 0,-1 0-1 0 0,0 1 0 0 0,0 0 0 0 0,-1 0 0 0 0,1 1 1 0 0,6 6-1 0 0,-8-7 5 0 0,0 0 1 0 0,-1 1-1 0 0,1 0 0 0 0,-1 0 1 0 0,0 0-1 0 0,-1 0 1 0 0,1 1-1 0 0,-1-1 1 0 0,0 1-1 0 0,0 0 0 0 0,-1 0 1 0 0,0 0-1 0 0,0 0 1 0 0,0 1-1 0 0,-1-1 1 0 0,0 0-1 0 0,0 9 0 0 0,-1-11 16 0 0,0 0-1 0 0,-1 0 1 0 0,0 0-1 0 0,0 0 1 0 0,0 0-1 0 0,-1-1 1 0 0,1 1-1 0 0,-3 4 1 0 0,-10 9-1371 0 0,-5-11-3962 0 0,4-7 2613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0:53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47 528 0 0,'0'0'1296'0'0,"-5"-14"996"0"0,1 4-359 0 0,-1 0 339 0 0,5-3-1096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0:53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25 248 0 0,'3'-10'6611'0'0,"-3"9"-6565"0"0,-1 0 0 0 0,1 0-1 0 0,-1 0 1 0 0,0 0-1 0 0,1 0 1 0 0,-1 0 0 0 0,0 1-1 0 0,1-1 1 0 0,-1 0 0 0 0,0 1-1 0 0,0-1 1 0 0,0 0-1 0 0,0 1 1 0 0,0-1 0 0 0,0 1-1 0 0,0-1 1 0 0,0 1 0 0 0,0 0-1 0 0,0-1 1 0 0,0 1-1 0 0,0 0 1 0 0,0 0 0 0 0,0 0-1 0 0,0-1 1 0 0,0 1 0 0 0,0 0-1 0 0,0 0 1 0 0,0 1 0 0 0,0-1-1 0 0,0 0 1 0 0,0 0-1 0 0,0 1 1 0 0,-2 0 0 0 0,-37 6 540 0 0,11 3-45 0 0,0 1-1 0 0,0 1 0 0 0,-44 27 0 0 0,71-38-429 0 0,71 7 463 0 0,-54-7-916 0 0,0 1 0 0 0,-1 0-1 0 0,1 1 1 0 0,-1 1 0 0 0,25 9 0 0 0,9 3-4668 0 0,-23-9 2318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0:54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140 107 36 0 0,'0'-1'324'0'0,"1"-1"0"0"0,-1 1 0 0 0,1 0 0 0 0,-1 0 0 0 0,1-1 0 0 0,0 1 0 0 0,-1 0 0 0 0,1 0 0 0 0,0 0 0 0 0,0 0 0 0 0,0 0 0 0 0,0 0 0 0 0,0 0 0 0 0,0 0 0 0 0,0 0 0 0 0,1 0 0 0 0,-1 1 0 0 0,2-2 0 0 0,-2 2-182 0 0,-1 1 0 0 0,1-1 0 0 0,-1 1 0 0 0,1-1 0 0 0,-1 1 0 0 0,1-1 0 0 0,-1 1 0 0 0,1-1 0 0 0,-1 1 0 0 0,1 0 0 0 0,-1-1 0 0 0,0 1 0 0 0,1-1 0 0 0,-1 1 0 0 0,0 0 0 0 0,0 0 0 0 0,0-1 0 0 0,1 1 0 0 0,-1 0-1 0 0,0-1 1 0 0,0 1 0 0 0,0 0 0 0 0,0-1 0 0 0,0 2 0 0 0,-3 58 1321 0 0,2-53-1375 0 0,0 0 0 0 0,0-1 0 0 0,-1 1 1 0 0,0 0-1 0 0,0-1 0 0 0,0 0 0 0 0,-1 1 1 0 0,0-1-1 0 0,0 0 0 0 0,-1 0 0 0 0,1-1 1 0 0,-1 1-1 0 0,-8 8 0 0 0,11-13-23 0 0,-22-11 58 0 0,18 5-126 0 0,1 1-1 0 0,0-1 1 0 0,0 0-1 0 0,1 0 0 0 0,0-1 1 0 0,0 1-1 0 0,0-1 1 0 0,0 1-1 0 0,1-1 1 0 0,0 0-1 0 0,0 0 1 0 0,1 0-1 0 0,-1 0 1 0 0,1 0-1 0 0,1-1 1 0 0,-1 1-1 0 0,1 0 0 0 0,0 0 1 0 0,1 0-1 0 0,-1-1 1 0 0,1 1-1 0 0,0 0 1 0 0,1 0-1 0 0,-1 0 1 0 0,1 0-1 0 0,1 0 1 0 0,-1 0-1 0 0,1 1 1 0 0,0-1-1 0 0,0 1 1 0 0,1 0-1 0 0,-1 0 0 0 0,1 0 1 0 0,0 0-1 0 0,0 1 1 0 0,1-1-1 0 0,0 1 1 0 0,-1 0-1 0 0,1 0 1 0 0,1 1-1 0 0,-1 0 1 0 0,0 0-1 0 0,1 0 1 0 0,0 0-1 0 0,11-3 0 0 0,-6 4-11 0 0,0-1 0 0 0,1 2 0 0 0,-1 0 0 0 0,0 0 0 0 0,0 1 0 0 0,1 0-1 0 0,-1 1 1 0 0,0 0 0 0 0,0 1 0 0 0,0 1 0 0 0,0-1 0 0 0,0 2-1 0 0,0-1 1 0 0,-1 1 0 0 0,1 1 0 0 0,-1 0 0 0 0,-1 1 0 0 0,1 0 0 0 0,10 8-1 0 0,-12-8 8 0 0,-1-1 0 0 0,1 2 0 0 0,-1-1 0 0 0,-1 1 0 0 0,0 0 0 0 0,0 0 0 0 0,0 0 0 0 0,-1 1 0 0 0,0 0-1 0 0,0 0 1 0 0,-1 1 0 0 0,0-1 0 0 0,0 1 0 0 0,-1 0 0 0 0,0 0 0 0 0,-1 0 0 0 0,0 0 0 0 0,0 0 0 0 0,-1 1-1 0 0,-1-1 1 0 0,1 0 0 0 0,-1 1 0 0 0,-2 12 0 0 0,0-17 10 0 0,0 1 0 0 0,0 0-1 0 0,-1-1 1 0 0,1 1 0 0 0,-1-1-1 0 0,-1 0 1 0 0,1 1 0 0 0,-1-2 0 0 0,0 1-1 0 0,0 0 1 0 0,0-1 0 0 0,-1 0 0 0 0,1 0-1 0 0,-1 0 1 0 0,0 0 0 0 0,0-1-1 0 0,-1 0 1 0 0,1 0 0 0 0,0-1 0 0 0,-11 4-1 0 0,-8 4 42 0 0,-1-2 0 0 0,0-1 0 0 0,-35 5 0 0 0,-61 4 240 0 0,108-15-675 0 0,-1-1-1 0 0,1 0 1 0 0,-1-1 0 0 0,1-1 0 0 0,-1 0-1 0 0,-21-6 1 0 0,22-2-4413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0:55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80 364 0 0,'0'0'5042'0'0,"33"16"-2321"0"0,-13-12-2339 0 0,0-1 0 0 0,0-1-1 0 0,0 0 1 0 0,0-2 0 0 0,1 0-1 0 0,28-5 1 0 0,-45 5-367 0 0,4 0-17 0 0,-6 0 0 0 0,-1 0 1 0 0,1 1-1 0 0,0 0 0 0 0,0-1 0 0 0,-1 1 0 0 0,1 0 0 0 0,-1 0 0 0 0,1 0 0 0 0,0 0 0 0 0,-1 0 1 0 0,0 0-1 0 0,1 1 0 0 0,-1-1 0 0 0,0 0 0 0 0,1 1 0 0 0,-1-1 0 0 0,0 1 0 0 0,0-1 0 0 0,0 1 1 0 0,-1-1-1 0 0,1 1 0 0 0,0 0 0 0 0,0 1 0 0 0,15 45-8 0 0,-15-44 9 0 0,3 14 6 0 0,-1 0 1 0 0,-1 1-1 0 0,-1-1 0 0 0,0 0 0 0 0,-1 1 0 0 0,-2-1 0 0 0,-4 30 0 0 0,-4 2 53 0 0,-24 69-1 0 0,15-85 264 0 0,15-28-95 0 0,4-6-215 0 0,0 0-1 0 0,0 1 1 0 0,-1-1 0 0 0,1 0 0 0 0,0 0-1 0 0,0 0 1 0 0,-1 0 0 0 0,1 1-1 0 0,0-1 1 0 0,0 0 0 0 0,-1 0-1 0 0,1 0 1 0 0,0 0 0 0 0,0 0 0 0 0,-1 0-1 0 0,1 1 1 0 0,0-1 0 0 0,0 0-1 0 0,-1 0 1 0 0,1 0 0 0 0,0 0 0 0 0,-1 0-1 0 0,1 0 1 0 0,0 0 0 0 0,0 0-1 0 0,-1 0 1 0 0,1-1 0 0 0,0 1-1 0 0,0 0 1 0 0,-1 0 0 0 0,1 0 0 0 0,0 0-1 0 0,-1 0 1 0 0,1 0 0 0 0,0-1-1 0 0,0 1 1 0 0,0 0 0 0 0,-1 0-1 0 0,1 0 1 0 0,0 0 0 0 0,0-1 0 0 0,0 1-1 0 0,-1 0 1 0 0,1 0 0 0 0,0-1-1 0 0,0 1 1 0 0,0 0 0 0 0,0-1 0 0 0,-8-11 135 0 0,8 11-156 0 0,-3-5 23 0 0,1 0 1 0 0,0 1 0 0 0,0-1-1 0 0,1-1 1 0 0,0 1-1 0 0,0 0 1 0 0,0 0 0 0 0,1 0-1 0 0,0-1 1 0 0,0 1-1 0 0,0 0 1 0 0,1 0 0 0 0,0 0-1 0 0,0-1 1 0 0,3-7-1 0 0,4-10-90 0 0,0 0 0 0 0,15-28 0 0 0,-4 18 3 0 0,2 0-1 0 0,1 2 0 0 0,1 1 0 0 0,1 1 1 0 0,2 1-1 0 0,1 1 0 0 0,54-43 0 0 0,-72 64 82 0 0,0 0-1 0 0,1 1 0 0 0,-1 0 0 0 0,2 1 0 0 0,-1 0 0 0 0,0 0 0 0 0,1 1 0 0 0,0 1 0 0 0,0-1 1 0 0,12 0-1 0 0,-19 3-7 0 0,0 1 0 0 0,0 0 0 0 0,0 0 0 0 0,0 0 0 0 0,0 1 0 0 0,1 0 1 0 0,-2 0-1 0 0,1 0 0 0 0,0 0 0 0 0,0 0 0 0 0,0 1 0 0 0,0-1 0 0 0,-1 1 0 0 0,1 0 0 0 0,-1 0 1 0 0,1 1-1 0 0,-1-1 0 0 0,0 1 0 0 0,0 0 0 0 0,3 3 0 0 0,1 1 4 0 0,-1 1-1 0 0,0 0 0 0 0,-1 1 0 0 0,0-1 1 0 0,7 17-1 0 0,-7-13 1 0 0,-1 1 1 0 0,-1 0-1 0 0,4 19 1 0 0,-4-13-29 0 0,-3-18 23 0 0,0-1 1 0 0,0 1 0 0 0,0 0-1 0 0,0-1 1 0 0,0 1 0 0 0,0 0-1 0 0,1-1 1 0 0,-1 1 0 0 0,0 0-1 0 0,0-1 1 0 0,0 1 0 0 0,1 0-1 0 0,-1-1 1 0 0,0 1 0 0 0,1 0-1 0 0,-1-1 1 0 0,0 1 0 0 0,1-1-1 0 0,-1 1 1 0 0,1-1 0 0 0,-1 1-1 0 0,1-1 1 0 0,-1 1 0 0 0,1-1-1 0 0,-1 1 1 0 0,1-1 0 0 0,0 0-1 0 0,-1 1 1 0 0,1-1 0 0 0,-1 0-1 0 0,2 1 1 0 0,19-15-87 0 0,-10 5 94 0 0,-4 4 50 0 0,0 0 0 0 0,1 0 1 0 0,0 1-1 0 0,0 0 0 0 0,0 0 0 0 0,16-5 0 0 0,-22 9-16 0 0,13-4 66 0 0,-9 8-205 0 0,-1 1 0 0 0,0-1 0 0 0,0 1 0 0 0,0 0 0 0 0,0 1-1 0 0,-1-1 1 0 0,0 1 0 0 0,0 0 0 0 0,0 0 0 0 0,-1 0 0 0 0,0 0 0 0 0,3 8 0 0 0,10 17-6077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0:55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5 172 0 0,'0'0'7188'0'0,"-8"-1"-6889"0"0,-24-2-14 0 0,24 2-20 0 0,-37 3 1122 0 0,37 0-1300 0 0,0-1 1 0 0,1 1-1 0 0,-1 1 1 0 0,1-1 0 0 0,0 1-1 0 0,0 1 1 0 0,0-1-1 0 0,0 1 1 0 0,0 0 0 0 0,1 1-1 0 0,0 0 1 0 0,0 0 0 0 0,0 0-1 0 0,0 1 1 0 0,1-1-1 0 0,-8 12 1 0 0,13-16-93 0 0,-1 0 0 0 0,1 0 0 0 0,-1 0 0 0 0,1 0 0 0 0,0 0 0 0 0,0 0 0 0 0,-1 0 0 0 0,1 0 0 0 0,0 0 0 0 0,0 0 0 0 0,0 0 0 0 0,0 0 0 0 0,0 1 0 0 0,0-1 1 0 0,1 0-1 0 0,-1 0 0 0 0,0 0 0 0 0,0 0 0 0 0,1 0 0 0 0,-1 0 0 0 0,1 0 0 0 0,-1 0 0 0 0,1 0 0 0 0,-1 0 0 0 0,1 0 0 0 0,0-1 0 0 0,-1 1 0 0 0,1 0 0 0 0,0 0 0 0 0,0 0 0 0 0,-1-1 0 0 0,1 1 0 0 0,0-1 0 0 0,0 1 0 0 0,0 0 0 0 0,0-1 0 0 0,0 1 0 0 0,0-1 0 0 0,0 0 0 0 0,1 1 0 0 0,41 11-180 0 0,47-13-158 0 0,-88 1 318 0 0,29 1-1074 0 0,-10 1-4196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0:56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0 556 0 0,'0'0'6085'0'0,"19"22"-4601"0"0,-21 23 148 0 0,2-43-987 0 0,5-5-564 0 0,11-6-6 0 0,-8 4-54 0 0,0-1 0 0 0,1 1-1 0 0,0 1 1 0 0,0-1 0 0 0,0 2-1 0 0,1-1 1 0 0,-1 1 0 0 0,1 0 0 0 0,0 1-1 0 0,0 1 1 0 0,0-1 0 0 0,0 1 0 0 0,0 1-1 0 0,0 0 1 0 0,19 2 0 0 0,-18 1-30 0 0,45 11 343 0 0,0-2 0 0 0,67 5 0 0 0,-54-14 765 0 0,-67-3-1044 0 0,8 0-89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0:56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44 764 0 0,'0'0'1382'0'0,"-3"-19"7310"0"0,6-5-7145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0:57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455 62 10633 0 0,'0'0'17'0'0,"-1"-4"-27"0"0,-6-28 17 0 0,-3 27-10 0 0,7 4 1 0 0,-2-2 3 0 0,-1 0 0 0 0,1 1 0 0 0,-1 0 0 0 0,0 0 0 0 0,0 0 0 0 0,0 0-1 0 0,0 1 1 0 0,-1 0 0 0 0,1 0 0 0 0,-8 1 0 0 0,-65 4 292 0 0,54-1-146 0 0,14-3-83 0 0,-26 3 372 0 0,-48 10-1 0 0,77-11-341 0 0,-1 0 0 0 0,1 0 0 0 0,-1 1 1 0 0,1 0-1 0 0,0 0 0 0 0,0 1 0 0 0,0 0 0 0 0,1 1 0 0 0,-1-1 0 0 0,1 1 0 0 0,-10 10 0 0 0,15-13-78 0 0,0 0 1 0 0,1 0-1 0 0,-1 0 1 0 0,0 0-1 0 0,1 1 1 0 0,0-1-1 0 0,-1 0 1 0 0,1 1-1 0 0,0-1 1 0 0,0 1-1 0 0,1 0 1 0 0,-1-1-1 0 0,0 1 1 0 0,1 0-1 0 0,0-1 1 0 0,-1 1-1 0 0,1 0 1 0 0,0 0-1 0 0,1-1 1 0 0,-1 1-1 0 0,0 0 1 0 0,1-1-1 0 0,-1 1 1 0 0,1 0-1 0 0,0-1 1 0 0,0 1-1 0 0,0-1 1 0 0,0 1-1 0 0,1-1 1 0 0,-1 0 0 0 0,0 1-1 0 0,1-1 1 0 0,0 0-1 0 0,0 0 1 0 0,-1 0-1 0 0,5 3 1 0 0,3 4-78 0 0,1-1 0 0 0,0 0 1 0 0,0-1-1 0 0,1 0 1 0 0,0 0-1 0 0,18 7 1 0 0,-2-3-1135 0 0,58 16 0 0 0,-8-13-3810 0 0,-28-10 1657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1:00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128 374 260 0 0,'2'-49'8039'0'0,"-15"110"-7582"0"0,-7 29 276 0 0,-11 142 0 0 0,19-157 2308 0 0,8-80-2778 0 0,-3-5-188 0 0,1 0 0 0 0,0-1-1 0 0,1 0 1 0 0,0 0 0 0 0,0 0 0 0 0,2-1 0 0 0,-1 0-1 0 0,1 1 1 0 0,1-1 0 0 0,0 0 0 0 0,1 0 0 0 0,0 0 0 0 0,1-14-1 0 0,1-13-14 0 0,1 0-1 0 0,15-75 1 0 0,-10 83-62 0 0,0-1-1 0 0,2 2 1 0 0,2-1-1 0 0,0 1 1 0 0,2 1-1 0 0,2 0 1 0 0,0 1-1 0 0,2 1 1 0 0,36-46-1 0 0,-46 66-8 0 0,0 0 0 0 0,0 1 0 0 0,0 0 0 0 0,1 0-1 0 0,0 1 1 0 0,0 0 0 0 0,0 0 0 0 0,1 1 0 0 0,0 0 0 0 0,0 0-1 0 0,0 1 1 0 0,0 0 0 0 0,0 1 0 0 0,10-1 0 0 0,-13 2 2 0 0,0 0 0 0 0,1 1 0 0 0,-1 0 1 0 0,0 0-1 0 0,0 1 0 0 0,0 0 0 0 0,0 0 1 0 0,0 0-1 0 0,-1 1 0 0 0,1-1 1 0 0,0 1-1 0 0,-1 1 0 0 0,1-1 0 0 0,-1 1 1 0 0,1 0-1 0 0,-1 1 0 0 0,0-1 0 0 0,-1 1 1 0 0,1 0-1 0 0,-1 0 0 0 0,1 0 0 0 0,-1 0 1 0 0,4 7-1 0 0,-1-1-6 0 0,0 0 0 0 0,0 0 0 0 0,-1 1-1 0 0,-1 0 1 0 0,0 0 0 0 0,0 1 0 0 0,-1-1 0 0 0,-1 1 0 0 0,3 16 0 0 0,-5-21 12 0 0,0 0 0 0 0,-1 1 0 0 0,0-1 0 0 0,-1 1 0 0 0,1-1 0 0 0,-2 1 0 0 0,1-1-1 0 0,-1 0 1 0 0,0 0 0 0 0,0 0 0 0 0,-1 0 0 0 0,0 0 0 0 0,0 0 0 0 0,0-1 0 0 0,-1 1 0 0 0,-8 9 0 0 0,5-7 8 0 0,0-1-1 0 0,-1-1 1 0 0,0 1-1 0 0,0-1 0 0 0,-1-1 1 0 0,0 1-1 0 0,0-2 1 0 0,0 1-1 0 0,0-1 0 0 0,-12 4 1 0 0,1-2-497 0 0,-1 0 0 0 0,0-1 1 0 0,-41 5-1 0 0,59-12 156 0 0,1 1 0 0 0,0-1 1 0 0,0 1-1 0 0,0-1 0 0 0,0 0 0 0 0,-1 0 0 0 0,1 0 1 0 0,0 0-1 0 0,0 0 0 0 0,1 0 0 0 0,-1-1 0 0 0,0 1 0 0 0,0-1 1 0 0,1 1-1 0 0,-1-1 0 0 0,1 0 0 0 0,-1 1 0 0 0,1-1 1 0 0,-1 0-1 0 0,1 0 0 0 0,-1-3 0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1:00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0 436 0 0,'4'0'196'0'0,"1"0"0"0"0,0 1 0 0 0,-1-1 0 0 0,1 1 0 0 0,-1 0 0 0 0,1 0-1 0 0,-1 0 1 0 0,0 1 0 0 0,1-1 0 0 0,-1 1 0 0 0,0 0 0 0 0,0 1 0 0 0,0-1 0 0 0,0 1 0 0 0,-1-1 0 0 0,1 1 0 0 0,4 5-1 0 0,-3-3-48 0 0,-1 1-1 0 0,-1-1 1 0 0,1 1-1 0 0,-1 0 1 0 0,0 0-1 0 0,0 0 0 0 0,-1 0 1 0 0,1 0-1 0 0,-2 0 1 0 0,1 1-1 0 0,1 7 0 0 0,-2-2-32 0 0,1 1-1 0 0,-2-1 1 0 0,0 0-1 0 0,0 0 0 0 0,-1 0 1 0 0,-1 1-1 0 0,0-1 0 0 0,-1 0 1 0 0,0-1-1 0 0,0 1 1 0 0,-1 0-1 0 0,-1-1 0 0 0,-6 12 1 0 0,-9 6 1162 0 0,34-51-1320 0 0,1 0 0 0 0,1 1 0 0 0,1 1 0 0 0,1 1 0 0 0,1 0 0 0 0,0 2-1 0 0,1 0 1 0 0,45-28 0 0 0,-64 44 13 0 0,7 4-38 0 0,-8-3 67 0 0,1 0 1 0 0,-1 0-1 0 0,1 0 0 0 0,-1 0 0 0 0,1 0 0 0 0,0 1 0 0 0,-1-1 1 0 0,1 0-1 0 0,-1 0 0 0 0,1 0 0 0 0,-1 0 0 0 0,1 1 0 0 0,-1-1 1 0 0,1 0-1 0 0,-1 0 0 0 0,1 1 0 0 0,-1-1 0 0 0,0 0 0 0 0,1 1 1 0 0,-1-1-1 0 0,1 1 0 0 0,-1-1 0 0 0,0 1 0 0 0,1-1 0 0 0,-1 0 1 0 0,1 2-1 0 0,0 2-7 0 0,2 9-40 0 0,0-1-1 0 0,1 0 0 0 0,0 0 0 0 0,1-1 1 0 0,0 1-1 0 0,1-1 0 0 0,0 0 0 0 0,1 0 1 0 0,0-1-1 0 0,13 15 0 0 0,-19-24 62 0 0,0 1-1 0 0,0-1 0 0 0,0 0 1 0 0,0 0-1 0 0,1 0 1 0 0,-1 0-1 0 0,0 0 0 0 0,0 0 1 0 0,1 0-1 0 0,-1 0 1 0 0,1 0-1 0 0,-1 0 0 0 0,1-1 1 0 0,-1 1-1 0 0,1-1 0 0 0,-1 1 1 0 0,1-1-1 0 0,0 0 1 0 0,-1 1-1 0 0,1-1 0 0 0,-1 0 1 0 0,1 0-1 0 0,0 0 0 0 0,-1 0 1 0 0,1 0-1 0 0,0-1 1 0 0,-1 1-1 0 0,1 0 0 0 0,-1-1 1 0 0,1 1-1 0 0,0-1 0 0 0,-1 0 1 0 0,0 1-1 0 0,1-1 1 0 0,-1 0-1 0 0,1 0 0 0 0,-1 0 1 0 0,0 0-1 0 0,0 0 0 0 0,1 0 1 0 0,-1-1-1 0 0,0 1 1 0 0,0 0-1 0 0,0 0 0 0 0,0-1 1 0 0,0 1-1 0 0,-1-1 1 0 0,1 1-1 0 0,0-1 0 0 0,0-2 1 0 0,1-1 73 0 0,1-1 0 0 0,-2 1-1 0 0,1 0 1 0 0,0-1 0 0 0,-1 1 0 0 0,0-1 0 0 0,-1 0 0 0 0,1 1 0 0 0,-1-1 0 0 0,0 1 0 0 0,0-1 0 0 0,-1 0 0 0 0,-2-9 0 0 0,1 8-453 0 0,-8-20 1266 0 0,2 19-7551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1:01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0 40 0 0,'0'0'7501'0'0,"-6"2"-7183"0"0,4-2-331 0 0,-3 1 152 0 0,1 0-1 0 0,0 0 1 0 0,0 1 0 0 0,0-1 0 0 0,0 1-1 0 0,0 0 1 0 0,0 0 0 0 0,0 1 0 0 0,-3 2 0 0 0,6-4-57 0 0,63-9-227 0 0,-44 4 128 0 0,-1 1 0 0 0,1 1 0 0 0,0 1-1 0 0,30 2 1 0 0,-43-1 10 0 0,0 1 0 0 0,0 0-1 0 0,0 0 1 0 0,0 0 0 0 0,0 1-1 0 0,0 0 1 0 0,0 0 0 0 0,0 0-1 0 0,-1 1 1 0 0,1-1 0 0 0,-1 1-1 0 0,0 0 1 0 0,0 1 0 0 0,0-1-1 0 0,0 1 1 0 0,0-1 0 0 0,-1 1-1 0 0,0 0 1 0 0,0 1 0 0 0,0-1-1 0 0,4 7 1 0 0,-2 1 6 0 0,1 1-1 0 0,-1 0 0 0 0,-1 0 1 0 0,-1 0-1 0 0,0 1 1 0 0,0 0-1 0 0,-1-1 1 0 0,-1 1-1 0 0,0 0 1 0 0,-1 0-1 0 0,-1 0 0 0 0,-2 18 1 0 0,-2-6 18 0 0,-1 0 0 0 0,0 0-1 0 0,-2-1 1 0 0,-1 0 0 0 0,-18 36 0 0 0,23-55 50 0 0,1 0 0 0 0,-1 1 1 0 0,0-1-1 0 0,-1 0 0 0 0,1-1 1 0 0,-1 1-1 0 0,-9 7 0 0 0,12-11 16 0 0,-1 0-1 0 0,1 0 0 0 0,-1-1 0 0 0,0 1 0 0 0,1-1 0 0 0,-1 1 0 0 0,0-1 0 0 0,0 0 0 0 0,0 0 0 0 0,0 0 0 0 0,0 0 0 0 0,0-1 1 0 0,0 1-1 0 0,0-1 0 0 0,0 0 0 0 0,-1 0 0 0 0,1 0 0 0 0,-4-1 0 0 0,5 1-58 0 0,1-1 1 0 0,-1 0-1 0 0,1 1 1 0 0,-1-1-1 0 0,1 0 1 0 0,-1 0-1 0 0,1 0 1 0 0,-1 0-1 0 0,1 0 1 0 0,0 0-1 0 0,-1 0 1 0 0,1 0-1 0 0,0-1 0 0 0,0 1 1 0 0,0 0-1 0 0,0-1 1 0 0,0 1-1 0 0,0-1 1 0 0,0 1-1 0 0,1-1 1 0 0,-1 0-1 0 0,0-2 1 0 0,-7-38 259 0 0,7 38-244 0 0,1-7-25 0 0,0 0 1 0 0,0 0-1 0 0,1 0 0 0 0,1 0 1 0 0,0 0-1 0 0,0 0 1 0 0,1 0-1 0 0,1 0 1 0 0,-1 1-1 0 0,2 0 1 0 0,-1 0-1 0 0,8-10 0 0 0,5-9-30 0 0,1 2 0 0 0,40-45-1 0 0,-42 53-1 0 0,2 0-1 0 0,1 2 1 0 0,37-28-1 0 0,-49 39 6 0 0,1 2-1 0 0,-1-1 1 0 0,1 1 0 0 0,-1 0 0 0 0,1 1-1 0 0,0-1 1 0 0,1 2 0 0 0,-1-1-1 0 0,0 1 1 0 0,1 0 0 0 0,0 1 0 0 0,-1 0-1 0 0,1 0 1 0 0,16 2 0 0 0,-21 0 4 0 0,0 0-1 0 0,0 0 1 0 0,0 1 0 0 0,0-1 0 0 0,0 1-1 0 0,0 0 1 0 0,0 0 0 0 0,0 0 0 0 0,-1 1 0 0 0,1-1-1 0 0,-1 1 1 0 0,0 0 0 0 0,0 0 0 0 0,0 0 0 0 0,0 0-1 0 0,0 1 1 0 0,-1-1 0 0 0,1 1 0 0 0,2 6 0 0 0,-2-4-2 0 0,0 1 1 0 0,-1-1-1 0 0,0 0 1 0 0,0 0-1 0 0,0 1 1 0 0,-1-1 0 0 0,0 1-1 0 0,0 0 1 0 0,-1-1-1 0 0,0 1 1 0 0,0-1-1 0 0,-1 9 1 0 0,-11 33 674 0 0,35-69-527 0 0,16-21-179 0 0,-24 25-237 0 0,1 1 1 0 0,0 0 0 0 0,21-15 0 0 0,-29 26-682 0 0,0-1-1 0 0,1 1 0 0 0,0 1 1 0 0,0 0-1 0 0,0 0 0 0 0,10-2 0 0 0,-5 1-1594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1:01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14 260 0 0,'0'0'1287'0'0,"-4"-3"-670"0"0,3 2-499 0 0,-1-1 1 0 0,0 1 0 0 0,0 0-1 0 0,0 0 1 0 0,1 1 0 0 0,-1-1 0 0 0,0 0-1 0 0,0 0 1 0 0,0 1 0 0 0,0 0-1 0 0,0-1 1 0 0,0 1 0 0 0,0 0 0 0 0,-1 0-1 0 0,-2 0 1 0 0,-38 13 1947 0 0,36-9-1919 0 0,0 0 1 0 0,1 0-1 0 0,0 0 0 0 0,-1 1 1 0 0,1-1-1 0 0,1 2 0 0 0,-1-1 0 0 0,1 1 1 0 0,0-1-1 0 0,0 1 0 0 0,1 1 0 0 0,0-1 1 0 0,0 1-1 0 0,0-1 0 0 0,-5 15 0 0 0,9-21-142 0 0,0 1 0 0 0,0 0-1 0 0,-1-1 1 0 0,1 1-1 0 0,0 0 1 0 0,0 0-1 0 0,0-1 1 0 0,0 1 0 0 0,0 0-1 0 0,0 0 1 0 0,0-1-1 0 0,0 1 1 0 0,0 0-1 0 0,0 0 1 0 0,0-1 0 0 0,1 1-1 0 0,-1 0 1 0 0,0-1-1 0 0,0 1 1 0 0,1 0-1 0 0,-1 0 1 0 0,0-1 0 0 0,1 1-1 0 0,-1-1 1 0 0,1 1-1 0 0,-1 0 1 0 0,1-1-1 0 0,-1 1 1 0 0,2 0 0 0 0,23 5 38 0 0,27-12-46 0 0,26-10-680 0 0,-76 16 350 0 0,24 0-4482 0 0,-24 0 3219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1:02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0 624 0 0,'0'0'3390'0'0,"8"29"-1826"0"0,-9-24-1440 0 0,0 1 0 0 0,0-1 0 0 0,0 0 1 0 0,0 0-1 0 0,-1 0 0 0 0,0 0 0 0 0,0 0 0 0 0,0 0 0 0 0,-1 0 1 0 0,1-1-1 0 0,-1 1 0 0 0,0-1 0 0 0,-1 0 0 0 0,1 0 1 0 0,-7 6-1 0 0,9-9-56 0 0,-4 3 63 0 0,5-4-119 0 0,0 0 0 0 0,0 0-1 0 0,0 0 1 0 0,0 0-1 0 0,0 0 1 0 0,0 0 0 0 0,0 0-1 0 0,0 0 1 0 0,0 0-1 0 0,0 0 1 0 0,0 0-1 0 0,0 0 1 0 0,0 0 0 0 0,0 0-1 0 0,0 0 1 0 0,0-1-1 0 0,0 1 1 0 0,0 0 0 0 0,0 0-1 0 0,0 0 1 0 0,0 0-1 0 0,0 0 1 0 0,0 0 0 0 0,0 0-1 0 0,-1 0 1 0 0,1 0-1 0 0,0 0 1 0 0,0 0 0 0 0,0 0-1 0 0,0 0 1 0 0,0 0-1 0 0,0 0 1 0 0,0 0 0 0 0,0 0-1 0 0,10-11-16 0 0,0 0 0 0 0,1 0 0 0 0,0 2 0 0 0,1-1 0 0 0,0 1-1 0 0,1 1 1 0 0,-1 0 0 0 0,16-6 0 0 0,-27 13-7 0 0,26 8-61 0 0,-25-5 73 0 0,-1 0 1 0 0,1 1-1 0 0,-1 0 1 0 0,1-1-1 0 0,-1 1 0 0 0,0 0 1 0 0,0-1-1 0 0,0 1 1 0 0,0 0-1 0 0,-1 0 1 0 0,1 0-1 0 0,-1 0 1 0 0,1 0-1 0 0,-1 0 1 0 0,0 0-1 0 0,-1 4 0 0 0,2 8 4 0 0,-1-13 1 0 0,1 1-45 0 0,-1-3 61 0 0,0 1 0 0 0,0-1-1 0 0,0 1 1 0 0,0-1 0 0 0,0 1 0 0 0,0-1-1 0 0,0 0 1 0 0,0 1 0 0 0,1-1 0 0 0,-1 1-1 0 0,0-1 1 0 0,0 1 0 0 0,0-1 0 0 0,1 0 0 0 0,-1 1-1 0 0,0-1 1 0 0,0 0 0 0 0,1 1 0 0 0,-1-1-1 0 0,0 0 1 0 0,1 1 0 0 0,-1-1 0 0 0,0 0-1 0 0,1 1 1 0 0,-1-1 0 0 0,0 0 0 0 0,1 0-1 0 0,-1 0 1 0 0,1 1 0 0 0,-1-1 0 0 0,1 0-1 0 0,-1 0 1 0 0,0 0 0 0 0,1 0 0 0 0,-1 0-1 0 0,1 0 1 0 0,-1 0 0 0 0,1 0 0 0 0,-1 0-1 0 0,1 0 1 0 0,-1 0 0 0 0,0 0 0 0 0,1 0-1 0 0,-1 0 1 0 0,1 0 0 0 0,-1 0 0 0 0,1-1-1 0 0,169-54 798 0 0,-100 32-286 0 0,-51 46-587 0 0,-43 27-1505 0 0,6-20-3626 0 0,17-28 3182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1:03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19 512 0 0,'0'0'3086'0'0,"1"21"-1882"0"0,-31 38 195 0 0,17-47-1050 0 0,4-7 46 0 0,16-16-344 0 0,0 1 0 0 0,0 0 0 0 0,1 0-1 0 0,1 1 1 0 0,0 0 0 0 0,0 1 0 0 0,1 0-1 0 0,0 0 1 0 0,0 1 0 0 0,0 0 0 0 0,1 1 0 0 0,15-6-1 0 0,-25 11 1 0 0,40 3 224 0 0,-21 27-244 0 0,-20-27-14 0 0,28 31 177 0 0,18-30 65 0 0,1-1 0 0 0,88-9-1 0 0,-132 7-70 0 0,15-3 1010 0 0,-10 2-7320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1:03.5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30 848 0 0,'0'0'896'0'0,"10"-11"1496"0"0,-6 1-607 0 0,-1 1-1253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1:03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17 492 0 0,'2'2'272'0'0,"-1"0"-106"0"0,0 0 0 0 0,0-1 1 0 0,0 1-1 0 0,1 0 0 0 0,-1-1 1 0 0,1 0-1 0 0,-1 1 1 0 0,1-1-1 0 0,-1 0 0 0 0,1 1 1 0 0,0-1-1 0 0,0 0 0 0 0,0 0 1 0 0,0-1-1 0 0,-1 1 0 0 0,1 0 1 0 0,0-1-1 0 0,0 1 1 0 0,0-1-1 0 0,0 1 0 0 0,1-1 1 0 0,-1 0-1 0 0,0 0 0 0 0,0 0 1 0 0,3-1-1 0 0,27-2 934 0 0,-2-3 0 0 0,1 0 0 0 0,55-20 1 0 0,-84 25-911 0 0,-2 1-173 0 0,1 0 1 0 0,0 0 0 0 0,-1 0-1 0 0,1 1 1 0 0,-1-1 0 0 0,1 0 0 0 0,-1 0-1 0 0,1 0 1 0 0,0 1 0 0 0,-1-1 0 0 0,1 0-1 0 0,-1 1 1 0 0,1-1 0 0 0,-1 0 0 0 0,1 1-1 0 0,-1-1 1 0 0,0 0 0 0 0,1 1-1 0 0,-1-1 1 0 0,1 1 0 0 0,-1-1 0 0 0,0 1-1 0 0,1-1 1 0 0,-1 1 0 0 0,0-1 0 0 0,0 1-1 0 0,1 0 1 0 0,-1-1 0 0 0,0 1 0 0 0,0-1-1 0 0,0 1 1 0 0,0 0 0 0 0,0-1-1 0 0,0 1 1 0 0,0-1 0 0 0,0 1 0 0 0,0 0-1 0 0,0-1 1 0 0,0 1 0 0 0,0-1 0 0 0,0 1-1 0 0,-1 0 1 0 0,-5 29 361 0 0,-17 26-345 0 0,-3-2 0 0 0,-2-1 0 0 0,-2-1 0 0 0,-3-2 0 0 0,-51 62 0 0 0,-7-13-4378 0 0,74-82 2767 0 0,-18 20-1295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1:04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173 337 932 0 0,'0'0'4181'0'0,"-3"3"-3688"0"0,-5 6-180 0 0,0 0 1 0 0,1 1-1 0 0,1 0 1 0 0,-1 0-1 0 0,1 0 0 0 0,-8 22 1 0 0,-20 76 842 0 0,4-11 36 0 0,25-84-771 0 0,5-11-234 0 0,0 0-1 0 0,-1-1 0 0 0,0 1 0 0 0,1 0 0 0 0,-1-1 1 0 0,0 1-1 0 0,0-1 0 0 0,0 1 0 0 0,0-1 1 0 0,0 1-1 0 0,0-1 0 0 0,0 0 0 0 0,-3 3 1093 0 0,2-10-812 0 0,-5-16-239 0 0,1 0-1 0 0,1-1 1 0 0,1 0-1 0 0,1 0 1 0 0,1 0-1 0 0,1 0 1 0 0,0 0-1 0 0,2-1 1 0 0,1 1 0 0 0,1 0-1 0 0,12-43 1 0 0,-6 32-137 0 0,2 0 1 0 0,1 0 0 0 0,2 1 0 0 0,1 1 0 0 0,2 0-1 0 0,1 2 1 0 0,27-36 0 0 0,-42 61-91 0 0,0 0 0 0 0,1 1 0 0 0,0 0 0 0 0,0 0 0 0 0,0 0 0 0 0,0 1 0 0 0,1-1 1 0 0,-1 1-1 0 0,1 0 0 0 0,0 0 0 0 0,0 1 0 0 0,0-1 0 0 0,7-1 0 0 0,-9 3-9 0 0,0 1 0 0 0,-1 0 0 0 0,1 0 1 0 0,0 0-1 0 0,0 0 0 0 0,0 0 0 0 0,0 1 0 0 0,-1-1 1 0 0,1 1-1 0 0,0 0 0 0 0,0 0 0 0 0,-1 0 0 0 0,1 0 0 0 0,-1 0 1 0 0,1 1-1 0 0,-1-1 0 0 0,1 1 0 0 0,-1 0 0 0 0,0-1 1 0 0,0 1-1 0 0,1 0 0 0 0,-2 0 0 0 0,1 1 0 0 0,0-1 0 0 0,0 0 1 0 0,-1 0-1 0 0,2 3 0 0 0,1 0-21 0 0,-1-1 0 0 0,0 1-1 0 0,0 0 1 0 0,-1 0 0 0 0,1 0 0 0 0,-1 0 0 0 0,0 1 0 0 0,0-1-1 0 0,-1 0 1 0 0,0 1 0 0 0,0-1 0 0 0,0 1 0 0 0,0 0 0 0 0,-1-1-1 0 0,0 1 1 0 0,0-1 0 0 0,-1 1 0 0 0,1 0 0 0 0,-1-1-1 0 0,-1 1 1 0 0,1-1 0 0 0,-1 0 0 0 0,0 1 0 0 0,0-1 0 0 0,-4 7-1 0 0,2-5 0 0 0,-1-1-1 0 0,0 0 0 0 0,0 0 1 0 0,-1 0-1 0 0,0-1 0 0 0,0 1 1 0 0,0-1-1 0 0,0-1 0 0 0,-1 1 1 0 0,0-1-1 0 0,0 0 0 0 0,0-1 1 0 0,0 0-1 0 0,-1 0 0 0 0,1 0 1 0 0,-1-1-1 0 0,-9 1 0 0 0,-4 0-840 0 0,1-1 1 0 0,-32-1-1 0 0,33-1-1201 0 0,14-3 273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1:05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28 360 0 0,'0'0'9346'0'0,"-4"2"-9499"0"0,-18 12-1244 0 0,28 45 700 0 0,-6-52 659 0 0,-1-4 29 0 0,1 0-1 0 0,0 0 0 0 0,0 0 1 0 0,0 0-1 0 0,1 0 1 0 0,-1 0-1 0 0,1 0 1 0 0,0 0-1 0 0,0 0 0 0 0,0 0 1 0 0,0 0-1 0 0,3 5 1 0 0,-3-7 14 0 0,0 1 1 0 0,0-1 0 0 0,0 0-1 0 0,0 0 1 0 0,0 0-1 0 0,0 0 1 0 0,0-1 0 0 0,0 1-1 0 0,0 0 1 0 0,1 0 0 0 0,-1-1-1 0 0,0 1 1 0 0,1-1-1 0 0,-1 1 1 0 0,0-1 0 0 0,1 1-1 0 0,-1-1 1 0 0,0 0 0 0 0,1 0-1 0 0,-1 1 1 0 0,1-1-1 0 0,-1 0 1 0 0,0 0 0 0 0,1-1-1 0 0,-1 1 1 0 0,1 0 0 0 0,-1 0-1 0 0,0-1 1 0 0,1 1-1 0 0,-1-1 1 0 0,0 1 0 0 0,1-1-1 0 0,-1 1 1 0 0,0-1 0 0 0,0 0-1 0 0,2-1 1 0 0,52-33 58 0 0,-46 28-56 0 0,36-29 40 0 0,-32 25 21 0 0,1 0 0 0 0,-1 1 0 0 0,2 1 0 0 0,26-14 0 0 0,-29 15-14 0 0,-11 7-53 0 0,0 0-1 0 0,1 0 1 0 0,-1 0 0 0 0,1 0-1 0 0,-1 0 1 0 0,1 0 0 0 0,0 0 0 0 0,-1 1-1 0 0,1-1 1 0 0,0 1 0 0 0,0-1-1 0 0,-1 1 1 0 0,1 0 0 0 0,0-1-1 0 0,0 1 1 0 0,0 0 0 0 0,-1 0-1 0 0,1 0 1 0 0,0 1 0 0 0,0-1-1 0 0,0 0 1 0 0,-1 1 0 0 0,1-1-1 0 0,0 1 1 0 0,-1-1 0 0 0,1 1-1 0 0,0 0 1 0 0,-1 0 0 0 0,1 0-1 0 0,-1 0 1 0 0,1 0 0 0 0,-1 0-1 0 0,1 0 1 0 0,-1 0 0 0 0,2 2-1 0 0,1 1 8 0 0,1 0-1 0 0,-1 0 1 0 0,1 1-1 0 0,-1-1 1 0 0,0 1-1 0 0,-1 0 0 0 0,1 0 1 0 0,-1 0-1 0 0,0 1 1 0 0,0-1-1 0 0,2 8 1 0 0,-4-10 14 0 0,0 1 1 0 0,1 0 0 0 0,0 0-1 0 0,-1-1 1 0 0,1 1-1 0 0,1-1 1 0 0,-1 0 0 0 0,0 0-1 0 0,1 1 1 0 0,0-2-1 0 0,0 1 1 0 0,-1 0 0 0 0,2 0-1 0 0,-1-1 1 0 0,0 0-1 0 0,0 1 1 0 0,1-1 0 0 0,-1-1-1 0 0,6 3 1 0 0,0-1 2 0 0,-1-1 1 0 0,1 0-1 0 0,-1 0 1 0 0,1-1-1 0 0,0 0 1 0 0,0 0-1 0 0,0-1 1 0 0,-1-1 0 0 0,1 1-1 0 0,0-1 1 0 0,0-1-1 0 0,15-4 1 0 0,-6-1 10 0 0,-1 0 1 0 0,0-1 0 0 0,-1 0-1 0 0,0-2 1 0 0,17-12 0 0 0,-25 16 81 0 0,-5 4 94 0 0,1 0 0 0 0,0-1 0 0 0,-1 0 0 0 0,1 1 0 0 0,-1-1 1 0 0,0-1-1 0 0,4-4 0 0 0,-6 6 104 0 0,3 3-270 0 0,0 0 1 0 0,0-1-1 0 0,1 2 1 0 0,-1-1-1 0 0,-1 0 0 0 0,1 1 1 0 0,0 0-1 0 0,0 0 1 0 0,0 0-1 0 0,-1 0 0 0 0,1 1 1 0 0,-1-1-1 0 0,0 1 1 0 0,0 0-1 0 0,4 5 0 0 0,47 59 38 0 0,-35-43-8 0 0,27 47-509 0 0,-45-69 422 0 0,24-10 17 0 0,45-21 7 0 0,-48 19 80 0 0,0 1 0 0 0,1 1 0 0 0,42-10 0 0 0,-64 18-78 0 0,1 0-1 0 0,-1 0 1 0 0,0 0 0 0 0,1 0 0 0 0,-1 1 0 0 0,1-1 0 0 0,-1 0-1 0 0,0 1 1 0 0,1-1 0 0 0,-1 1 0 0 0,0-1 0 0 0,1 1-1 0 0,-1-1 1 0 0,0 1 0 0 0,0 0 0 0 0,0 0 0 0 0,0 0 0 0 0,0 0-1 0 0,0 0 1 0 0,0 0 0 0 0,0 0 0 0 0,0 0 0 0 0,0 0 0 0 0,0 0-1 0 0,0 0 1 0 0,-1 1 0 0 0,1-1 0 0 0,-1 0 0 0 0,1 0-1 0 0,-1 1 1 0 0,1-1 0 0 0,-1 0 0 0 0,0 1 0 0 0,1-1 0 0 0,-1 1-1 0 0,0-1 1 0 0,0 0 0 0 0,0 2 0 0 0,1 3 15 0 0,0-5-76 0 0,-2 4-746 0 0,-1 9-507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1:05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 48 0 0,'0'0'1323'0'0,"17"-41"6790"0"0,-16 40-8019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1:06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22 416 0 0,'22'-6'1710'0'0,"0"1"1"0"0,0 1-1 0 0,43-2 0 0 0,-63 6-1622 0 0,0 0 0 0 0,0-1 0 0 0,0 2-1 0 0,0-1 1 0 0,0 0 0 0 0,0 0-1 0 0,0 1 1 0 0,0-1 0 0 0,0 1 0 0 0,0 0-1 0 0,0-1 1 0 0,0 1 0 0 0,0 0 0 0 0,0 0-1 0 0,-1 0 1 0 0,1 1 0 0 0,0-1-1 0 0,-1 0 1 0 0,1 1 0 0 0,-1-1 0 0 0,1 1-1 0 0,-1-1 1 0 0,0 1 0 0 0,1 0 0 0 0,-1-1-1 0 0,0 1 1 0 0,0 0 0 0 0,0 0-1 0 0,0 0 1 0 0,-1 0 0 0 0,1 0 0 0 0,-1 0-1 0 0,1 0 1 0 0,-1 0 0 0 0,1 0 0 0 0,-1 0-1 0 0,0 4 1 0 0,0 7 198 0 0,-1 1 1 0 0,-1-1-1 0 0,0 0 0 0 0,-7 24 0 0 0,4-13 127 0 0,-10 31 210 0 0,-2 0-1 0 0,-2-1 0 0 0,-42 81 1 0 0,23-79-1938 0 0,14-23-6138 0 0</inkml:trace>
  <inkml:trace contextRef="#ctx0" brushRef="#br0" timeOffset="1">507 568 8 0 0,'0'0'1992'0'0,"-21"-17"-1920"0"0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1:11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141 452 636 0 0,'10'-18'7618'0'0,"-11"23"-7345"0"0,-12 104 684 0 0,9-57-463 0 0,-3 1-1 0 0,-27 99 0 0 0,34-152-473 0 0,0 1-1 0 0,0-1 1 0 0,0 1-1 0 0,0 0 0 0 0,0-1 1 0 0,-1 1-1 0 0,1-1 0 0 0,0 1 1 0 0,0-1-1 0 0,-1 1 1 0 0,1-1-1 0 0,0 1 0 0 0,0-1 1 0 0,-1 1-1 0 0,1-1 1 0 0,0 1-1 0 0,-1-1 0 0 0,1 1 1 0 0,-1-1-1 0 0,1 0 1 0 0,-1 1-1 0 0,1-1 0 0 0,-1 0 1 0 0,1 1-1 0 0,-1-1 0 0 0,1 0 1 0 0,-1 0-1 0 0,1 0 1 0 0,-1 1-1 0 0,1-1 0 0 0,-1 0 1 0 0,1 0-1 0 0,-1 0 1 0 0,0 0-1 0 0,1 0 0 0 0,-1 0 1 0 0,1 0-1 0 0,-1 0 1 0 0,1 0-1 0 0,-1 0 0 0 0,0 0 1 0 0,1 0-1 0 0,-1-1 0 0 0,1 1 1 0 0,-1 0-1 0 0,1 0 1 0 0,-1-1-1 0 0,1 1 0 0 0,-1 0 1 0 0,1 0-1 0 0,-1-1 1 0 0,1 1-1 0 0,-1-1 0 0 0,1 1 1 0 0,0 0-1 0 0,-1-1 1 0 0,1 1-1 0 0,0-1 0 0 0,-1 1 1 0 0,1-1-1 0 0,-20-31 213 0 0,10 7-203 0 0,1 0 0 0 0,2 0 0 0 0,1-1 0 0 0,0 0-1 0 0,2 0 1 0 0,1-1 0 0 0,1-50 0 0 0,3 54-54 0 0,1 1 1 0 0,1 0-1 0 0,1 1 1 0 0,1-1 0 0 0,0 0-1 0 0,2 1 1 0 0,0 0-1 0 0,2 1 1 0 0,21-38-1 0 0,-25 50 12 0 0,1 0-1 0 0,0 0 0 0 0,1 0 1 0 0,-1 1-1 0 0,2 0 1 0 0,-1 0-1 0 0,1 1 0 0 0,0 0 1 0 0,0 0-1 0 0,1 1 1 0 0,-1 0-1 0 0,1 0 1 0 0,1 1-1 0 0,15-5 0 0 0,-18 7 4 0 0,1 0 0 0 0,-1 1 0 0 0,0 0-1 0 0,1 0 1 0 0,-1 1 0 0 0,0 0 0 0 0,1 0 0 0 0,-1 1-1 0 0,0 0 1 0 0,1 0 0 0 0,-1 1 0 0 0,0 0-1 0 0,0 0 1 0 0,0 0 0 0 0,0 1 0 0 0,-1 0-1 0 0,1 1 1 0 0,-1-1 0 0 0,1 1 0 0 0,8 8-1 0 0,3 4 7 0 0,-1 1 0 0 0,-1 1 0 0 0,0 0 0 0 0,-1 1 0 0 0,-1 1 0 0 0,-1 0 0 0 0,-1 1 0 0 0,12 26 0 0 0,-11-17 16 0 0,-2 0 0 0 0,-1 1 0 0 0,-1 0 0 0 0,-1 1 0 0 0,5 51 0 0 0,-12-78-64 0 0,-1-1 1 0 0,1 1-1 0 0,-1 0 1 0 0,0 0 0 0 0,-1 0-1 0 0,1 0 1 0 0,-1 0-1 0 0,0-1 1 0 0,0 1-1 0 0,0 0 1 0 0,-1-1-1 0 0,0 1 1 0 0,1 0 0 0 0,-2-1-1 0 0,1 0 1 0 0,0 0-1 0 0,-1 0 1 0 0,-6 7-1 0 0,6-8-74 0 0,0-1-1 0 0,0 0 1 0 0,0-1-1 0 0,0 1 1 0 0,-1-1-1 0 0,1 1 1 0 0,-1-1-1 0 0,1 0 1 0 0,-1 0-1 0 0,1 0 1 0 0,-1-1-1 0 0,1 1 1 0 0,-1-1-1 0 0,0 0 1 0 0,1 0-1 0 0,-1 0 1 0 0,0 0-1 0 0,1-1 1 0 0,-1 0-1 0 0,0 1 1 0 0,1-1-1 0 0,-1-1 1 0 0,1 1-1 0 0,0 0 1 0 0,-5-3-1 0 0,-16-9-426 0 0,0 0-1 0 0,1-2 0 0 0,1 0 0 0 0,-26-24 1 0 0,-18-13 1569 0 0,65 52-991 0 0,1 0 1 0 0,-1 0 0 0 0,1-1 0 0 0,0 1 0 0 0,-1 0 0 0 0,1-1 0 0 0,0 1 0 0 0,-1 0 0 0 0,1-1 0 0 0,0 1 0 0 0,0 0 0 0 0,-1-1 0 0 0,1 1 0 0 0,0-1 0 0 0,0 1 0 0 0,0 0 0 0 0,0-1 0 0 0,-1 1 0 0 0,1-1-1 0 0,0 1 1 0 0,0-1 0 0 0,0 1 0 0 0,0-1 0 0 0,0 1 0 0 0,0 0 0 0 0,0-1 0 0 0,0 1 0 0 0,0-1 0 0 0,0 1 0 0 0,1-1 0 0 0,-1 1 0 0 0,0-1 0 0 0,0 1 0 0 0,0 0 0 0 0,0-1 0 0 0,1 1 0 0 0,-1-1-1 0 0,0 1 1 0 0,0 0 0 0 0,1-1 0 0 0,-1 1 0 0 0,0 0 0 0 0,1-1 0 0 0,0 1 0 0 0,14-11-115 0 0,-15 10 164 0 0,10-4-28 0 0,0 1 1 0 0,0 0-1 0 0,0 1 1 0 0,1 0-1 0 0,-1 0 1 0 0,1 1-1 0 0,10-1 1 0 0,6-1 17 0 0,24-10 86 0 0,-1-1 1 0 0,-1-3 0 0 0,57-30-1 0 0,-92 42-118 0 0,1-2 14 0 0,1 0 0 0 0,-1-1 0 0 0,-1 0 0 0 0,0-1 0 0 0,0-1-1 0 0,-1 0 1 0 0,0-1 0 0 0,-1 0 0 0 0,0-1 0 0 0,-1-1 0 0 0,-1 0 0 0 0,0 0 0 0 0,-1-1 0 0 0,0 0-1 0 0,-1 0 1 0 0,-1-1 0 0 0,-1 0 0 0 0,0 0 0 0 0,-1-1 0 0 0,0 0 0 0 0,-2 0 0 0 0,0 0 0 0 0,1-27 0 0 0,-5 35 86 0 0,0-1 1 0 0,0 1 0 0 0,-1-1-1 0 0,0 1 1 0 0,-1 0 0 0 0,-4-13 0 0 0,6 21 63 0 0,-1 2-192 0 0,0 0-1 0 0,0 1 1 0 0,0-1-1 0 0,0 1 1 0 0,0 0-1 0 0,0 0 1 0 0,1-1 0 0 0,-1 1-1 0 0,1 0 1 0 0,-3 4-1 0 0,4-4 1 0 0,-5 4 0 0 0,1 1-1 0 0,0 0 1 0 0,0 0-1 0 0,0 0 0 0 0,1 1 1 0 0,1-1-1 0 0,-1 1 1 0 0,-1 10-1 0 0,-8 66 36 0 0,10-68-29 0 0,-9 157 51 0 0,11-152-46 0 0,1 0 0 0 0,1 1-1 0 0,1-1 1 0 0,1 0 0 0 0,0 0-1 0 0,9 20 1 0 0,-10-32-27 0 0,1 0 1 0 0,0-1-1 0 0,0 1 0 0 0,1-1 1 0 0,0 0-1 0 0,0 0 0 0 0,1-1 1 0 0,0 1-1 0 0,1-1 0 0 0,-1-1 1 0 0,1 1-1 0 0,1-1 0 0 0,-1 0 1 0 0,1-1-1 0 0,0 0 0 0 0,0 0 1 0 0,1-1-1 0 0,-1 0 0 0 0,1 0 1 0 0,10 3-1 0 0,-6-5-11 0 0,-1 1 1 0 0,1-2 0 0 0,0 1-1 0 0,-1-2 1 0 0,1 0 0 0 0,0 0-1 0 0,0-1 1 0 0,-1-1 0 0 0,1 0-1 0 0,-1-1 1 0 0,1 0-1 0 0,-1-1 1 0 0,0 0 0 0 0,18-10-1 0 0,-21 9 38 0 0,1-1 0 0 0,-1-1-1 0 0,0 1 1 0 0,-1-2 0 0 0,0 1-1 0 0,0-1 1 0 0,0 0-1 0 0,-1-1 1 0 0,-1 0 0 0 0,1 0-1 0 0,-1 0 1 0 0,-1-1 0 0 0,0 0-1 0 0,0 0 1 0 0,-1 0 0 0 0,0 0-1 0 0,-1-1 1 0 0,0 0 0 0 0,-1 0-1 0 0,3-21 1 0 0,-5 28 4 0 0,-1 1-1 0 0,1-1 1 0 0,0 0 0 0 0,-1 1 0 0 0,0-1-1 0 0,0 0 1 0 0,0 1 0 0 0,-1-1-1 0 0,1 1 1 0 0,-1 0 0 0 0,1-1 0 0 0,-1 1-1 0 0,0 0 1 0 0,-1 0 0 0 0,1 0-1 0 0,0 0 1 0 0,-1 0 0 0 0,1 1-1 0 0,-1-1 1 0 0,0 1 0 0 0,0 0 0 0 0,-4-3-1 0 0,3 4 0 0 0,1 2-19 0 0,1-1 0 0 0,-1 1 0 0 0,1-1-1 0 0,0 1 1 0 0,-1 0 0 0 0,1 0 0 0 0,0 0 0 0 0,0 0 0 0 0,-1 1 0 0 0,1-1-1 0 0,0 0 1 0 0,0 1 0 0 0,1 0 0 0 0,-1-1 0 0 0,0 1 0 0 0,0 0 0 0 0,1 0-1 0 0,-1 0 1 0 0,1 0 0 0 0,0 0 0 0 0,-1 0 0 0 0,-1 5 0 0 0,0 0-6 0 0,0-2 5 0 0,1 0-1 0 0,-1 1 0 0 0,1-1 0 0 0,1 1 0 0 0,-1 0 1 0 0,1-1-1 0 0,0 1 0 0 0,0 0 0 0 0,1 0 0 0 0,0 8 1 0 0,7 59-4 0 0,5-20 18 0 0,32 80-1 0 0,-6-19 23 0 0,-21-59-21 0 0,-2-8-20 0 0,-2 0 0 0 0,-1 1-1 0 0,8 94 1 0 0,-26-83-68 0 0,6-57 74 0 0,0 0 1 0 0,-1 1-1 0 0,1-1 1 0 0,-1 0-1 0 0,1 0 0 0 0,-1 0 1 0 0,0 0-1 0 0,0 0 0 0 0,0 0 1 0 0,0-1-1 0 0,0 1 0 0 0,0 0 1 0 0,-1 0-1 0 0,1-1 0 0 0,0 1 1 0 0,-1-1-1 0 0,0 1 1 0 0,1-1-1 0 0,-1 0 0 0 0,0 1 1 0 0,0-1-1 0 0,1 0 0 0 0,-4 1 1 0 0,1-2 1 0 0,0 0 0 0 0,1 0 0 0 0,-1 0 0 0 0,1-1 1 0 0,-1 0-1 0 0,1 1 0 0 0,-1-1 0 0 0,1-1 0 0 0,-1 1 1 0 0,1 0-1 0 0,0-1 0 0 0,-1 0 0 0 0,1 1 0 0 0,0-1 1 0 0,0-1-1 0 0,1 1 0 0 0,-1 0 0 0 0,0-1 0 0 0,1 1 1 0 0,-1-1-1 0 0,1 0 0 0 0,0 0 0 0 0,0 0 0 0 0,-3-6 1 0 0,-2-2-9 0 0,1-1 0 0 0,0 0 0 0 0,1 0 1 0 0,0 0-1 0 0,-3-18 0 0 0,4 11-7 0 0,2 0-1 0 0,1 0 0 0 0,0 0 0 0 0,1 0 1 0 0,1 0-1 0 0,1 0 0 0 0,1 1 1 0 0,1-1-1 0 0,0 0 0 0 0,1 1 0 0 0,1 0 1 0 0,1 0-1 0 0,0 1 0 0 0,14-23 1 0 0,1 1 7 0 0,2 1 1 0 0,2 1 0 0 0,1 2 0 0 0,2 0-1 0 0,33-30 1 0 0,-42 46 41 0 0,68-64 156 0 0,-76 73-103 0 0,0 0 0 0 0,0 1 0 0 0,1 1 0 0 0,1 0 0 0 0,20-9 0 0 0,-33 17-85 0 0,0 0 1 0 0,0 0-1 0 0,-1 0 1 0 0,1-1-1 0 0,0 1 0 0 0,0 0 1 0 0,0 0-1 0 0,0 0 1 0 0,0 0-1 0 0,0 1 0 0 0,0-1 1 0 0,-1 0-1 0 0,1 0 1 0 0,0 0-1 0 0,0 1 0 0 0,0-1 1 0 0,0 1-1 0 0,-1-1 1 0 0,1 0-1 0 0,0 1 0 0 0,0-1 1 0 0,-1 1-1 0 0,1 0 1 0 0,0-1-1 0 0,-1 1 0 0 0,1 0 1 0 0,0-1-1 0 0,-1 1 1 0 0,1 0-1 0 0,-1-1 0 0 0,1 1 1 0 0,-1 0-1 0 0,0 0 1 0 0,1 0-1 0 0,-1 0 0 0 0,0-1 1 0 0,0 1-1 0 0,1 0 1 0 0,-1 0-1 0 0,0 0 0 0 0,0 0 1 0 0,0 0-1 0 0,0 0 1 0 0,0 1-1 0 0,2 60 62 0 0,-2-33-37 0 0,1-20-40 0 0,1 1 0 0 0,0-1 0 0 0,1 0 0 0 0,0 1 0 0 0,0-1 0 0 0,1-1 0 0 0,0 1 0 0 0,1 0 1 0 0,0-1-1 0 0,6 9 0 0 0,-10-16 16 0 0,0 0 1 0 0,0 1 0 0 0,0-1-1 0 0,0 0 1 0 0,0 0-1 0 0,0 0 1 0 0,0 0 0 0 0,0 0-1 0 0,0 0 1 0 0,0 0 0 0 0,1 0-1 0 0,-1 0 1 0 0,0-1-1 0 0,1 1 1 0 0,-1 0 0 0 0,0-1-1 0 0,1 1 1 0 0,-1-1 0 0 0,1 0-1 0 0,-1 1 1 0 0,1-1-1 0 0,-1 0 1 0 0,1 0 0 0 0,-1 0-1 0 0,1 0 1 0 0,-1 0 0 0 0,1 0-1 0 0,-1 0 1 0 0,1-1-1 0 0,-1 1 1 0 0,1 0 0 0 0,-1-1-1 0 0,1 0 1 0 0,-1 1 0 0 0,0-1-1 0 0,1 0 1 0 0,-1 1-1 0 0,0-1 1 0 0,0 0 0 0 0,1 0-1 0 0,-1 0 1 0 0,1-2 0 0 0,1 0 38 0 0,0 0 0 0 0,0 0 0 0 0,0-1 1 0 0,-1 1-1 0 0,1-1 0 0 0,-1 0 0 0 0,0 1 1 0 0,0-1-1 0 0,0 0 0 0 0,0 0 0 0 0,-1-1 1 0 0,0 1-1 0 0,1-6 0 0 0,-1 3-54 0 0,-1 0 0 0 0,0-1 0 0 0,-1 1 0 0 0,1 0 0 0 0,-2 0-1 0 0,1-1 1 0 0,-1 1 0 0 0,0 0 0 0 0,0 1 0 0 0,-1-1 0 0 0,1 0 0 0 0,-2 1 0 0 0,1-1 0 0 0,-1 1-1 0 0,0 0 1 0 0,0 0 0 0 0,-1 0 0 0 0,0 1 0 0 0,0 0 0 0 0,0 0 0 0 0,0 0 0 0 0,-1 0 0 0 0,-11-6-1 0 0,14 9-890 0 0,-10-1 309 0 0,4 5-4855 0 0,-14 3 2419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1:12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72 836 0 0,'0'0'1618'0'0,"-1"-19"2287"0"0,4 15-3760 0 0,-1 0 0 0 0,1 1 0 0 0,0-1 0 0 0,0 1 0 0 0,0-1 0 0 0,1 1 0 0 0,-1 0 0 0 0,1 0 0 0 0,0 0 1 0 0,-1 1-1 0 0,1 0 0 0 0,1-1 0 0 0,-1 1 0 0 0,0 0 0 0 0,0 1 0 0 0,1-1 0 0 0,-1 1 0 0 0,1 0 0 0 0,-1 0 0 0 0,1 0 1 0 0,-1 1-1 0 0,1 0 0 0 0,0 0 0 0 0,-1 0 0 0 0,1 0 0 0 0,-1 1 0 0 0,7 0 0 0 0,-5 0-126 0 0,0 0-1 0 0,0 1 1 0 0,0 0 0 0 0,0-1-1 0 0,0 2 1 0 0,0-1 0 0 0,0 1-1 0 0,-1 0 1 0 0,1 0 0 0 0,-1 0-1 0 0,0 1 1 0 0,0 0 0 0 0,0 0-1 0 0,0 0 1 0 0,-1 1 0 0 0,0-1-1 0 0,0 1 1 0 0,0 0 0 0 0,0 1-1 0 0,3 6 1 0 0,-3-1-8 0 0,0-1 0 0 0,-1 1 0 0 0,-1-1 0 0 0,0 1 0 0 0,0 0 0 0 0,-1 0 0 0 0,0 0 0 0 0,-1 0 0 0 0,0 0 0 0 0,-1 0 0 0 0,0-1 0 0 0,-1 1 0 0 0,0 0 0 0 0,-7 18 0 0 0,8-27 0 0 0,0 1 0 0 0,0-1 0 0 0,-1 1 0 0 0,1-1-1 0 0,-1 0 1 0 0,0 0 0 0 0,1 0 0 0 0,-1 0 0 0 0,0 0-1 0 0,0 0 1 0 0,0 0 0 0 0,-1 0 0 0 0,1-1 0 0 0,-3 2-1 0 0,4-2 28 0 0,-6-7-56 0 0,7 6 16 0 0,-1 0 0 0 0,1 0 0 0 0,-1 0 0 0 0,1 0 0 0 0,-1-1 0 0 0,1 1 0 0 0,-1 0 0 0 0,1 0 0 0 0,0 0 0 0 0,-1-1 0 0 0,1 1 0 0 0,-1 0 0 0 0,1-1 0 0 0,0 1 0 0 0,-1 0 0 0 0,1-1 0 0 0,0 1 0 0 0,-1 0 0 0 0,1-1 0 0 0,0 1 0 0 0,-1-1 0 0 0,1 1 0 0 0,0-1 0 0 0,0 1 0 0 0,0-1 0 0 0,-1 1 0 0 0,1 0 0 0 0,0-2 0 0 0,0-4-20 0 0,0 0 1 0 0,1 0-1 0 0,-1 0 1 0 0,2 0-1 0 0,-1 0 1 0 0,0 0-1 0 0,1 1 1 0 0,0-1-1 0 0,1 0 1 0 0,-1 1 0 0 0,1-1-1 0 0,0 1 1 0 0,0 0-1 0 0,1 0 1 0 0,-1 0-1 0 0,7-6 1 0 0,2-3-24 0 0,1 0-1 0 0,1 1 1 0 0,0 0 0 0 0,19-12 0 0 0,-17 14 17 0 0,1 1 1 0 0,0 1-1 0 0,1 0 1 0 0,0 1-1 0 0,33-9 1 0 0,-44 15 55 0 0,-1 0 0 0 0,1 0 1 0 0,-1 1-1 0 0,1 0 0 0 0,0 1 0 0 0,-1-1 0 0 0,1 1 1 0 0,0 0-1 0 0,-1 1 0 0 0,1 0 0 0 0,0 0 0 0 0,-1 0 1 0 0,1 1-1 0 0,-1 0 0 0 0,0 0 0 0 0,1 1 0 0 0,-1-1 1 0 0,0 2-1 0 0,0-1 0 0 0,6 5 0 0 0,-10-6-28 0 0,0 1 0 0 0,1-1-1 0 0,-1 1 1 0 0,0 0-1 0 0,0-1 1 0 0,-1 1 0 0 0,1 0-1 0 0,-1 0 1 0 0,1 1-1 0 0,-1-1 1 0 0,0 0-1 0 0,0 0 1 0 0,0 1 0 0 0,-1-1-1 0 0,1 0 1 0 0,-1 1-1 0 0,0-1 1 0 0,1 1 0 0 0,-2-1-1 0 0,1 0 1 0 0,0 1-1 0 0,-1-1 1 0 0,1 0 0 0 0,-1 1-1 0 0,0-1 1 0 0,0 0-1 0 0,-1 0 1 0 0,1 0 0 0 0,-3 6-1 0 0,2-6-736 0 0,0 1 1 0 0,-1-1-1 0 0,1 0 0 0 0,-1 0 0 0 0,1 0 0 0 0,-1 0 1 0 0,0 0-1 0 0,-5 4 0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1:12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0 928 0 0,'0'0'7891'0'0,"1"4"-7265"0"0,1 7-281 0 0,-1-1-1 0 0,0 1 1 0 0,-1-1 0 0 0,0 1 0 0 0,0 0-1 0 0,-1-1 1 0 0,-1 1 0 0 0,-3 13 0 0 0,-2 23 382 0 0,-23 154 1247 0 0,14-103-1266 0 0,-3-19 274 0 0,4-26-3588 0 0,9-17-6280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1:13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1 270 692 0 0,'6'-6'629'0'0,"0"1"0"0"0,1 0 0 0 0,0 0 0 0 0,0 1 1 0 0,0 0-1 0 0,1 0 0 0 0,0 1 0 0 0,15-5 0 0 0,22-12 212 0 0,-34 14-636 0 0,-1 0 0 0 0,-1-1 0 0 0,1 0 0 0 0,-1-1 0 0 0,0 0 0 0 0,-1 0 0 0 0,0-1 0 0 0,0 0 0 0 0,-1 0 0 0 0,0-1 0 0 0,-1 0 0 0 0,0 0 0 0 0,0-1 0 0 0,-1 1 0 0 0,-1-1 0 0 0,1 0 0 0 0,-2-1 0 0 0,0 1 0 0 0,3-20 0 0 0,-6 29 740 0 0,-4 6-878 0 0,-5 6-39 0 0,0 1 1 0 0,1 1-1 0 0,0 0 0 0 0,0 0 0 0 0,1 0 0 0 0,1 1 1 0 0,0 0-1 0 0,1 0 0 0 0,0 0 0 0 0,1 1 1 0 0,-2 15-1 0 0,-5 26 73 0 0,-5 82 1 0 0,15-129-93 0 0,1 0 1 0 0,-1 0-1 0 0,2 1 1 0 0,-1-1 0 0 0,1 0-1 0 0,4 13 1 0 0,-5-18-7 0 0,1 0-1 0 0,0-1 1 0 0,0 1 0 0 0,1-1 0 0 0,-1 1-1 0 0,0-1 1 0 0,1 1 0 0 0,0-1 0 0 0,-1 0-1 0 0,1 0 1 0 0,0 0 0 0 0,0 0 0 0 0,0 0-1 0 0,1 0 1 0 0,-1-1 0 0 0,0 1 0 0 0,1-1-1 0 0,-1 1 1 0 0,1-1 0 0 0,-1 0 0 0 0,1 0-1 0 0,-1 0 1 0 0,1 0 0 0 0,3 0 0 0 0,14 0 24 0 0,-1-1 0 0 0,1 0 0 0 0,-1-1 0 0 0,1-2 0 0 0,27-6 0 0 0,-35 7-573 0 0,30-9-1170 0 0,-18-1-4417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1:13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39 172 0 0,'0'0'5898'0'0,"43"13"-2623"0"0,-34-9-3038 0 0,0 0 0 0 0,0-1 0 0 0,0 0 0 0 0,1 0 0 0 0,-1-1 0 0 0,1-1 0 0 0,-1 1 0 0 0,1-1 0 0 0,0-1 0 0 0,-1 0 0 0 0,1 0 0 0 0,0-1 0 0 0,-1 0 0 0 0,17-5 0 0 0,-17 3-382 0 0,0-1-1 0 0,0 0 1 0 0,0 0 0 0 0,10-8-1 0 0,13-17-7132 0 0,-23 19 4523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1:13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3 1496 0 0,'-43'-2'6570'0'0,"34"2"-6769"0"0,40 7-2778 0 0,-23-5 227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1:14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0 88 0 0,'-16'15'16220'0'0,"11"-13"-14872"0"0,1 0-3907 0 0,-14-2-53 0 0,7 0-2240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1:24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1 480 140 0 0,'0'0'7167'0'0,"19"-12"-4666"0"0,22-9-2141 0 0,-1-1 0 0 0,-1-3 1 0 0,-1-1-1 0 0,38-34 0 0 0,-58 44-323 0 0,-1-1 1 0 0,0-1-1 0 0,-1 0 1 0 0,-1-1-1 0 0,-1-1 0 0 0,-1 0 1 0 0,-1-1-1 0 0,0-1 1 0 0,14-38-1 0 0,-13-8 387 0 0,-16 53-189 0 0,-12 38-241 0 0,-4 24 10 0 0,2 1-1 0 0,-20 92 1 0 0,28-99 6 0 0,-43 253 194 0 0,-10 42-2103 0 0,61-331 1465 0 0,-1 0 0 0 0,1 0 1 0 0,-1-1-1 0 0,0 1 0 0 0,0-1 0 0 0,0 1 1 0 0,-1-1-1 0 0,1 1 0 0 0,-6 5 1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1:24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1 361 612 0 0,'17'-12'704'0'0,"1"0"-1"0"0,0 2 1 0 0,1 0-1 0 0,37-14 1 0 0,-20 8-267 0 0,267-91 1348 0 0,-212 80-1301 0 0,-3-4 0 0 0,119-58-1 0 0,-167 66 1671 0 0,-47 26-2123 0 0,-1 0-1 0 0,1 0 1 0 0,1 0-1 0 0,-1 1 1 0 0,-11 7 0 0 0,16-9-18 0 0,-1 0 1 0 0,0 1 0 0 0,1-1 0 0 0,-1 0 0 0 0,1 1-1 0 0,0 0 1 0 0,0-1 0 0 0,0 1 0 0 0,0 0 0 0 0,0 0 0 0 0,1 0-1 0 0,-1 0 1 0 0,1 1 0 0 0,0-1 0 0 0,0 0 0 0 0,0 0-1 0 0,0 1 1 0 0,1-1 0 0 0,-1 6 0 0 0,1-5-2 0 0,1 0-1 0 0,0 1 1 0 0,0-1 0 0 0,0 0 0 0 0,0 1-1 0 0,1-1 1 0 0,0 0 0 0 0,0 0-1 0 0,0 0 1 0 0,0-1 0 0 0,0 1 0 0 0,1 0-1 0 0,0-1 1 0 0,-1 1 0 0 0,1-1-1 0 0,7 5 1 0 0,-8-6 15 0 0,0 0-1 0 0,0-1 0 0 0,0 1 1 0 0,0-1-1 0 0,0 0 1 0 0,0 0-1 0 0,1 0 1 0 0,-1 0-1 0 0,0 0 1 0 0,1 0-1 0 0,-1-1 1 0 0,1 1-1 0 0,-1-1 1 0 0,0 0-1 0 0,1 1 0 0 0,-1-1 1 0 0,1 0-1 0 0,-1-1 1 0 0,1 1-1 0 0,-1 0 1 0 0,1-1-1 0 0,-1 1 1 0 0,1-1-1 0 0,-1 0 1 0 0,0 0-1 0 0,1 0 0 0 0,-1 0 1 0 0,0 0-1 0 0,0 0 1 0 0,0-1-1 0 0,0 1 1 0 0,0-1-1 0 0,3-2 1 0 0,-3 2 1 0 0,-1 0-1 0 0,1 1 1 0 0,-1-1 0 0 0,1 0 0 0 0,-1-1 0 0 0,0 1 0 0 0,0 0 0 0 0,0 0 0 0 0,0 0-1 0 0,0-1 1 0 0,0 1 0 0 0,0-1 0 0 0,-1 1 0 0 0,0 0 0 0 0,1-1 0 0 0,-1 1 0 0 0,0-1 0 0 0,0 1-1 0 0,0-1 1 0 0,0 1 0 0 0,-1-1 0 0 0,1 1 0 0 0,-1 0 0 0 0,1-1 0 0 0,-1 1 0 0 0,0 0-1 0 0,0-1 1 0 0,0 1 0 0 0,0 0 0 0 0,-3-4 0 0 0,-1-3-133 0 0,-1 0 1 0 0,-1 1 0 0 0,1 0-1 0 0,-1 0 1 0 0,-12-10-1 0 0,18 17-369 0 0,-10-6-307 0 0,6 4-1904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1:25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15 163 888 0 0,'0'0'968'0'0,"0"-8"28"0"0,-1 6-251 0 0,-1 8 3827 0 0,-2 13-4389 0 0,1 0-1 0 0,1 1 1 0 0,0-1-1 0 0,2 1 1 0 0,0-1-1 0 0,2 1 0 0 0,4 24 1 0 0,-5-33-132 0 0,2-1 1 0 0,-1 1-1 0 0,1-1 0 0 0,1 0 1 0 0,0 0-1 0 0,0 0 0 0 0,1 0 1 0 0,0-1-1 0 0,1 0 0 0 0,0 0 1 0 0,0 0-1 0 0,1-1 0 0 0,0 0 1 0 0,1 0-1 0 0,14 11 0 0 0,-20-18-39 0 0,0 1 0 0 0,0-1 0 0 0,0 0 0 0 0,0 0 0 0 0,1 0-1 0 0,-1 0 1 0 0,0 0 0 0 0,1-1 0 0 0,-1 1 0 0 0,0-1 0 0 0,1 1 0 0 0,-1-1-1 0 0,1 0 1 0 0,-1 0 0 0 0,1 0 0 0 0,-1 0 0 0 0,0 0 0 0 0,1-1 0 0 0,-1 1-1 0 0,1-1 1 0 0,2-1 0 0 0,0 0 3 0 0,0-1-1 0 0,0 1 1 0 0,-1-1 0 0 0,1 0-1 0 0,-1-1 1 0 0,1 1-1 0 0,-1-1 1 0 0,0 0-1 0 0,4-5 1 0 0,2-4 6 0 0,0-1 1 0 0,-1 0-1 0 0,0-1 0 0 0,-1 0 1 0 0,9-24-1 0 0,0-5 426 0 0,-2-1 0 0 0,-2-1 0 0 0,-2 0 1 0 0,-2-1-1 0 0,5-83 0 0 0,-14 129-325 0 0,-2 3-103 0 0,0 1 0 0 0,0 0-1 0 0,0 0 1 0 0,1 0 0 0 0,0 0 0 0 0,-1 0 0 0 0,1 0 0 0 0,0 0-1 0 0,0 0 1 0 0,1 1 0 0 0,-1-1 0 0 0,0 4 0 0 0,-13 73 278 0 0,9-52-248 0 0,-3 10-51 0 0,2 0 0 0 0,2 0 0 0 0,1 0 0 0 0,2 1 0 0 0,2-1 0 0 0,8 61 0 0 0,-6-88-53 0 0,0 0 0 0 0,0 0 0 0 0,1 0 1 0 0,1 0-1 0 0,-1-1 0 0 0,13 18 0 0 0,-15-25 33 0 0,0 0 0 0 0,0 0-1 0 0,1 0 1 0 0,-1 0 0 0 0,1-1 0 0 0,-1 1 0 0 0,1-1 0 0 0,0 0 0 0 0,0 1 0 0 0,0-1 0 0 0,1-1-1 0 0,-1 1 1 0 0,0 0 0 0 0,1-1 0 0 0,-1 0 0 0 0,1 0 0 0 0,-1 0 0 0 0,1 0 0 0 0,-1 0 0 0 0,1-1 0 0 0,0 0-1 0 0,0 0 1 0 0,-1 0 0 0 0,1 0 0 0 0,0 0 0 0 0,5-2 0 0 0,4-1-43 0 0,0-1 0 0 0,1-1 0 0 0,-2-1 0 0 0,1 0 0 0 0,-1 0-1 0 0,0-1 1 0 0,0 0 0 0 0,0-1 0 0 0,-1-1 0 0 0,-1 0 0 0 0,0 0 0 0 0,0-1 0 0 0,0 0 0 0 0,13-21 0 0 0,-1 9 205 0 0,-21 22-44 0 0,9-13 61 0 0,-10 12-156 0 0,0 0 0 0 0,1 1 0 0 0,-1-1-1 0 0,0 1 1 0 0,1-1 0 0 0,-1 1 0 0 0,1 0 0 0 0,-1-1-1 0 0,0 1 1 0 0,1-1 0 0 0,-1 1 0 0 0,1 0-1 0 0,0-1 1 0 0,-1 1 0 0 0,1 0 0 0 0,-1-1 0 0 0,1 1-1 0 0,-1 0 1 0 0,1 0 0 0 0,0 0 0 0 0,-1 0-1 0 0,1 0 1 0 0,-1-1 0 0 0,1 1 0 0 0,0 0 0 0 0,-1 0-1 0 0,1 0 1 0 0,1 1 0 0 0,7 6-68 0 0,0-1 1 0 0,1 0 0 0 0,0 0-1 0 0,0-1 1 0 0,1 0 0 0 0,0 0-1 0 0,-1-1 1 0 0,18 3-1 0 0,42 6 264 0 0,-66-13 54 0 0,0-30 366 0 0,-21 6-90 0 0,4 11-2323 0 0,3 9-5608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1:25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0 312 0 0,'1'27'3970'0'0,"-2"-22"-3770"0"0,-1 1-1 0 0,1 0 1 0 0,1 0-1 0 0,-1 0 1 0 0,1 0-1 0 0,0 0 1 0 0,1-1-1 0 0,-1 1 0 0 0,1 0 1 0 0,0 0-1 0 0,1 0 1 0 0,-1-1-1 0 0,1 1 1 0 0,0 0-1 0 0,3 5 1 0 0,-4-10-165 0 0,-1 1 218 0 0,0-2-242 0 0,0 0 1 0 0,0 1-1 0 0,0-1 0 0 0,0 0 0 0 0,1 1 0 0 0,-1-1 1 0 0,0 0-1 0 0,0 1 0 0 0,0-1 0 0 0,0 1 1 0 0,0-1-1 0 0,0 0 0 0 0,0 1 0 0 0,1-1 0 0 0,-1 0 1 0 0,0 0-1 0 0,0 1 0 0 0,1-1 0 0 0,-1 0 1 0 0,0 1-1 0 0,0-1 0 0 0,1 0 0 0 0,-1 0 1 0 0,0 1-1 0 0,0-1 0 0 0,1 0 0 0 0,-1 0 0 0 0,0 0 1 0 0,1 0-1 0 0,-1 1 0 0 0,1-1 0 0 0,-1 0 1 0 0,0 0-1 0 0,1 0 0 0 0,-1 0 0 0 0,0 0 0 0 0,1 0 1 0 0,-1 0-1 0 0,0 0 0 0 0,1 0 0 0 0,-1 0 1 0 0,1 0-1 0 0,-1 0 0 0 0,0 0 0 0 0,1 0 1 0 0,-1-1-1 0 0,0 1 0 0 0,1 0 0 0 0,-1 0 0 0 0,0 0 1 0 0,1 0-1 0 0,-1-1 0 0 0,0 1 0 0 0,0 0 1 0 0,1-1-1 0 0,20-16 389 0 0,-18 14-379 0 0,27-35 1659 0 0,-29 37-1138 0 0,20 7-398 0 0,-19-5-133 0 0,-1 0-1 0 0,0 0 1 0 0,1-1-1 0 0,-1 1 1 0 0,0-1-1 0 0,1 1 1 0 0,-1-1-1 0 0,1 0 1 0 0,-1 1-1 0 0,1-1 1 0 0,-1 0-1 0 0,1 0 1 0 0,-1 0-1 0 0,1 0 1 0 0,-1 0-1 0 0,0 0 1 0 0,1 0-1 0 0,-1-1 1 0 0,3 0-1 0 0,38-18 63 0 0,-21 9-56 0 0,43-15 0 0 0,-58 24-26 0 0,-1-1 1 0 0,1 1-1 0 0,0 0 1 0 0,-1 0-1 0 0,1 1 0 0 0,0-1 1 0 0,0 2-1 0 0,0-1 0 0 0,0 0 1 0 0,-1 1-1 0 0,1 0 1 0 0,10 4-1 0 0,-14-5 6 0 0,1 1 1 0 0,-1 0-1 0 0,0 0 0 0 0,0 0 1 0 0,0 0-1 0 0,0 0 0 0 0,0 1 0 0 0,0-1 1 0 0,-1 1-1 0 0,1-1 0 0 0,0 1 1 0 0,-1 0-1 0 0,1-1 0 0 0,-1 1 1 0 0,0 0-1 0 0,1 0 0 0 0,-1 0 1 0 0,0 0-1 0 0,0 0 0 0 0,0 0 0 0 0,-1 1 1 0 0,1-1-1 0 0,0 0 0 0 0,-1 0 1 0 0,1 1-1 0 0,-1-1 0 0 0,0 0 1 0 0,0 1-1 0 0,0-1 0 0 0,0 0 0 0 0,0 0 1 0 0,-1 5-1 0 0,0-3-12 0 0,-1 1-1 0 0,1-1 1 0 0,-1 1-1 0 0,0-1 1 0 0,0 1 0 0 0,0-1-1 0 0,-1 0 1 0 0,1 0-1 0 0,-1 0 1 0 0,0-1 0 0 0,0 1-1 0 0,0-1 1 0 0,-1 1-1 0 0,-6 4 1 0 0,8-7-302 0 0,-7 8-751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1:26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61 240 20 0 0,'0'0'4177'0'0,"1"1"-3881"0"0,0 0-1 0 0,0 0 1 0 0,1 0 0 0 0,-1 0-1 0 0,0 0 1 0 0,0 0 0 0 0,0 0-1 0 0,0 1 1 0 0,0-1 0 0 0,-1 0-1 0 0,1 0 1 0 0,0 1-1 0 0,0 1 1 0 0,-8 59 1403 0 0,-27 103 0 0 0,27-134-1361 0 0,-7 36 2561 0 0,12-72-2737 0 0,-1-5-112 0 0,1 0 1 0 0,0-1-1 0 0,0 1 1 0 0,1-1-1 0 0,0 1 1 0 0,1 0-1 0 0,0-1 1 0 0,4-20-1 0 0,19-93-86 0 0,-20 110 20 0 0,2-5 24 0 0,0 1 0 0 0,1 0-1 0 0,0 0 1 0 0,2 1 0 0 0,0 0-1 0 0,1 0 1 0 0,0 1 0 0 0,2 0-1 0 0,0 0 1 0 0,0 1 0 0 0,1 1-1 0 0,1 0 1 0 0,1 1 0 0 0,0 0-1 0 0,1 1 1 0 0,0 1 0 0 0,0 0-1 0 0,1 1 1 0 0,1 1 0 0 0,0 0-1 0 0,31-11 1 0 0,-47 20-11 0 0,-1-1 0 0 0,1 1 0 0 0,0 0 0 0 0,-1 0 0 0 0,1-1 0 0 0,0 1 0 0 0,-1 0 0 0 0,1 0 0 0 0,0 0 0 0 0,-1 0 0 0 0,1 0 0 0 0,0 0 0 0 0,-1 0 1 0 0,1 0-1 0 0,0 0 0 0 0,-1 0 0 0 0,1 0 0 0 0,0 0 0 0 0,-1 1 0 0 0,1-1 0 0 0,0 0 0 0 0,-1 0 0 0 0,1 1 0 0 0,-1-1 0 0 0,1 0 0 0 0,0 1 0 0 0,-1-1 0 0 0,1 1 0 0 0,-1-1 0 0 0,1 1 0 0 0,0 20-44 0 0,-18 26-2 0 0,16-45 41 0 0,-12 26-49 0 0,9-21 37 0 0,0 0-1 0 0,1 0 1 0 0,0 1-1 0 0,0-1 1 0 0,-2 11 0 0 0,5-14 16 0 0,-1-1 1 0 0,1 1 0 0 0,0-1-1 0 0,1 1 1 0 0,-1-1 0 0 0,0 1-1 0 0,1-1 1 0 0,0 1 0 0 0,0-1-1 0 0,0 0 1 0 0,0 1 0 0 0,1-1-1 0 0,-1 0 1 0 0,1 0 0 0 0,0 0-1 0 0,2 3 1 0 0,12 14-11 0 0,1-1 0 0 0,0-1 0 0 0,1-1 0 0 0,1 0 0 0 0,1-2 0 0 0,26 17 0 0 0,-18-13-74 0 0,0 2 0 0 0,35 34 1 0 0,-52-43 33 0 0,-6-8 29 0 0,0 1 0 0 0,0 0 0 0 0,0 0 0 0 0,-1 0 0 0 0,0 1-1 0 0,0-1 1 0 0,0 1 0 0 0,-1 0 0 0 0,5 10 0 0 0,-8-15 14 0 0,0 0 13 0 0,1-1 0 0 0,-1 1 0 0 0,0-1 0 0 0,0 1 0 0 0,0-1 0 0 0,0 1 0 0 0,0-1 0 0 0,0 1 0 0 0,0-1 1 0 0,0 1-1 0 0,0-1 0 0 0,0 1 0 0 0,0-1 0 0 0,0 1 0 0 0,0-1 0 0 0,-1 1 0 0 0,1-1 0 0 0,0 1 0 0 0,0-1 0 0 0,0 1 0 0 0,-1-1 1 0 0,1 0-1 0 0,0 1 0 0 0,0-1 0 0 0,-1 1 0 0 0,1-1 0 0 0,-1 0 0 0 0,1 1 0 0 0,0-1 0 0 0,-1 0 0 0 0,1 1 0 0 0,-1-1 0 0 0,1 0 1 0 0,0 0-1 0 0,-1 1 0 0 0,1-1 0 0 0,-1 0 0 0 0,1 0 0 0 0,-1 0 0 0 0,0 1 0 0 0,-19 11 146 0 0,12-10-71 0 0,1-1 1 0 0,-1 0-1 0 0,1-1 0 0 0,-1 1 1 0 0,1-2-1 0 0,-1 1 0 0 0,1-1 1 0 0,-1 0-1 0 0,-10-3 0 0 0,-62-23-33 0 0,76 25-226 0 0,0 0 1 0 0,0 0-1 0 0,1-1 1 0 0,0 1-1 0 0,-1-1 1 0 0,1 0-1 0 0,0 0 1 0 0,0 0-1 0 0,-3-4 1 0 0,5 5-525 0 0,0 0-1 0 0,0 1 1 0 0,0-1 0 0 0,0 0 0 0 0,0 0 0 0 0,0 0-1 0 0,0 0 1 0 0,0 0 0 0 0,1 0 0 0 0,-1 0-1 0 0,1-4 1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1:27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52 540 0 0,'0'0'792'0'0,"0"0"-701"0"0,1 0 0 0 0,-1 0-1 0 0,0 0 1 0 0,1 0 0 0 0,-1 0-1 0 0,0 0 1 0 0,1 0 0 0 0,-1 0 0 0 0,0 0-1 0 0,1 0 1 0 0,-1 0 0 0 0,0 1-1 0 0,1-1 1 0 0,-1 0 0 0 0,0 0-1 0 0,1 0 1 0 0,-1 0 0 0 0,0 1 0 0 0,0-1-1 0 0,1 0 1 0 0,-1 0 0 0 0,0 0-1 0 0,0 1 1 0 0,1-1 0 0 0,-1 0 0 0 0,0 0-1 0 0,0 1 1 0 0,0-1 0 0 0,0 0-1 0 0,1 1 1 0 0,-1-1 0 0 0,0 0 0 0 0,0 1-1 0 0,0-1 1 0 0,0 0 0 0 0,0 1-1 0 0,0-1 1 0 0,-1 6 144 0 0,0 1-1 0 0,0-1 1 0 0,1 0-1 0 0,0 0 1 0 0,0 0-1 0 0,0 0 1 0 0,1 1-1 0 0,0-1 1 0 0,0 0-1 0 0,0 0 1 0 0,1 0-1 0 0,0 0 1 0 0,0 0-1 0 0,1-1 1 0 0,-1 1-1 0 0,1-1 1 0 0,0 1-1 0 0,8 8 1 0 0,-10-13 214 0 0,-1-1-393 0 0,0 0 0 0 0,0 0 0 0 0,0 0 0 0 0,0 0 0 0 0,0-1 1 0 0,0 1-1 0 0,0 0 0 0 0,0 0 0 0 0,1 0 0 0 0,-1 0 1 0 0,0 0-1 0 0,0 0 0 0 0,0 0 0 0 0,0 0 0 0 0,0 0 1 0 0,0 0-1 0 0,1 0 0 0 0,-1 0 0 0 0,0-1 0 0 0,0 1 1 0 0,0 0-1 0 0,0 0 0 0 0,0 0 0 0 0,1 0 0 0 0,-1 0 0 0 0,0 0 1 0 0,0 0-1 0 0,0 0 0 0 0,0 0 0 0 0,0 0 0 0 0,0 1 1 0 0,1-1-1 0 0,-1 0 0 0 0,0 0 0 0 0,0 0 0 0 0,0 0 1 0 0,0 0-1 0 0,0 0 0 0 0,0 0 0 0 0,1 0 0 0 0,-1 0 0 0 0,0 0 1 0 0,0 0-1 0 0,0 1 0 0 0,0-1 0 0 0,0 0 0 0 0,0 0 1 0 0,0 0-1 0 0,0 0 0 0 0,0 0 0 0 0,1 0 0 0 0,-1 0 1 0 0,0 1-1 0 0,0-1 0 0 0,0 0 0 0 0,0 0 0 0 0,0 0 1 0 0,-1-13 136 0 0,-1 0 1 0 0,0-1-1 0 0,-1 1 1 0 0,-1 0-1 0 0,0 0 1 0 0,0 1 0 0 0,-1-1-1 0 0,-1 1 1 0 0,0 0-1 0 0,-15-22 1 0 0,14 26-951 0 0,-1-5-131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1:28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49 107 280 0 0,'-3'-6'9353'0'0,"-3"15"-9192"0"0,1 0 1 0 0,0 0-1 0 0,0 1 0 0 0,1 0 1 0 0,0-1-1 0 0,0 2 1 0 0,1-1-1 0 0,1 0 0 0 0,0 0 1 0 0,-2 20-1 0 0,3-21-195 0 0,1 0 0 0 0,0 1 0 0 0,0-1 0 0 0,1 0 0 0 0,0 0-1 0 0,0 0 1 0 0,1 0 0 0 0,0 0 0 0 0,1-1 0 0 0,0 1 0 0 0,0-1 0 0 0,1 1-1 0 0,7 11 1 0 0,-10-19 20 0 0,0 0 0 0 0,-1 0-1 0 0,1 0 1 0 0,0 0-1 0 0,0-1 1 0 0,0 1-1 0 0,-1 0 1 0 0,1 0 0 0 0,0-1-1 0 0,0 1 1 0 0,0 0-1 0 0,0-1 1 0 0,0 1 0 0 0,1-1-1 0 0,-1 0 1 0 0,0 1-1 0 0,0-1 1 0 0,0 0 0 0 0,0 0-1 0 0,0 1 1 0 0,0-1-1 0 0,1 0 1 0 0,-1 0 0 0 0,0 0-1 0 0,2-1 1 0 0,0 1 2 0 0,0-1 0 0 0,0-1 0 0 0,0 1 0 0 0,0 0-1 0 0,0-1 1 0 0,0 1 0 0 0,0-1 0 0 0,-1 0 0 0 0,4-2 0 0 0,4-5-9 0 0,0-1 0 0 0,-1 0 0 0 0,11-15 0 0 0,-4 0 151 0 0,-1-1 1 0 0,-1-1-1 0 0,-2 0 1 0 0,-1 0-1 0 0,-1-2 0 0 0,10-43 1 0 0,1 1 2575 0 0,-21 69-1734 0 0,-2 9-932 0 0,-12 38-13 0 0,3 1-1 0 0,1 1 1 0 0,3 0-1 0 0,1 0 1 0 0,3 0-1 0 0,3 74 1 0 0,0-113-126 0 0,1 0-1 0 0,1 0 1 0 0,-1 0 0 0 0,1 0 0 0 0,0-1-1 0 0,7 15 1 0 0,-8-19 71 0 0,0-1 0 0 0,0 0 0 0 0,0 0 0 0 0,1 0 0 0 0,-1 0 0 0 0,1-1 0 0 0,0 1 0 0 0,-1 0 0 0 0,1-1 0 0 0,0 1 0 0 0,0-1 0 0 0,0 1 0 0 0,0-1 0 0 0,0 0 0 0 0,0 0 0 0 0,0 0 0 0 0,0 0 0 0 0,1 0 0 0 0,-1 0 0 0 0,0-1 0 0 0,0 1 0 0 0,1-1 0 0 0,-1 0 0 0 0,1 0 0 0 0,-1 1 0 0 0,0-2 0 0 0,1 1 0 0 0,-1 0 0 0 0,3-1 0 0 0,9-3-48 0 0,0 0 0 0 0,0-1 0 0 0,0-1 0 0 0,0 0 0 0 0,19-13 0 0 0,13-5-78 0 0,-44 23 144 0 0,-1 0 0 0 0,1 0-1 0 0,-1 0 1 0 0,0 0-1 0 0,1 0 1 0 0,-1 1-1 0 0,1-1 1 0 0,-1 0-1 0 0,1 1 1 0 0,-1-1-1 0 0,1 1 1 0 0,0 0-1 0 0,-1-1 1 0 0,1 1-1 0 0,-1 0 1 0 0,1 0-1 0 0,0 0 0 0 0,-1 0 1 0 0,1 0-1 0 0,-1 0 1 0 0,1 1-1 0 0,2 0 1 0 0,11 0 1334 0 0,-15-5-1239 0 0,-1 0 0 0 0,1 1-1 0 0,-1-1 1 0 0,1 0 0 0 0,-1 0 0 0 0,0 1 0 0 0,0-1-1 0 0,-1 1 1 0 0,1-1 0 0 0,-3-3 0 0 0,2 4 181 0 0,0 0-524 0 0,0 1-1 0 0,0-1 1 0 0,0 1 0 0 0,-1 0-1 0 0,1 0 1 0 0,0 0-1 0 0,-1 0 1 0 0,0 0-1 0 0,1 0 1 0 0,-7-2-1 0 0,7 3-661 0 0,-9 3-1353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1:28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1 180 0 0,'2'1'317'0'0,"0"0"0"0"0,0 0 0 0 0,0 1-1 0 0,-1-1 1 0 0,1 1 0 0 0,0 0 0 0 0,-1-1 0 0 0,1 1 0 0 0,-1 0-1 0 0,0 0 1 0 0,0 0 0 0 0,0 0 0 0 0,0 0 0 0 0,0 0 0 0 0,0 0-1 0 0,0 0 1 0 0,0 3 0 0 0,0-2-134 0 0,0 1 0 0 0,0-1 0 0 0,1 0 0 0 0,-1 0 0 0 0,1 0 0 0 0,0-1 0 0 0,-1 1 0 0 0,1 0 0 0 0,0-1 0 0 0,1 1 0 0 0,-1-1 0 0 0,5 5 0 0 0,1-3 220 0 0,1-1 1 0 0,-1 1-1 0 0,1-1 0 0 0,0-1 1 0 0,0 1-1 0 0,0-2 0 0 0,0 1 1 0 0,0-1-1 0 0,0 0 0 0 0,1-1 1 0 0,-1 0-1 0 0,0-1 0 0 0,16-3 1 0 0,-23 4-68 0 0,35-12 884 0 0,-11 7-3853 0 0,3-1-7355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1:28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32 156 0 0,'-19'0'8695'0'0,"35"-7"-7225"0"0,42-5-3139 0 0,-11 5-2976 0 0,-30 2 2390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1:29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9 1056 0 0,'0'0'2232'0'0,"-3"-9"4498"0"0,2 19-6499 0 0,0-1 0 0 0,0 0 0 0 0,1 0 0 0 0,1 0 1 0 0,-1 1-1 0 0,4 12 0 0 0,-4-18-201 0 0,1-1 1 0 0,0 1-1 0 0,0-1 1 0 0,0 0-1 0 0,0 1 1 0 0,1-1-1 0 0,-1 0 1 0 0,1 0-1 0 0,0 0 0 0 0,0 0 1 0 0,0 0-1 0 0,0 0 1 0 0,1 0-1 0 0,-1-1 1 0 0,1 1-1 0 0,-1-1 1 0 0,1 0-1 0 0,0 0 0 0 0,0 0 1 0 0,0 0-1 0 0,4 2 1 0 0,-1-4-59 0 0,0 0 0 0 0,0 0 0 0 0,0 0 1 0 0,0-1-1 0 0,0 0 0 0 0,0 0 0 0 0,0 0 1 0 0,-1-1-1 0 0,1 0 0 0 0,0 0 0 0 0,8-5 1 0 0,6 0-64 0 0,39-12-205 0 0,116-32-293 0 0,-109 26 1200 0 0,-65 25-389 0 0,0-1-176 0 0,-1 1 0 0 0,0-1 0 0 0,0 1 0 0 0,1-1 0 0 0,-1 1 0 0 0,1 0 0 0 0,-1-1 0 0 0,0 1 0 0 0,1 0 0 0 0,-1-1 0 0 0,1 1 0 0 0,-1 0 0 0 0,0 0 0 0 0,1-1 0 0 0,-1 1 0 0 0,1 0 0 0 0,-1 0 0 0 0,1 0 0 0 0,-1 0 0 0 0,1-1 0 0 0,-1 1 0 0 0,1 0 0 0 0,-1 0 0 0 0,1 0 0 0 0,0 0 0 0 0,1 3-25 0 0,-1-1 0 0 0,0 1 0 0 0,0 0-1 0 0,0-1 1 0 0,-1 1 0 0 0,1 0 0 0 0,0 0 0 0 0,-1-1 0 0 0,0 1 0 0 0,0 0 0 0 0,0 0 0 0 0,0 0-1 0 0,0-1 1 0 0,0 1 0 0 0,-2 3 0 0 0,-9 56 115 0 0,8-50-103 0 0,-12 55 88 0 0,0 0 39 0 0,-14 125 1 0 0,24-149 1587 0 0,4-41-752 0 0,2-10-772 0 0,3-18-203 0 0,2 1-1 0 0,0 0 1 0 0,2 0 0 0 0,1 0 0 0 0,1 1 0 0 0,1 0 0 0 0,0 1-1 0 0,2 1 1 0 0,1-1 0 0 0,1 2 0 0 0,1 0 0 0 0,0 1-1 0 0,2 1 1 0 0,0 0 0 0 0,1 2 0 0 0,1 0 0 0 0,0 1-1 0 0,2 1 1 0 0,29-16 0 0 0,-45 28-40 0 0,0 1 1 0 0,0 0-1 0 0,0 0 0 0 0,0 0 0 0 0,0 1 1 0 0,1 0-1 0 0,-1 0 0 0 0,0 1 1 0 0,1 0-1 0 0,-1 0 0 0 0,1 1 0 0 0,-1-1 1 0 0,0 1-1 0 0,1 1 0 0 0,-1-1 1 0 0,0 1-1 0 0,9 4 0 0 0,-11-5 14 0 0,-1 1 0 0 0,0 0-1 0 0,1 0 1 0 0,-1 0 0 0 0,0 0-1 0 0,0 1 1 0 0,-1-1 0 0 0,1 1 0 0 0,0 0-1 0 0,-1-1 1 0 0,0 1 0 0 0,0 0-1 0 0,1 1 1 0 0,-2-1 0 0 0,1 0 0 0 0,0 1-1 0 0,-1-1 1 0 0,1 1 0 0 0,-1-1-1 0 0,0 1 1 0 0,0-1 0 0 0,-1 1 0 0 0,1 0-1 0 0,-1 0 1 0 0,0-1 0 0 0,0 1-1 0 0,0 0 1 0 0,0 0 0 0 0,-1-1 0 0 0,-1 8-1 0 0,1-8 29 0 0,-1 1-1 0 0,0-1 0 0 0,0 1 1 0 0,0-1-1 0 0,0 0 0 0 0,0 0 1 0 0,-1 0-1 0 0,1 0 0 0 0,-1 0 1 0 0,0-1-1 0 0,0 1 0 0 0,0-1 1 0 0,0 1-1 0 0,-1-1 1 0 0,1 0-1 0 0,0-1 0 0 0,-6 3 1 0 0,-64 23-857 0 0,60-23 114 0 0,-23 5-1568 0 0,14-7-4338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1:32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277 213 640 0 0,'0'0'1346'0'0,"-4"-4"-708"0"0,-18-22 1023 0 0,21 25-1198 0 0,-20-1 1732 0 0,19 1-2142 0 0,1 1 1 0 0,-1 0-1 0 0,0-1 1 0 0,1 1-1 0 0,-1 0 0 0 0,0 0 1 0 0,1 0-1 0 0,-1 0 0 0 0,0 0 1 0 0,1 1-1 0 0,-1-1 1 0 0,0 0-1 0 0,1 1 0 0 0,-1 0 1 0 0,0-1-1 0 0,1 1 0 0 0,-1 0 1 0 0,1 0-1 0 0,-1-1 1 0 0,1 1-1 0 0,0 0 0 0 0,-2 2 1 0 0,-24 18 343 0 0,1 1 0 0 0,1 2 1 0 0,1 0-1 0 0,2 1 0 0 0,-37 53 0 0 0,58-77-379 0 0,0 0-1 0 0,1 0 1 0 0,-1 0 0 0 0,0 0-1 0 0,1 0 1 0 0,-1 0-1 0 0,1 0 1 0 0,-1 0-1 0 0,1 0 1 0 0,-1 1 0 0 0,1-1-1 0 0,0 0 1 0 0,0 0-1 0 0,0 0 1 0 0,-1 0-1 0 0,1 1 1 0 0,0-1 0 0 0,1 0-1 0 0,-1 0 1 0 0,0 0-1 0 0,0 2 1 0 0,1-2-8 0 0,0-1 1 0 0,-1 1 0 0 0,1 0-1 0 0,0-1 1 0 0,-1 1-1 0 0,1-1 1 0 0,0 0 0 0 0,0 1-1 0 0,-1-1 1 0 0,1 1-1 0 0,0-1 1 0 0,0 0 0 0 0,0 0-1 0 0,-1 0 1 0 0,1 1-1 0 0,0-1 1 0 0,0 0 0 0 0,0 0-1 0 0,0 0 1 0 0,0 0-1 0 0,1-1 1 0 0,5 1 10 0 0,0-2 0 0 0,-1 1 0 0 0,1-1 0 0 0,0 0 0 0 0,-1 0-1 0 0,7-4 1 0 0,4-3 5 0 0,-1-2 0 0 0,-1 0-1 0 0,0-1 1 0 0,17-17-1 0 0,-16 14-41 0 0,1 0 0 0 0,20-12-1 0 0,-33 26 12 0 0,-1 0 0 0 0,1 1 0 0 0,-1 0 0 0 0,1 0 0 0 0,0 0 0 0 0,-1 0 0 0 0,1 1 0 0 0,-1-1 0 0 0,5 2-1 0 0,3 0 0 0 0,2-1-1 0 0,32 5-97 0 0,0-2-1 0 0,89-5 1 0 0,-122 0 90 0 0,0-1 1 0 0,1 0-1 0 0,-1 0 1 0 0,0-1-1 0 0,0-1 1 0 0,0 0-1 0 0,-1-1 1 0 0,1 0 0 0 0,-1 0-1 0 0,0-2 1 0 0,-1 1-1 0 0,0-1 1 0 0,0-1-1 0 0,0 0 1 0 0,15-16-1 0 0,-15 10 232 0 0,0 0-1 0 0,-1-1 1 0 0,-1 0-1 0 0,-1 0 1 0 0,0 0-1 0 0,-1-1 1 0 0,0 0-1 0 0,-1-1 1 0 0,-1 1-1 0 0,2-20 1 0 0,-6 34 280 0 0,-1 4-493 0 0,-1 0 0 0 0,0 0 0 0 0,1 0 0 0 0,-1-1-1 0 0,1 2 1 0 0,0-1 0 0 0,0 0 0 0 0,-1 0 0 0 0,1 0 0 0 0,1 0-1 0 0,-2 4 1 0 0,1-3 4 0 0,-18 40 44 0 0,2 1 0 0 0,2 0-1 0 0,-12 61 1 0 0,1-4 16 0 0,-12 32 67 0 0,-23 161 1 0 0,57-269 104 0 0,5-39 136 0 0,7-47-249 0 0,4 21-256 0 0,1 1-1 0 0,1 0 0 0 0,28-50 1 0 0,68-103-630 0 0,-93 166 604 0 0,1 0-1 0 0,25-28 1 0 0,-35 45 74 0 0,0 0 0 0 0,1 1-1 0 0,0 1 1 0 0,1-1 0 0 0,-1 1 0 0 0,1 1 0 0 0,0 0 0 0 0,22-9-1 0 0,-31 15 74 0 0,0-1-1 0 0,1 1 0 0 0,-1 0 1 0 0,0 0-1 0 0,1-1 0 0 0,-1 1 1 0 0,0 0-1 0 0,1 0 0 0 0,-1 1 1 0 0,0-1-1 0 0,1 0 0 0 0,-1 0 1 0 0,0 1-1 0 0,1-1 0 0 0,-1 1 1 0 0,0-1-1 0 0,0 1 0 0 0,0-1 1 0 0,1 1-1 0 0,-1 0 0 0 0,0-1 1 0 0,0 1-1 0 0,0 0 0 0 0,0 0 1 0 0,0 0-1 0 0,0 0 0 0 0,0 0 0 0 0,-1 0 1 0 0,1 0-1 0 0,0 0 0 0 0,-1 1 1 0 0,1-1-1 0 0,0 0 0 0 0,-1 0 1 0 0,1 0-1 0 0,-1 1 0 0 0,1 1 1 0 0,0 1-5 0 0,1 1 1 0 0,-1-1 0 0 0,0 1-1 0 0,0 0 1 0 0,-1-1 0 0 0,1 1-1 0 0,-1 0 1 0 0,-1 9-1 0 0,-1-4 17 0 0,-1-1-1 0 0,0 1 0 0 0,0-1 0 0 0,-1 1 1 0 0,0-1-1 0 0,-1 0 0 0 0,0-1 0 0 0,0 1 1 0 0,-1-1-1 0 0,0 0 0 0 0,-1 0 0 0 0,1-1 1 0 0,-2 0-1 0 0,1 0 0 0 0,-14 9 0 0 0,2-3-25 0 0,-1-1-1 0 0,-1-1 0 0 0,0-1 0 0 0,-1 0 0 0 0,-34 9 0 0 0,55-18-140 0 0,-1-1 0 0 0,1 1-1 0 0,-1-1 1 0 0,1 0 0 0 0,0 0-1 0 0,-1 0 1 0 0,1 0 0 0 0,-1 0-1 0 0,1 0 1 0 0,-1 0 0 0 0,1 0-1 0 0,-1 0 1 0 0,1-1 0 0 0,-1 1 0 0 0,1 0-1 0 0,0-1 1 0 0,-1 0 0 0 0,1 1-1 0 0,0-1 1 0 0,-1 0 0 0 0,1 1-1 0 0,0-1 1 0 0,0 0 0 0 0,0 0 0 0 0,0 0-1 0 0,0 0 1 0 0,0 0 0 0 0,0 0-1 0 0,-2-3 1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1:33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0 656 0 0,'1'1'98'0'0,"0"-1"-1"0"0,0 0 1 0 0,-1 1-1 0 0,1 0 1 0 0,0-1 0 0 0,0 1-1 0 0,-1-1 1 0 0,1 1-1 0 0,0 0 1 0 0,-1-1 0 0 0,1 1-1 0 0,0 0 1 0 0,-1 0-1 0 0,1 0 1 0 0,-1-1 0 0 0,1 1-1 0 0,-1 0 1 0 0,0 0-1 0 0,1 0 1 0 0,-1 0 0 0 0,0 0-1 0 0,0 0 1 0 0,1 0-1 0 0,-1 0 1 0 0,0 0 0 0 0,0 0-1 0 0,0 0 1 0 0,0 0-1 0 0,0 0 1 0 0,-1 1 0 0 0,-5 38 1257 0 0,3-24-1038 0 0,-14 93 775 0 0,-6-1 0 0 0,-4-1 1 0 0,-74 185-1 0 0,74-242-741 0 0,26-47-310 0 0,-1-1 0 0 0,1 0 0 0 0,-1 1 0 0 0,0-1 0 0 0,0 0 0 0 0,0 0 0 0 0,0 0 0 0 0,-1 0 0 0 0,1-1 0 0 0,-1 1 0 0 0,1-1 0 0 0,-1 1 0 0 0,1-1-1 0 0,-1 0 1 0 0,0 0 0 0 0,-3 1 0 0 0,4-2 46 0 0,-16-13 90 0 0,16 10-165 0 0,0 0-1 0 0,0 1 1 0 0,0-1-1 0 0,0 0 1 0 0,1 0-1 0 0,0 0 0 0 0,-1 0 1 0 0,1-1-1 0 0,0 1 1 0 0,0 0-1 0 0,1 0 1 0 0,-1-1-1 0 0,1 1 1 0 0,-1 0-1 0 0,1-1 0 0 0,0 1 1 0 0,0 0-1 0 0,1-1 1 0 0,0-3-1 0 0,16-62-64 0 0,-16 67 49 0 0,10-25-45 0 0,1 1 0 0 0,1 0 0 0 0,1 1 0 0 0,1 1 0 0 0,2 0 0 0 0,0 1 0 0 0,1 1 0 0 0,1 1 0 0 0,1 1 0 0 0,1 0 0 0 0,1 1 0 0 0,1 2 0 0 0,41-26 0 0 0,-58 40 27 0 0,-1 1 1 0 0,1-1-1 0 0,0 1 1 0 0,0 0-1 0 0,0 1 1 0 0,0-1-1 0 0,0 1 1 0 0,0 0-1 0 0,0 1 0 0 0,0-1 1 0 0,1 1-1 0 0,-1 0 1 0 0,0 1-1 0 0,8 1 1 0 0,-12-1 17 0 0,-1-1 0 0 0,0 1 0 0 0,0-1 0 0 0,1 1 0 0 0,-1 0 0 0 0,0 0 0 0 0,0-1 0 0 0,0 1 0 0 0,0 0 0 0 0,0 0 0 0 0,0 0 0 0 0,0 0 0 0 0,0 1 0 0 0,0-1 0 0 0,-1 0 0 0 0,1 0 0 0 0,0 0 0 0 0,-1 1 0 0 0,1-1-1 0 0,-1 0 1 0 0,1 1 0 0 0,-1-1 0 0 0,0 0 0 0 0,1 1 0 0 0,-1-1 0 0 0,0 0 0 0 0,0 3 0 0 0,-1 35-9 0 0,-2-30-66 0 0,-1-1 0 0 0,0 0 0 0 0,-1 0 0 0 0,0-1 0 0 0,0 1 0 0 0,0-1 0 0 0,-1 0 0 0 0,0-1 0 0 0,0 1-1 0 0,-1-1 1 0 0,0 0 0 0 0,0-1 0 0 0,0 0 0 0 0,-1 0 0 0 0,0 0 0 0 0,0-1 0 0 0,-10 4 0 0 0,17-7-746 0 0,-14-3-3048 0 0,12 2 1651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1:33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80 44 0 0,'4'1'253'0'0,"1"1"0"0"0,-1-1 1 0 0,0 1-1 0 0,0 0 0 0 0,0 0 0 0 0,0 0 1 0 0,-1 1-1 0 0,1 0 0 0 0,-1-1 0 0 0,1 1 0 0 0,-1 0 1 0 0,0 1-1 0 0,0-1 0 0 0,0 0 0 0 0,-1 1 1 0 0,1 0-1 0 0,-1-1 0 0 0,0 1 0 0 0,0 0 0 0 0,0 0 1 0 0,0 1-1 0 0,-1-1 0 0 0,0 0 0 0 0,0 0 0 0 0,0 1 1 0 0,0-1-1 0 0,-1 0 0 0 0,1 7 0 0 0,-1-8-179 0 0,-1 1-1 0 0,1 0 0 0 0,-1-1 1 0 0,1 1-1 0 0,-1 0 0 0 0,0-1 1 0 0,0 1-1 0 0,-1-1 0 0 0,1 0 0 0 0,-1 1 1 0 0,0-1-1 0 0,0 0 0 0 0,0 0 1 0 0,0 0-1 0 0,0 0 0 0 0,-1 0 1 0 0,1 0-1 0 0,-1-1 0 0 0,0 1 1 0 0,0-1-1 0 0,0 0 0 0 0,0 0 1 0 0,-6 3-1 0 0,7-4 190 0 0,-3-8-186 0 0,4 7-77 0 0,1 0 1 0 0,-1 0-1 0 0,1 0 1 0 0,0 0-1 0 0,-1 0 1 0 0,1 0-1 0 0,0-1 0 0 0,-1 1 1 0 0,1 0-1 0 0,0 0 1 0 0,0 0-1 0 0,-1-1 1 0 0,1 1-1 0 0,0 0 1 0 0,0 0-1 0 0,-1-1 1 0 0,1 1-1 0 0,0 0 0 0 0,0-1 1 0 0,-1 1-1 0 0,1 0 1 0 0,0-1-1 0 0,0 1 1 0 0,0 0-1 0 0,0-1 1 0 0,0 1-1 0 0,0-1 0 0 0,0 1 1 0 0,0 0-1 0 0,0-1 1 0 0,0 1-1 0 0,0 0 1 0 0,0-1-1 0 0,0 1 1 0 0,0 0-1 0 0,0-2 1 0 0,5-8-19 0 0,0 0 1 0 0,1 0 0 0 0,0 0 0 0 0,0 1 0 0 0,1 0 0 0 0,1 0 0 0 0,0 1 0 0 0,11-11 0 0 0,2 0-91 0 0,1 2 1 0 0,34-22 0 0 0,63-17-1157 0 0,-110 49 636 0 0,1 1-3659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1:33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3 440 0 0,'0'0'1667'0'0,"-17"-3"1169"0"0,7 6-2472 0 0,-1 0 0 0 0,0 1 0 0 0,1 0 0 0 0,-1 0 0 0 0,1 1 0 0 0,0 1 0 0 0,1-1 0 0 0,-1 2 0 0 0,-9 7 0 0 0,14-10-258 0 0,0 0 0 0 0,0 0 0 0 0,0 1 0 0 0,1-1 0 0 0,0 1-1 0 0,0 0 1 0 0,0 0 0 0 0,0 1 0 0 0,1-1 0 0 0,0 1-1 0 0,0-1 1 0 0,0 1 0 0 0,1 0 0 0 0,0 0 0 0 0,0 0 0 0 0,1 1-1 0 0,-2 9 1 0 0,3-14-88 0 0,0 0 0 0 0,0 1-1 0 0,0-1 1 0 0,0 0 0 0 0,1 0 0 0 0,-1 0-1 0 0,1 1 1 0 0,-1-1 0 0 0,1 0 0 0 0,0 0-1 0 0,0 0 1 0 0,0 0 0 0 0,0 0 0 0 0,0 0-1 0 0,0-1 1 0 0,1 1 0 0 0,-1 0-1 0 0,0 0 1 0 0,1-1 0 0 0,0 1 0 0 0,-1-1-1 0 0,1 0 1 0 0,0 1 0 0 0,0-1 0 0 0,0 0-1 0 0,0 0 1 0 0,0 0 0 0 0,0 0-1 0 0,0 0 1 0 0,0-1 0 0 0,0 1 0 0 0,0-1-1 0 0,3 1 1 0 0,-1 0 10 0 0,1-1 0 0 0,-1 0 0 0 0,0 0 0 0 0,0 0 0 0 0,0-1-1 0 0,0 1 1 0 0,0-1 0 0 0,0 0 0 0 0,0 0 0 0 0,0 0 0 0 0,0-1 0 0 0,0 1 0 0 0,-1-1-1 0 0,1 0 1 0 0,0 0 0 0 0,5-5 0 0 0,-5 4 15 0 0,-1-1 1 0 0,0 0-1 0 0,1 0 0 0 0,-1 0 1 0 0,-1 0-1 0 0,1 0 0 0 0,-1-1 0 0 0,0 1 1 0 0,0-1-1 0 0,0 0 0 0 0,0 1 1 0 0,-1-1-1 0 0,0 0 0 0 0,0 0 0 0 0,0 0 1 0 0,0 0-1 0 0,-1 0 0 0 0,0 0 1 0 0,0 0-1 0 0,-1 0 0 0 0,1 0 1 0 0,-1 0-1 0 0,0 0 0 0 0,0 0 0 0 0,-1 1 1 0 0,1-1-1 0 0,-1 0 0 0 0,0 1 1 0 0,0-1-1 0 0,-1 1 0 0 0,-3-6 1 0 0,5 9-112 0 0,0 0 0 0 0,0 0 1 0 0,0 0-1 0 0,0 0 1 0 0,0 0-1 0 0,0 0 0 0 0,0 0 1 0 0,0 0-1 0 0,0 1 1 0 0,0-1-1 0 0,-1 0 0 0 0,1 1 1 0 0,0-1-1 0 0,-1 0 1 0 0,1 1-1 0 0,-1 0 1 0 0,-1-1-1 0 0,-18-2-5441 0 0,19 3 4726 0 0,-15-2-2279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1:34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13 376 0 0,'0'0'2818'0'0,"-21"-13"380"0"0,10 17-2867 0 0,-1 1 1 0 0,1 0-1 0 0,0 0 1 0 0,1 1-1 0 0,-1 1 0 0 0,1 0 1 0 0,0 0-1 0 0,1 1 1 0 0,-16 15-1 0 0,8-7 165 0 0,15-15-334 0 0,2-1-147 0 0,0 0 0 0 0,0 0 0 0 0,0 0 0 0 0,0 0 0 0 0,-1 0 1 0 0,1 0-1 0 0,0 1 0 0 0,0-1 0 0 0,0 0 0 0 0,0 0 0 0 0,0 0 0 0 0,-1 0 0 0 0,1 0 0 0 0,0 0 0 0 0,0 0 0 0 0,0 0 0 0 0,0 1 0 0 0,0-1 0 0 0,0 0 0 0 0,0 0 0 0 0,0 0 0 0 0,-1 0 0 0 0,1 0 0 0 0,0 1 0 0 0,0-1 0 0 0,0 0 0 0 0,0 0 0 0 0,0 0 0 0 0,0 0 0 0 0,0 1 0 0 0,0-1 0 0 0,0 0 0 0 0,0 0 1 0 0,0 0-1 0 0,0 0 0 0 0,0 0 0 0 0,0 1 0 0 0,0-1 0 0 0,0 0 0 0 0,0 0 0 0 0,0 0 0 0 0,0 0 0 0 0,1 1 0 0 0,-1-1 0 0 0,0 0 0 0 0,0 0 0 0 0,0 0 0 0 0,0 0 0 0 0,0 0 0 0 0,0 0 0 0 0,0 1 0 0 0,0-1 0 0 0,1 0 0 0 0,-1 0 0 0 0,0 0 0 0 0,6 1 45 0 0,1-1 0 0 0,-1 0 0 0 0,0 0 0 0 0,0 0 0 0 0,1-1 0 0 0,-1 0-1 0 0,0 0 1 0 0,11-4 0 0 0,12 24-1075 0 0,-22-14 337 0 0,20 9-4722 0 0,-14-8 2784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1:35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113 312 204 0 0,'0'0'1017'0'0,"-37"-19"4513"0"0,33 19-5356 0 0,0 1-1 0 0,0 0 1 0 0,0 0-1 0 0,0 1 1 0 0,0-1-1 0 0,0 1 1 0 0,1 0-1 0 0,-1 0 1 0 0,1 0-1 0 0,-1 0 0 0 0,1 1 1 0 0,-1 0-1 0 0,1-1 1 0 0,0 1-1 0 0,0 0 1 0 0,1 0-1 0 0,-1 1 1 0 0,1-1-1 0 0,-1 0 1 0 0,-2 7-1 0 0,3-7-109 0 0,2 0-35 0 0,-1-1-1 0 0,1 0 1 0 0,1 0-1 0 0,-1 0 1 0 0,0 0-1 0 0,0 1 1 0 0,1-1-1 0 0,-1 0 1 0 0,1 0-1 0 0,0 0 0 0 0,0 0 1 0 0,0 0-1 0 0,0 0 1 0 0,0-1-1 0 0,0 1 1 0 0,2 3-1 0 0,1-2-46 0 0,-1 0-1 0 0,1 0 1 0 0,0-1-1 0 0,0 1 1 0 0,0-1-1 0 0,0 0 0 0 0,0 0 1 0 0,0 0-1 0 0,1-1 1 0 0,-1 1-1 0 0,0-1 1 0 0,1 0-1 0 0,-1 0 1 0 0,1-1-1 0 0,0 1 1 0 0,-1-1-1 0 0,1 0 0 0 0,-1 0 1 0 0,1-1-1 0 0,0 1 1 0 0,4-2-1 0 0,9-2-70 0 0,1 0 0 0 0,0-1 0 0 0,29-12 0 0 0,-32 10 51 0 0,-1-1-1 0 0,1 0 0 0 0,-1-1 0 0 0,-1-1 1 0 0,1 0-1 0 0,-2-1 0 0 0,1-1 0 0 0,-2 0 1 0 0,0-1-1 0 0,0 0 0 0 0,12-18 0 0 0,-11 11 210 0 0,-2 0-1 0 0,1 0 0 0 0,-2-2 0 0 0,-1 1 0 0 0,-1-1 1 0 0,-1 0-1 0 0,9-41 0 0 0,-14 35 1156 0 0,-3 28-1314 0 0,1 0 0 0 0,-1 0 0 0 0,1 0 0 0 0,0 0 0 0 0,-1 0 0 0 0,1 0 1 0 0,0 0-1 0 0,-1 0 0 0 0,1 0 0 0 0,-1 0 0 0 0,1 1 0 0 0,0-1 0 0 0,-1 0 0 0 0,1 0 0 0 0,0 0 0 0 0,-1 1 0 0 0,1-1 0 0 0,0 0 1 0 0,0 0-1 0 0,-1 1 0 0 0,1-1 0 0 0,0 0 0 0 0,0 0 0 0 0,-1 1 0 0 0,1-1 0 0 0,0 0 0 0 0,0 1 0 0 0,0-1 0 0 0,0 0 0 0 0,-1 1 0 0 0,1-1 1 0 0,0 0-1 0 0,0 1 0 0 0,0 0 0 0 0,-31 60-219 0 0,21-41 361 0 0,-9 23-115 0 0,1 0 0 0 0,2 1 0 0 0,3 1 0 0 0,1 0 0 0 0,-11 84 0 0 0,22-120-42 0 0,0-6 4 0 0,0-1 1 0 0,1 1-1 0 0,-1 0 1 0 0,1-1-1 0 0,0 1 0 0 0,0 0 1 0 0,0 0-1 0 0,0-1 1 0 0,0 1-1 0 0,0 0 1 0 0,1-1-1 0 0,-1 1 1 0 0,1 0-1 0 0,0-1 1 0 0,1 4-1 0 0,46-15 110 0 0,-21 1-78 0 0,-19 4-37 0 0,0 1 0 0 0,0 1 0 0 0,1-1 0 0 0,-1 1 0 0 0,1 0 0 0 0,-1 1-1 0 0,1 0 1 0 0,0 1 0 0 0,-1 0 0 0 0,1 0 0 0 0,12 2 0 0 0,-19-1 26 0 0,25 25 233 0 0,-26-25-218 0 0,15 10-509 0 0,-6-4-7069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1:37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21 1172 0 0,'0'0'2311'0'0,"0"-3"-2511"0"0,-5-11 6100 0 0,4 11-7193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1:37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 8 0 0,'0'0'7125'0'0,"8"-1"-1053"0"0,-27 83-4888 0 0,19-80-1122 0 0,-3 15 968 0 0,0-8-2136 0 0,-9-33-10525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1:37.8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35 240 0 0,'13'17'6569'0'0,"-5"-18"-6270"0"0,-1-1-1 0 0,1 0 1 0 0,0 0 0 0 0,-1-1 0 0 0,1 0 0 0 0,12-8 0 0 0,37-11 1028 0 0,-53 20-1259 0 0,1 1 1 0 0,0 0 0 0 0,0 0 0 0 0,0 1 0 0 0,0 0 0 0 0,0-1 0 0 0,0 2 0 0 0,0-1 0 0 0,0 0 0 0 0,0 1-1 0 0,0 0 1 0 0,0 0 0 0 0,0 1 0 0 0,-1-1 0 0 0,1 1 0 0 0,0 0 0 0 0,-1 0 0 0 0,0 1 0 0 0,1-1 0 0 0,5 6-1 0 0,-4-5-1097 0 0,1 1 0 0 0,0-1 0 0 0,-1-1-1 0 0,1 1 1 0 0,13 2 0 0 0,-18-5 730 0 0,17 5-2625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1:38.2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211 410 436 0 0,'0'0'1080'0'0,"5"23"1896"0"0,-7 1-1981 0 0,-1-1 0 0 0,-6 27 0 0 0,-2 15-75 0 0,2-10-272 0 0,4-28 338 0 0,-2 50 88 0 0,6-77-1049 0 0,1 0-1 0 0,0 0 0 0 0,0 1 0 0 0,0-1 0 0 0,0 0 0 0 0,0 0 0 0 0,0 0 1 0 0,-1 1-1 0 0,1-1 0 0 0,0 0 0 0 0,0 0 0 0 0,0 0 0 0 0,-1 1 0 0 0,1-1 0 0 0,0 0 1 0 0,0 0-1 0 0,0 0 0 0 0,-1 0 0 0 0,1 0 0 0 0,0 0 0 0 0,0 0 0 0 0,-1 0 1 0 0,1 0-1 0 0,0 0 0 0 0,0 1 0 0 0,-1-1 0 0 0,1 0 0 0 0,0 0 0 0 0,0 0 0 0 0,-1-1 1 0 0,1 1-1 0 0,0 0 0 0 0,0 0 0 0 0,-1 0 0 0 0,1 0 0 0 0,0 0 0 0 0,0 0 1 0 0,-1 0-1 0 0,1 0 0 0 0,0 0 0 0 0,0 0 0 0 0,0-1 0 0 0,-1 1 0 0 0,1 0 1 0 0,0 0-1 0 0,0-1 0 0 0,-14-10 78 0 0,0-1 1 0 0,1-1-1 0 0,1 0 1 0 0,0-1 0 0 0,1 0-1 0 0,0 0 1 0 0,2-2-1 0 0,-1 1 1 0 0,2-1-1 0 0,0 0 1 0 0,1-1-1 0 0,1 0 1 0 0,0 0-1 0 0,1 0 1 0 0,1-1 0 0 0,1 0-1 0 0,0 1 1 0 0,1-1-1 0 0,1-1 1 0 0,1 1-1 0 0,0 0 1 0 0,2 0-1 0 0,0 0 1 0 0,1 1-1 0 0,5-20 1 0 0,2 9 24 0 0,1 0 1 0 0,1 0-1 0 0,1 1 1 0 0,2 1-1 0 0,29-41 1 0 0,-38 58-78 0 0,1 0 1 0 0,0 1-1 0 0,0 0 0 0 0,1 0 1 0 0,-1 1-1 0 0,2 0 1 0 0,-1 0-1 0 0,1 1 1 0 0,0 0-1 0 0,1 0 1 0 0,-1 1-1 0 0,1 0 1 0 0,0 1-1 0 0,0 0 1 0 0,1 1-1 0 0,-1 0 1 0 0,1 0-1 0 0,21-1 1 0 0,-29 4-50 0 0,0 0 1 0 0,0 0-1 0 0,0 0 1 0 0,0 0 0 0 0,0 1-1 0 0,0 0 1 0 0,0-1-1 0 0,0 1 1 0 0,0 0-1 0 0,0 0 1 0 0,-1 1 0 0 0,1-1-1 0 0,0 1 1 0 0,-1-1-1 0 0,1 1 1 0 0,-1 0 0 0 0,1 0-1 0 0,-1 0 1 0 0,0 0-1 0 0,0 0 1 0 0,0 1 0 0 0,0-1-1 0 0,0 0 1 0 0,-1 1-1 0 0,1 0 1 0 0,-1-1 0 0 0,1 1-1 0 0,-1 0 1 0 0,0 0-1 0 0,0 0 1 0 0,0 0 0 0 0,-1 0-1 0 0,1 0 1 0 0,-1 0-1 0 0,1 3 1 0 0,-1 2 6 0 0,1-1-1 0 0,-1 0 1 0 0,-1 1 0 0 0,1-1-1 0 0,-1 0 1 0 0,0 1 0 0 0,-1-1-1 0 0,0 0 1 0 0,0 0 0 0 0,-1 0-1 0 0,-5 12 1 0 0,2-11-4 0 0,0 1 0 0 0,-1-1 0 0 0,0-1 0 0 0,0 1 0 0 0,-1-1 0 0 0,0-1-1 0 0,0 1 1 0 0,0-1 0 0 0,-1-1 0 0 0,0 1 0 0 0,-14 5 0 0 0,15-8-560 0 0,0 0-1 0 0,0 0 0 0 0,0-1 1 0 0,-14 2-1 0 0,7-1-1180 0 0,7-1-700 0 0,1-2-1990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1:38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0 324 0 0,'0'0'11148'0'0,"-4"4"-10900"0"0,-9 8 154 0 0,0-2 0 0 0,-29 18 1 0 0,25-15-277 0 0,19-8-416 0 0,19-6 89 0 0,-19 1 194 0 0,0 0 0 0 0,1 0 0 0 0,-1 1 0 0 0,0-1 0 0 0,0 0 0 0 0,0 1 0 0 0,0-1-1 0 0,-1 1 1 0 0,1 0 0 0 0,0 0 0 0 0,0-1 0 0 0,0 1 0 0 0,0 1 0 0 0,-1-1 0 0 0,1 0-1 0 0,0 0 1 0 0,-1 1 0 0 0,1-1 0 0 0,-1 0 0 0 0,0 1 0 0 0,1 0 0 0 0,-1-1 0 0 0,2 4-1 0 0,11 10-55 0 0,-10-12 48 0 0,1 0 0 0 0,0 0 0 0 0,0 0-1 0 0,0-1 1 0 0,0 0 0 0 0,1 0-1 0 0,-1 0 1 0 0,1 0 0 0 0,-1-1-1 0 0,1 0 1 0 0,-1 0 0 0 0,1-1-1 0 0,0 1 1 0 0,0-1 0 0 0,-1 0 0 0 0,1-1-1 0 0,0 0 1 0 0,-1 1 0 0 0,1-2-1 0 0,0 1 1 0 0,-1-1 0 0 0,8-3-1 0 0,56-21-52 0 0,-49 17 19 0 0,0 1 1 0 0,25-6-1 0 0,-41 14 41 0 0,0 0-1 0 0,0 0 0 0 0,0 0 0 0 0,0 0 0 0 0,0 0 0 0 0,0 1 1 0 0,0 0-1 0 0,0 0 0 0 0,-1 0 0 0 0,1 0 0 0 0,0 0 0 0 0,-1 1 1 0 0,1 0-1 0 0,0 0 0 0 0,-1 0 0 0 0,0 0 0 0 0,0 0 0 0 0,0 1 1 0 0,0-1-1 0 0,0 1 0 0 0,0 0 0 0 0,4 5 0 0 0,-4-4-170 0 0,1 0 0 0 0,0 0-1 0 0,0-1 1 0 0,0 1 0 0 0,1-1 0 0 0,-1 0-1 0 0,1 0 1 0 0,0-1 0 0 0,0 1 0 0 0,-1-1-1 0 0,2 0 1 0 0,-1 0 0 0 0,8 1-1 0 0,14-4-4286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1:39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20 200 0 0,'0'0'7876'0'0,"-3"-3"-7315"0"0,-25-13 808 0 0,25 15-999 0 0,-14 2 723 0 0,15-1-1062 0 0,0 0 0 0 0,1 0 0 0 0,-1 0 0 0 0,1 1 0 0 0,-1-1-1 0 0,1 0 1 0 0,-1 1 0 0 0,1-1 0 0 0,0 1 0 0 0,-1 0 0 0 0,1 0 0 0 0,-1-1 0 0 0,1 1 0 0 0,0 0-1 0 0,0 0 1 0 0,0 0 0 0 0,-1 0 0 0 0,1 0 0 0 0,0 1 0 0 0,0-1 0 0 0,0 0 0 0 0,1 0 0 0 0,-2 3 0 0 0,1-2 6 0 0,0 1 1 0 0,0 0-1 0 0,1 0 1 0 0,-1 0-1 0 0,1 0 1 0 0,0 0-1 0 0,0 0 1 0 0,0 0-1 0 0,0 0 1 0 0,1 0-1 0 0,0 5 1 0 0,4 9 20 0 0,1 0 0 0 0,0-1 1 0 0,13 24-1 0 0,-11-23-111 0 0,-7-16 9 0 0,17 33-397 0 0,-17-33 392 0 0,1-3-10 0 0,1 1 45 0 0,-1-1 0 0 0,0 1 0 0 0,1 0-1 0 0,-1 0 1 0 0,1 0 0 0 0,-1 0 0 0 0,1 0 0 0 0,-1 0-1 0 0,4 0 1 0 0,9-4-66 0 0,16-8 91 0 0,1 0-1 0 0,0 2 1 0 0,0 1-1 0 0,39-6 0 0 0,-68 16 91 0 0,-2-1-74 0 0,0 1 0 0 0,0 0 0 0 0,1 0 0 0 0,-1 0 0 0 0,0 0 0 0 0,0 0 0 0 0,0 0 0 0 0,0 1 0 0 0,1-1 0 0 0,-1 0 0 0 0,0 1 0 0 0,0-1 0 0 0,0 0 0 0 0,0 1 0 0 0,0 0 0 0 0,0-1 0 0 0,0 1 0 0 0,0-1 0 0 0,0 1 0 0 0,0 0 0 0 0,0 0 0 0 0,0 0 0 0 0,0 0 0 0 0,0-1 0 0 0,-1 1 1 0 0,2 2-1 0 0,-1-2 236 0 0,0 35 346 0 0,-1-34-687 0 0,-1 15-1209 0 0,1-7-6049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1:40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49 404 0 0,'9'-12'2308'0'0,"-3"2"-204"0"0,-2 3 745 0 0,-1-5-361 0 0,3 5-2320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1:40.3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1 596 0 0,'34'5'6255'0'0,"-31"-3"-6060"0"0,-1 0 1 0 0,0 1-1 0 0,0-1 0 0 0,0 0 0 0 0,0 1 0 0 0,-1-1 0 0 0,1 1 1 0 0,-1-1-1 0 0,1 1 0 0 0,-1 0 0 0 0,0 0 0 0 0,0-1 0 0 0,0 1 0 0 0,-1 0 1 0 0,1 0-1 0 0,0 0 0 0 0,-1 0 0 0 0,0 0 0 0 0,0 0 0 0 0,0 0 1 0 0,-1 6-1 0 0,-8 68 1341 0 0,-6-14 404 0 0,-42 110-1 0 0,-14-24-3468 0 0,58-125-1086 0 0,6-10-3430 0 0</inkml:trace>
  <inkml:trace contextRef="#ctx0" brushRef="#br0" timeOffset="1">664 490 416 0 0,'2'1'-1950'0'0,"15"7"16085"0"0,-11-6-11720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3:48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259 239 264 0 0,'0'0'2351'0'0,"12"-3"2377"0"0,-12 7-4650 0 0,1 0-1 0 0,-1 0 1 0 0,1 0-1 0 0,-1 0 1 0 0,0 0-1 0 0,-1 0 1 0 0,1 0-1 0 0,-1 0 1 0 0,1 0 0 0 0,-1 0-1 0 0,-1 0 1 0 0,1-1-1 0 0,0 1 1 0 0,-1 0-1 0 0,0-1 1 0 0,0 1-1 0 0,0-1 1 0 0,0 1-1 0 0,0-1 1 0 0,-1 0-1 0 0,1 0 1 0 0,-1 0-1 0 0,0 0 1 0 0,0-1-1 0 0,0 1 1 0 0,-4 1-1 0 0,1 2 72 0 0,0-1 0 0 0,-1-1 0 0 0,1 1 0 0 0,-1-1-1 0 0,0 0 1 0 0,-1-1 0 0 0,1 0 0 0 0,-1 0 0 0 0,1 0 0 0 0,-1-1-1 0 0,0 0 1 0 0,-13 1 0 0 0,16-3-90 0 0,0-1 0 0 0,0 1 0 0 0,0-1 0 0 0,0 0 0 0 0,0 0 0 0 0,0 0 0 0 0,1-1 0 0 0,-1 0 0 0 0,0 0 0 0 0,1 0 0 0 0,0-1 0 0 0,-1 1 0 0 0,1-1 0 0 0,0 0 0 0 0,0 0 0 0 0,0-1 0 0 0,1 1 0 0 0,-1-1-1 0 0,1 0 1 0 0,0 1 0 0 0,0-2 0 0 0,0 1 0 0 0,0 0 0 0 0,1 0 0 0 0,0-1 0 0 0,-3-7 0 0 0,2 3-25 0 0,0 1 0 0 0,1-1-1 0 0,0 0 1 0 0,0 0-1 0 0,1 0 1 0 0,0 0 0 0 0,1 0-1 0 0,0 0 1 0 0,0 0 0 0 0,1 0-1 0 0,0 0 1 0 0,1 0 0 0 0,0 0-1 0 0,3-10 1 0 0,1 3-11 0 0,0 1 0 0 0,1-1 0 0 0,1 2 0 0 0,0-1 0 0 0,1 1 0 0 0,16-19 0 0 0,-23 30-25 0 0,1 0 0 0 0,-1 0 0 0 0,1 1-1 0 0,0-1 1 0 0,-1 1 0 0 0,1 0 0 0 0,0 0 0 0 0,1 0 0 0 0,-1 0 0 0 0,0 1 0 0 0,0-1 0 0 0,1 1 0 0 0,-1 0 0 0 0,1-1 0 0 0,-1 2 0 0 0,1-1-1 0 0,-1 0 1 0 0,1 1 0 0 0,-1 0 0 0 0,1-1 0 0 0,0 2 0 0 0,-1-1 0 0 0,1 0 0 0 0,0 1 0 0 0,-1-1 0 0 0,1 1 0 0 0,-1 0 0 0 0,1 0 0 0 0,-1 1-1 0 0,0-1 1 0 0,1 1 0 0 0,-1-1 0 0 0,0 1 0 0 0,0 0 0 0 0,0 0 0 0 0,3 4 0 0 0,3 2 2 0 0,0 0 0 0 0,-1 1-1 0 0,0 0 1 0 0,-1 0 0 0 0,0 1 0 0 0,-1 0 0 0 0,0 0 0 0 0,0 1-1 0 0,-1 0 1 0 0,0 0 0 0 0,-1 0 0 0 0,0 0 0 0 0,-1 1 0 0 0,2 15-1 0 0,1 7 12 0 0,-2 0-1 0 0,-2-1 0 0 0,-2 63 0 0 0,-2-57 74 0 0,-2 0 0 0 0,-2 0 1 0 0,-1-1-1 0 0,-2 0 0 0 0,-1-1 0 0 0,-3 0 1 0 0,0 0-1 0 0,-3-1 0 0 0,-1-1 0 0 0,-1-1 0 0 0,-30 42 1 0 0,36-57 39 0 0,11-15-162 0 0,0-1 0 0 0,-1 0 0 0 0,1 0-1 0 0,-1 1 1 0 0,0-1 0 0 0,0 0 0 0 0,0-1-1 0 0,-1 1 1 0 0,1 0 0 0 0,-1-1 0 0 0,1 1-1 0 0,-1-1 1 0 0,0 0 0 0 0,0 0 0 0 0,-6 4-1 0 0,8-6-67 0 0,-1-1-1 0 0,1 1 1 0 0,0-1-1 0 0,-1 1 1 0 0,1-1-1 0 0,0 1 1 0 0,-1-1-1 0 0,1 0 1 0 0,0 0-1 0 0,0 1 1 0 0,0-1-1 0 0,0 0 1 0 0,0 0-1 0 0,0 0 1 0 0,0 0-1 0 0,0-1 1 0 0,0 1-1 0 0,0 0 1 0 0,0 0-1 0 0,1 0 1 0 0,-1-1-1 0 0,1 1 1 0 0,-1 0-1 0 0,1-1 1 0 0,-1 1-1 0 0,1 0 1 0 0,0-1-1 0 0,-1 1 1 0 0,1-3-1 0 0,-2-44-5155 0 0,5 14 2082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3:48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12 556 0 0,'1'-1'337'0'0,"-1"0"0"0"0,1 1-1 0 0,0-1 1 0 0,0 0 0 0 0,-1 0 0 0 0,1 1-1 0 0,0-1 1 0 0,0 0 0 0 0,0 1 0 0 0,-1-1-1 0 0,1 1 1 0 0,0-1 0 0 0,0 1 0 0 0,0-1 0 0 0,0 1-1 0 0,0 0 1 0 0,0-1 0 0 0,2 1 0 0 0,2 15 129 0 0,0 0 0 0 0,-1 1 0 0 0,-1-1 0 0 0,0 1 1 0 0,-2 0-1 0 0,1 26 0 0 0,3 25 270 0 0,30 332 1864 0 0,-33-365-2475 0 0,-2 49-809 0 0,-9-31-3782 0 0,-2-41-1743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3:49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0 139 1304 0 0,'0'0'5011'0'0,"5"-1"-4226"0"0,15-4 61 0 0,0-1 0 0 0,32-15 0 0 0,-27 11-546 0 0,44-13 0 0 0,78-14-1552 0 0,-49 12-3390 0 0,-59 15 2198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3:49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0 216 0 0,'0'0'7487'0'0,"-5"2"-6989"0"0,-5 2-305 0 0,0 1-1 0 0,1 0 0 0 0,0 0 0 0 0,0 1 0 0 0,0 0 0 0 0,1 1 1 0 0,0 0-1 0 0,0 0 0 0 0,-12 16 0 0 0,-64 88 950 0 0,70-90-942 0 0,10-16-135 0 0,1 1-1 0 0,0 0 1 0 0,0-1-1 0 0,1 1 1 0 0,0 0-1 0 0,0 1 1 0 0,0-1-1 0 0,1 0 1 0 0,0 0 0 0 0,-1 12-1 0 0,2-17-62 0 0,1 0 0 0 0,-1-1 0 0 0,0 1 0 0 0,0 0-1 0 0,1-1 1 0 0,-1 1 0 0 0,1 0 0 0 0,-1-1 0 0 0,0 1 0 0 0,1-1 0 0 0,-1 1-1 0 0,1-1 1 0 0,-1 1 0 0 0,1-1 0 0 0,0 1 0 0 0,-1-1 0 0 0,1 0 0 0 0,-1 1-1 0 0,1-1 1 0 0,0 0 0 0 0,-1 1 0 0 0,1-1 0 0 0,0 0 0 0 0,0 0 0 0 0,-1 0-1 0 0,1 0 1 0 0,0 1 0 0 0,-1-1 0 0 0,1 0 0 0 0,0 0 0 0 0,0 0 0 0 0,-1-1-1 0 0,1 1 1 0 0,0 0 0 0 0,-1 0 0 0 0,1 0 0 0 0,0 0 0 0 0,1-1 0 0 0,29-7-70 0 0,-30 8 64 0 0,20-9-185 0 0,0-1-1 0 0,-1-1 1 0 0,0-1-1 0 0,-1 0 1 0 0,0-2-1 0 0,21-19 0 0 0,-11 9-501 0 0,40-24 1 0 0,-69 47 657 0 0,1 0 1 0 0,0 0 0 0 0,0 1-1 0 0,0-1 1 0 0,0 0 0 0 0,0 1 0 0 0,0-1-1 0 0,0 1 1 0 0,0-1 0 0 0,0 1 0 0 0,0-1-1 0 0,0 1 1 0 0,1 0 0 0 0,-1-1-1 0 0,0 1 1 0 0,0 0 0 0 0,0 0 0 0 0,0 0-1 0 0,1 0 1 0 0,-1 0 0 0 0,0 0 0 0 0,0 0-1 0 0,0 0 1 0 0,2 1 0 0 0,-3 1 32 0 0,1 0 0 0 0,-1-1 0 0 0,0 1 1 0 0,0 0-1 0 0,1 0 0 0 0,-1 0 0 0 0,0 0 1 0 0,-1 0-1 0 0,1-1 0 0 0,0 1 0 0 0,-1 0 0 0 0,1 0 1 0 0,-1 0-1 0 0,0 2 0 0 0,-3 12 54 0 0,0 1 1 0 0,1 0-1 0 0,1 0 0 0 0,0 26 0 0 0,2-41-10 0 0,0-1-28 0 0,0 0-1 0 0,0-1 0 0 0,-1 1 0 0 0,1-1 1 0 0,0 1-1 0 0,1-1 0 0 0,-1 1 0 0 0,0-1 1 0 0,0 1-1 0 0,0-1 0 0 0,0 1 0 0 0,0-1 0 0 0,0 0 1 0 0,1 1-1 0 0,-1-1 0 0 0,0 1 0 0 0,0-1 1 0 0,1 1-1 0 0,-1-1 0 0 0,0 1 0 0 0,1-1 1 0 0,-1 0-1 0 0,0 1 0 0 0,1-1 0 0 0,-1 0 0 0 0,0 1 1 0 0,1-1-1 0 0,-1 0 0 0 0,1 0 0 0 0,-1 1 1 0 0,1-1-1 0 0,-1 0 0 0 0,1 0 0 0 0,-1 0 1 0 0,1 0-1 0 0,-1 0 0 0 0,1 1 0 0 0,-1-1 0 0 0,1 0 1 0 0,-1 0-1 0 0,1 0 0 0 0,-1 0 0 0 0,1 0 1 0 0,-1-1-1 0 0,1 1 0 0 0,-1 0 0 0 0,1 0 1 0 0,-1 0-1 0 0,1 0 0 0 0,-1 0 0 0 0,1-1 1 0 0,-1 1-1 0 0,0 0 0 0 0,1 0 0 0 0,-1-1 0 0 0,1 1 1 0 0,0-1-1 0 0,28-19 268 0 0,47-40 0 0 0,-45 34-161 0 0,57-37-1 0 0,-79 57-106 0 0,1 0 0 0 0,1 1 1 0 0,-1 0-1 0 0,1 1 0 0 0,0 0 1 0 0,0 1-1 0 0,0 0 0 0 0,0 1 1 0 0,0 0-1 0 0,18-1 0 0 0,-26 3-5 0 0,0 1-1 0 0,0-1 1 0 0,0 0-1 0 0,0 1 0 0 0,-1-1 1 0 0,1 1-1 0 0,0 0 1 0 0,0 0-1 0 0,-1 0 1 0 0,1 0-1 0 0,0 0 1 0 0,-1 1-1 0 0,1-1 0 0 0,-1 1 1 0 0,0 0-1 0 0,1 0 1 0 0,-1 0-1 0 0,0 0 1 0 0,0 0-1 0 0,0 0 0 0 0,0 0 1 0 0,-1 1-1 0 0,1-1 1 0 0,-1 1-1 0 0,1-1 1 0 0,-1 1-1 0 0,0-1 0 0 0,0 1 1 0 0,0 0-1 0 0,0 0 1 0 0,0 0-1 0 0,-1 0 1 0 0,1-1-1 0 0,-1 1 1 0 0,0 0-1 0 0,0 5 0 0 0,0 0 23 0 0,0-1-1 0 0,-1 1 1 0 0,1-1-1 0 0,-1 1 0 0 0,-1-1 1 0 0,0 1-1 0 0,0-1 1 0 0,0 0-1 0 0,-1 0 0 0 0,0 0 1 0 0,0 0-1 0 0,-8 12 1 0 0,6-13-189 0 0,0 0 1 0 0,0 0-1 0 0,-1-1 0 0 0,0 1 1 0 0,0-1-1 0 0,0-1 1 0 0,0 1-1 0 0,-1-1 1 0 0,1 0-1 0 0,-1-1 0 0 0,0 0 1 0 0,-15 5-1 0 0,6-10-4560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3:49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1 988 0 0,'0'0'8526'0'0,"-8"2"-8061"0"0,3-1-360 0 0,0 0-1 0 0,0 0 1 0 0,0 1-1 0 0,-1 0 1 0 0,1 0-1 0 0,1 0 1 0 0,-1 1 0 0 0,0 0-1 0 0,1 0 1 0 0,-1 0-1 0 0,1 0 1 0 0,0 0 0 0 0,0 1-1 0 0,0 0 1 0 0,1 0-1 0 0,-1 0 1 0 0,1 0-1 0 0,0 1 1 0 0,0-1 0 0 0,0 1-1 0 0,-3 9 1 0 0,3-4-39 0 0,0 0 1 0 0,0 0-1 0 0,1 0 0 0 0,1 0 1 0 0,-1 1-1 0 0,2-1 1 0 0,0 0-1 0 0,0 1 1 0 0,0-1-1 0 0,2 0 0 0 0,-1 1 1 0 0,4 9-1 0 0,-5-19-102 0 0,1 0-1 0 0,-1-1 0 0 0,0 1 1 0 0,1 0-1 0 0,-1 0 0 0 0,0 0 1 0 0,1 0-1 0 0,-1 0 0 0 0,0 0 1 0 0,0 0-1 0 0,0-1 0 0 0,0 1 1 0 0,0 0-1 0 0,0 0 0 0 0,0 0 1 0 0,0 0-1 0 0,0 0 0 0 0,0 0 1 0 0,-1 0-1 0 0,1 0 0 0 0,0 0 1 0 0,-1 0-1 0 0,1-1 0 0 0,0 1 1 0 0,-1 0-1 0 0,1 0 0 0 0,-1 0 1 0 0,1-1-1 0 0,-1 1 0 0 0,0 0 1 0 0,1-1-1 0 0,-1 1 0 0 0,0 0 1 0 0,1-1-1 0 0,-1 1 0 0 0,0-1 1 0 0,0 1-1 0 0,0-1 0 0 0,0 1 1 0 0,1-1-1 0 0,-1 0 0 0 0,0 1 1 0 0,0-1-1 0 0,0 0 0 0 0,0 0 1 0 0,0 0-1 0 0,0 0 0 0 0,0 0 1 0 0,-1 0-1 0 0,-49-3-5881 0 0,48 2 4883 0 0,-8-1-1414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3:50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 1056 0 0,'0'0'5765'0'0,"-4"5"-5223"0"0,-3 4-262 0 0,1 1-1 0 0,-1 0 0 0 0,2 0 0 0 0,-1 1 1 0 0,2 0-1 0 0,-1-1 0 0 0,-3 15 1 0 0,7-20-219 0 0,0-1 0 0 0,-1 0 0 0 0,1 0 1 0 0,1 1-1 0 0,-1-1 0 0 0,1 1 0 0 0,0-1 0 0 0,0 0 1 0 0,0 1-1 0 0,0-1 0 0 0,1 1 0 0 0,0-1 1 0 0,0 0-1 0 0,0 1 0 0 0,0-1 0 0 0,1 0 1 0 0,0 0-1 0 0,0 0 0 0 0,0 0 0 0 0,0 0 0 0 0,0-1 1 0 0,1 1-1 0 0,0 0 0 0 0,3 3 0 0 0,-4-6-50 0 0,1 1 0 0 0,-1-1 0 0 0,0 1 0 0 0,1-1-1 0 0,-1 0 1 0 0,1 0 0 0 0,-1 0 0 0 0,1 0 0 0 0,-1 0-1 0 0,1-1 1 0 0,0 1 0 0 0,0-1 0 0 0,-1 0 0 0 0,1 0-1 0 0,0 0 1 0 0,-1 0 0 0 0,1 0 0 0 0,0 0 0 0 0,0-1-1 0 0,-1 0 1 0 0,1 1 0 0 0,-1-1 0 0 0,1 0 0 0 0,4-2-1 0 0,7-4 12 0 0,-1-1-1 0 0,0 0 0 0 0,18-14 1 0 0,6-4 223 0 0,-20 14 258 0 0,-16 11-454 0 0,-1 1 0 0 0,1-1 1 0 0,-1 1-1 0 0,1-1 1 0 0,-1 1-1 0 0,1-1 0 0 0,-1 1 1 0 0,1-1-1 0 0,0 1 1 0 0,-1 0-1 0 0,1-1 0 0 0,0 1 1 0 0,-1 0-1 0 0,1-1 0 0 0,0 1 1 0 0,0 0-1 0 0,-1 0 1 0 0,1 0-1 0 0,0 0 0 0 0,-1 0 1 0 0,2 0-1 0 0,-1 1-84 0 0,0 1 0 0 0,0-1 0 0 0,0 1 1 0 0,0 0-1 0 0,0-1 0 0 0,0 1 0 0 0,-1 0 0 0 0,1-1 0 0 0,-1 1 0 0 0,1 0 0 0 0,-1 0 0 0 0,0 0 0 0 0,0-1 0 0 0,0 3 0 0 0,6 17-1398 0 0,-2-1-4877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3:51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74 332 0 0,'0'0'312'0'0,"1"-1"0"0"0,0 0 0 0 0,-1 1 0 0 0,1-1 0 0 0,0 0 0 0 0,0 1 0 0 0,-1-1 0 0 0,1 1 0 0 0,0-1 0 0 0,0 1 0 0 0,0-1 0 0 0,0 1-1 0 0,0 0 1 0 0,0 0 0 0 0,0-1 0 0 0,-1 1 0 0 0,1 0 0 0 0,2 0 0 0 0,0 5-94 0 0,0 1 0 0 0,0 0 0 0 0,0 0 0 0 0,-1 0 0 0 0,1 1 0 0 0,-2-1 0 0 0,1 0 0 0 0,-1 1 0 0 0,0-1 0 0 0,0 1 0 0 0,0-1 0 0 0,-1 1 0 0 0,0 0 0 0 0,-1-1 0 0 0,0 1 0 0 0,1-1 0 0 0,-2 1 0 0 0,-2 8 0 0 0,6-12 141 0 0,6-11-182 0 0,21-28-178 0 0,25-30-161 0 0,-45 57 135 0 0,0 0 1 0 0,0 1 0 0 0,1 0-1 0 0,0 1 1 0 0,0 0-1 0 0,0 1 1 0 0,1 0 0 0 0,0 0-1 0 0,0 1 1 0 0,1 1 0 0 0,0 0-1 0 0,21-5 1 0 0,-32 9 28 0 0,1 0-1 0 0,0 0 1 0 0,0 1-1 0 0,0-1 1 0 0,0 1-1 0 0,0-1 1 0 0,-1 1-1 0 0,1-1 1 0 0,0 1 0 0 0,0 0-1 0 0,-1 0 1 0 0,1 0-1 0 0,-1 0 1 0 0,1 0-1 0 0,-1 0 1 0 0,1 0-1 0 0,-1 1 1 0 0,1-1 0 0 0,-1 0-1 0 0,0 1 1 0 0,0-1-1 0 0,0 1 1 0 0,0 0-1 0 0,0-1 1 0 0,1 3-1 0 0,13 37 146 0 0,-11-14-32 0 0,0-7-137 0 0,-3-20 18 0 0,-1 0 0 0 0,1 0 0 0 0,-1-1 0 0 0,1 1 0 0 0,-1 0 0 0 0,1 0-1 0 0,-1 0 1 0 0,1-1 0 0 0,-1 1 0 0 0,1 0 0 0 0,-1-1 0 0 0,0 1 0 0 0,1 0 0 0 0,-1-1 0 0 0,1 1 0 0 0,-1-1 0 0 0,0 1 0 0 0,1 0 0 0 0,-1-1 0 0 0,0 1 0 0 0,0-1 0 0 0,1 1 0 0 0,-1-1 0 0 0,0 1-1 0 0,0-1 1 0 0,0 1 0 0 0,0-1 0 0 0,0 1 0 0 0,1-1 0 0 0,-1 1 0 0 0,0-1 0 0 0,0 1 0 0 0,0-2 0 0 0,0 1-17 0 0,0 0 0 0 0,1 0-1 0 0,0 0 1 0 0,-1 0 0 0 0,1-1 0 0 0,0 1-1 0 0,-1 0 1 0 0,1 0 0 0 0,0 0 0 0 0,0 0-1 0 0,0 1 1 0 0,0-1 0 0 0,0 0 0 0 0,0 0-1 0 0,0 1 1 0 0,0-1 0 0 0,0 0 0 0 0,0 1 0 0 0,1-1-1 0 0,-1 1 1 0 0,0-1 0 0 0,0 1 0 0 0,0 0-1 0 0,1-1 1 0 0,-1 1 0 0 0,0 0 0 0 0,1 0-1 0 0,-1 0 1 0 0,0 0 0 0 0,0 0 0 0 0,1 0-1 0 0,1 1 1 0 0,43 18-99 0 0,-20-7 80 0 0,-8-7 13 0 0,1 0 0 0 0,-1-2-1 0 0,1 0 1 0 0,30 0 0 0 0,-44-2 99 0 0,0-2 1 0 0,0 1 0 0 0,0 0-1 0 0,0-1 1 0 0,0 0-1 0 0,0 0 1 0 0,0 0 0 0 0,-1-1-1 0 0,1 0 1 0 0,-1 0-1 0 0,1 0 1 0 0,-1 0 0 0 0,1-1-1 0 0,-1 1 1 0 0,0-1-1 0 0,0 0 1 0 0,-1-1 0 0 0,1 1-1 0 0,-1 0 1 0 0,1-1-1 0 0,-1 0 1 0 0,4-6 0 0 0,-6 9 221 0 0,-1 1-266 0 0,0-1 0 0 0,0 1 0 0 0,0 0 0 0 0,1 0 0 0 0,-1 0 0 0 0,0-1 1 0 0,0 1-1 0 0,0 0 0 0 0,0 0 0 0 0,1 0 0 0 0,-1-1 0 0 0,0 1 0 0 0,0 0 1 0 0,0 0-1 0 0,0-1 0 0 0,0 1 0 0 0,0 0 0 0 0,0 0 0 0 0,0-1 0 0 0,0 1 0 0 0,0 0 1 0 0,0 0-1 0 0,0-1 0 0 0,0 1 0 0 0,0 0 0 0 0,0 0 0 0 0,0-1 0 0 0,0 1 0 0 0,0 0 1 0 0,0 0-1 0 0,0-1 0 0 0,0 1 0 0 0,-1 0 0 0 0,1 0 0 0 0,0 0 0 0 0,0-1 0 0 0,0 1 1 0 0,0 0-1 0 0,0 0 0 0 0,-1 0 0 0 0,1-1 0 0 0,0 1 0 0 0,0 0 0 0 0,0 0 0 0 0,-1 0 1 0 0,1 0-1 0 0,0-1 0 0 0,-4 2-2 0 0,0 0 0 0 0,0 0 0 0 0,0 1-1 0 0,1-1 1 0 0,-1 1 0 0 0,1-1 0 0 0,-1 1 0 0 0,1 0 0 0 0,0 1 0 0 0,-1-1 0 0 0,1 1 0 0 0,0-1-1 0 0,0 1 1 0 0,1 0 0 0 0,-1 0 0 0 0,1 0 0 0 0,-1 0 0 0 0,1 0 0 0 0,0 1 0 0 0,0-1 0 0 0,1 1 0 0 0,-1-1-1 0 0,1 1 1 0 0,-2 5 0 0 0,3-8-23 0 0,-1 1 0 0 0,1-1 0 0 0,0 1 0 0 0,0 0 0 0 0,-1-1 0 0 0,1 1 0 0 0,1 0 0 0 0,-1-1 0 0 0,0 1 0 0 0,0-1 0 0 0,0 1 0 0 0,1 0 0 0 0,-1-1 0 0 0,1 1 0 0 0,0-1 0 0 0,-1 1 0 0 0,1-1 0 0 0,0 1 0 0 0,0-1 0 0 0,0 0 0 0 0,0 1 0 0 0,0-1 0 0 0,0 0 0 0 0,0 0 0 0 0,0 1 0 0 0,0-1 0 0 0,1 0 0 0 0,-1 0 0 0 0,0-1 0 0 0,1 1 0 0 0,-1 0 0 0 0,1 0 0 0 0,-1-1 0 0 0,1 1 0 0 0,-1-1 0 0 0,1 1 0 0 0,0-1 0 0 0,-1 1 0 0 0,1-1 0 0 0,0 0 0 0 0,-1 0-1 0 0,1 0 1 0 0,2 0 0 0 0,10 1-3 0 0,0-1 0 0 0,0-1 0 0 0,26-3 0 0 0,-33 3 7 0 0,21-4-17 0 0,-13 2-6 0 0,1 1 0 0 0,-1 0 0 0 0,0 1 0 0 0,1 1 0 0 0,-1 0 0 0 0,0 1 0 0 0,16 3 0 0 0,-30-4 17 0 0,0 0 0 0 0,0 0 0 0 0,0 0-1 0 0,0 0 1 0 0,0 0 0 0 0,0 0 0 0 0,0 1 0 0 0,0-1-1 0 0,0 0 1 0 0,0 1 0 0 0,0-1 0 0 0,0 0 0 0 0,0 1-1 0 0,0-1 1 0 0,0 1 0 0 0,0-1 0 0 0,-1 1 0 0 0,1 0-1 0 0,0-1 1 0 0,0 1 0 0 0,-1 0 0 0 0,1 0-1 0 0,0-1 1 0 0,-1 1 0 0 0,1 0 0 0 0,-1 0 0 0 0,1 0-1 0 0,-1 0 1 0 0,1 0 0 0 0,-1 0 0 0 0,0 0 0 0 0,0 0-1 0 0,1 0 1 0 0,-1 0 0 0 0,0 0 0 0 0,0 0 0 0 0,0 0-1 0 0,0 0 1 0 0,0 0 0 0 0,0 0 0 0 0,0 0 0 0 0,0 0-1 0 0,-1 0 1 0 0,1 0 0 0 0,0 0 0 0 0,0 0 0 0 0,-1 0-1 0 0,1-1 1 0 0,-1 1 0 0 0,1 0 0 0 0,-1 0-1 0 0,0 1 1 0 0,-2 1-453 0 0,1 1-1 0 0,-1 0 1 0 0,0-1-1 0 0,0 0 0 0 0,0 0 1 0 0,-1 0-1 0 0,1 0 1 0 0,-1 0-1 0 0,-5 3 0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4:00.8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20 20 0 0,'1'-15'3436'0'0,"-1"15"-3338"0"0,-1 0-1 0 0,1 0 0 0 0,0 0 0 0 0,0 0 0 0 0,0 0 0 0 0,0 0 0 0 0,-1 0 0 0 0,1 0 0 0 0,0 0 0 0 0,0 0 0 0 0,0 0 0 0 0,0 0 0 0 0,-1 0 0 0 0,1 0 0 0 0,0 0 0 0 0,0 0 0 0 0,0 0 0 0 0,0 0 0 0 0,-1 0 0 0 0,1 0 0 0 0,0 0 0 0 0,0 0 1 0 0,0 0-1 0 0,0 0 0 0 0,-1 0 0 0 0,1 0 0 0 0,0 0 0 0 0,0-1 0 0 0,0 1 0 0 0,0 0 0 0 0,0 0 0 0 0,0 0 0 0 0,-1 0 0 0 0,1 0 0 0 0,0 0 0 0 0,0-1 0 0 0,0 1 0 0 0,0 0 0 0 0,0 0 0 0 0,0 0 0 0 0,0 0 0 0 0,0 0 0 0 0,0-1 0 0 0,0 1 0 0 0,0 0 1 0 0,0 0-1 0 0,0 0 0 0 0,0-1 0 0 0,0 1 0 0 0,0 0 0 0 0,0 0 0 0 0,-20 33 365 0 0,2 0-1 0 0,1 1 1 0 0,2 1 0 0 0,1 1 0 0 0,-14 60-1 0 0,-28 199 1267 0 0,41-227-3441 0 0,15-66 1126 0 0,-6 3-1321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4:01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1 614 256 0 0,'43'-1'796'0'0,"0"-3"0"0"0,0-1 0 0 0,-1-3 0 0 0,57-16 0 0 0,159-67 834 0 0,-228 79-1469 0 0,0-1-1 0 0,-1-2 1 0 0,0-1 0 0 0,-1-1-1 0 0,-1-1 1 0 0,0-2 0 0 0,-2-1 0 0 0,0 0-1 0 0,-2-2 1 0 0,0-1 0 0 0,34-47 0 0 0,-41 46 615 0 0,0-2 0 0 0,-2 1 1 0 0,-1-2-1 0 0,15-43 0 0 0,-28 70-723 0 0,2-20 967 0 0,-1 21-995 0 0,-1-1 0 0 0,0 1 0 0 0,0 0 0 0 0,0 0 0 0 0,0 0 1 0 0,1 0-1 0 0,-1-1 0 0 0,0 1 0 0 0,0 0 0 0 0,0 0 0 0 0,0-1 0 0 0,0 1 1 0 0,0 0-1 0 0,0 0 0 0 0,0-1 0 0 0,0 1 0 0 0,0 0 0 0 0,0 0 0 0 0,0-1 1 0 0,0 1-1 0 0,0 0 0 0 0,0 0 0 0 0,0-1 0 0 0,0 1 0 0 0,0 0 1 0 0,0 0-1 0 0,0-1 0 0 0,0 1 0 0 0,0 0 0 0 0,0 0 0 0 0,0-1 0 0 0,0 1 1 0 0,-1 0-1 0 0,1 0 0 0 0,0 0 0 0 0,0-1 0 0 0,0 1 0 0 0,0 0 0 0 0,-1 0 1 0 0,1 0-1 0 0,0 0 0 0 0,0-1 0 0 0,0 1 0 0 0,-1 0 0 0 0,1 0 1 0 0,0 0-1 0 0,0 0 0 0 0,-1 0 0 0 0,1 0 0 0 0,0 0 0 0 0,-16 20 47 0 0,0 2-1 0 0,2 0 1 0 0,1 0-1 0 0,-15 35 1 0 0,-36 110 79 0 0,23-55-74 0 0,16-28-23 0 0,19-61-27 0 0,0-1 0 0 0,-16 37 0 0 0,15-35 17 0 0,6-22-31 0 0,-3 13 341 0 0,20-38-456 0 0,0 1-1 0 0,2 0 0 0 0,0 2 0 0 0,23-21 0 0 0,-40 41 90 0 0,-1-1-1 0 0,1 1 1 0 0,0-1-1 0 0,0 1 1 0 0,0 0-1 0 0,0-1 1 0 0,0 1-1 0 0,0 0 1 0 0,0-1-1 0 0,0 1 1 0 0,0 0-1 0 0,0 0 1 0 0,0 0-1 0 0,0 0 1 0 0,0 0-1 0 0,0 0 1 0 0,0 0-1 0 0,0 1 1 0 0,0-1-1 0 0,0 0 1 0 0,0 0-1 0 0,-1 1 1 0 0,1-1-1 0 0,0 1 1 0 0,0-1-1 0 0,0 1 1 0 0,0-1-1 0 0,0 1 1 0 0,-1-1-1 0 0,1 1 1 0 0,0 0-1 0 0,0-1 1 0 0,0 3-1 0 0,26 31-40 0 0,-18-21 23 0 0,-1-4 29 0 0,0 0 0 0 0,1 0 0 0 0,0-1-1 0 0,1 0 1 0 0,-1-1 0 0 0,1 0 0 0 0,1 0-1 0 0,-1-1 1 0 0,1 0 0 0 0,0-1 0 0 0,1 0 0 0 0,-1-1-1 0 0,21 4 1 0 0,-24-6 10 0 0,0-1 0 0 0,0 0 0 0 0,0-1 0 0 0,1 1 1 0 0,-1-2-1 0 0,0 1 0 0 0,0-1 0 0 0,0-1 0 0 0,0 1 0 0 0,0-1 0 0 0,0-1 0 0 0,0 1 0 0 0,-1-1 0 0 0,1-1 0 0 0,-1 0 0 0 0,0 0 1 0 0,0 0-1 0 0,0 0 0 0 0,0-1 0 0 0,-1-1 0 0 0,10-9 0 0 0,-13 12 13 0 0,1-1 54 0 0,1 0 0 0 0,-1 0-1 0 0,0 0 1 0 0,-1-1-1 0 0,1 0 1 0 0,-1 0-1 0 0,0 0 1 0 0,0 0-1 0 0,0 0 1 0 0,-1 0 0 0 0,0-1-1 0 0,2-6 1 0 0,-4 12-63 0 0,0-1-1 0 0,0 0 1 0 0,0 1 0 0 0,0-1 0 0 0,0 1 0 0 0,0-1 0 0 0,0 0 0 0 0,0 1 0 0 0,0-1-1 0 0,0 0 1 0 0,-1 1 0 0 0,1-1 0 0 0,0 1 0 0 0,0-1 0 0 0,-1 0 0 0 0,1 1 0 0 0,0-1-1 0 0,-1 1 1 0 0,1-1 0 0 0,0 1 0 0 0,-1-1 0 0 0,1 1 0 0 0,-1 0 0 0 0,1-1 0 0 0,-1 1-1 0 0,1-1 1 0 0,-1 1 0 0 0,1 0 0 0 0,-1 0 0 0 0,0-1 0 0 0,1 1 0 0 0,-1 0 0 0 0,1 0 0 0 0,-1 0-1 0 0,0-1 1 0 0,1 1 0 0 0,-1 0 0 0 0,0 0 0 0 0,1 0 0 0 0,-1 0 0 0 0,1 0 0 0 0,-1 0-1 0 0,0 0 1 0 0,1 0 0 0 0,-1 1 0 0 0,0-1 0 0 0,1 0 0 0 0,-1 0 0 0 0,1 0 0 0 0,-1 1-1 0 0,1-1 1 0 0,-1 0 0 0 0,0 1 0 0 0,1-1 0 0 0,-1 1 0 0 0,0 0-72 0 0,-1-1 0 0 0,1 1 0 0 0,0 0 0 0 0,0 0 0 0 0,0 0 0 0 0,0 0 0 0 0,0 0 0 0 0,0 0 0 0 0,0 0 0 0 0,0 0 0 0 0,0 0 0 0 0,1 1 0 0 0,-1-1 0 0 0,0 0 0 0 0,1 0 0 0 0,-1 1-1 0 0,1-1 1 0 0,-1 0 0 0 0,1 1 0 0 0,0-1 0 0 0,0 1 0 0 0,-1-1 0 0 0,1 0 0 0 0,0 1 0 0 0,0-1 0 0 0,0 1 0 0 0,1-1 0 0 0,-1 1 0 0 0,0 0 0 0 0,3 3-375 0 0,-1-1 0 0 0,1 1-1 0 0,0-1 1 0 0,0 0-1 0 0,1 0 1 0 0,-1 0 0 0 0,1-1-1 0 0,0 1 1 0 0,0-1 0 0 0,0 0-1 0 0,0 0 1 0 0,0 0-1 0 0,1-1 1 0 0,-1 1 0 0 0,1-1-1 0 0,0 0 1 0 0,0-1 0 0 0,-1 1-1 0 0,11 1 1 0 0,14 4-2605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4:02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28 628 0 0,'0'0'942'0'0,"1"-18"1911"0"0,-5 9 3057 0 0,-3 10-5802 0 0,0 0 0 0 0,0 1-1 0 0,0-1 1 0 0,1 2 0 0 0,-1-1 0 0 0,1 1-1 0 0,-1 0 1 0 0,1 0 0 0 0,-10 8 0 0 0,-59 43 401 0 0,65-45-407 0 0,5-6-68 0 0,1 0-1 0 0,-1 1 0 0 0,1-1 0 0 0,0 1 0 0 0,1 0 0 0 0,-1 1 0 0 0,1-1 0 0 0,-1 0 0 0 0,-3 8 0 0 0,8-11-35 0 0,0 0 0 0 0,-1-1 0 0 0,1 1 0 0 0,0-1 0 0 0,0 0 0 0 0,0 1 0 0 0,0-1 0 0 0,-1 0 0 0 0,1 1 0 0 0,0-1 0 0 0,0 0 0 0 0,0 0 0 0 0,0 0 0 0 0,0 0 0 0 0,0 0 0 0 0,0 0 0 0 0,0 0 0 0 0,0 0 0 0 0,-1 0 0 0 0,1 0 0 0 0,0 0 0 0 0,0-1 0 0 0,2 0 0 0 0,24-4-20 0 0,-26 5 19 0 0,42-13-6 0 0,-26 6-20 0 0,2 2 1 0 0,-1 0-1 0 0,0 1 0 0 0,1 0 0 0 0,28 0 0 0 0,-42 4 24 0 0,1 1-1 0 0,-1-1 1 0 0,0 1-1 0 0,1 0 0 0 0,-1 0 1 0 0,0 1-1 0 0,0 0 0 0 0,0 0 1 0 0,0 0-1 0 0,0 0 1 0 0,-1 1-1 0 0,1 0 0 0 0,-1 0 1 0 0,1 0-1 0 0,-1 1 0 0 0,0-1 1 0 0,0 1-1 0 0,-1 0 1 0 0,1 0-1 0 0,-1 0 0 0 0,0 0 1 0 0,0 1-1 0 0,0 0 0 0 0,2 5 1 0 0,1 3 9 0 0,-1 0 0 0 0,0 1 1 0 0,-1 0-1 0 0,0 0 0 0 0,-1 0 1 0 0,-1 0-1 0 0,-1 1 0 0 0,1-1 0 0 0,-2 0 1 0 0,-2 18-1 0 0,1-10 13 0 0,-2 0 0 0 0,-1-1 0 0 0,0 1 0 0 0,-2-1-1 0 0,0 0 1 0 0,-11 23 0 0 0,12-33 8 0 0,-1 0-1 0 0,0-1 1 0 0,-1 0-1 0 0,0-1 1 0 0,-1 1-1 0 0,0-1 1 0 0,-9 7-1 0 0,12-11 25 0 0,1-1 0 0 0,-1 0 1 0 0,0 0-1 0 0,-1-1 0 0 0,1 1 0 0 0,-1-1 0 0 0,1 0 0 0 0,-1-1 1 0 0,0 1-1 0 0,0-1 0 0 0,0-1 0 0 0,0 1 0 0 0,-1-1 0 0 0,-8 1 1 0 0,13-2-33 0 0,1 0 0 0 0,-1 0 1 0 0,0-1-1 0 0,1 1 1 0 0,-1-1-1 0 0,0 1 1 0 0,1-1-1 0 0,-1 1 1 0 0,1-1-1 0 0,-1 0 1 0 0,1 0-1 0 0,-1 0 1 0 0,1 0-1 0 0,-1 0 1 0 0,1 0-1 0 0,0 0 1 0 0,0 0-1 0 0,0-1 1 0 0,0 1-1 0 0,-1 0 1 0 0,2-1-1 0 0,-1 1 0 0 0,0-1 1 0 0,0 1-1 0 0,0-1 1 0 0,1 1-1 0 0,-1-1 1 0 0,1 0-1 0 0,-1 1 1 0 0,1-1-1 0 0,0 0 1 0 0,-1 1-1 0 0,1-1 1 0 0,0 0-1 0 0,1-3 1 0 0,-2-3-1 0 0,2-1 1 0 0,-1 1 0 0 0,1-1-1 0 0,0 1 1 0 0,4-12 0 0 0,3-5-22 0 0,2 0 0 0 0,1 0 0 0 0,1 1 0 0 0,1 1-1 0 0,1 0 1 0 0,17-22 0 0 0,12-9-27 0 0,56-55-1 0 0,-80 90 19 0 0,2 0-1 0 0,0 1 1 0 0,29-18 0 0 0,-40 30-4 0 0,0 0 0 0 0,0 1 1 0 0,0 0-1 0 0,0 0 0 0 0,1 1 1 0 0,0 0-1 0 0,0 1 0 0 0,0 0 1 0 0,0 1-1 0 0,17-2 0 0 0,-25 5 13 0 0,1-1 0 0 0,-1 0 0 0 0,1 1 0 0 0,-1 0 0 0 0,1 0-1 0 0,-1 0 1 0 0,0 0 0 0 0,0 1 0 0 0,0-1 0 0 0,0 1 0 0 0,0-1 0 0 0,0 1 0 0 0,0 0-1 0 0,0 1 1 0 0,0-1 0 0 0,-1 0 0 0 0,1 1 0 0 0,-1-1 0 0 0,0 1 0 0 0,0 0 0 0 0,0 0-1 0 0,0 0 1 0 0,0 0 0 0 0,-1 0 0 0 0,1 0 0 0 0,-1 0 0 0 0,0 1 0 0 0,0-1-1 0 0,1 6 1 0 0,0-1 5 0 0,-1-1-1 0 0,1 0 1 0 0,-2 1 0 0 0,1-1-1 0 0,-1 1 1 0 0,0-1-1 0 0,-1 1 1 0 0,1-1-1 0 0,-1 0 1 0 0,-1 1-1 0 0,0-1 1 0 0,-5 14 0 0 0,3 6 41 0 0,3-16 196 0 0,1-9 291 0 0,3-7-442 0 0,18-23-121 0 0,0 0 0 0 0,35-32-1 0 0,-17 25-2686 0 0,1 5-3877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4:02.8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1 144 0 0,'0'0'8565'0'0,"-6"1"-8201"0"0,0 1-217 0 0,0 1 0 0 0,0-1 0 0 0,0 1-1 0 0,1 0 1 0 0,-1 1 0 0 0,1 0 0 0 0,-1-1 0 0 0,1 2 0 0 0,0-1 0 0 0,1 0 0 0 0,-1 1 0 0 0,1 0 0 0 0,0 0-1 0 0,-6 9 1 0 0,10-13-141 0 0,-1-1-1 0 0,0 1 1 0 0,1-1-1 0 0,-1 1 1 0 0,0 0-1 0 0,1-1 1 0 0,-1 1-1 0 0,1 0 1 0 0,-1-1-1 0 0,1 1 1 0 0,-1 0-1 0 0,1 0 1 0 0,0 0-1 0 0,-1-1 1 0 0,1 1-1 0 0,0 0 1 0 0,-1 0-1 0 0,1 0 1 0 0,0 0-1 0 0,0 0 1 0 0,0 0-1 0 0,0-1 1 0 0,0 1-1 0 0,0 0 1 0 0,0 0-1 0 0,0 0 1 0 0,0 0-1 0 0,1 0 1 0 0,-1 0-1 0 0,0-1 1 0 0,1 1-1 0 0,-1 0 1 0 0,0 0-1 0 0,1 0 1 0 0,-1-1-1 0 0,1 1 1 0 0,-1 0-1 0 0,1 0 1 0 0,-1-1-1 0 0,1 1 1 0 0,0 0-1 0 0,-1-1 1 0 0,1 1-1 0 0,0-1 1 0 0,-1 1-1 0 0,1-1 1 0 0,0 1-1 0 0,0-1 1 0 0,0 0-1 0 0,-1 1 1 0 0,1-1-1 0 0,0 0 1 0 0,0 0-1 0 0,0 1 1 0 0,0-1-1 0 0,0 0 1 0 0,-1 0-1 0 0,1 0 1 0 0,0 0-1 0 0,0 0 0 0 0,0 0 1 0 0,1-1 0 0 0,8 2-22 0 0,0-1 0 0 0,-1-1 1 0 0,1 0-1 0 0,14-3 0 0 0,21-8-272 0 0,5 0-1165 0 0,-7 9-4190 0 0,-24 3 3303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4:03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1 864 0 0,'0'0'4147'0'0,"8"16"-2639"0"0,-10-6-1180 0 0,0-1 0 0 0,0 1 1 0 0,-1-1-1 0 0,0 0 0 0 0,0 0 0 0 0,-1 0 0 0 0,0 0 0 0 0,-1 0 0 0 0,0-1 0 0 0,0 0 0 0 0,-9 10 0 0 0,13-16-197 0 0,10-23 50 0 0,-1 10-211 0 0,2 0 0 0 0,-1 1 0 0 0,1 0 1 0 0,1 1-1 0 0,0 0 0 0 0,0 0 0 0 0,1 2 1 0 0,0-1-1 0 0,16-6 0 0 0,-25 12 20 0 0,0 1 0 0 0,1-1 0 0 0,-1 1 0 0 0,0 0 0 0 0,1 0 0 0 0,-1 1 0 0 0,1-1 0 0 0,-1 1 0 0 0,1 0 0 0 0,-1 0 0 0 0,1 0 0 0 0,0 0 0 0 0,-1 0 0 0 0,1 1 0 0 0,3 1 0 0 0,-5-1 19 0 0,1 0 0 0 0,-1 0 0 0 0,0 0 0 0 0,0 1 0 0 0,1-1 0 0 0,-1 1 0 0 0,0 0 0 0 0,0 0 0 0 0,0-1 0 0 0,-1 1 0 0 0,1 0 0 0 0,0 1-1 0 0,-1-1 1 0 0,1 0 0 0 0,-1 0 0 0 0,0 1 0 0 0,0-1 0 0 0,0 1 0 0 0,1 4 0 0 0,-3 5 84 0 0,-1-3-28 0 0,6-7 356 0 0,32-22-402 0 0,-28 14-29 0 0,0 1 1 0 0,0 0 0 0 0,0 1 0 0 0,1 0 0 0 0,0 0 0 0 0,0 1 0 0 0,0 0 0 0 0,0 0 0 0 0,0 1 0 0 0,0 0 0 0 0,16-1 0 0 0,-23 4 9 0 0,0-1-1 0 0,0 1 0 0 0,0 0 0 0 0,0-1 1 0 0,0 1-1 0 0,0 0 0 0 0,0 0 0 0 0,-1 0 1 0 0,1 0-1 0 0,0 1 0 0 0,-1-1 0 0 0,1 0 1 0 0,-1 1-1 0 0,1-1 0 0 0,-1 1 0 0 0,0-1 1 0 0,1 1-1 0 0,-1 0 0 0 0,0 0 0 0 0,0-1 1 0 0,0 1-1 0 0,-1 0 0 0 0,1 0 0 0 0,0 0 1 0 0,-1 0-1 0 0,1 0 0 0 0,0 4 0 0 0,4 59-472 0 0,-5-59 243 0 0,0 8-542 0 0,0-8-4230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4:03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2 344 0 0,'1'0'201'0'0,"1"1"-1"0"0,-1-1 1 0 0,0 0-1 0 0,1 1 1 0 0,-1-1 0 0 0,0 1-1 0 0,0-1 1 0 0,1 1-1 0 0,-1 0 1 0 0,0 0-1 0 0,0-1 1 0 0,0 1 0 0 0,0 0-1 0 0,0 0 1 0 0,0 0-1 0 0,0 0 1 0 0,0 0 0 0 0,0 0-1 0 0,-1 0 1 0 0,1 1-1 0 0,0-1 1 0 0,-1 0-1 0 0,1 0 1 0 0,-1 0 0 0 0,1 1-1 0 0,-1-1 1 0 0,1 0-1 0 0,-1 1 1 0 0,0-1-1 0 0,0 3 1 0 0,0 1 155 0 0,-1 1-1 0 0,0 0 1 0 0,0 0-1 0 0,0-1 1 0 0,-1 1 0 0 0,-2 5-1 0 0,-2 7 464 0 0,-3-7 1058 0 0,21-23-1856 0 0,0 1 0 0 0,1 1 0 0 0,1 0 0 0 0,-1 0 0 0 0,1 1 0 0 0,1 1 0 0 0,-1 0 1 0 0,2 1-1 0 0,-1 1 0 0 0,1 1 0 0 0,19-5 0 0 0,-32 10-26 0 0,0 0 0 0 0,0 1 0 0 0,0-1 0 0 0,0 1 1 0 0,0 0-1 0 0,0 0 0 0 0,0 0 0 0 0,0 0 0 0 0,0 0 1 0 0,0 1-1 0 0,-1-1 0 0 0,1 1 0 0 0,-1 0 0 0 0,1 0 0 0 0,-1 0 1 0 0,0 0-1 0 0,1 0 0 0 0,-1 1 0 0 0,0-1 0 0 0,0 1 0 0 0,2 3 1 0 0,2 2-3 0 0,-5-7 7 0 0,-1-1 5 0 0,0 1-1 0 0,0-1 1 0 0,0 0-1 0 0,1 1 1 0 0,-1-1-1 0 0,0 1 1 0 0,0-1 0 0 0,0 1-1 0 0,1-1 1 0 0,-1 0-1 0 0,0 1 1 0 0,1-1-1 0 0,-1 0 1 0 0,0 1-1 0 0,1-1 1 0 0,-1 0-1 0 0,0 1 1 0 0,1-1 0 0 0,-1 0-1 0 0,1 1 1 0 0,-1-1-1 0 0,0 0 1 0 0,1 0-1 0 0,-1 0 1 0 0,1 0-1 0 0,-1 1 1 0 0,1-1 0 0 0,-1 0-1 0 0,1 0 1 0 0,-1 0-1 0 0,1 0 1 0 0,-1 0-1 0 0,0 0 1 0 0,1 0-1 0 0,-1 0 1 0 0,1 0-1 0 0,-1 0 1 0 0,1-1 0 0 0,-1 1-1 0 0,2 0 1 0 0,28-8 166 0 0,-15 4-140 0 0,1 6-1326 0 0,-7 0-5046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4:04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1 162 104 0 0,'0'0'732'0'0,"17"-1"1822"0"0,-6-3-2214 0 0,0 1 0 0 0,-1-2 0 0 0,0 1 0 0 0,0-1 0 0 0,0-1-1 0 0,0 0 1 0 0,-1 0 0 0 0,0-1 0 0 0,0 0 0 0 0,-1 0 0 0 0,0-1 0 0 0,0 0-1 0 0,-1-1 1 0 0,0 0 0 0 0,0 0 0 0 0,-1 0 0 0 0,-1-1 0 0 0,8-16 0 0 0,-12 25 389 0 0,-1 0-722 0 0,0 1 1 0 0,0-1-1 0 0,0 1 1 0 0,0-1-1 0 0,0 1 1 0 0,0 0-1 0 0,-1-1 0 0 0,1 1 1 0 0,0-1-1 0 0,0 1 1 0 0,0 0-1 0 0,0-1 1 0 0,0 1-1 0 0,-1-1 1 0 0,1 1-1 0 0,0 0 0 0 0,0-1 1 0 0,0 1-1 0 0,-1 0 1 0 0,1-1-1 0 0,0 1 1 0 0,-1 0-1 0 0,1 0 1 0 0,0-1-1 0 0,-1 1 0 0 0,1 0 1 0 0,0 0-1 0 0,-1-1 1 0 0,1 1-1 0 0,0 0 1 0 0,-1 0-1 0 0,1 0 0 0 0,-1 0 1 0 0,0 0-1 0 0,-17 3 253 0 0,14-1-234 0 0,0-1 0 0 0,1 1-1 0 0,-1 0 1 0 0,1 0-1 0 0,0 1 1 0 0,0-1 0 0 0,0 1-1 0 0,-4 3 1 0 0,5-4-22 0 0,1-1 0 0 0,0 0 1 0 0,0 1-1 0 0,-1 0 0 0 0,1-1 1 0 0,0 1-1 0 0,0 0 0 0 0,1-1 1 0 0,-1 1-1 0 0,0 0 0 0 0,0 0 1 0 0,1 0-1 0 0,-1 0 0 0 0,1 0 1 0 0,0 0-1 0 0,0 0 0 0 0,0 0 1 0 0,-1-1-1 0 0,2 1 0 0 0,-1 0 1 0 0,0 0-1 0 0,0 0 0 0 0,1 0 1 0 0,-1 0-1 0 0,1 0 0 0 0,-1 0 1 0 0,1 0-1 0 0,0 0 0 0 0,0-1 1 0 0,1 3-1 0 0,1-2-9 0 0,-1 0-1 0 0,1 0 1 0 0,0 0-1 0 0,0 0 1 0 0,0-1 0 0 0,0 0-1 0 0,0 1 1 0 0,1-1 0 0 0,-1 0-1 0 0,0 0 1 0 0,1-1-1 0 0,-1 1 1 0 0,0-1 0 0 0,1 0-1 0 0,-1 0 1 0 0,1 0-1 0 0,4 0 1 0 0,17-3-41 0 0,0-1 0 0 0,-1-1-1 0 0,40-13 1 0 0,24-6 28 0 0,-85 24 39 0 0,0-1-1 0 0,0 1 1 0 0,0-1 0 0 0,0 1 0 0 0,1 0 0 0 0,-1 0-1 0 0,0 1 1 0 0,0-1 0 0 0,0 1 0 0 0,0-1 0 0 0,0 1 0 0 0,0 0-1 0 0,0 0 1 0 0,0 0 0 0 0,-1 0 0 0 0,1 1 0 0 0,0-1 0 0 0,-1 1-1 0 0,1 0 1 0 0,-1 0 0 0 0,1 0 0 0 0,-1 0 0 0 0,0 0 0 0 0,0 0-1 0 0,0 1 1 0 0,0-1 0 0 0,0 1 0 0 0,0-1 0 0 0,-1 1 0 0 0,3 4-1 0 0,22 25 268 0 0,0-17-858 0 0,-23-14 61 0 0,0 0 0 0 0,0-1 0 0 0,0 1 0 0 0,0-1 0 0 0,0 1 0 0 0,0-1 0 0 0,0 0 0 0 0,0 0 0 0 0,0-1 0 0 0,0 1 0 0 0,4-2 0 0 0,13-3-2540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4:09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345 90 436 0 0,'-1'-5'1168'0'0,"-5"-23"7139"0"0,4 22-8580 0 0,1 4 351 0 0,0 0-25 0 0,-1 0 1 0 0,1-1 0 0 0,-1 1 0 0 0,0 0-1 0 0,0 0 1 0 0,1 0 0 0 0,-1 1 0 0 0,-1-1-1 0 0,1 0 1 0 0,0 1 0 0 0,0-1 0 0 0,-5-1-1 0 0,6 2-5 0 0,-42-20 246 0 0,35 21-289 0 0,0-1 1 0 0,0 2-1 0 0,0-1 0 0 0,0 1 0 0 0,0 1 0 0 0,0-1 0 0 0,0 1 0 0 0,1 0 0 0 0,-1 1 0 0 0,0 0 0 0 0,1 0 1 0 0,0 1-1 0 0,-7 4 0 0 0,-5 5-12 0 0,0 0 0 0 0,1 1 0 0 0,-21 21 0 0 0,33-30 0 0 0,1 0 0 0 0,0 0 0 0 0,0 1 0 0 0,0 0 0 0 0,1 0 0 0 0,0 0 0 0 0,0 1 0 0 0,0-1 0 0 0,-4 14 0 0 0,8-19 7 0 0,-1 0 0 0 0,1 0 0 0 0,0 0 1 0 0,0 0-1 0 0,0 1 0 0 0,0-1 0 0 0,0 0 1 0 0,0 0-1 0 0,0 0 0 0 0,1 0 0 0 0,-1 0 1 0 0,0 0-1 0 0,0 1 0 0 0,1-1 0 0 0,-1 0 1 0 0,1 0-1 0 0,-1 0 0 0 0,1 0 0 0 0,0 0 1 0 0,-1 0-1 0 0,1 0 0 0 0,0-1 0 0 0,0 1 1 0 0,-1 0-1 0 0,1 0 0 0 0,0 0 0 0 0,0-1 1 0 0,0 1-1 0 0,0-1 0 0 0,0 1 0 0 0,0 0 1 0 0,0-1-1 0 0,0 0 0 0 0,0 1 0 0 0,0-1 1 0 0,0 0-1 0 0,0 1 0 0 0,1-1 0 0 0,-1 0 1 0 0,0 0-1 0 0,1 0 0 0 0,47 3 44 0 0,-29-4-22 0 0,0-2 0 0 0,0-1-1 0 0,0 0 1 0 0,-1-1 0 0 0,0-1 0 0 0,0-1 0 0 0,-1-1 0 0 0,33-18 0 0 0,-15-5 321 0 0,-35 29-228 0 0,18-9 824 0 0,-2 34-960 0 0,-15-19 21 0 0,0-1 0 0 0,0 1 0 0 0,1-1 0 0 0,-1 0 0 0 0,1 1 0 0 0,-1-1 0 0 0,1-1 0 0 0,0 1 0 0 0,0 0 0 0 0,1-1 0 0 0,-1 1 0 0 0,1-1 1 0 0,-1 0-1 0 0,1 0 0 0 0,-1 0 0 0 0,8 1 0 0 0,-6-1 9 0 0,0-1 1 0 0,1-1-1 0 0,-1 1 1 0 0,1-1-1 0 0,-1 0 0 0 0,1 0 1 0 0,-1-1-1 0 0,1 1 1 0 0,-1-1-1 0 0,0 0 1 0 0,1-1-1 0 0,-1 1 1 0 0,0-1-1 0 0,0 0 1 0 0,0-1-1 0 0,5-2 0 0 0,10-7 18 0 0,-1-2 0 0 0,30-25 0 0 0,-34 26-46 0 0,1 0 0 0 0,1 1 0 0 0,23-14 0 0 0,-36 24 14 0 0,-1 0-1 0 0,1 0 0 0 0,0 0 1 0 0,0 1-1 0 0,-1 0 1 0 0,1-1-1 0 0,0 1 0 0 0,0 0 1 0 0,0 1-1 0 0,0-1 1 0 0,0 1-1 0 0,1 0 1 0 0,-1 0-1 0 0,0 0 0 0 0,0 0 1 0 0,0 1-1 0 0,0 0 1 0 0,0 0-1 0 0,0 0 0 0 0,0 0 1 0 0,0 1-1 0 0,-1-1 1 0 0,1 1-1 0 0,0 0 1 0 0,-1 0-1 0 0,1 0 0 0 0,-1 0 1 0 0,0 1-1 0 0,0 0 1 0 0,0-1-1 0 0,0 1 0 0 0,0 0 1 0 0,-1 1-1 0 0,1-1 1 0 0,-1 0-1 0 0,0 1 0 0 0,0-1 1 0 0,0 1-1 0 0,0 0 1 0 0,-1-1-1 0 0,1 1 1 0 0,-1 0-1 0 0,0 0 0 0 0,1 4 1 0 0,4 23-64 0 0,-5-24 137 0 0,0 1 0 0 0,0-1 0 0 0,1 0 0 0 0,1 1 0 0 0,-1-1-1 0 0,5 9 1 0 0,-5-14-19 0 0,-1 0-1 0 0,1 0 0 0 0,-1 0 1 0 0,1 0-1 0 0,-1-1 0 0 0,1 1 1 0 0,0-1-1 0 0,0 1 1 0 0,0-1-1 0 0,0 0 0 0 0,0 0 1 0 0,0 0-1 0 0,0 0 0 0 0,0 0 1 0 0,1 0-1 0 0,-1-1 1 0 0,0 1-1 0 0,0-1 0 0 0,1 1 1 0 0,-1-1-1 0 0,0 0 0 0 0,1 0 1 0 0,-1 0-1 0 0,0 0 1 0 0,4-1-1 0 0,12-2 42 0 0,1 0-1 0 0,-1-1 1 0 0,0-1-1 0 0,0-1 1 0 0,26-12 0 0 0,79-46-2631 0 0,-122 63 2476 0 0,47-31-5806 0 0,-27 16 2494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4:11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20 848 0 0,'0'0'1101'0'0,"-3"-12"1050"0"0,3 11-2029 0 0,0 1 1 0 0,0 0 0 0 0,0 0 0 0 0,0 0 0 0 0,0-1 0 0 0,0 1 0 0 0,0 0 0 0 0,0 0 0 0 0,0 0 0 0 0,0-1 0 0 0,0 1 0 0 0,0 0 0 0 0,0 0 0 0 0,0 0 0 0 0,0-1 0 0 0,0 1 0 0 0,0 0 0 0 0,0 0 0 0 0,0 0 0 0 0,0-1 0 0 0,0 1 0 0 0,0 0 0 0 0,0 0 0 0 0,-1 0 0 0 0,1 0 0 0 0,0-1 0 0 0,0 1 0 0 0,0 0 0 0 0,0 0 0 0 0,0 0 0 0 0,-1 0 0 0 0,1 0-1 0 0,0-1 1 0 0,0 1 0 0 0,0 0 0 0 0,0 0 0 0 0,-1 0 0 0 0,1 0 0 0 0,0 0 0 0 0,0 0 0 0 0,0 0 0 0 0,-1 0 0 0 0,1 0 0 0 0,0 0 0 0 0,0 0 0 0 0,0 0 0 0 0,-1 0 0 0 0,1 0 0 0 0,0 0 0 0 0,0 0 0 0 0,0 0 0 0 0,-1 0 0 0 0,1 0 0 0 0,0 0 0 0 0,0 0 0 0 0,0 0 0 0 0,-1 0 0 0 0,-27 63 822 0 0,2 2 1 0 0,-22 83-1 0 0,-16 45-10 0 0,40-123-1207 0 0,1-3-4259 0 0,13-61-511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4:12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0 173 344 0 0,'24'-4'5387'0'0,"19"-3"-3744"0"0,78-12-1260 0 0,62-23 593 0 0,-70 15-214 0 0,180-20 0 0 0,-291 46-752 0 0,0 0 0 0 0,1 1 1 0 0,-1 0-1 0 0,0-1 0 0 0,1 1 0 0 0,-1 0 1 0 0,0 0-1 0 0,1 0 0 0 0,-1 1 0 0 0,0-1 1 0 0,1 0-1 0 0,-1 1 0 0 0,0 0 1 0 0,0-1-1 0 0,1 1 0 0 0,-1 0 0 0 0,0 0 1 0 0,0 0-1 0 0,0 0 0 0 0,0 1 0 0 0,0-1 1 0 0,0 1-1 0 0,0-1 0 0 0,-1 1 0 0 0,1 0 1 0 0,-1-1-1 0 0,1 1 0 0 0,-1 0 0 0 0,1 0 1 0 0,-1 0-1 0 0,0 0 0 0 0,0 0 0 0 0,0 0 1 0 0,0 1-1 0 0,0-1 0 0 0,-1 0 0 0 0,1 0 1 0 0,-1 1-1 0 0,1-1 0 0 0,-1 0 0 0 0,0 4 1 0 0,1-2-4 0 0,1 0-1 0 0,-1 0 1 0 0,1 0 0 0 0,0 0 0 0 0,0 0 0 0 0,0 0 0 0 0,1-1 0 0 0,-1 1 0 0 0,1-1 0 0 0,0 0 0 0 0,-1 1 0 0 0,2-1 0 0 0,-1-1 0 0 0,0 1 0 0 0,1 0-1 0 0,-1-1 1 0 0,1 0 0 0 0,0 0 0 0 0,-1 0 0 0 0,1 0 0 0 0,0 0 0 0 0,0-1 0 0 0,1 0 0 0 0,-1 0 0 0 0,5 1 0 0 0,-5-1 88 0 0,0 0 0 0 0,0-1 0 0 0,0 1 1 0 0,0-1-1 0 0,0 0 0 0 0,0 0 1 0 0,0-1-1 0 0,0 1 0 0 0,0-1 0 0 0,0 0 1 0 0,0 0-1 0 0,0 0 0 0 0,0 0 0 0 0,0-1 1 0 0,0 0-1 0 0,-1 0 0 0 0,1 0 0 0 0,-1 0 1 0 0,1 0-1 0 0,-1-1 0 0 0,0 1 1 0 0,0-1-1 0 0,0 0 0 0 0,0 0 0 0 0,0 0 1 0 0,3-6-1 0 0,-5 7-25 0 0,0-1 0 0 0,0 1 0 0 0,-1 0 0 0 0,1-1 0 0 0,-1 1 0 0 0,0 0 0 0 0,0-1 0 0 0,0 1 0 0 0,0 0 0 0 0,0-1 0 0 0,0 1-1 0 0,0 0 1 0 0,-1-1 0 0 0,1 1 0 0 0,-1 0 0 0 0,0 0 0 0 0,0-1 0 0 0,0 1 0 0 0,0 0 0 0 0,0 0 0 0 0,-3-4 0 0 0,0 0 30 0 0,0-1 0 0 0,-1 1 0 0 0,0 0 0 0 0,0 1 0 0 0,-9-8 0 0 0,13 11-190 0 0,-1 1 1 0 0,1 0 0 0 0,-1 0-1 0 0,0 0 1 0 0,1 0 0 0 0,-1 0-1 0 0,0 0 1 0 0,0 0 0 0 0,0 0-1 0 0,0 1 1 0 0,1-1 0 0 0,-1 1 0 0 0,0-1-1 0 0,0 1 1 0 0,0 0 0 0 0,0 0-1 0 0,0 0 1 0 0,0 0 0 0 0,0 0-1 0 0,0 0 1 0 0,0 0 0 0 0,-4 2-1 0 0,-21 13-7400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4:13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110 113 852 0 0,'0'-11'1765'0'0,"-1"0"0"0"0,0 1 0 0 0,-1-1-1 0 0,0 0 1 0 0,-1 1 0 0 0,-5-16 0 0 0,3 11 996 0 0,5 13-2037 0 0,-4-4 267 0 0,1 10 1897 0 0,-13 54-2419 0 0,4 0-1 0 0,-11 110 1 0 0,-4 24-1232 0 0,25-166-18 0 0,2-26 771 0 0,0 0 0 0 0,0 0 0 0 0,0 1 0 0 0,0-1 0 0 0,0 0 0 0 0,0 0 0 0 0,0 0 0 0 0,1 1 0 0 0,-1-1 0 0 0,0 0 0 0 0,0 0 0 0 0,0 0 0 0 0,0 0 0 0 0,0 1 0 0 0,0-1 0 0 0,1 0 0 0 0,-1 0 0 0 0,0 0 0 0 0,0 0 0 0 0,0 0 0 0 0,1 0 0 0 0,-1 1 0 0 0,0-1 0 0 0,0 0 0 0 0,0 0 1 0 0,0 0-1 0 0,1 0 0 0 0,-1 0 0 0 0,0 0 0 0 0,0 0 0 0 0,1 0 0 0 0,-1 0 0 0 0,0 0 0 0 0,0 0 0 0 0,0 0 0 0 0,1 0 0 0 0,-1 0 0 0 0,0 0 0 0 0,0 0 0 0 0,0 0 0 0 0,1 0 0 0 0,-1 0 0 0 0,0-1 0 0 0,0 1 0 0 0,0 0 0 0 0,0 0 0 0 0,1 0 0 0 0,-1 0 0 0 0,32-32-363 0 0,-9 7 350 0 0,-11 16-101 0 0,1 0-1 0 0,0 0 1 0 0,0 1-1 0 0,1 0 1 0 0,0 2-1 0 0,0-1 1 0 0,1 2-1 0 0,0 0 1 0 0,0 1 0 0 0,0 0-1 0 0,26-2 1 0 0,-39 5 66 0 0,0 1 0 0 0,0 0 0 0 0,0 0 0 0 0,0 0 0 0 0,0 0 0 0 0,0 0 0 0 0,1 1 0 0 0,-1-1 1 0 0,0 1-1 0 0,0-1 0 0 0,0 1 0 0 0,-1 0 0 0 0,1-1 0 0 0,0 1 0 0 0,0 0 0 0 0,2 2 0 0 0,-3-2 27 0 0,0 0-1 0 0,-1 0 0 0 0,1 0 0 0 0,0 0 1 0 0,0 0-1 0 0,-1 0 0 0 0,1 0 0 0 0,-1 0 0 0 0,1 0 1 0 0,-1 0-1 0 0,1 1 0 0 0,-1-1 0 0 0,0 0 0 0 0,1 0 1 0 0,-1 1-1 0 0,0-1 0 0 0,0 0 0 0 0,0 0 1 0 0,0 3-1 0 0,-1-1-6 0 0,0 1 0 0 0,0 0 0 0 0,0-1 0 0 0,0 1 0 0 0,0-1 0 0 0,-1 1 0 0 0,1-1 0 0 0,-1 1 0 0 0,0-1 0 0 0,0 0 1 0 0,0 0-1 0 0,-1 0 0 0 0,1 0 0 0 0,-5 4 0 0 0,-11 5-50 0 0,0 0 0 0 0,-1-1 0 0 0,-1 0 0 0 0,1-2 0 0 0,-24 8 0 0 0,1 0-174 0 0,40-16 170 0 0,9-4-658 0 0,73-30 442 0 0,-4 4 318 0 0,-2-3 0 0 0,-1-4-1 0 0,75-48 1 0 0,-148 84 53 0 0,0 0 1 0 0,1 0-1 0 0,-1 0 1 0 0,0 0-1 0 0,1 0 1 0 0,-1-1-1 0 0,1 1 1 0 0,-1 0-1 0 0,0 0 0 0 0,1 0 1 0 0,-1 0-1 0 0,0-1 1 0 0,1 1-1 0 0,-1 0 1 0 0,0 0-1 0 0,1-1 1 0 0,-1 1-1 0 0,0 0 0 0 0,0 0 1 0 0,1-1-1 0 0,-1 1 1 0 0,0 0-1 0 0,0-1 1 0 0,0 1-1 0 0,1 0 1 0 0,-1-1-1 0 0,0 1 0 0 0,0-1 1 0 0,0 1-1 0 0,0 0 1 0 0,0-1-1 0 0,0 1 1 0 0,0 0-1 0 0,0-1 1 0 0,0 1-1 0 0,0-1 0 0 0,0 1 1 0 0,0 0-1 0 0,0-1 1 0 0,0 0-1 0 0,-18 5 416 0 0,16-3-479 0 0,0-1-1 0 0,0 1 0 0 0,0 0 0 0 0,0 0 0 0 0,0 0 0 0 0,1 0 0 0 0,-1 1 0 0 0,0-1 1 0 0,0 0-1 0 0,1 1 0 0 0,-1-1 0 0 0,1 1 0 0 0,0 0 0 0 0,-1 0 0 0 0,1-1 0 0 0,0 1 0 0 0,0 0 1 0 0,0 0-1 0 0,0 0 0 0 0,0 0 0 0 0,0 0 0 0 0,1 0 0 0 0,-1 0 0 0 0,1 0 0 0 0,-1 3 1 0 0,2-2-68 0 0,-1-1 0 0 0,0 1 0 0 0,1 0 0 0 0,0 0 1 0 0,0 0-1 0 0,0-1 0 0 0,0 1 0 0 0,0 0 1 0 0,1-1-1 0 0,-1 1 0 0 0,1-1 0 0 0,0 1 1 0 0,-1-1-1 0 0,1 0 0 0 0,0 0 0 0 0,3 3 1 0 0,1-1-147 0 0,0 1 0 0 0,0-1 0 0 0,1-1 0 0 0,-1 1 0 0 0,1-1 0 0 0,9 4 1 0 0,10 1-2214 0 0,0-2 1 0 0,43 7 0 0 0,-65-13 1965 0 0,46 7-3272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4:14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313 79 492 0 0,'0'0'2099'0'0,"23"-26"5014"0"0,-23 24-7006 0 0,0 0 0 0 0,0 0 0 0 0,-1 0 0 0 0,1 0 1 0 0,0 0-1 0 0,0 0 0 0 0,-1 0 0 0 0,0 0 1 0 0,1 1-1 0 0,-1-1 0 0 0,0 0 0 0 0,0 0 0 0 0,0 1 1 0 0,0-1-1 0 0,0 0 0 0 0,0 1 0 0 0,0-1 1 0 0,0 1-1 0 0,-1-1 0 0 0,1 1 0 0 0,-1 0 0 0 0,1 0 1 0 0,-1 0-1 0 0,-2-2 0 0 0,0 1-45 0 0,0 1-1 0 0,0-1 1 0 0,-1 1 0 0 0,1 0-1 0 0,0 0 1 0 0,-1 1 0 0 0,1-1-1 0 0,-1 1 1 0 0,1 0-1 0 0,-7 0 1 0 0,-3 2-50 0 0,1 0-1 0 0,0 0 1 0 0,-1 1-1 0 0,1 1 1 0 0,0 0-1 0 0,-17 9 1 0 0,14-5 22 0 0,2 0 0 0 0,-1 1 0 0 0,1 1 0 0 0,1 0 0 0 0,0 1 0 0 0,-22 24 0 0 0,32-32-27 0 0,0 0 0 0 0,1 0 0 0 0,0 0 0 0 0,-1 0 0 0 0,1 0 0 0 0,0 1 0 0 0,1-1 0 0 0,-1 1 0 0 0,1-1 0 0 0,-1 1 0 0 0,1 0 0 0 0,0 0 0 0 0,0-1 0 0 0,1 1 0 0 0,-1 0 0 0 0,1 0 0 0 0,0 0 0 0 0,0 0 0 0 0,0 0 0 0 0,0 0 0 0 0,1-1 0 0 0,-1 1 0 0 0,1 0 0 0 0,0 0 0 0 0,1 0 0 0 0,-1-1 0 0 0,0 1 0 0 0,1-1 0 0 0,0 1 0 0 0,0-1 0 0 0,0 1 0 0 0,0-1 0 0 0,1 0 0 0 0,-1 0 0 0 0,5 4 0 0 0,4 2-2 0 0,0 0 0 0 0,1-1 0 0 0,-1 0 0 0 0,2-1 0 0 0,-1-1 0 0 0,1 0 0 0 0,0 0 0 0 0,0-1 0 0 0,0-1 0 0 0,1 0 0 0 0,0-1 0 0 0,-1 0 0 0 0,1-1 0 0 0,0-1 0 0 0,25-1 0 0 0,-8 0-631 0 0,0-2 1 0 0,40-7 0 0 0,-35 2-2540 0 0,48-16 1 0 0,-42 10 68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4:15.5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22 512 0 0,'0'0'1700'0'0,"-4"-14"1006"0"0,2 7 3655 0 0,-24 54-5787 0 0,-149 426 3023 0 0,153-414-2852 0 0,21-57 69 0 0,5-8-849 0 0,3-8-34 0 0,1 1 0 0 0,1 0 0 0 0,1 1 0 0 0,-1 0 0 0 0,2 0 1 0 0,0 1-1 0 0,24-19 0 0 0,-19 19-71 0 0,-1 5-142 0 0,10 20 118 0 0,-11-6 132 0 0,-1-1-1 0 0,1 0 0 0 0,0 0 1 0 0,1-2-1 0 0,-1 0 0 0 0,1 0 0 0 0,0-1 1 0 0,0-1-1 0 0,1-1 0 0 0,-1 0 1 0 0,1-1-1 0 0,-1-1 0 0 0,30-2 0 0 0,-27 0-46 0 0,0 0-1 0 0,0-1 0 0 0,0-1 1 0 0,0 0-1 0 0,0-2 0 0 0,-1 0 1 0 0,0-1-1 0 0,0-1 0 0 0,0 0 1 0 0,-1-1-1 0 0,22-17 0 0 0,-35 24 55 0 0,0-1-1 0 0,-1 1 1 0 0,1 0-1 0 0,0-1 1 0 0,-1 0-1 0 0,0 0 1 0 0,0 1-1 0 0,0-1 1 0 0,0-1-1 0 0,0 1 1 0 0,0 0-1 0 0,-1 0 0 0 0,2-7 1 0 0,-3 9 17 0 0,-1 0 0 0 0,0 0 0 0 0,0 0 0 0 0,1 0 1 0 0,-1 1-1 0 0,0-1 0 0 0,0 0 0 0 0,0 0 0 0 0,0 0 0 0 0,0 1 0 0 0,0-1 0 0 0,-1 0 1 0 0,1 1-1 0 0,0-1 0 0 0,-2 0 0 0 0,0 2-1 0 0,0-1 1 0 0,0 1 0 0 0,-1 0-1 0 0,1-1 1 0 0,0 1-1 0 0,0 1 1 0 0,0-1-1 0 0,0 0 1 0 0,0 1-1 0 0,0-1 1 0 0,1 1-1 0 0,-1 0 1 0 0,0 0-1 0 0,1 0 1 0 0,0 0-1 0 0,-1 1 1 0 0,1-1 0 0 0,0 1-1 0 0,0-1 1 0 0,0 1-1 0 0,1 0 1 0 0,-1-1-1 0 0,0 1 1 0 0,1 0-1 0 0,0 0 1 0 0,0 0-1 0 0,0 0 1 0 0,0 1-1 0 0,0-1 1 0 0,1 0-1 0 0,-1 0 1 0 0,1 1 0 0 0,0-1-1 0 0,0 0 1 0 0,0 0-1 0 0,0 1 1 0 0,1-1-1 0 0,-1 0 1 0 0,2 5-1 0 0,-1-6 25 0 0,1 1 1 0 0,-1-1-1 0 0,0 1 0 0 0,1-1 0 0 0,-1 1 1 0 0,1-1-1 0 0,0 0 0 0 0,0 0 0 0 0,0 0 1 0 0,0 0-1 0 0,0 0 0 0 0,0 0 0 0 0,0 0 1 0 0,1-1-1 0 0,-1 1 0 0 0,1-1 0 0 0,-1 0 1 0 0,1 1-1 0 0,-1-1 0 0 0,1 0 0 0 0,0-1 1 0 0,0 1-1 0 0,-1 0 0 0 0,1-1 0 0 0,0 0 1 0 0,0 0-1 0 0,0 1 0 0 0,3-2 0 0 0,-3 1 39 0 0,1 1 0 0 0,-1-2 0 0 0,0 1 0 0 0,0 0 1 0 0,0-1-1 0 0,0 1 0 0 0,0-1 0 0 0,0 0 0 0 0,0 0 0 0 0,0 0 0 0 0,0 0 0 0 0,0-1 0 0 0,0 1 0 0 0,0-1 0 0 0,-1 0 0 0 0,1 0 0 0 0,-1 0 0 0 0,1 0 0 0 0,-1 0 0 0 0,0 0 0 0 0,0-1 0 0 0,0 1 0 0 0,0-1 0 0 0,0 1 0 0 0,0-1 0 0 0,1-3 0 0 0,-2 4-54 0 0,0-1 0 0 0,0 0 0 0 0,-1 0-1 0 0,1 0 1 0 0,-1 0 0 0 0,1 0 0 0 0,-1 0 0 0 0,0 0 0 0 0,0 0-1 0 0,0 1 1 0 0,0-1 0 0 0,-1 0 0 0 0,1 0 0 0 0,-1 0-1 0 0,0 0 1 0 0,0 0 0 0 0,0 0 0 0 0,0 1 0 0 0,0-1 0 0 0,0 0-1 0 0,-1 1 1 0 0,0-1 0 0 0,1 1 0 0 0,-1 0 0 0 0,0-1-1 0 0,0 1 1 0 0,0 0 0 0 0,0 0 0 0 0,-1 0 0 0 0,1 1 0 0 0,0-1-1 0 0,-1 0 1 0 0,-4-1 0 0 0,-26-9-2056 0 0,7 11-5384 0 0,10 1 4011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4:16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0 476 0 0,'0'0'3496'0'0,"11"11"-1406"0"0,-7-2-1671 0 0,-1 1 0 0 0,0 0 1 0 0,0 0-1 0 0,-2 1 0 0 0,1-1 1 0 0,-1 0-1 0 0,0 1 0 0 0,-1-1 0 0 0,-1 0 1 0 0,1 1-1 0 0,-2-1 0 0 0,-2 14 0 0 0,0 1 1231 0 0,4-25-1634 0 0,1 0-1 0 0,-1 1 1 0 0,0-1 0 0 0,0 0-1 0 0,0 0 1 0 0,0 0-1 0 0,0 1 1 0 0,0-1-1 0 0,1 0 1 0 0,-1 0 0 0 0,0 0-1 0 0,0 1 1 0 0,0-1-1 0 0,1 0 1 0 0,-1 0 0 0 0,0 0-1 0 0,0 0 1 0 0,1 0-1 0 0,-1 0 1 0 0,0 0-1 0 0,0 1 1 0 0,0-1 0 0 0,1 0-1 0 0,-1 0 1 0 0,0 0-1 0 0,0 0 1 0 0,1 0 0 0 0,-1 0-1 0 0,0 0 1 0 0,0 0-1 0 0,1 0 1 0 0,-1 0 0 0 0,0 0-1 0 0,0 0 1 0 0,1-1-1 0 0,-1 1 1 0 0,0 0-1 0 0,0 0 1 0 0,1 0 0 0 0,-1 0-1 0 0,0 0 1 0 0,0 0-1 0 0,1-1 1 0 0,38-32-110 0 0,-6 5 231 0 0,15 1-189 0 0,-45 27 32 0 0,31 16-114 0 0,36-32 182 0 0,-35 6 414 0 0,10 20-943 0 0,0-4-5051 0 0,-39-6 2434 0 0,11-3 238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4:17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105 209 496 0 0,'0'0'4391'0'0,"-3"-3"-3691"0"0,-1 0-365 0 0,-1 0 0 0 0,0 0 0 0 0,0 1 0 0 0,0-1 0 0 0,0 1 0 0 0,0 0-1 0 0,0 1 1 0 0,-1-1 0 0 0,1 1 0 0 0,-1 0 0 0 0,1 1 0 0 0,-1-1 0 0 0,-10 1 0 0 0,14 0 171 0 0,-2 2-218 0 0,4-2-274 0 0,-1 0 1 0 0,1 0-1 0 0,-1 0 1 0 0,1 0-1 0 0,-1 0 1 0 0,1 0 0 0 0,-1 0-1 0 0,1 0 1 0 0,-1 0-1 0 0,1 0 1 0 0,0 1-1 0 0,-1-1 1 0 0,1 0-1 0 0,-1 0 1 0 0,1 0-1 0 0,-1 1 1 0 0,1-1 0 0 0,0 0-1 0 0,-1 1 1 0 0,1-1-1 0 0,0 0 1 0 0,-1 1-1 0 0,1-1 1 0 0,0 0-1 0 0,0 1 1 0 0,-1-1-1 0 0,1 0 1 0 0,0 1-1 0 0,0-1 1 0 0,-1 1 0 0 0,1-1-1 0 0,0 1 1 0 0,0-1-1 0 0,0 1 1 0 0,0-1-1 0 0,0 1 1 0 0,0-1-1 0 0,0 0 1 0 0,0 1-1 0 0,0-1 1 0 0,0 1-1 0 0,0-1 1 0 0,0 1 0 0 0,0-1-1 0 0,0 1 1 0 0,0-1-1 0 0,1 1 1 0 0,16 38 332 0 0,-12-29-286 0 0,0 0 1 0 0,0 1-1 0 0,-1 0 0 0 0,0 0 1 0 0,-1 0-1 0 0,3 18 0 0 0,-6-27-73 0 0,-7 14 146 0 0,6-3-2271 0 0,44-37 1400 0 0,-2-1 0 0 0,0-2 1 0 0,43-40-1 0 0,-61 46 767 0 0,-1-1 0 0 0,23-29 1 0 0,-31 33 860 0 0,-1-1 1 0 0,-1-1-1 0 0,16-33 0 0 0,-27 51-443 0 0,7-10 2657 0 0,-44 104-2768 0 0,-23 66-62 0 0,57-153-356 0 0,1 1 0 0 0,-1-1 0 0 0,1 1 1 0 0,1-1-1 0 0,-1 0 0 0 0,1 10 0 0 0,0-13-39 0 0,0-1 28 0 0,0 0 81 0 0,0 0 0 0 0,0-1 0 0 0,0 1 0 0 0,0 0 0 0 0,0-1 0 0 0,0 1 0 0 0,0 0 0 0 0,1-1-1 0 0,-1 1 1 0 0,0 0 0 0 0,0-1 0 0 0,1 1 0 0 0,-1 0 0 0 0,0-1 0 0 0,0 1 0 0 0,1-1 0 0 0,-1 1 0 0 0,1-1 0 0 0,-1 1 0 0 0,1-1 0 0 0,-1 1 0 0 0,1-1 0 0 0,-1 1 0 0 0,1-1 0 0 0,-1 0 0 0 0,1 1 0 0 0,-1-1 0 0 0,1 0 0 0 0,0 1 0 0 0,-1-1 0 0 0,1 0 0 0 0,0 0 0 0 0,-1 0 0 0 0,1 0 0 0 0,0 1 0 0 0,1-1 0 0 0,12-4-55 0 0,-1 0-1 0 0,1-1 0 0 0,-1 0 1 0 0,0-1-1 0 0,22-14 1 0 0,-8 6 123 0 0,-26 13 461 0 0,-4 6-500 0 0,-2 5-330 0 0,0-1 402 0 0,0 0 0 0 0,1 0 0 0 0,0 0 0 0 0,-4 17 0 0 0,7-24-250 0 0,1 0 0 0 0,0 0 0 0 0,0 0 1 0 0,-1 0-1 0 0,1-1 0 0 0,0 1 0 0 0,1 0 0 0 0,-1 0 0 0 0,0 0 1 0 0,1 0-1 0 0,-1 0 0 0 0,1 0 0 0 0,0 2 0 0 0,0-2-165 0 0,0-1-1 0 0,0 0 1 0 0,0 0-1 0 0,0 0 0 0 0,0 0 1 0 0,0 0-1 0 0,1 0 0 0 0,-1 0 1 0 0,0 0-1 0 0,0 0 1 0 0,1 0-1 0 0,-1-1 0 0 0,1 1 1 0 0,-1-1-1 0 0,0 1 1 0 0,1-1-1 0 0,-1 1 0 0 0,1-1 1 0 0,2 1-1 0 0,7 0-2937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4:17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0 208 0 0,'0'0'4457'0'0,"4"17"-2417"0"0,-2-15-1902 0 0,1 1-1 0 0,-1-1 1 0 0,1 1-1 0 0,0-1 1 0 0,0 0-1 0 0,0 0 1 0 0,0-1-1 0 0,0 1 1 0 0,0-1-1 0 0,0 1 0 0 0,1-1 1 0 0,-1 0-1 0 0,1 0 1 0 0,-1 0-1 0 0,0-1 1 0 0,1 1-1 0 0,0-1 1 0 0,-1 0-1 0 0,1 0 1 0 0,5-1-1 0 0,-1 0 110 0 0,1-1-1 0 0,0 0 0 0 0,0-1 1 0 0,-1 0-1 0 0,0 0 1 0 0,1-1-1 0 0,8-6 1 0 0,-16 10-31 0 0,5-1 78 0 0,-6 1-275 0 0,0 0 0 0 0,1 0 0 0 0,-1 0 1 0 0,1 0-1 0 0,-1 0 0 0 0,0 0 0 0 0,1 0 0 0 0,-1 0 1 0 0,1 0-1 0 0,-1 0 0 0 0,0 0 0 0 0,1 0 0 0 0,-1 0 1 0 0,1 0-1 0 0,-1 0 0 0 0,0 1 0 0 0,1-1 0 0 0,-1 0 0 0 0,1 0 1 0 0,-1 0-1 0 0,0 1 0 0 0,1-1 0 0 0,-1 0 0 0 0,0 0 1 0 0,0 1-1 0 0,1-1 0 0 0,-1 0 0 0 0,0 1 0 0 0,0-1 1 0 0,1 0-1 0 0,-1 1 0 0 0,0-1 0 0 0,0 0 0 0 0,0 1 1 0 0,1-1-1 0 0,-1 0 0 0 0,0 1 0 0 0,0-1 0 0 0,0 1 1 0 0,0-1-1 0 0,0 1 0 0 0,0-1 0 0 0,0 0 0 0 0,0 1 1 0 0,0-1-1 0 0,0 1 0 0 0,0-1 0 0 0,0 0 0 0 0,0 1 0 0 0,0-1 1 0 0,-1 1-1 0 0,2 5 32 0 0,-1-1 0 0 0,-1 1 1 0 0,1 0-1 0 0,-1-1 0 0 0,0 1 1 0 0,0 0-1 0 0,0-1 0 0 0,-1 1 0 0 0,0-1 1 0 0,-3 6-1 0 0,-28 54 297 0 0,27-54-276 0 0,-31 54 409 0 0,-1-3 0 0 0,-4-1 0 0 0,-2-2 1 0 0,-3-2-1 0 0,-74 71 0 0 0,71-91 5647 0 0,55-64-4983 0 0,-5 24-1090 0 0,0 0-1 0 0,0 0 1 0 0,0-1-1 0 0,1 1 1 0 0,0 0-1 0 0,-1 0 1 0 0,1 0-1 0 0,3-5 1 0 0,11-19 41 0 0,1 1 1 0 0,1 1-1 0 0,2 1 1 0 0,1 0-1 0 0,0 2 0 0 0,29-25 1 0 0,51-34-3942 0 0,2 14-7988 0 0,-78 53 6377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4:20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97 64 0 0,'1'-3'421'0'0,"-1"0"0"0"0,1 1 0 0 0,-1-1 0 0 0,1 0 0 0 0,0 1 0 0 0,0-1 0 0 0,0 1 1 0 0,0 0-1 0 0,1-1 0 0 0,-1 1 0 0 0,1 0 0 0 0,-1 0 0 0 0,1-1 0 0 0,0 1 0 0 0,3-2 0 0 0,-2 1-145 0 0,1 1-1 0 0,-1-1 1 0 0,1 1-1 0 0,-1 0 1 0 0,1 1 0 0 0,0-1-1 0 0,-1 1 1 0 0,1-1 0 0 0,8 0-1 0 0,-8 1-207 0 0,0 0 0 0 0,1 0 1 0 0,-1 1-1 0 0,1 0 0 0 0,-1 0 0 0 0,1 0 0 0 0,-1 1 0 0 0,0-1 1 0 0,1 1-1 0 0,-1 0 0 0 0,0 0 0 0 0,0 1 0 0 0,1-1 0 0 0,-1 1 1 0 0,0 0-1 0 0,0 0 0 0 0,-1 0 0 0 0,1 1 0 0 0,6 4 0 0 0,-6-2-28 0 0,0 0-1 0 0,0 0 0 0 0,0 1 0 0 0,0-1 1 0 0,-1 1-1 0 0,0-1 0 0 0,0 1 0 0 0,-1 0 1 0 0,0 1-1 0 0,0-1 0 0 0,0 0 0 0 0,0 0 1 0 0,-1 1-1 0 0,0-1 0 0 0,-1 1 1 0 0,0-1-1 0 0,0 1 0 0 0,0-1 0 0 0,0 1 1 0 0,-1-1-1 0 0,0 1 0 0 0,-1-1 0 0 0,1 0 1 0 0,-1 1-1 0 0,-1-1 0 0 0,1 0 0 0 0,-1 0 1 0 0,0-1-1 0 0,0 1 0 0 0,-1 0 0 0 0,1-1 1 0 0,-1 0-1 0 0,0 0 0 0 0,-1 0 1 0 0,-7 6-1 0 0,11-9 36 0 0,1-2-67 0 0,0 0-1 0 0,-1 0 0 0 0,1 1 1 0 0,0-1-1 0 0,0 0 1 0 0,0 0-1 0 0,0 0 1 0 0,0 1-1 0 0,0-1 1 0 0,0 0-1 0 0,0 0 0 0 0,-1 1 1 0 0,1-1-1 0 0,0 0 1 0 0,0 0-1 0 0,0 0 1 0 0,0 0-1 0 0,-1 1 1 0 0,1-1-1 0 0,0 0 0 0 0,0 0 1 0 0,0 0-1 0 0,-1 0 1 0 0,1 0-1 0 0,0 0 1 0 0,0 0-1 0 0,0 1 1 0 0,-1-1-1 0 0,1 0 0 0 0,0 0 1 0 0,0 0-1 0 0,-1 0 1 0 0,1 0-1 0 0,0 0 1 0 0,0 0-1 0 0,-1 0 1 0 0,1 0-1 0 0,0 0 0 0 0,0 0 1 0 0,-1 0-1 0 0,1-1 1 0 0,0 1-1 0 0,0 0 1 0 0,0 0-1 0 0,-1 0 1 0 0,1 0-1 0 0,0 0 1 0 0,0 0-1 0 0,-1-1 0 0 0,1 1 1 0 0,0 0-1 0 0,0 0 1 0 0,0 0-1 0 0,-1-8-17 0 0,1 0 0 0 0,0 0-1 0 0,0 0 1 0 0,1 0 0 0 0,0 0-1 0 0,0 0 1 0 0,1 1 0 0 0,0-1 0 0 0,0 0-1 0 0,1 1 1 0 0,0 0 0 0 0,0-1-1 0 0,1 1 1 0 0,0 0 0 0 0,0 1 0 0 0,1-1-1 0 0,6-7 1 0 0,1-1-35 0 0,0 1 0 0 0,1 0 0 0 0,0 0-1 0 0,1 2 1 0 0,1 0 0 0 0,24-16 0 0 0,-31 23 11 0 0,0 1-1 0 0,0 0 1 0 0,0 0 0 0 0,1 1-1 0 0,16-5 1 0 0,-22 8 21 0 0,0-1 0 0 0,0 1-1 0 0,0 0 1 0 0,0-1 0 0 0,0 2-1 0 0,0-1 1 0 0,0 0 0 0 0,0 0-1 0 0,0 1 1 0 0,0 0 0 0 0,0 0-1 0 0,0 0 1 0 0,0 0 0 0 0,-1 0-1 0 0,1 0 1 0 0,0 1 0 0 0,0-1-1 0 0,-1 1 1 0 0,4 3 0 0 0,3 3-14 0 0,-1 0-1 0 0,-1 1 1 0 0,12 16 0 0 0,-17-20 11 0 0,1-1 0 0 0,0 1 1 0 0,0-1-1 0 0,0 0 0 0 0,1 0 1 0 0,-1 0-1 0 0,1 0 0 0 0,0-1 1 0 0,0 1-1 0 0,0-1 0 0 0,1 0 1 0 0,-1-1-1 0 0,1 1 0 0 0,0-1 1 0 0,-1 1-1 0 0,1-1 0 0 0,0-1 0 0 0,0 1 1 0 0,1-1-1 0 0,-1 0 0 0 0,6 1 1 0 0,6-2 0 0 0,0 0 0 0 0,-1-1 0 0 0,1 0 1 0 0,-1-2-1 0 0,0 0 0 0 0,0-1 0 0 0,0 0 1 0 0,19-9-1 0 0,-11 4-60 0 0,-1-2 0 0 0,0 0-1 0 0,-1-2 1 0 0,33-24 0 0 0,-53 35 99 0 0,2-2 3 0 0,-4 4-28 0 0,0 0-1 0 0,0 0 1 0 0,0 0-1 0 0,0 0 1 0 0,0 0-1 0 0,0 0 0 0 0,0 0 1 0 0,0 0-1 0 0,0 0 1 0 0,0 0-1 0 0,0 0 0 0 0,0 0 1 0 0,0 0-1 0 0,0 0 1 0 0,-1 0-1 0 0,1 0 1 0 0,0 0-1 0 0,0 0 0 0 0,0 0 1 0 0,0 0-1 0 0,0 0 1 0 0,0 0-1 0 0,0 0 0 0 0,0 0 1 0 0,0 0-1 0 0,0 0 1 0 0,0-1-1 0 0,0 1 1 0 0,0 0-1 0 0,-3 3-3 0 0,0 0-1 0 0,0-1 1 0 0,0 1-1 0 0,0 1 1 0 0,1-1-1 0 0,-1 0 1 0 0,1 1-1 0 0,0-1 1 0 0,-3 7-1 0 0,4-8 5 0 0,0 0-1 0 0,1 0 1 0 0,-1 0-1 0 0,1 0 1 0 0,-1 0-1 0 0,1 0 1 0 0,0 0 0 0 0,0 0-1 0 0,0 1 1 0 0,0-1-1 0 0,0 0 1 0 0,0 0-1 0 0,0 0 1 0 0,1 0-1 0 0,-1 0 1 0 0,1 0-1 0 0,0 0 1 0 0,-1 0-1 0 0,1 0 1 0 0,0 0 0 0 0,0 0-1 0 0,0 0 1 0 0,1 0-1 0 0,1 2 1 0 0,1 0 50 0 0,-1-1 1 0 0,0 0-1 0 0,1-1 1 0 0,0 1-1 0 0,-1-1 1 0 0,1 1 0 0 0,0-1-1 0 0,0 0 1 0 0,1-1-1 0 0,-1 1 1 0 0,0-1-1 0 0,1 0 1 0 0,-1 0-1 0 0,0 0 1 0 0,1 0 0 0 0,7-1-1 0 0,-10 0-1 0 0,1 0 1 0 0,-1 0-1 0 0,0 0 0 0 0,0 0 0 0 0,0 0 0 0 0,0-1 1 0 0,0 1-1 0 0,0-1 0 0 0,0 0 0 0 0,0 0 1 0 0,-1 1-1 0 0,1-1 0 0 0,0 0 0 0 0,0 0 0 0 0,0-1 1 0 0,-1 1-1 0 0,1 0 0 0 0,-1-1 0 0 0,1 1 1 0 0,-1-1-1 0 0,0 1 0 0 0,1-1 0 0 0,-1 1 0 0 0,0-1 1 0 0,0 0-1 0 0,0 0 0 0 0,0 0 0 0 0,0 0 1 0 0,-1 1-1 0 0,1-1 0 0 0,0 0 0 0 0,-1 0 0 0 0,0 0 1 0 0,1-1-1 0 0,-1 1 0 0 0,0 0 0 0 0,0-3 1 0 0,0 2-47 0 0,-1 1 0 0 0,1-1 0 0 0,-1 1 1 0 0,1-1-1 0 0,-1 1 0 0 0,0-1 1 0 0,0 1-1 0 0,0-1 0 0 0,0 1 1 0 0,0 0-1 0 0,-1 0 0 0 0,1-1 1 0 0,-1 1-1 0 0,0 0 0 0 0,1 0 0 0 0,-1 0 1 0 0,0 1-1 0 0,0-1 0 0 0,0 0 1 0 0,0 1-1 0 0,-1-1 0 0 0,1 1 1 0 0,0 0-1 0 0,-1 0 0 0 0,-3-2 1 0 0,-6-1-1476 0 0,-1 0 0 0 0,1 0 0 0 0,-22-3 0 0 0,23 5-1267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4:20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25 256 0 0,'8'13'889'0'0,"1"-1"1"0"0,-2 1-1 0 0,0 0 1 0 0,9 22-1 0 0,-15-31-760 0 0,1 0 0 0 0,-1 0 1 0 0,0 0-1 0 0,0 0 0 0 0,-1 0 0 0 0,1 1 0 0 0,-1-1 1 0 0,0 0-1 0 0,0 0 0 0 0,0 1 0 0 0,0-1 0 0 0,-1 0 1 0 0,0 0-1 0 0,1 0 0 0 0,-2 1 0 0 0,1-1 0 0 0,0 0 0 0 0,-1 0 1 0 0,0-1-1 0 0,-3 7 0 0 0,4-9 5 0 0,1 0 0 0 0,-1 0 0 0 0,0 0 0 0 0,0 0 0 0 0,1 0 1 0 0,-1 0-1 0 0,0 0 0 0 0,0 0 0 0 0,0 0 0 0 0,0 0 0 0 0,0 0 0 0 0,0-1 0 0 0,0 1 0 0 0,0 0 0 0 0,0-1 0 0 0,0 1 0 0 0,-3 0 1 0 0,-7-15 1753 0 0,11 12-1846 0 0,-1 0 0 0 0,1-1 0 0 0,0 1 0 0 0,0 0 0 0 0,0 0 0 0 0,0 0 1 0 0,1 0-1 0 0,-1 0 0 0 0,0 0 0 0 0,1 0 0 0 0,-1 0 0 0 0,1 0 0 0 0,0 0 0 0 0,0 0 0 0 0,0 0 1 0 0,0 0-1 0 0,2-2 0 0 0,21-32 361 0 0,-22 33-344 0 0,8-9-146 0 0,0 1 0 0 0,0 0 0 0 0,1 0 1 0 0,0 1-1 0 0,1 0 0 0 0,20-12 0 0 0,-19 15-1729 0 0,0 0-1 0 0,0 1 0 0 0,26-9 1 0 0,-21 11-1032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4:21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166 200 472 0 0,'0'0'1219'0'0,"-1"17"459"0"0,-8-4-1286 0 0,1 0 0 0 0,-2 0 0 0 0,0-1 0 0 0,0 0 0 0 0,-1-1 1 0 0,0 0-1 0 0,-1-1 0 0 0,0 0 0 0 0,-1-1 0 0 0,0 0 0 0 0,-17 8 0 0 0,24-13-182 0 0,-2 1-56 0 0,6-7 137 0 0,8-7-300 0 0,-1-1-1 0 0,2 1 1 0 0,-1 1 0 0 0,1-1 0 0 0,1 1 0 0 0,-1 1 0 0 0,1-1 0 0 0,0 1-1 0 0,1 1 1 0 0,10-7 0 0 0,6-4-21 0 0,45-23 0 0 0,-61 35 40 0 0,1 1 1 0 0,0 0-1 0 0,0 1 0 0 0,1 0 0 0 0,-1 1 0 0 0,0 0 1 0 0,1 1-1 0 0,13-1 0 0 0,-22 2 5 0 0,0 0 0 0 0,0 0 0 0 0,0 0 0 0 0,0 1 0 0 0,0-1 0 0 0,0 0 0 0 0,0 1 0 0 0,0 0 0 0 0,0-1 0 0 0,0 1 0 0 0,0 0 0 0 0,0 0 0 0 0,0 0 0 0 0,0 0 0 0 0,-1 0 0 0 0,1 0 0 0 0,0 1 0 0 0,-1-1 0 0 0,1 1 0 0 0,-1-1 0 0 0,1 1 0 0 0,-1-1 0 0 0,0 1 0 0 0,0 0 0 0 0,0 0 0 0 0,0 0 0 0 0,0 0 0 0 0,0-1 0 0 0,0 1-1 0 0,0 0 1 0 0,-1 0 0 0 0,1 0 0 0 0,-1 1 0 0 0,0-1 0 0 0,1 4 0 0 0,-1-1 43 0 0,0 1-1 0 0,0 0 0 0 0,-1 0 1 0 0,1 0-1 0 0,-1 0 0 0 0,-1 0 1 0 0,1 0-1 0 0,-1-1 1 0 0,0 1-1 0 0,-5 9 0 0 0,14-23 8 0 0,-1 0 0 0 0,2 1-1 0 0,-1-1 1 0 0,1 2 0 0 0,0-1-1 0 0,0 1 1 0 0,1 0 0 0 0,-1 0-1 0 0,2 1 1 0 0,-1 0 0 0 0,0 1-1 0 0,18-6 1 0 0,-22 11-66 0 0,0 0 1 0 0,0 1-1 0 0,0-1 0 0 0,0 1 1 0 0,0 0-1 0 0,0 0 0 0 0,-1 0 1 0 0,1 1-1 0 0,-1-1 0 0 0,1 1 1 0 0,-1 0-1 0 0,7 7 0 0 0,1 0 15 0 0,1-2-277 0 0,0-1-1 0 0,0 0 1 0 0,1 0 0 0 0,0-2-1 0 0,0 1 1 0 0,0-2-1 0 0,1 0 1 0 0,0 0 0 0 0,0-2-1 0 0,22 2 1 0 0,-5-3-756 0 0,0-2 0 0 0,-1-1 0 0 0,60-11 0 0 0,-84 11 1307 0 0,0 0-1 0 0,0-1 1 0 0,0 0 0 0 0,-1 0-1 0 0,1 0 1 0 0,-1-1-1 0 0,0 0 1 0 0,0 0 0 0 0,8-7-1 0 0,-13 10 152 0 0,11-7 4341 0 0,-17 11-4762 0 0,0 1 47 0 0,-1-1 0 0 0,1 1 0 0 0,0 0 1 0 0,0 0-1 0 0,0 1 0 0 0,1-1 0 0 0,-1 1 0 0 0,-5 9 0 0 0,9-13-44 0 0,1-1-27 0 0,0 1 0 0 0,0-1 0 0 0,-1 1 0 0 0,1-1 0 0 0,0 1 0 0 0,0-1-1 0 0,0 1 1 0 0,-1-1 0 0 0,1 1 0 0 0,0-1 0 0 0,0 1 0 0 0,0-1 0 0 0,0 1 0 0 0,0-1 0 0 0,0 1-1 0 0,0-1 1 0 0,0 1 0 0 0,0-1 0 0 0,0 1 0 0 0,0-1 0 0 0,1 1 0 0 0,-1-1 0 0 0,0 1 0 0 0,0-1 0 0 0,0 1-1 0 0,1-1 1 0 0,-1 1 0 0 0,0-1 0 0 0,0 1 0 0 0,1-1 0 0 0,-1 0 0 0 0,0 1 0 0 0,1-1 0 0 0,-1 0-1 0 0,1 1 1 0 0,-1-1 0 0 0,1 0 0 0 0,-1 1 0 0 0,0-1 0 0 0,1 0 0 0 0,-1 0 0 0 0,1 1 0 0 0,-1-1 0 0 0,1 0-1 0 0,-1 0 1 0 0,1 0 0 0 0,-1 0 0 0 0,1 0 0 0 0,-1 0 0 0 0,2 0 0 0 0,38 0-567 0 0,-1-1 1 0 0,1-3 0 0 0,0-1-1 0 0,-1-1 1 0 0,65-21-1 0 0,-86 22 311 0 0,0-1-1 0 0,0-1 0 0 0,-1-1 0 0 0,1 0 0 0 0,-2-1 0 0 0,21-15 0 0 0,-28 17 230 0 0,0 0 0 0 0,-1 0-1 0 0,0-1 1 0 0,0 0 0 0 0,-1-1 0 0 0,0 1 0 0 0,0-1-1 0 0,-1-1 1 0 0,0 1 0 0 0,-1-1 0 0 0,8-21 0 0 0,-11 26 302 0 0,-1-1 1 0 0,0 0 0 0 0,0 1 0 0 0,0-1 0 0 0,-1 0 0 0 0,1 0 0 0 0,-2 0 0 0 0,1 1 0 0 0,-1-1-1 0 0,0 0 1 0 0,0 0 0 0 0,0 1 0 0 0,-4-11 0 0 0,4 15-231 0 0,0 0 1 0 0,1 1-1 0 0,-1-1 0 0 0,0 0 0 0 0,0 1 1 0 0,0-1-1 0 0,1 1 0 0 0,-1-1 1 0 0,0 1-1 0 0,0-1 0 0 0,0 1 0 0 0,0 0 1 0 0,0-1-1 0 0,0 1 0 0 0,0 0 0 0 0,0 0 1 0 0,0-1-1 0 0,0 1 0 0 0,0 0 1 0 0,0 0-1 0 0,0 0 0 0 0,0 1 0 0 0,0-1 1 0 0,0 0-1 0 0,0 0 0 0 0,0 0 1 0 0,0 1-1 0 0,0-1 0 0 0,0 0 0 0 0,0 1 1 0 0,1-1-1 0 0,-1 1 0 0 0,0-1 1 0 0,0 1-1 0 0,0-1 0 0 0,0 1 0 0 0,1 0 1 0 0,-1 0-1 0 0,0-1 0 0 0,1 1 1 0 0,-1 0-1 0 0,0 0 0 0 0,0 0 0 0 0,-28 35 322 0 0,17-11-422 0 0,1 0 0 0 0,2 0-1 0 0,1 1 1 0 0,0 1 0 0 0,-4 34 0 0 0,-15 51-6678 0 0,18-87 3815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4:22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299 459 7929 0 0,'-10'9'149'0'0,"-11"11"122"0"0,25-16-173 0 0,13-6 20 0 0,-4-1-69 0 0,-1-1 1 0 0,0 0 0 0 0,0-1 0 0 0,0 0-1 0 0,-1-1 1 0 0,0 0 0 0 0,0-1-1 0 0,13-11 1 0 0,-7 4 9 0 0,-1 0-1 0 0,0-1 1 0 0,26-33 0 0 0,-29 31 36 0 0,-1 0-1 0 0,-1-2 1 0 0,0 1 0 0 0,-1-1-1 0 0,-1-1 1 0 0,-1 0 0 0 0,-1 0-1 0 0,-1-1 1 0 0,0 1 0 0 0,-2-1-1 0 0,0 0 1 0 0,0-32 0 0 0,-1 1 1543 0 0,-3 50-1407 0 0,-3 8-168 0 0,-210 484 1025 0 0,82-152-491 0 0,-70 165 49 0 0,156-406-986 0 0,44-95 163 0 0,0 0-317 0 0,1-2 457 0 0,0 0 1 0 0,-1 0-1 0 0,1 0 0 0 0,0 1 0 0 0,0-1 1 0 0,0 0-1 0 0,0 0 0 0 0,0 0 0 0 0,0 0 0 0 0,-1 1 1 0 0,1-1-1 0 0,0 0 0 0 0,0 0 0 0 0,0 0 1 0 0,0 0-1 0 0,-1 0 0 0 0,1 0 0 0 0,0 1 0 0 0,0-1 1 0 0,0 0-1 0 0,-1 0 0 0 0,1 0 0 0 0,0 0 1 0 0,0 0-1 0 0,0 0 0 0 0,-1 0 0 0 0,1 0 1 0 0,0 0-1 0 0,0 0 0 0 0,0 0 0 0 0,-1 0 0 0 0,1 0 1 0 0,0 0-1 0 0,0 0 0 0 0,-1 0 0 0 0,1 0 1 0 0,0 0-1 0 0,0 0 0 0 0,0 0 0 0 0,-1-1 1 0 0,1 1-1 0 0,0 0 0 0 0,0 0 0 0 0,0 0 0 0 0,0 0 1 0 0,-1 0-1 0 0,1 0 0 0 0,0-1 0 0 0,0 1 1 0 0,0 0-1 0 0,0 0 0 0 0,0 0 0 0 0,-1-1 0 0 0,1 1 1 0 0,0 0-1 0 0,0 0 0 0 0,0 0 0 0 0,0-1 1 0 0,0 1-1 0 0,0 0 0 0 0,0-11-669 0 0,0 0 1 0 0,0 1-1 0 0,1-1 1 0 0,1 0-1 0 0,0 1 0 0 0,0-1 1 0 0,1 1-1 0 0,1 0 1 0 0,5-12-1 0 0,3-6-1789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4:22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1 173 32 0 0,'0'0'1557'0'0,"18"-9"-200"0"0,53-3-125 0 0,159-31 597 0 0,-183 32-903 0 0,0-2 0 0 0,80-35 0 0 0,-117 41 1731 0 0,-26 11-2103 0 0,11-2-538 0 0,0 0 0 0 0,-1 0 0 0 0,1 1-1 0 0,1-1 1 0 0,-1 1 0 0 0,0 0-1 0 0,1 1 1 0 0,-8 5 0 0 0,11-8 8 0 0,0 1 1 0 0,0-1-1 0 0,-1 0 1 0 0,1 1 0 0 0,0-1-1 0 0,0 1 1 0 0,0-1-1 0 0,1 1 1 0 0,-1 0 0 0 0,0-1-1 0 0,1 1 1 0 0,-1 0-1 0 0,1-1 1 0 0,-1 1-1 0 0,1 0 1 0 0,0 0 0 0 0,-1-1-1 0 0,1 1 1 0 0,0 0-1 0 0,0 0 1 0 0,1 0-1 0 0,-1-1 1 0 0,0 1 0 0 0,1 0-1 0 0,-1 0 1 0 0,1-1-1 0 0,-1 1 1 0 0,1 0-1 0 0,0-1 1 0 0,-1 1 0 0 0,1-1-1 0 0,0 1 1 0 0,0-1-1 0 0,0 1 1 0 0,1-1-1 0 0,-1 0 1 0 0,0 1 0 0 0,0-1-1 0 0,1 0 1 0 0,-1 0-1 0 0,1 0 1 0 0,-1 0-1 0 0,1 0 1 0 0,-1 0 0 0 0,1 0-1 0 0,0-1 1 0 0,-1 1-1 0 0,3 0 1 0 0,-3-1 6 0 0,0 0-1 0 0,0-1 1 0 0,0 1-1 0 0,0-1 1 0 0,0 1 0 0 0,0-1-1 0 0,0 1 1 0 0,0-1 0 0 0,0 1-1 0 0,0-1 1 0 0,-1 0 0 0 0,1 1-1 0 0,0-1 1 0 0,0 0-1 0 0,-1 0 1 0 0,1 0 0 0 0,-1 0-1 0 0,1 1 1 0 0,0-1 0 0 0,-1 0-1 0 0,0 0 1 0 0,1 0 0 0 0,-1 0-1 0 0,0 0 1 0 0,1-2-1 0 0,0 0 55 0 0,0 0 0 0 0,0 0 0 0 0,0 0 0 0 0,-1 0 0 0 0,1 0 0 0 0,-1 0 0 0 0,0 0 0 0 0,0-6 0 0 0,-1 4-56 0 0,1 1 0 0 0,-1 0 0 0 0,0 0 0 0 0,-1 0 1 0 0,1 0-1 0 0,-1 0 0 0 0,0 0 0 0 0,0 0 0 0 0,0 0 1 0 0,0 1-1 0 0,0-1 0 0 0,-1 1 0 0 0,0-1 0 0 0,-3-2 0 0 0,-24-10-2448 0 0,-13 11-5158 0 0,30 5 4573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4:23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0 616 0 0,'4'2'296'0'0,"-1"1"0"0"0,0-1 0 0 0,0 1 0 0 0,-1-1 0 0 0,1 1-1 0 0,0 0 1 0 0,-1 0 0 0 0,0 0 0 0 0,1 0 0 0 0,-1 1 0 0 0,-1-1 0 0 0,1 1 0 0 0,0-1 0 0 0,-1 1-1 0 0,2 5 1 0 0,10 55 2201 0 0,-12-62-2216 0 0,0-2-117 0 0,0 0 0 0 0,0-1 0 0 0,1 1 0 0 0,-1-1 0 0 0,0 1 0 0 0,0-1 0 0 0,0 1 0 0 0,0-1 0 0 0,0 0 0 0 0,0 0 0 0 0,0 0-1 0 0,0 1 1 0 0,0-1 0 0 0,0 0 0 0 0,0 0 0 0 0,0 0 0 0 0,-1 0 0 0 0,1 0 0 0 0,1-3 0 0 0,24-28-1197 0 0,11-12-4948 0 0,-28 33 3508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4:23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0 268 0 0,'0'0'3693'0'0,"11"29"427"0"0,-7-26-3933 0 0,0-1-1 0 0,0 1 1 0 0,0-1 0 0 0,0 1 0 0 0,1-2 0 0 0,-1 1-1 0 0,0 0 1 0 0,1-1 0 0 0,0 0 0 0 0,-1 0 0 0 0,1 0-1 0 0,0 0 1 0 0,6-1 0 0 0,69-3 863 0 0,-47 0-356 0 0,59 0-258 0 0,-47 3-8392 0 0,-30 0 5188 0 0</inkml:trace>
  <inkml:trace contextRef="#ctx0" brushRef="#br0" timeOffset="1">503 111 1080 0 0,'0'0'4489'0'0,"6"8"1723"0"0,-51-13-15841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4:24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577 61 312 0 0,'-1'-4'178'0'0,"0"1"0"0"0,0 0 0 0 0,0 0 1 0 0,0 0-1 0 0,-1 0 0 0 0,1 0 0 0 0,-1 0 0 0 0,0 0 0 0 0,0 1 0 0 0,0-1 0 0 0,0 1 1 0 0,0-1-1 0 0,-1 1 0 0 0,1 0 0 0 0,-1-1 0 0 0,1 1 0 0 0,-1 1 0 0 0,0-1 0 0 0,0 0 1 0 0,0 1-1 0 0,0-1 0 0 0,0 1 0 0 0,0 0 0 0 0,0 0 0 0 0,-1 0 0 0 0,1 1 0 0 0,0-1 1 0 0,0 1-1 0 0,-1-1 0 0 0,1 1 0 0 0,0 0 0 0 0,-1 1 0 0 0,-5 0 0 0 0,-4 0-10 0 0,0 1 0 0 0,0 1-1 0 0,0 0 1 0 0,1 1 0 0 0,0 0 0 0 0,0 1-1 0 0,-17 8 1 0 0,-1 5 105 0 0,1 1 0 0 0,0 2 0 0 0,1 1 0 0 0,2 1 1 0 0,0 1-1 0 0,1 1 0 0 0,-22 31 0 0 0,31-36-113 0 0,1 1 0 0 0,1 0 0 0 0,1 1 1 0 0,1 0-1 0 0,1 1 0 0 0,1 0 0 0 0,1 1 0 0 0,1 0 1 0 0,1 1-1 0 0,-5 40 0 0 0,10-53-106 0 0,1 1 0 0 0,1-1 0 0 0,1 1 0 0 0,-1-1 0 0 0,2 1 0 0 0,0-1 0 0 0,0 0 0 0 0,1 1 0 0 0,1-1 0 0 0,0-1 0 0 0,1 1 0 0 0,0 0 0 0 0,0-1-1 0 0,10 13 1 0 0,-5-10 3 0 0,1 0-1 0 0,1-1 1 0 0,0 0-1 0 0,1-1 1 0 0,0-1-1 0 0,1 0 1 0 0,0-1-1 0 0,1 0 1 0 0,19 9-1 0 0,5-1-13 0 0,0-2 0 0 0,1-2 0 0 0,1-1 0 0 0,-1-2-1 0 0,2-2 1 0 0,0-2 0 0 0,67 3 0 0 0,83-8-1511 0 0,-153-4-1875 0 0,47-9 0 0 0,-57 4 407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4:25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71 212 0 0,'7'-13'3424'0'0,"-6"4"-1840"0"0,-1 6-1291 0 0,0 1 0 0 0,1 0 1 0 0,-1-1-1 0 0,0 1 0 0 0,0 0 1 0 0,0-1-1 0 0,-1 1 1 0 0,1 0-1 0 0,0-1 0 0 0,-1 1 1 0 0,1 0-1 0 0,-1 0 0 0 0,0-1 1 0 0,0 1-1 0 0,-2-4 1 0 0,2 5 376 0 0,1 0-642 0 0,-1 1 0 0 0,1-1 1 0 0,0 1-1 0 0,-1 0 0 0 0,1-1 1 0 0,0 1-1 0 0,-1-1 0 0 0,1 1 0 0 0,-1 0 1 0 0,1 0-1 0 0,0-1 0 0 0,-1 1 1 0 0,1 0-1 0 0,-1 0 0 0 0,1-1 1 0 0,-1 1-1 0 0,1 0 0 0 0,-1 0 1 0 0,1 0-1 0 0,-1 0 0 0 0,1 0 1 0 0,-1 0-1 0 0,1 0 0 0 0,-1 0 1 0 0,1 0-1 0 0,-1 0 0 0 0,1 0 0 0 0,-1 0 1 0 0,1 0-1 0 0,-1 0 0 0 0,1 0 1 0 0,-1 1-1 0 0,0-1 0 0 0,-16 7 75 0 0,1 1 0 0 0,-1 0 0 0 0,1 1 0 0 0,1 1 0 0 0,0 0 0 0 0,0 1 0 0 0,1 1 0 0 0,1 0 0 0 0,-15 17 0 0 0,22-22-50 0 0,-1 0-1 0 0,1 1 0 0 0,1 0 1 0 0,-1 0-1 0 0,1 0 1 0 0,1 1-1 0 0,0 0 0 0 0,0 0 1 0 0,0 0-1 0 0,1 0 0 0 0,1 0 1 0 0,0 1-1 0 0,0-1 1 0 0,1 1-1 0 0,0 0 0 0 0,0-1 1 0 0,1 1-1 0 0,0 0 1 0 0,3 15-1 0 0,-1-17-26 0 0,1-1 1 0 0,0 0-1 0 0,0 0 1 0 0,1 0-1 0 0,0 0 1 0 0,0 0-1 0 0,0-1 1 0 0,1 0-1 0 0,0 0 1 0 0,0 0-1 0 0,1 0 1 0 0,-1-1 0 0 0,1 0-1 0 0,1 0 1 0 0,-1-1-1 0 0,1 1 1 0 0,-1-1-1 0 0,1-1 1 0 0,0 1-1 0 0,0-1 1 0 0,1-1-1 0 0,-1 1 1 0 0,1-1-1 0 0,9 1 1 0 0,-1 1-408 0 0,0-2 0 0 0,1 0 0 0 0,-1 0 0 0 0,27-2 0 0 0,-28-1-1008 0 0,-1-1 0 0 0,1 0 0 0 0,-1-1 0 0 0,25-8 0 0 0,-16 3-1672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4:26.3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38 220 0 0,'0'0'6929'0'0,"1"4"-6469"0"0,6 37 288 0 0,-2 0 1 0 0,-2 1-1 0 0,-2-1 1 0 0,-6 73-1 0 0,3-89 178 0 0,4-42-726 0 0,8-68-376 0 0,35-58-35 0 0,-45 142 207 0 0,0 1 0 0 0,0 0 0 0 0,1-1 0 0 0,-1 1 1 0 0,0-1-1 0 0,0 1 0 0 0,1 0 0 0 0,-1-1 0 0 0,1 1 0 0 0,-1 0 0 0 0,0-1 1 0 0,1 1-1 0 0,-1 0 0 0 0,1 0 0 0 0,-1-1 0 0 0,0 1 0 0 0,1 0 1 0 0,-1 0-1 0 0,1 0 0 0 0,-1 0 0 0 0,1-1 0 0 0,-1 1 0 0 0,1 0 1 0 0,-1 0-1 0 0,1 0 0 0 0,-1 0 0 0 0,1 0 0 0 0,-1 0 0 0 0,1 0 0 0 0,-1 0 1 0 0,1 1-1 0 0,-1-1 0 0 0,1 0 0 0 0,-1 0 0 0 0,1 0 0 0 0,-1 0 1 0 0,1 1-1 0 0,16 7-56 0 0,-17-8 69 0 0,7 5-19 0 0,0 1 0 0 0,0 0 1 0 0,-1 0-1 0 0,0 0 0 0 0,0 1 0 0 0,0 0 0 0 0,-1 0 1 0 0,0 1-1 0 0,7 14 0 0 0,4 5-12 0 0,-2-6 65 0 0,0 0 0 0 0,2-1 0 0 0,0 0 1 0 0,2-1-1 0 0,20 18 0 0 0,-38-37-12 0 0,1 0 0 0 0,-1 0 0 0 0,0 1 0 0 0,1-1 0 0 0,-1 0-1 0 0,1 0 1 0 0,-1 0 0 0 0,0 1 0 0 0,1-1 0 0 0,-1 0 0 0 0,1 0 0 0 0,-1 0 0 0 0,1 0 0 0 0,-1 0 0 0 0,1 0 0 0 0,-1 0 0 0 0,0 0 0 0 0,1 0 0 0 0,-1 0 0 0 0,1 0 0 0 0,-1 0 0 0 0,1 0 0 0 0,-1 0 0 0 0,0-1 0 0 0,1 1-1 0 0,-1 0 1 0 0,1 0 0 0 0,-1 0 0 0 0,0-1 0 0 0,1 1 0 0 0,-1 0 0 0 0,1 0 0 0 0,-1-1 0 0 0,0 1 0 0 0,0 0 0 0 0,1-1 0 0 0,-1 0 0 0 0,13-23 522 0 0,2-35-184 0 0,-14 53-262 0 0,10-48-337 0 0,-2 0 0 0 0,1-92 0 0 0,-10 144-535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4:27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0 528 0 0,'0'4'11341'0'0,"-1"28"-11103"0"0,-14 278 3248 0 0,3-252-3794 0 0,12-56-133 0 0,-12-31-11695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4:27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0 117 584 0 0,'12'-11'834'0'0,"0"1"0"0"0,0 0 1 0 0,1 1-1 0 0,1 0 0 0 0,0 1 0 0 0,0 1 1 0 0,0 0-1 0 0,1 1 0 0 0,21-6 0 0 0,-9 5-931 0 0,-1 0 0 0 0,1 2 0 0 0,0 1 0 0 0,47 0 0 0 0,-51 7-4485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4:27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1 125 696 0 0,'0'0'108'0'0,"-1"0"0"0"0,1 0 0 0 0,0 1 0 0 0,0-1 0 0 0,0 0-1 0 0,1 0 1 0 0,-1 0 0 0 0,0 1 0 0 0,0-1 0 0 0,0 0 0 0 0,0 0 0 0 0,0 0 0 0 0,0 1 0 0 0,0-1 0 0 0,0 0-1 0 0,0 0 1 0 0,0 0 0 0 0,0 0 0 0 0,1 1 0 0 0,-1-1 0 0 0,0 0 0 0 0,0 0 0 0 0,0 0 0 0 0,0 0-1 0 0,0 0 1 0 0,1 1 0 0 0,-1-1 0 0 0,0 0 0 0 0,0 0 0 0 0,0 0 0 0 0,1 0 0 0 0,-1 0 0 0 0,0 0 0 0 0,0 0-1 0 0,0 0 1 0 0,1 0 0 0 0,-1 0 0 0 0,0 0 0 0 0,0 0 0 0 0,0 0 0 0 0,1 0 0 0 0,-1 0 0 0 0,0 0 0 0 0,0 0-1 0 0,0 0 1 0 0,1 0 0 0 0,-1 0 0 0 0,21-4 1862 0 0,32-14-1929 0 0,-36 12 745 0 0,116-44-537 0 0,-46 11-5142 0 0,-62 27 2629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4:28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1 624 0 0,'26'2'536'0'0,"0"2"0"0"0,0 0 0 0 0,0 2 0 0 0,-1 1 0 0 0,0 1 0 0 0,0 1 0 0 0,-1 1 0 0 0,0 2 0 0 0,-1 0 0 0 0,0 1 0 0 0,-1 2 0 0 0,-1 0 0 0 0,0 1 0 0 0,26 26 0 0 0,-35-30-389 0 0,0 1-1 0 0,-1-1 1 0 0,-1 2-1 0 0,0 0 1 0 0,-1 0-1 0 0,-1 0 1 0 0,0 1-1 0 0,-1 0 1 0 0,0 1-1 0 0,-2 0 1 0 0,1 0-1 0 0,-2 0 1 0 0,0 0-1 0 0,-1 1 1 0 0,-1 0-1 0 0,-1 0 1 0 0,0-1-1 0 0,-1 1 1 0 0,0 0-1 0 0,-2 0 1 0 0,0-1-1 0 0,-1 1 1 0 0,-7 24-1 0 0,3-22 6 0 0,0-1 0 0 0,-2 1 0 0 0,0-2-1 0 0,-1 1 1 0 0,-1-1 0 0 0,0-1-1 0 0,-1 0 1 0 0,-1 0 0 0 0,-1-1-1 0 0,0-1 1 0 0,0-1 0 0 0,-21 15 0 0 0,-13 6 779 0 0,-1-3 1 0 0,-99 47 0 0 0,57-44 299 0 0,88-33-1541 0 0,-11-5-3700 0 0,6 1-2792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4:38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526 421 272 0 0,'1'1'339'0'0,"1"0"0"0"0,-1-1 0 0 0,0 1-1 0 0,-1 0 1 0 0,1 0 0 0 0,0 0 0 0 0,0 0 0 0 0,0 0 0 0 0,0 0-1 0 0,-1 0 1 0 0,1 0 0 0 0,0 1 0 0 0,-1-1 0 0 0,1 0 0 0 0,-1 0 0 0 0,0 1-1 0 0,1 1 1 0 0,-7 22 51 0 0,-1 0-1 0 0,-1-1 1 0 0,-1 1-1 0 0,-1-2 1 0 0,-2 1-1 0 0,0-1 0 0 0,-1-1 1 0 0,-1 0-1 0 0,-25 28 1 0 0,32-42-293 0 0,-1 0-1 0 0,0 0 1 0 0,0-1 0 0 0,-1-1 0 0 0,0 1-1 0 0,0-2 1 0 0,-1 1 0 0 0,1-1 0 0 0,-1 0-1 0 0,0-1 1 0 0,-11 3 0 0 0,12-5-40 0 0,0 0 0 0 0,0-1 0 0 0,0 0 0 0 0,0-1 0 0 0,1 0 1 0 0,-1-1-1 0 0,0 1 0 0 0,0-2 0 0 0,0 1 0 0 0,1-1 0 0 0,-1-1 1 0 0,1 1-1 0 0,-1-1 0 0 0,1-1 0 0 0,-11-5 0 0 0,10 3-18 0 0,-1 1 0 0 0,1-1-1 0 0,0 0 1 0 0,1-1 0 0 0,0 0 0 0 0,0-1 0 0 0,0 0-1 0 0,1 0 1 0 0,0 0 0 0 0,0-1 0 0 0,1 0-1 0 0,0 0 1 0 0,-8-20 0 0 0,9 15 2 0 0,0-1 0 0 0,1 1 0 0 0,0-1-1 0 0,1 0 1 0 0,1 0 0 0 0,1 0 0 0 0,0-1 0 0 0,0 1 0 0 0,3-19 0 0 0,1 11 8 0 0,1 0 0 0 0,0 0 1 0 0,2 0-1 0 0,1 1 1 0 0,0 0-1 0 0,2 0 0 0 0,0 0 1 0 0,2 2-1 0 0,0-1 0 0 0,1 1 1 0 0,1 1-1 0 0,30-35 1 0 0,-25 38-36 0 0,-1 1 1 0 0,2 1-1 0 0,0 0 0 0 0,1 1 1 0 0,0 1-1 0 0,1 1 1 0 0,0 1-1 0 0,1 1 1 0 0,0 1-1 0 0,0 0 1 0 0,1 2-1 0 0,0 1 1 0 0,0 0-1 0 0,0 2 0 0 0,1 1 1 0 0,-1 1-1 0 0,1 0 1 0 0,-1 2-1 0 0,1 1 1 0 0,25 5-1 0 0,-20-1 7 0 0,-1 0-1 0 0,0 2 1 0 0,0 0-1 0 0,0 3 1 0 0,-1 0 0 0 0,-1 1-1 0 0,0 2 1 0 0,0 1-1 0 0,-2 0 1 0 0,0 2-1 0 0,0 1 1 0 0,-2 1 0 0 0,-1 1-1 0 0,0 1 1 0 0,33 43-1 0 0,-37-41 11 0 0,-1 2 0 0 0,-2 0-1 0 0,0 1 1 0 0,-2 0 0 0 0,0 1-1 0 0,-2 1 1 0 0,-1-1 0 0 0,5 32-1 0 0,-12-49-56 0 0,0 1 1 0 0,-1-1-1 0 0,0 1 0 0 0,-1 0 0 0 0,0 0 0 0 0,-1-1 0 0 0,0 1 1 0 0,0 0-1 0 0,-2-1 0 0 0,1 1 0 0 0,-1-1 0 0 0,0 0 0 0 0,-1 0 1 0 0,-1 0-1 0 0,1 0 0 0 0,-1-1 0 0 0,-1 0 0 0 0,0 0 0 0 0,0 0 1 0 0,-1-1-1 0 0,0 0 0 0 0,0 0 0 0 0,-1 0 0 0 0,-15 11 0 0 0,13-12-398 0 0,-1-1-1 0 0,1 0 0 0 0,-1 0 1 0 0,0-1-1 0 0,0 0 0 0 0,-14 4 1 0 0,15-7-728 0 0,1 0 1 0 0,-1 0-1 0 0,0-1 1 0 0,-17 0-1 0 0,-5-3-1923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4:38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0 206 384 0 0,'8'-8'1208'0'0,"-4"0"-140"0"0,5 3-92 0 0,4-5-108 0 0,5 1-92 0 0,7-4-75 0 0,14-7-65 0 0,3 3-64 0 0,2 2-60 0 0,8-1-176 0 0,2 1-220 0 0,21-3-288 0 0,2 3-364 0 0,-3 1-708 0 0,1 4-1345 0 0,0-3 597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4:38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230 130 264 0 0,'5'-11'1327'0'0,"-2"0"-1"0"0,1 0 1 0 0,-1 0 0 0 0,2-24 0 0 0,-4 34-1210 0 0,-1-1 0 0 0,0 0 0 0 0,0 0 0 0 0,0 0 0 0 0,0 0 0 0 0,0 1 0 0 0,0-1 0 0 0,0 0 0 0 0,-1 0 0 0 0,1 0 0 0 0,-1 1 0 0 0,1-1 0 0 0,-1 0 0 0 0,0 1 0 0 0,0-1 0 0 0,0 0 0 0 0,0 1 0 0 0,0-1 0 0 0,0 1 0 0 0,0-1 0 0 0,0 1 0 0 0,0 0 0 0 0,-1 0 0 0 0,1-1 1 0 0,-1 1-1 0 0,1 0 0 0 0,-1 0 0 0 0,1 0 0 0 0,-1 0 0 0 0,1 1 0 0 0,-1-1 0 0 0,0 0 0 0 0,0 1 0 0 0,1-1 0 0 0,-1 1 0 0 0,0-1 0 0 0,0 1 0 0 0,0 0 0 0 0,1 0 0 0 0,-1 0 0 0 0,-3 0 0 0 0,-4 1-15 0 0,-1 0-1 0 0,1 0 1 0 0,-1 1 0 0 0,1 0-1 0 0,0 1 1 0 0,0 0 0 0 0,0 0-1 0 0,0 1 1 0 0,1 0 0 0 0,-1 1-1 0 0,1 0 1 0 0,0 0 0 0 0,0 1 0 0 0,1 0-1 0 0,-12 11 1 0 0,14-12-65 0 0,0 0 1 0 0,0 1-1 0 0,1-1 1 0 0,0 1-1 0 0,0 0 0 0 0,0 1 1 0 0,0-1-1 0 0,1 0 1 0 0,0 1-1 0 0,1 0 1 0 0,-1 0-1 0 0,1 0 0 0 0,1 0 1 0 0,-1 0-1 0 0,1 0 1 0 0,0 0-1 0 0,1 1 1 0 0,0-1-1 0 0,0 0 0 0 0,0 1 1 0 0,2 6-1 0 0,0-8-37 0 0,1-1-1 0 0,-1 1 1 0 0,1-1 0 0 0,0 1-1 0 0,0-1 1 0 0,0 0-1 0 0,1 0 1 0 0,0-1 0 0 0,0 1-1 0 0,0-1 1 0 0,0 0-1 0 0,1 0 1 0 0,0 0-1 0 0,0-1 1 0 0,0 1 0 0 0,0-1-1 0 0,0 0 1 0 0,6 2-1 0 0,10 4-225 0 0,0-1-1 0 0,0 0 1 0 0,31 6-1 0 0,-16-7-570 0 0,1-1-1 0 0,64 1 0 0 0,14-10-4641 0 0,-61-1 2334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4:39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127 182 576 0 0,'0'-1'318'0'0,"0"0"1"0"0,-1 0-1 0 0,1 1 0 0 0,0-1 0 0 0,-1 0 1 0 0,1 0-1 0 0,-1 0 0 0 0,1 1 1 0 0,-1-1-1 0 0,1 0 0 0 0,-1 1 0 0 0,0-1 1 0 0,1 1-1 0 0,-1-1 0 0 0,0 0 1 0 0,1 1-1 0 0,-1-1 0 0 0,0 1 0 0 0,0 0 1 0 0,0-1-1 0 0,1 1 0 0 0,-1 0 1 0 0,0-1-1 0 0,0 1 0 0 0,-1 0 0 0 0,1 0-174 0 0,1 1 0 0 0,-1 0 0 0 0,0-1 0 0 0,1 1 0 0 0,-1 0 0 0 0,0 0 0 0 0,1 0-1 0 0,-1-1 1 0 0,1 1 0 0 0,-1 0 0 0 0,1 0 0 0 0,-1 0 0 0 0,1 0 0 0 0,0 0-1 0 0,-1 0 1 0 0,1 0 0 0 0,0 0 0 0 0,0 1 0 0 0,-6 72-907 0 0,5-52 1844 0 0,-14 199 736 0 0,14-215-1744 0 0,0 0 0 0 0,0 0 0 0 0,-1 0 0 0 0,1 0 1 0 0,-1-1-1 0 0,0 1 0 0 0,-1-1 0 0 0,1 0 0 0 0,-5 7 0 0 0,6-11-62 0 0,1-1 0 0 0,-1 0 0 0 0,1 1 0 0 0,-1-1 0 0 0,1 0 0 0 0,-1 1 0 0 0,1-1 0 0 0,-1 0-1 0 0,1 0 1 0 0,-1 0 0 0 0,1 0 0 0 0,-1 1 0 0 0,0-1 0 0 0,1 0 0 0 0,-1 0 0 0 0,1 0 0 0 0,-1 0 0 0 0,0 0 0 0 0,1 0-1 0 0,-1 0 1 0 0,1 0 0 0 0,-1-1 0 0 0,1 1 0 0 0,-1 0 0 0 0,0 0 0 0 0,1 0 0 0 0,-1-1 0 0 0,1 1 0 0 0,-1 0-1 0 0,1-1 1 0 0,-1 1 0 0 0,1 0 0 0 0,-1-1 0 0 0,0 0 0 0 0,-12-10 114 0 0,10 7-103 0 0,0 0-1 0 0,0-1 1 0 0,1 1-1 0 0,0-1 1 0 0,0 1-1 0 0,0-1 1 0 0,0 0-1 0 0,1 0 1 0 0,0 0-1 0 0,0 0 1 0 0,0 0-1 0 0,0-7 1 0 0,2-62 134 0 0,-1 60-123 0 0,2-3 9 0 0,0-1 0 0 0,1 1 0 0 0,1 0 0 0 0,0 0 0 0 0,1 0 0 0 0,1 0-1 0 0,1 1 1 0 0,0 0 0 0 0,1 0 0 0 0,1 1 0 0 0,1 0 0 0 0,0 0 0 0 0,0 1-1 0 0,1 1 1 0 0,1 0 0 0 0,26-22 0 0 0,-23 23-38 0 0,1 0-1 0 0,0 1 1 0 0,0 1 0 0 0,1 0-1 0 0,1 1 1 0 0,0 1 0 0 0,0 1-1 0 0,0 0 1 0 0,1 2 0 0 0,0 0-1 0 0,0 1 1 0 0,0 1 0 0 0,1 0-1 0 0,-1 2 1 0 0,21 1-1 0 0,-37-1-162 0 0,1 1-1 0 0,0 0 0 0 0,-1 0 0 0 0,1 1 1 0 0,-1-1-1 0 0,1 1 0 0 0,0 0 0 0 0,-1-1 0 0 0,1 2 1 0 0,-1-1-1 0 0,0 0 0 0 0,1 1 0 0 0,-1-1 0 0 0,0 1 1 0 0,0 0-1 0 0,0 0 0 0 0,0 0 0 0 0,0 1 0 0 0,-1-1 1 0 0,1 1-1 0 0,-1-1 0 0 0,1 1 0 0 0,-1 0 0 0 0,0 0 1 0 0,0 0-1 0 0,0 0 0 0 0,0 1 0 0 0,-1-1 0 0 0,3 6 1 0 0,-4-7-137 0 0,0-1 1 0 0,0 1 0 0 0,0-1-1 0 0,0 0 1 0 0,0 1 0 0 0,0-1-1 0 0,-1 1 1 0 0,1-1-1 0 0,0 0 1 0 0,-1 1 0 0 0,1-1-1 0 0,-1 0 1 0 0,1 1 0 0 0,-1-1-1 0 0,-1 2 1 0 0,1 0-612 0 0,-7 14-2340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4:39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8 108 72 0 0,'-1'0'123'0'0,"1"0"0"0"0,-1 0-1 0 0,1 0 1 0 0,0 0 0 0 0,-1 1 0 0 0,1-1 0 0 0,-1 0-1 0 0,1 0 1 0 0,0 1 0 0 0,-1-1 0 0 0,1 0-1 0 0,0 0 1 0 0,0 1 0 0 0,-1-1 0 0 0,1 0 0 0 0,0 1-1 0 0,0-1 1 0 0,-1 1 0 0 0,1-1 0 0 0,0 0 0 0 0,0 1-1 0 0,0-1 1 0 0,0 1 0 0 0,0-1 0 0 0,-1 0-1 0 0,1 1 1 0 0,0-1 0 0 0,0 1 0 0 0,0-1 0 0 0,0 1-1 0 0,0-1 1 0 0,0 0 0 0 0,0 1 0 0 0,1-1 0 0 0,-1 1-1 0 0,0-1 1 0 0,0 0 0 0 0,0 1 0 0 0,0-1-1 0 0,0 1 1 0 0,1 0 0 0 0,17-4 3558 0 0,-9 0-4436 0 0,243-68 2153 0 0,-136 36-6849 0 0,-87 24 3141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4:40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251 26 984 0 0,'0'0'988'0'0,"-1"-25"6492"0"0,-3 25-7371 0 0,1-1-1 0 0,0 1 1 0 0,0 0-1 0 0,0 0 1 0 0,0 0-1 0 0,-1 1 1 0 0,1-1-1 0 0,0 1 1 0 0,0-1-1 0 0,0 1 1 0 0,0 0-1 0 0,0 0 1 0 0,0 1-1 0 0,0-1 1 0 0,0 1-1 0 0,0-1 1 0 0,1 1-1 0 0,-5 4 0 0 0,-53 44 652 0 0,47-38-514 0 0,-1 1-53 0 0,1 0 1 0 0,0 1-1 0 0,1 1 0 0 0,1 0 1 0 0,-12 20-1 0 0,19-28-148 0 0,0 0 0 0 0,0 0 0 0 0,1 0 0 0 0,1 0 1 0 0,-1 0-1 0 0,1 1 0 0 0,0-1 0 0 0,0 1 0 0 0,1 0 0 0 0,0-1 1 0 0,1 1-1 0 0,0 0 0 0 0,0-1 0 0 0,0 1 0 0 0,3 11 0 0 0,-2-16-52 0 0,0 0-1 0 0,0 0 0 0 0,0 0 0 0 0,1 0 0 0 0,-1-1 1 0 0,1 1-1 0 0,-1 0 0 0 0,1-1 0 0 0,0 1 1 0 0,0-1-1 0 0,0 0 0 0 0,1 1 0 0 0,-1-1 1 0 0,0 0-1 0 0,1-1 0 0 0,-1 1 0 0 0,1 0 1 0 0,0-1-1 0 0,0 1 0 0 0,0-1 0 0 0,-1 0 0 0 0,1 0 1 0 0,5 1-1 0 0,7 1-84 0 0,0-1 1 0 0,0 0 0 0 0,29-1-1 0 0,-33-1 29 0 0,1 0 0 0 0,-1 1 0 0 0,0 0 0 0 0,12 3 0 0 0,-20-4 99 0 0,1 1 0 0 0,-1 0 1 0 0,0 0-1 0 0,1 1 0 0 0,-1-1 0 0 0,0 1 0 0 0,0-1 1 0 0,0 1-1 0 0,-1 0 0 0 0,1 0 0 0 0,0 1 1 0 0,-1-1-1 0 0,1 0 0 0 0,-1 1 0 0 0,0-1 0 0 0,1 1 1 0 0,-2 0-1 0 0,1 0 0 0 0,0 0 0 0 0,0 0 0 0 0,-1 0 1 0 0,0 0-1 0 0,1 1 0 0 0,-1-1 0 0 0,0 0 1 0 0,-1 1-1 0 0,1-1 0 0 0,-1 0 0 0 0,1 1 0 0 0,-1-1 1 0 0,0 1-1 0 0,0-1 0 0 0,-1 6 0 0 0,0 31 771 0 0,-8 44 0 0 0,2-31-3324 0 0,0-8-4888 0 0,6-35 3772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4:49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76 196 0 0,'0'0'717'0'0,"15"-30"4103"0"0,9-15 410 0 0,-25 51-5193 0 0,-1 7 0 0 0,1 1 0 0 0,1 0 0 0 0,0 0-1 0 0,0-1 1 0 0,1 1 0 0 0,5 20 0 0 0,-6-33-33 0 0,0-1 0 0 0,1 1 1 0 0,-1-1-1 0 0,1 1 1 0 0,-1 0-1 0 0,0-1 0 0 0,1 1 1 0 0,-1-1-1 0 0,1 1 0 0 0,-1-1 1 0 0,1 1-1 0 0,0-1 1 0 0,-1 1-1 0 0,1-1 0 0 0,-1 0 1 0 0,1 1-1 0 0,0-1 0 0 0,-1 0 1 0 0,1 0-1 0 0,0 1 0 0 0,-1-1 1 0 0,1 0-1 0 0,0 0 1 0 0,0 0-1 0 0,-1 0 0 0 0,1 0 1 0 0,0 0-1 0 0,0 0 0 0 0,-1 0 1 0 0,1 0-1 0 0,0 0 1 0 0,-1 0-1 0 0,1 0 0 0 0,0-1 1 0 0,0 1-1 0 0,30-12 50 0 0,-21 9-42 0 0,58-25 37 0 0,-36 14-51 0 0,62-18 0 0 0,-86 29-5 0 0,0 2 0 0 0,1-1-1 0 0,-1 1 1 0 0,0 0-1 0 0,0 1 1 0 0,1 0 0 0 0,-1 0-1 0 0,1 1 1 0 0,-1 0 0 0 0,0 0-1 0 0,0 1 1 0 0,15 5-1 0 0,-21-7 11 0 0,0 1-1 0 0,0-1 1 0 0,0 1-1 0 0,0 0 1 0 0,0 0-1 0 0,0 0 0 0 0,0 0 1 0 0,-1 0-1 0 0,1 0 1 0 0,0 0-1 0 0,-1 1 0 0 0,1-1 1 0 0,-1 1-1 0 0,1-1 1 0 0,-1 1-1 0 0,1-1 1 0 0,-1 1-1 0 0,0 0 0 0 0,0 0 1 0 0,0 0-1 0 0,0-1 1 0 0,0 1-1 0 0,-1 0 1 0 0,1 0-1 0 0,0 0 0 0 0,-1 0 1 0 0,0 0-1 0 0,1 1 1 0 0,-1-1-1 0 0,0 0 1 0 0,0 3-1 0 0,-2-1-27 0 0,1-1 0 0 0,-1 1 0 0 0,0 0 0 0 0,0-1 0 0 0,0 1 0 0 0,0-1 0 0 0,-1 0 0 0 0,1 0-1 0 0,-1 0 1 0 0,0 0 0 0 0,0 0 0 0 0,0 0 0 0 0,0-1 0 0 0,0 0 0 0 0,-6 4 0 0 0,-25 10-1418 0 0,7-14-3913 0 0,11-6 2932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4:50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44 224 0 0,'-1'-39'9290'0'0,"1"39"-9357"0"0,0 0-1 0 0,0-1 1 0 0,1 1-1 0 0,-1-1 0 0 0,0 1 1 0 0,1 0-1 0 0,-1-1 1 0 0,1 1-1 0 0,-1 0 1 0 0,1 0-1 0 0,-1-1 1 0 0,0 1-1 0 0,1 0 1 0 0,-1 0-1 0 0,1 0 0 0 0,-1-1 1 0 0,1 1-1 0 0,-1 0 1 0 0,1 0-1 0 0,-1 0 1 0 0,1 0-1 0 0,-1 0 1 0 0,1 0-1 0 0,-1 0 1 0 0,1 0-1 0 0,-1 0 0 0 0,1 0 1 0 0,-1 0-1 0 0,1 1 1 0 0,-1-1-1 0 0,1 0 1 0 0,-1 0-1 0 0,1 0 1 0 0,-1 1-1 0 0,1-1 0 0 0,0 1 1 0 0,11 2-2870 0 0,11 3 643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4:50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13 1104 0 0,'11'-13'11018'0'0,"-11"29"-10781"0"0,-1 0-1 0 0,-1-1 1 0 0,0 1 0 0 0,-1-1 0 0 0,-1 1-1 0 0,0-1 1 0 0,-8 18 0 0 0,3-11-859 0 0,-1-1 0 0 0,-16 25 0 0 0,22-39 155 0 0,4-6 86 0 0,-1 0-1 0 0,1 0 1 0 0,-1 0 0 0 0,1 0-1 0 0,-1 0 1 0 0,1 0-1 0 0,-1 0 1 0 0,0 0-1 0 0,1-1 1 0 0,-1 1 0 0 0,0 0-1 0 0,0-1 1 0 0,1 1-1 0 0,-1 0 1 0 0,0-1 0 0 0,0 1-1 0 0,-2 0 1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4:51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83 92 0 0,'-6'-58'6561'0'0,"6"56"-5814"0"0,0-8 1045 0 0,0-2-2113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4:51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1 316 0 0,'1'4'703'0'0,"0"-1"-229"0"0,-1 0 0 0 0,1-1 0 0 0,0 1 0 0 0,0 0 0 0 0,0 0 0 0 0,0-1 0 0 0,0 1 0 0 0,1 0 0 0 0,-1-1 0 0 0,1 1 0 0 0,0-1 0 0 0,0 0 0 0 0,0 1 0 0 0,3 2 0 0 0,-4-5-212 0 0,3 1-157 0 0,0 0 0 0 0,0-1 0 0 0,0 0 0 0 0,0 0 0 0 0,0 0 0 0 0,-1 0 1 0 0,1-1-1 0 0,0 1 0 0 0,4-2 0 0 0,3 0 38 0 0,121-8 1444 0 0,-130 10-1545 0 0,5 3-405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4:52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14 640 0 0,'32'-13'7273'0'0,"-30"13"-7199"0"0,1 0 0 0 0,-1 1 0 0 0,0-1 0 0 0,0 1 0 0 0,0 0 0 0 0,1-1 1 0 0,-1 1-1 0 0,0 0 0 0 0,0 1 0 0 0,0-1 0 0 0,-1 0 0 0 0,1 0 1 0 0,0 1-1 0 0,0-1 0 0 0,-1 1 0 0 0,1-1 0 0 0,-1 1 0 0 0,1 0 0 0 0,1 3 1 0 0,5 6 50 0 0,-2-1 0 0 0,1 1 0 0 0,-1 1 1 0 0,-1-1-1 0 0,0 1 0 0 0,0 0 1 0 0,-1 1-1 0 0,-1-1 0 0 0,0 1 0 0 0,-1-1 1 0 0,1 16-1 0 0,-3-26-42 0 0,-1 6-89 0 0,1-8 18 0 0,0 0 1 0 0,0-1-1 0 0,0 1 1 0 0,1 0-1 0 0,-1 0 1 0 0,0 0-1 0 0,0 0 1 0 0,0 0-1 0 0,0 0 0 0 0,0 0 1 0 0,0-1-1 0 0,0 1 1 0 0,0 0-1 0 0,0 0 1 0 0,1 0-1 0 0,-1 0 1 0 0,0 0-1 0 0,0 0 1 0 0,0 0-1 0 0,0 0 1 0 0,0 0-1 0 0,0 0 1 0 0,1 0-1 0 0,-1 0 1 0 0,0 0-1 0 0,0 0 0 0 0,0 0 1 0 0,0 0-1 0 0,0 0 1 0 0,1 0-1 0 0,-1 0 1 0 0,0 0-1 0 0,0 0 1 0 0,0 0-1 0 0,0 0 1 0 0,0 0-1 0 0,1 0 1 0 0,-1 0-1 0 0,0 0 1 0 0,0 0-1 0 0,0 0 1 0 0,0 0-1 0 0,0 0 0 0 0,0 0 1 0 0,0 1-1 0 0,1-1 1 0 0,-1 0-1 0 0,0 0 1 0 0,0 0-1 0 0,0 0 1 0 0,0 0-1 0 0,0 0 1 0 0,0 0-1 0 0,0 1 1 0 0,0-1-1 0 0,0 0 1 0 0,0 0-1 0 0,0 0 1 0 0,0 0-1 0 0,0 0 0 0 0,0 0 1 0 0,0 1-1 0 0,0-1 1 0 0,0 0-1 0 0,0 0 1 0 0,0 0-1 0 0,0 0 1 0 0,41-33 152 0 0,84-54 1 0 0,-122 85-143 0 0,0 0 1 0 0,0 1-1 0 0,-1-1 0 0 0,1 1 1 0 0,0 0-1 0 0,0 0 0 0 0,0 0 1 0 0,1 0-1 0 0,-1 1 0 0 0,0-1 1 0 0,0 1-1 0 0,0 0 0 0 0,1 0 1 0 0,-1 0-1 0 0,0 0 0 0 0,0 1 0 0 0,0-1 1 0 0,0 1-1 0 0,1-1 0 0 0,-1 1 1 0 0,0 0-1 0 0,0 1 0 0 0,0-1 1 0 0,-1 0-1 0 0,1 1 0 0 0,0 0 1 0 0,0-1-1 0 0,-1 1 0 0 0,1 0 1 0 0,-1 0-1 0 0,3 4 0 0 0,17 25 334 0 0,-6-9-2420 0 0,-5-9-3571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5:08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447 142 416 0 0,'2'-68'6899'0'0,"-2"66"-6364"0"0,-12-45 2502 0 0,10 45-2986 0 0,0 0 0 0 0,1 0 0 0 0,-1 0 1 0 0,0 0-1 0 0,0 0 0 0 0,-1 1 0 0 0,1-1 0 0 0,0 1 0 0 0,-1 0 1 0 0,1-1-1 0 0,-1 1 0 0 0,1 0 0 0 0,-1 0 0 0 0,1 1 0 0 0,-1-1 1 0 0,0 1-1 0 0,1-1 0 0 0,-1 1 0 0 0,0 0 0 0 0,-4 0 0 0 0,-3 0 5 0 0,0 0 0 0 0,0 1 0 0 0,0 0 0 0 0,-13 4 0 0 0,-8 5 3 0 0,0 2 0 0 0,0 1 0 0 0,1 1 0 0 0,1 2-1 0 0,0 1 1 0 0,-37 29 0 0 0,60-41-53 0 0,0 0-1 0 0,-1 1 1 0 0,2-1 0 0 0,-1 1-1 0 0,1 1 1 0 0,0-1 0 0 0,0 1-1 0 0,1 0 1 0 0,0 0 0 0 0,0 0-1 0 0,1 1 1 0 0,-5 13 0 0 0,7-17-3 0 0,0 0 1 0 0,0 1-1 0 0,0-1 1 0 0,1 0-1 0 0,0 1 1 0 0,0-1-1 0 0,0 1 1 0 0,0-1 0 0 0,1 0-1 0 0,-1 1 1 0 0,1-1-1 0 0,0 0 1 0 0,1 1-1 0 0,-1-1 1 0 0,1 0-1 0 0,0 0 1 0 0,0 0-1 0 0,0 0 1 0 0,0-1-1 0 0,1 1 1 0 0,-1 0 0 0 0,1-1-1 0 0,0 0 1 0 0,6 6-1 0 0,5 2 34 0 0,0-1 1 0 0,1-1-1 0 0,0 0 0 0 0,1-1 0 0 0,-1 0 1 0 0,2-1-1 0 0,-1-1 0 0 0,1-1 0 0 0,0 0 1 0 0,0-1-1 0 0,23 2 0 0 0,7-1-1123 0 0,1-3-1 0 0,92-6 0 0 0,-103-1-3868 0 0,-16 2 2116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5:09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67 153 736 0 0,'6'-16'4748'0'0,"-2"9"594"0"0,-6 42-5009 0 0,-2-1-1 0 0,-2 0 1 0 0,-1-1-1 0 0,-2 0 0 0 0,0 0 1 0 0,-25 53-1 0 0,33-85-186 0 0,0 3 54 0 0,-1 0-235 0 0,1-5 1411 0 0,6-42-1239 0 0,3 0 1 0 0,1 1-1 0 0,2 0 0 0 0,2 0 1 0 0,22-46-1 0 0,-29 70-116 0 0,33-44-114 0 0,-38 60 62 0 0,36 16-97 0 0,-12 3 102 0 0,-2 2 0 0 0,1 1 1 0 0,-2 1-1 0 0,28 34 0 0 0,18 17-76 0 0,-50-54 47 0 0,-8-8 0 0 0,0 0 0 0 0,0-1 1 0 0,23 15-1 0 0,-32-23 112 0 0,9-3 140 0 0,-10 2-187 0 0,1-1 0 0 0,0 1 0 0 0,0 0-1 0 0,-1 0 1 0 0,1 0 0 0 0,0 0 0 0 0,-1-1 0 0 0,1 1-1 0 0,0 0 1 0 0,-1 0 0 0 0,1-1 0 0 0,0 1 0 0 0,-1-1 0 0 0,1 1-1 0 0,-1 0 1 0 0,1-1 0 0 0,-1 1 0 0 0,1-1 0 0 0,-1 0-1 0 0,1 1 1 0 0,-1-1 0 0 0,0 1 0 0 0,1-1 0 0 0,-1 0-1 0 0,0 1 1 0 0,1-1 0 0 0,-1-1 0 0 0,13-25 308 0 0,-1 0 0 0 0,-2-2 0 0 0,0 1-1 0 0,-2-1 1 0 0,6-44 0 0 0,-11 55-342 0 0,0 1 1 0 0,1-1-1 0 0,10-25 0 0 0,-13 41-504 0 0,0-5-596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5:10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1 154 572 0 0,'0'0'8008'0'0,"2"3"-7585"0"0,1 4-174 0 0,0-1-1 0 0,0 1 1 0 0,0 0-1 0 0,-1-1 0 0 0,0 1 1 0 0,0 0-1 0 0,1 14 0 0 0,4 62 1027 0 0,-5-52-849 0 0,-1 35 312 0 0,-1-45-350 0 0,0 0-1 0 0,7 39 1354 0 0,-8-66-1765 0 0,-3-18-18 0 0,2 0 0 0 0,0 0-1 0 0,1-1 1 0 0,2 1 0 0 0,0 0-1 0 0,2 0 1 0 0,1 0-1 0 0,11-42 1 0 0,-10 50 72 0 0,1 1 0 0 0,1 0 0 0 0,0 0-1 0 0,1 0 1 0 0,1 1 0 0 0,0 0 0 0 0,1 1 0 0 0,0 0 0 0 0,1 1-1 0 0,0 0 1 0 0,1 0 0 0 0,0 1 0 0 0,1 1 0 0 0,15-10-1 0 0,-20 15-104 0 0,1 0-1 0 0,-1 0 0 0 0,1 1 0 0 0,0 0 0 0 0,15-4 0 0 0,-20 7-195 0 0,-1 0 0 0 0,1 1 0 0 0,0-1 0 0 0,0 1 0 0 0,-1 0 0 0 0,1 0 0 0 0,0 0 0 0 0,0 1 0 0 0,0-1 0 0 0,-1 1 0 0 0,1 0 0 0 0,0 0 1 0 0,-1 0-1 0 0,1 0 0 0 0,-1 1 0 0 0,7 3 0 0 0,-10-4-64 0 0,1 0-1 0 0,0 0 1 0 0,-1 0 0 0 0,1 0 0 0 0,-1 0 0 0 0,0 1 0 0 0,1-1 0 0 0,-1 0 0 0 0,0 0-1 0 0,0 0 1 0 0,1 1 0 0 0,-1-1 0 0 0,0 0 0 0 0,0 1 0 0 0,-1-1 0 0 0,1 0 0 0 0,0 0 0 0 0,-1 2-1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5:10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36 912 0 0,'0'1'127'0'0,"0"-1"0"0"0,0 0 0 0 0,-1 0 0 0 0,1 0 1 0 0,0 0-1 0 0,0 1 0 0 0,0-1 0 0 0,0 0 0 0 0,0 0 0 0 0,0 1 0 0 0,0-1 0 0 0,0 0 0 0 0,-1 0 1 0 0,1 1-1 0 0,0-1 0 0 0,0 0 0 0 0,0 0 0 0 0,0 1 0 0 0,0-1 0 0 0,0 0 0 0 0,0 0 0 0 0,0 0 0 0 0,0 1 1 0 0,1-1-1 0 0,-1 0 0 0 0,0 0 0 0 0,0 1 0 0 0,0-1 0 0 0,0 0 0 0 0,0 0 0 0 0,0 0 0 0 0,0 1 0 0 0,1-1 1 0 0,-1 0-1 0 0,0 0 0 0 0,0 0 0 0 0,0 1 0 0 0,0-1 0 0 0,1 0 0 0 0,-1 0 0 0 0,0 0 0 0 0,0 0 0 0 0,0 0 1 0 0,1 1-1 0 0,-1-1 0 0 0,0 0 0 0 0,0 0 0 0 0,1 0 0 0 0,-1 0 0 0 0,0 0 0 0 0,0 0 0 0 0,1 0 1 0 0,-1 0-1 0 0,0 0 0 0 0,0 0 0 0 0,0 0 0 0 0,1 0 0 0 0,-1 0 0 0 0,1 0 0 0 0,29-3 3126 0 0,55-19-3091 0 0,-54 13 67 0 0,-20 6-751 0 0,12-2-1220 0 0,-8 2-2841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5:11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11 312 0 0,'0'0'5774'0'0,"-1"-8"-5492"0"0,0 6-97 0 0,0 7 941 0 0,-7 56-544 0 0,-20 82 0 0 0,-3 11 315 0 0,22-99-568 0 0,3-30-87 0 0,2 1 0 0 0,1-1 0 0 0,1 0 0 0 0,2 45 0 0 0,-7-57-78 0 0,2-42-9795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5:12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55 284 0 0,'37'-14'5398'0'0,"90"-15"-1408"0"0,-68 19-9721 0 0,-50 8 3510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5:14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0 419 164 0 0,'20'-12'8508'0'0,"-2"8"-8111"0"0,1 0-1 0 0,-1-1 1 0 0,0-2-1 0 0,0 0 1 0 0,0 0-1 0 0,17-12 1 0 0,-25 14-322 0 0,-1-1-1 0 0,1-1 1 0 0,-1 0 0 0 0,0 0 0 0 0,-1-1 0 0 0,0 0 0 0 0,0 0 0 0 0,-1-1 0 0 0,0 0 0 0 0,0 0 0 0 0,9-19 0 0 0,-7 10 161 0 0,-19 40-237 0 0,9-20-2 0 0,-1 0-1 0 0,1 1 1 0 0,0-1-1 0 0,0 1 1 0 0,0-1-1 0 0,0 1 1 0 0,1-1-1 0 0,-1 1 1 0 0,1-1-1 0 0,-1 1 0 0 0,1 0 1 0 0,0-1-1 0 0,0 1 1 0 0,0 0-1 0 0,0-1 1 0 0,1 1-1 0 0,-1 0 1 0 0,2 4-1 0 0,-1-5 4 0 0,0 0 1 0 0,1 0-1 0 0,-1-1 1 0 0,0 1-1 0 0,1 0 1 0 0,0 0-1 0 0,-1-1 1 0 0,1 1-1 0 0,0-1 1 0 0,0 0-1 0 0,-1 1 1 0 0,1-1-1 0 0,0 0 1 0 0,0 0-1 0 0,1 0 1 0 0,-1 0-1 0 0,2 0 1 0 0,3 1 7 0 0,1 0 1 0 0,-1-1 0 0 0,0 0 0 0 0,0-1 0 0 0,1 1 0 0 0,-1-1 0 0 0,0-1 0 0 0,1 1-1 0 0,-1-1 1 0 0,13-4 0 0 0,-11 2-1 0 0,0-1 0 0 0,-1 0-1 0 0,1-1 1 0 0,-1 0 0 0 0,0 0-1 0 0,0 0 1 0 0,-1-1 0 0 0,0 0-1 0 0,0-1 1 0 0,0 0 0 0 0,-1 0-1 0 0,0 0 1 0 0,0-1 0 0 0,-1 0-1 0 0,0 0 1 0 0,5-10 0 0 0,-1-2 43 0 0,-1 0 0 0 0,-1-1 0 0 0,-1 1 0 0 0,-1-1 0 0 0,5-41 1 0 0,-12 13 1166 0 0,-11 184-1087 0 0,6 178 0 0 0,0 17 93 0 0,6-318-194 0 0,0 7 30 0 0,0 0 1 0 0,-2 0-1 0 0,0 0 1 0 0,-1 0-1 0 0,-7 20 0 0 0,11-38-55 0 0,-1 0 0 0 0,0 1 0 0 0,1-1-1 0 0,-1 0 1 0 0,0 1 0 0 0,0-1-1 0 0,0 0 1 0 0,1 0 0 0 0,-1 0 0 0 0,0 1-1 0 0,-1-1 1 0 0,1 0 0 0 0,0-1 0 0 0,0 1-1 0 0,0 0 1 0 0,-1 0 0 0 0,1 0-1 0 0,0-1 1 0 0,-1 1 0 0 0,1-1 0 0 0,0 1-1 0 0,-1-1 1 0 0,1 1 0 0 0,-1-1 0 0 0,1 0-1 0 0,-1 0 1 0 0,1 0 0 0 0,-1 0-1 0 0,1 0 1 0 0,-1 0 0 0 0,1 0 0 0 0,-1 0-1 0 0,1 0 1 0 0,-1-1 0 0 0,1 1 0 0 0,0-1-1 0 0,-1 1 1 0 0,1-1 0 0 0,-1 1-1 0 0,1-1 1 0 0,0 0 0 0 0,0 0 0 0 0,-1 0-1 0 0,-1-1 1 0 0,-3-3-323 0 0,0 0-1 0 0,0 0 1 0 0,0 0 0 0 0,0-1-1 0 0,1 0 1 0 0,0 0 0 0 0,-5-8-1 0 0,-19-46-6007 0 0,16 24 2675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5:14.6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25 154 1192 0 0,'-24'-145'14102'0'0,"24"143"-14057"0"0,0 2-336 0 0,0 0 246 0 0,0-1 1 0 0,0 1-1 0 0,0 0 1 0 0,0 0-1 0 0,0-1 0 0 0,0 1 1 0 0,0 0-1 0 0,0 0 0 0 0,0-1 1 0 0,0 1-1 0 0,0 0 0 0 0,0 0 1 0 0,0-1-1 0 0,0 1 1 0 0,1 0-1 0 0,-1 0 0 0 0,0 0 1 0 0,0-1-1 0 0,0 1 0 0 0,0 0 1 0 0,1 0-1 0 0,-1 0 1 0 0,0 0-1 0 0,0-1 0 0 0,0 1 1 0 0,1 0-1 0 0,-1 0 0 0 0,0 0 1 0 0,0 0-1 0 0,1 0 0 0 0,-1 0 1 0 0,0 0-1 0 0,0 0 1 0 0,1 0-1 0 0,-1-1 0 0 0,0 1 1 0 0,0 0-1 0 0,1 0 0 0 0,-1 0 1 0 0,0 1-1 0 0,0-1 0 0 0,1 0 1 0 0,-1 0-1 0 0,0 0 1 0 0,0 0-1 0 0,1 0 0 0 0,-1 0 1 0 0,0 0-1 0 0,0 0 0 0 0,1 0 1 0 0,-1 0-1 0 0,0 1 0 0 0,1-1 1 0 0,20 24-2014 0 0,-3-2-2739 0 0,-6-4 1542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5:15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227 417 460 0 0,'1'-13'2620'0'0,"-1"11"-2287"0"0,1 1 1 0 0,-1-1-1 0 0,0 1 0 0 0,1-1 1 0 0,-1 0-1 0 0,0 1 0 0 0,0-1 1 0 0,0 1-1 0 0,0-1 1 0 0,-1 0-1 0 0,1 1 0 0 0,0-1 1 0 0,0 1-1 0 0,-1-1 1 0 0,1 1-1 0 0,-1-1 0 0 0,0 1 1 0 0,1-1-1 0 0,-1 1 0 0 0,0-1 1 0 0,0 1-1 0 0,0 0 1 0 0,0-1-1 0 0,0 1 0 0 0,0 0 1 0 0,-2-2-1 0 0,1 3 15 0 0,-21 9-74 0 0,7-1-208 0 0,1 0-1 0 0,1 1 1 0 0,-1 1-1 0 0,1 1 1 0 0,1 0 0 0 0,0 1-1 0 0,1 0 1 0 0,0 1-1 0 0,1 0 1 0 0,0 1 0 0 0,1 0-1 0 0,1 0 1 0 0,-12 25-1 0 0,20-37-58 0 0,0-1 0 0 0,1 1 0 0 0,-1-1 0 0 0,1 0 0 0 0,-1 1 0 0 0,1-1 0 0 0,0 1 0 0 0,-1 0 0 0 0,1-1 0 0 0,0 1 0 0 0,0-1 0 0 0,0 1 0 0 0,0-1 0 0 0,1 1 0 0 0,-1-1 0 0 0,0 1 0 0 0,1-1 0 0 0,-1 1 0 0 0,1-1 0 0 0,-1 1 0 0 0,1-1 0 0 0,0 1 0 0 0,-1-1 0 0 0,1 0 0 0 0,0 0 0 0 0,0 1 0 0 0,1 0 0 0 0,-1-1 29 0 0,22-9 14 0 0,-10 1-90 0 0,-1-1 0 0 0,0 0 0 0 0,0-1 0 0 0,0 0 0 0 0,-1-1 0 0 0,-1 0 0 0 0,0 0 0 0 0,0-1 0 0 0,11-17 0 0 0,-21 27-2 0 0,6 2-138 0 0,-1 0 154 0 0,0 0-1 0 0,0 1 0 0 0,0 0 1 0 0,0 0-1 0 0,0 0 0 0 0,8 5 1 0 0,28 11 34 0 0,-32-17-2 0 0,0 0 1 0 0,0-1-1 0 0,0 1 1 0 0,0-2-1 0 0,-1 0 1 0 0,1 0 0 0 0,0 0-1 0 0,0-1 1 0 0,0 0-1 0 0,-1-1 1 0 0,1 0-1 0 0,-1-1 1 0 0,0 1 0 0 0,14-10-1 0 0,2-2 18 0 0,-1 0-1 0 0,0-2 0 0 0,28-27 1 0 0,-29 20 53 0 0,-1-1 1 0 0,-2-1 0 0 0,0-1-1 0 0,-1-1 1 0 0,-2-1 0 0 0,21-51 0 0 0,-27 59-12 0 0,-1-3 381 0 0,-1 0-1 0 0,-1 0 1 0 0,6-38-1 0 0,-13 60-160 0 0,-3 8-254 0 0,-11 21-14 0 0,2 0-1 0 0,1 1 0 0 0,1 0 0 0 0,2 1 0 0 0,-9 53 0 0 0,13-59-39 0 0,2-1-1 0 0,1 1 1 0 0,1-1-1 0 0,0 1 1 0 0,2 0-1 0 0,1-1 1 0 0,0 1 0 0 0,12 34-1 0 0,-14-51-7 0 0,1-1-1 0 0,0 0 0 0 0,1 0 1 0 0,-1 0-1 0 0,1 0 0 0 0,0 0 1 0 0,0 0-1 0 0,0-1 1 0 0,1 0-1 0 0,0 0 0 0 0,-1 0 1 0 0,2 0-1 0 0,-1 0 1 0 0,6 4-1 0 0,-6-7 20 0 0,-1 1 0 0 0,0-1-1 0 0,1 1 1 0 0,0-1 0 0 0,-1 0 0 0 0,1 0 0 0 0,0-1 0 0 0,0 1-1 0 0,-1-1 1 0 0,1 0 0 0 0,0 0 0 0 0,0 0 0 0 0,0 0 0 0 0,-1-1 0 0 0,1 1-1 0 0,0-1 1 0 0,-1 0 0 0 0,1 0 0 0 0,0 0 0 0 0,-1-1 0 0 0,6-2-1 0 0,4-4-2 0 0,1 0 0 0 0,-1-1 0 0 0,0 0-1 0 0,-1-1 1 0 0,0 0 0 0 0,0-1 0 0 0,-1-1 0 0 0,-1 1-1 0 0,14-21 1 0 0,5-13 6 0 0,34-70 0 0 0,-32 55 42 0 0,8-34 2413 0 0,-35 79-867 0 0,-49 307-1494 0 0,41-263-1048 0 0,-2 0 0 0 0,-1-1 0 0 0,-12 32 0 0 0,1-2-6998 0 0,14-43 3806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5:17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36 608 0 0,'9'-15'3233'0'0,"-1"2"-697"0"0,-6 5 2816 0 0,0 66-3914 0 0,-108 497 1117 0 0,104-548-2900 0 0,-10 31-1841 0 0,-5-21-5250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5:18.2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0 520 52 0 0,'142'-22'3196'0'0,"222"-62"-1"0"0,-293 63-2477 0 0,135-59-1 0 0,-194 74-625 0 0,-1 1 0 0 0,0-1 0 0 0,-1-1 0 0 0,1 0 0 0 0,-2-1 0 0 0,1 0 0 0 0,-1 0 0 0 0,0-1 0 0 0,0 0 0 0 0,-1 0 0 0 0,9-16 0 0 0,-13 19-4 0 0,-1 0 1 0 0,0 0-1 0 0,0-1 0 0 0,-1 1 0 0 0,0-1 1 0 0,0 0-1 0 0,0 1 0 0 0,-1-1 0 0 0,0 0 0 0 0,0 0 1 0 0,-1 0-1 0 0,0 0 0 0 0,0 0 0 0 0,-1 0 0 0 0,0 0 1 0 0,0 0-1 0 0,0 0 0 0 0,-1 0 0 0 0,0 1 1 0 0,-1-1-1 0 0,-3-8 0 0 0,2 9 109 0 0,0 0-1 0 0,0 1 1 0 0,0-1 0 0 0,-1 1-1 0 0,-8-9 1 0 0,11 13-98 0 0,2 0-93 0 0,0 1 0 0 0,0 0 0 0 0,0-1 0 0 0,0 1-1 0 0,-1-1 1 0 0,1 1 0 0 0,0 0 0 0 0,0-1-1 0 0,-1 1 1 0 0,1 0 0 0 0,0 0 0 0 0,-1-1 0 0 0,1 1-1 0 0,0 0 1 0 0,-1 0 0 0 0,1-1 0 0 0,0 1 0 0 0,-1 0-1 0 0,1 0 1 0 0,0 0 0 0 0,-1 0 0 0 0,1 0-1 0 0,-1-1 1 0 0,1 1 0 0 0,0 0 0 0 0,-1 0 0 0 0,1 0-1 0 0,-1 0 1 0 0,1 0 0 0 0,0 0 0 0 0,-1 0-1 0 0,1 0 1 0 0,-1 0 0 0 0,1 1 0 0 0,0-1 0 0 0,-1 0-1 0 0,1 0 1 0 0,-1 0 0 0 0,1 0 0 0 0,0 1-1 0 0,-1-1 1 0 0,1 0 0 0 0,0 0 0 0 0,-1 1 0 0 0,1-1-1 0 0,0 0 1 0 0,0 0 0 0 0,-1 1 0 0 0,1-1 0 0 0,-1 1-1 0 0,-20 15 85 0 0,1 12 7 0 0,2 2-1 0 0,1 0 1 0 0,2 0 0 0 0,0 2-1 0 0,-18 63 1 0 0,14-43 69 0 0,-47 173 354 0 0,25-77-140 0 0,40-147-361 0 0,-5 17 121 0 0,5-5 625 0 0,12-29-810 0 0,45-59-261 0 0,-51 69 237 0 0,1 0 1 0 0,0 0-1 0 0,0 1 0 0 0,0-1 0 0 0,1 2 1 0 0,-1-1-1 0 0,1 1 0 0 0,0-1 0 0 0,10-3 1 0 0,-15 8-5 0 0,-2-1 66 0 0,0 1 0 0 0,0 0 1 0 0,1-1-1 0 0,-1 1 0 0 0,0 0 0 0 0,0-1 1 0 0,1 1-1 0 0,-1 0 0 0 0,0-1 1 0 0,1 1-1 0 0,-1 0 0 0 0,0 0 0 0 0,1-1 1 0 0,-1 1-1 0 0,1 0 0 0 0,-1 0 0 0 0,0 0 1 0 0,1-1-1 0 0,-1 1 0 0 0,1 0 0 0 0,-1 0 1 0 0,1 0-1 0 0,-1 0 0 0 0,0 0 0 0 0,1 0 1 0 0,-1 0-1 0 0,1 0 0 0 0,-1 0 0 0 0,1 0 1 0 0,-1 0-1 0 0,0 0 0 0 0,1 0 0 0 0,-1 1 1 0 0,1-1-1 0 0,-1 0 0 0 0,1 0 0 0 0,-1 0 1 0 0,0 1-1 0 0,1-1 0 0 0,-1 0 0 0 0,0 0 1 0 0,1 1-1 0 0,-1-1 0 0 0,0 0 0 0 0,1 1 1 0 0,-1-1-1 0 0,1 1 0 0 0,17 10-123 0 0,3 6 45 0 0,-15-11 82 0 0,0 0-1 0 0,1 0 1 0 0,-1-1 0 0 0,1 0 0 0 0,0-1 0 0 0,0 0 0 0 0,1 0 0 0 0,-1 0-1 0 0,1-1 1 0 0,0 0 0 0 0,0 0 0 0 0,0-1 0 0 0,0 0 0 0 0,1-1 0 0 0,-1 1-1 0 0,16-1 1 0 0,-15-1 20 0 0,0 0-1 0 0,1-1 1 0 0,-1 0 0 0 0,0-1-1 0 0,1 0 1 0 0,-1 0-1 0 0,0-1 1 0 0,0 0 0 0 0,-1-1-1 0 0,1 1 1 0 0,-1-2 0 0 0,1 1-1 0 0,-1-1 1 0 0,-1-1-1 0 0,1 1 1 0 0,-1-1 0 0 0,0-1-1 0 0,0 1 1 0 0,-1-1-1 0 0,1 0 1 0 0,6-11 0 0 0,-8-9 558 0 0,-4 27-541 0 0,-1-1 0 0 0,0 0-1 0 0,0 0 1 0 0,0 1-1 0 0,1-1 1 0 0,-1 0 0 0 0,0 0-1 0 0,0 0 1 0 0,0 1-1 0 0,0-1 1 0 0,0 0 0 0 0,0 0-1 0 0,-1 1 1 0 0,1-1-1 0 0,0 0 1 0 0,0 0 0 0 0,0 1-1 0 0,-1-1 1 0 0,1 0-1 0 0,0 0 1 0 0,-1 1 0 0 0,1-1-1 0 0,-1 0 1 0 0,1 1 0 0 0,-1-1-1 0 0,1 1 1 0 0,-1-1-1 0 0,1 1 1 0 0,-1-1 0 0 0,1 1-1 0 0,-1-1 1 0 0,-1 0-1 0 0,1 3-65 0 0,0-1 0 0 0,-1 1 0 0 0,1 0-1 0 0,0 0 1 0 0,0-1 0 0 0,0 1 0 0 0,0 0-1 0 0,0 0 1 0 0,0 0 0 0 0,0 0 0 0 0,1 0-1 0 0,-1 4 1 0 0,3-1-161 0 0,1 1 0 0 0,0 0-1 0 0,0-1 1 0 0,0 1 0 0 0,1-1 0 0 0,0 0 0 0 0,0 0 0 0 0,0-1-1 0 0,1 1 1 0 0,0-1 0 0 0,-1 0 0 0 0,2 0 0 0 0,9 6-1 0 0,1-1-1469 0 0,1 0-1 0 0,0-1 0 0 0,28 8 1 0 0,-6-4-1558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5:19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10 423 1076 0 0,'0'0'1113'0'0,"-9"12"8262"0"0,51-27-8674 0 0,0-2-1 0 0,0-2 1 0 0,52-32-1 0 0,-78 41-556 0 0,1-1 0 0 0,-1-1 0 0 0,-1 0-1 0 0,0-1 1 0 0,-1-1 0 0 0,-1 0 0 0 0,0-1 0 0 0,-1-1-1 0 0,0 0 1 0 0,14-26 0 0 0,-22 34-69 0 0,-1 1 1 0 0,0-1-1 0 0,0 0 0 0 0,-1 0 0 0 0,0 0 0 0 0,-1 0 1 0 0,1 0-1 0 0,-1-12 0 0 0,-1 17-64 0 0,0 0 1 0 0,0-1-1 0 0,0 1 1 0 0,-1 0-1 0 0,1 0 0 0 0,-1 0 1 0 0,0 0-1 0 0,0 0 1 0 0,0 0-1 0 0,0 0 1 0 0,-1 0-1 0 0,1 0 0 0 0,-1 0 1 0 0,0 0-1 0 0,0 1 1 0 0,0-1-1 0 0,0 1 0 0 0,0 0 1 0 0,0-1-1 0 0,-1 1 1 0 0,1 0-1 0 0,-1 0 0 0 0,-2-2 1 0 0,1 3-24 0 0,0 0 0 0 0,0-1 1 0 0,0 1-1 0 0,0 1 0 0 0,0-1 0 0 0,-1 0 1 0 0,1 1-1 0 0,0 0 0 0 0,0 0 0 0 0,0 0 1 0 0,0 1-1 0 0,-1 0 0 0 0,1-1 0 0 0,0 1 1 0 0,0 1-1 0 0,0-1 0 0 0,1 0 0 0 0,-1 1 1 0 0,0 0-1 0 0,0 0 0 0 0,-4 3 0 0 0,6-4-2 0 0,0 0-1 0 0,0 1 1 0 0,0-1-1 0 0,0 0 1 0 0,0 1-1 0 0,0-1 1 0 0,1 1-1 0 0,-1-1 1 0 0,1 1-1 0 0,-1 0 1 0 0,1 0-1 0 0,-1-1 1 0 0,1 1-1 0 0,0 0 1 0 0,0 0-1 0 0,0 1 1 0 0,0-1-1 0 0,0 0 1 0 0,1 0-1 0 0,-1 0 1 0 0,0 1-1 0 0,1-1 1 0 0,0 0-1 0 0,0 0 1 0 0,-1 1-1 0 0,1-1 1 0 0,1 0-1 0 0,-1 1 1 0 0,0-1-1 0 0,0 0 1 0 0,1 0-1 0 0,0 1 1 0 0,-1-1-1 0 0,1 0 1 0 0,0 0-1 0 0,0 0 1 0 0,2 3-1 0 0,18 21-218 0 0,1-2 0 0 0,1-1-1 0 0,1 0 1 0 0,1-2-1 0 0,39 26 1 0 0,-31-23-117 0 0,-15-9 126 0 0,-14-11 182 0 0,1 0 0 0 0,0 0 0 0 0,-1 0 0 0 0,1-1 0 0 0,1 0 1 0 0,-1 0-1 0 0,0 0 0 0 0,1 0 0 0 0,-1-1 0 0 0,1 0 0 0 0,0 0 0 0 0,10 2 1 0 0,-7-6 38 0 0,0 0 0 0 0,0 0 0 0 0,0-1 0 0 0,16-7 0 0 0,-10 3 8 0 0,10-4 13 0 0,0-2 1 0 0,-1-1-1 0 0,-1-1 1 0 0,39-33-1 0 0,-44 34 90 0 0,15-21 1724 0 0,-32 34-1406 0 0,-3 6-414 0 0,-31 78 30 0 0,14-27 3 0 0,-3 8-64 0 0,22-63 15 0 0,0-1 4 0 0,0 0-1 0 0,0 0 1 0 0,-1 0 0 0 0,1 0-1 0 0,0 0 1 0 0,0 0 0 0 0,0 0 0 0 0,0 0-1 0 0,0 0 1 0 0,0 0 0 0 0,0 0-1 0 0,-1 0 1 0 0,1-1 0 0 0,0 1 0 0 0,0 0-1 0 0,0 0 1 0 0,0 0 0 0 0,0 0-1 0 0,0 0 1 0 0,0 0 0 0 0,-1 0 0 0 0,1 0-1 0 0,0 1 1 0 0,0-1 0 0 0,0 0-1 0 0,0 0 1 0 0,0 0 0 0 0,0 0 0 0 0,0 0-1 0 0,-1 0 1 0 0,1 0 0 0 0,0 0-1 0 0,0 0 1 0 0,0 0 0 0 0,0 0 0 0 0,0 0-1 0 0,0 0 1 0 0,0 0 0 0 0,0 1-1 0 0,0-1 1 0 0,0 0 0 0 0,0 0 0 0 0,-1 0-1 0 0,1 0 1 0 0,0 0 0 0 0,0 0-1 0 0,0 0 1 0 0,0 0 0 0 0,0 1 0 0 0,0-1-1 0 0,0 0 1 0 0,0 0 0 0 0,0 0-1 0 0,0 0 1 0 0,0 0 0 0 0,0 0 0 0 0,0 0-1 0 0,0 1 1 0 0,0-1 0 0 0,0 0-1 0 0,0 0 1 0 0,0 0 0 0 0,0 0 0 0 0,0 0-1 0 0,1 0 1 0 0,-1 0 0 0 0,0 1-1 0 0,10 8 27 0 0,13 5 45 0 0,-18-11-137 0 0,1-1 0 0 0,-1 0 0 0 0,1 0 0 0 0,0 0 0 0 0,0 0 0 0 0,0-1 0 0 0,0 0 0 0 0,0-1 0 0 0,0 1 0 0 0,0-1 0 0 0,0 0 0 0 0,0-1 0 0 0,0 1 0 0 0,0-1 0 0 0,0 0 0 0 0,0-1 0 0 0,0 1 0 0 0,0-1 0 0 0,-1-1 0 0 0,1 1-1 0 0,-1-1 1 0 0,1 0 0 0 0,-1 0 0 0 0,0 0 0 0 0,5-5 0 0 0,-6 2-706 0 0,-2 3-1195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5:21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3 296 504 0 0,'7'-21'6906'0'0,"-6"26"-2732"0"0,-8 38-2836 0 0,6-39-1300 0 0,0 0 0 0 0,0 0 0 0 0,1 0 0 0 0,-1 1 0 0 0,1-1 0 0 0,0 0 1 0 0,1 0-1 0 0,-1 0 0 0 0,1 1 0 0 0,-1-1 0 0 0,1 0 0 0 0,1 0 0 0 0,-1 0 0 0 0,0 0 0 0 0,1 0 0 0 0,0-1 1 0 0,0 1-1 0 0,0 0 0 0 0,0-1 0 0 0,5 6 0 0 0,-4-8-24 0 0,0 0 1 0 0,-1-1-1 0 0,1 1 1 0 0,0-1-1 0 0,-1 0 0 0 0,1 0 1 0 0,-1 0-1 0 0,1 0 0 0 0,0 0 1 0 0,-1-1-1 0 0,1 1 1 0 0,0-1-1 0 0,-1 0 0 0 0,1 1 1 0 0,-1-1-1 0 0,5-3 1 0 0,-5 4-16 0 0,14-8-5 0 0,0 0 0 0 0,0-1-1 0 0,0-1 1 0 0,-2 0 0 0 0,1-1 0 0 0,17-17 0 0 0,-31 27 6 0 0,57 27-108 0 0,-49-24 115 0 0,0-1 1 0 0,0 0 0 0 0,0 0-1 0 0,1-1 1 0 0,-1-1 0 0 0,0 1-1 0 0,0-2 1 0 0,0 1 0 0 0,0-1-1 0 0,0 0 1 0 0,0-1 0 0 0,0 0-1 0 0,-1-1 1 0 0,1 1 0 0 0,-1-2-1 0 0,0 1 1 0 0,0-1 0 0 0,7-6-1 0 0,-3 1 4 0 0,-1 1-1 0 0,-1-2 1 0 0,0 1-1 0 0,0-2 0 0 0,-1 1 1 0 0,0-1-1 0 0,-1 0 1 0 0,-1-1-1 0 0,0 0 0 0 0,0 0 1 0 0,4-15-1 0 0,-6 15 32 0 0,2-3 282 0 0,-1 0-1 0 0,-1-1 1 0 0,-1 0-1 0 0,0 0 1 0 0,2-29 0 0 0,-6 44-145 0 0,1-5 15 0 0,-1 7-185 0 0,0 0 0 0 0,0 0 0 0 0,0 0 0 0 0,0 1 1 0 0,0-1-1 0 0,0 0 0 0 0,0 0 0 0 0,0 0 0 0 0,0 0 0 0 0,-1 0 0 0 0,1 0 0 0 0,0 0 0 0 0,0 0 0 0 0,0 0 1 0 0,0 1-1 0 0,0-1 0 0 0,0 0 0 0 0,0 0 0 0 0,-1 0 0 0 0,1 0 0 0 0,0 0 0 0 0,0 0 0 0 0,0 0 0 0 0,0 0 0 0 0,0 0 1 0 0,0 0-1 0 0,0 0 0 0 0,-1 0 0 0 0,1 0 0 0 0,0 0 0 0 0,0 0 0 0 0,0 0 0 0 0,0 0 0 0 0,0 0 0 0 0,0 0 0 0 0,-1 0 1 0 0,1 0-1 0 0,0 0 0 0 0,0-1 0 0 0,0 1 0 0 0,0 0 0 0 0,0 0 0 0 0,0 0 0 0 0,0 0 0 0 0,0 0 0 0 0,-1 0 1 0 0,1 0-1 0 0,0 0 0 0 0,0 0 0 0 0,0-1 0 0 0,0 1 0 0 0,0 0 0 0 0,0 0 0 0 0,0 0 0 0 0,0 0 0 0 0,0 0 0 0 0,0 0 1 0 0,0 0-1 0 0,0-1 0 0 0,0 1 0 0 0,0 0 0 0 0,0 0 0 0 0,0 0 0 0 0,0 0 0 0 0,0 0 0 0 0,-11 11 7 0 0,0 0-1 0 0,1 1 1 0 0,1 0 0 0 0,0 1-1 0 0,1 0 1 0 0,0 1-1 0 0,1-1 1 0 0,0 2-1 0 0,1-1 1 0 0,-5 19 0 0 0,6-14-13 0 0,0 0 0 0 0,1 1 0 0 0,1-1 1 0 0,1 1-1 0 0,1-1 0 0 0,0 1 0 0 0,2 0 1 0 0,2 20-1 0 0,-2-36-13 0 0,-1-1 1 0 0,1 1-1 0 0,0-1 0 0 0,0 1 1 0 0,0-1-1 0 0,0 1 0 0 0,1-1 1 0 0,-1 0-1 0 0,1 1 0 0 0,0-1 1 0 0,0 0-1 0 0,0 0 0 0 0,0 0 1 0 0,1-1-1 0 0,-1 1 0 0 0,1 0 1 0 0,-1-1-1 0 0,1 0 0 0 0,6 4 1 0 0,-5-4-2 0 0,1 0 1 0 0,-1 0 0 0 0,1-1 0 0 0,0 0-1 0 0,-1 0 1 0 0,1 0 0 0 0,0-1 0 0 0,0 1-1 0 0,0-1 1 0 0,0 0 0 0 0,0 0 0 0 0,-1-1-1 0 0,9-1 1 0 0,4-2 3 0 0,-1-1 0 0 0,0 0-1 0 0,-1-1 1 0 0,1-1 0 0 0,-1-1 0 0 0,-1 0-1 0 0,27-19 1 0 0,-10 7 21 0 0,-5 1-44 0 0,-22 15 14 0 0,1 0 1 0 0,0 0-1 0 0,0 0 1 0 0,0 1-1 0 0,0 0 1 0 0,1 0-1 0 0,-1 0 1 0 0,1 1-1 0 0,0-1 1 0 0,0 1-1 0 0,8-1 1 0 0,-12 3 1 0 0,40 7-166 0 0,-36-5 161 0 0,0 1 0 0 0,0 0 0 0 0,0 1 0 0 0,0-1 0 0 0,-1 1 0 0 0,1 0 0 0 0,-1 1 0 0 0,7 7 0 0 0,-9-9 17 0 0,0 0-1 0 0,0 0 1 0 0,0 0-1 0 0,0 1 1 0 0,-1-1-1 0 0,1 1 1 0 0,-1 0 0 0 0,0-1-1 0 0,0 1 1 0 0,-1 0-1 0 0,1 0 1 0 0,-1 0-1 0 0,2 7 1 0 0,-3-10 25 0 0,-2 2 4 0 0,-2 3-16 0 0,-1-1 1 0 0,1 0-1 0 0,-1 0 0 0 0,-1 0 1 0 0,1-1-1 0 0,-1 1 1 0 0,1-1-1 0 0,-1-1 0 0 0,0 1 1 0 0,0-1-1 0 0,-1 0 1 0 0,1 0-1 0 0,-13 2 0 0 0,-11 8-34 0 0,28-13-88 0 0,0 0 0 0 0,1 0 0 0 0,-1 0 0 0 0,0 0 0 0 0,1 0 0 0 0,-1 0 0 0 0,0-1 0 0 0,1 1-1 0 0,-1-1 1 0 0,0 1 0 0 0,1-1 0 0 0,-1 1 0 0 0,1-1 0 0 0,-1 0 0 0 0,1 0 0 0 0,-1 0 0 0 0,1 0 0 0 0,0 0 0 0 0,-3-2 0 0 0,-4-5-7030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5:25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451 112 72 0 0,'-15'-59'7307'0'0,"14"57"-6838"0"0,-27-38 3120 0 0,18 37-3498 0 0,0 0 0 0 0,-1 1 0 0 0,1 1 0 0 0,-1 0-1 0 0,0 0 1 0 0,1 1 0 0 0,-1 1 0 0 0,0-1 0 0 0,1 2 0 0 0,-1 0 0 0 0,-12 3 0 0 0,-7 3 106 0 0,1 2 0 0 0,-50 22 0 0 0,67-26-137 0 0,-1 1-1 0 0,1 1 0 0 0,0-1 1 0 0,-18 17-1 0 0,25-20-42 0 0,1 1 0 0 0,-1 0 0 0 0,1 0 0 0 0,0 0 0 0 0,0 0 0 0 0,0 1 0 0 0,1 0 0 0 0,0 0 0 0 0,0 0 0 0 0,0 0 0 0 0,1 0 0 0 0,-2 8 0 0 0,3-12-8 0 0,1 1-1 0 0,-1-1 1 0 0,1 1-1 0 0,-1-1 0 0 0,1 0 1 0 0,0 1-1 0 0,0-1 1 0 0,0 1-1 0 0,1-1 0 0 0,-1 1 1 0 0,0-1-1 0 0,1 0 1 0 0,0 1-1 0 0,-1-1 1 0 0,1 0-1 0 0,0 1 0 0 0,0-1 1 0 0,0 0-1 0 0,1 0 1 0 0,-1 0-1 0 0,0 0 0 0 0,3 3 1 0 0,-1-3 2 0 0,1 0-1 0 0,-1 1 1 0 0,0-1-1 0 0,1-1 1 0 0,-1 1 0 0 0,1 0-1 0 0,-1-1 1 0 0,1 0 0 0 0,0 0-1 0 0,-1 0 1 0 0,1 0 0 0 0,7 0-1 0 0,3 0 9 0 0,-1-1-1 0 0,1-1 0 0 0,-1 0 1 0 0,0-1-1 0 0,0 0 0 0 0,0-1 1 0 0,14-5-1 0 0,-1-2 18 0 0,-1-2-1 0 0,1-1 1 0 0,-2-1-1 0 0,0-2 1 0 0,-1 0 0 0 0,39-36-1 0 0,-51 41 25 0 0,5-3-156 0 0,-16 14 93 0 0,1 0-1 0 0,0 0 1 0 0,-1 1 0 0 0,1-1 0 0 0,-1 0 0 0 0,1 0-1 0 0,0 1 1 0 0,-1-1 0 0 0,1 1 0 0 0,-1-1-1 0 0,1 1 1 0 0,-1-1 0 0 0,1 0 0 0 0,-1 1 0 0 0,0 0-1 0 0,1-1 1 0 0,-1 1 0 0 0,0-1 0 0 0,1 1 0 0 0,-1-1-1 0 0,0 1 1 0 0,0 0 0 0 0,1-1 0 0 0,-1 1 0 0 0,0 0-1 0 0,0-1 1 0 0,0 1 0 0 0,0 0 0 0 0,0-1 0 0 0,0 1-1 0 0,0 0 1 0 0,0-1 0 0 0,0 1 0 0 0,0 0 0 0 0,4 29-36 0 0,-3-17 39 0 0,1-1 0 0 0,0 1 0 0 0,1 0 0 0 0,0-1 0 0 0,10 22 1 0 0,-12-32-2 0 0,0 0 0 0 0,0 0 0 0 0,1 0 0 0 0,-1 0 0 0 0,1-1 0 0 0,-1 1 0 0 0,1 0 0 0 0,0-1 1 0 0,-1 1-1 0 0,1-1 0 0 0,0 0 0 0 0,0 1 0 0 0,0-1 0 0 0,0 0 0 0 0,0 0 0 0 0,1 0 0 0 0,-1-1 1 0 0,0 1-1 0 0,0 0 0 0 0,0-1 0 0 0,1 0 0 0 0,-1 1 0 0 0,0-1 0 0 0,1 0 0 0 0,-1 0 0 0 0,0 0 0 0 0,1-1 1 0 0,-1 1-1 0 0,0 0 0 0 0,0-1 0 0 0,1 1 0 0 0,3-3 0 0 0,9-2-73 0 0,-1-1 0 0 0,1 0 1 0 0,24-17-1 0 0,-18 11-39 0 0,190-97-815 0 0,-209 109 900 0 0,-1-1 0 0 0,0 0 0 0 0,0 0 0 0 0,1 0 0 0 0,-1 1 0 0 0,1-1 0 0 0,-1 1 0 0 0,1-1 1 0 0,-1 1-1 0 0,1 0 0 0 0,-1 0 0 0 0,1-1 0 0 0,-1 1 0 0 0,1 0 0 0 0,-1 0 0 0 0,1 0 0 0 0,-1 1 0 0 0,1-1 0 0 0,-1 0 0 0 0,1 0 0 0 0,-1 1 0 0 0,1-1 0 0 0,-1 1 0 0 0,1 0 0 0 0,-1-1 0 0 0,0 1 0 0 0,1 0 0 0 0,-1 0 0 0 0,2 1 0 0 0,-1 2 0 0 0,1 0 0 0 0,-1 0-1 0 0,1 0 1 0 0,-1 1 0 0 0,-1-1 0 0 0,1 1-1 0 0,2 9 1 0 0,-3-9 12 0 0,1 1 10 0 0,0 0-1 0 0,0 1 1 0 0,0-1 0 0 0,1 0 0 0 0,0-1 0 0 0,0 1-1 0 0,1 0 1 0 0,0-1 0 0 0,0 0 0 0 0,0 0 0 0 0,0 0-1 0 0,1 0 1 0 0,0-1 0 0 0,0 0 0 0 0,0 0 0 0 0,1 0-1 0 0,5 3 1 0 0,-6-5 26 0 0,-1 0 0 0 0,1 0 1 0 0,0-1-1 0 0,0 0 0 0 0,0 0 0 0 0,0 0 0 0 0,-1-1 0 0 0,1 1 0 0 0,0-1 0 0 0,0 0 1 0 0,0-1-1 0 0,0 1 0 0 0,0-1 0 0 0,0 0 0 0 0,0 0 0 0 0,0-1 0 0 0,0 1 0 0 0,-1-1 1 0 0,1 0-1 0 0,-1 0 0 0 0,1-1 0 0 0,6-4 0 0 0,-6 4 127 0 0,0-1-1 0 0,0 0 1 0 0,0 0 0 0 0,-1-1 0 0 0,1 0-1 0 0,5-6 1 0 0,-9 9 62 0 0,23-17 946 0 0,-21 25-1467 0 0,-1-1 1 0 0,1 0-1 0 0,0 0 0 0 0,0 0 0 0 0,1-1 1 0 0,-1 1-1 0 0,1-1 0 0 0,0 1 0 0 0,8 5 1 0 0,30 16-5529 0 0,-19-16 2735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5:26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214 156 792 0 0,'0'-1'238'0'0,"0"1"1"0"0,0-1-1 0 0,0 0 0 0 0,0 0 0 0 0,0 1 1 0 0,-1-1-1 0 0,1 0 0 0 0,0 0 0 0 0,0 1 1 0 0,-1-1-1 0 0,1 0 0 0 0,0 1 0 0 0,-1-1 1 0 0,1 1-1 0 0,-1-1 0 0 0,1 0 0 0 0,-1 1 1 0 0,1-1-1 0 0,-1 1 0 0 0,1-1 0 0 0,-1 1 1 0 0,0 0-1 0 0,1-1 0 0 0,-1 1 0 0 0,0-1 1 0 0,1 1-1 0 0,-1 0 0 0 0,-1-1 0 0 0,-17 11 123 0 0,-11 6 460 0 0,-41 27 0 0 0,63-38-692 0 0,1 1-1 0 0,-1 1 0 0 0,1-1 1 0 0,0 1-1 0 0,0 0 0 0 0,1 1 0 0 0,0-1 1 0 0,1 1-1 0 0,-1 1 0 0 0,-3 8 1 0 0,8-17-115 0 0,1 1 1 0 0,-1 0 0 0 0,1 0 0 0 0,0 0 0 0 0,-1 0-1 0 0,1 0 1 0 0,0-1 0 0 0,0 1 0 0 0,-1 0 0 0 0,1 0-1 0 0,0 0 1 0 0,0 0 0 0 0,0 0 0 0 0,0 0 0 0 0,0 0-1 0 0,0 0 1 0 0,0 0 0 0 0,0 0 0 0 0,1 0-1 0 0,-1 0 1 0 0,0-1 0 0 0,1 1 0 0 0,-1 0 0 0 0,0 0-1 0 0,1 0 1 0 0,-1 0 0 0 0,2 1 0 0 0,-1-1 1 0 0,1 0 1 0 0,-1-1 0 0 0,0 1-1 0 0,1 0 1 0 0,0-1-1 0 0,-1 1 1 0 0,1 0 0 0 0,-1-1-1 0 0,1 0 1 0 0,0 1 0 0 0,-1-1-1 0 0,1 0 1 0 0,-1 0-1 0 0,3 0 1 0 0,5-1 28 0 0,-1 1 0 0 0,1-1 0 0 0,-1-1 0 0 0,14-4 0 0 0,-3-2 3 0 0,-1-1 0 0 0,-1-1 0 0 0,1 0 0 0 0,-2-2 0 0 0,30-25 0 0 0,-27 22-36 0 0,0 0-1 0 0,0 1 1 0 0,38-20 0 0 0,-37 25 3 0 0,24-11 95 0 0,0-2-1 0 0,49-33 1 0 0,-92 54-79 0 0,0 0-1 0 0,0 0 0 0 0,0 0 1 0 0,0 0-1 0 0,-1 0 1 0 0,1 0-1 0 0,0-1 1 0 0,0 1-1 0 0,-1 0 0 0 0,1 0 1 0 0,-1-1-1 0 0,1 1 1 0 0,-1 0-1 0 0,0-1 0 0 0,1 1 1 0 0,-1-1-1 0 0,0 1 1 0 0,0 0-1 0 0,0-1 1 0 0,0 1-1 0 0,0-1 0 0 0,0 1 1 0 0,-1 0-1 0 0,1-1 1 0 0,0 1-1 0 0,-1 0 1 0 0,1-1-1 0 0,-1 1 0 0 0,1 0 1 0 0,-1-1-1 0 0,0 1 1 0 0,1 0-1 0 0,-1 0 1 0 0,-2-2-1 0 0,2 1 11 0 0,-2 3-33 0 0,-1 0 0 0 0,1 0 1 0 0,-1 0-1 0 0,1 1 0 0 0,-1-1 0 0 0,1 1 0 0 0,0 0 0 0 0,0 0 0 0 0,0 0 0 0 0,0 0 0 0 0,0 0 1 0 0,1 0-1 0 0,-1 1 0 0 0,0 0 0 0 0,1-1 0 0 0,0 1 0 0 0,0 0 0 0 0,0 0 0 0 0,0 0 0 0 0,-2 4 1 0 0,-36 77 180 0 0,33-69-139 0 0,-25 64 184 0 0,3 0 0 0 0,-24 109 0 0 0,-95 344 488 0 0,137-513-683 0 0,9-16 245 0 0,0 0 0 0 0,0 1 0 0 0,0-1 0 0 0,0 0 0 0 0,1 1 0 0 0,-1 0 0 0 0,1-1 0 0 0,-1 6 0 0 0,-7-23 376 0 0,8 13-642 0 0,0 1-1 0 0,0-1 0 0 0,1 0 0 0 0,-1 0 0 0 0,0 0 0 0 0,0 0 0 0 0,1 0 1 0 0,-1 0-1 0 0,0 0 0 0 0,1-1 0 0 0,-1 1 0 0 0,1 0 0 0 0,0 0 0 0 0,-1 0 0 0 0,1 0 1 0 0,0-1-1 0 0,0 1 0 0 0,0 0 0 0 0,-1-2 0 0 0,3-16 60 0 0,0 0 0 0 0,1 0-1 0 0,0 0 1 0 0,2 0 0 0 0,0 1 0 0 0,1 0-1 0 0,1 0 1 0 0,1 0 0 0 0,0 1 0 0 0,19-29-1 0 0,8-4-372 0 0,80-89 0 0 0,-95 118-44 0 0,0 0-1 0 0,1 2 1 0 0,2 1-1 0 0,0 0 1 0 0,0 2 0 0 0,2 1-1 0 0,0 1 1 0 0,44-19-1 0 0,27 3-3047 0 0,4 13-3287 0 0,-60 13 3105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5:29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505 450 536 0 0,'-2'-4'1085'0'0,"0"-3"-545"0"0,-1 0 1 0 0,0 0-1 0 0,0 1 0 0 0,-1-1 1 0 0,0 1-1 0 0,0 0 0 0 0,0 0 1 0 0,-1 0-1 0 0,0 0 0 0 0,0 1 1 0 0,-1 0-1 0 0,0 0 0 0 0,1 0 1 0 0,-10-5-1 0 0,9 7-402 0 0,0 1 0 0 0,0-1 0 0 0,-1 1-1 0 0,1 0 1 0 0,0 1 0 0 0,-1-1 0 0 0,1 1 0 0 0,-1 1 0 0 0,1-1-1 0 0,-1 1 1 0 0,0 0 0 0 0,1 1 0 0 0,-1-1 0 0 0,1 1 0 0 0,-1 1-1 0 0,1-1 1 0 0,-8 3 0 0 0,-8 4-19 0 0,-1 1 0 0 0,1 1 0 0 0,1 1 1 0 0,0 1-1 0 0,0 1 0 0 0,-31 25 0 0 0,42-30-87 0 0,0 0 1 0 0,1 1 0 0 0,0 0-1 0 0,1 1 1 0 0,0 0-1 0 0,0 0 1 0 0,1 1-1 0 0,0-1 1 0 0,1 2-1 0 0,0-1 1 0 0,1 1 0 0 0,1 0-1 0 0,-1 0 1 0 0,-2 17-1 0 0,6-25-22 0 0,0 1-1 0 0,0-1 0 0 0,1 1 1 0 0,0-1-1 0 0,0 1 0 0 0,0-1 1 0 0,1 0-1 0 0,-1 1 0 0 0,1-1 1 0 0,0 1-1 0 0,0-1 1 0 0,1 0-1 0 0,-1 0 0 0 0,1 1 1 0 0,0-1-1 0 0,0 0 0 0 0,0-1 1 0 0,1 1-1 0 0,-1 0 0 0 0,1-1 1 0 0,0 1-1 0 0,0-1 0 0 0,0 0 1 0 0,1 0-1 0 0,-1 0 1 0 0,6 3-1 0 0,-2-2 17 0 0,0-1-1 0 0,0 0 1 0 0,1 0-1 0 0,-1-1 1 0 0,1 0 0 0 0,0 0-1 0 0,0-1 1 0 0,-1 0-1 0 0,1 0 1 0 0,0-1 0 0 0,0 0-1 0 0,0 0 1 0 0,0-1-1 0 0,11-2 1 0 0,9-3 27 0 0,-1-2-1 0 0,0-1 1 0 0,0-1 0 0 0,-1-1-1 0 0,0-1 1 0 0,34-23 0 0 0,-27 13-8 0 0,-1-1 1 0 0,-1-1-1 0 0,-1-2 1 0 0,29-32-1 0 0,-50 48-28 0 0,0-1 0 0 0,-1 0 0 0 0,0-1 0 0 0,0 0 0 0 0,-2 0 0 0 0,1-1 0 0 0,-2 1-1 0 0,0-1 1 0 0,0 0 0 0 0,-1-1 0 0 0,3-19 0 0 0,-6 28-17 0 0,0 0 0 0 0,-1 0 0 0 0,0 0 0 0 0,0-1 0 0 0,0 1 0 0 0,-1 0 0 0 0,0 1 0 0 0,0-1 0 0 0,0 0 0 0 0,0 0 0 0 0,-1 0 0 0 0,0 1 0 0 0,0-1-1 0 0,0 0 1 0 0,-1 1 0 0 0,1 0 0 0 0,-1 0 0 0 0,0 0 0 0 0,0 0 0 0 0,0 0 0 0 0,-1 0 0 0 0,0 1 0 0 0,1-1 0 0 0,-1 1 0 0 0,0 0 0 0 0,0 1 0 0 0,-1-1 0 0 0,1 1 0 0 0,-1-1 0 0 0,1 1 0 0 0,-1 1 0 0 0,0-1-1 0 0,0 1 1 0 0,-7-2 0 0 0,-8-1-8 0 0,0 1 0 0 0,0 1-1 0 0,0 1 1 0 0,0 0-1 0 0,0 2 1 0 0,0 0 0 0 0,-28 6-1 0 0,5 1-16 0 0,1 3-1 0 0,-56 20 1 0 0,81-25 11 0 0,-12 5-15 0 0,-52 26-1 0 0,75-34 23 0 0,0 0-1 0 0,1 1 0 0 0,-1-1 1 0 0,1 1-1 0 0,0 0 1 0 0,0 1-1 0 0,0-1 1 0 0,1 1-1 0 0,0 0 0 0 0,0 0 1 0 0,0 0-1 0 0,0 1 1 0 0,1-1-1 0 0,0 1 1 0 0,-3 8-1 0 0,5-12 3 0 0,0 0 0 0 0,1 0 1 0 0,0 0-1 0 0,-1 0 0 0 0,1 0 0 0 0,0 0 0 0 0,0 0 0 0 0,0 0 1 0 0,0 0-1 0 0,0 0 0 0 0,0 0 0 0 0,1 0 0 0 0,-1-1 0 0 0,1 1 1 0 0,-1 0-1 0 0,1 0 0 0 0,0 0 0 0 0,0 0 0 0 0,0-1 0 0 0,0 1 1 0 0,1 2-1 0 0,1-2 0 0 0,-1 1 1 0 0,1-1-1 0 0,0 0 1 0 0,-1 0-1 0 0,1 0 1 0 0,0-1 0 0 0,0 1-1 0 0,0 0 1 0 0,0-1-1 0 0,0 0 1 0 0,6 1-1 0 0,7 2-15 0 0,1-2 0 0 0,-1 0 1 0 0,34-1-1 0 0,-41-1 2 0 0,50-4-223 0 0,0-2 0 0 0,0-2 0 0 0,0-4 0 0 0,-1-2 0 0 0,106-40 0 0 0,-126 36 125 0 0,32-12-78 0 0,-68 29 188 0 0,1 0-1 0 0,0 0 0 0 0,-1 0 1 0 0,1 1-1 0 0,0-1 0 0 0,0 1 1 0 0,0 0-1 0 0,0 0 1 0 0,-1 0-1 0 0,1 0 0 0 0,0 0 1 0 0,0 0-1 0 0,0 1 0 0 0,-1 0 1 0 0,1-1-1 0 0,0 1 0 0 0,-1 0 1 0 0,1 0-1 0 0,0 1 0 0 0,2 1 1 0 0,1 2 19 0 0,-1 1 1 0 0,0-1-1 0 0,-1 1 0 0 0,0 0 1 0 0,1 1-1 0 0,-2-1 0 0 0,1 1 1 0 0,-1 0-1 0 0,0-1 0 0 0,0 1 1 0 0,-1 1-1 0 0,2 12 0 0 0,2 8 70 0 0,2 53 0 0 0,-8-81-82 0 0,0 6 24 0 0,1 0-1 0 0,0 0 1 0 0,0-1 0 0 0,1 1-1 0 0,0 0 1 0 0,3 8 0 0 0,-4-12 185 0 0,3-6-157 0 0,12-15-17 0 0,-1 0-1 0 0,24-40 1 0 0,-38 57-50 0 0,20-7-107 0 0,5 16 97 0 0,0-2 0 0 0,1 0-1 0 0,41 1 1 0 0,-56-6 21 0 0,0-1-1 0 0,1 0 0 0 0,-1-1 1 0 0,0 0-1 0 0,0-1 0 0 0,0-1 1 0 0,0 0-1 0 0,14-6 1 0 0,10-6-4 0 0,-8 4 79 0 0,51-30-1 0 0,-71 36-29 0 0,1 0 1 0 0,-1 0-1 0 0,-1-1 0 0 0,1 0 0 0 0,-1 0 0 0 0,0-1 0 0 0,-1 1 0 0 0,0-2 0 0 0,9-15 1 0 0,-3 2 57 0 0,-1 0 0 0 0,-2-1 1 0 0,13-44-1 0 0,-19 54 15 0 0,-1 0-1 0 0,0 0 0 0 0,-1 0 0 0 0,0 0 1 0 0,-1 0-1 0 0,-1-1 0 0 0,0 1 0 0 0,-5-22 1 0 0,-4 11 294 0 0,10 24-405 0 0,0 0 0 0 0,0-1 0 0 0,-1 1 0 0 0,1 0 0 0 0,0 0 0 0 0,0-1 0 0 0,-1 1-1 0 0,1 0 1 0 0,0 0 0 0 0,-1 0 0 0 0,1-1 0 0 0,0 1 0 0 0,-1 0 0 0 0,1 0 0 0 0,0 0 0 0 0,-1 0 0 0 0,1 0-1 0 0,0 0 1 0 0,-1 0 0 0 0,1 0 0 0 0,0 0 0 0 0,-1 0 0 0 0,1 0 0 0 0,0 0 0 0 0,-1 0 0 0 0,1 0 0 0 0,-1 0 0 0 0,1 0-1 0 0,0 0 1 0 0,-1 0 0 0 0,1 0 0 0 0,-1 1 0 0 0,-1 1-3 0 0,0 0-1 0 0,0 0 1 0 0,0 1 0 0 0,0-1-1 0 0,1 1 1 0 0,-1-1 0 0 0,0 1-1 0 0,1 0 1 0 0,0-1 0 0 0,0 1-1 0 0,0 0 1 0 0,-1 4-1 0 0,-3 13-4 0 0,1 0-1 0 0,1 1 0 0 0,0-1 1 0 0,2 0-1 0 0,0 1 0 0 0,2 0 0 0 0,0-1 1 0 0,1 0-1 0 0,1 1 0 0 0,1-1 0 0 0,1 0 1 0 0,1 0-1 0 0,0-1 0 0 0,2 0 1 0 0,0 0-1 0 0,1-1 0 0 0,1 1 0 0 0,0-2 1 0 0,1 0-1 0 0,2 0 0 0 0,-1-1 0 0 0,16 15 1 0 0,-25-28-8 0 0,1 0 0 0 0,-1-1 1 0 0,0 1-1 0 0,1 0 0 0 0,-1-1 0 0 0,1 0 1 0 0,0 0-1 0 0,-1 0 0 0 0,1 0 0 0 0,0-1 1 0 0,0 0-1 0 0,0 0 0 0 0,1 0 0 0 0,-1 0 1 0 0,0 0-1 0 0,0-1 0 0 0,1 0 0 0 0,-1 0 1 0 0,0 0-1 0 0,0 0 0 0 0,1-1 0 0 0,-1 1 1 0 0,0-1-1 0 0,0 0 0 0 0,0 0 0 0 0,0-1 1 0 0,0 1-1 0 0,0-1 0 0 0,0 0 0 0 0,5-4 1 0 0,5-4 46 0 0,0 0 1 0 0,-1-1-1 0 0,-1 0 0 0 0,0-1 1 0 0,-1 0-1 0 0,13-18 1 0 0,-22 27 23 0 0,-1 2-70 0 0,0-1 0 0 0,0 1 0 0 0,0 0 0 0 0,-1 0 0 0 0,1-1 1 0 0,1 1-1 0 0,-1 0 0 0 0,0 0 0 0 0,0 0 0 0 0,0 0 0 0 0,0 0 0 0 0,1 1 0 0 0,-1-1 0 0 0,1 0 0 0 0,-1 0 0 0 0,0 1 0 0 0,3-1 0 0 0,3-2 77 0 0,-6 3-56 0 0,18-33 1677 0 0,-22 62-1668 0 0,0 0 0 0 0,-2-1-1 0 0,-1 1 1 0 0,-10 27 0 0 0,-7 32 38 0 0,-5 34-8 0 0,-5-2 0 0 0,-5-1-1 0 0,-101 213 1 0 0,138-330-34 0 0,-32 55 13 0 0,30-53 55 0 0,0 0 0 0 0,1 0 1 0 0,-2-1-1 0 0,1 1 0 0 0,0-1 1 0 0,-1 0-1 0 0,1 0 0 0 0,-1 0 0 0 0,0 0 1 0 0,0-1-1 0 0,-5 3 0 0 0,8-5-48 0 0,-1 1-1 0 0,1-1 0 0 0,-1 0 1 0 0,1 0-1 0 0,-1 1 0 0 0,1-1 1 0 0,-1 0-1 0 0,1-1 0 0 0,-1 1 1 0 0,1 0-1 0 0,-1 0 0 0 0,1-1 1 0 0,-1 1-1 0 0,1-1 0 0 0,-1 1 1 0 0,1-1-1 0 0,0 1 0 0 0,-1-1 1 0 0,1 0-1 0 0,0 0 0 0 0,-1 0 1 0 0,1 0-1 0 0,0 0 0 0 0,0 0 1 0 0,0 0-1 0 0,0 0 0 0 0,0 0 1 0 0,-1-3-1 0 0,-20-37 226 0 0,17 23-262 0 0,1-1 0 0 0,0 0 1 0 0,1 0-1 0 0,1-1 0 0 0,1 1 0 0 0,1 0 1 0 0,0-1-1 0 0,2 1 0 0 0,0 0 1 0 0,8-34-1 0 0,-3 28-264 0 0,0 0 0 0 0,1 1 0 0 0,2-1 1 0 0,0 2-1 0 0,2-1 0 0 0,1 2 0 0 0,23-33 0 0 0,-21 36-103 0 0,1 2 0 0 0,1 0 0 0 0,0 0 0 0 0,2 2-1 0 0,0 0 1 0 0,28-17 0 0 0,-8 11-2361 0 0,0 0 0 0 0,69-23 0 0 0,-38 19-1070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5:30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69 304 0 0,'-26'-69'17888'0'0,"21"96"-16982"0"0,-12 180 1312 0 0,7-53-1541 0 0,5-79-848 0 0,4-52-922 0 0,0 0 0 0 0,-2 0 0 0 0,0 0 0 0 0,-2-1-1 0 0,-8 28 1 0 0,12-47 276 0 0,-3 6-278 0 0,-12-1-9196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5:31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39 215 52 0 0,'-34'5'2385'0'0,"29"-4"1279"0"0,16 2-3549 0 0,0 0 0 0 0,0-1 0 0 0,0 0 0 0 0,0-1 0 0 0,0-1 0 0 0,1 1 0 0 0,18-3 0 0 0,88-18 385 0 0,-65 11-311 0 0,259-58 700 0 0,-149 29-384 0 0,100-32 1067 0 0,-243 64-1160 0 0,-15 5-119 0 0,0 0-1 0 0,0-1 1 0 0,0 0 0 0 0,0 0 0 0 0,0 0 0 0 0,0-1 0 0 0,6-3 0 0 0,-10 5 73 0 0,-1 1-334 0 0,0 0-1 0 0,0 1 1 0 0,0-1 0 0 0,0 0-1 0 0,0 0 1 0 0,0 0-1 0 0,0 1 1 0 0,0-1-1 0 0,0 0 1 0 0,0 0 0 0 0,0 0-1 0 0,0 1 1 0 0,0-1-1 0 0,0 0 1 0 0,0 0 0 0 0,0 0-1 0 0,0 1 1 0 0,1-1-1 0 0,-1 0 1 0 0,0 0-1 0 0,0 0 1 0 0,0 0 0 0 0,0 1-1 0 0,0-1 1 0 0,1 0-1 0 0,-1 0 1 0 0,0 0 0 0 0,0 0-1 0 0,0 0 1 0 0,0 0-1 0 0,1 0 1 0 0,-1 1-1 0 0,0-1 1 0 0,0 0 0 0 0,0 0-1 0 0,1 0 1 0 0,-1 0-1 0 0,0 0 1 0 0,0 0 0 0 0,1 0-1 0 0,-1 0 1 0 0,0 0-1 0 0,0 0 1 0 0,0 0-1 0 0,1 0 1 0 0,-1 0 0 0 0,0 0-1 0 0,0 0 1 0 0,0 0-1 0 0,1-1 1 0 0,-1 1-1 0 0,0 0 1 0 0,0 0 0 0 0,0 0-1 0 0,1 0 1 0 0,-1 0-1 0 0,0 0 1 0 0,0 0 0 0 0,0-1-1 0 0,0 1 1 0 0,0 0-1 0 0,1 0 1 0 0,-1 0-1 0 0,0 0 1 0 0,0-1 0 0 0,0 1-1 0 0,0 0 1 0 0,-27 52 195 0 0,10-21-89 0 0,1 0 0 0 0,-17 50 1 0 0,32-80-146 0 0,1 0 1 0 0,-1 0 0 0 0,1 0-1 0 0,-1 0 1 0 0,1-1-1 0 0,0 1 1 0 0,-1 0-1 0 0,1 0 1 0 0,0 0-1 0 0,0 0 1 0 0,0 0-1 0 0,-1 0 1 0 0,1 0 0 0 0,0 0-1 0 0,1 0 1 0 0,-1 0-1 0 0,0 0 1 0 0,0 0-1 0 0,0 0 1 0 0,0 0-1 0 0,1 0 1 0 0,-1 0-1 0 0,0 0 1 0 0,1 0 0 0 0,-1-1-1 0 0,1 1 1 0 0,-1 0-1 0 0,1 0 1 0 0,-1 0-1 0 0,1-1 1 0 0,0 1-1 0 0,-1 0 1 0 0,1-1 0 0 0,0 1-1 0 0,0 0 1 0 0,0-1-1 0 0,-1 1 1 0 0,1-1-1 0 0,0 1 1 0 0,0-1-1 0 0,0 0 1 0 0,0 1-1 0 0,0-1 1 0 0,0 0 0 0 0,0 1-1 0 0,0-1 1 0 0,0 0-1 0 0,0 0 1 0 0,0 0-1 0 0,0 0 1 0 0,0 0-1 0 0,0 0 1 0 0,-1 0 0 0 0,1-1-1 0 0,0 1 1 0 0,0 0-1 0 0,0 0 1 0 0,2-1-1 0 0,9-2-84 0 0,-1-1 0 0 0,1 1 0 0 0,18-10 0 0 0,-20 9 26 0 0,19-9-137 0 0,-21 9 80 0 0,0 0-1 0 0,0 1 1 0 0,1 0-1 0 0,15-3 1 0 0,-22 6 54 0 0,27 22-155 0 0,-26-19 214 0 0,2 1-5 0 0,0 1 0 0 0,1-1 0 0 0,0 0 1 0 0,0 0-1 0 0,0 0 0 0 0,0-1 0 0 0,0 0 1 0 0,1 0-1 0 0,-1 0 0 0 0,1-1 0 0 0,0 0 1 0 0,0-1-1 0 0,11 2 0 0 0,-15-2 0 0 0,0-1 0 0 0,0 0 1 0 0,0 0-1 0 0,1 0 0 0 0,-1 0 0 0 0,0 0 0 0 0,0-1 1 0 0,0 0-1 0 0,0 1 0 0 0,0-1 0 0 0,0 0 0 0 0,0-1 1 0 0,0 1-1 0 0,0 0 0 0 0,0-1 0 0 0,-1 0 1 0 0,1 1-1 0 0,0-1 0 0 0,-1 0 0 0 0,0 0 0 0 0,1-1 1 0 0,-1 1-1 0 0,0 0 0 0 0,0-1 0 0 0,0 1 0 0 0,3-7 1 0 0,2-5-150 0 0,0 0 1 0 0,-1-1-1 0 0,-1 0 1 0 0,5-21 0 0 0,1 0-86 0 0,-11 33 234 0 0,1 1 0 0 0,0 0 0 0 0,-1 0 0 0 0,1 0 0 0 0,0 0 0 0 0,0 0-1 0 0,0 0 1 0 0,1 0 0 0 0,-1 0 0 0 0,0 0 0 0 0,1 1 0 0 0,-1-1 0 0 0,1 0 0 0 0,-1 1 0 0 0,1-1 0 0 0,0 1 0 0 0,0 0 0 0 0,0 0 0 0 0,0-1 0 0 0,0 1 0 0 0,0 0 0 0 0,0 1 0 0 0,0-1 0 0 0,0 0 0 0 0,0 1-1 0 0,0-1 1 0 0,1 1 0 0 0,1-1 0 0 0,-1 2 7 0 0,0-1-1 0 0,0 1 1 0 0,0-1 0 0 0,0 1-1 0 0,-1 0 1 0 0,1 0-1 0 0,0 1 1 0 0,-1-1 0 0 0,1 0-1 0 0,-1 1 1 0 0,1-1-1 0 0,-1 1 1 0 0,0 0-1 0 0,0 0 1 0 0,1 0 0 0 0,-1 0-1 0 0,-1 0 1 0 0,1 1-1 0 0,0-1 1 0 0,0 0 0 0 0,1 4-1 0 0,21 44-26 0 0,-21-40 42 0 0,1 0 0 0 0,0-1 1 0 0,0 0-1 0 0,1 0 1 0 0,1 0-1 0 0,-1-1 1 0 0,2 0-1 0 0,-1 0 1 0 0,13 13-1 0 0,-18-21 15 0 0,0 1 0 0 0,0 0-1 0 0,0 0 1 0 0,0 0 0 0 0,1-1 0 0 0,-1 1 0 0 0,0 0-1 0 0,0-1 1 0 0,0 1 0 0 0,1-1 0 0 0,-1 0-1 0 0,0 1 1 0 0,1-1 0 0 0,-1 0 0 0 0,0 0-1 0 0,1 0 1 0 0,-1 0 0 0 0,0 0 0 0 0,1 0-1 0 0,-1 0 1 0 0,1 0 0 0 0,-1 0 0 0 0,0-1 0 0 0,0 1-1 0 0,2-1 1 0 0,-1-1 25 0 0,-1 1-1 0 0,1 0 1 0 0,-1-1-1 0 0,1 1 1 0 0,-1-1-1 0 0,0 1 1 0 0,0-1-1 0 0,0 0 0 0 0,0 1 1 0 0,0-1-1 0 0,0 0 1 0 0,-1 0-1 0 0,1 0 1 0 0,-1 1-1 0 0,1-4 1 0 0,1-2 68 0 0,-1 1 1 0 0,0-1-1 0 0,-1 0 0 0 0,0 0 1 0 0,0 0-1 0 0,0 1 0 0 0,-1-1 1 0 0,-2-12-1 0 0,-1 12-147 0 0,1 0 1 0 0,-1 0-1 0 0,0 0 0 0 0,-1 0 0 0 0,0 1 1 0 0,0-1-1 0 0,0 1 0 0 0,-1 1 0 0 0,1-1 1 0 0,-1 1-1 0 0,-1 0 0 0 0,1 0 0 0 0,-1 1 1 0 0,0 0-1 0 0,0 0 0 0 0,0 0 0 0 0,0 1 1 0 0,-1 0-1 0 0,0 1 0 0 0,1 0 0 0 0,-1 0 1 0 0,0 0-1 0 0,0 1 0 0 0,-10 0 0 0 0,15 1-320 0 0,0 0-1 0 0,0 1 0 0 0,0-1 0 0 0,0 1 0 0 0,0 0 1 0 0,0 0-1 0 0,0 0 0 0 0,0 0 0 0 0,0 1 1 0 0,-4 2-1 0 0,-4 5-3979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5:31.6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235 371 920 0 0,'-11'2'2443'0'0,"11"-2"-2370"0"0,0 0 0 0 0,0 0 0 0 0,-1 0 0 0 0,1 0 0 0 0,0 0 0 0 0,0 0 0 0 0,0 0 0 0 0,-1 0 1 0 0,1 0-1 0 0,0 0 0 0 0,0 0 0 0 0,0 0 0 0 0,0 0 0 0 0,-1 0 0 0 0,1 0 0 0 0,0 0 0 0 0,0 0 1 0 0,0 0-1 0 0,0 0 0 0 0,-1 0 0 0 0,1 0 0 0 0,0 0 0 0 0,0 0 0 0 0,0 1 0 0 0,0-1 0 0 0,-1 0 0 0 0,1 0 1 0 0,0 0-1 0 0,0 0 0 0 0,0 0 0 0 0,0 0 0 0 0,0 0 0 0 0,0 1 0 0 0,-1-1 0 0 0,1 0 0 0 0,0 0 1 0 0,0 0-1 0 0,0 0 0 0 0,0 1 0 0 0,0-1 0 0 0,0 0 0 0 0,0 0 0 0 0,0 0 0 0 0,0 0 0 0 0,0 1 0 0 0,0-1 1 0 0,0 0-1 0 0,0 0 0 0 0,0 0 0 0 0,0 0 0 0 0,0 1 0 0 0,0-1 0 0 0,0 0 0 0 0,0 0 0 0 0,0 0 1 0 0,0 1-1 0 0,0-1 0 0 0,0 0 0 0 0,0 0 0 0 0,1 0 0 0 0,8 4 95 0 0,0-1-1 0 0,1 0 1 0 0,-1-1-1 0 0,1 0 1 0 0,0 0 0 0 0,0-1-1 0 0,-1 0 1 0 0,1-1-1 0 0,0 0 1 0 0,0-1 0 0 0,12-2-1 0 0,18-3 255 0 0,55-16 0 0 0,-74 16-321 0 0,-1 0 0 0 0,-1-1 0 0 0,1-1 0 0 0,-1-1 0 0 0,-1-1 0 0 0,0 0 0 0 0,0-1 0 0 0,31-27 0 0 0,-42 31-36 0 0,0 1 0 0 0,-1-1-1 0 0,0 0 1 0 0,0-1 0 0 0,-1 1-1 0 0,0-1 1 0 0,0 0 0 0 0,-1-1-1 0 0,0 1 1 0 0,0-1-1 0 0,-1 0 1 0 0,0 0 0 0 0,-1 0-1 0 0,0 0 1 0 0,0 0 0 0 0,-1 0-1 0 0,0-1 1 0 0,-1 1 0 0 0,0-1-1 0 0,0 1 1 0 0,-4-18 0 0 0,-8-6 758 0 0,12 32-774 0 0,-1-1 1 0 0,1 1 0 0 0,-1-1-1 0 0,0 1 1 0 0,1-1 0 0 0,-1 1 0 0 0,0 0-1 0 0,0 0 1 0 0,0-1 0 0 0,0 1-1 0 0,0 0 1 0 0,0 0 0 0 0,-1 0 0 0 0,1 0-1 0 0,0 0 1 0 0,-1 0 0 0 0,1 0-1 0 0,-3 0 1 0 0,1 1-25 0 0,0 1 0 0 0,-1 0 0 0 0,1 0-1 0 0,0 0 1 0 0,0 1 0 0 0,-1-1 0 0 0,1 1 0 0 0,0 0-1 0 0,0 0 1 0 0,1 0 0 0 0,-1 0 0 0 0,0 0 0 0 0,1 1 0 0 0,-1-1-1 0 0,-3 6 1 0 0,-35 49 232 0 0,34-47-214 0 0,-47 78 311 0 0,-61 137-1 0 0,58-107-182 0 0,-170 379 302 0 0,142-304-1160 0 0,81-183 343 0 0,0-1 1 0 0,-1 1-1 0 0,-13 16 0 0 0,17-24 38 0 0,-1 0-1 0 0,0 0 0 0 0,0 0 0 0 0,0 0 0 0 0,0 0 0 0 0,-1 0 0 0 0,1-1 0 0 0,0 1 0 0 0,-1-1 0 0 0,1 0 1 0 0,-5 2-1 0 0,-15-18-8325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5:32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5 336 248 0 0,'-4'-3'6823'0'0,"24"7"-6474"0"0,1-1 1 0 0,0-1-1 0 0,0-1 1 0 0,32-2-1 0 0,93-15 462 0 0,-67 7-456 0 0,37-9 91 0 0,-2-4 0 0 0,0-6 1 0 0,-2-4-1 0 0,-1-5 0 0 0,139-68 1 0 0,-211 85 1535 0 0,-38 20-1954 0 0,-1 0 0 0 0,0 0-1 0 0,0 0 1 0 0,0 0 0 0 0,0 0-1 0 0,0 0 1 0 0,1 0 0 0 0,-1 0-1 0 0,0 0 1 0 0,0 0 0 0 0,0 0-1 0 0,0 0 1 0 0,0-1 0 0 0,1 1-1 0 0,-1 0 1 0 0,0 0 0 0 0,0 0-1 0 0,0 0 1 0 0,0 0 0 0 0,0 0-1 0 0,0-1 1 0 0,0 1 0 0 0,0 0-1 0 0,1 0 1 0 0,-1 0 0 0 0,0 0-1 0 0,0 0 1 0 0,0-1 0 0 0,0 1-1 0 0,0 0 1 0 0,0 0 0 0 0,0 0-1 0 0,0 0 1 0 0,0 0 0 0 0,0-1-1 0 0,0 1 1 0 0,0 0 0 0 0,0 0-1 0 0,0 0 1 0 0,0 0 0 0 0,0-1-1 0 0,0 1 1 0 0,0 0 0 0 0,0 0-1 0 0,-1 0 1 0 0,1 0 0 0 0,0 0-1 0 0,0-1 1 0 0,0 1 0 0 0,0 0-1 0 0,0 0 1 0 0,0 0 0 0 0,-21-1 190 0 0,13 2-186 0 0,1 1 0 0 0,0 0 0 0 0,0 0 0 0 0,0 0 1 0 0,0 1-1 0 0,0 0 0 0 0,0 0 0 0 0,1 1 0 0 0,-1 0 0 0 0,1 0 0 0 0,0 0 1 0 0,0 1-1 0 0,1 0 0 0 0,-1 0 0 0 0,-7 10 0 0 0,9-10-53 0 0,0 0 0 0 0,1 0 0 0 0,0 0 0 0 0,-1 0 0 0 0,2 0 0 0 0,-1 1 0 0 0,1-1 0 0 0,-1 1 0 0 0,2 0 0 0 0,-1 0 0 0 0,0 0 0 0 0,1 0 0 0 0,0 0 0 0 0,1 0 0 0 0,0 0 0 0 0,-1 0 0 0 0,2 0 0 0 0,-1 0 0 0 0,2 7 0 0 0,-2-11 19 0 0,0-1 0 0 0,1 1 0 0 0,-1-1 0 0 0,0 0 0 0 0,1 1 0 0 0,-1-1 0 0 0,1 1 0 0 0,-1-1 0 0 0,1 1 0 0 0,0-1 0 0 0,-1 0 0 0 0,1 0 1 0 0,0 1-1 0 0,0-1 0 0 0,0 0 0 0 0,0 0 0 0 0,0 0 0 0 0,0 0 0 0 0,0 0 0 0 0,1 0 0 0 0,-1 0 0 0 0,0 0 0 0 0,0-1 0 0 0,1 1 0 0 0,-1 0 0 0 0,1-1 0 0 0,-1 1 0 0 0,0-1 0 0 0,1 0 0 0 0,-1 1 0 0 0,1-1 1 0 0,-1 0-1 0 0,1 0 0 0 0,-1 0 0 0 0,1 0 0 0 0,-1 0 0 0 0,1 0 0 0 0,-1 0 0 0 0,1-1 0 0 0,-1 1 0 0 0,1 0 0 0 0,-1-1 0 0 0,1 1 0 0 0,-1-1 0 0 0,0 0 0 0 0,1 1 0 0 0,-1-1 0 0 0,0 0 0 0 0,2-1 0 0 0,2-1 72 0 0,1-1 0 0 0,-1 0 0 0 0,0 0-1 0 0,0 0 1 0 0,-1 0 0 0 0,1-1-1 0 0,-1 0 1 0 0,0 0 0 0 0,0 0 0 0 0,3-7-1 0 0,-4 5-26 0 0,-1 1-1 0 0,0-1 1 0 0,-1 0-1 0 0,1 0 1 0 0,-1 1 0 0 0,-1-1-1 0 0,1 0 1 0 0,-1 0-1 0 0,0 0 1 0 0,-1 0-1 0 0,1 0 1 0 0,-2 1 0 0 0,1-1-1 0 0,-1 0 1 0 0,0 0-1 0 0,0 1 1 0 0,0-1-1 0 0,-1 1 1 0 0,0 0-1 0 0,0 0 1 0 0,-1 0 0 0 0,0 0-1 0 0,0 1 1 0 0,0-1-1 0 0,-1 1 1 0 0,0 0-1 0 0,0 0 1 0 0,0 1 0 0 0,0 0-1 0 0,-8-5 1 0 0,11 8-256 0 0,0 0 0 0 0,0 0 0 0 0,-1 0 0 0 0,1 1 0 0 0,0-1 1 0 0,-1 0-1 0 0,1 1 0 0 0,-1 0 0 0 0,1 0 0 0 0,-1 0 0 0 0,1 0 1 0 0,-1 0-1 0 0,1 0 0 0 0,0 0 0 0 0,-1 1 0 0 0,1-1 0 0 0,-1 1 1 0 0,-1 1-1 0 0,-12 11-7546 0 0,9-3 4042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5:32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49 596 0 0,'36'23'3373'0'0,"-32"-19"-3176"0"0,0 0 1 0 0,0 1-1 0 0,0-1 0 0 0,0 1 0 0 0,-1 0 1 0 0,0 0-1 0 0,0 0 0 0 0,0 1 1 0 0,-1-1-1 0 0,0 1 0 0 0,0-1 0 0 0,0 1 1 0 0,-1 0-1 0 0,2 7 0 0 0,-2-8-22 0 0,-1-1 0 0 0,1 1 0 0 0,-1 0 0 0 0,0 0 1 0 0,0 0-1 0 0,0 0 0 0 0,0 0 0 0 0,-1-1 0 0 0,0 1 0 0 0,0 0 0 0 0,0 0 0 0 0,-1-1 0 0 0,0 1 0 0 0,0-1 0 0 0,0 1 0 0 0,0-1 1 0 0,-5 7-1 0 0,6-10 273 0 0,5-26 4478 0 0,15-28-4494 0 0,-9 36-403 0 0,1 0 0 0 0,1 1 0 0 0,0 0 0 0 0,19-19 0 0 0,19-5-2561 0 0,-41 35 983 0 0,-1 1 0 0 0,1 0 0 0 0,0 0 0 0 0,14-4 0 0 0,-13 5-1685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5:32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0 1028 0 0,'0'0'6222'0'0,"-6"20"-5157"0"0,2-4-788 0 0,-1-1-1 0 0,-1 0 0 0 0,0 0 0 0 0,-1-1 0 0 0,-1 1 0 0 0,0-2 1 0 0,-1 1-1 0 0,0-1 0 0 0,-15 16 0 0 0,23-28 178 0 0,18-22-385 0 0,-3 6-66 0 0,0 0-1 0 0,1 0 0 0 0,24-18 0 0 0,-30 27-19 0 0,-1 0-1 0 0,1 1 1 0 0,0 0-1 0 0,0 0 1 0 0,0 1 0 0 0,1 0-1 0 0,0 0 1 0 0,14-3-1 0 0,-21 7 41 0 0,0 0 1 0 0,-1 0-1 0 0,1 1 0 0 0,0-1 0 0 0,0 0 0 0 0,-1 1 0 0 0,1 0 0 0 0,0 0 0 0 0,-1-1 0 0 0,1 2 1 0 0,0-1-1 0 0,-1 0 0 0 0,0 0 0 0 0,1 1 0 0 0,-1 0 0 0 0,0-1 0 0 0,1 1 0 0 0,2 4 0 0 0,-2-4 174 0 0,0 1-1 0 0,0-1 1 0 0,0 1-1 0 0,0-1 0 0 0,0 0 1 0 0,1 0-1 0 0,-1-1 1 0 0,1 1-1 0 0,-1-1 0 0 0,1 1 1 0 0,0-1-1 0 0,-1 0 1 0 0,1 0-1 0 0,7 0 0 0 0,50-5 1110 0 0,-45 3-1244 0 0,1 0 0 0 0,-1 0 0 0 0,17 3 1 0 0,-25-1-1664 0 0,0 1 1 0 0,1 0 0 0 0,-1 0 0 0 0,0 0-1 0 0,8 5 1 0 0,-7-2-2218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5:33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45 572 0 0,'24'17'19609'0'0,"-24"-17"-19572"0"0,0 0 1 0 0,0 1-1 0 0,0-1 0 0 0,1 0 0 0 0,-1 0 1 0 0,0 0-1 0 0,0 0 0 0 0,1 0 0 0 0,-1 0 0 0 0,0 1 1 0 0,0-1-1 0 0,1 0 0 0 0,-1 0 0 0 0,0 0 1 0 0,0 0-1 0 0,1 0 0 0 0,-1 0 0 0 0,0 0 1 0 0,0 0-1 0 0,1 0 0 0 0,-1 0 0 0 0,0 0 0 0 0,0 0 1 0 0,1 0-1 0 0,-1 0 0 0 0,0-1 0 0 0,0 1 1 0 0,1 0-1 0 0,-1 0 0 0 0,0 0 0 0 0,0 0 0 0 0,1 0 1 0 0,-1 0-1 0 0,0-1 0 0 0,0 1 0 0 0,0 0 1 0 0,1 0-1 0 0,-1 0 0 0 0,0-1 0 0 0,0 1 1 0 0,0 0-1 0 0,0 0 0 0 0,0 0 0 0 0,1-1 0 0 0,-1 1 1 0 0,0-1-1 0 0,5-19-1835 0 0,-5-19-8963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5:33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32 648 0 0,'-3'-3'4840'0'0,"-17"-16"7654"0"0,13 11-10085 0 0,6 7-2567 0 0,-24 1-4564 0 0,13 1-2281 0 0,-16 4 2219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5:35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233 250 168 0 0,'-1'-4'442'0'0,"1"1"1"0"0,-1-1-1 0 0,0 1 1 0 0,0 0-1 0 0,0-1 1 0 0,0 1-1 0 0,-1 0 1 0 0,0 0-1 0 0,-5-8 3653 0 0,4 15-3565 0 0,-6 9-288 0 0,0-1 0 0 0,2 2 0 0 0,0-1 0 0 0,0 1 0 0 0,1 0-1 0 0,1 0 1 0 0,-5 19 0 0 0,-9 20 206 0 0,-6 22 369 0 0,-24 114-1 0 0,18-62-83 0 0,4-39 324 0 0,27-86-43 0 0,-1-14-983 0 0,0 0 0 0 0,1 0-1 0 0,1 0 1 0 0,0 0 0 0 0,0 0 0 0 0,7-22 0 0 0,0-12-69 0 0,1-20-165 0 0,3 0-1 0 0,28-87 1 0 0,58-121-294 0 0,-81 226 452 0 0,-14 41 54 0 0,0-1 0 0 0,1 1 0 0 0,-1 0 1 0 0,1 0-1 0 0,1 0 0 0 0,-1 0 0 0 0,1 1 1 0 0,0-1-1 0 0,1 1 0 0 0,-1 1 0 0 0,1-1 1 0 0,1 1-1 0 0,-1 0 0 0 0,12-7 0 0 0,-14 10 3 0 0,1 0 0 0 0,-1 0-1 0 0,1 1 1 0 0,0-1-1 0 0,0 1 1 0 0,0 0 0 0 0,0 1-1 0 0,0-1 1 0 0,0 1-1 0 0,0 0 1 0 0,0 0 0 0 0,0 1-1 0 0,0-1 1 0 0,0 1-1 0 0,0 0 1 0 0,-1 0 0 0 0,1 1-1 0 0,0-1 1 0 0,0 1-1 0 0,-1 0 1 0 0,1 1 0 0 0,-1-1-1 0 0,0 1 1 0 0,6 4-1 0 0,5 4 49 0 0,-1 2-1 0 0,0-1 0 0 0,0 2 1 0 0,-2 0-1 0 0,1 1 0 0 0,-2 0 1 0 0,16 26-1 0 0,54 126 401 0 0,-53-103-297 0 0,56 167 374 0 0,-44-111-239 0 0,-39-119-392 0 0,-1 3-177 0 0,0-1 901 0 0,-11-44-15445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5:36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22 104 396 0 0,'-14'3'2835'0'0,"7"-5"3006"0"0,36-11-5312 0 0,1 1-1 0 0,1 2 1 0 0,0 1-1 0 0,50-8 1 0 0,136-10-1617 0 0,-211 27 999 0 0,149-12-5665 0 0,-108 7 3062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5:36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52 279 492 0 0,'-42'-17'9803'0'0,"34"15"-9513"0"0,6 1 367 0 0,8 1 3415 0 0,307-16-2744 0 0,-118 2-939 0 0,11 5 18 0 0,52 0 133 0 0,278-47-1 0 0,-526 55-501 0 0,5-1 172 0 0,-1-1 1 0 0,0 0-1 0 0,1-1 1 0 0,-1 0-1 0 0,21-11 1 0 0,-34 15-202 0 0,0 0 1 0 0,-1-1-1 0 0,1 1 1 0 0,-1-1-1 0 0,1 1 1 0 0,-1 0-1 0 0,1-1 1 0 0,-1 1-1 0 0,0-1 0 0 0,1 1 1 0 0,-1-1-1 0 0,0 1 1 0 0,1-1-1 0 0,-1 0 1 0 0,0 1-1 0 0,1-1 1 0 0,-1 1-1 0 0,0-1 1 0 0,0 0-1 0 0,0 1 1 0 0,0-1-1 0 0,0 0 1 0 0,1 1-1 0 0,-1-1 1 0 0,0 0-1 0 0,-1 1 0 0 0,1-1 1 0 0,0 0-1 0 0,0 1 1 0 0,0-1-1 0 0,0 1 1 0 0,0-1-1 0 0,-1 0 1 0 0,1 1-1 0 0,0-1 1 0 0,0 1-1 0 0,-1-1 1 0 0,1 1-1 0 0,0-1 1 0 0,-1 0-1 0 0,1 1 0 0 0,-1-1 1 0 0,1 1-1 0 0,-1 0 1 0 0,1-1-1 0 0,-1 1 1 0 0,1-1-1 0 0,-1 1 1 0 0,1 0-1 0 0,-2-1 1 0 0,-24-17 92 0 0,0 6-248 0 0,0 2 1 0 0,0 0 0 0 0,-1 2 0 0 0,0 1-1 0 0,-39-5 1 0 0,-3-1-484 0 0,62 8 306 0 0,39 5 254 0 0,-6 3 103 0 0,0 1 0 0 0,0 1 0 0 0,-1 1 0 0 0,40 15 0 0 0,-53-16-23 0 0,-1-1 0 0 0,0 2 0 0 0,-1-1 0 0 0,1 1-1 0 0,-1 1 1 0 0,0 0 0 0 0,0 0 0 0 0,-1 1 0 0 0,0 1 0 0 0,-1-1 0 0 0,14 18 0 0 0,-20-23-5 0 0,0 0 0 0 0,0 0 1 0 0,-1 0-1 0 0,1 0 0 0 0,-1 0 0 0 0,0 0 0 0 0,0 0 1 0 0,0 1-1 0 0,0-1 0 0 0,0 0 0 0 0,-1 1 0 0 0,1-1 1 0 0,-1 0-1 0 0,0 1 0 0 0,0-1 0 0 0,-1 1 0 0 0,1-1 1 0 0,-1 0-1 0 0,-1 7 0 0 0,0-5 2 0 0,-1 0 0 0 0,1-1-1 0 0,-1 1 1 0 0,0 0 0 0 0,0-1-1 0 0,-1 0 1 0 0,0 0 0 0 0,1 0-1 0 0,-1 0 1 0 0,0-1 0 0 0,-7 5 0 0 0,-11 6-159 0 0,-1-1 1 0 0,0-1 0 0 0,-1-1 0 0 0,-28 9-1 0 0,45-18 39 0 0,-168 55-3210 0 0,56-33-4480 0 0,76-18 3842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5:41.6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27 203 76 0 0,'0'0'857'0'0,"0"-21"3135"0"0,0 10 4697 0 0,-9 261-7740 0 0,3-152-536 0 0,5-80 553 0 0,-4-37 823 0 0,0-5-1723 0 0,7-13 95 0 0,0 22-109 0 0,5-53 73 0 0,2 1 0 0 0,32-117 0 0 0,-38 176-143 0 0,0 0 1 0 0,0 0-1 0 0,1 0 0 0 0,0 0 1 0 0,1 1-1 0 0,-1-1 0 0 0,2 1 1 0 0,-1 0-1 0 0,1 0 1 0 0,0 1-1 0 0,0 0 0 0 0,0 0 1 0 0,1 0-1 0 0,14-8 0 0 0,-17 12 7 0 0,1 1-1 0 0,-1 0 1 0 0,1-1 0 0 0,0 1-1 0 0,-1 1 1 0 0,1-1-1 0 0,0 1 1 0 0,0 0-1 0 0,-1 0 1 0 0,1 0 0 0 0,0 1-1 0 0,0-1 1 0 0,-1 1-1 0 0,1 0 1 0 0,-1 1-1 0 0,1-1 1 0 0,-1 1-1 0 0,1 0 1 0 0,7 4 0 0 0,-9-3 0 0 0,1-1 0 0 0,-1 1-1 0 0,1 0 1 0 0,-1 1 0 0 0,0-1 0 0 0,0 1 0 0 0,-1-1 0 0 0,1 1 0 0 0,-1 0 0 0 0,0 0 0 0 0,0 0 0 0 0,0 0 0 0 0,0 0 0 0 0,-1 0 0 0 0,1 0 0 0 0,-1 1 0 0 0,0-1 0 0 0,-1 1 0 0 0,1-1 0 0 0,-1 1-1 0 0,0-1 1 0 0,0 1 0 0 0,-1 7 0 0 0,0 4-48 0 0,-1 0-1 0 0,-1 0 1 0 0,0 0-1 0 0,-2-1 0 0 0,-7 21 1 0 0,8-28-69 0 0,1 0-1 0 0,0 1 1 0 0,0-1-1 0 0,1 1 1 0 0,0 0 0 0 0,-1 16-1 0 0,3-22 94 0 0,0 0 1 0 0,1 0-1 0 0,0 0 0 0 0,-1 0 0 0 0,1 0 1 0 0,0 0-1 0 0,1 0 0 0 0,-1 0 0 0 0,0-1 1 0 0,1 1-1 0 0,-1 0 0 0 0,1-1 0 0 0,0 0 1 0 0,0 1-1 0 0,0-1 0 0 0,0 0 0 0 0,0 0 1 0 0,1 0-1 0 0,-1 0 0 0 0,1 0 0 0 0,-1 0 1 0 0,1-1-1 0 0,0 0 0 0 0,3 2 0 0 0,32 16-174 0 0,-25-14 150 0 0,-1 1 0 0 0,0 0 1 0 0,-1 1-1 0 0,1 0 0 0 0,-1 0 0 0 0,-1 1 0 0 0,1 1 1 0 0,-1-1-1 0 0,-1 2 0 0 0,0-1 0 0 0,9 13 1 0 0,-18-21 50 0 0,1 0 0 0 0,0 0 0 0 0,0 0 0 0 0,-1 1 0 0 0,1-1 0 0 0,-1 0 0 0 0,1 1 0 0 0,-1-1 0 0 0,1 1 0 0 0,-1-1 0 0 0,0 1 0 0 0,0-1 0 0 0,0 0 0 0 0,0 1 0 0 0,0-1 0 0 0,0 1 0 0 0,0-1 0 0 0,0 1 0 0 0,-1-1 0 0 0,1 1 0 0 0,0-1 0 0 0,-1 0 0 0 0,1 1 0 0 0,-2 2 0 0 0,0-2 6 0 0,0 1 1 0 0,-1 0-1 0 0,1-1 0 0 0,-1 1 1 0 0,1-1-1 0 0,-1 0 1 0 0,0 0-1 0 0,0 0 0 0 0,0 0 1 0 0,-4 2-1 0 0,-4 1 86 0 0,-2 0 1 0 0,1 0-1 0 0,0-1 1 0 0,-22 3-1 0 0,9-5 148 0 0,1-1 0 0 0,-1-1-1 0 0,0-2 1 0 0,0 0 0 0 0,0-2-1 0 0,1-1 1 0 0,-30-9 0 0 0,-2 1 239 0 0,55 13-558 0 0,-8-1 468 0 0,4 2-2461 0 0,38 12-7850 0 0,-14-7 6890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5:42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330 90 556 0 0,'1'-2'207'0'0,"0"0"0"0"0,0 1 0 0 0,0-1 0 0 0,0 0 0 0 0,0 0 1 0 0,0 0-1 0 0,0 0 0 0 0,-1 0 0 0 0,1-1 0 0 0,-1 1 0 0 0,1 0 0 0 0,-1 0 0 0 0,0 0 0 0 0,0 0 0 0 0,0-1 0 0 0,0 1 1 0 0,0 0-1 0 0,-1 0 0 0 0,1 0 0 0 0,-1 0 0 0 0,1 0 0 0 0,-1 0 0 0 0,0 0 0 0 0,0 0 0 0 0,0 0 0 0 0,0 0 0 0 0,0 0 0 0 0,0 0 1 0 0,0 0-1 0 0,-1 1 0 0 0,1-1 0 0 0,-1 0 0 0 0,1 1 0 0 0,-1-1 0 0 0,0 1 0 0 0,1 0 0 0 0,-3-2 0 0 0,-1 1-5 0 0,0-1-1 0 0,0 1 1 0 0,0 0 0 0 0,-1 1-1 0 0,1-1 1 0 0,0 1-1 0 0,-1 0 1 0 0,1 0 0 0 0,0 1-1 0 0,-1-1 1 0 0,1 1-1 0 0,-1 1 1 0 0,-10 1 0 0 0,1 1 134 0 0,-1 1 1 0 0,1 1 0 0 0,0 0 0 0 0,0 1-1 0 0,1 1 1 0 0,0 1 0 0 0,0-1 0 0 0,1 2-1 0 0,0 0 1 0 0,-22 20 0 0 0,30-25-250 0 0,1 0 1 0 0,0 1 0 0 0,0-1-1 0 0,0 1 1 0 0,0 0-1 0 0,1 0 1 0 0,0 1 0 0 0,0-1-1 0 0,0 1 1 0 0,0-1-1 0 0,1 1 1 0 0,0 0-1 0 0,1 0 1 0 0,-1 0 0 0 0,1 0-1 0 0,0 0 1 0 0,0 0-1 0 0,1 1 1 0 0,0-1 0 0 0,0 0-1 0 0,1 0 1 0 0,-1 0-1 0 0,1 0 1 0 0,0 0-1 0 0,1 0 1 0 0,0 0 0 0 0,0 0-1 0 0,0 0 1 0 0,0 0-1 0 0,6 7 1 0 0,1 1 28 0 0,1 0 1 0 0,1-1-1 0 0,0-1 0 0 0,1 0 0 0 0,0 0 1 0 0,1-1-1 0 0,0-1 0 0 0,1 0 1 0 0,0-1-1 0 0,0-1 0 0 0,1 0 1 0 0,0 0-1 0 0,19 5 0 0 0,4 1 62 0 0,1-2 1 0 0,0-2-1 0 0,1-2 0 0 0,55 5 1 0 0,57 0 417 0 0,-151-13-562 0 0,6 1 13 0 0,7 1 34 0 0,-9-4 261 0 0,-5 1-437 0 0,0 0 0 0 0,0 0 0 0 0,0 0 0 0 0,0 0-1 0 0,-1-1 1 0 0,1 1 0 0 0,0 0 0 0 0,-1 0 0 0 0,1 0 0 0 0,0 0 0 0 0,-1 0-1 0 0,1 0 1 0 0,-1 0 0 0 0,0 0 0 0 0,1 0 0 0 0,-1 1 0 0 0,0-1-1 0 0,0 0 1 0 0,1 0 0 0 0,-1 0 0 0 0,0 1 0 0 0,0-1 0 0 0,0 1 0 0 0,0-1-1 0 0,0 0 1 0 0,0 1 0 0 0,0-1 0 0 0,0 1 0 0 0,0 0 0 0 0,0-1-1 0 0,-1 1 1 0 0,-46-10-5371 0 0,25 7-356 0 0,9-2 1912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5:44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225 103 424 0 0,'-5'-11'11049'0'0,"-1"17"-10925"0"0,0-1 0 0 0,0 1 0 0 0,0-1 0 0 0,1 2 0 0 0,0-1 0 0 0,0 0 0 0 0,1 1 0 0 0,-1 0-1 0 0,2 0 1 0 0,-1 1 0 0 0,-3 8 0 0 0,-32 103 697 0 0,24-68-519 0 0,-19 87 374 0 0,0 3-32 0 0,17-101 64 0 0,17-39-83 0 0,-3-5-491 0 0,0-8-99 0 0,0 1 1 0 0,0-1-1 0 0,1 1 0 0 0,0-1 0 0 0,1 0 0 0 0,0 0 0 0 0,1 0 0 0 0,0 0 1 0 0,1 0-1 0 0,4-19 0 0 0,34-127-99 0 0,-33 138 62 0 0,3-17-19 0 0,2 1 0 0 0,1 0 0 0 0,2 1 0 0 0,2 1 0 0 0,1 0 0 0 0,40-58 0 0 0,-56 89 10 0 0,1 1 1 0 0,0-1 0 0 0,0 1 0 0 0,0 0 0 0 0,0 0 0 0 0,1 0 0 0 0,-1 0 0 0 0,0 0 0 0 0,1 1 0 0 0,0-1 0 0 0,-1 1 0 0 0,1-1 0 0 0,0 1-1 0 0,0 0 1 0 0,-1 0 0 0 0,1 0 0 0 0,0 1 0 0 0,0-1 0 0 0,0 0 0 0 0,0 1 0 0 0,4 0 0 0 0,-3 1 3 0 0,0 0 0 0 0,0 0-1 0 0,0 0 1 0 0,0 1 0 0 0,0-1 0 0 0,0 1 0 0 0,0 0 0 0 0,0 0 0 0 0,-1 0 0 0 0,1 1-1 0 0,-1-1 1 0 0,0 1 0 0 0,5 4 0 0 0,8 12-1 0 0,-1 0 0 0 0,-1 0-1 0 0,0 1 1 0 0,13 27 0 0 0,-20-33 1 0 0,28 44 9 0 0,3 7 14 0 0,-1 1-1 0 0,-4 2 1 0 0,27 79-1 0 0,-56-135-239 0 0,0 1 1 0 0,0 0-1 0 0,-2 0 0 0 0,1 0 1 0 0,-2 0-1 0 0,0 0 0 0 0,0 0 0 0 0,-3 24 1 0 0,2-36 98 0 0,0-1 1 0 0,0 1 0 0 0,0-1-1 0 0,0 1 1 0 0,-1 0 0 0 0,1-1-1 0 0,0 1 1 0 0,-1-1 0 0 0,1 1-1 0 0,0 0 1 0 0,-1-1 0 0 0,1 1-1 0 0,0-1 1 0 0,-1 1 0 0 0,1-1-1 0 0,-1 0 1 0 0,1 1 0 0 0,-1-1 0 0 0,1 1-1 0 0,-1-1 1 0 0,1 0 0 0 0,-1 1-1 0 0,0-1 1 0 0,1 0 0 0 0,-1 0-1 0 0,1 0 1 0 0,-1 1 0 0 0,0-1-1 0 0,1 0 1 0 0,-1 0 0 0 0,0 0-1 0 0,1 0 1 0 0,-1 0 0 0 0,0 0-1 0 0,1 0 1 0 0,-1 0 0 0 0,1 0-1 0 0,-1 0 1 0 0,0-1 0 0 0,1 1-1 0 0,-2 0 1 0 0,-17-7-3987 0 0,9-2 1079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5:44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76 712 0 0,'-16'-9'3310'0'0,"15"4"1021"0"0,8 0-4135 0 0,0 1 1 0 0,-1 0-1 0 0,1 1 1 0 0,1-1 0 0 0,-1 1-1 0 0,0 0 1 0 0,1 1-1 0 0,0 0 1 0 0,13-2 0 0 0,86-7 606 0 0,-81 9-628 0 0,309-13-470 0 0,-107 21-5780 0 0,-153-1 3300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5:44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91 972 0 0,'-33'-14'4080'0'0,"10"6"-521"0"0,21 7-2580 0 0,-8-4 2044 0 0,10 5-2974 0 0,-1 0 0 0 0,1 0 0 0 0,0 0 0 0 0,0 0 0 0 0,0 0 0 0 0,0 0 0 0 0,0 0 0 0 0,-1 0 0 0 0,1 0 0 0 0,0 0 0 0 0,0 0 0 0 0,0 0 0 0 0,0 0 0 0 0,0 0 0 0 0,-1 0 0 0 0,1 0 0 0 0,0 0 0 0 0,0 0 0 0 0,0 0 0 0 0,0 0 0 0 0,0 0 0 0 0,-1 0 0 0 0,1 0 0 0 0,0 0 0 0 0,0 0 0 0 0,0 0 0 0 0,0-1 0 0 0,0 1 0 0 0,0 0 0 0 0,0 0 0 0 0,-1 0 0 0 0,1 0 0 0 0,0 0 0 0 0,0 0 0 0 0,0-1 0 0 0,0 1 0 0 0,0 0 0 0 0,0 0 0 0 0,0 0 0 0 0,0 0 0 0 0,0 0 0 0 0,0-1 0 0 0,0 1 0 0 0,0 0 0 0 0,0 0 0 0 0,0 0 0 0 0,0 0 0 0 0,0 0 0 0 0,0-1 0 0 0,0 1 0 0 0,0 0 0 0 0,0 0 0 0 0,0 0 0 0 0,0 0 0 0 0,0 0 0 0 0,0-1 0 0 0,0 1 0 0 0,0 0 0 0 0,0 0 0 0 0,1 0 0 0 0,-1 0 0 0 0,0 0 0 0 0,0 0 0 0 0,0-1 0 0 0,335-7 1344 0 0,-215 9-1194 0 0,461 2-1331 0 0,-603-13 888 0 0,-1-1 116 0 0,-110-20-732 0 0,132 31 854 0 0,0 0 0 0 0,1 0 0 0 0,-1 0 0 0 0,1 0 0 0 0,-1 0 0 0 0,0 1 0 0 0,1-1 0 0 0,-1 0 0 0 0,1 0 0 0 0,-1 1 0 0 0,1-1 0 0 0,-1 0 0 0 0,0 0 0 0 0,1 1 0 0 0,-1-1 0 0 0,1 1 0 0 0,0-1 0 0 0,-1 1 0 0 0,1-1 0 0 0,-1 1 0 0 0,1-1 0 0 0,0 1 0 0 0,-1-1 0 0 0,1 1 0 0 0,0-1 0 0 0,-1 1 0 0 0,1-1 0 0 0,0 1 0 0 0,0 0 0 0 0,-1 0 0 0 0,-1 25-55 0 0,-2 1 97 0 0,-3-14-526 0 0,-1-1 0 0 0,-1 1 0 0 0,0-1 1 0 0,0-1-1 0 0,-1 0 0 0 0,-19 16 0 0 0,3-1-5191 0 0,15-16 2472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5:45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16 1112 0 0,'0'0'1220'0'0,"5"-15"11471"0"0,-25 35-12415 0 0,2 2 0 0 0,0 0 0 0 0,1 0 0 0 0,1 2 1 0 0,1 0-1 0 0,2 1 0 0 0,-18 41 0 0 0,30-64-265 0 0,0-1 0 0 0,1 1 0 0 0,-1-1-1 0 0,0 1 1 0 0,1 0 0 0 0,-1-1 0 0 0,1 1 0 0 0,-1 0 0 0 0,1 0-1 0 0,0-1 1 0 0,0 1 0 0 0,-1 0 0 0 0,1 0 0 0 0,1 0-1 0 0,-1-1 1 0 0,0 1 0 0 0,0 0 0 0 0,1 0 0 0 0,-1-1-1 0 0,1 1 1 0 0,0 2 0 0 0,0-3-20 0 0,0 0 0 0 0,1 0 0 0 0,-1-1 0 0 0,0 1 0 0 0,0 0 0 0 0,0 0 0 0 0,1-1 0 0 0,-1 1 0 0 0,0-1 0 0 0,1 0 0 0 0,-1 1 0 0 0,1-1 0 0 0,-1 0 0 0 0,0 0 0 0 0,1 1 0 0 0,-1-1 0 0 0,1 0 0 0 0,-1-1 0 0 0,1 1 0 0 0,1 0 0 0 0,12-4-192 0 0,1 1 0 0 0,-1-2 0 0 0,25-10-1 0 0,-28 10 77 0 0,-3 0 52 0 0,0 1 0 0 0,1 1-1 0 0,-1 0 1 0 0,0 0 0 0 0,1 1-1 0 0,0 0 1 0 0,0 1-1 0 0,-1 0 1 0 0,1 0 0 0 0,0 1-1 0 0,0 0 1 0 0,0 1 0 0 0,0 0-1 0 0,0 1 1 0 0,-1 0-1 0 0,1 0 1 0 0,-1 1 0 0 0,17 7-1 0 0,-12-5 121 0 0,0-1 1 0 0,0-1-1 0 0,0 0 0 0 0,0 0 0 0 0,1-2 0 0 0,-1 0 0 0 0,0 0 0 0 0,1-2 0 0 0,-1 1 1 0 0,1-2-1 0 0,-1 0 0 0 0,0-1 0 0 0,0 0 0 0 0,0-1 0 0 0,0-1 0 0 0,0 0 0 0 0,20-12 0 0 0,-30 15 52 0 0,0 0 0 0 0,0-1 0 0 0,-1 0 0 0 0,1 0-1 0 0,-1 0 1 0 0,0 0 0 0 0,0 0 0 0 0,0-1 0 0 0,-1 1-1 0 0,1-1 1 0 0,-1 0 0 0 0,0 0 0 0 0,0 0 0 0 0,0 0-1 0 0,0 0 1 0 0,-1 0 0 0 0,1-1 0 0 0,-1 1 0 0 0,0 0-1 0 0,0-7 1 0 0,0 2 23 0 0,0 1-1 0 0,-1-1 1 0 0,0 0 0 0 0,0 0-1 0 0,-1 1 1 0 0,0-1-1 0 0,-1 0 1 0 0,-5-16-1 0 0,7 24-219 0 0,0 1 0 0 0,-1-1 0 0 0,1 0-1 0 0,-1 1 1 0 0,1-1 0 0 0,-1 1 0 0 0,1-1-1 0 0,-1 1 1 0 0,1-1 0 0 0,-1 1 0 0 0,1-1 0 0 0,-1 1-1 0 0,0-1 1 0 0,1 1 0 0 0,-1 0 0 0 0,1-1-1 0 0,-1 1 1 0 0,0 0 0 0 0,0 0 0 0 0,1 0-1 0 0,-1-1 1 0 0,0 1 0 0 0,0 0 0 0 0,-25 2-8093 0 0,24-2 7089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5:48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7 1180 0 0,'14'-6'12368'0'0,"-14"15"-12183"0"0,0 0 0 0 0,-1 1 0 0 0,0-1 0 0 0,0 0-1 0 0,-1 0 1 0 0,-1 0 0 0 0,1 0 0 0 0,-2 0 0 0 0,1-1 0 0 0,-8 14 0 0 0,-58 90 390 0 0,43-72-951 0 0,-8 19-1815 0 0,18-29-2357 0 0,15-16-2038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5:49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59 640 304 0 0,'7'-47'12623'0'0,"-15"94"-11750"0"0,-20 63 0 0 0,-1 6 3 0 0,29-116-871 0 0,0 1 0 0 0,0-1 0 0 0,0 0 0 0 0,0 0 0 0 0,-1 1 0 0 0,1-1 0 0 0,0 0 0 0 0,0 1 0 0 0,0-1 0 0 0,0 0 0 0 0,0 1 0 0 0,0-1 0 0 0,0 0 0 0 0,0 1 0 0 0,0-1 0 0 0,0 1 0 0 0,0-1-1 0 0,0 0 1 0 0,0 1 0 0 0,0-1 0 0 0,1 0 0 0 0,-1 0 0 0 0,0 1 0 0 0,0-1 0 0 0,0 0 0 0 0,0 1 0 0 0,1-1 0 0 0,-1 0 0 0 0,0 0 0 0 0,0 1 0 0 0,0-1 0 0 0,1 0 0 0 0,-1 0 0 0 0,0 1 0 0 0,0-1 0 0 0,1 0-1 0 0,-1 0 1 0 0,0 0 0 0 0,1 0 0 0 0,-1 1 0 0 0,0-1 0 0 0,1 0 0 0 0,-1 0 0 0 0,0 0 0 0 0,1 0 0 0 0,0 0 0 0 0,19-8-1 0 0,18-21-135 0 0,36-38-241 0 0,-72 66 352 0 0,1-1 1 0 0,-1 0 0 0 0,1 1 0 0 0,0 0 0 0 0,-1-1-1 0 0,1 1 1 0 0,0 0 0 0 0,0 1 0 0 0,0-1-1 0 0,0 0 1 0 0,0 1 0 0 0,0 0 0 0 0,0-1-1 0 0,0 1 1 0 0,5 1 0 0 0,50 9-94 0 0,-30-4 88 0 0,-13-4 26 0 0,1 0-1 0 0,0-1 0 0 0,-1 0 1 0 0,1-1-1 0 0,-1-1 1 0 0,1-1-1 0 0,-1 0 0 0 0,1-1 1 0 0,-1 0-1 0 0,28-11 0 0 0,-37 11-5 0 0,-1 0 0 0 0,1 0 0 0 0,-1 0 0 0 0,1-1 0 0 0,-1 1 0 0 0,0-2 0 0 0,0 1 1 0 0,-1 0-1 0 0,1-1 0 0 0,-1 0 0 0 0,0 0 0 0 0,0 0 0 0 0,0 0 0 0 0,-1-1 0 0 0,0 1 0 0 0,0-1 0 0 0,-1 0 0 0 0,1 0 0 0 0,-1 0 0 0 0,0 0 0 0 0,-1-1 0 0 0,0 1 0 0 0,0 0 0 0 0,0-1 0 0 0,-1 1 0 0 0,1 0 0 0 0,-2-1 0 0 0,0-9 0 0 0,-1 2-44 0 0,-1 1 1 0 0,0 0-1 0 0,-1 0 0 0 0,0 0 1 0 0,-1 0-1 0 0,0 1 1 0 0,-9-15-1 0 0,13 25 6 0 0,1 2 40 0 0,0 0 0 0 0,0 0 1 0 0,0 0-1 0 0,0 0 1 0 0,1 0-1 0 0,-1 0 0 0 0,0 0 1 0 0,0 0-1 0 0,0 0 1 0 0,0 0-1 0 0,0 0 0 0 0,1 0 1 0 0,-1 0-1 0 0,0 0 1 0 0,0 0-1 0 0,0 0 0 0 0,0 0 1 0 0,0 0-1 0 0,0 0 1 0 0,0 0-1 0 0,1-1 0 0 0,-1 1 1 0 0,0 0-1 0 0,0 0 1 0 0,0 0-1 0 0,0 0 0 0 0,0 0 1 0 0,0 0-1 0 0,0 0 1 0 0,0-1-1 0 0,0 1 0 0 0,0 0 1 0 0,0 0-1 0 0,0 0 0 0 0,0 0 1 0 0,0 0-1 0 0,0-1 1 0 0,0 1-1 0 0,0 0 0 0 0,0 0 1 0 0,0 0-1 0 0,0 0 1 0 0,0 0-1 0 0,0-1 0 0 0,0 1 1 0 0,0 0-1 0 0,0 0 1 0 0,0 0-1 0 0,0 0 0 0 0,0 0 1 0 0,0 0-1 0 0,0-1 1 0 0,0 1-1 0 0,0 0 0 0 0,0 0 1 0 0,0 0-1 0 0,-1 0 1 0 0,1 0-1 0 0,0 0 0 0 0,0 0 1 0 0,0 0-1 0 0,0 0 1 0 0,0-1-1 0 0,31 11 16 0 0,0-2 0 0 0,1-1 0 0 0,0-2 1 0 0,0-1-1 0 0,0-1 0 0 0,1-2 0 0 0,-1-1 0 0 0,1-2 0 0 0,-1-1 1 0 0,0-1-1 0 0,0-2 0 0 0,0-1 0 0 0,-1-2 0 0 0,0-1 0 0 0,45-21 1 0 0,-64 25 3 0 0,0-1 0 0 0,-1 0 1 0 0,0-1-1 0 0,-1 0 0 0 0,0-1 1 0 0,0 0-1 0 0,-1-1 0 0 0,0 1 1 0 0,0-2-1 0 0,-2 1 0 0 0,1-1 1 0 0,-1-1-1 0 0,0 1 0 0 0,-1-1 1 0 0,-1 0-1 0 0,0-1 0 0 0,5-17 1 0 0,-8 21 2 0 0,1 0 0 0 0,-2-1 0 0 0,1 1 1 0 0,-1-1-1 0 0,-1 1 0 0 0,0-1 0 0 0,0 1 1 0 0,-1 0-1 0 0,0-1 0 0 0,0 1 1 0 0,-1-1-1 0 0,-1 1 0 0 0,1 0 0 0 0,-2 0 1 0 0,1 0-1 0 0,-1 1 0 0 0,0-1 0 0 0,-1 1 1 0 0,0 0-1 0 0,0 0 0 0 0,-1 0 0 0 0,0 1 1 0 0,0 0-1 0 0,-1 0 0 0 0,-7-6 0 0 0,12 12-16 0 0,1 0-1 0 0,-1 0 0 0 0,0-1 0 0 0,1 1 1 0 0,-1 0-1 0 0,0 1 0 0 0,1-1 0 0 0,-1 0 0 0 0,0 0 1 0 0,0 1-1 0 0,0-1 0 0 0,0 1 0 0 0,0 0 1 0 0,0-1-1 0 0,0 1 0 0 0,1 0 0 0 0,-1 0 1 0 0,0 0-1 0 0,0 0 0 0 0,0 1 0 0 0,0-1 1 0 0,-3 1-1 0 0,1 1-2 0 0,0 0 0 0 0,0 0 1 0 0,1 0-1 0 0,-1 1 1 0 0,1-1-1 0 0,0 1 0 0 0,-1 0 1 0 0,1-1-1 0 0,0 2 0 0 0,-2 2 1 0 0,-7 10-7 0 0,1 0 1 0 0,1 1-1 0 0,-13 27 0 0 0,22-41 6 0 0,-49 116 89 0 0,6 1 0 0 0,-35 150 0 0 0,20-82 48 0 0,58-186 192 0 0,5-5-305 0 0,46-53-91 0 0,-34 37-37 0 0,0 0 0 0 0,27-23 0 0 0,-39 39 84 0 0,-1 1 0 0 0,1 0 1 0 0,0-1-1 0 0,0 1 0 0 0,0 1 1 0 0,0-1-1 0 0,0 1 0 0 0,0-1 1 0 0,0 1-1 0 0,0 0 0 0 0,0 0 1 0 0,1 1-1 0 0,-1 0 0 0 0,0-1 1 0 0,7 2-1 0 0,4 1-10 0 0,0 0 0 0 0,0 1 0 0 0,17 6 0 0 0,25 5 0 0 0,-37-11 28 0 0,-2 1-14 0 0,0-2 0 0 0,1 0 0 0 0,-1 0-1 0 0,1-2 1 0 0,-1 0 0 0 0,0-2 0 0 0,1 0 0 0 0,31-8-1 0 0,-41 8 3 0 0,-1-1-1 0 0,0 0 0 0 0,0-1 0 0 0,0 0 0 0 0,0 0 1 0 0,9-8-1 0 0,-14 10 12 0 0,0 0 0 0 0,-1-1 0 0 0,1 1 0 0 0,0-1-1 0 0,-1 0 1 0 0,0 0 0 0 0,1 0 0 0 0,-1 0 0 0 0,-1 0 0 0 0,1-1 0 0 0,0 1 0 0 0,-1 0 0 0 0,1-1 0 0 0,-1 1 0 0 0,0-1-1 0 0,1-7 1 0 0,-2 9 9 0 0,0-6-55 0 0,0 8 46 0 0,0 0 0 0 0,0 0 0 0 0,0 1-1 0 0,0-1 1 0 0,0 0 0 0 0,0 0-1 0 0,-1 0 1 0 0,1 0 0 0 0,0 0 0 0 0,0 0-1 0 0,0 0 1 0 0,0 0 0 0 0,0 0-1 0 0,0 0 1 0 0,0 0 0 0 0,0 0 0 0 0,-1 0-1 0 0,1 0 1 0 0,0 0 0 0 0,0 0-1 0 0,0 0 1 0 0,0 0 0 0 0,0 0 0 0 0,0 0-1 0 0,0 0 1 0 0,-1 0 0 0 0,1 0-1 0 0,0 0 1 0 0,0 0 0 0 0,0 0 0 0 0,0 0-1 0 0,0 0 1 0 0,0 0 0 0 0,0 0-1 0 0,0 0 1 0 0,-1 0 0 0 0,1 0 0 0 0,0 0-1 0 0,0 0 1 0 0,0-1 0 0 0,0 1-1 0 0,0 0 1 0 0,0 0 0 0 0,0 0 0 0 0,0 0-1 0 0,0 0 1 0 0,0 0 0 0 0,0 0-1 0 0,0 0 1 0 0,0 0 0 0 0,0-1 0 0 0,-1 1-1 0 0,1 0 1 0 0,0 0 0 0 0,0 0-1 0 0,0 0 1 0 0,0 0 0 0 0,0 0 0 0 0,0 0-1 0 0,0-1 1 0 0,0 1 0 0 0,-7 11-21 0 0,1 1 0 0 0,-1 0-1 0 0,2 0 1 0 0,-6 17 0 0 0,10-28 13 0 0,2 3-7 0 0,-1 0 22 0 0,0 0-1 0 0,1 0 0 0 0,-1 0 0 0 0,1 0 1 0 0,0 0-1 0 0,0 0 0 0 0,3 6 1 0 0,-2-8 1 0 0,1 0 0 0 0,-1-1 0 0 0,1 1 0 0 0,-1-1 1 0 0,1 0-1 0 0,0 0 0 0 0,0 0 0 0 0,-1 0 0 0 0,1 0 1 0 0,0-1-1 0 0,0 1 0 0 0,0-1 0 0 0,0 1 0 0 0,0-1 1 0 0,-1 0-1 0 0,1 0 0 0 0,0-1 0 0 0,0 1 0 0 0,0-1 1 0 0,0 1-1 0 0,0-1 0 0 0,3-1 0 0 0,66-22-28 0 0,153-84-508 0 0,-224 107 517 0 0,0 0 0 0 0,1 1 0 0 0,-1-1 0 0 0,0 1 0 0 0,1-1 0 0 0,-1 1 0 0 0,1 0 0 0 0,-1 0 0 0 0,0-1 0 0 0,1 1 1 0 0,-1 0-1 0 0,1 0 0 0 0,-1 0 0 0 0,1 1 0 0 0,-1-1 0 0 0,0 0 0 0 0,1 0 0 0 0,-1 1 0 0 0,0-1 0 0 0,1 1 0 0 0,-1-1 0 0 0,3 2 1 0 0,18 25-83 0 0,-20-23 87 0 0,0-1 0 0 0,0 1 0 0 0,0-1 0 0 0,1 0 0 0 0,0 0 0 0 0,-1 0 0 0 0,1 0 0 0 0,0 0 0 0 0,1 0 0 0 0,-1-1 0 0 0,6 4 0 0 0,0-3 25 0 0,0 0 0 0 0,0 0 0 0 0,0 0 0 0 0,0-2-1 0 0,1 1 1 0 0,-1-1 0 0 0,1 0 0 0 0,-1-1 0 0 0,1 0-1 0 0,-1 0 1 0 0,1-1 0 0 0,-1-1 0 0 0,1 0 0 0 0,-1 0-1 0 0,0 0 1 0 0,0-1 0 0 0,0-1 0 0 0,0 1 0 0 0,-1-2 0 0 0,1 1-1 0 0,-1-1 1 0 0,12-9 0 0 0,-5-3 1794 0 0,-15 17-1775 0 0,0 0 1 0 0,0 0-1 0 0,1 0 0 0 0,-1 0 0 0 0,0 0 0 0 0,0 0 1 0 0,0 0-1 0 0,0 0 0 0 0,0 0 0 0 0,0 1 1 0 0,0-1-1 0 0,0 0 0 0 0,0 0 0 0 0,0 0 1 0 0,0 0-1 0 0,0 0 0 0 0,1 0 0 0 0,-1 0 0 0 0,0 0 1 0 0,0 0-1 0 0,0 0 0 0 0,0 0 0 0 0,0 0 1 0 0,0 0-1 0 0,0 0 0 0 0,0 0 0 0 0,1 0 0 0 0,-1 0 1 0 0,0 0-1 0 0,0 0 0 0 0,0 0 0 0 0,0 0 1 0 0,0 0-1 0 0,0 0 0 0 0,0 0 0 0 0,0 0 1 0 0,1 0-1 0 0,-1 0 0 0 0,0 0 0 0 0,0 0 0 0 0,0 0 1 0 0,0 0-1 0 0,0 0 0 0 0,0 0 0 0 0,0 0 1 0 0,0 0-1 0 0,0 0 0 0 0,0-1 0 0 0,1 1 0 0 0,-1 0 1 0 0,0 0-1 0 0,0 0 0 0 0,0 0 0 0 0,0 0 1 0 0,0 0-1 0 0,12 22-1016 0 0,-4-11-13 0 0,11 6-8127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5:53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70 268 0 0,'22'-35'11686'0'0,"-37"59"-11528"0"0,-11 13 251 0 0,3 0-1 0 0,1 2 1 0 0,2 0 0 0 0,-22 61 0 0 0,42-99-404 0 0,-1 0 0 0 0,1-1-1 0 0,-1 1 1 0 0,1 0 0 0 0,0 0 0 0 0,-1 0-1 0 0,1 0 1 0 0,0 0 0 0 0,0 0 0 0 0,0 0-1 0 0,0-1 1 0 0,-1 1 0 0 0,1 0 0 0 0,1 0 0 0 0,-1 0-1 0 0,0 0 1 0 0,0 0 0 0 0,0 0 0 0 0,0 0-1 0 0,1 0 1 0 0,-1 0 0 0 0,0 0 0 0 0,1-1 0 0 0,-1 1-1 0 0,1 0 1 0 0,-1 0 0 0 0,1 0 0 0 0,-1-1-1 0 0,1 1 1 0 0,-1 0 0 0 0,1-1 0 0 0,0 1-1 0 0,-1 0 1 0 0,1-1 0 0 0,0 1 0 0 0,0-1 0 0 0,-1 1-1 0 0,1-1 1 0 0,0 1 0 0 0,0-1 0 0 0,0 0-1 0 0,0 1 1 0 0,0-1 0 0 0,0 0 0 0 0,0 0 0 0 0,-1 0-1 0 0,1 0 1 0 0,0 0 0 0 0,0 0 0 0 0,2 0-1 0 0,2 0-19 0 0,1 0-1 0 0,0 0 1 0 0,0-1-1 0 0,0 0 0 0 0,0-1 1 0 0,7-2-1 0 0,4-3-111 0 0,-1 0-1 0 0,0-2 1 0 0,18-12 0 0 0,-24 14 16 0 0,1 0-1 0 0,0 0 1 0 0,0 1-1 0 0,1 1 1 0 0,0-1 0 0 0,0 2-1 0 0,17-5 1 0 0,-5 7 0 0 0,-1 1-1 0 0,1 1 1 0 0,30 3 0 0 0,-27-1 28 0 0,50-2-1 0 0,-61-2 144 0 0,0 0 0 0 0,-1-1 0 0 0,1 0 0 0 0,-1-1 0 0 0,1-1 0 0 0,-1 0 0 0 0,27-14 0 0 0,-38 16 10 0 0,0 1 1 0 0,0-1 0 0 0,0 0-1 0 0,-1 0 1 0 0,1 0 0 0 0,-1 0-1 0 0,0-1 1 0 0,0 1 0 0 0,0-1 0 0 0,0 0-1 0 0,0 0 1 0 0,-1 0 0 0 0,0 0-1 0 0,0 0 1 0 0,0-1 0 0 0,0 1-1 0 0,-1-1 1 0 0,1 1 0 0 0,-1-1 0 0 0,0 0-1 0 0,-1 1 1 0 0,1-1 0 0 0,-1 0-1 0 0,0 1 1 0 0,0-1 0 0 0,0 0 0 0 0,-1 0-1 0 0,0 1 1 0 0,0-1 0 0 0,-2-5-1 0 0,-20-57-434 0 0,23 66-218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5:54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0 224 0 0,'0'2'11058'0'0,"-9"14"-10912"0"0,5-11 13 0 0,1 0 0 0 0,0 0 1 0 0,0 1-1 0 0,0-1 0 0 0,1 1 1 0 0,0 0-1 0 0,0-1 1 0 0,0 1-1 0 0,1 0 0 0 0,0 0 1 0 0,0 0-1 0 0,0 0 0 0 0,1 0 1 0 0,0 7-1 0 0,1-12-140 0 0,-1 0 0 0 0,1 1 0 0 0,0-1-1 0 0,0 0 1 0 0,0 0 0 0 0,0 1 0 0 0,0-1 0 0 0,0 0 0 0 0,0 0 0 0 0,0 0 0 0 0,1 0 0 0 0,-1 0-1 0 0,0-1 1 0 0,1 1 0 0 0,-1 0 0 0 0,0-1 0 0 0,1 1 0 0 0,-1-1 0 0 0,1 1 0 0 0,-1-1 0 0 0,1 1-1 0 0,-1-1 1 0 0,1 0 0 0 0,-1 0 0 0 0,1 0 0 0 0,-1 0 0 0 0,1 0 0 0 0,2 0 0 0 0,44-4 202 0 0,-34 1-179 0 0,85-13 155 0 0,-90 15-194 0 0,1 0 1 0 0,-1 1-1 0 0,1 0 0 0 0,-1 1 1 0 0,0 0-1 0 0,1 0 0 0 0,16 5 1 0 0,-24-5-2 0 0,-1-1 0 0 0,1 1 0 0 0,0-1 1 0 0,-1 1-1 0 0,1 0 0 0 0,0 0 0 0 0,-1 0 0 0 0,1 0 1 0 0,-1 0-1 0 0,0 0 0 0 0,1 0 0 0 0,-1 0 0 0 0,0 0 1 0 0,1 1-1 0 0,-1-1 0 0 0,0 0 0 0 0,0 1 0 0 0,0-1 1 0 0,0 1-1 0 0,-1 0 0 0 0,1-1 0 0 0,0 1 1 0 0,0 0-1 0 0,-1-1 0 0 0,0 1 0 0 0,1 0 0 0 0,-1 0 1 0 0,0-1-1 0 0,1 1 0 0 0,-1 0 0 0 0,0 0 0 0 0,0-1 1 0 0,-1 1-1 0 0,1 0 0 0 0,0 0 0 0 0,-1-1 0 0 0,1 1 1 0 0,-1 0-1 0 0,1 0 0 0 0,-2 1 0 0 0,1 0-221 0 0,-1 1 0 0 0,0-1-1 0 0,0 0 1 0 0,0 0 0 0 0,0-1 0 0 0,0 1-1 0 0,-1 0 1 0 0,-3 2 0 0 0,4-3-421 0 0,0 0 0 0 0,-1 0 0 0 0,1-1 0 0 0,0 1 0 0 0,-1-1 0 0 0,1 0 0 0 0,-1 0 0 0 0,1 0 0 0 0,-1 0 0 0 0,-4 1 1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5:54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69 816 0 0,'-3'-13'2704'0'0,"-2"1"-427"0"0,4 2 343 0 0,2-5-1508 0 0,6 6-864 0 0,7 3-448 0 0,-2 6-236 0 0,6-3-248 0 0,2 5-728 0 0,-1-4-1525 0 0,3 2 673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5:55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1 384 0 0,'-35'21'4088'0'0,"-147"113"4952"0"0,193-134-8860 0 0,0-2 1 0 0,0 1-1 0 0,0-1 1 0 0,18-7-1 0 0,-21 6-269 0 0,-1 1 0 0 0,1 0 0 0 0,-1 0 0 0 0,1 0 0 0 0,0 1 0 0 0,0 0 0 0 0,0 1 0 0 0,0 0 0 0 0,-1 0 0 0 0,1 1 0 0 0,0-1 0 0 0,11 4 0 0 0,10 6-2159 0 0,-2 0-3196 0 0,-14-6 2311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5:55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40 340 0 0,'33'-39'12334'0'0,"-39"42"-11951"0"0,-22 16 228 0 0,0 0 0 0 0,-35 33 0 0 0,55-45-503 0 0,0 0 0 0 0,1 1 0 0 0,-1 0 0 0 0,1 1 0 0 0,1-1 0 0 0,0 1 0 0 0,0 0-1 0 0,1 1 1 0 0,0 0 0 0 0,0-1 0 0 0,1 1 0 0 0,-3 12 0 0 0,7-20-99 0 0,-1 0 0 0 0,1-1 0 0 0,0 1 0 0 0,0-1 0 0 0,0 1 0 0 0,-1 0 0 0 0,1-1 0 0 0,1 1 0 0 0,-1 0 0 0 0,0-1 0 0 0,0 1 0 0 0,1 0 0 0 0,-1-1 0 0 0,1 1 0 0 0,-1-1 0 0 0,1 1 0 0 0,0-1 0 0 0,-1 1 0 0 0,1-1 0 0 0,0 1-1 0 0,0-1 1 0 0,0 0 0 0 0,0 1 0 0 0,0-1 0 0 0,0 0 0 0 0,2 1 0 0 0,0 0-25 0 0,0-1-1 0 0,0 0 1 0 0,0 0-1 0 0,0 0 1 0 0,0 0-1 0 0,0 0 1 0 0,0-1-1 0 0,0 0 1 0 0,1 1-1 0 0,-1-1 1 0 0,0 0-1 0 0,5-1 1 0 0,7-1-168 0 0,-1-1 0 0 0,0 0 1 0 0,0-1-1 0 0,21-9 1 0 0,67-33-1411 0 0,-101 45 1481 0 0,3-3-66 0 0,6 10 17 0 0,6 10-65 0 0,-11-12 218 0 0,0 1 0 0 0,1 0 0 0 0,-1-1 0 0 0,1 0 0 0 0,0 0 0 0 0,0-1 0 0 0,0 1 1 0 0,0-1-1 0 0,1-1 0 0 0,-1 1 0 0 0,1-1 0 0 0,0 0 0 0 0,0-1 0 0 0,-1 1 0 0 0,12-1 0 0 0,-13 0 45 0 0,0-1 0 0 0,-1 0-1 0 0,1-1 1 0 0,0 1-1 0 0,0-1 1 0 0,0 0 0 0 0,0 0-1 0 0,-1 0 1 0 0,1-1 0 0 0,0 1-1 0 0,-1-1 1 0 0,1 0 0 0 0,-1-1-1 0 0,0 1 1 0 0,0-1-1 0 0,0 0 1 0 0,0 0 0 0 0,0 0-1 0 0,-1 0 1 0 0,1-1 0 0 0,-1 0-1 0 0,0 1 1 0 0,5-8 0 0 0,7-44 278 0 0,-15 52-307 0 0,0 1 0 0 0,0 0 0 0 0,0 0 0 0 0,-1 0 0 0 0,1 0 0 0 0,-1-1 0 0 0,1 1 0 0 0,-1 0 0 0 0,0 0-1 0 0,0 0 1 0 0,0 0 0 0 0,0 1 0 0 0,0-1 0 0 0,0 0 0 0 0,-1 0 0 0 0,0-1 0 0 0,-8-15 95 0 0,4 1-28 0 0,5 15-88 0 0,9-1 0 0 0,-3 0 15 0 0,22 9-2 0 0,-12 0-9 0 0,0 0 0 0 0,-1 1 1 0 0,0 1-1 0 0,-1 0 0 0 0,1 1 0 0 0,-2 0 1 0 0,1 1-1 0 0,-1 0 0 0 0,20 23 1 0 0,-19-19-27 0 0,2 0 1 0 0,0 0-1 0 0,1-2 1 0 0,0 0 0 0 0,28 16-1 0 0,-39-26 83 0 0,0 1-1 0 0,1-1 0 0 0,-1-1 0 0 0,1 1 0 0 0,0-1 1 0 0,-1 1-1 0 0,1-2 0 0 0,0 1 0 0 0,0-1 0 0 0,-1 1 1 0 0,1-2-1 0 0,0 1 0 0 0,0-1 0 0 0,6-1 1 0 0,-10 2 30 0 0,1-1 0 0 0,0 0 1 0 0,-1-1-1 0 0,1 1 1 0 0,-1 0-1 0 0,0-1 0 0 0,1 1 1 0 0,-1-1-1 0 0,0 0 0 0 0,0 0 1 0 0,0 1-1 0 0,0-1 1 0 0,0-1-1 0 0,0 1 0 0 0,0 0 1 0 0,-1 0-1 0 0,1-1 1 0 0,-1 1-1 0 0,0-1 0 0 0,0 1 1 0 0,0-1-1 0 0,0 0 0 0 0,0 1 1 0 0,0-1-1 0 0,-1 0 1 0 0,0 0-1 0 0,1 1 0 0 0,-1-1 1 0 0,0 0-1 0 0,0-3 1 0 0,-1-2 98 0 0,0 0 0 0 0,0 0 0 0 0,-1 0 0 0 0,0 0 0 0 0,0 1 0 0 0,-1-1 1 0 0,0 0-1 0 0,0 1 0 0 0,-1 0 0 0 0,0 0 0 0 0,-6-8 0 0 0,1-2 79 0 0,9 17-365 0 0,-1-1-1 0 0,1 0 1 0 0,-1 1 0 0 0,1-1 0 0 0,-1 1-1 0 0,1-1 1 0 0,-1 0 0 0 0,1 1 0 0 0,-1-1 0 0 0,1 1-1 0 0,-1-1 1 0 0,0 1 0 0 0,1 0 0 0 0,-1-1 0 0 0,0 1-1 0 0,1 0 1 0 0,-1-1 0 0 0,0 1 0 0 0,0 0-1 0 0,1 0 1 0 0,-1 0 0 0 0,0-1 0 0 0,0 1 0 0 0,1 0-1 0 0,-1 0 1 0 0,0 0 0 0 0,0 0 0 0 0,1 0-1 0 0,-1 1 1 0 0,0-1 0 0 0,0 0 0 0 0,1 0 0 0 0,-1 0-1 0 0,0 1 1 0 0,0-1 0 0 0,1 0 0 0 0,-1 1 0 0 0,0-1-1 0 0,1 1 1 0 0,-2 0 0 0 0,-19 19-6090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5:56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2 152 0 0,'15'-1'2976'0'0,"-7"3"-2662"0"0,-1 1 0 0 0,0 0 0 0 0,1 0 0 0 0,-2 1 1 0 0,1 0-1 0 0,0 0 0 0 0,-1 0 0 0 0,1 1 0 0 0,-1 0 0 0 0,-1 0 1 0 0,1 1-1 0 0,-1 0 0 0 0,0 0 0 0 0,0 0 0 0 0,0 0 1 0 0,-1 1-1 0 0,0 0 0 0 0,-1 0 0 0 0,1 0 0 0 0,-1 0 0 0 0,4 14 1 0 0,-7-20-129 0 0,3 21 5428 0 0,6-37-5617 0 0,2 1-1 0 0,0 0 1 0 0,0 0 0 0 0,20-17-1 0 0,-25 27-534 0 0,1-1 0 0 0,-1 1 0 0 0,1 0 0 0 0,-1 0 0 0 0,11-3 0 0 0,-10 4-488 0 0,1 1-1 0 0,-1 0 1 0 0,0 1-1 0 0,1-1 0 0 0,-1 1 1 0 0,11 1-1 0 0,-4 0-2014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5:56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108 366 768 0 0,'0'0'2280'0'0,"-4"3"-1570"0"0,-10 7 425 0 0,0 0-1 0 0,-22 24 1 0 0,31-30-907 0 0,1 1-1 0 0,0 0 0 0 0,1 0 0 0 0,-1 0 0 0 0,1 0 0 0 0,0 1 0 0 0,1-1 1 0 0,-1 1-1 0 0,1 0 0 0 0,0 0 0 0 0,-2 12 0 0 0,4-18-211 0 0,-1 1-1 0 0,1 0 1 0 0,0 0 0 0 0,0-1-1 0 0,0 1 1 0 0,0 0-1 0 0,0 0 1 0 0,0-1 0 0 0,1 1-1 0 0,-1 0 1 0 0,0-1-1 0 0,0 1 1 0 0,0 0 0 0 0,1 0-1 0 0,-1-1 1 0 0,0 1-1 0 0,1 0 1 0 0,-1-1 0 0 0,0 1-1 0 0,1-1 1 0 0,-1 1-1 0 0,1 0 1 0 0,-1-1 0 0 0,1 1-1 0 0,-1-1 1 0 0,1 1-1 0 0,0-1 1 0 0,-1 0 0 0 0,1 1-1 0 0,-1-1 1 0 0,1 0-1 0 0,0 1 1 0 0,0-1 0 0 0,-1 0-1 0 0,1 0 1 0 0,0 1-1 0 0,-1-1 1 0 0,1 0 0 0 0,0 0-1 0 0,0 0 1 0 0,-1 0-1 0 0,1 0 1 0 0,0 0 0 0 0,0 0-1 0 0,-1 0 1 0 0,1 0-1 0 0,0-1 1 0 0,-1 1 0 0 0,1 0-1 0 0,0 0 1 0 0,0-1-1 0 0,-1 1 1 0 0,1 0 0 0 0,-1-1-1 0 0,2 0 1 0 0,36-18 212 0 0,-27 9-196 0 0,0 1-1 0 0,-1-2 0 0 0,-1 0 0 0 0,0 0 1 0 0,0-1-1 0 0,-1 0 0 0 0,-1 0 1 0 0,0-1-1 0 0,6-13 0 0 0,6-22 30 0 0,15-59 1 0 0,-10 29 102 0 0,-18 60 567 0 0,-2 1 0 0 0,0-1 0 0 0,-1 0 0 0 0,-1-1 0 0 0,0-21-1 0 0,-2 38 127 0 0,3-2 876 0 0,-10 25-1504 0 0,0 1-1 0 0,2 0 1 0 0,0 0 0 0 0,1 0-1 0 0,1 1 1 0 0,1 44-1 0 0,4-13-1372 0 0,16 104-1 0 0,-7-121-1520 0 0,-1-14-5255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5:57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1112 0 0,'4'2'-48'0'0,"13"7"12173"0"0,-11-8-15482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7:14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225 204 304 0 0,'22'-32'5393'0'0,"-21"31"-5052"0"0,24 4 791 0 0,-15-1-1017 0 0,-7 0-68 0 0,0 1-1 0 0,0-1 1 0 0,0 1 0 0 0,0 0-1 0 0,0 0 1 0 0,-1 0-1 0 0,1 0 1 0 0,-1 0-1 0 0,0 1 1 0 0,0-1 0 0 0,0 1-1 0 0,0 0 1 0 0,-1-1-1 0 0,1 1 1 0 0,-1 0 0 0 0,1 6-1 0 0,10 65 229 0 0,-12-68-236 0 0,2 13 22 0 0,-2 1-1 0 0,0 0 0 0 0,-2 0 0 0 0,0-1 0 0 0,-1 1 0 0 0,-1-1 1 0 0,-1 0-1 0 0,0 0 0 0 0,-12 24 0 0 0,13-32 33 0 0,-2-1 0 0 0,1 0 0 0 0,-1-1-1 0 0,-1 1 1 0 0,0-1 0 0 0,0-1 0 0 0,-1 1 0 0 0,-1-1-1 0 0,1 0 1 0 0,-1-1 0 0 0,-1 0 0 0 0,1-1 0 0 0,-1 0 0 0 0,-1 0-1 0 0,1-1 1 0 0,-20 8 0 0 0,27-13-79 0 0,0 0 1 0 0,0 0-1 0 0,0 0 0 0 0,0-1 1 0 0,0 1-1 0 0,0-1 1 0 0,0 0-1 0 0,-1 0 0 0 0,1 0 1 0 0,0 0-1 0 0,0 0 0 0 0,0-1 1 0 0,0 1-1 0 0,0-1 0 0 0,0 0 1 0 0,0 0-1 0 0,0 0 1 0 0,-4-2-1 0 0,2 0 29 0 0,1 0 0 0 0,0-1 0 0 0,0 1-1 0 0,0-1 1 0 0,0 1 0 0 0,1-1 0 0 0,-1 0 0 0 0,1-1 0 0 0,0 1 0 0 0,-3-6 0 0 0,0-1 28 0 0,1-1 1 0 0,0 1 0 0 0,1-1-1 0 0,0 0 1 0 0,1 0 0 0 0,0-1 0 0 0,1 1-1 0 0,-1-19 1 0 0,3 3-81 0 0,1-1-1 0 0,2 1 1 0 0,0 0-1 0 0,2-1 1 0 0,1 2 0 0 0,2-1-1 0 0,0 1 1 0 0,2 0-1 0 0,16-32 1 0 0,-17 43 2 0 0,0 0 1 0 0,1 1-1 0 0,0 0 1 0 0,1 1-1 0 0,0 0 0 0 0,2 1 1 0 0,-1 0-1 0 0,2 1 0 0 0,0 0 1 0 0,0 1-1 0 0,1 1 1 0 0,0 0-1 0 0,1 1 0 0 0,0 1 1 0 0,30-12-1 0 0,-36 17-4 0 0,-1 1 1 0 0,1 0-1 0 0,0 0 1 0 0,-1 1-1 0 0,1 0 1 0 0,0 0-1 0 0,0 1 0 0 0,0 1 1 0 0,0 0-1 0 0,0 0 1 0 0,-1 0-1 0 0,12 5 0 0 0,-7-2 1 0 0,0 2-1 0 0,-1 0 1 0 0,1 0-1 0 0,-2 1 1 0 0,1 1-1 0 0,-1 0 1 0 0,17 15-1 0 0,-5-1 19 0 0,-1 2 0 0 0,-1 0-1 0 0,-1 2 1 0 0,-1 0 0 0 0,-2 1-1 0 0,26 50 1 0 0,-19-29 22 0 0,48 103 27 0 0,-66-133-41 0 0,-1 1 0 0 0,-1 0 0 0 0,0 0 1 0 0,-1 0-1 0 0,-2 1 0 0 0,2 28 0 0 0,-4-42-70 0 0,0-1-1 0 0,-1 1 1 0 0,0 0-1 0 0,0-1 1 0 0,0 0 0 0 0,0 1-1 0 0,-1-1 1 0 0,-4 9-1 0 0,5-11-250 0 0,0-1 0 0 0,0 0-1 0 0,-1 0 1 0 0,1 0 0 0 0,-1 0-1 0 0,0 0 1 0 0,1 0 0 0 0,-1 0 0 0 0,0 0-1 0 0,0-1 1 0 0,0 1 0 0 0,0-1-1 0 0,-1 0 1 0 0,1 1 0 0 0,0-1-1 0 0,-1 0 1 0 0,1 0 0 0 0,0 0-1 0 0,-1-1 1 0 0,-3 2 0 0 0,-11 0-2447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7:15.2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1 173 12133 0 0,'0'0'67'0'0,"9"0"-142"0"0,27-5 119 0 0,0-2-1 0 0,0-2 0 0 0,47-17 1 0 0,52-13-51 0 0,62 1-1664 0 0,-22 4-3916 0 0,-102 19 2757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7:16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1 156 608 0 0,'0'0'2872'0'0,"1"-27"1901"0"0,3 23-4642 0 0,0 0 0 0 0,1 1 1 0 0,0 0-1 0 0,-1 0 0 0 0,1 1 1 0 0,0-1-1 0 0,1 1 0 0 0,-1 0 0 0 0,0 0 1 0 0,1 1-1 0 0,-1-1 0 0 0,1 1 1 0 0,-1 0-1 0 0,1 1 0 0 0,5 0 1 0 0,-9 0-123 0 0,-1 0 0 0 0,1 1 1 0 0,0 0-1 0 0,-1-1 1 0 0,1 1-1 0 0,-1 0 1 0 0,1 0-1 0 0,-1 0 1 0 0,1 0-1 0 0,-1 0 0 0 0,0 0 1 0 0,1 0-1 0 0,-1 1 1 0 0,0-1-1 0 0,0 0 1 0 0,0 1-1 0 0,0-1 1 0 0,0 1-1 0 0,0-1 0 0 0,1 4 1 0 0,12 30 81 0 0,-12-26-68 0 0,-1 0-1 0 0,0-1 1 0 0,-1 1 0 0 0,1 0-1 0 0,-2 0 1 0 0,1-1 0 0 0,-1 1 0 0 0,-1 0-1 0 0,0-1 1 0 0,0 1 0 0 0,0-1-1 0 0,-6 13 1 0 0,-1 6 75 0 0,8-23-53 0 0,-1-1 0 0 0,1 1-1 0 0,-1-1 1 0 0,0 0-1 0 0,0 1 1 0 0,0-1 0 0 0,0 0-1 0 0,0 0 1 0 0,-1 0 0 0 0,0 0-1 0 0,1-1 1 0 0,-1 1-1 0 0,0-1 1 0 0,-6 4 0 0 0,7-5 257 0 0,-6-6-203 0 0,7 4-93 0 0,0 1 0 0 0,0 0 1 0 0,0-1-1 0 0,0 1 0 0 0,0-1 1 0 0,0 1-1 0 0,0-1 0 0 0,0 1 1 0 0,0-1-1 0 0,0 0 0 0 0,0 1 0 0 0,0-1 1 0 0,1 0-1 0 0,-1 0 0 0 0,0 0 1 0 0,1 0-1 0 0,-1 1 0 0 0,0-1 1 0 0,1 0-1 0 0,-1 0 0 0 0,1 0 0 0 0,-1-2 1 0 0,1-9-18 0 0,0 0 0 0 0,1 0-1 0 0,1 1 1 0 0,0-1 0 0 0,0 0 0 0 0,1 1 0 0 0,0-1 0 0 0,1 1 0 0 0,1 0-1 0 0,0 0 1 0 0,0 1 0 0 0,1-1 0 0 0,0 1 0 0 0,1 0 0 0 0,0 1 0 0 0,14-15 0 0 0,-6 8-15 0 0,1 1 0 0 0,1 1 0 0 0,0 0 0 0 0,1 1 0 0 0,0 1 0 0 0,1 0 1 0 0,33-14-1 0 0,-49 24 22 0 0,0 0 0 0 0,0 1 0 0 0,0-1 0 0 0,0 1 0 0 0,1 0 0 0 0,-1 0 0 0 0,0 1 0 0 0,0-1 0 0 0,1 1 0 0 0,-1-1 0 0 0,0 1 0 0 0,1 0 0 0 0,-1 0 0 0 0,0 0 0 0 0,1 1 0 0 0,-1-1 0 0 0,0 1 0 0 0,1 0 0 0 0,-1 0 0 0 0,0 0 0 0 0,0 0 0 0 0,0 1 0 0 0,0-1 0 0 0,0 1 0 0 0,0 0 0 0 0,0 0 0 0 0,-1 0 0 0 0,1 0 0 0 0,4 5 0 0 0,0 2-23 0 0,-1 1 0 0 0,0 1 0 0 0,-1-1 1 0 0,0 1-1 0 0,-1 0 0 0 0,6 21 1 0 0,11 25-26 0 0,-18-52 59 0 0,0 1 0 0 0,0 0-1 0 0,1-1 1 0 0,0 0 0 0 0,0 0 0 0 0,0 0-1 0 0,0 0 1 0 0,1-1 0 0 0,0 0-1 0 0,0 0 1 0 0,0 0 0 0 0,9 5 0 0 0,-9-8-3 0 0,-1 1 1 0 0,1-1 0 0 0,0 0 0 0 0,-1 0 0 0 0,1 0-1 0 0,0-1 1 0 0,0 0 0 0 0,0 0 0 0 0,-1 0-1 0 0,1 0 1 0 0,0-1 0 0 0,0 0 0 0 0,-1 0-1 0 0,1 0 1 0 0,0 0 0 0 0,-1-1 0 0 0,7-3-1 0 0,1 0-65 0 0,-1 0-1 0 0,0-1 0 0 0,0-1 0 0 0,-1 1 1 0 0,0-2-1 0 0,0 1 0 0 0,-1-1 0 0 0,0-1 1 0 0,16-19-1 0 0,-24 27 23 0 0,-11 21-271 0 0,8-17 304 0 0,0 2-16 0 0,3 1-9 0 0,0-3 29 0 0,-1 0 0 0 0,0-1 0 0 0,1 1 0 0 0,0-1 0 0 0,-1 1 1 0 0,1-1-1 0 0,0 1 0 0 0,0-1 0 0 0,1 0 0 0 0,-1 1 0 0 0,0-1 0 0 0,1 0 0 0 0,0 0 0 0 0,2 4 0 0 0,6-2 8 0 0,-8-4 38 0 0,-1 1 0 0 0,0 0 0 0 0,1 0 1 0 0,-1-1-1 0 0,1 1 0 0 0,-1-1 0 0 0,1 1 0 0 0,-1-1 1 0 0,1 0-1 0 0,-1 1 0 0 0,1-1 0 0 0,-1 0 0 0 0,1 0 0 0 0,-1 0 1 0 0,1 0-1 0 0,-1 0 0 0 0,1-1 0 0 0,-1 1 0 0 0,1 0 1 0 0,-1-1-1 0 0,1 1 0 0 0,-1-1 0 0 0,1 1 0 0 0,-1-1 1 0 0,0 0-1 0 0,1 0 0 0 0,1-1 0 0 0,-1 0 101 0 0,-11-42 596 0 0,6 40-737 0 0,0 0 0 0 0,-1 0 1 0 0,1 1-1 0 0,-1 0 1 0 0,0 0-1 0 0,0 0 0 0 0,0 0 1 0 0,0 0-1 0 0,0 1 1 0 0,-8-4-1 0 0,10 5-390 0 0,-1 1 0 0 0,1-1 0 0 0,-1 0 1 0 0,0 1-1 0 0,1 0 0 0 0,-1-1 0 0 0,0 1 0 0 0,1 0 1 0 0,-1 1-1 0 0,1-1 0 0 0,-1 0 0 0 0,-3 2 0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7:17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31 116 0 0,'0'-1'313'0'0,"0"-1"-1"0"0,0 1 1 0 0,1-1 0 0 0,-1 1-1 0 0,0-1 1 0 0,1 1 0 0 0,-1-1 0 0 0,1 1-1 0 0,0 0 1 0 0,0-1 0 0 0,-1 1-1 0 0,1 0 1 0 0,0 0 0 0 0,0-1-1 0 0,0 1 1 0 0,0 0 0 0 0,0 0 0 0 0,1 0-1 0 0,-1 0 1 0 0,0 0 0 0 0,0 1-1 0 0,1-1 1 0 0,-1 0 0 0 0,2 0-1 0 0,-1 0 657 0 0,2 3-713 0 0,-2-1-200 0 0,1 0 0 0 0,-1 0 0 0 0,1 0 0 0 0,-1 0 0 0 0,1 1 1 0 0,-1-1-1 0 0,0 1 0 0 0,1 0 0 0 0,-1 0 0 0 0,0 0 1 0 0,0 0-1 0 0,0 0 0 0 0,-1 0 0 0 0,1 0 0 0 0,0 1 1 0 0,1 2-1 0 0,11 44 627 0 0,-9-23-333 0 0,-4-24-288 0 0,-3 10 76 0 0,2-11-121 0 0,0-1 0 0 0,0 0 0 0 0,0 0-1 0 0,0 0 1 0 0,0 1 0 0 0,-1-1-1 0 0,1 0 1 0 0,0 0 0 0 0,0 1 0 0 0,0-1-1 0 0,0 0 1 0 0,0 0 0 0 0,0 0 0 0 0,0 1-1 0 0,0-1 1 0 0,0 0 0 0 0,0 0 0 0 0,0 1-1 0 0,0-1 1 0 0,0 0 0 0 0,0 0-1 0 0,0 1 1 0 0,0-1 0 0 0,0 0 0 0 0,0 0-1 0 0,1 1 1 0 0,-1-1 0 0 0,0 0 0 0 0,0 0-1 0 0,0 0 1 0 0,0 1 0 0 0,0-1 0 0 0,0 0-1 0 0,1 0 1 0 0,-1 0 0 0 0,0 0-1 0 0,0 1 1 0 0,0-1 0 0 0,1 0 0 0 0,-1 0-1 0 0,0 0 1 0 0,0 0 0 0 0,0 0 0 0 0,1 0-1 0 0,-1 0 1 0 0,0 0 0 0 0,0 1 0 0 0,1-1-1 0 0,-1 0 1 0 0,0 0 0 0 0,47-63 182 0 0,-42 58-193 0 0,0 0 1 0 0,0 0-1 0 0,0 1 1 0 0,0-1 0 0 0,1 1-1 0 0,0 0 1 0 0,-1 1-1 0 0,1-1 1 0 0,11-3-1 0 0,-15 6-22 0 0,-1 1 12 0 0,1 0 0 0 0,-1 0 0 0 0,1 0 0 0 0,-1 0-1 0 0,1 0 1 0 0,-1 0 0 0 0,0 0 0 0 0,1 0 0 0 0,-1 1 0 0 0,1-1-1 0 0,-1 1 1 0 0,0-1 0 0 0,1 1 0 0 0,-1 0 0 0 0,0-1-1 0 0,1 1 1 0 0,-1 0 0 0 0,0 0 0 0 0,0 0 0 0 0,0 0-1 0 0,0 0 1 0 0,2 2 0 0 0,-1 1 2 0 0,0 1 0 0 0,-1 0 0 0 0,1 0 0 0 0,-1 0 0 0 0,0 0 0 0 0,0 0 0 0 0,-1 1 0 0 0,1 7 0 0 0,-2 49-1811 0 0,0-31-3826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7:17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 1080 0 0,'36'-8'7347'0'0,"-25"5"-6551"0"0,8-3-479 0 0,1 1 0 0 0,-1 1 0 0 0,40-4 1 0 0,-3 1-6092 0 0,-41 6 3120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7:18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332 89 1080 0 0,'0'0'4945'0'0,"9"-2"1184"0"0,-5 27-5451 0 0,-1 0 0 0 0,-1 0 0 0 0,-1 0 0 0 0,-4 49 0 0 0,2-62-968 0 0,-1-1 1 0 0,0 1 0 0 0,0-1-1 0 0,-2 0 1 0 0,1 0-1 0 0,-1 0 1 0 0,-1 0-1 0 0,1 0 1 0 0,-2-1-1 0 0,0 0 1 0 0,0 0 0 0 0,-1 0-1 0 0,-10 11 1 0 0,-5-6-5383 0 0,14-11 2400 0 0</inkml:trace>
  <inkml:trace contextRef="#ctx0" brushRef="#br0" timeOffset="1">2 128 11109 0 0,'-1'-3'73'0'0,"1"1"-1"0"0,0 0 1 0 0,-1-1-1 0 0,1 1 1 0 0,0-1 0 0 0,0 1-1 0 0,1 0 1 0 0,-1-1-1 0 0,0 1 1 0 0,1 0-1 0 0,0-1 1 0 0,-1 1 0 0 0,1 0-1 0 0,0-1 1 0 0,0 1-1 0 0,0 0 1 0 0,1 0 0 0 0,-1 0-1 0 0,2-2 1 0 0,1 0 24 0 0,0 0 0 0 0,0 1 0 0 0,0-1 0 0 0,0 1 1 0 0,0 0-1 0 0,1 0 0 0 0,-1 1 0 0 0,9-4 0 0 0,9-2 92 0 0,1 1 1 0 0,-1 1-1 0 0,29-4 0 0 0,-38 8-124 0 0,20-4-376 0 0,1 2 1 0 0,57 0-1 0 0,-60 5-3713 0 0,46 8 0 0 0,-58-5 1055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7:18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1 106 776 0 0,'0'0'110'0'0,"0"0"-1"0"0,0 1 1 0 0,0-1-1 0 0,0 1 1 0 0,-1-1-1 0 0,1 1 1 0 0,0-1-1 0 0,0 1 1 0 0,0-1 0 0 0,0 1-1 0 0,0-1 1 0 0,0 1-1 0 0,1-1 1 0 0,-1 1-1 0 0,0-1 1 0 0,0 0-1 0 0,0 1 1 0 0,0-1-1 0 0,0 1 1 0 0,1-1-1 0 0,-1 1 1 0 0,0-1 0 0 0,0 0-1 0 0,1 1 1 0 0,-1-1-1 0 0,0 0 1 0 0,1 1-1 0 0,-1-1 1 0 0,0 0-1 0 0,1 1 1 0 0,-1-1-1 0 0,1 0 1 0 0,-1 0 0 0 0,0 1-1 0 0,1-1 1 0 0,-1 0-1 0 0,1 0 1 0 0,0 0-1 0 0,26 3 1611 0 0,29-13-615 0 0,-55 10-1023 0 0,9-2 74 0 0,0-1 0 0 0,0 0-1 0 0,0 0 1 0 0,-1-1-1 0 0,1 0 1 0 0,-1-1-1 0 0,0 0 1 0 0,-1-1-1 0 0,1 0 1 0 0,-1 0 0 0 0,0 0-1 0 0,0-1 1 0 0,-1 0-1 0 0,0-1 1 0 0,7-10-1 0 0,-13 17 22 0 0,-7-5-37 0 0,5 5-126 0 0,1 0 1 0 0,0 1-1 0 0,-1-1 1 0 0,1 0-1 0 0,-1 1 1 0 0,1-1-1 0 0,-1 0 1 0 0,1 1-1 0 0,-1-1 1 0 0,1 0-1 0 0,-1 1 1 0 0,1-1-1 0 0,-1 1 1 0 0,0-1-1 0 0,1 1 1 0 0,-1 0-1 0 0,0-1 0 0 0,1 1 1 0 0,-1 0-1 0 0,0-1 1 0 0,0 1-1 0 0,1 0 1 0 0,-1 0-1 0 0,0-1 1 0 0,0 1-1 0 0,0 0 1 0 0,1 0-1 0 0,-1 0 1 0 0,0 0-1 0 0,-1 1 1 0 0,-3 0-1 0 0,0 0 0 0 0,0 0 0 0 0,0 1 1 0 0,1 0-1 0 0,-1 0 0 0 0,0 0 0 0 0,1 1 0 0 0,0 0 1 0 0,-1 0-1 0 0,1 0 0 0 0,0 0 0 0 0,1 0 0 0 0,-1 1 1 0 0,1 0-1 0 0,-1 0 0 0 0,1 0 0 0 0,0 0 0 0 0,0 0 1 0 0,1 1-1 0 0,-1-1 0 0 0,1 1 0 0 0,0-1 0 0 0,0 1 1 0 0,1 0-1 0 0,0 0 0 0 0,-1 0 0 0 0,2 0 1 0 0,-1 0-1 0 0,0 0 0 0 0,1 0 0 0 0,0 0 0 0 0,0 0 1 0 0,1 0-1 0 0,-1 1 0 0 0,1-1 0 0 0,0 0 0 0 0,0-1 1 0 0,1 1-1 0 0,0 0 0 0 0,0 0 0 0 0,4 8 0 0 0,-5-12-124 0 0,1 0 0 0 0,-1 1 0 0 0,0-1 0 0 0,1 0 0 0 0,-1 0 0 0 0,0 0 0 0 0,1-1-1 0 0,-1 1 1 0 0,1 0 0 0 0,0 0 0 0 0,-1-1 0 0 0,1 1 0 0 0,0-1 0 0 0,-1 1 0 0 0,1-1-1 0 0,0 0 1 0 0,-1 0 0 0 0,1 0 0 0 0,0 0 0 0 0,0 0 0 0 0,-1 0 0 0 0,1 0 0 0 0,0 0-1 0 0,-1-1 1 0 0,1 1 0 0 0,0-1 0 0 0,-1 1 0 0 0,1-1 0 0 0,0 0 0 0 0,1-1 0 0 0,58-31-1022 0 0,-44 23 1012 0 0,-11 6 115 0 0,17-8 551 0 0,0 0 1 0 0,0 1 0 0 0,31-9-1 0 0,-51 20-507 0 0,0 0 0 0 0,0 0 1 0 0,0 0-1 0 0,1 0 0 0 0,-1 1 0 0 0,0-1 0 0 0,0 1 0 0 0,0 0 0 0 0,0 0 0 0 0,0 0 1 0 0,0 0-1 0 0,0 0 0 0 0,0 1 0 0 0,0-1 0 0 0,-1 1 0 0 0,1 0 0 0 0,0 0 0 0 0,-1 0 1 0 0,0 0-1 0 0,1 0 0 0 0,-1 0 0 0 0,0 1 0 0 0,0-1 0 0 0,0 1 0 0 0,-1 0 1 0 0,1-1-1 0 0,-1 1 0 0 0,1 0 0 0 0,-1 0 0 0 0,0 0 0 0 0,0 0 0 0 0,0 0 0 0 0,0 0 1 0 0,0 6-1 0 0,-1-7 7 0 0,4 6 232 0 0,-4-8-261 0 0,-1 1 1 0 0,1-1-1 0 0,0 0 0 0 0,0 0 1 0 0,0 0-1 0 0,0 1 0 0 0,0-1 1 0 0,0 0-1 0 0,0 0 1 0 0,0 1-1 0 0,0-1 0 0 0,0 0 1 0 0,0 0-1 0 0,0 1 1 0 0,0-1-1 0 0,0 0 0 0 0,0 0 1 0 0,0 1-1 0 0,0-1 1 0 0,0 0-1 0 0,0 0 0 0 0,0 1 1 0 0,1-1-1 0 0,-1 0 1 0 0,0 0-1 0 0,0 0 0 0 0,0 1 1 0 0,0-1-1 0 0,0 0 1 0 0,1 0-1 0 0,-1 0 0 0 0,0 0 1 0 0,0 1-1 0 0,0-1 1 0 0,1 0-1 0 0,-1 0 0 0 0,0 0 1 0 0,0 0-1 0 0,1 0 1 0 0,-1 0-1 0 0,0 0 0 0 0,0 0 1 0 0,0 1-1 0 0,1-1 0 0 0,-1 0 1 0 0,0 0-1 0 0,0 0 1 0 0,1 0-1 0 0,-1 0 0 0 0,0 0 1 0 0,0 0-1 0 0,1 0 1 0 0,-1-1-1 0 0,1 1 0 0 0,9-17-283 0 0,8-13-1458 0 0,-6 12-3326 0 0,-6 8 2278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7:19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32 0 0,'0'0'1335'0'0,"3"23"2502"0"0,-6 4-2514 0 0,3-27-1315 0 0,-1 0 1 0 0,1 0 0 0 0,0 0 0 0 0,0 0 0 0 0,0 0 0 0 0,0 0 0 0 0,-1 0 0 0 0,1 0 0 0 0,0 0 0 0 0,0 1-1 0 0,0-1 1 0 0,0 0 0 0 0,-1 0 0 0 0,1 0 0 0 0,0 0 0 0 0,0 0 0 0 0,0 1 0 0 0,0-1 0 0 0,0 0 0 0 0,0 0-1 0 0,0 0 1 0 0,0 1 0 0 0,0-1 0 0 0,-1 0 0 0 0,1 0 0 0 0,0 0 0 0 0,0 1 0 0 0,0-1 0 0 0,0 0 0 0 0,0 0-1 0 0,0 0 1 0 0,0 1 0 0 0,0-1 0 0 0,0 0 0 0 0,0 0 0 0 0,0 0 0 0 0,1 0 0 0 0,-1 1 0 0 0,0-1 0 0 0,0 0-1 0 0,0 0 1 0 0,0 0 0 0 0,0 1 0 0 0,0-1 0 0 0,0 0 0 0 0,0 0 0 0 0,1 0 0 0 0,-1 0 0 0 0,0 0 0 0 0,0 1-1 0 0,0-1 1 0 0,0 0 0 0 0,0 0 0 0 0,1 0 0 0 0,-1 0 0 0 0,0 0 0 0 0,0 0 0 0 0,0 0 0 0 0,1 0 0 0 0,-1 1-1 0 0,0-1 1 0 0,0 0 0 0 0,0 0 0 0 0,1 0 0 0 0,-1 0 0 0 0,19-7 148 0 0,1 1-1 0 0,0 1 1 0 0,0 1 0 0 0,28-2-1 0 0,-36 6-88 0 0,0 0-1 0 0,-1 1 1 0 0,1 1-1 0 0,15 3 1 0 0,-16-3-565 0 0,-10-2-189 0 0,17-5-4806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7:19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1040 0 0,'0'0'2796'0'0,"2"-11"809"0"0,-1-1-965 0 0,4 2-1488 0 0,-2-1-2812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7:20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0 354 220 0 0,'0'0'15476'0'0,"11"33"-15493"0"0,-6 9 96 0 0,-4-41-67 0 0,4-4-440 0 0,98-70-805 0 0,-102 73 1159 0 0,25-3-192 0 0,-21 3 240 0 0,-1-1-1 0 0,1 1 0 0 0,-1 0 0 0 0,1 0 0 0 0,-1 0 0 0 0,1 0 0 0 0,-1 1 0 0 0,1-1 0 0 0,7 4 1 0 0,-1 0-29 0 0,0-1 1 0 0,1 0-1 0 0,-1 0 1 0 0,1-1-1 0 0,0 0 1 0 0,0-1-1 0 0,0-1 1 0 0,0 0-1 0 0,0 0 1 0 0,0-2-1 0 0,-1 1 1 0 0,1-1-1 0 0,0-1 1 0 0,-1 0-1 0 0,1 0 1 0 0,-1-2 0 0 0,0 1-1 0 0,0-1 1 0 0,-1-1-1 0 0,1 0 1 0 0,-1 0-1 0 0,-1-1 1 0 0,1 0-1 0 0,-1-1 1 0 0,0 0-1 0 0,-1 0 1 0 0,0-1-1 0 0,0 0 1 0 0,-1-1-1 0 0,0 0 1 0 0,0 0-1 0 0,-2 0 1 0 0,1-1-1 0 0,-1 1 1 0 0,0-2 0 0 0,3-14-1 0 0,-4 6 311 0 0,-1 0 0 0 0,-1-1 0 0 0,-1 1 0 0 0,-2-32 1 0 0,0 14 1610 0 0,-9 64-1430 0 0,-1-5-217 0 0,3 7 68 0 0,2-1 0 0 0,0 1-1 0 0,-2 53 1 0 0,7 90-2564 0 0,2-88-4754 0 0,-1-57 3019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7:22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30 744 0 0,'3'-15'2304'0'0,"-2"0"6368"0"0,-8 128-8103 0 0,7-109-549 0 0,0-3-10 0 0,-1 0 0 0 0,1 1 1 0 0,0-1-1 0 0,0 0 0 0 0,0 0 0 0 0,0 1 0 0 0,1-1 1 0 0,-1 0-1 0 0,0 0 0 0 0,0 1 0 0 0,1-1 0 0 0,-1 0 1 0 0,0 0-1 0 0,1 0 0 0 0,0 0 0 0 0,-1 1 1 0 0,1-1-1 0 0,0 0 0 0 0,1 1 0 0 0,-1-1 74 0 0,28-7 43 0 0,35-21-26 0 0,-45 18-97 0 0,1 1 1 0 0,-1 0-1 0 0,2 1 0 0 0,25-4 1 0 0,-44 11-24 0 0,-1 0 0 0 0,1 0 1 0 0,-1 0 0 0 0,1 0-1 0 0,-1 0 1 0 0,0 1-1 0 0,1-1 1 0 0,-1 1-1 0 0,0-1 1 0 0,1 1 0 0 0,-1-1-1 0 0,0 1 1 0 0,0 0-1 0 0,2 1 1 0 0,-4 2-87 0 0,0 0 0 0 0,0-1 1 0 0,0 1-1 0 0,0 0 1 0 0,-1-1-1 0 0,0 1 0 0 0,0-1 1 0 0,0 1-1 0 0,-2 2 0 0 0,3-4-223 0 0,0 0 0 0 0,-1-1 0 0 0,1 1-1 0 0,0 0 1 0 0,-1-1 0 0 0,1 0 0 0 0,-1 1 0 0 0,1-1 0 0 0,-1 0-1 0 0,0 0 1 0 0,1 0 0 0 0,-1 0 0 0 0,0 0 0 0 0,0 0-1 0 0,0 0 1 0 0,0-1 0 0 0,0 1 0 0 0,0-1 0 0 0,0 1-1 0 0,0-1 1 0 0,-3 0 0 0 0,-7-1-2095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7:23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18 888 0 0,'1'-11'4112'0'0,"7"4"-2963"0"0,11 26-4682 0 0,-11-14 2089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7:23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24 64 0 0,'-17'-17'2925'0'0,"12"15"-2463"0"0,-1 1 1 0 0,0-1-1 0 0,1 2 1 0 0,-1-1-1 0 0,0 0 1 0 0,0 1-1 0 0,0 0 1 0 0,0 0-1 0 0,0 1 1 0 0,-9 2-1 0 0,13-3-388 0 0,-1 1 0 0 0,1 0-1 0 0,0 0 1 0 0,0 0 0 0 0,-1 0 0 0 0,1 1-1 0 0,0-1 1 0 0,0 1 0 0 0,0-1 0 0 0,0 1-1 0 0,1 0 1 0 0,-1-1 0 0 0,0 1 0 0 0,1 0 0 0 0,-1 0-1 0 0,1 0 1 0 0,0 0 0 0 0,-1 1 0 0 0,1-1-1 0 0,0 0 1 0 0,0 0 0 0 0,1 1 0 0 0,-1-1-1 0 0,0 1 1 0 0,1-1 0 0 0,-1 1 0 0 0,1-1-1 0 0,0 0 1 0 0,0 4 0 0 0,1 5 50 0 0,1 1 0 0 0,-1-1 0 0 0,2 0-1 0 0,0 0 1 0 0,0 0 0 0 0,1-1 0 0 0,1 1 0 0 0,9 17 0 0 0,11 31 273 0 0,-24-57-380 0 0,0 0 0 0 0,0 1 1 0 0,-1-1-1 0 0,1 0 0 0 0,0 0 0 0 0,-1 1 0 0 0,0-1 1 0 0,0 0-1 0 0,1 1 0 0 0,-2-1 0 0 0,1 0 0 0 0,0 0 0 0 0,0 1 1 0 0,-1-1-1 0 0,1 0 0 0 0,-1 1 0 0 0,1-1 0 0 0,-1 0 1 0 0,0 0-1 0 0,0 0 0 0 0,0 0 0 0 0,0 0 0 0 0,-1 0 0 0 0,1 0 1 0 0,0 0-1 0 0,-1 0 0 0 0,1-1 0 0 0,-1 1 0 0 0,0-1 1 0 0,0 1-1 0 0,1-1 0 0 0,-1 1 0 0 0,0-1 0 0 0,0 0 0 0 0,0 0 1 0 0,-1 0-1 0 0,1 0 0 0 0,0 0 0 0 0,0-1 0 0 0,0 1 1 0 0,-1-1-1 0 0,1 1 0 0 0,0-1 0 0 0,0 0 0 0 0,-3 0 0 0 0,-3 1-156 0 0,-1 0-1 0 0,1-1 1 0 0,0 0-1 0 0,0-1 1 0 0,0 0-1 0 0,-1 0 1 0 0,1-1-1 0 0,0 0 1 0 0,1 0-1 0 0,-1-1 1 0 0,-12-6-1 0 0,18 8-209 0 0,0-1 0 0 0,1 1-1 0 0,-1-1 1 0 0,1 1 0 0 0,-1-1 0 0 0,1 0 0 0 0,0 1 0 0 0,0-1-1 0 0,0 0 1 0 0,0 0 0 0 0,0 0 0 0 0,0 0 0 0 0,0 0-1 0 0,0 0 1 0 0,1 0 0 0 0,-1 0 0 0 0,1-5 0 0 0,-1-7-2259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7:23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0 116 0 0,'0'0'8816'0'0,"1"6"-8278"0"0,3 32 630 0 0,-2 57 0 0 0,1 18-47 0 0,-1-89-1001 0 0,-2 0-1 0 0,-4 48 0 0 0,3-62-511 0 0,-1 0 0 0 0,0-1 0 0 0,0 1-1 0 0,-1-1 1 0 0,0 0 0 0 0,-1 1 0 0 0,0-1-1 0 0,0-1 1 0 0,-1 1 0 0 0,-7 10 0 0 0,-2-7-4050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7:24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60 496 0 0,'37'-6'2359'0'0,"131"-24"2033"0"0,-166 29-3899 0 0,21 11 812 0 0,-21-7-1249 0 0,-1 1-1 0 0,1 0 0 0 0,0-1 1 0 0,0 1-1 0 0,0-1 0 0 0,1 0 0 0 0,-1 0 1 0 0,1 0-1 0 0,5 5 0 0 0,-6-7 179 0 0,-2-1-191 0 0,0 0 0 0 0,0 1 0 0 0,0-1 1 0 0,0 0-1 0 0,0 0 0 0 0,0 0 0 0 0,0 0 1 0 0,0 0-1 0 0,0 1 0 0 0,0-1 0 0 0,0 0 0 0 0,0 0 1 0 0,1 0-1 0 0,-1 0 0 0 0,0 0 0 0 0,0 0 1 0 0,0 0-1 0 0,0 0 0 0 0,0 1 0 0 0,0-1 1 0 0,1 0-1 0 0,-1 0 0 0 0,0 0 0 0 0,0 0 1 0 0,0 0-1 0 0,0 0 0 0 0,0 0 0 0 0,1 0 1 0 0,-1 0-1 0 0,0 0 0 0 0,0 0 0 0 0,0 0 1 0 0,0 0-1 0 0,0 0 0 0 0,1 0 0 0 0,-1 0 1 0 0,0 0-1 0 0,0 0 0 0 0,0 0 0 0 0,0 0 0 0 0,0 0 1 0 0,1 0-1 0 0,-1 0 0 0 0,0 0 0 0 0,0-1 1 0 0,0 1-1 0 0,0 0 0 0 0,0 0 0 0 0,0 0 1 0 0,1 0-1 0 0,-1 0 0 0 0,0 0 0 0 0,0 0 1 0 0,0-1-1 0 0,0 1 0 0 0,0 0 0 0 0,0 0 1 0 0,0 0-1 0 0,0 0 0 0 0,0 0 0 0 0,0-1 1 0 0,0 1-1 0 0,-1-6 73 0 0,-2 1 0 0 0,1-1 0 0 0,-1 1-1 0 0,0-1 1 0 0,0 1 0 0 0,0 0 0 0 0,-1 0 0 0 0,-7-8 0 0 0,2 1-412 0 0,8 11-96 0 0,-7-1-849 0 0,3 1-400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7:24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7 660 0 0,'6'2'847'0'0,"-2"0"-471"0"0,1-1-1 0 0,-1 1 1 0 0,0-1 0 0 0,0 1-1 0 0,1 1 1 0 0,-1-1 0 0 0,-1 0-1 0 0,1 1 1 0 0,0 0-1 0 0,-1 0 1 0 0,1 0 0 0 0,-1 0-1 0 0,0 1 1 0 0,0-1 0 0 0,0 1-1 0 0,0 0 1 0 0,-1-1-1 0 0,3 7 1 0 0,-4-8-98 0 0,-1 0-2 0 0,0 0-1 0 0,1 0 0 0 0,-1-1 1 0 0,0 1-1 0 0,1 0 0 0 0,0 0 1 0 0,-1 0-1 0 0,1 0 0 0 0,0-1 1 0 0,0 1-1 0 0,0 0 0 0 0,0-1 1 0 0,3 3-1 0 0,-4-5-248 0 0,1-1 0 0 0,-1 1 0 0 0,1-1 0 0 0,0 0 0 0 0,0 1 0 0 0,0-1 0 0 0,0 1 0 0 0,0 0 0 0 0,0-1 0 0 0,0 1 0 0 0,1 0 0 0 0,-1-1 0 0 0,0 1 0 0 0,1 0 0 0 0,-1 0 0 0 0,1 0 0 0 0,-1 1 0 0 0,3-2 0 0 0,33-16 289 0 0,-34 16-304 0 0,130-47 153 0 0,-131 48-129 0 0,-11 2 1483 0 0,7 0-1523 0 0,1-1 1 0 0,0 1-1 0 0,-1-1 1 0 0,1 1-1 0 0,-1 0 1 0 0,1 0-1 0 0,0-1 1 0 0,0 1-1 0 0,-1 0 1 0 0,1 0-1 0 0,0 0 1 0 0,0 1-1 0 0,0-1 0 0 0,0 0 1 0 0,-1 3-1 0 0,1-2-177 0 0,0 1-1 0 0,0 0 0 0 0,0 0 0 0 0,1 0 1 0 0,0 0-1 0 0,-1 0 0 0 0,1 0 0 0 0,0-1 1 0 0,0 1-1 0 0,1 0 0 0 0,0 5 0 0 0,6 14-6695 0 0,-2-14 3374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7:34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0 788 0 0,'0'0'8666'0'0,"12"2"-2391"0"0,-14 18-5919 0 0,-1 1 0 0 0,-1-2 0 0 0,-1 1 0 0 0,0 0 1 0 0,-13 28-1 0 0,3-7-430 0 0,15-39-184 0 0,-1 0-1 0 0,1 1 1 0 0,-1-1 0 0 0,0 0-1 0 0,0 1 1 0 0,0-1-1 0 0,-1 0 1 0 0,1 0-1 0 0,0 0 1 0 0,-1 0 0 0 0,1 0-1 0 0,-1 0 1 0 0,0-1-1 0 0,1 1 1 0 0,-1 0-1 0 0,0-1 1 0 0,-4 3 0 0 0,4-3-983 0 0,-22-18-8031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7:34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39 900 0 0,'0'-11'2792'0'0,"0"0"-567"0"0,4 0-933 0 0,7 5-1888 0 0,8 10-3041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7:34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0 748 0 0,'0'7'755'0'0,"0"-1"1"0"0,1 0-1 0 0,0 1 0 0 0,1-1 1 0 0,-1 0-1 0 0,4 8 0 0 0,-4-12-564 0 0,-1 0 514 0 0,14-4 63 0 0,-1 1 1 0 0,0-2-1 0 0,-1 0 1 0 0,15-5-1 0 0,4-1 272 0 0,-28 9-1009 0 0,1-1 1 0 0,-1 1-1 0 0,1 0 1 0 0,-1 0-1 0 0,1 0 0 0 0,0 1 1 0 0,-1-1-1 0 0,1 1 0 0 0,-1 0 1 0 0,0 0-1 0 0,1 0 0 0 0,-1 0 1 0 0,1 0-1 0 0,-1 1 1 0 0,4 2-1 0 0,18 14-1902 0 0,-7-1-3732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7:35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12 516 0 0,'7'-8'2785'0'0,"-7"8"-2633"0"0,2-3 2275 0 0,-2 3-2276 0 0,0 0 1 0 0,0 0 0 0 0,0 0-1 0 0,0-1 1 0 0,1 1 0 0 0,-1 0-1 0 0,0 0 1 0 0,0 0 0 0 0,1 0-1 0 0,-1 0 1 0 0,0 0 0 0 0,0 0-1 0 0,0 0 1 0 0,1 0 0 0 0,-1 0 0 0 0,0 0-1 0 0,0 0 1 0 0,0 0 0 0 0,1 0-1 0 0,-1 0 1 0 0,0 0 0 0 0,0 0-1 0 0,2 2 1518 0 0,-2-2-1518 0 0,2 12 200 0 0,-1-1-1 0 0,-1 0 0 0 0,0 1 0 0 0,-1-1 1 0 0,0 1-1 0 0,0-1 0 0 0,-6 17 0 0 0,-2 33 523 0 0,6-30-651 0 0,0-1 1 0 0,-14 49-1 0 0,13-65-713 0 0,-1 0 0 0 0,0 0 0 0 0,-1 0 0 0 0,0-1 1 0 0,-1 0-1 0 0,0 0 0 0 0,-16 19 0 0 0,22-32 314 0 0,-19 18-1734 0 0,8-15-2763 0 0,-4-4 1949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7:35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0 313 68 0 0,'101'-19'3157'0'0,"117"-37"0"0"0,-205 51-2851 0 0,0 0 0 0 0,0 0 1 0 0,0-2-1 0 0,-1 1 0 0 0,0-2 0 0 0,0 0 1 0 0,19-17-1 0 0,-25 20-92 0 0,-1 0 1 0 0,0 0-1 0 0,-1-1 1 0 0,1 0-1 0 0,-1 0 1 0 0,0 0-1 0 0,-1 0 1 0 0,0 0-1 0 0,0-1 1 0 0,0 0-1 0 0,0 1 1 0 0,-1-1-1 0 0,0 0 1 0 0,-1 0-1 0 0,0-1 1 0 0,1-13-1 0 0,-3 15 75 0 0,0 0 0 0 0,0-1 0 0 0,-1 1 0 0 0,0 0 0 0 0,-4-10 0 0 0,6 15-190 0 0,-4 2-77 0 0,0 0 0 0 0,1 0 0 0 0,-1 0 0 0 0,1 1 1 0 0,0-1-1 0 0,-1 1 0 0 0,1 0 0 0 0,0 0 0 0 0,0 0 1 0 0,0 0-1 0 0,0 1 0 0 0,1-1 0 0 0,-1 1 0 0 0,1 0 1 0 0,-1 0-1 0 0,1 0 0 0 0,0 0 0 0 0,0 0 0 0 0,0 0 1 0 0,1 0-1 0 0,-3 6 0 0 0,-7 14 42 0 0,-14 46 0 0 0,21-60-37 0 0,-6 29 24 0 0,1 0 1 0 0,2 0-1 0 0,-2 42 0 0 0,1-10 27 0 0,4-15 50 0 0,4-53-106 0 0,-1-1-13 0 0,1-1-1 0 0,0 0 1 0 0,0 1-1 0 0,0-1 1 0 0,0 0-1 0 0,0 0 0 0 0,0 1 1 0 0,0-1-1 0 0,0 0 1 0 0,0 1-1 0 0,0-1 0 0 0,0 0 1 0 0,0 1-1 0 0,0-1 1 0 0,0 0-1 0 0,0 1 1 0 0,1-1-1 0 0,-1 0 0 0 0,0 1 1 0 0,0-1-1 0 0,0 0 1 0 0,0 0-1 0 0,1 1 0 0 0,-1-1 1 0 0,0 0-1 0 0,0 0 1 0 0,0 1-1 0 0,1-1 1 0 0,-1 0-1 0 0,0 0 0 0 0,0 0 1 0 0,1 0-1 0 0,-1 1 1 0 0,1-1-1 0 0,7-2 9 0 0,0 0 1 0 0,-1 0-1 0 0,1 0 1 0 0,0-1-1 0 0,-1 0 0 0 0,1-1 1 0 0,8-6-1 0 0,-7 5-29 0 0,0 0-1 0 0,0 1 1 0 0,1 0 0 0 0,-1 0-1 0 0,1 1 1 0 0,19-4 0 0 0,66 18-27 0 0,-93-10 64 0 0,24 3-652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7:36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277 151 296 0 0,'15'-38'2164'0'0,"9"-18"1460"0"0,1 0 3275 0 0,-25 62-6689 0 0,-2 13-82 0 0,0 0 0 0 0,-1 0 1 0 0,-1 0-1 0 0,-1 0 0 0 0,-1 0 0 0 0,0-1 0 0 0,-10 19 0 0 0,-70 130 665 0 0,67-134-613 0 0,-126 225 998 0 0,133-238-952 0 0,1 1 0 0 0,-12 37 0 0 0,22-56-182 0 0,3 1-28 0 0,1-1 1 0 0,-1 1-1 0 0,1 0 0 0 0,0-1 1 0 0,0 1-1 0 0,0-1 1 0 0,0 0-1 0 0,0 0 0 0 0,0 0 1 0 0,1 0-1 0 0,-1-1 1 0 0,0 1-1 0 0,1-1 0 0 0,0 0 1 0 0,-1 0-1 0 0,1 0 1 0 0,0 0-1 0 0,7 0 0 0 0,79 2 76 0 0,-73-3-59 0 0,51 0-364 0 0,91-12-1 0 0,-139 9-429 0 0,0 0 1 0 0,0-2-1 0 0,-1 0 0 0 0,0-1 0 0 0,0-1 0 0 0,0 0 0 0 0,-1-2 0 0 0,0 0 0 0 0,21-15 0 0 0,-20 9-2740 0 0,-3-3 267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7:36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3 225 1000 0 0,'-1'-2'185'0'0,"1"-1"1"0"0,-1 0-1 0 0,1 0 0 0 0,0 1 0 0 0,-1-1 1 0 0,1 0-1 0 0,0 0 0 0 0,1 0 0 0 0,-1 0 1 0 0,1 1-1 0 0,-1-1 0 0 0,1 0 0 0 0,0 0 0 0 0,0 1 1 0 0,0-1-1 0 0,0 1 0 0 0,0-1 0 0 0,1 1 1 0 0,-1-1-1 0 0,1 1 0 0 0,0 0 0 0 0,-1-1 1 0 0,1 1-1 0 0,0 0 0 0 0,0 0 0 0 0,1 1 1 0 0,3-4-1 0 0,8-5 180 0 0,0 0 1 0 0,0 0-1 0 0,21-8 1 0 0,-30 15-232 0 0,32-14 289 0 0,1 0-1 0 0,1 3 1 0 0,0 1-1 0 0,1 3 1 0 0,74-12-1 0 0,-71 17-783 0 0,-1 2 0 0 0,86 6 0 0 0,-116-2-408 0 0,0 1 1 0 0,0 0-1 0 0,1 1 1 0 0,-2 1 0 0 0,1 0-1 0 0,22 11 1 0 0,-15-4-1404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7:36.9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34 215 152 0 0,'0'0'7274'0'0,"0"0"-7203"0"0,1 0 0 0 0,-1 0 0 0 0,1 0 0 0 0,-1 0 0 0 0,1 0 0 0 0,-1 0 0 0 0,0 0 0 0 0,1 1 0 0 0,-1-1 0 0 0,0 0 0 0 0,1 0 0 0 0,-1 0 0 0 0,1 1 0 0 0,-1-1 0 0 0,0 0 0 0 0,0 1 0 0 0,1-1 0 0 0,-1 0 0 0 0,0 0 0 0 0,1 1 0 0 0,-1-1 0 0 0,0 1 0 0 0,0-1 0 0 0,0 0 0 0 0,1 1 0 0 0,-1-1 0 0 0,0 0 0 0 0,0 1 0 0 0,0 0 0 0 0,-18 57 1691 0 0,13-48-1534 0 0,1 0 0 0 0,1 1 0 0 0,0-1 0 0 0,0 1 0 0 0,1 0 0 0 0,0 0 0 0 0,1 0 0 0 0,0 0 0 0 0,1 13 0 0 0,0-21-210 0 0,1 0 0 0 0,0 0-1 0 0,0 1 1 0 0,0-2 0 0 0,0 1 0 0 0,1 0 0 0 0,-1 0 0 0 0,1 0 0 0 0,0-1-1 0 0,-1 1 1 0 0,1 0 0 0 0,0-1 0 0 0,1 0 0 0 0,-1 1 0 0 0,0-1-1 0 0,1 0 1 0 0,-1 0 0 0 0,1-1 0 0 0,0 1 0 0 0,-1 0 0 0 0,1-1-1 0 0,0 0 1 0 0,0 1 0 0 0,0-1 0 0 0,0 0 0 0 0,0-1 0 0 0,0 1 0 0 0,0 0-1 0 0,1-1 1 0 0,2 0 0 0 0,1 1-412 0 0,0-1 0 0 0,0 0 0 0 0,0 0 0 0 0,0-1 0 0 0,11-2 0 0 0,28-15-5634 0 0,-25 4 2789 0 0</inkml:trace>
  <inkml:trace contextRef="#ctx0" brushRef="#br0" timeOffset="1">251 66 840 0 0,'-2'-4'603'0'0,"0"0"0"0"0,1 0-1 0 0,-1 0 1 0 0,1-1 0 0 0,0 1 0 0 0,0 0-1 0 0,0-1 1 0 0,1 1 0 0 0,0 0 0 0 0,0-1 0 0 0,0 1-1 0 0,1-8 1 0 0,0 10-764 0 0,1 2-200 0 0,0 0 0 0 0,0 1 1 0 0,1 0-1 0 0,-1-1 0 0 0,0 1 1 0 0,0 0-1 0 0,0 0 0 0 0,-1 0 1 0 0,1 0-1 0 0,0 1 0 0 0,0-1 0 0 0,-1 0 1 0 0,4 3-1 0 0,-4-2 340 0 0,8 6-1919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7:37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0 472 0 0,'13'20'3908'0'0,"-12"-1"-2956"0"0,-2 1 0 0 0,0-1 0 0 0,-1 0 0 0 0,-1 0 0 0 0,-10 34 0 0 0,5-28-510 0 0,-1 0 0 0 0,-1 0 0 0 0,-1-1 0 0 0,-1 0-1 0 0,-1-1 1 0 0,-31 40 0 0 0,-9-5-926 0 0,16-23-4159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7:37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12 464 0 0,'0'0'187'0'0,"1"-1"1"0"0,-1 0-1 0 0,1 0 0 0 0,0 0 1 0 0,0 1-1 0 0,-1-1 0 0 0,1 0 1 0 0,0 0-1 0 0,0 1 0 0 0,0-1 1 0 0,-1 1-1 0 0,1-1 0 0 0,0 1 1 0 0,0-1-1 0 0,0 1 0 0 0,0 0 1 0 0,0-1-1 0 0,0 1 0 0 0,0 0 1 0 0,0 0-1 0 0,0 0 0 0 0,0 0 0 0 0,0 0 1 0 0,0 0-1 0 0,0 0 0 0 0,0 0 1 0 0,1 0-1 0 0,-1 0 0 0 0,0 0 1 0 0,0 1-1 0 0,0-1 0 0 0,-1 0 1 0 0,1 1-1 0 0,0-1 0 0 0,0 1 1 0 0,0-1-1 0 0,0 1 0 0 0,0-1 1 0 0,1 2-1 0 0,0 2 32 0 0,1 0 0 0 0,-1 0-1 0 0,0 0 1 0 0,0 0 0 0 0,0 1 0 0 0,-1-1 0 0 0,2 9 0 0 0,2 15 171 0 0,-1-1 1 0 0,-1 1 0 0 0,-2 0 0 0 0,-1 0-1 0 0,-5 39 1 0 0,2-15 19 0 0,2-39-314 0 0,-1 1 0 0 0,0-1 0 0 0,-1 0 0 0 0,0 0 0 0 0,-1 0 0 0 0,-1 0 0 0 0,0 0 0 0 0,0-1 0 0 0,-10 15 0 0 0,10-19 50 0 0,0-1 0 0 0,0 1 0 0 0,-1-1 0 0 0,0 0 0 0 0,0-1 0 0 0,0 1 0 0 0,-1-1 0 0 0,0-1 0 0 0,0 1 0 0 0,-1-1 0 0 0,0 0 1 0 0,0-1-1 0 0,0 0 0 0 0,-11 4 0 0 0,17-8-94 0 0,1 1 1 0 0,-1-1-1 0 0,1 0 0 0 0,-1 0 1 0 0,0 0-1 0 0,1 0 0 0 0,-1-1 1 0 0,0 1-1 0 0,1 0 1 0 0,-1-1-1 0 0,1 1 0 0 0,-1-1 1 0 0,0 1-1 0 0,1-1 0 0 0,-1 0 1 0 0,1 0-1 0 0,0 1 1 0 0,-1-1-1 0 0,1 0 0 0 0,0-1 1 0 0,0 1-1 0 0,-1 0 0 0 0,1 0 1 0 0,0 0-1 0 0,0-1 1 0 0,0 1-1 0 0,0 0 0 0 0,1-1 1 0 0,-2-1-1 0 0,0 0-6 0 0,1 1-1 0 0,-1-1 1 0 0,1 0-1 0 0,0 0 1 0 0,0 0 0 0 0,0 0-1 0 0,0 0 1 0 0,0 0 0 0 0,1 0-1 0 0,0 0 1 0 0,-1 0-1 0 0,1 0 1 0 0,0 0 0 0 0,1-6-1 0 0,1 3-159 0 0,1-1-1 0 0,-1 0 1 0 0,1 1-1 0 0,1-1 1 0 0,-1 1 0 0 0,7-8-1 0 0,7-9-3650 0 0,-2 4-3228 0 0,-6 7 3444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7:38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67 1088 0 0,'0'0'1288'0'0,"-5"-15"1152"0"0,4-1-1307 0 0,-4 10 1835 0 0,5-12-1192 0 0,-1 8-1612 0 0,16 8-9005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7:38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80 412 0 0,'56'-18'2994'0'0,"-14"4"-1695"0"0,1 1 0 0 0,0 2 0 0 0,0 2 1 0 0,1 2-1 0 0,45-1 0 0 0,-87 9-1265 0 0,0-1-1 0 0,1 1 1 0 0,-1-1 0 0 0,0 1-1 0 0,0 0 1 0 0,1 0 0 0 0,-1 0 0 0 0,0 0-1 0 0,0 0 1 0 0,0 0 0 0 0,0 1-1 0 0,0-1 1 0 0,-1 1 0 0 0,1-1-1 0 0,0 1 1 0 0,-1 0 0 0 0,1-1-1 0 0,-1 1 1 0 0,1 0 0 0 0,-1 0-1 0 0,0 0 1 0 0,0 0 0 0 0,0 1-1 0 0,0-1 1 0 0,0 0 0 0 0,1 5-1 0 0,2 5 45 0 0,-1 2 0 0 0,0-1 0 0 0,1 16 0 0 0,-4-25-56 0 0,5 77 182 0 0,-4 0 0 0 0,-3 1 0 0 0,-17 103-1 0 0,0 11 5 0 0,17-132-149 0 0,2-34-6 0 0,-2 0 0 0 0,0 0 0 0 0,-11 45 0 0 0,11-67-41 0 0,0 0-1 0 0,-1 0 0 0 0,0 0 0 0 0,-1-1 1 0 0,0 1-1 0 0,0-1 0 0 0,0 0 0 0 0,-1 0 1 0 0,0 0-1 0 0,0 0 0 0 0,-1-1 0 0 0,1 0 0 0 0,-2 0 1 0 0,1-1-1 0 0,-1 0 0 0 0,1 0 0 0 0,-11 5 1 0 0,0-1 51 0 0,-1-1 0 0 0,0 0 1 0 0,-1-2-1 0 0,1 0 1 0 0,-35 5-1 0 0,-93 1 27 0 0,81-9-1284 0 0,18-3-6343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7:41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16 752 0 0,'-9'-15'4566'0'0,"0"30"-2909"0"0,1 4-1685 0 0,-17 46 775 0 0,3 1 1 0 0,-19 90-1 0 0,-3 9-915 0 0,42-156-534 0 0,-5 9-410 0 0,-3-9-2815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7:42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0 385 232 0 0,'155'-38'2184'0'0,"-61"17"-1341"0"0,-67 15-530 0 0,0-2 1 0 0,0 0-1 0 0,-1-2 0 0 0,36-18 1 0 0,-55 25-234 0 0,-1-1 0 0 0,0 0 0 0 0,0 0 0 0 0,-1-1 1 0 0,1 1-1 0 0,-1-1 0 0 0,0-1 0 0 0,0 1 1 0 0,0-1-1 0 0,-1 1 0 0 0,0-1 0 0 0,0-1 0 0 0,-1 1 1 0 0,1 0-1 0 0,-1-1 0 0 0,-1 0 0 0 0,1 0 1 0 0,-1 0-1 0 0,0 0 0 0 0,-1 0 0 0 0,0 0 0 0 0,1-11 1 0 0,-2 10 60 0 0,1-1 1 0 0,-2 1 0 0 0,1-1 0 0 0,-1 1-1 0 0,0 0 1 0 0,-1-1 0 0 0,0 1 0 0 0,-1 0 0 0 0,1 0-1 0 0,-5-8 1 0 0,7 14-90 0 0,-1 1 0 0 0,1-1 0 0 0,-1 1 0 0 0,0-1 0 0 0,1 1-1 0 0,-1-1 1 0 0,0 1 0 0 0,0 0 0 0 0,0-1 0 0 0,0 1 0 0 0,0 0 0 0 0,0 0 0 0 0,0 0 0 0 0,0 0-1 0 0,-3-2 1 0 0,-5 20 118 0 0,6-11-196 0 0,-7 27 137 0 0,2 1 1 0 0,1 0 0 0 0,1 1 0 0 0,-1 57 0 0 0,-4 20 167 0 0,-13 50 256 0 0,24-160-402 0 0,-1 6-36 0 0,1-8-79 0 0,0 0-1 0 0,0 0 1 0 0,0 0 0 0 0,0 0-1 0 0,1 0 1 0 0,-1 0 0 0 0,0 0-1 0 0,0 0 1 0 0,0-1 0 0 0,0 1-1 0 0,0 0 1 0 0,0 0 0 0 0,0 0-1 0 0,1 0 1 0 0,-1 0-1 0 0,0 0 1 0 0,0 0 0 0 0,0 0-1 0 0,0 0 1 0 0,0 0 0 0 0,0 0-1 0 0,1 0 1 0 0,-1 0 0 0 0,0 0-1 0 0,0 0 1 0 0,0 0 0 0 0,0 0-1 0 0,0 0 1 0 0,0 0 0 0 0,1 0-1 0 0,-1 0 1 0 0,0 0 0 0 0,0 0-1 0 0,0 0 1 0 0,0 1 0 0 0,0-1-1 0 0,0 0 1 0 0,0 0-1 0 0,0 0 1 0 0,1 0 0 0 0,-1 0-1 0 0,0 0 1 0 0,0 0 0 0 0,0 0-1 0 0,0 0 1 0 0,0 1 0 0 0,0-1-1 0 0,0 0 1 0 0,0 0 0 0 0,0 0-1 0 0,0 0 1 0 0,0 0 0 0 0,0 0-1 0 0,0 1 1 0 0,0-1 0 0 0,0 0-1 0 0,0 0 1 0 0,0 0 0 0 0,0 0-1 0 0,0 0 1 0 0,0 0-1 0 0,0 1 1 0 0,19-23 85 0 0,-15 16-84 0 0,0 1 1 0 0,0 0-1 0 0,0 0 1 0 0,1 0 0 0 0,0 0-1 0 0,-1 1 1 0 0,2 0-1 0 0,-1 0 1 0 0,0 0 0 0 0,1 0-1 0 0,0 1 1 0 0,0 0 0 0 0,0 0-1 0 0,9-2 1 0 0,-7 5-334 0 0,-1 1 1 0 0,1 0-1 0 0,0 0 1 0 0,-1 1-1 0 0,1 0 1 0 0,-1 0-1 0 0,0 1 1 0 0,0 0 0 0 0,0 0-1 0 0,0 0 1 0 0,9 7-1 0 0,9 3-3460 0 0,-2-4 1082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7:43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10 625 904 0 0,'2'1'400'0'0,"-1"0"-1"0"0,1-1 1 0 0,0 1 0 0 0,-1-1-1 0 0,1 1 1 0 0,-1-1 0 0 0,1 0-1 0 0,0 1 1 0 0,-1-1 0 0 0,1 0-1 0 0,-1 0 1 0 0,1-1 0 0 0,0 1-1 0 0,1 0 1 0 0,30-11 2190 0 0,27-24-1092 0 0,-52 30-985 0 0,3-2-216 0 0,8-5 192 0 0,0-1 0 0 0,20-18 0 0 0,-35 28-424 0 0,0-1-1 0 0,0 0 1 0 0,-1 0-1 0 0,1 0 1 0 0,-1 0 0 0 0,0-1-1 0 0,0 0 1 0 0,0 1-1 0 0,-1-1 1 0 0,0 0-1 0 0,0 0 1 0 0,0 0 0 0 0,0-1-1 0 0,1-7 1 0 0,-3 10-54 0 0,0 0 1 0 0,0 0 0 0 0,0 0 0 0 0,0 0 0 0 0,0 0 0 0 0,-1 1-1 0 0,0-1 1 0 0,1 0 0 0 0,-1 0 0 0 0,0 0 0 0 0,0 0 0 0 0,0 1-1 0 0,-1-1 1 0 0,1 1 0 0 0,-1-1 0 0 0,1 1 0 0 0,-1-1 0 0 0,0 1-1 0 0,0 0 1 0 0,0 0 0 0 0,0 0 0 0 0,0 0 0 0 0,-1 0 0 0 0,1 0-1 0 0,-1 1 1 0 0,1-1 0 0 0,-1 1 0 0 0,1-1 0 0 0,-1 1 0 0 0,0 0-1 0 0,-3-1 1 0 0,1 1-15 0 0,-1-1 0 0 0,0 1 0 0 0,0-1 0 0 0,0 2 0 0 0,0-1 1 0 0,0 1-1 0 0,0 0 0 0 0,-1 0 0 0 0,1 0 0 0 0,0 1 0 0 0,0 0 0 0 0,0 0 0 0 0,-9 4 0 0 0,6-1-7 0 0,1 1 1 0 0,-1-1-1 0 0,1 2 1 0 0,0-1-1 0 0,0 1 0 0 0,1 0 1 0 0,0 1-1 0 0,0-1 1 0 0,0 2-1 0 0,1-1 0 0 0,0 1 1 0 0,1-1-1 0 0,0 2 1 0 0,-7 12-1 0 0,10-16 8 0 0,0 0 0 0 0,0 0 0 0 0,0 0 0 0 0,1 0 0 0 0,0 0 0 0 0,0 1 0 0 0,0-1 0 0 0,0 0 0 0 0,1 1 0 0 0,0-1 0 0 0,0 0-1 0 0,1 1 1 0 0,-1-1 0 0 0,1 1 0 0 0,0-1 0 0 0,1 0 0 0 0,-1 0 0 0 0,1 0 0 0 0,0 0 0 0 0,0 0 0 0 0,1 0 0 0 0,-1 0 0 0 0,1-1 0 0 0,0 1 0 0 0,1-1 0 0 0,-1 0 0 0 0,6 5 0 0 0,-1-2-24 0 0,0-1 0 0 0,1 0 0 0 0,-1 0 0 0 0,1-1 0 0 0,1 0 0 0 0,-1-1 0 0 0,1 0 0 0 0,-1-1 0 0 0,1 0 0 0 0,0 0 0 0 0,0-1 0 0 0,1 0 0 0 0,-1-1 1 0 0,0 0-1 0 0,0 0 0 0 0,1-2 0 0 0,-1 1 0 0 0,0-1 0 0 0,17-3 0 0 0,1-2-114 0 0,0-1 1 0 0,0 0 0 0 0,0-3-1 0 0,-1 0 1 0 0,47-25-1 0 0,-54 24 126 0 0,0-1-1 0 0,0-1 1 0 0,-1 0-1 0 0,-1-2 1 0 0,0 0 0 0 0,-1-1-1 0 0,-1-1 1 0 0,27-35-1 0 0,-42 50 76 0 0,1 0 35 0 0,1 11-82 0 0,1 20-24 0 0,-1 37 47 0 0,-3-65-36 0 0,0 0 1 0 0,0 0-1 0 0,0 0 1 0 0,0 0-1 0 0,0 0 1 0 0,0 0 0 0 0,1-1-1 0 0,-1 1 1 0 0,0 0-1 0 0,0 0 1 0 0,1 0-1 0 0,-1 0 1 0 0,0-1 0 0 0,1 1-1 0 0,-1 0 1 0 0,1 0-1 0 0,-1-1 1 0 0,1 1-1 0 0,-1 0 1 0 0,1-1 0 0 0,0 1-1 0 0,-1 0 1 0 0,1-1-1 0 0,0 1 1 0 0,-1-1-1 0 0,1 1 1 0 0,0-1-1 0 0,0 0 1 0 0,-1 1 0 0 0,1-1-1 0 0,0 0 1 0 0,0 1-1 0 0,0-1 1 0 0,1 0-1 0 0,30-14-271 0 0,-18 5 89 0 0,47-21-741 0 0,-59 29 850 0 0,4 1 14 0 0,1 1-1 0 0,0-1 0 0 0,0 1 0 0 0,12 4 0 0 0,-19-5 59 0 0,19 4-27 0 0,1 0 0 0 0,-1-1-1 0 0,1-1 1 0 0,-1 0-1 0 0,1-2 1 0 0,0 0 0 0 0,38-7-1 0 0,-42 4 37 0 0,-1 0-1 0 0,0-1 1 0 0,-1-1-1 0 0,1 0 1 0 0,-1-1-1 0 0,0 0 1 0 0,0-2-1 0 0,-1 1 1 0 0,0-2-1 0 0,19-15 1 0 0,-23 15 7 0 0,-1-1 0 0 0,0 1 0 0 0,0-1 0 0 0,-1-1 0 0 0,0 1 0 0 0,-1-1 0 0 0,-1 0 0 0 0,0-1 0 0 0,0 0 0 0 0,-1 1 0 0 0,4-19 0 0 0,1-14 22 0 0,7-79-1 0 0,-15 112-31 0 0,-1-4-21 0 0,0 1 0 0 0,0 0 0 0 0,-2 0-1 0 0,0 0 1 0 0,-7-27 0 0 0,9 39-10 0 0,-3 3-58 0 0,1 0 78 0 0,-1 0 1 0 0,1 0 0 0 0,0 0-1 0 0,-1 0 1 0 0,1 0 0 0 0,0 1-1 0 0,0-1 1 0 0,0 1 0 0 0,0 0 0 0 0,0 0-1 0 0,0 0 1 0 0,0-1 0 0 0,1 2-1 0 0,-1-1 1 0 0,1 0 0 0 0,-1 0-1 0 0,1 0 1 0 0,-2 5 0 0 0,-21 47-53 0 0,12-15 53 0 0,1 1-1 0 0,-11 75 0 0 0,20-95 18 0 0,0 0 0 0 0,1 0 0 0 0,2 0-1 0 0,0 0 1 0 0,1 0 0 0 0,0 0 0 0 0,12 37-1 0 0,-13-53 8 0 0,0 0 0 0 0,0-1-1 0 0,1 1 1 0 0,-1-1-1 0 0,1 1 1 0 0,0-1-1 0 0,0 0 1 0 0,1 1-1 0 0,-1-1 1 0 0,1 0 0 0 0,-1-1-1 0 0,1 1 1 0 0,0 0-1 0 0,5 3 1 0 0,-5-5 12 0 0,-1 0 0 0 0,1 0-1 0 0,0 0 1 0 0,-1-1 0 0 0,1 1 0 0 0,0-1 0 0 0,0 1-1 0 0,0-1 1 0 0,-1 0 0 0 0,1 0 0 0 0,0 0 0 0 0,0-1 0 0 0,0 1-1 0 0,-1-1 1 0 0,1 0 0 0 0,0 1 0 0 0,-1-1 0 0 0,1 0 0 0 0,0 0-1 0 0,-1-1 1 0 0,1 1 0 0 0,2-3 0 0 0,14-6 112 0 0,-1-2 1 0 0,34-27-1 0 0,-38 24-96 0 0,-10 10-42 0 0,1 0 0 0 0,0 1-1 0 0,0 0 1 0 0,0 0 0 0 0,0 0-1 0 0,1 0 1 0 0,0 1 0 0 0,-1 0-1 0 0,9-3 1 0 0,-13 5-12 0 0,1 0 0 0 0,-1 1-1 0 0,0-1 1 0 0,0 0 0 0 0,1 1 0 0 0,-1-1 0 0 0,1 1 0 0 0,-1 0 0 0 0,0 0-1 0 0,1-1 1 0 0,-1 1 0 0 0,1 0 0 0 0,-1 0 0 0 0,0 0 0 0 0,1 0 0 0 0,-1 1 0 0 0,1-1-1 0 0,-1 0 1 0 0,0 1 0 0 0,1-1 0 0 0,-1 1 0 0 0,0-1 0 0 0,1 1 0 0 0,-1-1-1 0 0,0 1 1 0 0,0 0 0 0 0,1 0 0 0 0,-1 0 0 0 0,1 1 0 0 0,3 4-6 0 0,0 0 0 0 0,-1 0 0 0 0,1 0 0 0 0,-2 1-1 0 0,4 7 1 0 0,-2-5 16 0 0,0 0 0 0 0,0-1 0 0 0,1 1 0 0 0,7 7 0 0 0,-10-12 7 0 0,0-1-1 0 0,1 1 0 0 0,0-1 1 0 0,0 0-1 0 0,0-1 0 0 0,0 1 1 0 0,0-1-1 0 0,0 1 0 0 0,1-1 1 0 0,-1-1-1 0 0,1 1 1 0 0,-1-1-1 0 0,1 1 0 0 0,0-1 1 0 0,7 0-1 0 0,-3-1-28 0 0,1 0-1 0 0,-1-1 1 0 0,0 0-1 0 0,0 0 1 0 0,0-1-1 0 0,0-1 1 0 0,12-4-1 0 0,12-5-128 0 0,-8 2 28 0 0,0 2-1 0 0,1 0 1 0 0,0 2 0 0 0,41-5-1 0 0,41-10 363 0 0,-107 21-241 0 0,0 1 0 0 0,0-1 0 0 0,-1 1 0 0 0,1 0 0 0 0,0-1 0 0 0,-1 1 0 0 0,1 0 0 0 0,0-1 0 0 0,-1 1 0 0 0,1 0 0 0 0,-1 0 0 0 0,1 0 0 0 0,-1-1 0 0 0,0 1 0 0 0,1 0 0 0 0,-1 0 0 0 0,0 0 0 0 0,0 0 0 0 0,1 0 0 0 0,-1 0 0 0 0,0 0 0 0 0,0 0 0 0 0,0 0 0 0 0,0 0 0 0 0,0 1 0 0 0,1 30 113 0 0,-1-30-96 0 0,-4 50 214 0 0,-3 0 0 0 0,-1-1-1 0 0,-3 0 1 0 0,-24 69 0 0 0,8-25 75 0 0,14-51-92 0 0,-24 62 0 0 0,29-89-127 0 0,0 0 1 0 0,-1-1 0 0 0,0-1 0 0 0,-1 1-1 0 0,-1-2 1 0 0,-21 23 0 0 0,31-35-31 0 0,-1 0 0 0 0,1-1 0 0 0,-1 1 0 0 0,0-1 0 0 0,0 1 0 0 0,1-1 1 0 0,-1 0-1 0 0,0 0 0 0 0,0 0 0 0 0,0 0 0 0 0,0 0 0 0 0,0 0 0 0 0,-1-1 0 0 0,1 1 0 0 0,0-1 0 0 0,-3 1 0 0 0,4-1-23 0 0,0 0 0 0 0,0 0 1 0 0,0-1-1 0 0,0 1 0 0 0,0 0 0 0 0,0-1 0 0 0,0 1 0 0 0,0-1 0 0 0,0 1 1 0 0,0-1-1 0 0,0 1 0 0 0,0-1 0 0 0,0 0 0 0 0,0 0 0 0 0,0 1 1 0 0,0-1-1 0 0,1 0 0 0 0,-1 0 0 0 0,0 0 0 0 0,1 0 0 0 0,-1 0 0 0 0,0-1 1 0 0,-1-3 29 0 0,0 0 1 0 0,0 0 0 0 0,1 0 0 0 0,-1 0 0 0 0,1 0 0 0 0,0 0 0 0 0,1 0 0 0 0,0-1 0 0 0,-1 1-1 0 0,2 0 1 0 0,0-9 0 0 0,3-6-38 0 0,1 0 0 0 0,1 0 0 0 0,0 1 0 0 0,2-1 0 0 0,0 2 0 0 0,1-1 0 0 0,1 1 0 0 0,0 0 0 0 0,2 1 0 0 0,0 1 0 0 0,1 0 0 0 0,26-26 0 0 0,-10 14-1409 0 0,61-43 0 0 0,40-11-7615 0 0,-107 70 5555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7:44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61 900 0 0,'0'0'5673'0'0,"19"-19"-4821"0"0,-4 14-116 0 0,2 0-80 0 0,2-2-68 0 0,7 1-172 0 0,-9 3-224 0 0,2 0-276 0 0,1 1-284 0 0,5-2-312 0 0,-10 1-800 0 0,3 2-1609 0 0,-3-1 713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7:47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141 314 616 0 0,'-1'-5'657'0'0,"1"-1"0"0"0,-1 1 0 0 0,0 0 0 0 0,0 0 0 0 0,-1-1 0 0 0,1 1 0 0 0,-1 0 0 0 0,-5-9 0 0 0,-4-11 2080 0 0,11 23-2357 0 0,-4 3-291 0 0,1-1 0 0 0,0 1 0 0 0,-1 0 0 0 0,1 0 0 0 0,0 0 0 0 0,0 1 0 0 0,0-1 0 0 0,0 1 0 0 0,0 0 0 0 0,0-1 0 0 0,0 1 0 0 0,1 0 0 0 0,-1 1 0 0 0,1-1 0 0 0,-1 0 0 0 0,1 1 0 0 0,0 0-1 0 0,0-1 1 0 0,0 1 0 0 0,0 0 0 0 0,1 0 0 0 0,-3 4 0 0 0,-5 12 13 0 0,0 0-1 0 0,-8 30 0 0 0,10-28 117 0 0,4-8-152 0 0,0-1-1 0 0,2 1 1 0 0,0 0 0 0 0,0 0 0 0 0,1 0 0 0 0,1 0 0 0 0,2 17 0 0 0,-2-28 19 0 0,7 2 63 0 0,-7-3-144 0 0,-1-1 0 0 0,1 0 1 0 0,-1 1-1 0 0,0-1 0 0 0,1 0 0 0 0,-1 1 1 0 0,1-1-1 0 0,-1 0 0 0 0,1 0 0 0 0,-1 1 1 0 0,1-1-1 0 0,-1 0 0 0 0,1 0 0 0 0,-1 0 1 0 0,1 0-1 0 0,-1 0 0 0 0,1 0 0 0 0,-1 1 1 0 0,1-1-1 0 0,-1 0 0 0 0,1-1 0 0 0,-1 1 1 0 0,1 0-1 0 0,-1 0 0 0 0,1 0 0 0 0,-1 0 1 0 0,1 0-1 0 0,-1 0 0 0 0,1-1 0 0 0,-1 1 1 0 0,1 0-1 0 0,-1 0 0 0 0,1-1 0 0 0,0 0 1 0 0,21-14 48 0 0,-1-2 1 0 0,-1 0-1 0 0,-1-1 1 0 0,20-23-1 0 0,-18 18-41 0 0,0 1 0 0 0,2 1 0 0 0,28-20 0 0 0,36-14-8 0 0,-43 28-1 0 0,-1-1-1 0 0,46-40 0 0 0,-84 64 54 0 0,-1-1-1 0 0,0 1 0 0 0,0-1 0 0 0,0 0 1 0 0,0 0-1 0 0,-1 0 0 0 0,0 0 0 0 0,0-1 1 0 0,0 1-1 0 0,2-9 0 0 0,-4 12-3 0 0,-2-7 31 0 0,1 9-82 0 0,0 0 0 0 0,0 1 0 0 0,0-1 0 0 0,0 0 0 0 0,0 0 0 0 0,0 0 0 0 0,0 0 0 0 0,-1 0 0 0 0,1 0 0 0 0,0 0 0 0 0,0 1 0 0 0,0-1-1 0 0,0 0 1 0 0,0 0 0 0 0,0 0 0 0 0,0 0 0 0 0,0 0 0 0 0,-1 0 0 0 0,1 0 0 0 0,0 0 0 0 0,0 0 0 0 0,0 0 0 0 0,0 0 0 0 0,0 0 0 0 0,0 0 0 0 0,-1 0 0 0 0,1 0 0 0 0,0 0 0 0 0,0 0 0 0 0,0 0 0 0 0,0 0 0 0 0,0 0 0 0 0,-1 0 0 0 0,1 0 0 0 0,0 0 0 0 0,0 0 0 0 0,0 0 0 0 0,0 0-1 0 0,0 0 1 0 0,0 0 0 0 0,-1 0 0 0 0,1 0 0 0 0,0 0 0 0 0,0 0 0 0 0,0 0 0 0 0,0 0 0 0 0,0 0 0 0 0,0-1 0 0 0,0 1 0 0 0,0 0 0 0 0,-1 0 0 0 0,1 0 0 0 0,0 0 0 0 0,0 0 0 0 0,0 0 0 0 0,0 0 0 0 0,0-1 0 0 0,0 1 0 0 0,0 0 0 0 0,0 0 0 0 0,-11 18-6 0 0,1 1 0 0 0,1 1 1 0 0,1 0-1 0 0,-11 38 0 0 0,-15 96 3 0 0,13-54 3 0 0,-30 163 15 0 0,29-130-133 0 0,-47 147 1 0 0,62-259 84 0 0,-1 0-1 0 0,-10 20 1 0 0,15-36 33 0 0,1 0 1 0 0,-1-1-1 0 0,0 1 1 0 0,0-1-1 0 0,0 0 1 0 0,0 0-1 0 0,-1 0 1 0 0,1 0-1 0 0,-1 0 1 0 0,0-1 0 0 0,-1 0-1 0 0,1 0 1 0 0,0 0-1 0 0,-9 4 1 0 0,9-6 13 0 0,0-1 1 0 0,1 1 0 0 0,-1-1 0 0 0,1 0-1 0 0,-1 0 1 0 0,0-1 0 0 0,1 1 0 0 0,-1-1-1 0 0,1 1 1 0 0,-1-1 0 0 0,1 0-1 0 0,-1 0 1 0 0,1-1 0 0 0,0 1 0 0 0,-1-1-1 0 0,1 0 1 0 0,0 0 0 0 0,0 0 0 0 0,0 0-1 0 0,0 0 1 0 0,1 0 0 0 0,-1-1 0 0 0,1 0-1 0 0,-1 1 1 0 0,1-1 0 0 0,0 0 0 0 0,-2-4-1 0 0,-1 0 15 0 0,0 0-1 0 0,0 0 1 0 0,1-1-1 0 0,0 0 1 0 0,1 0-1 0 0,-1 0 1 0 0,2 0-1 0 0,-1-1 1 0 0,1 1-1 0 0,-2-14 1 0 0,4 7-75 0 0,0 0 0 0 0,1 0 0 0 0,0 1 0 0 0,1-1 0 0 0,1 0 0 0 0,1 1 0 0 0,0 0 0 0 0,0-1 0 0 0,2 2 1 0 0,-1-1-1 0 0,13-19 0 0 0,-7 15-174 0 0,2 1 0 0 0,0 0 0 0 0,0 1 1 0 0,2 1-1 0 0,0 0 0 0 0,0 1 0 0 0,25-16 1 0 0,6 0-456 0 0,2 3-1 0 0,0 2 1 0 0,2 1 0 0 0,1 4 0 0 0,73-21 0 0 0,-37 15-105 0 0,212-73-2148 0 0,-267 85 2719 0 0,0 0-1 0 0,-1-3 0 0 0,-1 0 1 0 0,-1-2-1 0 0,0-1 0 0 0,47-44 1 0 0,-65 52 482 0 0,0-1 0 0 0,-1-1 1 0 0,0 0-1 0 0,-2 0 0 0 0,1-1 1 0 0,-2 0-1 0 0,0-1 0 0 0,0 0 1 0 0,-2 0-1 0 0,0 0 1 0 0,-1 0-1 0 0,0-1 0 0 0,-2 0 1 0 0,0 0-1 0 0,0-27 0 0 0,-2 41 37 0 0,-5-44 3177 0 0,5 45-2590 0 0,-2 8-642 0 0,-26 117 496 0 0,6 1-1 0 0,-8 153 0 0 0,29-256-695 0 0,-23 123 276 0 0,15-99-491 0 0,8-36-257 0 0,-1 0 0 0 0,-1 0 1 0 0,1 0-1 0 0,-1-1 0 0 0,-1 1 1 0 0,1-1-1 0 0,-1 0 0 0 0,-10 14 1 0 0,5-20-1997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7:48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0 469 208 0 0,'22'-14'633'0'0,"-1"0"0"0"0,-1-1 0 0 0,-1-1 1 0 0,0-1-1 0 0,-1-1 0 0 0,-1 0 0 0 0,23-32 0 0 0,-31 37-312 0 0,-1 0 0 0 0,0-1 1 0 0,-1 0-1 0 0,0 0 0 0 0,-2 0 0 0 0,0-1 1 0 0,0 0-1 0 0,-1 0 0 0 0,-1-1 0 0 0,0 1 1 0 0,-2-1-1 0 0,1 1 0 0 0,-2-21 0 0 0,-1 25 31 0 0,1 0-1 0 0,-2 0 1 0 0,1 1-1 0 0,-2-1 1 0 0,-4-15-1 0 0,6 25 21 0 0,-1 2-362 0 0,0-1 0 0 0,-1 1-1 0 0,1 1 1 0 0,0-1 0 0 0,0 0-1 0 0,0 0 1 0 0,0 1 0 0 0,0-1 0 0 0,0 1-1 0 0,0 0 1 0 0,0-1 0 0 0,1 1-1 0 0,-1 0 1 0 0,1 0 0 0 0,-1 0 0 0 0,1 0-1 0 0,-2 4 1 0 0,-20 38 111 0 0,-1 19 157 0 0,4 2-1 0 0,2 0 0 0 0,-18 128 1 0 0,-3 17 217 0 0,37-183-296 0 0,6-22 509 0 0,17-34 1057 0 0,10-14-1712 0 0,-30 42-91 0 0,0 0 28 0 0,-1 1-1 0 0,0-1 1 0 0,1 0 0 0 0,-1 0-1 0 0,0 1 1 0 0,1-1 0 0 0,-1 1-1 0 0,1-1 1 0 0,-1 0 0 0 0,1 1-1 0 0,-1-1 1 0 0,1 1 0 0 0,0-1-1 0 0,-1 1 1 0 0,1-1 0 0 0,0 1-1 0 0,-1 0 1 0 0,1-1 0 0 0,0 1-1 0 0,-1 0 1 0 0,1-1 0 0 0,0 1-1 0 0,0 0 1 0 0,-1 0 0 0 0,1 0 0 0 0,0 0-1 0 0,0 0 1 0 0,0 0 0 0 0,-1 0-1 0 0,1 0 1 0 0,0 0 0 0 0,0 0-1 0 0,-1 0 1 0 0,1 0 0 0 0,0 1-1 0 0,0-1 1 0 0,-1 0 0 0 0,1 0-1 0 0,0 1 1 0 0,1 0 0 0 0,27 9-118 0 0,-28-10 127 0 0,16 8-24 0 0,0-1 0 0 0,1-1 0 0 0,0-1 0 0 0,0 0-1 0 0,29 3 1 0 0,-44-8 82 0 0,-1 0 0 0 0,0 0 0 0 0,0 0 0 0 0,1-1 0 0 0,-1 1 0 0 0,0-1 0 0 0,0 1 0 0 0,0-1 0 0 0,0 0 0 0 0,0 0 0 0 0,0 0 0 0 0,0 0 0 0 0,0 0 0 0 0,0 0 0 0 0,0-1 0 0 0,0 1 0 0 0,-1-1 0 0 0,1 1 0 0 0,0-1 0 0 0,-1 1 0 0 0,1-1 0 0 0,-1 0 0 0 0,0 0 0 0 0,0 0 0 0 0,0 0 0 0 0,0 0 0 0 0,0 0 0 0 0,0 0 0 0 0,0 0 0 0 0,-1 0 0 0 0,1 0 0 0 0,-1-1 0 0 0,1-2 0 0 0,-1 3 182 0 0,4-10 781 0 0,-1 50-6674 0 0,7-7-1474 0 0,-1-19 3441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7:49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155 671 640 0 0,'2'-6'818'0'0,"-1"0"0"0"0,0 0 0 0 0,-1-1 0 0 0,1 1 0 0 0,-1 0-1 0 0,-1 0 1 0 0,1-1 0 0 0,-1 1 0 0 0,0 0 0 0 0,-2-7 0 0 0,2 12-737 0 0,1-1-1 0 0,-1 1 1 0 0,0-1 0 0 0,1 1-1 0 0,-1 0 1 0 0,0-1 0 0 0,0 1-1 0 0,0 0 1 0 0,0-1 0 0 0,0 1-1 0 0,-1 0 1 0 0,1 0 0 0 0,0 0-1 0 0,0 0 1 0 0,-1 0 0 0 0,1 0-1 0 0,-1 1 1 0 0,1-1 0 0 0,-1 0-1 0 0,1 1 1 0 0,-1-1 0 0 0,1 1-1 0 0,-1-1 1 0 0,1 1 0 0 0,-1 0-1 0 0,0 0 1 0 0,1 0 0 0 0,-1 0-1 0 0,0 0 1 0 0,1 0 0 0 0,-1 0-1 0 0,1 0 1 0 0,-1 1 0 0 0,0-1-1 0 0,1 0 1 0 0,-1 1 0 0 0,1 0 0 0 0,-1-1-1 0 0,-1 2 1 0 0,-3 1-16 0 0,0-1 1 0 0,0 1-1 0 0,0 0 1 0 0,0 1-1 0 0,1-1 1 0 0,0 1-1 0 0,0 0 1 0 0,0 1-1 0 0,0-1 1 0 0,0 1-1 0 0,1 0 1 0 0,0 0-1 0 0,0 0 1 0 0,1 1-1 0 0,-1-1 1 0 0,1 1-1 0 0,0 0 1 0 0,0 0-1 0 0,1 0 1 0 0,0 0-1 0 0,0 1 1 0 0,1-1-1 0 0,-1 0 0 0 0,1 1 1 0 0,1-1-1 0 0,-1 10 1 0 0,1-9-76 0 0,0 0-1 0 0,1 0 1 0 0,0 0 0 0 0,0 0-1 0 0,0-1 1 0 0,1 1 0 0 0,0 0-1 0 0,0-1 1 0 0,1 1-1 0 0,0-1 1 0 0,0 1 0 0 0,1-1-1 0 0,-1 0 1 0 0,1-1 0 0 0,0 1-1 0 0,1-1 1 0 0,-1 0 0 0 0,1 0-1 0 0,0 0 1 0 0,1 0 0 0 0,-1-1-1 0 0,1 0 1 0 0,0 0 0 0 0,8 4-1 0 0,-2-3-41 0 0,0 0 0 0 0,-1-1 0 0 0,1-1 0 0 0,1 0 0 0 0,-1-1 0 0 0,0 0 0 0 0,1 0 0 0 0,-1-2 0 0 0,1 1 0 0 0,-1-2 0 0 0,26-3 0 0 0,-21 1 9 0 0,0-2 1 0 0,-1 0-1 0 0,1 0 0 0 0,-1-2 0 0 0,0 0 0 0 0,0-1 1 0 0,28-20-1 0 0,-23 13 15 0 0,-1-1 0 0 0,-1-1 0 0 0,0-1 1 0 0,-2 0-1 0 0,0-1 0 0 0,-1-1 0 0 0,-1-1 0 0 0,-1 0 1 0 0,-1-1-1 0 0,0-1 0 0 0,16-42 0 0 0,-17 22 64 0 0,-2-1 0 0 0,-1 0-1 0 0,-3 0 1 0 0,-1-1 0 0 0,-2 0 0 0 0,-3 0-1 0 0,-8-78 1 0 0,-8 54 514 0 0,5 31-18 0 0,11 38-529 0 0,0 0 1 0 0,0-1-1 0 0,0 1 0 0 0,0 0 1 0 0,0 0-1 0 0,0-1 1 0 0,0 1-1 0 0,0 0 1 0 0,0 0-1 0 0,0-1 1 0 0,0 1-1 0 0,0 0 1 0 0,0 0-1 0 0,0-1 0 0 0,0 1 1 0 0,-1 0-1 0 0,1 0 1 0 0,0-1-1 0 0,0 1 1 0 0,0 0-1 0 0,0 0 1 0 0,0 0-1 0 0,-1-1 1 0 0,1 1-1 0 0,0 0 0 0 0,0 0 1 0 0,0 0-1 0 0,-1 0 1 0 0,1-1-1 0 0,0 1 1 0 0,0 0-1 0 0,-1 0 1 0 0,1 0-1 0 0,0 0 0 0 0,0 0 1 0 0,-1 0-1 0 0,1 0 1 0 0,0 0-1 0 0,0 0 1 0 0,-1 0-1 0 0,1 0 1 0 0,0 0-1 0 0,0 0 1 0 0,-1 0-1 0 0,1 0 0 0 0,0 0 1 0 0,0 0-1 0 0,-1 0 1 0 0,1 0-1 0 0,0 0 1 0 0,0 0-1 0 0,-1 0 1 0 0,1 0-1 0 0,0 0 1 0 0,0 1-1 0 0,-1-1 0 0 0,1 0 1 0 0,0 0-1 0 0,0 0 1 0 0,0 0-1 0 0,-1 1 1 0 0,-12 15 15 0 0,1 0-1 0 0,0 1 1 0 0,2 0 0 0 0,0 1 0 0 0,0 1 0 0 0,2-1 0 0 0,0 1-1 0 0,1 0 1 0 0,-4 21 0 0 0,-34 191 158 0 0,44-220-167 0 0,-55 338 270 0 0,51-301-121 0 0,5-46-98 0 0,6 14 539 0 0,-5-16-514 0 0,4-5-5 0 0,-1-1-1 0 0,1 1 1 0 0,-1 0 0 0 0,2 0-1 0 0,-1 1 1 0 0,8-6 0 0 0,-8 6-25 0 0,-3 2-55 0 0,1 0-1 0 0,-1 1 1 0 0,1-1 0 0 0,-1 0 0 0 0,1 1-1 0 0,0 0 1 0 0,0 0 0 0 0,-1 0-1 0 0,1 0 1 0 0,0 0 0 0 0,0 1 0 0 0,0-1-1 0 0,0 1 1 0 0,0 0 0 0 0,0 0 0 0 0,0 0-1 0 0,0 0 1 0 0,0 0 0 0 0,0 1 0 0 0,4 0-1 0 0,5 3-409 0 0,0 0-1 0 0,0 1 1 0 0,20 11-1 0 0,26 10-1623 0 0,-44-22 1481 0 0,1-1-1 0 0,0-1 1 0 0,0 0 0 0 0,0-1-1 0 0,-1 0 1 0 0,2-1-1 0 0,-2-1 1 0 0,23-4 0 0 0,-27 3 595 0 0,-1 0-1 0 0,0-1 1 0 0,1 0 0 0 0,-1-1 0 0 0,-1 0 0 0 0,1 0 0 0 0,-1-1 0 0 0,1 0 0 0 0,-1 0 0 0 0,-1-1 0 0 0,1 0 0 0 0,-1-1 0 0 0,0 0 0 0 0,7-8 0 0 0,-12 10 231 0 0,1 1 0 0 0,-1-1 0 0 0,0 0 0 0 0,-1 1 0 0 0,1-1 0 0 0,-1 0 0 0 0,0 0 0 0 0,0 0 0 0 0,0 0 0 0 0,-1-5 0 0 0,1-1 627 0 0,0 9-87 0 0,-4-6-270 0 0,3 8-496 0 0,0-1 0 0 0,0 0 1 0 0,0 0-1 0 0,0 1 0 0 0,0-1 1 0 0,0 0-1 0 0,-1 0 0 0 0,1 1 1 0 0,0-1-1 0 0,0 0 0 0 0,-1 0 1 0 0,1 1-1 0 0,0-1 0 0 0,-1 0 0 0 0,1 1 1 0 0,-1-1-1 0 0,1 1 0 0 0,-1-1 1 0 0,1 0-1 0 0,-1 1 0 0 0,1-1 1 0 0,-1 1-1 0 0,0 0 0 0 0,1-1 1 0 0,-1 1-1 0 0,-1-1 0 0 0,-4 2-8 0 0,1 1 0 0 0,-1 1-1 0 0,1-1 1 0 0,-1 1-1 0 0,1 0 1 0 0,0 0 0 0 0,0 0-1 0 0,0 1 1 0 0,1-1-1 0 0,-1 1 1 0 0,1 1 0 0 0,0-1-1 0 0,0 0 1 0 0,0 1-1 0 0,0 0 1 0 0,1 0 0 0 0,-4 8-1 0 0,6-12-110 0 0,1 0-21 0 0,0-1 77 0 0,-1 1 0 0 0,1 0 0 0 0,0-1 0 0 0,0 1 0 0 0,0-1 0 0 0,0 1 0 0 0,-1 0 0 0 0,1-1 0 0 0,0 1 0 0 0,0 0 0 0 0,0-1 1 0 0,0 1-1 0 0,0-1 0 0 0,0 1 0 0 0,1 0 0 0 0,-1-1 0 0 0,0 1 0 0 0,0 0 0 0 0,0-1 0 0 0,1 1 0 0 0,-1-1 0 0 0,0 1 0 0 0,1-1 1 0 0,-1 1-1 0 0,0-1 0 0 0,1 1 0 0 0,-1-1 0 0 0,0 1 0 0 0,1-1 0 0 0,-1 1 0 0 0,1-1 0 0 0,-1 1 0 0 0,1-1 0 0 0,-1 0 0 0 0,1 1 0 0 0,0-1 1 0 0,-1 0-1 0 0,2 1 0 0 0,54 5-511 0 0,-43-5 458 0 0,0 0 0 0 0,-1 0 0 0 0,1 1 0 0 0,-1 1 0 0 0,18 6 0 0 0,-22-8 55 0 0,0-1 0 0 0,0 0-1 0 0,0-1 1 0 0,0 1-1 0 0,0-1 1 0 0,-1-1 0 0 0,1 0-1 0 0,0 0 1 0 0,8-3 0 0 0,-11 3 12 0 0,62-28-28 0 0,-56 24 12 0 0,1 0 0 0 0,-1 0-1 0 0,1 2 1 0 0,0-1 0 0 0,1 1 0 0 0,21-3-1 0 0,-28 7 11 0 0,0 0 0 0 0,0 1 0 0 0,0 0 0 0 0,0 0 0 0 0,0 1 0 0 0,0-1-1 0 0,0 1 1 0 0,0 1 0 0 0,-1-1 0 0 0,1 1 0 0 0,-1 0 0 0 0,0 0 0 0 0,1 0-1 0 0,5 6 1 0 0,38 18-23 0 0,-31-20-9 0 0,0-2 0 0 0,1 0 0 0 0,0-1 1 0 0,31 3-1 0 0,-43-7 22 0 0,0 0 1 0 0,-1 0-1 0 0,1-1 1 0 0,0 0-1 0 0,-1 0 1 0 0,0-1-1 0 0,1 0 1 0 0,-1 0 0 0 0,0 0-1 0 0,0-1 1 0 0,0 0-1 0 0,0 0 1 0 0,0-1-1 0 0,-1 1 1 0 0,1-1-1 0 0,-1 0 1 0 0,5-5-1 0 0,3-5-5 0 0,-1 0 0 0 0,-1-1 0 0 0,0 0 0 0 0,-1 0-1 0 0,0-1 1 0 0,-2-1 0 0 0,8-18 0 0 0,-4 6 665 0 0,-2 0 0 0 0,-2-1 1 0 0,8-43-1 0 0,-15 72-85 0 0,-5 6-478 0 0,-11 22 35 0 0,1 2 0 0 0,1 0 0 0 0,1 1 0 0 0,2 0 0 0 0,1 0 0 0 0,2 1 0 0 0,0 0 0 0 0,-2 40 0 0 0,2-48-588 0 0,5-16-2304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7:49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56 200 0 0,'36'-2'3069'0'0,"0"-2"0"0"0,-1-2 0 0 0,49-14 0 0 0,19-3-1326 0 0,-101 23-2357 0 0,6 0-816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7:53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363 9 168 0 0,'10'-8'16716'0'0,"-24"32"-16775"0"0,-2-1-1 0 0,0 0 1 0 0,-2-1 0 0 0,0 0-1 0 0,-1-2 1 0 0,-23 19 0 0 0,-50 35-2788 0 0,-2-12-3870 0 0,50-37 2836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7:52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93 292 0 0,'-4'-15'2179'0'0,"0"1"0"0"0,-1 0 0 0 0,-8-14 0 0 0,12 26-1507 0 0,-2-13 4081 0 0,3 11-5720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7:55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19 526 1040 0 0,'0'0'1054'0'0,"-5"-19"3046"0"0,5 18-3890 0 0,0 1 1 0 0,0 0-1 0 0,0-1 1 0 0,0 1-1 0 0,0-1 1 0 0,0 1-1 0 0,0-1 1 0 0,0 1-1 0 0,0 0 1 0 0,0-1-1 0 0,0 1 1 0 0,0-1-1 0 0,0 1 1 0 0,0 0-1 0 0,-1-1 1 0 0,1 1-1 0 0,0-1 1 0 0,0 1-1 0 0,0 0 1 0 0,-1-1-1 0 0,1 1 1 0 0,0 0-1 0 0,0-1 1 0 0,-1 1-1 0 0,1 0 1 0 0,0-1-1 0 0,-1 1 1 0 0,1 0 0 0 0,0 0-1 0 0,-1-1 1 0 0,1 1-1 0 0,0 0 1 0 0,-1 0-1 0 0,1 0 1 0 0,-1-1-1 0 0,1 1 1 0 0,-2 6-156 0 0,1-1 1 0 0,-1 1-1 0 0,1-1 1 0 0,1 1 0 0 0,-1 0-1 0 0,1-1 1 0 0,0 1 0 0 0,1 0-1 0 0,-1-1 1 0 0,1 1 0 0 0,0 0-1 0 0,0-1 1 0 0,1 1-1 0 0,0-1 1 0 0,0 0 0 0 0,5 10-1 0 0,-6-12-50 0 0,1 0-1 0 0,1 0 0 0 0,-1 0 0 0 0,0 0 1 0 0,1-1-1 0 0,-1 1 0 0 0,1-1 1 0 0,0 1-1 0 0,-1-1 0 0 0,1 0 0 0 0,1 0 1 0 0,-1 0-1 0 0,0-1 0 0 0,0 1 1 0 0,1-1-1 0 0,-1 0 0 0 0,0 0 1 0 0,1 0-1 0 0,-1 0 0 0 0,1 0 0 0 0,0-1 1 0 0,-1 1-1 0 0,1-1 0 0 0,0 0 1 0 0,-1-1-1 0 0,1 1 0 0 0,-1 0 0 0 0,7-2 1 0 0,12-4-4 0 0,0 0 1 0 0,-1-2-1 0 0,0 0 1 0 0,0-1 0 0 0,-1-2-1 0 0,0 0 1 0 0,0 0-1 0 0,-1-2 1 0 0,-1-1-1 0 0,-1 0 1 0 0,0-1 0 0 0,0-1-1 0 0,-2 0 1 0 0,0-2-1 0 0,-1 1 1 0 0,0-2 0 0 0,-2 0-1 0 0,0 0 1 0 0,-1-1-1 0 0,-1-1 1 0 0,12-35-1 0 0,-15 35 39 0 0,-1 3 255 0 0,-1 0 1 0 0,5-29-1 0 0,-10 45-243 0 0,-1 12-29 0 0,-23 145-14 0 0,-6 49 13 0 0,24-123-5 0 0,-2-1 0 0 0,-5 1-1 0 0,-42 146 1 0 0,41-191 162 0 0,13-35-222 0 0,1-3-55 0 0,0 0 83 0 0,0-1 1 0 0,0 1-1 0 0,0 0 0 0 0,1 0 1 0 0,-1 0-1 0 0,1-1 0 0 0,-1 1 1 0 0,1 0-1 0 0,0 0 0 0 0,-1 0 0 0 0,3-2 1 0 0,-2-1-19 0 0,10-25-67 0 0,1 0 0 0 0,2 1 0 0 0,0 1 0 0 0,22-31-1 0 0,20-40-98 0 0,184-338-195 0 0,-158 292 555 0 0,-75 130 46 0 0,0 0 0 0 0,-1 0 0 0 0,-1-1 0 0 0,-1 0 0 0 0,0 0 0 0 0,-1-1 0 0 0,2-29 0 0 0,-5 43-89 0 0,1-3 5 0 0,0 3-101 0 0,-2 5 118 0 0,-22 117-98 0 0,4 0 0 0 0,-5 204 0 0 0,18-184 17 0 0,-40 233 1 0 0,40-345-73 0 0,0 0 0 0 0,-2 0 0 0 0,0 0 0 0 0,-22 41 1 0 0,29-66-171 0 0,-2-5-768 0 0,1 1 880 0 0,0 0 0 0 0,0-1-1 0 0,0 1 1 0 0,0 0 0 0 0,1 0 0 0 0,-1-1-1 0 0,1 1 1 0 0,-1-1 0 0 0,1 0-1 0 0,0 1 1 0 0,0-1 0 0 0,1 0 0 0 0,-1 1-1 0 0,0-1 1 0 0,1 0 0 0 0,0 0 0 0 0,-1-3-1 0 0,1-3-74 0 0,1 1-1 0 0,0 0 0 0 0,0-1 1 0 0,0 1-1 0 0,6-16 1 0 0,3-1-216 0 0,0 0 0 0 0,27-44 1 0 0,-25 50 333 0 0,2 1 1 0 0,0 0 0 0 0,1 1 0 0 0,0 0 0 0 0,2 1 0 0 0,0 1-1 0 0,0 1 1 0 0,38-23 0 0 0,-4 8 170 0 0,2 2-1 0 0,64-24 0 0 0,-83 43-918 0 0,-18 5-6393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7:55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71 15101 0 0,'-27'-21'641'0'0,"21"17"-96"0"0,0 0-1 0 0,0 0 1 0 0,1-1 0 0 0,0 0-1 0 0,0 0 1 0 0,-8-10-1 0 0,12 13-119 0 0,-5-3 386 0 0,4 35-18165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7:57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11 968 0 0,'-3'-10'5040'0'0,"-2"13"-2083"0"0,-13 29-1270 0 0,-14 55-1869 0 0,26-59-421 0 0,-4 54 0 0 0,12-9-4457 0 0,2-54 2692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7:58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237 198 808 0 0,'2'1'163'0'0,"0"0"-1"0"0,0 1 0 0 0,0-1 1 0 0,0 0-1 0 0,0 1 1 0 0,0-1-1 0 0,0 1 1 0 0,-1 0-1 0 0,1 0 0 0 0,0-1 1 0 0,-1 1-1 0 0,0 0 1 0 0,0 0-1 0 0,1 1 1 0 0,-1-1-1 0 0,0 0 1 0 0,0 0-1 0 0,-1 0 0 0 0,1 1 1 0 0,-1-1-1 0 0,1 0 1 0 0,-1 1-1 0 0,1-1 1 0 0,-1 0-1 0 0,0 1 1 0 0,0-1-1 0 0,0 1 0 0 0,-1 3 1 0 0,0 12 180 0 0,-1 1 0 0 0,-5 25 0 0 0,7-41-230 0 0,-6 31 289 0 0,0 1 88 0 0,-13 43 1 0 0,16-69-361 0 0,0 1 0 0 0,-1-1 0 0 0,0 0 0 0 0,-1 0 0 0 0,0 0 0 0 0,0-1 0 0 0,-1 1 0 0 0,0-1 0 0 0,-9 9 0 0 0,13-16-93 0 0,0 1 1 0 0,0 0 0 0 0,0-1 0 0 0,0 1 0 0 0,0-1 0 0 0,0 0 0 0 0,-1 0 0 0 0,1 0 0 0 0,0 0-1 0 0,-1 0 1 0 0,1 0 0 0 0,-1-1 0 0 0,1 1 0 0 0,-1-1 0 0 0,1 1 0 0 0,-1-1 0 0 0,1 0-1 0 0,-1 0 1 0 0,1 0 0 0 0,-1-1 0 0 0,1 1 0 0 0,-1 0 0 0 0,1-1 0 0 0,-1 0 0 0 0,1 0 0 0 0,-1 0-1 0 0,1 0 1 0 0,0 0 0 0 0,-1 0 0 0 0,1 0 0 0 0,0-1 0 0 0,0 1 0 0 0,0-1 0 0 0,0 1 0 0 0,0-1-1 0 0,-2-3 1 0 0,-4-3 9 0 0,2 1 0 0 0,-1-1 0 0 0,1 0 0 0 0,0 0 0 0 0,1-1 0 0 0,0 0 0 0 0,0 0 0 0 0,-4-11 0 0 0,2-3-22 0 0,2 0-1 0 0,0 0 0 0 0,1 0 0 0 0,1-1 0 0 0,2 0 0 0 0,0 1 1 0 0,1-1-1 0 0,2 0 0 0 0,0 1 0 0 0,1-1 0 0 0,2 1 1 0 0,0 0-1 0 0,2 0 0 0 0,0 1 0 0 0,2 0 0 0 0,0 0 1 0 0,13-21-1 0 0,-19 39-20 0 0,0-1 0 0 0,0 1 0 0 0,0 1 0 0 0,0-1 0 0 0,1 0 0 0 0,-1 1 0 0 0,1 0 0 0 0,0-1 0 0 0,0 2 0 0 0,0-1 0 0 0,1 0 0 0 0,-1 1 0 0 0,1 0 0 0 0,-1 0 0 0 0,7-2 0 0 0,-3 2 0 0 0,1 0 0 0 0,0 1 0 0 0,0 0 1 0 0,0 0-1 0 0,0 1 0 0 0,0 0 0 0 0,18 2 1 0 0,-6 2 31 0 0,0 1 0 0 0,0 1 0 0 0,0 1 0 0 0,0 1 1 0 0,-1 0-1 0 0,24 15 0 0 0,-9-2 80 0 0,-2 2 0 0 0,-1 1-1 0 0,-1 1 1 0 0,-1 2 0 0 0,-1 1 0 0 0,48 60 0 0 0,-54-57 41 0 0,32 58 1 0 0,-16-4 45 0 0,-36-79-183 0 0,-1 0 0 0 0,0 1 0 0 0,0-1 0 0 0,-1 0 0 0 0,0 1 0 0 0,0-1 0 0 0,0 1 0 0 0,-1-1 0 0 0,0 1 0 0 0,0-1 1 0 0,0 1-1 0 0,-1-1 0 0 0,0 1 0 0 0,-1-1 0 0 0,1 0 0 0 0,-1 0 0 0 0,0 1 0 0 0,-6 10 0 0 0,5-13-194 0 0,0 1-1 0 0,0-1 1 0 0,0 0 0 0 0,-1-1-1 0 0,1 1 1 0 0,-1 0 0 0 0,0-1-1 0 0,0 0 1 0 0,0 0-1 0 0,-6 3 1 0 0,4-3-540 0 0,0 0 0 0 0,0-1 0 0 0,0 0 0 0 0,-1 0 0 0 0,1 0 1 0 0,-1-1-1 0 0,1 0 0 0 0,-13 1 0 0 0,-7-3-2280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7:58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0 143 256 0 0,'9'-13'944'0'0,"0"8"-104"0"0,3-2-52 0 0,3 1-48 0 0,13-8-48 0 0,1 2-60 0 0,10-2-76 0 0,3 0-47 0 0,7 1-57 0 0,-1 2-72 0 0,0 2-152 0 0,-1 2-208 0 0,2 2-228 0 0,-1-2-196 0 0,-1 1-669 0 0,-1 6-1159 0 0,1 0 516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7:59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96 820 0 0,'-22'-19'15670'0'0,"59"18"-15669"0"0,1-1-1 0 0,63-14 1 0 0,-28 4-1 0 0,117-11 7 0 0,234 1 0 0 0,-366 25-33 0 0,-56-3-701 0 0,10 2 2349 0 0,-7 0-4492 0 0,-32 12-9027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7:59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43 132 0 0,'-23'1'3462'0'0,"14"1"4150"0"0,264-12-5593 0 0,128 3-796 0 0,-250 17-866 0 0,59 2 470 0 0,-189-12-777 0 0,9-6-1831 0 0,-13 3 852 0 0,0-1 1 0 0,0 1-1 0 0,0 0 1 0 0,0-1 0 0 0,0 1-1 0 0,-1 0 1 0 0,0-1 0 0 0,-2-2-1 0 0,-3-5-2192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8:00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8 792 0 0,'0'0'1608'0'0,"4"-1"-860"0"0,6-2-426 0 0,0 2 1 0 0,1 0-1 0 0,-1 0 0 0 0,1 1 0 0 0,-1 0 0 0 0,1 0 0 0 0,-1 1 1 0 0,0 1-1 0 0,1 0 0 0 0,-1 0 0 0 0,0 1 0 0 0,13 6 0 0 0,-4-2-55 0 0,0 1 0 0 0,-1 1 0 0 0,0 1 0 0 0,-1 0 0 0 0,26 21-1 0 0,-34-23-175 0 0,-1 0 0 0 0,0 0 0 0 0,0 0 0 0 0,-1 1 0 0 0,0 0-1 0 0,0 1 1 0 0,-1-1 0 0 0,-1 1 0 0 0,1 0 0 0 0,-2 1 0 0 0,1-1-1 0 0,-1 1 1 0 0,-1 0 0 0 0,0 0 0 0 0,-1 0 0 0 0,0 1 0 0 0,0-1-1 0 0,-2 1 1 0 0,1 15 0 0 0,-3-11 2 0 0,1 0-1 0 0,-2-1 1 0 0,0 1-1 0 0,-1-1 1 0 0,-1 0-1 0 0,0 0 1 0 0,-1-1-1 0 0,0 1 1 0 0,-1-1 0 0 0,-1-1-1 0 0,0 1 1 0 0,-1-1-1 0 0,-16 18 1 0 0,0-5 147 0 0,-1-1 0 0 0,-1-1-1 0 0,-1-1 1 0 0,-1-1 0 0 0,-34 19 0 0 0,-11-1 238 0 0,-82 33 0 0 0,140-67-924 0 0,-8 1-1692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8:01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4 472 0 0,'11'-4'11848'0'0,"-11"5"-11629"0"0,7 21 2110 0 0,-2 29-2567 0 0,-21 191 2740 0 0,19-191-2153 0 0,0-11 154 0 0,-3-40-495 0 0,0 1-1 0 0,0-1 0 0 0,0 1 1 0 0,0-1-1 0 0,0 1 1 0 0,0-1-1 0 0,0 1 0 0 0,0-1 1 0 0,0 1-1 0 0,0-1 0 0 0,0 0 1 0 0,0 1-1 0 0,0-1 0 0 0,1 1 1 0 0,-1-1-1 0 0,0 1 1 0 0,0-1-1 0 0,0 0 0 0 0,1 1 1 0 0,-1-1-1 0 0,0 1 0 0 0,1-1 1 0 0,-1 0-1 0 0,0 1 0 0 0,1-1 1 0 0,-1 0-1 0 0,0 0 1 0 0,1 1-1 0 0,-1-1 0 0 0,0 0 1 0 0,1 0-1 0 0,-1 1 0 0 0,1-1 1 0 0,-1 0-1 0 0,1 0 1 0 0,-1 0-1 0 0,1 0 0 0 0,-1 0 1 0 0,0 0-1 0 0,1 0 0 0 0,-1 0 1 0 0,1 0-1 0 0,-1 0 0 0 0,1 0 1 0 0,-1 0-1 0 0,1 0 1 0 0,-1 0-1 0 0,1 0 0 0 0,-1 0 1 0 0,1 0-1 0 0,-1-1 0 0 0,0 1 1 0 0,1 0-1 0 0,-1 0 0 0 0,1-1 1 0 0,-1 1-1 0 0,26-17 22 0 0,-23 15-32 0 0,20-17-88 0 0,32-34-1 0 0,-36 34-91 0 0,0 1-1 0 0,28-20 0 0 0,-45 36 129 0 0,1 1 0 0 0,0 0 0 0 0,-1 0-1 0 0,1 0 1 0 0,0 0 0 0 0,0 0-1 0 0,0 1 1 0 0,0-1 0 0 0,0 1 0 0 0,0 0-1 0 0,0 0 1 0 0,0 0 0 0 0,0 0 0 0 0,0 0-1 0 0,0 1 1 0 0,0-1 0 0 0,0 1 0 0 0,0 0-1 0 0,5 2 1 0 0,61 31-625 0 0,-26-11 326 0 0,-30-18 254 0 0,1 0-1 0 0,0-1 1 0 0,28 4-1 0 0,-37-7 142 0 0,-1-1 0 0 0,1 1 0 0 0,0-1 0 0 0,-1-1 0 0 0,1 1-1 0 0,0 0 1 0 0,0-1 0 0 0,-1 0 0 0 0,1 0 0 0 0,-1-1 0 0 0,1 1-1 0 0,-1-1 1 0 0,1 0 0 0 0,-1 0 0 0 0,5-4 0 0 0,-7 2 64 0 0,1 1 1 0 0,-1-1-1 0 0,0 0 0 0 0,-1 0 1 0 0,1-1-1 0 0,-1 1 1 0 0,0 0-1 0 0,0 0 0 0 0,0-1 1 0 0,-1 1-1 0 0,1-1 1 0 0,-1 1-1 0 0,0 0 0 0 0,-1-9 1 0 0,1 10-32 0 0,-1-14 12 0 0,-1 0-1 0 0,0-1 1 0 0,-2 1-1 0 0,1 0 1 0 0,-12-27-1 0 0,15 43-729 0 0,-3 6-4217 0 0,3-4 4788 0 0,-1-1 0 0 0,1 0 0 0 0,-1 1 0 0 0,1-1 0 0 0,0 0 1 0 0,-1 0-1 0 0,1 1 0 0 0,-1-1 0 0 0,1 0 0 0 0,-1 0 0 0 0,1 0 0 0 0,-1 0 0 0 0,1 1 0 0 0,0-1 0 0 0,-2 0 0 0 0,-8 5-1327 0 0,5 2-2430 0 0,0 5 411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8:01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1 428 0 0,'0'0'2258'0'0,"13"1"5308"0"0,-18 34-6419 0 0,3-29-1011 0 0,1 0 1 0 0,-1 0-1 0 0,1 0 1 0 0,1 1-1 0 0,-1-1 1 0 0,1 0-1 0 0,0 1 1 0 0,1-1-1 0 0,0 0 1 0 0,0 0-1 0 0,0 0 1 0 0,0 0-1 0 0,1 0 1 0 0,0 0-1 0 0,5 11 1 0 0,-5-15-225 0 0,0 1 1 0 0,0-1 0 0 0,0 0 0 0 0,0 0 0 0 0,0 0 0 0 0,0 0 0 0 0,1 0 0 0 0,-1 0 0 0 0,0 0 0 0 0,1-1 0 0 0,0 1-1 0 0,-1-1 1 0 0,1 0 0 0 0,0 0 0 0 0,0 0 0 0 0,0 0 0 0 0,0 0 0 0 0,3 0 0 0 0,-2-1-497 0 0,-1 0 0 0 0,0 0 1 0 0,0 0-1 0 0,0 0 1 0 0,0 0-1 0 0,0-1 0 0 0,1 1 1 0 0,-1-1-1 0 0,0 0 0 0 0,5-2 1 0 0,0-1-2513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8:01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76 11621 0 0,'-12'-13'1219'0'0,"8"9"-838"0"0,1 1 0 0 0,0 0 0 0 0,0-1 0 0 0,0 0 0 0 0,0 0 0 0 0,1 0 0 0 0,-1 0 0 0 0,1 0 1 0 0,0-1-1 0 0,-2-6 0 0 0,3 10 655 0 0,-1-6 79 0 0,2 2-2750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8:02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1 772 0 0,'0'0'3604'0'0,"-16"2"3510"0"0,-105 203-3375 0 0,112-187-3338 0 0,0 1-1 0 0,-11 37 0 0 0,20-54-323 0 0,32-2-228 0 0,46-35-537 0 0,-70 30 533 0 0,1 0 0 0 0,0 1 0 0 0,-1-1 0 0 0,1 2 0 0 0,1-1 0 0 0,-1 1 0 0 0,0 1 0 0 0,1 0 0 0 0,0 0 0 0 0,-1 1-1 0 0,1 0 1 0 0,0 0 0 0 0,0 1 0 0 0,0 1 0 0 0,9 1 0 0 0,-7 0 17 0 0,8 2-57 0 0,1 0 1 0 0,0-1-1 0 0,0-1 1 0 0,0-2-1 0 0,31-1 1 0 0,-49 0 292 0 0,-1 0 0 0 0,1 0 1 0 0,-1 0-1 0 0,1-1 0 0 0,-1 1 0 0 0,1-1 1 0 0,-1 1-1 0 0,0-1 0 0 0,0 0 0 0 0,0 1 1 0 0,0-1-1 0 0,0 0 0 0 0,0-1 1 0 0,0 1-1 0 0,0 0 0 0 0,-1 0 0 0 0,0-1 1 0 0,1 1-1 0 0,-1-1 0 0 0,0 1 0 0 0,0-1 1 0 0,0 0-1 0 0,0 1 0 0 0,-1-1 0 0 0,1 0 1 0 0,-1 0-1 0 0,0 1 0 0 0,1-1 1 0 0,-2-5-1 0 0,2-5 323 0 0,-1 0 1 0 0,-1 0-1 0 0,0 1 0 0 0,-1-1 1 0 0,-3-12-1 0 0,1 10 107 0 0,-10-27 384 0 0,13 41-1205 0 0,1 1 196 0 0,0 0 0 0 0,0 0 0 0 0,0 0 0 0 0,0 0 0 0 0,-1 0 0 0 0,1 0 0 0 0,0 0 0 0 0,0 0 0 0 0,0 0 0 0 0,0 0 0 0 0,0 1 0 0 0,-1-1 0 0 0,1 0 1 0 0,0 0-1 0 0,0 0 0 0 0,0 0 0 0 0,0 0 0 0 0,-1 0 0 0 0,1 0 0 0 0,0-1 0 0 0,0 1 0 0 0,0 0 0 0 0,0 0 0 0 0,-1 0 0 0 0,1 0 0 0 0,0 0 0 0 0,0 0 0 0 0,0 0 0 0 0,0 0 0 0 0,0 0 0 0 0,-1 0 0 0 0,1 0 0 0 0,0-1 0 0 0,0 1 0 0 0,0 0 0 0 0,0 0 0 0 0,0 0 0 0 0,0 0 0 0 0,0 0 0 0 0,0 0 0 0 0,0-1 0 0 0,-1 1 1 0 0,1 0-1 0 0,0 0 0 0 0,0 0 0 0 0,0 0 0 0 0,0-1 0 0 0,0 1 0 0 0,0 0 0 0 0,0 0 0 0 0,0 0 0 0 0,0 0 0 0 0,0 0 0 0 0,0-1 0 0 0,0 1 0 0 0,0 0 0 0 0,0 0 0 0 0,0 0 0 0 0,0 0 0 0 0,1-1 0 0 0,-10 13-6332 0 0,8-10 6992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8:02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0 728 0 0,'0'0'3137'0'0,"6"6"-1645"0"0,-6-1 1660 0 0,-15 22-1509 0 0,9-15-1008 0 0,0 0 0 0 0,0 0-1 0 0,1 1 1 0 0,-7 24 0 0 0,12-6-158 0 0,2-19-1024 0 0,-2-10 86 0 0,10-1-1660 0 0,8-17-6313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8:03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64 676 0 0,'-11'-17'3159'0'0,"-6"-20"4498"0"0,17 35-6714 0 0,-2-3-483 0 0,1 2-1688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8:03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42 740 0 0,'9'13'5759'0'0,"11"-8"-3450"0"0,28-5-1993 0 0,-33-1 444 0 0,45 3-1229 0 0,-20 1-3097 0 0,-35-3 1351 0 0,9-3 169 0 0</inkml:trace>
  <inkml:trace contextRef="#ctx0" brushRef="#br0" timeOffset="1">163 2 320 0 0,'-11'-2'10278'0'0,"11"3"-10000"0"0,-12 14 3404 0 0,-6 32-5014 0 0,13-32 2150 0 0,-24 55-2750 0 0,16-24-5210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8:03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46 104 1196 0 0,'9'-15'14019'0'0,"-12"33"-14284"0"0,-1-1 1 0 0,0 0-1 0 0,-1 0 1 0 0,-9 19-1 0 0,-8 25-7774 0 0,20-46 4746 0 0</inkml:trace>
  <inkml:trace contextRef="#ctx0" brushRef="#br0" timeOffset="1">648 61 608 0 0,'0'0'1352'0'0,"-3"-13"5801"0"0,4 11-7062 0 0,0 0 0 0 0,0 0 1 0 0,0 0-1 0 0,1 0 0 0 0,-1 0 1 0 0,1 0-1 0 0,-1 1 0 0 0,1-1 1 0 0,0 1-1 0 0,-1-1 0 0 0,1 1 1 0 0,0-1-1 0 0,0 1 0 0 0,0 0 1 0 0,0 0-1 0 0,1 0 0 0 0,2-1 1 0 0,28-7-2274 0 0,-9 4-1884 0 0,-8 1 1529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8:04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 12297 0 0,'56'-9'3449'0'0,"-48"5"-3645"0"0,0 0 0 0 0,1 0 0 0 0,-1 1 0 0 0,1 1 0 0 0,14-3 0 0 0,21-2-4032 0 0,-19 4-323 0 0,-7 1 1292 0 0</inkml:trace>
  <inkml:trace contextRef="#ctx0" brushRef="#br0" timeOffset="1">512 17 484 0 0,'0'0'1740'0'0,"22"-4"-1259"0"0,-20 3-2006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8:04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15 380 0 0,'42'-7'4162'0'0,"15"0"-1569"0"0,-55 7-2372 0 0,11 0 74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8:05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1 548 0 0,'0'3'8427'0'0,"-7"27"-8200"0"0,-37 82 1614 0 0,29-78-1223 0 0,1 0 0 0 0,2 1 0 0 0,-9 44 0 0 0,5-26 688 0 0,22-57-1346 0 0,35-28-110 0 0,-30 22-48 0 0,0 0-1 0 0,1 1 1 0 0,1 0-1 0 0,-1 1 1 0 0,1 1 0 0 0,1 0-1 0 0,-1 0 1 0 0,19-5-1 0 0,-25 12 102 0 0,0 0 1 0 0,0 0-1 0 0,0 1 0 0 0,-1 0 1 0 0,1 0-1 0 0,0 0 0 0 0,0 1 0 0 0,-1 0 1 0 0,1 0-1 0 0,-1 1 0 0 0,1 0 1 0 0,7 5-1 0 0,-6-4 50 0 0,-1-1 0 0 0,1 1 0 0 0,-1-1 0 0 0,1-1 1 0 0,0 0-1 0 0,0 0 0 0 0,14 2 0 0 0,-17-4 140 0 0,0 0 1 0 0,0 0-1 0 0,-1-1 1 0 0,1 0-1 0 0,0 0 0 0 0,-1 0 1 0 0,1 0-1 0 0,-1-1 1 0 0,1 1-1 0 0,-1-1 0 0 0,0 0 1 0 0,1-1-1 0 0,-1 1 1 0 0,0-1-1 0 0,-1 1 0 0 0,1-1 1 0 0,0-1-1 0 0,3-3 1 0 0,-2 1 154 0 0,0-1 0 0 0,-1 0 0 0 0,0 0 0 0 0,0 0 0 0 0,-1 0 0 0 0,0-1 0 0 0,0 1 1 0 0,0-1-1 0 0,2-15 0 0 0,-5 23-346 0 0,1-1 0 0 0,-1 0 0 0 0,0 1 0 0 0,1-1 0 0 0,-1 0 0 0 0,0 0 0 0 0,1 1 0 0 0,-1-1-1 0 0,0 0 1 0 0,0 0 0 0 0,0 0 0 0 0,0 1 0 0 0,0-1 0 0 0,0 0 0 0 0,0 0 0 0 0,0 0 0 0 0,0 1 0 0 0,0-1 0 0 0,0 0 0 0 0,-1 0 0 0 0,1 0 0 0 0,0 1 0 0 0,0-1 0 0 0,-1 0 0 0 0,1 0 0 0 0,-1 1 0 0 0,1-1 0 0 0,0 0 0 0 0,-1 1 0 0 0,1-1 0 0 0,-1 1 0 0 0,0-1 0 0 0,1 0 0 0 0,-1 1 0 0 0,0-1 0 0 0,-1 2-291 0 0,0-1-1 0 0,1 1 1 0 0,-1 0 0 0 0,0 0 0 0 0,1 0-1 0 0,-1 0 1 0 0,1 0 0 0 0,-1 0 0 0 0,1 0 0 0 0,0 1-1 0 0,-1-1 1 0 0,1 0 0 0 0,0 1 0 0 0,0-1 0 0 0,0 1-1 0 0,-1 2 1 0 0,-3 4-2606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8:06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1 436 0 0,'0'0'9264'0'0,"14"46"-6270"0"0,-10-39-2937 0 0,1 1-1 0 0,-1-1 0 0 0,1 0 0 0 0,0-1 0 0 0,0 1 0 0 0,1-1 0 0 0,0 0 0 0 0,0 0 0 0 0,1-1 0 0 0,7 5 0 0 0,5 6-1772 0 0,-4-11-409 0 0,-8-5-1977 0 0,4-4 1082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8:06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33 1044 0 0,'-3'-11'3272'0'0,"0"0"133"0"0,-2 1-3277 0 0</inkml:trace>
  <inkml:trace contextRef="#ctx0" brushRef="#br0" timeOffset="1">211 306 552 0 0,'0'0'4420'0'0,"6"-1"-3743"0"0,34-5 945 0 0,63-1 1 0 0,-7 11-7159 0 0,-94-4 3646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8:07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4 756 0 0,'0'0'1974'0'0,"-10"-4"-422"0"0,5 5 2320 0 0,2 2-3722 0 0,1 1-1 0 0,-1-1 0 0 0,1 1 1 0 0,-1 0-1 0 0,1 0 1 0 0,0 0-1 0 0,1 0 1 0 0,-1 1-1 0 0,1-1 1 0 0,0 0-1 0 0,0 1 1 0 0,0-1-1 0 0,0 0 0 0 0,1 9 1 0 0,-2 5-2256 0 0,1 1 0 0 0,2 28 0 0 0,1-35-188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8:07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186 236 10605 0 0,'1'-1'56'0'0,"-1"0"0"0"0,1 0 0 0 0,-1 0 0 0 0,0 1 0 0 0,1-1 0 0 0,-1 0 0 0 0,1 0 0 0 0,0 1 0 0 0,-1-1 0 0 0,1 0 0 0 0,0 1-1 0 0,-1-1 1 0 0,1 1 0 0 0,0-1 0 0 0,0 1 0 0 0,-1-1 0 0 0,1 1 0 0 0,0 0 0 0 0,0-1 0 0 0,0 1 0 0 0,0 0 0 0 0,0-1 0 0 0,-1 1 0 0 0,1 0 0 0 0,0 0 0 0 0,0 0 0 0 0,0 0 0 0 0,0 0 0 0 0,1 0 0 0 0,0 2-66 0 0,0 0 0 0 0,0 0 1 0 0,0 0-1 0 0,-1 0 0 0 0,1 0 1 0 0,-1 1-1 0 0,1-1 0 0 0,-1 1 0 0 0,0-1 1 0 0,1 4-1 0 0,12 26 12 0 0,-2 0-1 0 0,-1 1 0 0 0,-2 1 1 0 0,9 63-1 0 0,-15-80 22 0 0,-1 1 0 0 0,-1 1 0 0 0,-1-1 0 0 0,-1 0 0 0 0,0 0-1 0 0,-1 0 1 0 0,-1 0 0 0 0,-1-1 0 0 0,-1 1 0 0 0,0-1 0 0 0,-8 18-1 0 0,9-29 40 0 0,0 0 0 0 0,0 0 0 0 0,0 0 0 0 0,-1-1-1 0 0,1 0 1 0 0,-1 0 0 0 0,-1 0 0 0 0,1-1-1 0 0,-1 1 1 0 0,1-1 0 0 0,-1 0 0 0 0,0-1 0 0 0,-1 0-1 0 0,1 0 1 0 0,-1 0 0 0 0,1-1 0 0 0,-1 0-1 0 0,0 0 1 0 0,-9 1 0 0 0,10-2 14 0 0,1 0 0 0 0,0 0 0 0 0,0-1 0 0 0,-1 0 0 0 0,1 0 0 0 0,0-1 0 0 0,-1 1 0 0 0,1-1 0 0 0,0 0 0 0 0,0-1 0 0 0,0 1 0 0 0,0-1 0 0 0,0 0 0 0 0,0 0 0 0 0,0-1 0 0 0,1 1 0 0 0,-1-1 0 0 0,1 0 0 0 0,0 0 0 0 0,-1-1 0 0 0,2 1 0 0 0,-1-1 0 0 0,0 0 0 0 0,1 0 0 0 0,-1 0 0 0 0,-2-5 0 0 0,4 5-230 0 0,0-1 1 0 0,0 1-1 0 0,1 0 0 0 0,-1-1 0 0 0,1 1 1 0 0,0-1-1 0 0,0 1 0 0 0,0-1 1 0 0,1 1-1 0 0,0-1 0 0 0,0-9 0 0 0,6-30-7246 0 0,-6 44 7245 0 0,4-18-3415 0 0</inkml:trace>
  <inkml:trace contextRef="#ctx0" brushRef="#br0" timeOffset="1">121 73 364 0 0,'0'0'1256'0'0,"-1"-17"1008"0"0,2 2-455 0 0,2 2-369 0 0,-1 1-576 0 0,-1 1-752 0 0,16 6-1276 0 0,3 12-4269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8:07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 1148 0 0,'0'0'3331'0'0,"3"-2"-2254"0"0,153-44 6256 0 0,-137 42-7384 0 0,1 0 0 0 0,-1 2 0 0 0,1 0 0 0 0,0 1 0 0 0,0 1 0 0 0,25 4 0 0 0,-18 3-2969 0 0,-18-3-1148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28:08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32 420 0 0,'1'-10'1622'0'0,"3"-11"12365"0"0,-3 54-14280 0 0,-7 60 0 0 0,4-78-1951 0 0,-1 0-1 0 0,-1 0 1 0 0,-9 26-1 0 0,7-25-1392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02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1 440 0 0,'0'0'4140'0'0,"8"1"-1923"0"0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1044 0 0,'0'0'4601'0'0,"18"-8"-4161"0"0,1 11-624 0 0,3 1-2853 0 0,-4-3 1461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0 372 0 0,'1'4'2535'0'0,"2"1"1849"0"0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10:20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1 824 0 0,'0'12'2168'0'0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0:08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191 297 820 0 0,'-38'-19'9112'0'0,"36"20"-9032"0"0,0 1-1 0 0,0 0 0 0 0,0-1 1 0 0,1 1-1 0 0,-1 0 1 0 0,1 0-1 0 0,-1 0 0 0 0,1 0 1 0 0,0 1-1 0 0,-1 1 1 0 0,-37 366 1600 0 0,24-242-1338 0 0,-13-4 654 0 0,24-120 757 0 0,-2-12-1425 0 0,-2-9-368 0 0,-1-10 98 0 0,2-1 0 0 0,1-1 0 0 0,1 1 0 0 0,1-1 0 0 0,2 0 0 0 0,1 0 0 0 0,4-49 0 0 0,2-8-115 0 0,18-90 0 0 0,-14 130 27 0 0,2 1 0 0 0,1 1 0 0 0,32-72 0 0 0,-39 104 13 0 0,2-1 0 0 0,-1 2-1 0 0,2-1 1 0 0,9-12-1 0 0,-14 21 4 0 0,0-1-1 0 0,0 1 1 0 0,1 0 0 0 0,-1 0-1 0 0,1 0 1 0 0,-1 0-1 0 0,1 0 1 0 0,0 1 0 0 0,0 0-1 0 0,0-1 1 0 0,1 2-1 0 0,-1-1 1 0 0,0 0 0 0 0,9-1-1 0 0,-10 3 11 0 0,1 1 1 0 0,-1-1-1 0 0,0 1 0 0 0,1-1 0 0 0,-1 1 1 0 0,0 0-1 0 0,1 1 0 0 0,-1-1 0 0 0,0 0 1 0 0,0 1-1 0 0,0 0 0 0 0,0 0 0 0 0,0 0 0 0 0,3 3 1 0 0,40 35 31 0 0,-39-33-21 0 0,27 29 58 0 0,-1 1 0 0 0,-2 2 0 0 0,-2 1 0 0 0,34 59 0 0 0,78 185 445 0 0,-124-247-535 0 0,-2 1 0 0 0,-2 0 0 0 0,-1 1 0 0 0,-2 0 0 0 0,-1 1 1 0 0,-3 0-1 0 0,2 43 0 0 0,-8-81-111 0 0,0-1 1 0 0,0 1 0 0 0,0-1-1 0 0,-1 0 1 0 0,1 1-1 0 0,-1-1 1 0 0,1 0-1 0 0,-1 1 1 0 0,1-1 0 0 0,-1 0-1 0 0,0 1 1 0 0,0-1-1 0 0,0 0 1 0 0,1 0-1 0 0,-1 0 1 0 0,0 0-1 0 0,-1 0 1 0 0,-1 2 0 0 0,3-3-183 0 0,-1 1 0 0 0,0-1 0 0 0,0 0 0 0 0,0 1 0 0 0,0-1 1 0 0,0 0-1 0 0,1 1 0 0 0,-1-1 0 0 0,0 0 0 0 0,0 0 0 0 0,0 0 1 0 0,0 0-1 0 0,0 0 0 0 0,0 0 0 0 0,0 0 0 0 0,0 0 0 0 0,0 0 0 0 0,0 0 1 0 0,1-1-1 0 0,-1 1 0 0 0,0 0 0 0 0,-1-1 0 0 0,-22-10-3353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0:09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13 182 404 0 0,'0'0'1111'0'0,"-1"0"-947"0"0,0 0-1 0 0,1 0 0 0 0,-1 0 0 0 0,1 0 1 0 0,-1 0-1 0 0,1 0 0 0 0,-1 0 0 0 0,1-1 0 0 0,-1 1 1 0 0,1 0-1 0 0,-1 0 0 0 0,1 0 0 0 0,-1-1 1 0 0,1 1-1 0 0,-1 0 0 0 0,1 0 0 0 0,-1-1 0 0 0,1 1 1 0 0,0 0-1 0 0,-1-1 0 0 0,1 1 0 0 0,-1-1 1 0 0,1 1-1 0 0,0 0 0 0 0,-1-1 0 0 0,2-3-11 0 0,1 1 1 0 0,-1 0-1 0 0,1 0 0 0 0,0 0 0 0 0,0 0 0 0 0,0 0 0 0 0,0 0 0 0 0,0 1 1 0 0,1-1-1 0 0,-1 1 0 0 0,1-1 0 0 0,0 1 0 0 0,0 0 0 0 0,0 0 1 0 0,0 0-1 0 0,0 0 0 0 0,0 1 0 0 0,4-2 0 0 0,72-27 653 0 0,-62 24-597 0 0,121-31 13 0 0,9-4-5949 0 0,-112 28 3388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0:09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58 11241 0 0,'-17'-25'-197'0'0,"5"2"1877"0"0,38 39-1585 0 0,-1 0 1 0 0,-1 2-1 0 0,34 32 0 0 0,66 74 86 0 0,-110-108-160 0 0,35 39-288 0 0,20 22-2503 0 0,-68-76 2396 0 0,6-25-2399 0 0,-20-34 2654 0 0,-3 1-1 0 0,-39-92 1 0 0,9 57 4694 0 0,46 90-4256 0 0,-2 3-244 0 0,1 0 1 0 0,0 0-1 0 0,1 0 1 0 0,-1 0-1 0 0,0 0 1 0 0,0 0-1 0 0,0 0 0 0 0,1 1 1 0 0,-1-1-1 0 0,0 0 1 0 0,1 1-1 0 0,-1-1 1 0 0,1 0-1 0 0,0 1 0 0 0,0-1 1 0 0,-1 0-1 0 0,1 1 1 0 0,0-1-1 0 0,0 1 1 0 0,0-1-1 0 0,0 1 0 0 0,0-1 1 0 0,1 3-1 0 0,-2 65 70 0 0,0-23 68 0 0,-3 38-7 0 0,4-60-280 0 0,-1 0 0 0 0,-1 0 0 0 0,-1 0-1 0 0,-1-1 1 0 0,-10 31 0 0 0,14-53 35 0 0,-1 0-1 0 0,1 0 1 0 0,-1 0 0 0 0,0 0-1 0 0,0 0 1 0 0,1 0 0 0 0,-1 0-1 0 0,0 0 1 0 0,0 0 0 0 0,0-1-1 0 0,0 1 1 0 0,0 0 0 0 0,0-1 0 0 0,0 1-1 0 0,0-1 1 0 0,0 1 0 0 0,0-1-1 0 0,0 1 1 0 0,-1-1 0 0 0,1 0-1 0 0,0 0 1 0 0,0 1 0 0 0,0-1-1 0 0,0 0 1 0 0,-1 0 0 0 0,1 0 0 0 0,0 0-1 0 0,0 0 1 0 0,0-1 0 0 0,-1 1-1 0 0,1 0 1 0 0,0 0 0 0 0,0-1-1 0 0,0 1 1 0 0,0-1 0 0 0,0 1-1 0 0,0-1 1 0 0,-1 0 0 0 0,0 0-1 0 0,-4-2-93 0 0,0 0-1 0 0,0-1 0 0 0,0 0 1 0 0,1 0-1 0 0,-10-8 0 0 0,-2-4-57 0 0,12 12 263 0 0,0 0 1 0 0,1-1-1 0 0,0 1 0 0 0,0-1 1 0 0,0 0-1 0 0,0 0 1 0 0,-3-7-1 0 0,6 10 16 0 0,3-3 14 0 0,-2 4-98 0 0,0 1 0 0 0,0-1 0 0 0,0 0-1 0 0,0 0 1 0 0,0 1 0 0 0,0-1 0 0 0,0 0 0 0 0,0 1 0 0 0,0-1 0 0 0,1 0 0 0 0,-1 1 0 0 0,0-1-1 0 0,1 1 1 0 0,-1-1 0 0 0,0 0 0 0 0,1 1 0 0 0,-1-1 0 0 0,0 1 0 0 0,1-1 0 0 0,-1 1 0 0 0,1-1 0 0 0,0 0-1 0 0,14-7-120 0 0,0 1-1 0 0,1 0 0 0 0,0 1 0 0 0,0 1 0 0 0,0 1 1 0 0,20-4-1 0 0,59-5-5916 0 0,-67 10 3208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0:10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21 456 0 0,'-26'-8'8656'0'0,"16"6"-7593"0"0,186 13 1129 0 0,359-33-835 0 0,-466 24-1105 0 0,20-2 55 0 0,-87 0-341 0 0,7 0-865 0 0,-9 0 647 0 0,1 0 0 0 0,-1 0 0 0 0,1 0 0 0 0,-1 0 0 0 0,0 0 0 0 0,1 1 0 0 0,-1-1 0 0 0,0 0 0 0 0,1 0 0 0 0,-1 0 0 0 0,1 0 0 0 0,-1 1 0 0 0,0-1-1 0 0,1 0 1 0 0,-1 0 0 0 0,0 1 0 0 0,0-1 0 0 0,1 0 0 0 0,-1 1 0 0 0,0-1 0 0 0,0 0 0 0 0,1 1 0 0 0,-1-1 0 0 0,0 0 0 0 0,0 1 0 0 0,0-1 0 0 0,0 1 0 0 0,0-1 0 0 0,1 0 0 0 0,-1 1 0 0 0,0 0 0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0:10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99 956 0 0,'0'0'2734'0'0,"4"2"-1914"0"0,10 1-285 0 0,1 0-1 0 0,-1-1 0 0 0,1 0 1 0 0,0-2-1 0 0,0 1 0 0 0,-1-2 1 0 0,1 0-1 0 0,26-6 0 0 0,-4 3-79 0 0,376-57 631 0 0,-372 49-3174 0 0,-15-2-2069 0 0,-10 2 1558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0:11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1068 0 0,'4'-3'1222'0'0,"1"1"-954"0"0,1 0 1 0 0,0 0 0 0 0,0 0-1 0 0,0 1 1 0 0,-1 0 0 0 0,2 0-1 0 0,-1 0 1 0 0,0 1 0 0 0,0 0 0 0 0,0 0-1 0 0,0 0 1 0 0,11 3 0 0 0,80 19 1496 0 0,-90-20-1619 0 0,35 10 739 0 0,-1 2 1 0 0,0 2-1 0 0,72 39 0 0 0,-94-43-614 0 0,1 0-1 0 0,-1 1 1 0 0,-1 1 0 0 0,-1 0 0 0 0,0 2-1 0 0,0 0 1 0 0,-2 1 0 0 0,0 0-1 0 0,15 24 1 0 0,-24-32-181 0 0,0 1 0 0 0,-1 0-1 0 0,0 0 1 0 0,-1 0 0 0 0,0 0 0 0 0,0 0 0 0 0,-1 1-1 0 0,-1 0 1 0 0,0 0 0 0 0,0 0 0 0 0,-1 0 0 0 0,0 0-1 0 0,-1 0 1 0 0,0 0 0 0 0,-1 0 0 0 0,-1 0 0 0 0,1-1-1 0 0,-1 1 1 0 0,-1 0 0 0 0,0 0 0 0 0,-1-1 0 0 0,0 0-1 0 0,0 0 1 0 0,-1 0 0 0 0,-11 15 0 0 0,0-5-11 0 0,-1-1 0 0 0,-1-1 0 0 0,0 0 0 0 0,-2-1 1 0 0,-24 16-1 0 0,27-22-1581 0 0,-1-1 1 0 0,1 0 0 0 0,-39 14-1 0 0,48-22-2565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0:11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25 288 0 0,'-9'-8'10988'0'0,"-1"34"-10445"0"0,2 1 1 0 0,1 0 0 0 0,1 0-1 0 0,1 0 1 0 0,1 0-1 0 0,2 1 1 0 0,1 39 0 0 0,1-66-534 0 0,0 0 1 0 0,0 0-1 0 0,0 0 1 0 0,0 0-1 0 0,0 0 1 0 0,0 0 0 0 0,0 0-1 0 0,0 0 1 0 0,0 0-1 0 0,0 0 1 0 0,1 0-1 0 0,-1 0 1 0 0,0 0-1 0 0,1 0 1 0 0,-1 0 0 0 0,1 0-1 0 0,-1 0 1 0 0,1 0-1 0 0,-1 0 1 0 0,1 0-1 0 0,0-1 1 0 0,-1 1-1 0 0,1 0 1 0 0,0 0-1 0 0,0-1 1 0 0,0 1 0 0 0,-1 0-1 0 0,1-1 1 0 0,0 1-1 0 0,0-1 1 0 0,0 1-1 0 0,1-1 1 0 0,0 1-61 0 0,0-4 33 0 0,0 1 0 0 0,-1 0 0 0 0,1 0 0 0 0,0 0 0 0 0,0 0 0 0 0,1 0 0 0 0,-1 0 0 0 0,0 0 0 0 0,0 0 0 0 0,4-1 0 0 0,2-3-55 0 0,15-13-84 0 0,-18 14 79 0 0,0 0 0 0 0,1 1 0 0 0,-1 0 0 0 0,1 0 0 0 0,0 0 0 0 0,8-3 0 0 0,-10 6 45 0 0,0 0 0 0 0,0 0-1 0 0,0 1 1 0 0,0-1 0 0 0,0 1-1 0 0,0 0 1 0 0,0 0 0 0 0,-1 0 0 0 0,1 1-1 0 0,0-1 1 0 0,0 1 0 0 0,0 0-1 0 0,0 0 1 0 0,4 2 0 0 0,56 23-360 0 0,-50-20 396 0 0,0 1 0 0 0,0-2 0 0 0,0 0 0 0 0,1 0 0 0 0,0-2-1 0 0,0 0 1 0 0,18 2 0 0 0,-29-6 109 0 0,0 1-1 0 0,1-1 1 0 0,-1 0 0 0 0,0 0 0 0 0,-1 0 0 0 0,1 0-1 0 0,0-1 1 0 0,0 1 0 0 0,0-1 0 0 0,-1 0-1 0 0,1 0 1 0 0,-1-1 0 0 0,0 1 0 0 0,1-1-1 0 0,-1 1 1 0 0,0-1 0 0 0,-1 0 0 0 0,1 0 0 0 0,0-1-1 0 0,-1 1 1 0 0,0 0 0 0 0,0-1 0 0 0,0 0-1 0 0,0 1 1 0 0,0-1 0 0 0,1-5 0 0 0,2-6 451 0 0,0-1 0 0 0,0-1 0 0 0,-2 1 0 0 0,3-31 0 0 0,-6-47 954 0 0,0 92-1987 0 0,1-5 305 0 0,0 2-3138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0:11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0 14085 0 0,'0'0'1346'0'0,"-6"17"-270"0"0,4-11-1057 0 0,1-5-31 0 0,2 3 35 0 0,-1-1 0 0 0,0 1 0 0 0,0-1 0 0 0,-1 0 0 0 0,1 1 0 0 0,-1-1 0 0 0,1 0-1 0 0,-1 1 1 0 0,0-1 0 0 0,0 0 0 0 0,-2 4 0 0 0,-4 18 90 0 0,5 4-169 0 0,1-22-62 0 0,0 0 1 0 0,0 0 0 0 0,0 0-1 0 0,1 0 1 0 0,0 0-1 0 0,1 0 1 0 0,-1 0 0 0 0,2-1-1 0 0,-1 1 1 0 0,0 0-1 0 0,1 0 1 0 0,1-1 0 0 0,-1 1-1 0 0,1-1 1 0 0,0 0-1 0 0,7 11 1 0 0,1-9-1502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0:12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28 1268 0 0,'-10'-8'3872'0'0,"3"-2"69"0"0,4 0-2557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0:12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262 202 556 0 0,'0'33'2705'0'0,"-6"172"6377"0"0,3-177-8510 0 0,-1 0 0 0 0,-2 0 0 0 0,0-1 0 0 0,-2 0 0 0 0,-13 32 0 0 0,16-47-366 0 0,-1 0-1 0 0,0-1 0 0 0,-1 0 0 0 0,0 0 0 0 0,-1-1 0 0 0,-9 11 0 0 0,13-17-138 0 0,0 0-1 0 0,0 0 1 0 0,0-1-1 0 0,-1 1 1 0 0,1-1-1 0 0,-1 0 1 0 0,0-1-1 0 0,0 1 1 0 0,0-1-1 0 0,0 0 1 0 0,0 0-1 0 0,0 0 1 0 0,-1-1-1 0 0,1 0 1 0 0,0 0-1 0 0,-10 0 1 0 0,12-1-95 0 0,1 0 1 0 0,0 0 0 0 0,-1 0-1 0 0,1 0 1 0 0,-1-1-1 0 0,1 1 1 0 0,0-1 0 0 0,-1 0-1 0 0,1 1 1 0 0,0-1 0 0 0,0 0-1 0 0,0 0 1 0 0,-1-1 0 0 0,1 1-1 0 0,0 0 1 0 0,1-1-1 0 0,-1 1 1 0 0,0-1 0 0 0,0 0-1 0 0,1 0 1 0 0,-3-2 0 0 0,-6-23-2895 0 0,8-6-5078 0 0,5 7 4162 0 0</inkml:trace>
  <inkml:trace contextRef="#ctx0" brushRef="#br0" timeOffset="1">287 95 708 0 0,'10'-40'9155'0'0,"-5"20"-6055"0"0,4-3-1860 0 0,7 12-8805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0:13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0 414 776 0 0,'3'-5'10984'0'0,"-2"14"-10810"0"0,0 0-1 0 0,1 0 0 0 0,0 0 0 0 0,1-1 0 0 0,0 1 0 0 0,0 0 0 0 0,7 9 0 0 0,-8-14-166 0 0,0-2-1 0 0,0 1 1 0 0,1 0 0 0 0,0 0-1 0 0,-1-1 1 0 0,1 1-1 0 0,0-1 1 0 0,0 0-1 0 0,1 0 1 0 0,-1 0 0 0 0,0 0-1 0 0,1-1 1 0 0,-1 1-1 0 0,1-1 1 0 0,-1 0 0 0 0,1 0-1 0 0,0 0 1 0 0,-1 0-1 0 0,1-1 1 0 0,0 0-1 0 0,-1 0 1 0 0,7 0 0 0 0,11-2-70 0 0,-1-1 1 0 0,1-1-1 0 0,-1-1 0 0 0,0 0 1 0 0,0-2-1 0 0,0 0 1 0 0,-1-2-1 0 0,0 0 1 0 0,-1-1-1 0 0,0 0 1 0 0,0-2-1 0 0,27-23 1 0 0,-32 23 215 0 0,0-1 0 0 0,0-1 0 0 0,-1 0-1 0 0,-1-1 1 0 0,-1 0 0 0 0,0-1 0 0 0,-1 0 0 0 0,0 0 0 0 0,-1-1 0 0 0,-1 0 0 0 0,-1 0 0 0 0,-1-1 0 0 0,5-25 0 0 0,-9 40 75 0 0,-5 6-151 0 0,1-1-1 0 0,0 1 1 0 0,0 0-1 0 0,0 0 1 0 0,0 0-1 0 0,0 0 1 0 0,0 0-1 0 0,1 1 0 0 0,-1-1 1 0 0,1 1-1 0 0,0-1 1 0 0,0 1-1 0 0,-1 4 1 0 0,-34 69-43 0 0,35-74 1 0 0,-40 106 132 0 0,4 1 0 0 0,-35 170 0 0 0,2-3-44 0 0,62-245-302 0 0,10-27-70 0 0,20-43-212 0 0,-2 1 384 0 0,30-41-267 0 0,2 3-1 0 0,77-86 1 0 0,-66 86 181 0 0,46-53-54 0 0,52-67 604 0 0,-129 153 410 0 0,-1-2 0 0 0,40-81 0 0 0,-63 110-90 0 0,-1 0 0 0 0,0 0 0 0 0,-1 0 0 0 0,4-24 0 0 0,-9 37-393 0 0,0 2-300 0 0,0 0 1 0 0,0 0 0 0 0,0 0 0 0 0,0 0-1 0 0,0 0 1 0 0,-1 0 0 0 0,1 0 0 0 0,0 0 0 0 0,0 1-1 0 0,0-1 1 0 0,0 0 0 0 0,-1 0 0 0 0,1 0 0 0 0,0 0-1 0 0,0 0 1 0 0,0 0 0 0 0,0 0 0 0 0,0-1-1 0 0,-1 1 1 0 0,1 0 0 0 0,0 0 0 0 0,0 0 0 0 0,0 0-1 0 0,0 0 1 0 0,0 0 0 0 0,-1 0 0 0 0,1 0-1 0 0,0 0 1 0 0,0 0 0 0 0,0 0 0 0 0,0 0 0 0 0,0-1-1 0 0,0 1 1 0 0,0 0 0 0 0,-1 0 0 0 0,1 0-1 0 0,0 0 1 0 0,0 0 0 0 0,0 0 0 0 0,0-1 0 0 0,0 1-1 0 0,0 0 1 0 0,0 0 0 0 0,0 0 0 0 0,0 0-1 0 0,0 0 1 0 0,0-1 0 0 0,0 1 0 0 0,0 0 0 0 0,0 0-1 0 0,0 0 1 0 0,0 0 0 0 0,0 0 0 0 0,0-1 0 0 0,0 1-1 0 0,0 0 1 0 0,0 0 0 0 0,0 0 0 0 0,0 0-1 0 0,0 0 1 0 0,0-1 0 0 0,0 1 0 0 0,0 0 0 0 0,1 0-1 0 0,-19 21 52 0 0,0 1 1 0 0,2 0-1 0 0,1 2 0 0 0,1-1 0 0 0,1 2 0 0 0,1 0 0 0 0,1 0 1 0 0,1 1-1 0 0,1 1 0 0 0,2-1 0 0 0,-5 33 0 0 0,-3 43 65 0 0,-3 179 0 0 0,7-64 28 0 0,6-167-132 0 0,1 7 17 0 0,-2 0-1 0 0,-3-1 1 0 0,-17 59-1 0 0,25-112-111 0 0,0 0 0 0 0,0 0 0 0 0,0-1-1 0 0,0 1 1 0 0,0 0 0 0 0,-1 0 0 0 0,1-1-1 0 0,-1 1 1 0 0,0-1 0 0 0,1 1 0 0 0,-1-1-1 0 0,0 0 1 0 0,-1 0 0 0 0,1 0-1 0 0,0 0 1 0 0,-4 2 0 0 0,4-3-68 0 0,1 0 1 0 0,-1-1-1 0 0,0 0 1 0 0,1 1 0 0 0,-1-1-1 0 0,1 0 1 0 0,-1 0-1 0 0,0 0 1 0 0,1 0-1 0 0,-1 0 1 0 0,0 0-1 0 0,1 0 1 0 0,-1 0-1 0 0,0-1 1 0 0,1 1-1 0 0,-1-1 1 0 0,1 1-1 0 0,-1-1 1 0 0,1 0-1 0 0,-1 0 1 0 0,-1-1-1 0 0,-2-1-199 0 0,1 0 0 0 0,0-1-1 0 0,0 0 1 0 0,0 0 0 0 0,1 0-1 0 0,-1 0 1 0 0,1 0-1 0 0,0-1 1 0 0,0 0 0 0 0,1 1-1 0 0,0-1 1 0 0,-1 0 0 0 0,1 0-1 0 0,1 0 1 0 0,-3-11 0 0 0,3 7 31 0 0,0-1 1 0 0,1 1-1 0 0,0 0 1 0 0,1 0 0 0 0,0-1-1 0 0,0 1 1 0 0,1 0-1 0 0,0 0 1 0 0,1 0 0 0 0,0 0-1 0 0,0 0 1 0 0,1 1 0 0 0,0-1-1 0 0,0 1 1 0 0,1 0-1 0 0,0 0 1 0 0,12-12 0 0 0,-4 5 82 0 0,1 1 1 0 0,1 0 0 0 0,1 1 0 0 0,-1 1 0 0 0,2 0 0 0 0,0 1 0 0 0,22-10 0 0 0,30-17-3436 0 0,-53 29 2047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0:13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89 125 1968 0 0,'-7'-5'1000'0'0,"0"0"1"0"0,1 0-1 0 0,-1-1 0 0 0,1 1 1 0 0,0-1-1 0 0,1-1 0 0 0,-1 1 0 0 0,1-1 1 0 0,0 0-1 0 0,1 0 0 0 0,0 0 1 0 0,0-1-1 0 0,-5-14 0 0 0,2 0-330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0:15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246 182 11457 0 0,'-14'-24'45'0'0,"-2"1"-1"0"0,0 1 1 0 0,-25-26 0 0 0,-1 9 366 0 0,11 14 96 0 0,30 24-441 0 0,-18 14 43 0 0,13-4-84 0 0,1-1 0 0 0,0 1-1 0 0,1 0 1 0 0,0 1 0 0 0,0-1 0 0 0,1 1 0 0 0,0-1-1 0 0,-2 20 1 0 0,0-11 24 0 0,-2 19 105 0 0,1-1 0 0 0,1 1 0 0 0,1 65 0 0 0,18 112 362 0 0,0-22-76 0 0,-7-85-880 0 0,7-37-4651 0 0,-10-61 1668 0 0,1-3 260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0:16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24 0 0,'17'-8'5297'0'0,"-8"0"1620"0"0,-9-2-6682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0:16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179 223 844 0 0,'0'0'7593'0'0,"1"5"-7165"0"0,-1 37 259 0 0,-1-1 0 0 0,-2 1 0 0 0,-15 70-1 0 0,17-103-523 0 0,0-1-1 0 0,-1 0 0 0 0,-1 1 0 0 0,1-1 0 0 0,-1 0 1 0 0,-1 0-1 0 0,0-1 0 0 0,0 1 0 0 0,-8 11 1 0 0,11-18-113 0 0,0 0 1 0 0,-1-1 0 0 0,1 1 0 0 0,-1 0 0 0 0,1-1 0 0 0,-1 1 0 0 0,1-1 0 0 0,-1 1 0 0 0,1-1 0 0 0,-1 0 0 0 0,1 1 0 0 0,-1-1 0 0 0,1 0 0 0 0,-1 0 0 0 0,0 0 0 0 0,1 0 0 0 0,-1-1-1 0 0,1 1 1 0 0,-1 0 0 0 0,1-1 0 0 0,-1 1 0 0 0,1-1 0 0 0,-1 1 0 0 0,1-1 0 0 0,-1 0 0 0 0,1 1 0 0 0,0-1 0 0 0,-1 0 0 0 0,1 0 0 0 0,0 0 0 0 0,0 0 0 0 0,0 0 0 0 0,0 0 0 0 0,-1-1-1 0 0,2 1 1 0 0,-1 0 0 0 0,-2-3 0 0 0,-3-4 24 0 0,1-1-1 0 0,0 1 1 0 0,0-1-1 0 0,-5-14 1 0 0,2 2-32 0 0,1-2 1 0 0,1 1-1 0 0,1-1 0 0 0,0 0 1 0 0,2 0-1 0 0,1 0 1 0 0,1-1-1 0 0,1 1 1 0 0,1 0-1 0 0,1 0 0 0 0,1 0 1 0 0,1 0-1 0 0,1 0 1 0 0,15-41-1 0 0,-17 58-46 0 0,0-1 0 0 0,0 1-1 0 0,1 0 1 0 0,0 0 0 0 0,1 0 0 0 0,-1 0-1 0 0,1 1 1 0 0,0 0 0 0 0,1 0 0 0 0,-1 0-1 0 0,1 0 1 0 0,0 1 0 0 0,0 0 0 0 0,0 0-1 0 0,1 1 1 0 0,-1 0 0 0 0,1 0 0 0 0,0 0-1 0 0,0 1 1 0 0,0 0 0 0 0,0 1 0 0 0,14-2-1 0 0,-8 1-11 0 0,0 2 0 0 0,1 0 0 0 0,-1 0 0 0 0,1 2 0 0 0,-1-1 0 0 0,0 2 0 0 0,0 0 0 0 0,0 0 0 0 0,0 1 0 0 0,-1 1 0 0 0,19 9 0 0 0,0 3 11 0 0,-2 2 0 0 0,0 1 0 0 0,-1 1 0 0 0,-1 2 0 0 0,47 50 0 0 0,-26-16 39 0 0,73 111 0 0 0,-111-153-55 0 0,-1 0 0 0 0,0 1 0 0 0,-1 0 0 0 0,-1 0 1 0 0,-1 1-1 0 0,0 0 0 0 0,-1 0 0 0 0,-1 0 0 0 0,0 1 0 0 0,-2 0 1 0 0,2 24-1 0 0,-4-40-60 0 0,-1-1 1 0 0,1 0 0 0 0,0 1-1 0 0,0-1 1 0 0,-1 0 0 0 0,1 1-1 0 0,-1-1 1 0 0,1 0 0 0 0,-1 1-1 0 0,0-1 1 0 0,1 0 0 0 0,-1 0-1 0 0,0 0 1 0 0,0 0-1 0 0,0 0 1 0 0,0 0 0 0 0,0 0-1 0 0,0 0 1 0 0,0 0 0 0 0,-2 1-1 0 0,1 0-580 0 0,-1-1 0 0 0,0 0-1 0 0,0 0 1 0 0,0 0-1 0 0,0 0 1 0 0,0 0 0 0 0,0-1-1 0 0,0 1 1 0 0,0-1 0 0 0,0 0-1 0 0,-4 0 1 0 0,-10-2-2804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0:16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1 106 1172 0 0,'0'0'2414'0'0,"7"1"-1384"0"0,21 1-97 0 0,-26-2-745 0 0,1-1 0 0 0,0 1 0 0 0,-1 0 1 0 0,1-1-1 0 0,0 0 0 0 0,-1 0 0 0 0,1 1 1 0 0,-1-2-1 0 0,1 1 0 0 0,-1 0 0 0 0,0 0 1 0 0,4-3-1 0 0,6-3 376 0 0,42-11 303 0 0,0 1 1 0 0,102-15-1 0 0,25 13-7232 0 0,-142 17 3664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0:17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54 197 964 0 0,'0'0'16710'0'0,"-2"-3"-16659"0"0,-32-33-702 0 0,33 34 607 0 0,-10-3-245 0 0,6 1 240 0 0,8 3-80 0 0,107 13 128 0 0,127-3-1 0 0,-111-7 28 0 0,468 8 350 0 0,-593-10-360 0 0,-1 0-1 0 0,1 0 1 0 0,-1 0-1 0 0,1 0 1 0 0,0 0-1 0 0,-1 0 1 0 0,1 0-1 0 0,-1 0 1 0 0,1 0-1 0 0,-1 0 1 0 0,1 0-1 0 0,0 0 1 0 0,-1 0-1 0 0,1 0 1 0 0,-1-1-1 0 0,1 1 1 0 0,-1 0-1 0 0,1 0 1 0 0,-1-1-1 0 0,1 1 1 0 0,-1 0-1 0 0,1-1 1 0 0,-1 1-1 0 0,0 0 1 0 0,1-1 0 0 0,-1 1-1 0 0,1-1 1 0 0,-1 0-1 0 0,-7-11 78 0 0,-25-10-158 0 0,-31-8-165 0 0,17 9 7 0 0,-62-40-1 0 0,72 35 275 0 0,35 25-57 0 0,7 3-103 0 0,-1 0 117 0 0,0 0 0 0 0,0 0 1 0 0,0 0-1 0 0,0 0 0 0 0,0 1 0 0 0,-1 0 1 0 0,1 0-1 0 0,-1 0 0 0 0,1 1 0 0 0,-1 0 0 0 0,0-1 1 0 0,-1 1-1 0 0,1 1 0 0 0,-1-1 0 0 0,1 0 1 0 0,-1 1-1 0 0,-1 0 0 0 0,1 0 0 0 0,-1 0 1 0 0,0 0-1 0 0,0 0 0 0 0,0 0 0 0 0,0 0 0 0 0,-1 1 1 0 0,0-1-1 0 0,0 0 0 0 0,-1 8 0 0 0,1-3-56 0 0,-1-1 0 0 0,-1 1 0 0 0,0-1 0 0 0,0 0-1 0 0,-1 1 1 0 0,0-1 0 0 0,0 0 0 0 0,-1 0 0 0 0,-1 0-1 0 0,1 0 1 0 0,-1-1 0 0 0,-1 1 0 0 0,0-1 0 0 0,0 0 0 0 0,0 0-1 0 0,-8 7 1 0 0,3-4-446 0 0,-33 33-2197 0 0,8-21-3613 0 0,20-15 2579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0:18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16 282 1160 0 0,'13'26'7691'0'0,"7"70"-4540"0"0,20 70-100 0 0,-40-164-2583 0 0,-68-163 1173 0 0,64 150-1645 0 0,0 0-1 0 0,1-1 1 0 0,0 1-1 0 0,1-1 1 0 0,0 0 0 0 0,0 1-1 0 0,2-1 1 0 0,-1 0-1 0 0,1 0 1 0 0,1 0-1 0 0,0 1 1 0 0,1-1-1 0 0,0 0 1 0 0,1 1-1 0 0,1-1 1 0 0,-1 1 0 0 0,2 0-1 0 0,-1 0 1 0 0,2 1-1 0 0,-1-1 1 0 0,1 1-1 0 0,1 0 1 0 0,0 1-1 0 0,0-1 1 0 0,1 1 0 0 0,0 1-1 0 0,1 0 1 0 0,-1 0-1 0 0,2 0 1 0 0,15-9-1 0 0,-7 5-9 0 0,1 1 0 0 0,0 0 0 0 0,0 2 0 0 0,1 0 0 0 0,28-8 0 0 0,-43 16 2 0 0,1 0 0 0 0,0 0 0 0 0,0 0 1 0 0,0 0-1 0 0,0 1 0 0 0,0 0 0 0 0,0 0 0 0 0,0 1 0 0 0,0 0 0 0 0,10 2 0 0 0,-12-1 3 0 0,-1-1 1 0 0,1 1-1 0 0,-1 0 0 0 0,0 0 0 0 0,1 0 0 0 0,-1 0 0 0 0,0 0 1 0 0,0 1-1 0 0,0-1 0 0 0,-1 1 0 0 0,1 0 0 0 0,-1 0 1 0 0,0 0-1 0 0,1 0 0 0 0,-1 1 0 0 0,0-1 0 0 0,-1 0 0 0 0,3 6 1 0 0,-2-4-4 0 0,-1 1-1 0 0,1-1 1 0 0,-1 1 0 0 0,0-1 0 0 0,0 1 0 0 0,-1-1 0 0 0,1 1 0 0 0,-1-1 0 0 0,-1 1 0 0 0,1 0 0 0 0,-3 9 0 0 0,-22 61-364 0 0,20-64 275 0 0,0 0 0 0 0,1 0 0 0 0,0 1 0 0 0,1 0 0 0 0,-2 20 0 0 0,5-28 80 0 0,0 0-1 0 0,0-1 1 0 0,1 1 0 0 0,-1 0-1 0 0,1-1 1 0 0,0 1-1 0 0,1-1 1 0 0,-1 1-1 0 0,1-1 1 0 0,0 0-1 0 0,0 0 1 0 0,0 1-1 0 0,1-1 1 0 0,-1-1-1 0 0,1 1 1 0 0,0 0 0 0 0,0-1-1 0 0,1 1 1 0 0,-1-1-1 0 0,5 3 1 0 0,36 27-26 0 0,-34-27 26 0 0,0 0 0 0 0,0 1 0 0 0,0 1-1 0 0,-1 0 1 0 0,0 0 0 0 0,-1 0 0 0 0,0 1-1 0 0,0 1 1 0 0,-1-1 0 0 0,10 16 0 0 0,-17-23 24 0 0,0 0 0 0 0,0 0 0 0 0,1 0 0 0 0,-1 0-1 0 0,0 1 1 0 0,-1-1 0 0 0,1 0 0 0 0,0 0 0 0 0,-1 0 0 0 0,1 0 0 0 0,-1 0 0 0 0,1 0 0 0 0,-1 0 0 0 0,0 0 0 0 0,0 0 0 0 0,0 0 0 0 0,0-1 0 0 0,0 1 0 0 0,-1 0 0 0 0,1-1 0 0 0,0 1 0 0 0,-1-1 0 0 0,1 1 0 0 0,-1-1 0 0 0,0 1 0 0 0,1-1 0 0 0,-1 0 0 0 0,0 0 0 0 0,0 0-1 0 0,-2 1 1 0 0,-10 6 93 0 0,1-1-1 0 0,-28 10 0 0 0,35-15-52 0 0,-21 9 165 0 0,-1-2 1 0 0,0-1 0 0 0,0-1 0 0 0,-1-1 0 0 0,0-2-1 0 0,0-1 1 0 0,0-1 0 0 0,-42-3 0 0 0,65 0-280 0 0,3 1-190 0 0,-1 0 1 0 0,1 0 0 0 0,0-1 0 0 0,0 1 0 0 0,-1-1 0 0 0,1 0 0 0 0,0 0-1 0 0,0 0 1 0 0,0 0 0 0 0,0 0 0 0 0,0-1 0 0 0,0 1 0 0 0,-5-5 0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0:19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422 107 196 0 0,'-1'-17'3522'0'0,"0"12"-3095"0"0,-1 0 0 0 0,0 0 0 0 0,0 0 0 0 0,0 0 0 0 0,-1 1 0 0 0,1-1 0 0 0,-1 1 0 0 0,0-1 0 0 0,-1 1-1 0 0,1 0 1 0 0,-1 0 0 0 0,1 1 0 0 0,-1-1 0 0 0,-1 1 0 0 0,-4-4 0 0 0,4 4-200 0 0,-1 1 0 0 0,0-1 0 0 0,0 1 1 0 0,-1 0-1 0 0,1 0 0 0 0,0 1 0 0 0,-1 0 1 0 0,1 0-1 0 0,-1 0 0 0 0,1 1 0 0 0,-1 0 0 0 0,-11 2 1 0 0,-2 1 159 0 0,0 0 0 0 0,1 2 0 0 0,-1 0 0 0 0,1 1 1 0 0,0 1-1 0 0,0 1 0 0 0,-33 20 0 0 0,44-24-249 0 0,1 2-1 0 0,-1-1 1 0 0,1 1 0 0 0,1 0-1 0 0,-1 1 1 0 0,1-1-1 0 0,0 1 1 0 0,-10 15-1 0 0,14-17-86 0 0,-1-1 0 0 0,1 1 0 0 0,0 0 0 0 0,1-1 0 0 0,-1 1 0 0 0,1 0 0 0 0,0 0 0 0 0,0 0 0 0 0,0 0-1 0 0,1 0 1 0 0,0 0 0 0 0,0 0 0 0 0,0 1 0 0 0,1-1 0 0 0,0 0 0 0 0,2 10 0 0 0,0-7-1 0 0,1 0-1 0 0,0 0 1 0 0,1 0 0 0 0,-1 0 0 0 0,2-1 0 0 0,-1 1 0 0 0,1-1 0 0 0,0 0 0 0 0,0-1 0 0 0,1 0-1 0 0,0 0 1 0 0,15 10 0 0 0,0-1 39 0 0,2-1 0 0 0,0-1-1 0 0,26 10 1 0 0,9-3 86 0 0,1-1-1 0 0,0-4 0 0 0,2-2 1 0 0,-1-3-1 0 0,1-3 1 0 0,1-2-1 0 0,101-5 1 0 0,-123-1 72 0 0,32-3 1501 0 0,-71 4-1482 0 0,7-4 1417 0 0,-2 3-1509 0 0,-40-7-7708 0 0,4 3-1264 0 0,15 2 3797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0:21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62 812 0 0,'6'-8'12773'0'0,"-10"11"-12429"0"0,-2 2-58 0 0,0 1-1 0 0,1-1 1 0 0,0 1 0 0 0,0 1 0 0 0,-6 9 0 0 0,6-8-87 0 0,5-7 295 0 0,1-1-473 0 0,0 1 1 0 0,1 0-1 0 0,-1-1 1 0 0,1 1-1 0 0,-1 0 1 0 0,1-1-1 0 0,0 0 1 0 0,-1 1-1 0 0,1-1 1 0 0,-1 0-1 0 0,1 0 1 0 0,0 0-1 0 0,1 0 1 0 0,89-40 305 0 0,-60 25-294 0 0,1 1 0 0 0,0 1 1 0 0,1 2-1 0 0,48-10 0 0 0,-81 21-35 0 0,1-1 1 0 0,-1 1-1 0 0,1 0 0 0 0,-1 0 1 0 0,1 0-1 0 0,-1 0 1 0 0,1 0-1 0 0,-1 0 0 0 0,1 0 1 0 0,-1 1-1 0 0,1-1 0 0 0,-1 0 1 0 0,1 1-1 0 0,-1-1 1 0 0,0 1-1 0 0,1 0 0 0 0,2 1 1 0 0,-4-1-9 0 0,1-1 1 0 0,-1 1 0 0 0,1 0-1 0 0,-1 0 1 0 0,1 0 0 0 0,-1 0-1 0 0,1 0 1 0 0,-1-1 0 0 0,0 1-1 0 0,1 0 1 0 0,-1 0 0 0 0,0 0-1 0 0,0 0 1 0 0,0 0 0 0 0,0 0-1 0 0,0 0 1 0 0,0 0 0 0 0,0 0-1 0 0,0 0 1 0 0,0 2 0 0 0,-1 1-135 0 0,-1 1 0 0 0,1-1 0 0 0,-1 0 0 0 0,0 1 1 0 0,0-1-1 0 0,0 0 0 0 0,-1 0 0 0 0,1 0 1 0 0,-1-1-1 0 0,-3 4 0 0 0,-20 16-2947 0 0,6-12-2426 0 0,2-5 1737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0:21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77 916 0 0,'-4'-8'1982'0'0,"0"0"0"0"0,1 0 0 0 0,0 0 0 0 0,0 0 1 0 0,1-1-1 0 0,-2-12 1644 0 0,-1 16-2629 0 0,4 3-1451 0 0,6 3-2290 0 0,28 14 430 0 0,-5-1-3145 0 0,-11-5 1826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0:22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14 72 0 0,'0'0'13871'0'0,"0"0"-13841"0"0,0 0 0 0 0,0 0 0 0 0,0 0 0 0 0,0 0 0 0 0,0 0 0 0 0,0-1 0 0 0,0 1 0 0 0,-1 0 0 0 0,1 0-1 0 0,0 0 1 0 0,0 0 0 0 0,0 0 0 0 0,0-1 0 0 0,0 1 0 0 0,0 0 0 0 0,0 0 0 0 0,0 0 0 0 0,0 0 0 0 0,0-1 0 0 0,0 1 0 0 0,0 0-1 0 0,0 0 1 0 0,0 0 0 0 0,0 0 0 0 0,0-1 0 0 0,0 1 0 0 0,0 0 0 0 0,0 0 0 0 0,0 0 0 0 0,0 0 0 0 0,0-1 0 0 0,0 1 0 0 0,0 0-1 0 0,0 0 1 0 0,1 0 0 0 0,-1 0 0 0 0,0 0 0 0 0,0 0 0 0 0,0-1 0 0 0,0 1 0 0 0,0 0 0 0 0,0 0 0 0 0,1 0 0 0 0,-1 0 0 0 0,0 0-1 0 0,0 0 1 0 0,0 0 0 0 0,0 0 0 0 0,0 0 0 0 0,1-1 0 0 0,-1 1 0 0 0,0 0 0 0 0,0 0 0 0 0,0 0 0 0 0,0 0 0 0 0,1 0 0 0 0,-1 0-1 0 0,0 0 1 0 0,0 0 0 0 0,0 0 0 0 0,0 0 0 0 0,1 0 0 0 0,-1 0 0 0 0,0 0 0 0 0,0 1 0 0 0,0-1 0 0 0,0 0 0 0 0,0 0 0 0 0,1 0-1 0 0,-5-1-32 0 0,1-1-1 0 0,-1 1 0 0 0,1 0 1 0 0,-1 0-1 0 0,0 1 0 0 0,0-1 0 0 0,1 1 1 0 0,-1 0-1 0 0,0 0 0 0 0,0 0 1 0 0,1 0-1 0 0,-1 1 0 0 0,0-1 0 0 0,1 1 1 0 0,-1 0-1 0 0,0 0 0 0 0,1 1 0 0 0,-1-1 1 0 0,1 1-1 0 0,0 0 0 0 0,-1-1 1 0 0,1 1-1 0 0,-4 4 0 0 0,2-3-1 0 0,0 1-1 0 0,1 0 0 0 0,-1 0 1 0 0,1 1-1 0 0,0-1 0 0 0,0 1 1 0 0,0 0-1 0 0,1 0 1 0 0,0 0-1 0 0,0 1 0 0 0,0-1 1 0 0,0 1-1 0 0,-3 11 1 0 0,6-14-6 0 0,-1 0 0 0 0,1-1 1 0 0,-1 1-1 0 0,1 0 0 0 0,0-1 1 0 0,0 1-1 0 0,0 0 0 0 0,1-1 1 0 0,-1 1-1 0 0,1 0 1 0 0,-1-1-1 0 0,1 1 0 0 0,0-1 1 0 0,0 1-1 0 0,0-1 0 0 0,0 1 1 0 0,0-1-1 0 0,1 0 1 0 0,-1 1-1 0 0,1-1 0 0 0,-1 0 1 0 0,1 0-1 0 0,0 0 0 0 0,0 0 1 0 0,0 0-1 0 0,0-1 1 0 0,0 1-1 0 0,0-1 0 0 0,1 1 1 0 0,-1-1-1 0 0,0 0 0 0 0,6 2 1 0 0,-5-2-10 0 0,1 0 1 0 0,0 0-1 0 0,0 0 1 0 0,0 0 0 0 0,0-1-1 0 0,0 0 1 0 0,0 0-1 0 0,0 0 1 0 0,0 0-1 0 0,0-1 1 0 0,0 1-1 0 0,0-1 1 0 0,0 0-1 0 0,0-1 1 0 0,-1 1 0 0 0,1 0-1 0 0,0-1 1 0 0,-1 0-1 0 0,6-3 1 0 0,30-10 318 0 0,-37 14-218 0 0,12-1 173 0 0,-9 3-295 0 0,-1 0 0 0 0,0 0 0 0 0,0 1 0 0 0,0-1 0 0 0,0 1 0 0 0,0 0 0 0 0,0 0 0 0 0,0 1 0 0 0,0-1 0 0 0,-1 1 0 0 0,0-1 0 0 0,1 1 0 0 0,4 6 0 0 0,30 19-1686 0 0,23 3-5513 0 0,-35-20 3737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0:24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0 767 660 0 0,'0'0'1708'0'0,"2"8"4271"0"0,10-12-5541 0 0,0 0 1 0 0,0 0-1 0 0,-1-2 0 0 0,1 1 0 0 0,-1-1 0 0 0,-1-1 0 0 0,1 0 0 0 0,-1 0 0 0 0,11-11 0 0 0,-4 2-7 0 0,-1-1 0 0 0,0-1 0 0 0,-1 0 0 0 0,15-26 0 0 0,-20 30-244 0 0,0 0-1 0 0,-1-1 0 0 0,-1 0 1 0 0,-1-1-1 0 0,0 1 0 0 0,-1-1 1 0 0,0-1-1 0 0,-2 1 0 0 0,0-1 1 0 0,3-31-1 0 0,-9 46-175 0 0,0-1 0 0 0,0 1 0 0 0,0 1 0 0 0,-1-1-1 0 0,1 0 1 0 0,-1 1 0 0 0,1-1 0 0 0,-1 1 0 0 0,0-1 0 0 0,0 1 0 0 0,0 0 0 0 0,1 1 0 0 0,-1-1 0 0 0,0 0 0 0 0,0 1 0 0 0,0-1-1 0 0,0 1 1 0 0,-5 0 0 0 0,-5 2-30 0 0,1-1 0 0 0,-1 2 0 0 0,1 0 0 0 0,0 0 0 0 0,0 1-1 0 0,-17 8 1 0 0,29-11 9 0 0,-1-1 1 0 0,0 1-1 0 0,1-1 0 0 0,-1 1 0 0 0,1-1 0 0 0,-1 1 1 0 0,0 0-1 0 0,1-1 0 0 0,-1 1 0 0 0,1 0 1 0 0,0-1-1 0 0,-1 1 0 0 0,1 0 0 0 0,-1-1 0 0 0,1 1 1 0 0,0 0-1 0 0,0 0 0 0 0,-1 0 0 0 0,1-1 0 0 0,0 1 1 0 0,0 0-1 0 0,0 0 0 0 0,0 0 0 0 0,0-1 1 0 0,0 1-1 0 0,0 0 0 0 0,0 0 0 0 0,0 0 0 0 0,1-1 1 0 0,-1 1-1 0 0,0 0 0 0 0,0 0 0 0 0,1 0 0 0 0,-1-1 1 0 0,0 1-1 0 0,1 0 0 0 0,-1-1 0 0 0,1 1 0 0 0,-1 0 1 0 0,1-1-1 0 0,-1 1 0 0 0,1-1 0 0 0,0 1 1 0 0,-1 0-1 0 0,1-1 0 0 0,1 1 0 0 0,33 26-346 0 0,-32-25 319 0 0,53 29-365 0 0,-43-25 258 0 0,-1 0 0 0 0,0 0 0 0 0,0 2-1 0 0,-1-1 1 0 0,0 1 0 0 0,12 12 0 0 0,-18-14 63 0 0,-1 1 1 0 0,0 0-1 0 0,0 0 1 0 0,0 0-1 0 0,0 0 1 0 0,-1 0-1 0 0,2 11 1 0 0,-2-10 47 0 0,-1 0-1 0 0,2-1 1 0 0,-1 1 0 0 0,1-1 0 0 0,0 0 0 0 0,5 8 0 0 0,-6-13 26 0 0,0 1 1 0 0,0-1-1 0 0,1 1 0 0 0,-1-1 0 0 0,1 0 1 0 0,-1 0-1 0 0,1-1 0 0 0,0 1 1 0 0,0-1-1 0 0,0 1 0 0 0,0-1 1 0 0,0-1-1 0 0,0 1 0 0 0,0 0 0 0 0,6-1 1 0 0,0 1-30 0 0,1-1 0 0 0,0-1 0 0 0,-1 1 1 0 0,21-5-1 0 0,-5-2 197 0 0,0 0 0 0 0,-1-2 0 0 0,-1-1 0 0 0,1-1 0 0 0,-2-1 0 0 0,0-1 0 0 0,0-1 0 0 0,-1-1 0 0 0,-1 0 0 0 0,0-2 0 0 0,-1-1 0 0 0,24-28 0 0 0,-36 41 2448 0 0,-6 17-1545 0 0,-7 36-1309 0 0,1-14 307 0 0,4-33-94 0 0,0 0-1 0 0,0 0 1 0 0,0 0-1 0 0,0 0 1 0 0,0 0-1 0 0,0 0 1 0 0,0 0-1 0 0,0 0 1 0 0,0 0-1 0 0,0 0 1 0 0,0 0-1 0 0,1 0 1 0 0,-1 0-1 0 0,1 0 1 0 0,-1 0-1 0 0,0 0 1 0 0,1 0-1 0 0,0 0 1 0 0,-1 0-1 0 0,1 0 1 0 0,0 0-1 0 0,-1-1 1 0 0,1 1-1 0 0,0 0 1 0 0,0-1-1 0 0,-1 1 1 0 0,1 0-1 0 0,0-1 1 0 0,0 1-1 0 0,0-1 1 0 0,0 1-1 0 0,0-1 1 0 0,0 1-1 0 0,0-1 1 0 0,0 0-1 0 0,0 0 1 0 0,0 1-1 0 0,0-1 1 0 0,0 0-1 0 0,0 0 1 0 0,0 0-1 0 0,0 0 1 0 0,0 0-1 0 0,0 0 1 0 0,2-1-1 0 0,6-1-121 0 0,-1 0 0 0 0,1-1 0 0 0,-1-1 1 0 0,14-6-1 0 0,4-1-302 0 0,91-10-1230 0 0,-87 18 1185 0 0,0-2 0 0 0,51-15 0 0 0,-71 17 452 0 0,0-1 1 0 0,-1 0-1 0 0,0-1 1 0 0,0 0-1 0 0,0 0 1 0 0,0-1-1 0 0,-1 0 1 0 0,0 0-1 0 0,-1-1 1 0 0,1-1-1 0 0,-1 1 1 0 0,7-10-1 0 0,3-8 216 0 0,-2-1-1 0 0,0 0 1 0 0,-2-1-1 0 0,-1-1 1 0 0,-1 0 0 0 0,-2 0-1 0 0,0-1 1 0 0,-2 0-1 0 0,-1 0 1 0 0,-2-1 0 0 0,-1 0-1 0 0,0-35 1 0 0,-3 60 28 0 0,0 0-1 0 0,0 1 1 0 0,-1-1 0 0 0,1 1 0 0 0,-1-1 0 0 0,0 1 0 0 0,0-1 0 0 0,-1 1-1 0 0,1 0 1 0 0,-3-5 0 0 0,2 7 7 0 0,0 4-189 0 0,0-1-1 0 0,0 1 0 0 0,0-1 0 0 0,0 1 1 0 0,0-1-1 0 0,0 1 0 0 0,0 0 1 0 0,1 0-1 0 0,-1 0 0 0 0,-2 4 1 0 0,-2 3 37 0 0,-11 12-21 0 0,2 1 1 0 0,0 1-1 0 0,2 0 1 0 0,1 0 0 0 0,0 2-1 0 0,2-1 1 0 0,1 2-1 0 0,0-1 1 0 0,2 1 0 0 0,2 0-1 0 0,0 1 1 0 0,-1 27-1 0 0,5-38-119 0 0,1-1 0 0 0,1 1-1 0 0,0-1 1 0 0,1 1-1 0 0,1-1 1 0 0,0 0 0 0 0,1 0-1 0 0,0 0 1 0 0,2-1-1 0 0,11 24 1 0 0,-14-33 34 0 0,0 0 0 0 0,0 0 0 0 0,0 0 0 0 0,1-1 0 0 0,-1 0 0 0 0,1 1 0 0 0,0-1 1 0 0,1-1-1 0 0,-1 1 0 0 0,1 0 0 0 0,-1-1 0 0 0,1 0 0 0 0,0 0 0 0 0,0-1 0 0 0,0 1 0 0 0,1-1 0 0 0,-1 0 0 0 0,1-1 0 0 0,-1 1 0 0 0,1-1 0 0 0,-1 0 0 0 0,1 0 0 0 0,0-1 1 0 0,0 0-1 0 0,-1 0 0 0 0,1 0 0 0 0,0-1 0 0 0,-1 1 0 0 0,1-1 0 0 0,0-1 0 0 0,6-1 0 0 0,-7 1 40 0 0,1 0 0 0 0,-1 0 0 0 0,0 0 0 0 0,1-1 0 0 0,-1 0-1 0 0,0 0 1 0 0,-1 0 0 0 0,1-1 0 0 0,0 1 0 0 0,-1-1 0 0 0,5-5 0 0 0,1-3 451 0 0,-2-1 0 0 0,16-25-1 0 0,-22 34-40 0 0,0 1-87 0 0,0 0 0 0 0,0 0 0 0 0,-1 0-1 0 0,1-1 1 0 0,-1 1 0 0 0,0 0 0 0 0,0-1 0 0 0,1-7 1451 0 0,1 12-1769 0 0,0 1 1 0 0,-1 0-1 0 0,1 0 1 0 0,-1 0-1 0 0,1 0 1 0 0,-1 1-1 0 0,0-1 1 0 0,4 6-1 0 0,11 10-784 0 0,45 17-3839 0 0,-15-20-2379 0 0,-9-10 2456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0:24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28 576 0 0,'2'-3'601'0'0,"5"-10"2750"0"0,-4 2 5964 0 0,-10 162-6837 0 0,-9-54-2314 0 0,8-67-2593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0:25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53 1116 0 0,'-3'-11'224'0'0,"-3"-20"8334"0"0,7 21-9977 0 0,4 13 569 0 0,24 16-2931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0:25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4 536 0 0,'3'10'620'0'0,"-3"-8"-37"0"0,0-1-1 0 0,1 1 1 0 0,0 0-1 0 0,-1 0 1 0 0,1 0 0 0 0,0-1-1 0 0,0 1 1 0 0,0 0-1 0 0,0-1 1 0 0,0 1-1 0 0,0-1 1 0 0,5 5 3590 0 0,2-12-3637 0 0,0 0-1 0 0,0 0 1 0 0,1 1 0 0 0,0 1 0 0 0,0 0-1 0 0,12-4 1 0 0,-14 8-581 0 0,-1 2 1 0 0,0-1-1 0 0,0 1 1 0 0,0 0-1 0 0,0 0 0 0 0,0 0 1 0 0,0 1-1 0 0,-1 0 0 0 0,1 0 1 0 0,-1 1-1 0 0,0 0 0 0 0,0-1 1 0 0,5 6-1 0 0,-4-4-1110 0 0,0 0 1 0 0,0 0-1 0 0,1-1 0 0 0,0 0 0 0 0,0 0 1 0 0,0 0-1 0 0,8 2 0 0 0,3-2-2336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0:26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39 380 0 0,'-17'-34'6403'0'0,"12"33"-6251"0"0,0 0 0 0 0,0 0 0 0 0,-1 0-1 0 0,1 1 1 0 0,0 0 0 0 0,0 0 0 0 0,0 0 0 0 0,0 1-1 0 0,0 0 1 0 0,-1-1 0 0 0,1 2 0 0 0,0-1-1 0 0,1 1 1 0 0,-1 0 0 0 0,0 0 0 0 0,0 0 0 0 0,1 0-1 0 0,-1 1 1 0 0,1 0 0 0 0,0 0 0 0 0,0 0 0 0 0,0 1-1 0 0,0-1 1 0 0,0 1 0 0 0,1 0 0 0 0,0 0-1 0 0,0 0 1 0 0,0 0 0 0 0,0 1 0 0 0,1-1 0 0 0,-1 1-1 0 0,1-1 1 0 0,0 1 0 0 0,-2 7 0 0 0,4-10-232 0 0,38 12-227 0 0,-30-13 292 0 0,0 1 0 0 0,0-1 0 0 0,-1 1 0 0 0,1 1 0 0 0,-1-1 0 0 0,1 1 0 0 0,-1 1 0 0 0,0-1 0 0 0,0 1 0 0 0,0 1 0 0 0,-1-1 0 0 0,1 1 0 0 0,10 11 0 0 0,-7-6 26 0 0,-2 0 0 0 0,1 1 1 0 0,-2 0-1 0 0,1 1 0 0 0,-1 0 1 0 0,-1 0-1 0 0,8 22 0 0 0,-5-9 29 0 0,-2 1 0 0 0,-1-1 1 0 0,-1 1-1 0 0,-1 0 0 0 0,-1 1 0 0 0,-2-1 0 0 0,-1 0 0 0 0,-3 34 0 0 0,-1-27 39 0 0,-1 0-1 0 0,-20 63 0 0 0,22-86-40 0 0,0-1 1 0 0,-1 0-1 0 0,0 1 1 0 0,-1-2 0 0 0,0 1-1 0 0,0 0 1 0 0,-1-1-1 0 0,0 0 1 0 0,0 0-1 0 0,-1-1 1 0 0,0 0-1 0 0,0 0 1 0 0,-1 0 0 0 0,-11 7-1 0 0,17-13-6 0 0,-1 1 0 0 0,0-1-1 0 0,0 1 1 0 0,0-1 0 0 0,0 0 0 0 0,0 0-1 0 0,0 0 1 0 0,0 0 0 0 0,0-1-1 0 0,-1 1 1 0 0,1-1 0 0 0,0 0 0 0 0,0 0-1 0 0,-1 0 1 0 0,-4-1 0 0 0,5 0-17 0 0,1 1 0 0 0,0-1 1 0 0,0 0-1 0 0,0 0 0 0 0,0-1 0 0 0,0 1 1 0 0,0 0-1 0 0,0-1 0 0 0,0 1 0 0 0,1-1 1 0 0,-1 0-1 0 0,0 1 0 0 0,1-1 1 0 0,0 0-1 0 0,-1 0 0 0 0,-1-4 0 0 0,0-1-3 0 0,0 0 0 0 0,0-1 0 0 0,1 0-1 0 0,0 1 1 0 0,1-1 0 0 0,-1 0-1 0 0,2 0 1 0 0,-1 0 0 0 0,1 0 0 0 0,1-12-1 0 0,3-3-16 0 0,0 0 1 0 0,2 0-1 0 0,0 1 0 0 0,2 0 0 0 0,0 0 0 0 0,2 1 0 0 0,0 0 1 0 0,1 1-1 0 0,15-20 0 0 0,13-15-29 0 0,83-88 1 0 0,-75 93 9 0 0,60-50 1 0 0,-93 88 17 0 0,2 0 0 0 0,0 1 0 0 0,0 1 0 0 0,1 0 0 0 0,0 1 1 0 0,0 1-1 0 0,1 0 0 0 0,34-8 0 0 0,-48 15 3 0 0,0 0 0 0 0,0 1-1 0 0,-1-1 1 0 0,1 1 0 0 0,0 0 0 0 0,0 0 0 0 0,0 0 0 0 0,0 1-1 0 0,0-1 1 0 0,-1 1 0 0 0,1 0 0 0 0,0 0 0 0 0,0 0-1 0 0,-1 1 1 0 0,1-1 0 0 0,-1 1 0 0 0,1 0 0 0 0,-1 0 0 0 0,0 0-1 0 0,0 0 1 0 0,0 1 0 0 0,0-1 0 0 0,0 1 0 0 0,0 0 0 0 0,-1-1-1 0 0,1 1 1 0 0,-1 1 0 0 0,0-1 0 0 0,0 0 0 0 0,0 1 0 0 0,0-1-1 0 0,-1 1 1 0 0,1-1 0 0 0,-1 1 0 0 0,1 4 0 0 0,1 3 7 0 0,0-1 1 0 0,-1 1 0 0 0,-1-1 0 0 0,0 1 0 0 0,0 0-1 0 0,-1 0 1 0 0,0 0 0 0 0,-1-1 0 0 0,-1 1 0 0 0,1 0-1 0 0,-6 17 1 0 0,6-4 30 0 0,1-24 13 0 0,0 1 0 0 0,0-1 0 0 0,0 1-1 0 0,0-1 1 0 0,0 0 0 0 0,0 1 0 0 0,-1-1 0 0 0,1 1 0 0 0,0-1 0 0 0,0 1-1 0 0,0-1 1 0 0,1 1 0 0 0,-1-1 0 0 0,0 0 0 0 0,0 1 0 0 0,0-1 0 0 0,0 1-1 0 0,0-1 1 0 0,0 1 0 0 0,1-1 0 0 0,-1 0 0 0 0,0 1 0 0 0,0-1 0 0 0,1 1-1 0 0,-1-1 1 0 0,0 0 0 0 0,1 1 0 0 0,-1-1 0 0 0,0 0 0 0 0,1 0-1 0 0,-1 1 1 0 0,0-1 0 0 0,1 0 0 0 0,-1 0 0 0 0,1 1 0 0 0,3-6-62 0 0,113-127 42 0 0,-74 88-2986 0 0,0 3-3381 0 0,-30 29 3041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0:26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0 740 0 0,'0'0'8982'0'0,"-5"1"-8428"0"0,-1-1-414 0 0,1 1-1 0 0,-1 0 0 0 0,1 0 1 0 0,0 0-1 0 0,-1 1 0 0 0,1 0 1 0 0,0 0-1 0 0,0 0 1 0 0,0 0-1 0 0,1 1 0 0 0,-1 0 1 0 0,1 0-1 0 0,-1 0 0 0 0,1 1 1 0 0,0 0-1 0 0,0-1 1 0 0,0 1-1 0 0,1 1 0 0 0,0-1 1 0 0,-1 0-1 0 0,2 1 0 0 0,-1 0 1 0 0,0-1-1 0 0,1 1 1 0 0,0 0-1 0 0,0 0 0 0 0,-2 8 1 0 0,4-11-76 0 0,2 2-18 0 0,-1-2-42 0 0,-1 0 0 0 0,1-1 1 0 0,0 1-1 0 0,0 0 1 0 0,0-1-1 0 0,0 1 0 0 0,1 0 1 0 0,-1-1-1 0 0,0 1 0 0 0,1-1 1 0 0,-1 0-1 0 0,1 0 1 0 0,1 2-1 0 0,10 0-41 0 0,-1 0 0 0 0,0-1 0 0 0,1 0 0 0 0,-1-1 1 0 0,1-1-1 0 0,19-1 0 0 0,36 3-5202 0 0,-59-2 1889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0:27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87 348 0 0,'5'0'10708'0'0,"-11"12"-10419"0"0,-1 1 0 0 0,0-1 1 0 0,-1 0-1 0 0,0-1 0 0 0,0 1 1 0 0,-2-2-1 0 0,-14 15 1 0 0,23-24-248 0 0,2-4-396 0 0,0 0 327 0 0,-1 0-1 0 0,1 0 1 0 0,0 0 0 0 0,0 0 0 0 0,1 0 0 0 0,-1 0 0 0 0,1 1 0 0 0,-1-1-1 0 0,1 0 1 0 0,0 1 0 0 0,0 0 0 0 0,0-1 0 0 0,3-2 0 0 0,41-35-247 0 0,-23 21 162 0 0,-9 6 67 0 0,-1 1 0 0 0,2 0-1 0 0,0 2 1 0 0,0-1 0 0 0,34-15 0 0 0,-47 25 41 0 0,0 0-1 0 0,1 0 1 0 0,-1 0 0 0 0,1 0 0 0 0,-1 0 0 0 0,1 1-1 0 0,-1-1 1 0 0,1 1 0 0 0,-1-1 0 0 0,1 1-1 0 0,0 0 1 0 0,-1 0 0 0 0,1 0 0 0 0,-1 1 0 0 0,1-1-1 0 0,0 0 1 0 0,-1 1 0 0 0,1 0 0 0 0,-1 0 0 0 0,4 1-1 0 0,-4-1 6 0 0,-1 1 0 0 0,1 0 0 0 0,0-1 0 0 0,0 1 0 0 0,-1 0 0 0 0,1 0-1 0 0,-1 0 1 0 0,0 0 0 0 0,1 0 0 0 0,-1 0 0 0 0,0 1 0 0 0,0-1 0 0 0,0 0 0 0 0,-1 1-1 0 0,1-1 1 0 0,-1 0 0 0 0,1 3 0 0 0,0 3 10 0 0,0 0 0 0 0,-1 0 0 0 0,0 1 0 0 0,0-1 0 0 0,-1 0 0 0 0,0 0 0 0 0,0 0 0 0 0,-1-1 0 0 0,0 1 0 0 0,-4 8 0 0 0,-12 20 413 0 0,33-52-447 0 0,0 0-1 0 0,0 0 1 0 0,1 2 0 0 0,1 0 0 0 0,1 1 0 0 0,0 0 0 0 0,33-16-1 0 0,-50 28 29 0 0,1 0 0 0 0,-1 0 0 0 0,0 0 0 0 0,1 1 0 0 0,-1-1 0 0 0,1 0 0 0 0,-1 1 0 0 0,1-1 0 0 0,0 1-1 0 0,-1-1 1 0 0,1 1 0 0 0,-1 0 0 0 0,1 0 0 0 0,0 0 0 0 0,-1 0 0 0 0,1 0 0 0 0,0 0 0 0 0,-1 0-1 0 0,1 0 1 0 0,0 1 0 0 0,-1-1 0 0 0,1 0 0 0 0,-1 1 0 0 0,1 0 0 0 0,-1-1 0 0 0,1 1 0 0 0,-1 0 0 0 0,1 0-1 0 0,-1 0 1 0 0,0 0 0 0 0,1 0 0 0 0,-1 0 0 0 0,0 0 0 0 0,0 0 0 0 0,0 0 0 0 0,0 1 0 0 0,0-1-1 0 0,0 0 1 0 0,0 1 0 0 0,0-1 0 0 0,0 1 0 0 0,-1-1 0 0 0,1 2 0 0 0,0 1-4 0 0,0 1 0 0 0,0-1 0 0 0,0 0 0 0 0,-1 0 0 0 0,0 0 0 0 0,0 0 0 0 0,0 0-1 0 0,0 1 1 0 0,-1-1 0 0 0,1 0 0 0 0,-1 0 0 0 0,0 0 0 0 0,-1 0 0 0 0,1 0 0 0 0,-3 4 0 0 0,-12 20-1636 0 0,3-14-3848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0:27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0 960 0 0,'0'0'3516'0'0,"1"0"-3406"0"0,0 0 1 0 0,-1 1-1 0 0,1-1 1 0 0,0 0-1 0 0,-1 0 0 0 0,1 1 1 0 0,0-1-1 0 0,-1 0 1 0 0,1 1-1 0 0,0-1 1 0 0,-1 1-1 0 0,1-1 1 0 0,-1 1-1 0 0,1-1 1 0 0,-1 1-1 0 0,1-1 0 0 0,-1 1 1 0 0,1-1-1 0 0,-1 1 1 0 0,1 1-1 0 0,-4 12 384 0 0,0 0 0 0 0,-2 0 0 0 0,1-1-1 0 0,-2 1 1 0 0,0-1 0 0 0,0 0 0 0 0,-15 20-1 0 0,21-32-470 0 0,0 0-3 0 0,-1-1 0 0 0,1 1 1 0 0,0-1-1 0 0,-1 1 1 0 0,1-1-1 0 0,0 1 0 0 0,-1-1 1 0 0,1 1-1 0 0,-1-1 0 0 0,1 1 1 0 0,-1-1-1 0 0,1 1 1 0 0,-1-1-1 0 0,1 0 0 0 0,-1 1 1 0 0,1-1-1 0 0,-1 0 1 0 0,1 1-1 0 0,-1-1 0 0 0,0 0 1 0 0,1 0-1 0 0,-1 0 0 0 0,0 0 1 0 0,1 1-1 0 0,-1-1 1 0 0,1 0-1 0 0,-1 0 0 0 0,0 0 1 0 0,1 0-1 0 0,-1 0 0 0 0,0-1 1 0 0,1 1-1 0 0,-1 0 1 0 0,0 0-1 0 0,1 0 0 0 0,-1 0 1 0 0,1-1-1 0 0,-1 1 1 0 0,0 0-1 0 0,1-1 0 0 0,-1 1 1 0 0,1 0-1 0 0,-1-1 0 0 0,1 1 1 0 0,-1-1-1 0 0,1 1 1 0 0,0-1-1 0 0,-1 1 0 0 0,1-1 1 0 0,-1 1-1 0 0,1-1 0 0 0,0 1 1 0 0,-1-1-1 0 0,1 0 1 0 0,0 1-1 0 0,0-1 0 0 0,-1-1 1 0 0,0-1 19 0 0,3-2-4 0 0,4-5-29 0 0,0 0 0 0 0,0 0 1 0 0,1 1-1 0 0,0-1 0 0 0,1 1 0 0 0,0 1 1 0 0,0 0-1 0 0,1 0 0 0 0,0 0 1 0 0,0 1-1 0 0,1 1 0 0 0,0-1 0 0 0,20-8 1 0 0,-27 14-13 0 0,-1 1 0 0 0,1 0 0 0 0,0 0 0 0 0,-1 1 0 0 0,1-1 0 0 0,-1 0 0 0 0,1 1 0 0 0,-1 0 0 0 0,1-1 0 0 0,-1 1 0 0 0,1 0 0 0 0,-1 0 0 0 0,1 1 0 0 0,-1-1 0 0 0,0 0 0 0 0,0 1 0 0 0,0-1 0 0 0,0 1 0 0 0,0 0 0 0 0,0 0 0 0 0,0 0 0 0 0,0 0 0 0 0,-1 0 0 0 0,1 0 0 0 0,2 4 0 0 0,-1-1 5 0 0,0 0-1 0 0,0 0 1 0 0,0 1-1 0 0,0-1 1 0 0,-1 0-1 0 0,1 1 1 0 0,-2 0-1 0 0,1 0 1 0 0,-1-1 0 0 0,2 10-1 0 0,-2-14 8 0 0,0-1 0 0 0,0 1 1 0 0,0-1-1 0 0,1 0 0 0 0,-1 1 0 0 0,0-1 0 0 0,0 0 0 0 0,1 0 0 0 0,-1 1 0 0 0,0-1 1 0 0,1 0-1 0 0,-1 0 0 0 0,0-1 0 0 0,0 1 0 0 0,1 0 0 0 0,-1 0 0 0 0,0-1 1 0 0,0 1-1 0 0,1 0 0 0 0,-1-1 0 0 0,0 1 0 0 0,0-1 0 0 0,2-1 0 0 0,45-23 62 0 0,44-26 565 0 0,-92 50-629 0 0,1 0 0 0 0,-1 1 1 0 0,1-1-1 0 0,0 1 1 0 0,-1-1-1 0 0,1 1 1 0 0,0-1-1 0 0,0 1 0 0 0,-1 0 1 0 0,1-1-1 0 0,0 1 1 0 0,0 0-1 0 0,0 0 1 0 0,0 0-1 0 0,-1-1 0 0 0,1 1 1 0 0,0 0-1 0 0,0 0 1 0 0,0 0-1 0 0,0 0 1 0 0,-1 0-1 0 0,1 1 0 0 0,0-1 1 0 0,0 0-1 0 0,0 0 1 0 0,-1 0-1 0 0,1 1 1 0 0,0-1-1 0 0,0 0 0 0 0,0 1 1 0 0,-1-1-1 0 0,1 1 1 0 0,0-1-1 0 0,-1 1 1 0 0,1-1-1 0 0,0 1 0 0 0,-1 0 1 0 0,1-1-1 0 0,-1 1 1 0 0,1 0-1 0 0,-1-1 1 0 0,1 1-1 0 0,-1 0 0 0 0,0-1 1 0 0,1 1-1 0 0,-1 0 1 0 0,0 0-1 0 0,1 0 1 0 0,-1-1-1 0 0,0 3 0 0 0,8 51-3326 0 0,-7-39-1416 0 0,1-2 1876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0:28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21 640 0 0,'0'0'1236'0'0,"1"-21"12604"0"0,-7 23-13814 0 0,2-1 0 0 0,-1 1-1 0 0,0 1 1 0 0,0-1 0 0 0,1 1 0 0 0,-1-1-1 0 0,1 1 1 0 0,-1 1 0 0 0,1-1 0 0 0,0 1-1 0 0,1-1 1 0 0,-1 1 0 0 0,1 0 0 0 0,-1 0-1 0 0,1 1 1 0 0,1-1 0 0 0,-6 10-1 0 0,8-12-175 0 0,8-4-261 0 0,0 1 281 0 0,0 0 0 0 0,0 0 0 0 0,0 1 0 0 0,9 1 0 0 0,-5-1-156 0 0,-9 2 253 0 0,0-1 0 0 0,0 1-1 0 0,0 0 1 0 0,0 0 0 0 0,-1 0 0 0 0,1 0 0 0 0,0 0 0 0 0,-1 0-1 0 0,0 1 1 0 0,1-1 0 0 0,-1 1 0 0 0,0 0 0 0 0,0-1 0 0 0,2 7-1 0 0,10 9-52 0 0,-12-16 86 0 0,1-1 0 0 0,-1 1 0 0 0,1-1 0 0 0,0 0 0 0 0,-1 0 0 0 0,1 0 0 0 0,0 0 1 0 0,0 0-1 0 0,-1 0 0 0 0,1-1 0 0 0,0 1 0 0 0,0-1 0 0 0,0 0 0 0 0,0 0 0 0 0,0 0 0 0 0,0 0 0 0 0,0 0 0 0 0,0-1 0 0 0,-1 0 0 0 0,1 1 0 0 0,5-3 1 0 0,10-3 14 0 0,1-1 1 0 0,21-12 0 0 0,-6 3-31 0 0,55-16 88 0 0,-88 32-59 0 0,35 10 118 0 0,-33-8-66 0 0,1 1 0 0 0,-1 0-1 0 0,0 0 1 0 0,0 0 0 0 0,0 0 0 0 0,-1 0-1 0 0,1 0 1 0 0,-1 1 0 0 0,1-1 0 0 0,-1 1-1 0 0,0 0 1 0 0,0 0 0 0 0,1 6-1 0 0,-2-6-140 0 0,1-1 0 0 0,-1 1 0 0 0,1-1 0 0 0,-1 1-1 0 0,1-1 1 0 0,0 1 0 0 0,0-1 0 0 0,1 0 0 0 0,-1 0 0 0 0,1 0-1 0 0,-1 0 1 0 0,1-1 0 0 0,0 1 0 0 0,0-1 0 0 0,0 0-1 0 0,1 1 1 0 0,5 2 0 0 0,24 1-6772 0 0,-5-4 2872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0:32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152 137 76 0 0,'0'0'984'0'0,"5"-10"3102"0"0,-3 4 542 0 0,-5 12-4292 0 0,-4 3-43 0 0,0 0 1 0 0,0 0 0 0 0,-1 0 0 0 0,0-1 0 0 0,-1 0 0 0 0,0-1-1 0 0,0 0 1 0 0,0 0 0 0 0,-1-1 0 0 0,0 0 0 0 0,0-1-1 0 0,-21 9 1 0 0,28-14-98 0 0,1-1-141 0 0,1-1 1 0 0,-1 1-1 0 0,0-1 1 0 0,0 1 0 0 0,1-1-1 0 0,-1 1 1 0 0,1-1-1 0 0,0 0 1 0 0,-1 0-1 0 0,0-3 1 0 0,2-1-38 0 0,0 0-1 0 0,0-1 1 0 0,1 1 0 0 0,0 0-1 0 0,0 0 1 0 0,0 0 0 0 0,1-1-1 0 0,0 2 1 0 0,0-1 0 0 0,1 0-1 0 0,0 0 1 0 0,0 1 0 0 0,0-1-1 0 0,0 1 1 0 0,1 0 0 0 0,5-6-1 0 0,0 0-6 0 0,1 0-1 0 0,0 1 0 0 0,1 0 1 0 0,0 0-1 0 0,0 1 0 0 0,13-7 1 0 0,-17 12-21 0 0,0 0 1 0 0,-1 1-1 0 0,1 0 0 0 0,1 0 1 0 0,-1 1-1 0 0,0-1 1 0 0,1 2-1 0 0,-1-1 0 0 0,1 1 1 0 0,-1 0-1 0 0,1 1 1 0 0,0 0-1 0 0,-1 0 0 0 0,1 0 1 0 0,0 1-1 0 0,-1 0 1 0 0,1 1-1 0 0,12 4 0 0 0,-12-3-12 0 0,0 1-1 0 0,-1 0 1 0 0,1 1-1 0 0,-1-1 0 0 0,0 1 1 0 0,0 1-1 0 0,0 0 0 0 0,-1 0 1 0 0,1 0-1 0 0,-2 0 1 0 0,1 1-1 0 0,-1 0 0 0 0,0 0 1 0 0,0 1-1 0 0,-1-1 1 0 0,4 10-1 0 0,-2-2 48 0 0,0 1 0 0 0,-2 0-1 0 0,0 0 1 0 0,0 0 0 0 0,-2 0 0 0 0,0 1-1 0 0,-1-1 1 0 0,0 1 0 0 0,-2-1 0 0 0,0 1-1 0 0,0 0 1 0 0,-2-1 0 0 0,0 0 0 0 0,-1 0 0 0 0,0 0-1 0 0,-1 0 1 0 0,-1 0 0 0 0,-1-1 0 0 0,0 0-1 0 0,-1-1 1 0 0,-1 0 0 0 0,0 0 0 0 0,-1 0-1 0 0,0-1 1 0 0,-1-1 0 0 0,0 0 0 0 0,-1 0 0 0 0,-1-1-1 0 0,1-1 1 0 0,-2 0 0 0 0,1-1 0 0 0,-27 14-1 0 0,8-13 3675 0 0,55-11-3676 0 0,1 2 1 0 0,-1 0 0 0 0,28 6-1 0 0,33 16-3201 0 0,-52-14-84 0 0,-10-4-2101 0 0,-3-3 1230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0:32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94 1552 0 0,'7'-7'2243'0'0,"0"0"0"0"0,0-1 0 0 0,-1 0 0 0 0,0 0 0 0 0,7-13 0 0 0,-8 13-425 0 0,-7-4 1003 0 0,13 1-5860 0 0,10 7-5902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0:33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77 504 0 0,'3'-4'11748'0'0,"2"62"-11137"0"0,-3 1 0 0 0,-11 111-1 0 0,6-131-397 0 0,-6 34 2834 0 0,7-78-2926 0 0,-4-12-38 0 0,2-1 0 0 0,0 0 1 0 0,0 0-1 0 0,2 0 0 0 0,0-1 0 0 0,2 1 0 0 0,1-22 1 0 0,-1 29-48 0 0,1-7-33 0 0,0 0 1 0 0,2 1-1 0 0,0-1 0 0 0,2 0 1 0 0,0 1-1 0 0,0 0 0 0 0,2 0 1 0 0,0 0-1 0 0,1 1 0 0 0,0 0 1 0 0,1 1-1 0 0,1 0 0 0 0,20-24 1 0 0,-27 36-40 0 0,1-1-1 0 0,-1 1 1 0 0,1 0 0 0 0,0 0 0 0 0,0 0 0 0 0,0 1 0 0 0,0-1 0 0 0,0 1-1 0 0,8-3 1 0 0,-11 5 34 0 0,0 0-1 0 0,0 0 0 0 0,0 0 0 0 0,0 1 0 0 0,0-1 1 0 0,0 0-1 0 0,-1 1 0 0 0,1-1 0 0 0,0 0 1 0 0,0 1-1 0 0,-1-1 0 0 0,1 1 0 0 0,0-1 1 0 0,0 1-1 0 0,-1 0 0 0 0,1-1 0 0 0,-1 1 0 0 0,1 0 1 0 0,0-1-1 0 0,-1 1 0 0 0,1 0 0 0 0,-1 0 1 0 0,0-1-1 0 0,1 1 0 0 0,-1 0 0 0 0,0 0 1 0 0,1 0-1 0 0,-1 0 0 0 0,0-1 0 0 0,0 1 0 0 0,0 0 1 0 0,0 0-1 0 0,1 0 0 0 0,-1 0 0 0 0,-1 1 1 0 0,-1 42-26 0 0,1-14-37 0 0,2-25 54 0 0,0 0 0 0 0,0 0-1 0 0,1 1 1 0 0,-1-1 0 0 0,1 0 0 0 0,0 0-1 0 0,1-1 1 0 0,-1 1 0 0 0,1 0 0 0 0,0-1-1 0 0,0 1 1 0 0,1-1 0 0 0,-1 0 0 0 0,1 0-1 0 0,0-1 1 0 0,0 1 0 0 0,0-1 0 0 0,9 6-1 0 0,-8-6 9 0 0,12 7-22 0 0,-1 1-1 0 0,0 0 0 0 0,0 1 1 0 0,-2 1-1 0 0,1 0 1 0 0,-2 1-1 0 0,0 1 1 0 0,-1 0-1 0 0,19 28 1 0 0,-30-39 23 0 0,1-1 1 0 0,-1 0-1 0 0,1 1 1 0 0,-1-1 0 0 0,0 0-1 0 0,0 1 1 0 0,-1 0 0 0 0,1-1-1 0 0,-1 1 1 0 0,0-1 0 0 0,0 1-1 0 0,0 0 1 0 0,0-1 0 0 0,0 1-1 0 0,-1 0 1 0 0,0-1-1 0 0,0 1 1 0 0,-2 5 0 0 0,0-4 8 0 0,0 0 0 0 0,0 0-1 0 0,0 0 1 0 0,0 0 0 0 0,-1-1 0 0 0,0 0 0 0 0,0 0 0 0 0,0 0 0 0 0,-1 0 0 0 0,-9 6 0 0 0,2-2 57 0 0,-2-1 1 0 0,1-1 0 0 0,-1 0 0 0 0,0 0 0 0 0,0-1 0 0 0,0-1-1 0 0,-1-1 1 0 0,-20 3 0 0 0,16-4-244 0 0,-1-1 0 0 0,1-1-1 0 0,-1-1 1 0 0,1 0 0 0 0,-1-1 0 0 0,1-2 0 0 0,-37-10 0 0 0,49 7-1128 0 0,22-16-11118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0:34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44 508 0 0,'0'0'1073'0'0,"-19"-44"12465"0"0,19 47-13504 0 0,0-1-1 0 0,0 0 1 0 0,1 1 0 0 0,0-1 0 0 0,-1 0 0 0 0,1 1 0 0 0,0-1 0 0 0,0 0-1 0 0,0 0 1 0 0,2 3 0 0 0,-2-3 16 0 0,22 51 180 0 0,2-2 0 0 0,2-1 0 0 0,3 0 0 0 0,44 55 0 0 0,-56-80-495 0 0,-16-21 112 0 0,-1-2-111 0 0,0 0 0 0 0,1 0 0 0 0,-1 0 0 0 0,1 0 0 0 0,0 0 0 0 0,-1 0 0 0 0,1 0 0 0 0,0 0 0 0 0,0-1 0 0 0,0 1 0 0 0,0 0 0 0 0,0-1-1 0 0,1 0 1 0 0,3 2 0 0 0,-4-3-438 0 0,24-40-2559 0 0,-17 11-875 0 0,-5 12 1767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0:34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251 179 2868 0 0,'2'-15'666'0'0,"-1"0"1"0"0,-1 0-1 0 0,0 0 0 0 0,-1 0 0 0 0,-1 0 1 0 0,0 0-1 0 0,-1 0 0 0 0,-9-25 0 0 0,1 22 3497 0 0,5 27-2715 0 0,3-1-1728 0 0,-6 16 493 0 0,2-1 1 0 0,1 1-1 0 0,1 1 1 0 0,0-1 0 0 0,0 32-1 0 0,-3 10 45 0 0,-14 25-1743 0 0,22-90 1403 0 0,0 0 0 0 0,0-1 1 0 0,0 1-1 0 0,0 0 1 0 0,-1-1-1 0 0,1 1 0 0 0,0-1 1 0 0,-1 1-1 0 0,1-1 0 0 0,0 1 1 0 0,-1-1-1 0 0,1 1 1 0 0,-1-1-1 0 0,1 1 0 0 0,-1-1 1 0 0,1 1-1 0 0,-1-1 0 0 0,1 0 1 0 0,-1 1-1 0 0,1-1 1 0 0,-1 0-1 0 0,0 0 0 0 0,1 1 1 0 0,-1-1-1 0 0,1 0 1 0 0,-1 0-1 0 0,0 0 0 0 0,1 0 1 0 0,-1 1-1 0 0,0-1 0 0 0,1 0 1 0 0,-1 0-1 0 0,0-1 1 0 0,1 1-1 0 0,-1 0 0 0 0,0 0 1 0 0,1 0-1 0 0,-1 0 0 0 0,1 0 1 0 0,-1-1-1 0 0,0 1 1 0 0,1 0-1 0 0,-1-1 0 0 0,1 1 1 0 0,-2-1-1 0 0,-29-20-1718 0 0,25 16 1642 0 0,0 1 45 0 0,-6-3 500 0 0,1-2 0 0 0,0 1 1 0 0,0-2-1 0 0,-16-17 1 0 0,26 25-32 0 0,1 2-335 0 0,-1 0 1 0 0,1 0-1 0 0,0 0 1 0 0,0 0-1 0 0,-1 0 1 0 0,1 0-1 0 0,0 0 0 0 0,0 0 1 0 0,0 0-1 0 0,-1 0 1 0 0,1 0-1 0 0,0 0 1 0 0,0 0-1 0 0,-1 0 1 0 0,1-1-1 0 0,0 1 1 0 0,0 0-1 0 0,0 0 1 0 0,-1 0-1 0 0,1 0 1 0 0,0 0-1 0 0,0-1 1 0 0,0 1-1 0 0,0 0 1 0 0,0 0-1 0 0,-1 0 1 0 0,1-1-1 0 0,0 1 1 0 0,0 0-1 0 0,0 0 1 0 0,0-1-1 0 0,0 1 1 0 0,0 0-1 0 0,0 0 0 0 0,0 0 1 0 0,0-1-1 0 0,0 1 1 0 0,0 0-1 0 0,0 0 1 0 0,0-1-1 0 0,0 1 1 0 0,0 0-1 0 0,0 0 1 0 0,0-1-1 0 0,0 1 1 0 0,0 0-1 0 0,0 0 1 0 0,0-1-1 0 0,0 1 1 0 0,1 0-1 0 0,-1 0 1 0 0,0 0-1 0 0,0-1 1 0 0,0 1-1 0 0,0 0 1 0 0,0 0-1 0 0,1 0 1 0 0,-1 0-1 0 0,0-1 0 0 0,0 1 1 0 0,0 0-1 0 0,1 0 1 0 0,-1 0-1 0 0,0 0 1 0 0,0 0-1 0 0,0 0 1 0 0,1 0-1 0 0,-1-1 1 0 0,18-12 347 0 0,15 4-1333 0 0,0 1-1 0 0,36-4 1 0 0,-19 3-3662 0 0,-20 4 1786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0:34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14 112 668 0 0,'-14'4'13497'0'0,"94"-1"-12914"0"0,-1-4-1 0 0,102-15 1 0 0,-102 9-398 0 0,312-35 429 0 0,-389 43-601 0 0,0-1 1 0 0,0 0-1 0 0,-1 0 0 0 0,1 0 0 0 0,0 0 0 0 0,0 0 0 0 0,0-1 1 0 0,-1 1-1 0 0,1-1 0 0 0,0 1 0 0 0,0-1 0 0 0,-1 1 0 0 0,1-1 1 0 0,0 0-1 0 0,-1 0 0 0 0,1 0 0 0 0,-1 0 0 0 0,2-1 1 0 0,-3 1-7 0 0,-1 0 0 0 0,1 0 0 0 0,-1 0 0 0 0,1 0 0 0 0,-1 0 0 0 0,0 1 0 0 0,1-1 0 0 0,-1 0 0 0 0,0 0 0 0 0,0 1 1 0 0,1-1-1 0 0,-1 0 0 0 0,0 1 0 0 0,0-1 0 0 0,0 1 0 0 0,0-1 0 0 0,0 1 0 0 0,0-1 0 0 0,0 1 0 0 0,0 0 0 0 0,-1-1 0 0 0,-76-24 201 0 0,77 24-215 0 0,0 1 0 0 0,-1-1 0 0 0,1 1 0 0 0,0-1 0 0 0,0 1 0 0 0,-1 0 0 0 0,1 0 0 0 0,0 0 0 0 0,-1 0 0 0 0,1 0 0 0 0,0 0 0 0 0,-1 0 0 0 0,1 0 0 0 0,0 0 0 0 0,-1 0 0 0 0,1 1 0 0 0,0-1 0 0 0,0 1 0 0 0,-3 0 0 0 0,3 1 2 0 0,0 0 0 0 0,1 0 0 0 0,-1 0 0 0 0,0-1 1 0 0,1 1-1 0 0,0 0 0 0 0,-1 0 0 0 0,1 0 0 0 0,0 0 1 0 0,0 0-1 0 0,0 0 0 0 0,0 0 0 0 0,0 0 0 0 0,1 4 1 0 0,-1 3-25 0 0,0 1 1 0 0,-1 0-1 0 0,0 0 1 0 0,-1 0-1 0 0,0-1 1 0 0,-1 1 0 0 0,0-1-1 0 0,0 0 1 0 0,-1 0-1 0 0,0 0 1 0 0,0 0-1 0 0,-11 14 1 0 0,-32 35-2591 0 0,-6-13-5131 0 0,38-35 4163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0:36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27 516 0 0,'-1'-7'11029'0'0,"-14"42"-10538"0"0,-2 6 205 0 0,1 1-1 0 0,2 0 1 0 0,-13 70 0 0 0,11-9 250 0 0,16-103-896 0 0,0 0-44 0 0,0 1-1 0 0,1-1 0 0 0,-1 0 1 0 0,0 1-1 0 0,0-1 1 0 0,0 0-1 0 0,0 0 1 0 0,1 1-1 0 0,-1-1 0 0 0,0 0 1 0 0,0 0-1 0 0,0 1 1 0 0,1-1-1 0 0,-1 0 1 0 0,0 0-1 0 0,0 0 1 0 0,1 1-1 0 0,-1-1 0 0 0,0 0 1 0 0,1 0-1 0 0,-1 0 1 0 0,0 0-1 0 0,0 0 1 0 0,1 0-1 0 0,-1 1 0 0 0,0-1 1 0 0,1 0-1 0 0,-1 0 1 0 0,0 0-1 0 0,1 0 1 0 0,-1 0-1 0 0,0 0 0 0 0,1 0 1 0 0,-1-1-1 0 0,0 1 1 0 0,1 0-1 0 0,-1 0 1 0 0,0 0-1 0 0,0 0 0 0 0,1 0 1 0 0,-1 0-1 0 0,0 0 1 0 0,1-1-1 0 0,23-13-78 0 0,-1-2-1 0 0,0-1 1 0 0,-1 0-1 0 0,-1-2 1 0 0,36-41-1 0 0,-56 59 46 0 0,1 0 0 0 0,-1-1-1 0 0,1 1 1 0 0,0 0 0 0 0,-1 0-1 0 0,1 0 1 0 0,0 0 0 0 0,0 0-1 0 0,-1 0 1 0 0,1 0-1 0 0,0 1 1 0 0,0-1 0 0 0,0 1-1 0 0,0-1 1 0 0,0 1 0 0 0,0 0-1 0 0,0 0 1 0 0,0 0-1 0 0,0 0 1 0 0,0 0 0 0 0,0 0-1 0 0,0 1 1 0 0,0-1 0 0 0,0 0-1 0 0,0 1 1 0 0,0 0 0 0 0,2 1-1 0 0,6 2-108 0 0,1 1 0 0 0,-1 1-1 0 0,16 12 1 0 0,-3-3-85 0 0,-15-11 182 0 0,0 0 0 0 0,0 0 0 0 0,0 0-1 0 0,1-1 1 0 0,0-1 0 0 0,0 1 0 0 0,0-1 0 0 0,0-1 0 0 0,0 0 0 0 0,0 0-1 0 0,0-1 1 0 0,17-1 0 0 0,-22 0 90 0 0,1 1 0 0 0,-1-1 0 0 0,1-1 0 0 0,-1 1 0 0 0,0-1-1 0 0,0 1 1 0 0,1-1 0 0 0,-1 0 0 0 0,-1-1 0 0 0,1 1 0 0 0,0-1 0 0 0,0 0 0 0 0,-1 1-1 0 0,0-2 1 0 0,0 1 0 0 0,1 0 0 0 0,-2-1 0 0 0,1 1 0 0 0,0-1 0 0 0,-1 0 0 0 0,0 0-1 0 0,0 0 1 0 0,0 0 0 0 0,0 0 0 0 0,0 0 0 0 0,-1-1 0 0 0,1-4 0 0 0,0 0 95 0 0,-1-1 0 0 0,1 1 0 0 0,-2-1 0 0 0,0 1 0 0 0,0-1 0 0 0,0 0 0 0 0,-1 1 0 0 0,-1-1 0 0 0,-3-14 0 0 0,-4-3 120 0 0,-22-48 0 0 0,19 50-477 0 0,12 24-316 0 0,-5 28-9248 0 0,4-22 6181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0:37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0 944 0 0,'0'0'6369'0'0,"-15"26"-4348"0"0,3-10-1252 0 0,1 0 0 0 0,1 0 0 0 0,0 1 1 0 0,1 1-1 0 0,-13 35 0 0 0,21-51-756 0 0,1 1-1 0 0,-1-1 1 0 0,1 0 0 0 0,-1 0-1 0 0,1 0 1 0 0,0 0-1 0 0,0 1 1 0 0,0-1 0 0 0,0 0-1 0 0,0 0 1 0 0,1 0-1 0 0,-1 1 1 0 0,0-1-1 0 0,1 0 1 0 0,0 0 0 0 0,0 0-1 0 0,-1 0 1 0 0,1 0-1 0 0,0 0 1 0 0,1 0 0 0 0,-1 0-1 0 0,0 0 1 0 0,0-1-1 0 0,1 1 1 0 0,-1 0-1 0 0,1-1 1 0 0,0 1 0 0 0,-1-1-1 0 0,1 0 1 0 0,0 1-1 0 0,0-1 1 0 0,0 0 0 0 0,0 0-1 0 0,2 1 1 0 0,-1-1-264 0 0,-1 0 1 0 0,1-1 0 0 0,0 1-1 0 0,0 0 1 0 0,0-1-1 0 0,0 0 1 0 0,0 0 0 0 0,0 0-1 0 0,0 0 1 0 0,5-1 0 0 0,-5 0-231 0 0,-1 1 0 0 0,1-1 0 0 0,-1 0 0 0 0,1 0 0 0 0,-1 0 0 0 0,1 0 1 0 0,-1-1-1 0 0,0 1 0 0 0,1 0 0 0 0,-1-1 0 0 0,0 0 0 0 0,3-3 0 0 0,3-4-2547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0:37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57 812 0 0,'-47'-55'12728'0'0,"46"54"-12155"0"0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0:37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0 692 0 0,'0'0'11052'0'0,"5"16"-10064"0"0,-3 9-685 0 0,-2 1 0 0 0,0-1-1 0 0,-2 0 1 0 0,-1 0 0 0 0,0 0 0 0 0,-10 30 0 0 0,12-33-121 0 0,0-22-166 0 0,1 0 0 0 0,0 1-1 0 0,0-1 1 0 0,0 1 0 0 0,0-1 0 0 0,0 0 0 0 0,0 1 0 0 0,0-1 0 0 0,0 1 0 0 0,0-1 0 0 0,0 1 0 0 0,0-1 0 0 0,0 0 0 0 0,0 1 0 0 0,0-1 0 0 0,0 1 0 0 0,0-1 0 0 0,0 0-1 0 0,0 1 1 0 0,1-1 0 0 0,-1 1 0 0 0,0-1 0 0 0,0 0 0 0 0,0 1 0 0 0,1-1 0 0 0,-1 0 0 0 0,0 1 0 0 0,1-1 0 0 0,-1 0 0 0 0,0 1 0 0 0,1-1 0 0 0,-1 0 0 0 0,0 0 0 0 0,1 0 0 0 0,-1 1-1 0 0,220-188 157 0 0,-189 177-284 0 0,-51 35 153 0 0,14-19 32 0 0,0 1 0 0 0,0 0 0 0 0,1 0 0 0 0,0 1 0 0 0,0 0 0 0 0,0 0 0 0 0,1 0 0 0 0,-6 17 0 0 0,11-21-69 0 0,0 0 0 0 0,0 1 0 0 0,0-1 0 0 0,0 0 0 0 0,1 0-1 0 0,0 0 1 0 0,0 0 0 0 0,0 0 0 0 0,0 0 0 0 0,0 0-1 0 0,1-1 1 0 0,-1 1 0 0 0,1-1 0 0 0,0 0 0 0 0,0 0-1 0 0,1 0 1 0 0,-1 0 0 0 0,1 0 0 0 0,-1-1 0 0 0,1 1-1 0 0,0-1 1 0 0,0 0 0 0 0,8 2 0 0 0,47 18-2447 0 0,-5-11-4654 0 0,-27-9 3204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0:41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394 267 100 0 0,'10'-15'3041'0'0,"-4"-2"4796"0"0,-6 16-7555 0 0,0 1-1 0 0,-1-1 1 0 0,1 0 0 0 0,0 1-1 0 0,0-1 1 0 0,-1 0 0 0 0,1 1 0 0 0,-1-1-1 0 0,1 0 1 0 0,0 1 0 0 0,-1-1-1 0 0,1 1 1 0 0,-1-1 0 0 0,1 1-1 0 0,-1-1 1 0 0,0 1 0 0 0,1-1-1 0 0,-1 1 1 0 0,1 0 0 0 0,-1-1-1 0 0,0 1 1 0 0,-17-6-288 0 0,10 5 57 0 0,-1 0 0 0 0,0 0 1 0 0,0 1-1 0 0,1 0 0 0 0,-1 1 0 0 0,0 0 0 0 0,0 0 1 0 0,1 1-1 0 0,-1 0 0 0 0,-10 4 0 0 0,-13 7 24 0 0,-39 20 0 0 0,38-17-27 0 0,27-13-44 0 0,-7 2-1 0 0,0 1-1 0 0,1 0 0 0 0,0 1 0 0 0,0 0 1 0 0,0 1-1 0 0,1 1 0 0 0,1-1 1 0 0,-14 15-1 0 0,23-22-5 0 0,-1 1 0 0 0,1 0 0 0 0,0-1 0 0 0,-1 1 0 0 0,1 0 0 0 0,0 0 0 0 0,0 0 0 0 0,0 0 0 0 0,1 0 0 0 0,-1 0 0 0 0,0 0 0 0 0,1 1 0 0 0,-1-1 0 0 0,1 0 1 0 0,0 0-1 0 0,-1 1 0 0 0,1 2 0 0 0,1-3-4 0 0,-1-1 1 0 0,1 1-1 0 0,-1-1 1 0 0,1 1 0 0 0,0-1-1 0 0,0 1 1 0 0,-1-1-1 0 0,1 0 1 0 0,0 1 0 0 0,0-1-1 0 0,0 0 1 0 0,1 0-1 0 0,-1 0 1 0 0,0 1 0 0 0,0-1-1 0 0,1 0 1 0 0,-1-1-1 0 0,2 2 1 0 0,1 0-6 0 0,0 0 1 0 0,1 0-1 0 0,-1 0 1 0 0,1-1-1 0 0,0 0 1 0 0,-1 0-1 0 0,1 0 1 0 0,0 0-1 0 0,-1-1 1 0 0,1 1-1 0 0,0-1 1 0 0,5-1-1 0 0,5-3-6 0 0,1-1-1 0 0,-1-1 1 0 0,0 0-1 0 0,0-1 1 0 0,23-15-1 0 0,8-3 19 0 0,-42 24-28 0 0,0-1 0 0 0,-1 1 0 0 0,1 0-1 0 0,0 0 1 0 0,-1 1 0 0 0,1-1 0 0 0,0 1 0 0 0,0 0 0 0 0,0 0 0 0 0,0 0-1 0 0,-1 0 1 0 0,1 1 0 0 0,0-1 0 0 0,6 3 0 0 0,34 2-21 0 0,-20-7 33 0 0,-1-2 0 0 0,1 0-1 0 0,-1-2 1 0 0,1 0 0 0 0,-2-1 0 0 0,30-15-1 0 0,-44 20-187 0 0,0-1 1 0 0,0 1-1 0 0,0 1 0 0 0,1-1 0 0 0,-1 1 0 0 0,0 1 1 0 0,1 0-1 0 0,-1 0 0 0 0,1 0 0 0 0,-1 1 0 0 0,0 0 1 0 0,13 4-1 0 0,27 2-1473 0 0,-24-8 564 0 0,0 0 0 0 0,40-8 0 0 0,-15 2 707 0 0,-46 6 413 0 0,20 1 1234 0 0,-23 0-1212 0 0,1 1-1 0 0,-1-1 1 0 0,1 0-1 0 0,-1 0 1 0 0,1 1-1 0 0,-1-1 1 0 0,1 0-1 0 0,-1 1 1 0 0,1-1-1 0 0,-1 0 1 0 0,1 1-1 0 0,-1-1 1 0 0,1 1-1 0 0,-1-1 1 0 0,0 0-1 0 0,1 1 1 0 0,-1-1-1 0 0,0 1 1 0 0,0 0-1 0 0,1-1 1 0 0,-1 1-1 0 0,0-1 1 0 0,0 1-1 0 0,0-1 1 0 0,1 1-1 0 0,-1-1 1 0 0,0 1-1 0 0,0 0 1 0 0,0-1-1 0 0,0 1 1 0 0,0 0-1 0 0,0 1 75 0 0,0 1-65 0 0,0-1 1 0 0,0 1 0 0 0,0-1 0 0 0,1 1-1 0 0,-1-1 1 0 0,1 1 0 0 0,0-1-1 0 0,0 1 1 0 0,0-1 0 0 0,0 0 0 0 0,0 0-1 0 0,0 1 1 0 0,1-1 0 0 0,1 2-1 0 0,-2-3-22 0 0,1 0-1 0 0,0 0 1 0 0,0 0-1 0 0,0 0 1 0 0,-1 0-1 0 0,1 0 1 0 0,0-1-1 0 0,0 1 1 0 0,0-1-1 0 0,1 1 1 0 0,-1-1-1 0 0,0 0 1 0 0,0 0-1 0 0,0 0 1 0 0,0 0-1 0 0,0 0 1 0 0,0 0-1 0 0,0-1 1 0 0,0 1-1 0 0,0 0 1 0 0,0-1-1 0 0,0 0 1 0 0,0 0-1 0 0,0 1 1 0 0,0-1-1 0 0,0 0 1 0 0,-1-1-1 0 0,1 1 1 0 0,0 0-1 0 0,-1 0 1 0 0,3-2-1 0 0,4-4 11 0 0,-1 0 0 0 0,1 0 1 0 0,-1 0-1 0 0,0-1 0 0 0,6-9 0 0 0,-2-1 69 0 0,-1 0-1 0 0,0 0 1 0 0,-2-1 0 0 0,0 0-1 0 0,-1-1 1 0 0,-1 1-1 0 0,0-1 1 0 0,3-33 0 0 0,-7 35 1213 0 0,-1 0 0 0 0,-1-35 0 0 0,-1 50-879 0 0,2-3 36 0 0,-1 4-241 0 0,0 6 1139 0 0,-3 20-1265 0 0,2 1-1 0 0,0 0 1 0 0,2 0 0 0 0,1 0 0 0 0,1 0-1 0 0,0-1 1 0 0,12 36 0 0 0,11 18-975 0 0,3 8-2395 0 0,-10-28-5291 0 0,-16-42 4241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0:42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26 464 0 0,'7'7'17484'0'0,"2"-12"-17370"0"0,0 0 0 0 0,1 1-1 0 0,0 0 1 0 0,0 0 0 0 0,16-3-1 0 0,-23 6-98 0 0,1 0-1 0 0,0 1 1 0 0,-1-1-1 0 0,1 0 1 0 0,0 1-1 0 0,-1 0 0 0 0,1 0 1 0 0,0 0-1 0 0,-1 1 1 0 0,1-1-1 0 0,0 1 1 0 0,-1 0-1 0 0,1 0 1 0 0,0 0-1 0 0,-1 0 0 0 0,0 1 1 0 0,1 0-1 0 0,-1-1 1 0 0,0 1-1 0 0,5 3 1 0 0,-6-2-14 0 0,-1-1 1 0 0,1 1 0 0 0,0-1 0 0 0,0 1-1 0 0,-1 0 1 0 0,0 0 0 0 0,1-1 0 0 0,-1 1-1 0 0,0 0 1 0 0,-1 0 0 0 0,1 0 0 0 0,0 0-1 0 0,-1 1 1 0 0,0-1 0 0 0,0 0 0 0 0,0 0-1 0 0,0 0 1 0 0,0 0 0 0 0,0 0 0 0 0,-1 0-1 0 0,-1 6 1 0 0,-2 7-18 0 0,-2-1-1 0 0,0 1 1 0 0,-8 15 0 0 0,-2 6-53 0 0,14-33 43 0 0,1 1 0 0 0,-1-1 0 0 0,1 1 0 0 0,0 0 0 0 0,0 0 0 0 0,0 0 0 0 0,1 0 0 0 0,0-1 0 0 0,0 1 0 0 0,0 0 0 0 0,0 0 0 0 0,1 0-1 0 0,0 0 1 0 0,1 5 0 0 0,2-2-24 0 0,0 0-1 0 0,1 0 0 0 0,0 0 0 0 0,0-1 0 0 0,1 0 0 0 0,9 11 0 0 0,9 9-103 0 0,-24-25 160 0 0,-1 0 1 0 0,0 1-1 0 0,1-1 1 0 0,-1 0-1 0 0,0 0 1 0 0,0 0-1 0 0,-1 0 1 0 0,1 0-1 0 0,0 0 1 0 0,-1 0-1 0 0,1 0 1 0 0,-1 0-1 0 0,0-1 1 0 0,1 1-1 0 0,-5 2 1 0 0,-19 12 19 0 0,-1-2 0 0 0,0 0 1 0 0,-1-1-1 0 0,-1-2 0 0 0,-39 11 0 0 0,45-14-463 0 0,15-5-399 0 0,-1-1 0 0 0,1 1-1 0 0,0-1 1 0 0,-1 0 0 0 0,-10 1 0 0 0,13-20-9100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0:42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76 0 0,'0'0'1232'0'0,"16"1"1928"0"0,0-1 2417 0 0,-9-6-5533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0:48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541 103 224 0 0,'-5'-45'8335'0'0,"3"41"-8149"0"0,0 0 0 0 0,0 1 1 0 0,0-1-1 0 0,0 1 1 0 0,-1 0-1 0 0,0 0 0 0 0,1 0 1 0 0,-1 0-1 0 0,0 0 0 0 0,0 1 1 0 0,0-1-1 0 0,-1 1 0 0 0,1-1 1 0 0,-1 1-1 0 0,1 1 0 0 0,-1-1 1 0 0,1 0-1 0 0,-9-1 0 0 0,4 1-75 0 0,0 1-1 0 0,1 0 1 0 0,-1 1-1 0 0,0-1 1 0 0,0 2-1 0 0,0-1 1 0 0,0 1-1 0 0,0 0 1 0 0,-10 3-1 0 0,-4 3-9 0 0,0 1 1 0 0,1 1-1 0 0,0 0 0 0 0,0 2 0 0 0,1 0 0 0 0,-19 15 1 0 0,12-8 43 0 0,2 1 0 0 0,0 2 1 0 0,1 0-1 0 0,2 2 0 0 0,-22 26 1 0 0,38-41-115 0 0,0 0 0 0 0,1 0 1 0 0,0 0-1 0 0,0 1 0 0 0,1 0 1 0 0,0-1-1 0 0,1 2 0 0 0,0-1 0 0 0,0 0 1 0 0,1 0-1 0 0,0 1 0 0 0,1 0 1 0 0,0-1-1 0 0,0 1 0 0 0,1 0 1 0 0,1-1-1 0 0,-1 1 0 0 0,2-1 0 0 0,-1 1 1 0 0,6 18-1 0 0,-1-12-22 0 0,1-1 0 0 0,0 0 0 0 0,1 0 0 0 0,1-1 0 0 0,0 0 0 0 0,1 0 0 0 0,0-1 0 0 0,2 0 0 0 0,-1-1 0 0 0,1 0 0 0 0,1-1 0 0 0,0 0 0 0 0,0-1 0 0 0,1-1 0 0 0,1 0 0 0 0,-1-1 0 0 0,1 0 0 0 0,1-2 0 0 0,29 10 0 0 0,-29-11-477 0 0,0-2 0 0 0,1 0 0 0 0,-1 0 0 0 0,1-2 0 0 0,22 0 1 0 0,-25-2-527 0 0,1-1 1 0 0,-1 0-1 0 0,1 0 1 0 0,-1-2-1 0 0,0 0 1 0 0,19-7 0 0 0,-8-1-2304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0:48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68 256 0 0,'-4'-28'4750'0'0,"3"18"85"0"0,10 18-2492 0 0,10 23-1605 0 0,18 42-232 0 0,-21-40-223 0 0,2 0 1 0 0,29 40-1 0 0,-9-18-2352 0 0,-36-53 1904 0 0,-1 0-240 0 0,2-5-1150 0 0,0-1 1382 0 0,0 0 1 0 0,1 0 0 0 0,-1-1-1 0 0,-1 0 1 0 0,1 1 0 0 0,-1-1-1 0 0,0 0 1 0 0,0 0 0 0 0,0 0-1 0 0,-1 0 1 0 0,0 0 0 0 0,0-1-1 0 0,0 1 1 0 0,0 0 0 0 0,-1-8-1 0 0,0-17-218 0 0,-5-47-1 0 0,1 33 792 0 0,-9-37 2867 0 0,13 79-2833 0 0,0 0 163 0 0,-3-12 682 0 0,3 14-1252 0 0,0 0 0 0 0,0 0-1 0 0,0 0 1 0 0,0 0 0 0 0,0 0-1 0 0,0 0 1 0 0,0 0 0 0 0,0 0-1 0 0,-1 0 1 0 0,1 0 0 0 0,0 0-1 0 0,0 0 1 0 0,0 0 0 0 0,0 0-1 0 0,0 0 1 0 0,0 0 0 0 0,0 0-1 0 0,0 0 1 0 0,-1 0 0 0 0,1 0-1 0 0,0 0 1 0 0,0 0 0 0 0,0 0 0 0 0,0 0-1 0 0,0 0 1 0 0,0 0 0 0 0,0 0-1 0 0,0 0 1 0 0,0-1 0 0 0,0 1-1 0 0,0 0 1 0 0,0 0 0 0 0,-1 0-1 0 0,1 0 1 0 0,0 0 0 0 0,0 0-1 0 0,0 0 1 0 0,0 0 0 0 0,-15 119 426 0 0,-6 31-40 0 0,17-131-423 0 0,-1 0-1 0 0,-1 0 1 0 0,0-1 0 0 0,-1 1 0 0 0,-17 27-1 0 0,23-43-40 0 0,-1 0-1 0 0,0 0 0 0 0,0 0 0 0 0,0 0 1 0 0,-1-1-1 0 0,1 1 0 0 0,0-1 1 0 0,-1 0-1 0 0,0 1 0 0 0,0-1 1 0 0,1 0-1 0 0,-1-1 0 0 0,-1 1 0 0 0,1 0 1 0 0,0-1-1 0 0,0 0 0 0 0,0 0 1 0 0,-7 2-1 0 0,8-3 21 0 0,-1 0 0 0 0,1 0 1 0 0,0-1-1 0 0,0 1 0 0 0,-1-1 1 0 0,1 1-1 0 0,0-1 0 0 0,0 0 0 0 0,0 0 1 0 0,0 0-1 0 0,0 0 0 0 0,0 0 1 0 0,0 0-1 0 0,0-1 0 0 0,0 1 0 0 0,1-1 1 0 0,-1 1-1 0 0,0-1 0 0 0,1 1 0 0 0,0-1 1 0 0,-1 0-1 0 0,1 0 0 0 0,0 0 1 0 0,0 0-1 0 0,0 0 0 0 0,0 0 0 0 0,0 0 1 0 0,0 0-1 0 0,0 0 0 0 0,0-4 0 0 0,0 3 12 0 0,0 0-1 0 0,1 0 0 0 0,-1 0 1 0 0,1 0-1 0 0,-1 0 0 0 0,1 0 1 0 0,0 0-1 0 0,0 0 0 0 0,0 0 0 0 0,0 0 1 0 0,1 0-1 0 0,-1 0 0 0 0,1 0 1 0 0,0 0-1 0 0,0 0 0 0 0,0 0 1 0 0,0 0-1 0 0,1 0 0 0 0,1-3 1 0 0,1 1-28 0 0,0 0 0 0 0,0 0 0 0 0,1 1 0 0 0,-1 0 0 0 0,1 0 0 0 0,0 0 0 0 0,0 0 0 0 0,0 1 0 0 0,7-4 0 0 0,6-2-1148 0 0,1 2-1 0 0,0 0 1 0 0,0 0-1 0 0,0 2 1 0 0,24-3-1 0 0,-17 3-1278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0:49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13 130 360 0 0,'0'0'7417'0'0,"-9"0"-6511"0"0,6 0-524 0 0,6 1 1926 0 0,138 6-1046 0 0,191-15-1 0 0,-112 0-935 0 0,40 1 124 0 0,-259 7-418 0 0,19 0 766 0 0,-88-21-1663 0 0,54 18 565 0 0,1 0 0 0 0,0-1 0 0 0,0 0 1 0 0,1-1-1 0 0,-1 0 0 0 0,1-1 0 0 0,0-1 1 0 0,0 0-1 0 0,-20-16 0 0 0,31 22 258 0 0,1-2 12 0 0,4-15-19 0 0,-3 18 56 0 0,0-1 0 0 0,0 0-1 0 0,0 1 1 0 0,0 0-1 0 0,0-1 1 0 0,1 1-1 0 0,-1 0 1 0 0,0-1-1 0 0,0 1 1 0 0,1 0 0 0 0,-1 0-1 0 0,0 0 1 0 0,0 0-1 0 0,1 0 1 0 0,-1 0-1 0 0,0 0 1 0 0,0 1 0 0 0,0-1-1 0 0,2 1 1 0 0,3 0 30 0 0,1 1 1 0 0,-1-1-1 0 0,0 1 1 0 0,0 1-1 0 0,0-1 1 0 0,0 1-1 0 0,-1 0 1 0 0,1 1-1 0 0,-1-1 1 0 0,0 1-1 0 0,0 0 1 0 0,0 0-1 0 0,0 1 1 0 0,-1-1-1 0 0,0 1 1 0 0,0 0-1 0 0,0 0 1 0 0,6 10-1 0 0,-8-10 7 0 0,0 0-1 0 0,0 0 0 0 0,0-1 1 0 0,-1 1-1 0 0,0 0 1 0 0,0 0-1 0 0,0 1 0 0 0,0-1 1 0 0,-1 0-1 0 0,0 0 0 0 0,0 0 1 0 0,0 0-1 0 0,-1 1 0 0 0,1-1 1 0 0,-1 0-1 0 0,-1 0 1 0 0,1 0-1 0 0,-1 0 0 0 0,1-1 1 0 0,-2 1-1 0 0,1 0 0 0 0,0-1 1 0 0,-1 1-1 0 0,-5 6 1 0 0,0-1-51 0 0,-1 0 0 0 0,0 0 0 0 0,0-1 0 0 0,-1-1 1 0 0,-1 1-1 0 0,-21 12 0 0 0,25-17-1069 0 0,-1 1 1 0 0,-1-2-1 0 0,1 1 0 0 0,0-1 0 0 0,-1-1 0 0 0,-13 3 1 0 0,5-2-2226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0:52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85 404 0 0,'0'-5'7468'0'0,"-3"11"-3199"0"0,-8 31-2101 0 0,-14 53-2522 0 0,19-70 503 0 0,1 0 1 0 0,2 1 0 0 0,-1-1 0 0 0,2 1-1 0 0,1-1 1 0 0,1 27 0 0 0,1-45-109 0 0,8 17 182 0 0,-6-19-219 0 0,0-1 0 0 0,0 1 0 0 0,0 0 0 0 0,0-1 0 0 0,0 0 0 0 0,0 1-1 0 0,0-1 1 0 0,0 0 0 0 0,-1-1 0 0 0,1 1 0 0 0,0 0 0 0 0,-1-1 0 0 0,1 1 0 0 0,3-4-1 0 0,45-37-122 0 0,-22 18-9 0 0,-25 20 88 0 0,-1 1-1 0 0,1 0 1 0 0,0 0-1 0 0,0 0 1 0 0,0 1 0 0 0,0-1-1 0 0,0 1 1 0 0,0 0-1 0 0,1 0 1 0 0,-1 0 0 0 0,1 1-1 0 0,-1 0 1 0 0,1 0-1 0 0,0 0 1 0 0,0 0-1 0 0,-1 1 1 0 0,1 0 0 0 0,0-1-1 0 0,0 2 1 0 0,0-1-1 0 0,-1 1 1 0 0,10 2 0 0 0,3 1-49 0 0,-1 0-1 0 0,1-1 1 0 0,0 0 0 0 0,0-2 0 0 0,0 0 0 0 0,0-1 0 0 0,31-3 0 0 0,-41 1 125 0 0,1 1-1 0 0,-1-1 1 0 0,1 0 0 0 0,-1 0 0 0 0,0-1-1 0 0,0 0 1 0 0,0 0 0 0 0,0-1 0 0 0,-1 0-1 0 0,1 0 1 0 0,-1 0 0 0 0,0-1-1 0 0,0 0 1 0 0,-1 0 0 0 0,1-1 0 0 0,-1 0-1 0 0,0 0 1 0 0,-1 0 0 0 0,8-12 0 0 0,-9 10 50 0 0,0 1 0 0 0,-1-1 0 0 0,1 1 0 0 0,-1-1 1 0 0,-1 0-1 0 0,0 0 0 0 0,0 0 0 0 0,0 0 1 0 0,-1 0-1 0 0,0 0 0 0 0,-1 0 0 0 0,0 0 0 0 0,0 1 1 0 0,-1-1-1 0 0,0 0 0 0 0,0 0 0 0 0,-1 1 0 0 0,1-1 1 0 0,-2 1-1 0 0,1 0 0 0 0,-1 0 0 0 0,0 0 1 0 0,-1 0-1 0 0,1 1 0 0 0,-9-9 0 0 0,12 15-188 0 0,1-1-1 0 0,-1 0 1 0 0,0 1 0 0 0,0-1-1 0 0,1 1 1 0 0,-1-1 0 0 0,0 1-1 0 0,0-1 1 0 0,0 1 0 0 0,0-1-1 0 0,0 1 1 0 0,0 0-1 0 0,0-1 1 0 0,1 1 0 0 0,-1 0-1 0 0,0 0 1 0 0,0 0 0 0 0,0 0-1 0 0,0 0 1 0 0,0 0 0 0 0,0 0-1 0 0,0 0 1 0 0,0 0-1 0 0,0 0 1 0 0,0 1 0 0 0,0-1-1 0 0,0 0 1 0 0,0 1 0 0 0,0-1-1 0 0,1 1 1 0 0,-1-1 0 0 0,0 1-1 0 0,0-1 1 0 0,0 1-1 0 0,1-1 1 0 0,-1 1 0 0 0,-1 1-1 0 0,2-1-212 0 0,-1-1 0 0 0,0 1 0 0 0,1 0 1 0 0,-1 0-1 0 0,1 0 0 0 0,-1 0 0 0 0,1 0 0 0 0,0 0 0 0 0,0 0 0 0 0,-1 0 0 0 0,1 0 0 0 0,0 0 0 0 0,0 0 0 0 0,0 0 0 0 0,0 0 0 0 0,0 0 0 0 0,0 0 0 0 0,0 0 0 0 0,0 0 0 0 0,0 0 0 0 0,1 2 0 0 0,2 7-2818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0:52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0 276 0 0,'0'0'11721'0'0,"-3"37"-11028"0"0,-2-10-487 0 0,0-1 18 0 0,-1-1-1 0 0,-14 40 1 0 0,-3 15 200 0 0,23-79-318 0 0,-3 5-76 0 0,3-4-8 0 0,3-4 100 0 0,134-124-142 0 0,-136 125 37 0 0,-3 9-62 0 0,1 0-1 0 0,0 0 1 0 0,0 1 0 0 0,1-1-1 0 0,0 0 1 0 0,1 0 0 0 0,-1 0-1 0 0,2 1 1 0 0,-1-1 0 0 0,6 15-1 0 0,13-1-1663 0 0,-2-11-4556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0:53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 0 1260 0 0,'0'0'1212'0'0,"17"13"3831"0"0,-11-3-4712 0 0,0 1 0 0 0,-1 0 0 0 0,0 0 0 0 0,0 0 0 0 0,-1 1 0 0 0,-1 0 0 0 0,0-1 0 0 0,0 1 0 0 0,-1 0 0 0 0,-1 1 0 0 0,0 19 0 0 0,-1-15-160 0 0,-1 0 0 0 0,-1 1-1 0 0,0-1 1 0 0,-1-1 0 0 0,-1 1-1 0 0,-1 0 1 0 0,-12 29 0 0 0,10-32-33 0 0,1-1 1 0 0,-2 0 0 0 0,1-1 0 0 0,-2 1 0 0 0,0-1 0 0 0,0-1-1 0 0,-1 0 1 0 0,0 0 0 0 0,-1-1 0 0 0,-1 0 0 0 0,1-1 0 0 0,-1 0-1 0 0,-1-1 1 0 0,0 0 0 0 0,0-1 0 0 0,-16 6 0 0 0,27-12-98 0 0,0-1 1 0 0,1 1 0 0 0,-1-1-1 0 0,0 1 1 0 0,0-1 0 0 0,0 0-1 0 0,0 1 1 0 0,0-1 0 0 0,0 0-1 0 0,0 0 1 0 0,0-1 0 0 0,1 1-1 0 0,-1 0 1 0 0,0 0 0 0 0,0-1-1 0 0,0 0 1 0 0,0 1 0 0 0,0-1-1 0 0,1 0 1 0 0,-1 0 0 0 0,0 0-1 0 0,1 0 1 0 0,-1 0 0 0 0,0 0-1 0 0,1 0 1 0 0,-1 0 0 0 0,1-1-1 0 0,0 1 1 0 0,0-1 0 0 0,-1 1-1 0 0,1-1 1 0 0,0 1 0 0 0,0-1-1 0 0,0 0 1 0 0,0 1-1 0 0,1-1 1 0 0,-1 0 0 0 0,0 0-1 0 0,1 0 1 0 0,-1-2 0 0 0,0-1-86 0 0,0 0 1 0 0,0 0 0 0 0,0-1-1 0 0,1 1 1 0 0,-1 0 0 0 0,1 0-1 0 0,1-1 1 0 0,-1 1-1 0 0,1 0 1 0 0,0 0 0 0 0,0 0-1 0 0,0 0 1 0 0,4-9-1 0 0,41-65-4529 0 0,-28 48-1362 0 0,-9 16 2670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0:53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22 360 0 0,'0'0'3164'0'0,"-5"-12"1437"0"0,1 2-1441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1:01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26 16 0 0,'-42'-23'7491'0'0,"63"21"-3338"0"0,130 5-3950 0 0,24 4-18 0 0,308 8 233 0 0,-412-14-225 0 0,-68-2-91 0 0,13 2 345 0 0,-8-2-386 0 0,-11-1-1166 0 0,-27-2-428 0 0,-1 1 0 0 0,-35 1 1 0 0,28 1-1144 0 0,-4-2-74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1:02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6 232 0 0,'0'0'3602'0'0,"5"1"-3000"0"0,31 4 192 0 0,1-2-1 0 0,0-2 1 0 0,52-4-1 0 0,-21 1-136 0 0,137 0 987 0 0,188-6 1394 0 0,-329 8-1606 0 0,-62 0-1494 0 0,-10 2-4868 0 0,-29 6 1374 0 0,6-7 271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1:19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28 348 0 0,'0'0'9008'0'0,"16"-2"-8785"0"0,284-11 602 0 0,-207 12-683 0 0,-45 1 228 0 0,49-6 0 0 0,-65 11 2613 0 0,-43-5-3415 0 0,-46-3-2275 0 0,19-1-2821 0 0,20 1 2374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1:20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52 0 0,'0'0'7647'0'0,"3"1"-7391"0"0,11 4 25 0 0,-1 0 1 0 0,1-1 0 0 0,-1-1 0 0 0,1-1-1 0 0,0 0 1 0 0,0 0 0 0 0,18-1 0 0 0,112-8 485 0 0,-75 2-500 0 0,311 1 1309 0 0,-367 5 615 0 0,-6 0-4097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1:23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62 628 0 0,'0'0'9164'0'0,"3"-3"-9105"0"0,4-2-32 0 0,1 0 1 0 0,-1 1-1 0 0,1 0 0 0 0,0 1 1 0 0,0-1-1 0 0,0 1 1 0 0,0 1-1 0 0,0 0 0 0 0,12-2 1 0 0,94-9 144 0 0,-47 7-108 0 0,-7 3-34 0 0,-42 4-14 0 0,-17-1 31 0 0,20-1 32 0 0,-226 32-3254 0 0,124-16 2865 0 0,79-15 378 0 0,-13 1 899 0 0,17 0-17 0 0,32 1-277 0 0,-34-2-666 0 0,40 0 581 0 0,-1-1 0 0 0,1-1 0 0 0,75-16 0 0 0,-113 17-67 0 0,3 1 98 0 0,1 0-1999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1:29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406 95 352 0 0,'7'-36'4922'0'0,"-6"29"-4247"0"0,-4-27 2011 0 0,3 33-2648 0 0,0 0 0 0 0,-1 0 1 0 0,1 0-1 0 0,-1 0 0 0 0,0 0 0 0 0,1 0 0 0 0,-1 0 1 0 0,0 0-1 0 0,0 0 0 0 0,1 0 0 0 0,-1 1 1 0 0,0-1-1 0 0,0 0 0 0 0,0 0 0 0 0,0 1 0 0 0,0-1 1 0 0,0 1-1 0 0,0-1 0 0 0,0 1 0 0 0,0-1 1 0 0,-1 1-1 0 0,1 0 0 0 0,0 0 0 0 0,0-1 0 0 0,0 1 1 0 0,0 0-1 0 0,0 0 0 0 0,-1 0 0 0 0,1 0 1 0 0,0 0-1 0 0,0 0 0 0 0,-2 1 0 0 0,-29 2 91 0 0,-1 1 0 0 0,1 2 0 0 0,-1 1 0 0 0,2 1 1 0 0,-1 2-1 0 0,-46 21 0 0 0,77-31-131 0 0,1 0 0 0 0,-1 0-1 0 0,0 1 1 0 0,0-1 0 0 0,0 0 0 0 0,1 1 0 0 0,-1-1 0 0 0,0 0 0 0 0,0 1 0 0 0,1-1 0 0 0,-1 1 0 0 0,0-1 0 0 0,1 1 0 0 0,-1-1 0 0 0,0 1 0 0 0,1 0-1 0 0,-1-1 1 0 0,1 1 0 0 0,-1 0 0 0 0,1 0 0 0 0,-1-1 0 0 0,1 1 0 0 0,0 0 0 0 0,-1 0 0 0 0,1-1 0 0 0,0 1 0 0 0,0 0 0 0 0,0 0 0 0 0,-1 0 0 0 0,1 0 0 0 0,0-1-1 0 0,0 1 1 0 0,0 0 0 0 0,0 0 0 0 0,0 0 0 0 0,1 0 0 0 0,-1 0 0 0 0,0-1 0 0 0,0 1 0 0 0,0 0 0 0 0,1 0 0 0 0,-1 0 0 0 0,1-1 0 0 0,-1 1 0 0 0,0 0 0 0 0,1 0-1 0 0,-1-1 1 0 0,1 1 0 0 0,-1 0 0 0 0,1-1 0 0 0,0 1 0 0 0,-1-1 0 0 0,1 1 0 0 0,0-1 0 0 0,-1 1 0 0 0,1-1 0 0 0,0 1 0 0 0,1-1 0 0 0,50 25-34 0 0,-47-24 34 0 0,120 35-161 0 0,6 2-244 0 0,-116-32 269 0 0,0 0 0 0 0,0 1 1 0 0,-1 0-1 0 0,0 1 0 0 0,-1 1 1 0 0,16 12-1 0 0,-27-19 108 0 0,1 0-1 0 0,-1 0 1 0 0,0 0-1 0 0,0 0 1 0 0,0 0 0 0 0,0 0-1 0 0,0 1 1 0 0,0-1-1 0 0,-1 1 1 0 0,1-1-1 0 0,-1 1 1 0 0,0 0 0 0 0,1 0-1 0 0,-1-1 1 0 0,-1 1-1 0 0,1 0 1 0 0,0 0-1 0 0,-1 0 1 0 0,1 0 0 0 0,-1 0-1 0 0,0 4 1 0 0,-1-3 6 0 0,0-1 1 0 0,0 1-1 0 0,0-1 1 0 0,-1 1-1 0 0,0-1 1 0 0,1 0-1 0 0,-1 1 1 0 0,0-1-1 0 0,0 0 1 0 0,-1 0 0 0 0,1 0-1 0 0,-1-1 1 0 0,1 1-1 0 0,-6 3 1 0 0,-7 5 20 0 0,0-1 1 0 0,-1 0-1 0 0,0-1 1 0 0,-1-1 0 0 0,-24 9-1 0 0,11-7 174 0 0,0-1-1 0 0,0-1 1 0 0,-1-1 0 0 0,-35 2-1 0 0,-143-3 981 0 0,208-6-1147 0 0,-1 0-240 0 0,-7 2-951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1:29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81 252 0 0,'0'0'8187'0'0,"5"-4"-7745"0"0,8-3-191 0 0,0 1-1 0 0,1 0 0 0 0,0 1 1 0 0,0 0-1 0 0,20-3 0 0 0,85-12 686 0 0,-84 15-753 0 0,-26 3-168 0 0,89-9 172 0 0,-88 10-667 0 0,0 1 0 0 0,1 0 0 0 0,-1 0 1 0 0,0 1-1 0 0,1 1 0 0 0,19 5 0 0 0,-11 4-4096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1:29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41 300 0 0,'0'0'460'0'0,"-6"7"2596"0"0,42-11-2708 0 0,-18 3-32 0 0,8-3-68 0 0,3 1-128 0 0,3-5-208 0 0,7 2-224 0 0,0 1-432 0 0,-1-2-804 0 0,4-2 356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1:32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84 172 0 0,'-8'-22'4638'0'0,"1"8"-2352"0"0,7 14-2114 0 0,0-1 1 0 0,0 1-1 0 0,0 0 0 0 0,0-1 0 0 0,0 1 0 0 0,0-1 1 0 0,-1 1-1 0 0,1-1 0 0 0,0 1 0 0 0,0-1 0 0 0,0 1 0 0 0,-1 0 1 0 0,1-1-1 0 0,0 1 0 0 0,0-1 0 0 0,-1 1 0 0 0,1 0 1 0 0,0-1-1 0 0,-1 1 0 0 0,1 0 0 0 0,-1-1 0 0 0,1 1 1 0 0,0 0-1 0 0,-1 0 0 0 0,1 0 0 0 0,-1-1 0 0 0,1 1 0 0 0,0 0 1 0 0,-1 0-1 0 0,1 0 0 0 0,-1 0 0 0 0,-11 32 175 0 0,2-1-243 0 0,7-24-83 0 0,1 0 0 0 0,-1 0-1 0 0,2 0 1 0 0,-1 1-1 0 0,0-1 1 0 0,1 0 0 0 0,1 1-1 0 0,-1-1 1 0 0,1 1-1 0 0,1-1 1 0 0,-1 0 0 0 0,3 12-1 0 0,-3-18-28 0 0,0 0 0 0 0,1 0 0 0 0,-1 0 0 0 0,0 0 0 0 0,1 0 0 0 0,-1 0 0 0 0,1-1 0 0 0,-1 1 0 0 0,1 0 0 0 0,-1 0 0 0 0,1 0 0 0 0,-1 0 0 0 0,1-1 0 0 0,0 1 0 0 0,-1 0 0 0 0,1-1 0 0 0,0 1 0 0 0,0 0 0 0 0,0-1 0 0 0,0 1 0 0 0,-1-1 0 0 0,1 1 0 0 0,0-1 0 0 0,0 0 0 0 0,0 1 0 0 0,0-1 0 0 0,0 0 0 0 0,0 0 0 0 0,0 0 0 0 0,0 1 0 0 0,0-1 0 0 0,0 0 0 0 0,0 0 0 0 0,0 0 0 0 0,2-1 0 0 0,39-12-460 0 0,-16 4-133 0 0,-24 8 465 0 0,22 3-138 0 0,50 10-292 0 0,-54-8 468 0 0,0 0 1 0 0,-1-2-1 0 0,1 0 1 0 0,25-1-1 0 0,-39-2 179 0 0,-1 1 0 0 0,0-1 0 0 0,0 0-1 0 0,0-1 1 0 0,1 1 0 0 0,-1-1 0 0 0,0 0 0 0 0,-1 0-1 0 0,1 0 1 0 0,0-1 0 0 0,-1 0 0 0 0,1 0-1 0 0,-1 0 1 0 0,0 0 0 0 0,0-1 0 0 0,0 0-1 0 0,0 1 1 0 0,-1-2 0 0 0,0 1 0 0 0,4-6-1 0 0,-4 5 48 0 0,0-1-1 0 0,-1 1 0 0 0,0-1 0 0 0,0 1 1 0 0,-1-1-1 0 0,1 0 0 0 0,-1 0 0 0 0,-1 0 1 0 0,1 0-1 0 0,-1 1 0 0 0,0-1 0 0 0,-1-8 0 0 0,-13-64 1106 0 0,14 77-1231 0 0,-1-1 40 0 0,0 0-292 0 0,-2-4 453 0 0,-7 21-5553 0 0,9-3 1045 0 0,4 5 1252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1:33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1 212 0 0,'0'0'11325'0'0,"-1"3"-10962"0"0,-14 69 1266 0 0,-9 31-502 0 0,13-62-1792 0 0,6-21-2206 0 0,3-11-86 0 0,8 2-2990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1:33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27 312 0 0,'0'0'899'0'0,"43"-4"5991"0"0,-39 4-6802 0 0,-1 1 0 0 0,1 1 0 0 0,-1-1 1 0 0,0 0-1 0 0,1 1 0 0 0,-1-1 0 0 0,0 1 1 0 0,0 0-1 0 0,0 0 0 0 0,0 0 0 0 0,-1 1 1 0 0,1-1-1 0 0,0 1 0 0 0,-1-1 0 0 0,0 1 1 0 0,0 0-1 0 0,0 0 0 0 0,0 0 0 0 0,0 0 1 0 0,0 0-1 0 0,-1 0 0 0 0,3 7 0 0 0,-2-6-55 0 0,-1 0 0 0 0,0-1-1 0 0,0 1 1 0 0,0 0 0 0 0,0 0 0 0 0,-1 0-1 0 0,1 0 1 0 0,-1 0 0 0 0,0 0-1 0 0,0 0 1 0 0,0 0 0 0 0,-1 0-1 0 0,0 0 1 0 0,1 0 0 0 0,-1-1 0 0 0,0 1-1 0 0,-1 0 1 0 0,1 0 0 0 0,-1-1-1 0 0,-2 5 1 0 0,3-7 12 0 0,-37 6 674 0 0,37-7-709 0 0,0-1 0 0 0,0 0 0 0 0,0 1 0 0 0,0-1 0 0 0,0 0 1 0 0,0 0-1 0 0,1 0 0 0 0,-1 0 0 0 0,0 0 0 0 0,0 0 0 0 0,1 0 0 0 0,-1 0 0 0 0,1 0 0 0 0,-1 0 0 0 0,1 0 0 0 0,-1-1 0 0 0,1 1 0 0 0,0 0 1 0 0,0 0-1 0 0,-1 0 0 0 0,1-1 0 0 0,0 1 0 0 0,0 0 0 0 0,0 0 0 0 0,0 0 0 0 0,0-1 0 0 0,1 0 0 0 0,0-2-2 0 0,0 1 0 0 0,1-1-1 0 0,-1 1 1 0 0,1 0-1 0 0,0-1 1 0 0,0 1 0 0 0,0 0-1 0 0,1 0 1 0 0,2-3 0 0 0,9-7-10 0 0,-1 1-1 0 0,28-19 1 0 0,-40 30 4 0 0,6-5-16 0 0,1 1 0 0 0,-1 0 0 0 0,1 0 0 0 0,1 0 0 0 0,-1 1 0 0 0,1 0 1 0 0,0 1-1 0 0,0 0 0 0 0,0 0 0 0 0,0 1 0 0 0,0 0 0 0 0,0 1 0 0 0,1 0 0 0 0,-1 0 0 0 0,1 1 0 0 0,-1 1 0 0 0,0-1 0 0 0,1 1 0 0 0,15 4 0 0 0,-21-3 11 0 0,-1 0 0 0 0,1 0 0 0 0,-1 0 0 0 0,0 0-1 0 0,0 0 1 0 0,0 1 0 0 0,0-1 0 0 0,0 1 0 0 0,0 0 0 0 0,-1 0-1 0 0,1 0 1 0 0,-1 0 0 0 0,0 0 0 0 0,0 0 0 0 0,0 1-1 0 0,-1-1 1 0 0,1 1 0 0 0,-1 0 0 0 0,1-1 0 0 0,-1 1-1 0 0,-1 0 1 0 0,1 0 0 0 0,0-1 0 0 0,-1 6 0 0 0,1-1-46 0 0,0 0 0 0 0,-1 1 0 0 0,0-1 0 0 0,-1 0 1 0 0,0 0-1 0 0,0 1 0 0 0,-1-1 0 0 0,0 0 0 0 0,0 0 0 0 0,-4 8 1 0 0,-9 10-1594 0 0,10-19-3152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1:43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97 336 0 0,'6'-16'2009'0'0,"4"-34"2419"0"0,-10 47-4012 0 0,-17-20 1112 0 0,12 22-1458 0 0,-1 0 0 0 0,0 0 1 0 0,0 0-1 0 0,0 0 0 0 0,0 1 1 0 0,1 0-1 0 0,-1 0 0 0 0,0 1 1 0 0,0 0-1 0 0,0 0 0 0 0,0 0 1 0 0,1 1-1 0 0,-1 0 0 0 0,1 0 1 0 0,-1 0-1 0 0,1 0 0 0 0,0 1 0 0 0,-1 0 1 0 0,2 0-1 0 0,-1 1 0 0 0,-8 6 1 0 0,8-5-45 0 0,0 0 0 0 0,0 0 0 0 0,0 1 0 0 0,1-1 0 0 0,0 1 1 0 0,0 0-1 0 0,0 0 0 0 0,0 0 0 0 0,1 1 0 0 0,1-1 0 0 0,-1 1 0 0 0,1 0 1 0 0,0 0-1 0 0,0 0 0 0 0,1 0 0 0 0,0 0 0 0 0,-1 12 0 0 0,6 18 16 0 0,1 0-1 0 0,1-1 0 0 0,18 55 1 0 0,-11-43 78 0 0,8 51 0 0 0,-21-98 88 0 0,0 1-626 0 0,0 4 1175 0 0,-22-29-10420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1:43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226 43 764 0 0,'-25'-39'5027'0'0,"24"37"-4114"0"0,1 2-884 0 0,0 0 0 0 0,0 0 0 0 0,0 0 0 0 0,-1-1 0 0 0,1 1 0 0 0,0 0 0 0 0,0 0 0 0 0,-1 0 0 0 0,1 0 0 0 0,0 0 0 0 0,0 0 0 0 0,-1 0 0 0 0,1 0 0 0 0,0 0 0 0 0,-1 0 0 0 0,1 0 0 0 0,0 0 0 0 0,0 0 0 0 0,-1 0 0 0 0,1 0 0 0 0,0 0 0 0 0,0 0 0 0 0,-1 0 0 0 0,1 0 0 0 0,0 0 0 0 0,-1 0 0 0 0,1 0 0 0 0,0 1 0 0 0,0-1 0 0 0,0 0 0 0 0,-1 0 0 0 0,1 0 0 0 0,0 0 0 0 0,0 1 0 0 0,0-1 0 0 0,-1 0 0 0 0,1 0 0 0 0,0 0 0 0 0,0 1 0 0 0,0-1 0 0 0,0 0 0 0 0,0 0 0 0 0,-1 1 0 0 0,1-1 0 0 0,0 0 0 0 0,0 0 0 0 0,0 1 0 0 0,0-1 0 0 0,0 0 0 0 0,0 0 0 0 0,0 1 0 0 0,0-1 0 0 0,0 0 0 0 0,0 1 0 0 0,0-1 0 0 0,0 0 0 0 0,0 0 0 0 0,0 1 0 0 0,-6 19-14 0 0,-24 114 625 0 0,6 3 1 0 0,6-1-1 0 0,0 141 0 0 0,24 12 272 0 0,-1-169-511 0 0,-5-88-223 0 0,-2 0 0 0 0,-9 49 1 0 0,10-79-314 0 0,1-2 68 0 0,0 1 0 0 0,-1-1 0 0 0,1 1 0 0 0,-1-1 0 0 0,1 0 0 0 0,0 1 0 0 0,-1-1 0 0 0,1 0 0 0 0,-1 0 0 0 0,1 1 0 0 0,-1-1 0 0 0,0 0 0 0 0,1 0 0 0 0,-1 1 0 0 0,1-1 0 0 0,-1 0 0 0 0,1 0 0 0 0,-1 0 0 0 0,1 0 0 0 0,-1 0 0 0 0,0 0 0 0 0,1 0 0 0 0,-1 0 0 0 0,1 0 0 0 0,-1 0 0 0 0,1-1 0 0 0,-2 1 0 0 0,-10-10-1503 0 0,1-1-1 0 0,0-1 0 0 0,-16-20 0 0 0,13 10-986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1:44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1 365 196 0 0,'113'-64'1137'0'0,"3"6"-1"0"0,158-58 1 0 0,-49 24-349 0 0,-142 58 991 0 0,-80 33-1493 0 0,4 3 291 0 0,-1 1 187 0 0,-6 13-474 0 0,-5 16-226 0 0,1-1 0 0 0,2 1 0 0 0,1 0 0 0 0,1 0 1 0 0,2 0-1 0 0,7 33 0 0 0,-6-51-1083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1:44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47 1104 0 0,'-21'-43'9177'0'0,"17"40"-8586"0"0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1:45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0 529 120 0 0,'28'40'4874'0'0,"-28"-39"-4500"0"0,8 5 683 0 0,-8-5-984 0 0,1-1 0 0 0,-1 1 1 0 0,1 0-1 0 0,0-1 0 0 0,-1 1 1 0 0,1 0-1 0 0,-1-1 1 0 0,1 1-1 0 0,0-1 0 0 0,-1 1 1 0 0,1-1-1 0 0,0 1 0 0 0,0-1 1 0 0,0 0-1 0 0,-1 1 0 0 0,1-1 1 0 0,0 0-1 0 0,0 0 1 0 0,0 1-1 0 0,0-1 0 0 0,-1 0 1 0 0,1 0-1 0 0,0 0 0 0 0,0 0 1 0 0,0 0-1 0 0,1 0 0 0 0,74-19 682 0 0,-55 13-946 0 0,-1 1-1 0 0,1 0 0 0 0,0 2 0 0 0,0 0 0 0 0,22 1 0 0 0,61 9-1424 0 0,-58-3 592 0 0,0-1 1 0 0,63-6 0 0 0,-97 2 1167 0 0,-1-2 0 0 0,1 1-1 0 0,0-1 1 0 0,18-8 0 0 0,8-2 2352 0 0,45-3 670 0 0,-61 13-3354 0 0,0 0 0 0 0,26-9 0 0 0,-31 7 148 0 0,1-2 0 0 0,-2 0 0 0 0,1-1 0 0 0,-1-1 1 0 0,0 0-1 0 0,-1-1 0 0 0,0 0 0 0 0,0-2 0 0 0,23-24 0 0 0,-31 28 58 0 0,0 0 0 0 0,0-1 0 0 0,-1 0 0 0 0,-1 0 0 0 0,1-1 0 0 0,-2 1 0 0 0,1-1 0 0 0,-1-1-1 0 0,-1 1 1 0 0,0 0 0 0 0,0-1 0 0 0,-1 1 0 0 0,0-1 0 0 0,-1 0 0 0 0,0 0 0 0 0,-1 0 0 0 0,-2-20 0 0 0,1 18 198 0 0,-1 0-1 0 0,-1 0 1 0 0,0 0 0 0 0,-1 0-1 0 0,0 1 1 0 0,-1-1-1 0 0,-1 1 1 0 0,0 0 0 0 0,0 0-1 0 0,-1 1 1 0 0,0 0-1 0 0,-14-15 1 0 0,20 25-49 0 0,-2 4-102 0 0,0 2-50 0 0,0 0-1 0 0,-1 1 1 0 0,2-1-1 0 0,-1 1 1 0 0,1 0-1 0 0,0 0 1 0 0,0 0-1 0 0,0 0 1 0 0,1 0-1 0 0,0 0 0 0 0,0 0 1 0 0,1 0-1 0 0,-1 0 1 0 0,1 0-1 0 0,1 1 1 0 0,-1-1-1 0 0,1 0 1 0 0,0 0-1 0 0,3 10 1 0 0,1 2 1 0 0,0-1 1 0 0,1 1-1 0 0,1-1 0 0 0,0 0 1 0 0,16 25-1 0 0,-13-27-64 0 0,0-1-1 0 0,2 0 1 0 0,0 0 0 0 0,0-1-1 0 0,1-1 1 0 0,1 0-1 0 0,0 0 1 0 0,0-2 0 0 0,1 0-1 0 0,1 0 1 0 0,0-2-1 0 0,0 0 1 0 0,1-1-1 0 0,23 8 1 0 0,-30-12 20 0 0,0-1 0 0 0,0 1 0 0 0,1-2 0 0 0,-1 0 0 0 0,0 0 0 0 0,0 0 0 0 0,1-2 0 0 0,-1 1 0 0 0,0-1 0 0 0,0-1 0 0 0,0 0-1 0 0,0 0 1 0 0,0-1 0 0 0,0 0 0 0 0,0-1 0 0 0,-1 0 0 0 0,0 0 0 0 0,0-1 0 0 0,0 0 0 0 0,0-1 0 0 0,-1 0 0 0 0,0 0 0 0 0,0-1 0 0 0,0 0 0 0 0,-1 0 0 0 0,8-11 0 0 0,-7 6 8 0 0,0 0 0 0 0,-1 0 0 0 0,-1 0 0 0 0,0 0-1 0 0,-1-1 1 0 0,0 0 0 0 0,-1-1 0 0 0,0 1 0 0 0,2-19 0 0 0,-3 7 197 0 0,0 1-1 0 0,-2-1 1 0 0,-1 1-1 0 0,-4-32 1 0 0,-1 33 476 0 0,2 28-239 0 0,4 39-258 0 0,3-24-134 0 0,2-1 0 0 0,0 1 0 0 0,1-1 0 0 0,1 0 0 0 0,1-1 0 0 0,11 19 1 0 0,-13-26-46 0 0,0-1-1 0 0,0 0 1 0 0,1 0 0 0 0,0 0 0 0 0,1-1 0 0 0,0 0 0 0 0,0-1 0 0 0,1 0 0 0 0,0 0 0 0 0,1-1 0 0 0,12 6 0 0 0,-15-10 5 0 0,0 0-1 0 0,0 0 1 0 0,0-1 0 0 0,0 0-1 0 0,1-1 1 0 0,-1 1-1 0 0,0-2 1 0 0,1 1-1 0 0,-1-1 1 0 0,1-1 0 0 0,-1 0-1 0 0,12-2 1 0 0,6-3 58 0 0,0-2 0 0 0,37-16 0 0 0,-18 7 421 0 0,-43 16-358 0 0,2 1 10 0 0,6 4 31 0 0,-8 2-86 0 0,-1 1 0 0 0,0 0 0 0 0,0 0 1 0 0,0 0-1 0 0,-1 0 0 0 0,0 0 0 0 0,-1 0 0 0 0,1-1 1 0 0,-4 14-1 0 0,-24 69 193 0 0,12-41-118 0 0,-6 30-135 0 0,4 2 0 0 0,-10 94 0 0 0,19-60-2436 0 0,7-1-3322 0 0,3-73 2245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1:45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422 113 416 0 0,'1'-5'599'0'0,"-1"0"0"0"0,0-1 0 0 0,1 1 0 0 0,-2-1 0 0 0,1 1 0 0 0,-1-1 0 0 0,0 1 0 0 0,0 0 0 0 0,0-1 0 0 0,-1 1 0 0 0,-2-5 0 0 0,3 7-451 0 0,0 0 0 0 0,-1 1 0 0 0,1-1 0 0 0,-1 1 0 0 0,0-1 0 0 0,0 1 0 0 0,0 0-1 0 0,0 0 1 0 0,0 0 0 0 0,-1 0 0 0 0,1 0 0 0 0,-1 0 0 0 0,1 1 0 0 0,-1-1 0 0 0,1 1 0 0 0,-1-1 0 0 0,0 1 0 0 0,0 0 0 0 0,0 0-1 0 0,1 1 1 0 0,-6-2 0 0 0,1 1-7 0 0,0 0-1 0 0,0 0 0 0 0,0 1 0 0 0,0 0 0 0 0,0 0 0 0 0,0 1 1 0 0,0 0-1 0 0,0 0 0 0 0,0 1 0 0 0,0 0 0 0 0,0 0 0 0 0,-12 5 1 0 0,15-4-107 0 0,1-1 1 0 0,0 1-1 0 0,-1-1 1 0 0,1 1-1 0 0,0 0 1 0 0,0 1-1 0 0,0-1 1 0 0,1 0-1 0 0,-1 1 1 0 0,1-1-1 0 0,0 1 1 0 0,0 0-1 0 0,0 0 1 0 0,0 0-1 0 0,0 0 1 0 0,1 0-1 0 0,0 0 1 0 0,0 0 0 0 0,0 0-1 0 0,1 1 1 0 0,-1-1-1 0 0,1 7 1 0 0,1 9 21 0 0,1-1 0 0 0,1 1 1 0 0,1-1-1 0 0,0 0 1 0 0,2 0-1 0 0,0 0 0 0 0,1-1 1 0 0,11 21-1 0 0,-8-16-40 0 0,-1 0 0 0 0,0 0-1 0 0,-2 1 1 0 0,5 27 0 0 0,-11-48-14 0 0,-1 1 0 0 0,0 0 1 0 0,0 0-1 0 0,0 0 0 0 0,0 0 1 0 0,-1 0-1 0 0,1 0 0 0 0,-1 0 1 0 0,0 0-1 0 0,0-1 1 0 0,0 1-1 0 0,-1 0 0 0 0,1-1 1 0 0,-1 1-1 0 0,0-1 0 0 0,0 1 1 0 0,-4 4-1 0 0,1-3 4 0 0,0 0 1 0 0,0-1-1 0 0,0 1 0 0 0,0-1 1 0 0,-1 0-1 0 0,0 0 0 0 0,0-1 1 0 0,0 0-1 0 0,-9 3 0 0 0,-5 1 17 0 0,-1-1 0 0 0,1 0 1 0 0,-1-2-1 0 0,-1-1 0 0 0,-27 1 0 0 0,44-3-251 0 0,0-1 1 0 0,0 0-1 0 0,1 0 1 0 0,-1 0 0 0 0,0-1-1 0 0,1 1 1 0 0,-1-1-1 0 0,0 0 1 0 0,1-1 0 0 0,-1 1-1 0 0,1-1 1 0 0,-7-3-1 0 0,11 4-14 0 0,0 1 0 0 0,-1-1 0 0 0,1 0 0 0 0,0 0 0 0 0,-1 1 0 0 0,1-1 0 0 0,0 0 0 0 0,0 0 0 0 0,0 0 0 0 0,0 1 0 0 0,0-1 0 0 0,0 0 0 0 0,0 0 0 0 0,0 0 0 0 0,0 1 0 0 0,0-1 0 0 0,1 0 0 0 0,-1 0 0 0 0,0 0 0 0 0,1 0 0 0 0,-1 0-278 0 0,6-13-2714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1:46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43 148 152 0 0,'-1'-26'1943'0'0,"1"16"-582"0"0,-1 0 0 0 0,1 0 0 0 0,1 1 0 0 0,0-1 0 0 0,0 0 0 0 0,4-16 0 0 0,-4 25-208 0 0,19 15-529 0 0,152 159-137 0 0,-172-173-494 0 0,0 0 0 0 0,1 1 0 0 0,-1-1 0 0 0,0 0 0 0 0,0 0 0 0 0,1 0 0 0 0,-1 1 0 0 0,0-1-1 0 0,0 0 1 0 0,1 0 0 0 0,-1 0 0 0 0,0 0 0 0 0,1 0 0 0 0,-1 0 0 0 0,0 1 0 0 0,0-1 0 0 0,1 0 0 0 0,-1 0 0 0 0,0 0 0 0 0,1 0 0 0 0,-1 0 0 0 0,0 0 0 0 0,1 0 0 0 0,-1 0 0 0 0,0 0 0 0 0,1 0 0 0 0,-1-1 0 0 0,0 1-1 0 0,1 0 1 0 0,-1 0 0 0 0,0 0 0 0 0,0 0 0 0 0,1 0 0 0 0,-1-1 0 0 0,0 1 0 0 0,1 0 0 0 0,-1 0 0 0 0,0 0 0 0 0,0-1 0 0 0,0 1 0 0 0,1 0 0 0 0,6-18-80 0 0,-4-23 25 0 0,-3 27 164 0 0,0 1 0 0 0,-1-1 0 0 0,-1 1-1 0 0,0 0 1 0 0,-1 0 0 0 0,0 0 0 0 0,-1 0-1 0 0,-1 0 1 0 0,0 1 0 0 0,-10-19 0 0 0,14 30 2 0 0,-16 22-73 0 0,8-5-27 0 0,2 0 0 0 0,0 0 1 0 0,1 1-1 0 0,0 0 0 0 0,1 0 0 0 0,-2 20 0 0 0,-12 36 7 0 0,9-40 22 0 0,-19 46-178 0 0,27-73 120 0 0,-1 0-1 0 0,-1 0 0 0 0,1-1 0 0 0,-1 1 0 0 0,0-1 1 0 0,0 0-1 0 0,0 0 0 0 0,-1 0 0 0 0,1-1 0 0 0,-8 6 1 0 0,11-9 22 0 0,0 0 1 0 0,0 0 0 0 0,0-1-1 0 0,0 1 1 0 0,0 0 0 0 0,0 0-1 0 0,0-1 1 0 0,0 1 0 0 0,0-1-1 0 0,0 1 1 0 0,0-1 0 0 0,-1 1-1 0 0,1-1 1 0 0,0 0 0 0 0,0 1-1 0 0,0-1 1 0 0,-1 0 0 0 0,1 0-1 0 0,0 0 1 0 0,0 0 0 0 0,-1 0-1 0 0,1 0 1 0 0,0-1 0 0 0,0 1-1 0 0,-1 0 1 0 0,1-1 0 0 0,0 1-1 0 0,0 0 1 0 0,0-1 0 0 0,0 0-1 0 0,0 1 1 0 0,0-1 0 0 0,0 0-1 0 0,0 1 1 0 0,0-1 0 0 0,0 0-1 0 0,0 0 1 0 0,0 0 0 0 0,0 0-1 0 0,0 0 1 0 0,1 0 0 0 0,-1 0-1 0 0,0 0 1 0 0,1 0 0 0 0,-2-2 0 0 0,2 0-6 0 0,-1 1 1 0 0,0-1 0 0 0,1 0 0 0 0,-1 1 0 0 0,1-1 0 0 0,0 0 0 0 0,0 1-1 0 0,0-1 1 0 0,0 0 0 0 0,1 1 0 0 0,-1-1 0 0 0,1 0 0 0 0,0 1 0 0 0,-1-1 0 0 0,1 1-1 0 0,0-1 1 0 0,0 1 0 0 0,1-1 0 0 0,-1 1 0 0 0,0-1 0 0 0,3-1 0 0 0,2-2-164 0 0,0 0 1 0 0,1 0-1 0 0,0 1 1 0 0,0 0-1 0 0,0 0 1 0 0,0 1-1 0 0,1-1 1 0 0,0 2 0 0 0,0-1-1 0 0,0 1 1 0 0,13-3-1 0 0,-6 2-1571 0 0,1 1 0 0 0,-1 1 1 0 0,17-1-1 0 0,-12 2-1106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1:47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1 145 860 0 0,'0'0'15070'0'0,"4"0"-15075"0"0,33 3 16 0 0,1-2-1 0 0,0-2 1 0 0,66-10-1 0 0,10-1-18 0 0,272-27 42 0 0,-349 35-19 0 0,-7 1 35 0 0,48-12 0 0 0,-77 15-23 0 0,2-2 0 0 0,-3 2-27 0 0,0 0 0 0 0,1 0-1 0 0,-1 0 1 0 0,0 0-1 0 0,0 0 1 0 0,0 0-1 0 0,1 0 1 0 0,-1 0-1 0 0,0 0 1 0 0,0 0-1 0 0,0 0 1 0 0,0 0 0 0 0,1 0-1 0 0,-1 0 1 0 0,0-1-1 0 0,0 1 1 0 0,0 0-1 0 0,0 0 1 0 0,0 0-1 0 0,1 0 1 0 0,-1 0-1 0 0,0 0 1 0 0,0-1 0 0 0,0 1-1 0 0,0 0 1 0 0,0 0-1 0 0,0 0 1 0 0,0 0-1 0 0,0 0 1 0 0,1-1-1 0 0,-1 1 1 0 0,0 0-1 0 0,0 0 1 0 0,0 0 0 0 0,0-1-1 0 0,0 1 1 0 0,0 0-1 0 0,0 0 1 0 0,0 0-1 0 0,0 0 1 0 0,0-1-1 0 0,0 1 1 0 0,0 0-1 0 0,0 0 1 0 0,0 0 0 0 0,0-1-1 0 0,-1 1 1 0 0,1 0-1 0 0,0 0 1 0 0,0 0-1 0 0,0 0 1 0 0,0-1-1 0 0,0 1 1 0 0,0 0-1 0 0,-6-6-68 0 0,0 1-1 0 0,0 0 0 0 0,0 0 1 0 0,0 1-1 0 0,-1 0 0 0 0,0 0 1 0 0,0 0-1 0 0,-11-3 0 0 0,17 6-44 0 0,-10-5-40 0 0,5 2-90 0 0,8 5-825 0 0,0-1 1058 0 0,0 1-1 0 0,1 0 0 0 0,-1 0 0 0 0,0 0 1 0 0,-1 1-1 0 0,1-1 0 0 0,0 0 1 0 0,0 1-1 0 0,0-1 0 0 0,-1 1 1 0 0,1 0-1 0 0,-1 0 0 0 0,0-1 0 0 0,1 1 1 0 0,-1 0-1 0 0,0 0 0 0 0,0 0 1 0 0,0 0-1 0 0,0 0 0 0 0,0 0 1 0 0,-1 1-1 0 0,1-1 0 0 0,-1 0 0 0 0,1 0 1 0 0,-1 1-1 0 0,0-1 0 0 0,0 0 1 0 0,0 0-1 0 0,0 1 0 0 0,0-1 1 0 0,0 0-1 0 0,-1 0 0 0 0,1 1 0 0 0,-1-1 1 0 0,1 0-1 0 0,-1 0 0 0 0,0 0 1 0 0,0 0-1 0 0,-2 3 0 0 0,-1 1-252 0 0,0-1-1 0 0,-1 0 0 0 0,1 0 1 0 0,-1 0-1 0 0,-1-1 1 0 0,1 1-1 0 0,-1-1 1 0 0,-11 6-1 0 0,-27 12-4944 0 0,42-21 4920 0 0,-20 10-2853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1:48.6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14 596 0 0,'0'0'991'0'0,"-10"-14"8222"0"0,-4 53-8645 0 0,-17 68 0 0 0,27-91-479 0 0,2-1 0 0 0,-1 1 0 0 0,2 0 0 0 0,0 0 0 0 0,1 0 0 0 0,1-1 0 0 0,4 31 0 0 0,-5-44-75 0 0,0-1 0 0 0,0 1 0 0 0,0-1 0 0 0,1 1 0 0 0,-1-1 0 0 0,0 1 0 0 0,0-1 0 0 0,1 1 0 0 0,-1-1 1 0 0,1 0-1 0 0,0 1 0 0 0,-1-1 0 0 0,1 0 0 0 0,0 1 0 0 0,0-1 0 0 0,-1 0 0 0 0,1 0 0 0 0,0 0 0 0 0,0 0 0 0 0,0 0 0 0 0,1 0 0 0 0,-1 0 0 0 0,0 0 1 0 0,0 0-1 0 0,0 0 0 0 0,1-1 0 0 0,1 2 0 0 0,-1-2 13 0 0,0 0-29 0 0,0-1 0 0 0,0 0-1 0 0,0 0 1 0 0,-1 0 0 0 0,1 0 0 0 0,0 0-1 0 0,0 0 1 0 0,-1 0 0 0 0,1 0 0 0 0,-1-1-1 0 0,1 1 1 0 0,1-2 0 0 0,1-1-11 0 0,11-9-68 0 0,0 0 0 0 0,-1 0 0 0 0,16-20 0 0 0,-21 22-20 0 0,0 1 0 0 0,1 0 0 0 0,0 1 0 0 0,0 0 0 0 0,1 0 0 0 0,22-13 0 0 0,-28 21 91 0 0,-1 0 1 0 0,1 0 0 0 0,0 1 0 0 0,0-1-1 0 0,0 1 1 0 0,0 0 0 0 0,0 0 0 0 0,0 1-1 0 0,0-1 1 0 0,0 1 0 0 0,-1 0-1 0 0,1 1 1 0 0,0-1 0 0 0,-1 1 0 0 0,8 3-1 0 0,10 3 0 0 0,18 1 109 0 0,0-1-1 0 0,43 2 1 0 0,-81-9-64 0 0,-1-1-1 0 0,0 0 1 0 0,1 0 0 0 0,-1 0-1 0 0,0-1 1 0 0,0 1 0 0 0,1 0-1 0 0,-1 0 1 0 0,0-1 0 0 0,1 1-1 0 0,-1-1 1 0 0,0 1 0 0 0,0-1-1 0 0,0 1 1 0 0,0-1 0 0 0,0 0-1 0 0,1 1 1 0 0,-1-1 0 0 0,0 0 0 0 0,0 0-1 0 0,-1 0 1 0 0,1 0 0 0 0,0 0-1 0 0,0 0 1 0 0,0 0 0 0 0,-1 0-1 0 0,1 0 1 0 0,0 0 0 0 0,-1-1-1 0 0,1 1 1 0 0,-1 0 0 0 0,0 0-1 0 0,1-1 1 0 0,-1 1 0 0 0,0 0-1 0 0,0 0 1 0 0,0-1 0 0 0,1 1-1 0 0,-1 0 1 0 0,-1-1 0 0 0,1 1-1 0 0,0 0 1 0 0,0-1 0 0 0,0 1-1 0 0,-1 0 1 0 0,0-2 0 0 0,-1-8 207 0 0,0 0 0 0 0,-1 0 1 0 0,-6-18-1 0 0,8 27-179 0 0,0 0-442 0 0,-12-28 862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1:48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1 788 0 0,'13'17'8827'0'0,"-10"-9"-7840"0"0,-13 73 1662 0 0,0-18-4005 0 0,11-22-5419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1:49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1 900 0 0,'0'0'1033'0'0,"7"5"469"0"0,-5-1 1734 0 0,-6 10-2252 0 0,0 0 0 0 0,-1-1 1 0 0,-10 22-1 0 0,-12 16-1881 0 0,6-11-4753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1:49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71 540 0 0,'5'-13'2737'0'0,"0"5"1949"0"0,-3 7-4570 0 0,0 1-1 0 0,1 0 1 0 0,-1-1 0 0 0,1 1 0 0 0,-1 0-1 0 0,1 0 1 0 0,-1 1 0 0 0,0-1 0 0 0,1 0 0 0 0,-1 1-1 0 0,0-1 1 0 0,1 1 0 0 0,-1 0 0 0 0,0 0 0 0 0,1 0-1 0 0,-1 0 1 0 0,0 0 0 0 0,0 0 0 0 0,0 1-1 0 0,0-1 1 0 0,0 1 0 0 0,0 0 0 0 0,-1-1 0 0 0,1 1-1 0 0,0 0 1 0 0,-1 0 0 0 0,0 0 0 0 0,3 3 0 0 0,-1 0-33 0 0,1 0 0 0 0,-1 0 1 0 0,0 0-1 0 0,-1 0 0 0 0,1 1 1 0 0,-1-1-1 0 0,0 1 0 0 0,0-1 0 0 0,-1 1 1 0 0,1 0-1 0 0,-1 6 0 0 0,-1-10-21 0 0,1 1 82 0 0,-1-2-138 0 0,0-1 0 0 0,0 0 1 0 0,0 1-1 0 0,0-1 1 0 0,0 0-1 0 0,0 1 1 0 0,0-1-1 0 0,0 0 1 0 0,0 0-1 0 0,0 1 0 0 0,0-1 1 0 0,1 0-1 0 0,-1 1 1 0 0,0-1-1 0 0,0 0 1 0 0,0 1-1 0 0,0-1 1 0 0,0 0-1 0 0,1 0 1 0 0,-1 1-1 0 0,0-1 0 0 0,0 0 1 0 0,0 0-1 0 0,1 1 1 0 0,-1-1-1 0 0,0 0 1 0 0,0 0-1 0 0,1 0 1 0 0,-1 1-1 0 0,0-1 0 0 0,0 0 1 0 0,1 0-1 0 0,-1 0 1 0 0,0 0-1 0 0,1 0 1 0 0,-1 0-1 0 0,0 0 1 0 0,1 0-1 0 0,-1 0 1 0 0,0 0-1 0 0,0 0 0 0 0,1 0 1 0 0,-1 0-1 0 0,0 0 1 0 0,1 0-1 0 0,-1 0 1 0 0,0 0-1 0 0,1 0 1 0 0,-1 0-1 0 0,0 0 0 0 0,1 0 1 0 0,-1 0-1 0 0,0 0 1 0 0,0-1-1 0 0,1 1 1 0 0,-1 0-1 0 0,0 0 1 0 0,0 0-1 0 0,1-1 1 0 0,48-35-20 0 0,-11 6-66 0 0,2 2 1 0 0,68-36-1 0 0,-106 63 86 0 0,0 1 1 0 0,1-1-1 0 0,-1 1 0 0 0,1-1 1 0 0,-1 1-1 0 0,0 0 1 0 0,1 0-1 0 0,-1 0 1 0 0,1 0-1 0 0,-1 1 0 0 0,0-1 1 0 0,1 1-1 0 0,-1-1 1 0 0,0 1-1 0 0,1 0 0 0 0,-1 0 1 0 0,0 0-1 0 0,0 0 1 0 0,0 0-1 0 0,0 0 1 0 0,0 0-1 0 0,0 1 0 0 0,0-1 1 0 0,0 1-1 0 0,-1 0 1 0 0,1 0-1 0 0,0-1 0 0 0,1 3 1 0 0,6 7 146 0 0,-1 0 0 0 0,0 1 0 0 0,8 16-1 0 0,-14-26-130 0 0,16 32 127 0 0,8 14-559 0 0,-8-21-6930 0 0,-11-22 4012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1:50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30 612 0 0,'0'0'1972'0'0,"-33"-19"-2172"0"0,21 17-200 0 0,-4-6-1068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1:55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225 367 244 0 0,'-2'-24'3067'0'0,"2"24"-3017"0"0,0 0-1 0 0,0 0 1 0 0,0 0 0 0 0,0 0 0 0 0,0 0-1 0 0,0-1 1 0 0,0 1 0 0 0,0 0 0 0 0,0 0-1 0 0,0 0 1 0 0,0 0 0 0 0,0 0 0 0 0,0 0-1 0 0,0-1 1 0 0,0 1 0 0 0,0 0-1 0 0,0 0 1 0 0,0 0 0 0 0,0 0 0 0 0,0 0-1 0 0,0 0 1 0 0,-1 0 0 0 0,1 0 0 0 0,0-1-1 0 0,0 1 1 0 0,0 0 0 0 0,0 0 0 0 0,0 0-1 0 0,0 0 1 0 0,0 0 0 0 0,0 0 0 0 0,0 0-1 0 0,-1 0 1 0 0,1 0 0 0 0,0 0 0 0 0,0 0-1 0 0,0 0 1 0 0,0 0 0 0 0,0 0 0 0 0,0 0-1 0 0,-1 0 1 0 0,1 0 0 0 0,0 0 0 0 0,0 0-1 0 0,0 0 1 0 0,0 0 0 0 0,0 0 0 0 0,0 0-1 0 0,-1 0 1 0 0,1 0 0 0 0,0 0 0 0 0,0 0-1 0 0,0 0 1 0 0,0 0 0 0 0,0 0-1 0 0,0 0 1 0 0,0 0 0 0 0,0 0 0 0 0,-1 0-1 0 0,1 1 1 0 0,0-1 0 0 0,0 0 0 0 0,-18 41 1472 0 0,16-36-1484 0 0,-131 406 1942 0 0,127-385-1835 0 0,2-8 75 0 0,0 0-1 0 0,-1 0 1 0 0,-9 18-1 0 0,14-34 15 0 0,-2-3-186 0 0,1 1 0 0 0,0 0 0 0 0,0 0-1 0 0,0-1 1 0 0,0 1 0 0 0,0 0 0 0 0,0-1-1 0 0,0 1 1 0 0,0-1 0 0 0,0 0-1 0 0,0 1 1 0 0,0-1 0 0 0,0 0 0 0 0,1 0-1 0 0,-1 1 1 0 0,0-1 0 0 0,0 0 0 0 0,1 0-1 0 0,-1 0 1 0 0,1 0 0 0 0,-1 0 0 0 0,0 0-1 0 0,1 0 1 0 0,0 0 0 0 0,-1 0 0 0 0,0-2-1 0 0,-7-44 334 0 0,7 24-352 0 0,1 0 0 0 0,5-31 0 0 0,10-41-176 0 0,4 1 0 0 0,4 1 0 0 0,4 1 1 0 0,4 2-1 0 0,53-108 0 0 0,-80 189 124 0 0,1 0-1 0 0,1 1 1 0 0,-1 0 0 0 0,1 0-1 0 0,1 0 1 0 0,0 1 0 0 0,0 0 0 0 0,15-12-1 0 0,-20 19 22 0 0,-1-1-1 0 0,1 1 1 0 0,0-1-1 0 0,-1 1 1 0 0,1 0-1 0 0,0 0 0 0 0,0 0 1 0 0,-1 0-1 0 0,1 0 1 0 0,0 0-1 0 0,0 0 1 0 0,-1 1-1 0 0,1-1 1 0 0,0 1-1 0 0,-1-1 0 0 0,1 1 1 0 0,0-1-1 0 0,-1 1 1 0 0,1 0-1 0 0,1 1 1 0 0,-1-1 4 0 0,8 4 14 0 0,-1 1 1 0 0,0 0-1 0 0,0 1 1 0 0,-1 0-1 0 0,1 0 0 0 0,-2 1 1 0 0,1 0-1 0 0,-1 0 0 0 0,8 12 1 0 0,51 85 81 0 0,-63-98-92 0 0,177 340 251 0 0,-171-331-271 0 0,7 13-18 0 0,-1 1 0 0 0,-1 0 0 0 0,15 45 0 0 0,-27-70-893 0 0,1 9-331 0 0,-30-3-6883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1:55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83 1000 0 0,'0'0'119'0'0,"-1"-1"0"0"0,1 1 0 0 0,0-1 0 0 0,-1 1 0 0 0,1-1 0 0 0,0 1 0 0 0,0-1 0 0 0,0 0 0 0 0,0 1 0 0 0,-1-1 0 0 0,1 0 0 0 0,0 1 0 0 0,0-1 0 0 0,0 1 0 0 0,0-1 0 0 0,0 0 0 0 0,1 1 0 0 0,-1-1 0 0 0,0 1 0 0 0,0-1 0 0 0,0 0 0 0 0,0 1 0 0 0,1-1 0 0 0,-1 1 0 0 0,0-1 0 0 0,1 1 0 0 0,-1-1 0 0 0,0 0 0 0 0,1 1 0 0 0,-1 0 0 0 0,1-2 0 0 0,24-15 1290 0 0,29-3-449 0 0,-17 11-557 0 0,0 2-1 0 0,71-3 0 0 0,-88 9-1369 0 0,0 2-1 0 0,0 0 1 0 0,-1 2-1 0 0,23 4 1 0 0,-22-1-1032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1:56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1074 53 8 0 0,'11'-43'7697'0'0,"-10"41"-6701"0"0,-1 0-232 0 0,1-4-895 0 0,-7 7 3977 0 0,-30 17-3764 0 0,1 2 0 0 0,2 1 0 0 0,-56 44 0 0 0,-94 97 85 0 0,99-85-39 0 0,-38 31 48 0 0,-235 231 528 0 0,217-195-241 0 0,138-143-446 0 0,12-3-5335 0 0,35-23 729 0 0,-22 10 1629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1:56.8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35 184 0 0,'-5'-23'5989'0'0,"7"22"-5927"0"0,-1 0 1 0 0,0 0-1 0 0,0 0 0 0 0,1 0 0 0 0,-1 0 0 0 0,1 0 1 0 0,-1 0-1 0 0,0 1 0 0 0,1-1 0 0 0,0 0 1 0 0,-1 1-1 0 0,1 0 0 0 0,-1-1 0 0 0,1 1 0 0 0,0 0 1 0 0,-1 0-1 0 0,1 0 0 0 0,-1 0 0 0 0,1 0 0 0 0,0 0 1 0 0,-1 0-1 0 0,1 0 0 0 0,0 1 0 0 0,-1-1 0 0 0,3 2 1 0 0,54 16 382 0 0,-44-13-287 0 0,343 137 1115 0 0,4 2-624 0 0,-294-120-540 0 0,660 265 999 0 0,-618-232-998 0 0,-109-57-130 0 0,0 0 0 0 0,1 1 0 0 0,-1-1 0 0 0,0 0 0 0 0,0 0 0 0 0,1 0 0 0 0,-1 1 0 0 0,0-1 0 0 0,0 0 0 0 0,0 0 0 0 0,1 0-1 0 0,-1 1 1 0 0,0-1 0 0 0,0 0 0 0 0,0 1 0 0 0,0-1 0 0 0,0 0 0 0 0,0 0 0 0 0,1 1 0 0 0,-1-1 0 0 0,0 0 0 0 0,0 1 0 0 0,0-1 0 0 0,0 0 0 0 0,0 1 0 0 0,0-1 0 0 0,0 0 0 0 0,0 0 0 0 0,0 1 0 0 0,0-1 0 0 0,-1 0-1 0 0,1 1 1 0 0,0-1 0 0 0,0 0 0 0 0,0 0 0 0 0,0 1 0 0 0,0-1 0 0 0,0 0 0 0 0,-1 0 0 0 0,1 1 0 0 0,0-1 0 0 0,0 0 0 0 0,0 0 0 0 0,-1 1 0 0 0,1-1 0 0 0,-11 10-781 0 0,10-10 722 0 0,-3 3-614 0 0,-1 0 0 0 0,1 0 0 0 0,-1-1-1 0 0,1 0 1 0 0,-1 0 0 0 0,-8 2 0 0 0,-16 5-2116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1:57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19 398 916 0 0,'1'-8'8326'0'0,"-1"8"-8326"0"0,-16 188 1666 0 0,13-125 867 0 0,21-149-2136 0 0,37-104 0 0 0,5 20-118 0 0,-49 145-187 0 0,0 0 1 0 0,2 1-1 0 0,1 0 1 0 0,26-33-1 0 0,-37 54-94 0 0,0-1 0 0 0,0 1-1 0 0,0 0 1 0 0,1 0 0 0 0,0 0 0 0 0,0 0-1 0 0,-1 1 1 0 0,1-1 0 0 0,1 1 0 0 0,-1 0 0 0 0,0 0-1 0 0,0 1 1 0 0,1-1 0 0 0,-1 1 0 0 0,1 0-1 0 0,0 0 1 0 0,5 0 0 0 0,-9 1-1 0 0,0 1 0 0 0,0-1 0 0 0,1 0 0 0 0,-1 0 0 0 0,0 1 0 0 0,0-1 0 0 0,0 1 0 0 0,1 0 0 0 0,-1-1 0 0 0,0 1 0 0 0,0 0 0 0 0,0-1 0 0 0,0 1 0 0 0,0 0 0 0 0,0 0 0 0 0,0 0 0 0 0,-1 0 0 0 0,1 0 0 0 0,0 0 0 0 0,0 0 0 0 0,-1 0 0 0 0,1 0 0 0 0,-1 0 0 0 0,1 1 0 0 0,-1-1 0 0 0,1 0 0 0 0,-1 0 0 0 0,0 0 0 0 0,1 1 0 0 0,-1-1 0 0 0,0 0 0 0 0,0 1 0 0 0,0-1 0 0 0,0 0 0 0 0,0 2 0 0 0,-5 41-14 0 0,-23 24 2 0 0,22-58 10 0 0,1 0 0 0 0,0 0 0 0 0,1 1 0 0 0,0 0 0 0 0,1 0-1 0 0,0 0 1 0 0,1 0 0 0 0,-3 22 0 0 0,6-28 0 0 0,0-1 1 0 0,0 0-1 0 0,0 1 1 0 0,0-1-1 0 0,0 0 0 0 0,1 0 1 0 0,0 0-1 0 0,0 0 1 0 0,0 0-1 0 0,0-1 1 0 0,1 1-1 0 0,4 5 0 0 0,44 41-14 0 0,-12-13 11 0 0,-31-27 1 0 0,-2-4-11 0 0,-2-1-1 0 0,1 1 1 0 0,0 0-1 0 0,-1 0 1 0 0,0 1 0 0 0,-1-1-1 0 0,4 9 1 0 0,-7-12 17 0 0,0-1 0 0 0,0 1 0 0 0,0-1 0 0 0,-1 1 0 0 0,1-1 0 0 0,0 1 0 0 0,-1-1 0 0 0,0 1 0 0 0,0-1 0 0 0,0 1 0 0 0,0-1 0 0 0,0 1 0 0 0,0-1 0 0 0,-1 0 0 0 0,1 0 0 0 0,-1 0 0 0 0,1 0 0 0 0,-1 0 0 0 0,0 0 1 0 0,0 0-1 0 0,0-1 0 0 0,-3 4 0 0 0,-8 4 47 0 0,0 0 1 0 0,-1 0 0 0 0,0-2-1 0 0,0 1 1 0 0,-1-2 0 0 0,-23 8-1 0 0,5-4-2370 0 0,-65 9 0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2:01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579 61 556 0 0,'1'-1'341'0'0,"0"-1"0"0"0,0 1 0 0 0,-1 0 0 0 0,1 0-1 0 0,0 0 1 0 0,-1-1 0 0 0,1 1 0 0 0,-1 0 0 0 0,1-1 0 0 0,-1 1 0 0 0,0 0-1 0 0,1-1 1 0 0,-1 1 0 0 0,0 0 0 0 0,0-1 0 0 0,0 1 0 0 0,0-1 0 0 0,0 1 0 0 0,0 0-1 0 0,0-1 1 0 0,-1 1 0 0 0,1-2 0 0 0,-1 2-175 0 0,0-1 0 0 0,0 1 0 0 0,0-1 0 0 0,0 1 0 0 0,-1 0 1 0 0,1-1-1 0 0,0 1 0 0 0,0 0 0 0 0,-1 0 0 0 0,1 0 0 0 0,-1 0 0 0 0,1 0 0 0 0,-1 1 0 0 0,1-1 0 0 0,-3-1 1 0 0,-3 0-66 0 0,0 0 1 0 0,-1 0 0 0 0,1 1 0 0 0,0 0-1 0 0,-1 0 1 0 0,1 1 0 0 0,-9 0 0 0 0,-12 3-10 0 0,0 2 1 0 0,1 1 0 0 0,-1 1 0 0 0,1 1 0 0 0,1 1-1 0 0,-1 2 1 0 0,2 0 0 0 0,-1 2 0 0 0,2 1-1 0 0,0 1 1 0 0,0 1 0 0 0,2 1 0 0 0,0 1-1 0 0,1 1 1 0 0,0 1 0 0 0,-32 41 0 0 0,48-54-70 0 0,0-1 0 0 0,1 0 0 0 0,0 1 1 0 0,0 0-1 0 0,0 0 0 0 0,1 0 1 0 0,0 1-1 0 0,1-1 0 0 0,-1 1 1 0 0,2-1-1 0 0,-1 1 0 0 0,1 0 0 0 0,0 0 1 0 0,0-1-1 0 0,1 1 0 0 0,0 0 1 0 0,1 0-1 0 0,-1 0 0 0 0,2 0 1 0 0,-1-1-1 0 0,1 1 0 0 0,0 0 0 0 0,1-1 1 0 0,-1 0-1 0 0,2 1 0 0 0,-1-1 1 0 0,1 0-1 0 0,0-1 0 0 0,0 1 0 0 0,1-1 1 0 0,8 10-1 0 0,2 0 35 0 0,1 0-1 0 0,1-1 1 0 0,0 0-1 0 0,1-2 1 0 0,0 0 0 0 0,1-1-1 0 0,1 0 1 0 0,0-2-1 0 0,41 15 1 0 0,-3-7 71 0 0,0-3 1 0 0,121 16-1 0 0,123-11 130 0 0,-211-20 595 0 0,-88 1-599 0 0,1-2-54 0 0,12 0 1003 0 0,-10 3-1099 0 0,-6-1-274 0 0,0 0-1 0 0,0 0 1 0 0,-1 0 0 0 0,1 0 0 0 0,-1 0 0 0 0,1 0 0 0 0,-1 0 0 0 0,1 0-1 0 0,-1 0 1 0 0,1 0 0 0 0,-1 0 0 0 0,0 0 0 0 0,1 0 0 0 0,-1 0 0 0 0,0 0-1 0 0,0-1 1 0 0,0 1 0 0 0,0 0 0 0 0,0-1 0 0 0,0 1 0 0 0,-1 0 0 0 0,-28 14-7381 0 0,17-11 3749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2:05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1534 43 372 0 0,'0'0'2952'0'0,"-4"-4"-1984"0"0,0-1-967 0 0,-21-26 10375 0 0,24 31-10355 0 0,1 0 0 0 0,-1-1 0 0 0,1 1-1 0 0,-1 0 1 0 0,1 0 0 0 0,-1-1 0 0 0,1 1-1 0 0,-1 0 1 0 0,1 0 0 0 0,-1 0 0 0 0,1 0-1 0 0,-1 0 1 0 0,0 0 0 0 0,1 0 0 0 0,-1 0 0 0 0,1 0-1 0 0,-1 0 1 0 0,1 0 0 0 0,-1 0 0 0 0,0 0-1 0 0,1 0 1 0 0,-1 0 0 0 0,1 1 0 0 0,-1-1-1 0 0,1 0 1 0 0,-1 0 0 0 0,1 1 0 0 0,-1-1-1 0 0,-549 448 779 0 0,117-102-662 0 0,330-261-72 0 0,20-19-294 0 0,4 3 0 0 0,-131 146 0 0 0,207-211-187 0 0,-11 14 863 0 0,5-11-5228 0 0,25-1-571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2:06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76 368 0 0,'-8'-40'5064'0'0,"16"12"-1585"0"0,-7 27-3439 0 0,0 0-1 0 0,0 1 1 0 0,-1-1-1 0 0,1 0 0 0 0,0 1 1 0 0,0-1-1 0 0,0 1 1 0 0,-1-1-1 0 0,1 1 1 0 0,0 0-1 0 0,0-1 0 0 0,0 1 1 0 0,0 0-1 0 0,0 0 1 0 0,0-1-1 0 0,0 1 1 0 0,0 0-1 0 0,0 0 0 0 0,0 0 1 0 0,0 0-1 0 0,0 0 1 0 0,0 0-1 0 0,0 1 0 0 0,1-1 1 0 0,2 1 34 0 0,25 12 46 0 0,-6 3-97 0 0,-1 1-1 0 0,0 2 1 0 0,-1 0 0 0 0,-1 1-1 0 0,19 25 1 0 0,84 123 13 0 0,-32-40 7 0 0,9 3 227 0 0,164 200 494 0 0,-85-151-32 0 0,-45-73-35 0 0,-51-46 243 0 0,-81-60-878 0 0,3 3 180 0 0,0 0-244 0 0,-9-14-2986 0 0,-3-3 1931 0 0,1-1-2983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2:07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40 0 0,'0'0'8697'0'0,"24"14"-8498"0"0,68 6 7 0 0,2-5 0 0 0,158 7 0 0 0,238-15-69 0 0,78 6-98 0 0,-457-6-31 0 0,215 25 10 0 0,-256-23-4 0 0,132-1 1 0 0,-89-6-3 0 0,-42-3 105 0 0,93-12 1 0 0,33-1 577 0 0,-148 8-360 0 0,-47 6-259 0 0,21-1 659 0 0,-13 1 207 0 0,-16 0-100 0 0,-105 12-7594 0 0,60-8 2871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2:10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18 20 0 0,'0'0'1124'0'0,"-2"-12"2823"0"0,2 12-3868 0 0,0 0 0 0 0,0 0 0 0 0,0-1 0 0 0,0 1 0 0 0,0 0 1 0 0,0 0-1 0 0,0 0 0 0 0,0-1 0 0 0,0 1 0 0 0,0 0 1 0 0,0 0-1 0 0,0 0 0 0 0,0 0 0 0 0,0-1 0 0 0,0 1 1 0 0,0 0-1 0 0,0 0 0 0 0,0 0 0 0 0,0 0 0 0 0,-1-1 1 0 0,1 1-1 0 0,0 0 0 0 0,0 0 0 0 0,0 0 0 0 0,0 0 0 0 0,0-1 1 0 0,0 1-1 0 0,0 0 0 0 0,-1 0 0 0 0,1 0 0 0 0,0 0 1 0 0,0 0-1 0 0,0 0 0 0 0,0 0 0 0 0,-1 0 0 0 0,1-1 1 0 0,0 1-1 0 0,0 0 0 0 0,0 0 0 0 0,0 0 0 0 0,-1 0 1 0 0,1 0-1 0 0,0 0 0 0 0,0 0 0 0 0,0 0 0 0 0,-1 0 0 0 0,1 0 1 0 0,0 0-1 0 0,0 0 0 0 0,0 0 0 0 0,0 0 0 0 0,-1 0 1 0 0,1 1-1 0 0,0-1 0 0 0,0 0 0 0 0,0 0 0 0 0,0 0 1 0 0,-1 0-1 0 0,1 0 0 0 0,0 0 0 0 0,0 0 0 0 0,0 0 1 0 0,0 1-1 0 0,0-1 0 0 0,-1 0 0 0 0,1 0 0 0 0,-11 21 185 0 0,1-1-1 0 0,0 2 1 0 0,2-1-1 0 0,-10 39 1 0 0,-14 98 464 0 0,26-121-588 0 0,6-36-130 0 0,-1 1 0 0 0,1-1 0 0 0,0 0 0 0 0,-1 1 0 0 0,1-1 0 0 0,0 0 0 0 0,0 1-1 0 0,0-1 1 0 0,0 1 0 0 0,0-1 0 0 0,0 0 0 0 0,0 1 0 0 0,1-1 0 0 0,-1 0 0 0 0,0 1-1 0 0,1-1 1 0 0,-1 0 0 0 0,1 1 0 0 0,-1-1 0 0 0,1 0 0 0 0,0 0 0 0 0,0 0 0 0 0,-1 0-1 0 0,1 1 1 0 0,0-1 0 0 0,0 0 0 0 0,1 0 0 0 0,0 0-5 0 0,0 0 0 0 0,0-1-1 0 0,0 0 1 0 0,0 1 0 0 0,0-1 0 0 0,0 0 0 0 0,0 0-1 0 0,0 0 1 0 0,0 0 0 0 0,0 0 0 0 0,0-1 0 0 0,0 1 0 0 0,-1 0-1 0 0,1-1 1 0 0,0 0 0 0 0,2 0 0 0 0,7-4-56 0 0,-1 1 1 0 0,0-2-1 0 0,-1 1 0 0 0,1-1 1 0 0,10-10-1 0 0,55-49-1478 0 0,-74 64 1309 0 0,0 1 198 0 0,0 0 1 0 0,0-1-1 0 0,-1 1 0 0 0,1 0 0 0 0,0-1 0 0 0,0 1 0 0 0,-1 0 0 0 0,1 0 0 0 0,0 0 0 0 0,0 0 1 0 0,0 0-1 0 0,-1 0 0 0 0,1 0 0 0 0,0 0 0 0 0,0 0 0 0 0,-1 0 0 0 0,1 0 0 0 0,0 1 1 0 0,0-1-1 0 0,0 0 0 0 0,-1 0 0 0 0,1 1 0 0 0,0-1 0 0 0,-1 1 0 0 0,1-1 0 0 0,0 1 0 0 0,0 0 1 0 0,27 16-376 0 0,-24-15 328 0 0,4 4 19 0 0,-1-1 0 0 0,1-1 0 0 0,-1 1 0 0 0,1-1-1 0 0,0-1 1 0 0,1 0 0 0 0,-1 0 0 0 0,1 0 0 0 0,-1-1 0 0 0,1 0-1 0 0,14 1 1 0 0,-21-4 93 0 0,0 1 0 0 0,0-1 0 0 0,-1 0 0 0 0,1 0 0 0 0,0 0 0 0 0,0 0 0 0 0,-1 0 0 0 0,1 0 0 0 0,-1 0 0 0 0,1 0 0 0 0,-1-1 0 0 0,1 1 0 0 0,-1-1 0 0 0,0 1 0 0 0,0-1 0 0 0,0 1 0 0 0,0-1-1 0 0,0 0 1 0 0,0 0 0 0 0,1-3 0 0 0,12-38 748 0 0,-13 39-718 0 0,1-15 208 0 0,0-1 0 0 0,-1 1 0 0 0,-1-1-1 0 0,0 1 1 0 0,-6-35 0 0 0,1 14-274 0 0,6 31 159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2:10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 20 0 0,'0'0'963'0'0,"-13"14"2411"0"0,5-4-1788 0 0,4-3-1217 0 0,1 0 0 0 0,1 0 1 0 0,-1 1-1 0 0,1-1 0 0 0,1 0 1 0 0,-1 1-1 0 0,1-1 1 0 0,0 16-1 0 0,1-20-363 0 0,0 0 0 0 0,0-1 0 0 0,0 1 1 0 0,1 0-1 0 0,0 0 0 0 0,-1-1 0 0 0,1 1 0 0 0,0 0 0 0 0,0-1 0 0 0,0 1 1 0 0,0 0-1 0 0,1-1 0 0 0,-1 0 0 0 0,1 1 0 0 0,0-1 0 0 0,-1 0 0 0 0,1 0 1 0 0,0 0-1 0 0,0 0 0 0 0,1 0 0 0 0,-1 0 0 0 0,0 0 0 0 0,0-1 0 0 0,1 1 1 0 0,-1-1-1 0 0,6 2 0 0 0,7-2-1127 0 0,-7-6-3201 0 0,13-10 2076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2:11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41 117 1192 0 0,'-10'-22'2282'0'0,"-14"-35"5030"0"0,20 38-8105 0 0,2 0-3455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2:12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30 956 0 0,'-1'-24'11023'0'0,"3"36"-8008"0"0,-5 11-4203 0 0,1-1 1147 0 0,0 1-1 0 0,2-1 1 0 0,4 45 0 0 0,-2-40-55 0 0,-2-21 95 0 0,0 0 1 0 0,1 1 0 0 0,0-1 0 0 0,0 1-1 0 0,0-1 1 0 0,1 0 0 0 0,0 0 0 0 0,0 0 0 0 0,1 0-1 0 0,0 0 1 0 0,3 6 0 0 0,-5-11 38 0 0,32-12 47 0 0,31-32-27 0 0,-55 35-71 0 0,0 1 0 0 0,0 0 0 0 0,1 1 0 0 0,0 0 0 0 0,0 0-1 0 0,0 1 1 0 0,1 1 0 0 0,18-6 0 0 0,-21 10-31 0 0,0 0 0 0 0,1 1 0 0 0,-1 0 1 0 0,0 0-1 0 0,-1 1 0 0 0,1 0 0 0 0,0 0 0 0 0,0 1 0 0 0,-1 0 0 0 0,0 0 0 0 0,1 1 0 0 0,-1 0 0 0 0,9 7 0 0 0,-6-5 2 0 0,1 0 0 0 0,-1 0-1 0 0,21 6 1 0 0,-29-12 127 0 0,-1 0-66 0 0,0 0 0 0 0,0-1 0 0 0,0 1-1 0 0,-1-1 1 0 0,1 1 0 0 0,0-1 0 0 0,0 1 0 0 0,0-1 0 0 0,0 1 0 0 0,-1-1 0 0 0,1 0 0 0 0,0 0-1 0 0,0 1 1 0 0,-1-1 0 0 0,1 0 0 0 0,-1 0 0 0 0,1 0 0 0 0,-1 0 0 0 0,1 0 0 0 0,-1 1 0 0 0,1-1-1 0 0,-1 0 1 0 0,0 0 0 0 0,0 0 0 0 0,1-1 0 0 0,8-24 498 0 0,-6 6-193 0 0,0 0-1 0 0,-2 0 1 0 0,-1-36 0 0 0,1 1-642 0 0,-1 53 759 0 0,0-6-1524 0 0,4-3-7269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2:22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36 564 0 0,'3'-17'3613'0'0,"2"-2"4682"0"0,-17 37-8178 0 0,2 0-1 0 0,0 1 1 0 0,1 0-1 0 0,1 1 1 0 0,-9 29 0 0 0,-3 7-36 0 0,19-53-94 0 0,-1 0 0 0 0,1 0 0 0 0,0 0 0 0 0,0 0 0 0 0,0 1 0 0 0,1-1 0 0 0,-1 0 0 0 0,1 0 0 0 0,-1 1 0 0 0,1-1 0 0 0,0 0 1 0 0,0 0-1 0 0,1 1 0 0 0,-1-1 0 0 0,1 0 0 0 0,0 0 0 0 0,-1 1 0 0 0,3 3 0 0 0,-2-6 52 0 0,0 1 1 0 0,1-1-1 0 0,-1 1 1 0 0,0-1-1 0 0,1 1 0 0 0,-1-1 1 0 0,1 0-1 0 0,-1 1 0 0 0,1-1 1 0 0,0 0-1 0 0,-1 0 0 0 0,1 0 1 0 0,0-1-1 0 0,0 1 1 0 0,0 0-1 0 0,0-1 0 0 0,0 1 1 0 0,0-1-1 0 0,0 0 0 0 0,0 1 1 0 0,3-1-1 0 0,-1 0-179 0 0,0 0-1 0 0,1-1 0 0 0,-1 1 1 0 0,0-1-1 0 0,1 0 1 0 0,-1 0-1 0 0,0 0 1 0 0,0-1-1 0 0,0 1 1 0 0,6-5-1 0 0,-7 5-358 0 0,0-1 1 0 0,0 0-1 0 0,-1 0 0 0 0,1 0 0 0 0,-1 0 1 0 0,0 0-1 0 0,1 0 0 0 0,-1-1 0 0 0,0 1 1 0 0,0-1-1 0 0,-1 0 0 0 0,1 1 0 0 0,0-1 1 0 0,1-6-1 0 0,-1 0-2231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2:22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81 652 0 0,'-9'-68'8425'0'0,"9"66"-7309"0"0,-1-9-262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2:22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83 484 0 0,'-1'-1'300'0'0,"1"0"-1"0"0,-1 0 1 0 0,1 0-1 0 0,-1 0 1 0 0,1 0-1 0 0,-1 0 1 0 0,1 0-1 0 0,0 0 1 0 0,0-1-1 0 0,-1 1 1 0 0,1 0-1 0 0,0 0 1 0 0,0 0-1 0 0,0 0 1 0 0,0-1-1 0 0,1 1 1 0 0,-1 0-1 0 0,0 0 1 0 0,0 0-1 0 0,1 0 1 0 0,-1 0-1 0 0,1 0 1 0 0,0-2-1 0 0,0 2-137 0 0,0-1-1 0 0,1 1 1 0 0,-1-1-1 0 0,1 1 1 0 0,-1 0 0 0 0,1 0-1 0 0,0 0 1 0 0,-1 0-1 0 0,1 0 1 0 0,0 0-1 0 0,0 0 1 0 0,3-1-1 0 0,8-1-358 0 0,0 0-1 0 0,0 1 0 0 0,21-1 0 0 0,-19 1 911 0 0,187-19-233 0 0,-177 19 468 0 0,11-1-4417 0 0,-37 3 3430 0 0,1 1 0 0 0,0-1 0 0 0,0 0-1 0 0,0 0 1 0 0,0 0 0 0 0,0 0 0 0 0,0 0 0 0 0,0 0 0 0 0,0 0-1 0 0,0 0 1 0 0,0 0 0 0 0,0 0 0 0 0,0 0 0 0 0,0 0 0 0 0,0 0-1 0 0,0 1 1 0 0,0-1 0 0 0,0 0 0 0 0,0 0 0 0 0,0 0 0 0 0,0 0-1 0 0,0 0 1 0 0,0 0 0 0 0,0 0 0 0 0,0 0 0 0 0,0 0-1 0 0,0 0 1 0 0,0 0 0 0 0,0 0 0 0 0,0 1 0 0 0,0-1 0 0 0,0 0-1 0 0,0 0 1 0 0,0 0 0 0 0,0 0 0 0 0,0 0 0 0 0,0 0 0 0 0,0 0-1 0 0,0 0 1 0 0,1 0 0 0 0,-1 0 0 0 0,0 0 0 0 0,0 0 0 0 0,0 0-1 0 0,0 0 1 0 0,0 0 0 0 0,0 0 0 0 0,0 0 0 0 0,0 0-1 0 0,0 0 1 0 0,0 0 0 0 0,0 0 0 0 0,0 1 0 0 0,1-1 0 0 0,-1 0-1 0 0,0 0 1 0 0,0 0 0 0 0,0 0 0 0 0,0-1 0 0 0,0 1 0 0 0,-18 9-1739 0 0,4-6-184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2:23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6 780 0 0,'2'-5'9860'0'0,"2"17"-9719"0"0,-1 1 1 0 0,-1 0-1 0 0,0 0 0 0 0,0 0 1 0 0,-1 20-1 0 0,2 13 84 0 0,-3-37-207 0 0,0 1 0 0 0,-1-1 0 0 0,0 1 0 0 0,-1 0-1 0 0,-3 14 1 0 0,-5 35-5251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2:23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8 844 0 0,'7'-7'7061'0'0,"-3"10"-6947"0"0,0 1 0 0 0,-1 0 0 0 0,0 0-1 0 0,1 1 1 0 0,-1-1 0 0 0,-1 1 0 0 0,1-1-1 0 0,-1 1 1 0 0,0 0 0 0 0,0 0 0 0 0,0 0 0 0 0,0 0-1 0 0,-1 0 1 0 0,0 0 0 0 0,0 1 0 0 0,-1-1-1 0 0,1 0 1 0 0,-1 8 0 0 0,0 19 389 0 0,-6 56 0 0 0,5-75-400 0 0,-13 54 402 0 0,13-65 36 0 0,3-3-536 0 0,0-1 0 0 0,0 0 0 0 0,0 0 0 0 0,0 0-1 0 0,0 0 1 0 0,0 0 0 0 0,-1 0 0 0 0,1 0 0 0 0,1-4-1 0 0,23-24 59 0 0,38-34-1 0 0,-15 16-39 0 0,-48 46-17 0 0,-4 12-92 0 0,-3 5 96 0 0,0 1-1 0 0,2-1 1 0 0,-5 23-1 0 0,9-35-15 0 0,0 1 0 0 0,0 0 0 0 0,0 0 0 0 0,1-1 0 0 0,-1 1 0 0 0,1 0-1 0 0,0-1 1 0 0,0 1 0 0 0,0 0 0 0 0,0-1 0 0 0,1 1 0 0 0,-1-1-1 0 0,1 0 1 0 0,0 0 0 0 0,0 1 0 0 0,1-1 0 0 0,4 5 0 0 0,22 8-2026 0 0,9-10-3340 0 0,-23-5 2634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2:24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22 808 0 0,'0'0'6621'0'0,"8"-1"-6182"0"0,8-2-246 0 0,34-5 1196 0 0,63-2 1 0 0,-87 11-482 0 0,-12 0-2589 0 0,-1 0-4136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2:24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5 124 0 0,'6'-4'5218'0'0,"-2"15"-4825"0"0,0 0 1 0 0,0 1-1 0 0,-1-1 1 0 0,-1 1-1 0 0,0 0 1 0 0,0 0-1 0 0,-1 15 0 0 0,0 6 215 0 0,-7 52-1 0 0,4-71-797 0 0,-1-1-1 0 0,0 0 0 0 0,-1 1 0 0 0,-8 17 1 0 0,-16 20-4447 0 0,16-35 2323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2:34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 4 0 0,'0'1'12696'0'0,"-7"18"-12722"0"0,-6 17 342 0 0,1 2 0 0 0,-10 68 1 0 0,20-100-284 0 0,2-5-29 0 0,0 0 1 0 0,-1 0-1 0 0,1 0 1 0 0,0 0 0 0 0,-1 0-1 0 0,1 0 1 0 0,0 0-1 0 0,0 0 1 0 0,0 0 0 0 0,0 1-1 0 0,0-1 1 0 0,0 0-1 0 0,0 0 1 0 0,0 0 0 0 0,1 0-1 0 0,-1 0 1 0 0,0 0-1 0 0,1 0 1 0 0,-1 0 0 0 0,1 0-1 0 0,-1 0 1 0 0,1 0-1 0 0,-1 0 1 0 0,1 0 0 0 0,0 0-1 0 0,-1 0 1 0 0,1 0-1 0 0,0 0 1 0 0,0-1 0 0 0,0 1-1 0 0,0 0 1 0 0,-1-1-1 0 0,1 1 1 0 0,0 0 0 0 0,2 0-1 0 0,-1 0-5 0 0,3-4-23 0 0,17-7-82 0 0,0-1 0 0 0,-1-2 0 0 0,28-21 0 0 0,-47 32 44 0 0,2 3-91 0 0,1 0 77 0 0,-1 0-1 0 0,0 0 0 0 0,1 0 1 0 0,-1 1-1 0 0,0 0 1 0 0,0 0-1 0 0,0 0 0 0 0,0 0 1 0 0,0 1-1 0 0,0-1 0 0 0,0 1 1 0 0,4 4-1 0 0,-3-2 6 0 0,0-1 0 0 0,1 0-1 0 0,-1-1 1 0 0,1 1-1 0 0,0-1 1 0 0,7 3 0 0 0,-11-6 139 0 0,2-5 27 0 0,-1 0 0 0 0,0 0 1 0 0,0-1-1 0 0,0 1 0 0 0,0-1 1 0 0,-1 1-1 0 0,0-1 0 0 0,0 0 1 0 0,-1 0-1 0 0,1 0 0 0 0,-1 0 1 0 0,-1 0-1 0 0,1-11 0 0 0,-1 5 10 0 0,0 0 0 0 0,0 1 0 0 0,-1-1 0 0 0,-1 0 0 0 0,0 1 0 0 0,-4-15 0 0 0,5 24-147 0 0,1-9-86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2:34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0 80 0 0,'0'0'8418'0'0,"-3"5"-8237"0"0,-4 8-40 0 0,1-3 23 0 0,0 0 1 0 0,0 1-1 0 0,1-1 0 0 0,1 1 1 0 0,0 0-1 0 0,0 1 0 0 0,1-1 1 0 0,1 0-1 0 0,-1 1 0 0 0,0 20 1 0 0,4-30-98 0 0,20 26-1761 0 0,-19-26 1540 0 0,1 0-546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2:34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89 984 0 0,'-1'-16'3330'0'0,"-9"-45"3546"0"0,10 59-6078 0 0,2-7-736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2:35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21 820 0 0,'0'0'10262'0'0,"6"-1"-10030"0"0,19-5 156 0 0,1 3-1 0 0,47-3 1 0 0,-3 2-4484 0 0,-67 3 2524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2:35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1 212 0 0,'0'0'4670'0'0,"-9"-1"552"0"0,-11 161-5016 0 0,13-120-6418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2:35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55 752 0 0,'31'-55'11930'0'0,"-6"86"-11213"0"0,-21-18-616 0 0,-1-1-1 0 0,-1 1 1 0 0,0-1 0 0 0,0 1-1 0 0,-1 0 1 0 0,-1 0-1 0 0,-2 23 1 0 0,0 7 73 0 0,2-41-141 0 0,0-2-26 0 0,0 1-1 0 0,0-1 0 0 0,-1 0 1 0 0,1 1-1 0 0,0-1 1 0 0,0 0-1 0 0,0 1 0 0 0,0-1 1 0 0,0 0-1 0 0,-1 1 0 0 0,1-1 1 0 0,0 0-1 0 0,0 1 0 0 0,0-1 1 0 0,0 0-1 0 0,0 1 1 0 0,0-1-1 0 0,0 0 0 0 0,0 1 1 0 0,0-1-1 0 0,0 0 0 0 0,1 1 1 0 0,-1-1-1 0 0,0 0 0 0 0,0 1 1 0 0,0-1-1 0 0,0 0 1 0 0,0 1-1 0 0,1-1 0 0 0,-1 1 1 0 0,7-3-20 0 0,0 0-1 0 0,0-1 1 0 0,0 0 0 0 0,0 0 0 0 0,-1 0 0 0 0,1-1 0 0 0,-1 0 0 0 0,0 0 0 0 0,0 0 0 0 0,0-1 0 0 0,5-6 0 0 0,30-19-46 0 0,-3 7 25 0 0,-37 23 12 0 0,-9 19-311 0 0,6-16 339 0 0,0 1 1 0 0,0 0-1 0 0,1-1 1 0 0,0 1-1 0 0,0 0 1 0 0,0 0-1 0 0,0 0 1 0 0,0 0-1 0 0,1 0 1 0 0,0 0-1 0 0,0 0 1 0 0,0 0-1 0 0,0 0 1 0 0,1 0-1 0 0,-1 0 1 0 0,1 0-1 0 0,0 0 1 0 0,0 0-1 0 0,3 5 1 0 0,-1-4-108 0 0,0 0 0 0 0,1 0 0 0 0,-1 0 1 0 0,1-1-1 0 0,1 1 0 0 0,-1-1 1 0 0,1 0-1 0 0,-1 0 0 0 0,1-1 1 0 0,10 6-1 0 0,-2 4-1223 0 0,-5-1-4731 0 0,1-4 2876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2:27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29 72 0 0,'12'-18'3116'0'0,"-12"18"-2928"0"0,0-1 1 0 0,1 1-1 0 0,-1-1 1 0 0,0 1 0 0 0,0-1-1 0 0,0 1 1 0 0,1-1 0 0 0,-1 1-1 0 0,0-1 1 0 0,0 1-1 0 0,1-1 1 0 0,-1 1 0 0 0,0 0-1 0 0,1-1 1 0 0,-1 1 0 0 0,1-1-1 0 0,-1 1 1 0 0,0 0 0 0 0,1 0-1 0 0,-1-1 1 0 0,1 1-1 0 0,-1 0 1 0 0,1 0 0 0 0,-1-1-1 0 0,1 1 1 0 0,-1 0 0 0 0,1 0-1 0 0,0 0 1 0 0,-1 0-1 0 0,1 0 1 0 0,-1 0 0 0 0,1 0-1 0 0,-1 0 1 0 0,1 0 0 0 0,6 40 43 0 0,-2 1 1 0 0,-2 1 0 0 0,-2-1-1 0 0,-7 66 1 0 0,3-49-118 0 0,-30 408 528 0 0,1-26-285 0 0,28-331-246 0 0,3-27 68 0 0,-4-1 0 0 0,-23 120-1 0 0,22-164-208 0 0,6-21-7817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2:27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10 420 0 0,'23'-10'2513'0'0,"0"19"-2154"0"0,-2 0 0 0 0,1 1-1 0 0,-1 1 1 0 0,0 1 0 0 0,-2 1 0 0 0,23 18 0 0 0,42 26 298 0 0,305 162 1535 0 0,532 217 0 0 0,-542-266-1383 0 0,-130-37-309 0 0,-77-38-218 0 0,157 100 230 0 0,-286-168-240 0 0,2-3-1 0 0,54 23 0 0 0,-30-14 667 0 0,-23-14-26 0 0,-44-18-930 0 0,-20 5-5496 0 0,6-4 1301 0 0,-13-4 1117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2:28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43 308 0 0,'0'0'1248'0'0,"-26"-25"3435"0"0,15 22-4325 0 0,1-1 0 0 0,0 1 0 0 0,-1 1 0 0 0,1 0 1 0 0,-1 0-1 0 0,0 1 0 0 0,0 0 0 0 0,1 1 1 0 0,-1 0-1 0 0,-19 4 0 0 0,27-4-195 0 0,-5 1-94 0 0,8-1-64 0 0,0 0 0 0 0,0 0 0 0 0,0 0 0 0 0,0 0 0 0 0,0 0 0 0 0,-1 0 0 0 0,1 0 0 0 0,0 0 0 0 0,0 0 0 0 0,0 0 0 0 0,0 0 0 0 0,0 0 0 0 0,-1 0 0 0 0,1 0 0 0 0,0 0 0 0 0,0 0 0 0 0,0 0 0 0 0,0 0 0 0 0,0 0 0 0 0,0 1 0 0 0,0-1 0 0 0,-1 0 0 0 0,1 0 0 0 0,0 0 0 0 0,0 0 0 0 0,0 0 0 0 0,0 0 0 0 0,0 0 0 0 0,0 1 0 0 0,0-1 0 0 0,0 0 0 0 0,0 0 0 0 0,0 0 0 0 0,0 0 0 0 0,0 0 0 0 0,0 0 0 0 0,0 1 0 0 0,0-1 0 0 0,0 0 0 0 0,0 0 0 0 0,0 0 0 0 0,0 0 0 0 0,0 0 0 0 0,0 1 0 0 0,0-1 0 0 0,0 0 0 0 0,0 0 0 0 0,0 0 0 0 0,0 0 0 0 0,0 0 0 0 0,0 0 0 0 0,0 1 0 0 0,0-1 0 0 0,0 0 0 0 0,0 0 0 0 0,0 0 0 0 0,0 0 0 0 0,0 0 0 0 0,1 0 0 0 0,-1 0 0 0 0,0 1 0 0 0,0-1 0 0 0,0 0 0 0 0,0 0 0 0 0,7 4 15 0 0,-1 1 0 0 0,1-2 0 0 0,-1 1-1 0 0,1-1 1 0 0,1 0 0 0 0,-1 0 0 0 0,0 0 0 0 0,0-1-1 0 0,1-1 1 0 0,14 2 0 0 0,92 6 68 0 0,-84-7-62 0 0,411-7 303 0 0,-314 0-241 0 0,1179-13 657 0 0,-979 26-529 0 0,283 9 182 0 0,-501-11 1485 0 0,-106-6-949 0 0,16 0 800 0 0,-13 2-4646 0 0,-4 4 2148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2:29.2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1068 0 0,'3'-1'224'0'0,"1"0"489"0"0,-1 1 0 0 0,1-1 0 0 0,-1 0 0 0 0,0 0 0 0 0,1 0 0 0 0,-1 0 0 0 0,0-1 0 0 0,0 1 0 0 0,0-1 0 0 0,0 0 0 0 0,5-4 1200 0 0,3-6 2232 0 0,-5 4-4245 0 0,-36 4-11993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2:29.6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68 796 0 0,'0'0'5252'0'0,"8"-2"-4721"0"0,445-47 2819 0 0,-335 41-2943 0 0,97 0 2694 0 0,-213 8-2573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2:38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6 568 0 0,'-2'-5'8892'0'0,"16"13"-8837"0"0,0 1 1 0 0,0 0 0 0 0,-1 1 0 0 0,0 0 0 0 0,-1 1 0 0 0,0 0 0 0 0,12 16-1 0 0,43 38 115 0 0,-17-24-58 0 0,-21-15 16 0 0,2-1 0 0 0,0-2-1 0 0,2-2 1 0 0,60 32 0 0 0,-88-51-99 0 0,-1-1 4 0 0,-1 0 0 0 0,0 1 0 0 0,0-1-1 0 0,0 1 1 0 0,0 0 0 0 0,0 0 0 0 0,0 0 0 0 0,0 0 0 0 0,0 1-1 0 0,-1-1 1 0 0,1 1 0 0 0,1 2 0 0 0,-3-4-21 0 0,-4 1-1779 0 0,-20 9 467 0 0,7-6-2908 0 0,0 1 1944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2:38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6 376 0 0,'-26'-6'7994'0'0,"48"13"-6526"0"0,58 11-1669 0 0,247 6 1038 0 0,51 6-412 0 0,-298-21-348 0 0,-31-5 21 0 0,84 18 0 0 0,-131-21-74 0 0,9 1 657 0 0,-4 0-2237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2:41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59 852 0 0,'0'0'1000'0'0,"-6"-16"10301"0"0,0 38-11053 0 0,-4 14 99 0 0,2 0-1 0 0,1 0 0 0 0,2 1 0 0 0,-1 60 1 0 0,6-89-276 0 0,-1-7-61 0 0,1 0-1 0 0,0 0 0 0 0,-1 0 0 0 0,1 1 1 0 0,0-1-1 0 0,0 0 0 0 0,0 0 0 0 0,0 0 1 0 0,0 0-1 0 0,0 1 0 0 0,0-1 0 0 0,0 0 1 0 0,0 0-1 0 0,0 0 0 0 0,1 0 1 0 0,-1 1-1 0 0,1-1 0 0 0,-1 0 0 0 0,1 0 1 0 0,-1 0-1 0 0,1 0 0 0 0,-1 0 0 0 0,1 0 1 0 0,0 0-1 0 0,0-1 0 0 0,-1 1 1 0 0,1 0-1 0 0,0 0 0 0 0,0 0 0 0 0,0-1 1 0 0,0 1-1 0 0,0 0 0 0 0,0-1 0 0 0,0 1 1 0 0,0-1-1 0 0,0 1 0 0 0,0-1 1 0 0,0 0-1 0 0,1 1 0 0 0,-1-1 0 0 0,0 0 1 0 0,0 0-1 0 0,0 0 0 0 0,0 0 0 0 0,1 0 1 0 0,-1 0-1 0 0,0 0 0 0 0,0 0 0 0 0,0 0 1 0 0,0-1-1 0 0,0 1 0 0 0,1 0 1 0 0,-1-1-1 0 0,1 0 0 0 0,14-3-63 0 0,0-1 1 0 0,-1-1-1 0 0,0 0 0 0 0,-1-1 0 0 0,26-17 0 0 0,28-12-362 0 0,-65 35 372 0 0,1 1 0 0 0,0 0 1 0 0,0 0-1 0 0,-1 0 0 0 0,1 0 1 0 0,0 1-1 0 0,-1-1 0 0 0,1 1 1 0 0,0 0-1 0 0,-1 0 0 0 0,1 0 1 0 0,-1 1-1 0 0,1-1 0 0 0,-1 1 1 0 0,0 0-1 0 0,0 0 0 0 0,1 0 1 0 0,-1 0-1 0 0,3 3 0 0 0,16 8-194 0 0,-14-9 184 0 0,1 0-1 0 0,0 0 0 0 0,0-1 0 0 0,1 0 1 0 0,-1-1-1 0 0,1 0 0 0 0,-1 0 1 0 0,15 0-1 0 0,-20-2 82 0 0,-1-1 1 0 0,0 1-1 0 0,0-1 0 0 0,0 1 1 0 0,0-1-1 0 0,0 0 1 0 0,0 0-1 0 0,0 0 0 0 0,0-1 1 0 0,0 1-1 0 0,0-1 0 0 0,0 0 1 0 0,-1 1-1 0 0,1-1 1 0 0,-1 0-1 0 0,1 0 0 0 0,-1-1 1 0 0,0 1-1 0 0,0-1 0 0 0,0 1 1 0 0,0-1-1 0 0,0 1 0 0 0,-1-1 1 0 0,1 0-1 0 0,-1 0 1 0 0,0 0-1 0 0,1 0 0 0 0,0-6 1 0 0,2-10 252 0 0,-1 0 0 0 0,0-1 0 0 0,-2 0 0 0 0,0 1 1 0 0,-1-1-1 0 0,-1 0 0 0 0,-4-20 0 0 0,0-43 378 0 0,5 81-1017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2:41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309 28 1024 0 0,'-7'-18'3733'0'0,"1"9"3461"0"0,8 57-6628 0 0,-3 1 0 0 0,-2-1 1 0 0,-10 52-1 0 0,9-79-416 0 0,-1-1 0 0 0,0 0 0 0 0,-1-1 1 0 0,-1 1-1 0 0,-1-1 0 0 0,-1 0 0 0 0,-1-1 0 0 0,0 0 1 0 0,-1-1-1 0 0,-17 20 0 0 0,26-35-113 0 0,1 0 0 0 0,-1 1 0 0 0,0-1 0 0 0,0 0-1 0 0,0 0 1 0 0,0 0 0 0 0,-1 0 0 0 0,1 0 0 0 0,-1-1 0 0 0,1 1 0 0 0,-1-1 0 0 0,1 0-1 0 0,-1 1 1 0 0,0-1 0 0 0,0 0 0 0 0,1-1 0 0 0,-1 1 0 0 0,0 0 0 0 0,0-1 0 0 0,0 0-1 0 0,0 1 1 0 0,0-1 0 0 0,0 0 0 0 0,0-1 0 0 0,0 1 0 0 0,0 0 0 0 0,0-1 0 0 0,1 0-1 0 0,-1 0 1 0 0,0 0 0 0 0,0 0 0 0 0,1 0 0 0 0,-1 0 0 0 0,0-1 0 0 0,1 1 0 0 0,-1-1-1 0 0,1 0 1 0 0,-4-2 0 0 0,0-3 44 0 0,0 1 1 0 0,0-1-1 0 0,0 0 0 0 0,1 0 0 0 0,0-1 0 0 0,1 1 0 0 0,-1-1 1 0 0,2 0-1 0 0,-1 0 0 0 0,1-1 0 0 0,-3-12 0 0 0,5 19-103 0 0,-13-77 199 0 0,18 27-2922 0 0,-4 51 2618 0 0,0 1 0 0 0,0-1 0 0 0,0 1-1 0 0,1-1 1 0 0,-1 1 0 0 0,0-1 0 0 0,0 1 0 0 0,0-1-1 0 0,1 1 1 0 0,-1-1 0 0 0,0 1 0 0 0,1-1 0 0 0,-1 1 0 0 0,1-1-1 0 0,-1 1 1 0 0,0 0 0 0 0,1-1 0 0 0,-1 1 0 0 0,1 0-1 0 0,-1-1 1 0 0,1 1 0 0 0,-1 0 0 0 0,1 0 0 0 0,-1-1-1 0 0,1 1 1 0 0,0 0 0 0 0,17-9-9589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2:42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5 199 15609 0 0,'-3'-26'849'0'0,"1"0"0"0"0,3-42 0 0 0,-1 29 484 0 0,7 0-1621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2:46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475 1 376 0 0,'-28'5'597'0'0,"1"2"0"0"0,-1 1 0 0 0,1 1 0 0 0,1 1 0 0 0,0 1 0 0 0,1 2 0 0 0,0 1 0 0 0,-28 19 0 0 0,33-19-326 0 0,1 1 1 0 0,0 1 0 0 0,2 1-1 0 0,-1 0 1 0 0,2 1-1 0 0,1 1 1 0 0,0 0 0 0 0,1 1-1 0 0,-21 42 1 0 0,31-54-214 0 0,0 1 1 0 0,1-1 0 0 0,1 1-1 0 0,-1 0 1 0 0,1-1-1 0 0,1 1 1 0 0,-1 0 0 0 0,2 0-1 0 0,-1 0 1 0 0,1 1-1 0 0,0-1 1 0 0,1 0-1 0 0,0 0 1 0 0,1 0 0 0 0,0-1-1 0 0,0 1 1 0 0,1 0-1 0 0,0-1 1 0 0,0 1 0 0 0,1-1-1 0 0,0 0 1 0 0,1 0-1 0 0,0 0 1 0 0,0-1 0 0 0,0 0-1 0 0,1 0 1 0 0,0 0-1 0 0,13 11 1 0 0,2-1-141 0 0,0-1 0 0 0,1-1 1 0 0,0 0-1 0 0,1-2 0 0 0,0-1 0 0 0,1-1 1 0 0,1-1-1 0 0,45 13 0 0 0,-25-12-2443 0 0,71 9 0 0 0,-62-16 63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2:47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45 302 1212 0 0,'-15'-16'3274'0'0,"8"15"184"0"0,4 32-595 0 0,3-24-3350 0 0,16 205 2646 0 0,-17-193-1368 0 0,-6-24 127 0 0,-9-35-389 0 0,11 11-440 0 0,2 0 0 0 0,0-1 0 0 0,2 1 0 0 0,2-1 0 0 0,0 0 0 0 0,2 1-1 0 0,9-40 1 0 0,-8 55-79 0 0,0 0-1 0 0,0 0 1 0 0,2 1-1 0 0,-1-1 0 0 0,2 2 1 0 0,0-1-1 0 0,0 1 0 0 0,1 0 1 0 0,1 0-1 0 0,0 1 1 0 0,0 0-1 0 0,1 0 0 0 0,1 1 1 0 0,-1 1-1 0 0,2 0 1 0 0,-1 0-1 0 0,16-8 0 0 0,-23 15-18 0 0,1-1 0 0 0,-1 1 0 0 0,0 0 0 0 0,0 1 0 0 0,1-1 0 0 0,-1 1 0 0 0,1 0 0 0 0,0 0 0 0 0,-1 0 0 0 0,1 1 0 0 0,0-1 0 0 0,-1 1 0 0 0,8 1-1 0 0,-10 0 3 0 0,1-1 0 0 0,-1 1-1 0 0,0 0 1 0 0,0 0-1 0 0,0 0 1 0 0,0 1-1 0 0,0-1 1 0 0,0 0-1 0 0,0 1 1 0 0,-1-1-1 0 0,1 1 1 0 0,0 0-1 0 0,-1 0 1 0 0,1-1-1 0 0,-1 1 1 0 0,0 0-1 0 0,0 0 1 0 0,1 0-1 0 0,-1 0 1 0 0,-1 1-1 0 0,1-1 1 0 0,0 0-1 0 0,0 0 1 0 0,-1 1-1 0 0,1-1 1 0 0,-1 0-1 0 0,0 0 1 0 0,0 1 0 0 0,0 3-1 0 0,0 14-14 0 0,0 0 0 0 0,-1 0 0 0 0,-2-1 0 0 0,-5 25 1 0 0,4-27 1 0 0,1 1 1 0 0,1-1-1 0 0,0 1 1 0 0,1-1-1 0 0,1 1 1 0 0,2 18-1 0 0,2-21-3 0 0,0 0 1 0 0,1 0-1 0 0,1-1 0 0 0,1 0 1 0 0,-1 0-1 0 0,2 0 0 0 0,0-1 1 0 0,13 16-1 0 0,-10-13-13 0 0,0 0-1 0 0,-1 0 1 0 0,-1 2 0 0 0,10 23 0 0 0,-19-39 37 0 0,1 0-1 0 0,0 1 1 0 0,-1-1 0 0 0,1 0 0 0 0,-1 0 0 0 0,0 0 0 0 0,0 0 0 0 0,0 1 0 0 0,0-1 0 0 0,0 0 0 0 0,0 0-1 0 0,-1 0 1 0 0,1 1 0 0 0,-1-1 0 0 0,1 0 0 0 0,-1 0 0 0 0,0 0 0 0 0,0 0 0 0 0,0 0 0 0 0,-2 4 0 0 0,0-3 1 0 0,0 0 0 0 0,0 0 0 0 0,0 0 0 0 0,-1 0 0 0 0,1-1 0 0 0,-1 1 0 0 0,1-1-1 0 0,-1 0 1 0 0,0 0 0 0 0,-5 2 0 0 0,-9 2 12 0 0,-1 0-1 0 0,0-1 0 0 0,-33 3 0 0 0,44-6-6 0 0,-65-1-1291 0 0,33-10-6093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2:47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19 268 0 0,'36'-11'4923'0'0,"-27"13"-4664"0"0,-1 0 1 0 0,1 1-1 0 0,-1 0 0 0 0,0 1 1 0 0,0 0-1 0 0,0 0 0 0 0,0 1 1 0 0,-1 0-1 0 0,1 0 0 0 0,11 12 1 0 0,-8-8-31 0 0,-1 1 1 0 0,-1 0-1 0 0,1 0 1 0 0,-2 1-1 0 0,1 1 1 0 0,9 18-1 0 0,-5-12 2114 0 0,-12-38 1047 0 0,1-19-2929 0 0,23-23-955 0 0,-6 31-1888 0 0,1 12-4847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2:48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1 253 776 0 0,'3'-3'961'0'0,"18"-11"620"0"0,0 1-364 0 0,0-1 0 0 0,-2-1 0 0 0,0 0 0 0 0,-1-1 0 0 0,22-26 0 0 0,-28 13 453 0 0,-12 29-1650 0 0,1 0 0 0 0,-1-1 0 0 0,0 1 0 0 0,0-1 0 0 0,1 1 0 0 0,-1 0 0 0 0,0-1 0 0 0,0 1 0 0 0,0-1 0 0 0,1 1 0 0 0,-1-1 0 0 0,0 1 0 0 0,0-1 0 0 0,0 1 0 0 0,0-1 0 0 0,0 1-1 0 0,0-1 1 0 0,0 1 0 0 0,0 0 0 0 0,0-1 0 0 0,0 1 0 0 0,-1-1 0 0 0,1 1 0 0 0,0-1 0 0 0,0 1 0 0 0,0-1 0 0 0,0 1 0 0 0,-1 0 0 0 0,1-1 0 0 0,0 1 0 0 0,0-1 0 0 0,-1 1 0 0 0,1 0-1 0 0,0-1 1 0 0,-1 1 0 0 0,1 0 0 0 0,-1-1 0 0 0,1 1 0 0 0,0 0 0 0 0,-1 0 0 0 0,1-1 0 0 0,-1 1 0 0 0,1 0 0 0 0,0 0 0 0 0,-1 0 0 0 0,1 0 0 0 0,-1-1 0 0 0,1 1 0 0 0,-1 0 0 0 0,1 0 0 0 0,-1 0-1 0 0,1 0 1 0 0,-1 0 0 0 0,1 0 0 0 0,-1 0 0 0 0,1 0 0 0 0,-1 1 0 0 0,1-1 0 0 0,0 0 0 0 0,-1 0 0 0 0,1 0 0 0 0,-1 0 0 0 0,1 1 0 0 0,-1-1 0 0 0,1 0 0 0 0,-1 1 0 0 0,-12 4 33 0 0,-1 0 46 0 0,1 1-1 0 0,-1 0 1 0 0,1 1-1 0 0,-19 13 1 0 0,29-18-100 0 0,0 1 0 0 0,1-1 1 0 0,-1 0-1 0 0,0 1 1 0 0,1 0-1 0 0,-1 0 1 0 0,1 0-1 0 0,0 0 1 0 0,0 0-1 0 0,0 0 0 0 0,1 0 1 0 0,-1 0-1 0 0,1 1 1 0 0,-1-1-1 0 0,1 1 1 0 0,0-1-1 0 0,1 1 1 0 0,-1 0-1 0 0,0-1 0 0 0,1 1 1 0 0,0 0-1 0 0,0-1 1 0 0,0 1-1 0 0,1 6 1 0 0,0-8-12 0 0,1 1 1 0 0,-1-1 0 0 0,0 0 0 0 0,1 1-1 0 0,-1-1 1 0 0,1 0 0 0 0,0 0-1 0 0,-1 0 1 0 0,1 0 0 0 0,0 0 0 0 0,0-1-1 0 0,0 1 1 0 0,1-1 0 0 0,-1 1 0 0 0,0-1-1 0 0,0 0 1 0 0,1 0 0 0 0,-1 0-1 0 0,1 0 1 0 0,-1 0 0 0 0,1 0 0 0 0,4 0-1 0 0,58 8-362 0 0,-44-9 203 0 0,0-1 1 0 0,0-2 0 0 0,-1 0 0 0 0,1-1 0 0 0,-1-1 0 0 0,0-1-1 0 0,22-9 1 0 0,26-7 257 0 0,-53 17 1322 0 0,-20 7-502 0 0,2-1-879 0 0,1 0 0 0 0,-1 1 0 0 0,0-1 0 0 0,0 1 0 0 0,1 0 0 0 0,-1 0-1 0 0,1 0 1 0 0,0 0 0 0 0,-4 4 0 0 0,-6 14-282 0 0,24-20-387 0 0,15-3 155 0 0,15 12-74 0 0,-39-7 549 0 0,1-1 1 0 0,0 0 0 0 0,-1 1 0 0 0,1-2-1 0 0,0 1 1 0 0,-1 0 0 0 0,1-1 0 0 0,0 1 0 0 0,0-1-1 0 0,-1 0 1 0 0,1 0 0 0 0,0-1 0 0 0,0 1-1 0 0,-1-1 1 0 0,1 0 0 0 0,0 0 0 0 0,-1 0-1 0 0,1 0 1 0 0,-1-1 0 0 0,1 1 0 0 0,-1-1-1 0 0,0 0 1 0 0,0 0 0 0 0,0 0 0 0 0,0-1-1 0 0,4-3 1 0 0,2-4 153 0 0,-1 0-1 0 0,-1-1 1 0 0,0 0-1 0 0,0 0 1 0 0,-1 0-1 0 0,7-19 1 0 0,21-75 1529 0 0,-27 77-509 0 0,-13 51-936 0 0,-12 52-306 0 0,16-69 51 0 0,1 0 0 0 0,0 1 0 0 0,0-1 0 0 0,0 0 0 0 0,1 1-1 0 0,0-1 1 0 0,0 0 0 0 0,0 1 0 0 0,3 8 0 0 0,-2-12-1 0 0,0-1 1 0 0,0 0-1 0 0,0 0 1 0 0,0 0-1 0 0,1 0 0 0 0,-1 0 1 0 0,1 0-1 0 0,0 0 0 0 0,0 0 1 0 0,-1-1-1 0 0,1 1 1 0 0,0-1-1 0 0,0 1 0 0 0,1-1 1 0 0,-1 0-1 0 0,0 0 0 0 0,0 0 1 0 0,0 0-1 0 0,1 0 1 0 0,-1 0-1 0 0,1-1 0 0 0,-1 1 1 0 0,0-1-1 0 0,1 1 0 0 0,3-1 1 0 0,7 1-54 0 0,1-1 1 0 0,-1-1 0 0 0,0 0-1 0 0,0 0 1 0 0,0-1 0 0 0,0-1-1 0 0,0 0 1 0 0,-1-1 0 0 0,1 0-1 0 0,-1-1 1 0 0,13-7 0 0 0,-23 11 77 0 0,-2 1 3 0 0,0 0-1 0 0,0 0 0 0 0,0 0 1 0 0,0 0-1 0 0,0 0 0 0 0,1 0 1 0 0,-1 0-1 0 0,0 0 0 0 0,0 0 1 0 0,0 0-1 0 0,1 0 1 0 0,-1 0-1 0 0,0 0 0 0 0,0 0 1 0 0,0 0-1 0 0,0 0 0 0 0,1 0 1 0 0,-1 0-1 0 0,0 0 0 0 0,0 0 1 0 0,0 0-1 0 0,0 0 0 0 0,0 0 1 0 0,1 0-1 0 0,-1 0 0 0 0,0 0 1 0 0,0 1-1 0 0,0-1 1 0 0,0 0-1 0 0,0 0 0 0 0,0 0 1 0 0,1 0-1 0 0,-1 0 0 0 0,0 1 1 0 0,0-1-1 0 0,0 0 0 0 0,0 0 1 0 0,0 0-1 0 0,0 0 0 0 0,0 0 1 0 0,0 1-1 0 0,0-1 0 0 0,0 0 1 0 0,0 0-1 0 0,0 0 0 0 0,0 1 1 0 0,0-1-1 0 0,0 0 1 0 0,0 0-1 0 0,0 0 0 0 0,0 0 1 0 0,0 1-1 0 0,0-1 0 0 0,0 0 1 0 0,0 0-1 0 0,0 0 0 0 0,0 0 1 0 0,0 0-1 0 0,0 1 0 0 0,0-1 1 0 0,-1 0-1 0 0,1 0 0 0 0,0 0 1 0 0,0 0-1 0 0,0 0 0 0 0,0 1 1 0 0,0-1-1 0 0,0 0 1 0 0,-1 0-1 0 0,1 1 1 0 0,-1 0-1 0 0,1 0 1 0 0,-1 1-1 0 0,1-1 1 0 0,-1 0 0 0 0,1 0-1 0 0,0 1 1 0 0,0-1 0 0 0,-1 0-1 0 0,1 0 1 0 0,0 1 0 0 0,0-1-1 0 0,0 0 1 0 0,1 1 0 0 0,-1-1-1 0 0,0 0 1 0 0,0 0 0 0 0,1 1-1 0 0,-1-1 1 0 0,0 0-1 0 0,1 0 1 0 0,0 0 0 0 0,-1 1-1 0 0,1-1 1 0 0,0 0 0 0 0,1 2-1 0 0,-1-2 2 0 0,1 0 0 0 0,-1 0 0 0 0,0 0 0 0 0,1 0 0 0 0,-1-1-1 0 0,1 1 1 0 0,-1 0 0 0 0,1-1 0 0 0,0 1 0 0 0,-1-1 0 0 0,1 1-1 0 0,0-1 1 0 0,-1 0 0 0 0,1 0 0 0 0,0 0 0 0 0,-1 0 0 0 0,1 0-1 0 0,0 0 1 0 0,-1 0 0 0 0,1 0 0 0 0,0-1 0 0 0,1 0 0 0 0,21-6 3 0 0,-18 5 0 0 0,3 0 149 0 0,0-1 0 0 0,-1-1 1 0 0,1 0-1 0 0,-1 0 0 0 0,12-8 0 0 0,-19 11-13 0 0,6-2 166 0 0,-12 27-9967 0 0,3-19 6205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2:49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66 700 0 0,'13'-56'8168'0'0,"-12"55"-8157"0"0,0 0 0 0 0,-1 1 0 0 0,1-1-1 0 0,0 0 1 0 0,0 0 0 0 0,1 1 0 0 0,-1-1 0 0 0,0 0 0 0 0,0 1-1 0 0,0-1 1 0 0,0 1 0 0 0,0-1 0 0 0,1 1 0 0 0,-1 0 0 0 0,0 0-1 0 0,0-1 1 0 0,1 1 0 0 0,-1 0 0 0 0,0 0 0 0 0,2 0 0 0 0,28 2-754 0 0,-28-2 655 0 0,32 8-553 0 0,-25-5 773 0 0,-1-1-1 0 0,0 0 1 0 0,1 0 0 0 0,10 0 0 0 0,-19-2-66 0 0,0 1-1 0 0,1-1 0 0 0,-1 1 1 0 0,-1-1-1 0 0,1 1 0 0 0,0-1 1 0 0,0 1-1 0 0,0 0 0 0 0,0-1 1 0 0,0 1-1 0 0,0 0 0 0 0,-1 0 1 0 0,1-1-1 0 0,0 1 0 0 0,-1 0 1 0 0,1 0-1 0 0,0 0 0 0 0,-1 0 1 0 0,1 0-1 0 0,-1 0 0 0 0,0 0 1 0 0,1 0-1 0 0,-1 0 0 0 0,0 0 1 0 0,0 1-1 0 0,0-1 0 0 0,1 0 1 0 0,-1 1-1 0 0,2 34 1178 0 0,-8 7-746 0 0,-2-1-1 0 0,-2 1 1 0 0,-1-2 0 0 0,-30 70-1 0 0,25-67-629 0 0,-25 59-1547 0 0,2-4-4723 0 0,27-64 3203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2:50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43 24 0 0,'1'-2'330'0'0,"-1"1"0"0"0,1-1-1 0 0,-1 0 1 0 0,0 1 0 0 0,0-1 0 0 0,0 0-1 0 0,0 1 1 0 0,0-1 0 0 0,0 1 0 0 0,-1-1 0 0 0,1 0-1 0 0,0 1 1 0 0,-1-1 0 0 0,1 1 0 0 0,-1-1-1 0 0,0 1 1 0 0,1-1 0 0 0,-1 1 0 0 0,0-1-1 0 0,0 1 1 0 0,0 0 0 0 0,0-1 0 0 0,0 1 0 0 0,0 0-1 0 0,-3-2 1 0 0,3 2 263 0 0,-4 2-338 0 0,-8 4-53 0 0,0 0 0 0 0,0 1 0 0 0,1 0-1 0 0,0 0 1 0 0,0 2 0 0 0,0-1 0 0 0,1 2 0 0 0,-16 15-1 0 0,26-23-142 0 0,0-1-53 0 0,1 0 0 0 0,0 0 0 0 0,0 0 0 0 0,0 0-1 0 0,0 0 1 0 0,-1 0 0 0 0,1 0 0 0 0,0 0 0 0 0,0 0 0 0 0,0 0 0 0 0,0 0 0 0 0,0 0 0 0 0,0 1-1 0 0,-1-1 1 0 0,1 0 0 0 0,0 0 0 0 0,0 0 0 0 0,0 0 0 0 0,0 0 0 0 0,0 0 0 0 0,0 1 0 0 0,0-1-1 0 0,0 0 1 0 0,-1 0 0 0 0,1 0 0 0 0,0 0 0 0 0,0 0 0 0 0,0 1 0 0 0,0-1 0 0 0,0 0 0 0 0,0 0-1 0 0,0 0 1 0 0,0 0 0 0 0,0 1 0 0 0,0-1 0 0 0,0 0 0 0 0,0 0 0 0 0,0 0 0 0 0,0 0-1 0 0,0 0 1 0 0,0 1 0 0 0,0-1 0 0 0,1 0 0 0 0,-1 0 0 0 0,0 0 0 0 0,0 0 0 0 0,0 0 0 0 0,0 1-1 0 0,0-1 1 0 0,0 0 0 0 0,0 0 0 0 0,0 0 0 0 0,0 0 0 0 0,1 0 0 0 0,-1 0 0 0 0,0 0 0 0 0,0 1-1 0 0,0-1 1 0 0,0 0 0 0 0,1 0 0 0 0,-1 0 11 0 0,1 1 1 0 0,0 0-1 0 0,0-1 0 0 0,-1 1 0 0 0,1-1 0 0 0,0 1 1 0 0,0-1-1 0 0,0 1 0 0 0,0-1 0 0 0,0 0 0 0 0,-1 0 1 0 0,1 1-1 0 0,0-1 0 0 0,0 0 0 0 0,0 0 0 0 0,0 0 1 0 0,0 0-1 0 0,2 0 0 0 0,19-1-22 0 0,0 1 0 0 0,-1 0 0 0 0,25 5 0 0 0,30 14-7012 0 0,-60-12 4219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2:50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72 132 0 0,'-2'-18'2689'0'0,"-2"13"-2377"0"0,1 1 0 0 0,0 0 1 0 0,-1 0-1 0 0,0 0 0 0 0,0 0 0 0 0,0 1 0 0 0,-1 0 0 0 0,1 0 1 0 0,-1 0-1 0 0,1 0 0 0 0,-1 1 0 0 0,0-1 0 0 0,-6-1 1 0 0,8 3-235 0 0,0 0 1 0 0,0 0-1 0 0,1 1 0 0 0,-1-1 1 0 0,0 1-1 0 0,0-1 1 0 0,0 1-1 0 0,0 0 1 0 0,0 0-1 0 0,0 1 1 0 0,0-1-1 0 0,1 0 1 0 0,-1 1-1 0 0,0 0 0 0 0,0 0 1 0 0,0 0-1 0 0,1 0 1 0 0,-1 0-1 0 0,0 0 1 0 0,1 1-1 0 0,-1-1 1 0 0,1 1-1 0 0,0 0 1 0 0,-1-1-1 0 0,1 1 0 0 0,0 0 1 0 0,0 1-1 0 0,-3 3 1 0 0,3-3-28 0 0,0 1 1 0 0,-1 1-1 0 0,1-1 1 0 0,1 0-1 0 0,-1 0 1 0 0,1 1-1 0 0,-1-1 1 0 0,1 0-1 0 0,1 1 1 0 0,-1 0-1 0 0,1-1 1 0 0,-1 1-1 0 0,1-1 1 0 0,0 1-1 0 0,1-1 0 0 0,-1 1 1 0 0,1 0-1 0 0,2 6 1 0 0,3 9 61 0 0,1-1 0 0 0,1-1 1 0 0,10 20-1 0 0,5 11 119 0 0,-18-38-202 0 0,-2-4 18 0 0,0 1-1 0 0,0-1 1 0 0,-1 0-1 0 0,0 1 1 0 0,0 0-1 0 0,1 13 1 0 0,-3-19-39 0 0,-1 0 0 0 0,1 0 1 0 0,0-1-1 0 0,-1 1 1 0 0,1 0-1 0 0,-1 0 0 0 0,1 0 1 0 0,-1 0-1 0 0,0-1 1 0 0,0 1-1 0 0,0 0 0 0 0,0-1 1 0 0,0 1-1 0 0,0-1 1 0 0,0 1-1 0 0,-1-1 0 0 0,1 1 1 0 0,0-1-1 0 0,-1 0 1 0 0,1 0-1 0 0,-1 0 0 0 0,0 0 1 0 0,1 0-1 0 0,-1 0 1 0 0,0 0-1 0 0,0 0 1 0 0,1-1-1 0 0,-1 1 0 0 0,0-1 1 0 0,0 1-1 0 0,0-1 1 0 0,0 0-1 0 0,0 1 0 0 0,-2-1 1 0 0,-2 1-54 0 0,-1 0 0 0 0,1-1 1 0 0,-1 0-1 0 0,0 0 0 0 0,1 0 0 0 0,-1 0 1 0 0,1-1-1 0 0,-1 0 0 0 0,1-1 0 0 0,-1 0 1 0 0,1 0-1 0 0,0 0 0 0 0,-1 0 0 0 0,1-1 1 0 0,0 0-1 0 0,1-1 0 0 0,-1 1 0 0 0,1-1 1 0 0,-1 0-1 0 0,-4-5 0 0 0,10 8-221 0 0,-1-1 0 0 0,1 1-1 0 0,0-1 1 0 0,-1 1 0 0 0,1-1 0 0 0,0 1-1 0 0,0-1 1 0 0,0 1 0 0 0,0-1 0 0 0,0 1-1 0 0,0-1 1 0 0,0 1 0 0 0,1-1 0 0 0,-1 1-1 0 0,1-1 1 0 0,-1 1 0 0 0,1 0 0 0 0,-1-1 0 0 0,1 1-1 0 0,0 0 1 0 0,1-3 0 0 0,6-10-2587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2:50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1228 0 0,'0'2'12900'0'0,"-1"22"-12815"0"0,2 33 806 0 0,9 66 0 0 0,-1-33-1403 0 0,-11-61-467 0 0,0-18-1192 0 0,1 4-5062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2:51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96 632 0 0,'4'-7'497'0'0,"-1"1"0"0"0,1-1 1 0 0,0 1-1 0 0,1 0 0 0 0,-1 0 0 0 0,1 1 1 0 0,0-1-1 0 0,1 1 0 0 0,-1 0 0 0 0,1 1 0 0 0,13-9 1 0 0,-15 11-534 0 0,1-1 1 0 0,0 0-1 0 0,0 1 1 0 0,0 0 0 0 0,1 0-1 0 0,-1 1 1 0 0,0 0-1 0 0,1 0 1 0 0,-1 0 0 0 0,6 0-1 0 0,-9 1-1129 0 0,2 1-744 0 0,16 3 142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2:51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21 416 0 0,'0'0'689'0'0,"17"25"3212"0"0,-17-24-3837 0 0,0-1 1 0 0,0 1-1 0 0,0 0 1 0 0,1 0-1 0 0,-1 0 1 0 0,0-1-1 0 0,0 1 0 0 0,0 0 1 0 0,1 0-1 0 0,-1-1 1 0 0,0 1-1 0 0,1 0 1 0 0,-1-1-1 0 0,0 1 1 0 0,1 0-1 0 0,-1-1 1 0 0,1 1-1 0 0,-1 0 0 0 0,1-1 1 0 0,0 1-1 0 0,-1-1 1 0 0,1 1-1 0 0,0-1 1 0 0,-1 1-1 0 0,1-1 1 0 0,0 0-1 0 0,-1 1 1 0 0,1-1-1 0 0,0 0 0 0 0,0 1 1 0 0,-1-1-1 0 0,1 0 1 0 0,0 0-1 0 0,0 0 1 0 0,0 0-1 0 0,-1 0 1 0 0,1 0-1 0 0,0 0 1 0 0,0 0-1 0 0,0 0 1 0 0,-1 0-1 0 0,1 0 0 0 0,2-1 1 0 0,35-24 962 0 0,-25 14-871 0 0,-7 7 2 0 0,32-19 1337 0 0,-37 23-1281 0 0,9 30-1789 0 0,-9-28 1144 0 0,1 4 342 0 0,-2 2-4458 0 0,-3 9 2153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2:52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1 360 0 0,'0'0'4880'0'0,"48"12"-2878"0"0,-8-2 1641 0 0,-39-10-3107 0 0,8 35 144 0 0,-3 50-264 0 0,-5-41-2169 0 0,5 2-4531 0 0,-4-33 3764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2:52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541 20 520 0 0,'13'-20'5425'0'0,"-8"21"-5173"0"0,0-1 0 0 0,0 1-1 0 0,0 0 1 0 0,-1 0 0 0 0,1 0 0 0 0,0 1-1 0 0,0 0 1 0 0,-1 0 0 0 0,1 0-1 0 0,-1 0 1 0 0,1 1 0 0 0,-1 0 0 0 0,0 0-1 0 0,0 0 1 0 0,0 0 0 0 0,0 1-1 0 0,-1-1 1 0 0,4 6 0 0 0,3 2 27 0 0,0 1 1 0 0,0 0-1 0 0,-1 1 1 0 0,-1 0-1 0 0,7 14 0 0 0,-10-16-155 0 0,-1-1-1 0 0,0 1 0 0 0,-1 0 0 0 0,0 0 1 0 0,0 0-1 0 0,-2 0 0 0 0,1 0 1 0 0,-1 1-1 0 0,-1-1 0 0 0,0 1 0 0 0,0-1 1 0 0,-4 17-1 0 0,1-13-14 0 0,-2-1 1 0 0,1 1-1 0 0,-2 0 1 0 0,0-1-1 0 0,0 0 0 0 0,-2 0 1 0 0,1-1-1 0 0,-13 16 1 0 0,-6 1-24 0 0,-1 0-1 0 0,-1-1 1 0 0,-1-2 0 0 0,-1-1 0 0 0,-2-2 0 0 0,-41 25 0 0 0,22-18-1284 0 0,-99 44 1 0 0,13-26-5022 0 0,61-29 2292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02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1 440 0 0,'0'0'4140'0'0,"8"1"-1923"0"0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1044 0 0,'0'0'4601'0'0,"18"-8"-4161"0"0,1 11-624 0 0,3 1-2853 0 0,-4-3 1461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0 372 0 0,'1'4'2535'0'0,"2"1"1849"0"0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10:20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1 824 0 0,'0'12'2168'0'0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3:13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349 42 764 0 0,'0'0'735'0'0,"2"0"-18"0"0,0-1 1 0 0,0 0 0 0 0,-1 0-1 0 0,1 0 1 0 0,-1 0-1 0 0,1 0 1 0 0,-1 0-1 0 0,1 0 1 0 0,-1 0 0 0 0,1-1-1 0 0,-1 1 1 0 0,0-1-1 0 0,0 1 1 0 0,2-4-1 0 0,-8 2-685 0 0,-1 0-1 0 0,0 0 0 0 0,0 1 0 0 0,-1-1 0 0 0,1 2 1 0 0,0-1-1 0 0,-1 0 0 0 0,1 1 0 0 0,-1 1 0 0 0,1-1 0 0 0,-1 1 1 0 0,1 0-1 0 0,-1 0 0 0 0,1 1 0 0 0,-1 0 0 0 0,1 0 0 0 0,-12 3 1 0 0,-3 2 20 0 0,0 0 0 0 0,1 1 0 0 0,0 1 0 0 0,-27 15 1 0 0,37-18-51 0 0,1 1 1 0 0,0 0-1 0 0,0 0 1 0 0,1 1 0 0 0,0 1-1 0 0,0-1 1 0 0,0 1-1 0 0,1 1 1 0 0,0-1 0 0 0,1 1-1 0 0,0 0 1 0 0,-8 17 0 0 0,12-22-13 0 0,1 1 0 0 0,-1 0 1 0 0,1-1-1 0 0,0 1 1 0 0,0 0-1 0 0,1-1 0 0 0,-1 1 1 0 0,1 0-1 0 0,0 0 0 0 0,0-1 1 0 0,1 1-1 0 0,-1 0 1 0 0,1 0-1 0 0,0-1 0 0 0,0 1 1 0 0,1 0-1 0 0,-1-1 1 0 0,1 1-1 0 0,0-1 0 0 0,0 0 1 0 0,1 0-1 0 0,-1 0 0 0 0,1 0 1 0 0,0 0-1 0 0,0 0 1 0 0,0-1-1 0 0,1 1 0 0 0,-1-1 1 0 0,1 0-1 0 0,7 5 1 0 0,5 3 25 0 0,1 0 0 0 0,1-1 0 0 0,0 0 0 0 0,0-2 0 0 0,1 0 0 0 0,0-1 0 0 0,32 7 1 0 0,46 1-1702 0 0,0-13-4685 0 0,-77-3 3615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3:14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8 440 0 0,'0'0'4740'0'0,"-4"-5"-4178"0"0,3 3 28 0 0,5 4 3036 0 0,156 112-2873 0 0,-92-63-3983 0 0,-58-44-469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3:14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337 23 464 0 0,'10'-23'11930'0'0,"-35"84"-11715"0"0,-2-2-1 0 0,-62 99 0 0 0,71-128-152 0 0,-63 84 202 0 0,-2 5-229 0 0,71-97-1151 0 0,0 0-6276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3:15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32 788 0 0,'9'-32'8608'0'0,"-5"33"-5493"0"0,-2 16-3885 0 0,-2 46 1252 0 0,-15 107 0 0 0,12-144-414 0 0,-34 124 332 0 0,44-130-125 0 0,6-26-199 0 0,-3-1-91 0 0,107-73 31 0 0,28-15-35 0 0,-2 7 18 0 0,-99 68 297 0 0,-55 36-209 0 0,-1 0 0 0 0,-23 21 1 0 0,24-26 6 0 0,0 0 0 0 0,1 1 0 0 0,0 0 1 0 0,1 0-1 0 0,0 1 0 0 0,1 0 0 0 0,-10 23 1 0 0,16-32-74 0 0,1 0 0 0 0,0 0 0 0 0,0 0 0 0 0,0 0 0 0 0,1 0 0 0 0,-1 0 0 0 0,1 0 0 0 0,0 0 0 0 0,0 0 0 0 0,0 0 0 0 0,1 0 0 0 0,-1 0 0 0 0,1 0 0 0 0,0 0 0 0 0,0 0 0 0 0,0 0 0 0 0,1-1 0 0 0,0 1 0 0 0,-1 0 0 0 0,4 3 0 0 0,-1-1-48 0 0,1 0 0 0 0,0-1-1 0 0,0 0 1 0 0,1 0 0 0 0,-1 0-1 0 0,1-1 1 0 0,0 0 0 0 0,0 0 0 0 0,1 0-1 0 0,10 4 1 0 0,0-1-616 0 0,1-1-1 0 0,0 0 1 0 0,27 4-1 0 0,43-1-5735 0 0,-54-10 3002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3:17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189 218 476 0 0,'0'0'5122'0'0,"-4"-8"-4045"0"0,4 8-1002 0 0,0 0 0 0 0,0 0 1 0 0,0 0-1 0 0,0 1 0 0 0,0-1 0 0 0,0 0 0 0 0,0 0 1 0 0,0 0-1 0 0,0 0 0 0 0,0 1 527 0 0,-1-1-527 0 0,1 0 0 0 0,0 0 1 0 0,0 0-1 0 0,0 0 0 0 0,0 0 0 0 0,0 0 1 0 0,0 0-1 0 0,0 0 0 0 0,0 0 0 0 0,-1 0 0 0 0,1 0 1 0 0,0 0-1 0 0,0 0 0 0 0,0 0 0 0 0,0 0 1 0 0,0 0-1 0 0,0 0 0 0 0,-1 0 0 0 0,1 0 1 0 0,0 0-1 0 0,0 0 0 0 0,0 0 0 0 0,0 0 0 0 0,0 0 1 0 0,0 0-1 0 0,0 0 0 0 0,0 0 0 0 0,-1-1 527 0 0,1 1-527 0 0,0 0 1 0 0,-23 94 1165 0 0,-48 122-1 0 0,63-191-1100 0 0,-8 11 62 0 0,-4 16 388 0 0,20-50-202 0 0,-3-5-314 0 0,-2-3-58 0 0,1 0 0 0 0,0-1 1 0 0,0 1-1 0 0,0 0 0 0 0,1-1 0 0 0,0 0 0 0 0,1 0 0 0 0,-1 0 0 0 0,1 0 0 0 0,1 0 0 0 0,-1-1 0 0 0,1 1 0 0 0,0 0 0 0 0,1-12 0 0 0,0-22-26 0 0,6-56-1 0 0,-3 66-8 0 0,0-10-13 0 0,2 0-1 0 0,15-59 1 0 0,-17 88 16 0 0,1 0 1 0 0,0 0-1 0 0,0 0 1 0 0,1 1-1 0 0,1 0 0 0 0,0 0 1 0 0,1 0-1 0 0,0 1 1 0 0,0 0-1 0 0,1 0 1 0 0,0 1-1 0 0,16-14 1 0 0,-22 21 6 0 0,0 1 0 0 0,0-1-1 0 0,0 1 1 0 0,0 0 0 0 0,1 0 0 0 0,-1 0 0 0 0,0 0 0 0 0,1 0 0 0 0,-1 0 0 0 0,1 1 0 0 0,-1-1 0 0 0,1 1 0 0 0,-1 0 0 0 0,1 0-1 0 0,-1-1 1 0 0,1 2 0 0 0,-1-1 0 0 0,1 0 0 0 0,-1 0 0 0 0,5 2 0 0 0,-2 0-1 0 0,0 0 0 0 0,0 1-1 0 0,0-1 1 0 0,0 1 0 0 0,0 0 0 0 0,-1 1 0 0 0,0-1 0 0 0,1 1 0 0 0,3 4-1 0 0,7 10 6 0 0,-1 0 0 0 0,0 1-1 0 0,16 29 1 0 0,-29-46 7 0 0,17 29 6 0 0,79 148 107 0 0,-86-154-80 0 0,-1 0 1 0 0,-1 0 0 0 0,-1 1-1 0 0,-1 0 1 0 0,5 38-1 0 0,-11-60-108 0 0,-1 1-1 0 0,1 0 0 0 0,-1 0 1 0 0,-1 0-1 0 0,1-1 0 0 0,-1 1 1 0 0,1 0-1 0 0,-1 0 0 0 0,-1-1 1 0 0,1 1-1 0 0,-1 0 0 0 0,1-1 0 0 0,-6 8 1 0 0,6-10-113 0 0,-1 0 1 0 0,1-1-1 0 0,-1 1 0 0 0,0-1 1 0 0,1 1-1 0 0,-1-1 1 0 0,0 0-1 0 0,0 1 1 0 0,0-1-1 0 0,0 0 0 0 0,0-1 1 0 0,-1 1-1 0 0,1 0 1 0 0,0 0-1 0 0,0-1 1 0 0,-1 1-1 0 0,1-1 0 0 0,0 0 1 0 0,0 0-1 0 0,-1 0 1 0 0,1 0-1 0 0,0 0 1 0 0,-1 0-1 0 0,1-1 0 0 0,0 1 1 0 0,0-1-1 0 0,0 1 1 0 0,-1-1-1 0 0,1 0 1 0 0,0 0-1 0 0,-2-2 0 0 0,-12-3-2737 0 0,-1-2 223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3:18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1 591 240 0 0,'0'0'1003'0'0,"3"-2"-504"0"0,16-7 145 0 0,-1 1-1 0 0,1 1 1 0 0,0 1 0 0 0,30-6-1 0 0,-21 6 61 0 0,48-18 0 0 0,-58 15-426 0 0,0 1 0 0 0,0-2 0 0 0,-1-1 0 0 0,0 0 0 0 0,-1-1 0 0 0,0-1 0 0 0,-1 0 1 0 0,-1-1-1 0 0,24-29 0 0 0,-29 31-133 0 0,-1 0 0 0 0,0-1 1 0 0,0-1-1 0 0,-2 1 0 0 0,0-1 1 0 0,0 0-1 0 0,-1 0 0 0 0,-1-1 0 0 0,0 1 1 0 0,-1-1-1 0 0,-1 0 0 0 0,0 0 1 0 0,-1-27-1 0 0,-14-84 1240 0 0,13 124-1281 0 0,-5-20 304 0 0,-4 68-396 0 0,1 1 1 0 0,3 0 0 0 0,2 1-1 0 0,2-1 1 0 0,2 1-1 0 0,2-1 1 0 0,3 0 0 0 0,1 0-1 0 0,23 80 1 0 0,-28-122-5 0 0,-1 0 1 0 0,1 0-1 0 0,0 0 0 0 0,1 0 1 0 0,-1 0-1 0 0,1-1 1 0 0,0 1-1 0 0,0-1 0 0 0,0 0 1 0 0,0 0-1 0 0,1 0 0 0 0,0 0 1 0 0,0-1-1 0 0,0 1 1 0 0,0-1-1 0 0,0 0 0 0 0,1 0 1 0 0,0-1-1 0 0,-1 1 1 0 0,1-1-1 0 0,0 0 0 0 0,0 0 1 0 0,0-1-1 0 0,0 1 0 0 0,0-1 1 0 0,1 0-1 0 0,-1-1 1 0 0,0 1-1 0 0,1-1 0 0 0,-1 0 1 0 0,0 0-1 0 0,0-1 1 0 0,1 0-1 0 0,-1 0 0 0 0,0 0 1 0 0,0 0-1 0 0,0-1 0 0 0,0 0 1 0 0,5-2-1 0 0,1-1 2 0 0,0 0 0 0 0,0-1 0 0 0,-1-1 0 0 0,0 0 0 0 0,0 0 0 0 0,-1 0 0 0 0,0-2 0 0 0,0 1 0 0 0,-1-1 0 0 0,0 0 0 0 0,0-1 0 0 0,-1 1 0 0 0,0-2 0 0 0,5-11 0 0 0,-11 20-11 0 0,2-4 5 0 0,-1 1 1 0 0,0-1-1 0 0,-1 0 0 0 0,1 0 0 0 0,-1 1 0 0 0,0-1 1 0 0,-1 0-1 0 0,1 0 0 0 0,-1 0 0 0 0,-1-6 1 0 0,1 9-9 0 0,-1 1 8 0 0,1 1-5 0 0,0-1-1 0 0,0 1 0 0 0,0 0 0 0 0,-1-1 1 0 0,1 1-1 0 0,0 0 0 0 0,-1 0 0 0 0,1-1 1 0 0,-1 1-1 0 0,1 0 0 0 0,-1 0 0 0 0,0 0 1 0 0,0 0-1 0 0,1 0 0 0 0,-1 0 0 0 0,0 0 1 0 0,0 0-1 0 0,0 0 0 0 0,0 0 0 0 0,0 0 1 0 0,0 1-1 0 0,0-1 0 0 0,0 0 0 0 0,-1 1 1 0 0,1-1-1 0 0,0 1 0 0 0,0-1 0 0 0,0 1 1 0 0,-1 0-1 0 0,-1-1 0 0 0,-2 0-8 0 0,2 1-10 0 0,-30 13-80 0 0,30-11 95 0 0,0 0 0 0 0,1 1-1 0 0,-1-1 1 0 0,1 1 0 0 0,0-1-1 0 0,0 1 1 0 0,0 0 0 0 0,0-1-1 0 0,0 1 1 0 0,0 0 0 0 0,1 0-1 0 0,0 0 1 0 0,-1 1 0 0 0,1-1 0 0 0,0 0-1 0 0,1 0 1 0 0,-1 1 0 0 0,0-1-1 0 0,1 1 1 0 0,0-1 0 0 0,0 0-1 0 0,0 1 1 0 0,0-1 0 0 0,1 1-1 0 0,-1-1 1 0 0,1 0 0 0 0,0 1-1 0 0,0-1 1 0 0,0 0 0 0 0,0 0-1 0 0,0 0 1 0 0,1 0 0 0 0,-1 0 0 0 0,4 4-1 0 0,6 10 5 0 0,0 0 0 0 0,1-1 1 0 0,1 0-1 0 0,22 19 0 0 0,-23-22-9 0 0,0 0 5 0 0,0 1 0 0 0,-1 0 1 0 0,-1 1-1 0 0,0 0 1 0 0,0 0-1 0 0,-2 1 1 0 0,0 1-1 0 0,7 20 1 0 0,-12-26 4 0 0,0 0-1 0 0,0 0 1 0 0,-1 0 0 0 0,-1 0 0 0 0,0 1-1 0 0,0-1 1 0 0,-1 1 0 0 0,0-1 0 0 0,-1 0 0 0 0,-1 1-1 0 0,0-1 1 0 0,0 0 0 0 0,-1 0 0 0 0,-5 13 0 0 0,2-12 9 0 0,1-1 1 0 0,-2 1-1 0 0,0-1 1 0 0,0-1 0 0 0,-1 1-1 0 0,0-1 1 0 0,0-1 0 0 0,-20 17-1 0 0,22-21 4 0 0,0 0-1 0 0,0 0 0 0 0,-1-1 0 0 0,0 0 1 0 0,1 0-1 0 0,-1-1 0 0 0,0 0 0 0 0,-1 0 1 0 0,1-1-1 0 0,0 0 0 0 0,-1 0 1 0 0,0 0-1 0 0,1-1 0 0 0,-1 0 0 0 0,0-1 1 0 0,-7 0-1 0 0,12 0-8 0 0,0 0 0 0 0,0-1-1 0 0,1 1 1 0 0,-1-1 0 0 0,0 1 0 0 0,0-1 0 0 0,1 0 0 0 0,-1 0 0 0 0,1 0-1 0 0,-1 0 1 0 0,1-1 0 0 0,-1 1 0 0 0,1-1 0 0 0,0 1 0 0 0,0-1 0 0 0,0 0-1 0 0,0 0 1 0 0,0 0 0 0 0,0 0 0 0 0,0 0 0 0 0,1-1 0 0 0,-1 1 0 0 0,1 0-1 0 0,-1-1 1 0 0,1 1 0 0 0,0-1 0 0 0,0 1 0 0 0,0-1 0 0 0,0 0 0 0 0,1 1-1 0 0,-1-1 1 0 0,1 0 0 0 0,0 0 0 0 0,-1 1 0 0 0,1-1 0 0 0,0 0 0 0 0,1 0-1 0 0,-1 1 1 0 0,0-1 0 0 0,1 0 0 0 0,1-3 0 0 0,1-9-48 0 0,1-1 0 0 0,1 1 0 0 0,0 1-1 0 0,2-1 1 0 0,13-24 0 0 0,1 4-124 0 0,3 0 0 0 0,1 2 0 0 0,1 0 0 0 0,32-29 0 0 0,129-107-460 0 0,-129 120 482 0 0,-49 41 125 0 0,-2 2 17 0 0,1 0 1 0 0,-1 0-1 0 0,1 0 1 0 0,0 1-1 0 0,1 1 1 0 0,10-5-1 0 0,-18 8-3 0 0,-1 5-24 0 0,0 3 47 0 0,-1 1 1 0 0,1 0-1 0 0,1 0 0 0 0,-1-1 0 0 0,1 1 1 0 0,1-1-1 0 0,-1 1 0 0 0,1-1 0 0 0,1 1 1 0 0,-1-1-1 0 0,1 0 0 0 0,0 0 0 0 0,1 0 1 0 0,0 0-1 0 0,0-1 0 0 0,0 0 0 0 0,1 0 1 0 0,8 9-1 0 0,-12-14 169 0 0,1-1-99 0 0,0 0-1 0 0,0 0 1 0 0,-1-1-1 0 0,1 1 1 0 0,0 0-1 0 0,-1-1 1 0 0,1 1-1 0 0,0-1 1 0 0,-1 0-1 0 0,1 0 1 0 0,-1 1-1 0 0,1-1 0 0 0,-1 0 1 0 0,0 0-1 0 0,1-1 1 0 0,-1 1-1 0 0,2-1 1 0 0,-2-2 7 0 0,0 0 0 0 0,0 0-1 0 0,0 0 1 0 0,0 1 0 0 0,-1-1 0 0 0,0 0-1 0 0,0 0 1 0 0,0 0 0 0 0,0 0 0 0 0,0 0 0 0 0,-1 0-1 0 0,1 0 1 0 0,-1 0 0 0 0,-2-5 0 0 0,-26-53-45 0 0,24 52-323 0 0,4 8-247 0 0,-10 10-3477 0 0,3 3-906 0 0,12 1 1770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3:18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90 1124 0 0,'4'16'24117'0'0,"1"-37"-24096"0"0,0-10-3314 0 0,-4-8-9149 0 0,-5 25 7083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3:18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9 105 540 0 0,'-1'-3'805'0'0,"-1"-1"-1"0"0,1 1 0 0 0,0 0 1 0 0,0-1-1 0 0,1 1 1 0 0,-1-1-1 0 0,1 1 1 0 0,-1-1-1 0 0,1 0 1 0 0,1-6-1 0 0,-2-17 3109 0 0,3 2 314 0 0,-1 17-6898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3:24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1 436 0 0,'-7'0'7110'0'0,"23"7"-6997"0"0,-1-1 0 0 0,1 0-1 0 0,0-1 1 0 0,1 0 0 0 0,30 3-1 0 0,94 5 246 0 0,-139-12-355 0 0,580-5 748 0 0,-362-4-579 0 0,-99 4-96 0 0,232 0 39 0 0,-142 2-47 0 0,271 12 13 0 0,-338-6-52 0 0,60 4 16 0 0,215 0 3 0 0,-278-9-40 0 0,603-6 19 0 0,-552 1 48 0 0,231 0 284 0 0,-256 8-244 0 0,304 9 700 0 0,-3-14 1729 0 0,-395 5-1432 0 0,-71-2-961 0 0,18 1 968 0 0,-16-1-3985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3:27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1170 56 460 0 0,'0'0'857'0'0,"1"-54"7922"0"0,-1 52-7985 0 0,-25 17-405 0 0,-143 104 422 0 0,58-38-506 0 0,31-26-108 0 0,-201 133 487 0 0,205-142-265 0 0,-149 64 0 0 0,60-46 406 0 0,163-64-781 0 0,-1 1-1 0 0,1 0 1 0 0,0 0-1 0 0,-1-1 1 0 0,1 1-1 0 0,-1-1 1 0 0,1 1-1 0 0,-1-1 1 0 0,1 0-1 0 0,-1 1 1 0 0,1-1 0 0 0,-1 0-1 0 0,0 0 1 0 0,1 0-1 0 0,-1 0 1 0 0,1 0-1 0 0,-1-1 1 0 0,1 1-1 0 0,-1 0 1 0 0,1-1-1 0 0,-1 1 1 0 0,1-1-1 0 0,-1 1 1 0 0,1-1-1 0 0,0 0 1 0 0,-3-1-1 0 0,3 0-42 0 0,1-1-1 0 0,-1 1 1 0 0,1 0-1 0 0,-1 0 1 0 0,1-1 0 0 0,0 1-1 0 0,0 0 1 0 0,0-1-1 0 0,0 1 1 0 0,0 0-1 0 0,1 0 1 0 0,-1-1-1 0 0,1 1 1 0 0,-1 0-1 0 0,1 0 1 0 0,0-1 0 0 0,2-3-1 0 0,1-3-50 0 0,1-1 0 0 0,1 1-1 0 0,-1 0 1 0 0,1 0 0 0 0,1 0 0 0 0,0 1-1 0 0,0 0 1 0 0,1 1 0 0 0,-1 0-1 0 0,2 0 1 0 0,-1 0 0 0 0,1 1 0 0 0,14-7-1 0 0,6-3-50 0 0,0 1-1 0 0,2 2 0 0 0,31-9 0 0 0,-41 16 71 0 0,1 1 0 0 0,-1 1 0 0 0,1 1 0 0 0,0 0 0 0 0,0 2 0 0 0,0 1 0 0 0,1 1 0 0 0,25 4 0 0 0,24 7-22 0 0,80 25 1 0 0,-16-3 28 0 0,-20-7-100 0 0,-48-10-244 0 0,83 10 1 0 0,-127-25 274 0 0,-1 0 1 0 0,1-2 0 0 0,0-1 0 0 0,-1 0 0 0 0,1-2 0 0 0,0-1 0 0 0,33-10 0 0 0,-51 11 86 0 0,0 0 0 0 0,-1 0 1 0 0,1 0-1 0 0,-1-1 0 0 0,0 0 0 0 0,0 0 0 0 0,0 0 0 0 0,0-1 0 0 0,-1 0 0 0 0,1 0 0 0 0,-1 0 0 0 0,-1 0 1 0 0,1 0-1 0 0,-1-1 0 0 0,0 0 0 0 0,5-11 0 0 0,-5 11 40 0 0,-3 6 7 0 0,0-1-36 0 0,0 0 1 0 0,0 0-1 0 0,0 0 1 0 0,0 0-1 0 0,0 0 1 0 0,0 0-1 0 0,0 0 1 0 0,0 1-1 0 0,0-1 1 0 0,0 0-1 0 0,-1 0 0 0 0,1 0 1 0 0,0 0-1 0 0,-1 1 1 0 0,1-1-1 0 0,-1 0 1 0 0,1 0-1 0 0,-1 0 1 0 0,1 1-1 0 0,-1-1 1 0 0,1 0-1 0 0,-1 1 1 0 0,0-1-1 0 0,1 1 1 0 0,-1-1-1 0 0,0 1 0 0 0,0-1 1 0 0,1 1-1 0 0,-2-1 1 0 0,-1 0-17 0 0,-2 15-6 0 0,4-14 16 0 0,1 1 0 0 0,-1 0 0 0 0,1 0 0 0 0,-1 0 0 0 0,1 0 1 0 0,-1 0-1 0 0,1 0 0 0 0,0 0 0 0 0,-1 0 0 0 0,1 0 0 0 0,0 0 0 0 0,0 0 1 0 0,-1 0-1 0 0,1 0 0 0 0,0 0 0 0 0,0 0 0 0 0,0 0 0 0 0,1 0 0 0 0,-1 0 1 0 0,0 0-1 0 0,0 0 0 0 0,0 0 0 0 0,1 0 0 0 0,-1 0 0 0 0,1 0 0 0 0,-1 0 0 0 0,1 0 1 0 0,-1 0-1 0 0,2 1 0 0 0,2 5 5 0 0,1 0 1 0 0,0-1-1 0 0,0 0 1 0 0,0 0-1 0 0,1 0 1 0 0,0-1-1 0 0,0 0 1 0 0,0 0-1 0 0,1 0 1 0 0,0-1-1 0 0,0 0 1 0 0,0 0-1 0 0,8 3 0 0 0,-2-3 2 0 0,1 0 0 0 0,-1-1-1 0 0,0 0 1 0 0,1-1 0 0 0,0-1 0 0 0,-1 0-1 0 0,16-1 1 0 0,13-3 6 0 0,-1-2 0 0 0,1-2 0 0 0,-1-2 0 0 0,40-15 1 0 0,-53 15-3 0 0,0-1 1 0 0,-1-2 0 0 0,-1-1-1 0 0,0 0 1 0 0,29-22 0 0 0,-40 25 4 0 0,-1-1 0 0 0,0-1 1 0 0,0 0-1 0 0,-2-1 1 0 0,0 0-1 0 0,0-1 0 0 0,-1 0 1 0 0,-1-1-1 0 0,16-28 1 0 0,-20 28 71 0 0,-1 0 0 0 0,0 0 1 0 0,0-1-1 0 0,3-29 1 0 0,-7 36 29 0 0,0 1-1 0 0,0-1 1 0 0,-1 0 0 0 0,0 0-1 0 0,-1 1 1 0 0,0-1 0 0 0,0 0-1 0 0,-1 1 1 0 0,0-1 0 0 0,-4-10-1 0 0,-1-1 441 0 0,3 9 46 0 0,-8 25-515 0 0,6 1-74 0 0,1 0-1 0 0,0 1 1 0 0,1-1-1 0 0,1 1 1 0 0,0 0 0 0 0,1 0-1 0 0,1 0 1 0 0,1 1 0 0 0,1 17-1 0 0,-1-6 11 0 0,8 135 121 0 0,1-14-22 0 0,-7-103-87 0 0,-2-44-84 0 0,0 7 98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3:27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 11613 0 0,'0'0'1114'0'0,"15"-2"452"0"0,48-10-160 0 0,72-4 1 0 0,-93 14-4809 0 0,52 5 1 0 0,-84-3-499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3:29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56 32 0 0,'12'-14'4071'0'0,"-3"1"4110"0"0,-58 82-7301 0 0,26-38-568 0 0,1 0 0 0 0,1 2 0 0 0,2 0 0 0 0,1 1 0 0 0,-17 46-1 0 0,33-76-239 0 0,1 0-1 0 0,0 1 0 0 0,0 0 0 0 0,0-1 1 0 0,0 1-1 0 0,1 0 0 0 0,-1 7 0 0 0,1-12-59 0 0,1 1-1 0 0,-1-1 1 0 0,0 0-1 0 0,0 1 0 0 0,0-1 1 0 0,0 0-1 0 0,0 1 1 0 0,0-1-1 0 0,1 0 0 0 0,-1 1 1 0 0,0-1-1 0 0,0 0 1 0 0,0 0-1 0 0,1 1 0 0 0,-1-1 1 0 0,0 0-1 0 0,0 0 1 0 0,1 1-1 0 0,-1-1 0 0 0,0 0 1 0 0,1 0-1 0 0,-1 0 1 0 0,0 0-1 0 0,1 1 0 0 0,-1-1 1 0 0,0 0-1 0 0,1 0 0 0 0,-1 0 1 0 0,0 0-1 0 0,1 0 1 0 0,-1 0-1 0 0,0 0 0 0 0,1 0 1 0 0,0 0-1 0 0,22-11 78 0 0,24-26 47 0 0,-32 24-113 0 0,1 0 0 0 0,23-13 0 0 0,-35 23-40 0 0,1 0 0 0 0,-1 1 0 0 0,1 0 0 0 0,0 0-1 0 0,0 0 1 0 0,0 1 0 0 0,1 0 0 0 0,-1 0 0 0 0,0 0 0 0 0,0 0 0 0 0,1 1-1 0 0,-1 0 1 0 0,8 1 0 0 0,87 19-409 0 0,34 5 64 0 0,-118-23 352 0 0,0 0-1 0 0,0-2 0 0 0,0 0 1 0 0,1-1-1 0 0,-1 0 1 0 0,17-5-1 0 0,-28 4 95 0 0,1 0-1 0 0,0 0 1 0 0,0-1 0 0 0,-1 0-1 0 0,1 0 1 0 0,-1 0 0 0 0,0-1-1 0 0,0 1 1 0 0,0-1 0 0 0,-1-1-1 0 0,1 1 1 0 0,-1-1 0 0 0,0 1-1 0 0,0-1 1 0 0,-1 0-1 0 0,1-1 1 0 0,-1 1 0 0 0,0-1-1 0 0,-1 1 1 0 0,1-1 0 0 0,-1 0-1 0 0,0 0 1 0 0,2-11 0 0 0,-2 6 37 0 0,0 1 0 0 0,-1-1 1 0 0,0 0-1 0 0,0 1 1 0 0,-1-1-1 0 0,-1 0 0 0 0,0 0 1 0 0,0 1-1 0 0,-1-1 1 0 0,0 1-1 0 0,-1-1 0 0 0,0 1 1 0 0,-6-12-1 0 0,-2-16-136 0 0,11 36-287 0 0,-3 13-6640 0 0,0 0 6166 0 0,3 3-3877 0 0,3 2 1158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3:29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11 460 0 0,'0'0'7598'0'0,"7"-1"-7121"0"0,49-5 1011 0 0,112 2-1 0 0,-15 11-5570 0 0,-142-6 1271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3:30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8 912 0 0,'0'0'2544'0'0,"14"16"-1708"0"0,-1-13-56 0 0,5 0-75 0 0,0-3-49 0 0,8-1-72 0 0,13-1-124 0 0,1 4-216 0 0,5-2-212 0 0,-1-2-308 0 0,8-1-300 0 0,2-3-576 0 0,0-2-1245 0 0,-1-1 549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3:31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62 448 0 0,'4'-21'8173'0'0,"-15"35"-2537"0"0,-4 6-5403 0 0,0 1 0 0 0,-14 27-1 0 0,22-34-185 0 0,1-1 0 0 0,0 1 0 0 0,1 0 0 0 0,1 0 0 0 0,0 1 0 0 0,0-1 0 0 0,2 1-1 0 0,0 0 1 0 0,0-1 0 0 0,2 1 0 0 0,0 0 0 0 0,2 15 0 0 0,-2-29-43 0 0,0 0 0 0 0,0 0 0 0 0,0-1 0 0 0,1 1 0 0 0,-1 0 0 0 0,0 0 0 0 0,0-1 0 0 0,1 1 0 0 0,-1 0 0 0 0,1 0 0 0 0,-1-1 0 0 0,1 1 0 0 0,-1 0 0 0 0,1-1 0 0 0,-1 1 0 0 0,1-1 0 0 0,0 1 0 0 0,-1-1 1 0 0,1 1-1 0 0,0-1 0 0 0,-1 1 0 0 0,1-1 0 0 0,0 1 0 0 0,0-1 0 0 0,-1 0 0 0 0,1 0 0 0 0,0 1 0 0 0,0-1 0 0 0,0 0 0 0 0,0 0 0 0 0,-1 0 0 0 0,1 0 0 0 0,0 0 0 0 0,0 0 0 0 0,0 0 0 0 0,0 0 0 0 0,-1 0 0 0 0,1 0 0 0 0,0-1 0 0 0,0 1 0 0 0,0 0 0 0 0,-1 0 0 0 0,1-1 1 0 0,1 0-1 0 0,32-17 76 0 0,106-103-380 0 0,-137 118 279 0 0,-1 1 0 0 0,1 0 0 0 0,0-1 0 0 0,-1 1 0 0 0,1 0 0 0 0,1 0 0 0 0,-1 1 0 0 0,0-1 0 0 0,0 1 0 0 0,0-1 0 0 0,1 1 0 0 0,-1 0 0 0 0,1 1 0 0 0,-1-1 0 0 0,6 0 0 0 0,-2 1-3 0 0,1 1-1 0 0,-1 1 1 0 0,1-1 0 0 0,-1 1-1 0 0,13 5 1 0 0,-7-3 27 0 0,9 3-19 0 0,1-2-1 0 0,-1-1 1 0 0,1 0 0 0 0,36 0 0 0 0,-45-4 113 0 0,-1 0 1 0 0,1-1 0 0 0,-1 0 0 0 0,1-1-1 0 0,-1-1 1 0 0,0 0 0 0 0,0-1 0 0 0,0 0-1 0 0,15-8 1 0 0,-24 10 21 0 0,1-1 0 0 0,-1 0 0 0 0,0 0 0 0 0,0 0-1 0 0,-1 0 1 0 0,1-1 0 0 0,0 0 0 0 0,-1 1 0 0 0,0-1 0 0 0,0-1 0 0 0,0 1 0 0 0,-1 0-1 0 0,1-1 1 0 0,-1 1 0 0 0,0-1 0 0 0,0 0 0 0 0,-1 0 0 0 0,0 1 0 0 0,2-11-1 0 0,-2 6 36 0 0,0 0-1 0 0,-1-1 0 0 0,0 1 1 0 0,-1-1-1 0 0,0 1 0 0 0,0 0 1 0 0,-1 0-1 0 0,0-1 0 0 0,-6-13 0 0 0,8 22-263 0 0,-5-9-322 0 0,-6 20-4990 0 0,2 9-1620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3:32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1 128 0 0,'0'0'8499'0'0,"17"10"-4340"0"0,-17-6-3968 0 0,1 0 0 0 0,-1 0 0 0 0,0 0 1 0 0,0 1-1 0 0,0-1 0 0 0,-1 0 0 0 0,1 0 0 0 0,-3 5 1 0 0,2 0 12 0 0,-6 28 257 0 0,-1 0-1 0 0,-2-1 0 0 0,-2 0 1 0 0,-1 0-1 0 0,-31 59 1 0 0,28-71 923 0 0,14-21-3916 0 0,5-25-7665 0 0,-2 15 6748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3:33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12 788 0 0,'-3'-9'15533'0'0,"-8"30"-15503"0"0,0 2-1 0 0,2 0 1 0 0,1 0-1 0 0,1 0 0 0 0,0 1 1 0 0,2 0-1 0 0,1 0 0 0 0,1 1 1 0 0,0 24-1 0 0,3-47-21 0 0,-1 1 1 0 0,1-1-1 0 0,0 0 0 0 0,0 1 1 0 0,1-1-1 0 0,-1 1 0 0 0,0-1 1 0 0,1 0-1 0 0,0 1 1 0 0,-1-1-1 0 0,1 0 0 0 0,0 0 1 0 0,0 0-1 0 0,0 1 1 0 0,1-1-1 0 0,-1 0 0 0 0,0 0 1 0 0,1-1-1 0 0,-1 1 0 0 0,1 0 1 0 0,0 0-1 0 0,0-1 1 0 0,3 4-1 0 0,-1-4-4 0 0,-1 0 1 0 0,1 0-1 0 0,-1 0 0 0 0,1 0 1 0 0,0-1-1 0 0,-1 1 1 0 0,1-1-1 0 0,0 0 0 0 0,-1 0 1 0 0,1 0-1 0 0,0-1 1 0 0,-1 1-1 0 0,8-3 0 0 0,7-2-53 0 0,0-2 1 0 0,0 0-1 0 0,0-1 0 0 0,27-17 0 0 0,-16 6-250 0 0,34-29 0 0 0,-62 47 171 0 0,9 3-171 0 0,0 1 133 0 0,0 1-1 0 0,-1 0 1 0 0,17 9 0 0 0,-7-4 14 0 0,-7-3 104 0 0,1-1 0 0 0,0 0 0 0 0,0-1 0 0 0,1-1 0 0 0,-1 0 0 0 0,1 0 0 0 0,23 0 0 0 0,-33-3 115 0 0,1 0 1 0 0,0-1-1 0 0,0 1 0 0 0,-1-1 0 0 0,1 0 1 0 0,-1 0-1 0 0,1 0 0 0 0,-1-1 0 0 0,1 1 1 0 0,-1-1-1 0 0,0 0 0 0 0,0-1 0 0 0,0 1 1 0 0,0-1-1 0 0,0 0 0 0 0,0 0 0 0 0,-1 0 1 0 0,1 0-1 0 0,-1 0 0 0 0,0-1 0 0 0,0 0 1 0 0,0 1-1 0 0,-1-1 0 0 0,1 0 0 0 0,-1 0 1 0 0,2-6-1 0 0,1-1 152 0 0,-1 0 1 0 0,0-1-1 0 0,0 1 1 0 0,-2-1-1 0 0,1 0 1 0 0,-1 0-1 0 0,-1 0 1 0 0,0 0-1 0 0,-1 0 1 0 0,-1 0-1 0 0,1 0 1 0 0,-2 0-1 0 0,0 0 1 0 0,-3-12-1 0 0,1 16-1427 0 0,4 8 974 0 0,0 0 1 0 0,-1 0-1 0 0,1 0 0 0 0,0 0 1 0 0,-1 0-1 0 0,1 0 1 0 0,0 0-1 0 0,0 1 0 0 0,-1-1 1 0 0,1 0-1 0 0,0 0 1 0 0,-1 0-1 0 0,1 0 0 0 0,0 0 1 0 0,-8 12-4764 0 0,5-6 1283 0 0,-1 4 286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3:33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1 588 0 0,'0'0'1764'0'0,"52"3"3914"0"0,-16 3-4422 0 0,-27-5-1010 0 0,0 1 0 0 0,0 0-1 0 0,0 0 1 0 0,-1 0 0 0 0,1 1 0 0 0,13 7-1 0 0,-15-7-140 0 0,-1 0 0 0 0,0 1 0 0 0,0 0 0 0 0,0 0-1 0 0,0 0 1 0 0,-1 1 0 0 0,0-1 0 0 0,1 1 0 0 0,-2 1 0 0 0,1-1-1 0 0,-1 1 1 0 0,0-1 0 0 0,4 8 0 0 0,-7-11-89 0 0,-1 0 0 0 0,1 0 1 0 0,-1 0-1 0 0,0 1 0 0 0,0-1 0 0 0,0 0 0 0 0,0 0 1 0 0,0 0-1 0 0,0 0 0 0 0,-1 0 0 0 0,1 0 1 0 0,-1 0-1 0 0,1 1 0 0 0,-1-1 0 0 0,0 0 1 0 0,0-1-1 0 0,0 1 0 0 0,0 0 0 0 0,0 0 1 0 0,0 0-1 0 0,-2 2 0 0 0,-29 30 195 0 0,6-16-103 0 0,0-2 1 0 0,-1 0-1 0 0,0-2 0 0 0,-46 16 1 0 0,54-22 60 0 0,17-7-127 0 0,2-1-34 0 0,0 0 0 0 0,0 0 0 0 0,-1-1 0 0 0,1 1 0 0 0,0 0 0 0 0,0 0 0 0 0,0 0-1 0 0,-1 0 1 0 0,1 0 0 0 0,0 1 0 0 0,0-1 0 0 0,0 0 0 0 0,-1 0 0 0 0,1 0 0 0 0,0 0 0 0 0,0 0 0 0 0,0 0 0 0 0,0 0-1 0 0,-1 0 1 0 0,1 0 0 0 0,0 0 0 0 0,0 1 0 0 0,0-1 0 0 0,0 0 0 0 0,-1 0 0 0 0,1 0 0 0 0,0 0 0 0 0,0 0-1 0 0,0 1 1 0 0,0-1 0 0 0,0 0 0 0 0,0 0 0 0 0,0 0 0 0 0,-1 1 0 0 0,1-1 0 0 0,0 0 0 0 0,0 0 0 0 0,0 0-1 0 0,0 1 1 0 0,0-1 0 0 0,0 0 0 0 0,0 0 0 0 0,0 0 0 0 0,0 1 0 0 0,0-1 0 0 0,0 0 0 0 0,0 0 0 0 0,0 0-1 0 0,0 1 1 0 0,0-1 0 0 0,1 0 0 0 0,-1 0 0 0 0,0 0 0 0 0,0 0 0 0 0,0 1 0 0 0,0-1 0 0 0,0 0 0 0 0,0 0-1 0 0,0 0 1 0 0,1 1 0 0 0,24 4 112 0 0,0-2 0 0 0,1 0-1 0 0,-1-1 1 0 0,44-3 0 0 0,54 3 512 0 0,-37 0 643 0 0,-85-2-952 0 0,7-1 331 0 0,-6 1-1221 0 0,-13-1-3947 0 0,-2 0 3547 0 0,-2-4-3983 0 0,5 2 1148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3:34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1 496 0 0,'0'0'13174'0'0,"-4"12"-11719"0"0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3:34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1036 0 0,'0'0'2356'0'0,"7"-8"-452"0"0,0 2-75 0 0,4-1-1613 0 0,2 3-684 0 0,1 0-3069 0 0,-5 2 1697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3:34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22 628 0 0,'78'-19'6786'0'0,"6"16"-7769"0"0,-26 10-2781 0 0,-43-4 2261 0 0</inkml:trace>
  <inkml:trace contextRef="#ctx0" brushRef="#br0" timeOffset="1">306 26 1284 0 0,'62'7'3810'0'0,"-23"-4"-2217"0"0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3:35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1 4 0 0,'0'0'13734'0'0,"1"-1"-13712"0"0,-1 1 0 0 0,0 0 0 0 0,0 0 0 0 0,1 0 0 0 0,-1 0 0 0 0,0 0 0 0 0,0 1 0 0 0,1-1 0 0 0,-1 0-1 0 0,0 0 1 0 0,0 0 0 0 0,0 0 0 0 0,1 0 0 0 0,-1 0 0 0 0,0 0 0 0 0,0 0 0 0 0,1 0 0 0 0,-1 1 0 0 0,0-1 0 0 0,0 0 0 0 0,0 0 0 0 0,1 0 0 0 0,-1 0 0 0 0,0 1 0 0 0,0-1 0 0 0,0 0 0 0 0,0 0 0 0 0,0 0 0 0 0,0 1 0 0 0,1-1 0 0 0,-1 0-1 0 0,0 0 1 0 0,0 1 0 0 0,0-1 0 0 0,0 0 0 0 0,0 0 0 0 0,0 1 0 0 0,0-1 0 0 0,0 0 0 0 0,0 0 0 0 0,0 1 0 0 0,0-1 0 0 0,-56 199 1414 0 0,54-192-1397 0 0,-1 0 1 0 0,1 0-1 0 0,0 0 0 0 0,1 0 0 0 0,-1 0 1 0 0,1 1-1 0 0,1-1 0 0 0,-1 0 0 0 0,1 1 0 0 0,1-1 1 0 0,2 14-1 0 0,-3-20-38 0 0,1 0 0 0 0,0 0 0 0 0,0 0 0 0 0,0-1-1 0 0,-1 1 1 0 0,1 0 0 0 0,0-1 0 0 0,0 1 0 0 0,0 0 0 0 0,0-1 0 0 0,0 1 0 0 0,0-1 0 0 0,1 0 0 0 0,-1 1 0 0 0,0-1-1 0 0,0 0 1 0 0,0 0 0 0 0,0 0 0 0 0,0 0 0 0 0,0 0 0 0 0,1 0 0 0 0,-1 0 0 0 0,0 0 0 0 0,0 0 0 0 0,0 0 0 0 0,0 0-1 0 0,0-1 1 0 0,1 0 0 0 0,38-9-76 0 0,-34 8 53 0 0,38-14-322 0 0,0-2 1 0 0,-2-2-1 0 0,47-30 1 0 0,10-4-688 0 0,-96 52 971 0 0,1 1 1 0 0,-1 0-1 0 0,1 0 1 0 0,0 0-1 0 0,-1 0 1 0 0,1 0-1 0 0,0 1 1 0 0,0-1-1 0 0,-1 1 1 0 0,1 0-1 0 0,0 0 1 0 0,0 1 0 0 0,0-1-1 0 0,-1 1 1 0 0,1 0-1 0 0,0 0 1 0 0,4 2-1 0 0,7 3-30 0 0,-1 1 1 0 0,-1 1-1 0 0,15 10 0 0 0,-17-11 70 0 0,0 0 1 0 0,0-1-1 0 0,0 0 0 0 0,15 5 0 0 0,-23-10 100 0 0,0 0-1 0 0,0 0 0 0 0,0 0 1 0 0,0-1-1 0 0,1 1 0 0 0,-1-1 1 0 0,0 0-1 0 0,0 0 0 0 0,0 0 1 0 0,0 0-1 0 0,1 0 0 0 0,-1-1 1 0 0,0 1-1 0 0,0-1 0 0 0,0 0 1 0 0,0 0-1 0 0,0 0 0 0 0,4-2 1 0 0,-5 1 50 0 0,1-1 0 0 0,-1 1 1 0 0,0-1-1 0 0,0 1 0 0 0,0-1 0 0 0,0 0 1 0 0,0 0-1 0 0,0 0 0 0 0,-1 0 1 0 0,1 0-1 0 0,-1 0 0 0 0,0 0 0 0 0,0 0 1 0 0,0 0-1 0 0,-1-1 0 0 0,1 1 1 0 0,0-6-1 0 0,1-3 196 0 0,-1-1 0 0 0,0 1 0 0 0,0-1 0 0 0,-1 1 0 0 0,-1-1 0 0 0,-2-13 0 0 0,0-6 383 0 0,2 26-4791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3:36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2 1216 0 0,'-9'-2'9654'0'0,"7"15"-9307"0"0,0 0-1 0 0,1 1 1 0 0,0-1-1 0 0,2 15 0 0 0,-3 47 639 0 0,-2-55-781 0 0,-1 1 0 0 0,-1-1 0 0 0,0 0-1 0 0,-12 23 1 0 0,15-35-70 0 0,-1 0 1 0 0,0 0-1 0 0,-1-1 0 0 0,1 0 1 0 0,-1 0-1 0 0,-1 0 0 0 0,1-1 0 0 0,-1 1 1 0 0,0-1-1 0 0,-1-1 0 0 0,1 1 1 0 0,-1-1-1 0 0,-8 5 0 0 0,13-9-39 0 0,0 0 0 0 0,0 0 0 0 0,0 0 0 0 0,0-1 0 0 0,0 1 0 0 0,-1 0 0 0 0,1-1 0 0 0,0 1 0 0 0,0-1 0 0 0,-1 0 1 0 0,1 0-1 0 0,0 0 0 0 0,0 0 0 0 0,-1 0 0 0 0,1 0 0 0 0,0-1 0 0 0,0 1 0 0 0,-1-1 0 0 0,1 1 0 0 0,0-1 0 0 0,0 0 0 0 0,-3-1 0 0 0,3 0-6 0 0,-1 0 0 0 0,1 0 0 0 0,0-1 0 0 0,0 1 1 0 0,0 0-1 0 0,0-1 0 0 0,0 1 0 0 0,1-1 0 0 0,-1 0 0 0 0,1 0 0 0 0,0 1 0 0 0,0-1 0 0 0,0 0 1 0 0,-1-5-1 0 0,0 1-176 0 0,1 1-1 0 0,0-1 1 0 0,0 0 0 0 0,0 0 0 0 0,1 0 0 0 0,1 1 0 0 0,-1-1 0 0 0,1 0 0 0 0,0 0-1 0 0,0 0 1 0 0,1 1 0 0 0,0-1 0 0 0,0 1 0 0 0,4-9 0 0 0,8-4-2035 0 0,11-4-7409 0 0,-17 18 5566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3:36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46 548 0 0,'0'0'3324'0'0,"1"-3"-3985"0"0,2-17 14752 0 0,-5 15-12665 0 0,-24-6-4998 0 0,6 4-4945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3:38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20 396 0 0,'-15'0'15209'0'0,"16"0"-16485"0"0,0 0 1243 0 0,0 0 1 0 0,-1 0-1 0 0,1 0 0 0 0,-1 0 1 0 0,1 0-1 0 0,-1 0 0 0 0,1-1 0 0 0,-1 1 1 0 0,1 0-1 0 0,-1 0 0 0 0,0-1 1 0 0,1 1-1 0 0,-1 0 0 0 0,1-1 0 0 0,-1 1 1 0 0,1 0-1 0 0,-1-1 0 0 0,0 1 0 0 0,1 0 1 0 0,-1-1-1 0 0,0 1 0 0 0,0-1 1 0 0,1 1-1 0 0,-1-1 0 0 0,0 0 0 0 0,1 0-13 0 0,-1 1 0 0 0,1-1-1 0 0,-1 0 1 0 0,0 0 0 0 0,1 1-1 0 0,-1-1 1 0 0,1 1 0 0 0,0-1 0 0 0,-1 0-1 0 0,1 1 1 0 0,-1-1 0 0 0,1 1-1 0 0,0-1 1 0 0,-1 1 0 0 0,1 0-1 0 0,0-1 1 0 0,0 1 0 0 0,-1 0-1 0 0,1-1 1 0 0,0 1 0 0 0,0 0-1 0 0,0 0 1 0 0,-1 0 0 0 0,1 0-1 0 0,0 0 1 0 0,1 0 0 0 0,12 0-393 0 0,27 2-6258 0 0,-26-1 3829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3:38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1128 0 0,'36'-3'7665'0'0,"-2"2"-6834"0"0,15-2-6607 0 0,-32 2 3612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3:38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1 324 0 0,'4'0'25'0'0,"20"1"7632"0"0,-18-1-8065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3:39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28 808 0 0,'-5'-16'4299'0'0,"5"15"-4065"0"0,0 1 0 0 0,-1-1 0 0 0,1 1 0 0 0,0-1 1 0 0,0 1-1 0 0,0-1 0 0 0,0 1 0 0 0,0 0 0 0 0,0-1 0 0 0,-1 1 1 0 0,1-1-1 0 0,0 1 0 0 0,0-1 0 0 0,-1 1 0 0 0,1 0 0 0 0,0-1 1 0 0,-1 1-1 0 0,1-1 0 0 0,0 1 0 0 0,-1 0 0 0 0,1-1 0 0 0,-1 1 1 0 0,1 0-1 0 0,0 0 0 0 0,-1-1 0 0 0,1 1 0 0 0,-1 0 1 0 0,1 0-1 0 0,-1 0 0 0 0,1 0 0 0 0,-1 0 0 0 0,1-1 0 0 0,-1 1 1 0 0,-9 13-47 0 0,1 0 1 0 0,0 0 0 0 0,1 0 0 0 0,1 1 0 0 0,0 0-1 0 0,1 1 1 0 0,0 0 0 0 0,1 0 0 0 0,1 0 0 0 0,0 0 0 0 0,1 1-1 0 0,1-1 1 0 0,0 1 0 0 0,2 31 0 0 0,0-45-205 0 0,1-1 1 0 0,-1 1-1 0 0,1 0 1 0 0,-1 0-1 0 0,1 0 0 0 0,0-1 1 0 0,0 1-1 0 0,0 0 1 0 0,0-1-1 0 0,0 1 1 0 0,0-1-1 0 0,0 1 1 0 0,1-1-1 0 0,-1 0 1 0 0,0 0-1 0 0,1 1 0 0 0,-1-1 1 0 0,1 0-1 0 0,0 0 1 0 0,-1 0-1 0 0,1 0 1 0 0,0-1-1 0 0,-1 1 1 0 0,1 0-1 0 0,0-1 0 0 0,0 1 1 0 0,0-1-1 0 0,-1 0 1 0 0,1 1-1 0 0,0-1 1 0 0,0 0-1 0 0,0 0 1 0 0,0 0-1 0 0,0 0 0 0 0,0-1 1 0 0,-1 1-1 0 0,4-1 1 0 0,10-2-159 0 0,0-1 0 0 0,-1 0 1 0 0,24-10-1 0 0,-25 9 47 0 0,131-65-1196 0 0,-142 69 1261 0 0,3 1-15 0 0,-5 0 74 0 0,1-1 0 0 0,-1 1 0 0 0,0 0-1 0 0,0 0 1 0 0,1 0 0 0 0,-1 0 0 0 0,0-1-1 0 0,0 1 1 0 0,1 0 0 0 0,-1 0 0 0 0,0 0-1 0 0,1 0 1 0 0,-1 0 0 0 0,0 0 0 0 0,1 0-1 0 0,-1 0 1 0 0,0 0 0 0 0,1 0 0 0 0,-1 0-1 0 0,0 0 1 0 0,0 0 0 0 0,1 0 0 0 0,-1 0-1 0 0,0 0 1 0 0,1 1 0 0 0,-1-1 0 0 0,0 0-1 0 0,0 0 1 0 0,1 0 0 0 0,-1 0 0 0 0,0 0-1 0 0,0 1 1 0 0,1-1 0 0 0,8 9 28 0 0,1 0 0 0 0,0 0 1 0 0,1-1-1 0 0,0-1 0 0 0,0 0 0 0 0,0 0 1 0 0,1-1-1 0 0,0-1 0 0 0,0 0 0 0 0,1 0 0 0 0,-1-2 1 0 0,1 1-1 0 0,21 2 0 0 0,-27-5 158 0 0,0-1 0 0 0,0 0 0 0 0,0 0-1 0 0,0 0 1 0 0,0-1 0 0 0,0 0 0 0 0,0 0-1 0 0,0 0 1 0 0,0-1 0 0 0,-1-1 0 0 0,12-4-1 0 0,-14 5-65 0 0,-1-1 0 0 0,0 1-1 0 0,0-1 1 0 0,0 0 0 0 0,0 0-1 0 0,0 0 1 0 0,0 0 0 0 0,-1 0-1 0 0,0-1 1 0 0,1 1-1 0 0,-1-1 1 0 0,-1 1 0 0 0,1-1-1 0 0,0 0 1 0 0,-1 0 0 0 0,0 0-1 0 0,0 0 1 0 0,0 0-1 0 0,0 0 1 0 0,-1 0 0 0 0,1-8-1 0 0,-1 1-134 0 0,-1 0-1 0 0,0 0 1 0 0,0 0 0 0 0,-1 0-1 0 0,-1 0 1 0 0,0 0-1 0 0,0 1 1 0 0,-1-1 0 0 0,0 1-1 0 0,-1 0 1 0 0,0 0-1 0 0,-7-9 1 0 0,12 18-196 0 0,-1 0 1 0 0,1 0 0 0 0,-1 0-1 0 0,0 0 1 0 0,1 0-1 0 0,-1 0 1 0 0,0 1-1 0 0,0-1 1 0 0,0 0-1 0 0,0 1 1 0 0,0-1-1 0 0,0 0 1 0 0,0 1-1 0 0,0-1 1 0 0,0 1-1 0 0,-2-1 1 0 0,-9 0-7437 0 0,12 1 7457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3:39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0 184 0 0,'22'23'6140'0'0,"-16"-17"-5845"0"0,-1-1 0 0 0,0 0 0 0 0,-1 1 0 0 0,1 0 1 0 0,-1 0-1 0 0,0 0 0 0 0,-1 1 0 0 0,0-1 0 0 0,0 1 0 0 0,3 10 0 0 0,12 25 1568 0 0,-15-42-1788 0 0,0-1 0 0 0,-1 0 0 0 0,1 1 0 0 0,-1-1-1 0 0,1 0 1 0 0,-1 0 0 0 0,1 0 0 0 0,-1 0 0 0 0,0-1 0 0 0,4-2 0 0 0,-6 4-88 0 0,10-7 87 0 0,0 1-1 0 0,1 0 0 0 0,0 0 0 0 0,0 1 1 0 0,0 1-1 0 0,1-1 0 0 0,0 2 0 0 0,12-3 1 0 0,-18 6-16 0 0,0-1 0 0 0,0 1 0 0 0,0 1 0 0 0,0-1 0 0 0,0 1-1 0 0,0 0 1 0 0,0 0 0 0 0,0 1 0 0 0,0-1 0 0 0,-1 1 0 0 0,1 1 0 0 0,0-1 0 0 0,-1 1 0 0 0,0 0 0 0 0,0 0 0 0 0,0 1 0 0 0,0-1 0 0 0,5 6 0 0 0,-6-6 14 0 0,-1 0 0 0 0,-1 1-1 0 0,1-1 1 0 0,0 0 0 0 0,-1 1-1 0 0,0 0 1 0 0,4 6 0 0 0,-4 11-1734 0 0,-3-20 1289 0 0,1 0 0 0 0,-1 0-1 0 0,1 0 1 0 0,-1 0 0 0 0,1 0-1 0 0,-1 0 1 0 0,0 0 0 0 0,0 0-1 0 0,1 0 1 0 0,-1 0 0 0 0,0 0-1 0 0,0 0 1 0 0,0 0 0 0 0,0-1-1 0 0,0 1 1 0 0,0 0 0 0 0,0-1-1 0 0,-2 1 1 0 0,-6 3-2903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3:43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342 84 408 0 0,'0'0'3494'0'0,"19"-29"2006"0"0,-19 27-5371 0 0,0 0 1 0 0,1 0-1 0 0,-1 0 0 0 0,0 0 1 0 0,0 0-1 0 0,0 0 0 0 0,0 0 1 0 0,0 0-1 0 0,-1 1 0 0 0,1-1 0 0 0,-1 0 1 0 0,1 0-1 0 0,-1 0 0 0 0,0 0 1 0 0,0 0-1 0 0,1 1 0 0 0,-1-1 1 0 0,0 0-1 0 0,-1 1 0 0 0,1-1 0 0 0,0 1 1 0 0,0-1-1 0 0,-3-1 0 0 0,2 2-75 0 0,-1-1 0 0 0,1 1 0 0 0,-1 0 0 0 0,0 0 0 0 0,0 0 0 0 0,0 1 0 0 0,1-1 0 0 0,-1 0 0 0 0,0 1 0 0 0,0 0 0 0 0,0 0 0 0 0,0 0 0 0 0,-5 1 0 0 0,-6 1-56 0 0,0 1 1 0 0,0 0 0 0 0,1 1-1 0 0,0 0 1 0 0,-20 10 0 0 0,11-2 45 0 0,0 0 0 0 0,1 1 1 0 0,-30 24-1 0 0,44-31-10 0 0,-1 1-1 0 0,1 0 0 0 0,-1 0 0 0 0,2 1 1 0 0,-1 0-1 0 0,1 0 0 0 0,1 0 0 0 0,-1 1 1 0 0,2 0-1 0 0,-1 0 0 0 0,-4 15 0 0 0,8-22-17 0 0,0-1 0 0 0,0 2 1 0 0,0-1-1 0 0,1 0 0 0 0,-1 0 0 0 0,1 0 0 0 0,-1 0 0 0 0,1 0 0 0 0,0 0 0 0 0,0 1 1 0 0,0-1-1 0 0,0 0 0 0 0,0 0 0 0 0,1 0 0 0 0,-1 0 0 0 0,0 1 0 0 0,1-1 0 0 0,0 0 0 0 0,0 0 1 0 0,-1 0-1 0 0,1 0 0 0 0,0 0 0 0 0,1-1 0 0 0,-1 1 0 0 0,0 0 0 0 0,0 0 0 0 0,1-1 0 0 0,-1 1 1 0 0,1-1-1 0 0,-1 1 0 0 0,1-1 0 0 0,0 1 0 0 0,0-1 0 0 0,0 0 0 0 0,-1 0 0 0 0,1 0 0 0 0,4 1 1 0 0,0-1-7 0 0,-1 0 0 0 0,1 0 0 0 0,0 0 0 0 0,-1-1 0 0 0,1 0 0 0 0,0 0 0 0 0,0-1 0 0 0,-1 0 0 0 0,1 0 0 0 0,0 0 0 0 0,-1 0 1 0 0,1-1-1 0 0,7-3 0 0 0,5-5-29 0 0,0-1 1 0 0,-1-1 0 0 0,0 0-1 0 0,-1-2 1 0 0,0 1 0 0 0,-1-2-1 0 0,19-23 1 0 0,-25 28 49 0 0,-8 9-35 0 0,-1 1 2 0 0,0-1 0 0 0,0 1 0 0 0,0 0 0 0 0,0 0 0 0 0,0 0 0 0 0,0-1 0 0 0,0 1 0 0 0,0 0 0 0 0,0 0 0 0 0,0-1 0 0 0,0 1 0 0 0,0 0 0 0 0,0 0 0 0 0,0 0 0 0 0,0-1 0 0 0,1 1 0 0 0,-1 0 0 0 0,0 0 0 0 0,0 0 0 0 0,0-1 0 0 0,0 1 0 0 0,0 0 0 0 0,0 0 0 0 0,1 0 0 0 0,-1 0 0 0 0,0 0 0 0 0,0-1 0 0 0,0 1 0 0 0,1 0 0 0 0,-1 0 0 0 0,0 0 0 0 0,0 0 0 0 0,0 0 0 0 0,1 0 0 0 0,-1 0 0 0 0,0 0-1 0 0,0 0 1 0 0,0 0 0 0 0,1-1 0 0 0,-1 1 0 0 0,0 0 0 0 0,0 0 0 0 0,1 0 0 0 0,-1 1 0 0 0,0-1 0 0 0,0 0 0 0 0,0 0 0 0 0,1 0 0 0 0,-1 0 0 0 0,0 0 0 0 0,0 0 0 0 0,0 0 0 0 0,1 0 0 0 0,-1 0 0 0 0,0 0 0 0 0,0 1 0 0 0,0-1 0 0 0,1 0 0 0 0,-1 0 0 0 0,0 0 0 0 0,0 0 0 0 0,0 0 0 0 0,0 1 0 0 0,16 12-129 0 0,-12-9 164 0 0,3 2-63 0 0,0 0 1 0 0,0-1-1 0 0,1 0 1 0 0,-1 0-1 0 0,12 4 1 0 0,-16-8 22 0 0,-1 0 1 0 0,0 0 0 0 0,1 0 0 0 0,-1-1 0 0 0,0 1 0 0 0,1-1 0 0 0,-1 0 0 0 0,1 0 0 0 0,-1 0 0 0 0,0 0-1 0 0,1 0 1 0 0,-1 0 0 0 0,1 0 0 0 0,-1-1 0 0 0,0 0 0 0 0,1 1 0 0 0,-1-1 0 0 0,0 0 0 0 0,1 0-1 0 0,-1 0 1 0 0,0 0 0 0 0,0 0 0 0 0,0-1 0 0 0,3-2 0 0 0,89-69-31 0 0,-93 72 72 0 0,0 1-38 0 0,-1 0-1 0 0,1 0 1 0 0,0 0 0 0 0,0 0-1 0 0,0 0 1 0 0,0 0 0 0 0,-1 0-1 0 0,1 0 1 0 0,0 0 0 0 0,0 0-1 0 0,0 1 1 0 0,-1-1 0 0 0,1 0-1 0 0,0 1 1 0 0,0-1 0 0 0,0 0-1 0 0,-1 1 1 0 0,1-1 0 0 0,0 1-1 0 0,-1-1 1 0 0,1 1 0 0 0,-1-1-1 0 0,1 1 1 0 0,0 0 0 0 0,-1-1-1 0 0,1 1 1 0 0,-1 0 0 0 0,1-1-1 0 0,-1 1 1 0 0,0 0 0 0 0,1 0-1 0 0,-1-1 1 0 0,0 1 0 0 0,0 0-1 0 0,1 0 1 0 0,-1 0 0 0 0,0 0-1 0 0,0-1 1 0 0,0 2 0 0 0,0 2 37 0 0,1 0 0 0 0,0 0 0 0 0,0 0 1 0 0,0-1-1 0 0,0 1 0 0 0,0 0 0 0 0,1-1 1 0 0,-1 1-1 0 0,1-1 0 0 0,0 0 0 0 0,0 1 1 0 0,1-1-1 0 0,-1 0 0 0 0,0 0 0 0 0,1 0 1 0 0,0-1-1 0 0,0 1 0 0 0,0-1 0 0 0,0 1 1 0 0,0-1-1 0 0,0 0 0 0 0,1 0 0 0 0,-1 0 0 0 0,1-1 1 0 0,-1 1-1 0 0,1-1 0 0 0,0 0 0 0 0,5 1 1 0 0,1 0 148 0 0,1 0 1 0 0,-1-1 0 0 0,1-1 0 0 0,-1 0 0 0 0,1 0-1 0 0,0-1 1 0 0,-1 0 0 0 0,16-4 0 0 0,-20 4-628 0 0,-1 0 0 0 0,1 1 0 0 0,-1-1 0 0 0,1 1 1 0 0,-1 1-1 0 0,0-1 0 0 0,1 1 0 0 0,-1-1 0 0 0,7 3 1 0 0,25 3-6713 0 0,-19-5 4440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3:43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28 338 696 0 0,'7'2'8982'0'0,"-33"31"-7850"0"0,25-31-1099 0 0,0-1 0 0 0,0 0 0 0 0,0 1 1 0 0,1-1-1 0 0,-1 0 0 0 0,0 1 0 0 0,1-1 0 0 0,-1 1 0 0 0,1-1 1 0 0,-1 1-1 0 0,1 0 0 0 0,0-1 0 0 0,-1 1 0 0 0,1-1 1 0 0,0 1-1 0 0,0 0 0 0 0,0-1 0 0 0,0 1 0 0 0,1 0 0 0 0,-1-1 1 0 0,0 1-1 0 0,1-1 0 0 0,-1 1 0 0 0,1-1 0 0 0,-1 1 0 0 0,1-1 1 0 0,0 1-1 0 0,-1-1 0 0 0,3 2 0 0 0,-2-1-34 0 0,1-1 1 0 0,-1 0-1 0 0,1 0 0 0 0,0-1 1 0 0,0 1-1 0 0,-1 0 0 0 0,1 0 0 0 0,0-1 1 0 0,0 1-1 0 0,0-1 0 0 0,0 0 1 0 0,0 1-1 0 0,-1-1 0 0 0,1 0 0 0 0,0 0 1 0 0,0 0-1 0 0,0 0 0 0 0,0-1 1 0 0,0 1-1 0 0,0 0 0 0 0,0-1 0 0 0,0 0 1 0 0,-1 1-1 0 0,1-1 0 0 0,0 0 1 0 0,0 0-1 0 0,-1 0 0 0 0,3-1 0 0 0,41-34-78 0 0,-41 33 69 0 0,14-16 18 0 0,-1-1-1 0 0,-1 0 1 0 0,-1-1-1 0 0,-1-1 1 0 0,-1 0-1 0 0,-1-1 1 0 0,0-1-1 0 0,-2 0 1 0 0,12-44-1 0 0,5-49 3374 0 0,-27 115-3045 0 0,-13 22 1181 0 0,3 9-1392 0 0,1 0 0 0 0,1 0-1 0 0,2 0 1 0 0,1 1 0 0 0,1 0-1 0 0,0 32 1 0 0,-6 45-2806 0 0,7-86 407 0 0,-1 0 0 0 0,-1 0 0 0 0,-8 20 0 0 0,5-26-1158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3:45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9 856 0 0,'-5'-9'11442'0'0,"-12"22"-11276"0"0,1-1-1 0 0,1 2 1 0 0,0 0 0 0 0,1 1-1 0 0,1 0 1 0 0,0 1-1 0 0,1 0 1 0 0,1 1-1 0 0,0 1 1 0 0,1 0-1 0 0,-9 24 1 0 0,18-41-165 0 0,1 0 0 0 0,0 0 0 0 0,0 0 0 0 0,0 0 0 0 0,0-1 0 0 0,0 1 0 0 0,0 0 0 0 0,0 0 0 0 0,0 0 1 0 0,0 0-1 0 0,0 0 0 0 0,1 0 0 0 0,-1 0 0 0 0,0-1 0 0 0,1 1 0 0 0,-1 0 0 0 0,0 0 0 0 0,1 0 0 0 0,-1-1 0 0 0,1 1 1 0 0,-1 0-1 0 0,1 0 0 0 0,-1-1 0 0 0,1 1 0 0 0,0 0 0 0 0,-1-1 0 0 0,1 1 0 0 0,0-1 0 0 0,1 1 0 0 0,18 9-48 0 0,-7-9-38 0 0,-1-1 1 0 0,1 0-1 0 0,0 0 1 0 0,-1-1-1 0 0,1-1 1 0 0,0 0-1 0 0,-1-1 1 0 0,0 0-1 0 0,12-5 1 0 0,-6 2-187 0 0,0 1 1 0 0,36-4 0 0 0,-46 8 204 0 0,0 0 1 0 0,0 1-1 0 0,0 0 1 0 0,0 0-1 0 0,0 1 0 0 0,0 0 1 0 0,0 0-1 0 0,0 1 1 0 0,0 0-1 0 0,0 0 1 0 0,12 7-1 0 0,-11-5 139 0 0,1 0-1 0 0,0-1 1 0 0,0 0-1 0 0,0 0 1 0 0,0-1 0 0 0,0 0-1 0 0,0-1 1 0 0,0 0-1 0 0,1-1 1 0 0,14-1 0 0 0,-20 0 75 0 0,1 0 0 0 0,-1 0 0 0 0,1-1 0 0 0,-1 0 0 0 0,1 0 0 0 0,-1-1 0 0 0,0 0 0 0 0,0 0 0 0 0,0 0 0 0 0,-1 0 0 0 0,1-1 0 0 0,-1 1 0 0 0,0-1 0 0 0,1 0 0 0 0,-2-1 0 0 0,1 1 0 0 0,0-1 0 0 0,-1 1 0 0 0,0-1 0 0 0,3-6 0 0 0,-2 1 122 0 0,0 0-1 0 0,0 0 1 0 0,-1-1-1 0 0,0 1 1 0 0,2-17-1 0 0,9-30 152 0 0,-14 55-731 0 0,0-5-93 0 0,-22 26-13976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3:46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0 712 0 0,'0'0'1216'0'0,"-22"14"4123"0"0,16-6-4944 0 0,1 1 0 0 0,-1 0 0 0 0,1 0 0 0 0,1 0 0 0 0,0 1 0 0 0,0-1 0 0 0,1 1 0 0 0,0 0 0 0 0,0 0 0 0 0,1 1 0 0 0,1-1 0 0 0,-1 11 0 0 0,2-17-391 0 0,0 1 0 0 0,0-1 0 0 0,1 1 0 0 0,0-1 1 0 0,-1 1-1 0 0,1-1 0 0 0,1 0 0 0 0,-1 1 0 0 0,1-1 0 0 0,0 0 1 0 0,0 0-1 0 0,0 0 0 0 0,0 0 0 0 0,1 0 0 0 0,-1-1 0 0 0,1 1 1 0 0,0-1-1 0 0,0 1 0 0 0,7 4 0 0 0,-9-7-737 0 0,17-9-5635 0 0,-10 0 3340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3:46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23 444 0 0,'0'0'1559'0'0,"4"-17"4634"0"0,-3 12-8930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3:47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0 10169 0 0,'-1'39'1265'0'0,"-1"4"-875"0"0,0 25 619 0 0,-13 84 0 0 0,11-133-787 0 0,1 0 1 0 0,-2 0-1 0 0,-1-1 0 0 0,0 0 0 0 0,-1 0 1 0 0,-1-1-1 0 0,0 0 0 0 0,-2 0 1 0 0,-14 20-1 0 0,19-31-50 0 0,0 0 0 0 0,-1 0 0 0 0,1-1 0 0 0,-1 1 0 0 0,0-2 0 0 0,0 1 0 0 0,-1-1-1 0 0,0 0 1 0 0,1 0 0 0 0,-1 0 0 0 0,-13 4 0 0 0,18-8-122 0 0,0 0-1 0 0,0 1 1 0 0,0-1 0 0 0,0 0-1 0 0,0 0 1 0 0,0 0-1 0 0,0 0 1 0 0,0-1 0 0 0,0 1-1 0 0,0 0 1 0 0,0-1-1 0 0,0 1 1 0 0,0-1-1 0 0,0 0 1 0 0,0 0 0 0 0,0 0-1 0 0,1 0 1 0 0,-1 0-1 0 0,0 0 1 0 0,1 0-1 0 0,-1 0 1 0 0,1-1 0 0 0,-1 1-1 0 0,1-1 1 0 0,0 1-1 0 0,-1-1 1 0 0,1 1-1 0 0,0-1 1 0 0,0 0 0 0 0,0 0-1 0 0,-1-2 1 0 0,0 0-116 0 0,1 0-1 0 0,-1-1 1 0 0,0 1 0 0 0,1-1 0 0 0,0 1 0 0 0,0-1-1 0 0,0 0 1 0 0,1 0 0 0 0,0 1 0 0 0,0-1 0 0 0,0 0 0 0 0,1-5-1 0 0,8-19-2014 0 0,-2 11-889 0 0,-3 0-3829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3:47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23 15425 0 0,'0'0'2958'0'0,"11"-16"-1369"0"0,-31 13-12910 0 0,15 1 9879 0 0,0 1-2615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3:49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1052 0 0,'0'0'13256'0'0,"5"0"-12952"0"0,71 1 768 0 0,-53-2-1679 0 0,1 1-1 0 0,0 1 1 0 0,0 1-1 0 0,32 7 0 0 0,-51-7 150 0 0,21 6-1078 0 0,-8 1-3789 0 0,-10-4 2330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3:50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10 188 0 0,'-8'6'8372'0'0,"27"-5"-6019"0"0,47-5-4380 0 0,-49 3 2461 0 0,68-6-5447 0 0,-56 2 2590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3:50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46 76 0 0,'-16'-46'14701'0'0,"-32"124"-13360"0"0,38-64-1205 0 0,0 0 0 0 0,1 0 0 0 0,1 1 0 0 0,0 0 0 0 0,1 0 1 0 0,1 1-1 0 0,-6 20 0 0 0,12-35-116 0 0,25 9-31 0 0,-11-13-42 0 0,-1 0 0 0 0,1 0 0 0 0,-1-1 0 0 0,0-1 0 0 0,12-6 0 0 0,-11 5-151 0 0,1 0 1 0 0,0 1 0 0 0,26-6-1 0 0,-34 11 105 0 0,0 0 0 0 0,0 1-1 0 0,-1 0 1 0 0,1 0 0 0 0,0 0 0 0 0,0 1-1 0 0,0 0 1 0 0,-1 0 0 0 0,1 1-1 0 0,-1 0 1 0 0,8 5 0 0 0,34 10-135 0 0,-32-14 117 0 0,-5-1 141 0 0,0 0 1 0 0,0-1-1 0 0,0-1 0 0 0,0 1 1 0 0,23-2-1 0 0,-31-1 36 0 0,0 1-1 0 0,0-1 1 0 0,0 0 0 0 0,0 0 0 0 0,0 0-1 0 0,-1 0 1 0 0,1 0 0 0 0,0-1 0 0 0,0 1 0 0 0,-1-1-1 0 0,1 0 1 0 0,-1 0 0 0 0,1 0 0 0 0,-1 0-1 0 0,0 0 1 0 0,0-1 0 0 0,0 1 0 0 0,0 0-1 0 0,0-1 1 0 0,-1 0 0 0 0,1 1 0 0 0,-1-1-1 0 0,1 0 1 0 0,-1 0 0 0 0,0 0 0 0 0,1-4-1 0 0,2-7 244 0 0,-1-1 0 0 0,0 1 0 0 0,-1 0-1 0 0,-1 0 1 0 0,0-27 0 0 0,-1 38-624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3:50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0 208 0 0,'0'0'6568'0'0,"1"14"-4425"0"0,-5-1-1778 0 0,1 1-1 0 0,0-1 0 0 0,1 1 1 0 0,1 0-1 0 0,0 0 0 0 0,0 0 1 0 0,2 0-1 0 0,0 0 0 0 0,4 23 0 0 0,-5-36-411 0 0,0 0 0 0 0,0 0 0 0 0,1 1 0 0 0,-1-1 0 0 0,0 0 0 0 0,1 0 0 0 0,-1 0 0 0 0,1 0 0 0 0,-1 0 0 0 0,1 0 0 0 0,0 1 0 0 0,-1-1 0 0 0,1 0 0 0 0,0-1 0 0 0,0 1 0 0 0,0 0 0 0 0,0 0 0 0 0,0 0 0 0 0,-1 0 0 0 0,2-1 0 0 0,-1 1 0 0 0,0 0 0 0 0,0-1 0 0 0,0 1 0 0 0,0-1 0 0 0,0 1 0 0 0,0-1 0 0 0,3 1 0 0 0,-1-1-427 0 0,-1 0 0 0 0,1 0 0 0 0,0 0 1 0 0,0-1-1 0 0,0 1 0 0 0,-1-1 0 0 0,1 1 0 0 0,0-1 1 0 0,-1 0-1 0 0,1 0 0 0 0,0 0 0 0 0,-1 0 1 0 0,4-2-1 0 0,8-6-2096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3:51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1744 0 0,'0'0'4817'0'0,"-1"-11"1929"0"0,8 5-7945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3:51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1 256 0 0,'0'0'13789'0'0,"5"3"-17655"0"0,3 1 3300 0 0,2-3-3617 0 0,6-2 1129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3:52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20 532 0 0,'0'0'2679'0'0,"9"2"-831"0"0,-3-3 1873 0 0,20-3-2918 0 0,31-6-1361 0 0,4 4-4743 0 0,-46 6 3205 0 0</inkml:trace>
  <inkml:trace contextRef="#ctx0" brushRef="#br0" timeOffset="1">421 32 664 0 0,'0'0'1952'0'0,"18"-5"-256"0"0,-2 3-283 0 0,0-1-293 0 0,1 0-676 0 0,-6 1-184 0 0,0 2-248 0 0,21-2-648 0 0,-17 4-520 0 0,-4-4-1253 0 0,3 0 561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3:52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 1168 0 0,'5'-1'1845'0'0,"23"-7"7937"0"0,-23 7-9692 0 0,7-5-1725 0 0,-5 3-4271 0 0,3-3 2902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3:53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29 1204 0 0,'1'-4'619'0'0,"3"-10"5925"0"0,-6 3 2763 0 0,2 12-9301 0 0,-17 14 129 0 0,1 1-1 0 0,1 1 1 0 0,1 0-1 0 0,0 1 1 0 0,1 0-1 0 0,1 1 0 0 0,1 1 1 0 0,-13 32-1 0 0,23-51-160 0 0,0 1 0 0 0,0 0-1 0 0,1-1 1 0 0,-1 1 0 0 0,1 0-1 0 0,-1 0 1 0 0,1-1 0 0 0,0 1-1 0 0,0 0 1 0 0,-1 0 0 0 0,1 0-1 0 0,1 0 1 0 0,-1-1-1 0 0,0 1 1 0 0,0 0 0 0 0,1 0-1 0 0,-1 0 1 0 0,1-1 0 0 0,-1 1-1 0 0,1 0 1 0 0,0-1 0 0 0,0 1-1 0 0,-1 0 1 0 0,1-1 0 0 0,2 3-1 0 0,-1-3-36 0 0,1 1 0 0 0,-1-1-1 0 0,1 1 1 0 0,-1-1 0 0 0,1 0 0 0 0,0 0 0 0 0,-1 0-1 0 0,1 0 1 0 0,0-1 0 0 0,0 1 0 0 0,0-1-1 0 0,-1 1 1 0 0,1-1 0 0 0,4 0 0 0 0,11-2-315 0 0,0 0 1 0 0,0 0-1 0 0,31-10 1 0 0,79-28-1752 0 0,-126 40 2008 0 0,29 9-253 0 0,-15 0 282 0 0,0-1 0 0 0,1 0-1 0 0,29 9 1 0 0,-42-16 113 0 0,1 1 0 0 0,-1-1 0 0 0,1 0 0 0 0,0 0 0 0 0,0-1 0 0 0,-1 1 0 0 0,1-1 0 0 0,0 0 0 0 0,0 0 0 0 0,-1-1 0 0 0,1 1 0 0 0,0-1 0 0 0,0 0 0 0 0,-1-1 0 0 0,1 1 0 0 0,-1-1 0 0 0,1 0 0 0 0,7-4 0 0 0,-8 2 109 0 0,0 1 0 0 0,0-1 1 0 0,0 0-1 0 0,0-1 0 0 0,-1 1 1 0 0,0-1-1 0 0,0 1 1 0 0,0-1-1 0 0,-1 0 0 0 0,1 0 1 0 0,-1 0-1 0 0,2-6 0 0 0,10-64 2062 0 0,-14 75-2174 0 0,0-4 136 0 0,1 1 0 0 0,-1-1 0 0 0,0 0 0 0 0,0 1 0 0 0,0-1 0 0 0,-1 1 0 0 0,1-1 0 0 0,-1 0 0 0 0,0 1 1 0 0,1-1-1 0 0,-2 1 0 0 0,-1-4 0 0 0,3 5 102 0 0,-1-6 17 0 0,-12 14-7109 0 0,-7 1 268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3:55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0 384 0 0,'0'0'9665'0'0,"-3"4"-9364"0"0,-19 23 385 0 0,-24 35 558 0 0,43-57-1157 0 0,0 0 1 0 0,0 1-1 0 0,1-1 0 0 0,-1 1 0 0 0,1-1 0 0 0,0 1 0 0 0,1 0 1 0 0,0-1-1 0 0,-1 1 0 0 0,1 8 0 0 0,1-12-24 0 0,0-1-83 0 0,-1 0 0 0 0,1 0 0 0 0,0-1 0 0 0,-1 1-1 0 0,1 0 1 0 0,0 0 0 0 0,0-1 0 0 0,-1 1 0 0 0,1 0 0 0 0,0 0 0 0 0,0 0 0 0 0,0 0 0 0 0,0-1 0 0 0,0 1 0 0 0,0 0 0 0 0,0 0 0 0 0,1 0-1 0 0,-1-1 1 0 0,0 1 0 0 0,0 0 0 0 0,1 0 0 0 0,-1 0 0 0 0,0-1 0 0 0,1 1 0 0 0,-1 0 0 0 0,1-1 0 0 0,-1 1 0 0 0,1 0 0 0 0,-1-1-1 0 0,1 1 1 0 0,-1 0 0 0 0,1-1 0 0 0,0 1 0 0 0,-1-1 0 0 0,1 1 0 0 0,0-1 0 0 0,0 0 0 0 0,-1 1 0 0 0,1-1 0 0 0,0 0 0 0 0,0 1-1 0 0,-1-1 1 0 0,1 0 0 0 0,0 0 0 0 0,0 0 0 0 0,0 0 0 0 0,-1 0 0 0 0,1 0 0 0 0,0 0 0 0 0,0 0 0 0 0,1 0 0 0 0,38-1-4059 0 0,-28-5 984 0 0,1-2 235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3:56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38 392 0 0,'-1'-4'581'0'0,"-3"-23"9916"0"0,3 21-11279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3:56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0 796 0 0,'-5'5'9468'0'0,"154"18"-6932"0"0,-31-6-4834 0 0,-107-16 639 0 0,-6-2-2323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3:56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1 516 0 0,'0'0'8519'0'0,"-18"26"-6674"0"0,-9 59-729 0 0,6-25-6113 0 0,20-55 2346 0 0,1 7 203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3:57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0 732 0 0,'0'0'8282'0'0,"1"4"-7892"0"0,2 9-139 0 0,-1 1 0 0 0,-1-1 0 0 0,0 0 1 0 0,-1 1-1 0 0,0-1 0 0 0,-1 1 0 0 0,-1-1 1 0 0,-4 20-1 0 0,-34 108 654 0 0,37-133-866 0 0,0 0 0 0 0,-1-1 0 0 0,0 1 0 0 0,0-1 1 0 0,0 0-1 0 0,-1 0 0 0 0,0-1 0 0 0,0 1 0 0 0,-1-1 0 0 0,0 0 0 0 0,0-1 0 0 0,0 1 0 0 0,-1-1 0 0 0,0 0 0 0 0,0-1 0 0 0,0 0 0 0 0,0 0 0 0 0,-1 0 0 0 0,0-1 0 0 0,1 0 0 0 0,-1-1 0 0 0,0 0 0 0 0,-1 0 0 0 0,1-1 0 0 0,-14 2 0 0 0,21-3-29 0 0,-1 0-1 0 0,1 0 1 0 0,0 0 0 0 0,-1 0 0 0 0,1 0 0 0 0,-1 0 0 0 0,1 0 0 0 0,-1 0 0 0 0,1-1 0 0 0,-1 1 0 0 0,1 0 0 0 0,0-1 0 0 0,-1 1 0 0 0,1-1 0 0 0,0 0 0 0 0,-1 1-1 0 0,1-1 1 0 0,0 0 0 0 0,0 0 0 0 0,0 0 0 0 0,0 0 0 0 0,0 0 0 0 0,0 0 0 0 0,0 0 0 0 0,0 0 0 0 0,0 0 0 0 0,0 0 0 0 0,0-1 0 0 0,1 1 0 0 0,-1 0 0 0 0,0 0 0 0 0,1-1-1 0 0,-1 1 1 0 0,1-1 0 0 0,0 1 0 0 0,-1 0 0 0 0,1-1 0 0 0,0 1 0 0 0,0-1 0 0 0,0 1 0 0 0,0-1 0 0 0,0-1 0 0 0,1-2 7 0 0,0 0 0 0 0,0 0 0 0 0,1 0 0 0 0,-1 0 0 0 0,1 0 0 0 0,0 1 0 0 0,0-1 0 0 0,1 1 0 0 0,-1-1 0 0 0,5-4 0 0 0,-1 2-164 0 0,0 1-1 0 0,1-1 1 0 0,-1 1 0 0 0,1 0 0 0 0,1 1 0 0 0,-1 0 0 0 0,1 0 0 0 0,0 1 0 0 0,0-1 0 0 0,17-5-1 0 0,-23 10-463 0 0,22-5-6619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3:57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12 824 0 0,'-9'-10'5686'0'0,"14"8"-4141"0"0,15 10-4018 0 0,-9 0-669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3:58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1 109 112 0 0,'0'0'3260'0'0,"19"7"-1077"0"0,116 3 2551 0 0,-46-7-6089 0 0,-87-3 470 0 0</inkml:trace>
  <inkml:trace contextRef="#ctx0" brushRef="#br0" timeOffset="1">460 0 920 0 0,'0'0'9599'0'0,"0"5"-8982"0"0,-3 29 556 0 0,-2 0 1 0 0,-17 64 0 0 0,11-54-1719 0 0,-6 6-3307 0 0,10-30 255 0 0,-2 2-150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4:01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547 32 264 0 0,'-3'-4'937'0'0,"0"1"0"0"0,0 0 0 0 0,0-1 0 0 0,-1 1 0 0 0,1 0 0 0 0,-1 1 0 0 0,-7-5 0 0 0,10 6-822 0 0,0 1 1 0 0,-1-1-1 0 0,1 1 1 0 0,-1 0-1 0 0,1-1 1 0 0,0 1-1 0 0,-1 0 0 0 0,1 0 1 0 0,-1 0-1 0 0,1 0 1 0 0,0 0-1 0 0,-1 0 1 0 0,1 1-1 0 0,-1-1 0 0 0,1 0 1 0 0,0 1-1 0 0,-1-1 1 0 0,1 1-1 0 0,0-1 1 0 0,0 1-1 0 0,-1 0 0 0 0,1-1 1 0 0,0 1-1 0 0,0 0 1 0 0,0 0-1 0 0,0 0 1 0 0,0 0-1 0 0,0 0 1 0 0,0 0-1 0 0,-1 1 0 0 0,-79 99 1273 0 0,5 4-1 0 0,-87 157 0 0 0,116-186-1093 0 0,22-37-763 0 0,-33 67 1 0 0,50-91-410 0 0,-6 15-553 0 0,16-9-5630 0 0,2-13 3974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4:02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523 13 280 0 0,'15'-6'1849'0'0,"6"0"3462"0"0,-21 6-5256 0 0,1 0 0 0 0,-1 1-1 0 0,0-1 1 0 0,1 0-1 0 0,-1 1 1 0 0,0-1-1 0 0,0 1 1 0 0,1-1-1 0 0,-1 1 1 0 0,0-1 0 0 0,0 0-1 0 0,1 1 1 0 0,-1-1-1 0 0,0 1 1 0 0,0-1-1 0 0,0 1 1 0 0,0-1 0 0 0,0 1-1 0 0,0-1 1 0 0,0 1-1 0 0,0-1 1 0 0,0 1-1 0 0,0 0 1 0 0,0-1 0 0 0,0 1-1 0 0,0-1 1 0 0,0 0-1 0 0,-1 1 1 0 0,1-1-1 0 0,0 1 1 0 0,0-1-1 0 0,0 1 1 0 0,-1-1 0 0 0,1 1-1 0 0,0-1 1 0 0,-1 0-1 0 0,1 1 1 0 0,0-1-1 0 0,-1 1 1 0 0,0-1 0 0 0,-24 48 902 0 0,-2-1 1 0 0,-2-2 0 0 0,-56 68-1 0 0,-25 36 353 0 0,-54 118-550 0 0,112-177-3379 0 0,1-1-3801 0 0,37-64 2741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4:03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541 532 24 0 0,'1'0'207'0'0,"-1"1"-1"0"0,1-1 1 0 0,-1 1 0 0 0,1-1 0 0 0,0 1-1 0 0,-1-1 1 0 0,0 1 0 0 0,1 0-1 0 0,-1-1 1 0 0,1 1 0 0 0,-1-1-1 0 0,0 1 1 0 0,1 0 0 0 0,-1-1 0 0 0,0 1-1 0 0,0 0 1 0 0,1 0 0 0 0,-1-1-1 0 0,0 1 1 0 0,0 0 0 0 0,0-1 0 0 0,0 1-1 0 0,0 0 1 0 0,0 0 0 0 0,0-1-1 0 0,0 1 1 0 0,0 0 0 0 0,0 0-1 0 0,-1-1 1 0 0,1 1 0 0 0,0 0 0 0 0,0-1-1 0 0,-1 1 1 0 0,1 0 0 0 0,-1-1-1 0 0,1 1 1 0 0,-1 0 0 0 0,-2 2 25 0 0,1 0 0 0 0,-1-1 0 0 0,0 1 0 0 0,0-1 0 0 0,0 0-1 0 0,-1 1 1 0 0,1-2 0 0 0,-4 3 0 0 0,-71 24 668 0 0,64-25-756 0 0,-1-1-1 0 0,0 0 1 0 0,0-1 0 0 0,0 0 0 0 0,0-2 0 0 0,0 1 0 0 0,0-2-1 0 0,0 0 1 0 0,0-1 0 0 0,0 0 0 0 0,1-1 0 0 0,-1-1 0 0 0,1 0 0 0 0,1-1-1 0 0,-21-12 1 0 0,20 10-86 0 0,0-1 0 0 0,1 0-1 0 0,0-1 1 0 0,1 0 0 0 0,0-1-1 0 0,1-1 1 0 0,0 0 0 0 0,1 0-1 0 0,0-1 1 0 0,1 0 0 0 0,0-1 0 0 0,1 0-1 0 0,0 0 1 0 0,-7-22 0 0 0,12 25-42 0 0,0-1 0 0 0,1 1 1 0 0,0-1-1 0 0,1 0 1 0 0,0 0-1 0 0,1 0 1 0 0,0 0-1 0 0,1 0 1 0 0,0 0-1 0 0,1 1 0 0 0,0-1 1 0 0,1 0-1 0 0,1 1 1 0 0,-1 0-1 0 0,2 0 1 0 0,0 0-1 0 0,0 0 0 0 0,1 1 1 0 0,0-1-1 0 0,0 1 1 0 0,1 1-1 0 0,9-9 1 0 0,-8 8-24 0 0,1 1 1 0 0,0 0 0 0 0,0 1 0 0 0,1 0 0 0 0,0 1 0 0 0,1 0-1 0 0,-1 0 1 0 0,1 1 0 0 0,1 0 0 0 0,-1 1 0 0 0,1 1-1 0 0,0 0 1 0 0,0 0 0 0 0,0 1 0 0 0,0 0 0 0 0,1 2 0 0 0,-1-1-1 0 0,1 1 1 0 0,-1 1 0 0 0,1 0 0 0 0,12 2 0 0 0,-15 1-8 0 0,-1-1 0 0 0,0 1 0 0 0,0 1 1 0 0,0-1-1 0 0,0 2 0 0 0,-1-1 1 0 0,1 1-1 0 0,-1 0 0 0 0,0 1 0 0 0,-1 0 1 0 0,1 0-1 0 0,-1 1 0 0 0,-1 0 1 0 0,1 0-1 0 0,-1 0 0 0 0,0 1 0 0 0,-1 0 1 0 0,0 0-1 0 0,0 1 0 0 0,0-1 1 0 0,3 12-1 0 0,2 4 0 0 0,-2 0-1 0 0,0 1 1 0 0,-1 0 0 0 0,-2 0 0 0 0,0 1-1 0 0,1 44 1 0 0,-6-18 15 0 0,-2-1-1 0 0,-3 1 1 0 0,-2-1-1 0 0,-1 0 1 0 0,-4-1-1 0 0,-1 0 1 0 0,-2-1-1 0 0,-28 58 1 0 0,28-77 145 0 0,-1 0-1 0 0,-1-2 1 0 0,-2 0 0 0 0,-1-1 0 0 0,-1 0-1 0 0,-1-2 1 0 0,-1-1 0 0 0,-2-1 0 0 0,0-1 0 0 0,-1-1-1 0 0,-1-1 1 0 0,-46 25 0 0 0,72-44-110 0 0,-6 1-343 0 0,7-2 272 0 0,-1 0 0 0 0,1 1 0 0 0,0-1 0 0 0,-1 0-1 0 0,1 0 1 0 0,-1 1 0 0 0,1-1 0 0 0,-1 0 0 0 0,1 0 0 0 0,-1 0 0 0 0,1 0-1 0 0,-1 0 1 0 0,1 1 0 0 0,-1-1 0 0 0,1 0 0 0 0,0 0 0 0 0,-1 0 0 0 0,1 0 0 0 0,-1 0-1 0 0,1-1 1 0 0,-1 1 0 0 0,1 0 0 0 0,-1 0 0 0 0,1 0 0 0 0,-1 0 0 0 0,1 0-1 0 0,-1-1 1 0 0,1 1 0 0 0,-1 0 0 0 0,1 0 0 0 0,0-1 0 0 0,-1 1 0 0 0,1 0 0 0 0,0-1-1 0 0,-1 1 1 0 0,1 0 0 0 0,0-1 0 0 0,-1 1 0 0 0,1-1 0 0 0,0 1 0 0 0,0 0-1 0 0,-1-1 1 0 0,1 1 0 0 0,0-1 0 0 0,0 1 0 0 0,0-1 0 0 0,0 1 0 0 0,-1-1 0 0 0,1 1-1 0 0,0-1 1 0 0,0 1 0 0 0,0-1 0 0 0,0 1 0 0 0,0-1 0 0 0,0 1 0 0 0,0-1-1 0 0,1 1 1 0 0,-1-1 0 0 0,0-3-318 0 0,1 0-1 0 0,0 0 1 0 0,0 0-1 0 0,0 0 1 0 0,0 0-1 0 0,0 1 1 0 0,1-1 0 0 0,0 0-1 0 0,0 1 1 0 0,3-5-1 0 0,8-11-3795 0 0,-4 5 1117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4:03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0 964 0 0,'0'0'1936'0'0,"23"7"2839"0"0,-19 9-4151 0 0,-1 0 0 0 0,0 0 0 0 0,0 26 0 0 0,-3-25-345 0 0,0-1 0 0 0,-1 1 0 0 0,-1-1 0 0 0,0 1 0 0 0,-2-1 0 0 0,-7 24 0 0 0,7-31-94 0 0,-1 0 0 0 0,0-1 0 0 0,0 1 0 0 0,0-1-1 0 0,-13 13 1 0 0,17-20-97 0 0,-7 1 620 0 0,8-2-698 0 0,-1 0-1 0 0,0 1 1 0 0,1-1-1 0 0,-1 0 1 0 0,1 1 0 0 0,-1-1-1 0 0,0 0 1 0 0,1 0 0 0 0,-1 0-1 0 0,0 0 1 0 0,1 1-1 0 0,-1-1 1 0 0,0 0 0 0 0,1 0-1 0 0,-1 0 1 0 0,0 0 0 0 0,1-1-1 0 0,-1 1 1 0 0,0 0-1 0 0,1 0 1 0 0,-1 0 0 0 0,0 0-1 0 0,1-1 1 0 0,-1 1 0 0 0,0 0-1 0 0,1-1 1 0 0,-1 1-1 0 0,1 0 1 0 0,-1-1 0 0 0,1 1-1 0 0,-1-1 1 0 0,1 1-1 0 0,-1-1 1 0 0,1 1 0 0 0,-1-1-1 0 0,1 1 1 0 0,0-1 0 0 0,-1 1-1 0 0,1-1 1 0 0,0 0-1 0 0,-1 1 1 0 0,1-1 0 0 0,0 0-1 0 0,0 1 1 0 0,0-1 0 0 0,-1 0-1 0 0,1 1 1 0 0,0-1-1 0 0,0-1 1 0 0,0-7 12 0 0,0 0 1 0 0,1 0-1 0 0,0 0 0 0 0,1 0 1 0 0,0 0-1 0 0,0 1 0 0 0,0-1 1 0 0,1 0-1 0 0,1 1 0 0 0,0 0 1 0 0,0-1-1 0 0,0 2 0 0 0,1-1 1 0 0,0 0-1 0 0,0 1 0 0 0,9-9 1 0 0,-3 4-37 0 0,0 1 0 0 0,1 1 0 0 0,0-1 1 0 0,0 2-1 0 0,1 0 0 0 0,1 0 0 0 0,-1 1 0 0 0,27-10 0 0 0,-37 17 6 0 0,0 0-1 0 0,0 0 0 0 0,0 0 0 0 0,0 1 1 0 0,0-1-1 0 0,0 1 0 0 0,0 0 1 0 0,0 0-1 0 0,0 0 0 0 0,0 0 0 0 0,0 0 1 0 0,0 1-1 0 0,0 0 0 0 0,0-1 1 0 0,0 1-1 0 0,0 0 0 0 0,-1 0 0 0 0,1 1 1 0 0,0-1-1 0 0,-1 0 0 0 0,1 1 1 0 0,0 0-1 0 0,-1 0 0 0 0,0 0 0 0 0,1 0 1 0 0,-1 0-1 0 0,0 0 0 0 0,0 0 1 0 0,2 4-1 0 0,6 8 1 0 0,-1 1 0 0 0,-1-1 0 0 0,0 1 1 0 0,7 21-1 0 0,3 3-16 0 0,-14-31-2 0 0,0-1 0 0 0,0 0 1 0 0,1 0-1 0 0,0-1 0 0 0,0 1 1 0 0,0-1-1 0 0,1 0 0 0 0,12 10 1 0 0,-15-14 7 0 0,1-1 1 0 0,0 1 0 0 0,0 0 0 0 0,-1-1-1 0 0,1 0 1 0 0,0 0 0 0 0,0 0-1 0 0,0-1 1 0 0,0 1 0 0 0,0-1-1 0 0,0 0 1 0 0,1 0 0 0 0,-1 0 0 0 0,0-1-1 0 0,0 0 1 0 0,0 1 0 0 0,0-1-1 0 0,-1-1 1 0 0,1 1 0 0 0,5-2 0 0 0,3-3 156 0 0,-1 1 0 0 0,1-2 0 0 0,-1 1 0 0 0,0-2 1 0 0,-1 1-1 0 0,1-1 0 0 0,-2-1 0 0 0,1 0 1 0 0,-1 0-1 0 0,-1-1 0 0 0,1 0 0 0 0,-2-1 0 0 0,1 1 1 0 0,10-24-1 0 0,-17 33 499 0 0,0-1-423 0 0,-1 2-206 0 0,0 0 0 0 0,0-1 0 0 0,0 1-1 0 0,0 0 1 0 0,0 0 0 0 0,0 0 0 0 0,0 0 0 0 0,0 0-1 0 0,0-1 1 0 0,0 1 0 0 0,0 0 0 0 0,0 0 0 0 0,1 0-1 0 0,-1 0 1 0 0,0 0 0 0 0,0-1 0 0 0,0 1 0 0 0,0 0-1 0 0,0 0 1 0 0,0 0 0 0 0,0 0 0 0 0,0 0-1 0 0,0 0 1 0 0,1 0 0 0 0,-1 0 0 0 0,0-1 0 0 0,0 1-1 0 0,0 0 1 0 0,0 0 0 0 0,0 0 0 0 0,0 0 0 0 0,1 0-1 0 0,-1 0 1 0 0,0 0 0 0 0,0 0 0 0 0,0 0 0 0 0,0 0-1 0 0,0 0 1 0 0,1 0 0 0 0,-1 0 0 0 0,0 0 0 0 0,0 0-1 0 0,0 0 1 0 0,0 0 0 0 0,0 0 0 0 0,0 0 0 0 0,1 0-1 0 0,-1 0 1 0 0,0 0 0 0 0,0 0 0 0 0,0 0 0 0 0,0 0-1 0 0,0 0 1 0 0,1 1 0 0 0,-1-1 0 0 0,0 0 0 0 0,0 0-1 0 0,0 0 1 0 0,0 0 0 0 0,0 0 0 0 0,0 0 0 0 0,2 6-239 0 0,0 1 1 0 0,-1-1-1 0 0,0 0 1 0 0,0 0 0 0 0,0 1-1 0 0,-1 6 1 0 0,-3 27-6600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4:04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51 1072 0 0,'0'0'1168'0'0,"-3"-41"7250"0"0,4 31-7085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4:04.6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50 768 0 0,'11'-32'4431'0'0,"-4"14"660"0"0,-2 38-3821 0 0,-5-6-1152 0 0,-1-1 0 0 0,-1 1 0 0 0,0-1 0 0 0,-1 1 0 0 0,0-1 0 0 0,-1 0 0 0 0,-6 16 0 0 0,4-12-39 0 0,-24 83 488 0 0,-27 168 0 0 0,52-239-511 0 0,1-10-14 0 0,1 0 1 0 0,0 1-1 0 0,1-1 0 0 0,2 1 1 0 0,0-1-1 0 0,4 33 0 0 0,-3-47 10 0 0,5 20 6 0 0,-6-24-38 0 0,0 0 1 0 0,1 0 0 0 0,-1-1 0 0 0,0 1-1 0 0,1 0 1 0 0,-1 0 0 0 0,0-1 0 0 0,1 1 0 0 0,-1 0-1 0 0,1 0 1 0 0,-1-1 0 0 0,1 1 0 0 0,-1-1-1 0 0,1 1 1 0 0,0 0 0 0 0,-1-1 0 0 0,1 1 0 0 0,0-1-1 0 0,-1 1 1 0 0,1-1 0 0 0,0 0 0 0 0,0 1-1 0 0,-1-1 1 0 0,3 1 0 0 0,1-2 4 0 0,0-1-1 0 0,-1 1 1 0 0,1-1-1 0 0,0 1 1 0 0,0-1-1 0 0,-1 0 1 0 0,1-1 0 0 0,-1 1-1 0 0,0 0 1 0 0,0-1-1 0 0,0 0 1 0 0,0 0-1 0 0,0 0 1 0 0,3-4-1 0 0,35-48 709 0 0,-18 23 299 0 0,-22 31-939 0 0,-8 20-11242 0 0,5-14 7902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4:04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0 105 932 0 0,'6'-71'10423'0'0,"-4"58"-9001"0"0,-2 11-676 0 0,0-1-280 0 0,3-10 307 0 0,5 10-3053 0 0,5 7 928 0 0,0 4-4052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4:05.6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127 349 560 0 0,'0'0'9418'0'0,"-4"5"-9157"0"0,-30 33 924 0 0,-35 54 1 0 0,50-56-843 0 0,19-34-41 0 0,3-3-297 0 0,1 1 0 0 0,0-1 0 0 0,0 0 0 0 0,0 0 0 0 0,0 0 0 0 0,0 0 0 0 0,-1-1 0 0 0,1 0 0 0 0,-1 0 0 0 0,1 0 0 0 0,-1 0 0 0 0,0 0 0 0 0,1-1 1 0 0,-1 1-1 0 0,0-1 0 0 0,3-4 0 0 0,-2 3-14 0 0,0 0 0 0 0,0 1 0 0 0,0-1 0 0 0,0 1 0 0 0,0 0 1 0 0,1 0-1 0 0,0 0 0 0 0,-1 1 0 0 0,1-1 0 0 0,0 1 0 0 0,0 0 1 0 0,0 1-1 0 0,1-1 0 0 0,-1 1 0 0 0,0 0 0 0 0,1 1 1 0 0,-1-1-1 0 0,0 1 0 0 0,1 0 0 0 0,9 1 0 0 0,5 1-7 0 0,0 0-1 0 0,0-2 1 0 0,0 0 0 0 0,1-1-1 0 0,-1-1 1 0 0,31-8-1 0 0,-41 8 26 0 0,-1-1 0 0 0,0-1 0 0 0,0 1 0 0 0,0-2 0 0 0,0 1 0 0 0,-1-1 0 0 0,1 0-1 0 0,-2-1 1 0 0,1 0 0 0 0,0 0 0 0 0,-1-1 0 0 0,0 0 0 0 0,-1 0 0 0 0,1-1 0 0 0,8-14 0 0 0,-5 5 221 0 0,-1-1 0 0 0,-1 0 0 0 0,-1-1 1 0 0,0 1-1 0 0,-1-1 0 0 0,-1 0 1 0 0,-1-1-1 0 0,3-31 0 0 0,-6 34 583 0 0,-1 0 0 0 0,0 0 0 0 0,-1 0 0 0 0,-1 1 0 0 0,-1-1 0 0 0,-5-20 0 0 0,7 35 433 0 0,-1 7-1127 0 0,-4 12-40 0 0,0 0-1 0 0,2 0 1 0 0,0 0 0 0 0,1 0-1 0 0,-2 27 1 0 0,4 93 102 0 0,-5 24-4117 0 0,6-159 3579 0 0,-1 0 1 0 0,1 0 0 0 0,-1 0-1 0 0,0 0 1 0 0,1-1-1 0 0,-1 1 1 0 0,0 0 0 0 0,0 0-1 0 0,0-1 1 0 0,0 1 0 0 0,-1 0-1 0 0,1-1 1 0 0,0 0-1 0 0,-3 3 1 0 0,-7 1-6947 0 0,0-5 3716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4:06.8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40 612 0 0,'1'-1'7614'0'0,"19"-6"-7293"0"0,7-1 82 0 0,1 0 1 0 0,-1 2-1 0 0,30-2 0 0 0,36 6-6507 0 0,-78 4 3820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4:07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4 140 0 0,'-16'-3'9620'0'0,"15"31"-4624"0"0,-16 22-10343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4:08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62 652 0 0,'8'-43'7037'0'0,"-8"42"-6284"0"0,15-16-324 0 0,-6 16-665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4:08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25 336 0 0,'0'0'5891'0'0,"4"-2"-5271"0"0,6-2-234 0 0,1 0 0 0 0,-1 1 0 0 0,1-1 0 0 0,0 2 0 0 0,0 0 0 0 0,0 0 0 0 0,0 1 0 0 0,0 0 0 0 0,0 1 0 0 0,0 0 0 0 0,0 1 0 0 0,0 1 0 0 0,0-1 0 0 0,13 5-1 0 0,-23-5-360 0 0,-1 1 0 0 0,1-1 0 0 0,-1 1 0 0 0,1-1 0 0 0,-1 1 0 0 0,0-1 0 0 0,1 1 0 0 0,-1 0 0 0 0,0-1 0 0 0,0 1 0 0 0,0 0 0 0 0,0-1 0 0 0,0 1-1 0 0,-1 0 1 0 0,1-1 0 0 0,0 1 0 0 0,-1 1 0 0 0,-6 12 39 0 0,-1 0 0 0 0,0 0 0 0 0,-13 18 0 0 0,13-22-41 0 0,0 1 0 0 0,0 1 1 0 0,1-1-1 0 0,1 1 0 0 0,0 1 1 0 0,-7 25-1 0 0,9-14-2 0 0,2 0 0 0 0,1 0 0 0 0,1 1 0 0 0,4 37 0 0 0,-1-39-28 0 0,-2 0 0 0 0,-1 0 0 0 0,0 1 0 0 0,-7 38 0 0 0,6-59 12 0 0,0-1-1 0 0,-1 1 1 0 0,1-1 0 0 0,-1 1-1 0 0,0-1 1 0 0,0 1 0 0 0,0-1 0 0 0,-1 0-1 0 0,1 0 1 0 0,-1 0 0 0 0,1-1-1 0 0,-1 1 1 0 0,0 0 0 0 0,0-1-1 0 0,0 0 1 0 0,-1 0 0 0 0,1 0 0 0 0,0 0-1 0 0,-1 0 1 0 0,1-1 0 0 0,-1 1-1 0 0,0-1 1 0 0,1 0 0 0 0,-1 0 0 0 0,0-1-1 0 0,0 1 1 0 0,0-1 0 0 0,1 1-1 0 0,-1-1 1 0 0,0-1 0 0 0,0 1-1 0 0,0 0 1 0 0,0-1 0 0 0,-3-1 0 0 0,6 2-2 0 0,0-1 0 0 0,1 0 0 0 0,-1 0 0 0 0,0 1 0 0 0,1-1 0 0 0,-1 0 0 0 0,1 0 0 0 0,-1 0 0 0 0,1 1 0 0 0,-1-1 1 0 0,1 0-1 0 0,0 0 0 0 0,-1 0 0 0 0,1 0 0 0 0,0 0 0 0 0,0 0 0 0 0,0 0 0 0 0,0 0 0 0 0,0 0 0 0 0,0 0 0 0 0,0 0 0 0 0,0 0 0 0 0,0 0 1 0 0,0 0-1 0 0,0 0 0 0 0,1 0 0 0 0,0-1 0 0 0,6-23 10 0 0,-7 25-14 0 0,12-22-30 0 0,1 1 0 0 0,1 1 0 0 0,2 0 0 0 0,-1 1 1 0 0,2 0-1 0 0,35-29 0 0 0,-40 36 12 0 0,129-134-119 0 0,-67 68 1985 0 0,-53 51 1981 0 0,-20 26-2742 0 0,1 30-792 0 0,-2-24-485 0 0,0 0 1 0 0,0-1-1 0 0,1 1 0 0 0,-1 0 0 0 0,1 0 0 0 0,0 0 1 0 0,0 0-1 0 0,1-1 0 0 0,-1 1 0 0 0,1 0 0 0 0,0-1 1 0 0,0 0-1 0 0,1 1 0 0 0,-1-1 0 0 0,1 0 0 0 0,0 0 1 0 0,0 0-1 0 0,1-1 0 0 0,4 5 0 0 0,-5-4-568 0 0,1-1 0 0 0,1 0-1 0 0,-1 0 1 0 0,0 0-1 0 0,1 0 1 0 0,-1 0 0 0 0,1-1-1 0 0,0 0 1 0 0,0 0-1 0 0,0-1 1 0 0,0 1 0 0 0,5 0-1 0 0,16 1-3083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4:13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306 357 712 0 0,'18'-26'1676'0'0,"-1"-1"1"0"0,-2 0-1 0 0,0-1 0 0 0,-2 0 0 0 0,12-39 1 0 0,-21 58-1353 0 0,-1 0 0 0 0,-1-1 0 0 0,0 0 1 0 0,0 1-1 0 0,-1-1 0 0 0,0 0 0 0 0,-1 0 1 0 0,0 0-1 0 0,-1 0 0 0 0,0 1 0 0 0,-4-20 1 0 0,5 28-309 0 0,-1 0 1 0 0,1 0 0 0 0,-1 0 0 0 0,1 0 0 0 0,-1 0 0 0 0,1 0-1 0 0,-1 0 1 0 0,0 0 0 0 0,1 1 0 0 0,-1-1 0 0 0,0 0-1 0 0,0 0 1 0 0,0 1 0 0 0,0-1 0 0 0,1 0 0 0 0,-1 1-1 0 0,0-1 1 0 0,0 1 0 0 0,0-1 0 0 0,0 1 0 0 0,0-1 0 0 0,0 1-1 0 0,-1 0 1 0 0,1-1 0 0 0,0 1 0 0 0,0 0 0 0 0,0 0-1 0 0,0 0 1 0 0,0 0 0 0 0,0 0 0 0 0,0 0 0 0 0,0 0-1 0 0,-1 0 1 0 0,1 1 0 0 0,-2 0 0 0 0,0-1 0 0 0,-1 2 0 0 0,1-1-1 0 0,-1 0 1 0 0,1 1 0 0 0,-1 0 0 0 0,1-1 0 0 0,0 1-1 0 0,0 1 1 0 0,-5 3 0 0 0,4-2-25 0 0,1 1 0 0 0,-1 0 0 0 0,1 0 0 0 0,0 1 1 0 0,0-1-1 0 0,0 1 0 0 0,1-1 0 0 0,0 1 0 0 0,0 0 0 0 0,0 0 0 0 0,1 0 0 0 0,-2 8 0 0 0,-4 86-48 0 0,6-51 13 0 0,0-34 11 0 0,-1 0 1 0 0,0 0-1 0 0,-1 0 0 0 0,0-1 1 0 0,-1 1-1 0 0,-1-1 0 0 0,0 0 0 0 0,-11 19 1 0 0,12-27 35 0 0,0 0 1 0 0,-1 0 0 0 0,1 0-1 0 0,-1-1 1 0 0,0 0-1 0 0,-1 0 1 0 0,1 0 0 0 0,-1-1-1 0 0,0 1 1 0 0,0-2-1 0 0,-1 1 1 0 0,1 0 0 0 0,-1-1-1 0 0,1-1 1 0 0,-1 1-1 0 0,0-1 1 0 0,0 0 0 0 0,0 0-1 0 0,-12 0 1 0 0,10-1 82 0 0,0 0-1 0 0,1-1 1 0 0,-1 0 0 0 0,0-1 0 0 0,0 0 0 0 0,-15-3-1 0 0,21 3-146 0 0,0 0 0 0 0,0 0-1 0 0,0 0 1 0 0,0 0 0 0 0,0 0-1 0 0,1 0 1 0 0,-1-1 0 0 0,1 1-1 0 0,-1-1 1 0 0,1 0 0 0 0,-1 0-1 0 0,1 0 1 0 0,0 0 0 0 0,0 0-1 0 0,0 0 1 0 0,0 0 0 0 0,0-1-1 0 0,1 1 1 0 0,-1-1 0 0 0,1 0-1 0 0,-1 1 1 0 0,-1-6 0 0 0,3 6-662 0 0,13-20-2118 0 0,0 9-2037 0 0,-1 3 1605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4:14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51 64 0 0,'-2'-41'5939'0'0,"1"40"-5102"0"0,-2-8 315 0 0,-1 13 2405 0 0,-23 44-3175 0 0,2 1 0 0 0,2 1 0 0 0,3 0 0 0 0,2 2 0 0 0,2 1 0 0 0,-9 54 0 0 0,22-94-330 0 0,2 0 0 0 0,0 0 0 0 0,0 0-1 0 0,1 0 1 0 0,0-1 0 0 0,5 24 0 0 0,-5-32-48 0 0,1-1 1 0 0,0 0-1 0 0,-1 0 1 0 0,1-1-1 0 0,0 1 1 0 0,1 0-1 0 0,-1 0 1 0 0,0 0-1 0 0,1-1 1 0 0,-1 1 0 0 0,1 0-1 0 0,0-1 1 0 0,0 0-1 0 0,0 1 1 0 0,0-1-1 0 0,0 0 1 0 0,1 0-1 0 0,-1 0 1 0 0,1 0-1 0 0,-1-1 1 0 0,1 1-1 0 0,0-1 1 0 0,0 1 0 0 0,-1-1-1 0 0,1 0 1 0 0,0 0-1 0 0,0 0 1 0 0,0-1-1 0 0,0 1 1 0 0,0-1-1 0 0,0 1 1 0 0,0-1-1 0 0,5 0 1 0 0,3-1 0 0 0,0-1 0 0 0,0 1 0 0 0,0-2 1 0 0,-1 1-1 0 0,1-1 0 0 0,0-1 0 0 0,-1 0 0 0 0,0-1 0 0 0,14-8 0 0 0,4-5 103 0 0,48-43 1 0 0,-56 44 28 0 0,-17 18-169 0 0,0 1 1 0 0,0-1-1 0 0,0 1 1 0 0,-1 0-1 0 0,1 0 1 0 0,0 0-1 0 0,-1 0 1 0 0,0 1-1 0 0,1-1 1 0 0,-1 1 0 0 0,0-1-1 0 0,0 1 1 0 0,2 5-1 0 0,28 28-452 0 0,-28-33 445 0 0,-1 0 0 0 0,1-1-1 0 0,0 1 1 0 0,0-1 0 0 0,0 0 0 0 0,0-1-1 0 0,0 1 1 0 0,1-1 0 0 0,-1 1 0 0 0,1-1-1 0 0,-1 0 1 0 0,0-1 0 0 0,1 1 0 0 0,-1-1 0 0 0,1 0-1 0 0,0 0 1 0 0,-1 0 0 0 0,1-1 0 0 0,-1 0-1 0 0,0 0 1 0 0,1 0 0 0 0,7-3 0 0 0,-4 0 282 0 0,0 0-1 0 0,0 0 1 0 0,-1-1 0 0 0,0 0 0 0 0,0 0-1 0 0,0-1 1 0 0,-1 0 0 0 0,1 0 0 0 0,-1 0-1 0 0,9-14 1 0 0,-14 18 110 0 0,2 3 611 0 0,-3 9-378 0 0,-7 26-198 0 0,-11 40-317 0 0,7-36 16 0 0,-8 51-1 0 0,13-52-105 0 0,-18 56-1 0 0,11-54-70 0 0,12-40 138 0 0,-1-6-64 0 0,-1 0 16 0 0,0 0-1 0 0,1-1 1 0 0,-1 0 0 0 0,1 1 0 0 0,1-1 0 0 0,-1 0 0 0 0,1 0 0 0 0,0 0 0 0 0,1 0 0 0 0,-1 0 0 0 0,1 0-1 0 0,1-9 1 0 0,1 2-20 0 0,0 0 0 0 0,1 0 0 0 0,0 1 0 0 0,1-1 0 0 0,8-16 0 0 0,4-5-46 0 0,3 0 1 0 0,1 1 0 0 0,25-31-1 0 0,-34 50 41 0 0,1 0 0 0 0,0 1 0 0 0,1 0 0 0 0,1 1-1 0 0,0 0 1 0 0,1 1 0 0 0,0 1 0 0 0,18-10 0 0 0,-25 16-3 0 0,1-1 1 0 0,0 1 0 0 0,0 1-1 0 0,0 0 1 0 0,0 0 0 0 0,1 1-1 0 0,-1 0 1 0 0,1 0 0 0 0,-1 1-1 0 0,1 0 1 0 0,0 1 0 0 0,-1 0-1 0 0,1 1 1 0 0,0 0 0 0 0,-1 0-1 0 0,17 5 1 0 0,-23-4 18 0 0,1-1-1 0 0,-1 1 1 0 0,0 0 0 0 0,0 0-1 0 0,0 0 1 0 0,0 1 0 0 0,0-1-1 0 0,0 1 1 0 0,0 0 0 0 0,-1-1-1 0 0,0 1 1 0 0,1 0 0 0 0,-1 1-1 0 0,0-1 1 0 0,0 0 0 0 0,-1 0-1 0 0,1 1 1 0 0,-1-1 0 0 0,2 5-1 0 0,-3-5 15 0 0,1-1 0 0 0,0 1-1 0 0,-1-1 1 0 0,0 1-1 0 0,1-1 1 0 0,-1 1-1 0 0,0-1 1 0 0,0 1 0 0 0,-1-1-1 0 0,1 1 1 0 0,0-1-1 0 0,-1 1 1 0 0,0-1-1 0 0,1 1 1 0 0,-1-1 0 0 0,0 1-1 0 0,0-1 1 0 0,-1 0-1 0 0,1 0 1 0 0,0 1-1 0 0,-1-1 1 0 0,1 0 0 0 0,-1 0-1 0 0,0 0 1 0 0,0-1-1 0 0,1 1 1 0 0,-1 0-1 0 0,0-1 1 0 0,-4 3 0 0 0,-11 5-103 0 0,0-1 0 0 0,-1 0 0 0 0,0-1 1 0 0,0-2-1 0 0,0 1 0 0 0,-1-2 0 0 0,-31 3 0 0 0,-12-6-3075 0 0,5-13-3678 0 0,39 5 3200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4:14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64 548 0 0,'0'0'3048'0'0,"11"-6"-1756"0"0,-4 2 1101 0 0,7-6-1301 0 0,-3 2-116 0 0,8 5-100 0 0,-3-3-76 0 0,0-1-148 0 0,7 2-248 0 0,0-1-260 0 0,7 2-272 0 0,-6 3-356 0 0,7-2-380 0 0,-5 4-932 0 0,-7-1-1937 0 0,0 0 861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4:17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224 744 64 0 0,'0'0'2644'0'0,"1"1"-2533"0"0,0-1 0 0 0,0 0 0 0 0,1 1 0 0 0,-1-1 0 0 0,0 0 0 0 0,1 0 0 0 0,-1 1 1 0 0,0-1-1 0 0,1 0 0 0 0,-1 0 0 0 0,0-1 0 0 0,1 1 0 0 0,-1 0 0 0 0,2-1 0 0 0,61-39 956 0 0,-2-3 0 0 0,62-56 0 0 0,-94 73-685 0 0,-1-2 0 0 0,-2-1 0 0 0,-1-2-1 0 0,-1 0 1 0 0,36-62 0 0 0,-49 73-91 0 0,-1 0 0 0 0,-1 0-1 0 0,-1-1 1 0 0,-1 0-1 0 0,-1-1 1 0 0,-1 0 0 0 0,0 0-1 0 0,-2 0 1 0 0,-1-1 0 0 0,0 1-1 0 0,-2-39 1 0 0,-1 59-230 0 0,0 1 1 0 0,0-1-1 0 0,0 1 1 0 0,0-1 0 0 0,0 1-1 0 0,0-1 1 0 0,0 1-1 0 0,0-1 1 0 0,-1 1-1 0 0,1 0 1 0 0,-1-1-1 0 0,1 1 1 0 0,-1-1-1 0 0,0 1 1 0 0,1 0-1 0 0,-1 0 1 0 0,0-1-1 0 0,-1 0 1 0 0,-15 18 204 0 0,12-10-302 0 0,-15 23 85 0 0,1 1 1 0 0,2 0 0 0 0,-20 46-1 0 0,18-35-19 0 0,-191 451 225 0 0,193-451-227 0 0,-62 186 53 0 0,0-4 37 0 0,52-153-75 0 0,-52 116-143 0 0,65-157-149 0 0,-30 51-273 0 0,41-74 224 0 0,0-1 0 0 0,-1 0-1 0 0,0 0 1 0 0,0 0 0 0 0,-1-1 0 0 0,1 1 0 0 0,-1-1 0 0 0,0 0-1 0 0,0 0 1 0 0,0-1 0 0 0,-7 4 0 0 0,-10-5-5164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4:18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1 365 628 0 0,'0'0'3232'0'0,"6"-1"-2674"0"0,99-9 830 0 0,0-6-1 0 0,151-41 1 0 0,-170 36-926 0 0,35-9 398 0 0,-1-5 0 0 0,182-79 0 0 0,-281 105-620 0 0,-12 6 29 0 0,0-1 1 0 0,-1 1-1 0 0,1-1 1 0 0,-1-1-1 0 0,0 0 1 0 0,0 0-1 0 0,-1 0 0 0 0,1-1 1 0 0,10-11-1 0 0,-18 16-13 0 0,1 1-220 0 0,-1-1 0 0 0,0 1 0 0 0,0 0 0 0 0,1-1 0 0 0,-1 1 0 0 0,0 0 0 0 0,0-1 0 0 0,1 1 0 0 0,-1-1 0 0 0,0 1 0 0 0,0 0 0 0 0,0-1 0 0 0,0 1 0 0 0,0-1 0 0 0,1 1 0 0 0,-1-1 0 0 0,0 1 0 0 0,0 0 1 0 0,0-1-1 0 0,0 1 0 0 0,0-1 0 0 0,0 1 0 0 0,-1-1 0 0 0,1 1 0 0 0,0 0 0 0 0,0-1 0 0 0,0 1 0 0 0,0-1 0 0 0,0 1 0 0 0,-1 0 0 0 0,1-1 0 0 0,-6 1-9 0 0,1 0 0 0 0,-1 0 1 0 0,1 1-1 0 0,-1 0 0 0 0,1 0 0 0 0,0 0 0 0 0,-1 1 0 0 0,1 0 0 0 0,0 0 1 0 0,0 0-1 0 0,0 1 0 0 0,0-1 0 0 0,1 1 0 0 0,-1 0 0 0 0,1 1 0 0 0,-1-1 1 0 0,-4 6-1 0 0,-10 8 37 0 0,1 1 1 0 0,-25 32 0 0 0,35-40-95 0 0,1 1 0 0 0,0 1 0 0 0,1-1 0 0 0,1 1 0 0 0,0 0 0 0 0,0 0 0 0 0,1 1 0 0 0,1-1 0 0 0,0 1 0 0 0,-2 16 0 0 0,5-27-52 0 0,4 2-68 0 0,-4-4 148 0 0,1 1 0 0 0,-1-1 0 0 0,0 0 0 0 0,0 0 0 0 0,0 1 1 0 0,0-1-1 0 0,0 0 0 0 0,0 0 0 0 0,1 1 0 0 0,-1-1 0 0 0,0 0 0 0 0,0 0 1 0 0,0 1-1 0 0,1-1 0 0 0,-1 0 0 0 0,0 0 0 0 0,0 0 0 0 0,1 0 1 0 0,-1 1-1 0 0,0-1 0 0 0,0 0 0 0 0,1 0 0 0 0,-1 0 0 0 0,0 0 1 0 0,0 0-1 0 0,1 0 0 0 0,-1 0 0 0 0,0 0 0 0 0,1 0 0 0 0,-1 0 1 0 0,0 0-1 0 0,0 0 0 0 0,1 0 0 0 0,-1 0 0 0 0,0 0 0 0 0,1 0 0 0 0,-1 0 1 0 0,1 0-1 0 0,18-6-41 0 0,0-1 0 0 0,-1 0 0 0 0,0-1 1 0 0,0-1-1 0 0,0-1 0 0 0,26-20 0 0 0,-23 16-61 0 0,-1 0 0 0 0,2 2-1 0 0,0 0 1 0 0,28-9 0 0 0,-48 20 82 0 0,0 0 1 0 0,0 1-1 0 0,0-1 0 0 0,1 1 0 0 0,-1 0 1 0 0,0-1-1 0 0,0 1 0 0 0,0 0 1 0 0,0 0-1 0 0,0 0 0 0 0,0 1 0 0 0,1-1 1 0 0,-1 1-1 0 0,0-1 0 0 0,0 1 1 0 0,0-1-1 0 0,0 1 0 0 0,0 0 0 0 0,0 0 1 0 0,-1 0-1 0 0,1 0 0 0 0,0 0 1 0 0,0 1-1 0 0,2 1 0 0 0,1 4-39 0 0,0-1-1 0 0,0 1 1 0 0,0 0-1 0 0,-1 0 1 0 0,5 9 0 0 0,-7-10 47 0 0,1 0 0 0 0,0-1 0 0 0,1 1 0 0 0,-1-1 0 0 0,1 0 0 0 0,0 0 1 0 0,0 0-1 0 0,6 5 0 0 0,-9-9 93 0 0,33-16 400 0 0,-17 0-317 0 0,0 0-1 0 0,0-1 1 0 0,19-25 0 0 0,-19 21-2081 0 0,38-34-1 0 0,-34 43-3788 0 0,-9 4 2436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4:19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61 1376 0 0,'-21'-35'7411'0'0,"17"12"-3473"0"0,4 23-3934 0 0,0 0 0 0 0,0 0 0 0 0,0-1 0 0 0,1 1 0 0 0,-1 0 0 0 0,0 0 0 0 0,0 0 0 0 0,0 0 0 0 0,0 0 0 0 0,0-1 0 0 0,0 1 0 0 0,0 0 0 0 0,0 0 0 0 0,1 0 0 0 0,-1 0 0 0 0,0 0 0 0 0,0 0 0 0 0,0 0 0 0 0,0 0 0 0 0,1 0 0 0 0,-1-1 0 0 0,0 1 1 0 0,0 0-1 0 0,0 0 0 0 0,0 0 0 0 0,1 0 0 0 0,-1 0 0 0 0,0 0 0 0 0,0 0 0 0 0,0 0 0 0 0,0 0 0 0 0,1 0 0 0 0,-1 0 0 0 0,0 0 0 0 0,0 0 0 0 0,0 0 0 0 0,0 0 0 0 0,1 1 0 0 0,-1-1 0 0 0,0 0 0 0 0,0 0 0 0 0,0 0 0 0 0,0 0 0 0 0,1 0 0 0 0,-1 0 0 0 0,0 0 0 0 0,0 0 0 0 0,0 1 0 0 0,0-1 1 0 0,0 0-1 0 0,0 0 0 0 0,31 32-6439 0 0,-26-26 5032 0 0,4 4-1462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4:18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41 368 0 0,'-1'-4'1968'0'0,"2"2"-1506"0"0,-1 0 0 0 0,-1 0 0 0 0,1 0 0 0 0,0 0 0 0 0,0 0 1 0 0,-1 0-1 0 0,1 0 0 0 0,-1 0 0 0 0,0 0 0 0 0,1 0 0 0 0,-1 1 0 0 0,0-1 0 0 0,0 0 0 0 0,0 1 0 0 0,0-1 0 0 0,0 0 1 0 0,-1 1-1 0 0,-1-3 0 0 0,-2 7-320 0 0,1 0 1 0 0,-1 0-1 0 0,1 0 1 0 0,0 1 0 0 0,0 0-1 0 0,0-1 1 0 0,-5 8-1 0 0,0-1 80 0 0,-8 6 28 0 0,1 1 1 0 0,1 1-1 0 0,1 0 0 0 0,0 1 1 0 0,1 1-1 0 0,-12 24 0 0 0,22-37-204 0 0,-1 1 0 0 0,1-1 0 0 0,0 0 0 0 0,1 1 0 0 0,0 0 0 0 0,0-1 0 0 0,0 1 0 0 0,1 0 0 0 0,0 0 0 0 0,1 0 0 0 0,0 0 0 0 0,0 0 0 0 0,1 0 0 0 0,0 0 0 0 0,0-1 0 0 0,0 1 0 0 0,1 0 0 0 0,1-1 0 0 0,-1 1 0 0 0,1-1 0 0 0,8 14 0 0 0,-9-17-104 0 0,1-1-1 0 0,0 1 1 0 0,0-1 0 0 0,1 1 0 0 0,-1-1-1 0 0,1 0 1 0 0,0-1 0 0 0,-1 1-1 0 0,1 0 1 0 0,1-1 0 0 0,-1 0 0 0 0,0 0-1 0 0,0 0 1 0 0,1-1 0 0 0,-1 0-1 0 0,1 1 1 0 0,-1-1 0 0 0,1-1-1 0 0,-1 1 1 0 0,7-1 0 0 0,-4 0-832 0 0,-1 0 1 0 0,0 0 0 0 0,1-1-1 0 0,-1 0 1 0 0,0 0-1 0 0,1-1 1 0 0,-1 0 0 0 0,10-4-1 0 0,2-5-2495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4:19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88 504 0 0,'1'-5'1478'0'0,"0"-4"-1242"0"0,1-29 8160 0 0,-2 28-7243 0 0,0 7 3 0 0,1-12 3143 0 0,-1 12-4321 0 0,0-2 289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4:20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93 500 0 0,'0'0'11298'0'0,"-1"-5"-10800"0"0,1 3-482 0 0,0-1 0 0 0,0 0 1 0 0,0 0-1 0 0,1 0 0 0 0,-1 0 0 0 0,1 0 1 0 0,-1 1-1 0 0,1-1 0 0 0,0 0 0 0 0,0 0 1 0 0,0 1-1 0 0,1-1 0 0 0,-1 1 0 0 0,1-1 1 0 0,2-3-1 0 0,25-22-4127 0 0,-20 22 914 0 0,-2-1 245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4:20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93 704 0 0,'1'-3'364'0'0,"-1"1"0"0"0,1 0 0 0 0,0 0 0 0 0,0 0 0 0 0,0 0 0 0 0,1 0 0 0 0,-1 0 0 0 0,0 0 0 0 0,1 0 0 0 0,-1 0 0 0 0,1 1 0 0 0,0-1 0 0 0,-1 0 0 0 0,1 1 0 0 0,0 0 0 0 0,0-1 0 0 0,0 1 0 0 0,0 0 0 0 0,0 0 0 0 0,0 0 0 0 0,4-1 0 0 0,56-14 489 0 0,-37 11-40 0 0,22-7-139 0 0,81-8-1 0 0,-75 19-2685 0 0,-32 3-3277 0 0</inkml:trace>
  <inkml:trace contextRef="#ctx0" brushRef="#br0" timeOffset="1">220 160 548 0 0,'0'0'119'0'0,"0"1"0"0"0,0-1 1 0 0,0 0-1 0 0,-1 0 0 0 0,1 0 0 0 0,0 0 0 0 0,0 1 1 0 0,0-1-1 0 0,0 0 0 0 0,0 0 0 0 0,0 0 0 0 0,0 1 0 0 0,0-1 1 0 0,0 0-1 0 0,0 0 0 0 0,0 1 0 0 0,0-1 0 0 0,0 0 1 0 0,0 0-1 0 0,0 0 0 0 0,0 1 0 0 0,0-1 0 0 0,0 0 1 0 0,0 0-1 0 0,0 0 0 0 0,0 1 0 0 0,0-1 0 0 0,0 0 0 0 0,1 0 1 0 0,-1 0-1 0 0,0 0 0 0 0,0 1 0 0 0,0-1 0 0 0,0 0 1 0 0,0 0-1 0 0,1 0 0 0 0,-1 0 0 0 0,0 0 0 0 0,0 1 1 0 0,0-1-1 0 0,0 0 0 0 0,1 0 0 0 0,-1 0 0 0 0,0 0 1 0 0,0 0-1 0 0,0 0 0 0 0,1 0 0 0 0,-1 0 0 0 0,0 0 0 0 0,0 0 1 0 0,0 0-1 0 0,1 0 0 0 0,-1 0 0 0 0,0 0 0 0 0,24 2 2232 0 0,36-7-2378 0 0,-49 4 676 0 0,62-5-1031 0 0,35-3-5284 0 0,-90 6 3402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4:20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1 400 0 0,'0'0'9104'0'0,"-1"6"-8474"0"0,-3 23 549 0 0,-2 1 0 0 0,-19 53 1 0 0,-7 29 406 0 0,28-91-1610 0 0,0 0 0 0 0,-2 0 0 0 0,-1-1 0 0 0,0 0 0 0 0,-1 0-1 0 0,-20 34 1 0 0,27-52-881 0 0,-8 9-179 0 0,-8-5-9540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4:22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1 4 0 0,'-2'1'10650'0'0,"-13"17"-10546"0"0,8-6 186 0 0,-1 2 1 0 0,2-1 0 0 0,-1 1 0 0 0,-6 26 0 0 0,0-4 101 0 0,-6 21 136 0 0,-12 64 0 0 0,-10 30 77 0 0,13-86-1984 0 0,0-30-4238 0 0,24-34 2864 0 0,-8-2 209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4:23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10 167 500 0 0,'0'0'2285'0'0,"-9"-3"1037"0"0,9 3-3238 0 0,70-13 1126 0 0,82-6 1 0 0,-3 2-431 0 0,498-81 785 0 0,-485 86-1240 0 0,-161 12-322 0 0,0 0 0 0 0,0 0-1 0 0,0 0 1 0 0,-1 0 0 0 0,1 0-1 0 0,0 0 1 0 0,-1 1 0 0 0,1-1-1 0 0,0 0 1 0 0,0 0 0 0 0,-1 1-1 0 0,1-1 1 0 0,0 1 0 0 0,-1-1-1 0 0,1 0 1 0 0,-1 1 0 0 0,1-1-1 0 0,0 1 1 0 0,-1-1 0 0 0,1 1-1 0 0,-1 0 1 0 0,0-1 0 0 0,1 1-1 0 0,-1 0 1 0 0,1-1 0 0 0,-1 1-1 0 0,0 0 1 0 0,1-1 0 0 0,-1 1-1 0 0,0 0 1 0 0,0 0 0 0 0,0-1-1 0 0,0 1 1 0 0,1 0 0 0 0,-1 0-1 0 0,0-1 1 0 0,0 1 0 0 0,-1 0-1 0 0,1 0 1 0 0,0-1 0 0 0,0 1-1 0 0,-1 1 1 0 0,-10 39 59 0 0,7-29-56 0 0,2-7-1 0 0,1 1-1 0 0,0-1 0 0 0,0 1 1 0 0,1-1-1 0 0,0 1 1 0 0,0 0-1 0 0,0-1 1 0 0,0 1-1 0 0,1-1 1 0 0,0 1-1 0 0,0-1 1 0 0,4 11-1 0 0,-3-13 39 0 0,0 1 0 0 0,1-1 0 0 0,-1 1 0 0 0,1-1 0 0 0,-1 0 0 0 0,1 0 0 0 0,0 0 0 0 0,0 0 0 0 0,1 0 0 0 0,-1-1 0 0 0,0 1 1 0 0,1-1-1 0 0,0 0 0 0 0,-1 0 0 0 0,1 0 0 0 0,0-1 0 0 0,5 2 0 0 0,-8-2 9 0 0,1-1 1 0 0,-1 1-1 0 0,1-1 1 0 0,-1 0-1 0 0,1 0 1 0 0,0 1-1 0 0,-1-1 1 0 0,1 0-1 0 0,-1 0 1 0 0,1 0-1 0 0,0 0 1 0 0,-1-1-1 0 0,1 1 0 0 0,0 0 1 0 0,-1-1-1 0 0,1 1 1 0 0,-1-1-1 0 0,1 0 1 0 0,-1 1-1 0 0,1-1 1 0 0,-1 0-1 0 0,0 0 1 0 0,1 0-1 0 0,-1 0 1 0 0,0 0-1 0 0,0 0 1 0 0,0 0-1 0 0,0 0 1 0 0,1-1-1 0 0,-2 1 1 0 0,1 0-1 0 0,0-1 1 0 0,0 1-1 0 0,0 0 0 0 0,-1-1 1 0 0,1 1-1 0 0,0-1 1 0 0,-1 0-1 0 0,0 1 1 0 0,1-1-1 0 0,-1 1 1 0 0,0-3-1 0 0,2-3 89 0 0,-1 1-1 0 0,-1-1 1 0 0,1 0-1 0 0,-1 0 0 0 0,0 1 1 0 0,-1-1-1 0 0,1 0 1 0 0,-4-11-1 0 0,1 10-89 0 0,0 1-1 0 0,0 0 0 0 0,0 0 1 0 0,-1 1-1 0 0,0-1 1 0 0,-1 1-1 0 0,0-1 1 0 0,0 1-1 0 0,0 1 0 0 0,0-1 1 0 0,-9-6-1 0 0,11 10-229 0 0,0-1 0 0 0,0 1 0 0 0,0 0 0 0 0,-1 0 0 0 0,1 0 0 0 0,0 1 0 0 0,-1-1 0 0 0,0 1 0 0 0,1 0 0 0 0,-1 0 0 0 0,0 0 0 0 0,0 0-1 0 0,0 0 1 0 0,1 1 0 0 0,-1 0 0 0 0,0 0 0 0 0,0 0 0 0 0,0 0 0 0 0,0 1 0 0 0,0-1 0 0 0,1 1 0 0 0,-1 0 0 0 0,-7 3 0 0 0,9-3-360 0 0,-1 1 1 0 0,1-1 0 0 0,-1 1-1 0 0,1 0 1 0 0,0-1 0 0 0,0 1-1 0 0,0 0 1 0 0,0 1-1 0 0,0-1 1 0 0,0 0 0 0 0,-2 4-1 0 0,4-6 399 0 0,-5 8-2969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4:27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70 188 0 0,'-4'-25'7661'0'0,"7"21"-7519"0"0,0 1 0 0 0,0-1 0 0 0,1 1 1 0 0,-1 0-1 0 0,1 0 0 0 0,0 1 1 0 0,0-1-1 0 0,0 1 0 0 0,0 0 0 0 0,0 0 1 0 0,0 0-1 0 0,1 1 0 0 0,-1-1 0 0 0,1 1 1 0 0,-1 0-1 0 0,1 0 0 0 0,6 0 0 0 0,17-2 224 0 0,46 1 0 0 0,-61 2-246 0 0,-2 1-90 0 0,0 0-1 0 0,0 0 1 0 0,-1 1 0 0 0,1 1-1 0 0,-1 0 1 0 0,1 0 0 0 0,-1 1 0 0 0,0 1-1 0 0,0-1 1 0 0,-1 1 0 0 0,0 1-1 0 0,1 0 1 0 0,-2 0 0 0 0,1 1-1 0 0,-1 0 1 0 0,10 11 0 0 0,-11-10-15 0 0,0 0 0 0 0,-1-1 0 0 0,0 2 0 0 0,0-1 1 0 0,-1 1-1 0 0,0 0 0 0 0,0 0 0 0 0,-1 0 0 0 0,0 1 1 0 0,-1-1-1 0 0,0 1 0 0 0,-1 0 0 0 0,0 0 0 0 0,0 0 1 0 0,-1 0-1 0 0,-1 1 0 0 0,0 14 0 0 0,-2-16 26 0 0,0-1-1 0 0,0 0 0 0 0,-1 1 1 0 0,0-1-1 0 0,-1-1 1 0 0,0 1-1 0 0,0 0 0 0 0,-1-1 1 0 0,-9 11-1 0 0,11-12 29 0 0,3-6-49 0 0,-1 1 0 0 0,1 0 0 0 0,0-1 0 0 0,-1 1 0 0 0,1 0 0 0 0,-1-1 0 0 0,1 1 0 0 0,-1-1 0 0 0,1 1 0 0 0,-1-1 0 0 0,1 1 0 0 0,-1-1 0 0 0,0 1 0 0 0,1-1 0 0 0,-1 1 0 0 0,0-1 0 0 0,1 0 0 0 0,-1 0 0 0 0,0 1-1 0 0,0-1 1 0 0,1 0 0 0 0,-2 1 0 0 0,-5-12 466 0 0,6-21-247 0 0,8 17-260 0 0,1 0 0 0 0,1 1-1 0 0,1 0 1 0 0,0 0 0 0 0,0 1 0 0 0,2 1 0 0 0,-1 0 0 0 0,2 0-1 0 0,-1 1 1 0 0,2 1 0 0 0,18-12 0 0 0,-20 14-8 0 0,1 1 0 0 0,0-1 0 0 0,0 2-1 0 0,0 0 1 0 0,17-4 0 0 0,-27 9 21 0 0,1 0-1 0 0,0 0 0 0 0,-1 0 0 0 0,1 1 1 0 0,0 0-1 0 0,-1-1 0 0 0,1 1 0 0 0,0 1 1 0 0,-1-1-1 0 0,1 1 0 0 0,0-1 1 0 0,-1 1-1 0 0,1 0 0 0 0,-1 0 0 0 0,1 1 1 0 0,-1-1-1 0 0,1 1 0 0 0,-1-1 1 0 0,0 1-1 0 0,0 0 0 0 0,0 0 0 0 0,0 1 1 0 0,0-1-1 0 0,0 1 0 0 0,3 3 1 0 0,1 5 31 0 0,1 0 1 0 0,-2 0 0 0 0,1 1-1 0 0,-2 0 1 0 0,0 0 0 0 0,7 24-1 0 0,6 13 246 0 0,-15-39-179 0 0,-2 0 0 0 0,1 0 0 0 0,-1 0 0 0 0,-1 0 0 0 0,0 0 0 0 0,-2 19 0 0 0,1-25-62 0 0,0 12 109 0 0,-5 15 39 0 0,6-29-132 0 0,-1-2-63 0 0,1 0 0 0 0,0 0 0 0 0,0 0-1 0 0,0 0 1 0 0,0 0 0 0 0,0 0 0 0 0,0 0 0 0 0,0 0 0 0 0,-1 0-1 0 0,1 0 1 0 0,0 0 0 0 0,0 0 0 0 0,0 0 0 0 0,0 0 0 0 0,0 0-1 0 0,0 0 1 0 0,0 0 0 0 0,0 1 0 0 0,-1-1 0 0 0,1 0 0 0 0,0 0 0 0 0,0 0-1 0 0,0 0 1 0 0,0 0 0 0 0,0 0 0 0 0,0 0 0 0 0,0 0 0 0 0,0 0-1 0 0,0 1 1 0 0,0-1 0 0 0,0 0 0 0 0,0 0 0 0 0,0 0 0 0 0,0 0-1 0 0,0 0 1 0 0,0 0 0 0 0,0 1 0 0 0,0-1 0 0 0,0 0 0 0 0,0 0 0 0 0,0 0-1 0 0,0 0 1 0 0,0 0 0 0 0,0 0 0 0 0,0 0 0 0 0,0 1 0 0 0,0-1-1 0 0,0 0 1 0 0,0 0 0 0 0,0 0 0 0 0,0 0 0 0 0,-16 1-2140 0 0,11-1 1276 0 0,3 1 319 0 0,-2-1-212 0 0,-3 0-3070 0 0,-9 0 884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4:41.8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323 116 708 0 0,'-4'-8'10497'0'0,"-6"72"-9808"0"0,-2 0-1 0 0,-26 75 1 0 0,14-63-338 0 0,24-75-406 0 0,0 0 19 0 0,0-1 1 0 0,0 0-1 0 0,0 0 1 0 0,0 1-1 0 0,0-1 1 0 0,0 0-1 0 0,0 0 1 0 0,0 1-1 0 0,0-1 1 0 0,-1 0-1 0 0,1 0 1 0 0,0 1-1 0 0,0-1 1 0 0,0 0-1 0 0,0 0 1 0 0,0 1 0 0 0,0-1-1 0 0,-1 0 1 0 0,1 0-1 0 0,0 0 1 0 0,0 1-1 0 0,0-1 1 0 0,-1 0-1 0 0,1 0 1 0 0,0 0-1 0 0,0 0 1 0 0,-1 0-1 0 0,1 1 1 0 0,0-1-1 0 0,0 0 1 0 0,-1 0-1 0 0,1 0 1 0 0,0 0 0 0 0,0 0-1 0 0,-1 0 1 0 0,1 0-1 0 0,0 0 1 0 0,0 0-1 0 0,-1 0 1 0 0,1 0-1 0 0,0 0 1 0 0,0 0-1 0 0,-1 0 1 0 0,1 0-1 0 0,0 0 1 0 0,0 0-1 0 0,-1 0 1 0 0,1 0-1 0 0,0-1 1 0 0,0 1-1 0 0,-1 0 1 0 0,1 0 0 0 0,0 0-1 0 0,-10-10-311 0 0,2-1 1 0 0,-1 0-1 0 0,2 0 1 0 0,-1 0-1 0 0,1-1 1 0 0,1 0-1 0 0,-8-21 0 0 0,-14-25-321 0 0,-22-16 58 0 0,37 57 745 0 0,0-1-1 0 0,1 0 1 0 0,1-1 0 0 0,-17-40 0 0 0,28 58-110 0 0,0-1-1 0 0,0 0 1 0 0,0 1 0 0 0,0-1-1 0 0,0 1 1 0 0,0-1-1 0 0,1 1 1 0 0,-1-1 0 0 0,0 1-1 0 0,1-1 1 0 0,-1 1-1 0 0,1-1 1 0 0,-1 1 0 0 0,1-1-1 0 0,0 1 1 0 0,0 0-1 0 0,0-1 1 0 0,0 1 0 0 0,0 0-1 0 0,0 0 1 0 0,0-1 0 0 0,0 1-1 0 0,0 0 1 0 0,0 0-1 0 0,1 0 1 0 0,-1 1 0 0 0,0-1-1 0 0,1 0 1 0 0,-1 0-1 0 0,3 0 1 0 0,46-18 229 0 0,-48 18-237 0 0,28-6 72 0 0,1 1 0 0 0,0 1 0 0 0,1 2 0 0 0,46 1 0 0 0,130 17 225 0 0,-151-8-199 0 0,0 3 1 0 0,-1 3-1 0 0,100 36 1 0 0,-122-36-89 0 0,-1 1 1 0 0,-1 2-1 0 0,-1 2 1 0 0,0 1-1 0 0,-1 1 1 0 0,-1 1-1 0 0,38 37 1 0 0,-62-53-37 0 0,0 0 1 0 0,-1 0-1 0 0,0 0 1 0 0,0 0-1 0 0,0 0 1 0 0,0 1-1 0 0,-1 0 1 0 0,0 0-1 0 0,0 0 1 0 0,-1 0-1 0 0,0 0 0 0 0,0 0 1 0 0,0 1-1 0 0,-1-1 1 0 0,0 1-1 0 0,0-1 1 0 0,0 1-1 0 0,-1 0 1 0 0,0-1-1 0 0,-1 10 1 0 0,-1-8 1 0 0,0 0 1 0 0,-1 0 0 0 0,0 0 0 0 0,0-1-1 0 0,-1 0 1 0 0,0 1 0 0 0,0-1-1 0 0,-1-1 1 0 0,1 1 0 0 0,-1-1 0 0 0,-1 0-1 0 0,1 0 1 0 0,-1 0 0 0 0,0-1 0 0 0,-1 1-1 0 0,-8 4 1 0 0,-14 8-4 0 0,0-1 0 0 0,-2-2 0 0 0,1-1-1 0 0,-2-1 1 0 0,0-2 0 0 0,0-1 0 0 0,-43 6 0 0 0,6-4 68 0 0,-1-3-1 0 0,-104-1 1 0 0,79-12 561 0 0,95 4-618 0 0,-1 0 1 0 0,1 0-1 0 0,0 0 1 0 0,-1 0-1 0 0,1 0 1 0 0,0 0-1 0 0,-1 0 1 0 0,1 0-1 0 0,0 0 1 0 0,-1 0 0 0 0,1 0-1 0 0,0 0 1 0 0,-1 0-1 0 0,1 0 1 0 0,0 0-1 0 0,-1 0 1 0 0,1 0-1 0 0,0-1 1 0 0,-1 1-1 0 0,1 0 1 0 0,0 0-1 0 0,-1 0 1 0 0,1-1-1 0 0,0 1 1 0 0,0 0 0 0 0,-1 0-1 0 0,1 0 1 0 0,0-1-1 0 0,0 1 1 0 0,-1 0-1 0 0,1-1 1 0 0,0 1-1 0 0,0 0 1 0 0,0-1-1 0 0,-1 1 1 0 0,1 0-1 0 0,0-1 1 0 0,0 1-1 0 0,0 0 1 0 0,0-1 0 0 0,0 1-1 0 0,0 0 1 0 0,0-1-1 0 0,0 1 1 0 0,0 0-1 0 0,0-1 1 0 0,0 1-1 0 0,0 0 1 0 0,0-1-1 0 0,0 1 1 0 0,0 0-1 0 0,0-1 1 0 0,0 1-1 0 0,1 0 1 0 0,-1-1-1 0 0,0 1 1 0 0,0 0 0 0 0,0-1-1 0 0,1 1 1 0 0,-1 0-1 0 0,0-1 1 0 0,0 1-1 0 0,1 0 1 0 0,-1 0-1 0 0,0 0 1 0 0,0-1-1 0 0,1 1 1 0 0,20-16-106 0 0,-18 14 117 0 0,13-7-79 0 0,0 1 0 0 0,1 0 0 0 0,0 1 0 0 0,1 1 0 0 0,30-7 0 0 0,-5 1-53 0 0,488-115-788 0 0,-109 31 890 0 0,-398 89 69 0 0,-14 4 146 0 0,-1-1 0 0 0,1 2 0 0 0,1 0 0 0 0,-1 0 0 0 0,0 1 0 0 0,13-1 0 0 0,-41 24-107 0 0,17-19-80 0 0,-1-1-1 0 0,1 1 1 0 0,-1 0-1 0 0,1 0 1 0 0,0-1-1 0 0,0 1 1 0 0,0 0-1 0 0,0 0 1 0 0,0 0-1 0 0,1 0 1 0 0,0 0-1 0 0,-1 0 1 0 0,1 1-1 0 0,0-1 1 0 0,0 0-1 0 0,1 0 1 0 0,-1 0-1 0 0,1 0 1 0 0,1 4-1 0 0,0-2-13 0 0,0 0 1 0 0,0 0-1 0 0,1 0 0 0 0,-1-1 0 0 0,1 1 0 0 0,0-1 0 0 0,1 1 0 0 0,-1-1 0 0 0,1-1 0 0 0,7 8 0 0 0,-7-8 93 0 0,0 1-1 0 0,0-1 0 0 0,1 1 0 0 0,-1-1 1 0 0,1-1-1 0 0,0 1 0 0 0,0-1 1 0 0,0 1-1 0 0,0-1 0 0 0,0-1 0 0 0,1 1 1 0 0,-1-1-1 0 0,1 0 0 0 0,-1 0 0 0 0,0-1 1 0 0,1 1-1 0 0,-1-1 0 0 0,1 0 1 0 0,-1-1-1 0 0,1 1 0 0 0,-1-1 0 0 0,6-2 1 0 0,-7 1 25 0 0,0 0 0 0 0,-1-1 0 0 0,0 1 0 0 0,1-1 1 0 0,-1 0-1 0 0,0 0 0 0 0,0 0 0 0 0,-1 0 1 0 0,1 0-1 0 0,-1-1 0 0 0,1 1 0 0 0,-1-1 0 0 0,0 1 1 0 0,0-1-1 0 0,-1 0 0 0 0,1 0 0 0 0,-1 0 1 0 0,0 0-1 0 0,0 0 0 0 0,0 0 0 0 0,-1 0 0 0 0,1-1 1 0 0,-1 1-1 0 0,0 0 0 0 0,0 0 0 0 0,0 0 0 0 0,-1-1 1 0 0,1 1-1 0 0,-1 0 0 0 0,0 0 0 0 0,-1 0 1 0 0,-1-5-1 0 0,1 5-156 0 0,1-1 0 0 0,-1 1 0 0 0,-1 0 0 0 0,1 0 0 0 0,-1 0 0 0 0,1 0 0 0 0,-1 0 0 0 0,0 0 0 0 0,-1 1 0 0 0,1-1 0 0 0,-1 1 0 0 0,-6-5 0 0 0,6 6-178 0 0,1 0-1 0 0,0 0 1 0 0,-1 1 0 0 0,1-1 0 0 0,-1 1-1 0 0,0 0 1 0 0,1 0 0 0 0,-1 0-1 0 0,0 1 1 0 0,0-1 0 0 0,1 1-1 0 0,-1 0 1 0 0,0 0 0 0 0,0 0-1 0 0,0 0 1 0 0,1 1 0 0 0,-7 1 0 0 0,-38 12-6147 0 0,23-5 2729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4:44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290 318 200 0 0,'0'0'1424'0'0,"-12"8"6515"0"0,36-12-7621 0 0,0 0 0 0 0,0-2 0 0 0,0-1 0 0 0,-1 0 0 0 0,0-2 1 0 0,0-1-1 0 0,-1 0 0 0 0,32-22 0 0 0,-43 25-148 0 0,-1-1-1 0 0,0 0 1 0 0,0-1 0 0 0,-1 0 0 0 0,0-1-1 0 0,-1 1 1 0 0,0-2 0 0 0,7-12 0 0 0,-10 16-67 0 0,-2-1 0 0 0,1 0 1 0 0,-1 0-1 0 0,0 0 1 0 0,-1 0-1 0 0,1 0 0 0 0,-2-1 1 0 0,1 1-1 0 0,-1-1 1 0 0,-1 1-1 0 0,0-1 1 0 0,0 0-1 0 0,-1-10 0 0 0,1 18-100 0 0,0 0 0 0 0,0 0 1 0 0,0 1-1 0 0,0-1 0 0 0,-1 0 0 0 0,1 0 0 0 0,0 1 0 0 0,0-1 0 0 0,0 0 0 0 0,-1 0 0 0 0,1 1 0 0 0,0-1 0 0 0,-1 0 0 0 0,1 1 0 0 0,0-1 0 0 0,-1 1 0 0 0,1-1 0 0 0,-1 0 0 0 0,1 1 0 0 0,-1-1 0 0 0,1 1 0 0 0,-1-1 0 0 0,0 0 0 0 0,-12 8 7 0 0,-12 29-34 0 0,23-32 29 0 0,-24 48-14 0 0,1 1-1 0 0,4 1 0 0 0,-29 108 0 0 0,12-37 11 0 0,-41 136-3 0 0,-35 102 15 0 0,110-350-93 0 0,-13 34-13 0 0,-24 46 0 0 0,35-80-271 0 0,-1-1 0 0 0,-1 1-1 0 0,0-1 1 0 0,0-1 0 0 0,-1 0 0 0 0,-1 0 0 0 0,0-1 0 0 0,-16 14-1 0 0,23-23-19 0 0,0 1 0 0 0,0-1 0 0 0,-1 0-1 0 0,1 0 1 0 0,0-1 0 0 0,0 1 0 0 0,0-1-1 0 0,-1 1 1 0 0,1-1 0 0 0,0 0 0 0 0,0 0-1 0 0,-1-1 1 0 0,1 1 0 0 0,0-1 0 0 0,0 1-1 0 0,0-1 1 0 0,-4-2 0 0 0,-12-4-2418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4:44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1 320 292 0 0,'0'0'3578'0'0,"4"-1"-3002"0"0,99-28 1161 0 0,118-16-1 0 0,-32 8-764 0 0,-158 31-824 0 0,134-30 1233 0 0,245-88 0 0 0,-328 83 1101 0 0,-80 41-2249 0 0,-27 4 1011 0 0,17 0-1269 0 0,1 1 0 0 0,0-1 1 0 0,0 1-1 0 0,0 1 0 0 0,1 0 0 0 0,0-1 0 0 0,0 2 0 0 0,0-1 0 0 0,1 1 1 0 0,0 0-1 0 0,0 0 0 0 0,1 0 0 0 0,0 1 0 0 0,0-1 0 0 0,0 1 0 0 0,1 0 1 0 0,-4 15-1 0 0,7-21 24 0 0,0-1 1 0 0,-1 0 0 0 0,1 1-1 0 0,0-1 1 0 0,-1 0-1 0 0,1 1 1 0 0,0-1 0 0 0,0 0-1 0 0,0 1 1 0 0,0-1 0 0 0,1 1-1 0 0,-1-1 1 0 0,0 0-1 0 0,0 1 1 0 0,1-1 0 0 0,-1 0-1 0 0,1 0 1 0 0,-1 1-1 0 0,1-1 1 0 0,0 0 0 0 0,-1 0-1 0 0,1 0 1 0 0,0 0 0 0 0,0 0-1 0 0,0 0 1 0 0,0 0-1 0 0,0 0 1 0 0,0 0 0 0 0,0 0-1 0 0,0 0 1 0 0,0 0 0 0 0,0-1-1 0 0,1 1 1 0 0,-1 0-1 0 0,0-1 1 0 0,0 1 0 0 0,1-1-1 0 0,-1 0 1 0 0,0 1-1 0 0,1-1 1 0 0,-1 0 0 0 0,0 0-1 0 0,1 0 1 0 0,-1 0 0 0 0,1 0-1 0 0,-1 0 1 0 0,0 0-1 0 0,1 0 1 0 0,-1-1 0 0 0,0 1-1 0 0,3-1 1 0 0,10-2 4 0 0,1-1 1 0 0,-1 0 0 0 0,24-12-1 0 0,-28 12-13 0 0,-10 4 10 0 0,15-7-20 0 0,1 1 1 0 0,0 1 0 0 0,22-5 0 0 0,-33 10-14 0 0,1-1 1 0 0,-1 1-1 0 0,1 0 1 0 0,0 0-1 0 0,-1 0 1 0 0,1 1 0 0 0,-1 0-1 0 0,1 0 1 0 0,-1 1-1 0 0,1-1 1 0 0,-1 1-1 0 0,0 0 1 0 0,7 4-1 0 0,3 3-22 0 0,2-1-1 0 0,-1-1 0 0 0,1 0 0 0 0,0-1 0 0 0,25 5 0 0 0,-35-10 2 0 0,0 0 0 0 0,-1-1 0 0 0,1 1 0 0 0,0-2 0 0 0,0 1 0 0 0,0-1 0 0 0,0 0 0 0 0,-1 0 0 0 0,1-1 0 0 0,0 0 0 0 0,-1 0 0 0 0,1-1 0 0 0,-1 1 0 0 0,0-1 0 0 0,0-1 0 0 0,0 1 0 0 0,8-8 0 0 0,-9 8-707 0 0,6-6-572 0 0,-1 3-4316 0 0,3 0 2402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4:47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283 349 544 0 0,'0'0'1860'0'0,"1"-4"-945"0"0,-1 1 0 0 0,0 0-1 0 0,0 0 1 0 0,0 0 0 0 0,-1 0 0 0 0,1-1-1 0 0,-1 1 1 0 0,0 0 0 0 0,-2-6 0 0 0,-11 13-780 0 0,0 0 0 0 0,0 0 0 0 0,0 1 0 0 0,1 1 0 0 0,0 1 0 0 0,0-1 1 0 0,-19 14-1 0 0,-3 6 59 0 0,-42 39 1 0 0,74-62-181 0 0,-1 1 1 0 0,1-1-1 0 0,-1 1 0 0 0,1 0 1 0 0,0 0-1 0 0,0 1 0 0 0,1-1 1 0 0,-1 0-1 0 0,1 1 0 0 0,0 0 1 0 0,0-1-1 0 0,1 1 0 0 0,-2 7 1 0 0,2-9 4 0 0,2-2-9 0 0,0 0 0 0 0,-1 0 1 0 0,1 0-1 0 0,0 0 0 0 0,0-1 0 0 0,0 1 1 0 0,0 0-1 0 0,0 0 0 0 0,0-1 0 0 0,0 1 1 0 0,0-1-1 0 0,0 1 0 0 0,0-1 1 0 0,0 1-1 0 0,0-1 0 0 0,1 1 0 0 0,1-1 1 0 0,19-8-17 0 0,1-1 0 0 0,-1-1 1 0 0,-1-1-1 0 0,0-1 1 0 0,0-1-1 0 0,-1-1 0 0 0,-1-1 1 0 0,0 0-1 0 0,16-19 1 0 0,-33 33-63 0 0,3 2 17 0 0,0 1 1 0 0,0 0 0 0 0,0 0 0 0 0,0 0-1 0 0,0 1 1 0 0,-1 0 0 0 0,1 0 0 0 0,-1 0-1 0 0,6 5 1 0 0,-3-3 32 0 0,-1 0-1 0 0,1-1 1 0 0,0 0 0 0 0,13 6-1 0 0,-6-6 25 0 0,-1-2-1 0 0,1 1 0 0 0,-1-2 0 0 0,1 0 0 0 0,0-1 0 0 0,-1 0 0 0 0,1-1 0 0 0,0 0 0 0 0,0-1 0 0 0,-1-1 0 0 0,0 0 0 0 0,1-1 0 0 0,-1 0 0 0 0,0-1 0 0 0,-1 0 0 0 0,1-1 0 0 0,-1-1 0 0 0,19-13 0 0 0,-10 4 35 0 0,-1 0 0 0 0,-1-1-1 0 0,0-1 1 0 0,-2-1 0 0 0,0 0 0 0 0,-1-2 0 0 0,0 0 0 0 0,-2 0 0 0 0,13-28 0 0 0,-16 28 96 0 0,-1-1 1 0 0,-1 0 0 0 0,-1-1 0 0 0,-1 0-1 0 0,-1 0 1 0 0,3-28 0 0 0,-9 51-129 0 0,0 0 1 0 0,-1 0 0 0 0,1 0-1 0 0,0 0 1 0 0,0 0-1 0 0,0 1 1 0 0,0-1-1 0 0,0 0 1 0 0,-1 0-1 0 0,1 0 1 0 0,0 0-1 0 0,0 0 1 0 0,0 0-1 0 0,0 0 1 0 0,0 0-1 0 0,-1 0 1 0 0,1 0-1 0 0,0 0 1 0 0,0-1-1 0 0,0 1 1 0 0,0 0-1 0 0,0 0 1 0 0,-1 0-1 0 0,1 0 1 0 0,0 0-1 0 0,0 0 1 0 0,0 0-1 0 0,0 0 1 0 0,0 0-1 0 0,0 0 1 0 0,-1-1-1 0 0,1 1 1 0 0,0 0-1 0 0,0 0 1 0 0,0 0-1 0 0,-15 32 45 0 0,-14 51-129 0 0,24-56 20 0 0,1-1 1 0 0,1 1-1 0 0,1 0 1 0 0,1 0-1 0 0,6 50 1 0 0,-4-66-20 0 0,0 1-1 0 0,1 0 1 0 0,1-1 0 0 0,0 0 0 0 0,0 0 0 0 0,1 0 0 0 0,1 0 0 0 0,0 0 0 0 0,0-1 0 0 0,1 0 0 0 0,0 0 0 0 0,1 0 0 0 0,0-1 0 0 0,1 0 0 0 0,16 16 0 0 0,-21-23 56 0 0,0 0 0 0 0,-1 0 0 0 0,1-1 1 0 0,0 1-1 0 0,0-1 0 0 0,0 1 1 0 0,1-1-1 0 0,-1 0 0 0 0,0 0 0 0 0,0 0 1 0 0,1-1-1 0 0,-1 1 0 0 0,0-1 1 0 0,1 0-1 0 0,-1 0 0 0 0,0 0 0 0 0,1 0 1 0 0,-1 0-1 0 0,5-2 0 0 0,-2 0 3 0 0,0 0 0 0 0,0 0 1 0 0,-1-1-1 0 0,1 0 0 0 0,-1 0 0 0 0,0 0 0 0 0,0-1 0 0 0,0 0 0 0 0,8-8 0 0 0,3-5-1 0 0,-2 0-1 0 0,0-1 1 0 0,-2-1 0 0 0,19-34-1 0 0,-10 10 49 0 0,25-78-1 0 0,-18 42 674 0 0,-19 56 4 0 0,-12 32-423 0 0,-12 46-196 0 0,12-34-130 0 0,1 0 0 0 0,1 0 0 0 0,1 0 0 0 0,1 0 0 0 0,1 0 0 0 0,0 0 0 0 0,10 32 0 0 0,-3-22-1028 0 0,1 0 0 0 0,2-1 1 0 0,1 0-1 0 0,20 34 0 0 0,-18-42-2137 0 0,5-2 245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4:49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0 535 472 0 0,'0'0'3424'0'0,"1"1"-3299"0"0,-1-1 1 0 0,1 1 0 0 0,-1-1-1 0 0,1 1 1 0 0,-1-1 0 0 0,1 0 0 0 0,-1 1-1 0 0,1-1 1 0 0,-1 0 0 0 0,1 1-1 0 0,-1-1 1 0 0,1 0 0 0 0,0 0-1 0 0,-1 0 1 0 0,1 1 0 0 0,0-1-1 0 0,-1 0 1 0 0,1 0 0 0 0,-1 0 0 0 0,1 0-1 0 0,0 0 1 0 0,0 0 0 0 0,28-13 749 0 0,-1 0 0 0 0,-1-2 0 0 0,0-1 0 0 0,-1-1 0 0 0,-1-1 0 0 0,32-30 0 0 0,-45 37-724 0 0,-1 0-1 0 0,-1 0 0 0 0,0-1 1 0 0,-1-1-1 0 0,0 0 1 0 0,-1 0-1 0 0,0-1 0 0 0,-1 0 1 0 0,-1 0-1 0 0,0 0 1 0 0,-1-1-1 0 0,0 0 1 0 0,-2 0-1 0 0,1 0 0 0 0,0-17 1 0 0,-3 25-102 0 0,-1 3-29 0 0,0 0 0 0 0,1 0 0 0 0,-1 0 0 0 0,-1 0 1 0 0,1 0-1 0 0,0 0 0 0 0,-1 1 0 0 0,-1-7 0 0 0,1 8-19 0 0,0-1-1 0 0,0 1 1 0 0,0-1-1 0 0,0 1 0 0 0,-1 0 1 0 0,1-1-1 0 0,-1 1 0 0 0,1 0 1 0 0,-1 0-1 0 0,0 0 1 0 0,0 0-1 0 0,0 0 0 0 0,0 1 1 0 0,0-1-1 0 0,0 0 0 0 0,0 1 1 0 0,-1 0-1 0 0,1-1 1 0 0,0 1-1 0 0,-1 0 0 0 0,1 0 1 0 0,-1 0-1 0 0,1 1 0 0 0,-6-2 1 0 0,3 2-6 0 0,0-1 1 0 0,-1 1-1 0 0,1 0 1 0 0,-1 1-1 0 0,1-1 1 0 0,-10 3-1 0 0,14-3 6 0 0,-8 2-30 0 0,0 1 0 0 0,-1 0 0 0 0,1 0 0 0 0,0 1 0 0 0,-12 7 0 0 0,17-9-17 0 0,1 0 0 0 0,0 0 0 0 0,0 1-1 0 0,0-1 1 0 0,0 1 0 0 0,1 0 0 0 0,-1 0 0 0 0,1 0 0 0 0,-1 0 0 0 0,1 0 0 0 0,0 1 0 0 0,0-1 0 0 0,1 1 0 0 0,-3 6 0 0 0,4-9 33 0 0,0 1 1 0 0,0-1 0 0 0,0 1 0 0 0,0-1-1 0 0,0 1 1 0 0,1-1 0 0 0,-1 1-1 0 0,0-1 1 0 0,1 0 0 0 0,0 1-1 0 0,-1-1 1 0 0,1 0 0 0 0,0 0 0 0 0,-1 1-1 0 0,1-1 1 0 0,0 0 0 0 0,0 0-1 0 0,0 0 1 0 0,0 0 0 0 0,0 0 0 0 0,0 0-1 0 0,2 1 1 0 0,24 17-182 0 0,46 15-279 0 0,-54-27 211 0 0,-1 1 0 0 0,0 0 0 0 0,24 17 0 0 0,-37-22 197 0 0,0 1 0 0 0,0 0 0 0 0,-1 0 0 0 0,0 0 0 0 0,0 1 0 0 0,0-1 0 0 0,0 1 0 0 0,-1 0-1 0 0,0 0 1 0 0,0 0 0 0 0,0 1 0 0 0,-1-1 0 0 0,1 1 0 0 0,-1-1 0 0 0,2 11 0 0 0,-4 24-185 0 0,-1-36 234 0 0,1-1 0 0 0,-1 1 0 0 0,1-1 0 0 0,0 0 0 0 0,0 1 0 0 0,0 0 0 0 0,0-1 0 0 0,1 0 0 0 0,-1 1 0 0 0,1-1-1 0 0,0 1 1 0 0,0-1 0 0 0,0 0 0 0 0,1 1 0 0 0,-1-1 0 0 0,3 4 0 0 0,-1-4 18 0 0,0-1 0 0 0,0 1 0 0 0,0-1 0 0 0,0 0 0 0 0,0 0-1 0 0,0 0 1 0 0,1 0 0 0 0,-1-1 0 0 0,1 1 0 0 0,-1-1 0 0 0,1 0 0 0 0,-1 0 0 0 0,1 0 0 0 0,0 0 0 0 0,0-1 0 0 0,-1 0-1 0 0,1 1 1 0 0,0-1 0 0 0,0-1 0 0 0,0 1 0 0 0,-1 0 0 0 0,1-1 0 0 0,6-2 0 0 0,1 2 1 0 0,4-2-3 0 0,1 0 1 0 0,0-1-1 0 0,-1 0 1 0 0,0-2-1 0 0,0 1 1 0 0,-1-2-1 0 0,0 0 1 0 0,19-13-1 0 0,-13 7 227 0 0,0-1-1 0 0,-2-1 1 0 0,0-1-1 0 0,31-35 1 0 0,-19 11 2031 0 0,-29 39-1691 0 0,-2 6-556 0 0,0-1-8 0 0,-2 9-18 0 0,1-1 0 0 0,0 1-1 0 0,1 0 1 0 0,1 0 0 0 0,0 0 0 0 0,0-1-1 0 0,3 16 1 0 0,-3-27 6 0 0,1 0 1 0 0,-1 0-1 0 0,0 1 0 0 0,1-1 0 0 0,-1 0 0 0 0,1 0 1 0 0,0 0-1 0 0,-1 0 0 0 0,1 0 0 0 0,0 0 1 0 0,0 0-1 0 0,0 0 0 0 0,-1 0 0 0 0,1 0 1 0 0,0 0-1 0 0,0 0 0 0 0,0 0 0 0 0,0-1 0 0 0,0 1 1 0 0,1-1-1 0 0,-1 1 0 0 0,0 0 0 0 0,0-1 1 0 0,0 0-1 0 0,1 1 0 0 0,-1-1 0 0 0,0 0 1 0 0,0 0-1 0 0,1 1 0 0 0,-1-1 0 0 0,0 0 0 0 0,0 0 1 0 0,1 0-1 0 0,-1-1 0 0 0,0 1 0 0 0,0 0 1 0 0,1 0-1 0 0,-1-1 0 0 0,0 1 0 0 0,0-1 1 0 0,0 1-1 0 0,2-2 0 0 0,6 0-21 0 0,7-4-164 0 0,1 0 1 0 0,-2-2 0 0 0,1 0 0 0 0,-1 0-1 0 0,0-2 1 0 0,17-13 0 0 0,-30 22 174 0 0,-1 1 0 0 0,0-1 0 0 0,0 1 0 0 0,1 0 0 0 0,-1 0 0 0 0,1-1 1 0 0,-1 1-1 0 0,0 0 0 0 0,1 0 0 0 0,-1 0 0 0 0,0 1 0 0 0,1-1 0 0 0,-1 0 0 0 0,0 0 0 0 0,1 1 0 0 0,-1-1 1 0 0,0 1-1 0 0,0-1 0 0 0,1 1 0 0 0,-1-1 0 0 0,0 1 0 0 0,1 1 0 0 0,37 23-143 0 0,-13-8 57 0 0,-16-13 96 0 0,1 0-1 0 0,0-1 1 0 0,0 0-1 0 0,1-1 0 0 0,-1 0 1 0 0,1 0-1 0 0,-1-2 0 0 0,1 1 1 0 0,-1-1-1 0 0,1-1 0 0 0,-1 0 1 0 0,1-1-1 0 0,-1 0 0 0 0,0-1 1 0 0,1 0-1 0 0,-1-1 0 0 0,18-8 1 0 0,-16 5 40 0 0,0-1 1 0 0,0-1 0 0 0,-1 0-1 0 0,0 0 1 0 0,0-1-1 0 0,-1-1 1 0 0,-1 0 0 0 0,1 0-1 0 0,-2-1 1 0 0,0-1 0 0 0,0 1-1 0 0,12-27 1 0 0,-9 12 46 0 0,-1 1 1 0 0,-2-1 0 0 0,-1-1-1 0 0,-1 0 1 0 0,4-30-1 0 0,-11 54-41 0 0,3-33 371 0 0,-8 33-306 0 0,-9 15-131 0 0,9-4 27 0 0,0 0 1 0 0,0 0 0 0 0,0 0-1 0 0,1 0 1 0 0,0 1 0 0 0,1 0 0 0 0,0 0-1 0 0,0 0 1 0 0,-3 14 0 0 0,2-1-11 0 0,0 0-1 0 0,0 32 1 0 0,3-35-26 0 0,2 0-1 0 0,-1-1 1 0 0,2 1-1 0 0,1 0 1 0 0,6 25-1 0 0,-6-34 8 0 0,0 1-1 0 0,1-1 1 0 0,0 0-1 0 0,0 0 1 0 0,1-1 0 0 0,0 1-1 0 0,1-1 1 0 0,0 0-1 0 0,0-1 1 0 0,1 1-1 0 0,10 8 1 0 0,-13-13 27 0 0,0 0 1 0 0,1-1 0 0 0,-1 0-1 0 0,1 1 1 0 0,0-1 0 0 0,0-1-1 0 0,0 1 1 0 0,0-1 0 0 0,0 0 0 0 0,0 0-1 0 0,0 0 1 0 0,0-1 0 0 0,0 0-1 0 0,1 0 1 0 0,-1 0 0 0 0,0-1-1 0 0,9-1 1 0 0,-3 0 5 0 0,-1-1-1 0 0,1 0 1 0 0,-1 0 0 0 0,0-1-1 0 0,0 0 1 0 0,-1-1 0 0 0,15-9 0 0 0,-18 10 50 0 0,0-1 0 0 0,0 1 1 0 0,-1-1-1 0 0,0-1 0 0 0,0 1 1 0 0,0-1-1 0 0,0 0 1 0 0,-1 0-1 0 0,0 0 0 0 0,0 0 1 0 0,-1-1-1 0 0,1 0 1 0 0,2-11-1 0 0,-5 17 60 0 0,1-5-31 0 0,-2 6-81 0 0,0 0 0 0 0,-1 0 1 0 0,1 0-1 0 0,0 0 1 0 0,0 0-1 0 0,0 0 1 0 0,0 0-1 0 0,0 0 0 0 0,0 0 1 0 0,0 0-1 0 0,0 0 1 0 0,0 0-1 0 0,0 0 0 0 0,0 0 1 0 0,0 0-1 0 0,-1 0 1 0 0,1 0-1 0 0,0 0 1 0 0,0 0-1 0 0,0 0 0 0 0,0 0 1 0 0,0 0-1 0 0,0 0 1 0 0,0 0-1 0 0,0 0 0 0 0,0 0 1 0 0,0 0-1 0 0,0 0 1 0 0,0 0-1 0 0,-1 0 1 0 0,1 0-1 0 0,0 0 0 0 0,0 0 1 0 0,0 0-1 0 0,0 0 1 0 0,0 0-1 0 0,0 0 1 0 0,0 0-1 0 0,0 0 0 0 0,0 0 1 0 0,0 0-1 0 0,0-1 1 0 0,0 1-1 0 0,0 0 0 0 0,0 0 1 0 0,0 0-1 0 0,0 0 1 0 0,0 0-1 0 0,0 0 1 0 0,0 0-1 0 0,-6 6-6 0 0,0 1-1 0 0,0 0 1 0 0,1 0 0 0 0,0 0-1 0 0,1 1 1 0 0,-1 0 0 0 0,1 0-1 0 0,1 0 1 0 0,0 0 0 0 0,0 0-1 0 0,-3 15 1 0 0,4 0-9 0 0,2-22 17 0 0,0 0 0 0 0,0 0 0 0 0,0 0 0 0 0,0 1 0 0 0,0-1 0 0 0,0 0 0 0 0,0 0 0 0 0,0 0 0 0 0,0 0-1 0 0,1 1 1 0 0,-1-1 0 0 0,1 0 0 0 0,-1 0 0 0 0,0 0 0 0 0,1 0 0 0 0,0 0 0 0 0,-1 0 0 0 0,1 0 0 0 0,0 0 0 0 0,-1 0 0 0 0,1 0 0 0 0,0-1 0 0 0,0 1 0 0 0,0 0 0 0 0,0 0 0 0 0,2 1 0 0 0,9-1-19 0 0,0-1 1 0 0,1 0-1 0 0,-1 0 0 0 0,0-1 1 0 0,0 0-1 0 0,1-1 1 0 0,-1-1-1 0 0,21-7 0 0 0,19-3-104 0 0,-15 7 35 0 0,-7-1 4 0 0,0 2 0 0 0,0 0 0 0 0,0 3 0 0 0,0 0 0 0 0,51 5 0 0 0,-79-3 76 0 0,0 0 0 0 0,0 0 0 0 0,0 1 0 0 0,0-1 0 0 0,0 1 0 0 0,0-1 0 0 0,0 1 0 0 0,0 0 0 0 0,0 0 0 0 0,-1-1 0 0 0,1 1 0 0 0,0 1 0 0 0,-1-1 0 0 0,1 0 0 0 0,0 0 0 0 0,-1 1 0 0 0,1-1 0 0 0,-1 0 0 0 0,0 1 0 0 0,0 0 0 0 0,1-1 0 0 0,-1 1 0 0 0,0 0 0 0 0,0-1 0 0 0,0 1 0 0 0,0 2 0 0 0,-1-2 8 0 0,-1 0-1 0 0,0 0 1 0 0,1 0-1 0 0,-1 0 1 0 0,0 0 0 0 0,0 0-1 0 0,0-1 1 0 0,0 1-1 0 0,-1 0 1 0 0,1-1-1 0 0,0 1 1 0 0,-1-1 0 0 0,1 1-1 0 0,-1-1 1 0 0,1 0-1 0 0,-1 1 1 0 0,0-1-1 0 0,1 0 1 0 0,-1 0 0 0 0,-3 1-1 0 0,-39 20 11 0 0,43-21-17 0 0,-3 0-155 0 0,-36 15-785 0 0,14-12-5696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4:52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125 397 1044 0 0,'10'-21'4130'0'0,"-7"19"-1187"0"0,-4 32-244 0 0,-2-4-2887 0 0,-3 39 692 0 0,-2 0 0 0 0,-29 105-1 0 0,33-160-406 0 0,1 0 0 0 0,-2 0-1 0 0,1-1 1 0 0,-1 0 0 0 0,-8 11 0 0 0,12-18 22 0 0,0-2 53 0 0,1 0-154 0 0,-1 0-1 0 0,1 1 0 0 0,0-1 1 0 0,-1 0-1 0 0,1 0 0 0 0,0 0 0 0 0,-1 1 1 0 0,1-1-1 0 0,0 0 0 0 0,-1 0 1 0 0,1 0-1 0 0,0 0 0 0 0,-1 0 1 0 0,1 0-1 0 0,0 0 0 0 0,-1 0 1 0 0,1 0-1 0 0,-1 0 0 0 0,1 0 1 0 0,0 0-1 0 0,-1 0 0 0 0,1 0 0 0 0,0 0 1 0 0,-1 0-1 0 0,1-1 0 0 0,0 1 1 0 0,-1 0-1 0 0,1 0 0 0 0,0 0 1 0 0,-1 0-1 0 0,1-1 0 0 0,-1 1 1 0 0,-3-5 15 0 0,1 0 0 0 0,-1 0 1 0 0,1 0-1 0 0,0 0 0 0 0,0 0 0 0 0,1-1 1 0 0,-1 1-1 0 0,1-1 0 0 0,0 1 1 0 0,1-1-1 0 0,-1 0 0 0 0,1 0 1 0 0,1 0-1 0 0,-1 0 0 0 0,1 0 1 0 0,0 0-1 0 0,0 0 0 0 0,0 0 0 0 0,2-7 1 0 0,3-19 1 0 0,1 0 0 0 0,13-41 0 0 0,-13 53-8 0 0,14-41-46 0 0,2 1 0 0 0,3 1 0 0 0,36-60 0 0 0,-43 87-10 0 0,2 1 0 0 0,1 1-1 0 0,1 1 1 0 0,46-47 0 0 0,-66 74 22 0 0,1-1 0 0 0,-1 1 1 0 0,0 0-1 0 0,1 0 0 0 0,-1 0 1 0 0,1 0-1 0 0,0 0 1 0 0,0 1-1 0 0,0-1 0 0 0,0 1 1 0 0,0 0-1 0 0,0 0 0 0 0,0 0 1 0 0,0 0-1 0 0,0 0 0 0 0,0 1 1 0 0,1 0-1 0 0,-1-1 1 0 0,0 1-1 0 0,0 0 0 0 0,0 0 1 0 0,1 1-1 0 0,-1-1 0 0 0,0 1 1 0 0,0 0-1 0 0,0-1 0 0 0,0 1 1 0 0,0 1-1 0 0,0-1 1 0 0,0 0-1 0 0,0 1 0 0 0,3 1 1 0 0,5 6-12 0 0,0 1 1 0 0,0 0 0 0 0,-1 0 0 0 0,-1 1-1 0 0,16 21 1 0 0,-24-30 18 0 0,36 54-21 0 0,-3 2 1 0 0,-3 1 0 0 0,45 118 0 0 0,-13-13 58 0 0,-62-163-63 0 0,8 35-558 0 0,-9-18-2541 0 0,-28-22-142 0 0,15-4 689 0 0,2 0 195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4:52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42 484 0 0,'0'0'2872'0'0,"5"-3"-2276"0"0,11-3-275 0 0,1 0 0 0 0,0 1-1 0 0,0 1 1 0 0,0 0 0 0 0,18 0-1 0 0,98-5 559 0 0,-113 8-811 0 0,147 7-1384 0 0,-118-2-1165 0 0,-7 0 779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4:52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0 111 344 0 0,'2'0'8123'0'0,"23"1"-8029"0"0,579 27 2489 0 0,-483-26-2320 0 0,348-7 499 0 0,-373-6 736 0 0,-98 11-1505 0 0,0-1 0 0 0,1 0 0 0 0,-1 0 0 0 0,0 0 1 0 0,0 0-1 0 0,1 0 0 0 0,-1 0 0 0 0,1-1 1 0 0,-1 1-1 0 0,1-1 0 0 0,-3-2 0 0 0,0 1-11 0 0,-5-2-60 0 0,-1 0 0 0 0,0 1 0 0 0,0 0 0 0 0,-1 1 0 0 0,1 0 0 0 0,-20-2 0 0 0,-11-3-181 0 0,-197-61-1496 0 0,236 69 1714 0 0,34 0-207 0 0,-26 0 239 0 0,-1-1 0 0 0,1 1-1 0 0,0 1 1 0 0,0-1 0 0 0,-1 1-1 0 0,1 0 1 0 0,8 3 0 0 0,6 3-21 0 0,1 1 0 0 0,-1 2 0 0 0,18 11 1 0 0,-32-18 22 0 0,-1 0 0 0 0,0 0 0 0 0,0 1 0 0 0,-1 0 0 0 0,1 0 0 0 0,-1 0 0 0 0,0 0 0 0 0,0 1 0 0 0,0-1 0 0 0,0 1 0 0 0,-1 0 0 0 0,0 1 0 0 0,0-1 0 0 0,0 0 0 0 0,-1 1 0 0 0,3 6 0 0 0,-5-9 8 0 0,-1 0-1 0 0,1 0 1 0 0,0 0-1 0 0,-1 0 1 0 0,0 0-1 0 0,1 0 1 0 0,-1 0-1 0 0,0-1 1 0 0,-1 1-1 0 0,1 0 1 0 0,0-1-1 0 0,-1 1 1 0 0,1-1-1 0 0,-1 1 1 0 0,0-1-1 0 0,0 0 1 0 0,0 0-1 0 0,0 0 1 0 0,0 0-1 0 0,-1 0 1 0 0,1 0-1 0 0,0-1 1 0 0,-1 1-1 0 0,0-1 1 0 0,1 1-1 0 0,-4 0 1 0 0,0 2 9 0 0,-15 8-153 0 0,-1-1 0 0 0,0-1 1 0 0,0 0-1 0 0,-37 8 0 0 0,-4-4-5537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4:53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40 48 0 0,'17'-30'7707'0'0,"-16"30"-7654"0"0,-1 0 1 0 0,0 0-1 0 0,0 0 1 0 0,0 0-1 0 0,0 0 1 0 0,1 0-1 0 0,-1 0 1 0 0,0 0-1 0 0,0 0 1 0 0,0 0-1 0 0,1 0 1 0 0,-1 0-1 0 0,0 0 1 0 0,0 0-1 0 0,0 0 1 0 0,1 0 0 0 0,-1 0-1 0 0,0 0 1 0 0,0 0-1 0 0,0 1 1 0 0,0-1-1 0 0,1 0 1 0 0,-1 0-1 0 0,0 0 1 0 0,0 0-1 0 0,0 0 1 0 0,0 0-1 0 0,1 1 1 0 0,-1-1-1 0 0,0 0 1 0 0,0 0-1 0 0,0 0 1 0 0,0 0-1 0 0,0 0 1 0 0,0 1-1 0 0,0-1 1 0 0,0 0-1 0 0,0 0 1 0 0,0 0-1 0 0,1 1 1 0 0,-1-1-1 0 0,0 0 1 0 0,0 0 0 0 0,0 0-1 0 0,0 1 1 0 0,0-1-1 0 0,0 0 1 0 0,0 0-1 0 0,0 0 1 0 0,0 1-1 0 0,-1-1 1 0 0,1 0-1 0 0,0 0 1 0 0,0 0-1 0 0,0 0 1 0 0,0 1-1 0 0,0-1 1 0 0,0 0-1 0 0,0 0 1 0 0,0 0-1 0 0,0 0 1 0 0,-1 1-1 0 0,1-1 1 0 0,-9 66 702 0 0,4-37-276 0 0,-4 27-134 0 0,4-23-28 0 0,-4 53-1 0 0,9-75-180 0 0,-1-9-126 0 0,1-1 1 0 0,-1 0-1 0 0,1 0 0 0 0,0 0 0 0 0,-1 0 1 0 0,1 1-1 0 0,0-1 0 0 0,0 0 0 0 0,0 0 1 0 0,0 0-1 0 0,0 1 0 0 0,0-1 0 0 0,1 0 1 0 0,-1 0-1 0 0,0 0 0 0 0,0 1 0 0 0,1-1 1 0 0,-1 0-1 0 0,1 0 0 0 0,-1 0 0 0 0,1 0 1 0 0,0 0-1 0 0,-1 0 0 0 0,1 0 0 0 0,1 1 1 0 0,5-3 0 0 0,0 0 1 0 0,0-1 0 0 0,0 0 0 0 0,0 0 0 0 0,0-1-1 0 0,0 1 1 0 0,-1-1 0 0 0,1-1 0 0 0,7-5 0 0 0,56-40-123 0 0,-69 48 109 0 0,1-1-11 0 0,0 1 0 0 0,0-1 0 0 0,0 1 0 0 0,0 0 0 0 0,0-1 0 0 0,1 1 0 0 0,-1 0-1 0 0,0 0 1 0 0,0 1 0 0 0,1-1 0 0 0,-1 0 0 0 0,1 1 0 0 0,-1-1 0 0 0,0 1 0 0 0,1 0 0 0 0,-1 0 0 0 0,1 0 0 0 0,-1 0 0 0 0,1 0 0 0 0,4 2 0 0 0,-2 0-12 0 0,1 0 1 0 0,-1 1-1 0 0,1 0 1 0 0,-1 1-1 0 0,0-1 0 0 0,7 8 1 0 0,13 7-9 0 0,-2-3 4 0 0,1-1 0 0 0,0-1-1 0 0,1-1 1 0 0,51 17 0 0 0,-62-25 62 0 0,0 0 0 0 0,0-1 0 0 0,0 0-1 0 0,0-2 1 0 0,1 1 0 0 0,-1-2 0 0 0,0 0-1 0 0,1-1 1 0 0,-1 0 0 0 0,0-1 0 0 0,19-5 0 0 0,-28 5 55 0 0,0 0 1 0 0,0 0 0 0 0,0 0 0 0 0,0 0 0 0 0,0-1 0 0 0,-1 0 0 0 0,1 0 0 0 0,-1 0 0 0 0,0-1 0 0 0,0 0 0 0 0,0 1-1 0 0,0-1 1 0 0,-1 0 0 0 0,1-1 0 0 0,4-7 0 0 0,-4 4 0 0 0,-1 0 1 0 0,1 0-1 0 0,-2-1 0 0 0,1 1 1 0 0,-1-1-1 0 0,0 1 0 0 0,-1-1 1 0 0,0 1-1 0 0,0-11 0 0 0,-1 3-1 0 0,-1 0-1 0 0,0 1 1 0 0,-1-1-1 0 0,-1 1 1 0 0,0 0-1 0 0,-1 0 1 0 0,-1 0 0 0 0,0 0-1 0 0,-1 1 1 0 0,-12-21-1 0 0,18 35-119 0 0,-15-25-756 0 0,13 16-3291 0 0,-3 12 2866 0 0,-1 0 552 0 0,-7 4-391 0 0,2 2-2622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4:56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35 720 0 0,'1'-20'4219'0'0,"0"20"-4066"0"0,-1-1-1 0 0,0 1 1 0 0,0-1-1 0 0,0 1 1 0 0,1 0 0 0 0,-1-1-1 0 0,0 1 1 0 0,0-1 0 0 0,0 1-1 0 0,0 0 1 0 0,0-1 0 0 0,0 1-1 0 0,0-1 1 0 0,0 1 0 0 0,0-1-1 0 0,0 1 1 0 0,0 0 0 0 0,0-1-1 0 0,0 1 1 0 0,0-1 0 0 0,0 1-1 0 0,0-1 1 0 0,-1 1 0 0 0,1 0-1 0 0,0-1 1 0 0,0 1-1 0 0,-1 0 1 0 0,1-1 0 0 0,0 1-1 0 0,0-1 1 0 0,-1 1 0 0 0,1 0-1 0 0,0 0 1 0 0,-1-1 0 0 0,1 1-1 0 0,0 0 1 0 0,-1 0 0 0 0,1-1-1 0 0,-5 6-100 0 0,1-1 0 0 0,0 1-1 0 0,0 0 1 0 0,1 0 0 0 0,0 1-1 0 0,-1-1 1 0 0,2 1 0 0 0,-1-1-1 0 0,1 1 1 0 0,0 0 0 0 0,0 0-1 0 0,0 0 1 0 0,1 0 0 0 0,0 0-1 0 0,0 1 1 0 0,1-1 0 0 0,0 0-1 0 0,0 0 1 0 0,0 1 0 0 0,1-1-1 0 0,0 0 1 0 0,0 0 0 0 0,0 0-1 0 0,1 0 1 0 0,3 8 0 0 0,-3-11-74 0 0,0 0 1 0 0,0 0 0 0 0,0 0-1 0 0,0 0 1 0 0,0-1-1 0 0,1 1 1 0 0,-1-1 0 0 0,1 0-1 0 0,0 0 1 0 0,5 4 0 0 0,15 2-4411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4:56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85 672 0 0,'-4'-16'3720'0'0,"-18"-34"3230"0"0,21 49-6271 0 0,-2-17 901 0 0,8 21-5515 0 0,11 19-515 0 0,-10-15 1514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4:57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34 356 0 0,'-9'-12'2582'0'0,"-1"-5"-481"0"0,4 12 3264 0 0,4 6-5328 0 0,0-1 0 0 0,1 1 0 0 0,0 0-1 0 0,-1 0 1 0 0,1-1 0 0 0,-1 1-1 0 0,1 0 1 0 0,0 0 0 0 0,0 0 0 0 0,-1 1-1 0 0,1-1 1 0 0,0 0 0 0 0,0 0 0 0 0,0 1-1 0 0,0-1 1 0 0,0 1 0 0 0,1-1 0 0 0,-1 0-1 0 0,0 1 1 0 0,1 0 0 0 0,-1 1 0 0 0,-14 42 511 0 0,12-38-443 0 0,-5 32 195 0 0,1 0 0 0 0,1 1 0 0 0,3 0 0 0 0,1 0-1 0 0,6 68 1 0 0,-4-95-938 0 0,1 1 0 0 0,1 0 0 0 0,0-1-1 0 0,5 16 1 0 0,-7-27-363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4:57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22 756 0 0,'0'0'55'0'0,"0"-1"0"0"0,0 1 0 0 0,0 0-1 0 0,-1 0 1 0 0,1 0 0 0 0,0 0 0 0 0,0-1 0 0 0,0 1 0 0 0,0 0-1 0 0,-1 0 1 0 0,1 0 0 0 0,0-1 0 0 0,0 1 0 0 0,0 0 0 0 0,0 0 0 0 0,0 0-1 0 0,0-1 1 0 0,0 1 0 0 0,0 0 0 0 0,0 0 0 0 0,0-1 0 0 0,0 1-1 0 0,0 0 1 0 0,0 0 0 0 0,0-1 0 0 0,0 1 0 0 0,0 0 0 0 0,0 0 0 0 0,0-1-1 0 0,0 1 1 0 0,0 0 0 0 0,0 0 0 0 0,0 0 0 0 0,0-1 0 0 0,0 1-1 0 0,1 0 1 0 0,-1 0 0 0 0,0-1 0 0 0,0 1 0 0 0,0 0 0 0 0,0 0-1 0 0,0 0 1 0 0,1 0 0 0 0,-1-1 0 0 0,0 1 0 0 0,0 0 0 0 0,0 0 0 0 0,1 0-1 0 0,-1 0 1 0 0,0 0 0 0 0,1 0 0 0 0,19-7 819 0 0,26 3-260 0 0,16 7-251 0 0,0 2 0 0 0,-1 3 0 0 0,1 3 0 0 0,-2 3-1 0 0,0 2 1 0 0,-1 2 0 0 0,0 4 0 0 0,-2 1-1 0 0,-1 4 1 0 0,55 34 0 0 0,-79-41-174 0 0,47 38 1 0 0,-70-51-157 0 0,-1 0 1 0 0,0 0-1 0 0,-1 1 1 0 0,0 0-1 0 0,0 1 0 0 0,-1 0 1 0 0,0 0-1 0 0,0 0 1 0 0,-1 1-1 0 0,5 11 1 0 0,-9-17-24 0 0,0-1 1 0 0,-1 0-1 0 0,1 0 1 0 0,-1 1-1 0 0,1-1 1 0 0,-1 1-1 0 0,0-1 1 0 0,0 0-1 0 0,-1 1 1 0 0,1-1-1 0 0,-1 0 1 0 0,1 1-1 0 0,-1-1 1 0 0,0 0-1 0 0,0 0 1 0 0,0 0-1 0 0,-3 5 1 0 0,0-2 2 0 0,0 0 0 0 0,0-1 0 0 0,-1 0 0 0 0,1 0 0 0 0,-1 0 0 0 0,0 0 0 0 0,0-1 0 0 0,-8 5 0 0 0,-6 3 39 0 0,-1-1-1 0 0,0-1 1 0 0,-1-1 0 0 0,-23 7 0 0 0,-2-2 170 0 0,0-2 1 0 0,-2-2-1 0 0,1-1 1 0 0,-1-4-1 0 0,0-1 1 0 0,0-2-1 0 0,0-2 1 0 0,-1-3-1 0 0,-93-16 1 0 0,141 19-251 0 0,0-1 0 0 0,0 1 1 0 0,0 0-1 0 0,0 0 0 0 0,0 0 0 0 0,0-1 1 0 0,0 1-1 0 0,0-1 0 0 0,0 1 1 0 0,0 0-1 0 0,0-1 0 0 0,0 0 0 0 0,0 1 1 0 0,0-1-1 0 0,1 1 0 0 0,-1-1 0 0 0,0 0 1 0 0,-1-1-1 0 0,2 1-48 0 0,0 1 0 0 0,0-1 0 0 0,0 1 0 0 0,0-1 0 0 0,0 1 0 0 0,0-1 0 0 0,1 1 0 0 0,-1-1 0 0 0,0 1 0 0 0,0-1 0 0 0,0 1 0 0 0,0-1 1 0 0,1 1-1 0 0,-1-1 0 0 0,0 1 0 0 0,1-1 0 0 0,-1 1 0 0 0,0-1 0 0 0,1 1 0 0 0,-1 0 0 0 0,0-1 0 0 0,1 1 0 0 0,-1 0 0 0 0,1-1 0 0 0,0 1 0 0 0,38-21-5372 0 0,-17 10 2818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4:57.9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27 684 0 0,'0'0'817'0'0,"-1"-2"-446"0"0,0 0 0 0 0,0 0 0 0 0,-1 0 0 0 0,1 0 1 0 0,0 1-1 0 0,-1-1 0 0 0,1 0 0 0 0,-1 1 0 0 0,1-1 0 0 0,-1 1 1 0 0,0-1-1 0 0,0 1 0 0 0,0 0 0 0 0,1 0 0 0 0,-4-1 0 0 0,-2 7-279 0 0,1 0-1 0 0,-1 1 1 0 0,1-1-1 0 0,0 2 0 0 0,1-1 1 0 0,-1 1-1 0 0,1 0 1 0 0,0 0-1 0 0,1 0 0 0 0,0 1 1 0 0,0-1-1 0 0,1 1 1 0 0,-1 0-1 0 0,2 0 0 0 0,-1 0 1 0 0,1 1-1 0 0,1-1 1 0 0,-1 1-1 0 0,1-1 0 0 0,1 1 1 0 0,0 8-1 0 0,0-9-63 0 0,1-1 0 0 0,-1 1 1 0 0,2-1-1 0 0,-1 0 0 0 0,1 0 0 0 0,0 1 0 0 0,1-1 0 0 0,-1-1 0 0 0,1 1 0 0 0,1 0 1 0 0,-1-1-1 0 0,1 1 0 0 0,1-1 0 0 0,-1 0 0 0 0,1-1 0 0 0,0 1 0 0 0,0-1 1 0 0,0 0-1 0 0,1 0 0 0 0,0 0 0 0 0,0-1 0 0 0,0 0 0 0 0,0 0 0 0 0,1-1 0 0 0,11 5 1 0 0,-6-4 61 0 0,0 0 0 0 0,1-1 0 0 0,0 0 0 0 0,-1-1 0 0 0,1 0 1 0 0,0-1-1 0 0,0-1 0 0 0,0 0 0 0 0,20-3 0 0 0,-27 3 10 0 0,0-1-1 0 0,0-1 1 0 0,0 1-1 0 0,0-1 1 0 0,-1 0-1 0 0,1 0 1 0 0,0 0-1 0 0,-1-1 1 0 0,0 0-1 0 0,1 0 1 0 0,-1 0-1 0 0,0-1 0 0 0,-1 0 1 0 0,1 0-1 0 0,-1 0 1 0 0,1 0-1 0 0,-1-1 1 0 0,-1 0-1 0 0,1 0 1 0 0,-1 0-1 0 0,0 0 1 0 0,4-8-1 0 0,-6 10-74 0 0,0-1 1 0 0,0 1-1 0 0,0-1 0 0 0,0 0 0 0 0,-1 1 0 0 0,1-1 0 0 0,-1 0 1 0 0,0 1-1 0 0,0-1 0 0 0,-1 0 0 0 0,1 1 0 0 0,-1-1 1 0 0,0 1-1 0 0,0-1 0 0 0,0 1 0 0 0,0-1 0 0 0,-1 1 0 0 0,1-1 1 0 0,-1 1-1 0 0,0 0 0 0 0,0 0 0 0 0,0 0 0 0 0,0 0 0 0 0,0 0 1 0 0,-1 1-1 0 0,1-1 0 0 0,-1 1 0 0 0,-6-5 0 0 0,1 1-177 0 0,-1 0 0 0 0,1 0 1 0 0,-1 1-1 0 0,-1 1 0 0 0,1-1 0 0 0,-1 1 0 0 0,1 1 0 0 0,-21-5 0 0 0,14 6-1207 0 0,0 1 0 0 0,-1 0 0 0 0,1 1 0 0 0,-29 4 0 0 0,11 0-1980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5:09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15 336 0 0,'3'-1'11026'0'0,"22"-2"-11012"0"0,197 3 1433 0 0,-97-11-1246 0 0,-113 16-2898 0 0,-3-2-3940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5:09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11 416 0 0,'0'0'6413'0'0,"7"0"-5910"0"0,167-6 2339 0 0,99 2-1037 0 0,-203 3-1440 0 0,-58 1-578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5:11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17 280 0 0,'0'0'9458'0'0,"-5"-3"-12719"0"0,-16-11 56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5:15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515 52 724 0 0,'-14'-32'5709'0'0,"12"30"-5540"0"0,1 1 0 0 0,-1-1 0 0 0,1 1 0 0 0,-1-1-1 0 0,1 1 1 0 0,-1-1 0 0 0,0 1 0 0 0,0 0 0 0 0,1 0 0 0 0,-1 0 0 0 0,0 0-1 0 0,0 0 1 0 0,0 1 0 0 0,0-1 0 0 0,0 1 0 0 0,-1-1 0 0 0,1 1-1 0 0,-3-1 1 0 0,-2 1-33 0 0,1 0-1 0 0,0 1 1 0 0,-1-1-1 0 0,1 1 0 0 0,0 1 1 0 0,-9 2-1 0 0,-4 3-47 0 0,0 0 1 0 0,0 2-1 0 0,-21 13 0 0 0,33-18-65 0 0,0 0 1 0 0,1 0-1 0 0,0 1 0 0 0,0 0 1 0 0,0 0-1 0 0,0 1 1 0 0,1 0-1 0 0,0 0 0 0 0,0 0 1 0 0,0 0-1 0 0,1 1 1 0 0,0 0-1 0 0,0-1 1 0 0,-3 10-1 0 0,4-7-3 0 0,1 0 0 0 0,1 0 0 0 0,-1 0 1 0 0,1 0-1 0 0,1 0 0 0 0,-1 0 0 0 0,2 0 0 0 0,-1 0 0 0 0,1 0 1 0 0,1 0-1 0 0,0 0 0 0 0,2 9 0 0 0,4 10 37 0 0,-3-14-26 0 0,0-1 0 0 0,-2 1-1 0 0,0 0 1 0 0,0 0 0 0 0,-1 0 0 0 0,-1 0 0 0 0,0 0 0 0 0,-1 0-1 0 0,-1 1 1 0 0,-2 14 0 0 0,1-22-18 0 0,-1 0 0 0 0,0-1 0 0 0,-1 1 0 0 0,1-1 0 0 0,-1 0 0 0 0,-1 0 0 0 0,1 0 0 0 0,-1 0 0 0 0,0-1-1 0 0,0 0 1 0 0,0 0 0 0 0,-1 0 0 0 0,1-1 0 0 0,-1 0 0 0 0,-1 0 0 0 0,1 0 0 0 0,-8 3 0 0 0,-5 1 39 0 0,0 0 0 0 0,-1-1 0 0 0,0 0 0 0 0,-31 4 0 0 0,45-9-26 0 0,-3-4 53 0 0,-5-5-63 0 0,14 7-18 0 0,-1 0-1 0 0,1 0 1 0 0,-1-1 0 0 0,1 1-1 0 0,0 0 1 0 0,-1-1-1 0 0,1 1 1 0 0,-1 0 0 0 0,1-1-1 0 0,0 1 1 0 0,-1-1 0 0 0,1 1-1 0 0,0 0 1 0 0,0-1-1 0 0,-1 1 1 0 0,1-1 0 0 0,0 1-1 0 0,0-1 1 0 0,0 1 0 0 0,-1-1-1 0 0,1 1 1 0 0,0-1-1 0 0,0 1 1 0 0,0-1 0 0 0,0 0-1 0 0,0 1 1 0 0,0-1 0 0 0,0 1-1 0 0,0-1 1 0 0,0 1-1 0 0,1-1 1 0 0,-1 1 0 0 0,0-1-1 0 0,0 1 1 0 0,0-1 0 0 0,1 1-1 0 0,-1-1 1 0 0,0 1-1 0 0,0 0 1 0 0,1-1 0 0 0,-1 1-1 0 0,0-1 1 0 0,1 1 0 0 0,0-1-1 0 0,0 0-6 0 0,0-1-1 0 0,0 1 0 0 0,1-1 1 0 0,-1 1-1 0 0,0-1 0 0 0,1 1 1 0 0,0 0-1 0 0,-1 0 1 0 0,1 0-1 0 0,0 0 0 0 0,-1 0 1 0 0,3 0-1 0 0,-1 0 3 0 0,-1 0 1 0 0,0 1-1 0 0,1 0 0 0 0,-1-1 1 0 0,0 1-1 0 0,1 0 0 0 0,-1 0 0 0 0,0 1 1 0 0,1-1-1 0 0,-1 0 0 0 0,0 1 0 0 0,0-1 1 0 0,1 1-1 0 0,-1 0 0 0 0,0 0 1 0 0,0 0-1 0 0,0 0 0 0 0,0 0 0 0 0,0 0 1 0 0,0 1-1 0 0,0-1 0 0 0,0 1 1 0 0,0-1-1 0 0,-1 1 0 0 0,1-1 0 0 0,-1 1 1 0 0,1 0-1 0 0,-1 0 0 0 0,0 0 0 0 0,1 0 1 0 0,-1 0-1 0 0,0 0 0 0 0,0 0 1 0 0,-1 1-1 0 0,1-1 0 0 0,0 0 0 0 0,0 3 1 0 0,3 12 23 0 0,-1 0 1 0 0,0 0 0 0 0,-2 1 0 0 0,1 19-1 0 0,-1-4 97 0 0,3 1-43 0 0,-3-8 86 0 0,2 0 1 0 0,10 37 0 0 0,-11-56-155 0 0,0 0 0 0 0,0-1 0 0 0,1 1 0 0 0,0-1 1 0 0,0 1-1 0 0,1-1 0 0 0,-1 0 0 0 0,1-1 0 0 0,1 1 0 0 0,-1-1 0 0 0,1 1 1 0 0,0-1-1 0 0,11 8 0 0 0,-14-12-154 0 0,1 0-1 0 0,-1 0 1 0 0,0 0 0 0 0,1 0-1 0 0,-1-1 1 0 0,1 1 0 0 0,-1-1 0 0 0,1 1-1 0 0,0-1 1 0 0,-1 0 0 0 0,1 0 0 0 0,-1 0-1 0 0,1-1 1 0 0,-1 1 0 0 0,1-1-1 0 0,-1 1 1 0 0,1-1 0 0 0,4-1 0 0 0,22-13-4854 0 0,-17 6 2196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5:15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93 840 0 0,'5'-5'8156'0'0,"-3"12"-7974"0"0,-1 1-1 0 0,0 0 1 0 0,0 0-1 0 0,-1 0 1 0 0,0 0-1 0 0,0 0 0 0 0,-1 0 1 0 0,0 0-1 0 0,0 0 1 0 0,-1-1-1 0 0,-4 12 1 0 0,-4 14 402 0 0,-19 41 1 0 0,27-69-454 0 0,0 0-1 0 0,-1 0 1 0 0,1 0-1 0 0,-1 0 1 0 0,0 0-1 0 0,-7 7 1 0 0,9-11 587 0 0,1-2-713 0 0,0 1 0 0 0,0-1 1 0 0,-1 1-1 0 0,1 0 0 0 0,0-1 1 0 0,0 1-1 0 0,0-1 0 0 0,0 1 1 0 0,0 0-1 0 0,-1-1 0 0 0,1 1 1 0 0,0-1-1 0 0,0 1 0 0 0,-1 0 1 0 0,1-1-1 0 0,0 1 0 0 0,0 0 1 0 0,-1-1-1 0 0,1 1 0 0 0,0 0 1 0 0,-1 0-1 0 0,1-1 0 0 0,-1 1 1 0 0,1 0-1 0 0,0 0 0 0 0,-1 0 1 0 0,0-1-1 0 0,1 1-2 0 0,-1 0 0 0 0,1 0 0 0 0,-1 0-1 0 0,1-1 1 0 0,-1 1 0 0 0,1 0 0 0 0,-1-1 0 0 0,1 1 0 0 0,0 0 0 0 0,-1-1 0 0 0,1 1 0 0 0,-1-1-1 0 0,1 1 1 0 0,0 0 0 0 0,-1-1 0 0 0,1 1 0 0 0,0-1 0 0 0,0 1 0 0 0,-1-1 0 0 0,1 1-1 0 0,0-1 1 0 0,0 1 0 0 0,0-1 0 0 0,0 1 0 0 0,-1-1 0 0 0,1 1 0 0 0,0-1 0 0 0,0 0 0 0 0,0 1-1 0 0,0-1 1 0 0,0 1 0 0 0,1-1 0 0 0,-1 0 0 0 0,3-21 9 0 0,2 0 0 0 0,0 1 1 0 0,2-1-1 0 0,0 1 0 0 0,1 1 1 0 0,14-26-1 0 0,-15 33-32 0 0,0 1 1 0 0,1-1-1 0 0,1 1 0 0 0,0 1 1 0 0,0-1-1 0 0,2 1 0 0 0,-1 1 1 0 0,1 0-1 0 0,0 1 1 0 0,21-14-1 0 0,-30 22 13 0 0,0 0-1 0 0,0 0 1 0 0,0 0 0 0 0,0 0 0 0 0,1 1-1 0 0,-1-1 1 0 0,0 0 0 0 0,0 1-1 0 0,1 0 1 0 0,-1-1 0 0 0,0 1 0 0 0,0 0-1 0 0,1 0 1 0 0,-1 0 0 0 0,0 1-1 0 0,1-1 1 0 0,-1 0 0 0 0,0 1 0 0 0,0 0-1 0 0,4 1 1 0 0,-2 0 3 0 0,0 0-1 0 0,-1 1 1 0 0,1-1 0 0 0,-1 1-1 0 0,1 0 1 0 0,-1 0 0 0 0,0 0-1 0 0,0 1 1 0 0,-1-1 0 0 0,4 5 0 0 0,3 8 64 0 0,0 1 0 0 0,-1 0 0 0 0,12 36 0 0 0,-4-6 93 0 0,-2 2 0 0 0,-2 0 0 0 0,6 55-1 0 0,-18-101-225 0 0,0 0 0 0 0,0-1 1 0 0,0 1-1 0 0,0 0 0 0 0,-1-1 0 0 0,1 1 0 0 0,-1 0 0 0 0,0-1 0 0 0,0 1 0 0 0,0-1 0 0 0,0 1 0 0 0,0-1 0 0 0,0 0 0 0 0,0 1 0 0 0,-1-1 0 0 0,1 0 0 0 0,-1 0 1 0 0,0 0-1 0 0,0 0 0 0 0,0 0 0 0 0,0 0 0 0 0,0-1 0 0 0,0 1 0 0 0,0-1 0 0 0,0 1 0 0 0,-1-1 0 0 0,1 0 0 0 0,-4 2 0 0 0,0-1-595 0 0,1 0 1 0 0,-1-1-1 0 0,1 1 0 0 0,-1-1 0 0 0,0 0 1 0 0,1 0-1 0 0,-1-1 0 0 0,0 0 0 0 0,1 0 1 0 0,-1 0-1 0 0,-11-3 0 0 0,3 0-1931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5:16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0 112 776 0 0,'2'-2'859'0'0,"4"-4"-348"0"0,0 1 1 0 0,0-1-1 0 0,1 1 1 0 0,0 1-1 0 0,0-1 1 0 0,0 1-1 0 0,0 1 0 0 0,0-1 1 0 0,1 1-1 0 0,12-3 1 0 0,94-22 1247 0 0,-86 22-1622 0 0,8-1-666 0 0,23-6-4116 0 0,-43 8 2402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5:16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355 7 812 0 0,'-3'-7'10462'0'0,"-12"18"-10197"0"0,0 0 0 0 0,1 1-1 0 0,1 0 1 0 0,0 1 0 0 0,-14 17-1 0 0,22-23-181 0 0,1 0 0 0 0,0 0 0 0 0,0 0 0 0 0,0 1 0 0 0,1-1 0 0 0,0 1 0 0 0,0 0 0 0 0,1 0-1 0 0,0 0 1 0 0,1 0 0 0 0,0 0 0 0 0,0 0 0 0 0,0 1 0 0 0,2 14 0 0 0,9 27 209 0 0,-7-41-265 0 0,-1 0 0 0 0,0-1 0 0 0,-1 1 1 0 0,1 0-1 0 0,-2 0 0 0 0,0 12 0 0 0,-12 28-45 0 0,8-39 16 0 0,1 1 0 0 0,0-1 1 0 0,-3 19-1 0 0,6 6 8 0 0,1 0 0 0 0,2 0 1 0 0,9 48-1 0 0,5 53 23 0 0,-17-129-43 0 0,0-1 0 0 0,-1 1 1 0 0,1 0-1 0 0,-1-1 0 0 0,-1 1 0 0 0,1-1 1 0 0,-1 0-1 0 0,-1 1 0 0 0,1-1 1 0 0,-1 0-1 0 0,0 0 0 0 0,0 0 1 0 0,-1-1-1 0 0,1 1 0 0 0,-1-1 0 0 0,0 0 1 0 0,-1 0-1 0 0,0 0 0 0 0,1 0 1 0 0,-1-1-1 0 0,-1 0 0 0 0,1 0 1 0 0,-1 0-1 0 0,1-1 0 0 0,-1 0 0 0 0,0 0 1 0 0,0 0-1 0 0,-1-1 0 0 0,1 0 1 0 0,0 0-1 0 0,-10 1 0 0 0,9-2-624 0 0,1 0 0 0 0,-1-1 0 0 0,0 1-1 0 0,0-2 1 0 0,0 1 0 0 0,0-1 0 0 0,1 0 0 0 0,-1 0 0 0 0,0-1-1 0 0,1 0 1 0 0,-1 0 0 0 0,-7-4 0 0 0,-3-2-2672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5:33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522 5 268 0 0,'0'0'741'0'0,"-7"-4"388"0"0,2 4 1993 0 0,-1 3-2965 0 0,0 0-1 0 0,1 0 1 0 0,-1 1-1 0 0,1-1 0 0 0,0 1 1 0 0,0 1-1 0 0,0-1 1 0 0,1 1-1 0 0,-1-1 0 0 0,-4 9 1 0 0,-42 65 779 0 0,26-38-491 0 0,-74 113 627 0 0,-118 164 827 0 0,169-264-1032 0 0,47-51-925 0 0,-4 2 492 0 0,3-3-1554 0 0,28-26-8392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5:34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408 3 472 0 0,'4'-2'7242'0'0,"-11"22"-5863"0"0,-21 38-1175 0 0,-90 155 2087 0 0,-25 41 131 0 0,111-202-1272 0 0,-38 87-1 0 0,56-116-381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5:37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284 272 684 0 0,'0'0'2556'0'0,"-4"6"-2055"0"0,-16 41 245 0 0,2 1 1 0 0,2 1-1 0 0,-17 91 0 0 0,-12 41 293 0 0,26-126 204 0 0,19-54-861 0 0,-2 2 174 0 0,2-3-511 0 0,0 1 1 0 0,0-1-1 0 0,0 1 0 0 0,-1-1 1 0 0,1 1-1 0 0,0-1 1 0 0,0 0-1 0 0,-1 1 1 0 0,1-1-1 0 0,0 1 1 0 0,-1-1-1 0 0,1 1 0 0 0,0-1 1 0 0,-1 0-1 0 0,1 1 1 0 0,0-1-1 0 0,-1 0 1 0 0,1 1-1 0 0,-1-1 1 0 0,1 0-1 0 0,-1 0 0 0 0,1 1 1 0 0,-1-1-1 0 0,1 0 1 0 0,-1 0-1 0 0,1 0 1 0 0,-1 0-1 0 0,1 0 1 0 0,-1 0-1 0 0,1 0 0 0 0,-1 0 1 0 0,1 0-1 0 0,-1 0 1 0 0,1 0-1 0 0,-1 0 1 0 0,1 0-1 0 0,-1 0 1 0 0,1 0-1 0 0,-1 0 0 0 0,1 0 1 0 0,-1-1-1 0 0,0 1 1 0 0,-8-8 60 0 0,1 0-1 0 0,0-1 1 0 0,0 1 0 0 0,1-2-1 0 0,0 1 1 0 0,1-1 0 0 0,0 0 0 0 0,0 0-1 0 0,1 0 1 0 0,1-1 0 0 0,0 0 0 0 0,0 0-1 0 0,1 0 1 0 0,-3-14 0 0 0,0-9 4 0 0,1 0-1 0 0,1-1 1 0 0,2-56 0 0 0,3 64-94 0 0,2 0 0 0 0,1 1 0 0 0,1 0 0 0 0,1-1 1 0 0,1 2-1 0 0,2-1 0 0 0,0 1 0 0 0,22-40 0 0 0,-24 52-23 0 0,0 0-1 0 0,1 1 1 0 0,1 0-1 0 0,0 0 0 0 0,0 0 1 0 0,1 1-1 0 0,1 1 1 0 0,0 0-1 0 0,0 0 1 0 0,1 1-1 0 0,0 1 0 0 0,0 0 1 0 0,1 1-1 0 0,0 0 1 0 0,1 0-1 0 0,-1 2 1 0 0,18-6-1 0 0,-27 10-2 0 0,0 0 0 0 0,0 1-1 0 0,-1-1 1 0 0,1 1 0 0 0,0 0 0 0 0,0 0 0 0 0,0 0-1 0 0,0 0 1 0 0,-1 0 0 0 0,1 1 0 0 0,0 0 0 0 0,0 0-1 0 0,0 0 1 0 0,-1 0 0 0 0,1 1 0 0 0,-1-1 0 0 0,1 1-1 0 0,5 4 1 0 0,-5-3-3 0 0,-1 1-1 0 0,1-1 0 0 0,-1 1 1 0 0,1 0-1 0 0,-1 0 0 0 0,-1 1 1 0 0,1-1-1 0 0,0 0 0 0 0,-1 1 1 0 0,0 0-1 0 0,0 0 0 0 0,2 7 1 0 0,-1 1-12 0 0,-1 0 0 0 0,0 0 0 0 0,-1 0 1 0 0,0 0-1 0 0,-1 0 0 0 0,0 0 0 0 0,-1 0 0 0 0,-1 0 1 0 0,0-1-1 0 0,-5 19 0 0 0,1-14 3 0 0,0-1 0 0 0,-1 0 0 0 0,-1-1 0 0 0,0 0 0 0 0,-1 0 0 0 0,-22 27 0 0 0,26-36 29 0 0,0-1-1 0 0,0 1 0 0 0,-1-1 1 0 0,0 0-1 0 0,0 0 0 0 0,0-1 1 0 0,0 0-1 0 0,-1 0 0 0 0,0 0 1 0 0,0-1-1 0 0,0 0 1 0 0,0 0-1 0 0,0-1 0 0 0,-1 0 1 0 0,1 0-1 0 0,-1-1 0 0 0,-14 1 1 0 0,20-2 31 0 0,-9-5 26 0 0,9 5-60 0 0,1 0 1 0 0,0 0 0 0 0,0 0-1 0 0,0-1 1 0 0,-1 1-1 0 0,1-1 1 0 0,0 1-1 0 0,0-1 1 0 0,0 1-1 0 0,0-1 1 0 0,0 1-1 0 0,0-1 1 0 0,0 0-1 0 0,0 0 1 0 0,0 0-1 0 0,0 1 1 0 0,0-2 0 0 0,0 1-5 0 0,0 0 1 0 0,0 0-1 0 0,1 0 1 0 0,-1-1-1 0 0,0 1 1 0 0,1 0-1 0 0,-1 0 1 0 0,1 0-1 0 0,-1 0 1 0 0,1 0 0 0 0,-1-1-1 0 0,1 1 1 0 0,0 0-1 0 0,0-1 1 0 0,0 1-1 0 0,0 0 1 0 0,0 0-1 0 0,0-1 1 0 0,0 1-1 0 0,0 0 1 0 0,0 0-1 0 0,0-1 1 0 0,1 1 0 0 0,-1 0-1 0 0,0 0 1 0 0,1-1-1 0 0,-1 1 1 0 0,1 0-1 0 0,0 0 1 0 0,-1 0-1 0 0,3-2 1 0 0,-1 2-27 0 0,18 14-12 0 0,99 81-32 0 0,13 7 169 0 0,-71-52-578 0 0,-25-14-4916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5:37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0 232 144 0 0,'17'-3'2254'0'0,"9"-1"-1212"0"0,0-2-1 0 0,0-1 1 0 0,33-15 0 0 0,-48 18-762 0 0,-1 0 0 0 0,0-1 1 0 0,0-1-1 0 0,0 1 0 0 0,-1-2 1 0 0,0 1-1 0 0,0-1 0 0 0,-1-1 1 0 0,1 0-1 0 0,-2 0 1 0 0,8-9-1 0 0,-13 14-238 0 0,-1 1 0 0 0,1-1 1 0 0,-1 1-1 0 0,0-1 0 0 0,0 1 0 0 0,0-1 0 0 0,0 0 1 0 0,0 0-1 0 0,-1 1 0 0 0,1-1 0 0 0,-1 0 1 0 0,0 0-1 0 0,1 0 0 0 0,-1 0 0 0 0,-1 0 0 0 0,1 1 1 0 0,0-1-1 0 0,-1 0 0 0 0,1 0 0 0 0,-1 0 1 0 0,0 1-1 0 0,0-1 0 0 0,0 0 0 0 0,0 1 0 0 0,-1-1 1 0 0,1 1-1 0 0,-1-1 0 0 0,1 1 0 0 0,-1 0 1 0 0,0 0-1 0 0,0-1 0 0 0,0 1 0 0 0,0 0 0 0 0,0 1 1 0 0,-1-1-1 0 0,1 0 0 0 0,-1 1 0 0 0,1-1 1 0 0,-1 1-1 0 0,1 0 0 0 0,-1 0 0 0 0,0 0 0 0 0,1 0 1 0 0,-1 0-1 0 0,0 1 0 0 0,0-1 0 0 0,0 1 1 0 0,1 0-1 0 0,-1-1 0 0 0,0 2 0 0 0,-4-1 0 0 0,-5 1-17 0 0,1 1-1 0 0,0 0 0 0 0,0 1 0 0 0,0 0 0 0 0,0 1 0 0 0,1 0 1 0 0,-1 1-1 0 0,-18 11 0 0 0,24-13-20 0 0,1 0 0 0 0,-1 0 0 0 0,0 0 0 0 0,1 1 0 0 0,0-1 0 0 0,0 1 0 0 0,0 1 0 0 0,0-1 0 0 0,1 0 0 0 0,0 1-1 0 0,0-1 1 0 0,0 1 0 0 0,0 0 0 0 0,1 0 0 0 0,-1 0 0 0 0,1 1 0 0 0,1-1 0 0 0,-1 0 0 0 0,0 8 0 0 0,1-9 4 0 0,1 0 0 0 0,1 0 0 0 0,-1 0 0 0 0,0 0-1 0 0,1 0 1 0 0,0 0 0 0 0,0 0 0 0 0,0-1 0 0 0,1 1 0 0 0,-1 0 0 0 0,1 0 0 0 0,0-1-1 0 0,0 1 1 0 0,0-1 0 0 0,4 5 0 0 0,-1-2-14 0 0,1 0 1 0 0,0-1-1 0 0,0 1 1 0 0,0-1-1 0 0,1 0 1 0 0,0-1-1 0 0,8 5 0 0 0,5 0-515 0 0,0 0-1 0 0,0-1 0 0 0,1-1 0 0 0,37 7 0 0 0,-2-8-4365 0 0,-27-5 2069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5:39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75 572 0 0,'-2'-3'859'0'0,"1"0"1"0"0,-1 0-1 0 0,-1 1 0 0 0,1-1 0 0 0,0 1 1 0 0,-1-1-1 0 0,1 1 0 0 0,-4-3 0 0 0,-3 8-680 0 0,0-1-1 0 0,0 2 0 0 0,0-1 0 0 0,1 1 1 0 0,-1 0-1 0 0,1 1 0 0 0,0 0 0 0 0,1 0 1 0 0,-1 1-1 0 0,1 0 0 0 0,0 0 0 0 0,0 1 1 0 0,1 0-1 0 0,0 0 0 0 0,0 0 0 0 0,-8 15 1 0 0,13-20-156 0 0,-1 1 1 0 0,1 0-1 0 0,-1 0 0 0 0,1 0 1 0 0,0 0-1 0 0,0 1 1 0 0,0-1-1 0 0,1 0 1 0 0,-1 0-1 0 0,1 1 1 0 0,0-1-1 0 0,0 0 0 0 0,0 1 1 0 0,0-1-1 0 0,1 0 1 0 0,-1 0-1 0 0,1 1 1 0 0,0-1-1 0 0,0 0 0 0 0,0 0 1 0 0,0 0-1 0 0,0 0 1 0 0,1 0-1 0 0,-1 0 1 0 0,1 0-1 0 0,0-1 1 0 0,0 1-1 0 0,3 3 0 0 0,-1-2-3 0 0,0-1-1 0 0,0 0 0 0 0,1 1 1 0 0,-1-1-1 0 0,1-1 1 0 0,0 1-1 0 0,-1-1 0 0 0,1 1 1 0 0,0-2-1 0 0,1 1 0 0 0,-1 0 1 0 0,0-1-1 0 0,0 0 0 0 0,1 0 1 0 0,-1-1-1 0 0,6 1 0 0 0,3-2-19 0 0,0 0-1 0 0,0-1 0 0 0,-1 0 0 0 0,1-1 0 0 0,-1 0 0 0 0,1-1 1 0 0,-1-1-1 0 0,-1 0 0 0 0,1-1 0 0 0,13-8 0 0 0,9-8 111 0 0,-2-2 0 0 0,33-29 0 0 0,-33 14 1456 0 0,-32 38-1228 0 0,-8 21 420 0 0,5-15-785 0 0,0-1 0 0 0,1 1 1 0 0,-1 1-1 0 0,1-1 0 0 0,0 0 1 0 0,1 0-1 0 0,-1 0 0 0 0,1 1 1 0 0,0-1-1 0 0,0 0 0 0 0,0 0 0 0 0,1 0 1 0 0,0 1-1 0 0,0-1 0 0 0,3 8 1 0 0,-3-10-14 0 0,1 0 0 0 0,-1 0-1 0 0,1-1 1 0 0,-1 1 0 0 0,1 0 0 0 0,0-1 0 0 0,0 1 0 0 0,1-1 0 0 0,-1 0 0 0 0,0 0 0 0 0,1 1 0 0 0,-1-1 0 0 0,1-1 0 0 0,0 1 0 0 0,-1 0 0 0 0,1-1 0 0 0,0 1-1 0 0,0-1 1 0 0,0 0 0 0 0,0 0 0 0 0,0 0 0 0 0,1-1 0 0 0,-1 1 0 0 0,3 0 0 0 0,5-2-74 0 0,0 1 1 0 0,0-1-1 0 0,0-1 0 0 0,0 0 1 0 0,-1 0-1 0 0,1-1 0 0 0,-1 0 1 0 0,0-1-1 0 0,0 0 0 0 0,0-1 1 0 0,16-10-1 0 0,-9 5 0 0 0,0-2 0 0 0,-1 0 0 0 0,0-1 0 0 0,-1 0 0 0 0,17-20 0 0 0,-31 32 214 0 0,9-7 346 0 0,-4 5-69 0 0,-4 23-432 0 0,-2-17 47 0 0,1 1-1 0 0,-1-1 0 0 0,0 1 0 0 0,1-1 0 0 0,0 1 0 0 0,0-1 1 0 0,0 0-1 0 0,0 1 0 0 0,0-1 0 0 0,1 0 0 0 0,-1 0 0 0 0,1 0 1 0 0,0 0-1 0 0,0 0 0 0 0,0 0 0 0 0,0-1 0 0 0,1 1 0 0 0,-1 0 0 0 0,1-1 1 0 0,0 0-1 0 0,-1 0 0 0 0,1 0 0 0 0,0 0 0 0 0,0 0 0 0 0,0-1 1 0 0,1 1-1 0 0,-1-1 0 0 0,0 0 0 0 0,0 0 0 0 0,1 0 0 0 0,-1 0 0 0 0,1 0 1 0 0,-1-1-1 0 0,1 0 0 0 0,-1 1 0 0 0,1-1 0 0 0,-1-1 0 0 0,1 1 1 0 0,-1 0-1 0 0,1-1 0 0 0,-1 0 0 0 0,0 0 0 0 0,1 0 0 0 0,4-2 0 0 0,18-12-179 0 0,-1-1-1 0 0,-1 0 0 0 0,32-29 1 0 0,-54 44 154 0 0,7-2-101 0 0,-8 2 131 0 0,-1 1 0 0 0,1 0 0 0 0,-1 0 0 0 0,1-1 0 0 0,-1 1 0 0 0,1 0 0 0 0,-1 0 0 0 0,1 0 0 0 0,-1 0 0 0 0,1 0 1 0 0,-1 0-1 0 0,1 0 0 0 0,0 0 0 0 0,-1 0 0 0 0,1 0 0 0 0,-1 0 0 0 0,1 0 0 0 0,-1 0 0 0 0,1 0 0 0 0,-1 0 0 0 0,1 0 0 0 0,-1 1 1 0 0,1-1-1 0 0,-1 0 0 0 0,1 0 0 0 0,-1 1 0 0 0,1-1 0 0 0,-1 0 0 0 0,1 1 0 0 0,-1-1 0 0 0,0 0 0 0 0,1 1 0 0 0,-1-1 1 0 0,0 1-1 0 0,1 0 0 0 0,9 8-26 0 0,1-1 0 0 0,0 0 1 0 0,0 0-1 0 0,1-1 1 0 0,0-1-1 0 0,0 0 0 0 0,14 5 1 0 0,-19-9-4 0 0,0 0 0 0 0,0 0 1 0 0,0-1-1 0 0,1 0 0 0 0,-1 0 0 0 0,0-1 1 0 0,0 0-1 0 0,1 0 0 0 0,-1-1 0 0 0,0 0 1 0 0,1 0-1 0 0,-1-1 0 0 0,0 0 0 0 0,0 0 1 0 0,8-4-1 0 0,-6 2-48 0 0,-1-1 1 0 0,1 0-1 0 0,-1-1 1 0 0,0 0-1 0 0,-1 0 1 0 0,1-1-1 0 0,-1 0 1 0 0,-1 0-1 0 0,1 0 0 0 0,-1-1 1 0 0,9-16-1 0 0,26-29-270 0 0,-39 51 340 0 0,-1 0-1 0 0,1 1 1 0 0,0 0-1 0 0,-1-1 1 0 0,1 1 0 0 0,0 0-1 0 0,0 0 1 0 0,0 0 0 0 0,0 0-1 0 0,0 0 1 0 0,0 0 0 0 0,0 0-1 0 0,0 1 1 0 0,0-1 0 0 0,0 1-1 0 0,0-1 1 0 0,0 1 0 0 0,1 0-1 0 0,-1 0 1 0 0,3 0 0 0 0,-1 1-3 0 0,0 0 1 0 0,0 0-1 0 0,1 0 0 0 0,-1 1 1 0 0,0-1-1 0 0,0 1 1 0 0,-1 0-1 0 0,1 0 1 0 0,6 5-1 0 0,0 1-5 0 0,0 1 1 0 0,0 0-1 0 0,-1 0 1 0 0,-1 1-1 0 0,1 0 1 0 0,6 11-1 0 0,-11-15 13 0 0,-1 0 0 0 0,0 0 0 0 0,0 0 0 0 0,0 1 0 0 0,-1-1 0 0 0,4 13 0 0 0,-6-18 14 0 0,0 1 0 0 0,1-1 0 0 0,-1 1 0 0 0,0-1 0 0 0,0 1 0 0 0,0 0 0 0 0,0-1 0 0 0,0 1 0 0 0,0-1 0 0 0,-1 1 0 0 0,1-1 0 0 0,0 1 0 0 0,-1-1 0 0 0,1 1 0 0 0,-1-1 0 0 0,0 1 0 0 0,1-1 0 0 0,-1 0 0 0 0,0 1 0 0 0,0-1 0 0 0,0 0-1 0 0,0 0 1 0 0,0 0 0 0 0,0 0 0 0 0,0 1 0 0 0,0-1 0 0 0,0-1 0 0 0,-1 1 0 0 0,1 0 0 0 0,0 0 0 0 0,-1 0 0 0 0,-2 0 0 0 0,3 0 157 0 0,-7-5-44 0 0,7 3-110 0 0,0 1-1 0 0,0 0 1 0 0,0 0-1 0 0,0-1 1 0 0,0 1 0 0 0,0-1-1 0 0,0 1 1 0 0,0-1-1 0 0,0 1 1 0 0,0-1 0 0 0,0 0-1 0 0,0 1 1 0 0,0-1 0 0 0,1 0-1 0 0,-1 0 1 0 0,0 0-1 0 0,0 1 1 0 0,1-1 0 0 0,-1 0-1 0 0,1 0 1 0 0,-2-2 0 0 0,2 0-8 0 0,1 0 0 0 0,-1 1 0 0 0,0-1 0 0 0,1 0 0 0 0,-1 1 0 0 0,1-1 0 0 0,0 0 0 0 0,0 1 0 0 0,0-1 0 0 0,0 1 0 0 0,0-1 1 0 0,1 1-1 0 0,-1 0 0 0 0,1-1 0 0 0,-1 1 0 0 0,1 0 0 0 0,0 0 0 0 0,0 0 0 0 0,0 0 0 0 0,0 1 0 0 0,0-1 0 0 0,0 0 0 0 0,1 1 1 0 0,-1 0-1 0 0,1-1 0 0 0,-1 1 0 0 0,3-1 0 0 0,-1 0-9 0 0,1 0 0 0 0,-1 1 0 0 0,0-1-1 0 0,0 1 1 0 0,1 0 0 0 0,-1 0 0 0 0,1 1 0 0 0,-1-1 0 0 0,1 1 0 0 0,-1 0 0 0 0,1 0 0 0 0,-1 1 0 0 0,1-1-1 0 0,-1 1 1 0 0,6 1 0 0 0,0 3 0 0 0,-1 0 0 0 0,-1 0 0 0 0,1 0-1 0 0,-1 1 1 0 0,0 1 0 0 0,0-1 0 0 0,-1 1 0 0 0,0 1 0 0 0,0-1-1 0 0,10 15 1 0 0,-17-21-58 0 0,0 0 0 0 0,0 0-1 0 0,0 0 1 0 0,0 0 0 0 0,0 0-1 0 0,0 0 1 0 0,0 0 0 0 0,-1 0-1 0 0,1 0 1 0 0,0 0 0 0 0,-1 0-1 0 0,1 0 1 0 0,0 0 0 0 0,-1 0-1 0 0,1 0 1 0 0,-1 0 0 0 0,0 0-1 0 0,1 0 1 0 0,-1 0 0 0 0,0 0-1 0 0,-7 4-4100 0 0,-13-2 2015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5:39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62 560 0 0,'9'-16'5143'0'0,"6"-20"1034"0"0,-6 26-9671 0 0,-7 14 320 0 0,11 17 242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5:39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1 476 0 0,'0'0'2846'0'0,"13"44"1074"0"0,-12-39-3651 0 0,-1-1-84 0 0,1 0 0 0 0,0 0 0 0 0,0 0 0 0 0,1 0 0 0 0,-1 0 0 0 0,1 0 0 0 0,-1 0 0 0 0,1-1 0 0 0,1 1 0 0 0,-1 0 0 0 0,0-1 0 0 0,1 0 0 0 0,0 1 0 0 0,0-1 1 0 0,5 5-1 0 0,-6-8 81 0 0,42-16 200 0 0,-41 12-453 0 0,1 1 1 0 0,1-1 0 0 0,-1 1-1 0 0,0 0 1 0 0,1 0-1 0 0,0 1 1 0 0,0-1 0 0 0,-1 1-1 0 0,2 0 1 0 0,-1 0 0 0 0,0 1-1 0 0,0-1 1 0 0,0 1-1 0 0,1 0 1 0 0,-1 1 0 0 0,0-1-1 0 0,1 1 1 0 0,-1 0-1 0 0,1 1 1 0 0,9 1 0 0 0,73 2-86 0 0,-86-4 214 0 0,28 2 3651 0 0,-21 1-4800 0 0,3 14-6816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5:40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297 58 728 0 0,'-4'-5'662'0'0,"1"1"0"0"0,-1 0 0 0 0,0 0 0 0 0,0 0-1 0 0,-1 0 1 0 0,1 1 0 0 0,-1-1 0 0 0,0 1 0 0 0,-9-4 0 0 0,8 4-274 0 0,0 1-1 0 0,0-1 1 0 0,0 2 0 0 0,-1-1 0 0 0,1 0 0 0 0,0 1 0 0 0,-1 0-1 0 0,1 1 1 0 0,-1 0 0 0 0,0 0 0 0 0,1 0 0 0 0,-1 1 0 0 0,-10 2 0 0 0,15-3-344 0 0,1 1 0 0 0,-1 0 0 0 0,0 0 0 0 0,1 0 0 0 0,-1 0 0 0 0,1 0 0 0 0,-1 0 0 0 0,1 1 0 0 0,0-1 1 0 0,-1 0-1 0 0,1 1 0 0 0,0-1 0 0 0,0 1 0 0 0,0 0 0 0 0,0-1 0 0 0,0 1 0 0 0,1 0 0 0 0,-1-1 0 0 0,0 1 1 0 0,1 0-1 0 0,-1 0 0 0 0,1-1 0 0 0,0 1 0 0 0,-1 0 0 0 0,1 0 0 0 0,0 0 0 0 0,0 0 0 0 0,0 0 0 0 0,1 3 1 0 0,10 60 222 0 0,-9-57-202 0 0,4 15-44 0 0,1 4-67 0 0,0 0 0 0 0,-2 1 0 0 0,1 28 0 0 0,-6-55 50 0 0,0 0 0 0 0,0 0 0 0 0,0-1 0 0 0,0 1 1 0 0,-1 0-1 0 0,1 0 0 0 0,0 0 0 0 0,0 0 0 0 0,-1 0 1 0 0,1 0-1 0 0,0 0 0 0 0,-1 0 0 0 0,1 0 1 0 0,-1 0-1 0 0,1-1 0 0 0,-1 1 0 0 0,0 0 0 0 0,1 0 1 0 0,-1-1-1 0 0,0 1 0 0 0,1 0 0 0 0,-1-1 0 0 0,0 1 1 0 0,0-1-1 0 0,0 1 0 0 0,-1 0 0 0 0,-29 3 347 0 0,-30-18 407 0 0,59 13-734 0 0,-35-15 352 0 0,36 15-473 0 0,-1 0 1 0 0,1 1 0 0 0,0-1-1 0 0,0 0 1 0 0,0 0-1 0 0,0 0 1 0 0,0 0-1 0 0,0 0 1 0 0,0 0-1 0 0,0-1 1 0 0,0 1-1 0 0,1 0 1 0 0,-1 0-1 0 0,0-1 1 0 0,1 1 0 0 0,-1 0-1 0 0,1-1 1 0 0,-1 1-1 0 0,1-1 1 0 0,-1-2-1 0 0,3 1-332 0 0,0 0-1 0 0,0 1 0 0 0,0-1 0 0 0,0 0 1 0 0,0 1-1 0 0,1-1 0 0 0,-1 1 1 0 0,1 0-1 0 0,-1 0 0 0 0,1 0 0 0 0,0 0 1 0 0,0 0-1 0 0,0 0 0 0 0,3-1 0 0 0,-1 1-1070 0 0,14-10-1827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5:41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32 580 0 0,'3'-19'4670'0'0,"-5"7"2693"0"0,-13 33-7084 0 0,2 1 1 0 0,0 0-1 0 0,2 1 0 0 0,0 0 0 0 0,-9 33 0 0 0,15-40-219 0 0,0 1-1 0 0,1 0 0 0 0,1 0 0 0 0,1 0 1 0 0,0 1-1 0 0,1-1 0 0 0,1 0 0 0 0,1 1 0 0 0,2 18 1 0 0,-2-31-75 0 0,0-1 1 0 0,0 1-1 0 0,0-1 1 0 0,1 0-1 0 0,-1 0 1 0 0,1 0 0 0 0,0 0-1 0 0,0 0 1 0 0,1 0-1 0 0,-1 0 1 0 0,1-1-1 0 0,0 1 1 0 0,0-1-1 0 0,0 0 1 0 0,0 1-1 0 0,1-2 1 0 0,-1 1 0 0 0,1 0-1 0 0,-1-1 1 0 0,1 1-1 0 0,5 1 1 0 0,-3-2-5 0 0,1 0 0 0 0,-1 0 0 0 0,1-1-1 0 0,0 0 1 0 0,-1 0 0 0 0,1-1 0 0 0,0 0 0 0 0,0 0 0 0 0,-1 0 0 0 0,1-1 0 0 0,0 0 0 0 0,-1 0 0 0 0,12-5 0 0 0,3-1-20 0 0,-1-1 1 0 0,-1-1-1 0 0,30-19 1 0 0,-46 27 16 0 0,-1 0-1 0 0,0 0 1 0 0,0 0 0 0 0,0 0-1 0 0,0 1 1 0 0,1-1-1 0 0,-1 1 1 0 0,0 0 0 0 0,1-1-1 0 0,-1 1 1 0 0,0 0 0 0 0,1 0-1 0 0,-1 1 1 0 0,0-1 0 0 0,0 0-1 0 0,1 1 1 0 0,-1-1-1 0 0,0 1 1 0 0,0 0 0 0 0,0 0-1 0 0,0 0 1 0 0,1 0 0 0 0,-1 0-1 0 0,-1 0 1 0 0,1 1 0 0 0,4 2-1 0 0,27 12-312 0 0,-23-14 351 0 0,1-1 0 0 0,-1 0 0 0 0,0 0 0 0 0,1-1 1 0 0,-1-1-1 0 0,0 0 0 0 0,1 0 0 0 0,-1-1 0 0 0,0 0 0 0 0,0-1 1 0 0,0 0-1 0 0,-1-1 0 0 0,15-7 0 0 0,-22 10 142 0 0,-1 1-133 0 0,0 1 0 0 0,0-1 0 0 0,0 0 0 0 0,-1 0 0 0 0,1 0 0 0 0,0 1-1 0 0,0-1 1 0 0,0 1 0 0 0,-1-1 0 0 0,1 0 0 0 0,0 1 0 0 0,-1-1 0 0 0,1 1 0 0 0,0 0 0 0 0,-1-1 0 0 0,1 1 0 0 0,0 0 0 0 0,-1-1 0 0 0,1 1 0 0 0,-1 0 0 0 0,1-1 0 0 0,-1 1 0 0 0,0 0 0 0 0,1 0 0 0 0,-1 0 0 0 0,0-1 0 0 0,0 1 0 0 0,1 0 0 0 0,-1 1 0 0 0,3 41 166 0 0,-15 46-67 0 0,-7 0 125 0 0,-22 98 438 0 0,41-186-489 0 0,-2 2 182 0 0,3-3-338 0 0,-1 0 0 0 0,0 1 0 0 0,0-1 0 0 0,0 0 0 0 0,0 0 0 0 0,0 1 0 0 0,-1-1 0 0 0,1 0 0 0 0,0 0 0 0 0,0 0 0 0 0,0 1 0 0 0,0-1 0 0 0,0 0 0 0 0,0 0 0 0 0,0 0 0 0 0,0 1 0 0 0,0-1 0 0 0,0 0 0 0 0,-1 0 0 0 0,1 0 0 0 0,0 0 0 0 0,0 1 1 0 0,0-1-1 0 0,0 0 0 0 0,-1 0 0 0 0,1 0 0 0 0,0 0 0 0 0,0 0 0 0 0,0 0 0 0 0,0 1 0 0 0,-1-1 0 0 0,1 0 0 0 0,0 0 0 0 0,0 0 0 0 0,-1 0 0 0 0,1 0 0 0 0,0 0 0 0 0,0 0 0 0 0,0 0 0 0 0,-1 0 0 0 0,1 0 0 0 0,0 0 0 0 0,0 0 0 0 0,0 0 0 0 0,-1 0 0 0 0,1 0 0 0 0,0 0 0 0 0,0 0 0 0 0,0-1 0 0 0,-1 1 0 0 0,1 0 0 0 0,-2-2 8 0 0,0-1-1 0 0,0 1 1 0 0,0-1-1 0 0,0 0 0 0 0,0 1 1 0 0,1-1-1 0 0,-1 0 1 0 0,1 0-1 0 0,0 0 0 0 0,0 0 1 0 0,0 0-1 0 0,0 0 1 0 0,1 0-1 0 0,-1-1 0 0 0,1 1 1 0 0,0-5-1 0 0,0-1 16 0 0,1 0 0 0 0,0 0 0 0 0,0 0 0 0 0,1 0 0 0 0,6-16 0 0 0,2-1-46 0 0,2 0-1 0 0,0 1 1 0 0,18-25-1 0 0,-13 23-53 0 0,2 1 0 0 0,0 1 0 0 0,30-30 0 0 0,-43 48 9 0 0,1 1-1 0 0,0-1 1 0 0,0 1 0 0 0,1 1-1 0 0,0 0 1 0 0,0 0 0 0 0,0 0-1 0 0,0 1 1 0 0,1 0 0 0 0,0 0-1 0 0,0 1 1 0 0,0 0-1 0 0,0 1 1 0 0,0 0 0 0 0,15-1-1 0 0,-22 3 14 0 0,1 1 0 0 0,0-1-1 0 0,0 0 1 0 0,0 1-1 0 0,-1 0 1 0 0,1 0 0 0 0,0 0-1 0 0,-1 0 1 0 0,1 0 0 0 0,-1 0-1 0 0,1 1 1 0 0,-1-1-1 0 0,0 1 1 0 0,1 0 0 0 0,-1-1-1 0 0,0 1 1 0 0,0 0-1 0 0,0 0 1 0 0,0 0 0 0 0,-1 1-1 0 0,1-1 1 0 0,-1 0-1 0 0,3 5 1 0 0,-2-3 14 0 0,0 0-1 0 0,-1-1 1 0 0,1 1 0 0 0,-1 0-1 0 0,0 0 1 0 0,0 0 0 0 0,-1 0-1 0 0,1 1 1 0 0,-1-1 0 0 0,0 0-1 0 0,0 0 1 0 0,0 0 0 0 0,0 0-1 0 0,-2 6 1 0 0,1-9-19 0 0,0 1 0 0 0,0 0 0 0 0,0 0 0 0 0,0 0 1 0 0,-1-1-1 0 0,1 1 0 0 0,-1-1 0 0 0,1 1 0 0 0,-1-1 0 0 0,1 0 0 0 0,-1 1 0 0 0,0-1 0 0 0,0 0 0 0 0,1 0 0 0 0,-1 0 1 0 0,0 0-1 0 0,0-1 0 0 0,0 1 0 0 0,0 0 0 0 0,-4 0 0 0 0,-41 6-1213 0 0,44-7 1125 0 0,-55 1-3014 0 0,18-10-3738 0 0,20 1 2872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5:41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1172 0 0,'0'0'1276'0'0,"11"-5"936"0"0,6-1-1263 0 0,0-1-89 0 0,-2 1-84 0 0,2 3-80 0 0,7 1-124 0 0,-4 0-200 0 0,2 2-260 0 0,-6 0-280 0 0,4 2-348 0 0,-7 2-872 0 0,2-3-1501 0 0,-3 1 665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5:43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307 170 632 0 0,'3'-33'2792'0'0,"-3"14"-970"0"0,0 0 0 0 0,-1 0 0 0 0,-5-32 0 0 0,3 32-386 0 0,3 16-663 0 0,-1 1-393 0 0,1 2-368 0 0,0 0-1 0 0,0 0 1 0 0,0 0 0 0 0,0 0-1 0 0,0-1 1 0 0,0 1-1 0 0,0 0 1 0 0,0 0 0 0 0,0 0-1 0 0,0 0 1 0 0,0-1 0 0 0,0 1-1 0 0,0 0 1 0 0,0 0-1 0 0,0 0 1 0 0,0 0 0 0 0,0-1-1 0 0,0 1 1 0 0,0 0 0 0 0,0 0-1 0 0,-1 0 1 0 0,1 0-1 0 0,0 0 1 0 0,0-1 0 0 0,0 1-1 0 0,0 0 1 0 0,0 0 0 0 0,0 0-1 0 0,0 0 1 0 0,-1 0-1 0 0,1 0 1 0 0,0 0 0 0 0,0 0-1 0 0,0 0 1 0 0,0-1 0 0 0,0 1-1 0 0,-1 0 1 0 0,1 0-1 0 0,0 0 1 0 0,0 0 0 0 0,0 0-1 0 0,0 0 1 0 0,-1 0 0 0 0,1 0-1 0 0,0 0 1 0 0,0 0-1 0 0,0 0 1 0 0,0 0 0 0 0,-1 0-1 0 0,1 0 1 0 0,0 0 0 0 0,0 0-1 0 0,0 1 1 0 0,0-1-1 0 0,0 0 1 0 0,-1 0 0 0 0,1 0-1 0 0,-11 17 89 0 0,0 1 0 0 0,2 0 0 0 0,0 0 0 0 0,1 1-1 0 0,-8 25 1 0 0,-23 110 184 0 0,23-86-145 0 0,-2 24 127 0 0,-8 115 0 0 0,8-56 257 0 0,12-102-447 0 0,-10 60 670 0 0,13-97-1040 0 0,0-1 0 0 0,0 0 0 0 0,-1-1 0 0 0,-1 1 0 0 0,0-1 0 0 0,0 0 0 0 0,-9 13 0 0 0,12-21 9 0 0,1 0 0 0 0,-1 0 0 0 0,0-1 0 0 0,0 1 0 0 0,0 0-1 0 0,0-1 1 0 0,0 1 0 0 0,-1-1 0 0 0,1 0 0 0 0,0 0 0 0 0,-4 1 0 0 0,-14 3-4988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5:44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1 314 512 0 0,'0'0'4328'0'0,"8"-1"-3831"0"0,548-62 2523 0 0,-393 34-2322 0 0,226-72 1 0 0,-377 98-504 0 0,0-2 1 0 0,0 1 0 0 0,-1-2 0 0 0,16-8 0 0 0,-24 11-17 0 0,1 1 0 0 0,-1-1 1 0 0,1 0-1 0 0,-1 1 0 0 0,0-2 0 0 0,0 1 1 0 0,-1 0-1 0 0,1-1 0 0 0,-1 1 1 0 0,1-1-1 0 0,-1 0 0 0 0,0 1 0 0 0,-1-1 1 0 0,1 0-1 0 0,1-8 0 0 0,-2 10 269 0 0,-4-5-169 0 0,3 7-251 0 0,1-1 0 0 0,-2 0 0 0 0,1 0-1 0 0,0 1 1 0 0,0-1 0 0 0,0 0 0 0 0,0 0 0 0 0,0 1 0 0 0,0-1 0 0 0,-1 0 0 0 0,1 1 0 0 0,0-1-1 0 0,-1 0 1 0 0,1 1 0 0 0,0-1 0 0 0,-1 0 0 0 0,1 1 0 0 0,-1-1 0 0 0,1 1 0 0 0,-1-1 0 0 0,1 1-1 0 0,-1-1 1 0 0,0 1 0 0 0,1-1 0 0 0,-1 1 0 0 0,1 0 0 0 0,-2-1 0 0 0,-3 1-13 0 0,1 1 1 0 0,0 0 0 0 0,0 1-1 0 0,0-1 1 0 0,-1 1-1 0 0,1 0 1 0 0,1 0 0 0 0,-1 0-1 0 0,0 0 1 0 0,0 1-1 0 0,1-1 1 0 0,0 1 0 0 0,-1 0-1 0 0,-3 5 1 0 0,-48 55 18 0 0,42-46-14 0 0,0 1-22 0 0,0 0-1 0 0,-16 36 0 0 0,8-16-37 0 0,21-37 36 0 0,0-1 5 0 0,0 0 0 0 0,0 0-1 0 0,0 0 1 0 0,1 0 0 0 0,-1 0 0 0 0,0 0-1 0 0,0 0 1 0 0,0 0 0 0 0,0 0-1 0 0,1 1 1 0 0,-1-1 0 0 0,0 0-1 0 0,0 0 1 0 0,0 0 0 0 0,0 0-1 0 0,1 0 1 0 0,-1 0 0 0 0,0 0-1 0 0,0 0 1 0 0,0 0 0 0 0,0 1-1 0 0,0-1 1 0 0,1 0 0 0 0,-1 0 0 0 0,0 0-1 0 0,0 0 1 0 0,0 0 0 0 0,0 1-1 0 0,0-1 1 0 0,0 0 0 0 0,0 0-1 0 0,0 0 1 0 0,0 0 0 0 0,0 1-1 0 0,0-1 1 0 0,0 0 0 0 0,0 0-1 0 0,0 0 1 0 0,0 1 0 0 0,0-1 0 0 0,0 0-1 0 0,0 0 1 0 0,0 0 0 0 0,0 0-1 0 0,0 1 1 0 0,0-1 0 0 0,0 0-1 0 0,0 0 1 0 0,0 0 0 0 0,0 0-1 0 0,0 1 1 0 0,0-1 0 0 0,0 0-1 0 0,0 0 1 0 0,-1 0 0 0 0,1 0-1 0 0,0 0 1 0 0,0 1 0 0 0,0-1 0 0 0,0 0-1 0 0,0 0 1 0 0,-1 0 0 0 0,1 0-1 0 0,0 0 1 0 0,0 0 0 0 0,0 0-1 0 0,0 0 1 0 0,-1 0 0 0 0,1 0-1 0 0,18-4-49 0 0,-1-2 0 0 0,0-1 0 0 0,27-13 0 0 0,41-17-242 0 0,-77 35 234 0 0,0 0 1 0 0,0 0 0 0 0,-1 1 0 0 0,1 0 0 0 0,0 0 0 0 0,0 1-1 0 0,0 0 1 0 0,0 1 0 0 0,13 1 0 0 0,35 13-396 0 0,-49-12 457 0 0,1 0 1 0 0,0 0-1 0 0,0-1 0 0 0,0 0 0 0 0,1-1 1 0 0,-1 1-1 0 0,0-2 0 0 0,1 1 0 0 0,-1-1 1 0 0,0 0-1 0 0,1-1 0 0 0,-1 0 0 0 0,0-1 1 0 0,0 1-1 0 0,0-1 0 0 0,13-6 0 0 0,-7 1 141 0 0,-1-1-1 0 0,0-1 0 0 0,0 0 1 0 0,-1-1-1 0 0,13-13 0 0 0,21-17-1675 0 0,-39 35 1 0 0,1-1-1 0 0,0 1 1 0 0,0 0-1 0 0,12-4 1 0 0,-10 6-1663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5:44.5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9 1404 0 0,'0'0'156'0'0,"0"0"-1"0"0,0-1 0 0 0,0 1 1 0 0,0 0-1 0 0,0-1 1 0 0,0 1-1 0 0,0 0 1 0 0,0 0-1 0 0,0-1 1 0 0,0 1-1 0 0,0 0 1 0 0,0-1-1 0 0,0 1 0 0 0,0 0 1 0 0,0 0-1 0 0,0-1 1 0 0,1 1-1 0 0,-1 0 1 0 0,0-1-1 0 0,0 1 1 0 0,0 0-1 0 0,0 0 1 0 0,0-1-1 0 0,1 1 0 0 0,-1 0 1 0 0,0 0-1 0 0,0 0 1 0 0,1-1-1 0 0,-1 1 1 0 0,0 0-1 0 0,0 0 1 0 0,1 0-1 0 0,-1 0 1 0 0,0 0-1 0 0,0-1 0 0 0,1 1 1 0 0,-1 0-1 0 0,0 0 1 0 0,0 0-1 0 0,1 0 1 0 0,-1 0-1 0 0,0 0 1 0 0,1 0-1 0 0,-1 0 1 0 0,0 0-1 0 0,1 0 0 0 0,-1 0 1 0 0,1 0-1 0 0,11 16 1420 0 0,7 26-1401 0 0,-13-19 108 0 0,-1 0-1 0 0,-1 1 0 0 0,-1-1 1 0 0,0 1-1 0 0,-2 27 1 0 0,-2-28-158 0 0,-2-1 1 0 0,0 0-1 0 0,-1 1 1 0 0,-1-1-1 0 0,-2-1 1 0 0,0 1-1 0 0,-1-1 1 0 0,-1 0-1 0 0,-12 20 1 0 0,16-32 26 0 0,0-1 0 0 0,0 0 0 0 0,-1 0 0 0 0,-1 0 0 0 0,0-1-1 0 0,0 0 1 0 0,0 0 0 0 0,0 0 0 0 0,-12 6 0 0 0,16-11-37 0 0,-1 0-1 0 0,1 0 0 0 0,-1 0 1 0 0,1 0-1 0 0,-1-1 0 0 0,0 1 1 0 0,0-1-1 0 0,0 0 1 0 0,0 0-1 0 0,0-1 0 0 0,0 1 1 0 0,0-1-1 0 0,0 0 0 0 0,0 0 1 0 0,0 0-1 0 0,0-1 1 0 0,0 1-1 0 0,0-1 0 0 0,0 0 1 0 0,0 0-1 0 0,0-1 0 0 0,0 1 1 0 0,1-1-1 0 0,-1 1 1 0 0,-6-5-1 0 0,6 2 5 0 0,0 1-1 0 0,0 0 1 0 0,0-1 0 0 0,0 0-1 0 0,1 0 1 0 0,0 0 0 0 0,0 0-1 0 0,0-1 1 0 0,0 1 0 0 0,1-1-1 0 0,-1 0 1 0 0,1 0-1 0 0,0 0 1 0 0,1 0 0 0 0,-1 0-1 0 0,1 0 1 0 0,-1-10 0 0 0,2 11-236 0 0,-1 0 0 0 0,1 0 1 0 0,0 0-1 0 0,0 1 1 0 0,1-1-1 0 0,-1 0 0 0 0,1 0 1 0 0,0 0-1 0 0,0 0 0 0 0,0 0 1 0 0,1 1-1 0 0,-1-1 1 0 0,1 0-1 0 0,0 1 0 0 0,0-1 1 0 0,0 1-1 0 0,1 0 0 0 0,-1 0 1 0 0,1 0-1 0 0,-1 0 0 0 0,1 0 1 0 0,0 1-1 0 0,6-5 1 0 0,-6 5-327 0 0,0 1 0 0 0,0 0 0 0 0,0-1 1 0 0,0 1-1 0 0,0 1 0 0 0,0-1 0 0 0,1 0 1 0 0,5 0-1 0 0,6-1-2560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5:44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23 112 68 0 0,'-20'-86'10142'0'0,"20"84"-9264"0"0,-2-13 627 0 0,2 6-1425 0 0,4 9-1495 0 0,6 15 916 0 0,6 8-1232 0 0,-3-8-2559 0 0,-2-4 1624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5:45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44 0 0,'34'-3'10420'0'0,"10"1"-5306"0"0,203-2-4212 0 0,-235 4-1655 0 0,0 1 0 0 0,0 1 0 0 0,19 4 0 0 0,-26-1-715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5:45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1 772 0 0,'27'16'3890'0'0,"268"-8"4914"0"0,-292-8-8671 0 0,-2 1-363 0 0,5 0 1111 0 0,-30 4-9829 0 0,18-4 5966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5:47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22 199 360 0 0,'0'0'965'0'0,"-20"-39"6022"0"0,19 38-6404 0 0,2-3-395 0 0,0 1-1 0 0,0-1 0 0 0,0 0 0 0 0,1 0 1 0 0,-1 1-1 0 0,1-1 0 0 0,0 1 0 0 0,0-1 1 0 0,0 1-1 0 0,1 0 0 0 0,-1 0 0 0 0,1 0 1 0 0,0 0-1 0 0,0 1 0 0 0,0-1 0 0 0,0 1 1 0 0,0-1-1 0 0,0 1 0 0 0,1 0 0 0 0,-1 0 1 0 0,1 1-1 0 0,5-3 0 0 0,15-6-138 0 0,0 0 0 0 0,28-6 0 0 0,-45 14 99 0 0,40-13 44 0 0,59-15 64 0 0,-97 28-244 0 0,0 0 1 0 0,1 1-1 0 0,-1 0 0 0 0,1 1 1 0 0,-1 0-1 0 0,1 0 0 0 0,-1 1 1 0 0,17 4-1 0 0,-22-5-21 0 0,-1 1 1 0 0,0 0-1 0 0,0 1 0 0 0,1-1 0 0 0,-1 1 1 0 0,0-1-1 0 0,0 1 0 0 0,0 0 1 0 0,-1 0-1 0 0,1 0 0 0 0,0 0 1 0 0,-1 1-1 0 0,1-1 0 0 0,-1 1 0 0 0,0-1 1 0 0,0 1-1 0 0,0 0 0 0 0,0 0 1 0 0,0 0-1 0 0,2 5 0 0 0,-3-3-6 0 0,0 0 0 0 0,0 1 0 0 0,0-1 0 0 0,-1 1-1 0 0,1-1 1 0 0,-1 0 0 0 0,-1 1 0 0 0,1-1 0 0 0,-1 1-1 0 0,0-1 1 0 0,-3 10 0 0 0,-3 5-22 0 0,0-2 0 0 0,-2 1 0 0 0,0-1 1 0 0,-1 0-1 0 0,-24 31 0 0 0,12-21 7 0 0,-1 0 1 0 0,-2-2-1 0 0,0-1 0 0 0,-2-1 1 0 0,-1-2-1 0 0,0 0 0 0 0,-34 18 1 0 0,-2 7 31 0 0,63-46 132 0 0,7 0-70 0 0,15 1-10 0 0,0-2 1 0 0,0-1 0 0 0,0 0-1 0 0,0-1 1 0 0,38-10 0 0 0,-7 2-8 0 0,96-12-188 0 0,-26 4-2421 0 0,-43 5-3172 0 0,-52 8 2711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5:48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23 240 0 0,'9'-14'5115'0'0,"-9"13"-4918"0"0,0 1-1 0 0,0 0 1 0 0,0-1 0 0 0,0 1 0 0 0,0-1-1 0 0,1 1 1 0 0,-1 0 0 0 0,0-1-1 0 0,0 1 1 0 0,0 0 0 0 0,0-1-1 0 0,1 1 1 0 0,-1 0 0 0 0,0 0 0 0 0,0-1-1 0 0,1 1 1 0 0,-1 0 0 0 0,0 0-1 0 0,0-1 1 0 0,1 1 0 0 0,-1 0 0 0 0,0 0-1 0 0,1 0 1 0 0,-1-1 0 0 0,0 1-1 0 0,1 0 1 0 0,-1 0 0 0 0,0 0-1 0 0,1 0 1 0 0,-1 0 0 0 0,0 0 0 0 0,1 0-1 0 0,-1 0 1 0 0,1 0 0 0 0,-1 0-1 0 0,0 0 1 0 0,1 0 0 0 0,-1 0-1 0 0,0 0 1 0 0,1 0 0 0 0,3 17 69 0 0,-1 1 1 0 0,0-1-1 0 0,-1 1 0 0 0,-1 0 0 0 0,-3 31 1 0 0,3 21 187 0 0,-1-56-472 0 0,3 27 413 0 0,-4 50 0 0 0,1-82-637 0 0,0-1 0 0 0,-1 0 0 0 0,-1 1 0 0 0,1-1 0 0 0,-1 0 0 0 0,-1 0 0 0 0,1 0 0 0 0,-2 0 0 0 0,1 0 0 0 0,-1-1 0 0 0,0 1 0 0 0,-8 11 0 0 0,9-16-416 0 0,-9 8-167 0 0,0-5-5130 0 0,-4-1 2771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5:48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1 124 748 0 0,'0'0'2538'0'0,"5"-1"-2031"0"0,53-9 528 0 0,0 3 0 0 0,90 0 1 0 0,-26 2-416 0 0,613-57 1846 0 0,-681 66-2231 0 0,-54-3-233 0 0,1 0 0 0 0,0 0-1 0 0,-1 0 1 0 0,1 0 0 0 0,-1 0-1 0 0,1 1 1 0 0,-1-1 0 0 0,1 0-1 0 0,-1 0 1 0 0,0 0-1 0 0,0 0 1 0 0,0 0 0 0 0,1 1-1 0 0,-1-1 1 0 0,0 0 0 0 0,-1 0-1 0 0,1 0 1 0 0,0 1 0 0 0,0-1-1 0 0,0 0 1 0 0,-1 0 0 0 0,1 0-1 0 0,-1 2 1 0 0,0 9 11 0 0,2-7-1 0 0,0 0 1 0 0,0 0-1 0 0,0-1 0 0 0,1 1 1 0 0,0 0-1 0 0,0-1 0 0 0,0 1 1 0 0,4 6-1 0 0,-4-10 22 0 0,-1 1 0 0 0,0-1 0 0 0,1 1 0 0 0,-1-1 0 0 0,1 0 0 0 0,-1 0 0 0 0,1 0 1 0 0,0 0-1 0 0,-1 0 0 0 0,1 0 0 0 0,0 0 0 0 0,0 0 0 0 0,0-1 0 0 0,0 1 0 0 0,0-1 0 0 0,-1 1 0 0 0,1-1 0 0 0,0 0 0 0 0,0 0 0 0 0,0 0 0 0 0,0 0 0 0 0,0 0 1 0 0,0 0-1 0 0,3-1 0 0 0,-4 1 244 0 0,1 0-227 0 0,-1 0 0 0 0,0-1 0 0 0,0 1 0 0 0,0 0 0 0 0,0-1 0 0 0,1 1 0 0 0,-1-1 0 0 0,0 1 0 0 0,0-1 0 0 0,0 1 0 0 0,0-1 0 0 0,0 0 0 0 0,0 1 0 0 0,0-1 0 0 0,-1 0-1 0 0,1 0 1 0 0,0 0 0 0 0,0 0 0 0 0,0 0 0 0 0,-1 0 0 0 0,1 0 0 0 0,-1 0 0 0 0,1 0 0 0 0,0 0 0 0 0,-1 0 0 0 0,0 0 0 0 0,1 0 0 0 0,-1-1 0 0 0,0 1 0 0 0,0 0 0 0 0,1 0 0 0 0,-1 0 0 0 0,0-1-1 0 0,0 1 1 0 0,0 0 0 0 0,-1 0 0 0 0,1 0 0 0 0,0-1 0 0 0,-1 0 0 0 0,1-4 76 0 0,-1 1-1 0 0,0-1 1 0 0,0 1 0 0 0,-1 0-1 0 0,1-1 1 0 0,-5-8 0 0 0,3 10-117 0 0,1-1 1 0 0,-1 1 0 0 0,0 0-1 0 0,-1 1 1 0 0,1-1 0 0 0,-1 1-1 0 0,1-1 1 0 0,-1 1 0 0 0,0 0-1 0 0,0 0 1 0 0,-1 1-1 0 0,1-1 1 0 0,-1 1 0 0 0,1 0-1 0 0,-1 0 1 0 0,1 0 0 0 0,-1 1-1 0 0,0 0 1 0 0,0 0 0 0 0,0 0-1 0 0,0 0 1 0 0,-6 1 0 0 0,5 0-513 0 0,0 1 0 0 0,1-1 1 0 0,-1 1-1 0 0,0 0 0 0 0,0 1 1 0 0,1 0-1 0 0,-1 0 1 0 0,1 0-1 0 0,0 0 0 0 0,-1 1 1 0 0,-7 5-1 0 0,5-3-2778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5:49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0 127 352 0 0,'3'-3'438'0'0,"0"0"0"0"0,0-1 0 0 0,0 2-1 0 0,1-1 1 0 0,-1 0 0 0 0,1 1 0 0 0,-1-1 0 0 0,1 1-1 0 0,0 0 1 0 0,0 0 0 0 0,6-1 0 0 0,51-16 2182 0 0,-54 17-2228 0 0,4-1-117 0 0,-1 1 0 0 0,1 0 1 0 0,0 1-1 0 0,-1 0 0 0 0,1 0 0 0 0,0 1 0 0 0,-1 1 0 0 0,1 0 0 0 0,0 0 1 0 0,-1 1-1 0 0,1 1 0 0 0,19 6 0 0 0,-24-6-198 0 0,0 0 1 0 0,0 0-1 0 0,0 1 0 0 0,0 0 1 0 0,-1 0-1 0 0,1 0 0 0 0,-1 0 1 0 0,0 1-1 0 0,0 0 0 0 0,-1 0 0 0 0,1 0 1 0 0,-1 1-1 0 0,0-1 0 0 0,-1 1 1 0 0,0 0-1 0 0,1 0 0 0 0,-2 1 1 0 0,1-1-1 0 0,-1 0 0 0 0,3 14 1 0 0,-5-17-52 0 0,0 1 1 0 0,0 0 0 0 0,0 0-1 0 0,0-1 1 0 0,-1 1 0 0 0,0 0 0 0 0,0-1-1 0 0,0 1 1 0 0,0-1 0 0 0,0 1-1 0 0,-1-1 1 0 0,1 0 0 0 0,-1 1 0 0 0,0-1-1 0 0,0 0 1 0 0,0 0 0 0 0,0 0 0 0 0,-1-1-1 0 0,1 1 1 0 0,-1 0 0 0 0,0-1-1 0 0,0 0 1 0 0,0 1 0 0 0,0-1 0 0 0,0 0-1 0 0,0-1 1 0 0,-7 4 0 0 0,8-5 74 0 0,2 1-98 0 0,0-1 0 0 0,-1 0 0 0 0,1 0 0 0 0,0 0 0 0 0,-1 1 1 0 0,1-1-1 0 0,-1 0 0 0 0,1 0 0 0 0,0 0 0 0 0,-1 0 0 0 0,1 0 0 0 0,-1 0 0 0 0,1 0 0 0 0,0 0 0 0 0,-1 0 0 0 0,1 0 0 0 0,-1 0 1 0 0,1 0-1 0 0,-1 0 0 0 0,1 0 0 0 0,0 0 0 0 0,-1 0 0 0 0,1-1 0 0 0,-1 1 0 0 0,1 0 0 0 0,0 0 0 0 0,-1 0 0 0 0,1-1 0 0 0,0 1 1 0 0,-1 0-1 0 0,1 0 0 0 0,0-1 0 0 0,-1 1 0 0 0,1 0 0 0 0,-1-1 0 0 0,-3-18 86 0 0,6-16-15 0 0,4 24-73 0 0,-1 0 0 0 0,2 1 1 0 0,-1 0-1 0 0,1 0 0 0 0,1 1 0 0 0,-1 0 1 0 0,2 0-1 0 0,10-9 0 0 0,78-56 0 0 0,-90 69-4 0 0,2-2-12 0 0,2 0 1 0 0,-1 1-1 0 0,1 1 1 0 0,0 0-1 0 0,0 0 1 0 0,0 1-1 0 0,0 1 1 0 0,1 0-1 0 0,22-3 1 0 0,-29 5 7 0 0,0 1 1 0 0,-1 0-1 0 0,1 0 1 0 0,-1 0-1 0 0,1 1 1 0 0,-1-1 0 0 0,1 1-1 0 0,-1 0 1 0 0,1 1-1 0 0,-1-1 1 0 0,0 1 0 0 0,1 0-1 0 0,-1 0 1 0 0,0 0-1 0 0,0 0 1 0 0,-1 1-1 0 0,1 0 1 0 0,0-1 0 0 0,-1 1-1 0 0,1 1 1 0 0,-1-1-1 0 0,0 0 1 0 0,0 1-1 0 0,-1 0 1 0 0,1-1 0 0 0,-1 1-1 0 0,0 0 1 0 0,3 7-1 0 0,2 9 81 0 0,0 0-1 0 0,6 37 0 0 0,5 18-2405 0 0,3-28-4314 0 0,-12-33 3349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5:49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1192 0 0,'0'-1'340'0'0,"0"0"1"0"0,0 0-1 0 0,0 0 0 0 0,0 0 0 0 0,0 0 1 0 0,1 0-1 0 0,-1 0 0 0 0,0 0 0 0 0,1 0 1 0 0,-1 0-1 0 0,1 0 0 0 0,-1 0 1 0 0,1 0-1 0 0,-1 0 0 0 0,1 1 0 0 0,0-1 1 0 0,-1 0-1 0 0,1 0 0 0 0,0 0 0 0 0,0 1 1 0 0,0-1-1 0 0,-1 1 0 0 0,1-1 0 0 0,0 0 1 0 0,0 1-1 0 0,0-1 0 0 0,0 1 1 0 0,2-1-1 0 0,-1 1-159 0 0,-1 1-1 0 0,1-1 1 0 0,-1 1 0 0 0,1 0 0 0 0,-1-1 0 0 0,1 1 0 0 0,-1 0 0 0 0,1 0 0 0 0,-1 0-1 0 0,1 0 1 0 0,-1 0 0 0 0,0 0 0 0 0,0 0 0 0 0,0 0 0 0 0,2 3 0 0 0,5 5-25 0 0,-2 1 0 0 0,1-1 0 0 0,-1 1 0 0 0,5 12 0 0 0,38 107 1190 0 0,-43-111-1258 0 0,-1 1 0 0 0,-1 0 0 0 0,0 1 1 0 0,1 36-1 0 0,-5-54-183 0 0,0 1 0 0 0,0-1 0 0 0,0 0 0 0 0,0 0 0 0 0,0 0 0 0 0,-1 0 0 0 0,1 0 0 0 0,-1 0 0 0 0,1 0 0 0 0,-1 0 0 0 0,0 0 0 0 0,0 0 0 0 0,0 0 0 0 0,0 0 0 0 0,0-1 0 0 0,0 1 0 0 0,0 0 0 0 0,0 0 0 0 0,-1-1 0 0 0,1 1 0 0 0,-1-1 0 0 0,1 0 0 0 0,-1 1 0 0 0,0-1 0 0 0,0 0 0 0 0,1 0 0 0 0,-1 0 0 0 0,0 0 0 0 0,0 0-1 0 0,0 0 1 0 0,0-1 0 0 0,0 1 0 0 0,0-1 0 0 0,0 1 0 0 0,0-1 0 0 0,-4 0 0 0 0,-1 0-702 0 0,0 0-1 0 0,0 0 0 0 0,0-1 0 0 0,0 0 0 0 0,0-1 0 0 0,1 1 0 0 0,-1-1 0 0 0,0-1 0 0 0,-11-5 0 0 0,-3-3-2032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5:50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54 672 0 0,'5'-5'316'0'0,"1"0"0"0"0,-1 0-1 0 0,1 0 1 0 0,0 1 0 0 0,0 0-1 0 0,0 0 1 0 0,1 1 0 0 0,-1 0 0 0 0,1 0-1 0 0,0 0 1 0 0,0 1 0 0 0,0 0 0 0 0,0 0-1 0 0,0 1 1 0 0,1 0 0 0 0,-1 0 0 0 0,15 1-1 0 0,3 0-29 0 0,-1 1 0 0 0,1 2 0 0 0,0 0 0 0 0,24 8 0 0 0,-28-6-162 0 0,-1 2 0 0 0,0 1 0 0 0,0 0 0 0 0,0 2 1 0 0,-1 0-1 0 0,-1 1 0 0 0,0 1 0 0 0,0 0 0 0 0,-1 2 0 0 0,26 26 1 0 0,-36-33-96 0 0,1 1 1 0 0,-1 0 0 0 0,-1 1-1 0 0,1 0 1 0 0,-1 0 0 0 0,-1 0 0 0 0,0 1-1 0 0,0-1 1 0 0,-1 1 0 0 0,0 0-1 0 0,-1 1 1 0 0,0-1 0 0 0,0 1 0 0 0,-1-1-1 0 0,-1 1 1 0 0,0 0 0 0 0,0 0-1 0 0,-1-1 1 0 0,0 1 0 0 0,-1 0-1 0 0,0 0 1 0 0,-1 0 0 0 0,-4 13 0 0 0,2-16-16 0 0,0 1 0 0 0,-1 0 0 0 0,0-1 0 0 0,0 0 0 0 0,-1 0 0 0 0,0-1 0 0 0,0 0 0 0 0,-1 0 0 0 0,0 0 0 0 0,0-1 1 0 0,-1 0-1 0 0,0 0 0 0 0,0-1 0 0 0,0 0 0 0 0,0 0 0 0 0,-16 5 0 0 0,-3 2 26 0 0,-1-2-1 0 0,-1-1 1 0 0,0-1-1 0 0,-32 4 1 0 0,-32-1 517 0 0,85-11-468 0 0,0 0 0 0 0,1 0 0 0 0,-1-1 0 0 0,0 0 0 0 0,1 0 0 0 0,-1-1 1 0 0,1 1-1 0 0,0-2 0 0 0,-14-5 0 0 0,20 7-255 0 0,0 1 0 0 0,0-1-1 0 0,0 1 1 0 0,1-1 0 0 0,-1 0 0 0 0,0 0 0 0 0,0 1-1 0 0,1-1 1 0 0,-1 0 0 0 0,1 0 0 0 0,-1 0 0 0 0,1 1-1 0 0,-1-1 1 0 0,1 0 0 0 0,-1 0 0 0 0,1 0 0 0 0,0 0-1 0 0,-1 0 1 0 0,1 0 0 0 0,0 0 0 0 0,0 0 0 0 0,0 0-1 0 0,0 0 1 0 0,0 0 0 0 0,0 0 0 0 0,0 0 0 0 0,0 0-1 0 0,0 0 1 0 0,0 0 0 0 0,0 0 0 0 0,1 0-1 0 0,-1 0 1 0 0,1 0 0 0 0,-1 0 0 0 0,0 0 0 0 0,1 0-1 0 0,-1 0 1 0 0,1 0 0 0 0,0 0 0 0 0,-1 1 0 0 0,2-2-1 0 0,9-10-2513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5:50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57 540 0 0,'-7'21'8826'0'0,"-15"73"-7844"0"0,21-90-931 0 0,-1 1 0 0 0,2 0 0 0 0,-1 0 1 0 0,0 0-1 0 0,1 0 0 0 0,0 0 0 0 0,0 0 1 0 0,0 0-1 0 0,1 0 0 0 0,0 0 0 0 0,0 0 1 0 0,0 0-1 0 0,0 0 0 0 0,1-1 0 0 0,0 1 1 0 0,0 0-1 0 0,0-1 0 0 0,1 0 0 0 0,-1 1 1 0 0,1-1-1 0 0,0 0 0 0 0,0 0 1 0 0,1-1-1 0 0,-1 1 0 0 0,1 0 0 0 0,0-1 1 0 0,0 0-1 0 0,0 0 0 0 0,0 0 0 0 0,6 2 1 0 0,-3-2 65 0 0,0 0 1 0 0,1 0 0 0 0,-1-1 0 0 0,0 0 0 0 0,1-1 0 0 0,0 0 0 0 0,-1 0 0 0 0,1 0 0 0 0,0-1 0 0 0,-1 0 0 0 0,1-1-1 0 0,0 0 1 0 0,-1 0 0 0 0,1 0 0 0 0,-1-1 0 0 0,1 0 0 0 0,-1-1 0 0 0,0 1 0 0 0,11-7 0 0 0,-13 6-8 0 0,1 0 0 0 0,-1-1 0 0 0,0 1 0 0 0,0-1 0 0 0,0-1 1 0 0,0 1-1 0 0,0-1 0 0 0,-1 0 0 0 0,0 0 0 0 0,0 0 0 0 0,-1 0 1 0 0,1-1-1 0 0,-1 1 0 0 0,0-1 0 0 0,0 0 0 0 0,-1 0 0 0 0,2-7 1 0 0,-3 9-89 0 0,0-1 0 0 0,-1 0 0 0 0,1 1-1 0 0,-1-1 1 0 0,0 0 0 0 0,0 0 0 0 0,-1 1 0 0 0,0-1 0 0 0,1 0 0 0 0,-2 1 0 0 0,1-1 0 0 0,0 1 0 0 0,-1-1 0 0 0,0 1 0 0 0,0 0 0 0 0,0 0 0 0 0,0 0 0 0 0,-1 0 0 0 0,0 0 0 0 0,0 0 0 0 0,0 1 0 0 0,0-1 0 0 0,0 1 0 0 0,-7-5 0 0 0,-1-1-190 0 0,-2 1 0 0 0,1 1 0 0 0,-1-1 1 0 0,0 2-1 0 0,-1 0 0 0 0,1 1 0 0 0,-1 0 0 0 0,0 1 1 0 0,-18-3-1 0 0,-23-2-2106 0 0,-61-2 0 0 0,40 5-1553 0 0,-5-2 17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5:53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10 534 732 0 0,'-10'-6'8176'0'0,"71"-47"-7359"0"0,-30 27-503 0 0,-1-2-1 0 0,27-31 0 0 0,-48 47-263 0 0,0 0-1 0 0,0-1 1 0 0,-1 0 0 0 0,0 0-1 0 0,-1-1 1 0 0,-1 0-1 0 0,0 0 1 0 0,-1-1-1 0 0,3-16 1 0 0,-5 13-13 0 0,0-1 0 0 0,-1 1 1 0 0,-2 0-1 0 0,1-1 0 0 0,-2 1 0 0 0,-1 0 0 0 0,0-1 1 0 0,-7-23-1 0 0,9 40-36 0 0,-5-17-59 0 0,3 24-43 0 0,-1 12 103 0 0,-7 28-31 0 0,-7 74-1 0 0,8-47 24 0 0,-15 151 31 0 0,15-114 47 0 0,-36 165-1 0 0,41-259-315 0 0,-23 75-24 0 0,25-85-234 0 0,0 1 0 0 0,-1 0-1 0 0,1-1 1 0 0,-2 1 0 0 0,1-1-1 0 0,0 0 1 0 0,-1 0 0 0 0,0 0-1 0 0,0-1 1 0 0,-1 1 0 0 0,1-1-1 0 0,-8 5 1 0 0,-2-2-1975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5:54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1 297 584 0 0,'0'0'2621'0'0,"7"-1"-2098"0"0,237-31 2078 0 0,-129 12-1751 0 0,142-43 0 0 0,-221 53-671 0 0,64-23 321 0 0,-92 29-300 0 0,0 1 1 0 0,1-1-1 0 0,-1-1 1 0 0,-1 0 0 0 0,1 0-1 0 0,-1 0 1 0 0,0-1-1 0 0,12-12 1 0 0,-17 15-11 0 0,1-1 0 0 0,-1 1 0 0 0,0-1 0 0 0,1 0 0 0 0,-2 0 0 0 0,1 0 1 0 0,0 0-1 0 0,-1 0 0 0 0,0 0 0 0 0,1-7 0 0 0,-1 9 257 0 0,-3 3-445 0 0,0 0 1 0 0,0 0 0 0 0,0 0 0 0 0,0 0 0 0 0,0 0 0 0 0,1 0 0 0 0,-1 1 0 0 0,1-1 0 0 0,-1 1 0 0 0,1-1 0 0 0,-1 1 0 0 0,0 1-1 0 0,0-1 4 0 0,-3 4-4 0 0,0 1 0 0 0,0 0 0 0 0,0 0-1 0 0,1 0 1 0 0,0 1 0 0 0,1-1 0 0 0,0 1 0 0 0,0 0 0 0 0,0 0 0 0 0,1 0 0 0 0,-2 13 0 0 0,3-14-43 0 0,0-3 25 0 0,-3 21-220 0 0,4-25 231 0 0,0 1 0 0 0,0-1 0 0 0,0 1-1 0 0,1-1 1 0 0,-1 1 0 0 0,0-1 0 0 0,0 1 0 0 0,0-1-1 0 0,1 1 1 0 0,-1-1 0 0 0,0 1 0 0 0,1-1 0 0 0,-1 1-1 0 0,0-1 1 0 0,1 1 0 0 0,-1-1 0 0 0,0 0 0 0 0,1 1-1 0 0,-1-1 1 0 0,1 0 0 0 0,-1 1 0 0 0,1-1 0 0 0,-1 0-1 0 0,0 0 1 0 0,1 1 0 0 0,0-1 0 0 0,-1 0 0 0 0,1 0-1 0 0,-1 0 1 0 0,1 0 0 0 0,-1 0 0 0 0,1 0 0 0 0,-1 0-1 0 0,1 0 1 0 0,-1 0 0 0 0,2 0 0 0 0,0 0-28 0 0,3-1-12 0 0,64-34-219 0 0,-57 28 174 0 0,0 0 0 0 0,1 0 0 0 0,0 1 0 0 0,1 1 0 0 0,0 0 0 0 0,-1 1 0 0 0,16-3 0 0 0,-26 7 30 0 0,0-1 36 0 0,0 1 0 0 0,1 0 1 0 0,-1 0-1 0 0,1 1 0 0 0,-1-1 0 0 0,0 1 0 0 0,0 0 0 0 0,1 0 0 0 0,-1 0 0 0 0,0 0 0 0 0,0 0 0 0 0,5 3 0 0 0,-5-2 37 0 0,0 0 0 0 0,1-1 0 0 0,-1 1 0 0 0,1-1-1 0 0,-1 0 1 0 0,1 0 0 0 0,-1 0 0 0 0,1 0 0 0 0,0-1 0 0 0,-1 0 0 0 0,1 1 0 0 0,0-1 0 0 0,-1-1-1 0 0,6 0 1 0 0,0-3 127 0 0,1 0-1 0 0,-1-1 0 0 0,0 0 0 0 0,-1-1 0 0 0,0 0 0 0 0,0 0 1 0 0,0-1-1 0 0,0 0 0 0 0,8-11 0 0 0,28-23-1403 0 0,-39 36 313 0 0,1 1 0 0 0,-1 1 0 0 0,1-1 0 0 0,0 1 0 0 0,0 0 0 0 0,11-4-1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5:55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28 652 0 0,'-8'-17'4218'0'0,"3"7"-2087"0"0,7 10-2035 0 0,22 43-3979 0 0,-20-33 2073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5:54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11 224 0 0,'0'0'1288'0'0,"-5"-11"8362"0"0,1 19-9454 0 0,0 0-1 0 0,0 0 0 0 0,1 0 1 0 0,0 0-1 0 0,0 1 0 0 0,1-1 1 0 0,0 1-1 0 0,1 0 0 0 0,0 0 1 0 0,0 12-1 0 0,0-14-187 0 0,1-1 0 0 0,0 1-1 0 0,1-1 1 0 0,-1 1 0 0 0,1-1 0 0 0,1 1 0 0 0,-1-1 0 0 0,1 0 0 0 0,0 1-1 0 0,1-1 1 0 0,-1 0 0 0 0,1-1 0 0 0,1 1 0 0 0,-1 0 0 0 0,8 9 0 0 0,-10-14-225 0 0,1 0 1 0 0,-1 0-1 0 0,0 0 1 0 0,1-1-1 0 0,-1 1 1 0 0,0 0-1 0 0,1-1 1 0 0,-1 1-1 0 0,1-1 1 0 0,-1 1-1 0 0,1-1 1 0 0,-1 1-1 0 0,1-1 1 0 0,-1 0-1 0 0,1 0 1 0 0,-1 0-1 0 0,1 0 1 0 0,3-1-1 0 0,1 1-3768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5:55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35 668 0 0,'9'6'6516'0'0,"8"-5"-3920"0"0,24-9-2109 0 0,-30 5 354 0 0,65-10 3 0 0,-1 4-1 0 0,115 0 1 0 0,-159 14-2923 0 0,-21 2-3858 0 0,-6-1 2774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5: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1 580 0 0,'0'0'165'0'0,"0"0"-1"0"0,0 1 1 0 0,-1-1 0 0 0,1 0 0 0 0,0 1-1 0 0,0-1 1 0 0,0 0 0 0 0,0 1-1 0 0,-1-1 1 0 0,1 0 0 0 0,0 1-1 0 0,0-1 1 0 0,0 0 0 0 0,0 1 0 0 0,0-1-1 0 0,0 1 1 0 0,0-1 0 0 0,0 0-1 0 0,0 1 1 0 0,0-1 0 0 0,0 0 0 0 0,1 1-1 0 0,-1-1 1 0 0,0 0 0 0 0,0 1-1 0 0,0-1 1 0 0,0 0 0 0 0,0 1-1 0 0,1-1 1 0 0,-1 0 0 0 0,0 1 0 0 0,0-1-1 0 0,1 0 1 0 0,-1 0 0 0 0,0 1-1 0 0,0-1 1 0 0,1 0 0 0 0,-1 0-1 0 0,0 0 1 0 0,1 1 0 0 0,-1-1 0 0 0,1 0-1 0 0,23 6 2198 0 0,29-6-1394 0 0,-51 0-580 0 0,23-1-74 0 0,1 2 0 0 0,36 6 0 0 0,-39-4-2352 0 0,-17 4-1759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5:57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31 4 0 0,'3'-19'5289'0'0,"2"8"3406"0"0,2 38-8430 0 0,-1 0 0 0 0,-2 1 0 0 0,0 0 0 0 0,-2 0 0 0 0,-2 0 0 0 0,0 0 0 0 0,-6 39 0 0 0,5-59-284 0 0,-1 0 0 0 0,0-1 0 0 0,0 1 1 0 0,-7 13-1 0 0,-2 7-2115 0 0,6 2-6402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5:57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90 12109 0 0,'11'-18'464'0'0,"0"1"0"0"0,14-33 0 0 0,-25 48-249 0 0,1 3-201 0 0,-1-1 0 0 0,0 0 1 0 0,0 0-1 0 0,0 0 0 0 0,0 0 1 0 0,0 0-1 0 0,0 0 0 0 0,0 1 0 0 0,1-1 1 0 0,-1 0-1 0 0,0 0 0 0 0,0 0 0 0 0,0 0 1 0 0,0 0-1 0 0,0 0 0 0 0,1 0 1 0 0,-1 0-1 0 0,0 0 0 0 0,0 0 0 0 0,0 0 1 0 0,0 0-1 0 0,1 0 0 0 0,-1 0 0 0 0,0 0 1 0 0,0 0-1 0 0,0 0 0 0 0,0 0 1 0 0,1 0-1 0 0,-1 0 0 0 0,0 0 0 0 0,0 0 1 0 0,0 0-1 0 0,0 0 0 0 0,0 0 0 0 0,1 0 1 0 0,-1 0-1 0 0,0 0 0 0 0,0 0 1 0 0,0 0-1 0 0,0 0 0 0 0,0-1 0 0 0,1 1 1 0 0,-1 0-1 0 0,0 0 0 0 0,0 0 0 0 0,0 0 1 0 0,0 0-1 0 0,0-1 0 0 0,0 1 1 0 0,0 0-1 0 0,0 0 0 0 0,0 0 0 0 0,0 0 1 0 0,1 0-1 0 0,-1-1 0 0 0,0 1 0 0 0,0 0 1 0 0,0 0-1 0 0,0 0 0 0 0,0 0 1 0 0,0-1-1 0 0,0 1 0 0 0,0 0 0 0 0,6 40 265 0 0,-1 1 0 0 0,-2 0 0 0 0,-2 0 0 0 0,-2 1 0 0 0,-1-1 0 0 0,-2 0 0 0 0,-2-1 0 0 0,-15 54 0 0 0,3-56-1643 0 0,4-23-1403 0 0,-3-9-4660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5:58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0 116 444 0 0,'0'0'5765'0'0,"9"1"-5347"0"0,83 4 853 0 0,154-10 0 0 0,101-30-27 0 0,-280 27-1005 0 0,116-14 630 0 0,-183 22-866 0 0,1 0 0 0 0,0 0 0 0 0,-1 0 0 0 0,1 0 0 0 0,0 0 0 0 0,-1 0 0 0 0,1 0 1 0 0,0 0-1 0 0,-1 1 0 0 0,1-1 0 0 0,0 0 0 0 0,-1 0 0 0 0,1 0 0 0 0,-1 1 0 0 0,1-1 0 0 0,0 0 0 0 0,-1 1 0 0 0,1-1 0 0 0,-1 1 0 0 0,1-1 0 0 0,-1 1 0 0 0,1-1 0 0 0,-1 1 1 0 0,0-1-1 0 0,1 1 0 0 0,-1-1 0 0 0,1 1 0 0 0,-1 0 0 0 0,0-1 0 0 0,0 1 0 0 0,1-1 0 0 0,-1 1 0 0 0,0 0 0 0 0,0-1 0 0 0,0 2 0 0 0,0 26 53 0 0,-1-17-39 0 0,1-9-12 0 0,0 0 82 0 0,6 14-164 0 0,-6-16 107 0 0,1 1 1 0 0,-1-1-1 0 0,0 0 0 0 0,0 1 0 0 0,0-1 0 0 0,0 0 1 0 0,0 1-1 0 0,0-1 0 0 0,1 0 0 0 0,-1 0 0 0 0,0 1 1 0 0,0-1-1 0 0,0 0 0 0 0,1 0 0 0 0,-1 1 0 0 0,0-1 0 0 0,0 0 1 0 0,1 0-1 0 0,-1 0 0 0 0,0 1 0 0 0,1-1 0 0 0,-1 0 1 0 0,0 0-1 0 0,0 0 0 0 0,1 0 0 0 0,-1 0 0 0 0,0 0 1 0 0,1 0-1 0 0,-1 0 0 0 0,0 0 0 0 0,1 0 0 0 0,-1 0 1 0 0,0 0-1 0 0,1 0 0 0 0,-1 0 0 0 0,0 0 0 0 0,1 0 0 0 0,-1 0 1 0 0,0 0-1 0 0,1 0 0 0 0,-1 0 0 0 0,0 0 0 0 0,0-1 1 0 0,1 1-1 0 0,-1 0 0 0 0,0 0 0 0 0,1 0 0 0 0,-1-1 1 0 0,2-1 56 0 0,0 0 0 0 0,-1-1 0 0 0,1 1 0 0 0,-1 0 0 0 0,1-1 0 0 0,-1 1 0 0 0,0-1 0 0 0,0 0 1 0 0,0 1-1 0 0,0-1 0 0 0,0 0 0 0 0,-1 0 0 0 0,1 0 0 0 0,-1 1 0 0 0,0-1 0 0 0,0 0 1 0 0,0 0-1 0 0,0 0 0 0 0,-1 0 0 0 0,1 1 0 0 0,-1-1 0 0 0,1 0 0 0 0,-3-5 0 0 0,2 4-69 0 0,-1 1 0 0 0,0-1 0 0 0,1 1-1 0 0,-1-1 1 0 0,0 1 0 0 0,-1 0 0 0 0,1 0 0 0 0,-1 0-1 0 0,1 0 1 0 0,-1 0 0 0 0,0 0 0 0 0,0 1-1 0 0,0-1 1 0 0,0 1 0 0 0,-1 0 0 0 0,1 0-1 0 0,-1 0 1 0 0,1 0 0 0 0,-7-1 0 0 0,8 2-188 0 0,-1 1 0 0 0,1-1 0 0 0,0 1 1 0 0,-1-1-1 0 0,1 1 0 0 0,-1 0 0 0 0,1 0 1 0 0,0 0-1 0 0,-1 1 0 0 0,1-1 0 0 0,0 0 1 0 0,-1 1-1 0 0,1 0 0 0 0,-4 1 0 0 0,-19 11-5029 0 0,19-10 3219 0 0,0 1-1347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5:58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27 156 0 0,'4'-3'426'0'0,"-1"0"1"0"0,0 1-1 0 0,1-1 0 0 0,0 1 0 0 0,0 0 1 0 0,-1 0-1 0 0,1 0 0 0 0,1 1 1 0 0,-1-1-1 0 0,0 1 0 0 0,0 0 0 0 0,0 0 1 0 0,1 1-1 0 0,5-1 0 0 0,-4 1-141 0 0,0 1-1 0 0,1-1 1 0 0,-1 1-1 0 0,0 0 0 0 0,0 1 1 0 0,0 0-1 0 0,-1 0 1 0 0,1 0-1 0 0,7 4 0 0 0,-3 0-100 0 0,-1 0 0 0 0,0 0 0 0 0,0 0 0 0 0,-1 1 0 0 0,0 0-1 0 0,0 1 1 0 0,-1 0 0 0 0,0 0 0 0 0,0 1 0 0 0,-1 0 0 0 0,7 11-1 0 0,-12-17-147 0 0,0 0-1 0 0,0-1 1 0 0,0 1 0 0 0,-1 0-1 0 0,1 0 1 0 0,-1 0-1 0 0,0-1 1 0 0,0 1-1 0 0,0 0 1 0 0,0 0-1 0 0,0 0 1 0 0,0 0-1 0 0,-1-1 1 0 0,0 1-1 0 0,1 0 1 0 0,-1 0 0 0 0,0-1-1 0 0,0 1 1 0 0,0 0-1 0 0,-1-1 1 0 0,1 1-1 0 0,-3 1 1 0 0,2 0 23 0 0,0-1 0 0 0,-1 1 0 0 0,1-1 0 0 0,-1 0 0 0 0,0 0 0 0 0,0-1 0 0 0,0 1 0 0 0,0 0 0 0 0,-1-1 0 0 0,1 0 0 0 0,-1 0 0 0 0,1 0 0 0 0,-8 3 0 0 0,9-5 96 0 0,-1 1 63 0 0,3-1-209 0 0,0 0-1 0 0,-1 0 1 0 0,1 0 0 0 0,0 0-1 0 0,0 0 1 0 0,0 1 0 0 0,0-1-1 0 0,-1 0 1 0 0,1 0-1 0 0,0 0 1 0 0,0 0 0 0 0,0 0-1 0 0,0 0 1 0 0,-1 0 0 0 0,1 0-1 0 0,0 0 1 0 0,0 0 0 0 0,0 0-1 0 0,-1 0 1 0 0,1 0 0 0 0,0 0-1 0 0,0 0 1 0 0,0 0 0 0 0,-1 0-1 0 0,1 0 1 0 0,0 0-1 0 0,0 0 1 0 0,0-1 0 0 0,0 1-1 0 0,-1 0 1 0 0,1 0 0 0 0,0 0-1 0 0,0 0 1 0 0,0 0 0 0 0,0 0-1 0 0,0-1 1 0 0,-1 1 0 0 0,1 0-1 0 0,0 0 1 0 0,0 0-1 0 0,0 0 1 0 0,0 0 0 0 0,0-1-1 0 0,0 1 1 0 0,0 0 0 0 0,0 0-1 0 0,0-1 1 0 0,0-3 3 0 0,0 0 0 0 0,1 0 0 0 0,0 0 0 0 0,0 0 0 0 0,0 0 0 0 0,0 0 0 0 0,0 1-1 0 0,1-1 1 0 0,0 0 0 0 0,0 0 0 0 0,0 1 0 0 0,0 0 0 0 0,0-1 0 0 0,1 1 0 0 0,0 0 0 0 0,0 0 0 0 0,-1 0 0 0 0,2 0 0 0 0,3-3 0 0 0,71-54 2 0 0,-61 48-4 0 0,1 1 0 0 0,0 0 0 0 0,1 2 0 0 0,0 0 0 0 0,0 1 0 0 0,40-10 0 0 0,-56 18 1 0 0,0-1 0 0 0,-1 1 0 0 0,1 0 0 0 0,0 0 0 0 0,0 0 0 0 0,-1 0 0 0 0,1 0 0 0 0,0 1 0 0 0,-1-1 0 0 0,1 1 0 0 0,0 0 0 0 0,-1-1 0 0 0,1 1 0 0 0,-1 0 1 0 0,1 1-1 0 0,-1-1 0 0 0,1 0 0 0 0,-1 1 0 0 0,0-1 0 0 0,0 1 0 0 0,0 0 0 0 0,0 0 0 0 0,0 0 0 0 0,0 0 0 0 0,0 0 0 0 0,-1 0 0 0 0,1 0 0 0 0,-1 1 0 0 0,1-1 0 0 0,-1 1 0 0 0,0-1 0 0 0,0 1 0 0 0,0-1 0 0 0,0 1 0 0 0,-1 0 0 0 0,1-1 0 0 0,-1 1 0 0 0,1 0 0 0 0,-1 3 0 0 0,1 5 38 0 0,0 0-1 0 0,0 0 1 0 0,-1 0 0 0 0,-1 0 0 0 0,0 0 0 0 0,0 0 0 0 0,-1 0 0 0 0,-7 19-1 0 0,-6 3-1169 0 0,13-29 424 0 0,0-1-1 0 0,0 0 0 0 0,0 0 1 0 0,-1 0-1 0 0,1 0 0 0 0,-1 0 0 0 0,-5 5 1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6:03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0 8 0 0,'0'0'6092'0'0,"-12"5"-4562"0"0,12-5-1459 0 0,-1 0-1 0 0,1 0 1 0 0,0 0-1 0 0,0 0 1 0 0,0 0-1 0 0,-1 0 0 0 0,1 0 1 0 0,0 0-1 0 0,0 0 1 0 0,-1 0-1 0 0,1 0 0 0 0,0 0 1 0 0,0 0-1 0 0,-1 1 1 0 0,1-1-1 0 0,0 0 0 0 0,0 0 1 0 0,0 0-1 0 0,-1 0 1 0 0,1 0-1 0 0,0 0 0 0 0,0 1 1 0 0,0-1-1 0 0,0 0 1 0 0,-1 0-1 0 0,1 0 0 0 0,0 0 1 0 0,0 1-1 0 0,0-1 1 0 0,0 0-1 0 0,0 0 0 0 0,-1 0 1 0 0,1 1-1 0 0,0-1 1 0 0,0 0-1 0 0,0 0 0 0 0,0 1 1 0 0,0-1-1 0 0,0 0 1 0 0,0 0-1 0 0,0 1 0 0 0,0-1 1 0 0,0 0-1 0 0,0 0 1 0 0,0 1-1 0 0,0-1 1 0 0,0 0-1 0 0,0 1 0 0 0,19 3 94 0 0,0-1-1 0 0,-1 0 0 0 0,1-2 0 0 0,0 0 0 0 0,0-1 1 0 0,0 0-1 0 0,27-5 0 0 0,38-1 173 0 0,139-6 383 0 0,-195 10-1091 0 0,-18 2-4864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1T05:36:04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304 16 788,'0'0'1121,"4"-10"1454,-4 10-2476,0-1 0,0 1 0,0 0 0,0 0 0,0 0 0,0-1 0,0 1 0,0 0 0,1 0 0,-1 0 0,0-1 0,0 1 0,0 0 0,0 0 0,0 0 0,0 0 0,0-1 0,0 1 0,1 0 0,-1 0 0,0 0 0,0 0 0,0 0 0,0-1 0,1 1 0,-1 0 0,0 0 0,0 0 0,0 0 0,0 0 0,1 0 0,-1 0 0,0 0 0,0 0 0,0 0 0,1 0 0,-1 0 1,0 0-1,0 0 0,0 0 0,1 0 0,-1 0 0,0 0 0,0 0 0,0 0 0,1 0 0,-1 0 0,0 0 0,0 0 0,0 0 0,1 0 0,-1 1 0,0-1 0,0 0 0,0 0 0,6 13 99,-1 1 0,-1 0 1,0-1-1,-1 1 0,-1 1 0,0-1 1,-1 0-1,0 0 0,-1 1 0,-1-1 1,-3 22-1,-6 23 333,-24 81 0,29-122-406,-2 6 34,-1-1-1,-1-1 0,-1 1 1,-1-2-1,0 1 0,-2-2 0,-1 0 1,0 0-1,-1-1 0,-19 17 1,32-34-104,0 0 1,0 0-1,0 0 0,-1 0 1,1 0-1,-1-1 1,1 1-1,-1-1 0,0 0 1,1 0-1,-1 0 0,0 0 1,0 0-1,0-1 1,0 1-1,0-1 0,0 0 1,1 0-1,-1 0 1,0 0-1,0 0 0,0-1 1,0 1-1,0-1 1,0 0-1,0 0 0,1 0 1,-1 0-1,0 0 1,1 0-1,-1-1 0,1 0 1,-1 1-1,-2-4 1,1 2-57,0-1 0,0 0 0,0 0 1,0 0-1,1-1 0,0 1 0,0-1 1,0 0-1,0 0 0,1 0 0,0 0 1,0 0-1,0 0 0,1-1 0,0 1 1,0-1-1,-1-6 0,8-113-3419,7 42-4059,-7 55 3900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1T05:36:04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0 124 368,'12'-35'3198,"-10"27"-2325,0 0 0,1 0-1,0 0 1,0 1 0,1-1 0,8-12 0,-11 18-884,-1 1 0,1 0 0,0-1-1,0 1 1,-1 0 0,1 0 0,0 0 0,0 0 0,0 0 0,1 0 0,-1 0 0,0 0 0,0 0 0,0 0 0,1 0 0,-1 1 0,0-1 0,1 0 0,-1 1 0,1 0 0,-1-1 0,1 1 0,-1 0 0,1-1 0,-1 1 0,1 0 0,-1 0 0,1 0 0,-1 1 0,1-1 0,-1 0 0,1 0 0,-1 1 0,0-1 0,1 1 0,-1-1 0,1 1 0,-1 0 0,0-1 0,0 1 0,1 0 0,-1 0 0,0 0 0,0 0 0,0 0 0,0 0 0,0 0 0,0 1 0,1 1 0,24 29-4999,-16-21 2695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6:04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20 0 0,'0'0'1091'0'0,"4"7"509"0"0,1-6 2794 0 0,57-16-3075 0 0,1 3 0 0 0,1 3 1 0 0,121-1-1 0 0,-168 9-1349 0 0,-7 1-286 0 0,-1-1 0 0 0,0 1 1 0 0,0 1-1 0 0,0 0 0 0 0,0 0 0 0 0,0 1 0 0 0,0 0 1 0 0,0 0-1 0 0,0 1 0 0 0,8 4 0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6:05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38 176 0 0,'0'0'1107'0'0,"-13"-12"8908"0"0,15 48-9498 0 0,-1 1 0 0 0,-2 0 0 0 0,-12 72 0 0 0,6-71-3439 0 0,-24 69 1 0 0,29-99 72 0 0</inkml:trace>
  <inkml:trace contextRef="#ctx0" brushRef="#br0" timeOffset="1">575 28 12737 0 0,'3'-3'214'0'0,"0"0"0"0"0,0 1 0 0 0,0-1 0 0 0,0 1 0 0 0,0 0 0 0 0,0 0 0 0 0,0 0 0 0 0,1 0 0 0 0,-1 0 0 0 0,1 1 0 0 0,4-2 0 0 0,-6 2-32 0 0,16 11 632 0 0,-15-2-663 0 0,1-1-1 0 0,-1 1 1 0 0,-1 0 0 0 0,0 0 0 0 0,0 0-1 0 0,0 0 1 0 0,-1 1 0 0 0,0-1 0 0 0,-1 10-1 0 0,-6 83 397 0 0,1-58-416 0 0,4-28-362 0 0,-2 1-1 0 0,0-2 1 0 0,0 1 0 0 0,-2 0 0 0 0,0-1 0 0 0,0 1 0 0 0,-2-1 0 0 0,1-1 0 0 0,-14 20-1 0 0,7-14-2112 0 0,-1-1 0 0 0,0 0 0 0 0,-18 17-1 0 0,12-16-1480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6:07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7 76 0 0,'-3'-6'9965'0'0,"-17"134"-7560"0"0,13-70-1504 0 0,-17 60 0 0 0,18-86-1167 0 0,4-22-51 0 0,0 0 0 0 0,0 0 0 0 0,-1 0 1 0 0,-5 12-1 0 0,7-20-223 0 0,-1 1 0 0 0,1-1 0 0 0,-1 1 1 0 0,1-1-1 0 0,-1 0 0 0 0,0 0 0 0 0,0 1 0 0 0,0-1 0 0 0,0-1 0 0 0,0 1 1 0 0,0 0-1 0 0,-3 1 0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6:07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19 428 0 0,'12'-4'387'0'0,"0"0"-1"0"0,0 1 1 0 0,1 0 0 0 0,-1 1-1 0 0,0 0 1 0 0,1 1 0 0 0,20 1-1 0 0,87 12 885 0 0,-60-1-973 0 0,-1 2 0 0 0,0 4-1 0 0,-2 1 1 0 0,0 3 0 0 0,-1 3-1 0 0,-1 2 1 0 0,-2 2-1 0 0,0 3 1 0 0,75 58 0 0 0,-112-76-239 0 0,0 0 0 0 0,-1 1 0 0 0,-1 1 0 0 0,0 0 0 0 0,-1 1 0 0 0,-1 1 0 0 0,18 30 0 0 0,-27-42-46 0 0,0 0-1 0 0,-1 1 0 0 0,1-1 1 0 0,-1 1-1 0 0,0-1 0 0 0,-1 1 0 0 0,1 0 1 0 0,-1-1-1 0 0,0 1 0 0 0,-1 0 1 0 0,1 0-1 0 0,-1 0 0 0 0,0 0 1 0 0,-1 0-1 0 0,1 0 0 0 0,-1 0 0 0 0,0-1 1 0 0,-1 1-1 0 0,0 0 0 0 0,1-1 1 0 0,-2 1-1 0 0,1-1 0 0 0,-1 0 0 0 0,1 1 1 0 0,-2-1-1 0 0,1 0 0 0 0,0-1 1 0 0,-1 1-1 0 0,0-1 0 0 0,0 1 1 0 0,-5 3-1 0 0,-8 5 35 0 0,-1 0 0 0 0,-1-2 0 0 0,1 0 0 0 0,-2-1 0 0 0,1-1 0 0 0,-1-1 0 0 0,-1 0 0 0 0,0-2 0 0 0,0 0 0 0 0,0-1-1 0 0,0-2 1 0 0,-22 2 0 0 0,-4-2 39 0 0,1-2 0 0 0,0-2 0 0 0,-1-2 0 0 0,-74-15 0 0 0,66 3-1271 0 0,23-1-3228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6:07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13 224 0 0,'-3'1'5182'0'0,"-11"12"-3129"0"0,-12 22-1466 0 0,23-27-475 0 0,1 0 0 0 0,0 1 0 0 0,0-1 0 0 0,1 1 0 0 0,0-1 0 0 0,1 1 0 0 0,-1-1 0 0 0,2 1 0 0 0,-1 0 0 0 0,1-1 0 0 0,0 1 0 0 0,1-1 0 0 0,0 0 0 0 0,0 1 0 0 0,1-1 0 0 0,0 0 0 0 0,1 0 0 0 0,7 12 0 0 0,-8-15-42 0 0,-1 0-1 0 0,2-1 1 0 0,-1 1-1 0 0,0-1 1 0 0,1 0-1 0 0,0 0 1 0 0,0 0-1 0 0,0 0 1 0 0,0-1-1 0 0,1 0 0 0 0,-1 0 1 0 0,1 0-1 0 0,0 0 1 0 0,0-1-1 0 0,0 0 1 0 0,0 0-1 0 0,0 0 1 0 0,1 0-1 0 0,-1-1 1 0 0,0 0-1 0 0,1 0 1 0 0,-1-1-1 0 0,1 1 1 0 0,-1-1-1 0 0,1-1 0 0 0,-1 1 1 0 0,1-1-1 0 0,-1 1 1 0 0,1-2-1 0 0,5-1 1 0 0,-5 1 26 0 0,-1-1 1 0 0,0 0-1 0 0,1 0 1 0 0,-1 0-1 0 0,0 0 1 0 0,0-1-1 0 0,-1 0 1 0 0,1 0-1 0 0,-1-1 0 0 0,0 1 1 0 0,0-1-1 0 0,-1 0 1 0 0,1 0-1 0 0,-1 0 1 0 0,0 0-1 0 0,0-1 1 0 0,-1 1-1 0 0,1-1 1 0 0,-1 0-1 0 0,-1 1 1 0 0,1-1-1 0 0,-1 0 1 0 0,0 0-1 0 0,0 0 0 0 0,-1 0 1 0 0,0-11-1 0 0,1 11-129 0 0,-1 0 0 0 0,0 0-1 0 0,-1 0 1 0 0,1 0-1 0 0,-1 0 1 0 0,-1 1-1 0 0,1-1 1 0 0,-1 0 0 0 0,0 0-1 0 0,0 1 1 0 0,0-1-1 0 0,-1 1 1 0 0,0 0-1 0 0,0 0 1 0 0,0 0 0 0 0,-1 0-1 0 0,0 0 1 0 0,0 1-1 0 0,0-1 1 0 0,0 1 0 0 0,-1 0-1 0 0,1 0 1 0 0,-1 1-1 0 0,0 0 1 0 0,0-1-1 0 0,-1 2 1 0 0,-6-4 0 0 0,-3 2-755 0 0,-1 0 0 0 0,0 1 0 0 0,-27-1 0 0 0,-21 3-4110 0 0,18 1 1551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6:10.6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82 229 1064 0 0,'0'0'9868'0'0,"0"0"-9839"0"0,0 0 1 0 0,1 0 0 0 0,-1 0 0 0 0,1 0 0 0 0,-1 0 0 0 0,0 0-1 0 0,1 0 1 0 0,-1 0 0 0 0,1 0 0 0 0,-1 0 0 0 0,0 0 0 0 0,1 0-1 0 0,-1 1 1 0 0,0-1 0 0 0,1 0 0 0 0,-1 0 0 0 0,1 0 0 0 0,-1 0-1 0 0,0 1 1 0 0,0-1 0 0 0,1 0 0 0 0,-1 0 0 0 0,0 1-1 0 0,1-1 1 0 0,-1 0 0 0 0,0 1 0 0 0,0-1 0 0 0,1 0 0 0 0,-1 1-1 0 0,-2 38 706 0 0,-10 54 0 0 0,2-21-354 0 0,-1-15 39 0 0,10-55-373 0 0,0 1-141 0 0,2-3 67 0 0,-1 0-1 0 0,0 0 0 0 0,0 0 0 0 0,0 1 1 0 0,0-1-1 0 0,0 0 0 0 0,0 0 0 0 0,0 1 1 0 0,0-1-1 0 0,0 0 0 0 0,0 0 0 0 0,0 0 1 0 0,0 1-1 0 0,0-1 0 0 0,0 0 0 0 0,0 0 1 0 0,0 1-1 0 0,0-1 0 0 0,0 0 0 0 0,-1 0 1 0 0,1 0-1 0 0,0 1 0 0 0,0-1 0 0 0,0 0 1 0 0,0 0-1 0 0,0 0 0 0 0,0 0 0 0 0,-1 1 1 0 0,1-1-1 0 0,0 0 0 0 0,0 0 0 0 0,0 0 1 0 0,0 0-1 0 0,-1 0 0 0 0,1 0 0 0 0,0 1 1 0 0,0-1-1 0 0,0 0 0 0 0,-1 0 0 0 0,1 0 1 0 0,0 0-1 0 0,0 0 0 0 0,-1 0 0 0 0,1 0 1 0 0,0 0-1 0 0,0 0 0 0 0,0 0 0 0 0,-1 0 1 0 0,1 0-1 0 0,0 0 0 0 0,0 0 0 0 0,-1 0 1 0 0,1 0-1 0 0,-8-14-337 0 0,1 0-1 0 0,1-1 1 0 0,0 1 0 0 0,1-1-1 0 0,1-1 1 0 0,0 1 0 0 0,1 0-1 0 0,1-1 1 0 0,-1-23 0 0 0,2 26 384 0 0,2-1 0 0 0,-1 1-1 0 0,2 0 1 0 0,0 0 0 0 0,0-1 0 0 0,1 1 0 0 0,1 1 0 0 0,0-1 0 0 0,1 0 0 0 0,1 1 0 0 0,12-22 0 0 0,-5 18 197 0 0,0 0 0 0 0,1 1 0 0 0,1 0 0 0 0,0 1 0 0 0,1 1 0 0 0,1 1 1 0 0,0 0-1 0 0,1 1 0 0 0,23-11 0 0 0,-39 20-200 0 0,0 1-1 0 0,0 0 1 0 0,1 0-1 0 0,-1 0 1 0 0,0 0-1 0 0,1 0 1 0 0,-1 0-1 0 0,0 1 1 0 0,1-1-1 0 0,-1 1 1 0 0,1 0-1 0 0,-1 0 1 0 0,1 0-1 0 0,0 0 1 0 0,-1 0-1 0 0,1 0 1 0 0,-1 1 0 0 0,0-1-1 0 0,1 1 1 0 0,-1 0-1 0 0,1 0 1 0 0,-1-1-1 0 0,3 3 1 0 0,-3-1-13 0 0,-1 0 0 0 0,1 0 1 0 0,-1 0-1 0 0,0 0 0 0 0,1 0 0 0 0,-1 0 1 0 0,0 0-1 0 0,-1 0 0 0 0,1 1 0 0 0,0-1 1 0 0,0 0-1 0 0,-1 1 0 0 0,0-1 1 0 0,1 0-1 0 0,-1 1 0 0 0,0-1 0 0 0,0 1 1 0 0,0-1-1 0 0,0 0 0 0 0,-1 1 1 0 0,1-1-1 0 0,-2 5 0 0 0,-6 28 17 0 0,4-23-13 0 0,1 1-1 0 0,1-1 1 0 0,0 0-1 0 0,1 0 1 0 0,0 16-1 0 0,2-24-3 0 0,-1 0-1 0 0,1 1 1 0 0,0-1 0 0 0,0 0-1 0 0,0 0 1 0 0,1 0 0 0 0,0 0-1 0 0,0 0 1 0 0,0 0 0 0 0,0-1 0 0 0,0 1-1 0 0,1 0 1 0 0,-1-1 0 0 0,1 0-1 0 0,0 0 1 0 0,0 0 0 0 0,0 0-1 0 0,1 0 1 0 0,4 3 0 0 0,2 1-9 0 0,0 0 0 0 0,0 1 0 0 0,-1 0 0 0 0,0 0 0 0 0,-1 1 0 0 0,0 0 1 0 0,13 20-1 0 0,-19-26 2 0 0,-1-1 0 0 0,1 1 0 0 0,-1 1 1 0 0,0-1-1 0 0,0 0 0 0 0,0 0 0 0 0,0 0 1 0 0,-1 0-1 0 0,0 1 0 0 0,1-1 0 0 0,-1 0 1 0 0,0 1-1 0 0,0-1 0 0 0,-1 0 0 0 0,1 0 1 0 0,-1 1-1 0 0,0-1 0 0 0,1 0 0 0 0,-1 0 1 0 0,-1 0-1 0 0,1 0 0 0 0,0 0 0 0 0,-1 0 0 0 0,0 0 1 0 0,1 0-1 0 0,-1-1 0 0 0,0 1 0 0 0,0 0 1 0 0,-1-1-1 0 0,1 0 0 0 0,-1 0 0 0 0,1 1 1 0 0,-1-1-1 0 0,-3 2 0 0 0,-10 6 71 0 0,-1 0 0 0 0,1-1 0 0 0,-2 0 0 0 0,1-2 0 0 0,-1 0 0 0 0,0-1 0 0 0,-1 0 0 0 0,1-2 0 0 0,-1 0 0 0 0,0-1 0 0 0,0-1 0 0 0,0-1 0 0 0,0-1 0 0 0,-1 0 0 0 0,-19-4 0 0 0,36 4-439 0 0,-20-5-397 0 0,14-5-5870 0 0,6-3 3846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6:11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1 147 1064 0 0,'0'0'3690'0'0,"12"7"-1517"0"0,10-12-1229 0 0,85-27 1684 0 0,-98 28-2471 0 0,0 0 0 0 0,0 0 0 0 0,0 0 0 0 0,-1-1 0 0 0,0 0 0 0 0,0-1 0 0 0,0 0-1 0 0,-1 0 1 0 0,8-8 0 0 0,-14 13-146 0 0,0 0-1 0 0,-1 0 1 0 0,1 1-1 0 0,0-1 1 0 0,0 0-1 0 0,-1 0 0 0 0,1 0 1 0 0,-1 0-1 0 0,1 0 1 0 0,0 0-1 0 0,-1 0 1 0 0,0 0-1 0 0,1-1 1 0 0,-1 1-1 0 0,0 0 0 0 0,1 0 1 0 0,-1 0-1 0 0,0 0 1 0 0,0 0-1 0 0,0-1 1 0 0,0 1-1 0 0,0 0 0 0 0,0 0 1 0 0,-1 0-1 0 0,1 0 1 0 0,0-1-1 0 0,-1 1 1 0 0,1 0-1 0 0,0 0 0 0 0,-1 0 1 0 0,1 0-1 0 0,-1 0 1 0 0,0 0-1 0 0,1 0 1 0 0,-1 0-1 0 0,0 0 1 0 0,1 0-1 0 0,-1 1 0 0 0,0-1 1 0 0,0 0-1 0 0,0 0 1 0 0,0 1-1 0 0,0-1 1 0 0,0 1-1 0 0,0-1 0 0 0,-1 0 1 0 0,-2-1-2 0 0,0 0 1 0 0,0 0-1 0 0,0 1 1 0 0,0 0-1 0 0,0 0 0 0 0,-1 0 1 0 0,1 0-1 0 0,0 0 1 0 0,-1 1-1 0 0,-5 0 0 0 0,6 0-9 0 0,-1 1-1 0 0,0 0 0 0 0,0 0 1 0 0,1 0-1 0 0,-1 0 0 0 0,1 1 1 0 0,-1 0-1 0 0,1 0 0 0 0,-1 0 1 0 0,1 0-1 0 0,0 1 0 0 0,0 0 1 0 0,0-1-1 0 0,1 1 0 0 0,-1 1 1 0 0,1-1-1 0 0,-1 1 0 0 0,1-1 1 0 0,-4 8-1 0 0,5-8 0 0 0,0 1 1 0 0,1 0-1 0 0,-1-1 1 0 0,1 1-1 0 0,0 0 1 0 0,0 0-1 0 0,1 0 1 0 0,-1 0-1 0 0,1 0 1 0 0,0 0-1 0 0,0 0 1 0 0,0 0 0 0 0,0 0-1 0 0,1 0 1 0 0,0 0-1 0 0,0 0 1 0 0,0 0-1 0 0,0 0 1 0 0,0-1-1 0 0,1 1 1 0 0,0 0-1 0 0,-1-1 1 0 0,5 6-1 0 0,-1-2-15 0 0,0 0-1 0 0,0-1 1 0 0,1 0-1 0 0,0 0 1 0 0,0 0-1 0 0,0-1 1 0 0,1 0-1 0 0,-1 0 1 0 0,1-1-1 0 0,1 0 1 0 0,-1 0 0 0 0,13 4-1 0 0,-9-3-3 0 0,2-2-1 0 0,-1 1 1 0 0,0-2-1 0 0,1 0 1 0 0,-1 0-1 0 0,1-1 1 0 0,-1-1 0 0 0,16-1-1 0 0,-17 1 15 0 0,-1-2 0 0 0,1 0 0 0 0,-1 0 0 0 0,0-1-1 0 0,0 0 1 0 0,0 0 0 0 0,0-1 0 0 0,-1-1 0 0 0,18-10 0 0 0,-21 11 15 0 0,-1 0 1 0 0,0 0 0 0 0,0-1-1 0 0,0 0 1 0 0,0 0 0 0 0,-1 0-1 0 0,0 0 1 0 0,0-1-1 0 0,0 0 1 0 0,-1 0 0 0 0,0 0-1 0 0,0 0 1 0 0,0 0 0 0 0,-1-1-1 0 0,3-11 1 0 0,0-35 453 0 0,-5 51-453 0 0,1 8 0 0 0,24 165-30 0 0,-14-116-41 0 0,-3 0-1 0 0,2 101 1 0 0,-10-144 61 0 0,0-1 1 0 0,-1 0-1 0 0,0 1 0 0 0,-1-1 1 0 0,0 0-1 0 0,-1 1 0 0 0,0-2 0 0 0,-1 1 1 0 0,0 0-1 0 0,-1-1 0 0 0,-11 19 0 0 0,15-28 9 0 0,1 0 0 0 0,-1 0 0 0 0,0 0 0 0 0,0 0 0 0 0,0-1 0 0 0,0 1 0 0 0,0 0 0 0 0,-1-1 0 0 0,1 1 0 0 0,0-1 0 0 0,0 1 0 0 0,0-1-1 0 0,0 0 1 0 0,-1 0 0 0 0,1 1 0 0 0,0-1 0 0 0,0 0 0 0 0,-1 0 0 0 0,1 0 0 0 0,0 0 0 0 0,0 0 0 0 0,-1 0 0 0 0,1-1 0 0 0,0 1 0 0 0,0 0-1 0 0,0 0 1 0 0,-1-1 0 0 0,1 1 0 0 0,0-1 0 0 0,0 1 0 0 0,0-1 0 0 0,0 0 0 0 0,0 0 0 0 0,0 1 0 0 0,0-1 0 0 0,0 0 0 0 0,0 0-1 0 0,0 0 1 0 0,0 0 0 0 0,1 0 0 0 0,-1 0 0 0 0,0 0 0 0 0,1 0 0 0 0,-2-2 0 0 0,-1-2-8 0 0,0 1-1 0 0,0-1 1 0 0,0 1-1 0 0,1-1 1 0 0,-1 0-1 0 0,1 0 1 0 0,0-1 0 0 0,1 1-1 0 0,-2-7 1 0 0,3-7-65 0 0,1 1 1 0 0,0-1-1 0 0,2 1 1 0 0,0-1-1 0 0,1 1 1 0 0,1 0-1 0 0,1 0 0 0 0,0 1 1 0 0,1-1-1 0 0,1 2 1 0 0,1-1-1 0 0,0 1 1 0 0,16-21-1 0 0,-13 20 27 0 0,1 1-1 0 0,1 0 1 0 0,0 1-1 0 0,1 0 1 0 0,0 1-1 0 0,2 1 1 0 0,-1 0-1 0 0,1 2 1 0 0,1 0-1 0 0,0 0 1 0 0,37-13-1 0 0,-49 21 82 0 0,1 1 1 0 0,0 0-1 0 0,0 1 0 0 0,0 0 0 0 0,0 0 0 0 0,0 0 0 0 0,0 1 0 0 0,0 0 0 0 0,0 0 0 0 0,0 1 0 0 0,0 0 0 0 0,0 0 1 0 0,0 1-1 0 0,0 0 0 0 0,12 5 0 0 0,-18-7 17 0 0,0 0-63 0 0,0 0 0 0 0,-1 0 1 0 0,1 1-1 0 0,0-1 0 0 0,-1 0 0 0 0,1 0 0 0 0,-1 0 0 0 0,1 1 0 0 0,0-1 0 0 0,-1 0 1 0 0,1 0-1 0 0,-1 1 0 0 0,1-1 0 0 0,-1 0 0 0 0,1 1 0 0 0,-1-1 0 0 0,1 1 0 0 0,-1-1 1 0 0,1 1-1 0 0,-1-1 0 0 0,0 1 0 0 0,1-1 0 0 0,-1 1 0 0 0,0-1 0 0 0,1 1 0 0 0,-1-1 1 0 0,0 1-1 0 0,0 0 0 0 0,0-1 0 0 0,1 1 0 0 0,-1 0 0 0 0,0-1 0 0 0,0 1 1 0 0,0-1-1 0 0,0 1 0 0 0,0 0 0 0 0,0-1 0 0 0,0 1 0 0 0,0 0 0 0 0,-1-1 0 0 0,1 1 1 0 0,0-1-1 0 0,0 1 0 0 0,0 0 0 0 0,-1-1 0 0 0,1 1 0 0 0,0-1 0 0 0,-1 2 0 0 0,-16 28-1623 0 0,16-28 1407 0 0,-11 9-994 0 0,-2-4-3502 0 0,2-3 2134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6:11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78 176 0 0,'0'0'804'0'0,"6"-15"-28"0"0,-3 6-12 0 0,2 3-52 0 0,0-3 536 0 0,-1-4-724 0 0,0 7 453 0 0,5-8-1057 0 0,-3 9-565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6:12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0 212 0 0,'17'52'8602'0'0,"-16"-52"-8504"0"0,1 0-1 0 0,-1 1 0 0 0,0-1 1 0 0,0 0-1 0 0,1 0 1 0 0,-1 1-1 0 0,0-1 1 0 0,1 0-1 0 0,-1 0 0 0 0,0 0 1 0 0,0-1-1 0 0,1 1 1 0 0,-1 0-1 0 0,0 0 1 0 0,2-1-1 0 0,67-36 1305 0 0,-68 36-1309 0 0,-2 1-99 0 0,1-1 1 0 0,-1 1-1 0 0,0-1 0 0 0,1 1 1 0 0,-1-1-1 0 0,1 1 1 0 0,-1 0-1 0 0,0-1 1 0 0,1 1-1 0 0,-1 0 1 0 0,1 0-1 0 0,-1-1 0 0 0,1 1 1 0 0,-1 0-1 0 0,1 0 1 0 0,-1 0-1 0 0,1-1 1 0 0,-1 1-1 0 0,1 0 0 0 0,-1 0 1 0 0,1 0-1 0 0,-1 0 1 0 0,1 0-1 0 0,-1 0 1 0 0,1 0-1 0 0,0 0 1 0 0,-1 0-1 0 0,1 1 0 0 0,-1-1 1 0 0,1 0-1 0 0,-1 0 1 0 0,1 0-1 0 0,-1 0 1 0 0,1 1-1 0 0,-1-1 0 0 0,1 1 1 0 0,24 8-1701 0 0,-23-9 1456 0 0,1 2-633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6:16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414 206 156 0 0,'0'0'785'0'0,"2"-6"638"0"0,1 1 0 0 0,-1-1 0 0 0,0 0 0 0 0,0 0 0 0 0,1-9 1 0 0,-5 13-1366 0 0,0 0 0 0 0,0 0 0 0 0,-1 0 0 0 0,1 0 1 0 0,-1 1-1 0 0,1-1 0 0 0,-1 1 0 0 0,0-1 0 0 0,1 1 1 0 0,-1 0-1 0 0,0 0 0 0 0,0 0 0 0 0,0 1 0 0 0,0-1 1 0 0,0 1-1 0 0,0-1 0 0 0,0 1 0 0 0,0 0 1 0 0,0 0-1 0 0,0 0 0 0 0,0 1 0 0 0,0-1 0 0 0,0 1 1 0 0,-4 1-1 0 0,-15 3 59 0 0,1 1 1 0 0,-28 12-1 0 0,31-11 40 0 0,-6 2-25 0 0,1 1-1 0 0,1 0 1 0 0,0 2 0 0 0,0 1 0 0 0,1 1 0 0 0,-33 27-1 0 0,48-35-115 0 0,1-1-1 0 0,0 1 0 0 0,0 0 0 0 0,0 0 0 0 0,1 0 0 0 0,-1 1 0 0 0,1 0 0 0 0,1 0 0 0 0,0 0 0 0 0,0 0 0 0 0,-3 10 0 0 0,5-12-11 0 0,0 1-1 0 0,1-1 1 0 0,0 1-1 0 0,0 0 0 0 0,0-1 1 0 0,0 1-1 0 0,1-1 1 0 0,0 1-1 0 0,0-1 0 0 0,1 0 1 0 0,-1 1-1 0 0,1-1 0 0 0,0 0 1 0 0,1 0-1 0 0,-1 0 1 0 0,1 0-1 0 0,5 7 0 0 0,0-2 1 0 0,0-1 0 0 0,1 1 0 0 0,0-2 0 0 0,1 1 0 0 0,0-1 0 0 0,0-1 0 0 0,1 1 0 0 0,-1-2 0 0 0,2 0 0 0 0,-1 0 0 0 0,1-1 0 0 0,-1 0 0 0 0,1-1 0 0 0,1 0 0 0 0,-1-1 0 0 0,0-1 0 0 0,1 0 0 0 0,19 1 0 0 0,-1-2-53 0 0,-1-1 0 0 0,0-1 0 0 0,1-2 1 0 0,-1-1-1 0 0,0-1 0 0 0,49-16 0 0 0,-56 14 0 0 0,-1-1-1 0 0,1-2 0 0 0,-2 0 0 0 0,1-1 1 0 0,-2-2-1 0 0,1 0 0 0 0,-2-1 0 0 0,0 0 1 0 0,0-2-1 0 0,16-19 0 0 0,-25 24 46 0 0,0-1 1 0 0,-1 0-1 0 0,0-1 0 0 0,-1 0 1 0 0,-1-1-1 0 0,0 1 0 0 0,-1-1 1 0 0,0-1-1 0 0,-1 1 0 0 0,-1-1 1 0 0,0 0-1 0 0,-1 0 0 0 0,-1 0 0 0 0,0 0 1 0 0,-1 0-1 0 0,-1-29 0 0 0,-2 3 192 0 0,3 30-68 0 0,-1-1 0 0 0,-1 1-1 0 0,0-1 1 0 0,-1 1 0 0 0,0 0 0 0 0,-4-12-1 0 0,5 21-68 0 0,1-2 5 0 0,0-2-49 0 0,-2 7 20 0 0,-19 53 30 0 0,2 1 0 0 0,-18 89 0 0 0,-3 12 36 0 0,35-141-11 0 0,1 1 0 0 0,1-1 0 0 0,-4 31 0 0 0,10-46-82 0 0,0-1 0 0 0,-1 0-1 0 0,1 0 1 0 0,0 0 0 0 0,0 0 0 0 0,-1 0 0 0 0,1-1 0 0 0,0 1 0 0 0,-1-1 0 0 0,4-2 0 0 0,-4 2-4 0 0,9-7-16 0 0,1 0 0 0 0,-1 1 0 0 0,2 1 0 0 0,-1 0 1 0 0,1 1-1 0 0,0 0 0 0 0,17-5 0 0 0,-22 8 3 0 0,0 2 0 0 0,-1-1-1 0 0,1 1 1 0 0,0 1 0 0 0,0-1 0 0 0,0 1 0 0 0,0 1-1 0 0,0-1 1 0 0,0 1 0 0 0,-1 1 0 0 0,1-1 0 0 0,0 1 0 0 0,-1 1-1 0 0,12 4 1 0 0,4 1-333 0 0,0-1-1 0 0,0-1 0 0 0,1-1 1 0 0,0-1-1 0 0,0-1 0 0 0,29 0 1 0 0,-14-1-433 0 0,-24-1 478 0 0,0 0-1 0 0,0-2 1 0 0,0 1-1 0 0,0-2 1 0 0,18-4-1 0 0,-26 4 252 0 0,-1 1 0 0 0,0-1-1 0 0,0 0 1 0 0,0-1-1 0 0,0 0 1 0 0,0 0-1 0 0,-1 0 1 0 0,1 0-1 0 0,-1-1 1 0 0,0 0-1 0 0,0 0 1 0 0,0-1 0 0 0,0 1-1 0 0,6-10 1 0 0,-9 12 126 0 0,-1 0 0 0 0,0 1 1 0 0,1-1-1 0 0,-1 0 0 0 0,0-1 1 0 0,0 1-1 0 0,0 0 1 0 0,0 0-1 0 0,-1 0 0 0 0,1-1 1 0 0,0 1-1 0 0,-1 0 0 0 0,0 0 1 0 0,1-1-1 0 0,-1 1 0 0 0,0-1 1 0 0,0 1-1 0 0,-1 0 1 0 0,1-1-1 0 0,0 1 0 0 0,-1 0 1 0 0,1 0-1 0 0,-1-1 0 0 0,0 1 1 0 0,0 0-1 0 0,0 0 0 0 0,0 0 1 0 0,0 0-1 0 0,0 0 1 0 0,-1 0-1 0 0,1 0 0 0 0,0 0 1 0 0,-1 0-1 0 0,0 1 0 0 0,1-1 1 0 0,-1 1-1 0 0,0-1 0 0 0,0 1 1 0 0,0 0-1 0 0,0-1 1 0 0,0 1-1 0 0,-3-1 0 0 0,3 2 127 0 0,-20 7-21 0 0,18-5-154 0 0,1 0 0 0 0,-1 0-1 0 0,1 1 1 0 0,0-1 0 0 0,0 1 0 0 0,0 0-1 0 0,0 0 1 0 0,0 0 0 0 0,1 0 0 0 0,-1 0-1 0 0,1 1 1 0 0,0-1 0 0 0,0 1 0 0 0,0 0 0 0 0,1-1-1 0 0,-1 1 1 0 0,1 0 0 0 0,0 0 0 0 0,-1 7-1 0 0,1-9 9 0 0,10 26 51 0 0,2-14-44 0 0,-1-1 0 0 0,2 0 0 0 0,0 0 0 0 0,20 16 0 0 0,-17-16-18 0 0,-14-11-17 0 0,0-1 0 0 0,1 0 0 0 0,-1 1 1 0 0,1-1-1 0 0,-1 0 0 0 0,1 0 0 0 0,0 0 1 0 0,-1 0-1 0 0,1 0 0 0 0,0 0 0 0 0,0-1 0 0 0,-1 1 1 0 0,1-1-1 0 0,0 1 0 0 0,2 0 0 0 0,-1-1 8 0 0,0-1-7 0 0,27-12-93 0 0,44-26 1 0 0,-50 25-8 0 0,0 1 0 0 0,1 1 0 0 0,34-11 0 0 0,-57 22 87 0 0,0 1 0 0 0,0 0-1 0 0,-1-1 1 0 0,1 1-1 0 0,0 0 1 0 0,0 0 0 0 0,0 0-1 0 0,0 0 1 0 0,0 0 0 0 0,-1 1-1 0 0,1-1 1 0 0,0 1-1 0 0,0-1 1 0 0,0 1 0 0 0,-1-1-1 0 0,1 1 1 0 0,0 0-1 0 0,-1 0 1 0 0,1 0 0 0 0,-1 0-1 0 0,1 0 1 0 0,-1 0 0 0 0,1 0-1 0 0,-1 1 1 0 0,0-1-1 0 0,1 0 1 0 0,0 3 0 0 0,-1-3 25 0 0,-1-1-15 0 0,1 0 0 0 0,-1 0 0 0 0,0 0-1 0 0,1 0 1 0 0,-1 1 0 0 0,1-1 0 0 0,-1 0 0 0 0,0 0 0 0 0,1 0-1 0 0,-1 0 1 0 0,0 0 0 0 0,1 1 0 0 0,-1-1 0 0 0,0 0 0 0 0,0 0 0 0 0,1 0-1 0 0,-1 1 1 0 0,0-1 0 0 0,0 0 0 0 0,1 1 0 0 0,-1-1 0 0 0,0 0-1 0 0,0 1 1 0 0,1-1 0 0 0,-1 0 0 0 0,0 1 0 0 0,0-1 0 0 0,0 0-1 0 0,0 1 1 0 0,0-1 0 0 0,1 1 10 0 0,-1 0 0 0 0,1 0 0 0 0,-1 0 0 0 0,1 0 1 0 0,0 0-1 0 0,-1 0 0 0 0,1 0 0 0 0,0 0 0 0 0,0-1 0 0 0,-1 1 0 0 0,1 0 0 0 0,0 0 0 0 0,0-1 0 0 0,0 1 0 0 0,0-1 0 0 0,0 1 0 0 0,0-1 0 0 0,0 1 0 0 0,0-1 1 0 0,0 0-1 0 0,0 1 0 0 0,0-1 0 0 0,0 0 0 0 0,0 0 0 0 0,1 0 0 0 0,-1 0 0 0 0,0 0 0 0 0,0 0 0 0 0,0 0 0 0 0,0 0 0 0 0,1 0 0 0 0,7-1-413 0 0,-1 1-1 0 0,1-1 1 0 0,-1 0-1 0 0,14-4 0 0 0,0-3-4174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6:17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18 100 0 0,'-5'-17'12216'0'0,"14"56"-11652"0"0,0 0-1 0 0,-3 0 1 0 0,-1 1 0 0 0,-2-1 0 0 0,-4 70 0 0 0,-9-49-1508 0 0,10-59 562 0 0,-6 11-1388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6:17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47 380 0 0,'0'0'4772'0'0,"17"-14"-3991"0"0,-7 10-73 0 0,6 1-84 0 0,0-1-64 0 0,2 3-48 0 0,1-3-116 0 0,1 1-164 0 0,-4 2-204 0 0,4-3-236 0 0,1 0-288 0 0,-2 2-888 0 0,-1 1-1497 0 0,1-1 665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6:19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260 12 976 0 0,'-6'-12'9952'0'0,"-17"45"-9550"0"0,1 1-1 0 0,2 1 0 0 0,-25 60 1 0 0,29-59-212 0 0,-81 208 783 0 0,69-140-448 0 0,27-102-513 0 0,1 1 0 0 0,-1 0 0 0 0,1 0 0 0 0,0 0 0 0 0,0-1 0 0 0,0 1 0 0 0,0 0 0 0 0,1 0 0 0 0,-1-1 0 0 0,1 1 0 0 0,0 0 0 0 0,0 0 0 0 0,0-1-1 0 0,0 1 1 0 0,0-1 0 0 0,0 1 0 0 0,1-1 0 0 0,-1 0 0 0 0,1 1 0 0 0,0-1 0 0 0,-1 0 0 0 0,1 0 0 0 0,0 0 0 0 0,0 0 0 0 0,1 0 0 0 0,-1-1 0 0 0,0 1 0 0 0,1-1 0 0 0,-1 1 0 0 0,1-1 0 0 0,-1 0 0 0 0,1 0 0 0 0,-1 0 0 0 0,1 0 0 0 0,4 0 0 0 0,11 3 9 0 0,-1-1-1 0 0,1 0 1 0 0,0-2 0 0 0,27 0 0 0 0,-20-1-23 0 0,6 0-485 0 0,0 0 0 0 0,0-3 0 0 0,39-7-1 0 0,-51 6-1507 0 0,0-1 0 0 0,0-1 0 0 0,26-12 0 0 0,-30 11-723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6:20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50 708 0 0,'4'-4'254'0'0,"0"0"-1"0"0,0 1 1 0 0,0 0 0 0 0,0 0-1 0 0,0 1 1 0 0,1-1 0 0 0,-1 1-1 0 0,1 0 1 0 0,0 0 0 0 0,0 0-1 0 0,0 0 1 0 0,0 1-1 0 0,5-1 1 0 0,76-8 1110 0 0,-55 8-874 0 0,-12 0-413 0 0,0 1 1 0 0,0 1 0 0 0,0 1-1 0 0,0 1 1 0 0,0 0 0 0 0,20 6 0 0 0,-27-5-625 0 0,-1 1 1 0 0,0 0 0 0 0,0 0-1 0 0,0 1 1 0 0,0 1 0 0 0,13 9-1 0 0,-8-4-1049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6:20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3 16 0 0,'0'0'871'0'0,"8"-3"4291"0"0,-7 11-4866 0 0,-1 0 0 0 0,1-1 0 0 0,-1 1 1 0 0,-1 0-1 0 0,1 0 0 0 0,-1-1 1 0 0,-1 1-1 0 0,0-1 0 0 0,-4 13 1 0 0,3-11-48 0 0,1 0 1 0 0,0 0 0 0 0,0 1 0 0 0,0-1-1 0 0,2 1 1 0 0,-1-1 0 0 0,1 11 0 0 0,1-18-231 0 0,0 0 0 0 0,-1-1 0 0 0,1 1 0 0 0,0 0 0 0 0,0-1 0 0 0,0 1 1 0 0,0-1-1 0 0,0 1 0 0 0,0-1 0 0 0,0 0 0 0 0,1 1 0 0 0,-1-1 0 0 0,0 0 0 0 0,1 0 0 0 0,-1 0 1 0 0,1 0-1 0 0,-1 0 0 0 0,1 0 0 0 0,0 0 0 0 0,-1 0 0 0 0,1-1 0 0 0,0 1 0 0 0,0-1 1 0 0,-1 1-1 0 0,4-1 0 0 0,48 5-4138 0 0,-37-6 1322 0 0,-2-2 214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6:21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38 892 0 0,'-1'-13'2192'0'0,"-1"2"1265"0"0,2-2-1537 0 0,29 33-4276 0 0,-21 3-2153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6:21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1 156 0 0,'3'5'338'0'0,"0"1"-1"0"0,-1 1 1 0 0,1-1-1 0 0,-1 0 1 0 0,0 0-1 0 0,0 1 1 0 0,-1-1 0 0 0,0 1-1 0 0,0 0 1 0 0,-1-1-1 0 0,0 1 1 0 0,0 0-1 0 0,0-1 1 0 0,-1 1-1 0 0,0 0 1 0 0,0-1 0 0 0,-1 1-1 0 0,0-1 1 0 0,0 0-1 0 0,-3 7 1 0 0,1-4-146 0 0,-1 0 0 0 0,0 0 1 0 0,0-1-1 0 0,-1 0 0 0 0,0 0 0 0 0,-1 0 1 0 0,1-1-1 0 0,-2 1 0 0 0,1-2 0 0 0,-1 1 1 0 0,0-1-1 0 0,-14 8 0 0 0,19-12-182 0 0,-1 0-1 0 0,0 0 1 0 0,0 0-1 0 0,0-1 1 0 0,0 1-1 0 0,0-1 1 0 0,-1 0-1 0 0,1-1 1 0 0,0 1-1 0 0,-6 0 1 0 0,-1 0-571 0 0,-2-4-713 0 0,5-1-2420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6:21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187 331 332 0 0,'11'-2'7025'0'0,"-7"8"-6781"0"0,-1 0 1 0 0,0-1 0 0 0,0 1-1 0 0,0 0 1 0 0,0 0-1 0 0,-1 1 1 0 0,0-1 0 0 0,0 1-1 0 0,-1-1 1 0 0,0 1 0 0 0,1 9-1 0 0,2 82 1366 0 0,-4-86-1447 0 0,-1-1 0 0 0,0 0-1 0 0,-1 1 1 0 0,0-1 0 0 0,-1 0 0 0 0,0 0 0 0 0,-1 0 0 0 0,-7 16 0 0 0,9-23-131 0 0,-1 0 1 0 0,1-1-1 0 0,0 0 1 0 0,-1 0-1 0 0,0 1 1 0 0,0-1 0 0 0,0-1-1 0 0,0 1 1 0 0,0 0-1 0 0,0-1 1 0 0,-1 0-1 0 0,1 0 1 0 0,-1 0-1 0 0,0 0 1 0 0,0 0-1 0 0,0-1 1 0 0,0 1-1 0 0,1-1 1 0 0,-2 0 0 0 0,1-1-1 0 0,0 1 1 0 0,0-1-1 0 0,0 1 1 0 0,0-1-1 0 0,0 0 1 0 0,0-1-1 0 0,0 1 1 0 0,-6-2-1 0 0,2 0-306 0 0,1 0-1 0 0,0 0 0 0 0,0 0 0 0 0,0-1 1 0 0,-9-5-1 0 0,-18-14-6506 0 0,24 11 3471 0 0</inkml:trace>
  <inkml:trace contextRef="#ctx0" brushRef="#br0" timeOffset="1">147 89 28 0 0,'0'-15'2804'0'0,"-2"-3"-232"0"0,2 3-303 0 0,0 1-445 0 0,0 2-244 0 0,0-2-1548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6:22.1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39 436 0 0,'31'-10'1729'0'0,"0"2"1"0"0,64-9-1 0 0,-79 15-1394 0 0,0 1 0 0 0,0 1 0 0 0,1 0-1 0 0,-1 2 1 0 0,0-1 0 0 0,0 2-1 0 0,29 8 1 0 0,-39-8-282 0 0,-1 0 0 0 0,1 0 0 0 0,-1 0-1 0 0,0 1 1 0 0,0 0 0 0 0,-1 0 0 0 0,1 0 0 0 0,-1 0 0 0 0,0 1-1 0 0,0 0 1 0 0,0 0 0 0 0,-1 0 0 0 0,1 0 0 0 0,-1 1-1 0 0,0-1 1 0 0,-1 1 0 0 0,3 7 0 0 0,4 14 75 0 0,0 1-1 0 0,6 37 1 0 0,-12-48-85 0 0,12 52 104 0 0,-3 1-1 0 0,6 124 1 0 0,-18-182-127 0 0,0-1-1 0 0,-1 1 1 0 0,0-1 0 0 0,-1 1 0 0 0,0-1-1 0 0,-1 0 1 0 0,0 0 0 0 0,-1 0 0 0 0,-7 17-1 0 0,7-22 13 0 0,0 0 0 0 0,0-1-1 0 0,0 1 1 0 0,-1-1-1 0 0,0 0 1 0 0,0 0-1 0 0,-1 0 1 0 0,1-1-1 0 0,-1 1 1 0 0,0-1 0 0 0,0-1-1 0 0,0 1 1 0 0,-1-1-1 0 0,1 0 1 0 0,-1-1-1 0 0,-10 3 1 0 0,-15 3-48 0 0,0-3 1 0 0,-1 0-1 0 0,1-3 1 0 0,-1 0-1 0 0,1-2 0 0 0,-1-1 1 0 0,1-2-1 0 0,-1-1 1 0 0,-57-16-1 0 0,87 19-743 0 0,-1-4-817 0 0,-1-1-2290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6:22.4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49 928 0 0,'0'0'1077'0'0,"31"-10"2026"0"0,1 0-529 0 0,63-8-1 0 0,-44 12-1315 0 0,96 2 1 0 0,-125 5-1564 0 0,-1 2-1 0 0,1 0 1 0 0,25 7 0 0 0,-35-6-1432 0 0,1 0 1 0 0,-1 1-1 0 0,20 10 0 0 0,-22-9-851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6:22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27 540 0 0,'0'0'2300'0'0,"36"-10"-1684"0"0,-19 9-64 0 0,3-1-128 0 0,7-1-140 0 0,0 3-192 0 0,11-4-228 0 0,-8 3-160 0 0,13-1-436 0 0,3 0-792 0 0,-2 1 356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6:23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390 77 704 0 0,'-17'-19'1873'0'0,"11"12"-1065"0"0,0 0 0 0 0,-1 0-1 0 0,0 0 1 0 0,-12-9 0 0 0,15 14-666 0 0,1 0 1 0 0,-1 1 0 0 0,1-1-1 0 0,-1 1 1 0 0,1 0 0 0 0,-1 0-1 0 0,0 0 1 0 0,1 0-1 0 0,-1 0 1 0 0,0 1 0 0 0,0 0-1 0 0,0 0 1 0 0,0 0 0 0 0,0 0-1 0 0,-4 1 1 0 0,-7 2 23 0 0,0 1 0 0 0,1 0-1 0 0,0 1 1 0 0,0 1 0 0 0,0 0 0 0 0,1 0-1 0 0,0 2 1 0 0,0-1 0 0 0,1 2 0 0 0,0 0-1 0 0,0 0 1 0 0,1 1 0 0 0,0 1 0 0 0,1-1-1 0 0,0 2 1 0 0,-10 16 0 0 0,14-21-137 0 0,2 0 0 0 0,-1 1 1 0 0,1-1-1 0 0,0 1 0 0 0,1 0 0 0 0,0 1 0 0 0,0-1 1 0 0,1 0-1 0 0,0 1 0 0 0,0-1 0 0 0,1 1 1 0 0,0 0-1 0 0,0 0 0 0 0,1-1 0 0 0,1 1 0 0 0,-1 0 1 0 0,1 0-1 0 0,1-1 0 0 0,0 1 0 0 0,0 0 0 0 0,0-1 1 0 0,1 0-1 0 0,0 0 0 0 0,1 0 0 0 0,0 0 1 0 0,0 0-1 0 0,1-1 0 0 0,9 12 0 0 0,-6-10-60 0 0,0 0-1 0 0,1-1 0 0 0,0 0 1 0 0,0 0-1 0 0,0-1 1 0 0,1-1-1 0 0,0 0 1 0 0,1 0-1 0 0,-1 0 0 0 0,1-2 1 0 0,0 1-1 0 0,1-1 1 0 0,15 3-1 0 0,-12-4 16 0 0,0-1-1 0 0,0 0 1 0 0,0-1-1 0 0,0-1 1 0 0,0 0-1 0 0,0-1 1 0 0,0-1-1 0 0,0 0 1 0 0,0-1-1 0 0,15-6 1 0 0,-19 6 26 0 0,1-1-1 0 0,-1-1 1 0 0,-1 0-1 0 0,1-1 1 0 0,-1 0-1 0 0,0 0 1 0 0,0-1-1 0 0,0 0 1 0 0,-1-1 0 0 0,0 0-1 0 0,-1-1 1 0 0,12-14-1 0 0,-15 15 19 0 0,0-1 0 0 0,0 1 0 0 0,0-1 0 0 0,-1 0 0 0 0,-1 0 0 0 0,0-1 0 0 0,0 1 0 0 0,-1 0 0 0 0,0-1 0 0 0,0 0 0 0 0,-1 0-1 0 0,0 1 1 0 0,-1-1 0 0 0,0 0 0 0 0,-1 0 0 0 0,-3-17 0 0 0,2 18-56 0 0,0 1-1 0 0,0 0 0 0 0,-1 0 1 0 0,0 0-1 0 0,-1 1 0 0 0,0-1 1 0 0,0 1-1 0 0,0 0 0 0 0,-1 0 1 0 0,0 0-1 0 0,0 0 1 0 0,-1 1-1 0 0,0 0 0 0 0,0 0 1 0 0,-13-9-1 0 0,10 9-371 0 0,0 0 1 0 0,-1 1-1 0 0,1 0 0 0 0,-21-7 0 0 0,19 9-677 0 0,0 0 0 0 0,-1 0 0 0 0,1 1 0 0 0,-18 0 0 0 0,8 0-1568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6:23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552 1 836 0 0,'-8'14'6789'0'0,"-34"61"-5302"0"0,-186 261 1369 0 0,62-126-4548 0 0,94-137-3372 0 0,36-38 2132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6:31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6 451 956 0 0,'-5'1'9952'0'0,"21"-9"-9700"0"0,37-18 565 0 0,-2-3-1 0 0,81-57 1 0 0,-118 75-733 0 0,0 0 0 0 0,-1-2 0 0 0,0 1 0 0 0,-1-1 0 0 0,-1-1 0 0 0,0 0 0 0 0,-1-1 0 0 0,0 0 0 0 0,-1-1 0 0 0,-1 1 0 0 0,0-2-1 0 0,-2 1 1 0 0,9-29 0 0 0,-2-29 248 0 0,-13 72-335 0 0,-29 68-102 0 0,-92 300-7 0 0,111-333 30 0 0,-95 264-1109 0 0,104-295 1009 0 0,0 2-131 0 0,-1 0-1 0 0,0 1 1 0 0,0-1 0 0 0,-1 0-1 0 0,1 0 1 0 0,-1-1-1 0 0,0 1 1 0 0,-4 5 0 0 0,-13-1-5448 0 0,5-7 3024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6:31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1 172 380 0 0,'0'0'1764'0'0,"7"-1"-1267"0"0,15-1-85 0 0,86-7 1305 0 0,157-32 1 0 0,-190 24-1249 0 0,-33 9 7 0 0,-1-2-1 0 0,0-1 1 0 0,-1-2 0 0 0,62-30 0 0 0,-76 27 2811 0 0,-30 18-3274 0 0,-1 0-1 0 0,1 0 0 0 0,-1 0 1 0 0,1 1-1 0 0,0 0 1 0 0,0-1-1 0 0,0 2 0 0 0,1-1 1 0 0,-1 0-1 0 0,1 1 1 0 0,-1 0-1 0 0,1-1 0 0 0,0 1 1 0 0,1 1-1 0 0,-1-1 0 0 0,1 0 1 0 0,-1 1-1 0 0,1-1 1 0 0,1 1-1 0 0,-1 0 0 0 0,-1 8 1 0 0,3-12 22 0 0,0 0-30 0 0,0 0 0 0 0,0 0 1 0 0,0 0-1 0 0,0 0 0 0 0,1 0 1 0 0,-1 0-1 0 0,0 0 0 0 0,1-1 1 0 0,-1 1-1 0 0,1 0 0 0 0,-1 0 1 0 0,1 0-1 0 0,-1-1 1 0 0,1 1-1 0 0,-1 0 0 0 0,1-1 1 0 0,0 1-1 0 0,-1 0 0 0 0,1-1 1 0 0,0 1-1 0 0,0-1 0 0 0,-1 1 1 0 0,3 0-1 0 0,63-23 78 0 0,-44 14-141 0 0,1 1 0 0 0,0 0 0 0 0,28-3 0 0 0,-48 10 27 0 0,1 0 1 0 0,-1 0-1 0 0,0 0 0 0 0,1 1 1 0 0,-1 0-1 0 0,0-1 0 0 0,1 1 1 0 0,-1 0-1 0 0,0 1 0 0 0,0-1 1 0 0,0 1-1 0 0,0-1 1 0 0,0 1-1 0 0,0 0 0 0 0,0 0 1 0 0,-1 0-1 0 0,1 0 0 0 0,2 4 1 0 0,-2-3 16 0 0,0-1 1 0 0,0 1 0 0 0,0-1 0 0 0,0 0-1 0 0,0 0 1 0 0,1 0 0 0 0,-1 0 0 0 0,0-1-1 0 0,1 1 1 0 0,4 0 0 0 0,-7-1 184 0 0,2-2-129 0 0,1 0 1 0 0,-1 0-1 0 0,0 0 0 0 0,0 0 1 0 0,0 0-1 0 0,0-1 0 0 0,0 1 1 0 0,4-4-1 0 0,41-40-602 0 0,-15 12-6250 0 0,-22 24 3794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6:32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63 1068 0 0,'13'-47'6115'0'0,"-13"45"-5295"0"0,0 2-582 0 0,1-1-1 0 0,-1 0 1 0 0,0 0-1 0 0,0 1 0 0 0,0-1 1 0 0,1 0-1 0 0,-1 1 0 0 0,0-1 1 0 0,1 0-1 0 0,-1 1 1 0 0,0-1-1 0 0,1 0 0 0 0,-1 1 1 0 0,1-1-1 0 0,-1 1 1 0 0,1-1-1 0 0,-1 1 0 0 0,1-1 1 0 0,-1 1-1 0 0,1-1 0 0 0,1 0 1 0 0,-1 31 29 0 0,-1 0 1 0 0,-1 0-1 0 0,-2 0 1 0 0,-10 49-1 0 0,12-76-257 0 0,-25 120 473 0 0,25-119-466 0 0,-5 21 240 0 0,6-24-253 0 0,0-1-1 0 0,0 1 1 0 0,0-1-1 0 0,1 1 1 0 0,-1-1-1 0 0,0 0 0 0 0,0 1 1 0 0,0-1-1 0 0,0 1 1 0 0,0-1-1 0 0,1 1 1 0 0,-1-1-1 0 0,0 0 1 0 0,0 1-1 0 0,1-1 0 0 0,-1 0 1 0 0,0 1-1 0 0,1-1 1 0 0,-1 0-1 0 0,0 1 1 0 0,1-1-1 0 0,-1 0 1 0 0,0 0-1 0 0,1 0 0 0 0,-1 1 1 0 0,1-1-1 0 0,-1 0 1 0 0,1 0-1 0 0,-1 0 1 0 0,0 0-1 0 0,1 0 1 0 0,-1 1-1 0 0,1-1 0 0 0,-1 0 1 0 0,1 0-1 0 0,-1 0 1 0 0,1 0-1 0 0,-1 0 1 0 0,0-1-1 0 0,1 1 1 0 0,-1 0-1 0 0,1 0 0 0 0,-1 0 1 0 0,1 0-1 0 0,-1 0 1 0 0,0-1-1 0 0,1 1 1 0 0,-1 0-1 0 0,1 0 1 0 0,-1-1-1 0 0,1 1 0 0 0,34-15-64 0 0,-1-1 0 0 0,39-24 0 0 0,12-7-138 0 0,41-15-243 0 0,-125 62 404 0 0,-3 4-127 0 0,0 1 159 0 0,0-1-1 0 0,-1 0 0 0 0,0 1 0 0 0,0-1 0 0 0,0 0 0 0 0,0-1 1 0 0,0 1-1 0 0,-1 0 0 0 0,0-1 0 0 0,-4 3 0 0 0,-2 5-8 0 0,3-4 24 0 0,0 0 0 0 0,1 1-1 0 0,0-1 1 0 0,0 2 0 0 0,1-1 0 0 0,0 1-1 0 0,0-1 1 0 0,-4 16 0 0 0,8-22 0 0 0,0 1 1 0 0,0-1-1 0 0,1 1 0 0 0,-1 0 1 0 0,1-1-1 0 0,0 1 0 0 0,0 0 1 0 0,0-1-1 0 0,0 1 0 0 0,0 0 1 0 0,1 0-1 0 0,-1-1 1 0 0,1 1-1 0 0,0-1 0 0 0,-1 1 1 0 0,1 0-1 0 0,1-1 0 0 0,-1 0 1 0 0,0 1-1 0 0,0-1 1 0 0,1 0-1 0 0,-1 1 0 0 0,1-1 1 0 0,0 0-1 0 0,0 0 0 0 0,0-1 1 0 0,0 1-1 0 0,0 0 0 0 0,0 0 1 0 0,0-1-1 0 0,1 0 1 0 0,-1 1-1 0 0,0-1 0 0 0,1 0 1 0 0,2 1-1 0 0,54 20-1459 0 0,-20-17-6199 0 0,-28-6 4436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6:33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22 304 0 0,'-7'-3'10222'0'0,"252"-12"-5391"0"0,-226 13-4625 0 0,-15 2-218 0 0,-1-1 0 0 0,1 1 0 0 0,0 0 0 0 0,-1 0 0 0 0,1 0-1 0 0,-1 0 1 0 0,1 0 0 0 0,-1 1 0 0 0,4 1 0 0 0,-5-2-295 0 0,3 13-3769 0 0,-2-7-1340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6:33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9 156 0 0,'0'7'6831'0'0,"21"-5"-5764"0"0,1-1 1 0 0,-1-1 0 0 0,1-1 0 0 0,-1-1 0 0 0,26-6 0 0 0,-4 2-311 0 0,-4 4-2392 0 0,-23 2-5773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6:34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70 956 0 0,'0'-19'2360'0'0,"3"-31"8726"0"0,-7 72-10977 0 0,-42 306 1653 0 0,39-299-1962 0 0,3-13-2114 0 0,1 0 0 0 0,-3 28 0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6:35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27 1020 0 0,'16'-21'7086'0'0,"-15"20"-7000"0"0,-1 1-1 0 0,0 0 0 0 0,0-1 1 0 0,0 1-1 0 0,0 0 1 0 0,0 0-1 0 0,1-1 1 0 0,-1 1-1 0 0,0 0 1 0 0,0 0-1 0 0,1-1 0 0 0,-1 1 1 0 0,0 0-1 0 0,0 0 1 0 0,1-1-1 0 0,-1 1 1 0 0,0 0-1 0 0,1 0 1 0 0,-1 0-1 0 0,0 0 0 0 0,1 0 1 0 0,-1 0-1 0 0,0-1 1 0 0,1 1-1 0 0,-1 0 1 0 0,0 0-1 0 0,1 0 1 0 0,-1 0-1 0 0,0 0 0 0 0,1 0 1 0 0,-1 0-1 0 0,0 0 1 0 0,1 0-1 0 0,-1 1 1 0 0,0-1-1 0 0,1 0 1 0 0,-1 0-1 0 0,3 35 812 0 0,-3-1 1 0 0,-4 49-1 0 0,-1 15-129 0 0,5-96-775 0 0,0 40 429 0 0,-9 75 0 0 0,6-103-700 0 0,0 1 0 0 0,-1-1 1 0 0,-9 21-1 0 0,10-28-274 0 0,0 0-1 0 0,-1 0 1 0 0,0 0 0 0 0,0-1 0 0 0,-1 1-1 0 0,0-1 1 0 0,-10 9 0 0 0,-8-3-4465 0 0,14-8 2145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6:35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0 131 188 0 0,'3'-1'9616'0'0,"28"-2"-9472"0"0,364-35 2092 0 0,-173 12-1707 0 0,224-20 324 0 0,-444 45-854 0 0,0 1 1 0 0,0-1-1 0 0,0 1 0 0 0,0 0 0 0 0,0-1 1 0 0,0 1-1 0 0,0 0 0 0 0,1 0 1 0 0,-1 0-1 0 0,0 1 0 0 0,0-1 1 0 0,0 0-1 0 0,0 1 0 0 0,0 0 1 0 0,0-1-1 0 0,0 1 0 0 0,0 0 0 0 0,3 2 1 0 0,-4-1-8 0 0,0 0 0 0 0,-1 0 0 0 0,0 0 0 0 0,1 0 0 0 0,-1 1 1 0 0,0-1-1 0 0,0 0 0 0 0,0 0 0 0 0,0 0 0 0 0,-1 1 0 0 0,1-1 0 0 0,0 0 0 0 0,-1 0 1 0 0,-1 3-1 0 0,-1 11-21 0 0,1-7-22 0 0,1 0 0 0 0,0 0 0 0 0,0 0 0 0 0,1-1 0 0 0,1 1 1 0 0,-1 0-1 0 0,4 17 0 0 0,-3-23 43 0 0,0 0-1 0 0,0 0 1 0 0,0-1 0 0 0,0 1 0 0 0,0 0 0 0 0,1 0 0 0 0,0-1-1 0 0,-1 1 1 0 0,1-1 0 0 0,0 1 0 0 0,0-1 0 0 0,0 0-1 0 0,0 0 1 0 0,1 0 0 0 0,-1 0 0 0 0,1 0 0 0 0,-1 0-1 0 0,1-1 1 0 0,0 1 0 0 0,-1-1 0 0 0,1 0 0 0 0,0 0 0 0 0,0 0-1 0 0,0 0 1 0 0,0 0 0 0 0,3 0 0 0 0,-3-1 69 0 0,1 1 0 0 0,-1-1 0 0 0,1 0 0 0 0,-1 0 0 0 0,1 0 0 0 0,-1-1 1 0 0,1 1-1 0 0,-1-1 0 0 0,1 0 0 0 0,-1 0 0 0 0,0 0 0 0 0,0 0 0 0 0,1-1 0 0 0,-1 1 0 0 0,0-1 0 0 0,0 0 0 0 0,0 0 1 0 0,-1 0-1 0 0,1 0 0 0 0,0 0 0 0 0,-1-1 0 0 0,1 1 0 0 0,-1-1 0 0 0,0 0 0 0 0,0 0 0 0 0,0 1 0 0 0,0-1 1 0 0,0-1-1 0 0,-1 1 0 0 0,0 0 0 0 0,1 0 0 0 0,-1 0 0 0 0,0-1 0 0 0,1-5 0 0 0,-1 3 42 0 0,1-1-1 0 0,-1 1 1 0 0,0-1-1 0 0,-1 1 1 0 0,1-1-1 0 0,-1 1 1 0 0,0-1-1 0 0,-1 0 1 0 0,0 1-1 0 0,0-1 1 0 0,0 1-1 0 0,-1 0 1 0 0,0-1-1 0 0,0 1 1 0 0,-1 0 0 0 0,1 0-1 0 0,-6-7 1 0 0,7 11-180 0 0,0 0 0 0 0,-1 0 0 0 0,1 1 0 0 0,-1-1 1 0 0,0 0-1 0 0,1 1 0 0 0,-1 0 0 0 0,0-1 0 0 0,0 1 1 0 0,0 0-1 0 0,0 0 0 0 0,0 0 0 0 0,0 0 1 0 0,0 0-1 0 0,-1 0 0 0 0,1 1 0 0 0,0-1 0 0 0,0 1 1 0 0,-1-1-1 0 0,1 1 0 0 0,0 0 0 0 0,-1 0 0 0 0,1 0 1 0 0,0 0-1 0 0,-5 1 0 0 0,4 0-418 0 0,0 1-1 0 0,0-1 1 0 0,0 1-1 0 0,0-1 1 0 0,0 1 0 0 0,0 0-1 0 0,0 0 1 0 0,0 0-1 0 0,1 0 1 0 0,-1 1 0 0 0,1-1-1 0 0,-1 1 1 0 0,1 0-1 0 0,0-1 1 0 0,0 1 0 0 0,0 0-1 0 0,-2 5 1 0 0,-1 5-2797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6:36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28 800 0 0,'9'-11'1643'0'0,"3"-2"3829"0"0,-3 10-4878 0 0,-7 2 2 0 0,23 12 415 0 0,-13-2-776 0 0,-1 1 0 0 0,0-1 0 0 0,0 2 1 0 0,0 0-1 0 0,-2 0 0 0 0,1 0 1 0 0,-1 1-1 0 0,-1 1 0 0 0,0 0 1 0 0,10 23-1 0 0,-15-31-198 0 0,-1 0 1 0 0,0 0 0 0 0,0 1-1 0 0,0-1 1 0 0,0 0 0 0 0,-1 1-1 0 0,0-1 1 0 0,0 1-1 0 0,-1-1 1 0 0,1 1 0 0 0,-1-1-1 0 0,-1 1 1 0 0,1-1-1 0 0,-1 1 1 0 0,1-1 0 0 0,-2 1-1 0 0,1-1 1 0 0,-1 1-1 0 0,-3 6 1 0 0,2-5-16 0 0,-1-1 1 0 0,0 1-1 0 0,-1-1 0 0 0,1-1 0 0 0,-1 1 1 0 0,-1-1-1 0 0,1 0 0 0 0,-1 0 0 0 0,0 0 0 0 0,0-1 1 0 0,0 0-1 0 0,0 0 0 0 0,-9 4 0 0 0,5-3 21 0 0,1-1 0 0 0,-1 0 0 0 0,0-1 0 0 0,0 0 0 0 0,-1 0 0 0 0,1-1 0 0 0,-1 0 0 0 0,1-1 0 0 0,-1 0 0 0 0,0-1 0 0 0,1 0 0 0 0,-1-1 0 0 0,0 0 0 0 0,1-1 0 0 0,-1 0 0 0 0,1 0 0 0 0,0-1-1 0 0,0-1 1 0 0,0 1 0 0 0,-15-9 0 0 0,20 8-230 0 0,1 0-1 0 0,-1 0 1 0 0,1 0-1 0 0,0-1 1 0 0,1 1-1 0 0,-1-1 1 0 0,1 0-1 0 0,-3-6 1 0 0,5 9-589 0 0,2-6-951 0 0,1-1-3125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6:36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64 612 0 0,'1'-18'3540'0'0,"2"-10"-673"0"0,-3 25-2097 0 0,1-11 324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6:37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11 140 0 0,'0'0'932'0'0,"14"3"1784"0"0,31-10-1309 0 0,1 3-1 0 0,-1 1 0 0 0,60 5 0 0 0,-31-1-598 0 0,-68-1-751 0 0,4-1-331 0 0,-1 1-1 0 0,1 0 0 0 0,-1 1 1 0 0,1 0-1 0 0,-1 0 0 0 0,1 1 0 0 0,-1 1 1 0 0,10 2-1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6:37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18 1148 0 0,'13'-17'13385'0'0,"-10"32"-13239"0"0,-2 0 1 0 0,0 0-1 0 0,0 0 1 0 0,-1 0 0 0 0,-1 0-1 0 0,-1 1 1 0 0,0-1-1 0 0,-1 0 1 0 0,0-1-1 0 0,-11 28 1 0 0,7-23-1059 0 0,-2 0-1 0 0,-20 33 1 0 0,17-34-1532 0 0,-1-1-1 0 0,-25 26 1 0 0,19-24-975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6:39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49 692 0 0,'22'-49'12129'0'0,"-22"56"-11893"0"0,-4 42 311 0 0,-1-1 1 0 0,-3 0 0 0 0,-15 51 0 0 0,11-48-488 0 0,-12 33-2045 0 0,-2-33-3344 0 0,15-41-493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6:39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32 832 0 0,'8'-16'2242'0'0,"2"13"-1935"0"0,0-1 1 0 0,0 2 0 0 0,0 0 0 0 0,1 0 0 0 0,-1 1 0 0 0,0 0 0 0 0,1 0-1 0 0,-1 1 1 0 0,18 3 0 0 0,101 21 563 0 0,-96-16-600 0 0,11 2-41 0 0,-1 3-1 0 0,-1 1 1 0 0,0 2-1 0 0,72 39 1 0 0,-92-43-171 0 0,-2 1 0 0 0,0 1 0 0 0,0 0 0 0 0,-1 2 0 0 0,-1 0 0 0 0,-1 1 0 0 0,0 1 0 0 0,-1 0 0 0 0,-1 1 0 0 0,18 32 0 0 0,-30-46-46 0 0,1 1 0 0 0,-2 0 0 0 0,1 0 0 0 0,-1 0 0 0 0,0 0 0 0 0,0 1 0 0 0,0-1 0 0 0,-1 1 0 0 0,0-1 0 0 0,0 1 0 0 0,-1-1 0 0 0,0 1 0 0 0,0-1 0 0 0,-1 1 0 0 0,1-1 0 0 0,-1 1 0 0 0,-1-1-1 0 0,1 1 1 0 0,-5 8 0 0 0,2-7-1 0 0,0 0 0 0 0,-1-1 0 0 0,0 1 0 0 0,0-1 0 0 0,-1 0-1 0 0,0-1 1 0 0,0 0 0 0 0,-1 0 0 0 0,0 0 0 0 0,0 0 0 0 0,0-1 0 0 0,0 0-1 0 0,-15 6 1 0 0,5-3 63 0 0,0-1 0 0 0,-1-1 1 0 0,0-1-1 0 0,0 0 0 0 0,0-2 0 0 0,-1 0 0 0 0,1 0 0 0 0,-1-2 0 0 0,1 0 0 0 0,-1-2 1 0 0,0 0-1 0 0,1-1 0 0 0,-1 0 0 0 0,-20-7 0 0 0,39 9-75 0 0,-1 0 0 0 0,1 0-1 0 0,0 0 1 0 0,-1 0 0 0 0,1 0 0 0 0,-1 0 0 0 0,1-1 0 0 0,0 1-1 0 0,0 0 1 0 0,-1 0 0 0 0,1 0 0 0 0,0 0 0 0 0,-1-1 0 0 0,1 1-1 0 0,0 0 1 0 0,0 0 0 0 0,-1-1 0 0 0,1 1 0 0 0,0 0 0 0 0,0-1-1 0 0,-1 1 1 0 0,1 0 0 0 0,0-1 0 0 0,0 1 0 0 0,0 0 0 0 0,0-1-1 0 0,0 1 1 0 0,0 0 0 0 0,0-1 0 0 0,-1 1 0 0 0,1 0 0 0 0,0-1-1 0 0,0 1 1 0 0,0 0 0 0 0,0-1 0 0 0,0 1 0 0 0,1-1 0 0 0,-1 1-1 0 0,0 0 1 0 0,0-1 0 0 0,0 1 0 0 0,0 0 0 0 0,0-1 0 0 0,0 1-1 0 0,1 0 1 0 0,-1-1 0 0 0,0 1 0 0 0,0 0 0 0 0,0 0 0 0 0,1-1-1 0 0,-1 1 1 0 0,0 0 0 0 0,1-1 0 0 0,12-11-92 0 0,-13 11 98 0 0,15-8-105 0 0,0 1 0 0 0,1 1 0 0 0,0 0 0 0 0,1 0 0 0 0,-1 2 0 0 0,1 0 0 0 0,34-4 0 0 0,-27 3-9 0 0,72-15-261 0 0,244-44-402 0 0,-321 63 774 0 0,-5 0 25 0 0,0 0 0 0 0,0 1 0 0 0,0 1-1 0 0,0 0 1 0 0,0 0 0 0 0,15 4-1 0 0,-25-2-18 0 0,-1 0 0 0 0,1 0 0 0 0,-1 1 0 0 0,0 0 0 0 0,1-1-1 0 0,-1 1 1 0 0,0 0 0 0 0,0 1 0 0 0,-1-1 0 0 0,1 0-1 0 0,1 4 1 0 0,14 14 35 0 0,-13-17 64 0 0,0-1 0 0 0,0 1 0 0 0,0-1-1 0 0,0 0 1 0 0,1 0 0 0 0,0-1 0 0 0,-1 0-1 0 0,1 0 1 0 0,0 0 0 0 0,0-1-1 0 0,0 0 1 0 0,0 0 0 0 0,1 0 0 0 0,-1-1-1 0 0,0 0 1 0 0,12-1 0 0 0,-15 0-12 0 0,-1 1 0 0 0,0-1 1 0 0,1 1-1 0 0,-1-1 0 0 0,0 0 1 0 0,1 0-1 0 0,-1 0 0 0 0,0 0 0 0 0,0-1 1 0 0,0 1-1 0 0,0 0 0 0 0,0-1 1 0 0,0 0-1 0 0,0 1 0 0 0,0-1 0 0 0,-1 0 1 0 0,3-3-1 0 0,-2 2-34 0 0,-1 0-1 0 0,0 0 1 0 0,0 0 0 0 0,-1 0-1 0 0,1 0 1 0 0,0 0 0 0 0,-1 0-1 0 0,0 0 1 0 0,0 0 0 0 0,0 0-1 0 0,0 0 1 0 0,0 0 0 0 0,0 0-1 0 0,-1 0 1 0 0,0 0 0 0 0,1 0-1 0 0,-3-5 1 0 0,1 3-43 0 0,0-1-1 0 0,0 1 1 0 0,-1 0 0 0 0,0 0-1 0 0,0 0 1 0 0,0 0-1 0 0,0 0 1 0 0,-1 0 0 0 0,0 1-1 0 0,0 0 1 0 0,0 0 0 0 0,0 0-1 0 0,0 0 1 0 0,-1 1 0 0 0,0-1-1 0 0,0 1 1 0 0,0 0 0 0 0,0 1-1 0 0,0-1 1 0 0,-1 1 0 0 0,1 0-1 0 0,-1 1 1 0 0,1-1 0 0 0,-1 1-1 0 0,-9-1 1 0 0,-1 1-1007 0 0,0 0 0 0 0,0 2 0 0 0,0 0 0 0 0,0 0 0 0 0,0 2 0 0 0,0 0 0 0 0,-29 10 0 0 0,3 1-2451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6:43.5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328 192 160 0 0,'2'-33'1003'0'0,"-1"26"-26"0"0,-2-31 8361 0 0,0 35-9237 0 0,0 0 1 0 0,-1 1 0 0 0,1-1 0 0 0,-1 1 0 0 0,1-1-1 0 0,-1 1 1 0 0,0-1 0 0 0,0 1 0 0 0,0 0 0 0 0,-1 0-1 0 0,1 0 1 0 0,0 0 0 0 0,-1 0 0 0 0,1 1-1 0 0,-1-1 1 0 0,1 1 0 0 0,-1 0 0 0 0,-4-2 0 0 0,1 1-56 0 0,0 1 1 0 0,0 0 0 0 0,0 0-1 0 0,0 0 1 0 0,-1 1 0 0 0,1 0-1 0 0,0 0 1 0 0,-11 2 0 0 0,3 0-57 0 0,-1 2 0 0 0,1 0 0 0 0,-1 0 1 0 0,1 1-1 0 0,1 1 0 0 0,-1 0 0 0 0,-14 10 0 0 0,19-10 10 0 0,0 0 0 0 0,0 1 0 0 0,1 1 0 0 0,-1-1 0 0 0,2 1 0 0 0,-1 0 0 0 0,-12 19-1 0 0,18-24 2 0 0,0 0-1 0 0,0 0 0 0 0,1 0 0 0 0,-1 1 0 0 0,1-1 0 0 0,0 0 0 0 0,0 1 0 0 0,0-1 0 0 0,0 0 0 0 0,1 1 0 0 0,-1 0 1 0 0,1-1-1 0 0,0 1 0 0 0,0-1 0 0 0,0 1 0 0 0,1-1 0 0 0,-1 1 0 0 0,1-1 0 0 0,0 1 0 0 0,0-1 0 0 0,0 0 1 0 0,0 1-1 0 0,1-1 0 0 0,-1 0 0 0 0,1 0 0 0 0,0 0 0 0 0,0 0 0 0 0,0 0 0 0 0,3 3 0 0 0,6 6 14 0 0,1-1 0 0 0,1-1-1 0 0,0 0 1 0 0,0 0 0 0 0,1-1-1 0 0,0-1 1 0 0,1 0 0 0 0,0-2 0 0 0,0 1-1 0 0,0-2 1 0 0,1 0 0 0 0,0 0-1 0 0,0-2 1 0 0,32 4 0 0 0,-24-5-40 0 0,0-1 1 0 0,0-1-1 0 0,0-1 1 0 0,0-1 0 0 0,-1-1-1 0 0,1-1 1 0 0,-1-1-1 0 0,0-1 1 0 0,41-16 0 0 0,-44 13-22 0 0,-1-1 1 0 0,0-1 0 0 0,0-1 0 0 0,-1 0 0 0 0,-1-1 0 0 0,26-25 0 0 0,-32 26 53 0 0,-1 0 1 0 0,0 0-1 0 0,0-1 1 0 0,-2-1-1 0 0,0 0 1 0 0,0 0 0 0 0,-1 0-1 0 0,-1-1 1 0 0,8-27-1 0 0,-10 28 211 0 0,-1 0-1 0 0,0-1 0 0 0,-1 1 1 0 0,-1-22-1 0 0,-1 34-108 0 0,1-7 2 0 0,-28 96-73 0 0,-21 112 0 0 0,32-123-29 0 0,-1-20-16 0 0,17-54 27 0 0,-1 4-32 0 0,1-6 26 0 0,1 0-1 0 0,-1 0 0 0 0,0 0 0 0 0,0 0 1 0 0,0 0-1 0 0,0 0 0 0 0,0 0 1 0 0,0 0-1 0 0,0 0 0 0 0,0 0 1 0 0,0 0-1 0 0,0 0 0 0 0,0 0 0 0 0,0 0 1 0 0,1 0-1 0 0,-1 0 0 0 0,0 0 1 0 0,0 0-1 0 0,0 0 0 0 0,0 0 0 0 0,0 0 1 0 0,0 0-1 0 0,0 0 0 0 0,0 0 1 0 0,0 0-1 0 0,0 0 0 0 0,1 0 1 0 0,-1 0-1 0 0,0 0 0 0 0,0 0 0 0 0,0 0 1 0 0,0 0-1 0 0,0 0 0 0 0,0 0 1 0 0,0 0-1 0 0,0 0 0 0 0,0 0 1 0 0,0 0-1 0 0,0 0 0 0 0,0 0 0 0 0,0 0 1 0 0,0 1-1 0 0,1-1 0 0 0,-1 0 1 0 0,0 0-1 0 0,0 0 0 0 0,0 0 0 0 0,0 0 1 0 0,0 0-1 0 0,0 0 0 0 0,0 0 1 0 0,0 0-1 0 0,0 0 0 0 0,0 0 1 0 0,0 1-1 0 0,0-1 0 0 0,9-12 3 0 0,-5 5-41 0 0,1 0 0 0 0,0 1 0 0 0,0 0 0 0 0,0 0 0 0 0,1 0 0 0 0,0 1 0 0 0,0 0 0 0 0,12-8 0 0 0,-15 12-26 0 0,1 1-1 0 0,-1-1 1 0 0,1 1-1 0 0,-1 0 0 0 0,1 0 1 0 0,-1 0-1 0 0,1 0 0 0 0,-1 1 1 0 0,1 0-1 0 0,-1-1 1 0 0,1 1-1 0 0,3 2 0 0 0,47 19-509 0 0,-25-9 154 0 0,-13-8 147 0 0,0-1 1 0 0,0 0-1 0 0,0-2 0 0 0,26 2 0 0 0,-32-3 148 0 0,0-1 0 0 0,0 0-1 0 0,0-1 1 0 0,0 0-1 0 0,0 0 1 0 0,-1-1-1 0 0,1-1 1 0 0,16-5-1 0 0,-21 6 120 0 0,0-1 0 0 0,0 1 0 0 0,-1-1 0 0 0,1 0 0 0 0,-1 0 0 0 0,1 0 0 0 0,-1-1 0 0 0,0 0 0 0 0,-1 1 0 0 0,1-1 0 0 0,0-1 0 0 0,-1 1 0 0 0,0 0 0 0 0,0-1 0 0 0,-1 0 0 0 0,1 0 0 0 0,-1 0 0 0 0,3-7 0 0 0,-4 6 192 0 0,0 5-145 0 0,0-1 1 0 0,-1 1-1 0 0,1 0 1 0 0,-1-1-1 0 0,0 1 1 0 0,1 0-1 0 0,-1-1 1 0 0,0 1-1 0 0,0-1 0 0 0,0 1 1 0 0,0 0-1 0 0,0-1 1 0 0,0 1-1 0 0,0 0 1 0 0,0-1-1 0 0,-1 1 1 0 0,1-1-1 0 0,0 1 1 0 0,-1 0-1 0 0,1-1 1 0 0,-1 1-1 0 0,0 0 1 0 0,1 0-1 0 0,-1 0 0 0 0,0-1 1 0 0,0 1-1 0 0,-1-2 1 0 0,0 2 212 0 0,-21 12-183 0 0,21-9-72 0 0,0 0 0 0 0,0 1-1 0 0,0-1 1 0 0,0 0 0 0 0,1 1 0 0 0,-1-1-1 0 0,1 1 1 0 0,-1-1 0 0 0,1 1-1 0 0,0 0 1 0 0,0 0 0 0 0,0-1 0 0 0,-1 6-1 0 0,-4 9 23 0 0,6-14-23 0 0,1 8-10 0 0,-1-6-29 0 0,1 0 0 0 0,-1 0 0 0 0,1 0-1 0 0,0 0 1 0 0,1 0 0 0 0,-1 0 0 0 0,3 5 0 0 0,-3-9 7 0 0,0 0-1 0 0,0 0 1 0 0,0 0 0 0 0,0 0 0 0 0,0 0 0 0 0,0-1 0 0 0,0 1 0 0 0,1 0 0 0 0,-1 0 0 0 0,0-1 0 0 0,1 1-1 0 0,-1-1 1 0 0,0 1 0 0 0,1-1 0 0 0,-1 1 0 0 0,1-1 0 0 0,-1 0 0 0 0,0 0 0 0 0,1 0 0 0 0,-1 0 0 0 0,1 0 0 0 0,-1 0-1 0 0,1 0 1 0 0,-1 0 0 0 0,3-1 0 0 0,48-14-634 0 0,-20 5 237 0 0,-30 10 357 0 0,40 19-350 0 0,-39-15 404 0 0,1-1 1 0 0,-1-1-1 0 0,1 1 1 0 0,0 0-1 0 0,0-1 1 0 0,8 3-1 0 0,17-5 33 0 0,-19-2-21 0 0,0-1 1 0 0,0 1-1 0 0,0-2 0 0 0,-1 1 0 0 0,11-7 0 0 0,28-9-2106 0 0,-46 19 1513 0 0,10 4-4190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6:43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7 216 0 0,'1'-7'9829'0'0,"2"25"-5771"0"0,6 51-4327 0 0,-2-20 1279 0 0,-4-23-714 0 0,0 0 1 0 0,-1 26-1 0 0,-2-44-613 0 0,-1 0 0 0 0,0-1 0 0 0,0 1 0 0 0,0 0 0 0 0,-1-1 0 0 0,0 0 0 0 0,-1 1 0 0 0,1-1 0 0 0,-1 0 0 0 0,-1 0 0 0 0,-4 8 0 0 0,7-14-58 0 0,0 0-1 0 0,0 0 1 0 0,0 0 0 0 0,0 0-1 0 0,0-1 1 0 0,0 1 0 0 0,0 0 0 0 0,0-1-1 0 0,0 1 1 0 0,0 0 0 0 0,0-1-1 0 0,0 1 1 0 0,0-1 0 0 0,-1 0-1 0 0,1 1 1 0 0,-2-1 0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6:44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46 576 0 0,'0'0'3028'0'0,"19"-12"-1296"0"0,-2 5-999 0 0,-7 5-69 0 0,8-3-68 0 0,-2 1-76 0 0,4 0-116 0 0,2 1-156 0 0,5 0-136 0 0,-3 1-244 0 0,1 2-252 0 0,5-3-228 0 0,-13 5-640 0 0,9-2-1349 0 0,-7 0 601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6:44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14 560 0 0,'5'-14'13970'0'0,"-9"44"-13642"0"0,-3 0 1 0 0,0-1-1 0 0,-2-1 0 0 0,-1 1 0 0 0,-19 39 1 0 0,13-33-149 0 0,1 1 0 0 0,2 1 1 0 0,-9 44-1 0 0,20-68-149 0 0,0-6 4 0 0,1 0 0 0 0,0 0 1 0 0,0 1-1 0 0,0-1 0 0 0,2 14 1 0 0,-1-19-21 0 0,1 0 0 0 0,-1 0 0 0 0,1-1 0 0 0,-1 1 0 0 0,1 0 0 0 0,0 0 0 0 0,0 0 0 0 0,-1-1 0 0 0,1 1 0 0 0,1 0 0 0 0,-1-1 0 0 0,0 1 0 0 0,0-1 0 0 0,1 1 0 0 0,-1-1 0 0 0,0 0 0 0 0,1 1 0 0 0,0-1 0 0 0,-1 0 0 0 0,1 0 0 0 0,0 0 0 0 0,-1 0 0 0 0,1-1 0 0 0,0 1 0 0 0,0 0 0 0 0,0-1 0 0 0,2 1 0 0 0,8 2-152 0 0,0-1 0 0 0,0 0 1 0 0,0-1-1 0 0,0-1 0 0 0,0 0 1 0 0,20-2-1 0 0,-24 1-485 0 0,0-1-1 0 0,-1 0 1 0 0,1 0-1 0 0,0-1 1 0 0,0 1-1 0 0,10-7 1 0 0,-3-6-5591 0 0,-7 6 2636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6:45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85 932 0 0,'0'-2'230'0'0,"-1"0"1"0"0,0 1-1 0 0,1-1 0 0 0,0 0 0 0 0,-1 0 0 0 0,1 1 1 0 0,0-1-1 0 0,0 0 0 0 0,0 0 0 0 0,0 1 0 0 0,0-1 1 0 0,1 0-1 0 0,-1 0 0 0 0,0 1 0 0 0,1-1 1 0 0,-1 0-1 0 0,1 1 0 0 0,0-1 0 0 0,-1 0 0 0 0,1 1 1 0 0,0-1-1 0 0,2-1 0 0 0,-1 0 32 0 0,1 0 0 0 0,0 1-1 0 0,0-1 1 0 0,0 1 0 0 0,0 0 0 0 0,0 0-1 0 0,0 0 1 0 0,1 0 0 0 0,6-2 0 0 0,3-1-24 0 0,1 2 1 0 0,-1-1-1 0 0,1 2 1 0 0,25-2 0 0 0,24 8-1345 0 0,-22 8-3691 0 0,-26-6 2470 0 0</inkml:trace>
  <inkml:trace contextRef="#ctx0" brushRef="#br0" timeOffset="1">422 180 572 0 0,'0'0'2023'0'0,"-11"31"2285"0"0,3-18-3244 0 0,-3 7 255 0 0,0 0 1 0 0,-9 26 0 0 0,18-42-1130 0 0,1 1 1 0 0,-1-1 0 0 0,1 1 0 0 0,0-1 0 0 0,0 1 0 0 0,0 0-1 0 0,1-1 1 0 0,0 1 0 0 0,0 0 0 0 0,0 0 0 0 0,0-1 0 0 0,1 1 0 0 0,-1 0-1 0 0,1-1 1 0 0,1 1 0 0 0,-1 0 0 0 0,3 5 0 0 0,-3-9-185 0 0,0 1 0 0 0,0 0-1 0 0,1 0 1 0 0,-1-1 0 0 0,1 1 0 0 0,-1-1 0 0 0,1 1 0 0 0,-1-1 0 0 0,1 0 0 0 0,0 1-1 0 0,0-1 1 0 0,-1 0 0 0 0,1 0 0 0 0,0 0 0 0 0,0-1 0 0 0,0 1 0 0 0,0 0 0 0 0,0-1-1 0 0,1 1 1 0 0,-1-1 0 0 0,0 0 0 0 0,0 0 0 0 0,0 0 0 0 0,0 0 0 0 0,3 0 0 0 0,14-5-2907 0 0,-1-7-3403 0 0,-6 2 2755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6:45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54 296 0 0,'-1'-52'10094'0'0,"1"50"-9998"0"0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6:45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1 12229 0 0,'1'14'1608'0'0,"0"-10"-1607"0"0,0-1 0 0 0,0 1 0 0 0,0 0 0 0 0,-1-1-1 0 0,0 1 1 0 0,1 0 0 0 0,-1 0 0 0 0,-1-1 0 0 0,1 1 0 0 0,0 0 0 0 0,-2 5-1 0 0,-1 6-16 0 0,3 8 18 0 0,-1 0 1 0 0,-2-1 0 0 0,0 1-1 0 0,-2-1 1 0 0,-9 30 0 0 0,11-45 34 0 0,0 1 0 0 0,0-1 1 0 0,-1 0-1 0 0,0 0 0 0 0,-1 0 1 0 0,0 0-1 0 0,0-1 0 0 0,0 0 1 0 0,0 0-1 0 0,-1 0 0 0 0,0 0 1 0 0,0-1-1 0 0,-1 0 0 0 0,0-1 1 0 0,0 1-1 0 0,0-1 0 0 0,0-1 1 0 0,-8 4-1 0 0,13-7-62 0 0,1 1 0 0 0,-1-1 0 0 0,0 1-1 0 0,1-1 1 0 0,-1 0 0 0 0,0 1 0 0 0,1-1 0 0 0,-1 0 0 0 0,0 0 0 0 0,0-1 0 0 0,1 1-1 0 0,-1 0 1 0 0,0-1 0 0 0,1 1 0 0 0,-1 0 0 0 0,0-1 0 0 0,1 0 0 0 0,-1 1-1 0 0,1-1 1 0 0,-3-2 0 0 0,-10-14-4421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6:46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161 274 832 0 0,'0'0'174'0'0,"1"-1"-1"0"0,-1 1 1 0 0,0 0 0 0 0,1-1 0 0 0,-1 1-1 0 0,1 0 1 0 0,-1 0 0 0 0,0-1-1 0 0,1 1 1 0 0,-1 0 0 0 0,1 0 0 0 0,-1 0-1 0 0,1 0 1 0 0,-1 0 0 0 0,1-1-1 0 0,-1 1 1 0 0,1 0 0 0 0,-1 0 0 0 0,0 0-1 0 0,1 0 1 0 0,-1 0 0 0 0,1 0-1 0 0,-1 1 1 0 0,1-1 0 0 0,-1 0 0 0 0,1 0-1 0 0,-1 0 1 0 0,1 0 0 0 0,-1 0-1 0 0,0 1 1 0 0,1-1 0 0 0,-1 0 0 0 0,1 0-1 0 0,-1 1 1 0 0,0-1 0 0 0,1 0-1 0 0,-1 1 1 0 0,0-1 0 0 0,1 0-1 0 0,-1 1 1 0 0,0-1 0 0 0,0 0 0 0 0,1 1-1 0 0,10 30 2090 0 0,-9-21-2061 0 0,0 0 0 0 0,-1 1 1 0 0,0-1-1 0 0,-1 14 0 0 0,-1-15-19 0 0,-1-1-1 0 0,-1 1 1 0 0,1-1-1 0 0,-1 1 1 0 0,-1-1-1 0 0,1 0 1 0 0,-2 0-1 0 0,1 0 1 0 0,-1 0 0 0 0,0-1-1 0 0,0 0 1 0 0,-10 9-1 0 0,12-12-218 0 0,-1-1 0 0 0,0 0-1 0 0,0 0 1 0 0,0-1 0 0 0,0 1-1 0 0,0-1 1 0 0,-1 0 0 0 0,1 0-1 0 0,-1 0 1 0 0,-7 1 0 0 0,8-2-328 0 0,-1 0 1 0 0,0-1-1 0 0,0 0 0 0 0,1 0 1 0 0,-1 0-1 0 0,0 0 1 0 0,0-1-1 0 0,1 0 1 0 0,-1 0-1 0 0,0 0 0 0 0,1-1 1 0 0,-6-2-1 0 0,0-1-3041 0 0,1-4 262 0 0</inkml:trace>
  <inkml:trace contextRef="#ctx0" brushRef="#br0" timeOffset="1">112 60 140 0 0,'0'0'1336'0'0,"2"-15"1032"0"0,4 4-439 0 0,-1 0-521 0 0,1 1-916 0 0,9-1-1092 0 0,-10 9-580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6:46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50 112 0 0,'20'-8'1079'0'0,"-1"0"1"0"0,2 1-1 0 0,-1 2 1 0 0,34-7-1 0 0,-17 8-412 0 0,0 0 0 0 0,0 3 0 0 0,66 5 0 0 0,-100-4-620 0 0,1 0-1 0 0,0 1 0 0 0,0-1 1 0 0,-1 1-1 0 0,1 0 0 0 0,-1 0 0 0 0,1 0 1 0 0,-1 0-1 0 0,1 1 0 0 0,-1-1 1 0 0,1 1-1 0 0,-1 0 0 0 0,0 0 1 0 0,0 0-1 0 0,0 1 0 0 0,0-1 0 0 0,-1 1 1 0 0,1-1-1 0 0,-1 1 0 0 0,1 0 1 0 0,-1 0-1 0 0,0 0 0 0 0,0 0 0 0 0,0 1 1 0 0,0-1-1 0 0,1 6 0 0 0,0 2 20 0 0,-1-1-1 0 0,-1 1 0 0 0,0 0 1 0 0,-1-1-1 0 0,1 1 1 0 0,-2 0-1 0 0,0 0 0 0 0,-2 12 1 0 0,-40 214 1018 0 0,36-209-955 0 0,-2 1 1 0 0,-1-1 0 0 0,0-1-1 0 0,-3 0 1 0 0,0 0-1 0 0,-19 27 1 0 0,25-44-5 0 0,0 0 0 0 0,-1 0 0 0 0,-1 0 0 0 0,1-1 0 0 0,-19 14 0 0 0,23-20-38 0 0,0 0-1 0 0,0-1 1 0 0,0 0-1 0 0,-1 0 1 0 0,1 0-1 0 0,0 0 1 0 0,-1-1-1 0 0,1 1 1 0 0,-1-1-1 0 0,1 0 1 0 0,-1-1-1 0 0,0 1 1 0 0,1-1-1 0 0,-1 0 1 0 0,0 0-1 0 0,0-1 1 0 0,1 1-1 0 0,-7-2 1 0 0,-14-4 134 0 0,-44-17 0 0 0,67 22-545 0 0,-13-6-2635 0 0,9 4-2753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6:48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95 1204 0 0,'0'-72'11741'0'0,"0"69"-10985"0"0,-1-10 1313 0 0,2 7-2195 0 0,3 31-6707 0 0,-2-8 3360 0 0,0-3 467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6:49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0 920 0 0,'-9'26'5553'0'0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6:49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80 840 0 0,'0'0'3692'0'0,"0"-2"-3348"0"0,0 0 1 0 0,0 0 0 0 0,0 0-1 0 0,1 0 1 0 0,-1 0-1 0 0,1 0 1 0 0,-1 0 0 0 0,1 0-1 0 0,0 0 1 0 0,0 0-1 0 0,0 1 1 0 0,1-4-1 0 0,47-10 1613 0 0,94-16 0 0 0,-119 28-2543 0 0,0 1 0 0 0,0 1 0 0 0,35 3 0 0 0,-47 1-217 0 0,-5 0-4134 0 0</inkml:trace>
  <inkml:trace contextRef="#ctx0" brushRef="#br0" timeOffset="1">251 198 628 0 0,'0'0'162'0'0,"0"0"1"0"0,0 1-1 0 0,0-1 0 0 0,0 0 0 0 0,-1 1 0 0 0,1-1 1 0 0,0 0-1 0 0,0 1 0 0 0,0-1 0 0 0,0 0 1 0 0,0 1-1 0 0,0-1 0 0 0,0 1 0 0 0,1-1 0 0 0,-1 0 1 0 0,0 1-1 0 0,0-1 0 0 0,0 0 0 0 0,0 1 1 0 0,0-1-1 0 0,0 0 0 0 0,1 1 0 0 0,-1-1 1 0 0,0 0-1 0 0,0 0 0 0 0,0 1 0 0 0,1-1 0 0 0,-1 0 1 0 0,0 0-1 0 0,0 1 0 0 0,1-1 0 0 0,-1 0 1 0 0,0 0-1 0 0,1 0 0 0 0,-1 1 0 0 0,0-1 0 0 0,1 0 1 0 0,-1 0-1 0 0,1 0 0 0 0,22 4 2059 0 0,25-7-1567 0 0,-46 3-462 0 0,64-1-2009 0 0,-59 1-2329 0 0,19 0 1769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6:53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185 310 732 0 0,'24'-41'7067'0'0,"-23"38"-6792"0"0,0 1 1 0 0,0 0-1 0 0,0-1 1 0 0,0 1 0 0 0,-1-1-1 0 0,1 1 1 0 0,-1-1-1 0 0,0 1 1 0 0,0-1-1 0 0,0 0 1 0 0,0 1 0 0 0,0-1-1 0 0,0 1 1 0 0,-1-1-1 0 0,1 1 1 0 0,-2-4-1 0 0,1 4-208 0 0,0 0-1 0 0,0 0 0 0 0,0 0 0 0 0,-1 0 0 0 0,1 0 0 0 0,0 0 0 0 0,-1 1 1 0 0,1-1-1 0 0,-1 1 0 0 0,0-1 0 0 0,1 1 0 0 0,-1 0 0 0 0,0-1 1 0 0,0 1-1 0 0,0 0 0 0 0,0 0 0 0 0,0 0 0 0 0,0 1 0 0 0,0-1 0 0 0,0 0 1 0 0,-1 1-1 0 0,1-1 0 0 0,0 1 0 0 0,0 0 0 0 0,0 0 0 0 0,-1 0 1 0 0,1 0-1 0 0,0 0 0 0 0,-4 1 0 0 0,-2 0-29 0 0,0 1 1 0 0,1 0-1 0 0,-1 0 1 0 0,1 1-1 0 0,0 0 0 0 0,-1 0 1 0 0,1 1-1 0 0,1 0 1 0 0,-1 0-1 0 0,1 0 0 0 0,-1 1 1 0 0,1 0-1 0 0,1 1 1 0 0,-1-1-1 0 0,1 1 0 0 0,0 0 1 0 0,0 0-1 0 0,0 0 0 0 0,1 1 1 0 0,0 0-1 0 0,1 0 1 0 0,-1 0-1 0 0,1 0 0 0 0,-3 13 1 0 0,4-14-39 0 0,0 1 0 0 0,1-1 0 0 0,0 0 0 0 0,1 1 0 0 0,-1 0 0 0 0,1-1 0 0 0,1 1 0 0 0,-1-1 0 0 0,1 1 1 0 0,0-1-1 0 0,0 1 0 0 0,1-1 0 0 0,0 0 0 0 0,0 0 0 0 0,0 1 0 0 0,1-1 0 0 0,0-1 0 0 0,0 1 0 0 0,1 0 0 0 0,0-1 0 0 0,0 0 0 0 0,0 0 0 0 0,0 0 1 0 0,1 0-1 0 0,-1-1 0 0 0,1 1 0 0 0,1-1 0 0 0,-1 0 0 0 0,0-1 0 0 0,9 5 0 0 0,-4-3-46 0 0,1 0 0 0 0,0 0 0 0 0,0-1 0 0 0,0-1 0 0 0,1 0 0 0 0,-1 0 0 0 0,1-1 0 0 0,0-1 0 0 0,-1 0 0 0 0,1 0 0 0 0,0-1 0 0 0,0-1 0 0 0,14-2-1 0 0,-11 0 1 0 0,0 0-1 0 0,1-2 0 0 0,-2 0 0 0 0,1-1 0 0 0,0 0 1 0 0,-1-1-1 0 0,0-1 0 0 0,-1 0 0 0 0,16-12 0 0 0,-13 7 34 0 0,0-1 1 0 0,0-1-1 0 0,-2 0 0 0 0,0-1 0 0 0,0 0 0 0 0,-2-1 0 0 0,0-1 1 0 0,-1 0-1 0 0,0 0 0 0 0,-2-1 0 0 0,0-1 0 0 0,-2 1 0 0 0,0-1 1 0 0,-1 0-1 0 0,4-23 0 0 0,-4-11 167 0 0,-4 28 217 0 0,1 0 0 0 0,8-27 0 0 0,-11 52-184 0 0,-1 6-177 0 0,-50 180 12 0 0,-7 28-1 0 0,52-198 9 0 0,-1 12 82 0 0,16-43-107 0 0,1 0-1 0 0,1 1 1 0 0,1 0 0 0 0,0 1 0 0 0,15-14-1 0 0,-26 27-31 0 0,7 2-71 0 0,0 0 1 0 0,0 1-1 0 0,0 0 0 0 0,0 1 1 0 0,0 0-1 0 0,-1 0 1 0 0,1 1-1 0 0,-1-1 1 0 0,0 2-1 0 0,9 6 0 0 0,-7-5-79 0 0,0-1 0 0 0,0 0 0 0 0,1 0 0 0 0,-1-1 0 0 0,1 0 0 0 0,18 5 0 0 0,-15-7 18 0 0,0 0 0 0 0,0-1 0 0 0,1-1 0 0 0,-1 0 0 0 0,1 0 0 0 0,-1-1 0 0 0,0-1 0 0 0,16-4 0 0 0,-24 5 189 0 0,0-1 0 0 0,0 0 1 0 0,0 0-1 0 0,-1 0 0 0 0,1-1 1 0 0,0 1-1 0 0,-1-1 0 0 0,0 0 1 0 0,0-1-1 0 0,0 1 0 0 0,0-1 1 0 0,0 1-1 0 0,-1-1 0 0 0,0 0 1 0 0,0 0-1 0 0,0-1 0 0 0,0 1 1 0 0,0-1-1 0 0,-1 1 0 0 0,0-1 1 0 0,0 0-1 0 0,0 0 0 0 0,1-10 1 0 0,-2 13 24 0 0,-1 1 0 0 0,0-1 0 0 0,0 0 0 0 0,0 0 0 0 0,0 0 0 0 0,0 0 0 0 0,-1 0 0 0 0,1 0 0 0 0,0 0 0 0 0,-1 1 0 0 0,0-1 1 0 0,1 0-1 0 0,-1 0 0 0 0,0 1 0 0 0,0-1 0 0 0,0 0 0 0 0,0 1 0 0 0,0-1 0 0 0,0 1 0 0 0,0-1 0 0 0,-1 1 0 0 0,1 0 0 0 0,-1-1 0 0 0,-1 0 0 0 0,1 1 78 0 0,-20 13-82 0 0,18-10-41 0 0,-1 1 0 0 0,1 0 0 0 0,0 0 0 0 0,0 1 0 0 0,1-1 0 0 0,-1 1 0 0 0,1 0 0 0 0,-1 0 0 0 0,1 0 0 0 0,0 0 0 0 0,1 0 0 0 0,-1 1 0 0 0,1 0 0 0 0,0-1 0 0 0,0 1 0 0 0,0 0 0 0 0,1 0 0 0 0,-1 0 0 0 0,1 0 0 0 0,1 0 0 0 0,-2 8 0 0 0,2-12-14 0 0,0 0 0 0 0,0 0 0 0 0,0 0-1 0 0,0 0 1 0 0,0 0 0 0 0,0 0-1 0 0,0 0 1 0 0,0 0 0 0 0,1 0 0 0 0,-1 0-1 0 0,0 0 1 0 0,1 0 0 0 0,-1 0 0 0 0,0 0-1 0 0,1-1 1 0 0,-1 1 0 0 0,1 0 0 0 0,0 0-1 0 0,-1 0 1 0 0,1-1 0 0 0,-1 1 0 0 0,1 0-1 0 0,0 0 1 0 0,0-1 0 0 0,-1 1 0 0 0,1-1-1 0 0,0 1 1 0 0,0-1 0 0 0,0 1 0 0 0,0-1-1 0 0,0 1 1 0 0,0-1 0 0 0,0 0-1 0 0,-1 0 1 0 0,1 1 0 0 0,0-1 0 0 0,0 0-1 0 0,0 0 1 0 0,0 0 0 0 0,0 0 0 0 0,0 0-1 0 0,0 0 1 0 0,0 0 0 0 0,0 0 0 0 0,0-1-1 0 0,0 1 1 0 0,0 0 0 0 0,0 0 0 0 0,1-1-1 0 0,9-3-134 0 0,0 0-1 0 0,-1 0 1 0 0,18-11 0 0 0,-3 2-144 0 0,-24 13 224 0 0,0-1 53 0 0,-1 1-1 0 0,0 0 1 0 0,0-1-1 0 0,0 1 1 0 0,1 0-1 0 0,-1-1 1 0 0,0 1-1 0 0,1 0 1 0 0,-1 0-1 0 0,0-1 1 0 0,1 1-1 0 0,-1 0 1 0 0,0 0-1 0 0,1-1 1 0 0,-1 1-1 0 0,0 0 1 0 0,1 0-1 0 0,-1 0 1 0 0,1 0-1 0 0,-1 0 1 0 0,0 0-1 0 0,1-1 1 0 0,-1 1-1 0 0,1 0 1 0 0,-1 0-1 0 0,0 0 1 0 0,1 0-1 0 0,-1 0 1 0 0,1 1-1 0 0,-1-1 1 0 0,1 0-1 0 0,-1 0 1 0 0,0 0-1 0 0,1 0 1 0 0,-1 0-1 0 0,0 0 1 0 0,1 1-1 0 0,0-1 1 0 0,16 10-221 0 0,-10 0 126 0 0,-1 0-1 0 0,1 0 1 0 0,13 13 0 0 0,-15-18 44 0 0,-4-4 38 0 0,17 0-32 0 0,-6-6-49 0 0,-1 0 1 0 0,0-1-1 0 0,0 0 1 0 0,15-11-1 0 0,-15 10-82 0 0,0 0 1 0 0,1 0-1 0 0,23-9 0 0 0,-33 15 111 0 0,-1 1 67 0 0,-1-1 0 0 0,0 1 0 0 0,0 0 0 0 0,1 0 0 0 0,-1-1 0 0 0,0 1 0 0 0,1 0 0 0 0,-1 0 0 0 0,1 0 0 0 0,-1 0 0 0 0,0 0 0 0 0,1-1 0 0 0,-1 1 0 0 0,0 0 0 0 0,1 0 0 0 0,-1 0 0 0 0,1 0 0 0 0,-1 0 0 0 0,0 0 0 0 0,1 0 0 0 0,-1 0 0 0 0,1 0 0 0 0,-1 0 0 0 0,0 1 0 0 0,1-1 0 0 0,-1 0 0 0 0,1 0 0 0 0,-1 0 0 0 0,0 0 0 0 0,1 0 0 0 0,-1 1 0 0 0,0-1 0 0 0,1 0 0 0 0,-1 0 0 0 0,0 1 0 0 0,0-1 0 0 0,1 0 0 0 0,-1 1 0 0 0,0-1 0 0 0,0 0 0 0 0,1 1 0 0 0,15 11-141 0 0,-14-8 136 0 0,0-1-1 0 0,1 0 1 0 0,-1 0-1 0 0,1 1 1 0 0,-1-2-1 0 0,1 1 1 0 0,0 0-1 0 0,0 0 1 0 0,0-1-1 0 0,0 0 1 0 0,1 1-1 0 0,-1-1 0 0 0,0-1 1 0 0,1 1-1 0 0,0 0 1 0 0,-1-1-1 0 0,1 0 1 0 0,0 0-1 0 0,0 0 1 0 0,0 0-1 0 0,0 0 1 0 0,0-1-1 0 0,0 0 1 0 0,-1 0-1 0 0,1 0 1 0 0,0 0-1 0 0,0-1 1 0 0,0 1-1 0 0,0-1 1 0 0,0 0-1 0 0,0 0 1 0 0,-1-1-1 0 0,1 1 1 0 0,0-1-1 0 0,-1 1 0 0 0,6-4 1 0 0,-2 0 46 0 0,-1 0 0 0 0,1 0 0 0 0,-1-1-1 0 0,0 0 1 0 0,0 0 0 0 0,0 0 0 0 0,-1-1 0 0 0,0 0 0 0 0,0 0 0 0 0,-1 0-1 0 0,6-12 1 0 0,-2 1 695 0 0,-1 1 0 0 0,-1-1-1 0 0,8-36 1 0 0,-14 52 607 0 0,1-2-943 0 0,8-20 1004 0 0,-8 23-481 0 0,-3 9-844 0 0,-1 6-16 0 0,0-1-1 0 0,1 1 0 0 0,1-1 1 0 0,0 1-1 0 0,1 0 0 0 0,0-1 1 0 0,3 18-1 0 0,0 41-311 0 0,-2-62-439 0 0,1 10-735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6:54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20 584 0 0,'0'0'2966'0'0,"15"-9"-695"0"0,111-1 2394 0 0,-124 10-4782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6:55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63 156 0 0,'33'-56'8063'0'0,"-32"55"-7117"0"0,-1 1-867 0 0,0 0 1 0 0,0-1-1 0 0,0 1 1 0 0,0 0-1 0 0,0 0 0 0 0,0-1 1 0 0,1 1-1 0 0,-1 0 1 0 0,0-1-1 0 0,0 1 0 0 0,0 0 1 0 0,0 0-1 0 0,1 0 1 0 0,-1-1-1 0 0,0 1 1 0 0,0 0-1 0 0,0 0 0 0 0,1 0 1 0 0,-1-1-1 0 0,0 1 1 0 0,0 0-1 0 0,1 0 0 0 0,-1 0 1 0 0,0 0-1 0 0,0 0 1 0 0,1 0-1 0 0,-1 0 0 0 0,0 0 1 0 0,0-1-1 0 0,1 1 1 0 0,-1 0-1 0 0,0 0 1 0 0,1 0-1 0 0,-1 0 0 0 0,1 1 1 0 0,1 2-38 0 0,-1 1 1 0 0,1 0 0 0 0,-1 0 0 0 0,1 0-1 0 0,-1 0 1 0 0,0 0 0 0 0,0 0 0 0 0,-1 0-1 0 0,0 0 1 0 0,1 1 0 0 0,-1-1 0 0 0,-1 0-1 0 0,1 0 1 0 0,-2 8 0 0 0,-18 70 236 0 0,10-45-134 0 0,-25 106 820 0 0,-17 76 335 0 0,51-215-1264 0 0,1 1 1 0 0,-1-1-1 0 0,0 0 0 0 0,1 1 1 0 0,0-1-1 0 0,0 1 0 0 0,1-1 0 0 0,-1 0 1 0 0,1 1-1 0 0,0-1 0 0 0,0 0 1 0 0,0 1-1 0 0,4 6 0 0 0,-3-8-17 0 0,0 0 1 0 0,0 0-1 0 0,0 0 1 0 0,0-1-1 0 0,1 1 0 0 0,0-1 1 0 0,-1 0-1 0 0,1 0 0 0 0,0 0 1 0 0,0 0-1 0 0,0 0 1 0 0,0 0-1 0 0,0-1 0 0 0,1 0 1 0 0,-1 1-1 0 0,0-1 0 0 0,1 0 1 0 0,3 0-1 0 0,14 3-226 0 0,0 0 1 0 0,0-2-1 0 0,1-1 0 0 0,34-1 1 0 0,-44-1-359 0 0,-1-1 0 0 0,0 0 1 0 0,0 0-1 0 0,15-6 1 0 0,-20 5-222 0 0,0 1 0 0 0,0-1 0 0 0,0 0 1 0 0,-1-1-1 0 0,1 1 0 0 0,-1-1 0 0 0,0 0 1 0 0,7-8-1 0 0,-1-1-2196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6:56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75 204 0 0,'0'0'1225'0'0,"0"-4"-31"0"0,0-11-49 0 0,0 11-99 0 0,2 1-96 0 0,0-1-777 0 0,1 1 1 0 0,0-1-1 0 0,0 0 1 0 0,1 1-1 0 0,-1 0 1 0 0,1 0-1 0 0,-1 0 1 0 0,1 0-1 0 0,0 0 1 0 0,0 1-1 0 0,0 0 1 0 0,1 0-1 0 0,-1 0 1 0 0,0 0-1 0 0,1 1 1 0 0,-1 0-1 0 0,1 0 1 0 0,0 0 0 0 0,-1 0-1 0 0,1 1 1 0 0,0-1-1 0 0,0 1 1 0 0,-1 0-1 0 0,1 1 1 0 0,7 1-1 0 0,1-1-601 0 0,0 1 0 0 0,0 1 0 0 0,0 0 0 0 0,-1 1 1 0 0,1 0-1 0 0,-1 1 0 0 0,0 1 0 0 0,15 8 0 0 0,-11-5-2005 0 0,0 0 186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6:56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0 88 0 0,'-12'18'2954'0'0,"-24"42"1265"0"0,34-57-4010 0 0,1 0 1 0 0,-1 1 0 0 0,1-1-1 0 0,0 1 1 0 0,0 0 0 0 0,1-1-1 0 0,-1 1 1 0 0,1 0 0 0 0,-1-1-1 0 0,1 1 1 0 0,0 0-1 0 0,1-1 1 0 0,-1 1 0 0 0,1 0-1 0 0,1 4 1 0 0,-2-6-195 0 0,1-1 0 0 0,0 0 1 0 0,-1 1-1 0 0,1-1 0 0 0,0 0 0 0 0,0 0 0 0 0,0 0 0 0 0,0 0 1 0 0,0 0-1 0 0,0 0 0 0 0,0 0 0 0 0,0 0 0 0 0,0 0 1 0 0,1 0-1 0 0,-1-1 0 0 0,0 1 0 0 0,2 0 0 0 0,0 0-325 0 0,0 0-1 0 0,0-1 1 0 0,0 1-1 0 0,0-1 1 0 0,0 0-1 0 0,0 1 1 0 0,1-2-1 0 0,-1 1 1 0 0,0 0-1 0 0,5-2 1 0 0,11-2-2519 0 0,-8-2 217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6:56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37 448 0 0,'-2'-6'270'0'0,"-9"-17"6321"0"0,5 16-10242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6:57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67 244 0 0,'1'17'2749'0'0,"2"11"-971"0"0,5 64 1337 0 0,-8-85-2920 0 0,0 0 1 0 0,-1-1 0 0 0,1 1 0 0 0,-2 0-1 0 0,1 0 1 0 0,-1-1 0 0 0,1 1 0 0 0,-2-1-1 0 0,1 1 1 0 0,-7 10 0 0 0,6-12 16 0 0,-1 0 0 0 0,0-1 0 0 0,-1 1 0 0 0,1-1 0 0 0,-1 0 0 0 0,0 0 0 0 0,0-1 0 0 0,0 0 0 0 0,0 1 1 0 0,-1-2-1 0 0,-8 5 0 0 0,12-6-221 0 0,-1 0 1 0 0,0 0 0 0 0,1 0-1 0 0,-1 0 1 0 0,0-1-1 0 0,0 1 1 0 0,0-1 0 0 0,0 0-1 0 0,0 0 1 0 0,1 0 0 0 0,-1 0-1 0 0,0 0 1 0 0,0-1 0 0 0,0 1-1 0 0,0-1 1 0 0,0 1-1 0 0,1-1 1 0 0,-1 0 0 0 0,0 0-1 0 0,1-1 1 0 0,-1 1 0 0 0,1-1-1 0 0,-1 1 1 0 0,1-1 0 0 0,0 0-1 0 0,-4-3 1 0 0,4 4-907 0 0,-3-9 195 0 0,5 3-4717 0 0,4-13 2463 0 0</inkml:trace>
  <inkml:trace contextRef="#ctx0" brushRef="#br0" timeOffset="1">502 3 300 0 0,'0'0'3612'0'0,"1"0"-3450"0"0,-1-1 0 0 0,0 1 0 0 0,1 0 0 0 0,-1 0 1 0 0,1 0-1 0 0,-1-1 0 0 0,0 1 0 0 0,1 0 0 0 0,-1 0 1 0 0,1 0-1 0 0,-1 0 0 0 0,1 0 0 0 0,-1 0 0 0 0,1 0 1 0 0,-1 0-1 0 0,0 0 0 0 0,1 0 0 0 0,-1 0 0 0 0,1 0 1 0 0,-1 0-1 0 0,1 0 0 0 0,-1 0 0 0 0,1 0 0 0 0,-1 1 1 0 0,1-1-1 0 0,3 9 174 0 0,-1 1 0 0 0,0 0 1 0 0,0-1-1 0 0,-1 1 1 0 0,-1 0-1 0 0,1 0 0 0 0,-1 0 1 0 0,-1 1-1 0 0,0-1 0 0 0,-1 0 1 0 0,0 0-1 0 0,0 0 1 0 0,-1 0-1 0 0,-5 18 0 0 0,5-20-233 0 0,-1 0 0 0 0,0-1 0 0 0,0 1 0 0 0,0-1 0 0 0,-1 1 0 0 0,0-1 0 0 0,0 0 0 0 0,-1-1 0 0 0,0 1 0 0 0,0-1 0 0 0,0 0 0 0 0,-1 0-1 0 0,0-1 1 0 0,0 1 0 0 0,-1-1 0 0 0,1-1 0 0 0,-1 1 0 0 0,-14 6 0 0 0,16-10-161 0 0,1 0 1 0 0,-1 0-1 0 0,0 0 0 0 0,0-1 1 0 0,1 1-1 0 0,-1-1 0 0 0,0-1 1 0 0,1 1-1 0 0,-1-1 0 0 0,0 1 1 0 0,1-1-1 0 0,-1-1 0 0 0,-7-2 1 0 0,9 3-484 0 0,0 0 1 0 0,1-1 0 0 0,-1 1 0 0 0,1-1 0 0 0,-1 1 0 0 0,1-1 0 0 0,-1 0 0 0 0,1 0-1 0 0,0 0 1 0 0,0 0 0 0 0,0-1 0 0 0,0 1 0 0 0,0-1 0 0 0,1 1 0 0 0,-3-4 0 0 0,-5-14-2657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6:57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 1056 0 0,'0'0'1335'0'0,"16"-45"6369"0"0,-15 45-8201 0 0,4-4 802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6:58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41 496 0 0,'4'-1'965'0'0,"25"-8"307"0"0,1 2 0 0 0,1 1 0 0 0,0 1 0 0 0,46-2 0 0 0,-22 3 137 0 0,-54 3-1378 0 0,1 1-1 0 0,-1 0 0 0 0,1 0 1 0 0,-1 0-1 0 0,1 0 1 0 0,-1 0-1 0 0,1 0 1 0 0,-1 0-1 0 0,1 0 0 0 0,-1 1 1 0 0,1-1-1 0 0,-1 0 1 0 0,0 1-1 0 0,1-1 1 0 0,-1 1-1 0 0,0 0 0 0 0,1 0 1 0 0,-1-1-1 0 0,0 1 1 0 0,0 0-1 0 0,1 0 1 0 0,-1 0-1 0 0,0 0 1 0 0,0 0-1 0 0,0 0 0 0 0,0 1 1 0 0,0-1-1 0 0,-1 0 1 0 0,1 0-1 0 0,0 1 1 0 0,-1-1-1 0 0,1 0 0 0 0,-1 1 1 0 0,1-1-1 0 0,-1 1 1 0 0,1-1-1 0 0,-1 1 1 0 0,0-1-1 0 0,0 1 0 0 0,0-1 1 0 0,0 1-1 0 0,0 1 1 0 0,0 9 31 0 0,-1-1 0 0 0,-1 1 0 0 0,0-1 0 0 0,-5 18 0 0 0,2-8 39 0 0,-27 157 213 0 0,-32 143 40 0 0,59-298-328 0 0,4-14 55 0 0,-1 0 0 0 0,-1 0 0 0 0,0 0 0 0 0,-6 13-1 0 0,8-20-18 0 0,-1 0-1 0 0,1 0 0 0 0,-1-1 1 0 0,1 1-1 0 0,-1-1 1 0 0,0 1-1 0 0,1-1 0 0 0,-1 0 1 0 0,0 1-1 0 0,0-1 0 0 0,0 0 1 0 0,0 0-1 0 0,0 0 0 0 0,0-1 1 0 0,0 1-1 0 0,0 0 0 0 0,0-1 1 0 0,-1 0-1 0 0,1 1 0 0 0,0-1 1 0 0,-5 0-1 0 0,-48-4 537 0 0,46 3-529 0 0,-157-10 1501 0 0,163 11-1514 0 0,2 1-58 0 0,0-1-1 0 0,0 1 1 0 0,-1-1-1 0 0,1 0 0 0 0,0 1 1 0 0,-1-1-1 0 0,1 0 0 0 0,0 0 1 0 0,-1 0-1 0 0,1 0 0 0 0,-1 0 1 0 0,1 0-1 0 0,0 0 1 0 0,-1-1-1 0 0,1 1 0 0 0,0 0 1 0 0,-2-1-1 0 0,-12-2-3361 0 0,-1 0-6384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7:01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33 804 0 0,'0'0'837'0'0,"-3"-20"3016"0"0,-2 7 3806 0 0,-2 38-7453 0 0,2 1 1 0 0,0 0 0 0 0,2 0 0 0 0,1 0-1 0 0,1 1 1 0 0,2-1 0 0 0,0 0 0 0 0,7 35-1 0 0,-6-42-67 0 0,1 1-1 0 0,1-1 1 0 0,0 0-1 0 0,2 0 1 0 0,0-1-1 0 0,18 36 1 0 0,-19-45-106 0 0,1-1 1 0 0,0 1-1 0 0,0-1 1 0 0,1-1 0 0 0,0 1-1 0 0,0-1 1 0 0,1 0-1 0 0,0-1 1 0 0,0 0-1 0 0,0 0 1 0 0,1-1 0 0 0,0 0-1 0 0,0 0 1 0 0,0-1-1 0 0,1 0 1 0 0,9 2-1 0 0,-1-1 0 0 0,0-1 0 0 0,0-1-1 0 0,0 0 1 0 0,1-2 0 0 0,-1 0-1 0 0,0-1 1 0 0,1 0 0 0 0,19-5 0 0 0,-22 3-18 0 0,0-1 0 0 0,-1-1 1 0 0,0 0-1 0 0,0-1 1 0 0,0-1-1 0 0,-1 0 0 0 0,17-10 1 0 0,-22 10-6 0 0,-1 1 0 0 0,0-1 0 0 0,0-1 0 0 0,-1 1 0 0 0,0-1 0 0 0,0-1 1 0 0,-1 1-1 0 0,0-1 0 0 0,0 0 0 0 0,-1-1 0 0 0,1 1 0 0 0,4-14 0 0 0,-1 2 17 0 0,-2 0-1 0 0,-1 0 0 0 0,0-1 0 0 0,5-39 1 0 0,-9-48 10 0 0,-2 105-17 0 0,-3-35 127 0 0,3 18-17 0 0,0 16-121 0 0,1-6 369 0 0,-1 1 0 0 0,-1-1 1 0 0,0 1-1 0 0,-3-11 0 0 0,4 17-352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7:05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405 70 444 0 0,'-8'-7'701'0'0,"-1"-1"-1"0"0,0 2 1 0 0,0-1-1 0 0,-1 1 1 0 0,0 1-1 0 0,0-1 1 0 0,-1 2-1 0 0,1 0 1 0 0,-1 0-1 0 0,0 1 1 0 0,-15-3-1 0 0,23 5-618 0 0,0 0 0 0 0,0 0 0 0 0,0 1 0 0 0,-1-1 0 0 0,1 1 0 0 0,0 0 0 0 0,0 0 0 0 0,-1 0 0 0 0,1 1 0 0 0,0-1 0 0 0,0 1 0 0 0,0-1 0 0 0,-1 1-1 0 0,1 0 1 0 0,0 1 0 0 0,-3 0 0 0 0,5 0-44 0 0,-1-1 1 0 0,0 0-1 0 0,1 1 0 0 0,-1 0 0 0 0,1-1 0 0 0,-1 1 0 0 0,1 0 1 0 0,0 0-1 0 0,-1 0 0 0 0,1-1 0 0 0,0 1 0 0 0,0 1 0 0 0,1-1 0 0 0,-1 0 1 0 0,0 0-1 0 0,1 0 0 0 0,-1 4 0 0 0,0 2 3 0 0,1 1 0 0 0,0-1 0 0 0,1 0 0 0 0,-1 1 0 0 0,2-1 0 0 0,-1 0 0 0 0,1 0 0 0 0,1 0 0 0 0,-1 0-1 0 0,6 11 1 0 0,4 6-20 0 0,2 3 98 0 0,-2 1 1 0 0,18 59-1 0 0,-28-79-86 0 0,0-1 1 0 0,0 1-1 0 0,-1 0 1 0 0,-1 0-1 0 0,1 0 1 0 0,-2 0-1 0 0,1 0 1 0 0,-1 0-1 0 0,0 0 1 0 0,-1 0-1 0 0,0-1 1 0 0,0 1-1 0 0,-1-1 1 0 0,0 1-1 0 0,-6 9 0 0 0,3-6-4 0 0,-1-1-1 0 0,-1 0 1 0 0,0-1-1 0 0,0 1 1 0 0,-1-2-1 0 0,0 1 1 0 0,0-1-1 0 0,-1 0 1 0 0,-1-1-1 0 0,1-1 1 0 0,-1 1-1 0 0,-1-2 0 0 0,1 1 1 0 0,-1-2-1 0 0,0 1 1 0 0,0-2-1 0 0,-1 0 1 0 0,-14 3-1 0 0,24-6-17 0 0,0 0-1 0 0,1-1 1 0 0,-1 1 0 0 0,0-1-1 0 0,0 0 1 0 0,1 0 0 0 0,-1 0-1 0 0,0 0 1 0 0,0 0 0 0 0,0-1-1 0 0,1 1 1 0 0,-1-1 0 0 0,0 0-1 0 0,0 0 1 0 0,-4-2-1 0 0,7 2-17 0 0,-1 0-1 0 0,0 1 0 0 0,0-1 0 0 0,0 0 0 0 0,1 0 1 0 0,-1 0-1 0 0,0 0 0 0 0,1 0 0 0 0,-1-1 0 0 0,1 1 0 0 0,-1 0 1 0 0,1 0-1 0 0,0 0 0 0 0,0 0 0 0 0,-1 0 0 0 0,1-1 0 0 0,0 1 1 0 0,0 0-1 0 0,0 0 0 0 0,0-1 0 0 0,0 1 0 0 0,0 0 1 0 0,1 0-1 0 0,-1 0 0 0 0,0 0 0 0 0,0-1 0 0 0,1 1 0 0 0,-1 0 1 0 0,1 0-1 0 0,-1 0 0 0 0,1 0 0 0 0,0 0 0 0 0,-1 0 0 0 0,1 0 1 0 0,1-2-1 0 0,-1 2-3 0 0,0 0 0 0 0,0 0 1 0 0,-1 0-1 0 0,1 0 0 0 0,0 0 1 0 0,0-1-1 0 0,0 1 0 0 0,0 1 1 0 0,0-1-1 0 0,0 0 0 0 0,0 0 1 0 0,0 0-1 0 0,1 1 0 0 0,-1-1 1 0 0,0 0-1 0 0,0 1 0 0 0,1-1 1 0 0,-1 1-1 0 0,0 0 0 0 0,1-1 1 0 0,-1 1-1 0 0,1 0 0 0 0,-1 0 1 0 0,0 0-1 0 0,1 0 0 0 0,-1 0 1 0 0,1 0-1 0 0,-1 0 0 0 0,0 0 1 0 0,1 0-1 0 0,-1 1 0 0 0,0-1 1 0 0,1 1-1 0 0,-1-1 0 0 0,0 1 1 0 0,0 0-1 0 0,3 1 0 0 0,-1 0 3 0 0,0 0 0 0 0,1 0 0 0 0,-1 1 1 0 0,0-1-1 0 0,0 1 0 0 0,-1 0 0 0 0,1 0 0 0 0,-1 0 0 0 0,1 0 0 0 0,-1 0 0 0 0,2 5 0 0 0,6 21 191 0 0,-1 0 1 0 0,-1 1-1 0 0,-2-1 0 0 0,4 49 1 0 0,-7-48-69 0 0,10 10-1809 0 0,1-20-5083 0 0,-5-15 4085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7:06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128 136 940 0 0,'0'2'7231'0'0,"-4"20"-6923"0"0,-20 66 1245 0 0,14-46-859 0 0,-2 0 0 0 0,-1-1-1 0 0,-24 48 1 0 0,12-56 2340 0 0,24-49-3011 0 0,-1 0 1 0 0,2 1-1 0 0,0-1 1 0 0,2 0-1 0 0,-1 1 1 0 0,2-1 0 0 0,0 1-1 0 0,5-16 1 0 0,47-127-286 0 0,-46 136 214 0 0,2 0 1 0 0,0 0 0 0 0,1 1-1 0 0,1 0 1 0 0,27-32 0 0 0,-38 51 36 0 0,-1 1 0 0 0,0-1 0 0 0,1 1 0 0 0,-1-1 0 0 0,1 1 0 0 0,0 0 0 0 0,-1 0 0 0 0,1-1 0 0 0,0 1 1 0 0,0 1-1 0 0,0-1 0 0 0,-1 0 0 0 0,1 0 0 0 0,0 1 0 0 0,0-1 0 0 0,0 1 0 0 0,0-1 0 0 0,0 1 0 0 0,0 0 0 0 0,1 0 0 0 0,3 0 0 0 0,-3 1 2 0 0,0 0-1 0 0,1 0 1 0 0,-1 0-1 0 0,0 1 1 0 0,0-1-1 0 0,0 1 1 0 0,0 0-1 0 0,0 0 1 0 0,0 0-1 0 0,-1 0 1 0 0,6 5-1 0 0,0 3 8 0 0,0 0-1 0 0,0 0 1 0 0,0 1-1 0 0,-2 0 1 0 0,9 17-1 0 0,-2-1 67 0 0,-2-1 0 0 0,-1 1 0 0 0,-1 1 0 0 0,-2 0 0 0 0,-1 0-1 0 0,0 1 1 0 0,1 40 0 0 0,-1 43-2516 0 0,-15-97-325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7:06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93 484 0 0,'-1'-16'4664'0'0,"6"11"-4297"0"0,1 0-1 0 0,0 0 1 0 0,0 0 0 0 0,0 1 0 0 0,0 0 0 0 0,1 0-1 0 0,0 1 1 0 0,0-1 0 0 0,0 2 0 0 0,0-1 0 0 0,0 1-1 0 0,11-2 1 0 0,17-3-436 0 0,49-3 0 0 0,-44 6-976 0 0,-3 0-3266 0 0,-18 2 1825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1T05:37:14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85 101 356,'11'-36'4198,"-1"-19"3524,-9 48-7583,-1 5-14,2 5 631,2 17-752,-1-1 58,-1-1 0,-1 0 0,0 1 0,-3 26 0,2 38 158,2-44 226,0 1 1,-3 0-1,-9 61 1,-32 115 551,-12 34 361,45-204-704,10-30 2147,-7-12-2600,8-20-7374,1 3 5291,1 0-2861,-1 3 333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1T05:37:17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54 568,'4'-4'7472,"-5"50"-6682,-3-2 1,-2 1-1,-17 66 1,22-106-711,-1 4 29,-1 7 190,-1 0 0,-1 0 0,-9 22 0,13-36-224,-7 12 884,6-27-1024,0 0 0,1 0 1,0 0-1,1 0 0,0 0 1,1 0-1,1 0 0,0 0 1,1 0-1,0 0 0,1 1 1,10-23-1,-1 5-132,2 1 0,1 1-1,1 1 1,26-33 0,-39 56 164,1-1-1,-1 1 1,1 0 0,-1 0 0,1 1 0,0-1 0,1 1-1,-1 0 1,1 0 0,-1 1 0,7-3 0,-10 5 23,1-1 0,-1 0 0,0 1 1,1-1-1,-1 1 0,0 0 0,1 0 1,-1 0-1,1 0 0,-1 0 0,0 0 1,1 1-1,-1-1 0,0 1 0,1-1 1,-1 1-1,0 0 0,0 0 0,1 0 1,-1 0-1,0 1 0,0-1 0,0 0 1,-1 1-1,1 0 0,0-1 0,-1 1 1,1 0-1,-1 0 0,1 0 0,1 3 1,18 34 91,-2 0 0,-1 2 0,-3 0 1,-1 1-1,14 73 0,-21-75 157,3 76-1,-10-114-232,-12 17-1698,9-19 1274,1 0-34,-1 0-1,0 0 0,1 0 0,-1 0 1,0-1-1,1 1 0,-1-1 0,1 1 0,-1-1 1,1 0-1,-1 0 0,-2-2 0,-11-8-1835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1T05:37:17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18 932,'0'0'4739,"5"-1"-4198,41-6 589,79-2 1,-6 9-4166,-85 0 847,-9 0 358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1T05:37:18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1 201 732,'2'0'9047,"21"-2"-8850,104-25 1715,183-15 1,-144 24-1647,-163 17-249,-2 1-14,5-1 5,-4 1 45,-12-9-382,-2-5 185,-150-66-1125,161 79 1219,-20-4-382,32 12 433,0 1 0,-1 0-1,-1 1 1,1 0-1,-1 0 1,-1 1-1,0 1 1,0-1-1,-1 1 1,11 23-1,-17-32 5,-1 0 0,1 0 0,-1 1 0,0-1 0,0 0 0,0 1 0,0-1 0,0 0 0,0 1 0,-1-1 0,1 0 1,-1 1-1,0-1 0,0 0 0,0 0 0,0 0 0,0 0 0,0 0 0,0 0 0,0 0 0,-1 0 0,1 0 0,-1 0 0,0-1 0,0 1 0,1-1 0,-1 1 0,0-1 0,0 0 0,0 0 0,-3 2 0,-5 3-36,0-1 0,-1 0 1,0 0-1,-19 5 0,6-1-476,-4 2-1488,8-8-2894,9-3 2331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7:18.8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85 528 0 0,'0'0'1748'0'0,"1"0"-844"0"0,1-1-763 0 0,6 1 540 0 0,-7 2 675 0 0,0 15-893 0 0,0 0 0 0 0,-2 0 0 0 0,0 0 0 0 0,0 0 0 0 0,-2 0 0 0 0,0 0 0 0 0,-9 24 0 0 0,6-17-10 0 0,-3 16 2796 0 0,6-57-3132 0 0,1 0 1 0 0,1 1 0 0 0,0-1-1 0 0,2 0 1 0 0,3-28 0 0 0,-2 35-101 0 0,0-1-1 0 0,0 1 1 0 0,1 0 0 0 0,1 1 0 0 0,0-1 0 0 0,0 1 0 0 0,1-1 0 0 0,0 1 0 0 0,0 1 0 0 0,1-1 0 0 0,14-14 0 0 0,-13 17-13 0 0,0 0 0 0 0,0 1 0 0 0,1 0 0 0 0,0 1 0 0 0,0-1 0 0 0,0 2 0 0 0,1-1 0 0 0,-1 1 0 0 0,1 0 0 0 0,0 1 0 0 0,0 0 0 0 0,0 0 0 0 0,0 1 0 0 0,0 0 0 0 0,0 1 0 0 0,0 0 0 0 0,0 0 0 0 0,0 1 0 0 0,0 0 0 0 0,0 1 0 0 0,0 0 0 0 0,0 0 0 0 0,8 4 0 0 0,-15-5-5 0 0,0-1 0 0 0,0 1 1 0 0,0 0-1 0 0,-1 0 0 0 0,1 0 1 0 0,0 0-1 0 0,-1 0 1 0 0,1 0-1 0 0,-1 1 0 0 0,1-1 1 0 0,-1 0-1 0 0,0 1 0 0 0,1-1 1 0 0,-1 1-1 0 0,0 0 1 0 0,0-1-1 0 0,0 1 0 0 0,0 0 1 0 0,0-1-1 0 0,-1 1 0 0 0,1 0 1 0 0,0 0-1 0 0,-1 0 0 0 0,1 0 1 0 0,-1 0-1 0 0,0 0 1 0 0,0 0-1 0 0,0-1 0 0 0,0 1 1 0 0,0 0-1 0 0,0 0 0 0 0,0 0 1 0 0,-1 0-1 0 0,1 0 1 0 0,-1 0-1 0 0,1 0 0 0 0,-1 0 1 0 0,0-1-1 0 0,-1 4 0 0 0,-4 7-3 0 0,0 0 1 0 0,0 0-1 0 0,-1-1 0 0 0,-11 14 0 0 0,17-23 4 0 0,-35 35 12 0 0,30-32-76 0 0,0 0-1 0 0,1 1 1 0 0,-1 0-1 0 0,1 0 1 0 0,1 0 0 0 0,-9 13-1 0 0,13-18-3 0 0,15 23-186 0 0,38 25-61 0 0,-52-48 311 0 0,-1 0 0 0 0,1-1 0 0 0,-1 1 0 0 0,0 0 1 0 0,1 0-1 0 0,-1 0 0 0 0,1-1 0 0 0,-1 1 0 0 0,0 0 0 0 0,0 0 1 0 0,0 0-1 0 0,1 0 0 0 0,-1 0 0 0 0,0 0 0 0 0,0-1 0 0 0,0 1 0 0 0,0 0 1 0 0,0 0-1 0 0,-1 0 0 0 0,1 0 0 0 0,0 0 0 0 0,0 0 0 0 0,0 0 1 0 0,-1-1-1 0 0,1 1 0 0 0,-1 0 0 0 0,1 0 0 0 0,0 0 0 0 0,-1-1 0 0 0,0 2 1 0 0,-17 18-22 0 0,16-18 15 0 0,-4 2 34 0 0,0 1 0 0 0,-1-1 0 0 0,1 0 0 0 0,-1-1 0 0 0,0 0 0 0 0,0 0 0 0 0,0 0-1 0 0,0-1 1 0 0,0 0 0 0 0,0-1 0 0 0,-1 1 0 0 0,1-1 0 0 0,-1-1 0 0 0,-11 0-1 0 0,-44-6-779 0 0,55 4 21 0 0,1 0 0 0 0,0-1 0 0 0,-1 1 0 0 0,1-1 0 0 0,-8-5-1 0 0,12 5-2173 0 0,-4-8 221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7:19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43 144 0 0,'1'0'257'0'0,"0"-1"1"0"0,0 0-1 0 0,-1 0 0 0 0,1 0 1 0 0,0 0-1 0 0,-1 0 0 0 0,1 0 1 0 0,-1 0-1 0 0,1 0 0 0 0,-1 0 1 0 0,0 0-1 0 0,1 0 0 0 0,-1-1 1 0 0,0 1-1 0 0,0 0 1 0 0,0 0-1 0 0,0 0 0 0 0,0 0 1 0 0,0 0-1 0 0,0 0 0 0 0,0-1 1 0 0,0 1-1 0 0,-1 0 0 0 0,1 0 1 0 0,0 0-1 0 0,-1 0 0 0 0,1 0 1 0 0,-1-1-1 0 0,-1 0-102 0 0,1 1 0 0 0,-1 0 0 0 0,0 0-1 0 0,1 0 1 0 0,-1 0 0 0 0,0 0 0 0 0,0 1 0 0 0,1-1 0 0 0,-1 1 0 0 0,0-1 0 0 0,0 1-1 0 0,0-1 1 0 0,0 1 0 0 0,0 0 0 0 0,-2 0 0 0 0,-6 0 93 0 0,0 0 1 0 0,0 1-1 0 0,0 0 0 0 0,0 0 1 0 0,-18 7-1 0 0,16-4 50 0 0,0 1 0 0 0,0 1 0 0 0,1 0 0 0 0,-17 12 0 0 0,23-15-163 0 0,0 1 1 0 0,0 1 0 0 0,1-1-1 0 0,-1 1 1 0 0,-6 9 0 0 0,-2 15 461 0 0,13-26-545 0 0,0 0 0 0 0,0 0 0 0 0,0 0 0 0 0,0 0 0 0 0,1 0 0 0 0,-1 0 0 0 0,1-1 0 0 0,-1 1 0 0 0,1 0-1 0 0,0 0 1 0 0,1 0 0 0 0,-1-1 0 0 0,0 1 0 0 0,1-1 0 0 0,-1 1 0 0 0,4 3 0 0 0,18 22 316 0 0,-9-14-130 0 0,23 14 133 0 0,-8-12-165 0 0,-3-6-63 0 0,0 0 0 0 0,1-2 0 0 0,1-1 0 0 0,30 5-1 0 0,-10-3 49 0 0,-21-5 917 0 0,-16-2-2956 0 0,-39-1-12135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1T05:37:22.1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1 188,'-2'3'567,"-7"8"120,2 1 0,0-1 0,0 2 0,1-1 0,0 1 0,-5 19 1,3-11-156,8-19-363,-3 10 724,3-11-870,0-1 0,0 0 1,0 0-1,0 1 0,0-1 0,0 0 1,0 0-1,-1 1 0,1-1 1,0 0-1,0 1 0,1-1 0,-1 0 1,0 0-1,0 1 0,0-1 0,0 0 1,0 1-1,0-1 0,0 0 1,0 0-1,0 1 0,1-1 0,-1 0 1,0 0-1,0 1 0,0-1 1,0 0-1,1 0 0,-1 0 0,0 1 1,0-1-1,1 0 0,-1 0 0,0 0 1,0 0-1,1 0 0,-1 0 1,0 1-1,0-1 0,1 0 0,-1 0 1,0 0-1,1 0 0,-1 0 0,1 0 1,12-6 72,21-9 177,0 2-1,56-15 1,-81 26-229,-1 0 0,1 0-1,0 1 1,1 1 0,-1-1 0,0 1 0,0 1 0,0 0 0,0 0 0,0 0 0,0 1 0,0 1 0,-1 0 0,1 0 0,-1 0 0,10 6 0,-17-8-32,1 0 0,-1 0 0,1 0 0,0 0 0,-1 0 0,0 0 0,1 1 0,-1-1 0,0 0 1,0 1-1,0-1 0,0 1 0,0 0 0,0-1 0,0 1 0,0 0 0,0-1 0,-1 1 0,1 0 1,-1 0-1,0-1 0,1 1 0,-1 0 0,0 0 0,0 0 0,0 0 0,0-1 0,0 1 1,-1 0-1,1 0 0,0 0 0,-1 0 0,0-1 0,1 1 0,-1 0 0,0-1 0,0 1 0,0 0 1,0-1-1,0 1 0,0-1 0,0 0 0,0 1 0,-1-1 0,1 0 0,-3 2 0,-2 3-385,0-1-1,-1 0 1,1 0-1,-1-1 1,0 0-1,0 0 1,-1 0-1,1-1 1,-14 4-1,8-4-2180,10-3 197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7:22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 44 0 0,'23'-47'10322'0'0,"-22"46"-9356"0"0,-1 0-974 0 0,1 1 0 0 0,-1-1-1 0 0,1 1 1 0 0,-1-1 0 0 0,1 1-1 0 0,0-1 1 0 0,-1 1 0 0 0,1 0-1 0 0,0-1 1 0 0,-1 1 0 0 0,1 0-1 0 0,0-1 1 0 0,-1 1 0 0 0,1 0-1 0 0,0 0 1 0 0,0 0-1 0 0,-1 0 1 0 0,1 0 0 0 0,0 0-1 0 0,-1 0 1 0 0,1 0 0 0 0,0 0-1 0 0,0 0 1 0 0,-1 0 0 0 0,1 0-1 0 0,0 0 1 0 0,-1 1 0 0 0,2 0-1 0 0,19 7-788 0 0,-20-8 845 0 0,35 25-5614 0 0,-22-18 2879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1T05:37:22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0 44,'0'0'2892,"-4"4"-2460,-56 47 2287,59-50-2539,0-1-149,1 0 0,0 0 1,0 0-1,0 0 0,-1 0 0,1 0 1,0 0-1,0 1 0,0-1 1,0 0-1,0 0 0,-1 0 1,1 0-1,0 0 0,0 0 1,0 1-1,0-1 0,0 0 0,0 0 1,0 0-1,0 0 0,-1 1 1,1-1-1,0 0 0,0 0 1,0 0-1,0 1 0,0-1 1,0 0-1,0 0 0,0 0 0,0 0 1,0 1-1,0-1 0,0 0 1,0 0-1,0 0 0,0 1 1,1-1-1,-1 0 0,0 0 1,0 0-1,0 0 0,0 1 1,0-1-1,0 0 0,0 0 0,1 0 1,-1 0-1,0 1 0,67 12 1484,-54-12-1522,-1 1-1,0 0 1,0 0 0,0 2 0,23 9 0,-8-3-1333,-8-5-2397,-19-5 3569,11 3-2134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1T05:37:23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0 357 608,'1'-1'343,"1"0"0,-1 0 0,0 0 0,0 0 0,1 1 0,-1-1 0,1 1 0,-1-1 0,0 1 0,1-1 0,-1 1 0,1 0 0,-1 0 0,2 0 0,7 8 9,-1 0 0,-1 1 1,0 0-1,0 1 0,-1 0 0,0 0 0,-1 0 0,0 1 0,0 0 1,-1 0-1,5 19 0,0 0 119,-2 1 1,-1 0 0,5 45-1,-9-49-604,0 0 3814,-6-28-2029,-6-15-1287,1-3-179,0 1 0,2-1 1,1-1-1,0 1 0,1-1 1,1 0-1,1 0 1,1 0-1,1 0 0,0 0 1,2 0-1,5-32 0,2 13-104,2 0-1,1 1 0,2 1 0,1 0 0,26-44 0,-34 67-74,1 1 0,1 1 0,0-1-1,1 2 1,0-1 0,17-15 0,-23 24-20,-1 0 0,1 0 1,0 0-1,0 0 0,1 1 0,-1 0 1,0 0-1,1 0 0,-1 0 0,1 1 1,0-1-1,-1 1 0,1 0 0,0 1 0,0-1 1,0 1-1,0 0 0,-1 0 0,1 1 1,0-1-1,0 1 0,0 0 0,-1 0 1,8 3-1,-8-2-15,-1 1-1,1-1 1,0 1 0,-1-1-1,0 1 1,0 0 0,0 0 0,0 0-1,0 1 1,0-1 0,-1 1 0,0-1-1,0 1 1,0 0 0,0 0-1,0 0 1,-1 0 0,0 0 0,1 0-1,-2 1 1,1-1 0,0 0-1,-1 0 1,0 5 0,0-3-15,0 0 1,0 0-1,0 1 0,-1-1 1,0 0-1,-1 0 0,1-1 1,-1 1-1,0 0 0,-1 0 1,1-1-1,-1 1 0,0-1 1,0 0-1,-1 0 0,-5 6 1,2-5-32,0-1 0,0 1 1,-1-1-1,0 0 0,0-1 1,-1 0-1,1 0 0,-1 0 1,-16 3-1,-30 4-1785,1-5-3622,31-4 1337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1T05:37:23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0 748,'8'5'313,"-1"-1"0,0 1-1,0 0 1,0 0 0,-1 1 0,0 0 0,0 0-1,-1 0 1,1 1 0,-1 0 0,-1 0 0,1 0-1,-1 1 1,-1-1 0,1 1 0,-1 0 0,0 0-1,1 11 1,-3-18-155,-8 32 2096,15-43-2208,1 1 1,1 0-1,-1 0 1,1 1-1,0 0 0,1 1 1,0 0-1,0 0 1,18-6-1,-14 5-19,-10 6-27,14 0-25,-18 1 10,14 7-17,14 26-241,-17-19 3566,-14-17-3535,-4-7 365,4 1-3575,-15 15-990,14-5 1893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1T05:37:24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83 317 596,'0'0'4756,"-3"18"-2903,-27 25-501,29-40-1243,0-1 0,0 1 0,0-1 0,0 1 0,0-1 0,1 1 0,-1-1 0,1 1 0,0 0 0,-1-1 0,1 1 0,0 0 0,1-1 0,-1 1 0,0-1-1,1 1 1,0 0 0,-1-1 0,3 5 2004,3-9-1522,-1-1-395,0 0 0,0 0 1,0 0-1,0-1 0,-1 0 0,0 1 0,1-2 0,-1 1 0,0 0 0,-1-1 0,1 0 0,3-6 1,-1-1 70,-1 1 1,1-1 0,-2 0 0,0 0 0,4-21 0,-5 19-118,0 0 0,-1-1 0,-1 1 1,-1-1-1,0 0 0,-1 1 0,0-1 1,-1 1-1,-1-1 0,0 1 0,-7-16 0,5 18-106,0 0-282,0 0 1,-1 0-1,0 1 0,-13-17 1,18 27 106,0 1 1,-1-1 0,1 0 0,0 0-1,-1 1 1,1-1 0,0 1 0,-1-1-1,1 1 1,-1 0 0,1-1 0,-1 1-1,1 0 1,0 0 0,-1 0 0,1 0-1,-1 0 1,1 1 0,-1-1 0,1 0-1,-1 1 1,1-1 0,0 1 0,-1-1 0,-1 2-1,-29 16-3974,21-9 72,3 1 308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1T05:37:24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0 712,'15'8'7769,"-11"-3"-7886,-9 87 2259,5-90-2113,0-1 1,0 1 0,0 0-1,0-1 1,0 1-1,0 0 1,0 0 0,1-1-1,-1 1 1,0 0 0,1-1-1,0 1 1,-1 0-1,1-1 1,0 1 0,0-1-1,0 1 1,0-1 0,0 0-1,0 1 1,0-1-1,1 0 1,-1 0 0,0 0-1,1 0 1,-1 0 0,1 0-1,-1 0 1,1 0-1,-1 0 1,1-1 0,0 1-1,-1-1 1,1 1 0,0-1-1,-1 0 1,1 0-1,0 0 1,0 1 0,-1-2-1,1 1 1,0 0 0,0 0-1,-1 0 1,1-1 0,2 0-1,10-3 105,0 0 0,0-1-1,-1-1 1,18-9 0,-21 10-21,-10 5-334,18-9-29,-5 8-7491,-2 7 5225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1T05:37:25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0 493 680,'0'0'1020,"10"-2"5157,-10 7-6069,-1-1 0,1 1 0,0-1 0,0 1 0,1-1 1,-1 1-1,1-1 0,0 1 0,0-1 0,0 0 0,1 1 1,0-1-1,3 6 0,-4-9-99,1 1 0,-1 0 0,1 0 0,0-1 0,-1 1 0,1-1 0,0 0 0,0 0 0,0 1 0,0-1 0,0 0 0,0-1 0,1 1 0,-1 0 0,0 0 0,0-1 0,1 0 0,-1 1 0,0-1 0,1 0 0,-1 0 0,0 0 0,0 0 0,1-1 0,-1 1 0,0-1 0,1 1 0,-1-1 0,0 0 0,4-2 0,14-5-112,0-2 0,0 0 0,-1-1 0,0-1 1,29-24-1,-6-1-525,41-44 0,-81 78 603,104-118-1324,-95 106 1257,0 0 0,-1-1 0,-1-1 0,0 1 0,-1-1 0,9-28 0,-14 37 216,-1-1-1,0 1 1,-1 0 0,0-1-1,0 1 1,-1-1-1,0 1 1,0-1 0,-3-15-1,2 21 303,-6 8-275,-6 8 1,0 1-1,0 0 1,2 1 0,-1 0 0,2 0-1,-13 27 1,10-16 34,1 1 0,1 0 0,1 1 0,-10 49 0,16-58-95,2 0 1,0 0-1,1 0 1,0 1-1,2-1 1,0 0 0,2 0-1,5 25 1,-6-39 111,0-1 0,0 1 1,1 0-1,0-1 0,0 1 0,0-1 1,0 0-1,0 0 0,1 0 1,0 0-1,0-1 0,0 1 1,0-1-1,1 0 0,-1-1 1,1 1-1,-1-1 0,1 0 0,0 0 1,0 0-1,0 0 0,0-1 1,1 0-1,-1 0 0,0-1 1,0 1-1,1-1 0,-1 0 1,0-1-1,7 0 0,-10 1 176,11-7 346,-6-10-4401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1T05:37:25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92 220,'7'-18'4055,"15"-38"4529,-21 54-7732,3-5 1135,3-1-2605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7:25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63 376 0 0,'0'0'907'0'0,"-7"-37"6597"0"0,5 34-7302 0 0,0 1 0 0 0,0-1 0 0 0,-1 1 0 0 0,1 0-1 0 0,-1-1 1 0 0,1 1 0 0 0,-1 1 0 0 0,0-1-1 0 0,0 0 1 0 0,-5-1 0 0 0,7 2-37 0 0,-38 2 375 0 0,33 1-497 0 0,0 0 1 0 0,-1 0 0 0 0,1 1-1 0 0,0-1 1 0 0,0 1-1 0 0,0 1 1 0 0,1-1 0 0 0,-1 1-1 0 0,1 0 1 0 0,0 0-1 0 0,0 1 1 0 0,0 0 0 0 0,0-1-1 0 0,1 1 1 0 0,0 1-1 0 0,0-1 1 0 0,0 1 0 0 0,1 0-1 0 0,0-1 1 0 0,0 2-1 0 0,0-1 1 0 0,1 0 0 0 0,0 0-1 0 0,-2 14 1 0 0,3-18-2 0 0,1 0-30 0 0,1-1 1 0 0,-1 1-1 0 0,1-1 1 0 0,-1 1 0 0 0,1 0-1 0 0,0-1 1 0 0,0 1-1 0 0,-1-1 1 0 0,1 0-1 0 0,0 1 1 0 0,0-1-1 0 0,1 0 1 0 0,-1 1-1 0 0,0-1 1 0 0,0 0-1 0 0,0 0 1 0 0,1 0-1 0 0,-1 0 1 0 0,3 1 0 0 0,3-1 12 0 0,-1 0 0 0 0,1 0 0 0 0,-1-1 0 0 0,1 0 0 0 0,-1 0 0 0 0,1-1 1 0 0,-1 0-1 0 0,0 0 0 0 0,1 0 0 0 0,5-3 0 0 0,66-24 81 0 0,-19 11 155 0 0,-57 17-230 0 0,41 19 114 0 0,-28-16-1 0 0,-1 0 0 0 0,1-1-1 0 0,0-1 1 0 0,0 0 0 0 0,0-1 0 0 0,20-3 0 0 0,53 2-24 0 0,-70 2-1407 0 0,0 0-4068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7:26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1128 0 0,'3'-13'2328'0'0,"7"5"-1312"0"0,-1 3-88 0 0,0 1 645 0 0,10 3-909 0 0,-10-3 260 0 0,15 5-748 0 0,-12 2-192 0 0,15 4-868 0 0,-18-4-424 0 0,9 2-3509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7:28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341 106 564 0 0,'20'-43'9642'0'0,"-20"41"-9386"0"0,1 0 1 0 0,-1 0 0 0 0,1-1 0 0 0,-1 1 0 0 0,0 0 0 0 0,1 0 0 0 0,-1-1 0 0 0,-1 1 0 0 0,1 0 0 0 0,0-1-1 0 0,0 1 1 0 0,-1 0 0 0 0,0 0 0 0 0,1-1 0 0 0,-1 1 0 0 0,0 0 0 0 0,0 0 0 0 0,0 0 0 0 0,-2-3-1 0 0,0 3-212 0 0,1 0 0 0 0,0 0-1 0 0,-1 1 1 0 0,0 0 0 0 0,1-1-1 0 0,-1 1 1 0 0,0 0 0 0 0,0 0-1 0 0,1 0 1 0 0,-1 1 0 0 0,0-1-1 0 0,0 1 1 0 0,0 0 0 0 0,0-1-1 0 0,-4 1 1 0 0,-10 0 21 0 0,0 1 0 0 0,0 0 0 0 0,0 1 0 0 0,1 0 0 0 0,-1 2 0 0 0,0 0 0 0 0,1 1 0 0 0,-27 12 0 0 0,34-14-66 0 0,0 2-1 0 0,0-1 1 0 0,1 1 0 0 0,0 1 0 0 0,0-1 0 0 0,0 1 0 0 0,1 1 0 0 0,0 0 0 0 0,0 0 0 0 0,0 0 0 0 0,1 0 0 0 0,0 1 0 0 0,1 0-1 0 0,0 1 1 0 0,0-1 0 0 0,-6 15 0 0 0,11-21-2 0 0,-1 0-1 0 0,0 0 1 0 0,1-1 0 0 0,0 1-1 0 0,-1 0 1 0 0,1 0 0 0 0,0-1-1 0 0,0 1 1 0 0,0 0 0 0 0,0 0-1 0 0,0 0 1 0 0,0-1 0 0 0,0 1-1 0 0,1 0 1 0 0,-1 0-1 0 0,1 0 1 0 0,-1-1 0 0 0,1 1-1 0 0,0 0 1 0 0,0-1 0 0 0,-1 1-1 0 0,4 2 1 0 0,-2-2-6 0 0,0 0 0 0 0,1 0-1 0 0,-1 0 1 0 0,1 0 0 0 0,-1 0 0 0 0,1-1 0 0 0,0 1 0 0 0,0-1-1 0 0,0 0 1 0 0,0 0 0 0 0,0 0 0 0 0,3 0 0 0 0,5 1-46 0 0,0 0 0 0 0,0-1 0 0 0,-1-1 0 0 0,1 0 0 0 0,0 0 0 0 0,16-4 0 0 0,-9 1-90 0 0,-1-1-1 0 0,1-1 0 0 0,-1-1 0 0 0,25-12 1 0 0,-41 17 106 0 0,15 0-456 0 0,4 27 333 0 0,-18-23 156 0 0,-1 0-1 0 0,1 0 0 0 0,-1-1 0 0 0,1 1 0 0 0,0 0 0 0 0,0-1 0 0 0,0 0 0 0 0,1 1 0 0 0,-1-1 1 0 0,0 0-1 0 0,1 0 0 0 0,0 0 0 0 0,-1 0 0 0 0,1-1 0 0 0,0 1 0 0 0,0-1 0 0 0,0 0 1 0 0,0 1-1 0 0,0-1 0 0 0,0-1 0 0 0,0 1 0 0 0,0 0 0 0 0,0-1 0 0 0,7 1 0 0 0,12-6 27 0 0,1 0-1 0 0,0-1 0 0 0,-1-2 1 0 0,0 0-1 0 0,-1-1 0 0 0,31-19 1 0 0,-50 27-7 0 0,13 3 80 0 0,1-1 0 0 0,-1 2 0 0 0,0 0 1 0 0,28 10-1 0 0,30 5-902 0 0,-33-7-2409 0 0,-22-5-2371 0 0,-1-1 2535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7:29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24 465 648 0 0,'-2'2'9733'0'0,"-11"11"-9683"0"0,12-11-2 0 0,0 0 0 0 0,0 0 0 0 0,0 1 0 0 0,0-1-1 0 0,0 0 1 0 0,0 0 0 0 0,1 1 0 0 0,-1-1 0 0 0,1 0 0 0 0,-1 1 0 0 0,1-1 0 0 0,0 0 0 0 0,0 1 0 0 0,0-1-1 0 0,0 1 1 0 0,1-1 0 0 0,-1 0 0 0 0,1 1 0 0 0,-1-1 0 0 0,1 0 0 0 0,0 0 0 0 0,0 1 0 0 0,0-1 0 0 0,0 0 0 0 0,2 4-1 0 0,-1-6-46 0 0,0 1-1 0 0,0-1 0 0 0,0 0 0 0 0,0 0 0 0 0,0 0 0 0 0,0 0 0 0 0,0 0 0 0 0,0 0 0 0 0,0 0 1 0 0,0-1-1 0 0,0 1 0 0 0,0-1 0 0 0,0 1 0 0 0,0-1 0 0 0,0 0 0 0 0,0 0 0 0 0,0 0 1 0 0,-1 0-1 0 0,1 0 0 0 0,0 0 0 0 0,-1 0 0 0 0,1-1 0 0 0,-1 1 0 0 0,1-1 0 0 0,1-2 1 0 0,34-40-128 0 0,-36 42 120 0 0,20-31 103 0 0,-1-2-1 0 0,-2 0 0 0 0,-2-1 1 0 0,-1-1-1 0 0,-2 0 0 0 0,-1-1 1 0 0,-2 0-1 0 0,9-73 0 0 0,-13 35 2487 0 0,-6 74-1290 0 0,-2 10-1167 0 0,-3 32-4 0 0,1 0 1 0 0,2 0-1 0 0,1 0 1 0 0,6 41-1 0 0,-2 83-649 0 0,-19 28-2123 0 0,9-153-1143 0 0,-13 47 0 0 0,7-49 279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5:03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353 309 32 0 0,'0'0'796'0'0,"2"-2"19"0"0,-1-1 0 0 0,0 0 0 0 0,-1 0 0 0 0,1 0 0 0 0,0 0 0 0 0,-1 0 0 0 0,1 0 0 0 0,-1 0 0 0 0,0-4 0 0 0,-4 5-764 0 0,-1 0-1 0 0,1 0 1 0 0,0 1-1 0 0,-1-1 1 0 0,1 1-1 0 0,-1 0 1 0 0,1 0 0 0 0,-1 1-1 0 0,1-1 1 0 0,-1 1-1 0 0,0 0 1 0 0,1 0-1 0 0,-1 0 1 0 0,1 1 0 0 0,-1 0-1 0 0,0 0 1 0 0,1 0-1 0 0,0 0 1 0 0,-8 4-1 0 0,-12 3 22 0 0,2 2 0 0 0,-32 16 0 0 0,40-18-52 0 0,1 0 0 0 0,-1 1 1 0 0,1 1-1 0 0,1 0 0 0 0,0 0 0 0 0,0 1 1 0 0,1 1-1 0 0,0 0 0 0 0,-17 26 0 0 0,25-32-15 0 0,0-1 0 0 0,0 1 0 0 0,1-1 0 0 0,0 1 0 0 0,0 0 0 0 0,0-1 0 0 0,0 1 0 0 0,1 0 0 0 0,0 0 0 0 0,0 1 0 0 0,1-1 1 0 0,0 0-1 0 0,0 0 0 0 0,0 0 0 0 0,1 0 0 0 0,0 0 0 0 0,0 0 0 0 0,0 0 0 0 0,1 0 0 0 0,0 0 0 0 0,0 0 0 0 0,0-1 0 0 0,1 1 0 0 0,0-1 0 0 0,0 0 0 0 0,0 1 0 0 0,1-1 0 0 0,7 8 0 0 0,-1-2-17 0 0,0-1 1 0 0,1 0-1 0 0,0-1 1 0 0,1 0-1 0 0,0-1 1 0 0,0 0-1 0 0,0-1 0 0 0,1 0 1 0 0,0-1-1 0 0,19 7 1 0 0,-11-8-26 0 0,-1 0 1 0 0,0 0-1 0 0,1-2 0 0 0,0-1 1 0 0,0-1-1 0 0,33-1 1 0 0,-14-4-8 0 0,0-2-1 0 0,-1-2 1 0 0,0-1 0 0 0,0-2 0 0 0,-1-1 0 0 0,-1-2 0 0 0,38-21 0 0 0,-51 23 21 0 0,0-1 0 0 0,-1-1 0 0 0,-1-1 0 0 0,-1-1 0 0 0,0-2 0 0 0,-1 1 0 0 0,-1-2 0 0 0,22-27 0 0 0,-32 34 29 0 0,0-1-1 0 0,-1 1 0 0 0,0-1 1 0 0,-1-1-1 0 0,-1 0 1 0 0,0 0-1 0 0,-1 0 0 0 0,-1 0 1 0 0,0-1-1 0 0,0 1 1 0 0,-2-1-1 0 0,0 0 1 0 0,-1 0-1 0 0,0 0 0 0 0,-1 0 1 0 0,-2-19-1 0 0,-1 10 177 0 0,-1 1 0 0 0,-1-1 0 0 0,-1 1 0 0 0,0 0 0 0 0,-2 0 0 0 0,-15-30 0 0 0,22 51-136 0 0,-3-9 40 0 0,4 11-86 0 0,0 0 0 0 0,0 0 1 0 0,0 0-1 0 0,0-1 0 0 0,0 1 0 0 0,0 0 0 0 0,0 0 0 0 0,0 0 0 0 0,0 0 1 0 0,0-1-1 0 0,0 1 0 0 0,0 0 0 0 0,0 0 0 0 0,0 0 0 0 0,0-1 1 0 0,0 1-1 0 0,0 0 0 0 0,0 0 0 0 0,0 0 0 0 0,0 0 0 0 0,-1 0 0 0 0,1-1 1 0 0,0 1-1 0 0,0 0 0 0 0,0 0 0 0 0,0 0 0 0 0,0 0 0 0 0,0 0 0 0 0,-1 0 1 0 0,1-1-1 0 0,0 1 0 0 0,0 0 0 0 0,0 0 0 0 0,0 0 0 0 0,0 0 0 0 0,-1 0 1 0 0,1 0-1 0 0,0 0 0 0 0,0 0 0 0 0,0 0 0 0 0,0 0 0 0 0,-1 0 1 0 0,1 0-1 0 0,0 0 0 0 0,0 0 0 0 0,0 0 0 0 0,-1 0 0 0 0,1 0 0 0 0,0 0 1 0 0,0 0-1 0 0,0 0 0 0 0,0 0 0 0 0,-1 0 0 0 0,1 0 0 0 0,0 0 0 0 0,0 0 1 0 0,0 0-1 0 0,0 1 0 0 0,0-1 0 0 0,-1 0 0 0 0,1 0 0 0 0,0 0 1 0 0,0 0-1 0 0,-14 44-5 0 0,1 1 0 0 0,3 0-1 0 0,1 1 1 0 0,-4 88 0 0 0,-14 143 73 0 0,27-275-59 0 0,-3 12-17 0 0,2-7 362 0 0,2-10 907 0 0,5-14-1218 0 0,1 0 1 0 0,0 1-1 0 0,1 0 1 0 0,18-28-1 0 0,-20 36-60 0 0,-1 0 0 0 0,1 0-1 0 0,0 1 1 0 0,1 0 0 0 0,0 0 0 0 0,0 1 0 0 0,1 0-1 0 0,-1 0 1 0 0,1 1 0 0 0,0 0 0 0 0,13-6 0 0 0,-19 10-11 0 0,0 1-49 0 0,1 1 68 0 0,-1-1 0 0 0,1 0 0 0 0,-1 1 0 0 0,1 0 0 0 0,-1 0 0 0 0,1 0 0 0 0,-1 0 0 0 0,0 0 0 0 0,0 0 0 0 0,1 0 0 0 0,-1 1 0 0 0,0-1 0 0 0,0 1 0 0 0,0-1 0 0 0,2 3 0 0 0,28 38-96 0 0,-3-5 48 0 0,-17-26-22 0 0,1-1-1 0 0,0 0 0 0 0,0-1 0 0 0,1-1 1 0 0,24 12-1 0 0,-31-17-57 0 0,1-1 1 0 0,-1 0 0 0 0,0 0-1 0 0,1-1 1 0 0,0 0 0 0 0,-1 0-1 0 0,1 0 1 0 0,-1-1-1 0 0,1-1 1 0 0,0 1 0 0 0,-1-1-1 0 0,1 0 1 0 0,-1-1 0 0 0,10-3-1 0 0,-8 3 150 0 0,0-1 0 0 0,-1 0-1 0 0,1-1 1 0 0,-1 0-1 0 0,0 0 1 0 0,0-1 0 0 0,-1 0-1 0 0,1 0 1 0 0,-1-1 0 0 0,0 0-1 0 0,-1 0 1 0 0,1 0 0 0 0,-1-1-1 0 0,-1 0 1 0 0,1-1-1 0 0,-1 1 1 0 0,0-1 0 0 0,-1 0-1 0 0,0 0 1 0 0,0 0 0 0 0,5-17-1 0 0,-9 23 294 0 0,-2-3-116 0 0,2 4-174 0 0,0 0 1 0 0,0 0 0 0 0,0 1-1 0 0,0-1 1 0 0,0 0-1 0 0,0 0 1 0 0,-1 1 0 0 0,1-1-1 0 0,0 0 1 0 0,0 0 0 0 0,-1 1-1 0 0,1-1 1 0 0,-1 0 0 0 0,1 1-1 0 0,0-1 1 0 0,-1 0 0 0 0,1 1-1 0 0,-1-1 1 0 0,0 1 0 0 0,1-1-1 0 0,-1 0 1 0 0,1 1-1 0 0,-1 0 1 0 0,0-1 0 0 0,1 1-1 0 0,-1-1 1 0 0,0 1 0 0 0,0 0-1 0 0,-1-1 1 0 0,-4 2-2 0 0,0 0 1 0 0,0 1-1 0 0,1-1 0 0 0,-1 1 0 0 0,0 0 1 0 0,1 1-1 0 0,-1-1 0 0 0,1 1 1 0 0,0 0-1 0 0,0 1 0 0 0,0-1 0 0 0,0 1 1 0 0,0 0-1 0 0,1 0 0 0 0,0 0 0 0 0,0 1 1 0 0,0 0-1 0 0,0 0 0 0 0,1 0 1 0 0,0 0-1 0 0,0 0 0 0 0,-4 8 0 0 0,7-11-13 0 0,0-2-5 0 0,-1 1 0 0 0,1-1-1 0 0,0 0 1 0 0,0 0 0 0 0,-1 1 0 0 0,1-1 0 0 0,0 0 0 0 0,0 1 0 0 0,0-1 0 0 0,0 0 0 0 0,0 1 0 0 0,-1-1 0 0 0,1 0-1 0 0,0 1 1 0 0,0-1 0 0 0,0 0 0 0 0,0 1 0 0 0,0-1 0 0 0,0 0 0 0 0,0 1 0 0 0,0-1 0 0 0,0 0 0 0 0,0 1 0 0 0,0-1-1 0 0,0 0 1 0 0,0 1 0 0 0,0-1 0 0 0,1 0 0 0 0,-1 1 0 0 0,0-1 0 0 0,0 0 0 0 0,0 1 0 0 0,0-1 0 0 0,1 0 0 0 0,-1 1 0 0 0,0-1-1 0 0,0 0 1 0 0,1 0 0 0 0,-1 1 0 0 0,0-1 0 0 0,0 0 0 0 0,1 0 0 0 0,-1 0 0 0 0,0 1 0 0 0,1-1 0 0 0,16 12-149 0 0,-15-11 136 0 0,1 0 0 0 0,-1-1 0 0 0,1 1 0 0 0,-1 0 0 0 0,0 0 0 0 0,1 0 0 0 0,-1 1 0 0 0,0-1 0 0 0,0 0 0 0 0,0 1 0 0 0,0 0 0 0 0,0-1 0 0 0,0 1 0 0 0,0 0 0 0 0,0 0 0 0 0,-1 0 0 0 0,1 0 0 0 0,-1 0 0 0 0,1 0 0 0 0,0 3 0 0 0,18 22-20 0 0,-19-26 32 0 0,5 4 35 0 0,-5-5-27 0 0,-1 1-1 0 0,0-1 0 0 0,1 1 0 0 0,-1-1 0 0 0,1 1 0 0 0,-1-1 0 0 0,1 1 0 0 0,0-1 0 0 0,-1 1 0 0 0,1-1 0 0 0,-1 0 0 0 0,1 1 0 0 0,0-1 0 0 0,-1 0 0 0 0,1 1 0 0 0,0-1 0 0 0,0 0 0 0 0,-1 0 0 0 0,1 0 0 0 0,0 0 0 0 0,-1 0 0 0 0,1 0 0 0 0,1 0 0 0 0,11-2-18 0 0,-1-1 0 0 0,0-1 0 0 0,0 0 0 0 0,0-1 0 0 0,-1 0 0 0 0,1-1 0 0 0,10-7 0 0 0,-9 5-86 0 0,1 1 1 0 0,0 0 0 0 0,29-9-1 0 0,-40 16 72 0 0,-1 0-29 0 0,-1-1 48 0 0,1 1-1 0 0,-1 0 1 0 0,0 0 0 0 0,1 0 0 0 0,-1 0 0 0 0,0 0-1 0 0,1 1 1 0 0,-1-1 0 0 0,0 0 0 0 0,1 1 0 0 0,-1-1-1 0 0,0 0 1 0 0,0 1 0 0 0,1 0 0 0 0,-1-1 0 0 0,0 1-1 0 0,0 0 1 0 0,0 0 0 0 0,0-1 0 0 0,0 1 0 0 0,0 0 0 0 0,0 0-1 0 0,0 0 1 0 0,0 0 0 0 0,0 0 0 0 0,0 2 0 0 0,2 0 42 0 0,-1-1 0 0 0,1 1 0 0 0,-1-1 0 0 0,1 0 1 0 0,0 0-1 0 0,-1 0 0 0 0,1 0 0 0 0,0 0 0 0 0,1 0 1 0 0,-1-1-1 0 0,0 0 0 0 0,0 1 0 0 0,1-1 0 0 0,-1 0 1 0 0,0-1-1 0 0,8 2 0 0 0,60-1-19 0 0,-48-2-598 0 0,-6-1-181 0 0,-2-3-4049 0 0,2 1 2329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5:04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23 416 0 0,'10'-22'10596'0'0,"-15"269"-8054"0"0,5-165-2055 0 0,-1-50-198 0 0,1-27-3413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5:04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34 280 0 0,'0'0'2976'0'0,"30"-19"-323"0"0,81 9-1686 0 0,-34 7-4823 0 0,-52 2 2156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5:04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21 612 0 0,'0'0'1001'0'0,"2"-20"11590"0"0,-24 119-12102 0 0,-60 169 1 0 0,9-42-252 0 0,52-150-107 0 0,21-74-116 0 0,0-1-9 0 0,-1-1 0 0 0,1 1-1 0 0,-1 0 1 0 0,1-1 0 0 0,-1 1-1 0 0,1 0 1 0 0,0-1 0 0 0,-1 1-1 0 0,1 0 1 0 0,0 0 0 0 0,0-1-1 0 0,0 1 1 0 0,-1 0 0 0 0,1 0-1 0 0,0 0 1 0 0,0-1 0 0 0,0 1-1 0 0,0 0 1 0 0,0 0-1 0 0,1-1 1 0 0,-1 1 0 0 0,0 0-1 0 0,0 0 1 0 0,0-1 0 0 0,1 1-1 0 0,-1 0 1 0 0,0 0 0 0 0,1-1-1 0 0,-1 1 1 0 0,0 0 0 0 0,1-1-1 0 0,-1 1 1 0 0,1-1 0 0 0,-1 1-1 0 0,1 0 1 0 0,0-1 0 0 0,-1 1-1 0 0,1-1 1 0 0,-1 1 0 0 0,1-1-1 0 0,0 0 1 0 0,0 1-1 0 0,1 0 1 0 0,69-1-445 0 0,1-3-1 0 0,-1-4 1 0 0,86-17 0 0 0,-151 22 275 0 0,0 0 1 0 0,-1 0-1 0 0,1 0 0 0 0,-1 0 1 0 0,0-1-1 0 0,1 0 1 0 0,6-5-1 0 0,7-14-2158 0 0,-18 20 1861 0 0,0 0 1 0 0,-1 0 0 0 0,1 0 0 0 0,0 0-1 0 0,-1 0 1 0 0,1 0 0 0 0,-1 0-1 0 0,0 0 1 0 0,0 0 0 0 0,0 0-1 0 0,0 0 1 0 0,0-3 0 0 0,-3-13-2040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5:05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33 752 0 0,'88'-14'5941'0'0,"47"-4"-2481"0"0,-105 17-3091 0 0,-54 12-9327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5:07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52 196 0 0,'2'-18'2554'0'0,"1"-15"7880"0"0,-4 38-10341 0 0,-6 13 26 0 0,2-5-37 0 0,0-1-1 0 0,1 1 1 0 0,0 0 0 0 0,1 0 0 0 0,0 1 0 0 0,1-1-1 0 0,1 1 1 0 0,0 23 0 0 0,2-35-79 0 0,0-1 0 0 0,0 1 0 0 0,0 0 0 0 0,0-1 0 0 0,0 1 1 0 0,0-1-1 0 0,0 1 0 0 0,0-1 0 0 0,1 1 0 0 0,-1-1 0 0 0,0 0 0 0 0,1 0 0 0 0,0 0 0 0 0,-1 0 0 0 0,1 0 0 0 0,-1 0 1 0 0,1 0-1 0 0,0 0 0 0 0,0 0 0 0 0,0-1 0 0 0,-1 1 0 0 0,1-1 0 0 0,0 0 0 0 0,0 1 0 0 0,0-1 0 0 0,2 0 0 0 0,51 1-565 0 0,-48-2 423 0 0,2 1-164 0 0,0-1 0 0 0,-1 0 1 0 0,1-1-1 0 0,0 0 0 0 0,-1 0 0 0 0,0-1 0 0 0,1 0 1 0 0,-1-1-1 0 0,8-4 0 0 0,17-15-5194 0 0,-21 13 2688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5:07.5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7 420 0 0,'0'0'4752'0'0,"2"-6"-3619"0"0,-2 6-1105 0 0,0 0 0 0 0,0 0 0 0 0,0 0 0 0 0,0 0 0 0 0,0 0 1 0 0,0 0-1 0 0,0 0 0 0 0,0 0 0 0 0,0 0 0 0 0,1 0 0 0 0,-1 1 0 0 0,0-1 0 0 0,0 0 0 0 0,0 0 0 0 0,0 0 0 0 0,0 0 0 0 0,0 0 0 0 0,0 0 0 0 0,0 0 0 0 0,0 0 0 0 0,0 0 0 0 0,0 0 0 0 0,0 0 0 0 0,1 0 0 0 0,-1 0 0 0 0,0 0 0 0 0,0 0 0 0 0,0 0 0 0 0,0 0 0 0 0,0 0 0 0 0,0 0 1 0 0,0 0-1 0 0,0 0 0 0 0,0 0 0 0 0,1 0 0 0 0,-1 0 0 0 0,0 0 0 0 0,0 0 0 0 0,0 0 0 0 0,0 0 0 0 0,0 0 0 0 0,0 0 0 0 0,0 0 0 0 0,0 0 0 0 0,0 0 0 0 0,1 0 0 0 0,-1 0 0 0 0,0 0 0 0 0,0 0 0 0 0,0 0 0 0 0,0 0 0 0 0,0-1 0 0 0,6 24-801 0 0,-2-2-2665 0 0,-2-10 1422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5:07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0 344 0 0,'0'0'1407'0'0,"3"30"1438"0"0,-6-10-2471 0 0,0 1 0 0 0,-1-1 0 0 0,-1 0 0 0 0,-1 0 0 0 0,-1 0 0 0 0,0-1 0 0 0,-2 0 0 0 0,0-1 0 0 0,-1 0 0 0 0,-1 0 0 0 0,0-1 0 0 0,-25 27 0 0 0,18-28-1263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5:08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15 28 0 0,'6'-15'13019'0'0,"-7"53"-12872"0"0,-3 0 1 0 0,-1 0-1 0 0,-2-1 1 0 0,-19 62 0 0 0,16-66-5458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5:08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18 492 0 0,'0'0'865'0'0,"4"1"-70"0"0,9 1-338 0 0,0-1 0 0 0,0-1 0 0 0,0 0-1 0 0,1-1 1 0 0,-1 0 0 0 0,24-6 0 0 0,14 0 257 0 0,-10 3-194 0 0,0 3 0 0 0,1 1 0 0 0,-1 2 1 0 0,53 10-1 0 0,-91-12-503 0 0,-1 1 0 0 0,0 0 0 0 0,1 0 1 0 0,-1 0-1 0 0,0 1 0 0 0,1-1 0 0 0,-1 1 0 0 0,0-1 0 0 0,0 1 1 0 0,0-1-1 0 0,0 1 0 0 0,0 0 0 0 0,-1 0 0 0 0,1 0 1 0 0,-1 0-1 0 0,1 0 0 0 0,-1 1 0 0 0,0-1 0 0 0,1 0 0 0 0,-1 1 1 0 0,0-1-1 0 0,-1 1 0 0 0,1-1 0 0 0,0 1 0 0 0,-1-1 1 0 0,1 1-1 0 0,-1 4 0 0 0,2 10 7 0 0,-2 0-1 0 0,0 0 1 0 0,-2 21 0 0 0,0-12 13 0 0,13 220 94 0 0,0-34-48 0 0,-10-197-72 0 0,-2 0 0 0 0,0-1 0 0 0,0 1 0 0 0,-2 0 0 0 0,-6 25 0 0 0,6-34-5 0 0,1 0 0 0 0,-1 0 0 0 0,0-1 0 0 0,0 1 0 0 0,0-1 0 0 0,-1 0 0 0 0,0 0 0 0 0,0 0 0 0 0,0-1 0 0 0,-1 1 0 0 0,1-1 0 0 0,-1 0 0 0 0,0 0 0 0 0,0-1 0 0 0,-1 1 0 0 0,-6 2 0 0 0,-3 1 64 0 0,-1-1 0 0 0,-1-1 0 0 0,1 0 0 0 0,-1-1 0 0 0,0-1 0 0 0,-30 2 0 0 0,14-3 251 0 0,1-2 0 0 0,-53-7 0 0 0,29-2 20 0 0,54 9-375 0 0,-2-1-122 0 0,-11-1-1133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6:00:40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37 144 0 0,'0'-2'104'0'0,"-1"0"1"0"0,0 0-1 0 0,1 0 0 0 0,-1 0 1 0 0,0 1-1 0 0,0-1 0 0 0,0 0 0 0 0,0 0 1 0 0,0 1-1 0 0,-1-1 0 0 0,1 1 1 0 0,0-1-1 0 0,-1 1 0 0 0,1-1 1 0 0,-1 1-1 0 0,1 0 0 0 0,-1 0 0 0 0,0 0 1 0 0,1 0-1 0 0,-1 0 0 0 0,0 0 1 0 0,0 0-1 0 0,0 0 0 0 0,-3 0 1 0 0,2 0 87 0 0,-1 2-152 0 0,-4 2 938 0 0,37-2-929 0 0,-22-1-7 0 0,43-4 293 0 0,-57 8-336 0 0,0-1 7 0 0,0 1 0 0 0,0-1 0 0 0,-1-1 0 0 0,1 1 1 0 0,-11 1-1 0 0,16-4 18 0 0,5-1-4 0 0,-1-1 0 0 0,1 1-1 0 0,0 0 1 0 0,0 0-1 0 0,0 0 1 0 0,0 0 0 0 0,0 1-1 0 0,0-1 1 0 0,0 1-1 0 0,0 0 1 0 0,0 0 0 0 0,0 0-1 0 0,0 0 1 0 0,0 0-1 0 0,1 1 1 0 0,-1-1 0 0 0,0 1-1 0 0,0 0 1 0 0,4 2-1 0 0,-4-3-41 0 0,-9 2 20 0 0,-49 13 10 0 0,112-34-225 0 0,-55 18 214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6:00:56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347 158 424 0 0,'0'0'5501'0'0,"-9"30"-4571"0"0,-27 48-586 0 0,-53 86 0 0 0,44-86-216 0 0,22-36-4 0 0,-1-1 0 0 0,-54 68 0 0 0,59-94 633 0 0,18-15-741 0 0,0-1 1 0 0,1 1-1 0 0,-1 0 0 0 0,0-1 1 0 0,0 1-1 0 0,1-1 0 0 0,-1 0 1 0 0,0 1-1 0 0,0-1 1 0 0,1 1-1 0 0,-1-1 0 0 0,1 0 1 0 0,-1 0-1 0 0,0 1 1 0 0,1-1-1 0 0,0 0 0 0 0,-1 0 1 0 0,1 0-1 0 0,-1-1 1 0 0,-1-2-3 0 0,0-1 0 0 0,1 1 0 0 0,0 0 1 0 0,-1-1-1 0 0,1 1 0 0 0,1-1 1 0 0,-1 1-1 0 0,1-1 0 0 0,0 1 1 0 0,0-1-1 0 0,1-6 0 0 0,11-53 14 0 0,-8 45-22 0 0,5-14-51 0 0,0 1 0 0 0,2 0 1 0 0,2 0-1 0 0,30-53 0 0 0,83-113-235 0 0,-70 114 244 0 0,-12 29 154 0 0,-44 54-119 0 0,1 1 0 0 0,0-1 1 0 0,0 0-1 0 0,-1 1 0 0 0,1-1 0 0 0,0 1 1 0 0,0 0-1 0 0,-1-1 0 0 0,1 1 1 0 0,0-1-1 0 0,0 1 0 0 0,0 0 0 0 0,0 0 1 0 0,0-1-1 0 0,-1 1 0 0 0,1 0 0 0 0,0 0 1 0 0,0 0-1 0 0,0 0 0 0 0,0 0 1 0 0,0 0-1 0 0,0 0 0 0 0,0 0 0 0 0,0 1 1 0 0,-1-1-1 0 0,1 0 0 0 0,0 1 1 0 0,0-1-1 0 0,0 0 0 0 0,0 1 0 0 0,1 0 1 0 0,18 18-34 0 0,-19-17 33 0 0,12 13-6 0 0,-1 2-1 0 0,-1 0 0 0 0,-1 0 0 0 0,0 1 0 0 0,11 31 0 0 0,29 104 0 0 0,-29-83 27 0 0,34 164 125 0 0,-33-129-2 0 0,-22-103-244 0 0,1 1 0 0 0,0 0 1 0 0,-1-1-1 0 0,0 1 0 0 0,0 0 0 0 0,0-1 1 0 0,0 1-1 0 0,0 0 0 0 0,0-1 1 0 0,0 1-1 0 0,-1-1 0 0 0,0 1 0 0 0,-1 3 1 0 0,2-5-24 0 0,-1 0 0 0 0,1-1 0 0 0,-1 1 0 0 0,0 0 0 0 0,1-1 0 0 0,-1 1 1 0 0,0 0-1 0 0,1-1 0 0 0,-1 1 0 0 0,0-1 0 0 0,0 1 0 0 0,0-1 0 0 0,0 0 0 0 0,1 1 1 0 0,-1-1-1 0 0,0 0 0 0 0,0 0 0 0 0,0 1 0 0 0,0-1 0 0 0,0 0 0 0 0,0 0 1 0 0,0 0-1 0 0,0 0 0 0 0,0 0 0 0 0,0 0 0 0 0,1 0 0 0 0,-1-1 0 0 0,0 1 1 0 0,0 0-1 0 0,0 0 0 0 0,0-1 0 0 0,0 1 0 0 0,0-1 0 0 0,-1 0 0 0 0,-15-9-1735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6:00:56.4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41 792 0 0,'0'0'1324'0'0,"3"-2"-760"0"0,11-3-245 0 0,0 0-1 0 0,0 0 1 0 0,0 1 0 0 0,0 1 0 0 0,21-3 0 0 0,79-3 366 0 0,-103 8-607 0 0,88 1-552 0 0,181 22-1 0 0,-178-11-1745 0 0,-63-7 989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6:00:56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50 268 0 0,'0'0'3248'0'0,"6"-2"-2720"0"0,31-8 66 0 0,1 2 1 0 0,1 2 0 0 0,58-2-1 0 0,127 7 292 0 0,-106 3-473 0 0,350 14 850 0 0,-453-17-1132 0 0,-12-3-46 0 0,-25-7-33 0 0,-48-6-293 0 0,70 17 237 0 0,-1 1 2 0 0,1-1 0 0 0,-1 0-1 0 0,0 1 1 0 0,0-1 0 0 0,1 0 0 0 0,-1 1 0 0 0,0-1-1 0 0,1 1 1 0 0,-1-1 0 0 0,0 1 0 0 0,1-1-1 0 0,-1 1 1 0 0,1 0 0 0 0,-1-1 0 0 0,1 1 0 0 0,-1 0-1 0 0,1-1 1 0 0,-1 1 0 0 0,1 0 0 0 0,0 0 0 0 0,0 0-1 0 0,-1-1 1 0 0,1 1 0 0 0,0 0 0 0 0,0 0-1 0 0,0 0 1 0 0,0-1 0 0 0,0 1 0 0 0,0 0 0 0 0,0 0-1 0 0,0 0 1 0 0,0 0 0 0 0,0-1 0 0 0,0 1-1 0 0,0 0 1 0 0,1 0 0 0 0,-1 0 0 0 0,2 9-37 0 0,-2 0 0 0 0,1 0 1 0 0,-1-1-1 0 0,-1 1 0 0 0,0 0 1 0 0,0 0-1 0 0,-3 10 0 0 0,1-14-122 0 0,1 0 0 0 0,-1 0 0 0 0,0 0 0 0 0,0 0 0 0 0,0-1 0 0 0,-1 1 0 0 0,0-1-1 0 0,0 0 1 0 0,-1 0 0 0 0,1-1 0 0 0,-9 8 0 0 0,-26 16-3145 0 0,23-20 1408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6:00:57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10 752 0 0,'0'0'3383'0'0,"1"-9"-2543"0"0,-1 9-754 0 0,0 0 1 0 0,-1 0-1 0 0,1 0 0 0 0,0 1 691 0 0,0-1-690 0 0,-1 0-1 0 0,1 1 0 0 0,0-1 1 0 0,0 0-1 0 0,0 0 0 0 0,0 0 1 0 0,0 0-1 0 0,0 0 0 0 0,0 0 0 0 0,-1 0 1 0 0,1 0-1 0 0,0 0 0 0 0,0 0 1 0 0,0 0-1 0 0,0 0 0 0 0,0 0 1 0 0,0 0-1 0 0,-1 0 0 0 0,1 0 1 0 0,0 0-1 0 0,0 0 0 0 0,0 0 1 0 0,0 0-1 0 0,0 0 0 0 0,0 0 1 0 0,-1 0-1 0 0,1 0 0 0 0,0-1 519 0 0,-1 1-519 0 0,-33 59 728 0 0,-52 121-1 0 0,85-178-766 0 0,-1 10 102 0 0,2-11-142 0 0,0-1 0 0 0,0 0 0 0 0,0 1 0 0 0,0-1-1 0 0,0 1 1 0 0,0-1 0 0 0,0 0 0 0 0,0 1 0 0 0,0-1 0 0 0,0 0 0 0 0,0 1-1 0 0,0-1 1 0 0,1 0 0 0 0,-1 1 0 0 0,0-1 0 0 0,0 0 0 0 0,0 1 0 0 0,0-1-1 0 0,1 0 1 0 0,-1 0 0 0 0,0 1 0 0 0,0-1 0 0 0,1 0 0 0 0,-1 0 0 0 0,0 1 0 0 0,0-1-1 0 0,1 0 1 0 0,-1 0 0 0 0,0 0 0 0 0,1 1 0 0 0,-1-1 0 0 0,0 0 0 0 0,1 0-1 0 0,-1 0 1 0 0,0 0 0 0 0,1 0 0 0 0,-1 0 0 0 0,0 0 0 0 0,1 0 0 0 0,-1 0-1 0 0,1 0 1 0 0,35-13 125 0 0,-24 8-190 0 0,0 0 1 0 0,0 1 0 0 0,0 0-1 0 0,1 0 1 0 0,-1 2 0 0 0,1-1 0 0 0,0 2-1 0 0,0 0 1 0 0,0 0 0 0 0,0 1 0 0 0,0 1-1 0 0,24 4 1 0 0,12 5-145 0 0,42 13 165 0 0,-90-22 76 0 0,0-1 0 0 0,0 1 0 0 0,1-1 0 0 0,-1 0 0 0 0,0 1 0 0 0,1-1 0 0 0,-1 0 0 0 0,0 0 0 0 0,1 0 0 0 0,-1 0-1 0 0,0 0 1 0 0,1 0 0 0 0,-1 0 0 0 0,0-1 0 0 0,0 1 0 0 0,1 0 0 0 0,-1-1 0 0 0,0 1 0 0 0,0-1 0 0 0,1 1 0 0 0,-1-1 0 0 0,0 0-1 0 0,0 1 1 0 0,1-2 0 0 0,1-1 35 0 0,-1 1 0 0 0,-1 0 0 0 0,1-1 0 0 0,0 1 0 0 0,-1-1 0 0 0,1 1 0 0 0,-1-1 0 0 0,0 0 0 0 0,1 0 0 0 0,0-3 0 0 0,0-3 69 0 0,0-1 1 0 0,0 1-1 0 0,-1 0 0 0 0,0-1 0 0 0,-1-15 0 0 0,-10-25 260 0 0,0-12-1324 0 0,10 62 879 0 0,0 0-1 0 0,0 0 1 0 0,-1 0-1 0 0,1 0 1 0 0,0 1-1 0 0,0-1 1 0 0,0 0-1 0 0,0 0 0 0 0,0 0 1 0 0,0 0-1 0 0,-1 0 1 0 0,1 1-1 0 0,0-1 1 0 0,0 0-1 0 0,0 0 1 0 0,0 0-1 0 0,-1 0 0 0 0,1 0 1 0 0,0 0-1 0 0,0 0 1 0 0,0 0-1 0 0,-1 0 1 0 0,1 0-1 0 0,0 0 0 0 0,0 0 1 0 0,0 0-1 0 0,0 0 1 0 0,-1 0-1 0 0,1 0 1 0 0,0 0-1 0 0,0 0 1 0 0,0 0-1 0 0,-1 0 0 0 0,1 0 1 0 0,0 0-1 0 0,0 0 1 0 0,0 0-1 0 0,-1 0 1 0 0,1 0-1 0 0,0 0 0 0 0,0 0 1 0 0,0-1-1 0 0,0 1 1 0 0,0 0-1 0 0,-1 0 1 0 0,1 0-1 0 0,0 0 1 0 0,0 0-1 0 0,0-1 0 0 0,0 1 1 0 0,0 0-1 0 0,0 0 1 0 0,0 0-1 0 0,0 0 1 0 0,-1-1-1 0 0,1 1 0 0 0,0 0 1 0 0,0-1-1 0 0,-11 18-1371 0 0,10-16 1592 0 0,-1 6-1041 0 0,-1 0 0 0 0,1 1 0 0 0,1-1 0 0 0,-1 0 0 0 0,0 11 0 0 0,2-7-1200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6:00:59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48 20 0 0,'0'0'5189'0'0,"8"-43"-1111"0"0,-8 41-3084 0 0,0 2-971 0 0,0 0 0 0 0,1 0 0 0 0,-1-1 1 0 0,0 1-1 0 0,0 0 0 0 0,0 0 0 0 0,0 0 0 0 0,0 0 0 0 0,0 0 1 0 0,1-1-1 0 0,-1 1 0 0 0,0 0 0 0 0,0 0 0 0 0,0 0 0 0 0,0 0 1 0 0,1 0-1 0 0,-1 0 0 0 0,0 0 0 0 0,0-1 0 0 0,0 1 0 0 0,0 0 1 0 0,1 0-1 0 0,-1 0 0 0 0,0 0 0 0 0,0 0 0 0 0,0 0 1 0 0,1 0-1 0 0,-1 0 0 0 0,0 0 0 0 0,0 0 0 0 0,0 0 0 0 0,1 0 1 0 0,-1 0-1 0 0,0 0 0 0 0,0 1 0 0 0,0-1 0 0 0,0 0 0 0 0,1 0 1 0 0,-1 0-1 0 0,0 0 0 0 0,0 0 0 0 0,0 0 0 0 0,0 0 0 0 0,1 0 1 0 0,-1 1-1 0 0,0-1 0 0 0,0 0 0 0 0,0 0 0 0 0,0 0 0 0 0,0 0 1 0 0,1 1-1 0 0,2 26-60 0 0,-1-1-1 0 0,-1 1 1 0 0,-3 43 0 0 0,0-56 36 0 0,0-1 0 0 0,0 1 0 0 0,-1-1 0 0 0,-1 1 0 0 0,0-1 0 0 0,-1 0 1 0 0,0 0-1 0 0,-1-1 0 0 0,-9 14 0 0 0,-1-1 17 0 0,7-10 17 0 0,-1-1 1 0 0,0 0-1 0 0,-14 14 1 0 0,23-27 50 0 0,1-1-85 0 0,0 1 0 0 0,-1-1 0 0 0,1 1 0 0 0,0-1 0 0 0,0 0 0 0 0,-1 1 0 0 0,1-1 0 0 0,0 0 0 0 0,-1 1-1 0 0,1-1 1 0 0,0 0 0 0 0,-1 0 0 0 0,1 1 0 0 0,0-1 0 0 0,-1 0 0 0 0,1 0 0 0 0,0 0 0 0 0,-1 1 0 0 0,1-1 0 0 0,-1 0-1 0 0,1 0 1 0 0,0 0 0 0 0,-1 0 0 0 0,1 0 0 0 0,-1 0 0 0 0,1 0 0 0 0,-1 0 0 0 0,1 0 0 0 0,0 0 0 0 0,-1 0 0 0 0,1 0-1 0 0,-1 0 1 0 0,1 0 0 0 0,0 0 0 0 0,-1-1 0 0 0,1 1 0 0 0,-1 0 0 0 0,-16-8-209 0 0,16 8 208 0 0,-9-5-383 0 0,2 2-877 0 0,0-1-1 0 0,0 0 1 0 0,0 0-1 0 0,-11-9 1 0 0,8 5-1334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6:00:59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64 424 0 0,'5'-7'1080'0'0,"1"-3"-104"0"0,-1 2-88 0 0,1 2 676 0 0,2-10-903 0 0,-4 11 627 0 0,2-7-1400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6:01:00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1 132 0 0,'-13'2'2455'0'0,"34"2"-1947"0"0,53 5-409 0 0,730 31 1055 0 0,-428-27-846 0 0,1830 158 1204 0 0,-1686-122-1195 0 0,-219-31 195 0 0,-163-8 2014 0 0,-136-10-2283 0 0,3-2 119 0 0,7-1 347 0 0,-12 3-751 0 0,0 0 0 0 0,0 0 0 0 0,0 0 0 0 0,0 0 0 0 0,0-1 0 0 0,0 1-1 0 0,0 0 1 0 0,-1 0 0 0 0,1 0 0 0 0,0 0 0 0 0,0 0 0 0 0,0 0 0 0 0,0 0 0 0 0,0 0 0 0 0,0 0 0 0 0,0 0 0 0 0,0 0 0 0 0,0 0 0 0 0,0 0-1 0 0,0 0 1 0 0,0 0 0 0 0,0 0 0 0 0,-1-1 0 0 0,1 1 0 0 0,0 0 0 0 0,0 0 0 0 0,0 0 0 0 0,0 0 0 0 0,0 0 0 0 0,0 0 0 0 0,0 0 0 0 0,0 0-1 0 0,0 0 1 0 0,0-1 0 0 0,0 1 0 0 0,0 0 0 0 0,-45 3-1483 0 0,-48 9 0 0 0,38-5-981 0 0,9-3 410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6:01:00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8 508 0 0,'0'0'1175'0'0,"8"0"-644"0"0,391-8 1552 0 0,635 71 1 0 0,-909-51-2052 0 0,-57-6-566 0 0,0 2 0 0 0,73 19-1 0 0,-98-11-1850 0 0,-32-10 1020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6:01:01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39 340 0 0,'80'-5'504'0'0,"8"0"-68"0"0,43-6-20 0 0,8 0-36 0 0,-3 6-16 0 0,1 3-52 0 0,1 4-60 0 0,7 1-8 0 0,-2 4-104 0 0,-6 1-108 0 0,-44 5-112 0 0,37 3-164 0 0,-47 0-272 0 0,-6 2-560 0 0,-3-3 248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6:01:23.6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15 260 0 0,'0'0'375'0'0,"-6"-10"568"0"0,3 5 27 0 0,6 6 450 0 0,8 5-1412 0 0,1 0 1 0 0,-1 0-1 0 0,1-1 0 0 0,1-1 0 0 0,-1 0 0 0 0,0-1 0 0 0,21 3 0 0 0,100 9 53 0 0,-132-14-61 0 0,231 13-106 0 0,150 17-129 0 0,-342-26 206 0 0,409 33-335 0 0,135-53 396 0 0,-322 13-60 0 0,112-1 226 0 0,122 1 460 0 0,-380 12-496 0 0,-79-5 99 0 0,57 0 0 0 0,-44-3 672 0 0,-48-2-703 0 0,15-4 817 0 0,-16 4-995 0 0,-1 0 0 0 0,1 0 0 0 0,-1 0 0 0 0,1 0 0 0 0,-1 0 1 0 0,1 0-1 0 0,-1-1 0 0 0,1 1 0 0 0,-1 0 0 0 0,1 0 0 0 0,-1 0 0 0 0,0 0 1 0 0,1-1-1 0 0,-1 1 0 0 0,1 0 0 0 0,-1 0 0 0 0,0-1 0 0 0,1 1 0 0 0,-1 0 0 0 0,1-1 1 0 0,-1 1-1 0 0,0 0 0 0 0,0-1 0 0 0,1 1 0 0 0,-1 0 0 0 0,0-1 0 0 0,0 1 1 0 0,1-1-1 0 0,-1 1 0 0 0,0-1 0 0 0,0 1 0 0 0,0 0 0 0 0,0-1 0 0 0,0 1 1 0 0,1-1-1 0 0,-1 0 0 0 0,-9-11 54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6:01:24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1 200 0 0,'0'0'1950'0'0,"0"0"-1911"0"0,0 0 0 0 0,0 0 0 0 0,-1 0-1 0 0,1 0 1 0 0,0 0 0 0 0,-1 0 0 0 0,1 0 0 0 0,0 0-1 0 0,0 1 1 0 0,-1-1 0 0 0,1 0 0 0 0,0 0 0 0 0,0 0-1 0 0,0 0 1 0 0,-1 1 0 0 0,1-1 0 0 0,0 0 0 0 0,0 0-1 0 0,0 1 1 0 0,0-1 0 0 0,-1 0 0 0 0,1 0 0 0 0,0 1-1 0 0,0-1 1 0 0,0 0 0 0 0,0 0 0 0 0,0 1 0 0 0,0-1-1 0 0,0 0 1 0 0,0 1 0 0 0,0-1 0 0 0,0 0 0 0 0,0 0-1 0 0,0 1 1 0 0,0-1 0 0 0,0 0 0 0 0,0 1 0 0 0,0-1-1 0 0,0 0 1 0 0,0 1 0 0 0,8 6 9 0 0,0-1 0 0 0,0 0-1 0 0,0 0 1 0 0,0-1 0 0 0,1 1 0 0 0,0-2-1 0 0,0 0 1 0 0,1 0 0 0 0,-1 0 0 0 0,1-1-1 0 0,16 3 1 0 0,21 2 22 0 0,57 3 0 0 0,-63-7-10 0 0,809 34 437 0 0,358-17 104 0 0,-1094-18-473 0 0,29 1 601 0 0,186-19-1 0 0,-272 12 80 0 0,-55 3-672 0 0,13-2 868 0 0,-8 1-864 0 0,-11 1-1650 0 0,-76 5-2693 0 0,53-7 2191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47:08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76 12 0 0,'-22'-57'6359'0'0,"22"55"-5209"0"0,-7-14 3453 0 0,14 84-4485 0 0,-2 86-1 0 0,-4-83-34 0 0,13 105-1 0 0,127 702 449 0 0,-102-703-387 0 0,-9 49 44 0 0,12 147 208 0 0,-4 13 188 0 0,-23-205-132 0 0,3 22 176 0 0,-5-99-253 0 0,11 68 249 0 0,-15-130-1839 0 0,-1-117-7285 0 0,-5 49 4713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47:10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19 640 0 0,'8'-7'6353'0'0,"-8"-5"-5245"0"0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47:11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1 0 8617 0 0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47:13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57 372 0 0,'0'0'720'0'0,"0"-55"5840"0"0,0 53-4948 0 0,1 22 1856 0 0,6 110-2862 0 0,7 86-166 0 0,-3-66-441 0 0,-3-97-2992 0 0,-3-52 1678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47:13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9 174 956 0 0,'-1'0'120'0'0,"1"-1"0"0"0,-1 1 0 0 0,0 0 0 0 0,1-1-1 0 0,-1 1 1 0 0,1-1 0 0 0,-1 1 0 0 0,1-1 0 0 0,0 1 0 0 0,-1-1 0 0 0,1 1-1 0 0,-1-1 1 0 0,1 1 0 0 0,0-1 0 0 0,-1 0 0 0 0,1 1 0 0 0,0-1 0 0 0,0 1-1 0 0,0-1 1 0 0,-1 0 0 0 0,1 1 0 0 0,0-1 0 0 0,0 0 0 0 0,0 1 0 0 0,0-1 0 0 0,0-1-1 0 0,3-2 48 0 0,0-1-1 0 0,1 1 1 0 0,-1 0-1 0 0,1 0 1 0 0,-1 0-1 0 0,1 1 0 0 0,0-1 1 0 0,1 1-1 0 0,-1 0 1 0 0,1 0-1 0 0,-1 1 1 0 0,1-1-1 0 0,8-2 0 0 0,78-23 944 0 0,-57 19-804 0 0,32-10 7 0 0,2 3 0 0 0,0 3 0 0 0,0 3 1 0 0,1 3-1 0 0,74 3 0 0 0,-130 4-498 0 0,0 2 1 0 0,1 0 0 0 0,20 6-1 0 0,-29-7-224 0 0,0 1 0 0 0,0-1 0 0 0,-1 1 0 0 0,1 1 0 0 0,-1-1 0 0 0,1 1 0 0 0,-1-1 0 0 0,0 1 0 0 0,0 0 0 0 0,0 1 0 0 0,0-1 0 0 0,4 6 0 0 0,0 4-1709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47:13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28 672 0 0,'14'5'510'0'0,"-1"1"0"0"0,0 0-1 0 0,0 0 1 0 0,-1 1 0 0 0,0 1 0 0 0,0 0-1 0 0,11 10 1 0 0,-20-15-419 0 0,0 0 0 0 0,0 0 0 0 0,0 0 0 0 0,-1 0 0 0 0,1 0 1 0 0,-1 1-1 0 0,0-1 0 0 0,1 1 0 0 0,-2 0 0 0 0,1 0 0 0 0,0 0 0 0 0,-1 0 0 0 0,0 0 0 0 0,0 0 0 0 0,0 0 0 0 0,0 0 0 0 0,0 0 0 0 0,-1 0 1 0 0,0 0-1 0 0,0 1 0 0 0,0-1 0 0 0,-1 0 0 0 0,1 0 0 0 0,-1 0 0 0 0,0 1 0 0 0,0-1 0 0 0,0 0 0 0 0,-3 4 0 0 0,4-8-4 0 0,0 1-1 0 0,0-1 1 0 0,0 1-1 0 0,0-1 0 0 0,0 1 1 0 0,0-1-1 0 0,0 1 1 0 0,-1-1-1 0 0,1 1 1 0 0,0-1-1 0 0,0 1 0 0 0,-1-1 1 0 0,1 1-1 0 0,0-1 1 0 0,0 1-1 0 0,-1-1 0 0 0,1 1 1 0 0,-1-1-1 0 0,1 0 1 0 0,0 1-1 0 0,-1-1 1 0 0,1 0-1 0 0,-1 1 0 0 0,1-1 1 0 0,-1 0-1 0 0,1 0 1 0 0,-1 1-1 0 0,1-1 0 0 0,-1 0 1 0 0,1 0-1 0 0,-1 0 1 0 0,0 0-1 0 0,-7-11 1581 0 0,6 6-2025 0 0,1 2 405 0 0,1 0 0 0 0,0-1-1 0 0,-1 1 1 0 0,1 0-1 0 0,1 0 1 0 0,-1 0 0 0 0,0-1-1 0 0,1 1 1 0 0,-1 0-1 0 0,1 0 1 0 0,0 0 0 0 0,0 0-1 0 0,1 0 1 0 0,-1 0-1 0 0,2-3 1 0 0,1-2 101 0 0,0-2-94 0 0,0 0-1 0 0,0 0 0 0 0,2 1 1 0 0,-1 0-1 0 0,1 0 0 0 0,0 0 0 0 0,1 1 1 0 0,0 0-1 0 0,13-12 0 0 0,-14 15-406 0 0,0 0-1 0 0,0 1 1 0 0,0 0 0 0 0,1 0-1 0 0,13-5 1 0 0,-15 7-377 0 0,1 0-1 0 0,-1 1 1 0 0,0 0 0 0 0,1 0-1 0 0,-1 0 1 0 0,1 0-1 0 0,0 1 1 0 0,8 1 0 0 0,-11-1-1684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47:14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10 152 0 0,'0'0'3891'0'0,"0"0"-3829"0"0,0 0 1 0 0,0 0-1 0 0,1 0 0 0 0,-1 0 1 0 0,0-1-1 0 0,0 1 0 0 0,0 0 1 0 0,0 0-1 0 0,0 0 0 0 0,1-1 1 0 0,-1 1-1 0 0,0 0 1 0 0,0 0-1 0 0,0-1 0 0 0,0 1 1 0 0,0 0-1 0 0,0 0 0 0 0,0-1 1 0 0,0 1-1 0 0,0 0 0 0 0,0 0 1 0 0,0-1-1 0 0,0 1 0 0 0,0 0 1 0 0,0 0-1 0 0,0-1 0 0 0,0 1 1 0 0,0 0-1 0 0,0 0 0 0 0,-1-1 1 0 0,1 1-1 0 0,0 0 0 0 0,0 0 1 0 0,0-1-1 0 0,0 1 0 0 0,0 0 1 0 0,-1 0-1 0 0,1 0 0 0 0,0-1 1 0 0,0 1-1 0 0,0 0 1 0 0,-1 0-1 0 0,1 0 0 0 0,0 0 1 0 0,0 0-1 0 0,0 0 0 0 0,-1-1 1 0 0,1 1-1 0 0,0 0 0 0 0,0 0 1 0 0,-1 0-1 0 0,1 0 0 0 0,0 0 1 0 0,0 0-1 0 0,-1 0 0 0 0,1 0 1 0 0,-12 4 155 0 0,1 0 0 0 0,0 1 1 0 0,0 0-1 0 0,1 0 0 0 0,-1 1 1 0 0,1 1-1 0 0,-12 10 0 0 0,15-12-77 0 0,1 1-1 0 0,-1 0 0 0 0,1 0 1 0 0,0 1-1 0 0,1-1 0 0 0,0 1 1 0 0,0 0-1 0 0,0 1 1 0 0,1-1-1 0 0,0 1 0 0 0,-4 11 1 0 0,8-17-71 0 0,0-1-64 0 0,0 0 1 0 0,1-1-1 0 0,-1 1 1 0 0,0 0 0 0 0,1 0-1 0 0,-1-1 1 0 0,0 1-1 0 0,1 0 1 0 0,-1 0-1 0 0,1-1 1 0 0,-1 1-1 0 0,1 0 1 0 0,-1-1 0 0 0,1 1-1 0 0,0-1 1 0 0,-1 1-1 0 0,1-1 1 0 0,0 1-1 0 0,0-1 1 0 0,-1 1 0 0 0,1-1-1 0 0,0 0 1 0 0,0 0-1 0 0,-1 1 1 0 0,1-1-1 0 0,0 0 1 0 0,0 0 0 0 0,0 0-1 0 0,0 0 1 0 0,-1 0-1 0 0,1 0 1 0 0,0 0-1 0 0,0 0 1 0 0,0 0 0 0 0,0 0-1 0 0,-1 0 1 0 0,1 0-1 0 0,0-1 1 0 0,1 1-1 0 0,35-10 65 0 0,-34 9-73 0 0,83-17 97 0 0,-79 17-291 0 0,1 1-1 0 0,-1 0 0 0 0,0 0 0 0 0,0 1 1 0 0,1-1-1 0 0,-1 2 0 0 0,0-1 0 0 0,0 1 1 0 0,11 4-1 0 0,-7-1-767 0 0,9 4-3795 0 0,-9-5 2601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47:14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18 888 0 0,'-3'-1'457'0'0,"1"-1"0"0"0,0 0 0 0 0,-1 0 0 0 0,1 1 1 0 0,-1-1-1 0 0,1 1 0 0 0,-1 0 0 0 0,0 0 0 0 0,1 0 0 0 0,-1 0 0 0 0,0 0 0 0 0,0 0 0 0 0,0 1 0 0 0,-4-1 0 0 0,4 1-361 0 0,1 1-1 0 0,0-1 0 0 0,-1 1 0 0 0,1-1 1 0 0,0 1-1 0 0,0 0 0 0 0,-1 0 0 0 0,1 0 1 0 0,0 0-1 0 0,0 0 0 0 0,0 0 1 0 0,0 1-1 0 0,0-1 0 0 0,1 1 0 0 0,-1-1 1 0 0,0 1-1 0 0,1 0 0 0 0,-1 0 0 0 0,1-1 1 0 0,-1 1-1 0 0,1 0 0 0 0,0 0 0 0 0,0 1 1 0 0,0-1-1 0 0,0 0 0 0 0,0 0 0 0 0,0 0 1 0 0,0 4-1 0 0,0-2-31 0 0,0 0 0 0 0,0-1 0 0 0,0 1 0 0 0,1 0 0 0 0,-1 0 1 0 0,1 0-1 0 0,0 0 0 0 0,0 0 0 0 0,0 0 0 0 0,1 0 0 0 0,-1 0 0 0 0,1 0 0 0 0,0 0 0 0 0,0 0 0 0 0,1 0 1 0 0,-1 0-1 0 0,1-1 0 0 0,3 8 0 0 0,-1-6-26 0 0,0-1-1 0 0,1 1 1 0 0,-1 0 0 0 0,1-1-1 0 0,0 0 1 0 0,0 0 0 0 0,0-1 0 0 0,0 1-1 0 0,0-1 1 0 0,1 0 0 0 0,7 2-1 0 0,0 0-26 0 0,1 0 0 0 0,0-1 0 0 0,0-1 0 0 0,0 0 0 0 0,1-1 0 0 0,-1-1 0 0 0,0 0 0 0 0,1-1 0 0 0,27-3-1 0 0,-25 0 192 0 0,-1-1 0 0 0,0-1 1 0 0,0 0-1 0 0,-1-1 0 0 0,1 0 0 0 0,-1-2 0 0 0,-1 0 0 0 0,1 0 0 0 0,-1-1 0 0 0,-1-1 0 0 0,0-1 0 0 0,0 1 0 0 0,17-20 0 0 0,-24 18 1036 0 0,-5 11-1256 0 0,-1 0 0 0 0,1 0-1 0 0,0-1 1 0 0,-1 1 0 0 0,1 0 0 0 0,0 0 0 0 0,0-1 0 0 0,0 1-1 0 0,0 0 1 0 0,0 0 0 0 0,0 0 0 0 0,0 0 0 0 0,0 1 0 0 0,0-1-1 0 0,2-1 1 0 0,3 39-4112 0 0,-7-22-1780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47:14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80 1084 0 0,'-13'-77'8906'0'0,"12"75"-9098"0"0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47:15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90 536 0 0,'0'0'1636'0'0,"20"-6"626"0"0,154-77 4625 0 0,-172 82-6713 0 0,-1 2-143 0 0,1-1-1 0 0,0 1 1 0 0,-1 0-1 0 0,1-1 1 0 0,-1 1 0 0 0,1 0-1 0 0,-1 0 1 0 0,1 0-1 0 0,-1 0 1 0 0,0 0 0 0 0,1 0-1 0 0,-1 0 1 0 0,0 1-1 0 0,0-1 1 0 0,0 0 0 0 0,0 1-1 0 0,0-1 1 0 0,0 1 0 0 0,0-1-1 0 0,0 1 1 0 0,-1 0-1 0 0,1-1 1 0 0,-1 1 0 0 0,1-1-1 0 0,-1 1 1 0 0,1 0-1 0 0,-1 0 1 0 0,0 2 0 0 0,6 53 428 0 0,-6-54-421 0 0,2 59 341 0 0,4 72-1006 0 0,-1-99-6086 0 0,-2-25 3386 0 0</inkml:trace>
  <inkml:trace contextRef="#ctx0" brushRef="#br0" timeOffset="1">749 234 544 0 0,'0'0'1416'0'0,"0"-12"2109"0"0,-4-8-1757 0 0,1 9-428 0 0,-8 4-1540 0 0,-9 14-4381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47:15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15 250 248 0 0,'0'0'638'0'0,"-15"-5"1708"0"0,18 5-1009 0 0,50-5 1287 0 0,76-6-2776 0 0,-58 5 398 0 0,328-35 102 0 0,264-20 193 0 0,1588-26 1329 0 0,-1101 75-876 0 0,-586 8-526 0 0,-395 1-322 0 0,183 2 508 0 0,-268 0-192 0 0,-100-4-2486 0 0,7-1 794 0 0,-4 5-2515 0 0,-8 1 498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47:16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39 1216 0 0,'0'0'3644'0'0,"-3"-17"-3011"0"0,-8-1-1758 0 0,4 15-695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47:19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 0 0,'0'0'3879'0'0,"1"18"-3417"0"0,102 440 1538 0 0,-71-303-1508 0 0,30 194 637 0 0,-5-60-257 0 0,-15-93-519 0 0,-10-45-152 0 0,12 82 96 0 0,-21-78-38 0 0,8 75 104 0 0,-19-94-157 0 0,6 116 101 0 0,-1 27-62 0 0,-16-258-223 0 0,70 563 485 0 0,-44-317-383 0 0,-15-113-96 0 0,83 619 539 0 0,-81-603-215 0 0,20 151 556 0 0,-1-78-520 0 0,-22-167-69 0 0,2 147-1 0 0,-10-110 9 0 0,14 155 595 0 0,-16-253-845 0 0,7 30 91 0 0,-7-43-155 0 0,5 39 236 0 0,-3 26 238 0 0,9 35 164 0 0,14 52 347 0 0,-21-178-5060 0 0,-4-57 146 0 0,0 50-209 0 0,0-5 526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47:24.449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116 13 156 0 0,'-7'-13'11038'0'0,"41"72"-10597"0"0,-10-21-163 0 0,-1 1 0 0 0,-3 1 0 0 0,-1 1 0 0 0,17 54 0 0 0,-34-87-245 0 0,0 0-1 0 0,0 1 0 0 0,-1-1 0 0 0,-1 0 1 0 0,1 1-1 0 0,-1-1 0 0 0,0 1 1 0 0,-1-1-1 0 0,0 0 0 0 0,-1 1 1 0 0,1-1-1 0 0,-5 10 0 0 0,5-16 6 0 0,0 0 0 0 0,-1 1 0 0 0,1-1-1 0 0,-1 0 1 0 0,0-1 0 0 0,1 1 0 0 0,-1 0 0 0 0,0 0 0 0 0,0-1-1 0 0,0 1 1 0 0,0-1 0 0 0,-1 0 0 0 0,1 1 0 0 0,0-1-1 0 0,0 0 1 0 0,-1 0 0 0 0,1-1 0 0 0,-1 1 0 0 0,1 0-1 0 0,-1-1 1 0 0,1 0 0 0 0,-5 1 0 0 0,-2 0 123 0 0,1-1 0 0 0,-1 0 0 0 0,1-1 0 0 0,-1 1 0 0 0,-10-3 0 0 0,4-2 2 0 0,-1 0-1 0 0,1 0 1 0 0,0-2-1 0 0,0 0 0 0 0,1 0 1 0 0,-26-19-1 0 0,39 25-240 0 0,-16-6-2976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47:25.021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22 135 256 0 0,'-1'0'264'0'0,"-1"-2"345"0"0,0 0 0 0 0,0 1 0 0 0,0-1 0 0 0,1 0-1 0 0,-1 0 1 0 0,0 0 0 0 0,1 0 0 0 0,-1 0-1 0 0,1 0 1 0 0,0 0 0 0 0,-1-3 0 0 0,3 4-477 0 0,0 0 0 0 0,0 0 1 0 0,0 0-1 0 0,0 0 0 0 0,0 1 0 0 0,1-1 1 0 0,-1 0-1 0 0,0 1 0 0 0,1-1 1 0 0,-1 1-1 0 0,0-1 0 0 0,1 1 0 0 0,-1-1 1 0 0,1 1-1 0 0,-1 0 0 0 0,1 0 1 0 0,1 0-1 0 0,9-3-634 0 0,355-70 1805 0 0,-310 66-1193 0 0,43-8 166 0 0,-98 15-252 0 0,0 0 4 0 0,7 0-9 0 0,16 3-1317 0 0,-7 9-4857 0 0,-11-7 3899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47:25.771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7 9 616 0 0,'-6'-1'8732'0'0,"15"0"-8787"0"0,8-2 2 0 0,0 1 0 0 0,0 1 1 0 0,0 1-1 0 0,0 0 0 0 0,18 4 1 0 0,-31-4-75 0 0,-2 0-242 0 0,1 1-1 0 0,-1-1 0 0 0,1 0 0 0 0,-1 1 0 0 0,0 0 1 0 0,0-1-1 0 0,1 1 0 0 0,-1 0 0 0 0,0 0 1 0 0,0 0-1 0 0,0 1 0 0 0,0-1 0 0 0,2 2 1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47:26.127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41 120 0 0,'0'0'2340'0'0,"15"5"-1448"0"0,3-6-208 0 0,8-6-500 0 0,-12 3-92 0 0,7 1-160 0 0,-1 0-152 0 0,5-5-144 0 0,-10 5-248 0 0,4-4-660 0 0,3-3 292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47:26.548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 79 588 0 0,'0'0'1768'0'0,"-2"-14"3495"0"0,4 10-5067 0 0,1 1 0 0 0,0-1-1 0 0,-1 1 1 0 0,1-1 0 0 0,1 1 0 0 0,-1 0 0 0 0,0 0 0 0 0,1 0 0 0 0,-1 1 0 0 0,1-1 0 0 0,0 1 0 0 0,0 0 0 0 0,0 0-1 0 0,0 0 1 0 0,0 0 0 0 0,0 1 0 0 0,8-2 0 0 0,3-1-53 0 0,-1 0 1 0 0,1 1-1 0 0,-1 1 0 0 0,21 0 1 0 0,-28 1-113 0 0,1 1 1 0 0,0 1-1 0 0,0 0 1 0 0,-1 0 0 0 0,1 0-1 0 0,-1 1 1 0 0,1 0-1 0 0,-1 1 1 0 0,0-1 0 0 0,0 1-1 0 0,11 7 1 0 0,-15-8-32 0 0,0 1 0 0 0,0-1 0 0 0,0 1 0 0 0,0 0 0 0 0,-1 0 0 0 0,1 0 0 0 0,-1 0 0 0 0,0 1 0 0 0,0-1 0 0 0,0 0 0 0 0,0 1 1 0 0,-1 0-1 0 0,0-1 0 0 0,1 1 0 0 0,-1 0 0 0 0,0 0 0 0 0,-1 0 0 0 0,1-1 0 0 0,-1 1 0 0 0,0 0 0 0 0,0 0 0 0 0,0 0 0 0 0,0 0 0 0 0,-2 6 0 0 0,0 2-14 0 0,-1-1 0 0 0,0 1-1 0 0,-1-1 1 0 0,0 0 0 0 0,-1 0-1 0 0,0-1 1 0 0,-1 0 0 0 0,0 1-1 0 0,-1-2 1 0 0,0 1 0 0 0,-14 14-1 0 0,-12 10-50 0 0,-60 47 0 0 0,58-53 32 0 0,34-27 32 0 0,1-1-1 0 0,-1 0 1 0 0,0 1-1 0 0,0-1 1 0 0,1 1-1 0 0,-1-1 1 0 0,0 1-1 0 0,1 0 1 0 0,-1-1-1 0 0,1 1 1 0 0,-1 0-1 0 0,1-1 1 0 0,-1 1-1 0 0,1 0 0 0 0,-1 0 1 0 0,1-1-1 0 0,-1 1 1 0 0,1 0-1 0 0,0 0 1 0 0,0 0-1 0 0,-1-1 1 0 0,1 1-1 0 0,0 0 1 0 0,0 0-1 0 0,0 0 1 0 0,0 0-1 0 0,0 0 1 0 0,0 1-1 0 0,1-2 3 0 0,0 1 0 0 0,0 0-1 0 0,0 0 1 0 0,0 0-1 0 0,0-1 1 0 0,0 1 0 0 0,0-1-1 0 0,0 1 1 0 0,1-1-1 0 0,-1 1 1 0 0,0-1 0 0 0,0 0-1 0 0,0 1 1 0 0,1-1-1 0 0,-1 0 1 0 0,2 0 0 0 0,60-1 29 0 0,-62 1-31 0 0,220-25 159 0 0,82-6-3256 0 0,-276 29-1743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47:27.079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0 540 0 0,'0'0'9098'0'0,"2"4"-8834"0"0,13 29 490 0 0,-1 1 1 0 0,15 59 0 0 0,17 41 115 0 0,-31-96-566 0 0,-1 1-1 0 0,15 75 1 0 0,-28-113-389 0 0,-1 0-1 0 0,1 0 1 0 0,-1 1-1 0 0,0-1 0 0 0,1 0 1 0 0,-1 0-1 0 0,0 1 1 0 0,0-1-1 0 0,0 0 1 0 0,0 0-1 0 0,0 1 1 0 0,0-1-1 0 0,0 0 0 0 0,-1 0 1 0 0,1 1-1 0 0,0-1 1 0 0,-1 0-1 0 0,1 0 1 0 0,0 0-1 0 0,-1 0 1 0 0,0 1-1 0 0,1-1 0 0 0,-1 0 1 0 0,0 0-1 0 0,1 0 1 0 0,-1 0-1 0 0,0 0 1 0 0,0-1-1 0 0,0 1 1 0 0,0 0-1 0 0,0 0 0 0 0,0-1 1 0 0,0 1-1 0 0,0 0 1 0 0,0-1-1 0 0,-3 2 1 0 0,-14-6-5741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47:27.618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1 108 616 0 0,'4'-3'694'0'0,"14"-3"-120"0"0,-1 0 0 0 0,1 0 0 0 0,0 2 0 0 0,0 0 0 0 0,19-1-1 0 0,103-4 390 0 0,-82 6-571 0 0,385-13 1235 0 0,-238 10-33 0 0,-205 6-1586 0 0,1 0 0 0 0,-1 0 0 0 0,1 0 1 0 0,-1 0-1 0 0,1 0 0 0 0,-1 0 0 0 0,1 0 1 0 0,-1 0-1 0 0,1 1 0 0 0,-1-1 0 0 0,1 0 0 0 0,-1 0 1 0 0,0 1-1 0 0,1-1 0 0 0,-1 0 0 0 0,1 0 0 0 0,-1 1 1 0 0,0-1-1 0 0,1 1 0 0 0,-1-1 0 0 0,0 0 1 0 0,1 1-1 0 0,-1-1 0 0 0,0 1 0 0 0,1-1 0 0 0,-1 1 1 0 0,0-1-1 0 0,0 0 0 0 0,0 1 0 0 0,0-1 0 0 0,1 1 1 0 0,-1 0-1 0 0,-1 23 181 0 0,-12 20-15 0 0,8-29-137 0 0,0 1-1 0 0,1 0 1 0 0,1 0 0 0 0,0 0 0 0 0,1 1-1 0 0,1-1 1 0 0,1 1 0 0 0,0-1-1 0 0,4 24 1 0 0,-4-34-25 0 0,1 0 1 0 0,0 0-1 0 0,1 0 0 0 0,-1 0 0 0 0,1 0 0 0 0,0 0 0 0 0,0-1 0 0 0,1 1 1 0 0,0-1-1 0 0,0 0 0 0 0,0 1 0 0 0,1-1 0 0 0,-1-1 0 0 0,1 1 1 0 0,0 0-1 0 0,1-1 0 0 0,-1 0 0 0 0,1 0 0 0 0,0 0 0 0 0,0-1 1 0 0,0 0-1 0 0,0 1 0 0 0,1-2 0 0 0,-1 1 0 0 0,1-1 0 0 0,0 0 1 0 0,-1 0-1 0 0,10 2 0 0 0,-11-4 16 0 0,-1 1 0 0 0,1-1 0 0 0,0 0 0 0 0,0 0 1 0 0,-1 0-1 0 0,1-1 0 0 0,0 1 0 0 0,-1-1 0 0 0,1 0 0 0 0,-1 0 0 0 0,1 0 0 0 0,-1-1 0 0 0,1 1 1 0 0,-1-1-1 0 0,0 1 0 0 0,0-1 0 0 0,1 0 0 0 0,-1-1 0 0 0,-1 1 0 0 0,1 0 0 0 0,0-1 0 0 0,-1 0 1 0 0,1 1-1 0 0,-1-1 0 0 0,0 0 0 0 0,0 0 0 0 0,0-1 0 0 0,0 1 0 0 0,0 0 0 0 0,-1 0 0 0 0,1-1 1 0 0,-1 1-1 0 0,1-5 0 0 0,1-3 28 0 0,0-1 1 0 0,-1 1 0 0 0,0-1 0 0 0,-1 1 0 0 0,0-1-1 0 0,-1 1 1 0 0,0-1 0 0 0,-1 0 0 0 0,-2-14-1 0 0,-1 11-3 0 0,1 0 0 0 0,-2-1-1 0 0,0 1 1 0 0,-1 1 0 0 0,-1-1-1 0 0,0 1 1 0 0,-1 0 0 0 0,-17-22-1 0 0,20 28-168 0 0,-1 2-1 0 0,-1-1 1 0 0,1 1-1 0 0,-1 0 1 0 0,0 0-1 0 0,-1 0 1 0 0,1 1-1 0 0,-1 1 1 0 0,0-1 0 0 0,0 1-1 0 0,-1 0 1 0 0,1 1-1 0 0,-1 0 1 0 0,0 1-1 0 0,1-1 1 0 0,-14 0-1 0 0,18 3-362 0 0,0 0 1 0 0,0 1-1 0 0,0-1 0 0 0,0 1 0 0 0,0 0 0 0 0,0 0 0 0 0,1 0 1 0 0,-1 1-1 0 0,-5 2 0 0 0,5-2-917 0 0,-4 3-1148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47:28.118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49 24 436 0 0,'0'-1'203'0'0,"0"0"1"0"0,0 0-1 0 0,0 0 0 0 0,0 0 0 0 0,-1 1 0 0 0,1-1 1 0 0,0 0-1 0 0,0 0 0 0 0,-1 0 0 0 0,1 0 1 0 0,0 0-1 0 0,-1 0 0 0 0,1 0 0 0 0,-1 0 1 0 0,1 0-1 0 0,-1 1 0 0 0,1-1 0 0 0,-1 0 0 0 0,0 0 1 0 0,0 1-1 0 0,1-1 0 0 0,-1 0 0 0 0,0 1 1 0 0,0-1-1 0 0,1 1 0 0 0,-1-1 0 0 0,0 1 0 0 0,0-1 1 0 0,0 1-1 0 0,0 0 0 0 0,0 0 0 0 0,-1-1 1 0 0,0 1 622 0 0,-24 24 372 0 0,26-21-1129 0 0,-1 1 0 0 0,1-1 0 0 0,0 1 0 0 0,0-1 0 0 0,0 1 0 0 0,0-1 0 0 0,0 1-1 0 0,1-1 1 0 0,0 1 0 0 0,0-1 0 0 0,0 0 0 0 0,0 1 0 0 0,0-1 0 0 0,0 0 0 0 0,1 0 0 0 0,0 0 0 0 0,0 0 0 0 0,-1 0 0 0 0,2 0 0 0 0,-1 0 0 0 0,0-1 0 0 0,1 1 0 0 0,-1-1 0 0 0,1 1 0 0 0,3 2 0 0 0,10 7 113 0 0,-1-1 1 0 0,1 0-1 0 0,20 9 1 0 0,68 29 450 0 0,-77-38-469 0 0,0 1 0 0 0,-1 1 0 0 0,0 1 0 0 0,-1 1 0 0 0,29 24 0 0 0,-52-38-154 0 0,-1 0 0 0 0,1 1 0 0 0,-1-1 0 0 0,1 1 0 0 0,-1-1 0 0 0,0 1 0 0 0,1-1 0 0 0,-1 1 0 0 0,0 0 0 0 0,0 0 0 0 0,0-1 0 0 0,0 1 0 0 0,-1 0 0 0 0,1 0 0 0 0,0 0 0 0 0,-1 0 0 0 0,1 0 0 0 0,-1 0 0 0 0,0 0 0 0 0,0 0 0 0 0,0 0 0 0 0,0 4 0 0 0,-1-4 0 0 0,0 1 1 0 0,0 0-1 0 0,0 0 0 0 0,-1-1 1 0 0,1 1-1 0 0,-1-1 0 0 0,1 1 0 0 0,-1-1 1 0 0,0 0-1 0 0,0 0 0 0 0,0 0 1 0 0,0 0-1 0 0,0 0 0 0 0,-4 2 1 0 0,-10 7 27 0 0,-1-2 0 0 0,-1 1 0 0 0,-35 12 0 0 0,36-15-21 0 0,-13 3-495 0 0,0 0-1 0 0,-1-2 1 0 0,0-1-1 0 0,-32 2 0 0 0,61-8 5 0 0,0-1 0 0 0,0 0 0 0 0,0 0 0 0 0,-1 0 0 0 0,1 0 0 0 0,0-1 0 0 0,0 1 0 0 0,0-1 0 0 0,0 1 0 0 0,0-1 0 0 0,0 0 0 0 0,-3-1 0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47:28.462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75 640 0 0,'47'-13'3148'0'0,"76"-10"1"0"0,141 1 289 0 0,-112 13-1780 0 0,87 1-596 0 0,-236 8-1707 0 0,-31 21-6491 0 0,7-7 4146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47:37.107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76 592 0 0,'5'-36'7243'0'0,"2"-3"597"0"0,54 304-7260 0 0,-42-156-834 0 0,-19-107 60 0 0,-2 10-1781 0 0,1-12 1819 0 0,0 1 1 0 0,0-1 0 0 0,0 1-1 0 0,0-1 1 0 0,-1 1-1 0 0,1-1 1 0 0,0 0-1 0 0,0 0 1 0 0,0 0-1 0 0,-1 0 1 0 0,1 0-1 0 0,0 0 1 0 0,0 0-1 0 0,0 0 1 0 0,-1 0-1 0 0,1 0 1 0 0,0-1 0 0 0,0 1-1 0 0,0 0 1 0 0,0-1-1 0 0,-1 1 1 0 0,1-1-1 0 0,-2-1 1 0 0,-19-24-5532 0 0,15 12 3201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47:37.499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3 117 420 0 0,'-2'-13'5663'0'0,"6"9"-5413"0"0,0 0 1 0 0,1 0 0 0 0,-1 0-1 0 0,1 1 1 0 0,0-1-1 0 0,1 1 1 0 0,-1 1 0 0 0,0-1-1 0 0,1 1 1 0 0,9-3 0 0 0,70-19 788 0 0,-64 19-763 0 0,-5 1-206 0 0,101-22 827 0 0,-101 24-1056 0 0,0-1-1 0 0,0 2 0 0 0,0 0 1 0 0,1 1-1 0 0,16 3 0 0 0,-1 5-1867 0 0,-15 4-2509 0 0,-13-6 2511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47:37.851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35 184 0 0,'0'0'821'0'0,"30"23"3550"0"0,14-23-3320 0 0,0-1-1 0 0,0-2 0 0 0,61-13 0 0 0,-92 13-966 0 0,59-7-6 0 0,4-2-1602 0 0,-25 3-3029 0 0,-38 6 2491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47:38.178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67 436 0 0,'0'0'4644'0'0,"35"-18"-961"0"0,-4 7-2683 0 0,-1 1 0 0 0,45-9 1 0 0,-55 16-1448 0 0,1 0 1 0 0,26 0-1 0 0,-33 8-1042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47:38.532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42 392 0 0,'0'0'2133'0'0,"18"13"-252"0"0,4-13-1467 0 0,1-2 0 0 0,-1 0 0 0 0,0-1 1 0 0,36-10-1 0 0,5-1-1143 0 0,7 1-2105 0 0,-39 6 1192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47:38.905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 7 396 0 0,'-2'-6'12344'0'0,"48"266"-11409"0"0,-35-213-630 0 0,-2 1-1 0 0,5 92 1 0 0,-14-127 683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47:39.450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9 392 0 0,'-1'-8'12374'0'0,"63"204"-10085"0"0,-62-195-2285 0 0,16 42 339 0 0,-2 1 1 0 0,9 51-1 0 0,-21-86-54 0 0,-2-8-476 0 0,1 0-1 0 0,-1 1 0 0 0,0-1 1 0 0,0 0-1 0 0,1 0 0 0 0,-1 1 1 0 0,0-1-1 0 0,0 0 0 0 0,0 1 1 0 0,-1-1-1 0 0,1 0 0 0 0,0 0 1 0 0,0 1-1 0 0,-1-1 0 0 0,1 0 1 0 0,-2 2-1 0 0,1 0-422 0 0,-5-1-1996 0 0,5-1 2223 0 0,-1-1 0 0 0,1 0 1 0 0,0 1-1 0 0,-1-1 0 0 0,1 0 1 0 0,0 0-1 0 0,-1 0 0 0 0,1 0 1 0 0,0 0-1 0 0,-1-1 0 0 0,1 1 1 0 0,-2-1-1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47:39.963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10 80 136 0 0,'-9'-1'6929'0'0,"335"-30"-3434"0"0,-103 17-2940 0 0,-137 9-410 0 0,-83 5-147 0 0,10 13-3 0 0,-13-8 2 0 0,-4 37 21 0 0,3-34-39 0 0,-1 1-1 0 0,2-1 1 0 0,-1 1 0 0 0,1 0 0 0 0,1-1-1 0 0,1 11 1 0 0,-1-16 3 0 0,0 1 1 0 0,1-1 0 0 0,-1 0-1 0 0,1 0 1 0 0,0 0-1 0 0,0 0 1 0 0,0 0-1 0 0,0-1 1 0 0,0 1 0 0 0,0 0-1 0 0,1-1 1 0 0,0 0-1 0 0,-1 1 1 0 0,1-1-1 0 0,0 0 1 0 0,0-1 0 0 0,0 1-1 0 0,4 1 1 0 0,-4-1 82 0 0,-1-1 1 0 0,1 0-1 0 0,0 0 1 0 0,0 0-1 0 0,0 0 1 0 0,-1-1 0 0 0,1 1-1 0 0,0-1 1 0 0,0 0-1 0 0,0 1 1 0 0,0-1-1 0 0,0-1 1 0 0,0 1-1 0 0,0 0 1 0 0,0-1 0 0 0,0 1-1 0 0,-1-1 1 0 0,1 0-1 0 0,0 0 1 0 0,0 0-1 0 0,-1 0 1 0 0,1-1-1 0 0,-1 1 1 0 0,1-1 0 0 0,-1 0-1 0 0,1 1 1 0 0,-1-1-1 0 0,0 0 1 0 0,0 0-1 0 0,0-1 1 0 0,0 1-1 0 0,0 0 1 0 0,-1-1 0 0 0,3-3-1 0 0,0 0 132 0 0,0-1-1 0 0,-1 1 0 0 0,0-1 1 0 0,0 1-1 0 0,0-1 0 0 0,-1 0 1 0 0,0 0-1 0 0,0 0 0 0 0,-1-1 1 0 0,0 1-1 0 0,-1 0 0 0 0,1-14 1 0 0,-2 17-238 0 0,1 0-1 0 0,-1 0 1 0 0,1 1 0 0 0,-1-1 0 0 0,0 0 0 0 0,0 0 0 0 0,-1 1-1 0 0,1-1 1 0 0,-1 0 0 0 0,0 1 0 0 0,0 0 0 0 0,-2-4 0 0 0,1 4-239 0 0,0 1 0 0 0,1 0 1 0 0,-1 0-1 0 0,0 0 0 0 0,0 0 1 0 0,0 1-1 0 0,0-1 1 0 0,0 1-1 0 0,0 0 0 0 0,-1 0 1 0 0,1 0-1 0 0,0 0 0 0 0,-1 1 1 0 0,-5-1-1 0 0,-31-3-3848 0 0,-4 3 315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47:56.959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87 39 492 0 0,'-4'-13'3174'0'0,"8"-13"5048"0"0,-5 33-8158 0 0,-27 108 213 0 0,-28 151 76 0 0,56-264-342 0 0,0 5-5 0 0,0-6-6 0 0,-1 0 0 0 0,1 1 0 0 0,0-1 0 0 0,0 0 0 0 0,0 1 0 0 0,0-1 0 0 0,0 0 0 0 0,0 1 0 0 0,0-1 0 0 0,0 0-1 0 0,0 1 1 0 0,0-1 0 0 0,1 0 0 0 0,-1 0 0 0 0,0 1 0 0 0,1-1 0 0 0,-1 0 0 0 0,1 0 0 0 0,0 1 0 0 0,-1-1 0 0 0,1 0 0 0 0,0 0 0 0 0,0 0 0 0 0,0 0 0 0 0,0 0 0 0 0,0 0 0 0 0,0 0 0 0 0,0-1 0 0 0,0 1 0 0 0,0 0 0 0 0,0 0 0 0 0,0-1 0 0 0,0 1 0 0 0,1-1 0 0 0,-1 1 0 0 0,0-1-1 0 0,0 1 1 0 0,1-1 0 0 0,-1 0 0 0 0,0 0 0 0 0,1 0 0 0 0,-1 0 0 0 0,0 0 0 0 0,1 0 0 0 0,1 0 0 0 0,116 4-576 0 0,-109-4 493 0 0,1-1 0 0 0,0 0 0 0 0,-1 0 1 0 0,1-1-1 0 0,-1 0 0 0 0,1-1 0 0 0,-1-1 0 0 0,18-7 1 0 0,-25 9 66 0 0,0 0 0 0 0,1-1 0 0 0,-1 1 0 0 0,0-1 0 0 0,-1 1-1 0 0,1-1 1 0 0,0 0 0 0 0,-1 0 0 0 0,0 0 0 0 0,1-1 0 0 0,-1 1 0 0 0,0 0 0 0 0,-1-1 0 0 0,3-6 0 0 0,-1-1-1 0 0,-1 1 1 0 0,0-1-1 0 0,-1 0 0 0 0,0 0 0 0 0,-1-14 0 0 0,0 22 43 0 0,0-9 160 0 0,-4 6-107 0 0,-12 46 147 0 0,1 2-1 0 0,2-1 1 0 0,-13 76 0 0 0,-8 139 1616 0 0,32-237-1617 0 0,-1 5 1358 0 0,2-17-3943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47:59.996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1 256 0 0,'3'0'8126'0'0,"25"4"-8121"0"0,226 37 675 0 0,-92-19-468 0 0,-80-8-245 0 0,144 6 0 0 0,-208-20 166 0 0,-8 0 177 0 0,-18-2-184 0 0,-22-7-715 0 0,26 8 426 0 0,0 0 0 0 0,0-1 0 0 0,0 0 0 0 0,0 0 0 0 0,1 0 0 0 0,-1 0 1 0 0,1 0-1 0 0,0-1 0 0 0,-1 0 0 0 0,1 1 0 0 0,0-1 0 0 0,0 0 0 0 0,1-1 0 0 0,-1 1 0 0 0,1 0 0 0 0,0-1 0 0 0,-3-5 1 0 0,4 7 46 0 0,1-2-38 0 0,0 3 152 0 0,0-1 0 0 0,0 1 1 0 0,0 0-1 0 0,0 0 0 0 0,0-1 1 0 0,0 1-1 0 0,0 0 0 0 0,0-1 0 0 0,0 1 1 0 0,1 0-1 0 0,-1-1 0 0 0,0 1 1 0 0,1 0-1 0 0,-1 0 0 0 0,1 0 1 0 0,0-1-1 0 0,-1 1 0 0 0,3-2 1 0 0,-3 3 16 0 0,1-1 1 0 0,0 1 0 0 0,0-1 0 0 0,0 1 0 0 0,0 0-1 0 0,0-1 1 0 0,-1 1 0 0 0,1 0 0 0 0,0 0 0 0 0,0 0-1 0 0,0 0 1 0 0,0 0 0 0 0,0 0 0 0 0,0 0 0 0 0,0 0-1 0 0,0 0 1 0 0,0 0 0 0 0,0 0 0 0 0,-1 0 0 0 0,1 1-1 0 0,0-1 1 0 0,0 0 0 0 0,0 1 0 0 0,0-1 0 0 0,0 1-1 0 0,-1-1 1 0 0,1 1 0 0 0,0-1 0 0 0,0 1 0 0 0,-1-1-1 0 0,2 2 1 0 0,-1 0 38 0 0,0 0 0 0 0,0 1-1 0 0,0-1 1 0 0,0 0 0 0 0,-1 1 0 0 0,1-1-1 0 0,0 1 1 0 0,-1-1 0 0 0,0 1 0 0 0,0-1-1 0 0,0 5 1 0 0,0 2 64 0 0,-1-1 1 0 0,0 1-1 0 0,0-1 0 0 0,-1 1 1 0 0,0-1-1 0 0,-5 12 0 0 0,-13 10-691 0 0,6-13-3047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48:00.477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38 21 240 0 0,'0'0'4987'0'0,"-1"0"-4918"0"0,1-1 1 0 0,0 1-1 0 0,-1-1 1 0 0,1 1-1 0 0,-1-1 0 0 0,1 1 1 0 0,0-1-1 0 0,0 1 0 0 0,-1-1 1 0 0,1 1-1 0 0,0-1 0 0 0,0 0 1 0 0,0 1-1 0 0,-1-1 0 0 0,1 1 1 0 0,0-1-1 0 0,0 0 0 0 0,0 1 1 0 0,0-1-1 0 0,0 0 0 0 0,0 1 1 0 0,0-1-1 0 0,1 1 0 0 0,-1-2 1 0 0,71-3 2089 0 0,-66 5-2043 0 0,0 0 0 0 0,1 0 0 0 0,-1 0-1 0 0,0 1 1 0 0,1-1 0 0 0,-1 1 0 0 0,0 1-1 0 0,0-1 1 0 0,1 1 0 0 0,8 4 0 0 0,-13-5-102 0 0,0 0 1 0 0,0 0 0 0 0,0 0-1 0 0,-1 0 1 0 0,1 0 0 0 0,0 0 0 0 0,-1 0-1 0 0,1 0 1 0 0,-1 0 0 0 0,1 0-1 0 0,-1 0 1 0 0,1 0 0 0 0,-1 1-1 0 0,0-1 1 0 0,0 0 0 0 0,0 0 0 0 0,1 1-1 0 0,-1-1 1 0 0,0 0 0 0 0,-1 0-1 0 0,1 1 1 0 0,0-1 0 0 0,0 0 0 0 0,0 0-1 0 0,-1 0 1 0 0,1 1 0 0 0,-1 0-1 0 0,-19 35 163 0 0,10-20-85 0 0,7-11-69 0 0,-2 2-5 0 0,0 1 1 0 0,0 0-1 0 0,1 1 0 0 0,1-1 1 0 0,0 1-1 0 0,0-1 0 0 0,1 1 1 0 0,0 0-1 0 0,1 0 0 0 0,0 0 1 0 0,0 0-1 0 0,1 1 0 0 0,0-1 1 0 0,1 0-1 0 0,2 13 0 0 0,-2-20-14 0 0,-1 0 0 0 0,1 0-1 0 0,-1 0 1 0 0,0 0-1 0 0,0-1 1 0 0,0 1 0 0 0,-1 0-1 0 0,1 0 1 0 0,-1 0-1 0 0,0 0 1 0 0,0 0 0 0 0,0 0-1 0 0,0 0 1 0 0,0-1-1 0 0,0 1 1 0 0,-1-1 0 0 0,1 1-1 0 0,-4 4 1 0 0,1-4 3 0 0,0 0 0 0 0,0 0 0 0 0,-1 0 0 0 0,1-1 0 0 0,-1 1 0 0 0,1-1 0 0 0,-11 3 0 0 0,-17 9-240 0 0,31-13-35 0 0,-7 1-354 0 0,-7 0-1402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48:00.989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0 296 0 0,'0'0'4288'0'0,"48"17"-509"0"0,16 2-2713 0 0,1-3 0 0 0,103 12 0 0 0,-168-28-1066 0 0,34 1 105 0 0,-34-1-117 0 0,0 0 0 0 0,0 0 0 0 0,0 0 1 0 0,1 0-1 0 0,-1 0 0 0 0,0 0 0 0 0,0-1 0 0 0,0 1 0 0 0,0 0 1 0 0,1 0-1 0 0,-1 0 0 0 0,0 0 0 0 0,0 0 0 0 0,0 0 0 0 0,0 0 0 0 0,0-1 1 0 0,0 1-1 0 0,1 0 0 0 0,-1 0 0 0 0,0 0 0 0 0,0 0 0 0 0,0 0 1 0 0,0-1-1 0 0,0 1 0 0 0,0 0 0 0 0,0 0 0 0 0,0 0 0 0 0,0 0 1 0 0,0-1-1 0 0,0 1 0 0 0,0 0 0 0 0,0 0 0 0 0,0 0 0 0 0,0-1 0 0 0,0 1 1 0 0,0 0-1 0 0,0 0 0 0 0,0 0 0 0 0,0-1 0 0 0,0 1 0 0 0,0 0 1 0 0,0 0-1 0 0,0 0 0 0 0,0 0 0 0 0,0-1 0 0 0,0 1 0 0 0,0 0 0 0 0,0 0 1 0 0,-1 0-1 0 0,1 0 0 0 0,0 0 0 0 0,0-1 0 0 0,0 1 0 0 0,0 0 1 0 0,0 0-1 0 0,-1 0 0 0 0,1 0 0 0 0,0 0 0 0 0,0 0 0 0 0,-1 0 1 0 0,-46-30-1979 0 0,21 14 1753 0 0,19 17 310 0 0,7 11 12 0 0,5 18 81 0 0,-4-26-134 0 0,-1 0-11 0 0,0 1 0 0 0,0 0 0 0 0,0-1-1 0 0,-1 1 1 0 0,0 0 0 0 0,0-1-1 0 0,0 1 1 0 0,0-1 0 0 0,-1 0-1 0 0,0 1 1 0 0,0-1 0 0 0,0 0-1 0 0,0 0 1 0 0,-4 5 0 0 0,-37 45-2098 0 0,42-53 1695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48:02.638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222 10 232 0 0,'0'0'447'0'0,"19"-4"2074"0"0,-4 4-2205 0 0,-12 0 258 0 0,49-6 1426 0 0,-42 8-1802 0 0,1 1 1 0 0,-1 0-1 0 0,0 0 1 0 0,12 6-1 0 0,-19-7-173 0 0,0 0 0 0 0,0 0 0 0 0,0 0 0 0 0,0 0 0 0 0,0 1 0 0 0,-1-1 0 0 0,1 1 0 0 0,-1 0 0 0 0,0-1 0 0 0,0 1 0 0 0,0 0 1 0 0,0 0-1 0 0,0 1 0 0 0,-1-1 0 0 0,3 6 0 0 0,-3-5 10 0 0,-1 1 1 0 0,1-1-1 0 0,-1 1 1 0 0,1-1 0 0 0,-1 1-1 0 0,0-1 1 0 0,-1 1-1 0 0,1-1 1 0 0,-1 1-1 0 0,0-1 1 0 0,0 1 0 0 0,-1-1-1 0 0,1 0 1 0 0,-1 1-1 0 0,0-1 1 0 0,0 0-1 0 0,0 0 1 0 0,-1-1 0 0 0,1 1-1 0 0,-6 6 1 0 0,-3 3 132 0 0,-1 1 0 0 0,-1-2 0 0 0,-24 20 0 0 0,-63 31 1010 0 0,99-62-1096 0 0,-12 1 316 0 0,18 2 52 0 0,17 2-271 0 0,-10-5-183 0 0,0 1 0 0 0,0 1 0 0 0,-1-1 1 0 0,0 2-1 0 0,1 0 0 0 0,-1 0 0 0 0,-1 1 0 0 0,1 0 0 0 0,-1 1 0 0 0,16 10 0 0 0,-22-13-7 0 0,1 1 0 0 0,-1-1 0 0 0,1 1 0 0 0,-1 0-1 0 0,0 0 1 0 0,0 1 0 0 0,-1-1 0 0 0,1 1 0 0 0,-1-1 0 0 0,0 1-1 0 0,0 0 1 0 0,-1 1 0 0 0,1-1 0 0 0,-1 0 0 0 0,0 1-1 0 0,-1-1 1 0 0,1 1 0 0 0,-1-1 0 0 0,0 1 0 0 0,-1 0-1 0 0,1 0 1 0 0,-1 7 0 0 0,-1-9 15 0 0,-1 0 0 0 0,1-1 0 0 0,-1 1 0 0 0,1 0 0 0 0,-1-1 0 0 0,-1 1 0 0 0,1-1 1 0 0,0 0-1 0 0,-1 1 0 0 0,1-1 0 0 0,-1 0 0 0 0,0-1 0 0 0,0 1 0 0 0,0 0 0 0 0,-1-1 0 0 0,1 0 0 0 0,0 0 0 0 0,-6 3 0 0 0,-3 1 89 0 0,0 0 0 0 0,0-1 0 0 0,0 0 0 0 0,-17 4 0 0 0,9-6 246 0 0,0-2-1 0 0,0 0 1 0 0,0 0-1 0 0,0-2 1 0 0,0-1-1 0 0,0 0 1 0 0,0-2-1 0 0,0 0 1 0 0,-19-7-1 0 0,29 9-125 0 0,4 0-81 0 0,2 0 1 0 0,-1 0-1 0 0,0 0 1 0 0,0-1-1 0 0,1 0 1 0 0,-6-3 0 0 0,-16-9 305 0 0,24 15-475 0 0,-1-3 755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48:03.898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271 0 20 0 0,'0'0'13032'0'0,"4"3"-13015"0"0,1-2-16 0 0,-1 1-1 0 0,-1-1 1 0 0,1 1-1 0 0,0 0 1 0 0,0 1-1 0 0,-1-1 1 0 0,1 1-1 0 0,-1-1 1 0 0,0 1-1 0 0,0 0 1 0 0,0 0-1 0 0,0 0 1 0 0,0 1-1 0 0,-1-1 1 0 0,1 1-1 0 0,-1 0 1 0 0,0-1-1 0 0,0 1 1 0 0,0 0-1 0 0,-1 0 1 0 0,0 0-1 0 0,1 1 1 0 0,-1-1-1 0 0,-1 0 1 0 0,1 0-1 0 0,-1 0 1 0 0,1 1-1 0 0,-1-1 1 0 0,0 0-1 0 0,-1 1 1 0 0,1-1-1 0 0,-1 0 1 0 0,0 0-1 0 0,0 1 1 0 0,-2 5-1 0 0,-2 1-1 0 0,0-1 0 0 0,0 0 0 0 0,-1-1 0 0 0,0 1-1 0 0,-1-1 1 0 0,0 0 0 0 0,0-1 0 0 0,-1 0 0 0 0,-15 13 0 0 0,-8 2-3 0 0,-51 30 0 0 0,3-2 21 0 0,26-16-29 0 0,52-35 23 0 0,1 1 1 0 0,-1-1-1 0 0,0 1 1 0 0,0-1 0 0 0,1 1-1 0 0,-1-1 1 0 0,0 1-1 0 0,1-1 1 0 0,-1 1 0 0 0,1-1-1 0 0,-1 1 1 0 0,0 0-1 0 0,1-1 1 0 0,0 1 0 0 0,-1 0-1 0 0,1 0 1 0 0,-1-1 0 0 0,1 1-1 0 0,0 0 1 0 0,-1 0-1 0 0,1 0 1 0 0,0 0 0 0 0,0-1-1 0 0,0 1 1 0 0,0 0-1 0 0,0 0 1 0 0,0 0 0 0 0,0 1-1 0 0,0-1 1 0 0,1 0-1 0 0,0 0 1 0 0,0 0-1 0 0,0 0 1 0 0,0 0-1 0 0,0 0 0 0 0,0 0 1 0 0,0 0-1 0 0,0 0 1 0 0,0 0-1 0 0,0-1 1 0 0,1 1-1 0 0,-1 0 1 0 0,0-1-1 0 0,3 2 1 0 0,68 15 115 0 0,-54-14-90 0 0,45 8 32 0 0,-46-9-46 0 0,0 0 0 0 0,-1 1 0 0 0,18 6 1 0 0,-30-7-19 0 0,1-1 1 0 0,-1 0 0 0 0,1-1-1 0 0,0 1 1 0 0,0-1 0 0 0,-1 0-1 0 0,7 0 1 0 0,-2 0 40 0 0,-7 0-41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48:22.808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688 206 144 0 0,'-1'-42'3918'0'0,"2"38"-3696"0"0,0-1-1 0 0,-1 1 1 0 0,1 0-1 0 0,-1-1 1 0 0,0 1-1 0 0,0-1 1 0 0,-1 1-1 0 0,1-1 0 0 0,-1 1 1 0 0,0-1-1 0 0,0 1 1 0 0,-1 0-1 0 0,-1-6 1 0 0,2 9-128 0 0,0-1-69 0 0,0-1 1 0 0,-1 1-1 0 0,1 0 1 0 0,0 0 0 0 0,-1 0-1 0 0,1 0 1 0 0,-1 0-1 0 0,1 0 1 0 0,-1 0-1 0 0,0 1 1 0 0,0-1 0 0 0,0 1-1 0 0,0-1 1 0 0,0 1-1 0 0,0 0 1 0 0,0 0-1 0 0,0-1 1 0 0,-4 0 0 0 0,-40-17 135 0 0,21 10-146 0 0,0 1 0 0 0,0 1 0 0 0,0 1 0 0 0,-1 1 0 0 0,0 2 0 0 0,0 0 0 0 0,-1 2 0 0 0,-32 2 0 0 0,42-1-24 0 0,-1 2 0 0 0,1 0 0 0 0,0 1 0 0 0,-1 1 0 0 0,2 0 0 0 0,-1 1 0 0 0,0 1 0 0 0,1 1 0 0 0,-18 9 0 0 0,29-12 1 0 0,-1 1 0 0 0,0 0 0 0 0,1 0 0 0 0,0 0 0 0 0,0 0 1 0 0,1 1-1 0 0,-1 0 0 0 0,1 0 0 0 0,1 0 0 0 0,-6 11 0 0 0,-24 70-67 0 0,30-78 74 0 0,-9 27 8 0 0,1 0 0 0 0,2 0-1 0 0,1 1 1 0 0,-5 70 0 0 0,13-92 11 0 0,1-1 1 0 0,1 0-1 0 0,0 1 0 0 0,1-1 0 0 0,1 0 0 0 0,0-1 1 0 0,1 1-1 0 0,0 0 0 0 0,8 13 0 0 0,8 9 94 0 0,45 60-1 0 0,-60-89-105 0 0,4 8 16 0 0,1-2-1 0 0,1 1 1 0 0,0-1 0 0 0,1-1 0 0 0,0-1 0 0 0,1 1-1 0 0,22 12 1 0 0,-25-18 13 0 0,1 0 0 0 0,-1-1 0 0 0,1-1 0 0 0,0 0 0 0 0,0 0 0 0 0,0-1 0 0 0,1-1 0 0 0,-1 0 0 0 0,1-1 0 0 0,-1 0 0 0 0,18-2 0 0 0,0 0 17 0 0,-1-2 0 0 0,0 0 0 0 0,-1-3 0 0 0,1 0 1 0 0,-1-2-1 0 0,46-18 0 0 0,-56 18 4 0 0,-1-1 1 0 0,0-1-1 0 0,-1 0 1 0 0,0-1-1 0 0,-1 0 1 0 0,0-2-1 0 0,-1 0 1 0 0,0 0 0 0 0,-1-1-1 0 0,0-1 1 0 0,-2 0-1 0 0,0-1 1 0 0,0 0-1 0 0,-1-1 1 0 0,-1 0-1 0 0,-1-1 1 0 0,10-30 0 0 0,-12 25 76 0 0,0-1 1 0 0,-2 0-1 0 0,-1-1 1 0 0,-1 1 0 0 0,-1-38-1 0 0,-1 55-124 0 0,-1 0 1 0 0,0 0-1 0 0,0 0 0 0 0,-1 0 0 0 0,0 1 1 0 0,0-1-1 0 0,-1 0 0 0 0,1 1 0 0 0,-2 0 0 0 0,1 0 1 0 0,-1 0-1 0 0,1 0 0 0 0,-2 0 0 0 0,1 1 0 0 0,0-1 1 0 0,-1 1-1 0 0,0 0 0 0 0,-1 1 0 0 0,1-1 1 0 0,-1 1-1 0 0,0 0 0 0 0,1 1 0 0 0,-2-1 0 0 0,-7-2 1 0 0,-17-7 20 0 0,-44-12 0 0 0,63 21-295 0 0,1 2-1 0 0,-1 0 1 0 0,1 0-1 0 0,-1 1 1 0 0,0 1 0 0 0,1 0-1 0 0,-19 2 1 0 0,-1 7-4695 0 0,21-4 2587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02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1 440 0 0,'0'0'4140'0'0,"8"1"-1923"0"0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1044 0 0,'0'0'4601'0'0,"18"-8"-4161"0"0,1 11-624 0 0,3 1-2853 0 0,-4-3 1461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0 372 0 0,'1'4'2535'0'0,"2"1"1849"0"0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10:20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1 824 0 0,'0'12'2168'0'0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7:33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152 218 796 0 0,'-2'-3'1144'0'0,"0"0"-1"0"0,0 0 1 0 0,0 1 0 0 0,-1-1-1 0 0,1 0 1 0 0,-1 1-1 0 0,1 0 1 0 0,-1 0 0 0 0,0 0-1 0 0,-4-2 1 0 0,-10 50-455 0 0,2 0 1 0 0,2 2 0 0 0,-8 61-1 0 0,4-24-137 0 0,-4 75 416 0 0,9-48 65 0 0,8-88 1480 0 0,10-55-2038 0 0,9-54-479 0 0,-13 77 9 0 0,18-86-173 0 0,48-140 0 0 0,-44 175 89 0 0,3 1 1 0 0,48-78-1 0 0,-70 127 69 0 0,1 1 1 0 0,-1 0-1 0 0,2 0 0 0 0,-1 1 1 0 0,1 0-1 0 0,0 0 1 0 0,0 0-1 0 0,1 1 0 0 0,0 0 1 0 0,0 1-1 0 0,1 0 0 0 0,-1 0 1 0 0,1 0-1 0 0,0 2 0 0 0,1-1 1 0 0,-1 1-1 0 0,0 0 1 0 0,1 1-1 0 0,0 0 0 0 0,-1 0 1 0 0,1 1-1 0 0,0 0 0 0 0,0 1 1 0 0,0 0-1 0 0,0 1 1 0 0,0 0-1 0 0,-1 1 0 0 0,1 0 1 0 0,0 0-1 0 0,-1 1 0 0 0,0 0 1 0 0,1 0-1 0 0,-1 1 0 0 0,0 1 1 0 0,9 5-1 0 0,-10-5-8 0 0,-1 0-1 0 0,0 0 0 0 0,0 1 0 0 0,0 0 1 0 0,0 0-1 0 0,-1 1 0 0 0,0-1 1 0 0,-1 1-1 0 0,1 1 0 0 0,-1-1 1 0 0,-1 1-1 0 0,1 0 0 0 0,-1 0 1 0 0,-1 0-1 0 0,0 0 0 0 0,0 1 1 0 0,4 16-1 0 0,-6-14-22 0 0,0 0 1 0 0,-1 0-1 0 0,0-1 1 0 0,-1 1-1 0 0,0 0 1 0 0,0 0-1 0 0,-1 0 0 0 0,-1-1 1 0 0,1 1-1 0 0,-2-1 1 0 0,0 0-1 0 0,0 0 1 0 0,-1 0-1 0 0,-9 14 0 0 0,-2 2-76 0 0,8-14-155 0 0,0 0 0 0 0,1 1 0 0 0,0 0 0 0 0,-6 18 0 0 0,13-30 243 0 0,0 1-1 0 0,0-1 1 0 0,0 1-1 0 0,0-1 1 0 0,0 0 0 0 0,0 1-1 0 0,1-1 1 0 0,-1 1-1 0 0,1-1 1 0 0,-1 0 0 0 0,1 1-1 0 0,-1-1 1 0 0,1 0-1 0 0,0 0 1 0 0,0 0 0 0 0,-1 1-1 0 0,1-1 1 0 0,0 0 0 0 0,0 0-1 0 0,0 0 1 0 0,0 0-1 0 0,3 1 1 0 0,28 21-228 0 0,-27-20 191 0 0,61 32-222 0 0,19 10 8 0 0,-79-41 251 0 0,-1 0 1 0 0,1 1-1 0 0,-1-1 1 0 0,0 1-1 0 0,0 0 1 0 0,0 0-1 0 0,-1 0 1 0 0,0 1-1 0 0,0-1 1 0 0,6 12-1 0 0,-9-15 29 0 0,-1-1-1 0 0,1 1 0 0 0,0 0 1 0 0,-1-1-1 0 0,1 1 1 0 0,-1 0-1 0 0,0 0 1 0 0,0-1-1 0 0,0 1 0 0 0,1 0 1 0 0,-2 0-1 0 0,1 0 1 0 0,0-1-1 0 0,0 1 0 0 0,0 0 1 0 0,-1 0-1 0 0,1-1 1 0 0,-1 1-1 0 0,0 0 1 0 0,1-1-1 0 0,-1 1 0 0 0,0-1 1 0 0,-1 3-1 0 0,-1-1 19 0 0,0 0 0 0 0,0 0 1 0 0,0 0-1 0 0,0 0 0 0 0,0-1 0 0 0,-1 0 0 0 0,1 1 0 0 0,-1-1 0 0 0,-7 3 0 0 0,-2 0 112 0 0,-1-1-1 0 0,0 0 1 0 0,0 0-1 0 0,-27 2 1 0 0,-13-2 509 0 0,-77-4 0 0 0,111-1-1023 0 0,1-1 1 0 0,-1-1 0 0 0,0-1 0 0 0,1 0-1 0 0,0-2 1 0 0,0 0 0 0 0,-22-11 0 0 0,39 16-962 0 0,19-21-9659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7:34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473 131 524 0 0,'0'-6'581'0'0,"0"-1"1"0"0,0 1-1 0 0,-1-1 0 0 0,0 1 1 0 0,0-1-1 0 0,-1 1 0 0 0,0 0 1 0 0,0 0-1 0 0,0 0 0 0 0,-1 0 1 0 0,0 0-1 0 0,0 0 0 0 0,0 1 1 0 0,-8-11-1 0 0,8 13-398 0 0,-1 0-1 0 0,1 1 1 0 0,0-1 0 0 0,-1 1 0 0 0,0-1-1 0 0,1 1 1 0 0,-1 0 0 0 0,0 1-1 0 0,0-1 1 0 0,0 1 0 0 0,0 0 0 0 0,0 0-1 0 0,0 0 1 0 0,-1 0 0 0 0,1 1-1 0 0,0-1 1 0 0,0 1 0 0 0,0 0 0 0 0,-1 0-1 0 0,1 1 1 0 0,0-1 0 0 0,0 1-1 0 0,-1 0 1 0 0,-3 2 0 0 0,-11 2 30 0 0,0 1 0 0 0,1 1 0 0 0,0 0 0 0 0,1 2 1 0 0,-1 0-1 0 0,2 1 0 0 0,-1 0 0 0 0,1 2 0 0 0,1-1 0 0 0,0 2 0 0 0,1 0 0 0 0,0 1 0 0 0,-18 24 1 0 0,20-21-63 0 0,1 1 0 0 0,0 0 1 0 0,1 1-1 0 0,2 0 0 0 0,0 1 1 0 0,0-1-1 0 0,-5 28 0 0 0,11-36-100 0 0,0 0-1 0 0,1 0 0 0 0,0 1 1 0 0,1-1-1 0 0,0 0 0 0 0,0 1 1 0 0,2-1-1 0 0,-1 0 0 0 0,1 0 1 0 0,1 0-1 0 0,0 0 0 0 0,1 0 1 0 0,0-1-1 0 0,0 1 0 0 0,9 12 1 0 0,0-1 38 0 0,2-1 1 0 0,0 0 0 0 0,2-2-1 0 0,0 0 1 0 0,1 0-1 0 0,1-2 1 0 0,0 0 0 0 0,2-1-1 0 0,0-2 1 0 0,42 23 0 0 0,-23-18 30 0 0,0-2-1 0 0,2-1 1 0 0,0-3 0 0 0,1-1 0 0 0,65 8 0 0 0,-107-19-176 0 0,29 1 324 0 0,-10-7-3565 0 0,-19 4 2271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7:34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3 1540 0 0,'-5'-3'14159'0'0,"390"19"-9339"0"0,-368-15-5860 0 0,8 1 3812 0 0,1 1-6046 0 0,-8-2-8732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7:39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215 511 32 0 0,'20'-28'4236'0'0,"-15"21"-3287"0"0,0 1-1 0 0,0-1 1 0 0,-1 0-1 0 0,0 0 1 0 0,0-1-1 0 0,3-9 1 0 0,-6 16-486 0 0,0 0-327 0 0,-1 0 0 0 0,1 0 0 0 0,0 0 0 0 0,-1 0 0 0 0,1 0 0 0 0,-1-1-1 0 0,0 1 1 0 0,1 0 0 0 0,-1 0 0 0 0,0 0 0 0 0,1 0 0 0 0,-1 0 0 0 0,0-1 0 0 0,0 1 0 0 0,0 0 0 0 0,0 0 0 0 0,0 0-1 0 0,0 0 1 0 0,-1 0 0 0 0,1-1 0 0 0,0 1 0 0 0,-1 0 0 0 0,1 0 0 0 0,0 0 0 0 0,-1 0 0 0 0,1 0 0 0 0,-1 0 0 0 0,0 0-1 0 0,1 0 1 0 0,-2-1 0 0 0,0 0-61 0 0,-1 1-1 0 0,1 0 1 0 0,0 0-1 0 0,-1 0 1 0 0,1 0-1 0 0,-1 0 1 0 0,1 0-1 0 0,-1 1 1 0 0,1-1-1 0 0,-1 1 1 0 0,1 0-1 0 0,-1 0 1 0 0,-2 0-1 0 0,-6 0-69 0 0,-1 1 0 0 0,1 0 1 0 0,0 1-1 0 0,1 0 0 0 0,-20 7 0 0 0,20-5 12 0 0,-1 1 1 0 0,1 1-1 0 0,0 0 0 0 0,0 0 0 0 0,1 1 0 0 0,0 0 0 0 0,0 1 0 0 0,1 0 1 0 0,0 0-1 0 0,0 1 0 0 0,0 0 0 0 0,-7 14 0 0 0,11-18-22 0 0,2 1-1 0 0,-1-1 1 0 0,1 1-1 0 0,-1 0 1 0 0,2 0-1 0 0,-1 0 1 0 0,1 1-1 0 0,0-1 1 0 0,0 0-1 0 0,0 0 1 0 0,1 1-1 0 0,0-1 0 0 0,0 0 1 0 0,1 1-1 0 0,0-1 1 0 0,0 0-1 0 0,0 0 1 0 0,1 0-1 0 0,0 0 1 0 0,0 0-1 0 0,1 0 1 0 0,-1 0-1 0 0,8 10 1 0 0,-4-7-28 0 0,1-1 0 0 0,0 1 1 0 0,1-1-1 0 0,0 0 0 0 0,0-1 0 0 0,1 0 0 0 0,0-1 1 0 0,0 1-1 0 0,0-2 0 0 0,1 1 0 0 0,0-1 1 0 0,0-1-1 0 0,0 0 0 0 0,1 0 0 0 0,0-1 0 0 0,-1 0 1 0 0,1-1-1 0 0,12 1 0 0 0,3 0-24 0 0,-1-2 0 0 0,1 0 1 0 0,0-2-1 0 0,-1 0 0 0 0,1-2 0 0 0,41-10 0 0 0,-45 6 38 0 0,0 0 0 0 0,0-2 0 0 0,-1 0 0 0 0,0-1-1 0 0,-1-1 1 0 0,0-1 0 0 0,-1-1 0 0 0,-1-1 0 0 0,0-1 0 0 0,0 0 0 0 0,-2-1 0 0 0,0-1-1 0 0,15-20 1 0 0,-11 10 13 0 0,0-1-1 0 0,-3-1 0 0 0,0-1 1 0 0,-2 0-1 0 0,-1-1 0 0 0,-1-1 0 0 0,-2 0 1 0 0,8-39-1 0 0,-7 23 376 0 0,-3-1 0 0 0,-2 0 1 0 0,1-51-1 0 0,-8 102-368 0 0,-1 0 1 0 0,1 0 0 0 0,-1 0-1 0 0,0 0 1 0 0,0 0-1 0 0,0 0 1 0 0,0-1-1 0 0,0 1 1 0 0,0 0 0 0 0,0 0-1 0 0,0-1 1 0 0,-3 3-1 0 0,0 2 4 0 0,-5 13 2 0 0,1 1 1 0 0,1 0 0 0 0,1 1 0 0 0,1-1 0 0 0,-4 40 0 0 0,1-12-2 0 0,-61 263 70 0 0,65-289-68 0 0,0 0 36 0 0,0-1-1 0 0,1 25 1 0 0,3-45 258 0 0,4-2-311 0 0,0-1 10 0 0,0 0-1 0 0,0 0 0 0 0,0-1 1 0 0,0 1-1 0 0,-1-1 0 0 0,1 0 1 0 0,-1 0-1 0 0,0 0 0 0 0,1 0 1 0 0,2-5-1 0 0,9-7-21 0 0,-8 9-7 0 0,1-1 1 0 0,0 1 0 0 0,1 1 0 0 0,-1 0-1 0 0,1 0 1 0 0,17-7 0 0 0,-18 10-8 0 0,-1 1-1 0 0,0 0 1 0 0,1 0 0 0 0,-1 1 0 0 0,1-1-1 0 0,-1 2 1 0 0,1-1 0 0 0,-1 1-1 0 0,0 0 1 0 0,10 3 0 0 0,50 13-376 0 0,-25-6-111 0 0,74 11 1 0 0,-105-21 454 0 0,0 0 1 0 0,0-1-1 0 0,1 0 0 0 0,-1-1 0 0 0,0 0 1 0 0,1-1-1 0 0,-1 0 0 0 0,0 0 0 0 0,0-1 1 0 0,0-1-1 0 0,15-7 0 0 0,-21 8 78 0 0,-1 0 0 0 0,1-1 0 0 0,-1 1 0 0 0,0-1 0 0 0,0 0 1 0 0,0 0-1 0 0,-1 0 0 0 0,1-1 0 0 0,-1 1 0 0 0,0-1 0 0 0,0 0 0 0 0,-1 0 0 0 0,1 0 0 0 0,-1 0 0 0 0,0 0 0 0 0,-1 0 1 0 0,1-1-1 0 0,-1 1 0 0 0,0-1 0 0 0,0 1 0 0 0,-1-6 0 0 0,0 8 59 0 0,0-3 4 0 0,0 5-65 0 0,0 0 1 0 0,0-1-1 0 0,0 1 0 0 0,0 0 1 0 0,0 0-1 0 0,-1-1 0 0 0,1 1 1 0 0,0 0-1 0 0,0 0 0 0 0,-1 0 1 0 0,1-1-1 0 0,-1 1 0 0 0,1 0 1 0 0,-1 0-1 0 0,0 0 0 0 0,1 0 1 0 0,-2-1-1 0 0,0 2-8 0 0,-1-1 1 0 0,1 1-1 0 0,-1 0 0 0 0,1 0 0 0 0,0 1 1 0 0,-1-1-1 0 0,1 0 0 0 0,0 1 1 0 0,-1 0-1 0 0,1-1 0 0 0,0 1 1 0 0,-1 0-1 0 0,1 0 0 0 0,0 0 0 0 0,0 0 1 0 0,0 1-1 0 0,0-1 0 0 0,0 0 1 0 0,0 1-1 0 0,1 0 0 0 0,-1-1 0 0 0,0 1 1 0 0,1 0-1 0 0,-1 0 0 0 0,1 0 1 0 0,0 0-1 0 0,-1 0 0 0 0,1 0 0 0 0,0 0 1 0 0,0 3-1 0 0,-1-3-28 0 0,1 0 1 0 0,0 0-1 0 0,-1 1 0 0 0,1-1 1 0 0,0 0-1 0 0,1 0 0 0 0,-1 1 1 0 0,0-1-1 0 0,1 1 0 0 0,-1-1 1 0 0,1 1-1 0 0,0-1 0 0 0,0 1 1 0 0,0-1-1 0 0,0 1 0 0 0,0-1 1 0 0,1 1-1 0 0,-1-1 0 0 0,1 0 1 0 0,-1 1-1 0 0,1-1 0 0 0,0 1 1 0 0,0-1-1 0 0,0 0 0 0 0,0 0 1 0 0,1 0-1 0 0,-1 0 0 0 0,3 4 1 0 0,1-4-8 0 0,0-1 0 0 0,0 1 1 0 0,1-1-1 0 0,-1 0 1 0 0,0 0-1 0 0,1-1 0 0 0,-1 0 1 0 0,0 0-1 0 0,0 0 1 0 0,1 0-1 0 0,-1-1 0 0 0,8-2 1 0 0,-7 2-10 0 0,-3 1 9 0 0,43 0-246 0 0,-45 0 282 0 0,34 15-162 0 0,-32-14 170 0 0,0-1 0 0 0,0 1 0 0 0,0-1 0 0 0,0 0 0 0 0,0 0 1 0 0,0 0-1 0 0,1 0 0 0 0,-1 0 0 0 0,0-1 0 0 0,0 1 0 0 0,0-1 1 0 0,0 0-1 0 0,0 0 0 0 0,3-2 0 0 0,42-17 36 0 0,-19 4-6 0 0,71-40-33 0 0,-98 55-22 0 0,11-1-99 0 0,-11 2 108 0 0,0 0-1 0 0,-1-1 1 0 0,1 1-1 0 0,0 0 1 0 0,0 0 0 0 0,-1 0-1 0 0,1 0 1 0 0,0 0 0 0 0,-1 1-1 0 0,1-1 1 0 0,0 0 0 0 0,0 1-1 0 0,-1 0 1 0 0,1-1-1 0 0,-1 1 1 0 0,1 0 0 0 0,-1-1-1 0 0,1 1 1 0 0,-1 0 0 0 0,1 0-1 0 0,-1 0 1 0 0,0 1-1 0 0,1-1 1 0 0,-1 0 0 0 0,0 0-1 0 0,0 1 1 0 0,0-1 0 0 0,0 0-1 0 0,1 3 1 0 0,0-1 15 0 0,1 1 0 0 0,0-1 0 0 0,0 1 0 0 0,0-1 0 0 0,0 0 1 0 0,0 0-1 0 0,1 0 0 0 0,0-1 0 0 0,-1 1 0 0 0,1-1 0 0 0,0 0 0 0 0,0 0 0 0 0,0 0 1 0 0,0-1-1 0 0,0 1 0 0 0,1-1 0 0 0,-1 0 0 0 0,0 0 0 0 0,1-1 0 0 0,-1 1 0 0 0,1-1 1 0 0,-1 0-1 0 0,0 0 0 0 0,1 0 0 0 0,-1-1 0 0 0,1 0 0 0 0,-1 1 0 0 0,0-2 0 0 0,0 1 0 0 0,8-4 1 0 0,-2 3 2 0 0,-1-2 0 0 0,0 1 0 0 0,-1-1 0 0 0,1 0 0 0 0,-1-1 0 0 0,1 0 0 0 0,-1-1 0 0 0,-1 0 0 0 0,1 0 0 0 0,-1 0 0 0 0,0-1 0 0 0,-1 0 0 0 0,1 0 0 0 0,-1-1 0 0 0,-1 0 0 0 0,1 0 0 0 0,-1 0 0 0 0,7-17 0 0 0,1-9 104 0 0,-2-1 0 0 0,-1 0 1 0 0,10-62-1 0 0,0 1 792 0 0,-13 54 395 0 0,-6 41-1166 0 0,-5 7-73 0 0,1 0 0 0 0,0 1 0 0 0,1-1 0 0 0,0 1 0 0 0,0 0 0 0 0,0 0 0 0 0,1-1 0 0 0,-1 1 0 0 0,1 11 0 0 0,-12 93 4 0 0,11-45-90 0 0,3 0 0 0 0,15 116 1 0 0,-15-157-2982 0 0,-1-25 2741 0 0,0 0 1 0 0,0 1-1 0 0,0-1 0 0 0,0 1 1 0 0,0-1-1 0 0,0 0 1 0 0,0 1-1 0 0,0-1 1 0 0,0 0-1 0 0,-1 1 1 0 0,1-1-1 0 0,0 1 0 0 0,0-1 1 0 0,0 0-1 0 0,0 1 1 0 0,-1-1-1 0 0,1 0 1 0 0,0 1-1 0 0,-2 1-1831 0 0,1-2 1832 0 0,1 0-1 0 0,-1 0 1 0 0,1 0-1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7:40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41 968 0 0,'0'0'3715'0'0,"44"-27"3104"0"0,-26 23-7001 0 0,0 1 0 0 0,0 0-1 0 0,1 1 1 0 0,-1 1 0 0 0,23 2-1 0 0,11-1-5025 0 0,-24-1 2284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7:40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73 1256 0 0,'-3'-31'5196'0'0,"3"-11"5160"0"0,1 49-10022 0 0,2 24 36 0 0,-2 0 0 0 0,0 0 0 0 0,-7 57 0 0 0,-26 102 317 0 0,13-84-330 0 0,9-44-45 0 0,-4 111 0 0 0,15-171-297 0 0,-1 0 1 0 0,1 0-1 0 0,-1-1 0 0 0,1 1 1 0 0,0 0-1 0 0,-1 0 0 0 0,1-1 1 0 0,0 1-1 0 0,0-1 0 0 0,1 1 1 0 0,-1-1-1 0 0,0 1 0 0 0,0-1 1 0 0,1 0-1 0 0,-1 1 0 0 0,1-1 1 0 0,-1 0-1 0 0,1 0 0 0 0,-1 0 1 0 0,1 0-1 0 0,2 1 0 0 0,35 13 213 0 0,-24-12-345 0 0,0 0 0 0 0,0-1 0 0 0,0-1 1 0 0,1 0-1 0 0,-1-2 0 0 0,0 1 1 0 0,1-2-1 0 0,-1 0 0 0 0,0-1 0 0 0,0 0 1 0 0,20-8-1 0 0,-14 3-1175 0 0,0 0 0 0 0,33-20 0 0 0,-37 18-1499 0 0,0-1 0 0 0,28-26 0 0 0,-17 10-1262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7:40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14 121 1552 0 0,'-1'-3'389'0'0,"-1"1"-1"0"0,1 0 1 0 0,-1 0-1 0 0,1-1 1 0 0,0 1-1 0 0,0-1 1 0 0,0 1-1 0 0,0-1 0 0 0,1 1 1 0 0,-1-1-1 0 0,1 0 1 0 0,-1 1-1 0 0,1-1 1 0 0,0 0-1 0 0,0 0 1 0 0,0 1-1 0 0,0-1 1 0 0,1 0-1 0 0,-1 1 1 0 0,2-6-1 0 0,0 5-153 0 0,-1 1 0 0 0,1-1 0 0 0,0 0-1 0 0,0 0 1 0 0,1 1 0 0 0,-1-1 0 0 0,0 1-1 0 0,1-1 1 0 0,-1 1 0 0 0,1 0 0 0 0,0 0 0 0 0,0 1-1 0 0,0-1 1 0 0,4-1 0 0 0,5-2 17 0 0,0 0 1 0 0,1 1-1 0 0,0 1 0 0 0,-1 0 1 0 0,1 1-1 0 0,0 0 0 0 0,18 0 1 0 0,-5 3-443 0 0,-1 0 0 0 0,0 1-1 0 0,0 2 1 0 0,27 7 0 0 0,-26-4-3871 0 0,47 22-1 0 0,-49-18 585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7:41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27 217 900 0 0,'0'9'1548'0'0,"0"-2"2371"0"0,-8 24-2164 0 0,2-4-64 0 0,-6 49 0 0 0,11-68-1498 0 0,1 0 0 0 0,0 0 1 0 0,0 0-1 0 0,1-1 0 0 0,0 1 0 0 0,1 0 1 0 0,-1 0-1 0 0,1-1 0 0 0,1 1 0 0 0,-1-1 0 0 0,6 9 1 0 0,-6-13-154 0 0,0 0 0 0 0,0 0 1 0 0,0 0-1 0 0,1 0 1 0 0,-1 0-1 0 0,1 0 0 0 0,0-1 1 0 0,0 1-1 0 0,0-1 1 0 0,0 0-1 0 0,0 0 0 0 0,1 0 1 0 0,-1-1-1 0 0,1 1 1 0 0,-1-1-1 0 0,1 1 0 0 0,-1-1 1 0 0,1 0-1 0 0,0-1 1 0 0,0 1-1 0 0,-1-1 1 0 0,7 1-1 0 0,-4-1-377 0 0,-1-1-1 0 0,0 1 1 0 0,0-1 0 0 0,1 0-1 0 0,-1 0 1 0 0,9-4 0 0 0,-9 3-476 0 0,-1 0 0 0 0,1 0 1 0 0,-1-1-1 0 0,0 1 0 0 0,0-1 1 0 0,0 0-1 0 0,5-6 0 0 0,4-5-2500 0 0</inkml:trace>
  <inkml:trace contextRef="#ctx0" brushRef="#br0" timeOffset="1">214 44 1064 0 0,'-10'-38'11184'0'0,"10"33"-10554"0"0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7:41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1 520 0 0,'5'51'7761'0'0,"-5"-34"-7111"0"0,-2 0 0 0 0,0 0-1 0 0,-1 0 1 0 0,0-1 0 0 0,-2 1 0 0 0,1-1 0 0 0,-2 0 0 0 0,-12 24 0 0 0,-1-4 367 0 0,-3 0 1 0 0,-35 45 0 0 0,17-45 729 0 0,39-35-1509 0 0,-8 11 1227 0 0,-13-32-18722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7:43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1 312 0 0,'0'0'13165'0'0,"-6"42"-10926"0"0,0-3-2158 0 0,-1 0-1 0 0,-1 0 1 0 0,-19 49-1 0 0,20-67 50 0 0,1 0-1 0 0,-7 42 1 0 0,13-61 493 0 0,8-4-579 0 0,1-1 0 0 0,0 0 0 0 0,-1 0 0 0 0,0-1-1 0 0,1 0 1 0 0,-1 0 0 0 0,-1-1 0 0 0,9-6 0 0 0,4-1 22 0 0,-1 1-16 0 0,180-97 305 0 0,-198 107-354 0 0,0 0-1 0 0,0 0 1 0 0,0 0-1 0 0,0 1 0 0 0,0-1 1 0 0,0 0-1 0 0,0 1 1 0 0,1-1-1 0 0,-1 1 0 0 0,0 0 1 0 0,0-1-1 0 0,0 1 1 0 0,1 0-1 0 0,-1 0 0 0 0,0 0 1 0 0,0-1-1 0 0,0 1 1 0 0,1 0-1 0 0,-1 1 0 0 0,2-1 1 0 0,-26 25-115 0 0,21-23 93 0 0,-1 0 0 0 0,1 0-1 0 0,0 1 1 0 0,-1-1 0 0 0,1 1 0 0 0,0 0 0 0 0,0 0-1 0 0,1 0 1 0 0,-1 0 0 0 0,1 0 0 0 0,-1 0 0 0 0,1 0-1 0 0,0 0 1 0 0,0 0 0 0 0,1 1 0 0 0,-1-1 0 0 0,0 0-1 0 0,1 1 1 0 0,0-1 0 0 0,0 0 0 0 0,0 1 0 0 0,0-1-1 0 0,1 0 1 0 0,-1 1 0 0 0,1-1 0 0 0,0 0 0 0 0,0 1-1 0 0,0-1 1 0 0,0 0 0 0 0,1 0 0 0 0,-1 0 0 0 0,1 0-1 0 0,2 3 1 0 0,-2-3-538 0 0,1-1 1 0 0,-1 1-1 0 0,1 0 0 0 0,0-1 0 0 0,0 1 0 0 0,0-1 0 0 0,0 0 1 0 0,1 0-1 0 0,-1 0 0 0 0,1-1 0 0 0,3 2 0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7:43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40 576 0 0,'0'-2'618'0'0,"1"0"-1"0"0,-1 0 1 0 0,0 0 0 0 0,1 0 0 0 0,0 0-1 0 0,-1 0 1 0 0,1 0 0 0 0,0 0-1 0 0,0 0 1 0 0,2-2 0 0 0,24-2 180 0 0,1 2 0 0 0,0 1 0 0 0,-1 1 0 0 0,1 1 1 0 0,0 2-1 0 0,47 6 0 0 0,-72-6-754 0 0,1-1-1 0 0,-1 1 1 0 0,1-1 0 0 0,-1 1-1 0 0,0 0 1 0 0,1 0 0 0 0,-1 1-1 0 0,0-1 1 0 0,0 1 0 0 0,0-1-1 0 0,0 1 1 0 0,0 0 0 0 0,0 0-1 0 0,0 0 1 0 0,-1 1 0 0 0,4 3-1 0 0,-4-2-20 0 0,0 0-1 0 0,0 0 0 0 0,0 0 0 0 0,-1 0 1 0 0,1 0-1 0 0,-1 1 0 0 0,0-1 0 0 0,-1 1 0 0 0,1-1 1 0 0,-1 1-1 0 0,0-1 0 0 0,0 7 0 0 0,14 401 544 0 0,-14-409-557 0 0,0 29 22 0 0,-1-1 0 0 0,-1 0 0 0 0,-9 49-1 0 0,9-72 39 0 0,-1 1 0 0 0,0-1 0 0 0,0 1 0 0 0,0-1 0 0 0,-1 0-1 0 0,0-1 1 0 0,-1 1 0 0 0,1-1 0 0 0,-2 1 0 0 0,1-2-1 0 0,-1 1 1 0 0,0 0 0 0 0,0-1 0 0 0,-1 0 0 0 0,1-1 0 0 0,-2 1-1 0 0,-9 5 1 0 0,7-7 92 0 0,1 0 0 0 0,-1 0 0 0 0,1-1 0 0 0,-1-1 0 0 0,0 0 0 0 0,0 0-1 0 0,0-1 1 0 0,0 0 0 0 0,-13-1 0 0 0,-36-2-1048 0 0,6-5-3450 0 0,30-1-1772 0 0,19 7 2619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7:46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334 59 988 0 0,'0'0'1020'0'0,"13"-33"7581"0"0,-12 32-8510 0 0,-1 0 0 0 0,-1 0-1 0 0,1 0 1 0 0,0 0 0 0 0,0 0 0 0 0,0 0-1 0 0,0 1 1 0 0,-1-1 0 0 0,1 0 0 0 0,0 0 0 0 0,-1 0-1 0 0,1 0 1 0 0,-1 0 0 0 0,1 1 0 0 0,-1-1-1 0 0,1 0 1 0 0,-1 0 0 0 0,1 1 0 0 0,-1-1-1 0 0,0 0 1 0 0,0 1 0 0 0,1-1 0 0 0,-1 1 0 0 0,0-1-1 0 0,-1 0 1 0 0,-28-3 819 0 0,-37 17-698 0 0,57-11-42 0 0,-10 4-64 0 0,0 0 1 0 0,1 2-1 0 0,-1 0 1 0 0,-26 16-1 0 0,37-19-73 0 0,1 0 1 0 0,-1 1-1 0 0,1 0 0 0 0,1 0 0 0 0,-1 1 1 0 0,1 0-1 0 0,0 0 0 0 0,1 1 0 0 0,0 0 1 0 0,0 0-1 0 0,-7 14 0 0 0,12-20-37 0 0,-1 0 0 0 0,1 1 0 0 0,0-1-1 0 0,0 1 1 0 0,0-1 0 0 0,1 1 0 0 0,-1 0 0 0 0,1-1 0 0 0,-1 1-1 0 0,1 0 1 0 0,0-1 0 0 0,0 1 0 0 0,0 0 0 0 0,0-1-1 0 0,1 1 1 0 0,-1-1 0 0 0,2 5 0 0 0,-1-5-15 0 0,0-1 0 0 0,0 1 0 0 0,0-1 0 0 0,0 1 0 0 0,0-1 0 0 0,1 0 0 0 0,-1 0 0 0 0,0 0 1 0 0,1 1-1 0 0,-1-1 0 0 0,1 0 0 0 0,-1-1 0 0 0,1 1 0 0 0,0 0 0 0 0,-1 0 0 0 0,1-1 0 0 0,0 1 0 0 0,-1-1 0 0 0,4 1 0 0 0,4 0-58 0 0,0 0 0 0 0,0-1 0 0 0,0 0 0 0 0,0-1-1 0 0,0 0 1 0 0,0 0 0 0 0,0-1 0 0 0,12-4 0 0 0,5-3-143 0 0,-1-2 1 0 0,37-21-1 0 0,17-7-104 0 0,-77 38 315 0 0,-2 1 6 0 0,0 0-1 0 0,0-1 1 0 0,0 1 0 0 0,1 0 0 0 0,-1-1 0 0 0,0 1 0 0 0,1 0-1 0 0,-1 0 1 0 0,0-1 0 0 0,1 1 0 0 0,-1 0 0 0 0,0 0 0 0 0,1 0-1 0 0,-1-1 1 0 0,0 1 0 0 0,1 0 0 0 0,-1 0 0 0 0,0 0-1 0 0,1 0 1 0 0,-1 0 0 0 0,1 0 0 0 0,-1 0 0 0 0,0 0 0 0 0,1 0-1 0 0,-1 0 1 0 0,1 0 0 0 0,-1 0 0 0 0,0 0 0 0 0,1 0-1 0 0,-1 0 1 0 0,1 0 0 0 0,-1 0 0 0 0,0 1 0 0 0,1-1 0 0 0,-1 0-1 0 0,0 0 1 0 0,1 0 0 0 0,-1 1 0 0 0,0-1 0 0 0,1 0-1 0 0,-1 0 1 0 0,0 1 0 0 0,1 0 0 0 0,17 10-122 0 0,-17-10 132 0 0,3 1-1 0 0,-1 0-1 0 0,1 1 1 0 0,0-2-1 0 0,0 1 1 0 0,0 0-1 0 0,0-1 1 0 0,0 0-1 0 0,1 0 1 0 0,-1 0-1 0 0,0 0 1 0 0,1-1-1 0 0,-1 0 1 0 0,0 0-1 0 0,1 0 1 0 0,-1 0-1 0 0,0 0 1 0 0,5-2-1 0 0,8-2 24 0 0,0-1 0 0 0,0-1 0 0 0,17-9 0 0 0,31-9 1398 0 0,-62 24-1424 0 0,0 1 1 0 0,-1-1-1 0 0,1 1 1 0 0,0 0-1 0 0,-1 0 0 0 0,1 0 1 0 0,-1 0-1 0 0,1 0 1 0 0,-1 1-1 0 0,0-1 1 0 0,0 1-1 0 0,1-1 0 0 0,-1 1 1 0 0,0 0-1 0 0,0 0 1 0 0,0 0-1 0 0,-1 0 0 0 0,3 3 1 0 0,23 17-1484 0 0,-21-19 682 0 0,17 5-705 0 0,-3-5-4026 0 0,2-3 2606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7:46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1 265 420 0 0,'0'0'2691'0'0,"9"-1"2216"0"0,-3 25-4669 0 0,-5-22-249 0 0,-1-2 19 0 0,0 0 0 0 0,1 1 0 0 0,-1-1 0 0 0,0 0-1 0 0,0 1 1 0 0,0-1 0 0 0,1 0 0 0 0,-1 0-1 0 0,0 1 1 0 0,0-1 0 0 0,1 0 0 0 0,-1 0 0 0 0,0 0-1 0 0,1 1 1 0 0,-1-1 0 0 0,0 0 0 0 0,1 0 0 0 0,-1 0-1 0 0,0 0 1 0 0,1 0 0 0 0,-1 1 0 0 0,0-1-1 0 0,1 0 1 0 0,-1 0 0 0 0,0 0 0 0 0,1 0 0 0 0,-1 0-1 0 0,0 0 1 0 0,1 0 0 0 0,-1 0 0 0 0,0 0 0 0 0,1 0-1 0 0,0-1 1 0 0,2-2 76 0 0,0 0 1 0 0,0 0-1 0 0,0-1 0 0 0,0 1 0 0 0,0-1 0 0 0,0 0 1 0 0,-1 0-1 0 0,0 0 0 0 0,0 0 0 0 0,0 0 1 0 0,2-8-1 0 0,14-61 947 0 0,-5 16-56 0 0,14-53 5182 0 0,-26 109-5146 0 0,-2 8-854 0 0,-2 14-194 0 0,2 1 0 0 0,0 0 0 0 0,2 1-1 0 0,0-1 1 0 0,1-1 0 0 0,6 24 0 0 0,-4-29-754 0 0,0 0 1 0 0,2-1-1 0 0,11 25 1 0 0,-12-30-605 0 0,1 0 1 0 0,0 0 0 0 0,1 0 0 0 0,0-1 0 0 0,15 15 0 0 0,0-5-2583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7:46.8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358 68 100 0 0,'1'-15'3444'0'0,"0"13"-3229"0"0,-1 0 0 0 0,0 0 0 0 0,0 0 0 0 0,0 0 0 0 0,-1 0 0 0 0,1 0 0 0 0,0 0 0 0 0,-1 0 0 0 0,0 0 0 0 0,1 0 0 0 0,-1 0-1 0 0,0 0 1 0 0,0 1 0 0 0,0-1 0 0 0,0 0 0 0 0,0 0 0 0 0,0 1 0 0 0,-1-1 0 0 0,1 1 0 0 0,0-1 0 0 0,-1 1 0 0 0,1 0 0 0 0,-1-1 0 0 0,0 1-1 0 0,-2-1 1 0 0,0 0-20 0 0,0 1-1 0 0,0 0 1 0 0,0 0-1 0 0,0 0 0 0 0,0 1 1 0 0,0-1-1 0 0,0 1 0 0 0,0 0 1 0 0,0 0-1 0 0,0 1 1 0 0,-8 1-1 0 0,-7 2 203 0 0,0 2 0 0 0,1 0 0 0 0,0 1-1 0 0,-25 13 1 0 0,30-12-162 0 0,0 0 0 0 0,1 1-1 0 0,0 0 1 0 0,1 0 0 0 0,-1 2-1 0 0,2-1 1 0 0,0 1 0 0 0,0 1-1 0 0,1 0 1 0 0,0 0 0 0 0,1 1 0 0 0,-9 20-1 0 0,14-28-202 0 0,1 0-1 0 0,0 0 1 0 0,0 0 0 0 0,0 0-1 0 0,1 1 1 0 0,0-1 0 0 0,0 1-1 0 0,0-1 1 0 0,1 1-1 0 0,0-1 1 0 0,0 1 0 0 0,0-1-1 0 0,1 1 1 0 0,-1-1 0 0 0,1 1-1 0 0,1-1 1 0 0,-1 0-1 0 0,1 1 1 0 0,0-1 0 0 0,0 0-1 0 0,0 0 1 0 0,1 0 0 0 0,0-1-1 0 0,0 1 1 0 0,0-1-1 0 0,1 1 1 0 0,-1-1 0 0 0,1 0-1 0 0,0 0 1 0 0,0 0 0 0 0,0-1-1 0 0,1 0 1 0 0,-1 1-1 0 0,1-2 1 0 0,0 1 0 0 0,7 3-1 0 0,7 3-446 0 0,1-1-1 0 0,0-1 0 0 0,0-1 0 0 0,1 0 1 0 0,35 4-1 0 0,50-2-7736 0 0,-67-8 4200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7:47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356 128 40 0 0,'14'-20'1579'0'0,"-9"14"-671"0"0,-1 0 0 0 0,0 0 0 0 0,0 0 0 0 0,-1 0 0 0 0,0 0 0 0 0,0-1 0 0 0,0 1 0 0 0,2-10 0 0 0,-5 13-211 0 0,-5-17 1011 0 0,1 18-1588 0 0,0-1 0 0 0,-1 1 1 0 0,1 0-1 0 0,-1 0 0 0 0,1 0 0 0 0,-1 0 0 0 0,1 1 1 0 0,-1 0-1 0 0,0 0 0 0 0,0 0 0 0 0,0 1 1 0 0,0 0-1 0 0,0 0 0 0 0,1 0 0 0 0,-1 0 1 0 0,0 1-1 0 0,0 0 0 0 0,0 0 0 0 0,1 0 1 0 0,-1 0-1 0 0,0 1 0 0 0,1 0 0 0 0,-7 3 1 0 0,-9 4 170 0 0,0 1 1 0 0,0 1-1 0 0,-34 26 0 0 0,37-25-150 0 0,1 1 0 0 0,1 1 0 0 0,0 1-1 0 0,1 0 1 0 0,1 0 0 0 0,0 1-1 0 0,1 1 1 0 0,0 0 0 0 0,-8 20 0 0 0,17-30-104 0 0,-1 0 1 0 0,2 0-1 0 0,-1 0 1 0 0,1 1 0 0 0,1-1-1 0 0,-1 1 1 0 0,1-1-1 0 0,0 1 1 0 0,1 0-1 0 0,0-1 1 0 0,0 1 0 0 0,1 0-1 0 0,0-1 1 0 0,0 1-1 0 0,0-1 1 0 0,1 1 0 0 0,1-1-1 0 0,-1 0 1 0 0,1 0-1 0 0,0 0 1 0 0,1 0 0 0 0,-1 0-1 0 0,2-1 1 0 0,-1 1-1 0 0,0-1 1 0 0,1 0-1 0 0,9 8 1 0 0,1 1-65 0 0,1-1 0 0 0,1-1 0 0 0,-1-1 1 0 0,2 0-1 0 0,0-2 0 0 0,0 0 0 0 0,1 0 0 0 0,0-2 0 0 0,1 0 0 0 0,-1-2 1 0 0,37 8-1 0 0,-37-11-535 0 0,-1 0 1 0 0,1-1 0 0 0,0-2 0 0 0,0 1-1 0 0,-1-2 1 0 0,1-1 0 0 0,0 0 0 0 0,20-6-1 0 0,-5-5-6026 0 0,-20 5 2795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7:47.8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1516 0 0,'17'2'9798'0'0,"71"-2"-6906"0"0,-47-1-2102 0 0,90-3 324 0 0,-45 3-4421 0 0,-81 1 2685 0 0,-1 1-608 0 0,2-2-3243 0 0,11-1 831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7:51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295 456 56 0 0,'7'-8'533'0'0,"-4"5"18"0"0,-1 1 1 0 0,0 0 0 0 0,0-1-1 0 0,0 0 1 0 0,0 1 0 0 0,0-1-1 0 0,0 0 1 0 0,-1 0 0 0 0,0 0-1 0 0,1 0 1 0 0,-1 0 0 0 0,0 0-1 0 0,0-1 1 0 0,-1 1 0 0 0,1 0-1 0 0,-1 0 1 0 0,1-1 0 0 0,-1-3-1 0 0,-1 6-488 0 0,1 0 0 0 0,0 0 1 0 0,-1 0-1 0 0,1 0 0 0 0,-1 1 0 0 0,1-1 0 0 0,-1 0 0 0 0,0 1 0 0 0,1-1 0 0 0,-1 0 0 0 0,0 1 0 0 0,1-1 0 0 0,-1 0 0 0 0,0 1 0 0 0,0-1 0 0 0,1 1 1 0 0,-1 0-1 0 0,0-1 0 0 0,0 1 0 0 0,0 0 0 0 0,0-1 0 0 0,0 1 0 0 0,0 0 0 0 0,0 0 0 0 0,-1 0 0 0 0,-23-3 603 0 0,8 5-517 0 0,-1 0 0 0 0,1 1 0 0 0,-1 1 0 0 0,1 0 0 0 0,0 2 0 0 0,1 0 1 0 0,-1 0-1 0 0,-23 14 0 0 0,33-16-115 0 0,0 0 0 0 0,-1 1-1 0 0,2-1 1 0 0,-1 1 0 0 0,0 1 0 0 0,1-1 0 0 0,0 1 0 0 0,1 0 0 0 0,-1 0 0 0 0,1 1 0 0 0,0 0 0 0 0,1 0 0 0 0,-1 0 0 0 0,2 0-1 0 0,-1 1 1 0 0,1 0 0 0 0,0-1 0 0 0,0 1 0 0 0,-2 16 0 0 0,5-19-36 0 0,0 0 0 0 0,1-1 0 0 0,-1 1-1 0 0,1-1 1 0 0,1 1 0 0 0,-1-1 0 0 0,0 1 0 0 0,1-1-1 0 0,0 0 1 0 0,0 0 0 0 0,1 1 0 0 0,-1-2 0 0 0,1 1-1 0 0,-1 0 1 0 0,1 0 0 0 0,1-1 0 0 0,-1 0 0 0 0,0 1 0 0 0,1-1-1 0 0,-1-1 1 0 0,1 1 0 0 0,0 0 0 0 0,0-1 0 0 0,0 0-1 0 0,0 0 1 0 0,6 2 0 0 0,5 3-43 0 0,0-1 0 0 0,1-1 0 0 0,-1 0 0 0 0,1-1 1 0 0,1 0-1 0 0,18 1 0 0 0,-5-4-26 0 0,0 0-1 0 0,0-2 1 0 0,0-1 0 0 0,0-1 0 0 0,-1-2 0 0 0,1 0-1 0 0,-1-3 1 0 0,0 0 0 0 0,-1-2 0 0 0,47-22 0 0 0,-53 20 36 0 0,-1 0 0 0 0,0-1-1 0 0,-1-2 1 0 0,0 0 0 0 0,-2-1 0 0 0,0 0 0 0 0,0-2 0 0 0,-2 0 0 0 0,0-1 0 0 0,-1 0 0 0 0,-1-2 0 0 0,-1 1 0 0 0,15-33 0 0 0,-16 27 98 0 0,-1 0 0 0 0,-2 0 0 0 0,-1-1 0 0 0,0 0 0 0 0,-2 0 0 0 0,-2 0 0 0 0,0-1 0 0 0,-1-54 0 0 0,-10 18 1349 0 0,7 62-1051 0 0,-3 8-341 0 0,-9 18 5 0 0,1 0-1 0 0,2 0 0 0 0,0 1 0 0 0,1 0 0 0 0,-7 46 0 0 0,-10 140 97 0 0,22-185-107 0 0,1-2 17 0 0,0 0-1 0 0,2 43 1 0 0,1-65-14 0 0,-1 0 13 0 0,0-2-27 0 0,-1 0 0 0 0,1 1 1 0 0,0-1-1 0 0,0 0 0 0 0,0 0 0 0 0,0 0 1 0 0,0 1-1 0 0,0-1 0 0 0,0 0 1 0 0,0 0-1 0 0,0 1 0 0 0,0-1 0 0 0,0 0 1 0 0,0 0-1 0 0,0 1 0 0 0,0-1 0 0 0,0 0 1 0 0,0 0-1 0 0,0 1 0 0 0,0-1 1 0 0,0 0-1 0 0,1 0 0 0 0,-1 0 0 0 0,0 1 1 0 0,0-1-1 0 0,0 0 0 0 0,0 0 1 0 0,0 0-1 0 0,1 1 0 0 0,-1-1 0 0 0,0 0 1 0 0,0 0-1 0 0,0 0 0 0 0,1 0 0 0 0,-1 1 1 0 0,0-1-1 0 0,0 0 0 0 0,1 0 1 0 0,7-2 7 0 0,-1 0 0 0 0,1-1 1 0 0,0 0-1 0 0,12-8 0 0 0,-15 8-16 0 0,1 0-1 0 0,-1 0 0 0 0,1 1 0 0 0,-1-1 1 0 0,1 1-1 0 0,0 1 0 0 0,-1-1 1 0 0,1 1-1 0 0,0 0 0 0 0,0 0 0 0 0,0 1 1 0 0,0-1-1 0 0,8 2 0 0 0,9 3-496 0 0,-1 2-1 0 0,22 8 1 0 0,22 6-1019 0 0,-51-17 1085 0 0,0-1 1 0 0,-1 0-1 0 0,1-1 0 0 0,0 0 1 0 0,0-1-1 0 0,29-4 0 0 0,-36 3 407 0 0,-1-1 0 0 0,1 0 0 0 0,-1 0 0 0 0,0-1 0 0 0,0 0 0 0 0,0 0 0 0 0,0-1 0 0 0,0 1 0 0 0,-1-2 0 0 0,1 1 0 0 0,-1-1 0 0 0,0 0 0 0 0,-1 0 0 0 0,1 0 0 0 0,5-8 0 0 0,-8 9 269 0 0,-1 1 0 0 0,0-1 1 0 0,1 0-1 0 0,-1 0 0 0 0,-1 0 0 0 0,1 0 0 0 0,0 0 0 0 0,1-8 0 0 0,-3 11 938 0 0,-3-6-858 0 0,3 7-304 0 0,0-1 0 0 0,0 1 0 0 0,0 0-1 0 0,0-1 1 0 0,0 1 0 0 0,0 0 0 0 0,0-1 0 0 0,0 1-1 0 0,0 0 1 0 0,0-1 0 0 0,0 1 0 0 0,0-1 0 0 0,0 1-1 0 0,0 0 1 0 0,0-1 0 0 0,-1 1 0 0 0,1 0-1 0 0,0-1 1 0 0,0 1 0 0 0,-1 0 0 0 0,1 0 0 0 0,0-1-1 0 0,0 1 1 0 0,-1 0 0 0 0,1 0 0 0 0,0-1 0 0 0,0 1-1 0 0,-1 0 1 0 0,1 0 0 0 0,0 0 0 0 0,-1-1 0 0 0,1 1-1 0 0,0 0 1 0 0,-1 0 0 0 0,1 0 0 0 0,-1 0 0 0 0,1 0-1 0 0,-5 1 23 0 0,0 0-1 0 0,0 1 0 0 0,1 0 1 0 0,-1 0-1 0 0,1 0 0 0 0,-1 1 1 0 0,1-1-1 0 0,0 1 0 0 0,0 0 1 0 0,0 0-1 0 0,0 1 0 0 0,1-1 1 0 0,-1 1-1 0 0,1-1 0 0 0,0 1 1 0 0,0 0-1 0 0,1 0 0 0 0,-1 1 1 0 0,1-1-1 0 0,-1 1 0 0 0,1-1 1 0 0,1 1-1 0 0,-3 8 0 0 0,4-12-127 0 0,17 17-451 0 0,-11-17 422 0 0,1 1-1 0 0,-1-1 1 0 0,1-1-1 0 0,0 1 1 0 0,-1-1-1 0 0,1 0 1 0 0,0-1-1 0 0,12-2 1 0 0,11 0-221 0 0,-27 3 261 0 0,1 0 19 0 0,1 1-1 0 0,-1-1 1 0 0,0 1 0 0 0,0 0 0 0 0,1 0-1 0 0,-1 0 1 0 0,0 1 0 0 0,6 2 0 0 0,-9-3 38 0 0,1 0 0 0 0,0-1 2 0 0,3 2 22 0 0,0 0 0 0 0,1-1 0 0 0,-1 0 0 0 0,1 0 0 0 0,-1-1-1 0 0,0 1 1 0 0,1-1 0 0 0,-1 0 0 0 0,1-1 0 0 0,-1 1 0 0 0,1-1 0 0 0,-1 0-1 0 0,1-1 1 0 0,-1 1 0 0 0,0-1 0 0 0,8-4 0 0 0,-12 6-2 0 0,82-38 77 0 0,5-5-18 0 0,-87 43-71 0 0,5 1-7 0 0,0 0 13 0 0,0 1 0 0 0,0 0 1 0 0,0 0-1 0 0,0 0 0 0 0,0 1 0 0 0,-1 0 0 0 0,1 0 0 0 0,-1 0 0 0 0,9 8 0 0 0,25 12 54 0 0,-37-21-38 0 0,1-1 0 0 0,0 0-1 0 0,0-1 1 0 0,0 1-1 0 0,-1 0 1 0 0,1-1-1 0 0,0 0 1 0 0,0 0 0 0 0,0 0-1 0 0,0 0 1 0 0,0 0-1 0 0,0 0 1 0 0,0-1 0 0 0,0 1-1 0 0,0-1 1 0 0,-1 0-1 0 0,1 0 1 0 0,4-2-1 0 0,-2 0-4 0 0,0 0 0 0 0,-1 0 0 0 0,1-1 0 0 0,-1 1 0 0 0,0-1 0 0 0,0 0 0 0 0,0 0 0 0 0,-1-1 0 0 0,5-5 0 0 0,4-10 28 0 0,-1-1 0 0 0,-1 0 0 0 0,12-37 0 0 0,-18 48 10 0 0,2-10 187 0 0,-1-1-1 0 0,4-26 0 0 0,0-1 847 0 0,-4 7 2031 0 0,-16 90-2991 0 0,2 1-1 0 0,3 1 1 0 0,2-1-1 0 0,4 84 1 0 0,0-99-176 0 0,0-23-396 0 0,-3 35-1995 0 0,2-45 1970 0 0,1 0 0 0 0,-1 0 0 0 0,1 0 0 0 0,-1-1 0 0 0,0 1 0 0 0,0 0 0 0 0,0 0 0 0 0,0 0 0 0 0,0 0 0 0 0,0-1 0 0 0,-1 1 0 0 0,1-1 0 0 0,0 1 0 0 0,-1-1 1 0 0,1 1-1 0 0,-1-1 0 0 0,0 0 0 0 0,1 0 0 0 0,-3 1 0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7:51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44 368 0 0,'35'-29'5611'0'0,"-29"26"-5490"0"0,1 1 0 0 0,0 0 0 0 0,-1 0-1 0 0,1 0 1 0 0,0 1 0 0 0,0 0 0 0 0,0 0 0 0 0,0 0 0 0 0,0 1 0 0 0,0 1 0 0 0,0-1 0 0 0,11 3 0 0 0,23-1-3952 0 0,-22-2 1739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7:51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19 360 0 0,'0'0'1417'0'0,"7"-18"8502"0"0,-3 30-9689 0 0,0 1-1 0 0,-1 0 0 0 0,-1 1 1 0 0,0-1-1 0 0,-1 0 1 0 0,0 1-1 0 0,-1-1 0 0 0,-3 26 1 0 0,-26 114 862 0 0,22-120-844 0 0,-47 177 813 0 0,28-120-526 0 0,4 1-1 0 0,-12 112 1 0 0,33-196-456 0 0,0 1 0 0 0,1-1 0 0 0,0 0 0 0 0,1 1 0 0 0,0-1 0 0 0,0 1 0 0 0,0-1 0 0 0,1 0 0 0 0,0 0 0 0 0,0 0 0 0 0,1 0 0 0 0,0 0 0 0 0,0 0 0 0 0,7 10 0 0 0,-6-12-23 0 0,0 0-1 0 0,0-1 0 0 0,1 0 1 0 0,0 1-1 0 0,0-2 0 0 0,0 1 1 0 0,0 0-1 0 0,1-1 0 0 0,-1 0 1 0 0,1 0-1 0 0,0-1 1 0 0,0 0-1 0 0,0 0 0 0 0,0 0 1 0 0,0-1-1 0 0,0 1 0 0 0,8-1 1 0 0,13 2-88 0 0,0-1 1 0 0,0-2 0 0 0,0-1-1 0 0,-1-1 1 0 0,46-9 0 0 0,-55 7-744 0 0,0-1 1 0 0,-1-1-1 0 0,31-14 1 0 0,-36 14-557 0 0,-1 0 1 0 0,0-1 0 0 0,0 0-1 0 0,0 0 1 0 0,-1-1 0 0 0,10-11-1 0 0,-3 1-2802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7:52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1 119 1296 0 0,'0'-3'359'0'0,"0"0"0"0"0,0 0 0 0 0,1 0 0 0 0,-1 0 0 0 0,1 0 0 0 0,0 0 0 0 0,0 0 0 0 0,0 0 1 0 0,0 0-1 0 0,1 0 0 0 0,-1 0 0 0 0,1 0 0 0 0,0 1 0 0 0,0-1 0 0 0,-1 1 0 0 0,5-5 0 0 0,0 3 0 0 0,-1 0 0 0 0,0 0-1 0 0,1 0 1 0 0,0 0 0 0 0,0 1 0 0 0,0 0 0 0 0,10-3-1 0 0,9-2 19 0 0,0 2-1 0 0,1 0 1 0 0,30-1 0 0 0,-41 5-134 0 0,6 0-521 0 0,1 0 0 0 0,0 2 0 0 0,23 2 0 0 0,28 9-5662 0 0,-53-6 3144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7:53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46 364 0 0,'1'-5'909'0'0,"0"1"0"0"0,0 0 0 0 0,0 0-1 0 0,0 0 1 0 0,1 0 0 0 0,0 0 0 0 0,0 1 0 0 0,3-6-1 0 0,-4 7-92 0 0,7-1 308 0 0,-4 6 1977 0 0,-3 1-3028 0 0,0 0 1 0 0,0 0-1 0 0,0 1 1 0 0,-1-1-1 0 0,0 1 0 0 0,0-1 1 0 0,0 0-1 0 0,0 1 1 0 0,-1-1-1 0 0,0 1 1 0 0,0-1-1 0 0,0 0 0 0 0,-2 5 1 0 0,-23 70 499 0 0,20-64-421 0 0,-1 4-21 0 0,2-6 18 0 0,0 0 1 0 0,1 0-1 0 0,-4 23 0 0 0,8-33-118 0 0,-1 0-1 0 0,1 0 1 0 0,0-1-1 0 0,0 1 1 0 0,0 0-1 0 0,0 0 1 0 0,1 0 0 0 0,-1 0-1 0 0,1 0 1 0 0,0-1-1 0 0,0 1 1 0 0,0 0-1 0 0,0 0 1 0 0,0-1-1 0 0,0 1 1 0 0,1-1-1 0 0,-1 1 1 0 0,1-1-1 0 0,0 0 1 0 0,0 1-1 0 0,0-1 1 0 0,4 3 0 0 0,-3-3-130 0 0,0 0 0 0 0,0-1 0 0 0,0 1 0 0 0,0-1 1 0 0,1 0-1 0 0,-1 0 0 0 0,0 0 0 0 0,1 0 0 0 0,-1-1 1 0 0,1 1-1 0 0,-1-1 0 0 0,1 0 0 0 0,0 0 0 0 0,-1 0 1 0 0,1 0-1 0 0,-1-1 0 0 0,5-1 0 0 0,27-8-2526 0 0,-7-5-3388 0 0,-12 5 2442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7:53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34 1408 0 0,'0'0'1382'0'0,"-1"-19"5472"0"0,2 5-3062 0 0,2 13-5770 0 0,1 5 1412 0 0,7 5 127 0 0,-2 3-4758 0 0,-3-1 2237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7:53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1092 0 0,'3'9'6444'0'0,"2"-2"-5913"0"0,1-5-301 0 0,-1 0 0 0 0,0 0 0 0 0,0-1 1 0 0,1 0-1 0 0,-1 0 0 0 0,1 0 0 0 0,-1 0 1 0 0,1-1-1 0 0,7 0 0 0 0,10 1 245 0 0,132 21 1368 0 0,-2-1-1138 0 0,-53-9-3094 0 0,-89-12 273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7:54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3 968 0 0,'0'0'281'0'0,"0"0"0"0"0,-1-1 0 0 0,1 1-1 0 0,0 0 1 0 0,-1 0 0 0 0,1 0 0 0 0,-1-1 0 0 0,1 1-1 0 0,0 0 1 0 0,-1 0 0 0 0,1 0 0 0 0,-1 0 0 0 0,1 0-1 0 0,0 0 1 0 0,-1 0 0 0 0,1 0 0 0 0,-1 0 0 0 0,1 0-1 0 0,0 0 1 0 0,-1 0 0 0 0,1 0 0 0 0,-1 0 0 0 0,1 0-1 0 0,0 1 1 0 0,-1-1 0 0 0,1 0 0 0 0,0 0 0 0 0,-2 2 1403 0 0,1-2-1403 0 0,-7 19 3044 0 0,1 35-3657 0 0,7-43 1371 0 0,-1-5-1085 0 0,-16 133 683 0 0,8-93-3542 0 0,-4-4-3864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7:54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12 1396 0 0,'10'-11'14718'0'0,"-10"11"-14595"0"0,3 13 136 0 0,-1 1 1 0 0,0-1-1 0 0,-1 0 0 0 0,-1 1 1 0 0,0-1-1 0 0,-3 23 0 0 0,-18 87 615 0 0,21-122-860 0 0,-7 26 159 0 0,-1-1-1 0 0,-13 28 1 0 0,8-20-22 0 0,12-32-158 0 0,1 10-461 0 0,8-14 421 0 0,0 0-1 0 0,1 0 0 0 0,-1-1 0 0 0,0 0 1 0 0,-1-1-1 0 0,1 1 0 0 0,0-1 1 0 0,-1-1-1 0 0,0 0 0 0 0,10-8 0 0 0,16-8-122 0 0,171-107-355 0 0,-177 108 1193 0 0,-26 19-252 0 0,-6 4-394 0 0,0 2-11 0 0,0-1-8 0 0,1-1 0 0 0,0 0 0 0 0,0 1 0 0 0,1 0 0 0 0,-1 0 0 0 0,1 0 0 0 0,0 0 0 0 0,0 1 0 0 0,0-1 0 0 0,0 1 0 0 0,1 0 0 0 0,0 0 0 0 0,0 0 0 0 0,0 0 0 0 0,1 0 0 0 0,-1 0 0 0 0,1 0 0 0 0,1 1 0 0 0,-1-1 0 0 0,1 0 0 0 0,0 6 0 0 0,0-7-38 0 0,0-1-1 0 0,1 0 1 0 0,0 0-1 0 0,-1 0 1 0 0,1 0 0 0 0,0 0-1 0 0,1 0 1 0 0,-1 0-1 0 0,0 0 1 0 0,1 0-1 0 0,0 0 1 0 0,0-1 0 0 0,0 1-1 0 0,0 0 1 0 0,0-1-1 0 0,0 0 1 0 0,0 0-1 0 0,1 1 1 0 0,-1-1 0 0 0,1-1-1 0 0,0 1 1 0 0,4 2-1 0 0,19 6-3415 0 0,3-8-4332 0 0,-4-3 3819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7:55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1 68 0 0,'0'0'3360'0'0,"1"6"-1851"0"0,2 27 14849 0 0,-1-27-17147 0 0,-1 0 775 0 0,1-1 0 0 0,-1 1 0 0 0,0-1 0 0 0,-1 1 0 0 0,1-1 0 0 0,-1 1 0 0 0,0-1 0 0 0,-1 1 0 0 0,1 0 0 0 0,-3 7 0 0 0,-14 58 18 0 0,16-67-7 0 0,-5 12-106 0 0,0 0 0 0 0,-1 0 1 0 0,-1-1-1 0 0,-1 0 0 0 0,0-1 1 0 0,-1 0-1 0 0,0 0 1 0 0,-1-1-1 0 0,-1 0 0 0 0,-16 14 1 0 0,16-18-883 0 0,0-1 1 0 0,0 0-1 0 0,-16 7 1 0 0,8-4-3121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7:56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8 676 0 0,'9'-7'9573'0'0,"-6"10"-9433"0"0,1 1 0 0 0,-1-1 0 0 0,0 1 0 0 0,-1 0 0 0 0,1 0 0 0 0,-1 0 0 0 0,1 1 0 0 0,-1-1 0 0 0,0 1 0 0 0,-1-1 0 0 0,1 1 0 0 0,0 4 0 0 0,15 70 737 0 0,-15-65-733 0 0,4 19 142 0 0,0-8-100 0 0,-1 1 0 0 0,-1-1-1 0 0,-2 1 1 0 0,0 0 0 0 0,-2 0-1 0 0,-3 28 1 0 0,1-48-156 0 0,1-1 1 0 0,-2 1-1 0 0,1-1 0 0 0,0 1 0 0 0,-1-1 1 0 0,0 0-1 0 0,0 0 0 0 0,-1 0 1 0 0,0 0-1 0 0,1-1 0 0 0,-1 1 0 0 0,-1-1 1 0 0,1 0-1 0 0,-1 0 0 0 0,1 0 1 0 0,-1-1-1 0 0,0 0 0 0 0,-1 0 0 0 0,1 0 1 0 0,0-1-1 0 0,-9 4 0 0 0,10-5 2 0 0,-1 1-1 0 0,1-1 0 0 0,0 0 1 0 0,0 0-1 0 0,-1-1 0 0 0,1 1 1 0 0,0-1-1 0 0,-1 0 0 0 0,1 0 1 0 0,0 0-1 0 0,-1-1 0 0 0,1 1 1 0 0,0-1-1 0 0,0 0 0 0 0,-1 0 1 0 0,1-1-1 0 0,0 1 0 0 0,0-1 1 0 0,0 0-1 0 0,0 0 0 0 0,1 0 1 0 0,-1-1-1 0 0,1 1 0 0 0,-1-1 1 0 0,1 0-1 0 0,0 0 0 0 0,0 0 0 0 0,0 0 1 0 0,-5-7-1 0 0,7 8-53 0 0,-1-1 1 0 0,1 1-1 0 0,0 0 0 0 0,0-1 0 0 0,0 1 0 0 0,0-1 0 0 0,0 0 1 0 0,0 1-1 0 0,0-1 0 0 0,1 1 0 0 0,0-1 0 0 0,-1 0 1 0 0,1 0-1 0 0,0 1 0 0 0,0-1 0 0 0,1 0 0 0 0,-1 1 1 0 0,0-1-1 0 0,1 0 0 0 0,0 1 0 0 0,0-1 0 0 0,1-4 1 0 0,18-20-2607 0 0,6 2-4934 0 0,-13 15 4419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7:56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81 1464 0 0,'4'-29'5763'0'0,"7"-15"1240"0"0,-11 43-6907 0 0,4-2-688 0 0,-4 3 524 0 0,0 0-1 0 0,0 0 1 0 0,0-1 0 0 0,0 1-1 0 0,1 0 1 0 0,-1 0 0 0 0,0 0-1 0 0,0-1 1 0 0,0 1 0 0 0,1 0-1 0 0,-1 0 1 0 0,0 0 0 0 0,0 0-1 0 0,1 0 1 0 0,-1-1 0 0 0,0 1-1 0 0,0 0 1 0 0,1 0-1 0 0,-1 0 1 0 0,0 0 0 0 0,1 0-1 0 0,-1 0 1 0 0,0 0 0 0 0,0 0-1 0 0,1 0 1 0 0,-1 0 0 0 0,0 0-1 0 0,1 0 1 0 0,-1 0 0 0 0,0 0-1 0 0,0 0 1 0 0,1 0 0 0 0,-1 1-1 0 0,0-1 1 0 0,0 0 0 0 0,1 0-1 0 0,-1 0 1 0 0,0 0 0 0 0,0 0-1 0 0,1 1 1 0 0,-1-1 0 0 0,15 12-1957 0 0,-6-6-1326 0 0,-2 1 263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7:57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1136 0 0,'0'0'3724'0'0,"14"11"-1402"0"0,172 12 2817 0 0,-63 0-10010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7:57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33 92 0 0,'30'-31'8731'0'0,"-22"29"-1389"0"0,-6 9-7208 0 0,0 1 0 0 0,-1-1 0 0 0,0 1 0 0 0,0 0 0 0 0,-1-1 0 0 0,0 1 0 0 0,-1-1-1 0 0,1 1 1 0 0,-1 0 0 0 0,-3 8 0 0 0,-26 83 493 0 0,13-51-350 0 0,8-15-136 0 0,5-16-98 0 0,-1 0-1 0 0,0-1 0 0 0,-2 1 1 0 0,-16 30-1 0 0,23-47-51 0 0,0 0-1 0 0,-1 0 1 0 0,1 1 0 0 0,0-1-1 0 0,-1 0 1 0 0,1 1-1 0 0,-1-1 1 0 0,1 0 0 0 0,0 1-1 0 0,0-1 1 0 0,-1 0 0 0 0,1 1-1 0 0,0-1 1 0 0,0 1-1 0 0,-1-1 1 0 0,1 0 0 0 0,0 1-1 0 0,0-1 1 0 0,0 1 0 0 0,0-1-1 0 0,0 1 1 0 0,0-1-1 0 0,0 1 1 0 0,0-1 0 0 0,0 1-1 0 0,0-1 1 0 0,0 0 0 0 0,0 1-1 0 0,0-1 1 0 0,0 1 0 0 0,0-1-1 0 0,0 1 1 0 0,0-1-1 0 0,0 1 1 0 0,1-1 0 0 0,-1 0-1 0 0,0 1 1 0 0,0-1 0 0 0,1 1-1 0 0,-1-1 1 0 0,0 0-1 0 0,1 1 1 0 0,-1-1 0 0 0,25-3-60 0 0,31-22 126 0 0,28-19-59 0 0,73-43 509 0 0,-157 86-481 0 0,1 1 0 0 0,-1-1 0 0 0,1 0 0 0 0,-1 1 0 0 0,1-1 0 0 0,0 1 0 0 0,-1-1 0 0 0,1 1 0 0 0,0-1 0 0 0,-1 1 0 0 0,1-1 0 0 0,0 1 0 0 0,-1 0 0 0 0,1-1 0 0 0,0 1 0 0 0,0 0 0 0 0,0 0 0 0 0,-1 0 1 0 0,1-1-1 0 0,0 1 0 0 0,0 0 0 0 0,0 0 0 0 0,0 0 0 0 0,-1 0 0 0 0,1 0 0 0 0,0 1 0 0 0,0-1 0 0 0,0 0 0 0 0,-1 0 0 0 0,2 1 0 0 0,-3 22 23 0 0,-3 2-5 0 0,3-19-173 0 0,1-1 0 0 0,0 1 0 0 0,0-1 0 0 0,1 0 0 0 0,0 1 0 0 0,-1-1 0 0 0,2 0 0 0 0,-1 0 0 0 0,1 1 0 0 0,-1-1 0 0 0,1 0 0 0 0,1 0 0 0 0,-1-1 0 0 0,1 1 0 0 0,0 0 0 0 0,0-1 0 0 0,0 0 0 0 0,1 0 0 0 0,-1 0 0 0 0,1 0 0 0 0,0 0 0 0 0,6 4 0 0 0,-5-5-608 0 0,0 0-1 0 0,1-1 0 0 0,-1 1 0 0 0,1-1 0 0 0,0-1 1 0 0,-1 1-1 0 0,1-1 0 0 0,0 0 0 0 0,0 0 0 0 0,0 0 0 0 0,0-1 1 0 0,0 0-1 0 0,7-1 0 0 0,8-2-2962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7:58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608 42 1248 0 0,'14'-22'4257'0'0,"-4"19"-3742"0"0,-1-1 0 0 0,0 1 1 0 0,1 0-1 0 0,0 1 1 0 0,0 0-1 0 0,0 1 0 0 0,0 0 1 0 0,0 0-1 0 0,0 1 1 0 0,14 2-1 0 0,15 2 416 0 0,46 12 0 0 0,-80-15-802 0 0,3 1-38 0 0,0-1 1 0 0,-1 1-1 0 0,0 0 1 0 0,1 1 0 0 0,-1 0-1 0 0,0 0 1 0 0,0 1-1 0 0,-1 0 1 0 0,1 0 0 0 0,-1 0-1 0 0,0 1 1 0 0,0 0 0 0 0,0 0-1 0 0,-1 0 1 0 0,6 7-1 0 0,-6-4-48 0 0,-1 0 0 0 0,0 0 0 0 0,0 0-1 0 0,-1 0 1 0 0,0 1 0 0 0,0-1 0 0 0,-1 1-1 0 0,0 0 1 0 0,0 0 0 0 0,-1 0 0 0 0,-1-1-1 0 0,0 16 1 0 0,-3 35 51 0 0,-3-1 0 0 0,-25 105-1 0 0,20-113-76 0 0,-63 343 244 0 0,69-361-248 0 0,-16 74 31 0 0,18-96-27 0 0,0 0 1 0 0,0 0-1 0 0,-1-1 1 0 0,0 1-1 0 0,-1-1 0 0 0,0 0 1 0 0,-1 0-1 0 0,-6 8 1 0 0,6-12 9 0 0,0 0 1 0 0,0 0-1 0 0,0 0 1 0 0,-1-1-1 0 0,0 1 1 0 0,0-2 0 0 0,0 1-1 0 0,0-1 1 0 0,-1 0-1 0 0,1-1 1 0 0,-1 1-1 0 0,0-2 1 0 0,0 1-1 0 0,-10 0 1 0 0,-15 1 37 0 0,0-2 1 0 0,-33-2 0 0 0,62 1-63 0 0,-413-39 391 0 0,331 21-1725 0 0,33-3-7415 0 0,40 13 4873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8:01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12 153 688 0 0,'0'0'736'0'0,"-3"9"5980"0"0,20-10-6135 0 0,-1 0 0 0 0,1-1-1 0 0,-1-1 1 0 0,18-6 0 0 0,11-5 123 0 0,58-28 1 0 0,-87 34-409 0 0,0-1 1 0 0,0-1-1 0 0,26-21 0 0 0,-42 30-279 0 0,0 0 0 0 0,1 0 1 0 0,-1 0-1 0 0,0 0 0 0 0,0 0 0 0 0,1 1 1 0 0,-1-1-1 0 0,0 0 0 0 0,0 0 1 0 0,0 0-1 0 0,0 0 0 0 0,0 0 0 0 0,0 0 1 0 0,-1 0-1 0 0,1 0 0 0 0,0 0 0 0 0,0 0 1 0 0,-1 0-1 0 0,1 1 0 0 0,0-1 0 0 0,-1 0 1 0 0,1 0-1 0 0,-1 0 0 0 0,1 1 0 0 0,-1-1 1 0 0,0 0-1 0 0,1 0 0 0 0,-1 1 1 0 0,0-1-1 0 0,1 0 0 0 0,-1 1 0 0 0,0-1 1 0 0,0 1-1 0 0,1-1 0 0 0,-1 1 0 0 0,-1-1 1 0 0,-12 0 6 0 0,1 1 0 0 0,-1 0 1 0 0,1 0-1 0 0,-1 2 1 0 0,1-1-1 0 0,-1 2 1 0 0,1 0-1 0 0,-22 8 0 0 0,11-2-11 0 0,1 0-1 0 0,1 2 1 0 0,-1 0-1 0 0,-21 16 1 0 0,40-25-14 0 0,0 1 0 0 0,0 0 0 0 0,0 0 0 0 0,1 0 0 0 0,-1 0 0 0 0,1 1 0 0 0,0-1 0 0 0,0 1 0 0 0,0 0 0 0 0,0 0 0 0 0,0 0 0 0 0,1 0 0 0 0,0 1 0 0 0,0-1 0 0 0,0 0 0 0 0,1 1 0 0 0,-1 0 0 0 0,1-1 0 0 0,0 1 0 0 0,0 0 0 0 0,1 0 0 0 0,-1-1 0 0 0,1 1 1 0 0,0 0-1 0 0,0 0 0 0 0,1 0 0 0 0,0-1 0 0 0,0 1 0 0 0,0 0 0 0 0,0-1 0 0 0,0 1 0 0 0,1-1 0 0 0,0 1 0 0 0,0-1 0 0 0,0 1 0 0 0,1-1 0 0 0,0 0 0 0 0,-1 0 0 0 0,1-1 0 0 0,1 1 0 0 0,-1 0 0 0 0,0-1 0 0 0,1 0 0 0 0,0 0 0 0 0,-1 0 0 0 0,8 4 0 0 0,6 2-4 0 0,-1 0 0 0 0,1 0 1 0 0,1-2-1 0 0,0 0 0 0 0,0-1 0 0 0,0-1 0 0 0,1-1 0 0 0,-1 0 0 0 0,1-2 0 0 0,0 0 0 0 0,0-1 0 0 0,0-1 0 0 0,0 0 0 0 0,0-2 1 0 0,19-3-1 0 0,-16 1-6 0 0,0-2 0 0 0,0 0 0 0 0,-1-1 0 0 0,0-1 0 0 0,0-1-1 0 0,-1-1 1 0 0,0-1 0 0 0,-1-1 0 0 0,0 0 0 0 0,0-2 0 0 0,-2 0 0 0 0,21-21 0 0 0,-24 22 236 0 0,-1-2 1 0 0,-1 1-1 0 0,21-33 0 0 0,-32 46-58 0 0,-1-1-55 0 0,11-12 286 0 0,-10 13-385 0 0,3 25 10 0 0,-3-16-17 0 0,1-1-1 0 0,-1 0 0 0 0,2 0 1 0 0,-1 0-1 0 0,1 0 0 0 0,0 0 0 0 0,0 0 1 0 0,1-1-1 0 0,8 11 0 0 0,-10-15 8 0 0,0 0-1 0 0,0 0 1 0 0,1-1-1 0 0,-1 1 1 0 0,1-1-1 0 0,0 0 1 0 0,-1 1-1 0 0,1-1 1 0 0,0-1-1 0 0,0 1 1 0 0,-1 0-1 0 0,1-1 1 0 0,0 1-1 0 0,0-1 1 0 0,0 0-1 0 0,5 0 0 0 0,60-8 37 0 0,-17 2-1545 0 0,-15 7-183 0 0,13 1-5648 0 0,-33-3 4110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8: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1 361 1192 0 0,'18'-7'9903'0'0,"-17"8"-9762"0"0,0 1-1 0 0,0 0 1 0 0,0 0-1 0 0,0 0 1 0 0,0 0-1 0 0,-1 1 1 0 0,1-1-1 0 0,-1 0 1 0 0,1 0-1 0 0,-1 0 1 0 0,0 0-1 0 0,0 0 1 0 0,0 1-1 0 0,0-1 1 0 0,-1 3-1 0 0,1-1-100 0 0,0 1-1 0 0,0 0 1 0 0,1-1 0 0 0,-1 1-1 0 0,1-1 1 0 0,0 1-1 0 0,3 7 1 0 0,-3-10-61 0 0,2-7 1 0 0,4-8 31 0 0,-1 0 0 0 0,-1 0 0 0 0,0 0 0 0 0,0-1 1 0 0,-1 1-1 0 0,3-24 0 0 0,9-95 113 0 0,-16 129-122 0 0,2-19 133 0 0,5-74 930 0 0,-9 36 2691 0 0,2 58-2370 0 0,-2 9-1238 0 0,-5 39 88 0 0,2 1 0 0 0,2-1 0 0 0,4 69 0 0 0,-2 28-3162 0 0,0-113-864 0 0,-2 0 1 0 0,-12 49 0 0 0,12-65-130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8:04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24 484 0 0,'-11'-10'1768'0'0,"-5"-3"7056"0"0,9 16-5637 0 0,2 9-3466 0 0,-3 12 602 0 0,1 1-1 0 0,1 0 1 0 0,2 1 0 0 0,-2 32-1 0 0,2 103 478 0 0,5-111-587 0 0,0-31-126 0 0,-1-16-117 0 0,1 1 0 0 0,-1 0 0 0 0,0 0-1 0 0,0 0 1 0 0,-1 0 0 0 0,1 0 0 0 0,-1 0 0 0 0,-2 7 0 0 0,3-10-167 0 0,0 1 33 0 0,0 0 0 0 0,1 0-1 0 0,-1-1 1 0 0,0 1 0 0 0,0 0-1 0 0,0 0 1 0 0,-1-1-1 0 0,1 1 1 0 0,0 0 0 0 0,-1 0-1 0 0,1-1 1 0 0,-1 1 0 0 0,1 0-1 0 0,-1-1 1 0 0,-2 4-1 0 0,3-4-111 0 0,-1-1-1 0 0,1 1 0 0 0,-1-1 0 0 0,1 1 0 0 0,-1-1 0 0 0,0 1 1 0 0,1-1-1 0 0,-1 1 0 0 0,0-1 0 0 0,1 0 0 0 0,-1 1 0 0 0,0-1 0 0 0,1 0 1 0 0,-1 1-1 0 0,0-1 0 0 0,0 0 0 0 0,0 0 0 0 0,1 0 0 0 0,-1 0 1 0 0,0 0-1 0 0,0 0 0 0 0,0 0 0 0 0,1 0 0 0 0,-1 0 0 0 0,0 0 1 0 0,0 0-1 0 0,-1-1 0 0 0,-13-3-3015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8:04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 1348 0 0,'2'-50'8598'0'0,"-1"48"-7869"0"0,-1 2-743 0 0,-1 0 0 0 0,1 0 0 0 0,0 0 1 0 0,0-1-1 0 0,0 1 0 0 0,0 0 0 0 0,0 0 0 0 0,0-1 0 0 0,0 1 1 0 0,0 0-1 0 0,0 0 0 0 0,0 0 0 0 0,0-1 0 0 0,0 1 0 0 0,0 0 1 0 0,0 0-1 0 0,0 0 0 0 0,0-1 0 0 0,0 1 0 0 0,1 0 0 0 0,-1 0 1 0 0,0 0-1 0 0,0-1 0 0 0,0 1 0 0 0,0 0 0 0 0,0 0 0 0 0,0 0 1 0 0,1 0-1 0 0,-1-1 0 0 0,0 1 0 0 0,0 0 0 0 0,0 0 0 0 0,0 0 1 0 0,1 0-1 0 0,-1 0 0 0 0,0 0 0 0 0,0-1 0 0 0,0 1 0 0 0,1 0 1 0 0,-1 0-1 0 0,0 0 0 0 0,0 0 0 0 0,0 0 0 0 0,1 0 0 0 0,9 8-412 0 0,14 24-2754 0 0,-20-26 1386 0 0,6 7-822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8:04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554 57 384 0 0,'-7'-5'664'0'0,"-4"-2"441"0"0,0 0 0 0 0,0 0 0 0 0,-1 1 0 0 0,0 1 0 0 0,0 0 0 0 0,0 0 0 0 0,-26-5 0 0 0,34 11-982 0 0,0 1-1 0 0,1-1 1 0 0,-1 1-1 0 0,1 0 0 0 0,0-1 1 0 0,-1 1-1 0 0,1 1 1 0 0,0-1-1 0 0,0 0 1 0 0,0 1-1 0 0,1 0 1 0 0,-1 0-1 0 0,0 0 0 0 0,1 0 1 0 0,-3 4-1 0 0,1-2 55 0 0,-9 12 50 0 0,0 1-1 0 0,2 0 1 0 0,0 0-1 0 0,1 1 1 0 0,1 0 0 0 0,1 1-1 0 0,-9 32 1 0 0,-27 153 670 0 0,33-145-697 0 0,-24 161 516 0 0,-33 146-453 0 0,43-285-1495 0 0,-2-36-2968 0 0,4-58-3965 0 0</inkml:trace>
  <inkml:trace contextRef="#ctx0" brushRef="#br0" timeOffset="1">0 1007 624 0 0,'0'-7'239'0'0,"1"-1"0"0"0,0 1 0 0 0,0 0 0 0 0,0 0 0 0 0,1 0 0 0 0,0-1 0 0 0,0 2 0 0 0,0-1 0 0 0,1 0 0 0 0,0 0 0 0 0,1 1 0 0 0,0 0 0 0 0,0 0 0 0 0,0 0 0 0 0,0 0 0 0 0,1 0 0 0 0,0 1 0 0 0,0 0 0 0 0,1 0 0 0 0,-1 1 0 0 0,1-1 0 0 0,0 1 0 0 0,1 0 0 0 0,-1 1 0 0 0,0-1 0 0 0,1 1 0 0 0,0 1 0 0 0,11-4 0 0 0,178-38-1677 0 0,-135 33-1107 0 0,-10 0 533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8:05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954 94 1088 0 0,'0'-4'311'0'0,"1"1"-1"0"0,0 0 0 0 0,-1 0 1 0 0,0-1-1 0 0,0 1 1 0 0,0 0-1 0 0,0-1 0 0 0,0 1 1 0 0,-1 0-1 0 0,1 0 1 0 0,-1-1-1 0 0,0 1 1 0 0,0 0-1 0 0,0 0 0 0 0,0 0 1 0 0,-1 0-1 0 0,1 0 1 0 0,-1 0-1 0 0,0 0 1 0 0,0 1-1 0 0,0-1 0 0 0,0 1 1 0 0,0-1-1 0 0,-1 1 1 0 0,1 0-1 0 0,-1-1 1 0 0,1 1-1 0 0,-1 1 0 0 0,0-1 1 0 0,0 0-1 0 0,-3-1 1 0 0,-7 2-157 0 0,1 0 0 0 0,0 0 1 0 0,0 1-1 0 0,0 1 0 0 0,-1 0 0 0 0,1 1 1 0 0,0 0-1 0 0,0 1 0 0 0,1 0 1 0 0,-1 1-1 0 0,-22 10 0 0 0,20-7-29 0 0,0 0 0 0 0,0 1 0 0 0,0 0 0 0 0,1 1 0 0 0,0 1-1 0 0,0 0 1 0 0,2 0 0 0 0,-1 1 0 0 0,-10 14 0 0 0,18-19-87 0 0,0 0-1 0 0,1 1 1 0 0,-1-1 0 0 0,1 1-1 0 0,1 0 1 0 0,-1 0 0 0 0,1 0-1 0 0,1 0 1 0 0,-1 0 0 0 0,1 1-1 0 0,1-1 1 0 0,-1 0 0 0 0,1 1-1 0 0,0-1 1 0 0,1 0 0 0 0,0 0-1 0 0,0 1 1 0 0,0-1 0 0 0,5 12-1 0 0,5 12 24 0 0,1-1-1 0 0,2 0 0 0 0,21 35 1 0 0,-7-14 13 0 0,-11-18-32 0 0,-6-15-7 0 0,-1 0 0 0 0,-2 1 0 0 0,0 0 1 0 0,10 35-1 0 0,-17-49-26 0 0,0 0 0 0 0,0 0 0 0 0,-1-1 0 0 0,1 1 1 0 0,-1 0-1 0 0,0 0 0 0 0,-1 0 0 0 0,1-1 0 0 0,-1 1 0 0 0,0 0 0 0 0,0 0 0 0 0,0-1 1 0 0,-1 1-1 0 0,0-1 0 0 0,0 1 0 0 0,0-1 0 0 0,0 0 0 0 0,-1 0 0 0 0,1 0 1 0 0,-1 0-1 0 0,0 0 0 0 0,0 0 0 0 0,-1-1 0 0 0,1 0 0 0 0,-1 1 0 0 0,-3 1 0 0 0,-11 6 96 0 0,1 0 0 0 0,-2-2-1 0 0,1 0 1 0 0,-1-1-1 0 0,0-1 1 0 0,-1-1 0 0 0,1-1-1 0 0,-1 0 1 0 0,-1-2-1 0 0,-36 3 1 0 0,6-4 436 0 0,1-3 0 0 0,-1-1-1 0 0,-56-11 1 0 0,81 9-119 0 0,1-1-1 0 0,0-1 1 0 0,1-2 0 0 0,-1 0-1 0 0,1-1 1 0 0,-26-15 0 0 0,49 24-516 0 0,1 0 1 0 0,0 0-1 0 0,0-1 1 0 0,-1 1 0 0 0,1 0-1 0 0,0 0 1 0 0,0 0-1 0 0,-1 0 1 0 0,1 0 0 0 0,0 0-1 0 0,0-1 1 0 0,-1 1-1 0 0,1 0 1 0 0,0 0 0 0 0,0 0-1 0 0,0 0 1 0 0,-1-1-1 0 0,1 1 1 0 0,0 0 0 0 0,0 0-1 0 0,0-1 1 0 0,0 1-1 0 0,-1 0 1 0 0,1 0 0 0 0,0-1-1 0 0,0 1 1 0 0,0 0-1 0 0,0-1 1 0 0,0 1 0 0 0,0 0-1 0 0,0 0 1 0 0,0-1-1 0 0,0 1 1 0 0,0 0-1 0 0,0 0 1 0 0,0-1 0 0 0,0 1-1 0 0,0 0 1 0 0,0-1-1 0 0,0 1 1 0 0,0 0 0 0 0,0 0-1 0 0,1-1 1 0 0,-1 1-1 0 0,0 0 1 0 0,16-8-1315 0 0,22 0-981 0 0,-2 4-4463 0 0,-17 1 2929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8:05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293 127 356 0 0,'1'-8'1290'0'0,"1"-3"-11"0"0,-1 0 1 0 0,0 0 0 0 0,-1 0 0 0 0,0 0 0 0 0,-4-22-1 0 0,4 31-1165 0 0,-1 1 0 0 0,1-1 0 0 0,-1 0 0 0 0,1 1 0 0 0,-1-1 0 0 0,0 1 0 0 0,0-1 0 0 0,0 1 0 0 0,0-1 0 0 0,0 1-1 0 0,0-1 1 0 0,0 1 0 0 0,0 0 0 0 0,0 0 0 0 0,-1 0 0 0 0,1 0 0 0 0,0 0 0 0 0,-1 0 0 0 0,-1-1 0 0 0,0 1-56 0 0,0 0 1 0 0,1 1-1 0 0,-1 0 1 0 0,0-1-1 0 0,1 1 0 0 0,-1 0 1 0 0,0 0-1 0 0,0 1 1 0 0,1-1-1 0 0,-1 1 1 0 0,0-1-1 0 0,1 1 1 0 0,-1 0-1 0 0,0 0 1 0 0,1 0-1 0 0,-4 2 0 0 0,-9 4 82 0 0,0 1-1 0 0,0 0 0 0 0,1 2 1 0 0,0-1-1 0 0,0 2 0 0 0,1 0 0 0 0,1 0 1 0 0,0 1-1 0 0,0 1 0 0 0,1 0 0 0 0,1 0 1 0 0,0 1-1 0 0,1 1 0 0 0,-13 29 1 0 0,17-34-98 0 0,1 2 0 0 0,0-1 1 0 0,1 0-1 0 0,0 1 1 0 0,1-1-1 0 0,0 1 1 0 0,1 0-1 0 0,0 0 1 0 0,1 0-1 0 0,0 0 1 0 0,1 0-1 0 0,0-1 1 0 0,1 1-1 0 0,1 0 1 0 0,-1-1-1 0 0,2 1 1 0 0,0-1-1 0 0,0 0 1 0 0,1 0-1 0 0,0-1 1 0 0,13 20-1 0 0,2-6 23 0 0,0 0 0 0 0,2-2 0 0 0,0 0 0 0 0,1-2 1 0 0,1 0-1 0 0,1-2 0 0 0,1 0 0 0 0,1-2 0 0 0,0-1 0 0 0,1-1 0 0 0,0-2 0 0 0,1 0 0 0 0,0-2 0 0 0,1-1 0 0 0,48 7 1 0 0,7-9-445 0 0,-80-6-37 0 0,1-1 0 0 0,-1-1 0 0 0,0 1 0 0 0,0-1 0 0 0,1 1-1 0 0,-1-2 1 0 0,0 1 0 0 0,0 0 0 0 0,0-1 0 0 0,0 0 0 0 0,-1 0 0 0 0,1-1 0 0 0,8-5 0 0 0,-7 1-3541 0 0,-3-1 300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8:06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 1348 0 0,'158'-6'12121'0'0,"28"-6"-9453"0"0,67-4-6667 0 0,-224 14-2003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8:09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292 555 780 0 0,'-2'-13'3251'0'0,"-1"-8"-1257"0"0,3 13-1313 0 0,-1 1 0 0 0,0-1-1 0 0,-1 0 1 0 0,0 1 0 0 0,0 0 0 0 0,-5-12 0 0 0,6 17-608 0 0,0 0 1 0 0,-1 0 0 0 0,1 0-1 0 0,-1 0 1 0 0,0 0-1 0 0,1 0 1 0 0,-1 1-1 0 0,0-1 1 0 0,0 0 0 0 0,0 1-1 0 0,0-1 1 0 0,-1 1-1 0 0,1 0 1 0 0,0 0-1 0 0,0 0 1 0 0,-1 0-1 0 0,1 0 1 0 0,0 1 0 0 0,-1-1-1 0 0,1 1 1 0 0,-1-1-1 0 0,1 1 1 0 0,-1 0-1 0 0,1 0 1 0 0,-1 0 0 0 0,-3 1-1 0 0,-4 0-43 0 0,-1 1-1 0 0,1 1 1 0 0,-1-1-1 0 0,1 2 1 0 0,0 0 0 0 0,0 0-1 0 0,0 0 1 0 0,1 2-1 0 0,0-1 1 0 0,0 1-1 0 0,0 0 1 0 0,0 1 0 0 0,1 0-1 0 0,0 0 1 0 0,1 1-1 0 0,-8 10 1 0 0,10-12-21 0 0,0 0 0 0 0,0 0 0 0 0,1 0-1 0 0,0 0 1 0 0,0 1 0 0 0,1 0 0 0 0,0 0 0 0 0,0 0 0 0 0,1 0 0 0 0,-1 0 0 0 0,2 1 0 0 0,-1-1 0 0 0,1 1 0 0 0,0-1-1 0 0,0 1 1 0 0,1-1 0 0 0,0 1 0 0 0,1-1 0 0 0,0 1 0 0 0,0 0 0 0 0,0-1 0 0 0,1 0 0 0 0,0 1 0 0 0,3 6 0 0 0,-1-8-6 0 0,0 0 1 0 0,0 0 0 0 0,0-1 0 0 0,1 0 0 0 0,0 0 0 0 0,0 0-1 0 0,0-1 1 0 0,0 0 0 0 0,1 0 0 0 0,0 0 0 0 0,0 0 0 0 0,0-1-1 0 0,0 0 1 0 0,0 0 0 0 0,1-1 0 0 0,9 3 0 0 0,4 0-18 0 0,0 0 1 0 0,1-1 0 0 0,0-1 0 0 0,22 1-1 0 0,-17-3-1 0 0,0-1 0 0 0,0-1 0 0 0,0-1 0 0 0,0-2 0 0 0,-1 0 0 0 0,1-2 0 0 0,-1-1 0 0 0,0 0 0 0 0,-1-2 0 0 0,0-1 0 0 0,0-1 0 0 0,-1-1 0 0 0,-1-1 0 0 0,0-1 0 0 0,0-1 0 0 0,-2-1 0 0 0,0-1 0 0 0,0 0 0 0 0,25-32 0 0 0,-26 25 5 0 0,-1 0 0 0 0,-1-2 1 0 0,-1 0-1 0 0,-1-1 1 0 0,-2 0-1 0 0,14-40 0 0 0,-20 48 44 0 0,-2-1 0 0 0,-1 0 0 0 0,0 0-1 0 0,-1 0 1 0 0,-1 0 0 0 0,-1 0-1 0 0,-1-1 1 0 0,-1 1 0 0 0,-1-1-1 0 0,-6-29 1 0 0,4 32 123 0 0,0 0 0 0 0,-1 1-1 0 0,-1 0 1 0 0,-10-19 0 0 0,15 35-106 0 0,1 0-50 0 0,1 1 1 0 0,-1 0 0 0 0,0 0 0 0 0,0-1-1 0 0,0 1 1 0 0,0 0 0 0 0,0 0 0 0 0,0-1-1 0 0,0 1 1 0 0,0 0 0 0 0,0 0 0 0 0,0-1-1 0 0,0 1 1 0 0,0 0 0 0 0,-1 0 0 0 0,1-1-1 0 0,0 1 1 0 0,0 0 0 0 0,0 0 0 0 0,0-1 0 0 0,0 1-1 0 0,0 0 1 0 0,0 0 0 0 0,-1 0 0 0 0,1-1-1 0 0,0 1 1 0 0,0 0 0 0 0,0 0 0 0 0,-1 0-1 0 0,1 0 1 0 0,0-1 0 0 0,0 1 0 0 0,0 0-1 0 0,-1 0 1 0 0,1 0 0 0 0,0 0 0 0 0,0 0-1 0 0,-1 0 1 0 0,1 0 0 0 0,0 0 0 0 0,0 0-1 0 0,-1 0 1 0 0,1 0 0 0 0,0 0 0 0 0,0 0-1 0 0,-1 0 1 0 0,1 0 0 0 0,0 0 0 0 0,0 0-1 0 0,-1 0 1 0 0,1 0 0 0 0,0 0 0 0 0,0 0-1 0 0,-1 0 1 0 0,1 0 0 0 0,0 0 0 0 0,0 1-1 0 0,-1-1 1 0 0,1 0 0 0 0,-10 16 1 0 0,1 1 1 0 0,0 0-1 0 0,2 1 1 0 0,0 0-1 0 0,1 0 1 0 0,0 1-1 0 0,-3 23 1 0 0,-16 145 53 0 0,22-165-50 0 0,-4 41 14 0 0,1-16 13 0 0,2-1 1 0 0,3 68-1 0 0,2-63 884 0 0,10-68-782 0 0,3 1-30 0 0,-12 12-94 0 0,0 1 0 0 0,0 0 0 0 0,0-1 1 0 0,1 1-1 0 0,-1 0 0 0 0,1 1 0 0 0,0-1 0 0 0,-1 0 0 0 0,1 1 0 0 0,0-1 0 0 0,1 1 0 0 0,6-3 1 0 0,-5 3-47 0 0,0 1 1 0 0,1 0 0 0 0,-1 0-1 0 0,0 1 1 0 0,1-1-1 0 0,-1 1 1 0 0,1 0 0 0 0,-1 1-1 0 0,8 1 1 0 0,60 9-584 0 0,-49-6 257 0 0,0-1-1 0 0,0 0 0 0 0,1-2 0 0 0,-1-1 0 0 0,1-2 1 0 0,42-4-1 0 0,-63 3 412 0 0,-1 1 0 0 0,1-1 0 0 0,0 0-1 0 0,0 0 1 0 0,-1 0 0 0 0,1-1 0 0 0,-1 0 0 0 0,0 1 0 0 0,0-1 0 0 0,0 0 0 0 0,0 0 0 0 0,0 0 0 0 0,0-1 0 0 0,-1 1 0 0 0,0-1 0 0 0,0 0-1 0 0,0 1 1 0 0,0-1 0 0 0,0 0 0 0 0,-1 0 0 0 0,0 0 0 0 0,0 0 0 0 0,1-7 0 0 0,-1 9 350 0 0,-1-1-130 0 0,0 3-247 0 0,0 0 1 0 0,0-1 0 0 0,0 1 0 0 0,0 0-1 0 0,0-1 1 0 0,0 1 0 0 0,1 0-1 0 0,-1-1 1 0 0,0 1 0 0 0,0 0 0 0 0,0-1-1 0 0,0 1 1 0 0,0 0 0 0 0,0-1-1 0 0,-1 1 1 0 0,1 0 0 0 0,0-1 0 0 0,0 1-1 0 0,0 0 1 0 0,0-1 0 0 0,0 1-1 0 0,0 0 1 0 0,-1-1 0 0 0,1 1 0 0 0,0 0-1 0 0,0 0 1 0 0,0-1 0 0 0,-1 1-1 0 0,1 0 1 0 0,0 0 0 0 0,0-1 0 0 0,-1 1-1 0 0,1 0 1 0 0,-1-1 0 0 0,-2 2-18 0 0,0 0 1 0 0,0 1 0 0 0,0-1-1 0 0,0 0 1 0 0,0 1-1 0 0,0 0 1 0 0,0 0-1 0 0,1-1 1 0 0,-1 2 0 0 0,0-1-1 0 0,1 0 1 0 0,0 0-1 0 0,0 1 1 0 0,0-1 0 0 0,0 1-1 0 0,0 0 1 0 0,0 0-1 0 0,0 0 1 0 0,1 0 0 0 0,0 0-1 0 0,-1 0 1 0 0,1 0-1 0 0,0 0 1 0 0,0 0 0 0 0,1 0-1 0 0,-1 1 1 0 0,1-1-1 0 0,0 0 1 0 0,0 1-1 0 0,0 3 1 0 0,0-5-22 0 0,3 2-13 0 0,-3-3 25 0 0,0 0 0 0 0,0-1 0 0 0,1 1 0 0 0,-1-1 0 0 0,0 1 0 0 0,1 0 0 0 0,-1-1 0 0 0,0 1 0 0 0,1-1 0 0 0,-1 1 0 0 0,1 0 0 0 0,-1-1 0 0 0,1 1 0 0 0,-1-1 0 0 0,1 0 0 0 0,-1 1 0 0 0,1-1 0 0 0,-1 1 0 0 0,1-1 0 0 0,0 0 0 0 0,-1 0 0 0 0,1 1 0 0 0,0-1 0 0 0,0 0 0 0 0,7 0-42 0 0,0-1 0 0 0,0 0 0 0 0,-1-1-1 0 0,1 1 1 0 0,-1-1 0 0 0,1-1 0 0 0,-1 0-1 0 0,0 0 1 0 0,14-8 0 0 0,29-10-303 0 0,-44 20 305 0 0,0 0-1 0 0,0 1 1 0 0,0 0 0 0 0,0 0 0 0 0,0 0-1 0 0,1 1 1 0 0,-1-1 0 0 0,-1 2 0 0 0,1-1-1 0 0,0 1 1 0 0,8 3 0 0 0,-9-3 24 0 0,1 0 0 0 0,0-1 0 0 0,0 1 0 0 0,-1-1 0 0 0,1 0 0 0 0,0 0 0 0 0,0-1 0 0 0,0 1 0 0 0,0-1 0 0 0,0-1 0 0 0,0 1 0 0 0,7-3 0 0 0,7-4-15 0 0,-1-1-1 0 0,0-1 0 0 0,-1-1 1 0 0,0-1-1 0 0,19-15 0 0 0,43-25-142 0 0,-78 51 146 0 0,0 0-92 0 0,-1 0 120 0 0,0 0 0 0 0,0 0 0 0 0,1 1 0 0 0,-1-1 0 0 0,0 1 0 0 0,0-1 0 0 0,0 1 0 0 0,1-1 0 0 0,-1 1 0 0 0,0-1 0 0 0,0 1 0 0 0,0 0 0 0 0,0 0 0 0 0,0-1 0 0 0,0 1 0 0 0,-1 0 0 0 0,1 0 0 0 0,0 0 0 0 0,0 0 0 0 0,0 0 0 0 0,0 2 0 0 0,21 25-42 0 0,-20-27 40 0 0,19 23-218 0 0,-18-18 209 0 0,0 0-1 0 0,0-1 0 0 0,0 0 1 0 0,0 1-1 0 0,1-1 1 0 0,0 0-1 0 0,0-1 0 0 0,0 1 1 0 0,1-1-1 0 0,-1 1 1 0 0,1-1-1 0 0,0-1 0 0 0,1 1 1 0 0,-1-1-1 0 0,0 0 0 0 0,1 0 1 0 0,0 0-1 0 0,-1-1 1 0 0,1 0-1 0 0,8 2 0 0 0,-8-3-784 0 0,0 0 0 0 0,-1 0 0 0 0,1-1-1 0 0,0 1 1 0 0,0-1 0 0 0,0-1 0 0 0,-1 1-1 0 0,9-2 1 0 0,2-3-2331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8:10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12 944 0 0,'-6'-9'2826'0'0,"6"9"-2733"0"0,0 0-1 0 0,0 0 1 0 0,0 0 0 0 0,0 1 0 0 0,0-1 0 0 0,-1 0 278 0 0,1 0-278 0 0,0 0 0 0 0,0 0 0 0 0,0 0 0 0 0,0 1 0 0 0,0-1 0 0 0,0 0 0 0 0,-1 0-1 0 0,1 0 1 0 0,0 0 0 0 0,0 0 0 0 0,0 0 0 0 0,0 0 0 0 0,0 0 0 0 0,-1 0-1 0 0,1 0 1 0 0,0 0 0 0 0,0 0 0 0 0,0 0 0 0 0,0 0 0 0 0,0 0 0 0 0,-1 0 0 0 0,1 0-1 0 0,0 0 1 0 0,0 0 0 0 0,0 0 0 0 0,0 0 0 0 0,0 0 0 0 0,-1 0 0 0 0,1 0 0 0 0,0-1-1 0 0,0 1 373 0 0,0 0-372 0 0,0 0 0 0 0,-1 0-1 0 0,1 0 1 0 0,0-1 0 0 0,0 1 0 0 0,0 0 0 0 0,0 0 0 0 0,0 0 0 0 0,0 0-1 0 0,0 0 1 0 0,0-1 0 0 0,0 1 0 0 0,0 0 0 0 0,0 0 0 0 0,0 0 0 0 0,0 0 0 0 0,0 0-1 0 0,0-1 1 0 0,0 1 0 0 0,0 0 0 0 0,0 0 0 0 0,0 65 1617 0 0,3 1 1 0 0,19 105-1 0 0,-5-42-945 0 0,-18-71-3155 0 0,-8-22-5254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8:10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0 130 56 0 0,'2'-14'3422'0'0,"4"7"-2988"0"0,1 0 0 0 0,0 1 1 0 0,1 0-1 0 0,-1 0 1 0 0,1 1-1 0 0,1 0 1 0 0,-1 0-1 0 0,1 1 0 0 0,-1 0 1 0 0,1 0-1 0 0,19-4 1 0 0,11-1-493 0 0,58-8 0 0 0,55-3-4691 0 0,-121 17 2595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8:10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22 244 0 0,'-10'-22'8579'0'0,"10"22"-8517"0"0,0 0 0 0 0,0 0 1 0 0,0 1-1 0 0,0-1 0 0 0,0 0 0 0 0,0 0 1 0 0,0 0-1 0 0,0 0 0 0 0,0 0 1 0 0,0 0-1 0 0,0 0 0 0 0,0 0 1 0 0,0 0-1 0 0,0 1 0 0 0,0-1 0 0 0,0 0 1 0 0,0 0-1 0 0,0 0 0 0 0,-1 0 1 0 0,1 0-1 0 0,0 0 0 0 0,0 0 1 0 0,0 0-1 0 0,0 1 187 0 0,0-1-187 0 0,0 0 1 0 0,0 0-1 0 0,0 0 0 0 0,0 0 1 0 0,0 0-1 0 0,-1 0 0 0 0,1 0 1 0 0,0 0-1 0 0,0 0 0 0 0,0 0 0 0 0,0 0 1 0 0,0 0-1 0 0,0 0 0 0 0,0 0 1 0 0,0 0-1 0 0,0 0 0 0 0,-1 0 1 0 0,1 0-1 0 0,0 0 0 0 0,0 0 0 0 0,0 0 1 0 0,0 0-1 0 0,0 0 0 0 0,0 0 1 0 0,0 0-1 0 0,0 0 0 0 0,-1 0 1 0 0,1 0-1 0 0,0 0 0 0 0,0 0 0 0 0,0 0 1 0 0,5 48-138 0 0,1 4 736 0 0,-10 29 127 0 0,-4-1-1 0 0,-30 129 1 0 0,19-117-5 0 0,-11 138 0 0 0,29-226-769 0 0,1 1 0 0 0,0 0 0 0 0,1-1 1 0 0,-1 1-1 0 0,1 0 0 0 0,0-1 0 0 0,0 1 0 0 0,0-1 1 0 0,1 1-1 0 0,-1-1 0 0 0,1 0 0 0 0,0 0 1 0 0,1 1-1 0 0,-1-1 0 0 0,1-1 0 0 0,-1 1 1 0 0,1 0-1 0 0,0-1 0 0 0,0 1 0 0 0,1-1 0 0 0,-1 0 1 0 0,1 0-1 0 0,0 0 0 0 0,0-1 0 0 0,0 1 1 0 0,0-1-1 0 0,0 0 0 0 0,0 0 0 0 0,0 0 1 0 0,1-1-1 0 0,-1 1 0 0 0,1-1 0 0 0,-1 0 1 0 0,1-1-1 0 0,7 1 0 0 0,1 1-297 0 0,-1-2 1 0 0,1 1-1 0 0,-1-2 0 0 0,1 0 0 0 0,0 0 1 0 0,-1-1-1 0 0,1 0 0 0 0,-1-1 0 0 0,0-1 1 0 0,0 0-1 0 0,0-1 0 0 0,16-8 1 0 0,9-15-2416 0 0,-14 3-2110 0 0,-6 1 1201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8:11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3 107 1252 0 0,'0'0'212'0'0,"0"-1"-1"0"0,-1 0 0 0 0,1 1 1 0 0,0-1-1 0 0,-1 0 1 0 0,1 0-1 0 0,0 1 0 0 0,0-1 1 0 0,-1 0-1 0 0,1 0 1 0 0,0 1-1 0 0,0-1 1 0 0,0 0-1 0 0,0 0 0 0 0,0 1 1 0 0,0-1-1 0 0,1 0 1 0 0,-1 0-1 0 0,0 1 0 0 0,1-2 1 0 0,3-4 47 0 0,1 1 0 0 0,-1 0 1 0 0,1 0-1 0 0,1 1 0 0 0,-1-1 1 0 0,1 1-1 0 0,0 1 0 0 0,0-1 0 0 0,0 1 1 0 0,0 0-1 0 0,0 0 0 0 0,1 0 1 0 0,-1 1-1 0 0,11-2 0 0 0,17-3 404 0 0,56-6 0 0 0,-59 9-350 0 0,3 0-171 0 0,1 2-1 0 0,-1 1 0 0 0,39 4 1 0 0,-52-1-1822 0 0,1 2 1 0 0,-1 0-1 0 0,29 10 1 0 0,-33-7-1173 0 0</inkml:trace>
  <inkml:trace contextRef="#ctx0" brushRef="#br0" timeOffset="1">639 248 1184 0 0,'5'36'7088'0'0,"-5"-11"-6007"0"0,-2 136 3807 0 0,-8 2-3541 0 0,7-141-2447 0 0,0-3-1345 0 0,2-5-3708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8:11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1 1080 0 0,'1'3'576'0'0,"1"0"-1"0"0,-1 1 1 0 0,0-1 0 0 0,0 1-1 0 0,0 0 1 0 0,-1-1-1 0 0,1 1 1 0 0,-1 0 0 0 0,0-1-1 0 0,0 1 1 0 0,0 0 0 0 0,-1-1-1 0 0,0 6 1 0 0,-13 57 2598 0 0,8-42-2306 0 0,1-5-613 0 0,0 0 0 0 0,-10 24 1 0 0,-11 6-3585 0 0,14-41-1925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8:11.7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4 920 0 0,'22'-3'7353'0'0,"-9"11"-6727"0"0,-1 1 0 0 0,1 1 0 0 0,-1 0-1 0 0,-1 0 1 0 0,0 2 0 0 0,17 20-1 0 0,-22-24-470 0 0,0 0-1 0 0,-1 0 0 0 0,0 0 0 0 0,0 0 0 0 0,-1 1 0 0 0,0 0 0 0 0,0 0 1 0 0,-1 0-1 0 0,0 0 0 0 0,-1 1 0 0 0,0-1 0 0 0,1 12 0 0 0,-3-19-38 0 0,-1 3 34 0 0,1-4-129 0 0,0 0 1 0 0,0 0-1 0 0,0 0 0 0 0,-1 0 1 0 0,1 0-1 0 0,0 0 1 0 0,0 0-1 0 0,-1 0 1 0 0,1 0-1 0 0,0 0 0 0 0,-1 0 1 0 0,1 0-1 0 0,-1 0 1 0 0,0 0-1 0 0,1 0 1 0 0,-1 0-1 0 0,0 0 0 0 0,1 0 1 0 0,-1-1-1 0 0,-1 2 1 0 0,1-2-12 0 0,1 1 0 0 0,-1-1 0 0 0,1 0 0 0 0,-1 0 0 0 0,1 0 0 0 0,-1 0-1 0 0,0 0 1 0 0,1 0 0 0 0,-1 0 0 0 0,1 0 0 0 0,-1 0 0 0 0,0 0 0 0 0,1 0 0 0 0,-1 0 0 0 0,1-1 0 0 0,-1 1 0 0 0,1 0 0 0 0,-1 0 0 0 0,1-1 0 0 0,-1 1 0 0 0,1 0 0 0 0,-1-1 0 0 0,1 1 0 0 0,-1 0 0 0 0,1-1 0 0 0,-1 1 0 0 0,1-1 0 0 0,-1 1 0 0 0,1 0 0 0 0,0-1 0 0 0,-1 1 0 0 0,1-1 0 0 0,0 1-1 0 0,0-1 1 0 0,-1 0 0 0 0,1 1 0 0 0,0-1 0 0 0,0 1 0 0 0,0-1 0 0 0,0 1 0 0 0,0-1 0 0 0,-1 0 0 0 0,1 1 0 0 0,0-1 0 0 0,0 1 0 0 0,1-1 0 0 0,-1-1 0 0 0,6-29-160 0 0,-1 21 129 0 0,1 0 1 0 0,0 0-1 0 0,1 0 0 0 0,0 0 1 0 0,0 1-1 0 0,1 0 0 0 0,0 1 1 0 0,0 0-1 0 0,1 0 0 0 0,0 1 1 0 0,1 0-1 0 0,0 0 1 0 0,0 1-1 0 0,0 0 0 0 0,0 1 1 0 0,1 0-1 0 0,0 1 0 0 0,0 0 1 0 0,14-2-1 0 0,-20 6 43 0 0,-1 0-1 0 0,1 1 1 0 0,0 0-1 0 0,-1 0 1 0 0,1 0 0 0 0,-1 0-1 0 0,1 1 1 0 0,-1 0-1 0 0,0-1 1 0 0,1 2-1 0 0,-1-1 1 0 0,0 0 0 0 0,0 1-1 0 0,-1 0 1 0 0,1 0-1 0 0,-1 0 1 0 0,1 0-1 0 0,-1 1 1 0 0,0-1 0 0 0,0 1-1 0 0,0 0 1 0 0,3 5-1 0 0,-1-1-10 0 0,0-1 0 0 0,-1 1 0 0 0,0 0 0 0 0,0 0 0 0 0,-1 1 0 0 0,0-1 0 0 0,0 1 0 0 0,-1 0 0 0 0,0-1 0 0 0,1 15 0 0 0,-3-17-364 0 0,0-1 1 0 0,-1 1-1 0 0,1-1 1 0 0,-1 0-1 0 0,-1 1 1 0 0,-3 9-1 0 0,-12 11-7301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8:12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48 168 0 0,'18'-9'1321'0'0,"1"2"0"0"0,0 0 0 0 0,0 2-1 0 0,1 0 1 0 0,37-5 0 0 0,-17 6 4 0 0,78 3 1 0 0,-113 1-1227 0 0,1 1 0 0 0,-1-1 0 0 0,0 1 0 0 0,0 0 0 0 0,0 0 1 0 0,0 0-1 0 0,0 1 0 0 0,0 0 0 0 0,0 0 0 0 0,0 0 0 0 0,0 1 1 0 0,-1-1-1 0 0,1 1 0 0 0,-1 0 0 0 0,0 0 0 0 0,0 1 0 0 0,0-1 1 0 0,5 8-1 0 0,-3-3 21 0 0,-2 0 0 0 0,1 0 0 0 0,-1 1 0 0 0,0 0-1 0 0,-1 0 1 0 0,0 0 0 0 0,0 0 0 0 0,-1 0 0 0 0,1 14 0 0 0,8 63 238 0 0,-3 0 1 0 0,-5 0-1 0 0,-3 0 0 0 0,-4 0 0 0 0,-27 151 0 0 0,29-230-286 0 0,0 0-1 0 0,0-1 1 0 0,-1 1-1 0 0,0-1 1 0 0,0 0-1 0 0,0 0 1 0 0,-1 0-1 0 0,0 0 1 0 0,0-1-1 0 0,-1 1 1 0 0,1-1-1 0 0,-1 0 1 0 0,0-1 0 0 0,-1 1-1 0 0,1-1 1 0 0,-1 0-1 0 0,0 0 1 0 0,0-1-1 0 0,0 1 1 0 0,0-2-1 0 0,-1 1 1 0 0,-11 3-1 0 0,-4 1 117 0 0,-1-2 1 0 0,0 0-1 0 0,0-2 0 0 0,-1 0 0 0 0,-34-1 0 0 0,-21-5-2538 0 0,27-5-6628 0 0,37 3 4804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8:20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103 172 636 0 0,'-20'-97'5776'0'0,"6"23"2073"0"0,14 74-7811 0 0,0 0 0 0 0,0 0 1 0 0,0 0-1 0 0,0 0 0 0 0,0 0 0 0 0,0 1 1 0 0,0-1-1 0 0,0 0 0 0 0,0 0 1 0 0,0 0-1 0 0,0 0 0 0 0,0 0 1 0 0,0 0-1 0 0,0 0 0 0 0,0 1 0 0 0,0-1 1 0 0,0 0-1 0 0,0 0 0 0 0,0 0 1 0 0,0 0-1 0 0,0 0 0 0 0,0 0 1 0 0,0 0-1 0 0,0 0 0 0 0,0 0 0 0 0,0 1 1 0 0,0-1-1 0 0,0 0 0 0 0,-1 0 1 0 0,1 0-1 0 0,0 0 0 0 0,0 0 1 0 0,0 0-1 0 0,0 0 0 0 0,0 0 0 0 0,0 0 1 0 0,0 0-1 0 0,0 0 0 0 0,0 0 1 0 0,-1 0-1 0 0,1 0 0 0 0,0 0 1 0 0,0 0-1 0 0,0 0 0 0 0,0 0 0 0 0,0 0 1 0 0,0 0-1 0 0,0 0 0 0 0,-1 0 1 0 0,1 0-1 0 0,0 0 0 0 0,0 0 1 0 0,0 0-1 0 0,0 0 0 0 0,0 0 0 0 0,-5 21 481 0 0,0 31-289 0 0,8 196 652 0 0,-4-158-630 0 0,3-32-163 0 0,0-23-450 0 0,-5 43 0 0 0,3-68-117 0 0,-2 0 0 0 0,1-1 0 0 0,-1 0 0 0 0,-1 1 1 0 0,0-1-1 0 0,0 0 0 0 0,-1 0 0 0 0,0 0 0 0 0,-6 9 0 0 0,-16-1-6472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8:21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0 727 312 0 0,'407'-58'3059'0'0,"-316"39"-2341"0"0,-1-4 0 0 0,120-48 0 0 0,-171 55-418 0 0,0-2 0 0 0,-1-2-1 0 0,-2-1 1 0 0,43-33 0 0 0,-62 41-144 0 0,-1 0 0 0 0,0-2 0 0 0,-1 0 1 0 0,-1 0-1 0 0,0-1 0 0 0,-1-1 0 0 0,-1 0 0 0 0,-1-1 1 0 0,0 0-1 0 0,13-31 0 0 0,-20 37-32 0 0,-1 0-1 0 0,0 0 1 0 0,0 0-1 0 0,-1-1 1 0 0,-1 1-1 0 0,0 0 1 0 0,-1-14 0 0 0,0 19-11 0 0,0 0 0 0 0,-1 0 0 0 0,0 0 1 0 0,-1 0-1 0 0,1 0 0 0 0,-1 1 0 0 0,-1-1 1 0 0,1 0-1 0 0,-1 1 0 0 0,0 0 1 0 0,-1-1-1 0 0,0 1 0 0 0,-6-8 0 0 0,9 13-101 0 0,1 1 0 0 0,-1-1 0 0 0,1 0-1 0 0,-1 1 1 0 0,0-1 0 0 0,0 1-1 0 0,1-1 1 0 0,-1 1 0 0 0,0-1 0 0 0,0 1-1 0 0,0-1 1 0 0,0 1 0 0 0,1 0 0 0 0,-1-1-1 0 0,0 1 1 0 0,0 0 0 0 0,0 0-1 0 0,0 0 1 0 0,0 0 0 0 0,0 0 0 0 0,0 0-1 0 0,0 0 1 0 0,0 0 0 0 0,0 0 0 0 0,1 0-1 0 0,-1 0 1 0 0,-2 1 0 0 0,-22 19 142 0 0,-13 37-42 0 0,36-53-97 0 0,-14 28 67 0 0,1 0 0 0 0,2 2 1 0 0,1 0-1 0 0,-11 55 0 0 0,-15 146 333 0 0,30-173-352 0 0,1 57 102 0 0,2-11-1 0 0,5-104-182 0 0,-2 31 435 0 0,7-34-108 0 0,6-14-240 0 0,8-15-55 0 0,-13 19-53 0 0,0 0-1 0 0,1 0 1 0 0,14-14 0 0 0,-19 21 26 0 0,1-1 1 0 0,0 1-1 0 0,0 0 1 0 0,0 0-1 0 0,1 1 1 0 0,-1-1-1 0 0,0 0 0 0 0,1 1 1 0 0,-1 0-1 0 0,1 0 1 0 0,-1 0-1 0 0,1 0 1 0 0,-1 1-1 0 0,1-1 1 0 0,5 1-1 0 0,24 2-42 0 0,0 1-1 0 0,42 10 1 0 0,-39-6 12 0 0,62 5 0 0 0,-67-11-7 0 0,52-6 0 0 0,-74 4 46 0 0,0 0-1 0 0,0-1 1 0 0,-1 0 0 0 0,1 0 0 0 0,-1-1 0 0 0,1 0-1 0 0,-1-1 1 0 0,0 0 0 0 0,0 0 0 0 0,12-9 0 0 0,-19 12 8 0 0,1-1 1 0 0,-1 1 0 0 0,1-1 0 0 0,-1 1 0 0 0,1-1 0 0 0,-1 1-1 0 0,0-1 1 0 0,0 0 0 0 0,0 1 0 0 0,0-1 0 0 0,0 0 0 0 0,0 0 0 0 0,-1 0-1 0 0,1 0 1 0 0,-1 0 0 0 0,1 0 0 0 0,-1 0 0 0 0,1 0 0 0 0,-1 0-1 0 0,0 0 1 0 0,0 0 0 0 0,0 0 0 0 0,0 0 0 0 0,-1 0 0 0 0,1 0 0 0 0,0 0-1 0 0,-1 0 1 0 0,0 0 0 0 0,1 0 0 0 0,-1 1 0 0 0,0-1 0 0 0,0 0-1 0 0,0 0 1 0 0,0 0 0 0 0,0 1 0 0 0,0-1 0 0 0,-1 1 0 0 0,1-1 0 0 0,0 1-1 0 0,-1-1 1 0 0,0 1 0 0 0,-2-2 0 0 0,3 1 14 0 0,-1 1 1 0 0,0 0-1 0 0,0-1 1 0 0,0 1 0 0 0,0 0-1 0 0,1 0 1 0 0,-1 0-1 0 0,-1 0 1 0 0,1 0-1 0 0,0 1 1 0 0,0-1-1 0 0,0 1 1 0 0,0-1-1 0 0,0 1 1 0 0,-1 0-1 0 0,1 0 1 0 0,0 0-1 0 0,0 0 1 0 0,0 0-1 0 0,-1 0 1 0 0,1 1-1 0 0,0-1 1 0 0,0 1-1 0 0,0-1 1 0 0,0 1-1 0 0,0 0 1 0 0,0 0-1 0 0,0 0 1 0 0,0 0-1 0 0,0 0 1 0 0,0 0-1 0 0,0 1 1 0 0,0-1-1 0 0,1 1 1 0 0,-1-1-1 0 0,1 1 1 0 0,-1 0-1 0 0,-1 2 1 0 0,2-1-31 0 0,-1 0 1 0 0,1 0-1 0 0,0 0 1 0 0,0 0-1 0 0,0 0 1 0 0,1 0-1 0 0,-1 0 1 0 0,1 0-1 0 0,0 0 1 0 0,0 0-1 0 0,0 1 1 0 0,0-1-1 0 0,0 0 0 0 0,1 0 1 0 0,-1 0-1 0 0,1 0 1 0 0,0 0-1 0 0,0 0 1 0 0,0 0-1 0 0,0 0 1 0 0,0 0-1 0 0,1 0 1 0 0,0-1-1 0 0,-1 1 1 0 0,1-1-1 0 0,0 1 0 0 0,0-1 1 0 0,0 0-1 0 0,1 1 1 0 0,2 2-1 0 0,4 3-916 0 0,0 0-1 0 0,1-1 0 0 0,-1 0 0 0 0,1-1 1 0 0,1 0-1 0 0,-1 0 0 0 0,15 5 0 0 0,18 2-2671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8:22.5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42 144 0 0,'0'0'823'0'0,"11"-40"7508"0"0,-10 39-7833 0 0,0 1-469 0 0,0-1 0 0 0,0 1 0 0 0,0 0 0 0 0,0 0 0 0 0,0 0 0 0 0,0 0 0 0 0,0 0 1 0 0,0 1-1 0 0,0-1 0 0 0,0 0 0 0 0,0 0 0 0 0,0 1 0 0 0,0-1 0 0 0,0 0 1 0 0,0 1-1 0 0,0-1 0 0 0,0 1 0 0 0,0 0 0 0 0,0-1 0 0 0,0 1 0 0 0,-1-1 0 0 0,2 3 1 0 0,26 14 306 0 0,-28-17-332 0 0,8 9 68 0 0,1 0 0 0 0,-2 0 0 0 0,1 1 0 0 0,-1 0 0 0 0,-1 0 0 0 0,0 1 1 0 0,6 12-1 0 0,-6-9-10 0 0,-5-13-36 0 0,-1 0 0 0 0,0 0 0 0 0,1 0 0 0 0,-1 1 0 0 0,1-1 0 0 0,-1 0 0 0 0,1 0 0 0 0,0 0 0 0 0,-1 0 0 0 0,1 0 0 0 0,0 0 0 0 0,0 0 0 0 0,0 0 0 0 0,0 0 0 0 0,0 0 0 0 0,0 0 0 0 0,0-1 0 0 0,0 1 0 0 0,0 0 0 0 0,0-1 0 0 0,0 1 0 0 0,2 0 0 0 0,-2-2 20 0 0,1 0-1 0 0,-1 0 1 0 0,0 0 0 0 0,1 0-1 0 0,-1 0 1 0 0,0 0 0 0 0,0 0-1 0 0,0 0 1 0 0,0 0-1 0 0,0-1 1 0 0,0 1 0 0 0,0 0-1 0 0,1-3 1 0 0,10-14-156 0 0,-5 9 112 0 0,1 0 1 0 0,0 0-1 0 0,0 0 0 0 0,1 1 1 0 0,0 1-1 0 0,0-1 1 0 0,16-9-1 0 0,-22 16-10 0 0,0-1 0 0 0,1 1 0 0 0,-1 0 0 0 0,0 0 0 0 0,0 0 0 0 0,0 1 0 0 0,1-1 0 0 0,-1 1 1 0 0,0-1-1 0 0,1 1 0 0 0,-1 0 0 0 0,0 1 0 0 0,1-1 0 0 0,-1 0 0 0 0,0 1 0 0 0,0 0 0 0 0,1 0 0 0 0,-1 0 0 0 0,0 0 0 0 0,0 0 0 0 0,0 1 0 0 0,0-1 1 0 0,0 1-1 0 0,-1 0 0 0 0,1 0 0 0 0,0 0 0 0 0,-1 0 0 0 0,1 0 0 0 0,-1 0 0 0 0,0 1 0 0 0,3 4 0 0 0,27 35-1441 0 0,-3-1-4547 0 0,-17-28 3244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8:23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326 354 188 0 0,'6'3'391'0'0,"-1"1"0"0"0,0-1 0 0 0,-1 1 0 0 0,1 0 0 0 0,-1 0 0 0 0,0 1 0 0 0,0-1 0 0 0,0 1 0 0 0,0 0 0 0 0,-1 0 0 0 0,0 0 0 0 0,0 0 0 0 0,0 1 1 0 0,4 11-1 0 0,0 6 251 0 0,0 1 1 0 0,4 34 0 0 0,-3-17-78 0 0,-6-32-451 0 0,-1 1 1 0 0,0 0-1 0 0,0 0 1 0 0,-1 0 0 0 0,0-1-1 0 0,-1 1 1 0 0,0 0-1 0 0,-1 0 1 0 0,0-1-1 0 0,0 1 1 0 0,-1-1-1 0 0,-6 16 1 0 0,7-22-80 0 0,0 1 1 0 0,0-1-1 0 0,0 0 0 0 0,0 0 0 0 0,0 0 1 0 0,0 0-1 0 0,-1 0 0 0 0,0 0 1 0 0,1 0-1 0 0,-1-1 0 0 0,0 1 1 0 0,-1-1-1 0 0,1 0 0 0 0,0 0 1 0 0,0 0-1 0 0,-1-1 0 0 0,1 1 0 0 0,-1-1 1 0 0,0 0-1 0 0,1 0 0 0 0,-1 0 1 0 0,0 0-1 0 0,0 0 0 0 0,1-1 1 0 0,-1 0-1 0 0,0 0 0 0 0,0 0 1 0 0,0 0-1 0 0,1-1 0 0 0,-1 1 0 0 0,0-1 1 0 0,0 0-1 0 0,1 0 0 0 0,-5-2 1 0 0,-9-4 8 0 0,1 0 1 0 0,0-1 0 0 0,0-1 0 0 0,1-1-1 0 0,0 0 1 0 0,0-1 0 0 0,1-1 0 0 0,1 0 0 0 0,0 0-1 0 0,1-2 1 0 0,0 1 0 0 0,1-2 0 0 0,0 1-1 0 0,1-2 1 0 0,-9-19 0 0 0,8 15-30 0 0,1-1 0 0 0,1 0-1 0 0,1-1 1 0 0,1 0 0 0 0,1 0 0 0 0,1-1 0 0 0,1 1 0 0 0,1-1 0 0 0,1 0 0 0 0,1 0 0 0 0,3-37-1 0 0,-1 48-2 0 0,1 0 0 0 0,0 0-1 0 0,0 0 1 0 0,2 1-1 0 0,-1-1 1 0 0,2 1-1 0 0,-1-1 1 0 0,1 1-1 0 0,1 1 1 0 0,0-1 0 0 0,1 1-1 0 0,0 0 1 0 0,0 0-1 0 0,1 1 1 0 0,0 0-1 0 0,1 1 1 0 0,0-1-1 0 0,0 2 1 0 0,1-1 0 0 0,0 1-1 0 0,0 1 1 0 0,1 0-1 0 0,0 0 1 0 0,0 1-1 0 0,0 1 1 0 0,0 0-1 0 0,1 0 1 0 0,0 1 0 0 0,18-3-1 0 0,-10 5-7 0 0,0 0 0 0 0,0 1-1 0 0,1 1 1 0 0,-1 1 0 0 0,0 1-1 0 0,0 1 1 0 0,-1 1 0 0 0,1 0-1 0 0,-1 1 1 0 0,0 1 0 0 0,-1 1 0 0 0,0 1-1 0 0,31 20 1 0 0,11 12 70 0 0,-3 3 0 0 0,79 77 1 0 0,-81-71-14 0 0,-44-40-49 0 0,40 35 65 0 0,-2 3-1 0 0,78 96 1 0 0,-123-139-84 0 0,0 0 0 0 0,-1 0 0 0 0,0 0 1 0 0,0 0-1 0 0,-1 0 0 0 0,1 1 0 0 0,-1 0 1 0 0,0-1-1 0 0,-1 1 0 0 0,1 0 0 0 0,-1 0 1 0 0,0 0-1 0 0,0 11 0 0 0,-2-14-83 0 0,0 1 0 0 0,0 0 0 0 0,0 0 0 0 0,0 0 0 0 0,-1 0 0 0 0,1-1 0 0 0,-1 1 0 0 0,0-1 0 0 0,0 1 0 0 0,0-1 0 0 0,-1 0 0 0 0,1 0-1 0 0,-1 0 1 0 0,0 0 0 0 0,0 0 0 0 0,0 0 0 0 0,0-1 0 0 0,0 1 0 0 0,0-1 0 0 0,-1 0 0 0 0,-4 2 0 0 0,-2 1-814 0 0,-1 0-1 0 0,0-1 1 0 0,0 0-1 0 0,0-1 1 0 0,-14 3-1 0 0,20-5 373 0 0,-31 7-2312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8:23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71 576 0 0,'30'-12'2759'0'0,"13"-2"-1784"0"0,1 2-1 0 0,1 2 1 0 0,0 1 0 0 0,59-2 0 0 0,89 9-5813 0 0,-167 3 2943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8:23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23 56 0 0,'-2'-2'848'0'0,"-3"-1"-533"0"0,1 0 0 0 0,-1 1-1 0 0,0 0 1 0 0,1 0 0 0 0,-1 0-1 0 0,0 0 1 0 0,0 1 0 0 0,0 0 0 0 0,-1 0-1 0 0,1 0 1 0 0,0 0 0 0 0,0 1-1 0 0,-11 1 1 0 0,7-1-2 0 0,0 2-1 0 0,0-1 1 0 0,0 1 0 0 0,0 1-1 0 0,0-1 1 0 0,0 2 0 0 0,0-1-1 0 0,-8 6 1 0 0,11-6-168 0 0,0 0 0 0 0,1 1 0 0 0,0 0 0 0 0,0 0 0 0 0,0 0 0 0 0,0 0 0 0 0,1 1 0 0 0,-1 0 0 0 0,1 0 1 0 0,0 0-1 0 0,-5 10 0 0 0,7-11-86 0 0,0 0 0 0 0,1 0 0 0 0,0 0 1 0 0,0 0-1 0 0,0 0 0 0 0,0 0 0 0 0,1 0 1 0 0,-1 0-1 0 0,1 0 0 0 0,0 0 0 0 0,0 0 1 0 0,1 1-1 0 0,-1-1 0 0 0,1 0 0 0 0,0 0 1 0 0,0 0-1 0 0,0 0 0 0 0,1 0 0 0 0,2 6 1 0 0,-1-5-120 0 0,0 0 0 0 0,0-1 0 0 0,1 1 1 0 0,-1-1-1 0 0,1 1 0 0 0,0-1 0 0 0,0 0 0 0 0,0 0 1 0 0,1-1-1 0 0,0 1 0 0 0,-1-1 0 0 0,1 0 0 0 0,8 3 1 0 0,1 0-1348 0 0,1 0 1 0 0,-1-2 0 0 0,28 6 0 0 0,-14-5-1174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8:24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267 343 244 0 0,'-29'-15'2742'0'0,"18"11"-2209"0"0,1 2 0 0 0,-1-1 0 0 0,0 2 0 0 0,0-1 0 0 0,0 1 1 0 0,0 1-1 0 0,0 0 0 0 0,-1 1 0 0 0,1 0 0 0 0,0 0 1 0 0,-17 5-1 0 0,24-5-449 0 0,-1 0 0 0 0,0 1 0 0 0,1-1 0 0 0,0 1 0 0 0,-1 0 0 0 0,1 0 0 0 0,0 1 0 0 0,0-1 0 0 0,0 1 1 0 0,0 0-1 0 0,0 0 0 0 0,1 0 0 0 0,0 0 0 0 0,-1 1 0 0 0,1-1 0 0 0,0 1 0 0 0,1 0 0 0 0,-1 0 0 0 0,1 0 0 0 0,-1 0 1 0 0,1 1-1 0 0,0-1 0 0 0,1 0 0 0 0,-1 1 0 0 0,1 0 0 0 0,0-1 0 0 0,0 1 0 0 0,0 0 0 0 0,1 6 0 0 0,0-4-39 0 0,1 0 0 0 0,1-1 1 0 0,0 1-1 0 0,-1-1 0 0 0,2 1 0 0 0,-1-1 0 0 0,1 0 0 0 0,0 0 0 0 0,0 0 0 0 0,1 0 0 0 0,0 0 0 0 0,0-1 0 0 0,0 0 0 0 0,1 1 0 0 0,-1-2 0 0 0,1 1 0 0 0,0 0 0 0 0,1-1 0 0 0,-1 0 0 0 0,13 6 0 0 0,3 3-3 0 0,2-1 1 0 0,-1-2-1 0 0,2 0 1 0 0,30 9-1 0 0,-19-10-54 0 0,0-1 0 0 0,1-2 0 0 0,-1-2 0 0 0,1-1 0 0 0,69-3 0 0 0,-77-2 5 0 0,1-1 0 0 0,-1-1 0 0 0,0-2 0 0 0,0-1-1 0 0,-1-1 1 0 0,0-1 0 0 0,51-25 0 0 0,-63 25 67 0 0,1 0-1 0 0,-2-1 1 0 0,26-22-1 0 0,-35 27 17 0 0,0 0-1 0 0,0 0 0 0 0,-1-1 1 0 0,1 1-1 0 0,-1-1 0 0 0,-1 0 0 0 0,1 0 1 0 0,-1-1-1 0 0,0 1 0 0 0,-1 0 0 0 0,1-1 1 0 0,1-10-1 0 0,-4 15-60 0 0,0 0 0 0 0,0 0 0 0 0,-1 0 0 0 0,1 0 0 0 0,-1 0 0 0 0,1 0 0 0 0,-1 0 0 0 0,0 0 0 0 0,0 1 0 0 0,0-1 0 0 0,0 0 0 0 0,0 0 0 0 0,0 1 0 0 0,0-1 0 0 0,-1 1 0 0 0,1-1 0 0 0,0 1 0 0 0,-1 0 0 0 0,1-1 0 0 0,-1 1 0 0 0,0 0 0 0 0,1 0 0 0 0,-1 0 0 0 0,-3-1 0 0 0,3 0-11 0 0,0 1 0 0 0,-1 0 1 0 0,1-1-1 0 0,-1 1 1 0 0,0 0-1 0 0,1 1 1 0 0,-1-1-1 0 0,0 0 0 0 0,0 1 1 0 0,1-1-1 0 0,-1 1 1 0 0,0 0-1 0 0,0 0 1 0 0,0 0-1 0 0,0 0 0 0 0,1 1 1 0 0,-1-1-1 0 0,-3 2 1 0 0,3-1-4 0 0,2-1-2 0 0,-1 1 1 0 0,0-1-1 0 0,0 1 0 0 0,0 0 1 0 0,1 0-1 0 0,-1 0 0 0 0,0 0 1 0 0,1 0-1 0 0,-1 0 1 0 0,0 0-1 0 0,1 0 0 0 0,0 0 1 0 0,-1 1-1 0 0,1-1 0 0 0,0 1 1 0 0,-1-1-1 0 0,1 1 0 0 0,0 0 1 0 0,0-1-1 0 0,1 1 1 0 0,-1 0-1 0 0,0 0 0 0 0,0-1 1 0 0,1 1-1 0 0,-1 0 0 0 0,1 0 1 0 0,0 0-1 0 0,-1 0 0 0 0,1 0 1 0 0,0 0-1 0 0,0 0 1 0 0,0 0-1 0 0,0-1 0 0 0,1 1 1 0 0,-1 0-1 0 0,0 0 0 0 0,1 0 1 0 0,0 0-1 0 0,-1 0 1 0 0,1-1-1 0 0,0 1 0 0 0,1 2 1 0 0,1 0-11 0 0,0 0 0 0 0,1 0-1 0 0,-1 0 1 0 0,1 0 0 0 0,0 0 0 0 0,0-1 0 0 0,0 0 0 0 0,0 0 0 0 0,1 0 0 0 0,-1-1 0 0 0,1 1 0 0 0,0-1 0 0 0,-1 0 0 0 0,1 0 0 0 0,0-1-1 0 0,0 1 1 0 0,8 0 0 0 0,8 2-86 0 0,0-2 1 0 0,40 1-1 0 0,-46-4 136 0 0,0 0 1 0 0,-1-2 0 0 0,1 0-1 0 0,0 0 1 0 0,-1-2-1 0 0,0 1 1 0 0,0-2 0 0 0,-1 0-1 0 0,1-1 1 0 0,-1 0 0 0 0,-1-1-1 0 0,1 0 1 0 0,-1-1-1 0 0,-1 0 1 0 0,1-1 0 0 0,-2 0-1 0 0,14-17 1 0 0,-23 26-27 0 0,-1 1 1 0 0,0 0-1 0 0,0 0 0 0 0,0-1 1 0 0,0 1-1 0 0,0 0 0 0 0,1 0 1 0 0,-1-1-1 0 0,0 1 0 0 0,0 0 1 0 0,0 0-1 0 0,1 0 0 0 0,-1 0 1 0 0,0-1-1 0 0,0 1 0 0 0,0 0 1 0 0,1 0-1 0 0,-1 0 0 0 0,0 0 1 0 0,0 0-1 0 0,1 0 0 0 0,-1 0 1 0 0,0 0-1 0 0,1-1 0 0 0,-1 1 0 0 0,0 0 1 0 0,0 0-1 0 0,1 0 0 0 0,-1 0 1 0 0,0 0-1 0 0,0 0 0 0 0,1 1 1 0 0,-1-1-1 0 0,0 0 0 0 0,0 0 1 0 0,1 0-1 0 0,-1 0 0 0 0,0 0 1 0 0,1 0-1 0 0,5 13 102 0 0,-1 15-89 0 0,-27 454 337 0 0,18-417 2686 0 0,1-71-2753 0 0,-2-6-179 0 0,1 1 0 0 0,0 0 0 0 0,1-1 0 0 0,0 0 0 0 0,1 0 0 0 0,0 0 1 0 0,1 0-1 0 0,0 0 0 0 0,1 0 0 0 0,2-15 0 0 0,1 8-44 0 0,0 0 0 0 0,1 0 0 0 0,1 0 0 0 0,1 1 0 0 0,1 0-1 0 0,10-20 1 0 0,-5 15-85 0 0,1 0 0 0 0,1 1 0 0 0,1 1 0 0 0,1 0-1 0 0,1 1 1 0 0,0 0 0 0 0,2 2 0 0 0,0 0 0 0 0,43-30 0 0 0,-48 40-52 0 0,1-1 0 0 0,0 2 0 0 0,0 0 1 0 0,1 1-1 0 0,0 0 0 0 0,0 1 0 0 0,20-3 1 0 0,-30 7-7 0 0,-1 0 0 0 0,1 0 1 0 0,0 0-1 0 0,0 1 0 0 0,0 0 1 0 0,0 1-1 0 0,0-1 0 0 0,0 1 1 0 0,0 0-1 0 0,0 0 0 0 0,0 1 1 0 0,0 0-1 0 0,-1 0 0 0 0,1 0 1 0 0,-1 1-1 0 0,1 0 0 0 0,-1 0 0 0 0,0 0 1 0 0,0 1-1 0 0,-1-1 0 0 0,1 1 1 0 0,-1 0-1 0 0,5 5 0 0 0,-7-6 13 0 0,0 0-1 0 0,0 1 0 0 0,0-1 0 0 0,-1 0 0 0 0,1 1 1 0 0,-1-1-1 0 0,0 1 0 0 0,0 0 0 0 0,0-1 0 0 0,0 1 1 0 0,-1 0-1 0 0,1 0 0 0 0,-1-1 0 0 0,0 1 0 0 0,0 0 1 0 0,-1 0-1 0 0,1-1 0 0 0,-1 1 0 0 0,0 0 0 0 0,0 0 1 0 0,0-1-1 0 0,0 1 0 0 0,0-1 0 0 0,-1 1 0 0 0,0-1 1 0 0,1 0-1 0 0,-4 4 0 0 0,-1 3-80 0 0,-1-1-1 0 0,0 0 1 0 0,0 0-1 0 0,-1-1 1 0 0,0 0 0 0 0,-1-1-1 0 0,-16 12 1 0 0,13-8-569 0 0,36-23 523 0 0,46-26 88 0 0,-19 5 30 0 0,-1-2 0 0 0,-2-2 0 0 0,65-64-1 0 0,-90 76 318 0 0,0 0-1 0 0,-2-1 1 0 0,-1 0-1 0 0,-1-2 1 0 0,-2-1 0 0 0,0 0-1 0 0,24-61 1 0 0,-27 34 1535 0 0,-13 55-1487 0 0,3-12 182 0 0,-1 7-255 0 0,-3 8 397 0 0,-13 116-449 0 0,-6 116 32 0 0,20-14 14 0 0,-1-218-364 0 0,2 5-292 0 0,1 3-2101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8:25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1012 0 0,'25'-7'3592'0'0,"189"-30"5328"0"0,-107 31-9209 0 0,3 13-7262 0 0,-99-5 4351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8:27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0 938 460 0 0,'0'0'7045'0'0,"6"-3"-6595"0"0,16-6 158 0 0,-1-2-1 0 0,32-21 0 0 0,2-9 24 0 0,-2-3 1 0 0,78-81-1 0 0,-111 104-550 0 0,-2-1 0 0 0,-1-1-1 0 0,0 0 1 0 0,-2-1 0 0 0,0-1-1 0 0,-2 0 1 0 0,-1-1 0 0 0,-1-1-1 0 0,8-30 1 0 0,-16 47-39 0 0,-1 0 1 0 0,-1 0 0 0 0,1-1-1 0 0,-2 1 1 0 0,1 0-1 0 0,-1 0 1 0 0,-3-18 0 0 0,2 27-32 0 0,-1-4-18 0 0,2 5 7 0 0,0 0-1 0 0,1 0 0 0 0,-1-1 1 0 0,0 1-1 0 0,0 0 1 0 0,0-1-1 0 0,-1 1 1 0 0,1 0-1 0 0,0 0 1 0 0,0-1-1 0 0,0 1 1 0 0,0 0-1 0 0,0 0 0 0 0,0-1 1 0 0,0 1-1 0 0,0 0 1 0 0,0 0-1 0 0,-1-1 1 0 0,1 1-1 0 0,0 0 1 0 0,0 0-1 0 0,0 0 1 0 0,0-1-1 0 0,-1 1 1 0 0,1 0-1 0 0,0 0 0 0 0,0 0 1 0 0,-1 0-1 0 0,1-1 1 0 0,0 1-1 0 0,0 0 1 0 0,-1 0-1 0 0,1 0 1 0 0,0 0-1 0 0,0 0 1 0 0,-1 0-1 0 0,1 0 1 0 0,0 0-1 0 0,0 0 0 0 0,-1 0 1 0 0,1 0-1 0 0,0 0 1 0 0,-1 0-1 0 0,1 0 1 0 0,0 0-1 0 0,0 0 1 0 0,-1 0-1 0 0,-9 6-8 0 0,0 1 0 0 0,1-1 0 0 0,0 2 0 0 0,0-1 0 0 0,0 2 0 0 0,1-1 0 0 0,0 1 0 0 0,1 0 0 0 0,0 0 0 0 0,0 1 0 0 0,1 0 0 0 0,-8 17 0 0 0,-3 8-15 0 0,2 0 0 0 0,-18 62 0 0 0,29-81 21 0 0,1 0-1 0 0,1 0 0 0 0,0 1 0 0 0,1-1 0 0 0,1 0 1 0 0,0 1-1 0 0,5 28 0 0 0,-4-36 9 0 0,1 0 0 0 0,0 0 1 0 0,0 0-1 0 0,1-1 0 0 0,0 1 0 0 0,1-1 0 0 0,-1 0 0 0 0,2 0 0 0 0,-1 0 1 0 0,1-1-1 0 0,0 0 0 0 0,1 0 0 0 0,0 0 0 0 0,0 0 0 0 0,12 9 0 0 0,-15-14 10 0 0,1 0 0 0 0,0 0 0 0 0,0-1-1 0 0,0 1 1 0 0,0-1 0 0 0,0 0-1 0 0,0 0 1 0 0,0-1 0 0 0,0 1 0 0 0,1-1-1 0 0,-1 0 1 0 0,0 0 0 0 0,0 0-1 0 0,0 0 1 0 0,0-1 0 0 0,1 0 0 0 0,-1 0-1 0 0,0 0 1 0 0,0 0 0 0 0,0-1-1 0 0,4-2 1 0 0,4-1 29 0 0,0-1 1 0 0,-1-1-1 0 0,0 0 1 0 0,0 0-1 0 0,15-14 1 0 0,2-7 5 0 0,-1-1-1 0 0,-1-1 1 0 0,-1-1 0 0 0,-2-1 0 0 0,-2-2 0 0 0,0 0 0 0 0,21-51 0 0 0,-10 8-9 0 0,-4-2 1 0 0,27-121-1 0 0,-50 179 20 0 0,-1-1 1 0 0,-1 0 0 0 0,-1 0-1 0 0,-1 0 1 0 0,-2-24-1 0 0,1 44-43 0 0,0 1-21 0 0,0 1 1 0 0,0 0 0 0 0,0 0-1 0 0,0 0 1 0 0,0 0 0 0 0,1 0 0 0 0,-1-1-1 0 0,0 1 1 0 0,0 0 0 0 0,0 0-1 0 0,0 0 1 0 0,0 0 0 0 0,0-1 0 0 0,0 1-1 0 0,0 0 1 0 0,0 0 0 0 0,0 0-1 0 0,0-1 1 0 0,0 1 0 0 0,0 0 0 0 0,0 0-1 0 0,0 0 1 0 0,0 0 0 0 0,0-1-1 0 0,0 1 1 0 0,0 0 0 0 0,0 0 0 0 0,0 0-1 0 0,0-1 1 0 0,0 1 0 0 0,0 0-1 0 0,-1 0 1 0 0,1 0 0 0 0,0 0 0 0 0,0 0-1 0 0,0-1 1 0 0,0 1 0 0 0,0 0-1 0 0,0 0 1 0 0,-1 0 0 0 0,1 0 0 0 0,0 0-1 0 0,0 0 1 0 0,0 0 0 0 0,0-1-1 0 0,-1 1 1 0 0,1 0 0 0 0,0 0 0 0 0,0 0-1 0 0,-1 0 1 0 0,-4 14-5 0 0,0-1 1 0 0,0 2-1 0 0,2-1 0 0 0,0 0 1 0 0,0 1-1 0 0,1-1 0 0 0,1 1 1 0 0,0-1-1 0 0,1 1 1 0 0,3 22-1 0 0,5 26-4 0 0,18 67 1 0 0,-21-106 15 0 0,38 213 28 0 0,-40-206-28 0 0,-1 0 0 0 0,-1-1 0 0 0,-2 1 0 0 0,-1 0 0 0 0,-11 54 1 0 0,-16 4 55 0 0,29-88-35 0 0,0 1-19 0 0,-2 6 4 0 0,2-6 40 0 0,-2 4-55 0 0,2-5-3 0 0,14-19 1085 0 0,-10 13-1067 0 0,-1-2-2 0 0,8-8-2 0 0,19-17-5 0 0,-17 19-13 0 0,0 1 0 0 0,1 1 0 0 0,1 0 1 0 0,0 0-1 0 0,0 2 0 0 0,1 0 0 0 0,0 1 1 0 0,1 0-1 0 0,0 2 0 0 0,0 0 0 0 0,0 0 0 0 0,27-3 1 0 0,-42 8 0 0 0,1 1 0 0 0,0 0 0 0 0,-1 0 0 0 0,1 1 0 0 0,-1-1 0 0 0,1 0 0 0 0,0 1 0 0 0,-1-1 0 0 0,1 1 0 0 0,-1 0 0 0 0,1 0 0 0 0,-1 0 1 0 0,0 0-1 0 0,1 1 0 0 0,-1-1 0 0 0,0 0 0 0 0,0 1 0 0 0,0 0 0 0 0,0 0 0 0 0,0-1 0 0 0,0 1 0 0 0,0 0 0 0 0,-1 0 0 0 0,1 1 0 0 0,-1-1 0 0 0,1 0 0 0 0,-1 0 0 0 0,0 1 1 0 0,0-1-1 0 0,0 1 0 0 0,0-1 0 0 0,0 1 0 0 0,0 3 0 0 0,1 3-19 0 0,0 0 0 0 0,0 0 0 0 0,-1 1 0 0 0,-1-1 0 0 0,1 0 0 0 0,-2 1 0 0 0,-1 15 0 0 0,0-17 7 0 0,0 0-1 0 0,0-1 1 0 0,-1 1 0 0 0,0 0 0 0 0,0-1 0 0 0,-9 14 0 0 0,4-6-16 0 0,7-13 31 0 0,-1 1 47 0 0,2-3-38 0 0,0 0 0 0 0,0 0 0 0 0,0 0 0 0 0,1 0 0 0 0,-1 0 0 0 0,0 0 0 0 0,0 0 0 0 0,0 0 0 0 0,0 1 0 0 0,0-1 0 0 0,0 0 0 0 0,0 0 0 0 0,0 0 0 0 0,0 0 0 0 0,0 0 0 0 0,0 0 0 0 0,0 0 0 0 0,0 0 0 0 0,0 0 0 0 0,0 0 0 0 0,0 1 0 0 0,0-1 0 0 0,0 0 0 0 0,0 0 0 0 0,0 0 0 0 0,0 0 0 0 0,0 0 0 0 0,0 0 0 0 0,0 0 0 0 0,0 0 0 0 0,0 0 0 0 0,0 1 0 0 0,0-1 0 0 0,0 0 0 0 0,0 0 0 0 0,0 0 0 0 0,0 0 0 0 0,0 0 0 0 0,0 0 0 0 0,0 0 0 0 0,0 0 0 0 0,0 0 0 0 0,0 0 0 0 0,0 1 0 0 0,0-1 0 0 0,0 0 0 0 0,0 0 0 0 0,-1 0 0 0 0,39-26-180 0 0,-1-2-1 0 0,43-42 1 0 0,34-27 345 0 0,-112 96-109 0 0,-7 4-30 0 0,1 0 0 0 0,0 1 1 0 0,0-1-1 0 0,0 1 0 0 0,1 0 0 0 0,-1 0 1 0 0,1 0-1 0 0,0 1 0 0 0,0-1 1 0 0,1 1-1 0 0,-1-1 0 0 0,1 1 0 0 0,0 0 1 0 0,0 0-1 0 0,-2 9 0 0 0,4-11-11 0 0,-1-1-1 0 0,1 1 1 0 0,0 0-1 0 0,0 0 0 0 0,1-1 1 0 0,-1 1-1 0 0,0 0 1 0 0,1-1-1 0 0,-1 1 1 0 0,1-1-1 0 0,0 1 0 0 0,0-1 1 0 0,0 1-1 0 0,0-1 1 0 0,1 1-1 0 0,-1-1 0 0 0,1 0 1 0 0,-1 0-1 0 0,1 0 1 0 0,0 0-1 0 0,0 0 1 0 0,0 0-1 0 0,0 0 0 0 0,0 0 1 0 0,0-1-1 0 0,0 1 1 0 0,0-1-1 0 0,1 0 0 0 0,-1 0 1 0 0,1 1-1 0 0,4 0 1 0 0,10 4-244 0 0,-1 0 0 0 0,1-1 0 0 0,28 4-1 0 0,-41-8 101 0 0,24 3-2409 0 0,1-1 0 0 0,45-1 0 0 0,-28-5-1135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1T05:38:28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138 453 564,'3'-21'9520,"-14"50"-7656,-13 55-1994,-3 80 1034,-6 24 12,20-146 1354,10-48-2063,-3-4-148,2-1 0,0 0-1,0 0 1,1-1 0,0 1-1,1-1 1,0 0 0,1 0-1,0-21 1,2-11-138,9-60 0,2 26-180,2 0 0,5 1 1,2 1-1,4 1 1,46-95-1,-60 147 11,1 0 0,20-26-1,-31 48 67,3 16-383,-3-13 556,0-1 0,0 0 0,-1 1 0,1-1 0,-1 1 0,0-1 0,1 1 0,-1-1 0,0 1 0,0-1 0,0 1 0,0-1 0,0 4 0,-23 118-293,13-79 229,1 1-1,3 0 1,-2 72 0,9-104 80,-1-1 0,2 0 0,0 1 0,0-1 1,1 0-1,0 0 0,1 0 0,1-1 0,0 1 0,0-1 1,1 0-1,0-1 0,1 1 0,0-1 0,1-1 0,0 1 1,18 15-1,-8-11 44,1 0 1,0-1-1,1-1 1,1-1-1,0-1 1,0-1-1,44 13 1,-44-17-484,0-1-1,0-1 1,32 1 0,-37-4-901,1-1 0,0 0 1,-1-1-1,30-8 0,-21 1-1442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8:29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1 268 536 0 0,'24'21'3174'0'0,"-13"-21"-2893"0"0,0 0 0 0 0,1 0 0 0 0,-1-1 1 0 0,0 0-1 0 0,0-1 0 0 0,0 0 0 0 0,0-1 0 0 0,0 0 1 0 0,0-1-1 0 0,-1 0 0 0 0,1-1 0 0 0,-1 0 1 0 0,0-1-1 0 0,-1 0 0 0 0,1 0 0 0 0,-1-1 0 0 0,-1 0 1 0 0,16-15-1 0 0,-20 16-199 0 0,-1 1-1 0 0,1-1 1 0 0,-1 1 0 0 0,0-1 0 0 0,0 0 0 0 0,0 0 0 0 0,-1-1-1 0 0,0 1 1 0 0,0 0 0 0 0,-1-1 0 0 0,0 1 0 0 0,0-1 0 0 0,0 1-1 0 0,-1-1 1 0 0,0 0 0 0 0,0 1 0 0 0,-1-1 0 0 0,1 1-1 0 0,-1-1 1 0 0,-1 1 0 0 0,0-1 0 0 0,0 1 0 0 0,0 0 0 0 0,0 0-1 0 0,-1 0 1 0 0,0 0 0 0 0,0 0 0 0 0,-7-9 0 0 0,8 14-72 0 0,1 0 0 0 0,0-1 1 0 0,-1 1-1 0 0,1 0 1 0 0,0 0-1 0 0,-1 0 0 0 0,0 0 1 0 0,1 0-1 0 0,-1 0 0 0 0,1 0 1 0 0,-1 1-1 0 0,0-1 1 0 0,0 0-1 0 0,1 1 0 0 0,-1 0 1 0 0,0-1-1 0 0,0 1 0 0 0,0 0 1 0 0,0 0-1 0 0,1 0 1 0 0,-1 0-1 0 0,0 0 0 0 0,0 0 1 0 0,0 1-1 0 0,1-1 0 0 0,-1 1 1 0 0,0-1-1 0 0,0 1 1 0 0,1 0-1 0 0,-1-1 0 0 0,0 1 1 0 0,1 0-1 0 0,-1 0 0 0 0,1 0 1 0 0,-3 2-1 0 0,-1 1 3 0 0,0 0 0 0 0,0 1 0 0 0,1-1 0 0 0,-1 1 0 0 0,1 0 0 0 0,0 0 0 0 0,0 0 0 0 0,-3 8 0 0 0,3-4-8 0 0,0 0 1 0 0,1 0 0 0 0,1 1-1 0 0,0-1 1 0 0,0 0-1 0 0,0 1 1 0 0,1 0 0 0 0,1-1-1 0 0,0 1 1 0 0,0 0-1 0 0,1-1 1 0 0,0 1-1 0 0,0-1 1 0 0,1 1 0 0 0,1-1-1 0 0,0 0 1 0 0,0 0-1 0 0,0 0 1 0 0,1 0 0 0 0,1 0-1 0 0,-1-1 1 0 0,2 0-1 0 0,-1 0 1 0 0,1 0 0 0 0,9 10-1 0 0,-8-10-96 0 0,0 0 1 0 0,1-1-1 0 0,-1 0 0 0 0,1 0 0 0 0,1-1 0 0 0,-1 0 1 0 0,1 0-1 0 0,0-1 0 0 0,0 0 0 0 0,1-1 1 0 0,-1 0-1 0 0,1-1 0 0 0,0 1 0 0 0,0-2 0 0 0,0 0 1 0 0,1 0-1 0 0,-1 0 0 0 0,0-2 0 0 0,1 1 0 0 0,-1-1 1 0 0,1-1-1 0 0,-1 0 0 0 0,15-3 0 0 0,-19 2 33 0 0,0 0 0 0 0,1-1 0 0 0,-1 0 0 0 0,0 0 0 0 0,0-1 0 0 0,0 0 0 0 0,-1 0-1 0 0,1 0 1 0 0,-1 0 0 0 0,0-1 0 0 0,0 0 0 0 0,-1 0 0 0 0,0-1 0 0 0,7-10 0 0 0,2-6 172 0 0,0-1 1 0 0,14-40 0 0 0,-5 10 1244 0 0,-5 32 82 0 0,-17 20-1414 0 0,1 1 0 0 0,-1 0 1 0 0,0 0-1 0 0,1 0 0 0 0,-1 0 0 0 0,1-1 1 0 0,-1 1-1 0 0,1 0 0 0 0,0 0 0 0 0,-1 0 0 0 0,1 0 1 0 0,-1 0-1 0 0,1 0 0 0 0,-1 0 0 0 0,1 0 1 0 0,-1 1-1 0 0,1-1 0 0 0,-1 0 0 0 0,1 0 1 0 0,-1 0-1 0 0,1 0 0 0 0,-1 1 0 0 0,0-1 1 0 0,1 0-1 0 0,-1 1 0 0 0,1-1 0 0 0,-1 0 0 0 0,1 1 1 0 0,2 3 18 0 0,0 0 0 0 0,0 1 1 0 0,0-1-1 0 0,-1 1 1 0 0,0-1-1 0 0,0 1 0 0 0,3 9 1 0 0,4 17 30 0 0,0 1 0 0 0,-3 1 0 0 0,0-1 0 0 0,1 43 1 0 0,-7 129 135 0 0,0-193-199 0 0,-26 274 272 0 0,14-189-220 0 0,9-64-37 0 0,-2-1 1 0 0,-13 42-1 0 0,17-65 7 0 0,-2-1-1 0 0,1 0 1 0 0,-1 0-1 0 0,0-1 1 0 0,0 1-1 0 0,0 0 1 0 0,-1-1-1 0 0,0 0 1 0 0,-1 0-1 0 0,1 0 1 0 0,-1-1-1 0 0,-1 1 1 0 0,1-1-1 0 0,0 0 1 0 0,-1-1-1 0 0,-8 6 1 0 0,10-8-6 0 0,0-1-1 0 0,0 1 1 0 0,-1-1 0 0 0,1 0 0 0 0,0 0 0 0 0,0 0 0 0 0,-1-1-1 0 0,1 1 1 0 0,0-1 0 0 0,-1 0 0 0 0,1-1 0 0 0,0 1 0 0 0,-1-1 0 0 0,1 1-1 0 0,-5-3 1 0 0,1 1 6 0 0,1-1 0 0 0,-1-1 0 0 0,1 1 0 0 0,0-1 0 0 0,0-1-1 0 0,0 1 1 0 0,-10-10 0 0 0,5 3-63 0 0,0-1 0 0 0,1 0-1 0 0,0-1 1 0 0,1-1 0 0 0,1 1 0 0 0,0-1 0 0 0,-9-20-1 0 0,10 13-297 0 0,0 0 0 0 0,1 0 0 0 0,2-1 0 0 0,0 0 0 0 0,1 0 0 0 0,-1-42 0 0 0,5 20-2164 0 0,2 0-1 0 0,11-66 1 0 0,-2 43-759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8:29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51 368 0 0,'-10'-50'10427'0'0,"13"50"-10888"0"0,-1-1 1 0 0,1 1-1 0 0,-1 0 0 0 0,1 0 1 0 0,0 1-1 0 0,-1-1 0 0 0,1 1 0 0 0,-1-1 1 0 0,0 1-1 0 0,1 0 0 0 0,-1 0 1 0 0,4 1-1 0 0,-4-1 263 0 0,9 3-2394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8:30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52 196 0 0,'0'0'754'0'0,"21"14"2589"0"0,-2-16-2783 0 0,-1-1-1 0 0,1 0 1 0 0,-1-1 0 0 0,0-1 0 0 0,0-1-1 0 0,-1-1 1 0 0,0 0 0 0 0,21-12-1 0 0,-18 9 1633 0 0,-23 14-2150 0 0,-11 17-78 0 0,13-19-17 0 0,0 0 0 0 0,1-1 0 0 0,-1 1 0 0 0,1 0 0 0 0,0-1 0 0 0,-1 1 0 0 0,1 0 0 0 0,0-1 0 0 0,0 1 1 0 0,0 0-1 0 0,0 0 0 0 0,0-1 0 0 0,1 1 0 0 0,-1 0 0 0 0,2 2 0 0 0,-1 0-96 0 0,1-1 0 0 0,0 0 0 0 0,0 0 0 0 0,1 0 0 0 0,-1-1 0 0 0,0 1 0 0 0,1-1 0 0 0,0 1 0 0 0,0-1-1 0 0,-1 0 1 0 0,1 0 0 0 0,1 0 0 0 0,-1 0 0 0 0,0-1 0 0 0,6 3 0 0 0,-2-1-495 0 0,0-1 0 0 0,0 0 0 0 0,0-1 1 0 0,0 0-1 0 0,0 0 0 0 0,8 0 0 0 0,4-1-1489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8:30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1 463 32 0 0,'7'-5'1160'0'0,"-4"2"-198"0"0,0 0 0 0 0,0 1-1 0 0,1-1 1 0 0,-1 1 0 0 0,1 0 0 0 0,0 0 0 0 0,0 0 0 0 0,5-2 0 0 0,34 15-3 0 0,33-6-655 0 0,-30-6-212 0 0,21-9-29 0 0,-59 8-53 0 0,0-1 1 0 0,0 1 0 0 0,0-1 0 0 0,0-1-1 0 0,-1 1 1 0 0,1-2 0 0 0,-1 1 0 0 0,0-1-1 0 0,0 0 1 0 0,0 0 0 0 0,-1-1 0 0 0,0 1-1 0 0,0-2 1 0 0,0 1 0 0 0,-1-1 0 0 0,0 1-1 0 0,0-1 1 0 0,-1-1 0 0 0,0 1 0 0 0,4-10-1 0 0,-1-3 280 0 0,-1 1 0 0 0,-1-1 0 0 0,0 0 0 0 0,-2 0 0 0 0,0-1 0 0 0,-2 1 0 0 0,0-1 0 0 0,-1 1 0 0 0,-1-1 0 0 0,-1 1 0 0 0,-1-1-1 0 0,-10-38 1 0 0,6 40 1858 0 0,4 17-895 0 0,4 33-578 0 0,12 59-666 0 0,-5-57 195 0 0,1-2 0 0 0,26 60 0 0 0,-3-9-1075 0 0,-26-62-528 0 0,0-1 0 0 0,3 28 0 0 0,-10-16-3849 0 0,-1-26 2388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8:30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27 492 0 0,'0'0'1092'0'0,"10"-2"1664"0"0,-1-5-1283 0 0,3 1-845 0 0,-4 2 312 0 0,16-1-740 0 0,-14 5-224 0 0,8 0-268 0 0,-4 0-264 0 0,3 0-564 0 0,2-2-1213 0 0,-1 4 537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1T05:38:31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44 20066,'0'0'405,"1"-5"-259,-1 6-483,3-26 2080,-4 11-4261,-24 13-13295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02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1 440 0 0,'0'0'4140'0'0,"8"1"-1923"0"0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1044 0 0,'0'0'4601'0'0,"18"-8"-4161"0"0,1 11-624 0 0,3 1-2853 0 0,-4-3 1461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0 372 0 0,'1'4'2535'0'0,"2"1"1849"0"0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10:20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1 824 0 0,'0'12'2168'0'0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9:01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1129 150 820 0 0,'-13'-51'5747'0'0,"11"44"-5318"0"0,-1 1 0 0 0,-1-1-1 0 0,1 1 1 0 0,-1-1 0 0 0,0 1-1 0 0,0 0 1 0 0,-1 0 0 0 0,0 1 0 0 0,0 0-1 0 0,0 0 1 0 0,0 0 0 0 0,-13-8-1 0 0,12 10-386 0 0,0 1-1 0 0,0 0 1 0 0,0 0-1 0 0,0 0 0 0 0,0 1 1 0 0,0 0-1 0 0,-1 0 0 0 0,1 1 1 0 0,0 0-1 0 0,-1 0 1 0 0,1 0-1 0 0,0 1 0 0 0,0 0 1 0 0,-1 0-1 0 0,-6 2 1 0 0,-48 14 68 0 0,1 2 0 0 0,1 3 0 0 0,1 3 0 0 0,-63 36 0 0 0,29-7 146 0 0,-138 106-1 0 0,190-129-156 0 0,1 2 0 0 0,-56 60 0 0 0,85-83-81 0 0,1 1 0 0 0,1 0-1 0 0,0 0 1 0 0,1 1 0 0 0,0 0 0 0 0,0 1 0 0 0,2-1-1 0 0,-1 1 1 0 0,2 1 0 0 0,0-1 0 0 0,0 0 0 0 0,1 1-1 0 0,1 0 1 0 0,-1 20 0 0 0,3-29-10 0 0,1 0 1 0 0,0 1-1 0 0,0-1 0 0 0,1 0 1 0 0,-1 1-1 0 0,1-1 0 0 0,0 0 1 0 0,1 0-1 0 0,-1-1 0 0 0,1 1 1 0 0,0 0-1 0 0,0-1 1 0 0,1 1-1 0 0,-1-1 0 0 0,1 0 1 0 0,0-1-1 0 0,0 1 0 0 0,0 0 1 0 0,7 3-1 0 0,3 3 12 0 0,0-1 1 0 0,1-1-1 0 0,0 0 1 0 0,31 10-1 0 0,-6-6 3 0 0,1-2 0 0 0,0-2-1 0 0,1-1 1 0 0,0-2 0 0 0,0-3-1 0 0,0-1 1 0 0,0-2-1 0 0,73-10 1 0 0,-14-7 18 0 0,-2-4-1 0 0,142-51 1 0 0,-196 58-56 0 0,-2-2 0 0 0,0-2 0 0 0,-1-2 0 0 0,-1-2 0 0 0,-1-2 1 0 0,44-34-1 0 0,-80 55 13 0 0,10-7 4 0 0,-1-1 0 0 0,19-20 0 0 0,-31 31-11 0 0,-1 1 8 0 0,0 0-1 0 0,0-1 1 0 0,0 1-1 0 0,0 0 1 0 0,0-1-1 0 0,0 1 0 0 0,0 0 1 0 0,-1 0-1 0 0,1-1 1 0 0,0 1-1 0 0,0 0 1 0 0,0 0-1 0 0,0-1 1 0 0,0 1-1 0 0,-1 0 1 0 0,1 0-1 0 0,0 0 1 0 0,0-1-1 0 0,0 1 1 0 0,-1 0-1 0 0,1 0 1 0 0,0 0-1 0 0,0 0 1 0 0,-1 0-1 0 0,1-1 1 0 0,0 1-1 0 0,0 0 1 0 0,-1 0-1 0 0,1 0 1 0 0,0 0-1 0 0,-1 0 1 0 0,1 0-1 0 0,0 0 1 0 0,0 0-1 0 0,-1 0 1 0 0,1 0-1 0 0,0 0 1 0 0,0 0-1 0 0,-1 0 1 0 0,1 0-1 0 0,0 0 1 0 0,-1 0-1 0 0,1 0 1 0 0,0 1-1 0 0,0-1 1 0 0,-1 0-1 0 0,1 0 1 0 0,-23 11-26 0 0,-21 23 1 0 0,41-31 20 0 0,1 0-1 0 0,-1 0 0 0 0,1 0 0 0 0,-1 0 1 0 0,1 1-1 0 0,0-1 0 0 0,0 1 0 0 0,1-1 0 0 0,-1 1 1 0 0,1 0-1 0 0,0 0 0 0 0,0 0 0 0 0,0 0 1 0 0,0 0-1 0 0,1 0 0 0 0,-1 0 0 0 0,1 0 1 0 0,0 0-1 0 0,1 0 0 0 0,-1 0 0 0 0,0 0 0 0 0,1 0 1 0 0,0 0-1 0 0,0 0 0 0 0,0-1 0 0 0,1 1 1 0 0,-1 0-1 0 0,1-1 0 0 0,0 1 0 0 0,0 0 1 0 0,0-1-1 0 0,1 0 0 0 0,-1 0 0 0 0,1 0 0 0 0,-1 0 1 0 0,1 0-1 0 0,0 0 0 0 0,5 3 0 0 0,2 2-26 0 0,0-1 0 0 0,0-1 0 0 0,0 1 0 0 0,1-2 0 0 0,0 1 0 0 0,0-2 0 0 0,0 1 0 0 0,1-1 0 0 0,0-1 0 0 0,-1 0 0 0 0,23 2 0 0 0,-26-5 18 0 0,13 2-24 0 0,1-2 1 0 0,-1 0-1 0 0,26-4 1 0 0,-43 3 40 0 0,1 1 0 0 0,-1-1 0 0 0,0 0 1 0 0,1 0-1 0 0,-1-1 0 0 0,0 1 0 0 0,0-1 0 0 0,0 0 1 0 0,0 0-1 0 0,0 0 0 0 0,0-1 0 0 0,0 1 1 0 0,-1-1-1 0 0,1 0 0 0 0,-1 0 0 0 0,0 0 0 0 0,0 0 1 0 0,0-1-1 0 0,0 1 0 0 0,-1-1 0 0 0,1 0 0 0 0,1-4 1 0 0,-3 5 6 0 0,-1 0 1 0 0,1 1-1 0 0,-1-1 0 0 0,0 0 1 0 0,0 0-1 0 0,0 0 1 0 0,0 1-1 0 0,-1-1 1 0 0,1 0-1 0 0,-1 0 1 0 0,0 1-1 0 0,0-1 1 0 0,0 1-1 0 0,0-1 1 0 0,0 0-1 0 0,0 1 0 0 0,0 0 1 0 0,-1-1-1 0 0,0 1 1 0 0,1 0-1 0 0,-1 0 1 0 0,0 0-1 0 0,0 0 1 0 0,0 0-1 0 0,0 0 1 0 0,0 0-1 0 0,-1 1 1 0 0,-4-3-1 0 0,-4-4 6 0 0,0 1 0 0 0,-1 1 0 0 0,0 0 0 0 0,-19-7 0 0 0,27 12-125 0 0,-1-1-1 0 0,0 1 1 0 0,1 0 0 0 0,-1 0 0 0 0,0 0-1 0 0,1 1 1 0 0,-1-1 0 0 0,0 1-1 0 0,-8 1 1 0 0,-21 13-7327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9:01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46 616 0 0,'58'-46'10287'0'0,"-52"77"-9590"0"0,-24 209 895 0 0,18-237-1561 0 0,0 0-1 0 0,0-1 1 0 0,0 1 0 0 0,1-1-1 0 0,-1 1 1 0 0,0 0 0 0 0,1-1-1 0 0,0 1 1 0 0,0-1 0 0 0,0 1-1 0 0,0-1 1 0 0,0 0 0 0 0,0 1-1 0 0,0-1 1 0 0,1 0 0 0 0,-1 0-1 0 0,4 4 1 0 0,-3-6 103 0 0,2-3-72 0 0,35-33 96 0 0,65-76-1 0 0,-73 77-153 0 0,-31 35-7 0 0,1-1-1 0 0,-1 1 1 0 0,1-1-1 0 0,-1 1 1 0 0,1 0 0 0 0,-1-1-1 0 0,1 1 1 0 0,-1-1-1 0 0,1 1 1 0 0,-1 0-1 0 0,1 0 1 0 0,-1-1-1 0 0,1 1 1 0 0,0 0-1 0 0,-1 0 1 0 0,1 0-1 0 0,-1-1 1 0 0,1 1 0 0 0,0 0-1 0 0,-1 0 1 0 0,1 0-1 0 0,0 0 1 0 0,-1 0-1 0 0,1 0 1 0 0,0 0-1 0 0,-1 1 1 0 0,1-1-1 0 0,-1 0 1 0 0,1 0-1 0 0,0 0 1 0 0,-1 1 0 0 0,1-1-1 0 0,-1 0 1 0 0,1 1-1 0 0,-1-1 1 0 0,1 0-1 0 0,-1 1 1 0 0,1-1-1 0 0,-1 1 1 0 0,1-1-1 0 0,-1 1 1 0 0,1-1-1 0 0,-1 1 1 0 0,0-1 0 0 0,1 1-1 0 0,-1-1 1 0 0,0 1-1 0 0,0-1 1 0 0,1 1-1 0 0,-1 0 1 0 0,0-1-1 0 0,0 1 1 0 0,0-1-1 0 0,0 1 1 0 0,0 0-1 0 0,0 0 1 0 0,14 48-8 0 0,-12-38-6 0 0,1-1 15 0 0,1 0-1 0 0,0-1 1 0 0,1 0-1 0 0,9 14 1 0 0,7 15 104 0 0,-21-37 49 0 0,5-3-120 0 0,17-11-13 0 0,-2-1 1 0 0,0-1-1 0 0,18-17 0 0 0,-25 19-32 0 0,1 1 0 0 0,0 1 1 0 0,0 0-1 0 0,1 1 0 0 0,1 1 0 0 0,-1 0 0 0 0,2 1 0 0 0,-1 1 0 0 0,22-7 1 0 0,-30 12-2 0 0,-1 0 1 0 0,0 1-1 0 0,0 0 1 0 0,1 1-1 0 0,-1-1 1 0 0,0 1 0 0 0,1 1-1 0 0,-1 0 1 0 0,13 2-1 0 0,-16-2 11 0 0,-1 1 0 0 0,1-1 0 0 0,-1 1 0 0 0,1 0 0 0 0,-1 0 0 0 0,1 0 0 0 0,-1 1 0 0 0,0-1 0 0 0,0 1 0 0 0,0 0 0 0 0,0-1 0 0 0,-1 1 1 0 0,1 1-1 0 0,-1-1 0 0 0,0 0 0 0 0,0 1 0 0 0,0-1 0 0 0,0 1 0 0 0,2 6 0 0 0,-1-4-1 0 0,-2-3 4 0 0,0 1 0 0 0,0-1 0 0 0,0 1 0 0 0,0 0 0 0 0,-1-1 0 0 0,0 1 0 0 0,1 0 0 0 0,-1-1 0 0 0,0 1 0 0 0,-1 0 0 0 0,1-1 1 0 0,-1 1-1 0 0,1 0 0 0 0,-1-1 0 0 0,0 1 0 0 0,-3 6 0 0 0,4-10 3 0 0,-1 0 1 0 0,1 0-1 0 0,0 1 0 0 0,0-1 1 0 0,0 0-1 0 0,0 0 0 0 0,0 0 1 0 0,0 1-1 0 0,0-1 0 0 0,0 0 0 0 0,0 0 1 0 0,0 1-1 0 0,0-1 0 0 0,0 0 1 0 0,0 0-1 0 0,0 1 0 0 0,0-1 1 0 0,0 0-1 0 0,0 0 0 0 0,0 1 1 0 0,0-1-1 0 0,0 0 0 0 0,0 0 1 0 0,0 1-1 0 0,0-1 0 0 0,0 0 1 0 0,0 0-1 0 0,1 0 0 0 0,-1 1 1 0 0,0-1-1 0 0,0 0 0 0 0,0 0 0 0 0,0 0 1 0 0,1 0-1 0 0,-1 1 0 0 0,0-1 1 0 0,0 0-1 0 0,0 0 0 0 0,1 0 1 0 0,-1 0-1 0 0,13-5 24 0 0,31-26-88 0 0,-9 4 5 0 0,-26 21 31 0 0,0 1 0 0 0,1 0 0 0 0,0 0 0 0 0,-1 1 0 0 0,2 0 0 0 0,15-4 0 0 0,-22 8 21 0 0,-1-1 0 0 0,0 1 0 0 0,1-1 0 0 0,-1 1 1 0 0,1 0-1 0 0,-1 1 0 0 0,0-1 0 0 0,1 0 0 0 0,-1 1 1 0 0,0 0-1 0 0,0 0 0 0 0,1 0 0 0 0,-1 0 0 0 0,0 0 1 0 0,0 1-1 0 0,0-1 0 0 0,0 1 0 0 0,0 0 0 0 0,-1 0 0 0 0,1 0 1 0 0,0 0-1 0 0,-1 0 0 0 0,0 1 0 0 0,1-1 0 0 0,1 4 1 0 0,11 11-5 0 0,-12-14-6 0 0,-1-1 0 0 0,1 1-1 0 0,0 0 1 0 0,-1 0 0 0 0,0 0 0 0 0,0 1 0 0 0,0-1-1 0 0,0 0 1 0 0,0 1 0 0 0,-1 0 0 0 0,1-1-1 0 0,-1 1 1 0 0,0 0 0 0 0,0-1 0 0 0,0 6 0 0 0,-8 9-1988 0 0,-4-8-4003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9:02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64 532 0 0,'1'-19'2117'0'0,"8"-26"9785"0"0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9:02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58 298 756 0 0,'0'0'864'0'0,"-12"34"4651"0"0,13-30-5283 0 0,1 0 1 0 0,0 0 0 0 0,-1 0 0 0 0,2 0 0 0 0,-1 0 0 0 0,0 0-1 0 0,1-1 1 0 0,0 1 0 0 0,5 5 0 0 0,-7-8 144 0 0,22 1 2670 0 0,-19-7-2858 0 0,1-1 0 0 0,-1 1 1 0 0,-1-1-1 0 0,1 1 0 0 0,-1-1 0 0 0,0 0 0 0 0,0 0 0 0 0,-1-1 0 0 0,0 1 0 0 0,0 0 1 0 0,0-1-1 0 0,-1 0 0 0 0,0 1 0 0 0,0-1 0 0 0,-1 0 0 0 0,1 1 0 0 0,-2-12 0 0 0,-1-4 141 0 0,0-1-1 0 0,-1 1 1 0 0,-13-44-1 0 0,11 49-329 0 0,-15-43 777 0 0,19 57-906 0 0,-1-1 0 0 0,0 0 0 0 0,0 1-1 0 0,0-1 1 0 0,-1 1 0 0 0,1 0 0 0 0,-1 0-1 0 0,0 0 1 0 0,1 0 0 0 0,-1 0 0 0 0,-1 0-1 0 0,-3-2 1 0 0,5 4-422 0 0,0 1-1 0 0,-1-1 1 0 0,1 1 0 0 0,0-1-1 0 0,0 1 1 0 0,0 0-1 0 0,0 0 1 0 0,-1 0 0 0 0,1 0-1 0 0,0 1 1 0 0,0-1-1 0 0,0 1 1 0 0,0-1 0 0 0,0 1-1 0 0,0 0 1 0 0,0-1 0 0 0,-3 3-1 0 0,4-3 560 0 0,-9 7-3825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9:02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1 138 400 0 0,'15'1'2985'0'0,"7"-10"-1417"0"0,-1 0-1 0 0,0-2 1 0 0,21-13 0 0 0,-34 19-1174 0 0,0 0 0 0 0,-1-1 1 0 0,1 0-1 0 0,-1 0 0 0 0,0-1 0 0 0,0 1 1 0 0,-1-2-1 0 0,0 1 0 0 0,-1-1 0 0 0,8-13 1 0 0,-12 20 400 0 0,-4 1-787 0 0,1 0 0 0 0,-1 1 1 0 0,1-1-1 0 0,-1 1 0 0 0,1-1 0 0 0,0 1 0 0 0,-1 0 1 0 0,1 0-1 0 0,0 0 0 0 0,-1 0 0 0 0,1 0 1 0 0,0 0-1 0 0,0 1 0 0 0,0-1 0 0 0,0 1 0 0 0,0-1 1 0 0,0 1-1 0 0,1 0 0 0 0,-1 0 0 0 0,-1 2 0 0 0,-23 47 204 0 0,13-23-108 0 0,13-27-102 0 0,-1 0 0 0 0,1 0-1 0 0,0 0 1 0 0,0 0 0 0 0,0-1-1 0 0,0 1 1 0 0,0 0 0 0 0,0 0 0 0 0,0 0-1 0 0,0 0 1 0 0,1 0 0 0 0,-1 0 0 0 0,0-1-1 0 0,0 1 1 0 0,1 0 0 0 0,-1 0-1 0 0,1 0 1 0 0,-1-1 0 0 0,0 1 0 0 0,1 0-1 0 0,-1 0 1 0 0,1-1 0 0 0,0 1 0 0 0,-1 0-1 0 0,1-1 1 0 0,0 1 0 0 0,-1-1-1 0 0,1 1 1 0 0,0-1 0 0 0,-1 1 0 0 0,1-1-1 0 0,2 1 1 0 0,25 11-44 0 0,-9-13-45 0 0,0-1-1 0 0,0-1 0 0 0,-1 0 1 0 0,1-1-1 0 0,-1-1 0 0 0,0-1 1 0 0,0-1-1 0 0,18-8 0 0 0,59-20-423 0 0,-66 25 349 0 0,-27 9 139 0 0,1 0 0 0 0,-1-1 0 0 0,1 1 0 0 0,-1 0 0 0 0,1 0 0 0 0,-1 1 0 0 0,1-1 0 0 0,-1 1 0 0 0,1-1 0 0 0,0 1-1 0 0,-1 0 1 0 0,1 0 0 0 0,0 0 0 0 0,0 0 0 0 0,-1 0 0 0 0,1 1 0 0 0,-1-1 0 0 0,1 1 0 0 0,0 0 0 0 0,-1-1 0 0 0,1 1 0 0 0,-1 1 0 0 0,1-1 0 0 0,-1 0 0 0 0,0 0 0 0 0,3 3 0 0 0,26 10-2518 0 0,-9-10-2646 0 0,-9-3 2104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9:11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1181 652 0 0,'0'0'7463'0'0,"5"-4"-6931"0"0,71-54 569 0 0,50-28-195 0 0,-1 2-274 0 0,193-154 992 0 0,-249 181-1217 0 0,-4-3-1 0 0,85-98 1 0 0,-149 157-404 0 0,31-38 285 0 0,52-80 1 0 0,-77 108-271 0 0,-1 0 0 0 0,0-1 0 0 0,-1 0 0 0 0,0 0 0 0 0,0 0 0 0 0,-2-1 0 0 0,1 0 0 0 0,-2 1-1 0 0,0-1 1 0 0,0 0 0 0 0,-1 0 0 0 0,-1-24 0 0 0,-1 33-24 0 0,1-1-1 0 0,-1 1 0 0 0,0 0 0 0 0,0 0 0 0 0,0 0 1 0 0,0 0-1 0 0,-1 0 0 0 0,0 0 0 0 0,1 0 0 0 0,-2 1 1 0 0,1-1-1 0 0,0 0 0 0 0,-1 1 0 0 0,1 0 0 0 0,-1 0 1 0 0,0 0-1 0 0,0 0 0 0 0,0 0 0 0 0,-1 0 1 0 0,1 1-1 0 0,-1-1 0 0 0,1 1 0 0 0,-1 0 0 0 0,0 0 1 0 0,0 1-1 0 0,0-1 0 0 0,0 1 0 0 0,0 0 0 0 0,0 0 1 0 0,0 0-1 0 0,0 0 0 0 0,-1 1 0 0 0,1 0 0 0 0,0 0 1 0 0,0 0-1 0 0,0 0 0 0 0,-1 0 0 0 0,-4 2 0 0 0,-4 0-16 0 0,1 1-1 0 0,-1 0 1 0 0,1 0-1 0 0,0 2 1 0 0,0-1-1 0 0,1 1 1 0 0,-1 1-1 0 0,1 0 1 0 0,0 1-1 0 0,1 0 1 0 0,-19 16-1 0 0,20-14 0 0 0,1 0 0 0 0,0 1 0 0 0,0 1 0 0 0,1-1 0 0 0,0 1 0 0 0,1 0 0 0 0,1 1 0 0 0,-1-1 0 0 0,-4 17 0 0 0,5-7-6 0 0,0 0 0 0 0,1 1 0 0 0,1-1 0 0 0,0 42 0 0 0,6 0-79 0 0,2 0-1 0 0,25 107 1 0 0,-10-78-97 0 0,20 113-1065 0 0,-35-161 743 0 0,-5-43 452 0 0,2-8-543 0 0,8-17 577 0 0,0-1 0 0 0,2 1-1 0 0,1 1 1 0 0,1 0 0 0 0,0 1 0 0 0,2 1-1 0 0,1 0 1 0 0,0 1 0 0 0,1 0-1 0 0,36-27 1 0 0,-53 45 57 0 0,0 1 1 0 0,1 0-1 0 0,-1 0 0 0 0,0 0 1 0 0,1 0-1 0 0,-1 0 0 0 0,1 0 1 0 0,-1 0-1 0 0,1 0 0 0 0,-1 1 1 0 0,1-1-1 0 0,0 0 1 0 0,-1 1-1 0 0,1 0 0 0 0,0-1 1 0 0,-1 1-1 0 0,1 0 0 0 0,0 0 1 0 0,0 0-1 0 0,-1 0 0 0 0,1 0 1 0 0,0 0-1 0 0,0 0 0 0 0,-1 1 1 0 0,1-1-1 0 0,0 1 0 0 0,-1-1 1 0 0,1 1-1 0 0,-1 0 0 0 0,1 0 1 0 0,0-1-1 0 0,-1 1 1 0 0,0 0-1 0 0,1 0 0 0 0,-1 0 1 0 0,0 1-1 0 0,1-1 0 0 0,-1 0 1 0 0,0 0-1 0 0,0 1 0 0 0,2 2 1 0 0,0 1 16 0 0,0 0 0 0 0,0 0 0 0 0,-1 0 0 0 0,0 0 1 0 0,0 0-1 0 0,0 1 0 0 0,0-1 0 0 0,-1 1 0 0 0,0-1 1 0 0,1 12-1 0 0,-3-9-180 0 0,0 1 1 0 0,0-1 0 0 0,0 0 0 0 0,-1 0-1 0 0,-1 0 1 0 0,1 0 0 0 0,-1 0 0 0 0,-1 0-1 0 0,-4 8 1 0 0,0 0-2669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9:11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40 124 0 0,'0'0'1148'0'0,"6"-12"788"0"0,1 3 317 0 0,-4-2-733 0 0,1 3-1884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9:12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55 524 380 0 0,'2'6'400'0'0,"0"0"-1"0"0,0 0 1 0 0,-1 0-1 0 0,0 0 1 0 0,0 0 0 0 0,0 1-1 0 0,0-1 1 0 0,-1 0 0 0 0,0 0-1 0 0,-1 0 1 0 0,1 1-1 0 0,-1-1 1 0 0,-2 7 0 0 0,0-2-47 0 0,0 1 1 0 0,-1-1 0 0 0,0 0 0 0 0,-1 0 0 0 0,-11 18 0 0 0,16-28-269 0 0,-1 1-1 0 0,0-1 1 0 0,1 0 0 0 0,-1 0-1 0 0,0 0 1 0 0,0 1 0 0 0,0-1-1 0 0,0 0 1 0 0,0 0 0 0 0,0-1-1 0 0,0 1 1 0 0,0 0 0 0 0,-1 0-1 0 0,1 0 1 0 0,-2 0-1 0 0,3-1-61 0 0,0 0 0 0 0,-1 0 0 0 0,1 0 0 0 0,0 0 0 0 0,-1 0 0 0 0,1-1-1 0 0,-1 1 1 0 0,1 0 0 0 0,0 0 0 0 0,-1 0 0 0 0,1 0 0 0 0,0-1 0 0 0,0 1-1 0 0,-1 0 1 0 0,1 0 0 0 0,0-1 0 0 0,-1 1 0 0 0,1 0 0 0 0,0 0 0 0 0,0-1-1 0 0,-1 1 1 0 0,1 0 0 0 0,0-1 0 0 0,0 1 0 0 0,0 0 0 0 0,0-1-1 0 0,0 1 1 0 0,-1 0 0 0 0,1-1 0 0 0,0 1 0 0 0,0 0 0 0 0,0-1 0 0 0,0 0-1 0 0,0-2 1 0 0,0 0 0 0 0,-1 1 0 0 0,1-1 0 0 0,1 0 0 0 0,-1 0-1 0 0,0 0 1 0 0,1 1 0 0 0,-1-1 0 0 0,1 0 0 0 0,0 0-1 0 0,0 1 1 0 0,0-1 0 0 0,0 1 0 0 0,2-4 0 0 0,8-10 22 0 0,0 1 1 0 0,1 1 0 0 0,0 0 0 0 0,18-15 0 0 0,-27 26-50 0 0,-1 1 0 0 0,1 0 0 0 0,-1 0 0 0 0,1 0 1 0 0,0 0-1 0 0,0 0 0 0 0,0 0 0 0 0,0 1 0 0 0,0 0 0 0 0,0-1 0 0 0,0 1 1 0 0,1 0-1 0 0,-1 1 0 0 0,0-1 0 0 0,1 0 0 0 0,-1 1 0 0 0,0 0 0 0 0,1 0 1 0 0,-1 0-1 0 0,1 0 0 0 0,-1 1 0 0 0,0-1 0 0 0,1 1 0 0 0,-1 0 0 0 0,0 0 1 0 0,0 0-1 0 0,1 0 0 0 0,-1 0 0 0 0,0 1 0 0 0,0-1 0 0 0,0 1 1 0 0,2 2-1 0 0,0 0-7 0 0,-1 0 1 0 0,0 1 0 0 0,0-1 0 0 0,-1 1-1 0 0,1 0 1 0 0,-1 0 0 0 0,0 0 0 0 0,3 7-1 0 0,17 30 8 0 0,-22-41 58 0 0,2-2-75 0 0,1 1 1 0 0,-1-1 0 0 0,0 0-1 0 0,1 0 1 0 0,-1 0-1 0 0,0 0 1 0 0,0-1-1 0 0,0 1 1 0 0,0-1-1 0 0,0 0 1 0 0,0 0-1 0 0,0 0 1 0 0,3-3-1 0 0,-3 2-36 0 0,0 0 1 0 0,0 1-1 0 0,0-1 0 0 0,1 1 1 0 0,-1 0-1 0 0,1 0 0 0 0,0 0 1 0 0,0 1-1 0 0,-1-1 1 0 0,1 1-1 0 0,0 0 0 0 0,0 0 1 0 0,8-1-1 0 0,62 8-369 0 0,-60-3 361 0 0,1-1 0 0 0,-1-1 0 0 0,1 0 0 0 0,-1-1 0 0 0,1-1 0 0 0,-1 0 1 0 0,0-1-1 0 0,23-5 0 0 0,-26 2 221 0 0,-1-1 1 0 0,1 0-1 0 0,-1 0 1 0 0,0-1 0 0 0,-1 0-1 0 0,1-1 1 0 0,-1 0-1 0 0,10-12 1 0 0,-19 20-124 0 0,2-2 126 0 0,-2 3-139 0 0,1-1-1 0 0,-1 0 1 0 0,1 0 0 0 0,-1 1 0 0 0,1-1 0 0 0,-1 0-1 0 0,0 1 1 0 0,1-1 0 0 0,-1 0 0 0 0,1 1 0 0 0,-1-1-1 0 0,0 0 1 0 0,1 1 0 0 0,-1-1 0 0 0,0 1-1 0 0,1-1 1 0 0,-1 1 0 0 0,0-1 0 0 0,0 1 0 0 0,0-1-1 0 0,1 1 1 0 0,-1-1 0 0 0,0 1 0 0 0,0 0-1 0 0,0-1 1 0 0,0 1 0 0 0,0-1 0 0 0,0 1 0 0 0,0 0-1 0 0,0 31 154 0 0,-8 32-94 0 0,-66 277 391 0 0,38-184-233 0 0,23-100 175 0 0,12-54-165 0 0,1-1 276 0 0,-2 5-634 0 0,-1-11 2415 0 0,0-23-2197 0 0,1 0 0 0 0,1 0 0 0 0,1 0 0 0 0,1 0 0 0 0,2 0 1 0 0,0 0-1 0 0,2 1 0 0 0,12-40 0 0 0,-2 18-117 0 0,2 1 0 0 0,3 1 0 0 0,45-82 0 0 0,-52 107-9 0 0,1 0 0 0 0,1 1 0 0 0,24-25-1 0 0,-34 39 3 0 0,0 1-1 0 0,0 0 0 0 0,0 0 1 0 0,1 1-1 0 0,0 0 0 0 0,0 0 0 0 0,0 0 1 0 0,1 0-1 0 0,-1 1 0 0 0,1 0 1 0 0,0 1-1 0 0,0 0 0 0 0,0 0 1 0 0,0 0-1 0 0,14-1 0 0 0,-19 3 10 0 0,0-1-1 0 0,0 1 1 0 0,0 0-1 0 0,0 1 1 0 0,0-1 0 0 0,0 0-1 0 0,0 1 1 0 0,0-1-1 0 0,0 1 1 0 0,0-1-1 0 0,0 1 1 0 0,0 0 0 0 0,0 0-1 0 0,0 0 1 0 0,-1 0-1 0 0,1 0 1 0 0,0 0 0 0 0,-1 0-1 0 0,1 1 1 0 0,-1-1-1 0 0,1 1 1 0 0,-1-1-1 0 0,1 1 1 0 0,-1 0 0 0 0,0-1-1 0 0,0 1 1 0 0,0 0-1 0 0,0 0 1 0 0,0 0 0 0 0,-1 0-1 0 0,1-1 1 0 0,0 1-1 0 0,-1 0 1 0 0,1 0-1 0 0,-1 1 1 0 0,0-1 0 0 0,0 0-1 0 0,0 0 1 0 0,0 0-1 0 0,0 0 1 0 0,0 0-1 0 0,0 0 1 0 0,-1 2 0 0 0,-1 5-22 0 0,1-1 0 0 0,-1 1 1 0 0,-1-1-1 0 0,0 0 1 0 0,0 0-1 0 0,0 0 0 0 0,-1 0 1 0 0,-9 13-1 0 0,0-6-127 0 0,0-1-1 0 0,0 0 1 0 0,-1-1-1 0 0,-1-1 1 0 0,-22 15-1 0 0,36-26-35 0 0,14-2-441 0 0,0-1 513 0 0,0 0-1 0 0,0-1 1 0 0,0 0 0 0 0,-1-1 0 0 0,1-1 0 0 0,-1 0-1 0 0,13-7 1 0 0,2-2-102 0 0,-1-1 0 0 0,37-29 0 0 0,-37 21 158 0 0,0 0 1 0 0,-1-1-1 0 0,-2-2 0 0 0,0 0 1 0 0,-2-2-1 0 0,26-42 0 0 0,-20 22 205 0 0,-2-2 0 0 0,-3-1 0 0 0,22-69 0 0 0,-39 103 215 0 0,-1-1 0 0 0,-1 1 0 0 0,0-1 0 0 0,-2 0 0 0 0,0-31 0 0 0,-1 46-12 0 0,-4 9-321 0 0,-5 11-13 0 0,1-1 0 0 0,1 1 0 0 0,0 1 0 0 0,1-1 0 0 0,1 1 0 0 0,1 0 0 0 0,-2 23 0 0 0,-9 136 82 0 0,14-150-70 0 0,1 0 1 0 0,2 0-1 0 0,6 36 1 0 0,-6-52 20 0 0,0 1 0 0 0,1-1 0 0 0,1 0 0 0 0,0 0-1 0 0,0 0 1 0 0,1-1 0 0 0,1 1 0 0 0,0-1 0 0 0,0 0 0 0 0,8 9 0 0 0,-13-18-3 0 0,0 0-1 0 0,0-1 0 0 0,1 1 0 0 0,-1 0 1 0 0,0-1-1 0 0,0 1 0 0 0,1-1 0 0 0,-1 0 0 0 0,0 1 1 0 0,0-1-1 0 0,1 0 0 0 0,-1 0 0 0 0,0 0 1 0 0,1 1-1 0 0,-1-1 0 0 0,0-1 0 0 0,1 1 0 0 0,-1 0 1 0 0,0 0-1 0 0,1 0 0 0 0,-1-1 0 0 0,0 1 1 0 0,1-1-1 0 0,1 0 0 0 0,0 0 8 0 0,0 0 93 0 0,13-6-1312 0 0,1-1-8045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9:13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37 644 0 0,'0'0'1824'0'0,"0"-17"1164"0"0,3 8-1439 0 0,15-1-2797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9:13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357 391 540 0 0,'18'-23'1128'0'0,"0"-1"-1"0"0,-2-1 1 0 0,-1 0 0 0 0,-2-2-1 0 0,13-30 1 0 0,-21 45-576 0 0,-1-1 1 0 0,-1 1 0 0 0,0-1-1 0 0,0 0 1 0 0,-1 0 0 0 0,-1 0 0 0 0,0 0-1 0 0,-1 0 1 0 0,-1 0 0 0 0,0 0-1 0 0,0 0 1 0 0,-1 0 0 0 0,-7-22-1 0 0,8 33-280 0 0,1 2-260 0 0,0-1-1 0 0,0 1 1 0 0,0 0-1 0 0,0-1 0 0 0,0 1 1 0 0,-1 0-1 0 0,1 0 0 0 0,0-1 1 0 0,0 1-1 0 0,0 0 1 0 0,-1 0-1 0 0,1-1 0 0 0,0 1 1 0 0,0 0-1 0 0,-1 0 0 0 0,1 0 1 0 0,0 0-1 0 0,-1-1 1 0 0,1 1-1 0 0,0 0 0 0 0,0 0 1 0 0,-1 0-1 0 0,1 0 1 0 0,0 0-1 0 0,-1 0 0 0 0,1 0 1 0 0,0 0-1 0 0,-1 0 0 0 0,1 0 1 0 0,0 0-1 0 0,-1 0 1 0 0,1 0-1 0 0,0 0 0 0 0,-1 0 1 0 0,1 0-1 0 0,0 0 0 0 0,0 0 1 0 0,-1 0-1 0 0,1 0 1 0 0,0 1-1 0 0,-1-1 0 0 0,1 0 1 0 0,0 0-1 0 0,0 0 1 0 0,-1 1-1 0 0,1-1 0 0 0,0 0 1 0 0,-1 1-1 0 0,-12 9 142 0 0,12-9-148 0 0,-14 15 73 0 0,1 0 0 0 0,0 1 0 0 0,1 1 0 0 0,1 1 0 0 0,1-1 0 0 0,-14 32-1 0 0,-43 128 117 0 0,57-146-150 0 0,-144 501 373 0 0,99-322-273 0 0,40-157-87 0 0,-16 72 269 0 0,31-124-263 0 0,2-7-258 0 0,-1-3 145 0 0,0-1 0 0 0,1 1 0 0 0,0 0-1 0 0,1 0 1 0 0,-1-1 0 0 0,6-10-1 0 0,22-43-339 0 0,3 1 0 0 0,3 1 0 0 0,3 3 0 0 0,2 1 0 0 0,74-81-1 0 0,-108 130 320 0 0,0 0-1 0 0,0 1 0 0 0,1 0 0 0 0,-1 0 1 0 0,1 1-1 0 0,1 0 0 0 0,10-6 0 0 0,-15 10 56 0 0,-1 0-1 0 0,0 0 0 0 0,1 0 1 0 0,-1 1-1 0 0,0-1 0 0 0,1 1 1 0 0,-1-1-1 0 0,1 1 0 0 0,-1 0 1 0 0,1 0-1 0 0,-1 0 0 0 0,1 0 0 0 0,-1 1 1 0 0,1-1-1 0 0,-1 1 0 0 0,1-1 1 0 0,-1 1-1 0 0,0 0 0 0 0,1 0 1 0 0,-1 0-1 0 0,0 0 0 0 0,0 0 0 0 0,0 1 1 0 0,0-1-1 0 0,0 0 0 0 0,0 1 1 0 0,0 0-1 0 0,0-1 0 0 0,0 1 1 0 0,2 4-1 0 0,2 2 1 0 0,0 0 1 0 0,0 1-1 0 0,-1 0 0 0 0,-1 0 1 0 0,1 0-1 0 0,-1 1 0 0 0,3 11 1 0 0,-6-19-102 0 0,-1 1 0 0 0,1 0 0 0 0,-1 0 0 0 0,1 0 1 0 0,-1 0-1 0 0,0 0 0 0 0,0 0 0 0 0,0-1 0 0 0,-1 1 0 0 0,1 0 1 0 0,-1 0-1 0 0,1 0 0 0 0,-2 3 0 0 0,1-5-106 0 0,0 1-1 0 0,0 0 0 0 0,0-1 1 0 0,-1 1-1 0 0,1-1 0 0 0,0 1 1 0 0,-1-1-1 0 0,1 0 0 0 0,-1 1 1 0 0,1-1-1 0 0,-1 0 0 0 0,0 0 1 0 0,1 0-1 0 0,-1 0 0 0 0,0 0 1 0 0,0-1-1 0 0,0 1 0 0 0,1 0 1 0 0,-1-1-1 0 0,0 0 0 0 0,-3 1 1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9:13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64 0 0,'0'0'512'0'0,"5"-8"328"0"0,1-3-920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9:14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0 393 92 0 0,'0'0'3745'0'0,"14"4"-1463"0"0,12-11-1476 0 0,-1-1 0 0 0,1-1-1 0 0,-1-1 1 0 0,-1-1 0 0 0,0-2-1 0 0,31-20 1 0 0,-54 32 196 0 0,-7 1-922 0 0,1 1-64 0 0,0 0 0 0 0,0 0 0 0 0,-1 0 0 0 0,1 0 0 0 0,0 1-1 0 0,0 0 1 0 0,0 0 0 0 0,0 0 0 0 0,1 1 0 0 0,-1-1 0 0 0,1 1 0 0 0,-1 0 0 0 0,1 1-1 0 0,0-1 1 0 0,0 1 0 0 0,0 0 0 0 0,1 0 0 0 0,-1 0 0 0 0,1 0 0 0 0,-3 6 0 0 0,4-8-44 0 0,0 1 1 0 0,1-1 0 0 0,-1 1 0 0 0,1 0 0 0 0,0 0-1 0 0,0 0 1 0 0,0-1 0 0 0,0 1 0 0 0,0 0 0 0 0,1 0 0 0 0,-1 0-1 0 0,1 0 1 0 0,0 0 0 0 0,0 0 0 0 0,0 1 0 0 0,0-1-1 0 0,1 0 1 0 0,-1 0 0 0 0,1 0 0 0 0,0 0 0 0 0,0-1 0 0 0,0 1-1 0 0,0 0 1 0 0,0 0 0 0 0,0 0 0 0 0,1-1 0 0 0,0 1-1 0 0,-1-1 1 0 0,1 1 0 0 0,0-1 0 0 0,0 0 0 0 0,0 1 0 0 0,1-1-1 0 0,-1 0 1 0 0,0-1 0 0 0,1 1 0 0 0,-1 0 0 0 0,1-1-1 0 0,5 3 1 0 0,3 2-298 0 0,1-1-1 0 0,0 0 0 0 0,1-1 1 0 0,-1-1-1 0 0,1 0 0 0 0,0 0 1 0 0,-1-1-1 0 0,16 0 0 0 0,6-3-143 0 0,0-2-1 0 0,0-1 0 0 0,0-2 0 0 0,0-1 1 0 0,-1-1-1 0 0,-1-2 0 0 0,1-2 1 0 0,32-16-1 0 0,-60 26 657 0 0,-1 0-1 0 0,1-1 0 0 0,-1 0 1 0 0,0 1-1 0 0,0-1 1 0 0,0-1-1 0 0,0 1 0 0 0,0-1 1 0 0,-1 1-1 0 0,1-1 1 0 0,2-5-1 0 0,-5 7 460 0 0,-13 1-207 0 0,-29-1 530 0 0,40 2-948 0 0,0 0-1 0 0,0 0 0 0 0,0 1 1 0 0,0-1-1 0 0,-1 0 0 0 0,1 1 0 0 0,0-1 1 0 0,0 0-1 0 0,0 1 0 0 0,1-1 0 0 0,-1 1 1 0 0,0-1-1 0 0,0 1 0 0 0,0 0 1 0 0,0-1-1 0 0,0 1 0 0 0,1 0 0 0 0,-1 0 1 0 0,0 0-1 0 0,1-1 0 0 0,-1 1 1 0 0,0 0-1 0 0,1 0 0 0 0,-1 0 0 0 0,1 0 1 0 0,0 0-1 0 0,-1 0 0 0 0,1 0 1 0 0,0 0-1 0 0,-1 0 0 0 0,1 0 0 0 0,0 0 1 0 0,0 0-1 0 0,0 2 0 0 0,21 6-128 0 0,-15-9 75 0 0,1 0 1 0 0,-1-1-1 0 0,0 0 0 0 0,1 0 0 0 0,-1-1 0 0 0,0 1 0 0 0,0-1 0 0 0,0-1 1 0 0,0 1-1 0 0,-1-1 0 0 0,1 0 0 0 0,-1 0 0 0 0,1-1 0 0 0,-1 1 0 0 0,8-8 1 0 0,-5 2 3 0 0,0 0 0 0 0,0 0 0 0 0,-1-1 0 0 0,0 0 0 0 0,-1-1 0 0 0,0 1 1 0 0,8-21-1 0 0,-3-1 613 0 0,-1-1 0 0 0,-1-1 0 0 0,-2 0 0 0 0,-1 0 0 0 0,0-35 0 0 0,-4 30 3006 0 0,-5 46-3384 0 0,-7 14-50 0 0,1 1-1 0 0,0 0 1 0 0,2 1-1 0 0,1 0 1 0 0,-5 35-1 0 0,-5 127-750 0 0,9-80-1476 0 0,-4-23-2786 0 0,8-61 1230 0 0,0-2 170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9:17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355 83 760 0 0,'-1'-4'823'0'0,"-1"0"-537"0"0,-1-1 0 0 0,1 0 0 0 0,-1 1 0 0 0,0-1-1 0 0,0 1 1 0 0,0 0 0 0 0,-1 0 0 0 0,1 0-1 0 0,-1 1 1 0 0,0-1 0 0 0,0 1 0 0 0,0 0-1 0 0,-1 0 1 0 0,1 0 0 0 0,-1 1 0 0 0,-5-3-1 0 0,2 2-79 0 0,-1 0-1 0 0,1 1 0 0 0,-1 0 1 0 0,1 1-1 0 0,-1 0 1 0 0,1 0-1 0 0,-1 1 0 0 0,0 0 1 0 0,-12 1-1 0 0,9 1-109 0 0,0 0 0 0 0,-1 0 1 0 0,1 1-1 0 0,0 1 0 0 0,1 0 0 0 0,-1 1 0 0 0,1 0 1 0 0,-1 1-1 0 0,1 0 0 0 0,1 0 0 0 0,-1 1 1 0 0,1 1-1 0 0,1 0 0 0 0,-12 11 0 0 0,20-18-85 0 0,0 0 0 0 0,0 0 0 0 0,0 1 0 0 0,0-1 0 0 0,0 0 0 0 0,1 1 0 0 0,-1-1 0 0 0,0 0 0 0 0,1 1 0 0 0,-1-1 0 0 0,1 1 0 0 0,-1-1 0 0 0,1 1 0 0 0,0-1 0 0 0,-1 1 0 0 0,1-1 0 0 0,0 1 0 0 0,0 0 0 0 0,0-1 0 0 0,1 1 0 0 0,-1-1 0 0 0,0 1 0 0 0,0-1 0 0 0,1 1 0 0 0,-1-1 0 0 0,1 1 0 0 0,-1-1 0 0 0,1 1-1 0 0,0-1 1 0 0,0 0 0 0 0,-1 1 0 0 0,1-1 0 0 0,0 0 0 0 0,0 0 0 0 0,0 0 0 0 0,0 1 0 0 0,1-1 0 0 0,-1 0 0 0 0,0 0 0 0 0,0-1 0 0 0,1 1 0 0 0,-1 0 0 0 0,0 0 0 0 0,1-1 0 0 0,-1 1 0 0 0,1 0 0 0 0,1-1 0 0 0,4 4 17 0 0,1-1-1 0 0,0 0 1 0 0,0 0 0 0 0,0-1-1 0 0,0 0 1 0 0,0-1 0 0 0,12 1-1 0 0,-4-3-22 0 0,-1-1 1 0 0,0-1-1 0 0,0 0 0 0 0,0-1 0 0 0,0 0 0 0 0,24-12 0 0 0,-20 9-44 0 0,0 0 0 0 0,26-6-1 0 0,-43 13 36 0 0,0 0 0 0 0,0 1 0 0 0,0-1 0 0 0,0 0 0 0 0,0 1 0 0 0,-1-1 0 0 0,1 1 1 0 0,0-1-1 0 0,0 1 0 0 0,-1 0 0 0 0,1 0 0 0 0,0 0 0 0 0,-1 0 0 0 0,1 0 0 0 0,-1 0 0 0 0,1 0 0 0 0,-1 0 0 0 0,1 1 0 0 0,-1-1 0 0 0,0 0 0 0 0,0 1 0 0 0,0-1 0 0 0,0 1 0 0 0,0 0 0 0 0,0-1 0 0 0,1 4 0 0 0,19 46-55 0 0,-21-50 55 0 0,9 33-17 0 0,-2 1 1 0 0,-1 0 0 0 0,-2 1-1 0 0,-1-1 1 0 0,-2 1 0 0 0,-4 37 0 0 0,-34 214 20 0 0,31-254 9 0 0,-2-1 1 0 0,-14 42 0 0 0,18-64 31 0 0,0 0-1 0 0,-1 0 0 0 0,0 0 0 0 0,0-1 1 0 0,-1 0-1 0 0,0 0 0 0 0,-1 0 1 0 0,0-1-1 0 0,0 0 0 0 0,-1 0 1 0 0,-10 7-1 0 0,17-14-7 0 0,-1 1 0 0 0,1-1 1 0 0,-1 0-1 0 0,0 0 0 0 0,0 0 0 0 0,0-1 1 0 0,0 1-1 0 0,1 0 0 0 0,-1-1 0 0 0,0 1 0 0 0,0-1 1 0 0,0 0-1 0 0,0 1 0 0 0,0-1 0 0 0,0 0 1 0 0,0 0-1 0 0,0-1 0 0 0,0 1 0 0 0,0 0 1 0 0,0-1-1 0 0,-3 0 0 0 0,1-1-2 0 0,1 1 1 0 0,-1-1-1 0 0,1-1 1 0 0,0 1-1 0 0,0 0 1 0 0,0-1-1 0 0,0 1 0 0 0,0-1 1 0 0,0 0-1 0 0,-3-5 1 0 0,-1-2 26 0 0,0-1 1 0 0,1 0 0 0 0,0 0-1 0 0,1 0 1 0 0,-7-24 0 0 0,8 16-24 0 0,1 0 0 0 0,0 1 1 0 0,2-1-1 0 0,0 0 0 0 0,1 0 1 0 0,1 0-1 0 0,1 0 0 0 0,1 0 1 0 0,0 0-1 0 0,2 0 0 0 0,9-25 1 0 0,0 5-15 0 0,3 0 0 0 0,1 1 0 0 0,2 1 1 0 0,25-36-1 0 0,-25 44-17 0 0,1 0 0 0 0,2 2 1 0 0,0 1-1 0 0,48-41 0 0 0,-57 55-15 0 0,1 1-1 0 0,0 1 1 0 0,1 0-1 0 0,0 1 1 0 0,0 0-1 0 0,1 1 1 0 0,0 1-1 0 0,1 1 1 0 0,-1 1 0 0 0,34-6-1 0 0,-44 10 4 0 0,0 1 0 0 0,1-1 0 0 0,-1 2 0 0 0,0-1 0 0 0,1 1 0 0 0,-1 0 0 0 0,0 1 0 0 0,0 0 0 0 0,0 0 0 0 0,0 0 0 0 0,0 1 0 0 0,0 0 0 0 0,-1 1 0 0 0,0-1 0 0 0,1 1 0 0 0,-1 0 0 0 0,0 1 0 0 0,-1-1 0 0 0,1 1 0 0 0,-1 0 0 0 0,0 1 0 0 0,0-1 0 0 0,-1 1 0 0 0,7 11 0 0 0,-6-9 9 0 0,-1 0 1 0 0,0 0 0 0 0,0 0-1 0 0,-1 0 1 0 0,0 1-1 0 0,-1-1 1 0 0,0 1-1 0 0,0 0 1 0 0,-1-1-1 0 0,0 1 1 0 0,0 0-1 0 0,-1 0 1 0 0,-1 0-1 0 0,1 0 1 0 0,-1-1-1 0 0,-1 1 1 0 0,1 0 0 0 0,-2 0-1 0 0,1-1 1 0 0,-5 10-1 0 0,-20 33 448 0 0,26-50 223 0 0,1-8-557 0 0,1-6-106 0 0,0-1 1 0 0,1 0-1 0 0,1 1 1 0 0,0-1-1 0 0,1 1 1 0 0,0 0 0 0 0,1 0-1 0 0,1 0 1 0 0,0 1-1 0 0,1 0 1 0 0,0 0-1 0 0,0 1 1 0 0,11-12 0 0 0,-5 5-786 0 0,1 2 1 0 0,1-1 0 0 0,1 2-1 0 0,0 0 1 0 0,1 1 0 0 0,1 0-1 0 0,35-20 1 0 0,-36 27-2124 0 0,-1 0 220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9:17.5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4 452 0 0,'0'0'716'0'0,"-19"-3"1086"0"0,5 5-1398 0 0,0 1 1 0 0,0 0-1 0 0,0 1 0 0 0,1 1 0 0 0,0 0 1 0 0,-20 11-1 0 0,7-1 180 0 0,0 0-1 0 0,-28 23 1 0 0,49-34-468 0 0,0 0 0 0 0,0 0 0 0 0,0 0 0 0 0,1 0-1 0 0,0 1 1 0 0,0 0 0 0 0,0 0 0 0 0,0 0 0 0 0,-5 10-1 0 0,8-12 1 0 0,26 11 223 0 0,5-11-210 0 0,-1-1 0 0 0,42-4-1 0 0,-46 0-638 0 0,-1 2-1 0 0,1 0 1 0 0,48 8 0 0 0,-45-4-3603 0 0,-17-4 2201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9:18.2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1 32 0 0,'0'0'541'0'0,"-2"3"-42"0"0,-6 10-1 0 0,6-10 432 0 0,2 1-517 0 0,-1 3-242 0 0,0-1 1 0 0,0 1-1 0 0,-1-1 1 0 0,0 1-1 0 0,0-1 1 0 0,0 1-1 0 0,-1-1 0 0 0,0 0 1 0 0,-1 0-1 0 0,1 0 1 0 0,-1-1-1 0 0,0 1 1 0 0,0-1-1 0 0,-1 0 0 0 0,-5 6 1 0 0,1-3 14 0 0,0 0 0 0 0,0-1-1 0 0,0 0 1 0 0,-1 0 0 0 0,0-1 0 0 0,0 0-1 0 0,-1 0 1 0 0,-12 3 0 0 0,23-8-175 0 0,-1-1 1 0 0,1 1-1 0 0,-1-1 0 0 0,1 1 1 0 0,-1-1-1 0 0,0 0 0 0 0,1 0 0 0 0,-1 1 1 0 0,0-1-1 0 0,1 0 0 0 0,-1 0 1 0 0,0 1-1 0 0,1-1 0 0 0,-1 0 1 0 0,0 0-1 0 0,1 0 0 0 0,-1 0 0 0 0,0 0 1 0 0,0 0-1 0 0,1 0 0 0 0,-1 0 1 0 0,0-1-1 0 0,1 1 0 0 0,-1 0 1 0 0,0 0-1 0 0,1 0 0 0 0,-1-1 0 0 0,0 1 1 0 0,1 0-1 0 0,-1-1 0 0 0,1 1 1 0 0,-1-1-1 0 0,0 1 0 0 0,1-1 1 0 0,-1 1-1 0 0,1-1 0 0 0,0 1 1 0 0,-1-1-1 0 0,1 1 0 0 0,-1-1 0 0 0,1 0 1 0 0,0 1-1 0 0,-1-1 0 0 0,1 1 1 0 0,0-1-1 0 0,0 0 0 0 0,-1 1 1 0 0,1-1-1 0 0,0 0 0 0 0,0 0 0 0 0,0 1 1 0 0,0-1-1 0 0,0 0 0 0 0,0 1 1 0 0,0-1-1 0 0,0 0 0 0 0,0 0 1 0 0,0 1-1 0 0,1-1 0 0 0,-1 0 1 0 0,0 1-1 0 0,0-1 0 0 0,1 0 0 0 0,0-5-18 0 0,1 1 0 0 0,0 0 0 0 0,0 0-1 0 0,1 0 1 0 0,-1 0 0 0 0,5-6 0 0 0,3 1-11 0 0,-1 0 0 0 0,2 0 0 0 0,0 1 1 0 0,0 0-1 0 0,0 1 0 0 0,1 1 1 0 0,0-1-1 0 0,1 2 0 0 0,-1 0 0 0 0,1 0 1 0 0,1 2-1 0 0,19-6 0 0 0,-30 9 24 0 0,1 0 0 0 0,-1 1 0 0 0,0-1 1 0 0,0 1-1 0 0,0 0 0 0 0,0 0 0 0 0,0 0 0 0 0,0 1 0 0 0,0-1 1 0 0,1 1-1 0 0,-1-1 0 0 0,0 1 0 0 0,0 0 0 0 0,0 0 0 0 0,0 0 0 0 0,-1 1 1 0 0,1-1-1 0 0,0 1 0 0 0,-1-1 0 0 0,1 1 0 0 0,0 0 0 0 0,-1 0 0 0 0,0 0 1 0 0,0 0-1 0 0,1 1 0 0 0,-1-1 0 0 0,0 1 0 0 0,-1-1 0 0 0,1 1 1 0 0,0 0-1 0 0,-1-1 0 0 0,0 1 0 0 0,1 0 0 0 0,-1 0 0 0 0,0 0 0 0 0,-1 0 1 0 0,2 4-1 0 0,-1 0 58 0 0,0 0 0 0 0,0 0 1 0 0,0 0-1 0 0,-1 0 0 0 0,0 0 1 0 0,0 0-1 0 0,-1 0 0 0 0,0 0 1 0 0,0 0-1 0 0,0 0 0 0 0,-1 0 1 0 0,0 0-1 0 0,-1-1 0 0 0,-5 12 1 0 0,7-16 664 0 0,5-10-723 0 0,1 0 0 0 0,1 0 0 0 0,0 0 0 0 0,0 1 0 0 0,0 0 0 0 0,1 0 0 0 0,-1 0 0 0 0,2 1 0 0 0,-1 0 0 0 0,1 1 0 0 0,0-1 0 0 0,0 2 0 0 0,0-1 0 0 0,1 1 0 0 0,0 0 0 0 0,11-3 0 0 0,-16 7-24 0 0,-1 1 25 0 0,0 0 0 0 0,0 0 0 0 0,0 0-1 0 0,-1 0 1 0 0,1 0 0 0 0,-1 0 0 0 0,1 1 0 0 0,-1-1-1 0 0,1 1 1 0 0,-1 0 0 0 0,0-1 0 0 0,0 1 0 0 0,0 0-1 0 0,0 1 1 0 0,0-1 0 0 0,0 0 0 0 0,0 0 0 0 0,-1 1-1 0 0,1-1 1 0 0,-1 1 0 0 0,0-1 0 0 0,1 1 0 0 0,-1 0-1 0 0,-1 0 1 0 0,1-1 0 0 0,0 1 0 0 0,-1 0 0 0 0,1 0-1 0 0,-1 0 1 0 0,0 5 0 0 0,0-6-60 0 0,-3 41-192 0 0,-8-17-5418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9:18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0 672 0 0,'0'0'2591'0'0,"1"5"-2032"0"0,-1 5-207 0 0,1-1 1 0 0,-1 1-1 0 0,-1 0 0 0 0,0-1 0 0 0,0 1 0 0 0,-1-1 0 0 0,0 1 0 0 0,-1-1 0 0 0,0 0 0 0 0,0 0 0 0 0,-1 0 0 0 0,-9 15 0 0 0,12-22-200 0 0,11-14 316 0 0,1 0 1 0 0,1 1-1 0 0,23-18 1 0 0,-24 23-440 0 0,-9 4-29 0 0,1 0 0 0 0,0 0 0 0 0,0 0 0 0 0,0 1 0 0 0,0-1 1 0 0,0 1-1 0 0,0 0 0 0 0,0 0 0 0 0,0 0 0 0 0,0 0 0 0 0,4 0 0 0 0,-5 1-17 0 0,6 8 2 0 0,-7-8 12 0 0,1 1 1 0 0,-1 0-1 0 0,0 0 1 0 0,0 0 0 0 0,1 0-1 0 0,-1 0 1 0 0,0 0-1 0 0,0 0 1 0 0,0 0-1 0 0,0 1 1 0 0,0-1 0 0 0,-1 0-1 0 0,1 0 1 0 0,0 1-1 0 0,0-1 1 0 0,0 3 0 0 0,13 47 3 0 0,-13-49 16 0 0,6 2 62 0 0,-7-4-72 0 0,0 0 0 0 0,1 1 0 0 0,-1-1 0 0 0,0 1 0 0 0,1-1 0 0 0,-1 0 0 0 0,1 0 0 0 0,-1 1 0 0 0,1-1 0 0 0,-1 0 0 0 0,1 0 0 0 0,-1 1 0 0 0,0-1 0 0 0,1 0 0 0 0,-1 0 1 0 0,1 0-1 0 0,0 0 0 0 0,-1 0 0 0 0,1 1 0 0 0,-1-1 0 0 0,1 0 0 0 0,-1 0 0 0 0,1-1 0 0 0,-1 1 0 0 0,1 0 0 0 0,-1 0 0 0 0,1 0 0 0 0,-1 0 0 0 0,1 0 0 0 0,-1 0 0 0 0,1-1 0 0 0,-1 1 0 0 0,1-1 0 0 0,202-68 187 0 0,-201 68-188 0 0,0 1 0 0 0,-1-1 0 0 0,1 1 0 0 0,0-1 0 0 0,0 1 0 0 0,0 0 0 0 0,0 0 0 0 0,0 0 0 0 0,0 0 0 0 0,0 0 0 0 0,0 0 0 0 0,-1 0 0 0 0,1 1 0 0 0,0-1 0 0 0,0 1 0 0 0,0 0 0 0 0,0-1 0 0 0,-1 1 0 0 0,1 0 0 0 0,0 0 0 0 0,2 2 0 0 0,0 1-445 0 0,-1-1-1 0 0,0 1 0 0 0,0 0 1 0 0,-1 0-1 0 0,1 0 0 0 0,3 8 1 0 0,0 1-3328 0 0,-2-6 1403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9:19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1 128 0 0,'-12'1'747'0'0,"0"1"0"0"0,0 0 0 0 0,1 1 0 0 0,-1 0 0 0 0,1 1 0 0 0,0 1 0 0 0,0-1 0 0 0,0 2 0 0 0,-18 11 0 0 0,28-16 2 0 0,28 6-553 0 0,18-10-287 0 0,-31 1-79 0 0,-1 1-1 0 0,0 0 1 0 0,21 2-1 0 0,-33 0 159 0 0,-1-1 0 0 0,1 0 0 0 0,0 0 0 0 0,0 1 0 0 0,0-1 0 0 0,-1 0 0 0 0,1 1 0 0 0,0-1 0 0 0,-1 1 0 0 0,1-1 0 0 0,0 1 0 0 0,-1-1 0 0 0,1 1 0 0 0,0 0 0 0 0,-1-1 0 0 0,1 1 0 0 0,-1 0 0 0 0,0-1 0 0 0,1 1 0 0 0,-1 0 0 0 0,1-1 0 0 0,-1 1 0 0 0,0 0 0 0 0,1 0 0 0 0,-1 0 1 0 0,0-1-1 0 0,0 3 0 0 0,2 22-144 0 0,-2-20 138 0 0,0-3 0 0 0,18 12 322 0 0,-3-15-221 0 0,0-1-1 0 0,-1-1 1 0 0,1 0 0 0 0,-1-1 0 0 0,18-6 0 0 0,36-10 198 0 0,-65 20-283 0 0,-1-1 0 0 0,0 1 0 0 0,0-1 0 0 0,0 1 0 0 0,1 0 1 0 0,-1 0-1 0 0,0 0 0 0 0,0 0 0 0 0,1 0 0 0 0,-1 1 0 0 0,0-1 1 0 0,0 1-1 0 0,1-1 0 0 0,-1 1 0 0 0,0 0 0 0 0,0 0 0 0 0,0 0 0 0 0,0 0 1 0 0,0 0-1 0 0,0 0 0 0 0,-1 1 0 0 0,1-1 0 0 0,0 1 0 0 0,-1-1 0 0 0,1 1 1 0 0,0 0-1 0 0,-1-1 0 0 0,0 1 0 0 0,0 0 0 0 0,1 0 0 0 0,-1 0 0 0 0,0 0 1 0 0,0 0-1 0 0,1 4 0 0 0,17 23-4818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9:20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39 236 0 0,'0'0'988'0'0,"1"-13"624"0"0,2 0 32 0 0,-6 0-1788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9:19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4 1404 0 0,'0'0'3554'0'0,"-5"-1"-2603"0"0,-16-1-94 0 0,15 2 1800 0 0,10 46-324 0 0,-2-36-1969 0 0,-1 0 1 0 0,-1-1-1 0 0,1 1 0 0 0,-3 16 0 0 0,-9 2-2690 0 0,-13-4-3697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9:20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0 372 0 0,'0'0'1373'0'0,"18"25"3347"0"0,38-17-1455 0 0,-55-8-2982 0 0,43 14-1377 0 0,-25-2-3764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9:20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296 97 672 0 0,'1'-3'337'0'0,"0"0"0"0"0,0-1 0 0 0,-1 1 0 0 0,0-1 0 0 0,0 1 0 0 0,0-1 0 0 0,0 1 0 0 0,0-1 0 0 0,-1 1 0 0 0,1 0 0 0 0,-1-1 0 0 0,0 1 0 0 0,0 0 0 0 0,0-1 0 0 0,-1 1 0 0 0,1 0 0 0 0,-1 0 0 0 0,1 0 0 0 0,-1 0 0 0 0,-3-3 0 0 0,2 3-106 0 0,0 1-1 0 0,0-1 1 0 0,-1 1 0 0 0,1 0 0 0 0,0 0 0 0 0,-1 0-1 0 0,0 1 1 0 0,0-1 0 0 0,1 1 0 0 0,-1 0 0 0 0,0 0-1 0 0,0 0 1 0 0,0 0 0 0 0,-8 1 0 0 0,1 0 6 0 0,-1 0 0 0 0,0 1 1 0 0,0 0-1 0 0,1 1 0 0 0,-1 0 0 0 0,1 1 1 0 0,0 1-1 0 0,0 0 0 0 0,0 0 0 0 0,-20 12 1 0 0,25-13-191 0 0,1 1 0 0 0,0 0 0 0 0,0 0 0 0 0,0 0 0 0 0,0 1 0 0 0,1 0 0 0 0,-1 0 0 0 0,1 0 0 0 0,0 0 0 0 0,1 1 0 0 0,0-1 0 0 0,-1 1 0 0 0,2 0 0 0 0,-1 0 0 0 0,1 0 0 0 0,0 0 0 0 0,0 1 0 0 0,1-1 0 0 0,-1 0 0 0 0,1 1 0 0 0,1-1 0 0 0,-1 1 0 0 0,1-1 0 0 0,1 1 0 0 0,-1 0 0 0 0,1-1 0 0 0,0 0 0 0 0,0 1 0 0 0,1-1 0 0 0,2 8 0 0 0,0-4-207 0 0,1 1 1 0 0,-1-1 0 0 0,2 0-1 0 0,-1 0 1 0 0,1-1 0 0 0,1 1-1 0 0,0-2 1 0 0,0 1-1 0 0,1-1 1 0 0,0 0 0 0 0,0 0-1 0 0,1-1 1 0 0,0 0 0 0 0,0 0-1 0 0,0-1 1 0 0,21 9-1 0 0,55 15-2167 0 0,-23-17-2534 0 0,-22-8 1833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9:21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16 1088 0 0,'0'0'205'0'0,"0"-1"1"0"0,0 1-1 0 0,0-1 0 0 0,0 1 1 0 0,0-1-1 0 0,0 1 0 0 0,0-1 1 0 0,0 1-1 0 0,0 0 0 0 0,0-1 1 0 0,-1 1-1 0 0,1-1 0 0 0,0 1 1 0 0,0-1-1 0 0,0 1 0 0 0,0-1 1 0 0,-1 1-1 0 0,1 0 0 0 0,0-1 1 0 0,-1 1-1 0 0,1 0 0 0 0,0-1 1 0 0,0 1-1 0 0,-1 0 0 0 0,1-1 1 0 0,-1 1-1 0 0,1 0 0 0 0,0-1 0 0 0,-1 1 1 0 0,1 0-1 0 0,-1 0 0 0 0,1 0 1 0 0,0-1-1 0 0,-1 1 0 0 0,1 0 1 0 0,-1 0-1 0 0,1 0 0 0 0,-1 0 1 0 0,1 0-1 0 0,-1 0 0 0 0,1 0 1 0 0,-1 0-1 0 0,1 0 0 0 0,-1 0 1 0 0,-16 22 2353 0 0,-15 50-3240 0 0,28-63 1529 0 0,-87 192 787 0 0,91-200-1598 0 0,-1 1 0 0 0,1-1 0 0 0,0 0 0 0 0,-1 0 0 0 0,0 0 0 0 0,1 1 0 0 0,-1-1 0 0 0,0 0 1 0 0,1 0-1 0 0,-1 0 0 0 0,0 0 0 0 0,0 0 0 0 0,0 0 0 0 0,0 0 0 0 0,0-1 0 0 0,0 1 0 0 0,0 0 0 0 0,0 0 0 0 0,-2 0 1 0 0,5-24 76 0 0,21-49-197 0 0,-19 65 67 0 0,18-34 5 0 0,36-50-1 0 0,-53 82 9 0 0,2 0-1 0 0,0 1 1 0 0,0 0-1 0 0,0 1 1 0 0,1-1 0 0 0,0 2-1 0 0,0-1 1 0 0,1 1-1 0 0,0 0 1 0 0,0 1-1 0 0,19-9 1 0 0,-26 14-3 0 0,0-1 0 0 0,0 1 1 0 0,1 0-1 0 0,-1 0 0 0 0,0 0 0 0 0,0 1 0 0 0,0-1 0 0 0,0 1 1 0 0,1-1-1 0 0,-1 1 0 0 0,0-1 0 0 0,0 1 0 0 0,0 0 0 0 0,0 0 1 0 0,0 0-1 0 0,-1 0 0 0 0,1 1 0 0 0,0-1 0 0 0,0 0 0 0 0,-1 1 1 0 0,1-1-1 0 0,-1 1 0 0 0,1 0 0 0 0,-1-1 0 0 0,0 1 0 0 0,1 0 1 0 0,-1 0-1 0 0,1 3 0 0 0,27 58-39 0 0,-28-61 42 0 0,12 35 7 0 0,1 0-1 0 0,2 0 1 0 0,1-2-1 0 0,26 39 1 0 0,-42-73 29 0 0,-1 0 1 0 0,1 0-1 0 0,0 0 0 0 0,-1 0 1 0 0,1 0-1 0 0,0 0 1 0 0,0 0-1 0 0,0 0 0 0 0,0-1 1 0 0,0 1-1 0 0,0 0 1 0 0,0 0-1 0 0,0-1 1 0 0,0 1-1 0 0,0-1 0 0 0,0 1 1 0 0,0-1-1 0 0,0 1 1 0 0,1-1-1 0 0,-1 0 1 0 0,0 1-1 0 0,0-1 0 0 0,0 0 1 0 0,1 0-1 0 0,-1 0 1 0 0,2 0-1 0 0,-1-1 36 0 0,1 0 1 0 0,0 0-1 0 0,-1-1 0 0 0,1 1 1 0 0,-1-1-1 0 0,0 0 0 0 0,1 1 1 0 0,-1-1-1 0 0,0 0 0 0 0,0 0 1 0 0,3-5-1 0 0,8-12 147 0 0,0 0 0 0 0,-1 0 0 0 0,-1-2 0 0 0,16-42-1 0 0,-6 15-213 0 0,-14 31-390 0 0,12-23-1680 0 0,-3 20-6684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9:21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36 242 248 0 0,'7'1'12194'0'0,"-11"62"-10680"0"0,-16 155 784 0 0,17-189-2123 0 0,0-14-4554 0 0,-6-36 2144 0 0,7 14 2005 0 0,1-1 1 0 0,1 1-1 0 0,-1-1 0 0 0,1 1 1 0 0,0 0-1 0 0,1-1 0 0 0,0 1 1 0 0,0-1-1 0 0,1 1 1 0 0,-1 0-1 0 0,2 0 0 0 0,3-10 1 0 0,3-13-219 0 0,-2 4 488 0 0,2 1 1 0 0,0-1 0 0 0,2 2-1 0 0,0-1 1 0 0,2 1-1 0 0,0 1 1 0 0,33-40-1 0 0,-32 45 392 0 0,1 1-1 0 0,1 0 1 0 0,1 1-1 0 0,0 1 1 0 0,1 1-1 0 0,1 1 1 0 0,0 0-1 0 0,1 1 1 0 0,33-14-1 0 0,-43 23-266 0 0,-1 0 1 0 0,1 0-1 0 0,0 1 1 0 0,0 0-1 0 0,0 1 1 0 0,0 0-1 0 0,13 1 1 0 0,-18 0-360 0 0,0 0 0 0 0,0 1 1 0 0,0 0-1 0 0,0-1 1 0 0,0 1-1 0 0,0 1 0 0 0,-1-1 1 0 0,1 1-1 0 0,0 0 0 0 0,-1 0 1 0 0,1 0-1 0 0,-1 1 1 0 0,0-1-1 0 0,0 1 0 0 0,7 6 1 0 0,-2 7-4381 0 0,-3-8 1945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9:21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15 896 0 0,'0'0'1084'0'0,"-5"10"1708"0"0,30-11-2035 0 0,-13 2-81 0 0,7-2-96 0 0,-2 1-192 0 0,5-2-276 0 0,1-3-312 0 0,3 1-324 0 0,-6 1-572 0 0,5-1-1185 0 0,-2-1 529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9:23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1292 0 0,'-8'9'14312'0'0,"6"-6"-12412"0"0,0 0-3206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9:23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26 15069 0 0,'0'0'2087'0'0,"-3"-3"-1693"0"0,-3-7 476 0 0,0-2-1306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9:36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55 194 368 0 0,'-8'-8'1353'0'0,"1"0"1"0"0,0-1-1 0 0,0 0 0 0 0,1 0 1 0 0,-7-15-1 0 0,12 23-727 0 0,-4-13 4319 0 0,173 498-4034 0 0,-160-463-881 0 0,-6-15 9 0 0,0 1 1 0 0,0 0-1 0 0,1-1 1 0 0,0 0 0 0 0,1 0-1 0 0,4 8 1 0 0,-7-13 89 0 0,-1-1-109 0 0,0 0-1 0 0,0 1 1 0 0,1-1 0 0 0,-1 0-1 0 0,0 0 1 0 0,0 0 0 0 0,0 1-1 0 0,0-1 1 0 0,0 0-1 0 0,0 0 1 0 0,0 0 0 0 0,1 1-1 0 0,-1-1 1 0 0,0 0 0 0 0,0 0-1 0 0,0 0 1 0 0,0 0 0 0 0,1 0-1 0 0,-1 0 1 0 0,0 1 0 0 0,0-1-1 0 0,0 0 1 0 0,1 0-1 0 0,-1 0 1 0 0,0 0 0 0 0,0 0-1 0 0,1 0 1 0 0,-1 0 0 0 0,0 0-1 0 0,0 0 1 0 0,0 0 0 0 0,1 0-1 0 0,-1 0 1 0 0,0 0 0 0 0,0 0-1 0 0,0 0 1 0 0,1 0-1 0 0,-1 0 1 0 0,0 0 0 0 0,0 0-1 0 0,1 0 1 0 0,-1-1 0 0 0,0 1-1 0 0,0 0 1 0 0,0 0 0 0 0,0 0-1 0 0,1 0 1 0 0,-1 0 0 0 0,0-1-1 0 0,21-32 177 0 0,-2 0 0 0 0,-1-2-1 0 0,-2 0 1 0 0,21-64 0 0 0,-24 62-153 0 0,60-197 144 0 0,-44 137-68 0 0,-8 30-1328 0 0,-21 65 705 0 0,2 9-2992 0 0,0 10 2965 0 0,2 10-1399 0 0,-1-9-2350 0 0,0-4 1034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9:36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110 205 68 0 0,'0'0'6488'0'0,"-2"3"-5857"0"0,-1 2-392 0 0,1 0 0 0 0,-1-1 1 0 0,1 1-1 0 0,1 0 0 0 0,-1 0 1 0 0,1 0-1 0 0,0 0 1 0 0,0 1-1 0 0,-1 8 0 0 0,0 61 1138 0 0,1-30-672 0 0,-25 184 4500 0 0,25-230-5177 0 0,0-1-1 0 0,0 0 1 0 0,0 1 0 0 0,0-1-1 0 0,0 1 1 0 0,-1-1 0 0 0,1 1-1 0 0,0 0 1 0 0,-1 0 0 0 0,1-1-1 0 0,-4 0 1 0 0,1-2 25 0 0,-1-6 18 0 0,0 1-1 0 0,0-1 0 0 0,1 0 0 0 0,1-1 1 0 0,0 1-1 0 0,0-1 0 0 0,1 1 0 0 0,0-1 1 0 0,0-19-1 0 0,1 14-27 0 0,-2-8-1 0 0,2 1-1 0 0,1-1 0 0 0,1 1 0 0 0,1 0 0 0 0,1-1 1 0 0,1 1-1 0 0,1 0 0 0 0,1 0 0 0 0,11-28 1 0 0,-12 38-44 0 0,1 0 0 0 0,0 0 0 0 0,1 1 0 0 0,1 0 0 0 0,0 0 0 0 0,0 0 0 0 0,1 1 0 0 0,1 1 1 0 0,-1-1-1 0 0,2 2 0 0 0,-1-1 0 0 0,2 2 0 0 0,-1-1 0 0 0,1 1 0 0 0,0 1 0 0 0,19-9 0 0 0,-24 14-15 0 0,0 1-1 0 0,-1-1 1 0 0,1 1-1 0 0,0 0 1 0 0,0 0-1 0 0,-1 1 0 0 0,1 0 1 0 0,0 0-1 0 0,0 0 1 0 0,0 1-1 0 0,-1 0 1 0 0,1 1-1 0 0,0-1 1 0 0,-1 1-1 0 0,1 1 0 0 0,-1-1 1 0 0,0 1-1 0 0,0 0 1 0 0,8 5-1 0 0,-11-6 12 0 0,0 0 0 0 0,1 1-1 0 0,-1-1 1 0 0,0 1 0 0 0,0 0 0 0 0,-1-1-1 0 0,1 1 1 0 0,0 1 0 0 0,-1-1-1 0 0,0 0 1 0 0,0 0 0 0 0,0 1 0 0 0,0-1-1 0 0,0 1 1 0 0,-1 0 0 0 0,1 0-1 0 0,-1-1 1 0 0,0 1 0 0 0,0 0 0 0 0,-1 0-1 0 0,1 0 1 0 0,-1 0 0 0 0,0 0-1 0 0,0 0 1 0 0,0 0 0 0 0,-1 0 0 0 0,1 0-1 0 0,-1 0 1 0 0,0 0 0 0 0,0 0 0 0 0,0 0-1 0 0,-1-1 1 0 0,-2 6 0 0 0,0-3 9 0 0,1 0 0 0 0,-1-1 0 0 0,0 1 0 0 0,-1-1 0 0 0,0-1 0 0 0,1 1 0 0 0,-2 0 0 0 0,1-1 0 0 0,0 0 0 0 0,-1 0 0 0 0,0-1 0 0 0,0 0 0 0 0,0 0 0 0 0,0 0 0 0 0,-9 3 0 0 0,0-2-16 0 0,1 0 1 0 0,-1 0-1 0 0,0-1 1 0 0,0-1-1 0 0,-26 0 1 0 0,33-2-756 0 0,-1-1 0 0 0,0-1 0 0 0,1 1 0 0 0,-15-6 0 0 0,22 7-535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9:37.5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82 964 0 0,'0'0'13170'0'0,"3"1"-12943"0"0,16 3-57 0 0,0-1 0 0 0,0 0 0 0 0,0-2 0 0 0,0 0 0 0 0,36-4 0 0 0,-2 2-36 0 0,297 12 444 0 0,-6 0-124 0 0,-343-11-416 0 0,1 0 0 0 0,0 1 0 0 0,-1-1 0 0 0,1 0-1 0 0,0 0 1 0 0,0-1 0 0 0,-1 1 0 0 0,1 0 0 0 0,0-1 0 0 0,-1 1 0 0 0,1-1 0 0 0,-1 1 0 0 0,1-1 0 0 0,-1 0 0 0 0,3 0 0 0 0,-4 0-35 0 0,0 0-1 0 0,0 1 1 0 0,0-1 0 0 0,-1 1 0 0 0,1-1 0 0 0,0 1 0 0 0,0-1 0 0 0,0 0 0 0 0,0 1 0 0 0,-1-1 0 0 0,1 1 0 0 0,0-1 0 0 0,-1 1-1 0 0,1-1 1 0 0,0 1 0 0 0,-1-1 0 0 0,1 1 0 0 0,-1 0 0 0 0,1-1 0 0 0,-1 1 0 0 0,1 0 0 0 0,-1-1 0 0 0,1 1 0 0 0,-1 0 0 0 0,1-1 0 0 0,-1 1-1 0 0,0 0 1 0 0,-63-31-357 0 0,50 25 369 0 0,-94-50-364 0 0,106 55 350 0 0,25 38-310 0 0,-22-32 294 0 0,-1 1 0 0 0,1-1-1 0 0,-1 1 1 0 0,0 0-1 0 0,-1-1 1 0 0,0 1 0 0 0,0-1-1 0 0,0 1 1 0 0,0-1-1 0 0,-1 0 1 0 0,0 1 0 0 0,0-1-1 0 0,0 0 1 0 0,-1 0-1 0 0,0 0 1 0 0,0 0-1 0 0,0-1 1 0 0,0 1 0 0 0,-1-1-1 0 0,0 0 1 0 0,0 0-1 0 0,-7 6 1 0 0,1-1-634 0 0,0-1 0 0 0,-1-1 1 0 0,-19 12-1 0 0,20-14-1212 0 0,-1 0 1 0 0,1-1-1 0 0,-21 6 1 0 0,13-7-1432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9:39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9 139 844 0 0,'-2'-6'974'0'0,"0"0"-1"0"0,1 0 1 0 0,-1 0 0 0 0,1 0 0 0 0,0 0-1 0 0,2-9 4038 0 0,2 25-5080 0 0,2 1 245 0 0,40 122 516 0 0,-29-80-481 0 0,3-1 1 0 0,27 54-1 0 0,-16-55 2679 0 0,-27-55-2478 0 0,11-23-31 0 0,0 0-1 0 0,-2-1 1 0 0,-1-1 0 0 0,-2 0-1 0 0,11-50 1 0 0,-2 8-91 0 0,-4 17-188 0 0,12-41-205 0 0,-23 87-479 0 0,1-1 1 0 0,0 1-1 0 0,0 0 0 0 0,9-13 0 0 0,-12 21 276 0 0,0-1 0 0 0,0 0 0 0 0,0 1 0 0 0,0-1 1 0 0,0 1-1 0 0,0-1 0 0 0,0 1 0 0 0,0-1 0 0 0,0 1 0 0 0,0 0 0 0 0,0-1 0 0 0,0 1 0 0 0,1 0 0 0 0,-1 0 0 0 0,0 0 0 0 0,0 0 0 0 0,0 0 1 0 0,0 0-1 0 0,0 0 0 0 0,0 0 0 0 0,0 1 0 0 0,1-1 0 0 0,-1 0 0 0 0,0 1 0 0 0,0-1 0 0 0,0 1 0 0 0,0-1 0 0 0,0 1 0 0 0,0-1 1 0 0,1 2-1 0 0,0-1-437 0 0,6 3-2559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9:40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0 477 672 0 0,'0'0'1774'0'0,"18"-4"1605"0"0,-17 3-3330 0 0,25-16 1083 0 0,-1-1 1 0 0,0-2 0 0 0,-2 0-1 0 0,-1-1 1 0 0,0-2-1 0 0,28-37 1 0 0,-50 60-1120 0 0,1-1 0 0 0,-1 1 0 0 0,0 0 1 0 0,0-1-1 0 0,1 1 0 0 0,-1 0 0 0 0,0-1 0 0 0,0 1 0 0 0,1-1 1 0 0,-1 1-1 0 0,0-1 0 0 0,0 1 0 0 0,0 0 0 0 0,0-1 0 0 0,0 1 1 0 0,0-1-1 0 0,0 1 0 0 0,0-1 0 0 0,0 1 0 0 0,0-1 0 0 0,0 1 1 0 0,0 0-1 0 0,0-1 0 0 0,0 1 0 0 0,0-1 0 0 0,0 1 0 0 0,0-1 0 0 0,-1 1 1 0 0,1 0-1 0 0,0-1 0 0 0,0 1 0 0 0,0-1 0 0 0,-1 1 0 0 0,1 0 1 0 0,0-1-1 0 0,-1 1 0 0 0,1 0 0 0 0,0-1 0 0 0,-1 1 0 0 0,1 0 1 0 0,0 0-1 0 0,-1-1 0 0 0,1 1 0 0 0,-1 0 0 0 0,1 0 0 0 0,0 0 1 0 0,-1-1-1 0 0,1 1 0 0 0,-1 0 0 0 0,1 0 0 0 0,-1 0 0 0 0,1 0 1 0 0,0 0-1 0 0,-1 0 0 0 0,-2 0-1 0 0,1-1 1 0 0,-1 1-1 0 0,1 0 1 0 0,0 0-1 0 0,-1 1 0 0 0,1-1 1 0 0,-1 0-1 0 0,1 1 1 0 0,0-1-1 0 0,-4 2 1 0 0,-1 3-6 0 0,0-1 0 0 0,1 1 0 0 0,-1 1 0 0 0,1-1 0 0 0,0 1 0 0 0,1 0 0 0 0,-1 0 0 0 0,1 1 0 0 0,0 0 0 0 0,1 0 0 0 0,-1 0 1 0 0,2 0-1 0 0,-1 1 0 0 0,1-1 0 0 0,0 1 0 0 0,0 0 0 0 0,-1 9 0 0 0,3-12-4 0 0,0-1 0 0 0,1 0 0 0 0,0 0 0 0 0,-1 1 1 0 0,1-1-1 0 0,1 0 0 0 0,-1 0 0 0 0,1 0 0 0 0,0 1 0 0 0,0-1 0 0 0,0 0 0 0 0,0 0 0 0 0,1 0 1 0 0,-1 0-1 0 0,3 4 0 0 0,-2-6 3 0 0,0 0 1 0 0,0 0 0 0 0,-1 0-1 0 0,1-1 1 0 0,1 1-1 0 0,-1 0 1 0 0,0-1 0 0 0,0 1-1 0 0,1-1 1 0 0,-1 0 0 0 0,0 1-1 0 0,1-1 1 0 0,0-1-1 0 0,-1 1 1 0 0,1 0 0 0 0,-1 0-1 0 0,5-1 1 0 0,4 1 7 0 0,-1-1-1 0 0,0-1 1 0 0,0 0 0 0 0,0-1 0 0 0,1 1 0 0 0,-1-2 0 0 0,-1 0 0 0 0,1 0 0 0 0,13-6-1 0 0,-5-1 2 0 0,1-1 0 0 0,-1 0 0 0 0,16-14 0 0 0,-17 12-50 0 0,0 1 0 0 0,35-18-1 0 0,-52 30 28 0 0,1 0 1 0 0,0-1-1 0 0,-1 1 0 0 0,1 0 0 0 0,0 0 0 0 0,-1 0 0 0 0,1 0 0 0 0,0 0 0 0 0,-1 0 0 0 0,1 0 0 0 0,0 0 0 0 0,-1 0 1 0 0,1 0-1 0 0,0 0 0 0 0,0 0 0 0 0,-1 0 0 0 0,1 0 0 0 0,0 1 0 0 0,-1-1 0 0 0,1 0 0 0 0,-1 0 0 0 0,1 1 0 0 0,0-1 1 0 0,-1 1-1 0 0,1-1 0 0 0,-1 1 0 0 0,1-1 0 0 0,-1 0 0 0 0,1 1 0 0 0,-1 0 0 0 0,1-1 0 0 0,-1 1 0 0 0,1-1 0 0 0,-1 1 1 0 0,1 1-1 0 0,12 32-81 0 0,3 6-160 0 0,-14-38 233 0 0,0 0 0 0 0,-1 1 0 0 0,1-1 0 0 0,0 0 1 0 0,0 0-1 0 0,0-1 0 0 0,1 1 0 0 0,-1 0 1 0 0,0-1-1 0 0,1 1 0 0 0,-1-1 0 0 0,1 0 0 0 0,-1 0 1 0 0,1 0-1 0 0,0 0 0 0 0,0 0 0 0 0,-1 0 0 0 0,1-1 1 0 0,0 0-1 0 0,0 1 0 0 0,-1-1 0 0 0,1 0 0 0 0,0 0 1 0 0,0 0-1 0 0,0-1 0 0 0,-1 1 0 0 0,1-1 0 0 0,0 0 1 0 0,0 1-1 0 0,-1-1 0 0 0,1 0 0 0 0,0-1 1 0 0,-1 1-1 0 0,0 0 0 0 0,1-1 0 0 0,-1 1 0 0 0,3-3 1 0 0,5-4 1 0 0,0-1 1 0 0,0 0-1 0 0,-1 0 1 0 0,0-1-1 0 0,-1 0 1 0 0,0 0-1 0 0,-1-1 1 0 0,0 0 0 0 0,-1 0-1 0 0,0-1 1 0 0,7-18-1 0 0,4-17-2 0 0,16-80 0 0 0,-26 97 56 0 0,9-85 1428 0 0,-15 113-1212 0 0,-4 7-224 0 0,-3 10-20 0 0,-1 0 1 0 0,2 0-1 0 0,0 1 1 0 0,1 0-1 0 0,-2 17 1 0 0,-8 90 67 0 0,12-102-41 0 0,2-16-21 0 0,-1 6-49 0 0,0 0 1 0 0,0 0 0 0 0,2 1 0 0 0,1 13 0 0 0,-2-22 16 0 0,1 0 0 0 0,0-1 0 0 0,-1 1 0 0 0,1 0 0 0 0,0-1 0 0 0,0 1 0 0 0,1-1 0 0 0,-1 1 0 0 0,0-1 0 0 0,1 0 0 0 0,0 1 0 0 0,-1-1 0 0 0,1 0 0 0 0,0 0 0 0 0,0 0 0 0 0,0 0 0 0 0,1 0 0 0 0,-1-1 0 0 0,0 1 0 0 0,1-1 0 0 0,-1 1 0 0 0,4 0 0 0 0,21 8-83 0 0,-13-5 40 0 0,0 1 0 0 0,0 0 0 0 0,14 9 0 0 0,-26-13 52 0 0,0-1 0 0 0,1 1 0 0 0,-1-1 0 0 0,0 1 0 0 0,0 0 0 0 0,0 0 0 0 0,0 0 0 0 0,-1 0 0 0 0,1 1 0 0 0,0-1 0 0 0,-1 0 0 0 0,0 1 0 0 0,3 4 0 0 0,-4-5-5 0 0,-24 23 42 0 0,13-20 81 0 0,-1-1 1 0 0,0-1-1 0 0,0 0 0 0 0,0 0 0 0 0,0-1 0 0 0,0-1 0 0 0,0 0 0 0 0,0-1 0 0 0,-1 0 0 0 0,-18-3 0 0 0,28 3-21 0 0,-8-2 729 0 0,3-1-3381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9:43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62 102 928 0 0,'2'-21'4662'0'0,"-2"13"2291"0"0,-54 254-5925 0 0,46-198-710 0 0,8-46-136 0 0,0 0 88 0 0,-1 3-365 0 0,1-7 1944 0 0,3-40-1770 0 0,2 0 0 0 0,2 0-1 0 0,2 1 1 0 0,21-60-1 0 0,-30 99-96 0 0,0 1 0 0 0,1-1 0 0 0,-1 1 1 0 0,1-1-1 0 0,0 0 0 0 0,-1 1 0 0 0,1 0 0 0 0,0-1 0 0 0,0 1 0 0 0,0 0 0 0 0,0-1 0 0 0,0 1 0 0 0,0 0 0 0 0,0 0 1 0 0,1 0-1 0 0,-1 0 0 0 0,0 0 0 0 0,1 0 0 0 0,-1 0 0 0 0,0 0 0 0 0,1 0 0 0 0,-1 1 0 0 0,1-1 0 0 0,2 0 0 0 0,-1 1-6 0 0,-1 0-1 0 0,1 0 0 0 0,0 0 0 0 0,0 0 1 0 0,-1 1-1 0 0,1-1 0 0 0,0 1 0 0 0,-1 0 1 0 0,1 0-1 0 0,-1 0 0 0 0,1 0 0 0 0,-1 0 1 0 0,4 2-1 0 0,4 4-29 0 0,0 0-1 0 0,0 1 1 0 0,-1 0 0 0 0,0 1-1 0 0,11 12 1 0 0,6 10 50 0 0,1 0-1 0 0,2-2 1 0 0,1-2 0 0 0,1 0-1 0 0,1-2 1 0 0,39 22-1 0 0,-70-46 685 0 0,1-2-634 0 0,-1 0 0 0 0,1 1-1 0 0,-1-1 1 0 0,1 0-1 0 0,-1 0 1 0 0,1 0 0 0 0,-1 0-1 0 0,0 0 1 0 0,1 0-1 0 0,-1 0 1 0 0,0-1 0 0 0,0 1-1 0 0,0 0 1 0 0,0-1-1 0 0,0 1 1 0 0,0-1 0 0 0,0 1-1 0 0,-1-1 1 0 0,1 1-1 0 0,0-1 1 0 0,-1 1-1 0 0,1-4 1 0 0,10-38 691 0 0,13-236 468 0 0,-23 277-1759 0 0,-1 0-954 0 0,2-4 1901 0 0,13 24-14980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9:43.6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40 214 812 0 0,'0'0'997'0'0,"12"20"4593"0"0,-11 13-3879 0 0,11 58-1 0 0,-6-57-6 0 0,3 63 1 0 0,-23-189 1706 0 0,-3-14-3077 0 0,14 77-221 0 0,1 0-1 0 0,3-44 0 0 0,-1 65-94 0 0,1-1 0 0 0,0 1-1 0 0,1 0 1 0 0,0 0-1 0 0,0-1 1 0 0,0 1 0 0 0,1 1-1 0 0,1-1 1 0 0,-1 0-1 0 0,1 1 1 0 0,0-1 0 0 0,1 1-1 0 0,8-10 1 0 0,-8 13-28 0 0,-1 0 1 0 0,1 0-1 0 0,0 1 1 0 0,0-1-1 0 0,1 1 1 0 0,-1 0-1 0 0,1 1 0 0 0,-1-1 1 0 0,1 1-1 0 0,0 0 1 0 0,0 1-1 0 0,0-1 1 0 0,0 1-1 0 0,0 1 1 0 0,0-1-1 0 0,0 1 1 0 0,0 0-1 0 0,0 0 1 0 0,1 0-1 0 0,8 3 1 0 0,-8-2-13 0 0,0 1 0 0 0,-1 0 0 0 0,1 0 1 0 0,-1 0-1 0 0,1 1 0 0 0,-1 0 0 0 0,0 0 1 0 0,0 1-1 0 0,0-1 0 0 0,0 1 0 0 0,-1 1 1 0 0,1-1-1 0 0,-1 1 0 0 0,0 0 1 0 0,-1 0-1 0 0,1 1 0 0 0,5 9 0 0 0,-9-14 20 0 0,-1 0-1 0 0,0 1 0 0 0,1-1 1 0 0,-1 1-1 0 0,0-1 0 0 0,0 1 1 0 0,0-1-1 0 0,0 1 0 0 0,0-1 1 0 0,0 1-1 0 0,-1-1 0 0 0,1 1 1 0 0,0-1-1 0 0,-1 1 0 0 0,1-1 1 0 0,-1 0-1 0 0,1 1 0 0 0,-1-1 1 0 0,0 1-1 0 0,0-1 0 0 0,1 0 1 0 0,-1 0-1 0 0,0 0 0 0 0,0 0 1 0 0,0 1-1 0 0,0-1 0 0 0,-1 0 1 0 0,-1 1-1 0 0,-35 25 10 0 0,12-15-157 0 0,0 0 0 0 0,-1-1 0 0 0,-37 8-1 0 0,41-13-1903 0 0,-1-2-1 0 0,-29 3 1 0 0,35-8-2161 0 0,3-4 322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9:46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116 158 224 0 0,'-37'-20'6370'0'0,"36"19"-5490"0"0,-3-3 1019 0 0,-4 10 40 0 0,-6 13-855 0 0,-1 72-55 0 0,-4 123 0 0 0,13-150-688 0 0,6-61-285 0 0,-8-33 1334 0 0,6 6-1361 0 0,1 1 1 0 0,1-1-1 0 0,1 1 0 0 0,1-1 1 0 0,1 1-1 0 0,12-43 1 0 0,-4 7-25 0 0,-9 52-27 0 0,13-60 98 0 0,-14 64-97 0 0,0-1 0 0 0,1 0 0 0 0,-1 0 0 0 0,1 1 0 0 0,0-1 0 0 0,-1 1 1 0 0,2-1-1 0 0,-1 1 0 0 0,0 0 0 0 0,1 0 0 0 0,-1 0 0 0 0,1 0 1 0 0,0 0-1 0 0,3-2 0 0 0,-4 5-5 0 0,0-1 0 0 0,0 1 0 0 0,0 0 0 0 0,0-1 0 0 0,0 1 0 0 0,0 0 0 0 0,0 0 0 0 0,0 0 0 0 0,0 1 0 0 0,0-1 0 0 0,0 0 0 0 0,0 1 0 0 0,0-1 0 0 0,0 1 0 0 0,-1 0 0 0 0,1-1 0 0 0,0 1 0 0 0,0 0 0 0 0,0 0 0 0 0,-1 0 0 0 0,1 0 0 0 0,-1 1 0 0 0,1-1 0 0 0,-1 0 0 0 0,2 3 0 0 0,40 41-194 0 0,-36-36 162 0 0,72 97-224 0 0,-57-73 208 0 0,1-2 1 0 0,30 32-1 0 0,-52-62 120 0 0,-1 0 0 0 0,1 0 0 0 0,0 0 1 0 0,-1 0-1 0 0,1 0 0 0 0,0 0 0 0 0,0 0 0 0 0,0-1 0 0 0,0 1 0 0 0,0 0 0 0 0,0-1 1 0 0,0 1-1 0 0,0 0 0 0 0,0-1 0 0 0,0 1 0 0 0,0-1 0 0 0,1 0 0 0 0,-1 1 1 0 0,0-1-1 0 0,0 0 0 0 0,0 0 0 0 0,0 0 0 0 0,1 0 0 0 0,-1 0 0 0 0,0 0 0 0 0,0 0 1 0 0,1 0-1 0 0,-1 0 0 0 0,0 0 0 0 0,0-1 0 0 0,2 0 0 0 0,-1-1 62 0 0,1-1-1 0 0,0 0 0 0 0,-1 0 0 0 0,0 0 1 0 0,1 0-1 0 0,-1 0 0 0 0,-1 0 0 0 0,1 0 1 0 0,2-7-1 0 0,30-74 807 0 0,26-101 1 0 0,-44 134-779 0 0,-12 35-190 0 0,15-34-4597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9:46.8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1 261 644 0 0,'0'0'813'0'0,"4"15"1295"0"0,-1 30-26 0 0,2 0-1 0 0,18 79 1 0 0,-13-73-1006 0 0,-9-35 4001 0 0,-11-44-3934 0 0,-11-56-817 0 0,17 55-205 0 0,1 0-1 0 0,2-1 1 0 0,1 1-1 0 0,2-1 1 0 0,10-56-1 0 0,-10 73-116 0 0,1 0-1 0 0,1 1 0 0 0,0-1 1 0 0,0 1-1 0 0,1 0 1 0 0,1 1-1 0 0,0-1 0 0 0,1 1 1 0 0,0 0-1 0 0,0 1 1 0 0,1-1-1 0 0,1 2 0 0 0,0-1 1 0 0,0 1-1 0 0,1 0 1 0 0,10-7-1 0 0,-16 14-27 0 0,0-1 0 0 0,0 1 0 0 0,0 0 0 0 0,1 0 0 0 0,-1 1 0 0 0,0-1 0 0 0,1 1-1 0 0,-1 0 1 0 0,1 0 0 0 0,-1 1 0 0 0,1-1 0 0 0,0 1 0 0 0,-1 0 0 0 0,1 0 0 0 0,-1 1 0 0 0,1-1 0 0 0,-1 1 0 0 0,1 0 0 0 0,-1 0 0 0 0,1 1 0 0 0,-1-1 0 0 0,7 4-1 0 0,-8-3 5 0 0,0 0 0 0 0,0 0 0 0 0,0 0 0 0 0,0 1-1 0 0,-1-1 1 0 0,1 1 0 0 0,-1-1 0 0 0,0 1-1 0 0,0 0 1 0 0,0 0 0 0 0,0 0 0 0 0,0 0-1 0 0,0 1 1 0 0,-1-1 0 0 0,0 0 0 0 0,1 1-1 0 0,-1-1 1 0 0,0 1 0 0 0,-1-1 0 0 0,1 1-1 0 0,-1-1 1 0 0,1 1 0 0 0,-1-1 0 0 0,0 1-1 0 0,-1 0 1 0 0,1-1 0 0 0,-1 1 0 0 0,1-1-1 0 0,-2 5 1 0 0,0-2 11 0 0,0-1-1 0 0,0 0 1 0 0,0 0-1 0 0,-1-1 0 0 0,1 1 1 0 0,-1 0-1 0 0,0-1 1 0 0,0 0-1 0 0,-1 1 1 0 0,1-1-1 0 0,-1-1 0 0 0,0 1 1 0 0,0 0-1 0 0,-1-1 1 0 0,1 0-1 0 0,-6 3 1 0 0,-10 5-302 0 0,-1-1 1 0 0,-36 13 0 0 0,-12 5-4067 0 0,67-26 3773 0 0,-1-1-290 0 0,-8 7-6634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9:47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17 504 0 0,'0'0'6391'0'0,"18"2"1292"0"0,-11-1-7883 0 0,229 20 1737 0 0,85 14-1143 0 0,-94-11-170 0 0,-148-18-167 0 0,-45-4 32 0 0,0-1 1 0 0,44-5 0 0 0,-78 4-94 0 0,0 0 1 0 0,1 0-1 0 0,-1 0 1 0 0,0 0-1 0 0,0 0 1 0 0,1 0-1 0 0,-1 0 1 0 0,0 0-1 0 0,0 0 1 0 0,1 0-1 0 0,-1 0 1 0 0,0 0-1 0 0,0 0 1 0 0,1 0-1 0 0,-1 0 1 0 0,0 0-1 0 0,0 0 1 0 0,1 0-1 0 0,-1-1 1 0 0,0 1-1 0 0,0 0 1 0 0,1 0-1 0 0,-1 0 1 0 0,0 0-1 0 0,0 0 1 0 0,0-1-1 0 0,0 1 1 0 0,1 0-1 0 0,-1 0 1 0 0,0-1-1 0 0,0 1 1 0 0,0 0-1 0 0,0 0 0 0 0,0 0 1 0 0,0-1-1 0 0,1 1 1 0 0,-1 0-1 0 0,0 0 1 0 0,0-1-1 0 0,0 1 1 0 0,0 0-1 0 0,0 0 1 0 0,0-1-1 0 0,0 1 1 0 0,0 0-1 0 0,0-1 1 0 0,0 1-1 0 0,0 0 1 0 0,0 0-1 0 0,-1-1 1 0 0,1 1-1 0 0,0 0 1 0 0,0 0-1 0 0,0 0 1 0 0,0-1-1 0 0,0 1 1 0 0,0 0-1 0 0,-1 0 1 0 0,1-1-1 0 0,-15-13-283 0 0,0 1-1 0 0,-1 0 1 0 0,-1 1-1 0 0,0 0 1 0 0,-25-11-1 0 0,25 15-403 0 0,18 16 338 0 0,-1-6 344 0 0,1 1 0 0 0,0-1-1 0 0,-1 0 1 0 0,1 1 0 0 0,-1-1 0 0 0,0 1-1 0 0,0-1 1 0 0,0 1 0 0 0,0-1-1 0 0,0 1 1 0 0,-1-1 0 0 0,0 5 0 0 0,-3 0-31 0 0,0 0 0 0 0,0 0 0 0 0,-1 0 1 0 0,1-1-1 0 0,-2 0 0 0 0,1 0 0 0 0,0 0 1 0 0,-1-1-1 0 0,0 1 0 0 0,-13 7 0 0 0,-29 18-1964 0 0,5-8-3629 0 0,24-16 2433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9:56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164 168 11485 0 0,'-100'-128'2720'0'0,"72"90"-99"0"0,27 36-2419 0 0,0 7-144 0 0,-11 87 190 0 0,0 170-1 0 0,9-112-410 0 0,-3-53-4655 0 0,6-94 3984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9:56.7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59 107 416 0 0,'2'-7'200'0'0,"1"1"-1"0"0,1 0 0 0 0,-1 0 1 0 0,1 0-1 0 0,0 0 1 0 0,1 1-1 0 0,-1-1 1 0 0,1 1-1 0 0,0 0 1 0 0,0 1-1 0 0,1-1 1 0 0,-1 1-1 0 0,1 0 1 0 0,0 0-1 0 0,0 1 1 0 0,0 0-1 0 0,1 0 0 0 0,-1 0 1 0 0,1 1-1 0 0,-1 0 1 0 0,1 0-1 0 0,0 1 1 0 0,9-1-1 0 0,3-1 2 0 0,0 1-1 0 0,0 1 1 0 0,0 1 0 0 0,0 0-1 0 0,0 2 1 0 0,0 0-1 0 0,25 7 1 0 0,-21-2-43 0 0,0 1 0 0 0,0 1 0 0 0,-1 0 0 0 0,0 2 1 0 0,-1 1-1 0 0,0 1 0 0 0,-1 1 0 0 0,0 0 0 0 0,-1 2 0 0 0,22 23 0 0 0,-30-28-82 0 0,-1 2 0 0 0,0-1 0 0 0,-1 1 0 0 0,0 0 0 0 0,-1 1 0 0 0,0 0 0 0 0,7 22 0 0 0,-11-26-34 0 0,-1 0 0 0 0,-1 0-1 0 0,0 0 1 0 0,0 1-1 0 0,-1-1 1 0 0,0 1 0 0 0,-1 0-1 0 0,0-1 1 0 0,-1 1 0 0 0,0-1-1 0 0,-5 20 1 0 0,3-19 6 0 0,-2 0-1 0 0,0 0 1 0 0,0-1 0 0 0,0 0-1 0 0,-2 0 1 0 0,1-1 0 0 0,-1 1 0 0 0,0-2-1 0 0,-1 1 1 0 0,0-1 0 0 0,-1 0-1 0 0,0 0 1 0 0,0-1 0 0 0,0 0 0 0 0,-1-1-1 0 0,-20 10 1 0 0,1-2 173 0 0,-1-1 0 0 0,0-2 0 0 0,-1 0 0 0 0,-58 10-1 0 0,43-13 356 0 0,-84 4 1 0 0,109-12-539 0 0,0 0 0 0 0,1-2 0 0 0,-1 0 0 0 0,0-1 0 0 0,1-1 1 0 0,-29-10-1 0 0,47 13-544 0 0,-8-10-611 0 0,26-14-8062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9:57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0 723 568 0 0,'0'0'1583'0'0,"4"-1"-880"0"0,39-10 1148 0 0,-3 1-422 0 0,67-26 0 0 0,-97 32-1251 0 0,0-1 1 0 0,0 0 0 0 0,0 0 0 0 0,-1-1 0 0 0,0 0 0 0 0,0-1 0 0 0,-1 0 0 0 0,0-1 0 0 0,0 1 0 0 0,0-1 0 0 0,9-15 0 0 0,-16 22-159 0 0,0 0 0 0 0,0 0 1 0 0,0 0-1 0 0,-1 0 1 0 0,1 0-1 0 0,-1 0 0 0 0,1 0 1 0 0,-1 0-1 0 0,1 0 0 0 0,-1 0 1 0 0,0-1-1 0 0,1 1 1 0 0,-1 0-1 0 0,0 0 0 0 0,0 0 1 0 0,0-1-1 0 0,0 1 1 0 0,0 0-1 0 0,0 0 0 0 0,0-1 1 0 0,0 1-1 0 0,-1 0 1 0 0,1 0-1 0 0,0 0 0 0 0,-1 0 1 0 0,1-1-1 0 0,-1 1 1 0 0,1 0-1 0 0,-1 0 0 0 0,1 0 1 0 0,-1 0-1 0 0,0 0 1 0 0,0 0-1 0 0,1 0 0 0 0,-1 0 1 0 0,0 1-1 0 0,0-1 0 0 0,0 0 1 0 0,0 0-1 0 0,0 1 1 0 0,0-1-1 0 0,0 1 0 0 0,0-1 1 0 0,-1 1-1 0 0,1-1 1 0 0,0 1-1 0 0,0-1 0 0 0,0 1 1 0 0,-1 0-1 0 0,-1 0 1 0 0,0-1-10 0 0,0 0 1 0 0,-1 1 0 0 0,1-1 0 0 0,0 1-1 0 0,-1 0 1 0 0,1 0 0 0 0,0 0 0 0 0,-1 1 0 0 0,1-1-1 0 0,0 1 1 0 0,0-1 0 0 0,-1 1 0 0 0,1 0 0 0 0,0 1-1 0 0,0-1 1 0 0,0 0 0 0 0,-5 4 0 0 0,7-4-21 0 0,0 0 0 0 0,0 0 1 0 0,0 0-1 0 0,0 0 0 0 0,0 0 1 0 0,0 0-1 0 0,0 0 1 0 0,0 0-1 0 0,0 0 0 0 0,1 1 1 0 0,-1-1-1 0 0,1 0 0 0 0,-1 1 1 0 0,0-1-1 0 0,1 0 0 0 0,0 1 1 0 0,-1-1-1 0 0,1 1 0 0 0,0-1 1 0 0,0 0-1 0 0,0 1 1 0 0,0-1-1 0 0,0 1 0 0 0,0-1 1 0 0,0 1-1 0 0,1-1 0 0 0,-1 0 1 0 0,0 1-1 0 0,1-1 0 0 0,-1 1 1 0 0,1-1-1 0 0,-1 0 1 0 0,1 0-1 0 0,0 1 0 0 0,0-1 1 0 0,-1 0-1 0 0,1 0 0 0 0,0 0 1 0 0,0 0-1 0 0,0 0 0 0 0,0 0 1 0 0,1 0-1 0 0,-1 0 0 0 0,0 0 1 0 0,0 0-1 0 0,0-1 1 0 0,1 1-1 0 0,-1 0 0 0 0,0-1 1 0 0,1 1-1 0 0,2 0 0 0 0,2 2-46 0 0,0-1-1 0 0,1 1 0 0 0,-1-1 1 0 0,1-1-1 0 0,0 1 1 0 0,0-1-1 0 0,0 0 0 0 0,0 0 1 0 0,11-1-1 0 0,-11-2 35 0 0,1 1 0 0 0,-1-1 0 0 0,0 0 0 0 0,0 0-1 0 0,0-1 1 0 0,0 0 0 0 0,-1-1 0 0 0,1 1 0 0 0,-1-1 0 0 0,0 0-1 0 0,0-1 1 0 0,0 1 0 0 0,0-1 0 0 0,7-9 0 0 0,-5 4 30 0 0,-1 0 0 0 0,0 0 0 0 0,-1-1 0 0 0,0 0 0 0 0,-1 0 1 0 0,0 0-1 0 0,-1-1 0 0 0,4-14 0 0 0,-1-6 88 0 0,-2-1 1 0 0,-1 0-1 0 0,-1 0 1 0 0,-2 0-1 0 0,-5-56 1 0 0,1 66 365 0 0,0-1 1 0 0,-2 1-1 0 0,-1 0 1 0 0,-1 0-1 0 0,-12-29 1 0 0,19 51-390 0 0,-1 0 0 0 0,1 0 0 0 0,0 0 0 0 0,0 0 0 0 0,-1-1 0 0 0,1 1 0 0 0,-1 0 0 0 0,1 0 0 0 0,-1 0 0 0 0,1 0 0 0 0,-1 0 0 0 0,0 0 0 0 0,1 0 0 0 0,-1 0 0 0 0,0 0 0 0 0,0 0 0 0 0,0 1 0 0 0,0-1 0 0 0,0 0 0 0 0,0 0 0 0 0,-1 0 0 0 0,-4 33 154 0 0,2 35 57 0 0,2-1-1 0 0,9 77 0 0 0,26 132 191 0 0,-30-252-450 0 0,-2 17-1325 0 0,-7-22-1374 0 0,-8-8-3741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9:57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 60 0 0,'0'0'1149'0'0,"33"-17"2528"0"0,-18 11-3227 0 0,1 0 0 0 0,1 1-1 0 0,-1 0 1 0 0,1 1 0 0 0,-1 1 0 0 0,1 1 0 0 0,22 0 0 0 0,121 9-3742 0 0,-120-3 1465 0 0,0-1-71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9:58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8 181 932 0 0,'-7'-6'8707'0'0,"36"2"-6978"0"0,48 3-1658 0 0,252 6 1378 0 0,308-9-496 0 0,-584-2-847 0 0,-49 5-95 0 0,-1 1-1 0 0,1-1 1 0 0,-1 0 0 0 0,1-1 0 0 0,-1 1-1 0 0,0 0 1 0 0,1-1 0 0 0,-1 0-1 0 0,0 0 1 0 0,0 0 0 0 0,0 0-1 0 0,4-4 1 0 0,-7 5-12 0 0,1 0 0 0 0,0 0 1 0 0,-1 0-1 0 0,1 0 0 0 0,-1 0 0 0 0,1-1 0 0 0,-1 1 1 0 0,1 0-1 0 0,-1 0 0 0 0,0 0 0 0 0,1 0 0 0 0,-1-1 1 0 0,0 1-1 0 0,0 0 0 0 0,0 0 0 0 0,0-1 0 0 0,0 1 1 0 0,0 0-1 0 0,-1 0 0 0 0,1 0 0 0 0,0-1 0 0 0,-1 1 1 0 0,1 0-1 0 0,0 0 0 0 0,-1 0 0 0 0,1 0 0 0 0,-1 0 1 0 0,0 0-1 0 0,1 0 0 0 0,-1 0 0 0 0,-1-2 0 0 0,-24-19-71 0 0,-5 5-19 0 0,-2 3-1 0 0,1 0 1 0 0,-2 2 0 0 0,-39-8-1 0 0,71 19 77 0 0,0 0 1 0 0,1 1-1 0 0,-1-1 0 0 0,0 1 1 0 0,1-1-1 0 0,-1 1 0 0 0,0 0 0 0 0,1-1 1 0 0,-1 1-1 0 0,0 0 0 0 0,0 0 0 0 0,1 1 1 0 0,-1-1-1 0 0,0 0 0 0 0,0 1 0 0 0,1-1 1 0 0,-1 1-1 0 0,0-1 0 0 0,1 1 0 0 0,-3 1 1 0 0,3-1 7 0 0,0 1 0 0 0,1 0 0 0 0,-1-1 0 0 0,1 1 1 0 0,-1 0-1 0 0,1-1 0 0 0,-1 1 0 0 0,1 0 1 0 0,0 0-1 0 0,0 0 0 0 0,0 0 0 0 0,0-1 0 0 0,0 1 1 0 0,0 0-1 0 0,0 0 0 0 0,1 0 0 0 0,-1-1 1 0 0,1 1-1 0 0,-1 0 0 0 0,2 2 0 0 0,1 8 49 0 0,0 0 0 0 0,0 0 0 0 0,-1 0 0 0 0,-1 0 0 0 0,0 0 0 0 0,0 1 0 0 0,-4 24 0 0 0,2-31-77 0 0,-1 0-1 0 0,0 1 1 0 0,0-1-1 0 0,0 0 1 0 0,-1 0-1 0 0,0 0 1 0 0,-1 0-1 0 0,1 0 1 0 0,-1-1-1 0 0,0 0 1 0 0,0 0-1 0 0,-1 0 1 0 0,1 0-1 0 0,-1 0 1 0 0,0-1-1 0 0,-9 6 1 0 0,-2 1-1407 0 0,-2-1 0 0 0,1 0 0 0 0,-1-1 0 0 0,-24 8 0 0 0,12-8-1712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0:01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346 64 336 0 0,'0'-3'261'0'0,"0"1"0"0"0,0-1-1 0 0,-1 0 1 0 0,1 0 0 0 0,-1 1 0 0 0,0-1-1 0 0,0 0 1 0 0,0 1 0 0 0,0-1 0 0 0,0 0-1 0 0,-1 1 1 0 0,1 0 0 0 0,-1-1 0 0 0,0 1-1 0 0,1 0 1 0 0,-1 0 0 0 0,0 0 0 0 0,0 0-1 0 0,-1 0 1 0 0,1 0 0 0 0,0 1 0 0 0,-3-3-1 0 0,0 3-130 0 0,1-1 0 0 0,0 1 0 0 0,-1 0 0 0 0,1 0 0 0 0,-1 0 0 0 0,0 1 0 0 0,1 0 0 0 0,-1-1 0 0 0,0 2 0 0 0,1-1 0 0 0,-1 0 0 0 0,-6 2 0 0 0,-5 2-53 0 0,-1 1 1 0 0,1 1-1 0 0,0 0 0 0 0,0 1 1 0 0,1 0-1 0 0,-20 14 1 0 0,31-18-53 0 0,-6 3 40 0 0,0 0 0 0 0,0 0 0 0 0,0 2 0 0 0,1-1 0 0 0,1 1 0 0 0,-1 0-1 0 0,1 1 1 0 0,0 0 0 0 0,1 0 0 0 0,0 0 0 0 0,-6 12 0 0 0,12-18-53 0 0,1-1 0 0 0,-1 0 0 0 0,1 1 0 0 0,-1-1 0 0 0,1 1 0 0 0,0-1 0 0 0,0 1 0 0 0,0-1 0 0 0,0 1 0 0 0,1-1 0 0 0,-1 1 0 0 0,1-1 0 0 0,-1 1 0 0 0,1-1 0 0 0,0 1 0 0 0,0-1 0 0 0,0 0 0 0 0,0 1 0 0 0,0-1 0 0 0,0 0 0 0 0,3 3 0 0 0,-1-1 15 0 0,0 0 0 0 0,0 0 0 0 0,1 1 0 0 0,-1-2 0 0 0,1 1-1 0 0,0 0 1 0 0,0-1 0 0 0,9 6 0 0 0,-8-7-5 0 0,0 1 0 0 0,0-1 0 0 0,0-1 0 0 0,0 1 0 0 0,0-1 0 0 0,1 0-1 0 0,-1 0 1 0 0,1 0 0 0 0,-1-1 0 0 0,1 0 0 0 0,-1 0 0 0 0,0 0 0 0 0,1-1 0 0 0,-1 1 0 0 0,1-1 0 0 0,-1-1 0 0 0,0 1 0 0 0,0-1 0 0 0,1 0 0 0 0,-1 0 0 0 0,0 0-1 0 0,-1-1 1 0 0,1 0 0 0 0,0 0 0 0 0,6-6 0 0 0,6-6 241 0 0,0-1 0 0 0,-1-1 0 0 0,-1 0 0 0 0,22-32-1 0 0,-28 37-49 0 0,-9 10-179 0 0,1 1-1 0 0,0-1 1 0 0,0 1-1 0 0,0-1 1 0 0,0 1-1 0 0,0 0 0 0 0,0 0 1 0 0,0-1-1 0 0,1 1 1 0 0,-1 0-1 0 0,0 0 1 0 0,1 0-1 0 0,-1 0 0 0 0,1 1 1 0 0,-1-1-1 0 0,1 0 1 0 0,-1 1-1 0 0,1-1 1 0 0,0 0-1 0 0,2 1 0 0 0,-2 0-21 0 0,10 10 14 0 0,-6-5-10 0 0,1 0 1 0 0,-1 0 0 0 0,1 0-1 0 0,0-1 1 0 0,0 0-1 0 0,0 0 1 0 0,1-1-1 0 0,-1 0 1 0 0,13 4-1 0 0,-15-7-5 0 0,0 1-1 0 0,1 0 0 0 0,-1-1 0 0 0,0 0 0 0 0,0 0 1 0 0,1-1-1 0 0,-1 1 0 0 0,0-1 0 0 0,0 0 0 0 0,0-1 0 0 0,0 1 1 0 0,0-1-1 0 0,0 0 0 0 0,0 0 0 0 0,-1 0 0 0 0,8-6 1 0 0,20-10 17 0 0,34-24-4 0 0,-65 41-32 0 0,22-7-126 0 0,84 55 224 0 0,-106-46-59 0 0,34-4 438 0 0,15-16 1285 0 0,-49 18-1497 0 0,24 9-3303 0 0,-17-1 2204 0 0,25 16-5966 0 0,-23-18 4070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0:01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1216 0 0,'2'-21'5985'0'0,"4"25"-1515"0"0,9 40-2049 0 0,-13-39-2810 0 0,17 74 1174 0 0,17 146 1 0 0,-16-81-425 0 0,8 94-944 0 0,-28-230-197 0 0,3 22-995 0 0,3-16-5618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0:01.8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51 628 0 0,'3'-36'5766'0'0,"-2"24"-1239"0"0,-1 10-2893 0 0,1 7-1331 0 0,14 86 1011 0 0,2 98 1 0 0,-10-118-924 0 0,1 19 128 0 0,-9-53-881 0 0,0-28-3114 0 0,0 0-3424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0:02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0 362 420 0 0,'27'1'1071'0'0,"-1"0"1"0"0,51-5-1 0 0,-62 2-709 0 0,-1 0 1 0 0,1-1-1 0 0,-1-1 0 0 0,0 0 0 0 0,-1-1 1 0 0,26-12-1 0 0,-33 14-228 0 0,-1-1 1 0 0,1 0-1 0 0,-1 0 1 0 0,0 0-1 0 0,-1-1 0 0 0,1 0 1 0 0,-1 0-1 0 0,0 0 1 0 0,0 0-1 0 0,0-1 1 0 0,-1 1-1 0 0,0-1 0 0 0,0 0 1 0 0,0 0-1 0 0,-1 0 1 0 0,0-1-1 0 0,0 1 1 0 0,0 0-1 0 0,-1-1 0 0 0,0 1 1 0 0,0-13-1 0 0,-1 4 113 0 0,-1 0 0 0 0,0 1-1 0 0,-1-1 1 0 0,-1 0 0 0 0,0 1 0 0 0,-1 0-1 0 0,0 0 1 0 0,-12-24 0 0 0,13 32-54 0 0,-15-26 1769 0 0,11 33-1288 0 0,0 17-668 0 0,3-1 24 0 0,0 0 1 0 0,2 0-1 0 0,0 0 1 0 0,1 29-1 0 0,0-4-1 0 0,4 211 263 0 0,-1-203-223 0 0,5 27 92 0 0,-7-75-67 0 0,0 0 177 0 0,4 4 2360 0 0,-2-13-2625 0 0,-1 1 0 0 0,1 0-1 0 0,1 0 1 0 0,-1 0-1 0 0,1 0 1 0 0,0 0 0 0 0,0 0-1 0 0,1 1 1 0 0,0 0 0 0 0,0 0-1 0 0,0 0 1 0 0,1 0-1 0 0,-1 0 1 0 0,1 1 0 0 0,0 0-1 0 0,0 0 1 0 0,9-5 0 0 0,-12 8-25 0 0,1 0-45 0 0,1-1 1 0 0,0 0-1 0 0,0 1 1 0 0,-1 0-1 0 0,1 0 0 0 0,0 0 1 0 0,5 0-1 0 0,14 14-77 0 0,1 0-1 0 0,1-1 1 0 0,0-2-1 0 0,36 11 1 0 0,-45-16 74 0 0,-1-1 1 0 0,1-1-1 0 0,0 0 1 0 0,-1-1-1 0 0,1 0 1 0 0,0-1-1 0 0,23-2 1 0 0,-34 1 58 0 0,-1-1 1 0 0,1 1 0 0 0,-1-1-1 0 0,1 0 1 0 0,-1-1-1 0 0,1 1 1 0 0,-1-1 0 0 0,1 1-1 0 0,-1-1 1 0 0,0-1-1 0 0,0 1 1 0 0,0 0 0 0 0,0-1-1 0 0,-1 0 1 0 0,1 0-1 0 0,-1 0 1 0 0,1 0 0 0 0,-1-1-1 0 0,0 1 1 0 0,-1-1-1 0 0,1 0 1 0 0,0 0 0 0 0,-1 0-1 0 0,0 0 1 0 0,0 0-1 0 0,0 0 1 0 0,-1-1 0 0 0,3-8-1 0 0,-4 8 1 0 0,0 0-1 0 0,0 0 1 0 0,0 0 0 0 0,-1 0-1 0 0,0 0 1 0 0,0 0-1 0 0,0 1 1 0 0,-1-1 0 0 0,1 0-1 0 0,-1 1 1 0 0,-5-9-1 0 0,1-3 46 0 0,5 14-37 0 0,-1 1-17 0 0,2 1 16 0 0,0 0 0 0 0,0-1 0 0 0,0 1 0 0 0,0 0 0 0 0,0 0 0 0 0,0 0 0 0 0,0 0 0 0 0,0 0 0 0 0,0-1 1 0 0,-1 1-1 0 0,1 0 0 0 0,0 0 0 0 0,0 0 0 0 0,0 0 0 0 0,0 0 0 0 0,0 0 0 0 0,0 0 0 0 0,0-1 0 0 0,0 1 0 0 0,-1 0 0 0 0,1 0 0 0 0,0 0 0 0 0,0 0 0 0 0,0 0 0 0 0,0 0 1 0 0,0 0-1 0 0,0 0 0 0 0,-1 0 0 0 0,1 0 0 0 0,0 0 0 0 0,0 0 0 0 0,0 0 0 0 0,0 0 0 0 0,0 0 0 0 0,-1 0 0 0 0,1 0 0 0 0,0 0 0 0 0,0 0 0 0 0,0 0 0 0 0,0 0 0 0 0,0 0 1 0 0,-1 0-1 0 0,1 0 0 0 0,0 0 0 0 0,0 0 0 0 0,0 0 0 0 0,0 0 0 0 0,0 0 0 0 0,-1 0 0 0 0,1 0 0 0 0,0 1 0 0 0,0-1 0 0 0,0 0 0 0 0,0 0 0 0 0,0 0 0 0 0,0 0 0 0 0,0 0 1 0 0,0 0-1 0 0,0 0 0 0 0,-1 1 0 0 0,1-1 0 0 0,0 0 0 0 0,0 0 0 0 0,0 0 0 0 0,0 0 0 0 0,0 1 0 0 0,1 3 3 0 0,-1 0-1 0 0,1 0 0 0 0,1 0 1 0 0,-1 0-1 0 0,0 0 1 0 0,1 0-1 0 0,0 0 1 0 0,0 0-1 0 0,0 0 1 0 0,0-1-1 0 0,1 1 1 0 0,-1-1-1 0 0,1 0 1 0 0,0 1-1 0 0,0-1 0 0 0,0-1 1 0 0,0 1-1 0 0,6 3 1 0 0,12 10-1333 0 0,44 26-1 0 0,-54-36-443 0 0,0-1-1 0 0,1 0 0 0 0,18 4 0 0 0,-3-1-1728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0:11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0 127 340 0 0,'5'-37'8288'0'0,"-5"36"-8149"0"0,0 1-1 0 0,0-1 1 0 0,0 1-1 0 0,0-1 1 0 0,0 1-1 0 0,0-1 1 0 0,0 1-1 0 0,0-1 1 0 0,0 1 0 0 0,0-1-1 0 0,0 1 1 0 0,0-1-1 0 0,0 1 1 0 0,0-1-1 0 0,0 1 1 0 0,1-1-1 0 0,-1 1 1 0 0,0-1-1 0 0,0 1 1 0 0,1 0 0 0 0,-1-1-1 0 0,0 1 1 0 0,1-1-1 0 0,-1 1 1 0 0,0 0-1 0 0,1-1 1 0 0,-1 1-1 0 0,1 0 1 0 0,-1 0-1 0 0,0-1 1 0 0,1 1 0 0 0,-1 0-1 0 0,1 0 1 0 0,0-1-1 0 0,13 16 1332 0 0,-6-5-1756 0 0,54 76 591 0 0,21 24-64 0 0,-62-85-178 0 0,-11-12 6 0 0,1 0 0 0 0,0-1 0 0 0,1 0 0 0 0,23 17 1163 0 0,-31-31-984 0 0,-1-1-186 0 0,1 0 0 0 0,-1 0 1 0 0,0 0-1 0 0,0-1 0 0 0,0 1 0 0 0,0-1 0 0 0,-1 0 0 0 0,1 0 0 0 0,-1 0 0 0 0,0 0 0 0 0,2-8 1 0 0,20-60 339 0 0,-15 41-268 0 0,50-137 202 0 0,-29 100-3648 0 0,-23 61 473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0:12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1 416 416 0 0,'17'-20'2762'0'0,"-6"4"-1291"0"0,2 0 0 0 0,-1 1 0 0 0,18-17 0 0 0,6-7 1063 0 0,-35 39-2492 0 0,-1-1 0 0 0,1 0-1 0 0,-1 1 1 0 0,1-1 0 0 0,-1 0 0 0 0,1 0 0 0 0,-1 0 0 0 0,1 1 0 0 0,-1-1 0 0 0,0 0 0 0 0,0 0 0 0 0,1 0-1 0 0,-1 0 1 0 0,0 0 0 0 0,0 0 0 0 0,0 0 0 0 0,0 0 0 0 0,0 1 0 0 0,0-1 0 0 0,0 0 0 0 0,0 0 0 0 0,0 0-1 0 0,0 0 1 0 0,-1 0 0 0 0,1 0 0 0 0,0 0 0 0 0,-1 1 0 0 0,1-1 0 0 0,0 0 0 0 0,-1 0 0 0 0,1 0 0 0 0,-1 1-1 0 0,0-1 1 0 0,1 0 0 0 0,-1 1 0 0 0,1-1 0 0 0,-1 0 0 0 0,0 1 0 0 0,-1-2 0 0 0,1 1-26 0 0,-1 0 0 0 0,1 0 1 0 0,-1 1-1 0 0,0-1 1 0 0,1 0-1 0 0,-1 1 1 0 0,0-1-1 0 0,1 1 0 0 0,-1-1 1 0 0,0 1-1 0 0,0 0 1 0 0,1 0-1 0 0,-1 0 0 0 0,0 0 1 0 0,0 0-1 0 0,1 0 1 0 0,-1 0-1 0 0,0 0 0 0 0,0 1 1 0 0,1-1-1 0 0,-4 2 1 0 0,0 1-7 0 0,0 0 0 0 0,1 0 0 0 0,-1 0 0 0 0,1 1 1 0 0,0-1-1 0 0,0 1 0 0 0,0 0 0 0 0,1 0 0 0 0,-1 1 1 0 0,1-1-1 0 0,0 1 0 0 0,0-1 0 0 0,1 1 1 0 0,-1 0-1 0 0,1 0 0 0 0,0 0 0 0 0,1 1 0 0 0,-3 6 1 0 0,3-7-9 0 0,0-1 1 0 0,1 1-1 0 0,-1-1 1 0 0,1 1-1 0 0,0-1 1 0 0,0 1-1 0 0,0-1 1 0 0,1 1-1 0 0,0-1 1 0 0,-1 1-1 0 0,2-1 1 0 0,-1 1-1 0 0,0-1 1 0 0,1 0-1 0 0,0 0 1 0 0,0 1-1 0 0,0-2 1 0 0,0 1-1 0 0,1 0 1 0 0,0 0-1 0 0,0-1 1 0 0,0 1-1 0 0,3 3 1 0 0,-4-6-11 0 0,0 0 0 0 0,0 1 0 0 0,0-1 0 0 0,0 0 0 0 0,0 0 0 0 0,0 0 0 0 0,0 0 0 0 0,0 0 0 0 0,1-1 0 0 0,-1 1 0 0 0,0-1 0 0 0,0 1 0 0 0,1-1 0 0 0,-1 0 0 0 0,0 0 0 0 0,1 0 0 0 0,-1 0 0 0 0,0 0 0 0 0,0-1 0 0 0,1 1 0 0 0,-1-1 0 0 0,0 1 0 0 0,0-1 0 0 0,4-2 0 0 0,5-2-43 0 0,-1 0-1 0 0,0-2 0 0 0,18-13 0 0 0,3-2-33 0 0,22-15-25 0 0,-39 27 82 0 0,-1 0 0 0 0,2 1-1 0 0,21-11 1 0 0,-29 16 13 0 0,0 1 0 0 0,0 1 0 0 0,0-1 0 0 0,1 1 0 0 0,-1 0 0 0 0,0 1 0 0 0,1 0 0 0 0,0 0 1 0 0,-1 1-1 0 0,13 0 0 0 0,-15 1 5 0 0,-1 0 0 0 0,0 0 0 0 0,0 0 1 0 0,0 1-1 0 0,0 0 0 0 0,0 0 1 0 0,0 0-1 0 0,0 0 0 0 0,-1 1 0 0 0,1-1 1 0 0,-1 1-1 0 0,1 0 0 0 0,-1 0 1 0 0,0 0-1 0 0,0 0 0 0 0,0 1 0 0 0,-1-1 1 0 0,1 1-1 0 0,3 7 0 0 0,20 67-28 0 0,-25-76 46 0 0,-1-2-4 0 0,0 1 0 0 0,0-1 0 0 0,-1 1 1 0 0,1-1-1 0 0,0 1 0 0 0,0-1 0 0 0,0 1 1 0 0,0-1-1 0 0,0 0 0 0 0,0 1 1 0 0,0-1-1 0 0,1 1 0 0 0,-1-1 0 0 0,0 1 1 0 0,0-1-1 0 0,0 0 0 0 0,0 1 0 0 0,1-1 1 0 0,-1 1-1 0 0,0-1 0 0 0,0 0 1 0 0,1 1-1 0 0,-1-1 0 0 0,0 0 0 0 0,0 1 1 0 0,1-1-1 0 0,-1 0 0 0 0,0 0 1 0 0,1 1-1 0 0,-1-1 0 0 0,1 0 0 0 0,-1 0 1 0 0,0 1-1 0 0,1-1 0 0 0,-1 0 0 0 0,1 0 1 0 0,-1 0-1 0 0,0 0 0 0 0,1 0 1 0 0,-1 0-1 0 0,1 0 0 0 0,-1 0 0 0 0,1 0 1 0 0,-1 0-1 0 0,1 0 0 0 0,-1 0 0 0 0,0 0 1 0 0,1 0-1 0 0,-1 0 0 0 0,1 0 1 0 0,-1 0-1 0 0,1 0 0 0 0,-1-1 0 0 0,0 1 1 0 0,1 0-1 0 0,-1 0 0 0 0,0 0 1 0 0,1-1-1 0 0,-1 1 0 0 0,1-1 0 0 0,28-22-14 0 0,-21 17 52 0 0,13-13-29 0 0,-1-1 0 0 0,-1-1 0 0 0,-1-1 0 0 0,27-41 1 0 0,-29 35 34 0 0,-1 0 0 0 0,16-42 1 0 0,10-21 1070 0 0,-35 62 187 0 0,-21 66-1278 0 0,3 1 1 0 0,0 1 0 0 0,3 0-1 0 0,1 1 1 0 0,-4 58 0 0 0,12-94-33 0 0,1 0 1 0 0,-1 0 0 0 0,1 0-1 0 0,-1 0 1 0 0,1 0 0 0 0,0-1-1 0 0,1 1 1 0 0,-1 0 0 0 0,1 0-1 0 0,-1-1 1 0 0,1 1 0 0 0,0-1-1 0 0,1 1 1 0 0,-1-1-1 0 0,0 0 1 0 0,1 0 0 0 0,3 4-1 0 0,5 1-2 0 0,-1 1 0 0 0,1-2 0 0 0,22 13 0 0 0,-24-16-17 0 0,-1 0 0 0 0,0 1 0 0 0,0 1 0 0 0,0-1 0 0 0,0 1 0 0 0,-1 0 0 0 0,11 12 0 0 0,-18-17 23 0 0,0 0 0 0 0,0 0 0 0 0,1-1-1 0 0,-1 1 1 0 0,0 0 0 0 0,0-1 0 0 0,0 1 0 0 0,0 0-1 0 0,0 0 1 0 0,0-1 0 0 0,0 1 0 0 0,0 0 0 0 0,0 0-1 0 0,0-1 1 0 0,-1 1 0 0 0,1 0 0 0 0,0-1 0 0 0,0 1-1 0 0,-1 0 1 0 0,1-1 0 0 0,0 1 0 0 0,-1 0 0 0 0,1-1-1 0 0,-1 1 1 0 0,1-1 0 0 0,-1 1 0 0 0,1-1 0 0 0,-1 1 0 0 0,1-1-1 0 0,-1 1 1 0 0,1-1 0 0 0,-1 1 0 0 0,0-1 0 0 0,1 0-1 0 0,-1 1 1 0 0,0-1 0 0 0,1 0 0 0 0,-1 0 0 0 0,0 1-1 0 0,0-1 1 0 0,-29 11 28 0 0,14-8-8 0 0,0-1-1 0 0,0 0 1 0 0,-1-1 0 0 0,1 0-1 0 0,0-2 1 0 0,0 0-1 0 0,-20-4 1 0 0,-25-13-9388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0:13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1 392 0 0,'0'0'6186'0'0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0:15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7 101 456 0 0,'0'0'3130'0'0,"-5"-10"-602"0"0,5 10-2345 0 0,0-1 0 0 0,0 1 0 0 0,-1 0 0 0 0,1 0 0 0 0,0-1 0 0 0,0 1-1 0 0,0 0 1 0 0,0 0 0 0 0,0-1 0 0 0,0 1 0 0 0,-1 0 0 0 0,1-1 0 0 0,0 1 0 0 0,0 0 0 0 0,0 0 0 0 0,0-1 0 0 0,0 1 0 0 0,0 0 0 0 0,0 0 0 0 0,0-1 0 0 0,0 1 0 0 0,1 0 0 0 0,-1-1 0 0 0,0 1 0 0 0,0 0 0 0 0,0 0 0 0 0,0-1 0 0 0,0 1 0 0 0,0 0 0 0 0,0 0 0 0 0,1-1 0 0 0,-1 1 549 0 0,1-1-549 0 0,-1 1 0 0 0,0 0 0 0 0,0 0 0 0 0,1 0 0 0 0,-1 0 0 0 0,0-1 0 0 0,377 0 408 0 0,-50 1-379 0 0,-220 0-163 0 0,49-3 67 0 0,-146 2-113 0 0,-9 1 19 0 0,0 1 0 0 0,0-1 0 0 0,0 0 0 0 0,0 0 0 0 0,0 0 0 0 0,0 0 0 0 0,0 0 0 0 0,0 0 0 0 0,0 0 0 0 0,0 0 0 0 0,0 0 0 0 0,0 0 0 0 0,0 0 0 0 0,0-1 0 0 0,-1 1 0 0 0,1 0 0 0 0,0-1 0 0 0,0 1 0 0 0,0 0 0 0 0,0-1 0 0 0,0 1 0 0 0,-1-1 0 0 0,1 0 0 0 0,0 1 0 0 0,0-1-1 0 0,-1 0 1 0 0,1 1 0 0 0,-1-1 0 0 0,1 0 0 0 0,0 0 0 0 0,-1 1 0 0 0,1-1 0 0 0,-1 0 0 0 0,0 0 0 0 0,1 0 0 0 0,-1-1 0 0 0,-2 0-21 0 0,0 0 1 0 0,0 0-1 0 0,0 0 0 0 0,0 0 0 0 0,-1 0 0 0 0,1 1 1 0 0,-1-1-1 0 0,0 1 0 0 0,1-1 0 0 0,-1 1 1 0 0,-4-1-1 0 0,3 0 3 0 0,-15-6-8 0 0,-1 0 0 0 0,-40-10 0 0 0,58 17-13 0 0,2 1-13 0 0,0 0 23 0 0,-1 0 0 0 0,1 0 0 0 0,0-1 0 0 0,0 1-1 0 0,-1 0 1 0 0,1 0 0 0 0,0 0 0 0 0,-1 0 0 0 0,1 0-1 0 0,0 0 1 0 0,-1-1 0 0 0,1 1 0 0 0,0 0 0 0 0,-1 0-1 0 0,1 0 1 0 0,0 0 0 0 0,-1 0 0 0 0,1 0 0 0 0,0 0 0 0 0,-1 1-1 0 0,1-1 1 0 0,0 0 0 0 0,0 0 0 0 0,-1 0 0 0 0,1 0-1 0 0,0 0 1 0 0,-1 0 0 0 0,1 0 0 0 0,0 1 0 0 0,-1-1-1 0 0,1 0 1 0 0,0 0 0 0 0,0 0 0 0 0,-1 1 0 0 0,3 2-24 0 0,0 0-1 0 0,-1 0 1 0 0,1 0 0 0 0,-1 0 0 0 0,0 0 0 0 0,1 0 0 0 0,-2 0-1 0 0,1 0 1 0 0,0 1 0 0 0,-1-1 0 0 0,1 0 0 0 0,-1 0 0 0 0,0 1-1 0 0,0-1 1 0 0,-1 6 0 0 0,0-4-111 0 0,-1 0-1 0 0,0-1 1 0 0,0 1 0 0 0,0 0-1 0 0,-1 0 1 0 0,0-1 0 0 0,0 1 0 0 0,0-1-1 0 0,0 0 1 0 0,-5 4 0 0 0,1 0-565 0 0,-1-1 0 0 0,0 1 0 0 0,-18 11 1 0 0,-11 3-4048 0 0,37-22 4752 0 0,-24 16-3278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0:18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0 272 0 0,'-2'2'11806'0'0,"-12"16"-11753"0"0,-3 0 274 0 0,0 2 0 0 0,2 0 0 0 0,0 1 0 0 0,2 0-1 0 0,0 1 1 0 0,1 1 0 0 0,-16 45 0 0 0,26-63-272 0 0,0 0-1 0 0,0 0 1 0 0,1 0-1 0 0,0 0 1 0 0,0 1 0 0 0,0-1-1 0 0,1 0 1 0 0,0 1 0 0 0,0-1-1 0 0,0 0 1 0 0,0 1-1 0 0,2 5 1 0 0,0-10-34 0 0,0 0-1 0 0,1 0 1 0 0,-1 0 0 0 0,0 0-1 0 0,1 0 1 0 0,-1 0-1 0 0,1-1 1 0 0,-1 1 0 0 0,0-1-1 0 0,1 1 1 0 0,-1-1 0 0 0,1 0-1 0 0,-1 0 1 0 0,1 0-1 0 0,4-1 1 0 0,26-5 42 0 0,63-20 0 0 0,-77 20-66 0 0,-18 6-16 0 0,5-1-26 0 0,0 1-1 0 0,0 1 1 0 0,0-1 0 0 0,0 1-1 0 0,0 0 1 0 0,0 0 0 0 0,0 1-1 0 0,0 0 1 0 0,0 0 0 0 0,9 5-1 0 0,-5-3 43 0 0,1 0 0 0 0,1-1 0 0 0,-1 0 0 0 0,0 0-1 0 0,1-1 1 0 0,0-1 0 0 0,-1 0 0 0 0,1 0 0 0 0,0-1-1 0 0,-1-1 1 0 0,1 0 0 0 0,0-1 0 0 0,-1 0 0 0 0,1-1-1 0 0,12-4 1 0 0,-16 4 96 0 0,0 0 0 0 0,0-1 0 0 0,-1 1 0 0 0,1-2 0 0 0,-1 1 0 0 0,0-1 0 0 0,0 0 0 0 0,0-1 0 0 0,-1 0 1 0 0,1 0-1 0 0,-1 0 0 0 0,-1-1 0 0 0,0 1 0 0 0,1-1 0 0 0,-2-1 0 0 0,1 1 0 0 0,-1-1 0 0 0,-1 0 0 0 0,1 1 0 0 0,-1-2 0 0 0,2-9 0 0 0,-3 12-22 0 0,-1-1 0 0 0,0 1-1 0 0,-1-1 1 0 0,1 1 0 0 0,-1-1 0 0 0,0 1 0 0 0,-1-1 0 0 0,0 1 0 0 0,0-1-1 0 0,0 1 1 0 0,-1-1 0 0 0,0 1 0 0 0,0 0 0 0 0,-6-12 0 0 0,8 17-247 0 0,-1-7-1395 0 0,-7 24-6129 0 0,5-8 4156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0:28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25 688 0 0,'0'0'2210'0'0,"-15"-19"2522"0"0,11 13-8947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1:11.221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659 70 796 0 0,'0'0'1836'0'0,"21"-19"4151"0"0,-21 15-5694 0 0,0 1 1 0 0,0 0 0 0 0,0 0-1 0 0,0 0 1 0 0,0 0 0 0 0,-1 0-1 0 0,1-1 1 0 0,-1 1-1 0 0,-2-5 1 0 0,1 5-116 0 0,-1 1-118 0 0,0 0-1 0 0,0 1 1 0 0,-1 0 0 0 0,1 0-1 0 0,-1 0 1 0 0,1 0 0 0 0,-1 1-1 0 0,1-1 1 0 0,-6 1 0 0 0,-54 4 48 0 0,0 3 0 0 0,1 2 1 0 0,0 4-1 0 0,-87 28 0 0 0,135-37-94 0 0,7-2-100 0 0,0-1 0 0 0,0 1 0 0 0,1 1 0 0 0,-1-1 0 0 0,1 1-1 0 0,-1 0 1 0 0,1 1 0 0 0,-8 5 0 0 0,13-8-36 0 0,1 1 104 0 0,0 0 1 0 0,1-1-1 0 0,-1 1 1 0 0,1-1-1 0 0,-1 0 1 0 0,1 1-1 0 0,0-1 1 0 0,0 1-1 0 0,0-1 1 0 0,-1 0-1 0 0,1 0 1 0 0,1 0-1 0 0,-1 1 1 0 0,0-1-1 0 0,0 0 1 0 0,0 0-1 0 0,0 0 1 0 0,1-1-1 0 0,-1 1 0 0 0,0 0 1 0 0,1 0-1 0 0,-1-1 1 0 0,3 2-1 0 0,44 13-36 0 0,-31-10 5 0 0,62 20-16 0 0,-40-14-110 0 0,-1 1-1 0 0,37 19 1 0 0,-64-26 73 0 0,0 2 0 0 0,0-1 0 0 0,0 1-1 0 0,-1 1 1 0 0,0 0 0 0 0,-1 0 0 0 0,1 1 0 0 0,-1 0 0 0 0,-1 1 0 0 0,11 16 0 0 0,-13-18 31 0 0,-1 0-1 0 0,0 1 0 0 0,-1-1 1 0 0,0 1-1 0 0,0 1 1 0 0,-1-1-1 0 0,0 0 0 0 0,-1 1 1 0 0,0-1-1 0 0,0 1 0 0 0,-1 0 1 0 0,0 11-1 0 0,-2-15 51 0 0,1 0 0 0 0,-1 0 0 0 0,-1 0 0 0 0,1 0 0 0 0,-1-1 0 0 0,0 1 0 0 0,-1-1 0 0 0,1 1 0 0 0,-1-1 0 0 0,0 0 0 0 0,0 0 0 0 0,-1 0 0 0 0,1 0 0 0 0,-1 0 0 0 0,0-1 0 0 0,0 0 0 0 0,-1 0 0 0 0,1 0 0 0 0,-1 0 0 0 0,0-1 0 0 0,-6 4 0 0 0,-5 2 59 0 0,-1-1 0 0 0,-1 0-1 0 0,0-1 1 0 0,0-1 0 0 0,0-1-1 0 0,0 0 1 0 0,-1-2 0 0 0,0 0-1 0 0,0-1 1 0 0,-33 0-1 0 0,19-3 197 0 0,1-2 0 0 0,-1-1-1 0 0,1-1 1 0 0,0-2-1 0 0,-43-14 1 0 0,58 14 25 0 0,0 0 0 0 0,-30-16 0 0 0,45 22-425 0 0,-4-1 254 0 0,2 1-1843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1:12.928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0 602 248 0 0,'0'0'963'0'0,"17"8"698"0"0,-2-7-1311 0 0,1 0 0 0 0,-1-1 1 0 0,1 0-1 0 0,-1-2 0 0 0,1 0 1 0 0,-1 0-1 0 0,0-2 0 0 0,0 1 1 0 0,18-9-1 0 0,130-60 1358 0 0,-158 69-1629 0 0,1 1 25 0 0,0-2 1 0 0,0 1-1 0 0,0-1 0 0 0,-1 0 1 0 0,1 0-1 0 0,-1-1 0 0 0,0 1 1 0 0,0-1-1 0 0,-1 0 1 0 0,1-1-1 0 0,-1 1 0 0 0,0-1 1 0 0,-1 0-1 0 0,1 0 0 0 0,3-10 1 0 0,-6 15-96 0 0,-1-1 1 0 0,0 1-1 0 0,0 0 1 0 0,1-1-1 0 0,-1 1 1 0 0,0-1-1 0 0,0 1 1 0 0,0-1-1 0 0,0 1 1 0 0,-1-1 0 0 0,1 1-1 0 0,0-1 1 0 0,-1 1-1 0 0,1 0 1 0 0,-1-1-1 0 0,1 1 1 0 0,-1-1-1 0 0,1 1 1 0 0,-1 0-1 0 0,0 0 1 0 0,0-1-1 0 0,0 1 1 0 0,0 0 0 0 0,0 0-1 0 0,0 0 1 0 0,0 0-1 0 0,0 0 1 0 0,0 0-1 0 0,0 0 1 0 0,-1 1-1 0 0,1-1 1 0 0,0 0-1 0 0,-1 1 1 0 0,1-1 0 0 0,0 1-1 0 0,-1-1 1 0 0,1 1-1 0 0,-1-1 1 0 0,1 1-1 0 0,-1 0 1 0 0,-1 0-1 0 0,-7-2 1 0 0,1 1 0 0 0,-1 1-1 0 0,1 0 1 0 0,-17 2 0 0 0,19-1-12 0 0,0 0-1 0 0,0 1 1 0 0,0 0-1 0 0,0 1 1 0 0,0-1-1 0 0,1 1 1 0 0,0 1 0 0 0,-1-1-1 0 0,1 1 1 0 0,0 0-1 0 0,1 1 1 0 0,-1-1 0 0 0,1 1-1 0 0,0 0 1 0 0,0 0-1 0 0,1 1 1 0 0,-1 0 0 0 0,1-1-1 0 0,0 1 1 0 0,-4 10-1 0 0,7-13 4 0 0,0-1 0 0 0,1 1 0 0 0,0-1 0 0 0,-1 0 0 0 0,1 1 0 0 0,0-1 0 0 0,0 1 0 0 0,0-1 0 0 0,1 1 0 0 0,-1-1 0 0 0,0 0 0 0 0,1 1 0 0 0,0-1-1 0 0,0 1 1 0 0,-1-1 0 0 0,1 0 0 0 0,1 0 0 0 0,-1 0 0 0 0,0 0 0 0 0,0 0 0 0 0,1 0 0 0 0,-1 0 0 0 0,1 0 0 0 0,0 0 0 0 0,-1 0 0 0 0,1-1 0 0 0,0 1 0 0 0,0-1 0 0 0,0 1 0 0 0,0-1 0 0 0,3 1-1 0 0,4 4 0 0 0,1 0-1 0 0,-1-1 0 0 0,1-1 1 0 0,0 0-1 0 0,15 5 0 0 0,-6-5-57 0 0,0-1-1 0 0,0 0 1 0 0,0-2-1 0 0,0 0 1 0 0,1-1-1 0 0,-1-1 1 0 0,0 0-1 0 0,0-2 1 0 0,0 0 0 0 0,0-1-1 0 0,-1-1 1 0 0,1-1-1 0 0,-1-1 1 0 0,0 0-1 0 0,-1-1 1 0 0,0-1-1 0 0,0-1 1 0 0,-1 0-1 0 0,19-16 1 0 0,9-23 561 0 0,-43 48-431 0 0,0 0 1 0 0,7-8 38 0 0,-7 8-107 0 0,0 1 0 0 0,-1 0 0 0 0,1 0-1 0 0,0 0 1 0 0,0 0 0 0 0,0 0-1 0 0,0 0 1 0 0,0 0 0 0 0,-1 0 0 0 0,1 1-1 0 0,0-1 1 0 0,0 0 0 0 0,0 0 0 0 0,0 1-1 0 0,-1-1 1 0 0,1 0 0 0 0,0 1-1 0 0,0-1 1 0 0,0 1 0 0 0,-1-1 0 0 0,1 1-1 0 0,0-1 1 0 0,-1 1 0 0 0,1 0-1 0 0,-1-1 1 0 0,2 2 0 0 0,2 4-7 0 0,0 1 0 0 0,0-1-1 0 0,-1 1 1 0 0,0 0 0 0 0,0 0 0 0 0,0 0 0 0 0,-1 1 0 0 0,2 10 0 0 0,3 5 46 0 0,-7-23-42 0 0,0 0 1 0 0,0 1-1 0 0,0-1 1 0 0,0 1 0 0 0,0-1-1 0 0,1 0 1 0 0,-1 1-1 0 0,0-1 1 0 0,0 0 0 0 0,1 1-1 0 0,-1-1 1 0 0,0 0-1 0 0,0 1 1 0 0,1-1 0 0 0,-1 0-1 0 0,0 1 1 0 0,1-1-1 0 0,-1 0 1 0 0,1 0 0 0 0,-1 0-1 0 0,0 1 1 0 0,1-1-1 0 0,-1 0 1 0 0,1 0 0 0 0,-1 0-1 0 0,0 0 1 0 0,1 0-1 0 0,-1 0 1 0 0,1 0 0 0 0,-1 0-1 0 0,1 0 1 0 0,-1 0-1 0 0,0 0 1 0 0,1 0 0 0 0,-1 0-1 0 0,1 0 1 0 0,-1 0-1 0 0,0 0 1 0 0,1 0 0 0 0,-1-1-1 0 0,1 1 1 0 0,-1 0-1 0 0,0 0 1 0 0,1 0 0 0 0,-1-1-1 0 0,0 1 1 0 0,1 0-1 0 0,-1-1 1 0 0,1 1 0 0 0,28-24-247 0 0,-25 19 170 0 0,0 1 1 0 0,1 0 0 0 0,0 0 0 0 0,0 1 0 0 0,0-1 0 0 0,9-3 0 0 0,31 2-229 0 0,-40 5 282 0 0,0 1 1 0 0,0-2-1 0 0,0 1 0 0 0,0-1 1 0 0,-1 1-1 0 0,1-1 1 0 0,8-3-1 0 0,70-16-122 0 0,-71 15 182 0 0,-1 0-1 0 0,0-1 1 0 0,0-1 0 0 0,0 1 0 0 0,-1-2 0 0 0,0 0-1 0 0,-1 0 1 0 0,0 0 0 0 0,0-1 0 0 0,0-1-1 0 0,-1 0 1 0 0,-1 0 0 0 0,0 0 0 0 0,0-1 0 0 0,-1 0-1 0 0,0 0 1 0 0,-1-1 0 0 0,-1 1 0 0 0,1-1 0 0 0,-2 0-1 0 0,0 0 1 0 0,3-20 0 0 0,-4 1 180 0 0,0-1 1 0 0,-2 1-1 0 0,-2-1 0 0 0,-6-38 1 0 0,8 69-209 0 0,0 0 1 0 0,0 0 0 0 0,0 1 0 0 0,0-1 0 0 0,0 0 0 0 0,0 0-1 0 0,0 0 1 0 0,0 1 0 0 0,-1-1 0 0 0,1 0 0 0 0,0 0-1 0 0,0 0 1 0 0,-1 1 0 0 0,1-1 0 0 0,0 0 0 0 0,-1 1 0 0 0,1-1-1 0 0,-1 0 1 0 0,1 1 0 0 0,-1-1 0 0 0,1 0 0 0 0,-1 1-1 0 0,1-1 1 0 0,-1 1 0 0 0,0-1 0 0 0,0 0 0 0 0,-13 11 7 0 0,8-4-19 0 0,1 0-1 0 0,0-1 1 0 0,1 1-1 0 0,0-1 1 0 0,0 1 0 0 0,0 0-1 0 0,1 1 1 0 0,0-1-1 0 0,0 1 1 0 0,1-1-1 0 0,0 1 1 0 0,0 0-1 0 0,0 0 1 0 0,1 0 0 0 0,-1 12-1 0 0,1-4 6 0 0,1 0 0 0 0,1-1 0 0 0,0 1 0 0 0,0-1-1 0 0,8 28 1 0 0,-4-26-15 0 0,0 0-1 0 0,1 0 0 0 0,0 0 0 0 0,2 0 0 0 0,0-1 1 0 0,0-1-1 0 0,2 1 0 0 0,-1-1 0 0 0,15 15 1 0 0,-17-22 3 0 0,0-1 1 0 0,0 0-1 0 0,1 0 1 0 0,-1 0-1 0 0,1-1 1 0 0,1 0-1 0 0,-1 0 1 0 0,1-1-1 0 0,-1-1 1 0 0,1 1 0 0 0,0-1-1 0 0,0-1 1 0 0,1 1-1 0 0,-1-2 1 0 0,1 1-1 0 0,-1-1 1 0 0,18-1-1 0 0,-4-1 13 0 0,0-1 0 0 0,-1 0-1 0 0,36-10 1 0 0,-48 9 0 0 0,-1 0 1 0 0,1-1-1 0 0,-1 0 0 0 0,1 0 0 0 0,-1-1 1 0 0,0 0-1 0 0,-1-1 0 0 0,1 0 1 0 0,-1 0-1 0 0,9-10 0 0 0,-13 11 14 0 0,-1 1 0 0 0,0-1 0 0 0,-1 0 0 0 0,1 0 0 0 0,-1 0 0 0 0,0 0 0 0 0,0-1 0 0 0,0 1 0 0 0,1-9 0 0 0,-3 12-5 0 0,-11-31 10 0 0,11 33-31 0 0,0-1 1 0 0,0 1-1 0 0,0-1 0 0 0,0 1 1 0 0,0-1-1 0 0,0 1 1 0 0,0-1-1 0 0,0 1 1 0 0,0-1-1 0 0,-1 1 0 0 0,1-1 1 0 0,0 1-1 0 0,0-1 1 0 0,0 1-1 0 0,-1 0 1 0 0,1-1-1 0 0,0 1 0 0 0,0-1 1 0 0,-1 1-1 0 0,1 0 1 0 0,0-1-1 0 0,-1 1 0 0 0,1 0 1 0 0,0-1-1 0 0,-1 1 1 0 0,1 0-1 0 0,-1-1 1 0 0,1 1-1 0 0,-1 0 0 0 0,1 0 1 0 0,0 0-1 0 0,-1-1 1 0 0,1 1-1 0 0,-2 0 1 0 0,-5 17-72 0 0,5-9 50 0 0,1 1 1 0 0,0-1 0 0 0,0 0 0 0 0,2 15-1 0 0,0-16-11 0 0,0 0-1 0 0,1 0 0 0 0,0 0 1 0 0,0-1-1 0 0,0 1 0 0 0,1-1 1 0 0,0 1-1 0 0,7 9 0 0 0,-8-13 26 0 0,0-1 0 0 0,1 1-1 0 0,-1 0 1 0 0,0-1 0 0 0,1 0-1 0 0,0 0 1 0 0,-1 1 0 0 0,1-2-1 0 0,0 1 1 0 0,0 0 0 0 0,0 0-1 0 0,1-1 1 0 0,-1 0 0 0 0,0 0-1 0 0,0 0 1 0 0,1 0 0 0 0,-1 0-1 0 0,0 0 1 0 0,1-1 0 0 0,4 0-1 0 0,15-1-12 0 0,0-2 0 0 0,0-1-1 0 0,0 0 1 0 0,-1-2 0 0 0,0 0 0 0 0,34-15-1 0 0,-34 12 23 0 0,-15 7-7 0 0,0 0 1 0 0,0 0-1 0 0,0 1 1 0 0,1 0 0 0 0,-1 0-1 0 0,0 1 1 0 0,1 0 0 0 0,-1 0-1 0 0,0 0 1 0 0,9 3 0 0 0,-14-3-201 0 0,2 1-70 0 0,7 0-419 0 0,-1 0 1 0 0,1-1 0 0 0,0 0-1 0 0,-1 0 1 0 0,1-1 0 0 0,17-5 0 0 0,-18 5-411 0 0,5-2-743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1:13.492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95 14 188 0 0,'-20'2'2297'0'0,"16"-2"-2064"0"0,0 0 0 0 0,0 1 0 0 0,0-1 0 0 0,0 1 0 0 0,0-1 0 0 0,0 1 0 0 0,0 1 0 0 0,1-1 0 0 0,-1 0 0 0 0,0 1 0 0 0,1 0 0 0 0,-1 0 0 0 0,1 0 0 0 0,0 0 0 0 0,-1 0 0 0 0,1 1 0 0 0,-3 3 0 0 0,5-5 32 0 0,0-1-254 0 0,1 0 1 0 0,0 1-1 0 0,0-1 1 0 0,0 0-1 0 0,-1 0 0 0 0,1 0 1 0 0,0 0-1 0 0,0 0 1 0 0,0 0-1 0 0,-1 0 0 0 0,1 1 1 0 0,0-1-1 0 0,0 0 0 0 0,0 0 1 0 0,0 0-1 0 0,-1 0 1 0 0,1 1-1 0 0,0-1 0 0 0,0 0 1 0 0,0 0-1 0 0,0 0 1 0 0,0 1-1 0 0,0-1 0 0 0,0 0 1 0 0,0 0-1 0 0,0 0 1 0 0,0 1-1 0 0,0-1 0 0 0,0 0 1 0 0,0 0-1 0 0,0 1 1 0 0,0-1-1 0 0,0 0 0 0 0,0 0 1 0 0,0 0-1 0 0,0 1 1 0 0,0-1-1 0 0,0 0 0 0 0,0 0 1 0 0,0 0-1 0 0,0 1 0 0 0,0-1 1 0 0,0 0-1 0 0,0 0 1 0 0,1 0-1 0 0,-1 1 0 0 0,0-1 1 0 0,0 0-1 0 0,0 0 1 0 0,1 0-1 0 0,6 18 392 0 0,-6-13-360 0 0,2-3-22 0 0,0 0-1 0 0,-1 0 0 0 0,1 0 0 0 0,0 0 0 0 0,0 0 0 0 0,0-1 0 0 0,1 1 1 0 0,-1-1-1 0 0,0 0 0 0 0,0 0 0 0 0,1 0 0 0 0,-1-1 0 0 0,1 1 1 0 0,4 0-1 0 0,47 1-99 0 0,-38-3 139 0 0,0 1 0 0 0,0-2 0 0 0,0 0-1 0 0,0-1 1 0 0,-1-1 0 0 0,1-1 0 0 0,-1 0-1 0 0,0-1 1 0 0,-1 0 0 0 0,1-2 0 0 0,-1 1-1 0 0,20-15 1 0 0,-14 3 2035 0 0,-21 18-1990 0 0,1 1 1 0 0,-1-1-1 0 0,1 0 1 0 0,-1 1-1 0 0,0-1 1 0 0,1 1-1 0 0,0-1 1 0 0,-1 1-1 0 0,1-1 1 0 0,-1 1-1 0 0,1 0 1 0 0,-1-1-1 0 0,1 1 1 0 0,0-1-1 0 0,-1 1 1 0 0,1 0-1 0 0,0 0 1 0 0,0-1-1 0 0,-1 1 1 0 0,1 0-1 0 0,0 0 1 0 0,-1 0-1 0 0,1 0 1 0 0,1 0 0 0 0,20 26 49 0 0,-20-24-336 0 0,0 0 0 0 0,0 0 0 0 0,1-1 0 0 0,-1 1-1 0 0,0 0 1 0 0,1-1 0 0 0,-1 0 0 0 0,1 0 0 0 0,-1 0 0 0 0,1 0 0 0 0,0 0 0 0 0,3 1 0 0 0,21-2-6073 0 0,-10-6 3298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1:13.835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26 37 64 0 0,'-25'2'6433'0'0,"62"-19"-6537"0"0,-9 12-364 0 0,11 1-525 0 0,6-2-1063 0 0,-3 0 468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1:15.279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11 56 0 0,'3'-9'10528'0'0,"33"10"-10369"0"0,46-2 0 0 0,36 0-1270 0 0,-104 2-352 0 0,1 1 1 0 0,-1 0-1 0 0,18 6 1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1:15.635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 56 64 0 0,'-1'9'4861'0'0,"62"-13"-3783"0"0,110-20 0 0 0,-13 0-2210 0 0,-72 16-1805 0 0,-44 3 1241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1:16.117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19 6 348 0 0,'-5'-6'7167'0'0,"1"14"-5243"0"0,-3 23-4162 0 0,5-22 2377 0 0,2-6-519 0 0,2-1 129 0 0,0 0 1 0 0,0 0-1 0 0,0 1 0 0 0,1-1 1 0 0,-1-1-1 0 0,1 1 0 0 0,-1 0 0 0 0,1-1 1 0 0,-1 1-1 0 0,4 0 0 0 0,5-5 305 0 0,0 0-1 0 0,-1-1 0 0 0,1-1 0 0 0,-1 0 1 0 0,12-7-1 0 0,-21 10 269 0 0,1 1-150 0 0,0 1-1 0 0,0-1 0 0 0,1 0 0 0 0,-1 1 0 0 0,0 0 0 0 0,0-1 1 0 0,0 1-1 0 0,0 0 0 0 0,0 0 0 0 0,0 0 0 0 0,1 0 0 0 0,-1 1 1 0 0,0-1-1 0 0,0 1 0 0 0,0-1 0 0 0,0 1 0 0 0,3 1 0 0 0,0 6-842 0 0,1-1-1 0 0,1 0 0 0 0,-1 0 0 0 0,1 0 0 0 0,0-1 0 0 0,14 10 0 0 0,-5-7-1142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1:16.474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18 1044 0 0,'20'-18'9700'0'0,"-9"50"-5975"0"0,-9-20-4388 0 0,14 59 1430 0 0,5 77 0 0 0,-18-118-1682 0 0,-2 1 1 0 0,-6 55-1 0 0,5-82 679 0 0,-10 42-2187 0 0,9-44 2045 0 0,0 0 1 0 0,1 0-1 0 0,-1 0 1 0 0,0-1 0 0 0,0 1-1 0 0,0-1 1 0 0,-1 1-1 0 0,1-1 1 0 0,0 1-1 0 0,0-1 1 0 0,-1 0-1 0 0,1 1 1 0 0,-3 0-1 0 0,-4 2-2238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1:17.182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1 451 32 0 0,'84'-24'1270'0'0,"0"3"0"0"0,2 4 0 0 0,134-9 0 0 0,104-19-400 0 0,-286 37-724 0 0,83-21 196 0 0,-106 24-223 0 0,0 0 1 0 0,-1-1-1 0 0,0 0 0 0 0,0-1 0 0 0,21-14 0 0 0,-32 18-68 0 0,0 1 0 0 0,1-1 0 0 0,-1 0 0 0 0,0 0 0 0 0,-1 0 0 0 0,1 0 0 0 0,-1-1 0 0 0,1 1 1 0 0,-1-1-1 0 0,0 1 0 0 0,0-1 0 0 0,0 0 0 0 0,-1 0 0 0 0,1 0 0 0 0,-1 0 0 0 0,0 0 0 0 0,0 0 0 0 0,-1 0 0 0 0,1 0 0 0 0,-1 0 0 0 0,0-1 0 0 0,0 1 0 0 0,0 0 0 0 0,-1 0 0 0 0,1 0 0 0 0,-1 0 0 0 0,0 0 0 0 0,0-1 0 0 0,-3-5 0 0 0,-1-2 172 0 0,0 1 0 0 0,-1 0 0 0 0,0 1 1 0 0,0 0-1 0 0,-1 0 0 0 0,-1 0 0 0 0,0 0 0 0 0,-16-14 0 0 0,23 23-133 0 0,-4 0 13 0 0,5 0-98 0 0,0 1 0 0 0,0 0-1 0 0,0 0 1 0 0,0 0 0 0 0,-1 0-1 0 0,1-1 1 0 0,0 1 0 0 0,0 0 0 0 0,0 0-1 0 0,-1 0 1 0 0,1 0 0 0 0,0 0-1 0 0,0 0 1 0 0,-1 0 0 0 0,1 0 0 0 0,0 0-1 0 0,0 0 1 0 0,-1 0 0 0 0,1 0-1 0 0,0 0 1 0 0,0 0 0 0 0,-1 0-1 0 0,1 0 1 0 0,0 0 0 0 0,0 0 0 0 0,0 0-1 0 0,-1 0 1 0 0,1 0 0 0 0,0 0-1 0 0,0 0 1 0 0,-1 0 0 0 0,1 0 0 0 0,0 1-1 0 0,0-1 1 0 0,0 0 0 0 0,-1 0-1 0 0,1 0 1 0 0,0 0 0 0 0,0 1 0 0 0,0-1-1 0 0,0 0 1 0 0,0 0 0 0 0,-1 1-1 0 0,-4 6 16 0 0,0 0 0 0 0,1 0 0 0 0,0 1 0 0 0,0-1 0 0 0,0 1 0 0 0,1 0 0 0 0,0 0-1 0 0,1 1 1 0 0,-3 13 0 0 0,-9 89 118 0 0,10-67-60 0 0,-34 543 725 0 0,38-581-732 0 0,0-5-41 0 0,0 0 0 0 0,0 0-1 0 0,-1 1 1 0 0,1-1 0 0 0,1 0 0 0 0,-1 0 0 0 0,0 1 0 0 0,0-1-1 0 0,0 0 1 0 0,1 1 0 0 0,-1-1 0 0 0,0 0 0 0 0,1 0 0 0 0,-1 0 0 0 0,1 0-1 0 0,0 1 1 0 0,-1-1 0 0 0,2 1 0 0 0,-1-1 43 0 0,35-43-46 0 0,-13 21-108 0 0,-19 17 28 0 0,0-1 0 0 0,0 1 0 0 0,0 0-1 0 0,1 0 1 0 0,0 0 0 0 0,-1 1 0 0 0,2-1 0 0 0,-1 1 0 0 0,0 0 0 0 0,0 1 0 0 0,1-1-1 0 0,0 1 1 0 0,-1 0 0 0 0,1 1 0 0 0,0-1 0 0 0,0 1 0 0 0,0 1 0 0 0,0-1 0 0 0,10 1-1 0 0,80 9-608 0 0,-64-5 537 0 0,1 0-1 0 0,0-3 1 0 0,0 0-1 0 0,55-7 0 0 0,-87 5 167 0 0,0 1-1 0 0,1 0 1 0 0,-1 0-1 0 0,0-1 1 0 0,0 1-1 0 0,0-1 1 0 0,0 1 0 0 0,0-1-1 0 0,0 1 1 0 0,0-1-1 0 0,0 0 1 0 0,0 1-1 0 0,0-1 1 0 0,0 0-1 0 0,0 0 1 0 0,0 0-1 0 0,-1 0 1 0 0,1 0-1 0 0,0 0 1 0 0,0 0-1 0 0,-1 0 1 0 0,1 0-1 0 0,-1 0 1 0 0,1 0 0 0 0,-1 0-1 0 0,0 0 1 0 0,1-1-1 0 0,-1 1 1 0 0,0 0-1 0 0,0 0 1 0 0,0 0-1 0 0,0-2 1 0 0,0 1 580 0 0,-5-20 102 0 0,61 41-8943 0 0,-28-11 5344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1:17.910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511 54 464 0 0,'-8'-12'2008'0'0,"6"9"-1866"0"0,0 0-1 0 0,0 0 0 0 0,0 0 1 0 0,-1 0-1 0 0,1 1 1 0 0,-1-1-1 0 0,0 1 1 0 0,0-1-1 0 0,0 1 0 0 0,0 0 1 0 0,0 0-1 0 0,0 1 1 0 0,0-1-1 0 0,-1 1 0 0 0,1-1 1 0 0,-1 1-1 0 0,1 0 1 0 0,-1 0-1 0 0,0 1 1 0 0,1-1-1 0 0,-1 1 0 0 0,0 0 1 0 0,1-1-1 0 0,-1 2 1 0 0,0-1-1 0 0,1 0 0 0 0,-1 1 1 0 0,-4 1-1 0 0,-16 4-21 0 0,1 1-1 0 0,0 1 1 0 0,0 1 0 0 0,1 1-1 0 0,0 1 1 0 0,1 1-1 0 0,0 1 1 0 0,1 1-1 0 0,0 0 1 0 0,2 2 0 0 0,-1 0-1 0 0,2 1 1 0 0,0 1-1 0 0,1 0 1 0 0,1 2 0 0 0,1-1-1 0 0,1 2 1 0 0,0 0-1 0 0,-13 31 1 0 0,23-43-85 0 0,-1 0 0 0 0,1 1 0 0 0,0-1 1 0 0,1 1-1 0 0,0 0 0 0 0,1 0 0 0 0,0-1 1 0 0,1 1-1 0 0,0 0 0 0 0,0 0 0 0 0,1 0 0 0 0,0 0 1 0 0,4 14-1 0 0,-3-18-15 0 0,0 0 1 0 0,0-1-1 0 0,1 1 1 0 0,-1-1-1 0 0,1 1 1 0 0,1-1-1 0 0,-1 0 1 0 0,1 0-1 0 0,0 0 0 0 0,0 0 1 0 0,0-1-1 0 0,1 0 1 0 0,0 0-1 0 0,0 0 1 0 0,0 0-1 0 0,0-1 1 0 0,0 0-1 0 0,1 0 0 0 0,-1 0 1 0 0,1-1-1 0 0,0 0 1 0 0,8 2-1 0 0,-2-1-2 0 0,1 0-1 0 0,0-1 1 0 0,0-1 0 0 0,0 0-1 0 0,1-1 1 0 0,-1 0 0 0 0,0-1-1 0 0,0 0 1 0 0,0-1 0 0 0,0-1-1 0 0,23-7 1 0 0,1-5 229 0 0,-1-1 0 0 0,53-32 0 0 0,-61 32 164 0 0,-27 15-201 0 0,14-1 355 0 0,-9 2-39 0 0,-5 14-544 0 0,-3 3 75 0 0,-1-1-1 0 0,0-1 1 0 0,-1 1-1 0 0,-11 27 1 0 0,-6 26 107 0 0,-7 36 89 0 0,15-63-1107 0 0,-8 56-1 0 0,16-79-46 0 0,3-11-930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1:18.296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1 260 0 0,'0'0'783'0'0,"39"16"2156"0"0,-29-7-2710 0 0,-1 1-1 0 0,0 0 0 0 0,-1 0 1 0 0,0 0-1 0 0,0 1 0 0 0,-1 0 1 0 0,-1 1-1 0 0,0 0 0 0 0,0 0 1 0 0,-1 0-1 0 0,-1 0 0 0 0,0 1 1 0 0,-1 0-1 0 0,2 15 0 0 0,-4-22-153 0 0,0-1 8 0 0,0 0 0 0 0,-1 0-1 0 0,0 0 1 0 0,0 0 0 0 0,0-1 0 0 0,0 1-1 0 0,-1 0 1 0 0,-1 6 0 0 0,1-9 105 0 0,1-1-138 0 0,0-1-1 0 0,0 0 0 0 0,0 0 1 0 0,0 1-1 0 0,0-1 0 0 0,0 0 1 0 0,0 0-1 0 0,0 1 0 0 0,0-1 1 0 0,0 0-1 0 0,-1 0 0 0 0,1 0 0 0 0,0 1 1 0 0,0-1-1 0 0,0 0 0 0 0,0 0 1 0 0,0 0-1 0 0,-1 1 0 0 0,1-1 1 0 0,0 0-1 0 0,0 0 0 0 0,0 0 1 0 0,-1 0-1 0 0,1 0 0 0 0,0 1 1 0 0,0-1-1 0 0,0 0 0 0 0,-1 0 0 0 0,1 0 1 0 0,0 0-1 0 0,0 0 0 0 0,-1 0 1 0 0,1 0-1 0 0,0 0 0 0 0,0 0 1 0 0,-1 0-1 0 0,1 0 0 0 0,0 0 1 0 0,0 0-1 0 0,-1 0 0 0 0,1 0 0 0 0,0 0 1 0 0,0 0-1 0 0,-1 0 0 0 0,1 0 1 0 0,0 0-1 0 0,0-1 0 0 0,0 1 1 0 0,-1 0-1 0 0,0-2-20 0 0,0-1 0 0 0,0 1 0 0 0,1-1 0 0 0,-1 1 0 0 0,0 0 0 0 0,1-1 0 0 0,0 0 0 0 0,0 1 0 0 0,-1-1 0 0 0,1 1 0 0 0,1-1 0 0 0,-1 1 0 0 0,0-1 0 0 0,1 1 0 0 0,-1-1 0 0 0,3-3 0 0 0,-1-2-9 0 0,2 0 0 0 0,-1 1 0 0 0,1-1 0 0 0,0 1-1 0 0,7-8 1 0 0,1 0-416 0 0,1 0 0 0 0,0 1 0 0 0,1 0 0 0 0,19-13 1 0 0,16-1-5165 0 0,-36 21 3334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1:18.625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0 120 0 0,'0'0'240'0'0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1:19.395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131 27 388 0 0,'-11'-27'16003'0'0,"9"28"-15714"0"0,-2 13-287 0 0,0 0 0 0 0,-1 0 1 0 0,-1-1-1 0 0,0 1 1 0 0,-10 16-1 0 0,6-13 23 0 0,1 1 0 0 0,-12 34-1 0 0,-5 15-6 0 0,25-66 18 0 0,-9 14 210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1:19.748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24 69 10237 0 0,'-3'-5'316'0'0,"0"0"0"0"0,0 0-1 0 0,0 0 1 0 0,1-1 0 0 0,0 1 0 0 0,0-1 0 0 0,1 1 0 0 0,-1-1 0 0 0,1 0-1 0 0,-1-7 1 0 0,2 11-413 0 0,21 18-8491 0 0,-12-8 5758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1:20.117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54 536 0 0,'0'0'744'0'0,"27"22"3095"0"0,-16-12-3566 0 0,-1 1 0 0 0,0 0 0 0 0,0 0 1 0 0,-1 1-1 0 0,-1 0 0 0 0,0 1 0 0 0,0 0 0 0 0,-1 0 0 0 0,-1 1 0 0 0,-1-1 0 0 0,0 1 0 0 0,0 1 0 0 0,-1-1 0 0 0,1 16 1 0 0,-4-29-230 0 0,-1 1 0 0 0,1-1 1 0 0,-1 0-1 0 0,0 1 1 0 0,0-1-1 0 0,0 1 1 0 0,0-1-1 0 0,0 1 1 0 0,0-1-1 0 0,0 1 1 0 0,0-1-1 0 0,-1 0 1 0 0,1 1-1 0 0,0-1 1 0 0,-1 1-1 0 0,1-1 1 0 0,-1 0-1 0 0,1 1 1 0 0,-1-1-1 0 0,0 0 1 0 0,0 0-1 0 0,0 1 1 0 0,0-1-1 0 0,0 0 1 0 0,0 0-1 0 0,0 0 1 0 0,0 0-1 0 0,0 0 1 0 0,0 0-1 0 0,0-1 1 0 0,0 1-1 0 0,-1 0 1 0 0,1-1-1 0 0,0 1 1 0 0,-1 0-1 0 0,1-1 0 0 0,-1 0 1 0 0,1 1-1 0 0,0-1 1 0 0,-1 0-1 0 0,1 0 1 0 0,-1 1-1 0 0,1-1 1 0 0,-1 0-1 0 0,1-1 1 0 0,-3 1-1 0 0,1-1 282 0 0,-11-30 1145 0 0,17 18-1404 0 0,1-1 0 0 0,0 1 1 0 0,1 0-1 0 0,1 0 0 0 0,0 1 0 0 0,0 0 0 0 0,2 0 0 0 0,-1 0 0 0 0,1 1 0 0 0,1 0 0 0 0,17-17 0 0 0,-10 12-752 0 0,0 1-1 0 0,1 1 0 0 0,1 1 1 0 0,0 0-1 0 0,1 1 1 0 0,39-17-1 0 0,-24 17-3832 0 0,-16 6 1935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1:20.628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192 1 624 0 0,'2'3'9015'0'0,"-14"26"-7110"0"0,-21 47-2612 0 0,31-72 1155 0 0,-16 40-130 0 0,1 1 0 0 0,3 0 0 0 0,1 1 0 0 0,3 0 0 0 0,-6 59 0 0 0,13-79-108 0 0,2 0 1 0 0,1 1 0 0 0,1-1 0 0 0,1 0 0 0 0,7 33 0 0 0,-6-31 1404 0 0,-5-10-456 0 0,-18-20-5576 0 0,-13-8-1357 0 0,18 4 1813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1:23.324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204 1 368 0 0,'0'0'4313'0'0,"-3"5"-4010"0"0,-29 49 717 0 0,-108 199 2164 0 0,138-248-3165 0 0,-3 6 97 0 0,0 0 0 0 0,0 0 0 0 0,1 1 0 0 0,-3 16 1 0 0,7-26 65 0 0,14-4-149 0 0,1 0 1 0 0,-1-1-1 0 0,0-1 1 0 0,0-1-1 0 0,0 0 1 0 0,-1 0-1 0 0,1-2 1 0 0,21-13-1 0 0,3 0-295 0 0,-34 18 227 0 0,-1 1 0 0 0,1 0 0 0 0,0 0 0 0 0,-1 1 0 0 0,1-1 1 0 0,0 1-1 0 0,-1 0 0 0 0,1 0 0 0 0,0 0 0 0 0,-1 0 0 0 0,1 0 0 0 0,0 1 0 0 0,-1 0 1 0 0,8 2-1 0 0,49 22-319 0 0,-45-17 277 0 0,-7-5 41 0 0,27 13-196 0 0,45 15 0 0 0,-69-28 244 0 0,0 0 1 0 0,0-1-1 0 0,0 0 0 0 0,0-1 0 0 0,0 0 0 0 0,1 0 0 0 0,-1-1 1 0 0,21-3-1 0 0,-29 2 40 0 0,0 1-1 0 0,-1-1 1 0 0,1 0 0 0 0,0 0-1 0 0,0 0 1 0 0,-1 0 0 0 0,1-1 0 0 0,0 1-1 0 0,-1-1 1 0 0,1 1 0 0 0,-1-1-1 0 0,0 0 1 0 0,0 0 0 0 0,1 0 0 0 0,-1 0-1 0 0,0 0 1 0 0,-1-1 0 0 0,1 1-1 0 0,2-4 1 0 0,-2 1 31 0 0,0 0 0 0 0,0 0 0 0 0,0 0 0 0 0,-1-1 0 0 0,0 1-1 0 0,0-1 1 0 0,0 1 0 0 0,-1-1 0 0 0,0-9 0 0 0,-2-4 107 0 0,0 0-1 0 0,-1-1 1 0 0,-2 1 0 0 0,-9-29-1 0 0,12 43-640 0 0,-7-21 1103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1:23.730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23 260 0 0,'14'-5'2788'0'0,"-3"7"-2485"0"0,-1 1-1 0 0,0 0 0 0 0,0 1 1 0 0,0-1-1 0 0,0 2 1 0 0,-1 0-1 0 0,0 0 0 0 0,0 0 1 0 0,0 1-1 0 0,0 1 1 0 0,13 12-1 0 0,-18-15-238 0 0,1 1 0 0 0,-1-1 1 0 0,0 1-1 0 0,0 0 0 0 0,0 0 0 0 0,-1 0 0 0 0,0 1 0 0 0,0-1 1 0 0,0 1-1 0 0,-1 0 0 0 0,0 0 0 0 0,0 0 0 0 0,0 0 0 0 0,-1 0 1 0 0,0 0-1 0 0,0 0 0 0 0,0 1 0 0 0,-1-1 0 0 0,0 0 0 0 0,0 1 1 0 0,-2 9-1 0 0,1-12 15 0 0,-1 0 1 0 0,0-1-1 0 0,1 1 1 0 0,-1 0-1 0 0,0-1 1 0 0,-1 0-1 0 0,1 1 1 0 0,-1-1-1 0 0,1 0 1 0 0,-1 0-1 0 0,0 0 1 0 0,0 0-1 0 0,0-1 1 0 0,-1 1-1 0 0,1-1 1 0 0,-1 0-1 0 0,1 0 1 0 0,-1 0-1 0 0,0 0 1 0 0,1-1-1 0 0,-1 0 1 0 0,0 0-1 0 0,-7 2 1 0 0,8-3 151 0 0,-17-9 371 0 0,18 6-571 0 0,1 1 0 0 0,0 0 0 0 0,-1-1 0 0 0,1 1-1 0 0,0 0 1 0 0,1-1 0 0 0,-1 1 0 0 0,0-1 0 0 0,1 0 0 0 0,-1 1 0 0 0,1-1 0 0 0,0 1 0 0 0,0-1 0 0 0,0 0 0 0 0,0 1 0 0 0,1-5 0 0 0,1 0-43 0 0,0 0-1 0 0,0 0 0 0 0,0 0 1 0 0,1 1-1 0 0,0-1 1 0 0,4-6-1 0 0,2-1-173 0 0,1-1-1 0 0,0 1 0 0 0,1 1 1 0 0,20-20-1 0 0,-18 22-223 0 0,1 0 0 0 0,1 0 0 0 0,0 2 0 0 0,17-9 0 0 0,10-1-3885 0 0,-25 13 2049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1:24.432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93 420 468 0 0,'0'0'683'0'0,"-5"1"-41"0"0,0 0-404 0 0,0 0-1 0 0,0 1 1 0 0,0 0-1 0 0,0 0 0 0 0,0 0 1 0 0,1 1-1 0 0,-1-1 0 0 0,1 1 1 0 0,0 0-1 0 0,-1 0 0 0 0,1 1 1 0 0,0-1-1 0 0,1 1 0 0 0,-1 0 1 0 0,-2 4-1 0 0,4-4-160 0 0,0-1-1 0 0,0 1 1 0 0,0 0-1 0 0,1 0 0 0 0,0 0 1 0 0,-1 0-1 0 0,2 0 1 0 0,-1 0-1 0 0,0 0 1 0 0,1 0-1 0 0,0 0 1 0 0,0 0-1 0 0,0 0 0 0 0,0 0 1 0 0,1 0-1 0 0,-1 0 1 0 0,1 0-1 0 0,0 0 1 0 0,0 0-1 0 0,1 0 1 0 0,-1 0-1 0 0,1-1 0 0 0,0 1 1 0 0,0 0-1 0 0,0-1 1 0 0,0 1-1 0 0,1-1 1 0 0,0 0-1 0 0,-1 0 1 0 0,1 0-1 0 0,0 0 0 0 0,0-1 1 0 0,1 1-1 0 0,-1-1 1 0 0,0 0-1 0 0,1 1 1 0 0,5 1-1 0 0,-7-4 153 0 0,20-13 394 0 0,-10-13-329 0 0,-1-1 0 0 0,-2-1 1 0 0,0 1-1 0 0,7-52 0 0 0,4-7-171 0 0,-13 59-129 0 0,2 1 0 0 0,1 0 0 0 0,1 0 0 0 0,1 1 0 0 0,24-37 0 0 0,-30 52-4 0 0,1 0 1 0 0,1 1-1 0 0,0 0 0 0 0,0 0 0 0 0,0 0 0 0 0,1 1 0 0 0,1 1 1 0 0,-1-1-1 0 0,1 1 0 0 0,1 1 0 0 0,-1 0 0 0 0,1 1 0 0 0,0 0 1 0 0,0 0-1 0 0,18-4 0 0 0,-25 8-1 0 0,-1 0 1 0 0,0 1-1 0 0,0-1 0 0 0,1 1 0 0 0,-1-1 1 0 0,1 1-1 0 0,-1 0 0 0 0,0 1 0 0 0,1-1 1 0 0,-1 0-1 0 0,0 1 0 0 0,0 0 0 0 0,1 0 1 0 0,-1 0-1 0 0,0 0 0 0 0,0 0 1 0 0,0 1-1 0 0,0-1 0 0 0,0 1 0 0 0,0 0 1 0 0,3 3-1 0 0,-2-1 3 0 0,-1 0 0 0 0,0 0 0 0 0,-1 0 0 0 0,1 0 0 0 0,-1 0 0 0 0,0 1 0 0 0,0-1 0 0 0,0 1 0 0 0,-1 0 0 0 0,1 0 0 0 0,-1-1 0 0 0,0 1 0 0 0,0 5 0 0 0,0 17 5 0 0,0-1-1 0 0,-2 0 1 0 0,-1 1-1 0 0,-7 32 1 0 0,9-58 3 0 0,-11 61 0 0 0,-9 73 12 0 0,19-120-41 0 0,0 1-1 0 0,1-1 1 0 0,1 0-1 0 0,1 1 1 0 0,0-1-1 0 0,8 26 1 0 0,-10-38 16 0 0,1 0 0 0 0,0 0 0 0 0,0 1 0 0 0,1-1 0 0 0,-1 0 0 0 0,1-1 0 0 0,-1 1 0 0 0,1 0 0 0 0,0 0 0 0 0,0-1 0 0 0,0 1 0 0 0,1-1 0 0 0,-1 1 1 0 0,0-1-1 0 0,1 0 0 0 0,0 0 0 0 0,-1 0 0 0 0,1 0 0 0 0,0-1 0 0 0,6 3 0 0 0,-5-3 6 0 0,0 0-1 0 0,1-1 1 0 0,0 1 0 0 0,-1-1-1 0 0,1 0 1 0 0,-1 0 0 0 0,1-1-1 0 0,-1 0 1 0 0,1 1-1 0 0,-1-1 1 0 0,1-1 0 0 0,-1 1-1 0 0,6-3 1 0 0,12-7 34 0 0,0-1 0 0 0,-1-1 0 0 0,-1 0 1 0 0,27-24-1 0 0,-40 31-2 0 0,30-23 949 0 0,-36 28-860 0 0,0 1-105 0 0,-1 0 1 0 0,0 0-1 0 0,1-1 1 0 0,-1 1-1 0 0,1 0 1 0 0,-1 0-1 0 0,1 0 1 0 0,-1 0-1 0 0,1 0 1 0 0,-1 0-1 0 0,1 0 1 0 0,-1 0-1 0 0,1 0 1 0 0,-1 0-1 0 0,1 0 1 0 0,-1 0-1 0 0,1 0 1 0 0,-1 0-1 0 0,1 0 1 0 0,-1 1-1 0 0,0-1 1 0 0,1 0-1 0 0,-1 0 1 0 0,1 1-1 0 0,-1-1 1 0 0,1 0-1 0 0,-1 0 1 0 0,0 1-1 0 0,1-1 1 0 0,-1 0-1 0 0,0 1 1 0 0,1-1-1 0 0,-1 1 1 0 0,0-1-1 0 0,0 0 1 0 0,1 1-1 0 0,-1-1 1 0 0,0 1-1 0 0,0-1 1 0 0,0 1-1 0 0,1-1 1 0 0,-1 1-1 0 0,0-1 1 0 0,0 1-1 0 0,0-1 1 0 0,0 1-1 0 0,0-1 1 0 0,0 1-1 0 0,0-1 1 0 0,0 1-1 0 0,0-1 1 0 0,-1 1-1 0 0,2 2-4 0 0,-1 1 0 0 0,0-1 0 0 0,1 0 0 0 0,-1 1 0 0 0,1-1 0 0 0,0 0 0 0 0,0 0 0 0 0,1 1 0 0 0,-1-1 0 0 0,0 0 0 0 0,1 0 0 0 0,0-1 0 0 0,0 1 0 0 0,0 0 0 0 0,0-1 0 0 0,0 1 0 0 0,0-1 0 0 0,1 1 0 0 0,-1-1 0 0 0,4 2 0 0 0,1 1-657 0 0,1-1 0 0 0,-1 0 0 0 0,1 0-1 0 0,0 0 1 0 0,0-1 0 0 0,15 4 0 0 0,-17-7-2041 0 0,10-3 207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1:24.783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87 156 0 0,'0'0'4108'0'0,"19"-21"-3340"0"0,-5 16-67 0 0,5-2-81 0 0,1 1-80 0 0,8-4-120 0 0,10 2-188 0 0,3 1-200 0 0,-10 4-288 0 0,17-3-256 0 0,-8 1-624 0 0,0-2-1233 0 0,0 5 549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1:25.592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369 71 596 0 0,'0'0'875'0'0,"-2"-44"6838"0"0,0 42-7601 0 0,0 0 0 0 0,0-1 0 0 0,0 1 0 0 0,-1 0 0 0 0,1 0 0 0 0,-1 1 0 0 0,0-1 0 0 0,1 0 0 0 0,-1 1 0 0 0,0 0 0 0 0,0-1 0 0 0,0 1 0 0 0,0 0 0 0 0,0 1 0 0 0,0-1 0 0 0,0 0 0 0 0,0 1 0 0 0,0 0 0 0 0,-1-1 0 0 0,1 1 0 0 0,-6 1 0 0 0,-9 1-52 0 0,-1 1 0 0 0,-29 7 0 0 0,19-3 180 0 0,12-3-167 0 0,1 0-1 0 0,0 1 0 0 0,1 0 0 0 0,-25 13 1 0 0,33-14-53 0 0,0 0 1 0 0,0 0-1 0 0,1 0 1 0 0,-1 1-1 0 0,1 0 0 0 0,0 0 1 0 0,0 1-1 0 0,1 0 1 0 0,0 0-1 0 0,0 0 1 0 0,-5 9-1 0 0,9-14-28 0 0,0 1 0 0 0,1-1 0 0 0,-1 1 0 0 0,1-1 0 0 0,0 0 0 0 0,-1 1 0 0 0,1-1 0 0 0,0 1 0 0 0,0-1 0 0 0,0 1 0 0 0,0-1 0 0 0,0 0 0 0 0,0 1 0 0 0,0-1 0 0 0,0 1 0 0 0,1-1 0 0 0,-1 1 0 0 0,0-1 0 0 0,1 0 0 0 0,-1 1 0 0 0,1-1 0 0 0,0 0 0 0 0,-1 1 0 0 0,1-1 0 0 0,0 0 0 0 0,0 0 0 0 0,0 0 0 0 0,0 0 0 0 0,0 0 0 0 0,0 0 0 0 0,0 0 0 0 0,0 0 0 0 0,0 0 0 0 0,1 0 0 0 0,-1 0 0 0 0,0-1 0 0 0,1 1 1 0 0,-1 0-1 0 0,3 0 0 0 0,3 2-34 0 0,1 0 0 0 0,-1-1 1 0 0,1 0-1 0 0,-1 0 1 0 0,14 1-1 0 0,1-2-163 0 0,0-2 0 0 0,0 0 0 0 0,0-2 1 0 0,-1 0-1 0 0,1-2 0 0 0,24-8 0 0 0,59-10-1209 0 0,-102 23 1324 0 0,11-1-233 0 0,14 21-24 0 0,-25-18 353 0 0,-1 0 1 0 0,0 0-1 0 0,1 0 0 0 0,0 0 1 0 0,-1 0-1 0 0,1 0 0 0 0,0-1 1 0 0,0 1-1 0 0,0-1 0 0 0,0 0 1 0 0,0 0-1 0 0,0 0 0 0 0,0 0 1 0 0,0-1-1 0 0,1 1 0 0 0,-1-1 1 0 0,0 0-1 0 0,0 0 0 0 0,0 0 0 0 0,6-1 1 0 0,30-8 206 0 0,-1-1 0 0 0,66-29 1 0 0,-56 21 61 0 0,-46 17-275 0 0,30 23 648 0 0,-28-18-596 0 0,0 0 1 0 0,1-1-1 0 0,-1 0 0 0 0,1 0 0 0 0,0 0 0 0 0,-1-1 1 0 0,1 1-1 0 0,0-1 0 0 0,1 0 0 0 0,-1 0 0 0 0,0-1 0 0 0,0 0 1 0 0,11 1-1 0 0,46-1-6209 0 0,-44-4 3477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1:26.383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72 548 616 0 0,'26'6'4645'0'0,"-8"-6"-4092"0"0,1-1-1 0 0,-1-1 1 0 0,1-1-1 0 0,-1 0 1 0 0,0-2-1 0 0,0 0 1 0 0,-1-1-1 0 0,1-1 1 0 0,-1 0-1 0 0,-1-1 1 0 0,1-1-1 0 0,-1-1 1 0 0,22-17-1 0 0,-22 13-401 0 0,0 0 0 0 0,-2-1 0 0 0,0-1 0 0 0,0 0 0 0 0,-1-1 0 0 0,-1 0 0 0 0,-1-1 0 0 0,-1 0-1 0 0,0-1 1 0 0,-1 0 0 0 0,-1 0 0 0 0,5-22 0 0 0,-7 20-174 0 0,0-2 0 0 0,3-31-1 0 0,-8 49 6 0 0,-1-1 1 0 0,1 1-1 0 0,-1-1 0 0 0,0 0 0 0 0,-1 1 0 0 0,1-1 1 0 0,-1 1-1 0 0,0-1 0 0 0,-1 1 0 0 0,1-1 0 0 0,-1 1 1 0 0,0 0-1 0 0,0 0 0 0 0,-1 0 0 0 0,-5-8 0 0 0,6 10-8 0 0,-1 1-1 0 0,1-1 1 0 0,-1 1 0 0 0,0 0-1 0 0,0 0 1 0 0,0 1-1 0 0,0-1 1 0 0,0 0-1 0 0,0 1 1 0 0,0 0-1 0 0,-1 0 1 0 0,1 0-1 0 0,0 0 1 0 0,-1 0 0 0 0,1 1-1 0 0,-1-1 1 0 0,1 1-1 0 0,-1 0 1 0 0,1 0-1 0 0,-1 0 1 0 0,-4 2-1 0 0,-7 0-28 0 0,0 2 0 0 0,0 0 0 0 0,-21 9 0 0 0,23-8-9 0 0,4-1 36 0 0,0 0 0 0 0,1 0 0 0 0,0 1 0 0 0,0 0 0 0 0,0 1 0 0 0,1 0 0 0 0,-1 0 0 0 0,1 0 0 0 0,-9 12 0 0 0,12-13 14 0 0,-1 0 1 0 0,1 1 0 0 0,1 0-1 0 0,-1-1 1 0 0,1 1 0 0 0,0 1 0 0 0,0-1-1 0 0,0 0 1 0 0,1 1 0 0 0,0-1-1 0 0,0 1 1 0 0,1 0 0 0 0,-1 10 0 0 0,2-14 5 0 0,0 1 0 0 0,1-1 0 0 0,-1 0 1 0 0,1 1-1 0 0,0-1 0 0 0,0 0 1 0 0,0 0-1 0 0,0 0 0 0 0,1 0 1 0 0,-1 0-1 0 0,1 0 0 0 0,0 0 0 0 0,-1 0 1 0 0,1 0-1 0 0,1-1 0 0 0,-1 1 1 0 0,4 2-1 0 0,3 3-75 0 0,1 0 0 0 0,0-1 1 0 0,16 8-1 0 0,9 6-714 0 0,-34-20 759 0 0,0 0-1 0 0,-1-1 0 0 0,1 1 0 0 0,-1-1 0 0 0,1 1 0 0 0,0 0 0 0 0,-1-1 0 0 0,0 1 0 0 0,1 0 0 0 0,-1 0 0 0 0,1-1 1 0 0,-1 1-1 0 0,0 0 0 0 0,0 0 0 0 0,1-1 0 0 0,-1 1 0 0 0,0 0 0 0 0,0 0 0 0 0,0 0 0 0 0,0 0 0 0 0,0-1 0 0 0,0 1 1 0 0,0 0-1 0 0,0 0 0 0 0,0 0 0 0 0,-1 0 0 0 0,1-1 0 0 0,0 1 0 0 0,0 0 0 0 0,-1 0 0 0 0,1-1 0 0 0,0 1 0 0 0,-1 0 1 0 0,1 0-1 0 0,-1-1 0 0 0,1 1 0 0 0,-1 0 0 0 0,1-1 0 0 0,-1 1 0 0 0,0-1 0 0 0,1 1 0 0 0,-1-1 0 0 0,0 1 0 0 0,1-1 1 0 0,-1 1-1 0 0,0-1 0 0 0,-1 1 0 0 0,-43 25-100 0 0,37-22-21 0 0,-78 36-206 0 0,62-30 276 0 0,0 0 0 0 0,0 2-1 0 0,1 1 1 0 0,0 1 0 0 0,-35 28 0 0 0,56-40 93 0 0,0-1-1 0 0,0 1 1 0 0,0 0 0 0 0,1-1 0 0 0,-1 1 0 0 0,0 0-1 0 0,1 0 1 0 0,0 0 0 0 0,-1 1 0 0 0,1-1 0 0 0,0 0 0 0 0,0 0-1 0 0,0 1 1 0 0,0-1 0 0 0,1 1 0 0 0,-1-1 0 0 0,1 1-1 0 0,-1-1 1 0 0,1 1 0 0 0,0-1 0 0 0,0 1 0 0 0,0-1-1 0 0,1 5 1 0 0,0-4 11 0 0,1 1-1 0 0,0-1 0 0 0,-1 1 0 0 0,1-1 1 0 0,1 0-1 0 0,-1 1 0 0 0,0-1 1 0 0,1 0-1 0 0,0-1 0 0 0,-1 1 1 0 0,1 0-1 0 0,0-1 0 0 0,6 4 1 0 0,9 5 44 0 0,1-1 0 0 0,0-1 0 0 0,0-1 0 0 0,30 9 0 0 0,85 20 5 0 0,-44-19-3848 0 0,-84-18 1608 0 0,19-3 165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1:26.900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201 134 608 0 0,'4'-4'635'0'0,"-1"-1"0"0"0,1 0 0 0 0,-1 0 0 0 0,0 0-1 0 0,0-1 1 0 0,-1 1 0 0 0,0-1 0 0 0,1 1 0 0 0,-2-1 0 0 0,1 0 0 0 0,1-9 0 0 0,-3 12-548 0 0,-1 1 0 0 0,1 0 1 0 0,0-1-1 0 0,-1 1 1 0 0,1 0-1 0 0,-1 0 0 0 0,0-1 1 0 0,0 1-1 0 0,1 0 1 0 0,-2 0-1 0 0,1 0 0 0 0,0 0 1 0 0,0 0-1 0 0,-1 0 0 0 0,1 0 1 0 0,-1 0-1 0 0,1 1 1 0 0,-1-1-1 0 0,0 1 0 0 0,1-1 1 0 0,-1 1-1 0 0,0-1 1 0 0,0 1-1 0 0,0 0 0 0 0,0 0 1 0 0,-1 0-1 0 0,1 0 0 0 0,0 1 1 0 0,0-1-1 0 0,0 0 1 0 0,-5 0-1 0 0,-1-1-13 0 0,0 0 1 0 0,0 1-1 0 0,0 0 1 0 0,-1 0-1 0 0,1 1 0 0 0,0 0 1 0 0,0 0-1 0 0,-1 1 1 0 0,1 0-1 0 0,0 1 0 0 0,0 0 1 0 0,0 0-1 0 0,0 0 1 0 0,-12 6-1 0 0,17-5-64 0 0,-1-1 1 0 0,1 0-1 0 0,-1 1 0 0 0,1-1 0 0 0,0 1 1 0 0,0 0-1 0 0,0 0 0 0 0,0 0 1 0 0,1 0-1 0 0,-1 1 0 0 0,1-1 0 0 0,0 1 1 0 0,0 0-1 0 0,0-1 0 0 0,0 1 1 0 0,1 0-1 0 0,0 0 0 0 0,-1 0 0 0 0,1 0 1 0 0,1 0-1 0 0,-1 1 0 0 0,1-1 1 0 0,-1 0-1 0 0,1 0 0 0 0,0 0 0 0 0,1 0 1 0 0,-1 1-1 0 0,1-1 0 0 0,0 0 1 0 0,2 6-1 0 0,4 12-67 0 0,1 1 0 0 0,1-1 0 0 0,1 0 0 0 0,16 25 1 0 0,16 35-744 0 0,-42-80 738 0 0,-28 14-120 0 0,-26-16-640 0 0,41-12-415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1:27.256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343 35 368 0 0,'-29'-26'4992'0'0,"28"25"-4876"0"0,0 0 0 0 0,-1 0 0 0 0,1 0 0 0 0,-1 0 0 0 0,0 1 1 0 0,1-1-1 0 0,-1 1 0 0 0,1-1 0 0 0,-1 1 0 0 0,0-1 0 0 0,1 1 0 0 0,-1 0 0 0 0,0 0 0 0 0,1 0 1 0 0,-1 0-1 0 0,0 0 0 0 0,0 0 0 0 0,1 0 0 0 0,-1 1 0 0 0,0-1 0 0 0,1 1 0 0 0,-1-1 1 0 0,1 1-1 0 0,-3 1 0 0 0,2-1-21 0 0,0 1 1 0 0,0 0-1 0 0,0 0 1 0 0,0 0-1 0 0,1 1 1 0 0,-1-1-1 0 0,1 0 0 0 0,-1 1 1 0 0,1-1-1 0 0,0 0 1 0 0,0 1-1 0 0,0 0 1 0 0,-1 4-1 0 0,-1 5 58 0 0,1 1 0 0 0,1 0-1 0 0,0-1 1 0 0,0 1 0 0 0,3 20 0 0 0,2 1 42 0 0,-2-22-109 0 0,0-1 0 0 0,-1 1 0 0 0,-1-1 0 0 0,0 1 0 0 0,-2 18 0 0 0,1-26-69 0 0,0 0-1 0 0,0-1 0 0 0,0 1 1 0 0,-1-1-1 0 0,1 0 1 0 0,-1 1-1 0 0,0-1 1 0 0,0 0-1 0 0,0 0 0 0 0,0 0 1 0 0,-1 0-1 0 0,1-1 1 0 0,-1 1-1 0 0,0-1 1 0 0,1 1-1 0 0,-1-1 0 0 0,0 0 1 0 0,0 0-1 0 0,-1 0 1 0 0,1-1-1 0 0,0 1 1 0 0,-4 1-1 0 0,-7 1-79 0 0,0 1 0 0 0,0-2 0 0 0,0 0 0 0 0,0-1 0 0 0,0 0 0 0 0,-1-1 0 0 0,1 0 0 0 0,-1-2 1 0 0,1 1-1 0 0,0-2 0 0 0,-15-3 0 0 0,20-1-1106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1:28.392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101 70 800 0 0,'-2'-8'7939'0'0,"-1"10"-7924"0"0,-8 2 253 0 0,1 2-1 0 0,0-1 1 0 0,0 1-1 0 0,1 1 1 0 0,-1 0 0 0 0,1 0-1 0 0,-14 16 1 0 0,22-22-256 0 0,1-1-17 0 0,0 1 3 0 0,0-1 0 0 0,-1 0 0 0 0,1 1 1 0 0,0-1-1 0 0,0 0 0 0 0,0 1 0 0 0,-1-1 0 0 0,1 0 0 0 0,0 1 1 0 0,0-1-1 0 0,0 1 0 0 0,0-1 0 0 0,0 0 0 0 0,0 1 1 0 0,0-1-1 0 0,0 0 0 0 0,0 1 0 0 0,0-1 0 0 0,0 1 0 0 0,0-1 1 0 0,0 0-1 0 0,0 1 0 0 0,0-1 0 0 0,0 0 0 0 0,0 1 1 0 0,1-1-1 0 0,-1 1 0 0 0,0-1 0 0 0,0 0 0 0 0,0 1 0 0 0,1-1 1 0 0,-1 0-1 0 0,0 0 0 0 0,0 1 0 0 0,1-1 0 0 0,-1 0 0 0 0,0 0 1 0 0,1 1-1 0 0,-1-1 0 0 0,0 0 0 0 0,1 0 0 0 0,-1 0 1 0 0,0 1-1 0 0,1-1 0 0 0,-1 0 0 0 0,0 0 0 0 0,1 0 0 0 0,-1 0 1 0 0,1 0-1 0 0,-1 0 0 0 0,0 0 0 0 0,1 0 0 0 0,21 10-142 0 0,-12-8 12 0 0,1-2-1 0 0,0 1 1 0 0,0-2 0 0 0,0 1 0 0 0,0-1-1 0 0,-1-1 1 0 0,18-5 0 0 0,-1 2-40 0 0,3 1 157 0 0,1 2-1 0 0,0 1 1 0 0,-1 2 0 0 0,1 0-1 0 0,48 10 1 0 0,-75-10 131 0 0,0-2 0 0 0,0 1 0 0 0,0 0 0 0 0,0-1 0 0 0,0 1 0 0 0,0-1 0 0 0,0 0 0 0 0,-1-1 0 0 0,1 1 0 0 0,0-1 0 0 0,0 1 0 0 0,-1-1 0 0 0,0 0 0 0 0,1 0 0 0 0,-1-1-1 0 0,0 1 1 0 0,0-1 0 0 0,0 0 0 0 0,4-4 0 0 0,-7 6 280 0 0,2-2-303 0 0,7-11 1423 0 0,-9 14-1506 0 0,0 0-1 0 0,0 0 1 0 0,0 0 0 0 0,0 0 0 0 0,0 0 0 0 0,0 0-1 0 0,1 0 1 0 0,-1 0 0 0 0,0-1 0 0 0,0 1 0 0 0,0 0 0 0 0,0 0-1 0 0,0 0 1 0 0,0 0 0 0 0,0 0 0 0 0,1 0 0 0 0,-1 0-1 0 0,0 0 1 0 0,0-1 0 0 0,0 1 0 0 0,0 0 0 0 0,0 0 0 0 0,0 0-1 0 0,0 0 1 0 0,0 0 0 0 0,0 0 0 0 0,0-1 0 0 0,0 1-1 0 0,0 0 1 0 0,0 0 0 0 0,0 0 0 0 0,0 0 0 0 0,0 0 0 0 0,0-1-1 0 0,0 1 1 0 0,0 0 0 0 0,0 0 0 0 0,0 0 0 0 0,0 0-1 0 0,0 0 1 0 0,0-1 0 0 0,0 1 0 0 0,0 0 0 0 0,0 0 0 0 0,0 0-1 0 0,0 0 1 0 0,0 0 0 0 0,0 0 0 0 0,-1-1 0 0 0,1 1-1 0 0,0 0 1 0 0,0 0 0 0 0,0 0 0 0 0,0 0 0 0 0,0 0 0 0 0,0 0-1 0 0,-1 0 1 0 0,1 0 0 0 0,0 0 0 0 0,0 0 0 0 0,0 0-1 0 0,0 0 1 0 0,0 0 0 0 0,0-1 0 0 0,-1 1 0 0 0,1 0 0 0 0,0 0-1 0 0,0 0 1 0 0,0 0 0 0 0,-22 9-22 0 0,17-7 2 0 0,0 2-26 0 0,5-4 34 0 0,-1 1 0 0 0,0-1 0 0 0,1 0 0 0 0,-1 0 0 0 0,1 1 1 0 0,-1-1-1 0 0,1 0 0 0 0,-1 1 0 0 0,1-1 0 0 0,-1 1 0 0 0,1-1 0 0 0,-1 1 0 0 0,1-1 0 0 0,-1 1 1 0 0,1-1-1 0 0,0 1 0 0 0,-1-1 0 0 0,1 1 0 0 0,0 0 0 0 0,-1-1 0 0 0,1 1 0 0 0,0-1 1 0 0,0 1-1 0 0,0 0 0 0 0,-1-1 0 0 0,1 1 0 0 0,0 0 0 0 0,0-1 0 0 0,0 1 0 0 0,0 0 0 0 0,0-1 1 0 0,0 1-1 0 0,1 0 0 0 0,-1-1 0 0 0,0 1 0 0 0,0-1 0 0 0,0 1 0 0 0,0 0 0 0 0,1-1 1 0 0,0 2-1 0 0,3 3 8 0 0,0-1-1 0 0,1 1 1 0 0,-1-1 0 0 0,1 1 0 0 0,0-2 0 0 0,1 1 0 0 0,-1 0 0 0 0,1-1-1 0 0,-1 0 1 0 0,1 0 0 0 0,0-1 0 0 0,0 0 0 0 0,0 0 0 0 0,0 0 0 0 0,1-1 0 0 0,-1 0-1 0 0,0 0 1 0 0,1 0 0 0 0,11-1 0 0 0,-9-1 5 0 0,1 0-1 0 0,-1-1 1 0 0,0 0 0 0 0,0 0-1 0 0,-1-1 1 0 0,1 0-1 0 0,0 0 1 0 0,-1-1 0 0 0,0 0-1 0 0,0-1 1 0 0,0 0-1 0 0,0 0 1 0 0,11-11 0 0 0,95-109 845 0 0,-112 124-873 0 0,-2 50-554 0 0,-28 55 510 0 0,-4-1 1 0 0,-5-2-1 0 0,-59 114 1 0 0,95-213 61 0 0,-10 22 23 0 0,-1 0 1 0 0,-1 0-1 0 0,-1-1 1 0 0,-2-1-1 0 0,0 0 0 0 0,-1-1 1 0 0,-24 22-1 0 0,40-42 35 0 0,0 0 1 0 0,0 0-1 0 0,0 0 0 0 0,0 0 0 0 0,0 0 0 0 0,0-1 0 0 0,0 1 0 0 0,0 0 0 0 0,-1 0 0 0 0,1-1 0 0 0,0 1 1 0 0,-1-1-1 0 0,1 0 0 0 0,0 1 0 0 0,-1-1 0 0 0,1 0 0 0 0,-1 1 0 0 0,1-1 0 0 0,0 0 0 0 0,-1 0 1 0 0,1 0-1 0 0,-1-1 0 0 0,1 1 0 0 0,0 0 0 0 0,-1 0 0 0 0,1-1 0 0 0,0 1 0 0 0,-1-1 0 0 0,1 1 0 0 0,0-1 1 0 0,0 0-1 0 0,-1 1 0 0 0,1-1 0 0 0,-1-1 0 0 0,0 0 1 0 0,1 1 1 0 0,0-1-1 0 0,0 0 1 0 0,0 0-1 0 0,1 1 1 0 0,-1-1-1 0 0,0 0 0 0 0,1 0 1 0 0,-1 0-1 0 0,1 0 1 0 0,0 0-1 0 0,-1 0 1 0 0,1 0-1 0 0,0 0 1 0 0,0 0-1 0 0,0 0 0 0 0,1 0 1 0 0,-1 0-1 0 0,0 0 1 0 0,1 0-1 0 0,-1 0 1 0 0,1 0-1 0 0,0 1 1 0 0,1-4-1 0 0,7-13 5 0 0,1 1 0 0 0,1 0-1 0 0,0 1 1 0 0,1 0 0 0 0,1 0 0 0 0,1 1 0 0 0,0 1-1 0 0,18-15 1 0 0,4 1-822 0 0,1 1 0 0 0,60-33-1 0 0,-70 46-734 0 0,46-18 0 0 0,-4 12-5485 0 0,-41 14 3244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1:28.810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9 0 1000 0 0,'0'0'8638'0'0,"-1"6"-8542"0"0,-1 14-59 0 0,-4 47-4363 0 0,14-57 357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1:29.214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84 10 100 0 0,'6'-6'2971'0'0,"-6"6"-2600"0"0,1-1 1 0 0,0 1-1 0 0,0 0 0 0 0,0-1 1 0 0,0 1-1 0 0,0 0 0 0 0,0-1 1 0 0,0 1-1 0 0,0 0 0 0 0,0 0 1 0 0,0 0-1 0 0,2 0 1 0 0,-3 0-310 0 0,0 1 0 0 0,1-1 0 0 0,-1 0 0 0 0,1 1 0 0 0,-1-1 0 0 0,0 1 0 0 0,1-1 0 0 0,-1 1 0 0 0,0-1 0 0 0,1 1 0 0 0,-1-1 0 0 0,0 1 0 0 0,0-1 0 0 0,0 1 0 0 0,0 0 0 0 0,1-1 0 0 0,-1 1 0 0 0,0-1 0 0 0,0 1 0 0 0,0 0 0 0 0,0-1 0 0 0,0 1 0 0 0,-1 0 1 0 0,-9 39-789 0 0,5-30 153 0 0,-2-1 0 0 0,0 0 0 0 0,0-1 0 0 0,0 0 0 0 0,-1 0 0 0 0,0 0 0 0 0,-10 6 0 0 0,-12 10-1721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1:37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59 384 0 0,'0'-1'274'0'0,"-1"0"1"0"0,0-1-1 0 0,0 1 0 0 0,1 0 1 0 0,-1 0-1 0 0,1 0 1 0 0,-1-1-1 0 0,1 1 0 0 0,0 0 1 0 0,-1-1-1 0 0,1 1 0 0 0,0 0 1 0 0,0-1-1 0 0,0 1 1 0 0,0 0-1 0 0,0-1 0 0 0,0 1 1 0 0,0 0-1 0 0,0-1 0 0 0,1 1 1 0 0,-1 0-1 0 0,0-1 0 0 0,1 1 1 0 0,-1 0-1 0 0,1 0 1 0 0,-1-1-1 0 0,1 1 0 0 0,0 0 1 0 0,0 0-1 0 0,-1 0 0 0 0,1 0 1 0 0,2-1-1 0 0,1-1-125 0 0,0 1-1 0 0,1 1 1 0 0,-1-1-1 0 0,1 1 1 0 0,0 0-1 0 0,-1 0 1 0 0,10-1-1 0 0,1 0 36 0 0,-3 1-125 0 0,0 0 0 0 0,0 1 0 0 0,0 1 0 0 0,0 0 0 0 0,0 1 0 0 0,0 0 0 0 0,0 0-1 0 0,-1 2 1 0 0,1-1 0 0 0,-1 1 0 0 0,0 1 0 0 0,0 0 0 0 0,0 1 0 0 0,14 9 0 0 0,-18-10-51 0 0,0-1-1 0 0,-1 1 0 0 0,1 0 1 0 0,-1 0-1 0 0,0 1 0 0 0,-1 0 1 0 0,1 0-1 0 0,-1 0 0 0 0,0 1 0 0 0,-1 0 1 0 0,1 0-1 0 0,-2 0 0 0 0,1 0 1 0 0,-1 1-1 0 0,0-1 0 0 0,0 1 1 0 0,-1 0-1 0 0,0 0 0 0 0,0 0 0 0 0,-1 0 1 0 0,0 0-1 0 0,0 10 0 0 0,-1-15 17 0 0,0 1 0 0 0,-1-1 0 0 0,1 1 0 0 0,-1-1-1 0 0,0 0 1 0 0,0 1 0 0 0,0-1 0 0 0,0 0-1 0 0,-1 0 1 0 0,1 0 0 0 0,-1 0 0 0 0,0 0 0 0 0,0 0-1 0 0,0 0 1 0 0,0 0 0 0 0,0-1 0 0 0,0 1-1 0 0,-1-1 1 0 0,0 1 0 0 0,-5 3 0 0 0,6-6 605 0 0,-6-6-456 0 0,7 6-166 0 0,1 0 0 0 0,-1 0-1 0 0,0 0 1 0 0,1 0-1 0 0,-1 0 1 0 0,1 0 0 0 0,-1-1-1 0 0,0 1 1 0 0,1 0 0 0 0,-1-1-1 0 0,1 1 1 0 0,-1 0-1 0 0,0-1 1 0 0,1 1 0 0 0,-1-1-1 0 0,1 1 1 0 0,-1 0 0 0 0,1-1-1 0 0,0 0 1 0 0,-1 1-1 0 0,1-1 1 0 0,-1 1 0 0 0,1-2-1 0 0,-2-5 0 0 0,1-1 0 0 0,1 1 0 0 0,-1-1 0 0 0,1 1 0 0 0,0-1 0 0 0,1 1 0 0 0,0-1 0 0 0,0 1 0 0 0,1 0 0 0 0,0-1 0 0 0,0 1 0 0 0,1 0 0 0 0,-1 0 0 0 0,1 0 0 0 0,7-10 0 0 0,-4 6-320 0 0,0 1 1 0 0,1 0-1 0 0,0 0 1 0 0,1 1-1 0 0,0-1 1 0 0,0 2-1 0 0,1-1 1 0 0,0 1-1 0 0,14-9 1 0 0,17 1-1707 0 0,-12 9-2090 0 0,-27 7 3939 0 0,10-2-2072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1:38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41 380 604 0 0,'0'0'2654'0'0,"-3"4"-2253"0"0,-2 1-177 0 0,1 0 1 0 0,1 0-1 0 0,-1 0 1 0 0,1 1-1 0 0,0 0 1 0 0,0-1-1 0 0,-4 13 1 0 0,6-15-132 0 0,0 1 0 0 0,0 0 0 0 0,0-1 0 0 0,0 1 0 0 0,1 0 0 0 0,-1-1 1 0 0,1 1-1 0 0,0 0 0 0 0,0 0 0 0 0,1-1 0 0 0,-1 1 0 0 0,1 0 0 0 0,0-1 1 0 0,0 1-1 0 0,0-1 0 0 0,2 6 0 0 0,-2-8 90 0 0,-1-1-161 0 0,0 0 1 0 0,0 0 0 0 0,0 0 0 0 0,0-1-1 0 0,1 1 1 0 0,-1 0 0 0 0,0 0 0 0 0,0 0-1 0 0,0 0 1 0 0,0 0 0 0 0,0 0 0 0 0,1 0-1 0 0,-1 0 1 0 0,0 0 0 0 0,0 0 0 0 0,0 0-1 0 0,1 0 1 0 0,-1 0 0 0 0,0 0 0 0 0,0 0-1 0 0,0 0 1 0 0,0 0 0 0 0,1 0 0 0 0,-1 0-1 0 0,0 0 1 0 0,0 0 0 0 0,0 0 0 0 0,0 0-1 0 0,1 0 1 0 0,-1 0 0 0 0,0 0 0 0 0,0 0-1 0 0,0 0 1 0 0,0 0 0 0 0,0 0 0 0 0,1 1-1 0 0,-1-1 1 0 0,0 0 0 0 0,0 0 0 0 0,0 0-1 0 0,0 0 1 0 0,0 0 0 0 0,0 1 0 0 0,0-1-1 0 0,0 0 1 0 0,1 0 0 0 0,-1 0 0 0 0,0 0-1 0 0,0 0 1 0 0,0 1 0 0 0,0-1 0 0 0,0 0-1 0 0,0 0 1 0 0,0 0 0 0 0,0 0 0 0 0,0 1-1 0 0,0-1 1 0 0,0 0 0 0 0,15-8 862 0 0,-14 7-1067 0 0,6-7 292 0 0,0 0 0 0 0,-1-1 0 0 0,0 1 0 0 0,-1-1 0 0 0,0-1 0 0 0,0 1 0 0 0,-1-1 0 0 0,0 0-1 0 0,-1 0 1 0 0,3-11 0 0 0,7-17 99 0 0,14-37 133 0 0,-11 29-136 0 0,2 0 0 0 0,2 1-1 0 0,38-64 1 0 0,-55 106-209 0 0,0-1 1 0 0,-1 1-1 0 0,1 0 0 0 0,0 0 0 0 0,0 0 1 0 0,1 1-1 0 0,-1-1 0 0 0,4-2 0 0 0,-5 4-19 0 0,22 19-58 0 0,-19-8 73 0 0,-1 1 0 0 0,0 0-1 0 0,0 0 1 0 0,-1 0 0 0 0,0 0 0 0 0,-1 0-1 0 0,0 0 1 0 0,-1 1 0 0 0,-1-1-1 0 0,0 17 1 0 0,4 34-14 0 0,3-12-28 0 0,-5-21-65 0 0,2 0-1 0 0,2 0 1 0 0,13 44-1 0 0,-17-67 99 0 0,1 0 0 0 0,-1 0 0 0 0,1 0 0 0 0,0 0 0 0 0,0-1-1 0 0,1 1 1 0 0,-1-1 0 0 0,1 0 0 0 0,1 0 0 0 0,-1 0-1 0 0,1-1 1 0 0,-1 1 0 0 0,1-1 0 0 0,1 0 0 0 0,-1 0-1 0 0,0-1 1 0 0,1 0 0 0 0,0 0 0 0 0,0 0 0 0 0,0-1 0 0 0,10 3-1 0 0,-12-4 37 0 0,0 0 0 0 0,0-1 1 0 0,0 0-1 0 0,0 0 0 0 0,0 0 0 0 0,0 0 0 0 0,0-1 0 0 0,0 0 0 0 0,0 1 0 0 0,0-2 0 0 0,0 1 0 0 0,0 0 0 0 0,0-1 0 0 0,0 1 0 0 0,-1-1 0 0 0,1 0 0 0 0,-1-1 0 0 0,1 1 0 0 0,-1-1 1 0 0,0 1-1 0 0,0-1 0 0 0,0 0 0 0 0,0 0 0 0 0,-1 0 0 0 0,1 0 0 0 0,-1-1 0 0 0,1 1 0 0 0,-1-1 0 0 0,0 1 0 0 0,-1-1 0 0 0,1 0 0 0 0,-1 0 0 0 0,0 0 0 0 0,2-6 0 0 0,-3 9 396 0 0,0-7-213 0 0,0 6-72 0 0,1 6 677 0 0,-1 0-896 0 0,1-1 1 0 0,0 1 0 0 0,0-1-1 0 0,0 1 1 0 0,0-1 0 0 0,0 1-1 0 0,1-1 1 0 0,0 0-1 0 0,-1 1 1 0 0,1-1 0 0 0,0 0-1 0 0,1 0 1 0 0,-1-1-1 0 0,0 1 1 0 0,1 0 0 0 0,0-1-1 0 0,0 1 1 0 0,-1-1-1 0 0,1 0 1 0 0,0 0 0 0 0,1 0-1 0 0,-1-1 1 0 0,0 1 0 0 0,1-1-1 0 0,-1 1 1 0 0,1-1-1 0 0,-1 0 1 0 0,6 0 0 0 0,-6 0-388 0 0,0-1 0 0 0,0 0 0 0 0,0 0 0 0 0,0 0 0 0 0,0-1 0 0 0,-1 1 0 0 0,1-1 0 0 0,0 1 0 0 0,0-1 0 0 0,0 0 0 0 0,4-3 0 0 0,8-2-2217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1:38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60 1076 0 0,'12'-4'2288'0'0,"6"1"-1320"0"0,-6 0-88 0 0,1-3-91 0 0,-3 3-145 0 0,4-3-172 0 0,2 3-264 0 0,-1 0-324 0 0,3-2-380 0 0,-3-2-624 0 0,4 2-1213 0 0,3-6 537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1:41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200 139 312 0 0,'-16'-20'2885'0'0,"1"-1"-1"0"0,-23-41 1 0 0,35 57-1660 0 0,3 3-963 0 0,-1 0 1 0 0,0 0-1 0 0,0 0 1 0 0,0 0-1 0 0,0 0 0 0 0,0 0 1 0 0,0 0-1 0 0,-1 0 1 0 0,1 0-1 0 0,0 1 1 0 0,-1-1-1 0 0,0 1 1 0 0,1-1-1 0 0,-1 1 1 0 0,-3-2-1 0 0,-1 25 159 0 0,-25 138 586 0 0,0 3-409 0 0,19-102-109 0 0,12-60-126 0 0,-2-7-319 0 0,-4-16-82 0 0,1 0 0 0 0,0 0 1 0 0,2-1-1 0 0,1 0 1 0 0,1 0-1 0 0,1 0 0 0 0,0 1 1 0 0,2-1-1 0 0,1 0 1 0 0,1 1-1 0 0,0-1 0 0 0,2 1 1 0 0,1 0-1 0 0,11-25 1 0 0,-18 46-6 0 0,1-1 1 0 0,-1 1-1 0 0,1 0 1 0 0,0-1 0 0 0,-1 1-1 0 0,1 0 1 0 0,0-1 0 0 0,0 1-1 0 0,0 0 1 0 0,0 0 0 0 0,0 0-1 0 0,1 0 1 0 0,-1 0 0 0 0,0 0-1 0 0,0 0 1 0 0,1 0 0 0 0,-1 0-1 0 0,1 0 1 0 0,-1 1 0 0 0,0-1-1 0 0,1 1 1 0 0,-1-1 0 0 0,1 1-1 0 0,3-1 1 0 0,-2 1 2 0 0,0 0-1 0 0,0 1 1 0 0,0 0-1 0 0,1-1 1 0 0,-1 1 0 0 0,0 0-1 0 0,0 0 1 0 0,0 1 0 0 0,0-1-1 0 0,0 0 1 0 0,4 4 0 0 0,8 6-38 0 0,-1 1 0 0 0,0 0 0 0 0,17 20-1 0 0,-26-27 26 0 0,56 65-162 0 0,-44-48 180 0 0,0-2-1 0 0,0 0 0 0 0,2-1 1 0 0,1-1-1 0 0,0-1 0 0 0,29 18 1 0 0,-48-34 60 0 0,1 0 0 0 0,0-1 0 0 0,-1 1 1 0 0,1 0-1 0 0,-1-1 0 0 0,1 1 0 0 0,0-1 1 0 0,-1 0-1 0 0,1 0 0 0 0,0 0 0 0 0,0 0 0 0 0,-1 0 1 0 0,1 0-1 0 0,0 0 0 0 0,-1 0 0 0 0,1 0 1 0 0,0-1-1 0 0,-1 1 0 0 0,1-1 0 0 0,0 0 1 0 0,1 0-1 0 0,1-1 23 0 0,0-1 0 0 0,0 0 0 0 0,-1 1 0 0 0,1-1 0 0 0,0 0 0 0 0,-1-1 0 0 0,5-5 0 0 0,3-7 112 0 0,0 1 0 0 0,15-33 0 0 0,-16 27-57 0 0,-2-2 0 0 0,7-24 0 0 0,13-32-1977 0 0,-27 70 1304 0 0,-1 6-784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1:42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0 312 0 0,'-9'3'510'0'0,"0"-1"-1"0"0,0 1 1 0 0,1 0-1 0 0,0 1 1 0 0,0 0 0 0 0,0 1-1 0 0,0-1 1 0 0,0 2-1 0 0,1-1 1 0 0,-9 9 0 0 0,13-11-436 0 0,1-1 0 0 0,0 0 0 0 0,0 1 0 0 0,1 0 0 0 0,-1-1 0 0 0,0 1 0 0 0,1 0 0 0 0,0 0 0 0 0,0 0 0 0 0,0 0 0 0 0,0 0 0 0 0,0 0 0 0 0,0 0 0 0 0,1 0 0 0 0,-1 0 0 0 0,1 1 0 0 0,0-1 0 0 0,0 0 0 0 0,0 0 0 0 0,1 0 0 0 0,-1 0 0 0 0,1 1 0 0 0,0-1 0 0 0,0 0 0 0 0,0 0 0 0 0,0 0 0 0 0,0 0 0 0 0,0-1 0 0 0,1 1 0 0 0,0 0 0 0 0,-1 0 0 0 0,1-1 0 0 0,3 4 0 0 0,0-1 17 0 0,0 1 0 0 0,0-1 0 0 0,1 0 1 0 0,0-1-1 0 0,-1 1 0 0 0,2-1 0 0 0,-1 0 0 0 0,0 0 0 0 0,1-1 0 0 0,7 3 1 0 0,-11-5 4 0 0,1 1 0 0 0,-1-1 0 0 0,0 0 0 0 0,1 0 0 0 0,-1 0 0 0 0,1 0 0 0 0,-1-1 0 0 0,1 0 0 0 0,-1 1 0 0 0,1-1 0 0 0,-1 0 0 0 0,1-1 0 0 0,-1 1 0 0 0,1-1 0 0 0,-1 1 0 0 0,1-1 0 0 0,-1 0 0 0 0,0 0 1 0 0,1-1-1 0 0,-1 1 0 0 0,0-1 0 0 0,6-3 0 0 0,-7 3-24 0 0,0-1 1 0 0,-1 1-1 0 0,1-1 0 0 0,0 1 1 0 0,-1-1-1 0 0,0 0 1 0 0,0 1-1 0 0,1-1 1 0 0,-2 0-1 0 0,1 0 0 0 0,0 0 1 0 0,0 0-1 0 0,-1 0 1 0 0,0 0-1 0 0,0 0 1 0 0,0 0-1 0 0,0 0 0 0 0,0 0 1 0 0,0 0-1 0 0,-1 0 1 0 0,1 0-1 0 0,-1 0 0 0 0,-2-5 1 0 0,1 1-2 0 0,0 0-1 0 0,-1 1 1 0 0,0-1 0 0 0,0 1-1 0 0,-1 0 1 0 0,1 0 0 0 0,-1 0-1 0 0,-10-11 1 0 0,6 9-50 0 0,0 0 1 0 0,-1 0-1 0 0,-1 1 1 0 0,1 1-1 0 0,-12-7 1 0 0,19 12-184 0 0,0 0 0 0 0,0 0 0 0 0,0 0 0 0 0,0 0 1 0 0,-1 1-1 0 0,1-1 0 0 0,0 1 0 0 0,0 0 0 0 0,0-1 0 0 0,0 1 0 0 0,-1 0 0 0 0,1 0 1 0 0,0 1-1 0 0,-4 0 0 0 0,4-1-185 0 0,0 1 1 0 0,1 0-1 0 0,-1 0 0 0 0,0 0 1 0 0,1 0-1 0 0,-1 1 1 0 0,1-1-1 0 0,-1 0 0 0 0,1 1 1 0 0,0-1-1 0 0,-1 1 0 0 0,1-1 1 0 0,0 1-1 0 0,0 0 1 0 0,0-1-1 0 0,0 1 0 0 0,1 0 1 0 0,-1 0-1 0 0,-1 3 0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1:42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60 0 0,'0'0'6878'0'0,"1"4"-6565"0"0,4 10-57 0 0,0-1 0 0 0,1 0 0 0 0,1-1 0 0 0,-1 1 0 0 0,16 18 0 0 0,-17-24-172 0 0,0 0-1 0 0,1-1 0 0 0,0 0 0 0 0,0 0 0 0 0,1 0 0 0 0,-1-1 0 0 0,1 0 0 0 0,0 0 0 0 0,1-1 0 0 0,-1 0 0 0 0,9 3 0 0 0,-14-6-27 0 0,-1-1-1 0 0,0 1 1 0 0,0-1 0 0 0,1 0-1 0 0,-1 1 1 0 0,0-1-1 0 0,1 0 1 0 0,-1 0 0 0 0,0 0-1 0 0,1 0 1 0 0,-1 0-1 0 0,0 0 1 0 0,0 0 0 0 0,1 0-1 0 0,-1-1 1 0 0,0 1-1 0 0,1-1 1 0 0,-1 1 0 0 0,0-1-1 0 0,0 1 1 0 0,0-1-1 0 0,0 1 1 0 0,1-1 0 0 0,-1 0-1 0 0,0 0 1 0 0,0 0-1 0 0,1-1 1 0 0,0 0 46 0 0,0-1-1 0 0,0 0 1 0 0,-1 0 0 0 0,1 0 0 0 0,-1-1-1 0 0,0 1 1 0 0,1 0 0 0 0,-1-1-1 0 0,-1 1 1 0 0,2-4 0 0 0,0-8 192 0 0,-1 0 0 0 0,-1 0-1 0 0,-1-19 1 0 0,1 25-517 0 0,0-15-12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1:43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1 760 0 0,'0'0'882'0'0,"24"18"3674"0"0,-21-13-4383 0 0,0-1 0 0 0,0 0 1 0 0,0 0-1 0 0,1 0 0 0 0,0 0 1 0 0,0-1-1 0 0,0 0 0 0 0,0 1 0 0 0,1-1 1 0 0,-1-1-1 0 0,1 1 0 0 0,-1-1 1 0 0,1 0-1 0 0,9 3 0 0 0,-5-3 63 0 0,-1-1 0 0 0,0 0 0 0 0,0-1 1 0 0,1 0-1 0 0,-1 0 0 0 0,0-1 0 0 0,0 0 0 0 0,0 0 0 0 0,11-4 0 0 0,-17 4-257 0 0,0 0 0 0 0,0 1-1 0 0,1-1 1 0 0,-1 1 0 0 0,0-1-1 0 0,1 1 1 0 0,-1 0 0 0 0,0-1 0 0 0,1 1-1 0 0,-1 1 1 0 0,0-1 0 0 0,1 0-1 0 0,-1 0 1 0 0,0 1 0 0 0,1-1-1 0 0,-1 1 1 0 0,0 0 0 0 0,0 0-1 0 0,0 0 1 0 0,0 0 0 0 0,0 0 0 0 0,0 0-1 0 0,0 1 1 0 0,4 2 0 0 0,28 17-6031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1:43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35 132 0 0,'0'0'5026'0'0,"15"-9"-501"0"0,25 4-3625 0 0,1 1 1 0 0,-1 3-1 0 0,64 4 0 0 0,-54 0-490 0 0,37 0 35 0 0,56 3 318 0 0,239-19 1 0 0,-376 13-733 0 0,-1-1 0 0 0,0 0 0 0 0,1 0 0 0 0,-1 0 0 0 0,0-1 0 0 0,0 0 0 0 0,0 0 0 0 0,7-4 0 0 0,-10 5 15 0 0,-31 23-1614 0 0,1 6-6669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1:44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299 91 392 0 0,'-9'-44'6475'0'0,"8"41"-6324"0"0,0 1 0 0 0,0-1 0 0 0,0 1 0 0 0,0 0 0 0 0,0-1 0 0 0,0 1 0 0 0,-1 0 0 0 0,1 0 0 0 0,-1 0 0 0 0,0 0 0 0 0,1 0 0 0 0,-1 1 0 0 0,0-1 0 0 0,0 0-1 0 0,0 1 1 0 0,0-1 0 0 0,0 1 0 0 0,-1 0 0 0 0,-3-2 0 0 0,1 1-23 0 0,0 1 1 0 0,0 0-1 0 0,0 0 0 0 0,-1 0 1 0 0,1 1-1 0 0,0-1 0 0 0,0 1 0 0 0,-1 1 1 0 0,-6 0-1 0 0,-1 1-8 0 0,0 1-1 0 0,0 0 1 0 0,0 1-1 0 0,0 1 1 0 0,0 0 0 0 0,1 1-1 0 0,-12 7 1 0 0,15-8-61 0 0,1 1 1 0 0,0 0-1 0 0,0 1 0 0 0,1 0 1 0 0,0 0-1 0 0,0 0 1 0 0,-10 16-1 0 0,16-22-71 0 0,0 1 1 0 0,0 0-1 0 0,0 0 0 0 0,0-1 1 0 0,0 1-1 0 0,0 0 0 0 0,0 0 1 0 0,1 0-1 0 0,-1 0 0 0 0,1 0 1 0 0,0 0-1 0 0,-1 0 0 0 0,1 1 1 0 0,0-1-1 0 0,0 0 0 0 0,0 0 1 0 0,0 0-1 0 0,1 0 0 0 0,-1 0 1 0 0,1 0-1 0 0,-1 0 0 0 0,1 0 1 0 0,0 0-1 0 0,-1 0 0 0 0,1 0 1 0 0,0 0-1 0 0,0-1 0 0 0,1 1 1 0 0,-1 0-1 0 0,0-1 0 0 0,1 1 1 0 0,-1-1-1 0 0,0 1 0 0 0,1-1 1 0 0,0 1-1 0 0,-1-1 0 0 0,1 0 1 0 0,0 0-1 0 0,0 0 0 0 0,-1 0 1 0 0,1 0-1 0 0,0 0 0 0 0,0-1 1 0 0,0 1-1 0 0,3 0 0 0 0,6 2-37 0 0,0-1-1 0 0,-1 0 0 0 0,1 0 0 0 0,0-1 0 0 0,0 0 0 0 0,0-1 0 0 0,0-1 0 0 0,0 0 0 0 0,21-4 0 0 0,-17 2 33 0 0,0 2 1 0 0,1-1-1 0 0,-1 2 0 0 0,19 1 0 0 0,-29 0 25 0 0,1 0 0 0 0,-1 0 0 0 0,0 1 0 0 0,0-1 0 0 0,0 1 0 0 0,0 0 0 0 0,0 1 0 0 0,0-1 0 0 0,-1 1 0 0 0,1 0 0 0 0,-1 0 0 0 0,1 1 0 0 0,-1-1-1 0 0,0 1 1 0 0,-1 0 0 0 0,5 5 0 0 0,5 8 50 0 0,-1 1 0 0 0,-1 0 0 0 0,-1 1 0 0 0,0 1 0 0 0,-2 0 0 0 0,0 0 0 0 0,-1 0-1 0 0,7 38 1 0 0,-8-28 0 0 0,-2 1 0 0 0,-1 0 0 0 0,-1 0-1 0 0,-2 0 1 0 0,-6 47 0 0 0,3-60 18 0 0,-1 0 0 0 0,0 0 0 0 0,-1 0 0 0 0,-2-1 0 0 0,1 0 0 0 0,-2 0 0 0 0,-12 20 0 0 0,19-36-50 0 0,0 0 0 0 0,-1 0 0 0 0,1 0-1 0 0,0-1 1 0 0,0 1 0 0 0,0 0 0 0 0,-1-1 0 0 0,1 1 0 0 0,0-1 0 0 0,-1 1 0 0 0,1-1 0 0 0,0 0-1 0 0,-1 1 1 0 0,1-1 0 0 0,0 0 0 0 0,-1 0 0 0 0,1 0 0 0 0,-1 0 0 0 0,1 0 0 0 0,0 0 0 0 0,-1-1-1 0 0,1 1 1 0 0,0 0 0 0 0,-3-2 0 0 0,-28-10 365 0 0,28 9-350 0 0,-1 0 0 0 0,1-1 0 0 0,0 0-1 0 0,1 0 1 0 0,-1 0 0 0 0,1-1 0 0 0,-1 1 0 0 0,1-1 0 0 0,1 0 0 0 0,-1 1 0 0 0,1-1-1 0 0,-1-1 1 0 0,2 1 0 0 0,-1 0 0 0 0,-1-8 0 0 0,2 4-34 0 0,0 0 0 0 0,0 1 0 0 0,1-1 0 0 0,1 0 0 0 0,-1 0 0 0 0,2 0 0 0 0,-1 1 0 0 0,6-17-1 0 0,1 2-77 0 0,2 0 0 0 0,0 0-1 0 0,2 2 1 0 0,0-1-1 0 0,2 2 1 0 0,16-21 0 0 0,-1 5-62 0 0,2 1 0 0 0,2 2-1 0 0,43-35 1 0 0,-56 52 95 0 0,0 1 0 0 0,1 1 0 0 0,1 1 0 0 0,0 1 0 0 0,0 1 0 0 0,2 1-1 0 0,37-12 1 0 0,-58 21 45 0 0,1 1 0 0 0,-1-1 0 0 0,1 1 0 0 0,-1-1-1 0 0,1 1 1 0 0,0 0 0 0 0,-1 1 0 0 0,1-1 0 0 0,-1 0 0 0 0,1 1 0 0 0,-1 0-1 0 0,1 0 1 0 0,-1 0 0 0 0,0 0 0 0 0,0 1 0 0 0,1-1 0 0 0,-1 1-1 0 0,0 0 1 0 0,0 0 0 0 0,0 0 0 0 0,0 0 0 0 0,-1 0 0 0 0,1 1-1 0 0,-1-1 1 0 0,1 1 0 0 0,-1-1 0 0 0,2 4 0 0 0,4 7 102 0 0,0 0 0 0 0,-1 0 1 0 0,-1 0-1 0 0,0 1 0 0 0,4 16 1 0 0,-9-28-121 0 0,0 1 0 0 0,-1 0 0 0 0,1 0 1 0 0,-1 0-1 0 0,0 0 0 0 0,0 0 0 0 0,0 0 1 0 0,0 0-1 0 0,0 0 0 0 0,-1 0 0 0 0,1 0 0 0 0,-1 0 1 0 0,0-1-1 0 0,1 1 0 0 0,-1 0 0 0 0,-1 0 1 0 0,1-1-1 0 0,0 1 0 0 0,-1 0 0 0 0,-2 3 1 0 0,3-5-258 0 0,0 1 1 0 0,-1-1 0 0 0,1 0 0 0 0,-1 1-1 0 0,1-1 1 0 0,-1 0 0 0 0,1 0 0 0 0,-1 0 0 0 0,0 0-1 0 0,1 0 1 0 0,-1 0 0 0 0,0 0 0 0 0,0-1 0 0 0,1 1-1 0 0,-1-1 1 0 0,0 1 0 0 0,0-1 0 0 0,-3 0 0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1:44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21 868 0 0,'0'0'2100'0'0,"5"-13"-376"0"0,-2 5-203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1:45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43 9381 0 0,'-13'-4'928'0'0,"13"4"-915"0"0,-1 0 0 0 0,1 0-1 0 0,0 0 1 0 0,0 0 0 0 0,0 0-1 0 0,0 0 1 0 0,-1 0 0 0 0,1 0-1 0 0,0 0 1 0 0,0 0 0 0 0,0 0-1 0 0,0 0 1 0 0,-1 0 0 0 0,1 0 0 0 0,0 0-1 0 0,0 0 1 0 0,0-1 0 0 0,0 1-1 0 0,-1 0 1 0 0,1 0 0 0 0,0 0-1 0 0,0 0 1 0 0,0 0 0 0 0,0 0-1 0 0,0 0 1 0 0,-1-1 0 0 0,1 1-1 0 0,0 0 1 0 0,0 0 0 0 0,0 0-1 0 0,0 0 1 0 0,0 0 0 0 0,0-1 0 0 0,0 1-1 0 0,0 0 1 0 0,0 0 0 0 0,0 0-1 0 0,0-1 1 0 0,0 1 0 0 0,0 0-1 0 0,0 0 1 0 0,0 0 0 0 0,0 0-1 0 0,0-1 1 0 0,0 1 0 0 0,0 0-1 0 0,0 0 1 0 0,0 0 0 0 0,0 0-1 0 0,0-1 1 0 0,0 1 0 0 0,0 0 0 0 0,0 0-1 0 0,0 0 1 0 0,0 0 0 0 0,0-1-1 0 0,0 1 1 0 0,1 0 0 0 0,-1 0-1 0 0,0 0 1 0 0,0 0 0 0 0,7-3 28 0 0,-1 1 1 0 0,1 0 0 0 0,0 1 0 0 0,0-1 0 0 0,0 1-1 0 0,0 1 1 0 0,0-1 0 0 0,1 1 0 0 0,-1 1 0 0 0,0-1-1 0 0,0 1 1 0 0,0 0 0 0 0,0 1 0 0 0,0 0 0 0 0,-1 0-1 0 0,1 0 1 0 0,0 1 0 0 0,-1 0 0 0 0,0 0 0 0 0,0 1-1 0 0,0 0 1 0 0,9 6 0 0 0,-5-1-18 0 0,0 0 0 0 0,-1 0 0 0 0,0 1 0 0 0,-1 0 0 0 0,0 1 0 0 0,0-1 0 0 0,-1 1 0 0 0,-1 1 0 0 0,0 0 0 0 0,0-1 0 0 0,6 23 0 0 0,-11-32 38 0 0,0-1-1 0 0,-1 0 1 0 0,1 0 0 0 0,-1 0-1 0 0,1 1 1 0 0,-1-1-1 0 0,1 0 1 0 0,-1 0 0 0 0,0 1-1 0 0,0-1 1 0 0,0 0-1 0 0,0 1 1 0 0,0-1 0 0 0,0 0-1 0 0,0 1 1 0 0,0-1 0 0 0,0 0-1 0 0,-1 1 1 0 0,1-1-1 0 0,0 0 1 0 0,-1 0 0 0 0,1 1-1 0 0,-1-1 1 0 0,1 0-1 0 0,-1 0 1 0 0,0 0 0 0 0,0 0-1 0 0,1 0 1 0 0,-1 0 0 0 0,0 0-1 0 0,0 0 1 0 0,0 0-1 0 0,-2 1 1 0 0,-16-23 571 0 0,19 13-698 0 0,1 0 0 0 0,0 1-1 0 0,1-1 1 0 0,0 0 0 0 0,0 1-1 0 0,0-1 1 0 0,1 1 0 0 0,0-1-1 0 0,1 1 1 0 0,0 0 0 0 0,0 1-1 0 0,0-1 1 0 0,1 1 0 0 0,-1-1-1 0 0,11-8 1 0 0,2-1-1672 0 0,1 0 0 0 0,0 2 0 0 0,1 0 1 0 0,25-14-1 0 0,-18 14-1267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1:45.5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89 20 0 0,'43'-44'3627'0'0,"2"0"7201"0"0,-44 47-10759 0 0,0 1 0 0 0,0 0 1 0 0,-1 0-1 0 0,1 0 0 0 0,-1 0 0 0 0,0 0 1 0 0,0 0-1 0 0,0 0 0 0 0,-1 0 1 0 0,1 0-1 0 0,-1 0 0 0 0,0 0 1 0 0,0 0-1 0 0,-3 6 0 0 0,2-2 50 0 0,-9 36 61 0 0,-5 21 447 0 0,-10 79 0 0 0,24-122-745 0 0,0 0-1 0 0,2 0 1 0 0,1 0 0 0 0,0 0 0 0 0,2 0 0 0 0,0 0 0 0 0,11 37 0 0 0,9-4-2575 0 0,3-26-4090 0 0,-12-18 3045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1:48.6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171 276 412 0 0,'-8'-25'4246'0'0,"3"11"2701"0"0,-5 31-5783 0 0,-82 198 241 0 0,37-85-665 0 0,55-128-467 0 0,2-41-329 0 0,3 0 0 0 0,1 0 0 0 0,2 1-1 0 0,18-53 1 0 0,1-9-83 0 0,-17 58 80 0 0,2-1-1 0 0,19-41 0 0 0,-30 81 13 0 0,3-2-124 0 0,4 12 129 0 0,7 15 25 0 0,80 196-121 0 0,-79-182 87 0 0,25 43-1 0 0,-36-69 33 0 0,1-1-1 0 0,1 0 1 0 0,-1 0 0 0 0,1 0-1 0 0,1-1 1 0 0,0 0 0 0 0,0-1-1 0 0,1 0 1 0 0,13 9 0 0 0,-20-15 38 0 0,1 0 1 0 0,-1 0 0 0 0,1 0 0 0 0,0 0 0 0 0,0-1 0 0 0,-1 0 0 0 0,1 1-1 0 0,0-1 1 0 0,0 0 0 0 0,-1 0 0 0 0,1 0 0 0 0,0-1 0 0 0,0 1 0 0 0,0-1-1 0 0,-1 1 1 0 0,1-1 0 0 0,0 0 0 0 0,-1 0 0 0 0,1 0 0 0 0,-1 0-1 0 0,1-1 1 0 0,-1 1 0 0 0,0-1 0 0 0,0 1 0 0 0,1-1 0 0 0,3-4 0 0 0,6-5 89 0 0,-1-1 0 0 0,0 0-1 0 0,12-19 1 0 0,-15 21-37 0 0,13-23 55 0 0,-2-1 1 0 0,-1 0-1 0 0,-2-2 0 0 0,-1 0 0 0 0,10-42 1 0 0,-25 78-128 0 0,26-107 379 0 0,-7 25-795 0 0,-7 95-10175 0 0,-7 1 7747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1:49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52 192 0 0,'-21'18'2432'0'0,"11"-8"-1675"0"0,0 0-1 0 0,0 0 1 0 0,1 1 0 0 0,-10 17-1 0 0,17-25-671 0 0,0-1 0 0 0,0 1 0 0 0,1 0 0 0 0,-1 0 1 0 0,1 1-1 0 0,0-1 0 0 0,0 0 0 0 0,0 0 0 0 0,1 1 0 0 0,-1-1 0 0 0,1 0 0 0 0,0 1 0 0 0,0-1 0 0 0,0 0 0 0 0,0 1 0 0 0,0-1 0 0 0,1 1 0 0 0,-1-1 0 0 0,1 0 0 0 0,0 0 0 0 0,0 1 1 0 0,1-1-1 0 0,-1 0 0 0 0,0 0 0 0 0,3 3 0 0 0,-2-3-13 0 0,0 0 0 0 0,0 0 0 0 0,1 0 0 0 0,-1 0 0 0 0,1 0 0 0 0,0-1 0 0 0,0 1-1 0 0,0-1 1 0 0,0 0 0 0 0,0 0 0 0 0,0 0 0 0 0,1 0 0 0 0,-1 0 0 0 0,1-1 0 0 0,-1 0 0 0 0,1 1 0 0 0,0-1 0 0 0,-1-1 0 0 0,1 1 0 0 0,0 0 0 0 0,0-1 0 0 0,-1 0 0 0 0,1 0 0 0 0,0 0 0 0 0,0 0 0 0 0,0-1 0 0 0,-1 1 0 0 0,1-1 0 0 0,0 0 0 0 0,-1 0 0 0 0,1 0 0 0 0,6-4 0 0 0,-5 2 28 0 0,0 1 1 0 0,-1-1-1 0 0,1 0 1 0 0,-1 0 0 0 0,0 0-1 0 0,0-1 1 0 0,0 0 0 0 0,0 0-1 0 0,-1 0 1 0 0,0 0-1 0 0,1 0 1 0 0,-1 0 0 0 0,-1-1-1 0 0,1 0 1 0 0,-1 1 0 0 0,0-1-1 0 0,0 0 1 0 0,0 0-1 0 0,-1-1 1 0 0,1 1 0 0 0,-1 0-1 0 0,-1 0 1 0 0,1-6 0 0 0,-1 4-79 0 0,-1 0 0 0 0,0 0 1 0 0,0 0-1 0 0,-1 0 1 0 0,0 0-1 0 0,0 0 1 0 0,-1 1-1 0 0,0-1 0 0 0,0 1 1 0 0,0 0-1 0 0,-1 0 1 0 0,0 0-1 0 0,0 0 1 0 0,0 1-1 0 0,-1 0 0 0 0,0 0 1 0 0,0 0-1 0 0,0 0 1 0 0,-1 1-1 0 0,0 0 1 0 0,1 0-1 0 0,-1 0 0 0 0,-1 1 1 0 0,1 0-1 0 0,0 0 1 0 0,-1 0-1 0 0,-12-2 1 0 0,17 5-173 0 0,1 0 1 0 0,-1 1-1 0 0,0-1 1 0 0,0 1-1 0 0,0-1 1 0 0,1 1-1 0 0,-1 0 1 0 0,0-1-1 0 0,1 1 1 0 0,-1 0-1 0 0,1 0 1 0 0,-1 0-1 0 0,1 1 1 0 0,0-1-1 0 0,-1 0 1 0 0,1 0-1 0 0,0 1 1 0 0,-2 2-1 0 0,-2 9-5834 0 0,5-2 3052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1:49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68 940 0 0,'0'0'2604'0'0,"0"-1"-2533"0"0,0 1 1 0 0,0 0 0 0 0,0 0 0 0 0,0 0 0 0 0,0-1-1 0 0,0 1 1 0 0,0 0 0 0 0,0 0 0 0 0,1-1-1 0 0,-1 1 1 0 0,0 0 0 0 0,0 0 0 0 0,0 0 0 0 0,0-1-1 0 0,1 1 1 0 0,-1 0 0 0 0,0 0 0 0 0,0 0-1 0 0,0 0 1 0 0,1 0 0 0 0,-1-1 0 0 0,0 1 0 0 0,0 0-1 0 0,0 0 1 0 0,1 0 0 0 0,-1 0 0 0 0,0 0-1 0 0,0 0 1 0 0,1 0 0 0 0,-1 0 0 0 0,0 0 0 0 0,0 0-1 0 0,1 0 1 0 0,-1 0 0 0 0,0 0 0 0 0,0 0 0 0 0,1 0-1 0 0,-1 0 1 0 0,0 0 0 0 0,0 0 0 0 0,1 0-1 0 0,-1 0 1 0 0,0 0 0 0 0,0 1 0 0 0,0-1 0 0 0,1 0-1 0 0,-1 0 1 0 0,0 0 0 0 0,0 1 0 0 0,11 12 250 0 0,0-1 1 0 0,1 0-1 0 0,0 0 1 0 0,1-1-1 0 0,0-1 1 0 0,1 0-1 0 0,0-1 1 0 0,30 15 0 0 0,-43-23-244 0 0,1 0 0 0 0,0 0 1 0 0,0 0-1 0 0,-1-1 0 0 0,1 1 1 0 0,0-1-1 0 0,0 1 0 0 0,0-1 1 0 0,0 0-1 0 0,0 0 0 0 0,0 0 1 0 0,0 0-1 0 0,0 0 1 0 0,0 0-1 0 0,-1 0 0 0 0,1-1 1 0 0,0 1-1 0 0,0-1 0 0 0,0 1 1 0 0,0-1-1 0 0,-1 0 0 0 0,1 1 1 0 0,0-1-1 0 0,0 0 0 0 0,-1 0 1 0 0,1-1-1 0 0,-1 1 1 0 0,1 0-1 0 0,-1 0 0 0 0,1-1 1 0 0,-1 1-1 0 0,0-1 0 0 0,0 1 1 0 0,0-1-1 0 0,0 1 0 0 0,0-1 1 0 0,0 0-1 0 0,0 0 0 0 0,0 1 1 0 0,-1-1-1 0 0,2-4 0 0 0,0-2 151 0 0,0 0 0 0 0,-1-1-1 0 0,0 1 1 0 0,0-1 0 0 0,-1 0-1 0 0,0 1 1 0 0,0-1 0 0 0,-2-11-1 0 0,-11-31-273 0 0,13 49-379 0 0,-3-2 64 0 0,1 1-1757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1:49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1 720 0 0,'0'0'2975'0'0,"11"1"-1745"0"0,-7 0-152 0 0,6 3-555 0 0,1-1 0 0 0,-1-1 0 0 0,1 0 0 0 0,0-1 0 0 0,0 1 0 0 0,0-2 0 0 0,0 0 0 0 0,-1 0 0 0 0,22-4 0 0 0,-26 4-612 0 0,0 0 0 0 0,1 0 0 0 0,-1 1 0 0 0,0 0 0 0 0,1 0 1 0 0,-1 1-1 0 0,0-1 0 0 0,0 1 0 0 0,8 4 0 0 0,20 6-5750 0 0,-19-8 3306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1:50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26 296 0 0,'0'0'1417'0'0,"8"2"744"0"0,-2-2 1468 0 0,42-9-1708 0 0,61-2 0 0 0,54 5-6520 0 0,-130 6 2629 0 0,12-2-718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1:50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0 200 600 0 0,'0'0'1015'0'0,"4"-1"-82"0"0,180-23 4562 0 0,-101 9-4440 0 0,110-36 0 0 0,-185 49-993 0 0,-1-1 0 0 0,0 1 1 0 0,0-2-1 0 0,-1 1 0 0 0,1-1 0 0 0,-1 0 0 0 0,7-6 1 0 0,-11 9-44 0 0,0-1 0 0 0,0 0 0 0 0,0 0 0 0 0,0 0 1 0 0,-1 0-1 0 0,1 0 0 0 0,-1-1 0 0 0,1 1 0 0 0,-1 0 1 0 0,0-1-1 0 0,0 1 0 0 0,0-1 0 0 0,0 1 0 0 0,0-1 1 0 0,-1 0-1 0 0,1 1 0 0 0,-1-1 0 0 0,1 0 0 0 0,-1 1 1 0 0,0-1-1 0 0,-1-3 0 0 0,1 5-16 0 0,-1 0 1 0 0,0 0-1 0 0,1 0 0 0 0,-1 0 1 0 0,0 0-1 0 0,0 0 0 0 0,0 0 1 0 0,0 0-1 0 0,0 0 0 0 0,0 1 0 0 0,0-1 1 0 0,0 0-1 0 0,0 1 0 0 0,0-1 1 0 0,0 1-1 0 0,0-1 0 0 0,-1 1 1 0 0,1-1-1 0 0,0 1 0 0 0,0 0 1 0 0,-1 0-1 0 0,-1-1 0 0 0,-29-4 40 0 0,30 5-37 0 0,-11 0 47 0 0,-1 0-1 0 0,1 1 0 0 0,0 0 1 0 0,0 1-1 0 0,0 1 0 0 0,0 0 0 0 0,1 0 1 0 0,-1 1-1 0 0,1 1 0 0 0,0 0 1 0 0,0 1-1 0 0,0 0 0 0 0,1 1 0 0 0,0 1 1 0 0,0-1-1 0 0,1 1 0 0 0,0 1 1 0 0,-15 16-1 0 0,23-23-40 0 0,0 1 0 0 0,1-1 1 0 0,-1 0-1 0 0,0 1 0 0 0,1 0 0 0 0,0-1 1 0 0,0 1-1 0 0,0 0 0 0 0,0-1 0 0 0,0 1 1 0 0,0 0-1 0 0,1 0 0 0 0,-1 0 1 0 0,1 0-1 0 0,0 0 0 0 0,-1 0 0 0 0,2 0 1 0 0,-1-1-1 0 0,0 1 0 0 0,1 0 0 0 0,-1 0 1 0 0,1 0-1 0 0,0 0 0 0 0,0 0 0 0 0,0-1 1 0 0,0 1-1 0 0,0 0 0 0 0,1-1 1 0 0,-1 1-1 0 0,1-1 0 0 0,-1 1 0 0 0,1-1 1 0 0,0 0-1 0 0,0 0 0 0 0,0 0 0 0 0,1 0 1 0 0,-1 0-1 0 0,4 2 0 0 0,3 3-7 0 0,1-1 0 0 0,1 0 0 0 0,-1-1 0 0 0,1 0 1 0 0,-1 0-1 0 0,1-1 0 0 0,1 0 0 0 0,14 2 0 0 0,16 1-354 0 0,1-2 0 0 0,-1-2-1 0 0,58-3 1 0 0,-58-3-3006 0 0,66-13-1 0 0,-77 9 764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1:50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34 804 0 0,'0'0'2203'0'0,"0"-10"-578"0"0,-3 5 1806 0 0,0 2-3210 0 0,0 1 1 0 0,1 1 0 0 0,-1-1-1 0 0,0 0 1 0 0,-1 1 0 0 0,1-1 0 0 0,0 1-1 0 0,0 0 1 0 0,-1 0 0 0 0,1 1-1 0 0,0-1 1 0 0,-1 0 0 0 0,-5 1-1 0 0,7 0 57 0 0,-27 23 728 0 0,28-19-956 0 0,1-1-1 0 0,-1 1 1 0 0,1 0-1 0 0,0 0 1 0 0,0 0-1 0 0,0 0 1 0 0,1 0-1 0 0,-1 0 1 0 0,1 0-1 0 0,0-1 1 0 0,0 1-1 0 0,0 0 0 0 0,3 5 1 0 0,28 54 236 0 0,-12-25-248 0 0,-19-36-46 0 0,0-1 5 0 0,-1-1 0 0 0,1 1-1 0 0,-1 0 1 0 0,1 0 0 0 0,-1 0-1 0 0,1 0 1 0 0,-1 0 0 0 0,0 0-1 0 0,1 0 1 0 0,-1 0 0 0 0,0 0 0 0 0,0 0-1 0 0,0 0 1 0 0,0 0 0 0 0,0 0-1 0 0,0 0 1 0 0,0 0 0 0 0,0 2 0 0 0,-1-2-3 0 0,1 1 0 0 0,-1 0 0 0 0,1-1 0 0 0,-1 1 0 0 0,0-1 0 0 0,0 1 0 0 0,0-1 0 0 0,0 1 0 0 0,0-1 0 0 0,0 1 0 0 0,-1-1 0 0 0,1 0 0 0 0,0 0 0 0 0,0 0 0 0 0,-1 0 1 0 0,1 0-1 0 0,-1 0 0 0 0,1 0 0 0 0,-1 0 0 0 0,0 0 0 0 0,1-1 0 0 0,-1 1 0 0 0,0 0 0 0 0,-1-1 0 0 0,-37 3-1046 0 0,34-4 586 0 0,4 1-202 0 0,-26-6-5720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1:51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4 332 0 0,'8'-4'11271'0'0,"-13"14"-8605"0"0,-11 19-4247 0 0,9-4 2786 0 0,-22 111-234 0 0,28-134-958 0 0,0 0 0 0 0,0 0 0 0 0,0 0 0 0 0,0 0 0 0 0,0-1 0 0 0,0 1 0 0 0,0 0-1 0 0,-1 0 1 0 0,1-1 0 0 0,-1 1 0 0 0,1-1 0 0 0,-1 1 0 0 0,0-1 0 0 0,0 0 0 0 0,1 0 0 0 0,-1 0 0 0 0,0 0 0 0 0,0 0 0 0 0,0 0 0 0 0,0 0 0 0 0,0-1 0 0 0,-3 1-1 0 0,-50 10-1768 0 0,47-10 626 0 0,6 0 15 0 0,-4-16-7577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1:51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24 492 0 0,'1'-1'773'0'0,"0"1"0"0"0,0-1 0 0 0,0 0 0 0 0,0 1-1 0 0,0-1 1 0 0,0 1 0 0 0,0-1 0 0 0,0 1 0 0 0,0 0 0 0 0,1-1 0 0 0,-1 1 0 0 0,0 0 0 0 0,0 0-1 0 0,0 0 1 0 0,1 0 0 0 0,-1 0 0 0 0,2 0 0 0 0,-4 10-720 0 0,1-8-61 0 0,0-1 1 0 0,-1 1-1 0 0,1-1 1 0 0,0 1-1 0 0,0-1 1 0 0,0 1-1 0 0,0-1 1 0 0,0 1-1 0 0,0-1 0 0 0,0 1 1 0 0,1-1-1 0 0,-1 0 1 0 0,1 1-1 0 0,-1-1 1 0 0,1 1-1 0 0,-1-1 1 0 0,1 0-1 0 0,0 1 1 0 0,1 0-1 0 0,-1 0-93 0 0,10 1-182 0 0,-9-2 261 0 0,-1 0 0 0 0,1-1 0 0 0,0 1 0 0 0,0 0 0 0 0,-1-1 0 0 0,1 0 0 0 0,0 1 0 0 0,0-1 0 0 0,0 0 0 0 0,0 0 0 0 0,0 0 0 0 0,3 0 0 0 0,136-33-459 0 0,-87 24 3463 0 0,-54 9-2959 0 0,0-1 1 0 0,0 1 0 0 0,0 0-1 0 0,0 0 1 0 0,0 0 0 0 0,0 0-1 0 0,0 0 1 0 0,0 0-1 0 0,0-1 1 0 0,0 1 0 0 0,0 0-1 0 0,0 0 1 0 0,0 0 0 0 0,0 0-1 0 0,0 0 1 0 0,0 0-1 0 0,0 0 1 0 0,0-1 0 0 0,1 1-1 0 0,-1 0 1 0 0,0 0 0 0 0,0 0-1 0 0,0 0 1 0 0,0 0-1 0 0,0 0 1 0 0,0 0 0 0 0,0 0-1 0 0,1 0 1 0 0,-1 0 0 0 0,0 0-1 0 0,0 0 1 0 0,0 0-1 0 0,0 0 1 0 0,0 0 0 0 0,0 0-1 0 0,1 0 1 0 0,-1 0 0 0 0,0 0-1 0 0,0 0 1 0 0,0 0-1 0 0,0 0 1 0 0,0 0 0 0 0,0 0-1 0 0,1 0 1 0 0,-1 0 0 0 0,0 0-1 0 0,0 0 1 0 0,0 0-1 0 0,0 0 1 0 0,0 0 0 0 0,0 0-1 0 0,0 0 1 0 0,1 0 0 0 0,-1 0-1 0 0,0 1 1 0 0,0-1-1 0 0,0 0 1 0 0,0 0 0 0 0,0 0-1 0 0,0 0 1 0 0,0 0 0 0 0,0 0-1 0 0,0 0 1 0 0,0 1-1 0 0,0-1 1 0 0,0 0 0 0 0,0 2-43 0 0,-1 0 1 0 0,1 0 0 0 0,-1 0-1 0 0,1 0 1 0 0,0 0 0 0 0,-1 0-1 0 0,1 0 1 0 0,0 0 0 0 0,0 0-1 0 0,1 0 1 0 0,-1 0 0 0 0,0 0-1 0 0,1 0 1 0 0,-1 0 0 0 0,1 0 0 0 0,-1 0-1 0 0,1 0 1 0 0,0 0 0 0 0,0 0-1 0 0,0-1 1 0 0,0 1 0 0 0,0 0-1 0 0,3 2 1 0 0,-2-2-16 0 0,1-1 0 0 0,0 1 0 0 0,0 0 0 0 0,0-1 0 0 0,0 0 0 0 0,0 1 0 0 0,1-1 0 0 0,-1-1 0 0 0,0 1 0 0 0,0 0 0 0 0,1-1 0 0 0,-1 0 0 0 0,0 1 0 0 0,1-1 0 0 0,5-1 0 0 0,33-3-41 0 0,0-2 1 0 0,-1-2-1 0 0,1-2 0 0 0,-2-1 0 0 0,65-28 0 0 0,-75 31 679 0 0,-29 8-595 0 0,-1 0 1 0 0,0 0 0 0 0,1-1-1 0 0,-1 1 1 0 0,1 0 0 0 0,-1 0-1 0 0,1 0 1 0 0,-1 0 0 0 0,1 0-1 0 0,-1 0 1 0 0,1 0 0 0 0,-1 0-1 0 0,1 0 1 0 0,-1 0 0 0 0,0 0-1 0 0,1 0 1 0 0,-1 0 0 0 0,1 0-1 0 0,-1 1 1 0 0,1-1 0 0 0,-1 0-1 0 0,1 0 1 0 0,-1 0 0 0 0,0 1-1 0 0,1-1 1 0 0,-1 0 0 0 0,1 1-1 0 0,-1-1 1 0 0,0 0 0 0 0,1 1-1 0 0,-1-1 1 0 0,0 0 0 0 0,0 1-1 0 0,1-1 1 0 0,-1 0 0 0 0,0 1-1 0 0,0-1 1 0 0,0 1 0 0 0,1-1-1 0 0,-1 1 1 0 0,0-1 0 0 0,0 1-1 0 0,0-1 1 0 0,0 0 0 0 0,0 1-1 0 0,0-1 1 0 0,0 1 0 0 0,0-1-1 0 0,0 1 1 0 0,0-1 0 0 0,0 1-1 0 0,0-1 1 0 0,0 1 0 0 0,0-1-1 0 0,-1 1 1 0 0,1-1 0 0 0,0 0-1 0 0,0 1 1 0 0,0-1 0 0 0,-1 1-1 0 0,1-1 1 0 0,0 0 0 0 0,0 1-1 0 0,-1-1 1 0 0,1 0 0 0 0,0 1-1 0 0,-1-1 1 0 0,0 1 0 0 0,-52 84 80 0 0,-4-2 0 0 0,-130 146 0 0 0,9-53-2988 0 0,-12-13-4961 0 0,125-110 3884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9:05.8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68 748 656 0 0,'-9'3'929'0'0,"1"0"-1"0"0,0 1 0 0 0,0 1 1 0 0,0-1-1 0 0,0 1 1 0 0,-9 9-1 0 0,16-13-558 0 0,1 0-301 0 0,0-1 0 0 0,0 1 0 0 0,0 0 0 0 0,0-1 0 0 0,0 1 0 0 0,0-1 0 0 0,0 1 0 0 0,0 0 0 0 0,1-1 0 0 0,-1 1 0 0 0,0 0 0 0 0,0-1 0 0 0,1 1-1 0 0,-1-1 1 0 0,0 1 0 0 0,1-1 0 0 0,-1 1 0 0 0,1-1 0 0 0,-1 1 0 0 0,1-1 0 0 0,-1 1 0 0 0,1-1 0 0 0,-1 1 0 0 0,1-1 0 0 0,-1 0 0 0 0,1 1 0 0 0,-1-1 0 0 0,1 0 0 0 0,0 1 0 0 0,-1-1-1 0 0,1 0 1 0 0,0 0 0 0 0,29-2 605 0 0,30-22-259 0 0,-14-4-204 0 0,0-1-1 0 0,-2-3 1 0 0,-1-1 0 0 0,-2-2-1 0 0,-1-2 1 0 0,51-61-1 0 0,-61 60-149 0 0,-1-1 1 0 0,-2-1-1 0 0,-1-1 0 0 0,-2-2 0 0 0,-3 0 0 0 0,-1-2 0 0 0,20-67 0 0 0,-38 104-69 0 0,0-1 1 0 0,-1 0 0 0 0,0 0-1 0 0,-1 0 1 0 0,0-12-1 0 0,-1 3-159 0 0,-33 33 43 0 0,18-2 105 0 0,2 1 0 0 0,0 1 0 0 0,0 0 0 0 0,2 1 0 0 0,0 1 0 0 0,0-1 0 0 0,2 2 0 0 0,0 0 0 0 0,-10 25 0 0 0,3 0 4 0 0,1 1 0 0 0,3 0-1 0 0,-8 48 1 0 0,17-71-9 0 0,2 0 1 0 0,0 0-1 0 0,2-1 0 0 0,0 1 0 0 0,1 0 0 0 0,1 0 1 0 0,8 32-1 0 0,-8-44-12 0 0,0 0 0 0 0,0-1 0 0 0,1 1 0 0 0,0-1 0 0 0,1 0 0 0 0,0 0 0 0 0,0 0 0 0 0,1-1 0 0 0,0 1 0 0 0,0-1 0 0 0,1 0 0 0 0,-1 0 0 0 0,2-1 0 0 0,-1 0 0 0 0,1 0 1 0 0,0 0-1 0 0,0-1 0 0 0,0 0 0 0 0,1 0 0 0 0,9 3 0 0 0,-13-6 27 0 0,1-1 1 0 0,1 0 0 0 0,-1 0 0 0 0,0-1-1 0 0,0 1 1 0 0,0-1 0 0 0,0 0-1 0 0,0 0 1 0 0,0-1 0 0 0,1 0-1 0 0,-1 0 1 0 0,0 0 0 0 0,0 0 0 0 0,0-1-1 0 0,-1 0 1 0 0,1 0 0 0 0,0 0-1 0 0,-1-1 1 0 0,7-4 0 0 0,8-6-1 0 0,-1-1 0 0 0,-1 0 0 0 0,18-19 0 0 0,-21 19-11 0 0,16-17-9 0 0,-2-2 0 0 0,-1-1 0 0 0,-1-1 1 0 0,25-46-1 0 0,70-158 9 0 0,-83 139 1666 0 0,-37 98-1528 0 0,-17 22 447 0 0,-17 42-471 0 0,-45 114 0 0 0,34-69-38 0 0,-6 14 56 0 0,39-82-360 0 0,62-87 241 0 0,-40 35-2 0 0,1 1 1 0 0,1 1-1 0 0,0 0 1 0 0,0 1-1 0 0,27-15 1 0 0,-38 24-10 0 0,-1 2 0 0 0,1-1-1 0 0,0 0 1 0 0,0 1-1 0 0,0-1 1 0 0,0 1-1 0 0,0-1 1 0 0,-1 1-1 0 0,1 0 1 0 0,0 0-1 0 0,-1 0 1 0 0,1 0-1 0 0,0 0 1 0 0,-1 0-1 0 0,1 1 1 0 0,-1-1-1 0 0,0 0 1 0 0,3 3-1 0 0,23 36-26 0 0,-24-34 46 0 0,1 0 0 0 0,0 1-1 0 0,0-1 1 0 0,1-1-1 0 0,-1 1 1 0 0,1-1-1 0 0,7 7 1 0 0,-5-8 15 0 0,-1 0 1 0 0,0-1 0 0 0,1 1-1 0 0,-1-1 1 0 0,1 0-1 0 0,0-1 1 0 0,13 3-1 0 0,-17-4 27 0 0,0-1-1 0 0,0 0 0 0 0,0 0 0 0 0,0 0 0 0 0,0 0 0 0 0,-1-1 0 0 0,1 1 0 0 0,0-1 0 0 0,0 0 0 0 0,0 1 1 0 0,0-2-1 0 0,0 1 0 0 0,-1 0 0 0 0,1 0 0 0 0,0-1 0 0 0,-1 1 0 0 0,1-1 0 0 0,-1 0 0 0 0,0 0 0 0 0,0 0 1 0 0,4-4-1 0 0,-5 5 157 0 0,-1 0-166 0 0,0 1 0 0 0,0-1 0 0 0,0 1 0 0 0,0-1 0 0 0,0 0 0 0 0,0 1 0 0 0,1-1 0 0 0,-1 0 0 0 0,0 1 0 0 0,0-1 0 0 0,1 1 0 0 0,-1-1 0 0 0,0 1 0 0 0,1-1 0 0 0,-1 1 0 0 0,0-1 0 0 0,1 1 0 0 0,-1-1 0 0 0,1 1 0 0 0,-1-1 0 0 0,1 1 0 0 0,-1 0 0 0 0,1-1 0 0 0,-1 1 0 0 0,1 0 0 0 0,-1-1 0 0 0,1 1 0 0 0,0 0 0 0 0,-1 0 0 0 0,1 0 0 0 0,-1-1 0 0 0,1 1 0 0 0,0 0 0 0 0,-1 0 0 0 0,1 0 0 0 0,0 0 0 0 0,-1 0 0 0 0,1 0 0 0 0,0 0 0 0 0,0 0 0 0 0,28 7 267 0 0,-24-6-312 0 0,6 1-471 0 0,0-1 0 0 0,0 0 0 0 0,0 0 0 0 0,0-1 0 0 0,0-1 0 0 0,0 0 0 0 0,-1 0 0 0 0,1-1 1 0 0,11-4-1 0 0,-6-4-4965 0 0,-9 2 2328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9:06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59 512 0 0,'-13'1'1080'0'0,"6"1"760"0"0,-6 0 1253 0 0,78-9-2769 0 0,-19 0-168 0 0,8 0-208 0 0,25-3-232 0 0,0-2-236 0 0,-5 6-509 0 0,5-4-1107 0 0,-25 5 492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9:06.5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52 605 852 0 0,'4'-1'1068'0'0,"29"-5"80"0"0,0-1 1 0 0,0-2-1 0 0,54-22 0 0 0,93-52 700 0 0,-143 64-1543 0 0,17-7 280 0 0,63-43-1 0 0,-103 59-489 0 0,0 0 0 0 0,-1-1 0 0 0,0 0 0 0 0,0-1 0 0 0,-2 0 0 0 0,1-1 0 0 0,-2 0 1 0 0,0-1-1 0 0,11-19 0 0 0,-18 25-49 0 0,1 0 1 0 0,-1-1 0 0 0,-1 0-1 0 0,0 0 1 0 0,0 0 0 0 0,0 0-1 0 0,-1 0 1 0 0,-1 0 0 0 0,1 0 0 0 0,-2 0-1 0 0,-1-15 1 0 0,2 20-16 0 0,-1-1-1 0 0,0 1 1 0 0,0-1-1 0 0,0 1 1 0 0,0-1 0 0 0,-1 1-1 0 0,0 0 1 0 0,1 0 0 0 0,-2-1-1 0 0,1 1 1 0 0,0 1 0 0 0,-1-1-1 0 0,0 0 1 0 0,0 1-1 0 0,0-1 1 0 0,0 1 0 0 0,0 0-1 0 0,-1 0 1 0 0,0 0 0 0 0,1 0-1 0 0,-1 1 1 0 0,0-1 0 0 0,0 1-1 0 0,-5-2 1 0 0,6 4-27 0 0,-1-1 0 0 0,1 1 1 0 0,0 0-1 0 0,-1 0 0 0 0,1 0 0 0 0,0 0 1 0 0,-1 1-1 0 0,1 0 0 0 0,0-1 0 0 0,-1 1 1 0 0,1 0-1 0 0,0 0 0 0 0,0 1 0 0 0,0-1 1 0 0,0 1-1 0 0,0-1 0 0 0,0 1 0 0 0,1 0 1 0 0,-1 0-1 0 0,0 0 0 0 0,1 1 1 0 0,-4 4-1 0 0,-6 5-7 0 0,0 2 1 0 0,-17 27-1 0 0,26-37 8 0 0,-28 45 10 0 0,3 2 0 0 0,2 1 0 0 0,2 1 0 0 0,2 1 0 0 0,-16 66 0 0 0,-50 289 95 0 0,14-46 58 0 0,70-349-183 0 0,-8 30 44 0 0,-19 49 0 0 0,26-81-147 0 0,0-1 1 0 0,0 0-1 0 0,-2 0 1 0 0,1 0-1 0 0,-1-1 1 0 0,-1 1-1 0 0,0-2 1 0 0,0 1-1 0 0,-12 9 0 0 0,17-17-173 0 0,-1 1 0 0 0,0-1-1 0 0,0 0 1 0 0,0 0 0 0 0,1-1-1 0 0,-1 1 1 0 0,-1-1 0 0 0,1 0-1 0 0,0 0 1 0 0,0 0 0 0 0,0-1-1 0 0,-1 0 1 0 0,1 1 0 0 0,0-1-1 0 0,0-1 1 0 0,-1 1 0 0 0,1-1-1 0 0,0 1 1 0 0,0-1 0 0 0,0 0-1 0 0,0-1 1 0 0,0 1 0 0 0,-5-3-1 0 0,-12-7-2214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9:06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1 497 176 0 0,'7'-18'2094'0'0,"1"11"-1843"0"0,0 0 0 0 0,1 0 1 0 0,0 0-1 0 0,0 1 0 0 0,1 1 1 0 0,-1 0-1 0 0,1 0 0 0 0,13-4 1 0 0,95-28 619 0 0,-74 25-603 0 0,41-13 108 0 0,562-186 1672 0 0,-593 190-1802 0 0,27-10 865 0 0,97-52 0 0 0,-176 82-557 0 0,-12 5-506 0 0,1 0 1 0 0,-1 0-1 0 0,1 1 0 0 0,0 1 1 0 0,0-1-1 0 0,1 1 0 0 0,-1 1 1 0 0,1 0-1 0 0,1 0 0 0 0,-1 0 1 0 0,1 1-1 0 0,1 0 0 0 0,-1 0 0 0 0,1 1 1 0 0,1 0-1 0 0,0 0 0 0 0,0 0 1 0 0,-4 12-1 0 0,8-18-25 0 0,1 0-1 0 0,-1 0 0 0 0,0 0 1 0 0,1 0-1 0 0,-1 0 1 0 0,1 0-1 0 0,0 0 1 0 0,0 0-1 0 0,0 0 1 0 0,1 0-1 0 0,-1 0 1 0 0,1 0-1 0 0,0 0 1 0 0,-1 0-1 0 0,1 0 0 0 0,1 0 1 0 0,-1 0-1 0 0,0 0 1 0 0,1-1-1 0 0,-1 1 1 0 0,1-1-1 0 0,0 1 1 0 0,0-1-1 0 0,0 1 1 0 0,0-1-1 0 0,0 0 1 0 0,1 0-1 0 0,2 2 0 0 0,-4-4 5 0 0,0 1-1 0 0,0-1 1 0 0,1 0-1 0 0,-1 0 1 0 0,0 0-1 0 0,0 0 1 0 0,0 0-1 0 0,1 0 1 0 0,-1 0-1 0 0,0 0 1 0 0,0 0-1 0 0,0 0 0 0 0,1-1 1 0 0,-1 1-1 0 0,0-1 1 0 0,0 1-1 0 0,0-1 1 0 0,0 1-1 0 0,0-1 1 0 0,0 1-1 0 0,0-1 1 0 0,0 0-1 0 0,0 0 1 0 0,1-1-1 0 0,0 1 36 0 0,0-1 0 0 0,0 0-1 0 0,0 1 1 0 0,0-1 0 0 0,-1 0 0 0 0,1 0-1 0 0,-1 0 1 0 0,1 0 0 0 0,-1 0 0 0 0,0 0-1 0 0,0 0 1 0 0,0-1 0 0 0,1-2 0 0 0,-1-2 70 0 0,0-1 0 0 0,-1 1 1 0 0,0-1-1 0 0,0 1 0 0 0,-1-1 0 0 0,0 1 1 0 0,-2-9-1 0 0,2 14-164 0 0,1 0 1 0 0,-1 0-1 0 0,1 0 1 0 0,-1 0-1 0 0,0 0 0 0 0,0 0 1 0 0,0 1-1 0 0,0-1 0 0 0,0 0 1 0 0,0 1-1 0 0,0-1 0 0 0,-1 1 1 0 0,1-1-1 0 0,-1 1 1 0 0,1-1-1 0 0,-1 1 0 0 0,1 0 1 0 0,-1 0-1 0 0,0 0 0 0 0,1 0 1 0 0,-1 0-1 0 0,0 0 1 0 0,0 0-1 0 0,0 1 0 0 0,0-1 1 0 0,0 1-1 0 0,0-1 0 0 0,0 1 1 0 0,0 0-1 0 0,0 0 0 0 0,0-1 1 0 0,0 2-1 0 0,0-1 1 0 0,0 0-1 0 0,0 0 0 0 0,-3 1 1 0 0,-16 4-492 0 0,6 2-1306 0 0,8 1-4211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9:07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154 215 672 0 0,'1'-11'1671'0'0,"0"1"-1"0"0,0-1 1 0 0,1 1-1 0 0,4-16 2368 0 0,-10 31-3585 0 0,-12 13-153 0 0,2 0 0 0 0,1 1 1 0 0,0 1-1 0 0,1 0 0 0 0,1 1 0 0 0,-16 43 0 0 0,14-27-94 0 0,1 1 0 0 0,3 1 1 0 0,-9 58-1 0 0,17-83-288 0 0,0 0 1 0 0,0 0-1 0 0,2 0 1 0 0,0 1-1 0 0,0-1 1 0 0,1 0-1 0 0,1 0 1 0 0,1-1 0 0 0,9 26-1 0 0,-12-35 49 0 0,1 0-1 0 0,0 0 1 0 0,0 0 0 0 0,1 0-1 0 0,-1-1 1 0 0,1 1 0 0 0,-1-1-1 0 0,1 0 1 0 0,0 0 0 0 0,1 0-1 0 0,-1 0 1 0 0,0 0-1 0 0,1-1 1 0 0,-1 1 0 0 0,1-1-1 0 0,0 0 1 0 0,0 0 0 0 0,0-1-1 0 0,0 1 1 0 0,0-1 0 0 0,0 0-1 0 0,0 0 1 0 0,1 0-1 0 0,-1 0 1 0 0,0-1 0 0 0,1 0-1 0 0,-1 0 1 0 0,0 0 0 0 0,1 0-1 0 0,-1-1 1 0 0,0 1 0 0 0,0-1-1 0 0,1 0 1 0 0,-1-1 0 0 0,6-2-1 0 0,13-5-14 0 0,-1-1-1 0 0,0-1 1 0 0,0-1-1 0 0,-1-1 1 0 0,-1 0-1 0 0,0-2 0 0 0,31-30 1 0 0,114-136-111 0 0,-134 144 129 0 0,111-142 69 0 0,-119 145 640 0 0,0 0-1 0 0,-3-2 1 0 0,25-57 0 0 0,-30 54 971 0 0,-15 37-1370 0 0,-3 7-226 0 0,-31 42-15 0 0,3 2 1 0 0,2 1 0 0 0,2 1-1 0 0,2 1 1 0 0,3 2 0 0 0,2 0 0 0 0,2 1-1 0 0,-15 87 1 0 0,31-132-134 0 0,0 0-1 0 0,1 0 1 0 0,0 0 0 0 0,1 0 0 0 0,0 1 0 0 0,1-1-1 0 0,0 0 1 0 0,1 0 0 0 0,0 0 0 0 0,0 0-1 0 0,7 17 1 0 0,-8-26 72 0 0,0 1 0 0 0,1 0 0 0 0,-1 0 0 0 0,1-1 0 0 0,0 1-1 0 0,0-1 1 0 0,-1 1 0 0 0,1-1 0 0 0,0 0 0 0 0,0 0 0 0 0,0 0 0 0 0,0 0 0 0 0,1 0 0 0 0,-1 0-1 0 0,0 0 1 0 0,0-1 0 0 0,0 1 0 0 0,1-1 0 0 0,-1 0 0 0 0,0 0 0 0 0,1 0 0 0 0,-1 0 0 0 0,0 0-1 0 0,0 0 1 0 0,1 0 0 0 0,-1-1 0 0 0,0 1 0 0 0,3-2 0 0 0,4 0-11 0 0,0-1-1 0 0,0 0 1 0 0,0-1-1 0 0,0 0 1 0 0,11-6 0 0 0,4-6 142 0 0,0 0 1 0 0,-1-2-1 0 0,-1 0 1 0 0,34-37-1 0 0,-55 53-44 0 0,1-1 6 0 0,2 9-99 0 0,4 13-185 0 0,-6-15 165 0 0,0 0 0 0 0,1 0 0 0 0,-1 0 0 0 0,1-1 0 0 0,0 1 1 0 0,0 0-1 0 0,0-1 0 0 0,0 0 0 0 0,1 0 0 0 0,-1 0 0 0 0,1 0 0 0 0,0-1 0 0 0,0 1 1 0 0,0-1-1 0 0,0 0 0 0 0,0 0 0 0 0,1 0 0 0 0,-1-1 0 0 0,0 0 0 0 0,1 0 1 0 0,-1 0-1 0 0,1 0 0 0 0,8 0 0 0 0,-10-1 63 0 0,1 1 0 0 0,0-1 0 0 0,0 0-1 0 0,0 0 1 0 0,0 0 0 0 0,0-1 0 0 0,0 1 0 0 0,0-1 0 0 0,0 0 0 0 0,-1 0 0 0 0,1-1-1 0 0,0 1 1 0 0,-1-1 0 0 0,1 0 0 0 0,-1 1 0 0 0,1-2 0 0 0,-1 1 0 0 0,0 0 0 0 0,0-1-1 0 0,0 1 1 0 0,0-1 0 0 0,-1 0 0 0 0,1 0 0 0 0,-1 0 0 0 0,1 0 0 0 0,-1 0 0 0 0,0-1-1 0 0,2-5 1 0 0,-3 8-14 0 0,0-1 0 0 0,0-1 0 0 0,-1 1 0 0 0,1 0 0 0 0,-1 0 0 0 0,1 0 0 0 0,-1 0 0 0 0,0 0 0 0 0,0 0-1 0 0,0 0 1 0 0,0-1 0 0 0,0 1 0 0 0,-1 0 0 0 0,1 0 0 0 0,0 0 0 0 0,-1 0 0 0 0,0 0 0 0 0,1 0 0 0 0,-1 0 0 0 0,0 0-1 0 0,0 0 1 0 0,0 0 0 0 0,0 0 0 0 0,-1 1 0 0 0,1-1 0 0 0,0 0 0 0 0,-1 1 0 0 0,1-1 0 0 0,-1 1 0 0 0,1-1 0 0 0,-1 1-1 0 0,-3-2 1 0 0,2 2-351 0 0,1 0-1 0 0,0 0 1 0 0,-1 0-1 0 0,1 0 1 0 0,-1 0-1 0 0,1 1 1 0 0,-1-1-1 0 0,1 1 1 0 0,-1 0-1 0 0,1 0 1 0 0,-1 0-1 0 0,1 0 0 0 0,-1 0 1 0 0,1 1-1 0 0,-5 0 1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9:08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 1356 0 0,'0'0'10888'0'0,"-4"4"-10514"0"0,-2 6-210 0 0,0-1 0 0 0,0 1-1 0 0,1 0 1 0 0,1 0 0 0 0,0 0-1 0 0,0 1 1 0 0,1-1 0 0 0,0 1-1 0 0,-1 12 1 0 0,3-15-157 0 0,-1 0 1 0 0,1 1-1 0 0,1-1 0 0 0,0 1 1 0 0,0-1-1 0 0,1 0 1 0 0,0 1-1 0 0,0-1 0 0 0,1 0 1 0 0,0 1-1 0 0,0-1 0 0 0,1 0 1 0 0,5 11-1 0 0,-6-17-22 0 0,-1 1 0 0 0,1-1 0 0 0,-1 0 0 0 0,1 0 0 0 0,-1 0 0 0 0,1-1 0 0 0,0 1 0 0 0,0 0 0 0 0,0-1 0 0 0,0 1 1 0 0,0-1-1 0 0,0 0 0 0 0,1 0 0 0 0,-1 1 0 0 0,0-2 0 0 0,1 1 0 0 0,-1 0 0 0 0,0 0 0 0 0,1-1 0 0 0,3 1 0 0 0,-1-1 8 0 0,0 0-1 0 0,0 0 1 0 0,-1-1-1 0 0,1 0 1 0 0,0 0 0 0 0,0 0-1 0 0,-1 0 1 0 0,1-1 0 0 0,-1 0-1 0 0,6-2 1 0 0,2-3 35 0 0,0-1 0 0 0,0 0 1 0 0,0 0-1 0 0,-1-1 0 0 0,0-1 0 0 0,12-14 1 0 0,-17 17 65 0 0,0 0 0 0 0,0 0 0 0 0,-1-1 0 0 0,0 0 0 0 0,4-9 0 0 0,-8 16 72 0 0,-1 0-93 0 0,1-1-29 0 0,0 1-1 0 0,0-1 1 0 0,-1 0 0 0 0,1 1 0 0 0,-1-1 0 0 0,1 0 0 0 0,-1 0 0 0 0,0 0-1 0 0,1 1 1 0 0,-1-1 0 0 0,0 0 0 0 0,0 0 0 0 0,0 0 0 0 0,-1 0-1 0 0,1 0 1 0 0,0 1 0 0 0,-1-1 0 0 0,0-2 0 0 0,0 3-30 0 0,1 1-10 0 0,-1-1 1 0 0,1 1 0 0 0,-1-1 0 0 0,1 1 0 0 0,-1-1 0 0 0,0 1-1 0 0,1 0 1 0 0,-1-1 0 0 0,0 1 0 0 0,1 0 0 0 0,-1 0 0 0 0,0 0-1 0 0,0-1 1 0 0,1 1 0 0 0,-1 0 0 0 0,0 0 0 0 0,1 0-1 0 0,-1 0 1 0 0,0 0 0 0 0,0 0 0 0 0,-1 1 0 0 0,0-1-6 0 0,1 0 0 0 0,-1 0-1 0 0,0 1 1 0 0,0-1 0 0 0,0 1 0 0 0,0 0 0 0 0,1-1 0 0 0,-1 1-1 0 0,0 0 1 0 0,1 0 0 0 0,-1 0 0 0 0,0 0 0 0 0,1 0 0 0 0,0 0 0 0 0,-1 1-1 0 0,1-1 1 0 0,0 0 0 0 0,-1 1 0 0 0,1-1 0 0 0,0 1 0 0 0,0-1 0 0 0,0 1-1 0 0,0 0 1 0 0,0-1 0 0 0,1 1 0 0 0,-1 0 0 0 0,1 0 0 0 0,-1 0 0 0 0,1-1-1 0 0,-1 4 1 0 0,-1 6-81 0 0,1-9 49 0 0,1 0 0 0 0,0 0 0 0 0,0 0-1 0 0,0 0 1 0 0,0 0 0 0 0,0 0 0 0 0,1 0-1 0 0,-1 0 1 0 0,0 0 0 0 0,1 0 0 0 0,0 0-1 0 0,-1 0 1 0 0,1-1 0 0 0,0 1 0 0 0,0 0-1 0 0,0 0 1 0 0,0 0 0 0 0,1-1 0 0 0,-1 1-1 0 0,0-1 1 0 0,1 1 0 0 0,-1-1 0 0 0,1 0-1 0 0,-1 1 1 0 0,1-1 0 0 0,0 0 0 0 0,-1 0-1 0 0,1 0 1 0 0,0 0 0 0 0,0 0 0 0 0,0 0-1 0 0,0-1 1 0 0,0 1 0 0 0,0-1 0 0 0,0 1-1 0 0,0-1 1 0 0,0 0 0 0 0,0 0 0 0 0,0 0-1 0 0,0 0 1 0 0,0 0 0 0 0,0 0 0 0 0,0 0-1 0 0,0-1 1 0 0,0 1 0 0 0,3-2 0 0 0,88-62-485 0 0,16-11 181 0 0,-108 74 340 0 0,1 0 0 0 0,-1-1 0 0 0,1 1 0 0 0,-1 0 0 0 0,1 1 0 0 0,-1-1 0 0 0,1 0 0 0 0,0 0 1 0 0,0 1-1 0 0,-1-1 0 0 0,1 1 0 0 0,0-1 0 0 0,0 1 0 0 0,0 0 0 0 0,-1 0 0 0 0,1-1 0 0 0,0 1 0 0 0,0 1 0 0 0,0-1 0 0 0,0 0 0 0 0,0 0 0 0 0,-1 1 1 0 0,1-1-1 0 0,0 1 0 0 0,0-1 0 0 0,-1 1 0 0 0,1 0 0 0 0,0 0 0 0 0,-1 0 0 0 0,1 0 0 0 0,-1 0 0 0 0,1 0 0 0 0,-1 0 0 0 0,0 0 0 0 0,1 1 0 0 0,-1-1 0 0 0,0 1 1 0 0,0-1-1 0 0,0 1 0 0 0,0-1 0 0 0,0 1 0 0 0,0-1 0 0 0,0 1 0 0 0,0 0 0 0 0,-1 0 0 0 0,1-1 0 0 0,-1 1 0 0 0,1 0 0 0 0,-1 0 0 0 0,0 2 0 0 0,2 5 45 0 0,0 0-1 0 0,-1 0 0 0 0,-1 0 0 0 0,1 0 0 0 0,-1 0 0 0 0,-1 0 0 0 0,0 0 0 0 0,-3 12 0 0 0,3-17-36 0 0,0 0-1 0 0,0 0 1 0 0,-1 0 0 0 0,0 0-1 0 0,1-1 1 0 0,-2 1 0 0 0,1-1-1 0 0,0 1 1 0 0,-1-1 0 0 0,-5 6-1 0 0,-13 5-8313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9:08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 32 0 0,'2'-11'4374'0'0,"3"-11"6363"0"0,-1 18-11011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9:09.1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35 824 0 0,'18'16'3170'0'0,"-8"-15"-2748"0"0,0 1 0 0 0,1-1 0 0 0,-1-1 0 0 0,0 0 0 0 0,1-1 0 0 0,-1 1 0 0 0,0-2 0 0 0,17-4 0 0 0,82-28 2273 0 0,-79 23-836 0 0,-28 10-1582 0 0,-2 9-86 0 0,-1-1 1 0 0,0 0-1 0 0,-1 0 0 0 0,0 0 0 0 0,0 0 1 0 0,0 0-1 0 0,-1-1 0 0 0,-6 12 1 0 0,-35 53 441 0 0,22-39-300 0 0,-96 172 817 0 0,-29 43-2155 0 0,118-205-3415 0 0,-61 66 1 0 0,63-82 698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1:58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36 0 0,'0'0'11126'0'0,"-1"11"-10940"0"0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2:00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24 604 0 0,'0'0'12829'0'0,"1"-5"-12871"0"0,0 2-556 0 0,3-8 1398 0 0,-3 7-3725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2:02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46 352 0 0,'-26'-33'5412'0'0,"25"32"-4885"0"0,-3-3 778 0 0,4 3-1245 0 0,0 1 0 0 0,0 0 0 0 0,0-1 0 0 0,-1 1 0 0 0,1 0 0 0 0,0-1 1 0 0,0 1-1 0 0,0 0 0 0 0,0-1 0 0 0,0 1 0 0 0,-1 0 0 0 0,1 0 0 0 0,0-1 0 0 0,0 1 0 0 0,-1 0 0 0 0,1 0 0 0 0,0-1 0 0 0,0 1 0 0 0,-1 0 1 0 0,1 0-1 0 0,0 0 0 0 0,0-1 0 0 0,-1 1 0 0 0,1 0 0 0 0,0 0 0 0 0,-1 0 0 0 0,1 0 0 0 0,0 0 0 0 0,-1 0 0 0 0,1 0 0 0 0,0 0 0 0 0,-1 0 0 0 0,1 0 1 0 0,0 0-1 0 0,-1 0 0 0 0,1 0 0 0 0,0 0 0 0 0,-1 0 0 0 0,1 0 0 0 0,0 0 0 0 0,-1 0 0 0 0,1 0 0 0 0,0 0 0 0 0,-1 1 0 0 0,1-1 0 0 0,0 0 0 0 0,-1 0 1 0 0,1 1-1 0 0,-31 139 707 0 0,-17 66-272 0 0,37-164-385 0 0,-3-1 1 0 0,-33 70-1 0 0,42-102-360 0 0,0 0 0 0 0,-1 0 0 0 0,0-1 0 0 0,0 1-1 0 0,-11 9 1 0 0,-6-26-8222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2:03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0 447 112 0 0,'0'0'1457'0'0,"7"1"-819"0"0,68 3 1032 0 0,136-11 1 0 0,81-26-454 0 0,-255 28-1086 0 0,135-17 805 0 0,248-65-1 0 0,-393 80-839 0 0,78-28 227 0 0,-95 31-267 0 0,1-1-1 0 0,-1 0 1 0 0,0 0 0 0 0,0-1-1 0 0,0-1 1 0 0,-1 1-1 0 0,10-10 1 0 0,-17 13-43 0 0,1 0 1 0 0,-1-1-1 0 0,0 1 1 0 0,1 0-1 0 0,-1-1 1 0 0,-1 1-1 0 0,1-1 1 0 0,-1 1-1 0 0,1-1 1 0 0,-1 0-1 0 0,0 0 1 0 0,0 0-1 0 0,-1 1 1 0 0,1-1-1 0 0,-1 0 1 0 0,0 0-1 0 0,0 0 0 0 0,0 0 1 0 0,0 0-1 0 0,-1 0 1 0 0,0 0-1 0 0,1 0 1 0 0,-2 0-1 0 0,1 1 1 0 0,0-1-1 0 0,-1 0 1 0 0,1 1-1 0 0,-1-1 1 0 0,0 1-1 0 0,-4-5 1 0 0,2 1-1 0 0,-2-1 1 0 0,1 1-1 0 0,-1 0 1 0 0,0 1-1 0 0,-1-1 0 0 0,1 1 1 0 0,-1 0-1 0 0,0 1 1 0 0,-1 0-1 0 0,0 0 1 0 0,1 1-1 0 0,-11-5 1 0 0,16 8-17 0 0,-1 1 1 0 0,1 0 0 0 0,0-1 0 0 0,0 1 0 0 0,0 0 0 0 0,-1 0-1 0 0,1 0 1 0 0,0 1 0 0 0,0-1 0 0 0,0 1 0 0 0,-1-1-1 0 0,1 1 1 0 0,0-1 0 0 0,0 1 0 0 0,0 0 0 0 0,0 0 0 0 0,0 0-1 0 0,0 0 1 0 0,0 1 0 0 0,1-1 0 0 0,-1 0 0 0 0,0 1 0 0 0,0-1-1 0 0,-1 3 1 0 0,-35 45 20 0 0,32-40 1 0 0,-13 22 92 0 0,1 0 0 0 0,2 1-1 0 0,1 1 1 0 0,2 0-1 0 0,-15 56 1 0 0,-27 179 814 0 0,53-252-870 0 0,-35 199 880 0 0,37-213-833 0 0,-2 12 251 0 0,1-7 398 0 0,3-8 169 0 0,5-19-887 0 0,-6 15-8 0 0,0 3-24 0 0,0 1 0 0 0,0-1 0 0 0,1 0 0 0 0,-1 0 0 0 0,0 1 0 0 0,1-1 0 0 0,-1 1 0 0 0,0-1 0 0 0,1 1-1 0 0,0 0 1 0 0,-1-1 0 0 0,1 1 0 0 0,3-1 0 0 0,12 1-35 0 0,0 1 0 0 0,1 1 0 0 0,-1 0 0 0 0,0 2 0 0 0,0 0 0 0 0,24 7 0 0 0,47 8-23 0 0,-31-13-18 0 0,1-3 0 0 0,57-6-1 0 0,-110 3 118 0 0,0 0 0 0 0,0 0 1 0 0,0 0-1 0 0,0-1 0 0 0,0 0 0 0 0,0 0 0 0 0,0 0 0 0 0,-1-1 0 0 0,8-4 0 0 0,-11 6 71 0 0,3-15 306 0 0,-4 16-475 0 0,0-1 0 0 0,0 1 0 0 0,-1 0 1 0 0,1-1-1 0 0,0 1 0 0 0,0 0 0 0 0,0-1 0 0 0,0 1 0 0 0,1 0 1 0 0,-1 0-1 0 0,0-1 0 0 0,0 1 0 0 0,0 0 0 0 0,0-1 1 0 0,0 1-1 0 0,0 0 0 0 0,0-1 0 0 0,1 1 0 0 0,-1 0 0 0 0,0 0 1 0 0,0-1-1 0 0,0 1 0 0 0,1 0 0 0 0,-1 0 0 0 0,0-1 0 0 0,0 1 1 0 0,1 0-1 0 0,-1 0 0 0 0,0 0 0 0 0,0-1 0 0 0,1 1 0 0 0,-1 0 1 0 0,0 0-1 0 0,1 0 0 0 0,-1 0 0 0 0,0 0 0 0 0,1 0 0 0 0,-1 0 1 0 0,0-1-1 0 0,1 1 0 0 0,-1 0 0 0 0,0 0 0 0 0,1 0 1 0 0,-1 0-1 0 0,1 1 0 0 0,4 3-563 0 0,0 1 0 0 0,0-1 1 0 0,1 1-1 0 0,-1-1 0 0 0,1-1 0 0 0,0 1 0 0 0,0-1 1 0 0,0 0-1 0 0,1-1 0 0 0,-1 1 0 0 0,10 1 0 0 0,14 3-2433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2:05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45 1280 0 0,'10'-10'5017'0'0,"-14"-8"-4089"0"0,-8 6-2580 0 0,1 7-2461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1T05:42:13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665 136 460,'1'-10'658,"0"1"0,0 0 0,-1-1 0,0 1 0,0 0 0,-1-1 0,-1 1 1,1 0-1,-2-1 0,1 1 0,-5-9 0,7 17-612,-1 0-1,0 0 1,0 0 0,0 0 0,-1 0-1,1 0 1,0 0 0,0 0 0,0 0-1,-1 1 1,1-1 0,0 0 0,-1 1-1,1-1 1,-1 1 0,1-1 0,0 1 0,-1 0-1,1 0 1,-1 0 0,1-1 0,-1 1-1,1 1 1,-4-1 0,-36 9 287,41-9-330,-30 11 118,0 2 0,0 0 0,2 2 0,0 1 1,0 2-1,-32 27 0,-141 138 423,186-167-500,1 1 1,0 1-1,1 0 1,1 1-1,0 1 1,2 0-1,0 0 0,1 1 1,-8 29-1,14-38-21,-1 1 0,2-1 0,0 1 0,0-1 0,1 1-1,1 0 1,0 0 0,1-1 0,0 1 0,1 0 0,0-1-1,1 1 1,0-1 0,1 0 0,1 0 0,0 0 0,11 20-1,-12-28-16,-1 1-1,1-1 0,-1 1 0,1-1 0,0-1 1,1 1-1,-1 0 0,1-1 0,-1 0 1,1 0-1,0 0 0,0-1 0,1 0 0,9 4 1,-6-4-25,1-1 1,-1 0-1,0 0 1,0-1-1,1 0 1,-1 0 0,0-1-1,13-3 1,3-2-113,0-2 0,0 0 0,-1-2 0,-1 0 0,36-23 0,-30 13-115,0-1-1,-2-2 1,28-28 0,12-11 65,-48 50 554,-25 29-55,1-4-332,-13 27 400,-38 63-1,6-13 138,2 10 26,-53 100 486,97-192-1582,-12 21 1374,10-22-3697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2:13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11 492 0 0,'0'0'512'0'0,"1"-1"-1"0"0,0 0 1 0 0,0 0-1 0 0,0 0 1 0 0,0 0 0 0 0,-1 1-1 0 0,1-1 1 0 0,0 0-1 0 0,1 1 1 0 0,-1-1 0 0 0,0 1-1 0 0,0-1 1 0 0,0 1-1 0 0,0-1 1 0 0,0 1 0 0 0,0 0-1 0 0,2-1 1 0 0,-1 27-203 0 0,-1 0 0 0 0,-2-1 0 0 0,0 1 1 0 0,-2 0-1 0 0,0-1 0 0 0,-2 0 0 0 0,-1 0 0 0 0,-1 0 1 0 0,-1-1-1 0 0,-13 28 0 0 0,7-39-2093 0 0,5-14-4319 0 0,-9-9 3168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2:14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85 224 0 0,'2'-65'8887'0'0,"-2"63"-8092"0"0,3-15 1180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2:14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78 160 0 0,'0'4'503'0'0,"0"0"0"0"0,0 0 0 0 0,0-1 0 0 0,0 1-1 0 0,1 0 1 0 0,0-1 0 0 0,0 1 0 0 0,0-1 0 0 0,0 1 0 0 0,0-1 0 0 0,3 5 0 0 0,-3-7 67 0 0,-1 0-484 0 0,0-1 0 0 0,1 1 0 0 0,-1-1 0 0 0,1 1 1 0 0,-1-1-1 0 0,0 1 0 0 0,1-1 0 0 0,-1 1 0 0 0,1-1 0 0 0,0 1 1 0 0,-1-1-1 0 0,1 0 0 0 0,-1 1 0 0 0,1-1 0 0 0,0 0 0 0 0,-1 0 1 0 0,1 1-1 0 0,0-1 0 0 0,-1 0 0 0 0,1 0 0 0 0,0 0 1 0 0,-1 0-1 0 0,1 0 0 0 0,0 0 0 0 0,-1 0 0 0 0,1 0 0 0 0,0 0 1 0 0,-1 0-1 0 0,1 0 0 0 0,0 0 0 0 0,-1-1 0 0 0,1 1 0 0 0,-1 0 1 0 0,2-1-1 0 0,26-9 438 0 0,-25 8-160 0 0,11-5 16 0 0,-1-1 0 0 0,1 0 0 0 0,-2-1 1 0 0,1-1-1 0 0,18-18 0 0 0,-1 1-2345 0 0,1 3-4125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2:14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1 226 772 0 0,'35'-20'3221'0'0,"-21"12"-2577"0"0,0-1 0 0 0,0-1 0 0 0,-1 0 0 0 0,-1-1-1 0 0,0-1 1 0 0,0 0 0 0 0,-1 0 0 0 0,0-1 0 0 0,-1 0 0 0 0,-1-1 0 0 0,8-15 0 0 0,-16 28-604 0 0,0-1 0 0 0,-1 1 0 0 0,1 0 0 0 0,-1-1 0 0 0,1 1 0 0 0,-1-1 0 0 0,1 1 0 0 0,-1-1 0 0 0,0 1 0 0 0,0-1 0 0 0,0 1 0 0 0,0-1 0 0 0,0 1 0 0 0,0-1 1 0 0,0 1-1 0 0,0-1 0 0 0,-1 1 0 0 0,1-1 0 0 0,0 1 0 0 0,-1-1 0 0 0,1 1 0 0 0,-1-1 0 0 0,0 1 0 0 0,0 0 0 0 0,1-1 0 0 0,-1 1 0 0 0,0 0 0 0 0,0 0 0 0 0,0 0 0 0 0,0-1 0 0 0,0 1 0 0 0,0 0 1 0 0,-1 1-1 0 0,1-1 0 0 0,0 0 0 0 0,-1 0 0 0 0,1 0 0 0 0,0 1 0 0 0,-2-2 0 0 0,1 2 3 0 0,-30 23 72 0 0,26-16-110 0 0,0 0 1 0 0,0 0-1 0 0,1 1 1 0 0,0-1-1 0 0,0 1 0 0 0,1 0 1 0 0,0 1-1 0 0,0-1 1 0 0,1 1-1 0 0,0 0 1 0 0,-2 15-1 0 0,4-21-30 0 0,0 1 0 0 0,1-1 0 0 0,-1 1 0 0 0,1-1 0 0 0,0 1 0 0 0,0-1 0 0 0,1 1 0 0 0,-1-1 0 0 0,1 0 0 0 0,0 1 0 0 0,-1-1 0 0 0,1 0 0 0 0,1 1 0 0 0,-1-1 0 0 0,0 0 0 0 0,1 0 0 0 0,0 0 0 0 0,0 0 0 0 0,0 0 0 0 0,0 0 0 0 0,0-1 0 0 0,0 1 0 0 0,1-1 0 0 0,-1 1 0 0 0,1-1 0 0 0,0 0 0 0 0,0 0 0 0 0,0 0 0 0 0,0 0 0 0 0,0-1 0 0 0,0 1 0 0 0,0-1 0 0 0,5 2-1 0 0,-2-2-12 0 0,0 1-1 0 0,1-2 0 0 0,-1 1 1 0 0,0-1-1 0 0,0 0 0 0 0,0 0 1 0 0,0 0-1 0 0,0-1 0 0 0,0 0 1 0 0,9-3-1 0 0,63-23-263 0 0,-42 13 187 0 0,36-14-89 0 0,-41 14 677 0 0,51-13 0 0 0,-78 26-433 0 0,1 1 1 0 0,-1 0 0 0 0,1 0-1 0 0,-1 1 1 0 0,1-1-1 0 0,-1 1 1 0 0,0 0 0 0 0,1 0-1 0 0,-1 0 1 0 0,0 1 0 0 0,0-1-1 0 0,0 1 1 0 0,0 0-1 0 0,5 3 1 0 0,29 10-7539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2:15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750 331 9305 0 0,'-3'-16'137'0'0,"0"-1"1"0"0,-2 1 0 0 0,0 0-1 0 0,-1 0 1 0 0,-1 1 0 0 0,0-1-1 0 0,-1 2 1 0 0,0-1 0 0 0,-2 1-1 0 0,1 0 1 0 0,-2 1 0 0 0,0 0-1 0 0,0 1 1 0 0,-1 0-1 0 0,-25-19 1 0 0,20 18 138 0 0,-1 1 1 0 0,-1 0-1 0 0,0 2 0 0 0,-1 0 0 0 0,-23-8 1 0 0,40 17-247 0 0,0 0 1 0 0,1 0-1 0 0,-1 0 1 0 0,0 1-1 0 0,0-1 1 0 0,0 1 0 0 0,0 0-1 0 0,0 0 1 0 0,0 0-1 0 0,0 0 1 0 0,0 1 0 0 0,0-1-1 0 0,0 1 1 0 0,0-1-1 0 0,1 1 1 0 0,-1 0 0 0 0,0 0-1 0 0,-2 2 1 0 0,0 0-6 0 0,1 0 1 0 0,0 0 0 0 0,0 1 0 0 0,0-1 0 0 0,0 1-1 0 0,0 0 1 0 0,1 0 0 0 0,0 0 0 0 0,-4 7-1 0 0,0 1 3 0 0,1 0-1 0 0,0 0 0 0 0,1 0 1 0 0,0 1-1 0 0,1 0 0 0 0,0 0 1 0 0,1 0-1 0 0,-2 26 0 0 0,3 4 59 0 0,5 64 0 0 0,-1 23-25 0 0,-3-114-67 0 0,0-1-1 0 0,-2 1 1 0 0,1-1 0 0 0,-2 0-1 0 0,0 0 1 0 0,-8 16-1 0 0,9-25 17 0 0,-1-1 0 0 0,1 0-1 0 0,-1 0 1 0 0,-1 0 0 0 0,1 0-1 0 0,-1-1 1 0 0,0 1-1 0 0,0-1 1 0 0,0-1 0 0 0,0 1-1 0 0,-1-1 1 0 0,1 0 0 0 0,-1 0-1 0 0,0 0 1 0 0,0-1 0 0 0,0 0-1 0 0,0 0 1 0 0,-1-1 0 0 0,1 1-1 0 0,0-1 1 0 0,-1-1 0 0 0,1 1-1 0 0,-8-1 1 0 0,7 0 19 0 0,-1 0 0 0 0,1 0 0 0 0,-1 0 0 0 0,1-1 0 0 0,-1 0 0 0 0,1 0 0 0 0,0-1 0 0 0,-1 0-1 0 0,1 0 1 0 0,0-1 0 0 0,0 0 0 0 0,0 0 0 0 0,1-1 0 0 0,-1 1 0 0 0,1-1 0 0 0,0-1 0 0 0,0 1 0 0 0,0-1 0 0 0,-9-10 0 0 0,14 13-101 0 0,0 0 0 0 0,0 0 0 0 0,-1 0 0 0 0,1-1 0 0 0,0 1 0 0 0,1 0 0 0 0,-1 0 0 0 0,0-1 0 0 0,1 1 0 0 0,-1 0-1 0 0,1-1 1 0 0,0 1 0 0 0,0-1 0 0 0,0 1 0 0 0,0 0 0 0 0,0-1 0 0 0,0 1 0 0 0,1-1 0 0 0,-1 1 0 0 0,1 0 0 0 0,-1-1 0 0 0,1 1 0 0 0,0 0 0 0 0,0 0 0 0 0,0 0 0 0 0,0 0 0 0 0,1 0 0 0 0,-1 0-1 0 0,1 0 1 0 0,2-3 0 0 0,3-2-955 0 0,0 0 0 0 0,0 0 0 0 0,1 1 0 0 0,-1 1-1 0 0,1-1 1 0 0,12-5 0 0 0,7-3-2249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2:17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0 872 296 0 0,'14'0'612'0'0,"0"-2"0"0"0,0 0-1 0 0,-1 0 1 0 0,1-1 0 0 0,-1-1 0 0 0,1 0-1 0 0,-1-1 1 0 0,-1 0 0 0 0,1-1 0 0 0,18-12-1 0 0,-24 14-391 0 0,0-1 0 0 0,-1 1 0 0 0,1-1-1 0 0,-1-1 1 0 0,0 1 0 0 0,0-1 0 0 0,-1 0 0 0 0,1-1-1 0 0,-1 1 1 0 0,-1-1 0 0 0,1 0 0 0 0,-1 0-1 0 0,0-1 1 0 0,-1 1 0 0 0,0-1 0 0 0,0 0-1 0 0,-1 1 1 0 0,3-15 0 0 0,-5 20-180 0 0,1 0 0 0 0,-1 0 0 0 0,0 0 0 0 0,0 0 0 0 0,0 0 0 0 0,0 0 0 0 0,0 0 0 0 0,0 0 0 0 0,-1 0 0 0 0,1 0 0 0 0,-1 0 1 0 0,1 0-1 0 0,-1 0 0 0 0,0 0 0 0 0,0 0 0 0 0,0 0 0 0 0,0 0 0 0 0,0 1 0 0 0,0-1 0 0 0,-3-3 0 0 0,2 4-21 0 0,1 0 0 0 0,-1 1 0 0 0,0-1 0 0 0,1 0 0 0 0,-1 0 0 0 0,0 1 0 0 0,0-1 0 0 0,1 1 0 0 0,-1 0 0 0 0,0-1 0 0 0,0 1 0 0 0,0 0 0 0 0,0 0 0 0 0,0 0 0 0 0,1 1 0 0 0,-1-1 0 0 0,0 0 0 0 0,-3 1 0 0 0,-1 1-5 0 0,1 0-1 0 0,-1 0 0 0 0,0 1 0 0 0,0-1 1 0 0,1 1-1 0 0,0 0 0 0 0,-1 1 0 0 0,1-1 1 0 0,1 1-1 0 0,-1 0 0 0 0,0 0 1 0 0,-5 8-1 0 0,4-3-10 0 0,0 0 0 0 0,1 1 1 0 0,0 0-1 0 0,0 0 0 0 0,1 0 0 0 0,1 1 1 0 0,-1-1-1 0 0,2 1 0 0 0,0-1 0 0 0,0 1 1 0 0,1 0-1 0 0,0 0 0 0 0,1 0 0 0 0,1 18 0 0 0,-1-27-4 0 0,1 0-1 0 0,-1 0 0 0 0,1 0 0 0 0,-1 0 0 0 0,1 0 0 0 0,0 0 1 0 0,-1 0-1 0 0,1 0 0 0 0,0 0 0 0 0,1 0 0 0 0,-1-1 0 0 0,0 1 1 0 0,0 0-1 0 0,1-1 0 0 0,-1 1 0 0 0,1-1 0 0 0,-1 1 0 0 0,1-1 1 0 0,0 0-1 0 0,2 2 0 0 0,0-1-5 0 0,0-1-1 0 0,0 1 1 0 0,1 0 0 0 0,-1-1-1 0 0,0 0 1 0 0,1 0 0 0 0,0-1-1 0 0,8 1 1 0 0,0-1-29 0 0,1-1-1 0 0,-1 0 1 0 0,0-1 0 0 0,0 0-1 0 0,19-7 1 0 0,4-5-90 0 0,0-3 0 0 0,-1-1 1 0 0,-1-2-1 0 0,36-26 0 0 0,38-23 101 0 0,-64 41 685 0 0,-42 27-602 0 0,-2 1-52 0 0,1 1 1 0 0,0-1 0 0 0,0 0-1 0 0,-1 0 1 0 0,1 1 0 0 0,0-1-1 0 0,0 0 1 0 0,-1 1 0 0 0,1-1-1 0 0,0 1 1 0 0,-1-1 0 0 0,1 1-1 0 0,0-1 1 0 0,-1 1 0 0 0,1-1-1 0 0,-1 1 1 0 0,1-1 0 0 0,-1 1-1 0 0,1 0 1 0 0,-1-1 0 0 0,1 1-1 0 0,-1 0 1 0 0,0 0 0 0 0,1-1-1 0 0,-1 1 1 0 0,0 0 0 0 0,0 0-1 0 0,0 0 1 0 0,1-1 0 0 0,-1 1 0 0 0,0 0-1 0 0,0 1 1 0 0,-10 131 326 0 0,17-135-314 0 0,0 0 1 0 0,0 0 0 0 0,0 0 0 0 0,-1-1-1 0 0,7-3 1 0 0,10-5-129 0 0,37-27-1 0 0,9-5-81 0 0,-67 42 175 0 0,0 0 0 0 0,0 0 0 0 0,0 0 0 0 0,0 0 0 0 0,0 0 0 0 0,1 0 1 0 0,-1 1-1 0 0,0-1 0 0 0,0 1 0 0 0,0 0 0 0 0,0 0 0 0 0,1-1 0 0 0,-1 1 0 0 0,0 1 0 0 0,0-1 0 0 0,1 0 0 0 0,-1 0 0 0 0,0 1 0 0 0,0 0 0 0 0,0-1 0 0 0,0 1 0 0 0,3 1 0 0 0,0 2-6 0 0,-1-1-1 0 0,0 1 1 0 0,0-1-1 0 0,0 1 1 0 0,-1 0-1 0 0,0 1 1 0 0,4 5-1 0 0,-5-7 36 0 0,0 0-1 0 0,0 0 1 0 0,0 0 0 0 0,0 0-1 0 0,0 0 1 0 0,1 0 0 0 0,-1 0-1 0 0,1-1 1 0 0,0 1 0 0 0,-1-1-1 0 0,1 0 1 0 0,0 0 0 0 0,1 0-1 0 0,-1 0 1 0 0,0-1 0 0 0,0 1-1 0 0,1-1 1 0 0,-1 0 0 0 0,1 0-1 0 0,-1 0 1 0 0,1 0-1 0 0,0 0 1 0 0,3-1 0 0 0,2-1 21 0 0,0-1-1 0 0,-1 0 1 0 0,1 0 0 0 0,-1-1 0 0 0,0 0-1 0 0,0-1 1 0 0,0 0 0 0 0,0 0 0 0 0,0 0-1 0 0,-1-1 1 0 0,0-1 0 0 0,0 1 0 0 0,0-1-1 0 0,8-9 1 0 0,11-14 172 0 0,46-64-1 0 0,-41 50-119 0 0,9-13-8 0 0,-3-1 0 0 0,-3-2 0 0 0,-2-1-1 0 0,-2-2 1 0 0,38-119 0 0 0,-61 156 281 0 0,7-47 1 0 0,-14 70-243 0 0,-14 10-112 0 0,1 1-1 0 0,0 0 1 0 0,1 1-1 0 0,0 0 1 0 0,1 1-1 0 0,0 0 1 0 0,0 1-1 0 0,1 0 1 0 0,1 1-1 0 0,-10 15 1 0 0,-2 8 10 0 0,2 1 1 0 0,-24 63 0 0 0,27-60-31 0 0,3 1 1 0 0,1 0-1 0 0,1 1 1 0 0,-6 62-1 0 0,16-91 9 0 0,1 1 0 0 0,0-1-1 0 0,1 1 1 0 0,0 0 0 0 0,1-1 0 0 0,1 0-1 0 0,8 26 1 0 0,-8-31 4 0 0,0 0 1 0 0,1-1-1 0 0,0 1 1 0 0,1-1-1 0 0,0 0 0 0 0,0 0 1 0 0,0-1-1 0 0,1 0 1 0 0,0 0-1 0 0,0 0 0 0 0,0-1 1 0 0,1 1-1 0 0,0-1 1 0 0,8 4-1 0 0,-7-5 6 0 0,1-1 1 0 0,1 0-1 0 0,-1 0 0 0 0,0 0 1 0 0,1-1-1 0 0,-1-1 0 0 0,1 0 0 0 0,-1 0 1 0 0,1 0-1 0 0,0-2 0 0 0,-1 1 1 0 0,1-1-1 0 0,0 0 0 0 0,-1-1 1 0 0,0 0-1 0 0,1-1 0 0 0,-1 0 0 0 0,0 0 1 0 0,0-1-1 0 0,13-7 0 0 0,-10 4 1 0 0,1 0 0 0 0,-1-1 0 0 0,0 0 0 0 0,0-1 0 0 0,-1 0 0 0 0,0 0 0 0 0,-1-2 0 0 0,0 1 0 0 0,-1-1 0 0 0,0-1 0 0 0,0 1 0 0 0,-1-1 0 0 0,6-14 0 0 0,-13 23-3 0 0,0 1-1 0 0,0-1 0 0 0,0 1 1 0 0,0-1-1 0 0,-1 0 1 0 0,1 1-1 0 0,-1-1 1 0 0,0 0-1 0 0,0 1 1 0 0,0-1-1 0 0,0 0 1 0 0,0 0-1 0 0,-1 1 1 0 0,1-1-1 0 0,-1 0 1 0 0,1 1-1 0 0,-1-1 1 0 0,0 1-1 0 0,0-1 1 0 0,0 1-1 0 0,-3-5 1 0 0,3 6-26 0 0,-2 1 16 0 0,1 0 0 0 0,-1 0 0 0 0,1 0 0 0 0,0 1 0 0 0,-1-1 0 0 0,1 0 1 0 0,-1 1-1 0 0,1 0 0 0 0,0-1 0 0 0,-1 1 0 0 0,-2 2 0 0 0,0-2 12 0 0,1 2-11 0 0,0 0 0 0 0,-1 1 0 0 0,1-1 0 0 0,0 1 0 0 0,1-1 0 0 0,-1 1 0 0 0,1 0 0 0 0,0 1 0 0 0,0-1 0 0 0,0 1 0 0 0,0-1 0 0 0,1 1 1 0 0,-1 0-1 0 0,1 0 0 0 0,-1 6 0 0 0,1-7 1 0 0,1 0 1 0 0,0 0 0 0 0,1 0 0 0 0,-1 0 0 0 0,1 0 0 0 0,0 0 0 0 0,0 1 0 0 0,0-1-1 0 0,0 0 1 0 0,1 0 0 0 0,-1 0 0 0 0,1 0 0 0 0,0 0 0 0 0,0 0 0 0 0,1 0 0 0 0,-1 0-1 0 0,1-1 1 0 0,0 1 0 0 0,4 5 0 0 0,-5-7 2 0 0,1-1-1 0 0,-1 0 1 0 0,1 0-1 0 0,0 0 1 0 0,0 0-1 0 0,-1 0 1 0 0,1 0 0 0 0,0 0-1 0 0,0-1 1 0 0,0 1-1 0 0,0-1 1 0 0,0 1-1 0 0,0-1 1 0 0,0 0 0 0 0,0 0-1 0 0,0 1 1 0 0,0-2-1 0 0,1 1 1 0 0,-1 0-1 0 0,3-1 1 0 0,41-11-170 0 0,265-118-1498 0 0,-310 129 1663 0 0,0 1 0 0 0,0-1-1 0 0,0 1 1 0 0,0-1-1 0 0,0 1 1 0 0,0 0-1 0 0,0-1 1 0 0,0 1-1 0 0,0 0 1 0 0,1 0-1 0 0,-1 0 1 0 0,0 0-1 0 0,0 0 1 0 0,0 0-1 0 0,0 0 1 0 0,1 0-1 0 0,-1 1 1 0 0,0-1-1 0 0,0 0 1 0 0,0 1-1 0 0,0-1 1 0 0,0 1-1 0 0,0-1 1 0 0,0 1-1 0 0,0-1 1 0 0,0 1-1 0 0,0 0 1 0 0,1 1-1 0 0,-1 0-7 0 0,9 41 28 0 0,-9-41 51 0 0,3 1 139 0 0,21 11 575 0 0,64-15-808 0 0,-1 0-5608 0 0,-39 3 1292 0 0,-1-3 4039 0 0,-39 0 1018 0 0,0-1 0 0 0,0 1 1 0 0,0-1-1 0 0,-1-1 0 0 0,1 0 0 0 0,-1 0 0 0 0,0 0 1 0 0,0-1-1 0 0,9-6 2992 0 0,-17 10-3662 0 0,1-1 1 0 0,-1 1 0 0 0,0 0 0 0 0,1-1 0 0 0,-1 1-1 0 0,0 0 1 0 0,1-1 0 0 0,-1 1 0 0 0,0 0 0 0 0,1 0-1 0 0,-1-1 1 0 0,1 1 0 0 0,-1 0 0 0 0,0 0 0 0 0,1 0-1 0 0,-1 0 1 0 0,1 0 0 0 0,-1-1 0 0 0,1 1 0 0 0,-1 0-1 0 0,1 0 1 0 0,-1 0 0 0 0,0 0 0 0 0,1 0 0 0 0,-1 0 0 0 0,1 1-1 0 0,-1-1 1 0 0,1 0 0 0 0,-1 0 0 0 0,1 0 0 0 0,-1 0-1 0 0,0 0 1 0 0,1 1 0 0 0,19 4 217 0 0,-12-2-255 0 0,1-1-1 0 0,0 0 1 0 0,0 0 0 0 0,0-1-1 0 0,0 0 1 0 0,0-1-1 0 0,0 0 1 0 0,0 0 0 0 0,0-1-1 0 0,0 0 1 0 0,0-1 0 0 0,16-5-1 0 0,31-14 3366 0 0,-55 21-2439 0 0,2-3-386 0 0,-1 0-546 0 0,19 8 1612 0 0,22 11-2758 0 0,3 1-2612 0 0,-17-9-4871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2:17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52 1728 0 0,'-12'-2'3544'0'0,"-1"-4"-319"0"0,2 1 1467 0 0,27-18-4076 0 0,-1 17-368 0 0,3 1-392 0 0,6 4-420 0 0,6 1-484 0 0,2 0-1004 0 0,-2 0-2220 0 0,1-4 983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2:17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2 832 0 0,'14'-2'6746'0'0,"-24"18"-2989"0"0,4-8-4566 0 0,0 1 963 0 0,-1 1 113 0 0,1 0 1 0 0,0 0-1 0 0,0 1 1 0 0,1-1-1 0 0,-4 15 0 0 0,9-24-253 0 0,0 0-1 0 0,0 0 1 0 0,0 0 0 0 0,0 0-1 0 0,0 0 1 0 0,0 0-1 0 0,0 0 1 0 0,0 0-1 0 0,1 0 1 0 0,-1 0-1 0 0,0 0 1 0 0,1 0-1 0 0,-1-1 1 0 0,1 1-1 0 0,-1 0 1 0 0,1 0-1 0 0,-1 0 1 0 0,1 0-1 0 0,0 0 1 0 0,-1-1-1 0 0,1 1 1 0 0,0 0-1 0 0,0-1 1 0 0,0 1-1 0 0,-1 0 1 0 0,1-1 0 0 0,0 1-1 0 0,0-1 1 0 0,0 0-1 0 0,0 1 1 0 0,0-1-1 0 0,0 0 1 0 0,0 1-1 0 0,0-1 1 0 0,0 0-1 0 0,0 0 1 0 0,0 0-1 0 0,0 0 1 0 0,0 0-1 0 0,2 0 1 0 0,42 1 168 0 0,-44-1-176 0 0,47-5 138 0 0,1-3-1 0 0,55-17 1 0 0,-27 7-20 0 0,-47 10-78 0 0,-21 5-33 0 0,1 0 0 0 0,-1 1-1 0 0,1 0 1 0 0,0 1 0 0 0,0 0 0 0 0,11 0-1 0 0,-20 1-12 0 0,-1 0-1 0 0,0 0 0 0 0,0 0 1 0 0,1 0-1 0 0,-1 0 1 0 0,0 0-1 0 0,1 1 0 0 0,-1-1 1 0 0,0 0-1 0 0,0 0 1 0 0,1 0-1 0 0,-1 0 0 0 0,0 0 1 0 0,0 1-1 0 0,1-1 0 0 0,-1 0 1 0 0,0 0-1 0 0,0 0 1 0 0,0 1-1 0 0,1-1 0 0 0,-1 0 1 0 0,0 0-1 0 0,0 1 1 0 0,0-1-1 0 0,0 0 0 0 0,0 0 1 0 0,0 1-1 0 0,1-1 0 0 0,-1 0 1 0 0,0 1-1 0 0,0-1 1 0 0,0 0-1 0 0,0 0 0 0 0,0 1 1 0 0,0-1-1 0 0,0 0 1 0 0,0 1-1 0 0,0-1 0 0 0,0 0 1 0 0,0 0-1 0 0,0 1 0 0 0,-1-1 1 0 0,1 0-1 0 0,0 1 1 0 0,0-1-1 0 0,0 0 0 0 0,0 0 1 0 0,0 1-1 0 0,0-1 1 0 0,-1 0-1 0 0,-14 14-243 0 0,0 0 0 0 0,-1-2 0 0 0,-1 0 0 0 0,-20 11 1 0 0,26-17-1249 0 0,0 0 0 0 0,-1-1 0 0 0,1 0-1 0 0,-24 6 1 0 0,20-9-1326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2:18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1 120 368 0 0,'82'-118'10188'0'0,"-81"117"-10481"0"0,3 2-143 0 0,88 38-5215 0 0,-59-24 3303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2:18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86 264 0 0,'8'-11'2488'0'0,"-1"-1"0"0"0,0 0 1 0 0,0 0-1 0 0,9-27 1664 0 0,-19 44-3704 0 0,-54 104 869 0 0,-65 140-5 0 0,109-216-1223 0 0,-42 117 393 0 0,51-135-495 0 0,0 0 0 0 0,1 0-1 0 0,1 0 1 0 0,0 0 0 0 0,1 1-1 0 0,1-1 1 0 0,0 1-1 0 0,3 16 1 0 0,-3-29-6 0 0,1 1-1 0 0,0-1 1 0 0,-1 1 0 0 0,2-1-1 0 0,-1 1 1 0 0,0-1 0 0 0,1 0 0 0 0,-1 0-1 0 0,1 1 1 0 0,0-1 0 0 0,0 0-1 0 0,0-1 1 0 0,1 1 0 0 0,-1 0-1 0 0,0-1 1 0 0,1 1 0 0 0,0-1 0 0 0,0 0-1 0 0,6 4 1 0 0,-4-4-12 0 0,0 0-1 0 0,0 0 1 0 0,1-1-1 0 0,-1 1 1 0 0,1-1 0 0 0,-1-1-1 0 0,1 1 1 0 0,0-1 0 0 0,-1 0-1 0 0,1 0 1 0 0,9-2-1 0 0,7-2-129 0 0,1-2-1 0 0,-1 0 1 0 0,0-2-1 0 0,0 0 1 0 0,21-13-1 0 0,62-49-875 0 0,-104 69 958 0 0,16 6-390 0 0,-15-2 446 0 0,-1-2 10 0 0,-1 0 1 0 0,1 0-1 0 0,0 0 0 0 0,-1 0 1 0 0,1 1-1 0 0,0-1 1 0 0,0 0-1 0 0,0 0 1 0 0,0 0-1 0 0,0 0 0 0 0,0-1 1 0 0,0 1-1 0 0,0 0 1 0 0,0 0-1 0 0,0-1 1 0 0,0 1-1 0 0,0 0 1 0 0,1-1-1 0 0,-1 1 0 0 0,0-1 1 0 0,0 0-1 0 0,1 1 1 0 0,-1-1-1 0 0,0 0 1 0 0,3 0-1 0 0,-20-14-11741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2:19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64 948 0 0,'-1'-1'277'0'0,"-1"0"0"0"0,2 0-1 0 0,-1 0 1 0 0,0 0 0 0 0,0 0-1 0 0,0 0 1 0 0,0 0 0 0 0,1 0 0 0 0,-1-1-1 0 0,0 1 1 0 0,1 0 0 0 0,-1-1-1 0 0,1 1 1 0 0,0 0 0 0 0,-1-1 0 0 0,1 1-1 0 0,0 0 1 0 0,0-1 0 0 0,0 1-1 0 0,0 0 1 0 0,0-1 0 0 0,0 1 0 0 0,1-3-1 0 0,0 3-159 0 0,0-1-1 0 0,0 1 1 0 0,1-1 0 0 0,-1 1-1 0 0,1 0 1 0 0,-1 0-1 0 0,1-1 1 0 0,0 1-1 0 0,-1 0 1 0 0,1 0 0 0 0,0 1-1 0 0,0-1 1 0 0,-1 0-1 0 0,1 1 1 0 0,0-1-1 0 0,0 1 1 0 0,0-1 0 0 0,3 1-1 0 0,26-6 69 0 0,1 2 0 0 0,0 1 1 0 0,56 2-1 0 0,99 19-1992 0 0,-68-5-2373 0 0,-47-6 1614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2:19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80 1216 0 0,'3'-10'2219'0'0,"0"0"0"0"0,-1 0 0 0 0,0 0 0 0 0,-1 0-1 0 0,0-19 3691 0 0,-3 38-5501 0 0,-142 472 2072 0 0,117-428-2579 0 0,22-44 28 0 0,0 0 0 0 0,0 0 0 0 0,1 0 0 0 0,0 1 0 0 0,-5 18 0 0 0,1-17-18 0 0,5-3 33 0 0,7-7-219 0 0,34-16-101 0 0,4-2-198 0 0,68-18 0 0 0,-98 32 349 0 0,0 1 1 0 0,0 0 0 0 0,0 0 0 0 0,0 1-1 0 0,1 1 1 0 0,-1 0 0 0 0,0 1 0 0 0,0 0-1 0 0,1 0 1 0 0,22 8 0 0 0,-34-9 180 0 0,1 0 0 0 0,-1 1 0 0 0,1-1-1 0 0,-1 1 1 0 0,0 0 0 0 0,1-1 0 0 0,-1 1 0 0 0,0 0 0 0 0,0 0 0 0 0,1 0 0 0 0,-1 0 0 0 0,0 0 0 0 0,0 0 0 0 0,0 0 0 0 0,0 0 0 0 0,0 0-1 0 0,-1 0 1 0 0,1 1 0 0 0,0-1 0 0 0,0 0 0 0 0,-1 1 0 0 0,1-1 0 0 0,-1 1 0 0 0,1-1 0 0 0,-1 2 0 0 0,0-1-10 0 0,0 1 1 0 0,0 0 0 0 0,0-1 0 0 0,-1 1-1 0 0,1-1 1 0 0,-1 1 0 0 0,0-1 0 0 0,0 0-1 0 0,1 1 1 0 0,-2-1 0 0 0,1 0 0 0 0,0 1-1 0 0,-3 2 1 0 0,0 2-29 0 0,-1-1 0 0 0,-1 0 0 0 0,1 0 0 0 0,-1 0 0 0 0,0-1 0 0 0,-1 1 0 0 0,1-1 0 0 0,-10 5 0 0 0,-47 20-340 0 0,62-29 390 0 0,7-2-52 0 0,210-51-296 0 0,-85 5 623 0 0,-52 7 818 0 0,-75 38-859 0 0,0 0 251 0 0,0 0 1 0 0,0 0 0 0 0,0-1 0 0 0,0 1 0 0 0,0-1 0 0 0,0 0 0 0 0,-1 0 0 0 0,1 0 0 0 0,-1-1 0 0 0,0 1 0 0 0,0-1 0 0 0,3-5 0 0 0,-32 4 134 0 0,22 6-437 0 0,0 2-250 0 0,0-1 0 0 0,0 1 1 0 0,1 0-1 0 0,-1 0 1 0 0,0 0-1 0 0,1 1 1 0 0,0-1-1 0 0,0 1 1 0 0,0 0-1 0 0,0 0 1 0 0,1 0-1 0 0,0 0 1 0 0,-1 0-1 0 0,1 0 0 0 0,1 1 1 0 0,-1-1-1 0 0,1 1 1 0 0,-2 5-1 0 0,2-4-1057 0 0,0 1-1 0 0,0-1 1 0 0,0 0-1 0 0,1 0 1 0 0,0 0 0 0 0,0 0-1 0 0,1 0 1 0 0,2 12-1 0 0,3 0-3615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2:20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49 609 44 0 0,'1'-2'303'0'0,"1"1"-1"0"0,-1 0 1 0 0,1 0 0 0 0,-1 0 0 0 0,1 0-1 0 0,0 0 1 0 0,-1 0 0 0 0,1 0-1 0 0,0 0 1 0 0,0 1 0 0 0,-1-1 0 0 0,1 1-1 0 0,0-1 1 0 0,0 1 0 0 0,0 0-1 0 0,0 0 1 0 0,0 0 0 0 0,2 0-1 0 0,-3 1-212 0 0,0 1-1 0 0,0 0 0 0 0,0-1 1 0 0,0 1-1 0 0,0 0 0 0 0,-1 0 1 0 0,1 0-1 0 0,0-1 0 0 0,-1 1 1 0 0,1 0-1 0 0,-1 0 0 0 0,0 0 1 0 0,0 0-1 0 0,1 0 0 0 0,-1 0 1 0 0,-1 0-1 0 0,1 0 0 0 0,-1 3 1 0 0,-18 290 2716 0 0,15-256-2501 0 0,3-22 561 0 0,-1-1 1 0 0,-1 0 0 0 0,-7 26 0 0 0,9-40 339 0 0,-12-29-228 0 0,4 0-690 0 0,1-1 0 0 0,2 0 0 0 0,0-1 1 0 0,2 1-1 0 0,1-1 0 0 0,1-52 0 0 0,4 34-332 0 0,2 0 0 0 0,3 0-1 0 0,1 1 1 0 0,3 0 0 0 0,1 0-1 0 0,2 2 1 0 0,3-1 0 0 0,1 2 0 0 0,2 0-1 0 0,2 2 1 0 0,2 0 0 0 0,36-47-1 0 0,-48 72-14 0 0,1 1 1 0 0,1 0-1 0 0,0 1 0 0 0,1 1 0 0 0,0 0 0 0 0,1 1 1 0 0,1 1-1 0 0,0 0 0 0 0,25-11 0 0 0,-35 19 27 0 0,0 0-1 0 0,0 1 1 0 0,0-1-1 0 0,1 1 1 0 0,-1 1 0 0 0,0-1-1 0 0,1 1 1 0 0,-1 1-1 0 0,1-1 1 0 0,-1 1 0 0 0,1 1-1 0 0,-1-1 1 0 0,1 1-1 0 0,-1 1 1 0 0,1-1 0 0 0,-1 1-1 0 0,0 0 1 0 0,0 1-1 0 0,0 0 1 0 0,0 0 0 0 0,-1 1-1 0 0,1-1 1 0 0,-1 1-1 0 0,0 1 1 0 0,0-1 0 0 0,0 1-1 0 0,8 9 1 0 0,-7-7 5 0 0,0 1 0 0 0,-1 0 0 0 0,-1 0 1 0 0,1 0-1 0 0,-1 1 0 0 0,-1 0 0 0 0,1 0 1 0 0,-1 0-1 0 0,-1 0 0 0 0,0 1 0 0 0,0 0 0 0 0,-1-1 1 0 0,0 1-1 0 0,-1 0 0 0 0,0 0 0 0 0,-1 0 0 0 0,0 0 1 0 0,0 0-1 0 0,-1 0 0 0 0,0 0 0 0 0,-1 0 0 0 0,-3 9 1 0 0,1-6 11 0 0,0 0 1 0 0,-1 0 0 0 0,-1-1 0 0 0,0 0 0 0 0,0 0-1 0 0,-1 0 1 0 0,-1-1 0 0 0,0 0 0 0 0,-1 0 0 0 0,0-1-1 0 0,0 0 1 0 0,-1-1 0 0 0,-1 0 0 0 0,1 0 0 0 0,-17 9-1 0 0,1-4 30 0 0,-1 0 0 0 0,0-2-1 0 0,-1-1 1 0 0,-1-2 0 0 0,1 0-1 0 0,-1-2 1 0 0,-1-1 0 0 0,1-2-1 0 0,-1 0 1 0 0,0-2 0 0 0,0-2-1 0 0,-56-5 1 0 0,82 5-230 0 0,-45-13-916 0 0,31 0-1281 0 0,10-9-3615 0 0,11 8 2784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2:21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302 45 216 0 0,'1'-2'395'0'0,"0"1"0"0"0,-1-1 0 0 0,1 0 0 0 0,0 0 0 0 0,-1 1 0 0 0,0-1 0 0 0,1 0 0 0 0,-1 0 0 0 0,0 1 0 0 0,0-1 0 0 0,0 0 0 0 0,0 0 0 0 0,0 0 0 0 0,0 1-1 0 0,0-1 1 0 0,-1 0 0 0 0,1 0 0 0 0,-1-2 0 0 0,0 4-279 0 0,0-1-1 0 0,0 0 1 0 0,1 0-1 0 0,-1 1 0 0 0,0-1 1 0 0,0 1-1 0 0,0-1 1 0 0,0 1-1 0 0,0-1 1 0 0,0 1-1 0 0,0-1 0 0 0,0 1 1 0 0,0 0-1 0 0,0-1 1 0 0,0 1-1 0 0,0 0 1 0 0,0 0-1 0 0,0 0 0 0 0,0 0 1 0 0,0 0-1 0 0,0 0 1 0 0,-2 0-1 0 0,-9 3-140 0 0,0 0 0 0 0,0 0-1 0 0,1 1 1 0 0,-16 7 0 0 0,9-4 740 0 0,-82 35 67 0 0,90-37-686 0 0,0 1 0 0 0,1 0 0 0 0,-1 0 0 0 0,1 1 0 0 0,1 1 0 0 0,-1-1 0 0 0,-9 12 0 0 0,18-18-91 0 0,-1-1 1 0 0,1 1-1 0 0,-1-1 0 0 0,1 1 1 0 0,-1-1-1 0 0,1 1 1 0 0,0-1-1 0 0,-1 1 1 0 0,1-1-1 0 0,0 1 0 0 0,0-1 1 0 0,-1 1-1 0 0,1 0 1 0 0,0-1-1 0 0,0 1 0 0 0,0-1 1 0 0,0 1-1 0 0,0 0 1 0 0,0-1-1 0 0,0 1 1 0 0,0-1-1 0 0,0 1 0 0 0,0 0 1 0 0,0-1-1 0 0,0 1 1 0 0,0 0-1 0 0,1-1 0 0 0,-1 1 1 0 0,0-1-1 0 0,0 1 1 0 0,1-1-1 0 0,-1 1 1 0 0,0-1-1 0 0,1 1 0 0 0,-1-1 1 0 0,0 1-1 0 0,1-1 1 0 0,-1 1-1 0 0,1-1 0 0 0,-1 1 1 0 0,1-1-1 0 0,-1 0 1 0 0,1 1-1 0 0,-1-1 1 0 0,1 0-1 0 0,-1 0 0 0 0,1 1 1 0 0,0-1-1 0 0,-1 0 1 0 0,1 0-1 0 0,-1 0 0 0 0,1 0 1 0 0,0 1-1 0 0,-1-1 1 0 0,1 0-1 0 0,0 0 1 0 0,-1 0-1 0 0,1 0 0 0 0,-1-1 1 0 0,2 1-1 0 0,38 0-10 0 0,29-18-85 0 0,-57 13 24 0 0,0 1 1 0 0,1 1 0 0 0,-1 0-1 0 0,1 1 1 0 0,14-1-1 0 0,-25 3 55 0 0,-1 0 0 0 0,1 1 0 0 0,-1-1 0 0 0,1 1 0 0 0,-1-1 0 0 0,1 1 0 0 0,-1 0 0 0 0,0 0 0 0 0,1-1 0 0 0,-1 1 0 0 0,0 0 0 0 0,0 0 0 0 0,1 0 0 0 0,-1 1 0 0 0,0-1 0 0 0,0 0 0 0 0,0 0 0 0 0,0 1 0 0 0,0 0 0 0 0,20 36-59 0 0,-10-18 54 0 0,-8-15 20 0 0,1 1-1 0 0,-1-1 0 0 0,1 0 0 0 0,1 0 0 0 0,-1 0 1 0 0,1-1-1 0 0,0 1 0 0 0,0-1 0 0 0,0 0 0 0 0,0-1 0 0 0,1 1 1 0 0,-1-1-1 0 0,1 0 0 0 0,0-1 0 0 0,10 4 0 0 0,-11-5 6 0 0,1 0 0 0 0,0-1-1 0 0,0 0 1 0 0,-1 0 0 0 0,1 0 0 0 0,0-1-1 0 0,0 1 1 0 0,-1-1 0 0 0,1-1 0 0 0,0 1-1 0 0,-1-1 1 0 0,0 0 0 0 0,1 0 0 0 0,-1-1-1 0 0,0 1 1 0 0,0-1 0 0 0,7-6-1 0 0,77-64 17 0 0,-69 54-27 0 0,2 0 1 0 0,0 2-1 0 0,38-23 0 0 0,-50 34 17 0 0,24-9-128 0 0,-33 15 109 0 0,0 0 0 0 0,0 0 0 0 0,0 0 0 0 0,0 0 1 0 0,0 1-1 0 0,0-1 0 0 0,0 0 0 0 0,0 0 0 0 0,0 0 0 0 0,0 1 0 0 0,-1-1 1 0 0,1 0-1 0 0,0 1 0 0 0,0-1 0 0 0,0 1 0 0 0,0-1 0 0 0,-1 1 1 0 0,1 0-1 0 0,0-1 0 0 0,-1 1 0 0 0,1 0 0 0 0,0-1 0 0 0,-1 1 0 0 0,1 0 1 0 0,-1 0-1 0 0,1-1 0 0 0,-1 1 0 0 0,1 0 0 0 0,-1 0 0 0 0,0 0 1 0 0,1 0-1 0 0,-1 0 0 0 0,0 0 0 0 0,0 1 0 0 0,3 12-12 0 0,0 0 0 0 0,-1 0 0 0 0,-1 0 0 0 0,-1 24 0 0 0,-1-28 19 0 0,1 0 0 0 0,0 0 0 0 0,0 0-1 0 0,1 0 1 0 0,0 0 0 0 0,1 0 0 0 0,0 0 0 0 0,1-1 0 0 0,0 1 0 0 0,6 11-1 0 0,-8-19 5 0 0,1 0-1 0 0,0 0 0 0 0,1 0 0 0 0,-1 0 1 0 0,0 0-1 0 0,0-1 0 0 0,1 1 1 0 0,-1-1-1 0 0,1 0 0 0 0,-1 0 0 0 0,1 0 1 0 0,0 0-1 0 0,0 0 0 0 0,-1 0 0 0 0,1-1 1 0 0,0 1-1 0 0,0-1 0 0 0,0 0 0 0 0,-1 0 1 0 0,1 0-1 0 0,0 0 0 0 0,4-1 0 0 0,67-13 52 0 0,-68 12-54 0 0,162-58 68 0 0,-132 44-82 0 0,0 2 0 0 0,2 1-1 0 0,0 2 1 0 0,0 2 0 0 0,57-7-1 0 0,-93 15 5 0 0,0 1 0 0 0,1 0 0 0 0,-1 0 0 0 0,1-1 0 0 0,-1 2 0 0 0,1-1-1 0 0,-1 0 1 0 0,1 0 0 0 0,-1 1 0 0 0,1 0 0 0 0,-1-1 0 0 0,0 1 0 0 0,1 0-1 0 0,-1 0 1 0 0,0 0 0 0 0,0 0 0 0 0,0 1 0 0 0,1-1 0 0 0,-1 1 0 0 0,-1-1-1 0 0,1 1 1 0 0,0-1 0 0 0,0 1 0 0 0,-1 0 0 0 0,1 0 0 0 0,-1 0 0 0 0,1 0-1 0 0,1 4 1 0 0,-1 1-3 0 0,0 1-1 0 0,0 0 1 0 0,-1 0-1 0 0,0 1 1 0 0,0-1-1 0 0,-1 0 1 0 0,0 9-1 0 0,0-8 14 0 0,-1-6 2 0 0,1 0-1 0 0,0 0 0 0 0,0 0 1 0 0,1 0-1 0 0,-1 1 0 0 0,1-1 0 0 0,0 0 1 0 0,-1 0-1 0 0,1 0 0 0 0,1 0 1 0 0,-1 0-1 0 0,0 0 0 0 0,1-1 0 0 0,-1 1 1 0 0,1 0-1 0 0,0-1 0 0 0,0 1 0 0 0,0-1 1 0 0,0 1-1 0 0,0-1 0 0 0,4 3 1 0 0,-2-3 10 0 0,0 0 1 0 0,0 0 0 0 0,1-1-1 0 0,-1 1 1 0 0,1-1 0 0 0,-1 0-1 0 0,1 0 1 0 0,-1 0 0 0 0,1 0-1 0 0,0-1 1 0 0,-1 0 0 0 0,1 0-1 0 0,5-1 1 0 0,6-1 65 0 0,0-1 0 0 0,0 0 0 0 0,0-2 0 0 0,0 0 0 0 0,0 0-1 0 0,-1-2 1 0 0,19-10 0 0 0,-25 12 152 0 0,0 0-1 0 0,0-1 1 0 0,-1-1 0 0 0,1 1-1 0 0,-1-1 1 0 0,-1-1 0 0 0,0 1-1 0 0,0-1 1 0 0,0 0-1 0 0,-1-1 1 0 0,0 0 0 0 0,-1 0-1 0 0,0 0 1 0 0,0-1 0 0 0,-1 1-1 0 0,6-21 1 0 0,-9 28 678 0 0,-3 3-902 0 0,0 1 0 0 0,0-1 0 0 0,0 0-1 0 0,1 1 1 0 0,-1-1 0 0 0,0 1 0 0 0,1 0 0 0 0,-1-1 0 0 0,1 1-1 0 0,0 0 1 0 0,-3 3 0 0 0,4-4 2 0 0,-2 3-58 0 0,0-1 0 0 0,0 1 0 0 0,0 0 0 0 0,1-1 0 0 0,-1 1 0 0 0,1 0 0 0 0,0 0 0 0 0,0 0 0 0 0,1 0 0 0 0,-1 0 0 0 0,1 0 0 0 0,0 0 0 0 0,0 0 0 0 0,1 5-1 0 0,10 53-2042 0 0,-8-54 917 0 0,0 1-1 0 0,0-1 1 0 0,1 1-1 0 0,0-1 0 0 0,1 0 1 0 0,7 10-1 0 0,5 3-2758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2:25.5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1060 0 0,'0'0'4008'0'0,"12"1"-1929"0"0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6:10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336 50 236 0 0,'0'0'798'0'0,"-5"-12"1747"0"0,4-24-782 0 0,0 34-349 0 0,-9 30-1505 0 0,10-20 85 0 0,-5 29 12 0 0,3-31-5 0 0,1 0 0 0 0,-1 0 0 0 0,2 0-1 0 0,-1 0 1 0 0,1 0 0 0 0,0 0 0 0 0,0 9 0 0 0,-4 50-29 0 0,4 22 337 0 0,-22 155 1 0 0,12-131-85 0 0,6-40-103 0 0,-4 32 18 0 0,-20 144 95 0 0,15-152 151 0 0,5 0 0 0 0,3 102 1 0 0,3-57 57 0 0,2 114-12 0 0,14 468 1210 0 0,-37-251-341 0 0,2-151-697 0 0,8-178-518 0 0,8 234 0 0 0,5-213-68 0 0,3-62-238 0 0,-5-1 0 0 0,-20 140 1 0 0,-2 87 128 0 0,18 80 121 0 0,4-215-47 0 0,-7-70-5 0 0,6-63 42 0 0,1-43-68 0 0,1 0 0 0 0,0 0 0 0 0,3 27 0 0 0,-1-36 9 0 0,0 0 1 0 0,0 0-1 0 0,-1 0 0 0 0,0 0 0 0 0,-1 0 1 0 0,0 0-1 0 0,-2 12 0 0 0,-2 29-33 0 0,6-28 39 0 0,0 1 1 0 0,-2-1-1 0 0,-3 23 1 0 0,-1 25-19 0 0,-6 51 366 0 0,3-39 266 0 0,8-77-540 0 0,-11 33 35 0 0,9-30-78 0 0,-13 42-145 0 0,8 7-450 0 0,7-53 434 0 0,0-1 0 0 0,0 1 0 0 0,0 0 0 0 0,-1 0 0 0 0,1 0 0 0 0,0 0 0 0 0,-1-1 0 0 0,1 1-1 0 0,-1 0 1 0 0,0 0 0 0 0,1-1 0 0 0,-1 1 0 0 0,-2 2 0 0 0,-8 4-5740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6:37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9 304 0 0,'0'0'1424'0'0,"-12"-6"2650"0"0,6 4-2075 0 0,10 3-1084 0 0,43 11-755 0 0,0-2 0 0 0,2-1-1 0 0,-1-3 1 0 0,75 0 0 0 0,-22 0-3 0 0,115 8 99 0 0,185 20 31 0 0,-372-31-262 0 0,-7-1 35 0 0,0 1 1 0 0,23 7 0 0 0,-43-10-5 0 0,10 1 73 0 0,-6 0-63 0 0,-8 1-185 0 0,-24 6-410 0 0,0-2-1 0 0,-51 6 1 0 0,-14-5-4553 0 0,70-6 2898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6:43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70 532 0 0,'15'-39'6068'0'0,"-15"38"-5662"0"0,14-29 4064 0 0,13 174-2377 0 0,-21-72-1788 0 0,-3 109 0 0 0,-4-106 261 0 0,-1-39 1 0 0,1 8 1027 0 0,1-42-312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6:50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0 404 0 0,'0'0'5701'0'0,"5"2"-5614"0"0,89 16 146 0 0,0-3 0 0 0,102 2 0 0 0,199-10-331 0 0,-391-7 96 0 0,527 9-583 0 0,-81 0 472 0 0,-192 14 63 0 0,0 0 68 0 0,424 21-36 0 0,202 9 14 0 0,-575-30 46 0 0,231 11-51 0 0,-16 5 23 0 0,-122-7 5 0 0,62 2-82 0 0,361 15 122 0 0,13-38-44 0 0,-279-9 24 0 0,313-16-79 0 0,-371 4 104 0 0,931 11-93 0 0,1097 30 764 0 0,-1500-4-195 0 0,479 34 158 0 0,-1169-38-613 0 0,254 8 28 0 0,-130-15-35 0 0,-66-1-18 0 0,-106-5-29 0 0,176 2 29 0 0,-40-7 1 0 0,-159 1-3 0 0,628 14 126 0 0,-659-9-140 0 0,169 2 50 0 0,353-4 100 0 0,-557-8-82 0 0,284-5 243 0 0,383-26 306 0 0,-123 14 1 0 0,-603 14-479 0 0,862-18 347 0 0,-33 9-310 0 0,-806 10-129 0 0,161 2-17 0 0,-198 0-65 0 0,-59-2-2 0 0,-1 3 0 0 0,119 19 0 0 0,-142-14 1 0 0,76 2 1 0 0,-15-1-3 0 0,43-4-7 0 0,-106-5 0 0 0,80 9 0 0 0,113 15 151 0 0,-152-17 160 0 0,79 5 1102 0 0,-157-11-1332 0 0,29 0 619 0 0,-1 1 1 0 0,59 9-1 0 0,-80-7-464 0 0,-1-2 0 0 0,1 0-1 0 0,21-1 1 0 0,24 2 363 0 0,13 4-66 0 0,-44-5-2999 0 0,-22-8 619 0 0,-33-12-9151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7:11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385 13 256 0 0,'0'0'1112'0'0,"-5"-10"-55"0"0,5 10-989 0 0,-1 0 0 0 0,1 0 1 0 0,0 0-1 0 0,0 1 0 0 0,0-1 0 0 0,0 0 0 0 0,0 0 1 0 0,0 0-1 0 0,0 0 0 0 0,0 0 0 0 0,-1 0 0 0 0,1 0 0 0 0,0 0 1 0 0,0 0-1 0 0,0 0 0 0 0,0 0 0 0 0,0 0 0 0 0,-1 1 1 0 0,1-1-1 0 0,0 0 0 0 0,0 0 0 0 0,0 0 0 0 0,0 0 1 0 0,0 0-1 0 0,0 0 0 0 0,-1 0 0 0 0,1 0 0 0 0,0-1 1 0 0,0 1-1 0 0,0 0 0 0 0,0 0 0 0 0,0 0 0 0 0,-1 0 0 0 0,1 0 1 0 0,0 0-1 0 0,0 0 0 0 0,0 0 0 0 0,0 0 0 0 0,0 0 1 0 0,0 0-1 0 0,0 0 0 0 0,-1-1 0 0 0,1 1 0 0 0,0 0 1 0 0,0 0-1 0 0,0 0 0 0 0,0 0 0 0 0,0 0 0 0 0,0 0 1 0 0,0 0-1 0 0,0-1 0 0 0,0 1 0 0 0,0 0 0 0 0,0 0 0 0 0,0 0 1 0 0,0 0-1 0 0,0 0 0 0 0,0-1 0 0 0,0 1 0 0 0,0 0 1 0 0,-7 118 575 0 0,11 144 1 0 0,-1-143-159 0 0,3 35 89 0 0,-5-109-423 0 0,-1 0-1 0 0,-6 47 1 0 0,-1 30 246 0 0,-18 385 771 0 0,-13-163-148 0 0,21-224-791 0 0,-19 99 280 0 0,11-75-156 0 0,16-84-205 0 0,-44 330 1281 0 0,5-11-598 0 0,32-20-180 0 0,2 18 426 0 0,13-323-813 0 0,0-21-74 0 0,5 61 0 0 0,-2-68-78 0 0,-2 47 0 0 0,-1-12 23 0 0,13 102 219 0 0,-11-45-88 0 0,7 121-23 0 0,-3-130-596 0 0,1 316-52 0 0,-17-103 520 0 0,7-176-28 0 0,2 35-3 0 0,-3-96-37 0 0,5-50-28 0 0,-9 48-1 0 0,3 36-78 0 0,-6-55 32 0 0,2 44 137 0 0,-3-70-37 0 0,9-28-66 0 0,3 2 23 0 0,-1 5 71 0 0,-7 4 20 0 0,8-19 93 0 0,1-2-235 0 0,0 0 0 0 0,0 0-1 0 0,0 0 1 0 0,0 1 0 0 0,0-1-1 0 0,0 0 1 0 0,0 0 0 0 0,0 0-1 0 0,0 1 1 0 0,0-1-1 0 0,0 0 1 0 0,0 0 0 0 0,0 0-1 0 0,-1 1 1 0 0,1-1 0 0 0,0 0-1 0 0,0 0 1 0 0,0 0 0 0 0,0 0-1 0 0,0 1 1 0 0,-1-1-1 0 0,1 0 1 0 0,0 0 0 0 0,0 0-1 0 0,0 0 1 0 0,0 0 0 0 0,-1 0-1 0 0,1 0 1 0 0,0 1 0 0 0,0-1-1 0 0,0 0 1 0 0,-1 0 0 0 0,1 0-1 0 0,0 0 1 0 0,0 0-1 0 0,0 0 1 0 0,-1 0 0 0 0,1 0-1 0 0,0 0 1 0 0,0 0 0 0 0,-1 0-1 0 0,1 0 1 0 0,0 0 0 0 0,0 0-1 0 0,0 0 1 0 0,-1-1-1 0 0,1 1 1 0 0,0 0 0 0 0,0 0-1 0 0,0 0 1 0 0,0 0 0 0 0,-1 0-1 0 0,1 0 1 0 0,0 0 0 0 0,0-1-1 0 0,0 1 1 0 0,0 0 0 0 0,0 0-1 0 0,-1 0 1 0 0,1 0-1 0 0,0-1 1 0 0,0 1 0 0 0,-11-18-2961 0 0,3-17-4419 0 0,3 17 3155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9:49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117 221 184 0 0,'-27'-67'10254'0'0,"26"72"-10059"0"0,-9 32 151 0 0,2 1 0 0 0,1 0 0 0 0,-1 56 0 0 0,7-89-329 0 0,-1 15 57 0 0,0 0 33 0 0,0-1 0 0 0,2 0 1 0 0,2 32-1 0 0,-1-33-442 0 0,-7-22-274 0 0,4 1 537 0 0,0 0 0 0 0,0-1 0 0 0,1 1 0 0 0,-1-1 0 0 0,1 0 1 0 0,0 1-1 0 0,0-1 0 0 0,-1-5 0 0 0,-12-99-1129 0 0,8 78 1042 0 0,1 0 1 0 0,2 0-1 0 0,1 0 1 0 0,1-1 0 0 0,6-50-1 0 0,-4 74 154 0 0,0 0 0 0 0,1 0 0 0 0,0 0-1 0 0,0 1 1 0 0,1-1 0 0 0,-1 1 0 0 0,2-1 0 0 0,-1 1 0 0 0,1 0-1 0 0,0 0 1 0 0,0 1 0 0 0,0-1 0 0 0,1 1 0 0 0,0 0 0 0 0,0 0-1 0 0,7-5 1 0 0,-5 6 0 0 0,0 0-1 0 0,0 1 1 0 0,0-1-1 0 0,0 2 1 0 0,0-1-1 0 0,1 1 1 0 0,-1 0-1 0 0,1 0 1 0 0,-1 1-1 0 0,1 0 1 0 0,0 1-1 0 0,0-1 1 0 0,-1 2-1 0 0,1-1 1 0 0,9 2-1 0 0,2 2 14 0 0,1 0 0 0 0,-1 1 0 0 0,0 1 1 0 0,0 1-1 0 0,-1 1 0 0 0,1 0 0 0 0,-2 1 0 0 0,1 1 0 0 0,-2 1 0 0 0,1 0 0 0 0,-1 1 0 0 0,18 19 0 0 0,-19-16 17 0 0,0 1 0 0 0,0 0-1 0 0,-2 2 1 0 0,0-1 0 0 0,-1 2-1 0 0,-1 0 1 0 0,0 0 0 0 0,-2 1-1 0 0,0 0 1 0 0,-1 0 0 0 0,6 26-1 0 0,-13-40-11 0 0,0 0 0 0 0,0 0-1 0 0,0 0 1 0 0,-1 0-1 0 0,0 0 1 0 0,0 1-1 0 0,0-1 1 0 0,-1 0 0 0 0,0 0-1 0 0,0 0 1 0 0,-1 0-1 0 0,0-1 1 0 0,0 1-1 0 0,0 0 1 0 0,-4 6 0 0 0,1-4 48 0 0,0 0 1 0 0,-1-1-1 0 0,0 0 1 0 0,0 1 0 0 0,0-2-1 0 0,-1 1 1 0 0,0-1-1 0 0,-16 10 1 0 0,0-2 178 0 0,-1-2 0 0 0,0 0 0 0 0,0-2 0 0 0,-1 0-1 0 0,-50 10 1 0 0,59-16-162 0 0,0-1 0 0 0,0-1-1 0 0,-1 0 1 0 0,1-2-1 0 0,0 1 1 0 0,-1-2 0 0 0,1 0-1 0 0,0-1 1 0 0,0-1 0 0 0,0-1-1 0 0,0 0 1 0 0,0-1 0 0 0,-15-7-1 0 0,29 11-290 0 0,0 0-1 0 0,0 0 0 0 0,0-1 1 0 0,0 1-1 0 0,0-1 0 0 0,0 1 1 0 0,0-1-1 0 0,0 0 1 0 0,0 0-1 0 0,1 0 0 0 0,-1 0 1 0 0,1 0-1 0 0,0 0 1 0 0,-1 0-1 0 0,1 0 0 0 0,0 0 1 0 0,0-1-1 0 0,1 1 0 0 0,-1 0 1 0 0,0-1-1 0 0,1 1 1 0 0,-1-4-1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9:50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0 528 304 0 0,'17'-1'2915'0'0,"-3"-1"-2070"0"0,0-2 1 0 0,0 1-1 0 0,-1-2 1 0 0,24-10-1 0 0,-31 12-612 0 0,1 0 1 0 0,-1 0-1 0 0,0-1 0 0 0,-1 0 1 0 0,1 0-1 0 0,-1-1 0 0 0,1 1 0 0 0,-1-1 1 0 0,-1-1-1 0 0,1 1 0 0 0,6-10 1 0 0,-10 14-215 0 0,-1 0 1 0 0,1 1-1 0 0,-1-1 1 0 0,1 1-1 0 0,-1-1 1 0 0,1 0 0 0 0,-1 1-1 0 0,0-1 1 0 0,1 0-1 0 0,-1 0 1 0 0,0 1-1 0 0,0-1 1 0 0,0 0-1 0 0,1 0 1 0 0,-1 1 0 0 0,0-1-1 0 0,0 0 1 0 0,0 0-1 0 0,0 1 1 0 0,0-1-1 0 0,0 0 1 0 0,-1 0-1 0 0,1 0 1 0 0,0 1 0 0 0,0-1-1 0 0,0 0 1 0 0,-1 0-1 0 0,1 1 1 0 0,0-1-1 0 0,-1 0 1 0 0,1 1-1 0 0,-1-1 1 0 0,1 0 0 0 0,-1 1-1 0 0,1-1 1 0 0,-1 1-1 0 0,1-1 1 0 0,-1 1-1 0 0,0-1 1 0 0,1 1-1 0 0,-1-1 1 0 0,1 1 0 0 0,-1 0-1 0 0,0-1 1 0 0,0 1-1 0 0,0-1 1 0 0,-1 1-12 0 0,0 0 1 0 0,0 0-1 0 0,0 0 0 0 0,1 0 1 0 0,-1 0-1 0 0,0 0 0 0 0,0 1 1 0 0,0-1-1 0 0,1 1 1 0 0,-1-1-1 0 0,0 1 0 0 0,1 0 1 0 0,-1-1-1 0 0,0 1 0 0 0,1 0 1 0 0,-1 0-1 0 0,1 0 1 0 0,-1 0-1 0 0,1 0 0 0 0,0 1 1 0 0,-3 1-1 0 0,3-1-7 0 0,-1-1-1 0 0,1 1 1 0 0,0 0 0 0 0,-1 0 0 0 0,1-1-1 0 0,0 1 1 0 0,0 0 0 0 0,0 0 0 0 0,0 0-1 0 0,1 1 1 0 0,-1-1 0 0 0,1 0-1 0 0,-1 0 1 0 0,1 0 0 0 0,-1 0 0 0 0,1 1-1 0 0,0-1 1 0 0,0 0 0 0 0,0 0 0 0 0,1 0-1 0 0,-1 1 1 0 0,0-1 0 0 0,1 0-1 0 0,-1 0 1 0 0,1 0 0 0 0,0 0 0 0 0,0 0-1 0 0,0 0 1 0 0,0 0 0 0 0,0 0 0 0 0,0 0-1 0 0,0 0 1 0 0,1-1 0 0 0,-1 1-1 0 0,1 0 1 0 0,-1-1 0 0 0,1 1 0 0 0,0-1-1 0 0,0 0 1 0 0,-1 1 0 0 0,4 0-1 0 0,0 2-6 0 0,0-1 0 0 0,1 1 0 0 0,-1-2 0 0 0,1 1 0 0 0,0 0 0 0 0,0-1 0 0 0,0 0 0 0 0,0-1-1 0 0,0 1 1 0 0,0-1 0 0 0,0 0 0 0 0,0-1 0 0 0,1 1 0 0 0,7-2 0 0 0,-2-1-13 0 0,1-1 0 0 0,-1 0 0 0 0,0-1 0 0 0,0 0-1 0 0,0-1 1 0 0,-1-1 0 0 0,1 0 0 0 0,-1 0 0 0 0,-1-1 0 0 0,1 0 0 0 0,-1-1 0 0 0,-1 0 0 0 0,1-1 0 0 0,-1 0 0 0 0,-1 0 0 0 0,1-1 0 0 0,11-19 0 0 0,-12 16 26 0 0,-1 0-1 0 0,-1 0 1 0 0,0-1 0 0 0,0 0-1 0 0,-2 0 1 0 0,0 0 0 0 0,0 0-1 0 0,-1-1 1 0 0,-1 1 0 0 0,0-1-1 0 0,-1 0 1 0 0,-1 1 0 0 0,0-1-1 0 0,-1 0 1 0 0,-4-17 0 0 0,5 27 7 0 0,-3-14 297 0 0,-1-1-1 0 0,-1 1 1 0 0,-1 0-1 0 0,0 0 1 0 0,-15-29-1 0 0,20 46-156 0 0,1 2-141 0 0,0 0 0 0 0,0 0 0 0 0,0 1 1 0 0,0-1-1 0 0,0 0 0 0 0,0 0 0 0 0,0 0 1 0 0,0 0-1 0 0,0 0 0 0 0,0 0 1 0 0,0 0-1 0 0,0 0 0 0 0,0 0 0 0 0,-1 0 1 0 0,1 0-1 0 0,0 0 0 0 0,0 0 1 0 0,0 0-1 0 0,0 0 0 0 0,0 0 0 0 0,0 0 1 0 0,0 0-1 0 0,0 0 0 0 0,0 0 1 0 0,0 0-1 0 0,-1 0 0 0 0,1 0 0 0 0,0 0 1 0 0,0 0-1 0 0,0 0 0 0 0,0 0 0 0 0,0 0 1 0 0,0 0-1 0 0,0 0 0 0 0,0 0 1 0 0,0 0-1 0 0,-1 0 0 0 0,1 0 0 0 0,0 0 1 0 0,0 0-1 0 0,0 0 0 0 0,0 0 1 0 0,0 0-1 0 0,0 0 0 0 0,0-1 0 0 0,0 1 1 0 0,0 0-1 0 0,-9 19 122 0 0,-4 30-91 0 0,11-7 120 0 0,3 0 0 0 0,1 1 0 0 0,9 43 0 0 0,1 26 178 0 0,3-16 60 0 0,-15-94-414 0 0,0 3 136 0 0,0 1-2082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9:50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32 708 0 0,'0'0'3790'0'0,"6"-1"-2891"0"0,33-5 1182 0 0,27-5 1015 0 0,97-3 0 0 0,-119 20-2368 0 0,-42-6-681 0 0,7-1 53 0 0,-19 10-4411 0 0,-17 3-925 0 0,17-10 2426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9:52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130 142 616 0 0,'-6'-6'10046'0'0,"-15"99"-9139"0"0,-43 117 0 0 0,31-122 508 0 0,32-86 123 0 0,0-9-1355 0 0,-1-16-44 0 0,1-1-1 0 0,1 0 1 0 0,1 0-1 0 0,6-38 1 0 0,27-100 48 0 0,-33 156-176 0 0,-1 4-31 0 0,1 0 0 0 0,-1 0 0 0 0,0-1 0 0 0,1 1 0 0 0,-1 0 0 0 0,1 0 0 0 0,0 0 0 0 0,0 0 0 0 0,0 0 0 0 0,0 0 0 0 0,0 0 0 0 0,0 0 0 0 0,1 0 0 0 0,-1 1 0 0 0,0-1 0 0 0,1 0 0 0 0,0 1 0 0 0,-1-1 0 0 0,1 1 0 0 0,0-1 0 0 0,0 1 0 0 0,0 0 0 0 0,-1 0 0 0 0,1 0 0 0 0,1 0 0 0 0,-1 0 0 0 0,0 1 0 0 0,0-1 0 0 0,0 0 0 0 0,3 1 0 0 0,-2 0-19 0 0,1 1 0 0 0,0-1 0 0 0,-1 1 0 0 0,1 0 0 0 0,0 0 0 0 0,-1 1 0 0 0,1-1 0 0 0,-1 1 0 0 0,0 0 0 0 0,0 0 0 0 0,1 0 0 0 0,-1 0 0 0 0,0 0 0 0 0,-1 1 0 0 0,1-1-1 0 0,4 7 1 0 0,121 158-379 0 0,-38-44 256 0 0,-67-96 612 0 0,-22-27 278 0 0,6-7-611 0 0,0 0 0 0 0,0-1 0 0 0,-1 0-1 0 0,1 0 1 0 0,-2 0 0 0 0,1-1 0 0 0,4-11 0 0 0,4-18-4 0 0,-1 0 0 0 0,-2 0 1 0 0,-2-1-1 0 0,-1 0 1 0 0,-2-1-1 0 0,-2 0 1 0 0,-1-44-1 0 0,6 26-684 0 0,-9 57 243 0 0,0-6-408 0 0,1 5-183 0 0,7 18-3782 0 0,7 16-718 0 0,-9-23 2614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9:53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27 648 0 0,'0'0'1585'0'0,"-5"-3"-851"0"0,5 2-577 0 0,-1 0-18 0 0,0-1-1 0 0,-1 1 1 0 0,1-1 0 0 0,-1 1-1 0 0,1-1 1 0 0,-1 1-1 0 0,1 0 1 0 0,-1 0-1 0 0,0 0 1 0 0,0 0 0 0 0,-3-2-1 0 0,1 4-7 0 0,1 0 0 0 0,-1 0 0 0 0,1 0 0 0 0,0 1 0 0 0,-1-1 0 0 0,1 1 0 0 0,0 0 0 0 0,0 0 0 0 0,0 0 0 0 0,0 0 0 0 0,0 0 0 0 0,0 1 0 0 0,-3 3 0 0 0,-32 38 855 0 0,32-37-869 0 0,2 1-1 0 0,-1 0 1 0 0,1-1 0 0 0,0 1 0 0 0,1 1 0 0 0,0-1 0 0 0,0 0 0 0 0,1 1 0 0 0,-3 17-1 0 0,5-22-79 0 0,-1 0-1 0 0,1 0 0 0 0,0 0 1 0 0,0 0-1 0 0,0 0 0 0 0,1 0 0 0 0,0 0 1 0 0,-1 0-1 0 0,1 0 0 0 0,1 0 0 0 0,-1-1 1 0 0,0 1-1 0 0,1 0 0 0 0,0-1 1 0 0,0 1-1 0 0,0-1 0 0 0,0 1 0 0 0,1-1 1 0 0,-1 0-1 0 0,1 0 0 0 0,0 0 0 0 0,0-1 1 0 0,0 1-1 0 0,3 2 0 0 0,-4-4 21 0 0,0 1 0 0 0,0-1 0 0 0,0 0 0 0 0,0 0 0 0 0,1 0 0 0 0,-1 0 0 0 0,0 0 0 0 0,0-1 0 0 0,1 1 0 0 0,-1-1 1 0 0,0 1-1 0 0,1-1 0 0 0,-1 0 0 0 0,0 0 0 0 0,1 0 0 0 0,-1 0 0 0 0,0 0 0 0 0,1-1 0 0 0,-1 1 0 0 0,0-1 0 0 0,0 0 0 0 0,1 1 0 0 0,-1-1 0 0 0,0 0 0 0 0,0 0 0 0 0,0 0 0 0 0,0-1 0 0 0,0 1 0 0 0,0 0 0 0 0,0-1 0 0 0,0 1 0 0 0,-1-1 0 0 0,1 0 0 0 0,0 1 0 0 0,-1-1 0 0 0,0 0 0 0 0,1 0 0 0 0,1-4 0 0 0,1 0 74 0 0,-1 0-1 0 0,0 0 0 0 0,0-1 1 0 0,-1 1-1 0 0,0-1 0 0 0,0 0 1 0 0,0 0-1 0 0,-1 0 0 0 0,0 1 1 0 0,0-1-1 0 0,0-12 1 0 0,-3 10-91 0 0,0 0 1 0 0,0 0-1 0 0,-1 0 1 0 0,0 0-1 0 0,0 1 1 0 0,-1 0 0 0 0,0-1-1 0 0,-1 2 1 0 0,0-1-1 0 0,0 0 1 0 0,0 1-1 0 0,-1 0 1 0 0,0 0-1 0 0,-1 1 1 0 0,0-1 0 0 0,1 1-1 0 0,-2 1 1 0 0,-12-9-1 0 0,19 14-111 0 0,0-1 0 0 0,0 1 0 0 0,0-1 0 0 0,1 1 1 0 0,-1 0-1 0 0,0-1 0 0 0,0 1 0 0 0,0 0 0 0 0,0 0 0 0 0,0 0 0 0 0,0 0 0 0 0,0 0 0 0 0,0 0 0 0 0,0 0 0 0 0,0 0 0 0 0,0 0 0 0 0,0 0 0 0 0,0 0 0 0 0,0 0 0 0 0,0 1 0 0 0,0-1 0 0 0,0 0 0 0 0,1 1 0 0 0,-1-1 0 0 0,0 1 0 0 0,0-1 0 0 0,0 1 1 0 0,0-1-1 0 0,1 1 0 0 0,-1 0 0 0 0,0-1 0 0 0,1 1 0 0 0,-1 0 0 0 0,0 0 0 0 0,1 0 0 0 0,-1-1 0 0 0,0 3 0 0 0,-9 29-6690 0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9:53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39 168 0 0,'0'0'921'0'0,"10"-2"3806"0"0,-2 15-4342 0 0,0 0 0 0 0,0 0 0 0 0,1-1 0 0 0,1 0 0 0 0,0-1 0 0 0,1 0 0 0 0,0 0 0 0 0,21 14 0 0 0,-32-24-293 0 0,1-1 1 0 0,0 1-1 0 0,0 0 1 0 0,0-1-1 0 0,-1 1 1 0 0,1-1-1 0 0,0 1 1 0 0,0-1-1 0 0,0 1 1 0 0,0-1-1 0 0,0 0 1 0 0,0 1-1 0 0,0-1 1 0 0,0 0-1 0 0,0 0 1 0 0,0 0-1 0 0,0 0 1 0 0,0 0-1 0 0,0 0 1 0 0,0 0-1 0 0,0 0 1 0 0,0 0-1 0 0,0 0 1 0 0,0-1-1 0 0,0 1 1 0 0,0 0-1 0 0,0-1 1 0 0,0 1-1 0 0,0-1 1 0 0,0 1-1 0 0,1-2 1 0 0,0 0 32 0 0,-1 0-1 0 0,0 0 1 0 0,1 0 0 0 0,-1-1-1 0 0,0 1 1 0 0,0-1 0 0 0,0 1-1 0 0,0 0 1 0 0,-1-1-1 0 0,1 0 1 0 0,0 1 0 0 0,-1-4-1 0 0,1-5 174 0 0,0 0 0 0 0,-1 0 0 0 0,-1 0 0 0 0,1-1 0 0 0,-4-12 0 0 0,2 17-801 0 0,-3-15 2209 0 0,4 14-4178 0 0,1 0-3942 0 0,-2 12 3397 0 0,-10 14 232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9:54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3 104 0 0,'0'0'971'0'0,"7"-3"448"0"0,-2 5 2309 0 0,11 13-2834 0 0,-1 1 0 0 0,0 0 1 0 0,22 34-1 0 0,-36-48-819 0 0,0-1 0 0 0,0 0 0 0 0,0 0 0 0 0,0 0 0 0 0,0 0 0 0 0,0 0 0 0 0,0 0 0 0 0,1 0 0 0 0,-1 0 0 0 0,0 0 0 0 0,1 0 0 0 0,-1 0 0 0 0,0-1 1 0 0,1 1-1 0 0,-1-1 0 0 0,1 1 0 0 0,-1-1 0 0 0,1 0 0 0 0,-1 1 0 0 0,1-1 0 0 0,-1 0 0 0 0,1 0 0 0 0,-1 0 0 0 0,1 0 0 0 0,-1 0 0 0 0,1 0 0 0 0,-1-1 0 0 0,3 0 0 0 0,47-18 296 0 0,-29 10 76 0 0,-16 7-317 0 0,1 0 1 0 0,-1 1-1 0 0,1-1 1 0 0,-1 1-1 0 0,1 1 1 0 0,0 0 0 0 0,-1 0-1 0 0,1 0 1 0 0,-1 0-1 0 0,11 3 1 0 0,-15-2-226 0 0,1-1 0 0 0,0 1 0 0 0,-1 0 0 0 0,1 0 1 0 0,-1 1-1 0 0,1-1 0 0 0,-1 1 0 0 0,1-1 0 0 0,-1 1 0 0 0,0 0 0 0 0,4 3 0 0 0,-5-3-390 0 0,1 0 1 0 0,-1 0-1 0 0,0 0 0 0 0,1 0 1 0 0,-1 1-1 0 0,0-1 0 0 0,0 0 1 0 0,0 1-1 0 0,-1-1 0 0 0,1 0 1 0 0,-1 1-1 0 0,1-1 0 0 0,-1 1 1 0 0,0-1-1 0 0,0 3 0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7:26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16 420 0 0,'0'0'1179'0'0,"-22"-15"5571"0"0,33 20-6716 0 0,1 0 0 0 0,0-1 1 0 0,0 0-1 0 0,0-1 0 0 0,1 0 0 0 0,-1-1 1 0 0,16 1-1 0 0,100-1 146 0 0,-24-2-86 0 0,1029 60 323 0 0,-637-45-306 0 0,154 15 117 0 0,-241-13-148 0 0,-189-6-35 0 0,1 0 15 0 0,-157-11 44 0 0,-62 1-67 0 0,18 0 621 0 0,-19-1-759 0 0,-1-1-1 0 0,1 1 1 0 0,-1 0-1 0 0,1 0 0 0 0,-1 0 1 0 0,1 0-1 0 0,-1 0 1 0 0,1 0-1 0 0,-1 0 0 0 0,1 0 1 0 0,-1 0-1 0 0,1 0 1 0 0,-1 0-1 0 0,1 0 1 0 0,-1 0-1 0 0,1 0 0 0 0,-1 1 1 0 0,1-1-1 0 0,-1 0 1 0 0,0 0-1 0 0,1 0 0 0 0,-1 1 1 0 0,1-1-1 0 0,-1 0 1 0 0,1 1-1 0 0,-1-1 0 0 0,0 0 1 0 0,1 1-1 0 0,-1-1 1 0 0,0 0-1 0 0,0 1 0 0 0,1-1 1 0 0,-1 1-1 0 0,-13 11-2617 0 0,9-9 207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7:34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57 196 0 0,'0'0'1267'0'0,"-13"-44"2054"0"0,12 43-3137 0 0,-13-11 1965 0 0,8 191-2042 0 0,7-128-76 0 0,-1 28 0 0 0,-3 200 264 0 0,-8-105 112 0 0,-3 116 486 0 0,0 79-147 0 0,18 0 87 0 0,1-159-425 0 0,-12 41 399 0 0,1-9 260 0 0,2 47-333 0 0,-8-195-574 0 0,7-60-56 0 0,-3 54 0 0 0,5 89 313 0 0,0 81 166 0 0,7 177 187 0 0,-4-291-547 0 0,-2-103-136 0 0,1-23-46 0 0,1-1 0 0 0,1 1-1 0 0,2 19 1 0 0,-1-15 56 0 0,0 1-1 0 0,-2-1 1 0 0,-4 41 0 0 0,0 8 135 0 0,1 289 628 0 0,0-186-1072 0 0,2 127 413 0 0,-4-214-77 0 0,0-28-84 0 0,-4 192 148 0 0,9-221-172 0 0,1 11 70 0 0,-7 49-1 0 0,-5-43-94 0 0,9-39 11 0 0,0 0 0 0 0,0 0-1 0 0,0 1 1 0 0,1-1 0 0 0,1 0-1 0 0,-1 11 1 0 0,0 4-4 0 0,-1-1 0 0 0,-7 30 1 0 0,-2 20 131 0 0,7-46 51 0 0,1-15-144 0 0,2 0 29 0 0,1-10-59 0 0,-1 2-126 0 0,1-1 0 0 0,-1 1 0 0 0,0-1 0 0 0,0 0 0 0 0,0 1 0 0 0,0-1 1 0 0,0 0-1 0 0,0 0 0 0 0,-1 0 0 0 0,1 0 0 0 0,-1 0 0 0 0,1 0 0 0 0,-1 0 0 0 0,-3 2 0 0 0,4-5 52 0 0,0 0 0 0 0,1 0 0 0 0,-1 0 0 0 0,0 0 0 0 0,1 0-1 0 0,-1 0 1 0 0,1 0 0 0 0,0-1 0 0 0,-1 1 0 0 0,1 0 0 0 0,0 0 0 0 0,0-1 0 0 0,0 1 0 0 0,0 0-1 0 0,0 0 1 0 0,0-1 0 0 0,0 1 0 0 0,0 0 0 0 0,0-2 0 0 0,10-83-4558 0 0,2 46 550 0 0,1-3 312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8:30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56 0 0,'0'0'69'0'0,"36"-9"651"0"0,-27 8-694 0 0,-6 0 20 0 0,2 1 41 0 0,0-1 0 0 0,0-1-1 0 0,0 1 1 0 0,1-1 0 0 0,-2 0-1 0 0,1 0 1 0 0,0 0 0 0 0,0-1-1 0 0,-1 0 1 0 0,6-4 0 0 0,-8 6-8 0 0,23 0 141 0 0,-18 1-170 0 0,0-1-1 0 0,1 1 0 0 0,-1 0 0 0 0,0 1 1 0 0,0-1-1 0 0,1 1 0 0 0,10 4 0 0 0,-9-3-16 0 0,0 1 0 0 0,0-1 0 0 0,0-1 0 0 0,0 0-1 0 0,15 0 1 0 0,3 1 29 0 0,279 45 85 0 0,399 29-143 0 0,-444-53-22 0 0,-30 4 39 0 0,186 11 12 0 0,296-3 41 0 0,-498-31-150 0 0,293 11 166 0 0,23 20 12 0 0,572 0 459 0 0,-433-17-234 0 0,462-1-116 0 0,117-28-80 0 0,-553-7-209 0 0,364-5 193 0 0,1016 16 1014 0 0,-916-7-424 0 0,15 37-220 0 0,-848-13-319 0 0,221 23 154 0 0,-52-1-77 0 0,157 10 161 0 0,3 0-29 0 0,251 5 225 0 0,-459-21-160 0 0,410 15 67 0 0,200 11 46 0 0,-1029-50-535 0 0,217 12 134 0 0,128 11 171 0 0,-220-12-117 0 0,11-2 94 0 0,75 7 659 0 0,-211-16-491 0 0,1-2 0 0 0,0-1 0 0 0,-1-2 1 0 0,55-11-1 0 0,-10-3-186 0 0,-73 17-559 0 0,-7 2-2181 0 0,-13 3 1134 0 0,-1 0 0 0 0,1-2-1 0 0,-1 0 1 0 0,-33 0 0 0 0,-18-3-1839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8:33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16 0 0,'0'0'4356'0'0,"44"5"-4137"0"0,231 7 108 0 0,-9-2-258 0 0,115-7-29 0 0,-184-7 11 0 0,143-5-39 0 0,-150 3-48 0 0,516 1 64 0 0,-555 11-45 0 0,-49 0 20 0 0,407 21-2 0 0,-348-24 28 0 0,145 6 41 0 0,409 24 905 0 0,-543-27-858 0 0,338 31 143 0 0,42 1-147 0 0,-135-20 160 0 0,-315-12-205 0 0,195 5 73 0 0,254 3 74 0 0,-182-1-94 0 0,127 4 40 0 0,-8-22 212 0 0,-135-2 149 0 0,244 10 238 0 0,499 15 181 0 0,-697-12-676 0 0,548 3 260 0 0,-559 3-341 0 0,-131-2-102 0 0,232 14 96 0 0,-324-14-110 0 0,169 11 101 0 0,739 33 414 0 0,-348-22-142 0 0,42 16-146 0 0,-425-19-256 0 0,299 17 65 0 0,-185-7-24 0 0,-216-14-38 0 0,1518 123 424 0 0,-843-72-246 0 0,-156-12-94 0 0,-245-40 42 0 0,-392-20-134 0 0,15-1-30 0 0,107 6 42 0 0,180 24 536 0 0,-224-29 1055 0 0,-134-4-1064 0 0,-63 0-494 0 0,58-4 305 0 0,12-3 36 0 0,-70 7-357 0 0,7-3-328 0 0,-6 3-159 0 0,-10 2-1889 0 0,-146 29-4723 0 0,135-28 5959 0 0,-63 9-2833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8:40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1 133 392 0 0,'7'-44'5519'0'0,"-6"42"-4673"0"0,21-23 2487 0 0,-3 16-3109 0 0,0 0 1 0 0,1 2 0 0 0,0 0 0 0 0,1 1 0 0 0,-1 1-1 0 0,35-4 1 0 0,130 0 532 0 0,-174 9-710 0 0,-1 1 0 0 0,0 0-1 0 0,0 1 1 0 0,11 2-1 0 0,-18-3-40 0 0,-1-1-1 0 0,1 1 0 0 0,-1 0 0 0 0,0-1 1 0 0,0 1-1 0 0,1 0 0 0 0,-1 0 0 0 0,0 1 1 0 0,0-1-1 0 0,0 0 0 0 0,0 1 0 0 0,0-1 0 0 0,0 1 1 0 0,-1 0-1 0 0,1-1 0 0 0,0 1 0 0 0,-1 0 1 0 0,1 0-1 0 0,-1 0 0 0 0,0 0 0 0 0,0 0 1 0 0,1 3-1 0 0,-2-3-2 0 0,0 1-1 0 0,0-1 1 0 0,-1 0 0 0 0,1 0-1 0 0,-1 0 1 0 0,1 1 0 0 0,-1-1 0 0 0,0 0-1 0 0,0 0 1 0 0,0 0 0 0 0,0 0-1 0 0,0 0 1 0 0,-1 0 0 0 0,1-1 0 0 0,0 1-1 0 0,-3 2 1 0 0,-24 25 30 0 0,-7-2 17 0 0,25-20-125 0 0,1 0 1 0 0,0 1 0 0 0,1-1-1 0 0,-15 18 1 0 0,22-23 1 0 0,0-2 69 0 0,1 0 1 0 0,0 0 0 0 0,0 0 0 0 0,0 1-1 0 0,0-1 1 0 0,0 0 0 0 0,-1 0-1 0 0,1 0 1 0 0,0 1 0 0 0,0-1-1 0 0,0 0 1 0 0,0 0 0 0 0,0 0-1 0 0,0 1 1 0 0,0-1 0 0 0,0 0-1 0 0,0 0 1 0 0,0 1 0 0 0,0-1-1 0 0,0 0 1 0 0,0 0 0 0 0,0 1-1 0 0,0-1 1 0 0,0 0 0 0 0,0 0-1 0 0,0 0 1 0 0,0 1 0 0 0,0-1-1 0 0,0 0 1 0 0,0 0 0 0 0,0 1-1 0 0,0-1 1 0 0,1 0 0 0 0,-1 0-1 0 0,0 0 1 0 0,0 1 0 0 0,0-1-1 0 0,0 0 1 0 0,1 0 0 0 0,-1 0-1 0 0,0 0 1 0 0,0 0 0 0 0,0 1-1 0 0,0-1 1 0 0,1 0 0 0 0,-1 0-1 0 0,11 14-59 0 0,-9-12 55 0 0,11 6-33 0 0,0-1 0 0 0,0 0 0 0 0,28 9 0 0 0,-28-12 14 0 0,-1 1 1 0 0,0 0-1 0 0,0 1 1 0 0,-1 0 0 0 0,20 15-1 0 0,-29-20 14 0 0,0 1 0 0 0,0 0-1 0 0,0-1 1 0 0,0 1 0 0 0,0 0 0 0 0,0 0-1 0 0,-1 0 1 0 0,1 0 0 0 0,-1 0 0 0 0,0 0-1 0 0,1 0 1 0 0,-1 0 0 0 0,0 1 0 0 0,0-1-1 0 0,0 1 1 0 0,-1-1 0 0 0,1 0 0 0 0,-1 1-1 0 0,1-1 1 0 0,-1 1 0 0 0,0 0 0 0 0,0-1 0 0 0,0 1-1 0 0,0 3 1 0 0,-2-2 6 0 0,1-1 1 0 0,-1 0-1 0 0,1 0 0 0 0,-1 0 1 0 0,0-1-1 0 0,0 1 0 0 0,0 0 1 0 0,0-1-1 0 0,0 1 1 0 0,-1-1-1 0 0,1 0 0 0 0,-1 1 1 0 0,0-1-1 0 0,0 0 0 0 0,1-1 1 0 0,-1 1-1 0 0,-6 2 0 0 0,-10 4 26 0 0,-1-1-1 0 0,1-1 1 0 0,-1 0-1 0 0,0-2 1 0 0,-35 4-1 0 0,-101-2-493 0 0,149-6 381 0 0,5 0-824 0 0,-8-3-4058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8:44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651 15 280 0 0,'0'0'862'0'0,"0"-14"3973"0"0,0 14-4806 0 0,0 0 0 0 0,-1 0 1 0 0,1 0-1 0 0,-1 0 1 0 0,1 0-1 0 0,0 0 1 0 0,-1-1-1 0 0,1 1 0 0 0,-1 0 1 0 0,1 0-1 0 0,0 1 1 0 0,-1-1-1 0 0,1 0 1 0 0,-1 0-1 0 0,1 0 0 0 0,0 0 1 0 0,-1 0-1 0 0,1 0 1 0 0,0 0-1 0 0,-1 1 1 0 0,1-1-1 0 0,-1 0 1 0 0,1 0-1 0 0,0 1 0 0 0,-1-1 1 0 0,1 0-1 0 0,0 0 1 0 0,0 1-1 0 0,-1-1 1 0 0,1 0-1 0 0,0 1 0 0 0,0-1 1 0 0,-1 0-1 0 0,1 1 1 0 0,0-1-1 0 0,0 1 1 0 0,0-1-1 0 0,0 0 0 0 0,0 1 1 0 0,0-1-1 0 0,-1 1 1 0 0,-16 34 203 0 0,-9 40-289 0 0,13-26 130 0 0,2 1-1 0 0,-7 74 1 0 0,-10 27 369 0 0,19-55-215 0 0,-23 182 711 0 0,17-163-142 0 0,2 151 1 0 0,10-175-538 0 0,-26 417 942 0 0,2-147-465 0 0,4-52 207 0 0,15-181-487 0 0,-12 104 301 0 0,-5 95 490 0 0,19-207-779 0 0,-22 124 0 0 0,5 15 157 0 0,20-211-498 0 0,3 207 567 0 0,3-104-290 0 0,-3-127-417 0 0,-19 450-394 0 0,6-190 968 0 0,15-204-441 0 0,0-36-5 0 0,-4 48 0 0 0,-8 127 586 0 0,9-202-720 0 0,-3 27 359 0 0,-2 0 0 0 0,-1-1 0 0 0,-18 56 0 0 0,-29 72 295 0 0,42-117-566 0 0,7-29-6 0 0,-1-1-1 0 0,-1 1 1 0 0,-17 40-1 0 0,4-6-52 0 0,18-47-5 0 0,0-5 0 0 0,0 1 1 0 0,0-1-1 0 0,0 0 0 0 0,-1 0 0 0 0,0 0 0 0 0,-7 12 0 0 0,9-17 5 0 0,-9 30-14 0 0,8-26 59 0 0,-1 0 1 0 0,1-1 0 0 0,1 1-1 0 0,-1 0 1 0 0,1 0-1 0 0,-1 7 1 0 0,0-8 57 0 0,2-27-667 0 0,0 20 522 0 0,0-10-1580 0 0,1 0 1 0 0,1 0 0 0 0,0 1-1 0 0,0-1 1 0 0,8-19 0 0 0,-5 15-2148 0 0,4-12-1467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9:15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0 193 64 0 0,'7'-21'1540'0'0,"0"0"0"0"0,2 1 1 0 0,11-21-1 0 0,13-31 2499 0 0,-32 71-3754 0 0,4-10 304 0 0,-1 6-129 0 0,-4 8 384 0 0,-6 31-801 0 0,-1-1-1 0 0,-15 40 1 0 0,8-29-19 0 0,-1 14-209 0 0,15-56 128 0 0,10 16-414 0 0,0-15 381 0 0,1-1 0 0 0,-1 0 0 0 0,1-1 0 0 0,-1 0 0 0 0,1 0 0 0 0,-1-2 0 0 0,1 1 0 0 0,12-3 0 0 0,-16 2 36 0 0,0 0 0 0 0,-1 0 0 0 0,1-1 0 0 0,0 0 0 0 0,-1-1 1 0 0,1 0-1 0 0,-1 0 0 0 0,0 0 0 0 0,0 0 0 0 0,0-1 0 0 0,0 0 1 0 0,-1 0-1 0 0,10-10 0 0 0,-8 4 58 0 0,-1 1 0 0 0,1-1-1 0 0,-2 0 1 0 0,0 0 0 0 0,7-20 0 0 0,-11 29 144 0 0,-9 20 130 0 0,-11 32-900 0 0,-20 80 1 0 0,8-23-4672 0 0,22-81 2911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9:20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0 232 0 0,'0'0'3442'0'0,"4"0"-3432"0"0,106 11 147 0 0,16 0-42 0 0,91 5-84 0 0,-55-3 7 0 0,386 10 11 0 0,-419-16-31 0 0,343 26-88 0 0,-217-9 38 0 0,365-6-34 0 0,-51 11 31 0 0,-266-6 20 0 0,-62-6 48 0 0,-65-3-62 0 0,146 11 88 0 0,120 5-153 0 0,-94-6 81 0 0,447 14-299 0 0,-496-25 175 0 0,-63-2 82 0 0,-154-6 35 0 0,727 18-322 0 0,-442-21 352 0 0,-118 7-14 0 0,-38 1-146 0 0,508 4-158 0 0,-490-8 227 0 0,65 0 54 0 0,50-3-35 0 0,-2 1 74 0 0,158 0-23 0 0,-497-4 10 0 0,918 23 166 0 0,44-22 316 0 0,52-30 343 0 0,-134 17-675 0 0,-433 13-89 0 0,177 7 192 0 0,-262 4-159 0 0,-95-1 5 0 0,245-4 136 0 0,-69 11 19 0 0,-41-9-102 0 0,-192-3-124 0 0,655 30 6 0 0,-500-18 11 0 0,375-7 384 0 0,-633-11-342 0 0,534 12 441 0 0,-250-3-16 0 0,215 9-32 0 0,146-5-1 0 0,-619-13-385 0 0,543-15 399 0 0,75-3 223 0 0,-468 8-396 0 0,496-3 469 0 0,-552 9-542 0 0,55 2-16 0 0,-8 3-117 0 0,-130-3-51 0 0,188 14 272 0 0,-1 0 537 0 0,50 6-371 0 0,-223-8-702 0 0,150-3 1183 0 0,-280-7-678 0 0,52-10 0 0 0,13 0 444 0 0,-59 2-373 0 0,-13 1-48 0 0,-7 6 19 0 0,-17 0-603 0 0,4-3 724 0 0,-11 2-3696 0 0,-105-1-3685 0 0,67 3 3697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9:25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272 132 88 0 0,'-26'-29'2881'0'0,"19"21"-2457"0"0,0 0-1 0 0,0 0 1 0 0,-1 0-1 0 0,1 1 1 0 0,-2 1-1 0 0,1-1 1 0 0,-1 1-1 0 0,0 1 1 0 0,-13-7-1 0 0,5 6-299 0 0,-1 1 0 0 0,0 0 1 0 0,-1 1-1 0 0,1 1 0 0 0,-37-1 0 0 0,52 4-103 0 0,3 0-14 0 0,0 0-1 0 0,0 0 1 0 0,-1 0 0 0 0,1 0-1 0 0,0 1 1 0 0,-1-1 0 0 0,1 0-1 0 0,0 0 1 0 0,0 0-1 0 0,-1 1 1 0 0,1-1 0 0 0,0 0-1 0 0,0 0 1 0 0,0 1 0 0 0,-1-1-1 0 0,1 0 1 0 0,0 0 0 0 0,0 1-1 0 0,0-1 1 0 0,0 0 0 0 0,-1 1-1 0 0,1-1 1 0 0,0 0-1 0 0,0 1 1 0 0,0-1 0 0 0,0 0-1 0 0,0 1 1 0 0,0-1 0 0 0,0 0-1 0 0,0 1 1 0 0,0-1 0 0 0,0 0-1 0 0,0 1 1 0 0,0-1 0 0 0,0 0-1 0 0,0 1 1 0 0,1-1-1 0 0,-1 0 1 0 0,0 0 0 0 0,0 1-1 0 0,0-1 1 0 0,0 0 0 0 0,1 1-1 0 0,-1-1 1 0 0,0 0 0 0 0,0 0-1 0 0,0 1 1 0 0,1-1-1 0 0,-1 0 1 0 0,1 1 0 0 0,11 6 91 0 0,1 0 1 0 0,0-1-1 0 0,1-1 0 0 0,-1 0 1 0 0,21 5-1 0 0,83 14 306 0 0,-60-14-237 0 0,282 42 532 0 0,-203-34-349 0 0,-14 0 603 0 0,-120-18-790 0 0,2 0-264 0 0,-1 0 0 0 0,0 0 1 0 0,1 1-1 0 0,-1-1 0 0 0,0 1 0 0 0,1 0 0 0 0,-1 0 0 0 0,4 2 1 0 0,-9 2 191 0 0,-13 32-6545 0 0,6-28 3997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9:41.2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6 20 0 0,'0'0'5571'0'0,"-5"-4"-5387"0"0,5 4-138 0 0,0 0 1 0 0,0 0 0 0 0,1 0-1 0 0,-1 1 1 0 0,0-1-1 0 0,0 0 1 0 0,0 0 0 0 0,0 0-1 0 0,0 0 1 0 0,0 0-1 0 0,0 0 1 0 0,0 0 0 0 0,1 0-1 0 0,-1 0 1 0 0,0 0-1 0 0,0 0 1 0 0,0 0 0 0 0,0-1-1 0 0,0 1 1 0 0,0 0-1 0 0,0 0 1 0 0,0 0 0 0 0,1 0-1 0 0,-1 0 1 0 0,0 0 0 0 0,0 0-1 0 0,0 0 1 0 0,0 0-1 0 0,0 0 1 0 0,0 0 0 0 0,0 0-1 0 0,0 0 1 0 0,0 0-1 0 0,0-1 1 0 0,0 1 0 0 0,0 0-1 0 0,0 0 1 0 0,0 0-1 0 0,1 0 1 0 0,-1 0 0 0 0,0 0-1 0 0,0 0 1 0 0,0 0-1 0 0,0-1 1 0 0,57 13-3 0 0,1-4 1 0 0,102 3-1 0 0,-43-5-42 0 0,354 54 6 0 0,-212-15-74 0 0,130 18-488 0 0,83-6 298 0 0,-435-53 253 0 0,417 38-19 0 0,-303-35 4 0 0,153-12 1 0 0,125-4 34 0 0,-372 9-12 0 0,331 4 2760 0 0,-356-10-1692 0 0,-66 12-10024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9:44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18 592 0 0,'0'0'680'0'0,"-2"-12"2248"0"0,0 6-1358 0 0,0 8 585 0 0,-9 41-1980 0 0,-6 56-1 0 0,1-1-57 0 0,10-60-31 0 0,5-37-11 0 0,-1 6 3309 0 0,3-35-3338 0 0,3 0 0 0 0,0 1 0 0 0,1-1 0 0 0,2 1 1 0 0,1 0-1 0 0,1 1 0 0 0,22-44 0 0 0,-31 69-67 0 0,5-2-168 0 0,-5 2 177 0 0,1 1-1 0 0,-1-1 1 0 0,0 1-1 0 0,1 0 1 0 0,-1-1 0 0 0,0 1-1 0 0,1 0 1 0 0,-1-1-1 0 0,0 1 1 0 0,1 0-1 0 0,-1 0 1 0 0,0-1 0 0 0,1 1-1 0 0,-1 0 1 0 0,1 0-1 0 0,-1 0 1 0 0,1-1-1 0 0,-1 1 1 0 0,1 0 0 0 0,-1 0-1 0 0,0 0 1 0 0,1 0-1 0 0,-1 0 1 0 0,1 0 0 0 0,-1 0-1 0 0,1 0 1 0 0,-1 0-1 0 0,1 0 1 0 0,-1 0-1 0 0,1 0 1 0 0,-1 0 0 0 0,1 1-1 0 0,-1-1 1 0 0,0 0-1 0 0,1 0 1 0 0,-1 0-1 0 0,1 1 1 0 0,-1-1 0 0 0,0 0-1 0 0,1 1 1 0 0,25 26-227 0 0,-2 0 1 0 0,36 55 0 0 0,12 16 42 0 0,-33-56 246 0 0,-37-41-10 0 0,15-3 120 0 0,-12-2-114 0 0,1 0-1 0 0,-1 0 1 0 0,0 0-1 0 0,0-1 1 0 0,0 1-1 0 0,0-1 1 0 0,-1 0-1 0 0,0-1 1 0 0,0 1 0 0 0,0-1-1 0 0,-1 0 1 0 0,0 1-1 0 0,0-1 1 0 0,-1-1-1 0 0,3-7 1 0 0,6-18 79 0 0,10-56-1 0 0,-20 81-115 0 0,5-42-32 0 0,-6 46-55 0 0,2-6-269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6:14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0 132 0 0,'16'7'5714'0'0,"89"16"-5025"0"0,-42-16-448 0 0,73 0 0 0 0,-48-3-139 0 0,496 40 261 0 0,385-27-268 0 0,-472-20-120 0 0,479 15 38 0 0,-556-5 5 0 0,317 19-46 0 0,-257-7 28 0 0,488 13-16 0 0,-406-3 21 0 0,-127-5-6 0 0,258 15 94 0 0,-398-21-61 0 0,-175-10-32 0 0,793 34 81 0 0,-608-32-50 0 0,253 1 25 0 0,130-10 95 0 0,-473-1-124 0 0,1172-7 82 0 0,-27-18 15 0 0,316 29 285 0 0,-1164 11-285 0 0,444 21 74 0 0,-291-12-72 0 0,-339-9-64 0 0,27-4 4 0 0,746 22 230 0 0,-333-20-133 0 0,-409-9-86 0 0,1082 5 197 0 0,-454-14 1 0 0,-825 3-244 0 0,79-2 3 0 0,629-5 187 0 0,1187-27 192 0 0,-1387 11-259 0 0,-630 23-147 0 0,429-6 104 0 0,-407 6-17 0 0,-58 2-62 0 0,-1 0 86 0 0,1 1 1 0 0,0-1 0 0 0,-1 0-1 0 0,1 0 1 0 0,-1 1 0 0 0,1-1-1 0 0,-1 0 1 0 0,1-1 0 0 0,0 1-1 0 0,-1 0 1 0 0,1 0 0 0 0,-1-1 0 0 0,1 1-1 0 0,-1-1 1 0 0,3 0 0 0 0,-5 0-82 0 0,0-1 1 0 0,0 1 0 0 0,0-1 0 0 0,0 0 0 0 0,0 1-1 0 0,0-1 1 0 0,1 0 0 0 0,-1 1 0 0 0,1-1 0 0 0,-1 0-1 0 0,1 0 1 0 0,0 0 0 0 0,-1 1 0 0 0,1-1 0 0 0,0 0 0 0 0,0 0-1 0 0,1 0 1 0 0,-1 1 0 0 0,0-1 0 0 0,1-3 0 0 0,0 3-54 0 0,-2 0-135 0 0,-2-8 151 0 0,2 8-3 0 0,-10-19-14 0 0,10 19 13 0 0,-13-28 8 0 0,14 29-9 0 0,-4-16 73 0 0,4 17-67 0 0,0-1 0 0 0,-1 1 0 0 0,1-1 0 0 0,0 1 0 0 0,0 0 0 0 0,0-1-1 0 0,0 1 1 0 0,0-1 0 0 0,0 1 0 0 0,0 0 0 0 0,0-1 0 0 0,1 1 0 0 0,-1 0 0 0 0,0-1 0 0 0,0 1-1 0 0,0-1 1 0 0,0 1 0 0 0,0 0 0 0 0,1-1 0 0 0,-1 1 0 0 0,0 0 0 0 0,0-1 0 0 0,0 1-1 0 0,1 0 1 0 0,-1 0 0 0 0,0-1 0 0 0,1 1 0 0 0,-1 0 0 0 0,0 0 0 0 0,0-1 0 0 0,1 1 0 0 0,-1 0-1 0 0,0 0 1 0 0,1 0 0 0 0,-1 0 0 0 0,1-1 0 0 0,-1 1 0 0 0,0 0 0 0 0,1 0 0 0 0,-1-2-2 0 0,0 0 1 0 0,0 0 0 0 0,0 0 0 0 0,0 0 0 0 0,0 0 0 0 0,0 0 0 0 0,1 0-1 0 0,-1 0 1 0 0,1 0 0 0 0,-1 0 0 0 0,1 0 0 0 0,0 0 0 0 0,1-3-1 0 0,0 1-6 0 0,-2-19 103 0 0,0 21 57 0 0,3-35 608 0 0,0 23-797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6:17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48 0 0,'0'0'4610'0'0,"3"3"-4354"0"0,7 4-77 0 0,0 0-1 0 0,0-1 1 0 0,1-1 0 0 0,0 0 0 0 0,0 0 0 0 0,0-1 0 0 0,18 4 0 0 0,93 15 548 0 0,-61-13-412 0 0,731 118 2164 0 0,-717-121-2289 0 0,-48-6-95 0 0,0 1 0 0 0,47 12 0 0 0,-61-14-60 0 0,-12 0-33 0 0,0 0-1 0 0,0 0 1 0 0,0 0-1 0 0,0 0 1 0 0,0 0-1 0 0,0 0 1 0 0,0 0-1 0 0,0 0 0 0 0,1 1 1 0 0,-1-1-1 0 0,0 0 1 0 0,0 1-1 0 0,0-1 1 0 0,0 0-1 0 0,0 1 1 0 0,0 0-1 0 0,0-1 1 0 0,0 1-1 0 0,1 0 1 0 0,-1 0 4 0 0,35 3 165 0 0,-33-4 104 0 0,-1 0-268 0 0,7 0-2 0 0,-7 0 154 0 0,-3 4-212 0 0,0 1 46 0 0,1-1 1 0 0,-1 0 0 0 0,1 1 0 0 0,0-1 0 0 0,0 1 0 0 0,1-1-1 0 0,-1 0 1 0 0,1 1 0 0 0,1 5 0 0 0,-2-9 6 0 0,33 300 577 0 0,-21-168-200 0 0,-9-109-292 0 0,13 223 729 0 0,-16-47-294 0 0,-33 250 1 0 0,-112 295-318 0 0,92-542-119 0 0,-64 229 60 0 0,73-224-119 0 0,20-80 12 0 0,-25 133 46 0 0,-27 110 508 0 0,-32 153 609 0 0,13-69 277 0 0,50-256-1057 0 0,30-141-342 0 0,-30 71 0 0 0,-8 30 16 0 0,22-76-18 0 0,4-16-93 0 0,2-8-21 0 0,19-46 30 0 0,0 0 0 0 0,1 1 0 0 0,0-1 0 0 0,-5 28 1 0 0,-24 50-394 0 0,-5 70 1167 0 0,24-64-603 0 0,3-14-125 0 0,12-54 138 0 0,-2-1 1 0 0,-2 1 0 0 0,-12 54-1 0 0,8-62-62 0 0,6-14-49 0 0,0-1-1 0 0,0 0 1 0 0,0 1 0 0 0,1 0 0 0 0,-2 12 0 0 0,-7 41 655 0 0,10-59-583 0 0,0 1-1198 0 0,-1 4 3370 0 0,-18-36-20917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7:20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65 260 0 0,'0'0'1695'0'0,"-13"-46"9249"0"0,35 33-10557 0 0,0 11-327 0 0,1 0 1 0 0,-1 1 0 0 0,0 1-1 0 0,1 1 1 0 0,-1 1 0 0 0,23 5-1 0 0,-31-3-57 0 0,0-1-1 0 0,0 2 1 0 0,-1 0-1 0 0,1 0 0 0 0,-1 1 1 0 0,-1 1-1 0 0,1 0 1 0 0,-1 1-1 0 0,0 0 1 0 0,13 12-1 0 0,-24-19-9 0 0,0 0 0 0 0,0 0-1 0 0,0 1 1 0 0,0-1 0 0 0,0 0-1 0 0,0 0 1 0 0,0 0 0 0 0,0 1-1 0 0,0-1 1 0 0,0 1 0 0 0,-1-1-1 0 0,1 0 1 0 0,-1 1 0 0 0,1-1-1 0 0,-1 1 1 0 0,0 0 0 0 0,1-1-1 0 0,-1 1 1 0 0,0-1 0 0 0,0 1 0 0 0,0-1-1 0 0,0 1 1 0 0,0-1 0 0 0,0 1-1 0 0,-1 0 1 0 0,0 1 0 0 0,0 1 0 0 0,-1-1 1 0 0,0 1-1 0 0,0-1 1 0 0,0 0-1 0 0,-1 0 1 0 0,1 0 0 0 0,-1 0-1 0 0,0 0 1 0 0,1 0-1 0 0,-6 3 1 0 0,-6 4 12 0 0,-1-1 0 0 0,0 0 1 0 0,-31 13-1 0 0,-33 7-16 0 0,-64 28-27 0 0,130-48-2 0 0,15-4 4 0 0,32-2 39 0 0,743 4 84 0 0,-534-5 602 0 0,-241-2-404 0 0,13 3-532 0 0,-10-2-2512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7:21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49 196 0 0,'5'-36'4980'0'0,"-7"24"-2759"0"0,-1 12-948 0 0,-9 24-662 0 0,-8 47-753 0 0,-30 139 577 0 0,5-41-19 0 0,44-168-358 0 0,-2 8-20 0 0,-9-33-6544 0 0,13 8 4490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7:22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0 180 0 0,'4'0'417'0'0,"21"1"-44"0"0,-1 1-1 0 0,0 1 1 0 0,0 2-1 0 0,0 0 0 0 0,0 1 1 0 0,-1 2-1 0 0,45 20 0 0 0,-49-19-235 0 0,0 1-1 0 0,-1 1 0 0 0,0 0 1 0 0,-1 2-1 0 0,0 0 0 0 0,-1 1 1 0 0,-1 0-1 0 0,0 2 0 0 0,22 28 1 0 0,-34-40-109 0 0,0 0 1 0 0,-1 0 0 0 0,1 1 0 0 0,-1-1-1 0 0,0 1 1 0 0,0 0 0 0 0,0 0-1 0 0,0-1 1 0 0,-1 1 0 0 0,0 0 0 0 0,0 0-1 0 0,0 1 1 0 0,-1-1 0 0 0,0 0-1 0 0,0 0 1 0 0,0 0 0 0 0,0 0-1 0 0,-3 9 1 0 0,1-8 13 0 0,0 0 0 0 0,-1 1-1 0 0,0-1 1 0 0,-1 0 0 0 0,1-1 0 0 0,-1 1-1 0 0,0-1 1 0 0,-1 1 0 0 0,1-1-1 0 0,-1 0 1 0 0,0-1 0 0 0,-8 6 0 0 0,-11 7 186 0 0,-2-2 0 0 0,0 0 0 0 0,0-2 0 0 0,-1-1 0 0 0,-32 10 0 0 0,26-12 167 0 0,0-2 0 0 0,0-1 0 0 0,0-2 0 0 0,-1-1 0 0 0,0-1 0 0 0,0-2-1 0 0,0-1 1 0 0,-42-7 0 0 0,63 3-552 0 0,2 1-1547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7:23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1 473 540 0 0,'0'0'1279'0'0,"38"7"2324"0"0,-3-9-2900 0 0,1 0 0 0 0,0-3 0 0 0,-1-1-1 0 0,48-14 1 0 0,-79 18-605 0 0,1 0-1 0 0,-1 0 1 0 0,1-1-1 0 0,-1 1 0 0 0,0-1 1 0 0,0 0-1 0 0,0 0 1 0 0,0 0-1 0 0,-1 0 1 0 0,1-1-1 0 0,-1 0 1 0 0,0 1-1 0 0,0-1 1 0 0,0-1-1 0 0,-1 1 1 0 0,4-7-1 0 0,-6 10 206 0 0,-5 4-320 0 0,-14 10 4 0 0,18-12 11 0 0,1-1 1 0 0,-1 1 0 0 0,1 0-1 0 0,-1 0 1 0 0,1-1-1 0 0,0 1 1 0 0,-1 0 0 0 0,1 0-1 0 0,0 0 1 0 0,-1 0 0 0 0,1-1-1 0 0,0 1 1 0 0,0 0 0 0 0,0 0-1 0 0,0 0 1 0 0,0 0-1 0 0,0 0 1 0 0,0 0 0 0 0,0 0-1 0 0,0-1 1 0 0,1 1 0 0 0,-1 0-1 0 0,0 0 1 0 0,0 0 0 0 0,1 0-1 0 0,-1-1 1 0 0,1 1-1 0 0,-1 0 1 0 0,0 0 0 0 0,1-1-1 0 0,0 1 1 0 0,-1 0 0 0 0,1 0-1 0 0,-1-1 1 0 0,1 1 0 0 0,1 0-1 0 0,22 22-93 0 0,-15-19 78 0 0,0 0-1 0 0,1-1 1 0 0,0-1 0 0 0,-1 0 0 0 0,1 0 0 0 0,0-1 0 0 0,0 0 0 0 0,0-1 0 0 0,0 0 0 0 0,0 0 0 0 0,0-1-1 0 0,0 0 1 0 0,0-1 0 0 0,-1 0 0 0 0,1-1 0 0 0,-1 0 0 0 0,1-1 0 0 0,-1 1 0 0 0,0-2 0 0 0,15-8 0 0 0,-11 4 8 0 0,0 1-1 0 0,-1-1 1 0 0,0-1 0 0 0,0 0 0 0 0,-1-1 0 0 0,0 0 0 0 0,-1-1 0 0 0,-1 0 0 0 0,1 0 0 0 0,-2-1 0 0 0,0 0 0 0 0,11-25 0 0 0,-14 24 141 0 0,-1 0 0 0 0,-1-1 0 0 0,0 1 0 0 0,-1 0 1 0 0,-1-1-1 0 0,0 0 0 0 0,-1 1 0 0 0,0-1 0 0 0,-1 1 0 0 0,-1-1 0 0 0,0 1 0 0 0,-1-1 1 0 0,-1 1-1 0 0,0 0 0 0 0,-1 0 0 0 0,-9-20 0 0 0,13 33 230 0 0,-2 3-348 0 0,0 0 0 0 0,1 0-1 0 0,-1 0 1 0 0,1 1 0 0 0,0-1-1 0 0,0 1 1 0 0,0-1 0 0 0,0 1-1 0 0,0 0 1 0 0,0 0 0 0 0,1-1 0 0 0,-1 2-1 0 0,1-1 1 0 0,0 0 0 0 0,0 0-1 0 0,0 0 1 0 0,-1 4 0 0 0,-8 66 141 0 0,8-49-69 0 0,-7 144 403 0 0,2-15-104 0 0,-4-37-536 0 0,11-114-54 0 0,-4 6-1281 0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7:23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7 344 0 0,'0'0'4668'0'0,"23"-6"-3125"0"0,94 14-816 0 0,-36 7-4840 0 0,-56-9 2328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7:24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89 336 0 0,'-13'-11'6488'0'0,"41"10"-1249"0"0,-6 1-6322 0 0,521-15 2369 0 0,-541 15-1230 0 0,7-1-12 0 0,-9 1-43 0 0,-1 0 1 0 0,1 0-1 0 0,0 0 1 0 0,0 0 0 0 0,0 0-1 0 0,0 0 1 0 0,0 0 0 0 0,0 0-1 0 0,0 0 1 0 0,0-1-1 0 0,0 1 1 0 0,0 0 0 0 0,0 0-1 0 0,0 0 1 0 0,0 0-1 0 0,0 0 1 0 0,0 0 0 0 0,0 0-1 0 0,0 0 1 0 0,0-1 0 0 0,0 1-1 0 0,0 0 1 0 0,0 0-1 0 0,0 0 1 0 0,0 0 0 0 0,0 0-1 0 0,0 0 1 0 0,0 0-1 0 0,0 0 1 0 0,0-1 0 0 0,0 1-1 0 0,0 0 1 0 0,0 0 0 0 0,0 0-1 0 0,0 0 1 0 0,1 0-1 0 0,-1 0 1 0 0,0 0 0 0 0,0 0-1 0 0,0 0 1 0 0,0 0-1 0 0,0 0 1 0 0,0 0 0 0 0,0 0-1 0 0,0-1 1 0 0,0 1 0 0 0,1 0-1 0 0,-1 0 1 0 0,0 0-1 0 0,0 0 1 0 0,0 0 0 0 0,0 0-1 0 0,0 0 1 0 0,0 0-1 0 0,-11-5-41 0 0,-1-1 0 0 0,0 2-1 0 0,0-1 1 0 0,-1 2-1 0 0,-20-4 1 0 0,-56-17-188 0 0,87 24 207 0 0,2 0-13 0 0,0 0 28 0 0,0-1-1 0 0,0 1 1 0 0,0 0-1 0 0,0 0 1 0 0,-1 0-1 0 0,1 0 1 0 0,0 0-1 0 0,0-1 1 0 0,0 1 0 0 0,0 0-1 0 0,0 0 1 0 0,-1 0-1 0 0,1 0 1 0 0,0 0-1 0 0,0 0 1 0 0,0 0-1 0 0,0 0 1 0 0,-1-1-1 0 0,1 1 1 0 0,0 0-1 0 0,0 0 1 0 0,0 0-1 0 0,-1 0 1 0 0,1 0-1 0 0,0 0 1 0 0,0 0-1 0 0,0 0 1 0 0,-1 0-1 0 0,1 0 1 0 0,0 0 0 0 0,0 0-1 0 0,0 1 1 0 0,0-1-1 0 0,-1 0 1 0 0,1 0-1 0 0,0 0 1 0 0,0 0-1 0 0,0 0 1 0 0,-1 0-1 0 0,1 0 1 0 0,0 0-1 0 0,0 1 1 0 0,0-1-1 0 0,0 0 1 0 0,0 0-1 0 0,0 0 1 0 0,-1 0-1 0 0,1 0 1 0 0,0 1 0 0 0,0-1-1 0 0,7 12-7 0 0,-1 0 0 0 0,-1 0 0 0 0,0 1-1 0 0,0 0 1 0 0,-1 0 0 0 0,-1 0 0 0 0,2 15 0 0 0,-4-23 32 0 0,-1-1 1 0 0,0 1 0 0 0,1 0-1 0 0,-2 0 1 0 0,1-1 0 0 0,0 1-1 0 0,-1 0 1 0 0,0-1 0 0 0,0 1 0 0 0,-1-1-1 0 0,1 1 1 0 0,-1-1 0 0 0,0 1-1 0 0,0-1 1 0 0,0 0 0 0 0,-1 0-1 0 0,1 0 1 0 0,-1 0 0 0 0,0-1 0 0 0,0 1-1 0 0,0-1 1 0 0,-1 1 0 0 0,1-1-1 0 0,-1 0 1 0 0,-4 2 0 0 0,-26 16 82 0 0,-39 16 1 0 0,71-36-333 0 0,-1-1-892 0 0,-6 1 1064 0 0,-9-11-8887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7:28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181 172 144 0 0,'-6'-39'3849'0'0,"4"17"-1470"0"0,-3 16-1001 0 0,-9 30-669 0 0,-13 56-806 0 0,11-22 226 0 0,-20 86 116 0 0,27-108-121 0 0,9-35-74 0 0,1-33 1972 0 0,1-9-1977 0 0,-1 3-118 0 0,1 0-1 0 0,2 0 0 0 0,2 1 0 0 0,1 0 1 0 0,24-71-1 0 0,-29 103 57 0 0,0 0 1 0 0,1 0-1 0 0,-1 1 1 0 0,1-1-1 0 0,0 1 0 0 0,0 0 1 0 0,1 0-1 0 0,-1 0 1 0 0,1 0-1 0 0,0 0 1 0 0,0 1-1 0 0,0 0 0 0 0,1 0 1 0 0,-1 0-1 0 0,1 0 1 0 0,0 1-1 0 0,-1 0 1 0 0,8-3-1 0 0,-5 3-9 0 0,1 1 0 0 0,0-1 0 0 0,0 2 0 0 0,0-1 0 0 0,0 1 0 0 0,0 0 0 0 0,0 0 0 0 0,0 1 0 0 0,0 0 0 0 0,-1 1 0 0 0,12 3 0 0 0,-8-2 1 0 0,0 1 0 0 0,0 0-1 0 0,0 1 1 0 0,0 0 0 0 0,-1 1-1 0 0,0 0 1 0 0,0 1 0 0 0,0 0 0 0 0,-1 0-1 0 0,0 1 1 0 0,0 1 0 0 0,-1-1-1 0 0,0 1 1 0 0,-1 0 0 0 0,0 1-1 0 0,8 14 1 0 0,-12-17 16 0 0,-1-1 0 0 0,0 1 1 0 0,0 0-1 0 0,0 0 0 0 0,-1 0 0 0 0,0 0 0 0 0,0 1 0 0 0,-1-1 0 0 0,0 0 0 0 0,0 0 0 0 0,0 0 1 0 0,-1 0-1 0 0,0 1 0 0 0,-1-1 0 0 0,0 0 0 0 0,0-1 0 0 0,0 1 0 0 0,-1 0 0 0 0,-5 9 0 0 0,2-7 22 0 0,0 0 0 0 0,0 0 0 0 0,0-1-1 0 0,-1 0 1 0 0,0-1 0 0 0,-1 0 0 0 0,0 0-1 0 0,0 0 1 0 0,0-1 0 0 0,-1 0 0 0 0,0-1-1 0 0,-18 9 1 0 0,2-4 74 0 0,1-2 0 0 0,-1 0-1 0 0,-1-2 1 0 0,0 0 0 0 0,1-2 0 0 0,-1-1-1 0 0,-1-1 1 0 0,1-1 0 0 0,-51-5 0 0 0,58 0-395 0 0,0 0-5740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7:28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0 534 664 0 0,'23'-6'2131'0'0,"-4"1"-1413"0"0,1-1-1 0 0,-1-1 1 0 0,0-1-1 0 0,0 0 1 0 0,-1-2-1 0 0,29-19 1 0 0,-36 19-225 0 0,-16 13-289 0 0,3-1-200 0 0,-1 0 0 0 0,1 0 0 0 0,0 1 1 0 0,0-1-1 0 0,0 1 0 0 0,0-1 0 0 0,1 1 1 0 0,-3 4-1 0 0,3-5-2 0 0,1 0-1 0 0,-1 1 1 0 0,1-1 0 0 0,0 0-1 0 0,-1 0 1 0 0,1 0 0 0 0,0 0 0 0 0,1 0-1 0 0,-1 0 1 0 0,0 0 0 0 0,0 0-1 0 0,1 0 1 0 0,0 0 0 0 0,-1 0 0 0 0,1 0-1 0 0,0 0 1 0 0,0 0 0 0 0,0 0-1 0 0,0 0 1 0 0,0 0 0 0 0,0-1 0 0 0,1 1-1 0 0,-1 0 1 0 0,0-1 0 0 0,1 1-1 0 0,-1-1 1 0 0,1 0 0 0 0,0 1 0 0 0,0-1-1 0 0,3 2 1 0 0,2 1-3 0 0,0-1 1 0 0,0 1-1 0 0,1-1 0 0 0,-1-1 1 0 0,14 4-1 0 0,-10-4-18 0 0,0-1 1 0 0,0 0-1 0 0,0 0 0 0 0,0-1 1 0 0,0 0-1 0 0,0-1 1 0 0,0 0-1 0 0,0-1 0 0 0,0 0 1 0 0,0-1-1 0 0,0 0 0 0 0,-1-1 1 0 0,0 0-1 0 0,1 0 0 0 0,-2-1 1 0 0,1-1-1 0 0,0 1 0 0 0,-1-2 1 0 0,0 1-1 0 0,12-13 0 0 0,-6 4 2 0 0,-1 0 0 0 0,-1-1 0 0 0,0 0 0 0 0,-2-1 0 0 0,0 0 0 0 0,0-1 0 0 0,-2 0-1 0 0,0-1 1 0 0,-1 0 0 0 0,6-25 0 0 0,-9 24 162 0 0,-1 0 0 0 0,-1-1 1 0 0,-1 0-1 0 0,-1 0 0 0 0,-1 1 0 0 0,0-1 0 0 0,-2 0 0 0 0,0 0 0 0 0,-6-20 1 0 0,-1-4 1307 0 0,9 44-772 0 0,-3 6-613 0 0,-3 12-1 0 0,0 1-1 0 0,1 1 1 0 0,1-1 0 0 0,0 1 0 0 0,2 0 0 0 0,-1 26 0 0 0,8 126 465 0 0,0-49-147 0 0,-9-72-1186 0 0,4-48 455 0 0,-8 19-4713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7:29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38 788 0 0,'14'-5'808'0'0,"0"2"-48"0"0,5 0-32 0 0,-4-4-76 0 0,5 1-36 0 0,8 3-76 0 0,-8-1-60 0 0,6 3-51 0 0,4-1-81 0 0,0 0-108 0 0,0 1-156 0 0,0 1-188 0 0,-1 1-160 0 0,1 3-192 0 0,1-3-489 0 0,-2 3-1015 0 0,2-1 448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7:29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82 120 660 0 0,'-9'-20'5844'0'0,"-28"81"-4984"0"0,30-40-640 0 0,2 0 0 0 0,-6 38 0 0 0,-1 4 165 0 0,11-62-344 0 0,1 13 9 0 0,1-7 547 0 0,3-9 1760 0 0,31-74-1775 0 0,-20 41-443 0 0,1 0 0 0 0,2 1 0 0 0,1 1 0 0 0,2 1 0 0 0,31-37 1 0 0,-44 60-111 0 0,16-12-102 0 0,-22 20 44 0 0,1 2 14 0 0,0 0 1 0 0,0 0-1 0 0,0 0 1 0 0,0 0-1 0 0,0 0 1 0 0,-1 0-1 0 0,1 1 1 0 0,4 3-1 0 0,4 6-4 0 0,0 1 0 0 0,0 1 0 0 0,-1 0 0 0 0,-1 0 0 0 0,0 1 0 0 0,12 25 0 0 0,-13-22 10 0 0,2-1 1 0 0,0 0-1 0 0,1 0 0 0 0,14 16 0 0 0,33 22 6 0 0,-53-49 33 0 0,1-1 1 0 0,-1 0-1 0 0,1 0 1 0 0,0-1-1 0 0,0 0 0 0 0,1 0 1 0 0,-1 0-1 0 0,13 3 1 0 0,-16-6 6 0 0,0 0 1 0 0,0 0 0 0 0,0-1-1 0 0,0 1 1 0 0,-1-1 0 0 0,1 1-1 0 0,0-1 1 0 0,0 0 0 0 0,0 0-1 0 0,-1 0 1 0 0,1 0 0 0 0,0-1 0 0 0,-1 1-1 0 0,1-1 1 0 0,-1 0 0 0 0,1 0-1 0 0,-1 1 1 0 0,0-1 0 0 0,0-1-1 0 0,0 1 1 0 0,0 0 0 0 0,0 0-1 0 0,-1-1 1 0 0,1 1 0 0 0,-1-1 0 0 0,1 0-1 0 0,1-4 1 0 0,4-7 78 0 0,-1-1 1 0 0,0 0-1 0 0,5-22 1 0 0,32-149-651 0 0,-42 184 33 0 0,6 37-11082 0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7:30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45 496 0 0,'0'0'2404'0'0,"-1"4"-2050"0"0,-3 34 526 0 0,1-23-574 0 0,2-1 0 0 0,0 1 0 0 0,0-1 0 0 0,1 1 0 0 0,3 19 0 0 0,-2-30-129 0 0,0 0 1 0 0,0 0-1 0 0,0 0 0 0 0,0 0 1 0 0,0-1-1 0 0,1 1 0 0 0,0 0 1 0 0,0-1-1 0 0,0 0 0 0 0,4 6 1 0 0,-5-8 178 0 0,29-16 927 0 0,-23 8-1147 0 0,-1-1 0 0 0,0 0 0 0 0,0 0 0 0 0,0-1 0 0 0,-1 1 0 0 0,-1-1 0 0 0,0-1 0 0 0,0 1 0 0 0,0-1 0 0 0,-1 1 0 0 0,-1-1 0 0 0,0 0 0 0 0,0 0 0 0 0,-1 0 0 0 0,0 0 0 0 0,0 0 0 0 0,-3-19 0 0 0,2 27-174 0 0,1 1-1 0 0,-1-1 0 0 0,0 0 1 0 0,-1 1-1 0 0,1-1 0 0 0,0 1 1 0 0,0-1-1 0 0,-1 1 0 0 0,1-1 1 0 0,-1 1-1 0 0,1-1 0 0 0,-1 1 1 0 0,1-1-1 0 0,-1 1 0 0 0,0-1 1 0 0,0 1-1 0 0,0 0 0 0 0,0 0 1 0 0,0-1-1 0 0,0 1 0 0 0,0 0 0 0 0,0 0 1 0 0,-1 0-1 0 0,1 0 0 0 0,0 0 1 0 0,-1 0-1 0 0,1 1 0 0 0,0-1 1 0 0,-1 0-1 0 0,1 1 0 0 0,-1-1 1 0 0,1 1-1 0 0,-1-1 0 0 0,1 1 1 0 0,-1 0-1 0 0,0-1 0 0 0,1 1 1 0 0,-1 0-1 0 0,-2 1 0 0 0,0-1-421 0 0,1 1-1 0 0,0 0 0 0 0,-1 0 1 0 0,1 0-1 0 0,-1 1 0 0 0,1-1 0 0 0,0 1 1 0 0,0 0-1 0 0,0 0 0 0 0,0 0 1 0 0,0 0-1 0 0,1 1 0 0 0,-1-1 1 0 0,-4 5-1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7:30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57 280 0 0,'0'0'3217'0'0,"1"4"-2911"0"0,1 7-82 0 0,2-1 0 0 0,-1 0 0 0 0,1 1 0 0 0,1-1 0 0 0,0-1 0 0 0,1 1 0 0 0,-1-1-1 0 0,11 12 1 0 0,-12-16-46 0 0,0 0 0 0 0,0-1 0 0 0,1 1 0 0 0,-1-1 0 0 0,1 0-1 0 0,0 0 1 0 0,1 0 0 0 0,-1-1 0 0 0,1 0 0 0 0,-1 0-1 0 0,1 0 1 0 0,0-1 0 0 0,0 0 0 0 0,0 0 0 0 0,13 2-1 0 0,-16-4-83 0 0,0 0 0 0 0,0-1 0 0 0,-1 1 0 0 0,1-1-1 0 0,0 1 1 0 0,0-1 0 0 0,0 0 0 0 0,0 0-1 0 0,-1 0 1 0 0,1-1 0 0 0,0 1 0 0 0,-1-1-1 0 0,1 1 1 0 0,-1-1 0 0 0,0 0 0 0 0,1 0-1 0 0,-1 0 1 0 0,0 0 0 0 0,0 0 0 0 0,0 0 0 0 0,0-1-1 0 0,-1 1 1 0 0,1-1 0 0 0,2-4 0 0 0,0-3 69 0 0,1 1 1 0 0,-1-1-1 0 0,0 0 1 0 0,-1 0 0 0 0,3-14-1 0 0,3-67 399 0 0,-9 89-705 0 0,0-9-148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7:31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5 732 0 0,'3'-5'6128'0'0,"-10"136"-4458"0"0,-4-81 1666 0 0,38-116-2909 0 0,-24 59-392 0 0,0 0-1 0 0,1 0 1 0 0,0 0 0 0 0,1 1-1 0 0,-1 0 1 0 0,1 0 0 0 0,0 0-1 0 0,7-6 1 0 0,-4 6 1 0 0,-4 3-33 0 0,0 0 0 0 0,0 0 0 0 0,0 0-1 0 0,1 1 1 0 0,-1-1 0 0 0,1 1 0 0 0,-1 0 0 0 0,7-2 0 0 0,-9 4-7 0 0,1 0 1 0 0,-1 0-1 0 0,0 1 0 0 0,1-1 0 0 0,-1 0 1 0 0,0 1-1 0 0,0-1 0 0 0,0 1 0 0 0,1 0 1 0 0,-1 0-1 0 0,0 0 0 0 0,0 0 1 0 0,0 0-1 0 0,0 0 0 0 0,0 0 0 0 0,0 1 1 0 0,-1-1-1 0 0,1 1 0 0 0,0-1 1 0 0,-1 1-1 0 0,3 3 0 0 0,35 49-53 0 0,-34-45 87 0 0,0-1-1 0 0,1 1 0 0 0,0-1 1 0 0,1 0-1 0 0,0-1 0 0 0,0 1 1 0 0,12 8-1 0 0,-18-15 93 0 0,-1-1-102 0 0,1 1 0 0 0,0-1 0 0 0,-1 1 0 0 0,1-1-1 0 0,-1 1 1 0 0,1-1 0 0 0,0 0 0 0 0,-1 1 0 0 0,1-1 0 0 0,0 0 0 0 0,0 0-1 0 0,-1 1 1 0 0,1-1 0 0 0,0 0 0 0 0,0 0 0 0 0,-1 0 0 0 0,1 0-1 0 0,0 0 1 0 0,0 0 0 0 0,-1 0 0 0 0,1 0 0 0 0,0 0 0 0 0,0 0 0 0 0,-1-1-1 0 0,1 1 1 0 0,0 0 0 0 0,0 0 0 0 0,-1-1 0 0 0,1 1 0 0 0,1-1 0 0 0,26-8 444 0 0,-27 8-466 0 0,6-3 76 0 0,-1 0 1 0 0,1 0-1 0 0,-1-1 1 0 0,0 1-1 0 0,0-2 1 0 0,9-10-1 0 0,7-20-2988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7:49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10 118 260 0 0,'0'0'1469'0'0,"-10"-21"5990"0"0,11 18-7399 0 0,0 0 0 0 0,1-1 0 0 0,-1 1 0 0 0,1 1 0 0 0,0-1 0 0 0,0 0 1 0 0,0 0-1 0 0,0 1 0 0 0,0-1 0 0 0,1 1 0 0 0,-1 0 0 0 0,1-1 0 0 0,-1 1 1 0 0,1 0-1 0 0,0 1 0 0 0,0-1 0 0 0,0 0 0 0 0,0 1 0 0 0,0 0 0 0 0,5-2 1 0 0,15-5 78 0 0,44-10 1 0 0,-34 10 27 0 0,34-4-70 0 0,-64 12-118 0 0,1-1 0 0 0,-1 1 1 0 0,1 0-1 0 0,-1 0 0 0 0,1 0 0 0 0,-1 1 0 0 0,1-1 1 0 0,-1 1-1 0 0,0 0 0 0 0,1 0 0 0 0,-1 0 0 0 0,0 0 1 0 0,1 1-1 0 0,-1-1 0 0 0,0 1 0 0 0,4 3 0 0 0,-6-3 13 0 0,0-1 0 0 0,-1 1 0 0 0,1 0 0 0 0,0 0-1 0 0,-1 0 1 0 0,0-1 0 0 0,1 1 0 0 0,-1 0 0 0 0,0 0 0 0 0,0 0 0 0 0,0 0-1 0 0,0 0 1 0 0,0 0 0 0 0,0 0 0 0 0,-1-1 0 0 0,1 1 0 0 0,0 0-1 0 0,-1 0 1 0 0,0 0 0 0 0,1 0 0 0 0,-1-1 0 0 0,0 1 0 0 0,-2 3-1 0 0,-23 37-45 0 0,-9 1 89 0 0,-53 50 1 0 0,-18 22 107 0 0,91-87-127 0 0,14-28-14 0 0,1 1-1 0 0,0-1 1 0 0,0 1 0 0 0,0-1-1 0 0,0 1 1 0 0,0 0 0 0 0,0-1-1 0 0,0 1 1 0 0,1-1 0 0 0,-1 1-1 0 0,0-1 1 0 0,0 1 0 0 0,0-1-1 0 0,0 1 1 0 0,1-1 0 0 0,-1 1-1 0 0,0-1 1 0 0,1 1 0 0 0,-1-1 0 0 0,0 0-1 0 0,1 1 1 0 0,-1-1 0 0 0,0 1-1 0 0,1-1 1 0 0,-1 0 0 0 0,1 1-1 0 0,-1-1 1 0 0,1 1 0 0 0,4 0 9 0 0,0 0 1 0 0,0 0 0 0 0,0 0 0 0 0,0 0-1 0 0,0-1 1 0 0,0 0 0 0 0,9-1-1 0 0,1 1-7 0 0,160-3 155 0 0,-173 3-129 0 0,-1-1-159 0 0,1 1 0 0 0,-1 0 0 0 0,1 0 0 0 0,-1 0 0 0 0,1 0 0 0 0,-1 0 0 0 0,1 1 0 0 0,-1-1 0 0 0,1 0-1 0 0,-1 1 1 0 0,1-1 0 0 0,-1 1 0 0 0,1-1 0 0 0,-1 1 0 0 0,0 0 0 0 0,0-1 0 0 0,1 1 0 0 0,-1 0 0 0 0,0 0 0 0 0,0 0 0 0 0,0 0 0 0 0,2 2 0 0 0,-1 15-3830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7:51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0 112 0 0,'0'0'7277'0'0,"7"1"-7262"0"0,391 28 239 0 0,-274-21-225 0 0,137-9 0 0 0,-93-2-22 0 0,407 17-246 0 0,26-1-99 0 0,-499-13 258 0 0,166 2-70 0 0,-268-2 150 0 0,443 6-60 0 0,-156 4 49 0 0,-143 0-30 0 0,500 27-18 0 0,-210-14 56 0 0,24 0 29 0 0,-193-7-17 0 0,-166-9 12 0 0,174 2-20 0 0,62 1 112 0 0,-61 0 604 0 0,-231-8-113 0 0,-11 1-1234 0 0,-19-4-3739 0 0,-48 9 2547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7:59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140 287 572 0 0,'-8'-131'7712'0'0,"8"129"-7301"0"0,0 1-283 0 0,0 0-1 0 0,0 0 1 0 0,0-1 0 0 0,0 1-1 0 0,0 0 1 0 0,0 0 0 0 0,0 0 0 0 0,0-1-1 0 0,0 1 1 0 0,-1 0 0 0 0,1 0 0 0 0,0 0-1 0 0,-1 0 1 0 0,1-1 0 0 0,-1 1-1 0 0,1 0 1 0 0,-1 0 0 0 0,-1-1 0 0 0,-18 44 80 0 0,2 2 0 0 0,-19 63 0 0 0,34-98-185 0 0,-2 8 39 0 0,3-8 7 0 0,0-1 1 0 0,-1 0-1 0 0,0 0 0 0 0,0-1 1 0 0,-1 1-1 0 0,-7 12 0 0 0,10-19 23 0 0,0-2-44 0 0,0 1 0 0 0,1 0 0 0 0,-1-1 0 0 0,1 1 0 0 0,-1-1 0 0 0,0 1 0 0 0,1-1 1 0 0,-1 0-1 0 0,1 1 0 0 0,-1-1 0 0 0,1 0 0 0 0,-1 1 0 0 0,1-1 0 0 0,0 0 0 0 0,-1 1 0 0 0,1-1 0 0 0,0 0 0 0 0,0 0 1 0 0,-1 1-1 0 0,1-1 0 0 0,0 0 0 0 0,0 0 0 0 0,0 0 0 0 0,0-1 0 0 0,-4-38 260 0 0,7-40-251 0 0,1 30-13 0 0,-4 34-26 0 0,1 0 0 0 0,1 0-1 0 0,0 0 1 0 0,1 1 0 0 0,1-1 0 0 0,11-30-1 0 0,-9 30-78 0 0,-6 15 40 0 0,0 0 0 0 0,0 0 0 0 0,0 0 0 0 0,0 0 0 0 0,1 0 0 0 0,-1 0 1 0 0,0 0-1 0 0,1 0 0 0 0,-1 0 0 0 0,1 0 0 0 0,-1 0 0 0 0,1 0 0 0 0,0 0 0 0 0,-1 0 0 0 0,1 0 1 0 0,0 0-1 0 0,-1 1 0 0 0,1-1 0 0 0,0 0 0 0 0,0 0 0 0 0,0 1 0 0 0,0-1 0 0 0,0 1 0 0 0,0-1 0 0 0,2 0 1 0 0,-2 0-103 0 0,22 17-168 0 0,-1-3 111 0 0,140 151-525 0 0,-150-152 701 0 0,2 0 0 0 0,0-1-1 0 0,0-1 1 0 0,23 13-1 0 0,-36-23 37 0 0,1 0-1 0 0,0 1 0 0 0,-1-1 1 0 0,1 0-1 0 0,0 0 0 0 0,-1 0 0 0 0,1 0 1 0 0,0 0-1 0 0,-1 0 0 0 0,1-1 0 0 0,0 1 1 0 0,-1-1-1 0 0,1 1 0 0 0,-1-1 1 0 0,1 1-1 0 0,-1-1 0 0 0,1 0 0 0 0,-1 0 1 0 0,1 0-1 0 0,-1 0 0 0 0,1 0 0 0 0,-1 0 1 0 0,0 0-1 0 0,0 0 0 0 0,0 0 0 0 0,0-1 1 0 0,0 1-1 0 0,0 0 0 0 0,0-1 1 0 0,0 1-1 0 0,1-3 0 0 0,22-47 468 0 0,34-167 842 0 0,-58 217-1537 0 0,0 0 1 0 0,0 0 0 0 0,0 0-1 0 0,1 0 1 0 0,-1 0-1 0 0,0 0 1 0 0,1 0 0 0 0,-1 0-1 0 0,0 0 1 0 0,1 0-1 0 0,0 0 1 0 0,-1 0 0 0 0,1 1-1 0 0,-1-1 1 0 0,1 0-1 0 0,0 0 1 0 0,0 1 0 0 0,-1-1-1 0 0,3-1 1 0 0,9 10-3594 0 0,-7-3 4655 0 0,14 19-5362 0 0,-12-16 2396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7:59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20 280 0 0,'0'0'1678'0'0,"-8"20"-805"0"0,5-12-735 0 0,0-1 0 0 0,1 1 0 0 0,0-1 0 0 0,0 1 0 0 0,0 0 0 0 0,1 0 0 0 0,0 0 0 0 0,1 0 0 0 0,0 0 0 0 0,0 0 0 0 0,0 0 0 0 0,1 0 0 0 0,1 0 0 0 0,-1 0 0 0 0,1 0 0 0 0,0 0 0 0 0,1-1 0 0 0,0 1 0 0 0,0-1 0 0 0,1 0 0 0 0,0 0 0 0 0,0 0 0 0 0,1 0 0 0 0,-1-1 0 0 0,11 11 0 0 0,-14-16-93 0 0,0 0 0 0 0,1-1 0 0 0,-1 1 0 0 0,0-1 0 0 0,0 1 0 0 0,0-1 0 0 0,0 1 0 0 0,0-1 0 0 0,0 0 1 0 0,1 0-1 0 0,-1 1 0 0 0,0-1 0 0 0,0 0 0 0 0,1 0 0 0 0,-1 0 0 0 0,0 0 0 0 0,0-1 0 0 0,0 1 0 0 0,1 0 1 0 0,-1 0-1 0 0,0-1 0 0 0,0 1 0 0 0,0-1 0 0 0,0 1 0 0 0,0-1 0 0 0,0 1 0 0 0,0-1 0 0 0,0 0 0 0 0,0 1 0 0 0,2-3 1 0 0,27-22 781 0 0,-24 17-670 0 0,-1-1 1 0 0,0 1-1 0 0,-1-1 1 0 0,0-1-1 0 0,0 1 0 0 0,-1 0 1 0 0,0-1-1 0 0,-1 0 0 0 0,0 1 1 0 0,-1-1-1 0 0,1-13 0 0 0,3-12 399 0 0,-5 31-422 0 0,0-1 0 0 0,-1 0 1 0 0,1 1-1 0 0,-1-1 0 0 0,-1 1 0 0 0,1-1 1 0 0,-3-7-1 0 0,-1-3-6454 0 0,5 39 4107 0 0,0-18 168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8:00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39 752 0 0,'0'0'6949'0'0,"1"6"-6743"0"0,2 8-70 0 0,1 0 1 0 0,0-1 0 0 0,1 1-1 0 0,0-1 1 0 0,1-1 0 0 0,1 1-1 0 0,12 18 1 0 0,-17-27-83 0 0,0-1 1 0 0,1 1 0 0 0,-1-1-1 0 0,1 0 1 0 0,0 0-1 0 0,0 0 1 0 0,0 0-1 0 0,0 0 1 0 0,0-1 0 0 0,1 1-1 0 0,-1-1 1 0 0,1 0-1 0 0,0 0 1 0 0,0 0-1 0 0,-1-1 1 0 0,1 1 0 0 0,0-1-1 0 0,0 0 1 0 0,0 0-1 0 0,1 0 1 0 0,-1-1 0 0 0,0 0-1 0 0,0 1 1 0 0,0-1-1 0 0,0-1 1 0 0,1 1-1 0 0,-1 0 1 0 0,0-1 0 0 0,0 0-1 0 0,0 0 1 0 0,8-3-1 0 0,-9 1 26 0 0,1 1 1 0 0,0 0-1 0 0,-1 0 0 0 0,0-1 0 0 0,1 0 0 0 0,-1 0 0 0 0,0 0 1 0 0,0 0-1 0 0,-1 0 0 0 0,1-1 0 0 0,-1 1 0 0 0,0-1 0 0 0,1 0 0 0 0,-2 1 1 0 0,1-1-1 0 0,0 0 0 0 0,2-8 0 0 0,0-5 121 0 0,-1-1-1 0 0,0 1 1 0 0,0-19-1 0 0,0 4 183 0 0,-3 31-316 0 0,-1-14 170 0 0,3 5-1525 0 0,13 30-6471 0 0,-4-8 5152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8:01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27 140 0 0,'4'-16'2693'0'0,"-4"15"-2560"0"0,0 1 0 0 0,-1 0 0 0 0,1 0 0 0 0,0-1 0 0 0,0 1 0 0 0,0 0 0 0 0,0-1 0 0 0,0 1 0 0 0,0 0 0 0 0,0-1 0 0 0,0 1 0 0 0,0 0 0 0 0,0 0 0 0 0,0-1 0 0 0,0 1 1 0 0,0 0-1 0 0,1-1 0 0 0,-1 1 0 0 0,0 0 0 0 0,0-1 0 0 0,0 1 0 0 0,0 0 0 0 0,0 0 0 0 0,1-1 0 0 0,-1 1 0 0 0,0 0 0 0 0,0 0 0 0 0,0 0 0 0 0,1-1 0 0 0,-1 1 0 0 0,0 0 0 0 0,0 0 0 0 0,1 0 0 0 0,-1-1 1 0 0,0 1-1 0 0,0 0 0 0 0,1 0 0 0 0,-1 0 0 0 0,0 0 0 0 0,1 0 0 0 0,-1 0 0 0 0,0 0 0 0 0,1 0 0 0 0,-1 0 0 0 0,0 0 0 0 0,1 0 0 0 0,5 14 53 0 0,0 0 0 0 0,-1 1-1 0 0,-1 0 1 0 0,0 0 0 0 0,-1 0 0 0 0,-1 0 0 0 0,1 22-1 0 0,-2-37-177 0 0,-1 1-1 0 0,0-1 0 0 0,1 0 1 0 0,-1 1-1 0 0,0-1 1 0 0,0 0-1 0 0,1 0 0 0 0,-1 1 1 0 0,1-1-1 0 0,-1 0 1 0 0,0 0-1 0 0,1 0 0 0 0,-1 1 1 0 0,0-1-1 0 0,1 0 1 0 0,-1 0-1 0 0,1 0 0 0 0,-1 0 1 0 0,0 0-1 0 0,1 0 1 0 0,-1 0-1 0 0,1 0 0 0 0,-1 0 1 0 0,1 0-1 0 0,-1 0 1 0 0,0 0-1 0 0,1 0 0 0 0,-1 0 1 0 0,1 0-1 0 0,0-1 1 0 0,48-25 74 0 0,-36 17-61 0 0,0 2 0 0 0,1-1 0 0 0,29-10 0 0 0,-42 18-36 0 0,24 23-44 0 0,-20-1-641 0 0,12 36-5454 0 0,-13-49 3878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8:01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90 708 0 0,'0'0'10259'0'0,"0"-10"-9860"0"0,91 4-83 0 0,0 4-1 0 0,176 20 1 0 0,34 1-211 0 0,-106-16 248 0 0,-176-3-279 0 0,31 0 318 0 0,-50 0-391 0 0,0 0 1 0 0,0 0-1 0 0,0 0 0 0 0,0-1 1 0 0,0 1-1 0 0,0 0 0 0 0,0 0 0 0 0,0 0 1 0 0,0 0-1 0 0,0 0 0 0 0,0 0 1 0 0,0 0-1 0 0,0-1 0 0 0,0 1 1 0 0,0 0-1 0 0,0 0 0 0 0,0 0 0 0 0,0 0 1 0 0,0 0-1 0 0,0 0 0 0 0,0-1 1 0 0,0 1-1 0 0,0 0 0 0 0,0 0 1 0 0,0 0-1 0 0,0 0 0 0 0,0 0 0 0 0,0 0 1 0 0,0 0-1 0 0,0 0 0 0 0,1-1 1 0 0,-1 1-1 0 0,0 0 0 0 0,0 0 1 0 0,0 0-1 0 0,0 0 0 0 0,0 0 0 0 0,0 0 1 0 0,0 0-1 0 0,0 0 0 0 0,1 0 1 0 0,-1 0-1 0 0,0 0 0 0 0,0 0 1 0 0,0 0-1 0 0,0 0 0 0 0,0 0 0 0 0,0 0 1 0 0,1 0-1 0 0,-1 0 0 0 0,0 0 1 0 0,0 0-1 0 0,0 0 0 0 0,0 0 1 0 0,0 0-1 0 0,0 0 0 0 0,0 0 0 0 0,1 0 1 0 0,-1 0-1 0 0,0 0 0 0 0,0 0 1 0 0,0 0-1 0 0,-26-8-153 0 0,-36-5-294 0 0,33 9 207 0 0,1-2-1 0 0,0-2 1 0 0,0 0-1 0 0,-50-23 1 0 0,76 30 224 0 0,1 1 0 0 0,-1-1 0 0 0,1 0 1 0 0,0 0-1 0 0,-1 1 0 0 0,1-1 0 0 0,0 0 0 0 0,-1 0 1 0 0,1-1-1 0 0,0 1 0 0 0,0 0 0 0 0,0 0 0 0 0,0 0 1 0 0,0-1-1 0 0,0 1 0 0 0,-1-2 0 0 0,3 2 8 0 0,-1 1 0 0 0,0-1 0 0 0,0 1 0 0 0,0-1 0 0 0,1 1 1 0 0,-1-1-1 0 0,0 1 0 0 0,1-1 0 0 0,-1 1 0 0 0,0 0 0 0 0,1-1 0 0 0,-1 1 0 0 0,1-1 0 0 0,-1 1 0 0 0,0 0 0 0 0,1-1 0 0 0,-1 1 0 0 0,1 0 0 0 0,-1 0 0 0 0,1 0 0 0 0,-1-1 0 0 0,1 1 0 0 0,-1 0 0 0 0,1 0 1 0 0,-1 0-1 0 0,1 0 0 0 0,-1 0 0 0 0,1 0 0 0 0,1 0 0 0 0,4-1-23 0 0,1 0 0 0 0,0 1 0 0 0,0 0 0 0 0,0 1 0 0 0,0-1 0 0 0,8 3 0 0 0,-6 0 5 0 0,0 0 1 0 0,0 1-1 0 0,0 0 0 0 0,0 0 0 0 0,0 1 0 0 0,-1 0 0 0 0,1 0 0 0 0,10 11 0 0 0,-14-12 13 0 0,-1 0 0 0 0,1 0 1 0 0,-1 1-1 0 0,-1 0 0 0 0,1 0 0 0 0,0 0 0 0 0,-1 0 0 0 0,0 0 0 0 0,0 1 1 0 0,-1-1-1 0 0,0 1 0 0 0,0 0 0 0 0,0 0 0 0 0,2 9 0 0 0,-5-12 13 0 0,0 0-1 0 0,1 1 0 0 0,-1-1 1 0 0,0 0-1 0 0,-1 0 0 0 0,1 1 0 0 0,-1-1 1 0 0,1 0-1 0 0,-1 0 0 0 0,0-1 1 0 0,0 1-1 0 0,0 0 0 0 0,0-1 1 0 0,0 1-1 0 0,-1-1 0 0 0,1 0 0 0 0,-1 1 1 0 0,0-1-1 0 0,0 0 0 0 0,0-1 1 0 0,-3 3-1 0 0,-20 7-145 0 0,-1-1 1 0 0,-51 13-1 0 0,-12-4-5104 0 0,85-18 4686 0 0,-17 4-1806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8:03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301 74 680 0 0,'4'-27'2498'0'0,"-3"25"-2233"0"0,0 0 0 0 0,-1-1 0 0 0,1 1-1 0 0,-1 0 1 0 0,0-1 0 0 0,1 1 0 0 0,-1-1 0 0 0,0 1 0 0 0,-1 0 0 0 0,1-1-1 0 0,0 1 1 0 0,-1 0 0 0 0,1-1 0 0 0,-1 1 0 0 0,1 0 0 0 0,-1 0 0 0 0,-2-4-1 0 0,2 5-2 0 0,-17 1 90 0 0,3 2-302 0 0,0 1-1 0 0,1 0 0 0 0,0 2 0 0 0,-1-1 0 0 0,1 2 1 0 0,1 0-1 0 0,-1 0 0 0 0,1 1 0 0 0,0 1 1 0 0,1 0-1 0 0,0 1 0 0 0,0 0 0 0 0,-15 16 0 0 0,20-18-18 0 0,0 0 1 0 0,0 1-1 0 0,0 0 0 0 0,1 0 0 0 0,0 0 0 0 0,1 1 0 0 0,-1-1 0 0 0,2 1 0 0 0,-1 1 0 0 0,1-1 1 0 0,1 1-1 0 0,0-1 0 0 0,0 1 0 0 0,1 0 0 0 0,0 0 0 0 0,1 0 0 0 0,0 1 0 0 0,1-1 0 0 0,0 0 0 0 0,2 18 1 0 0,-1-22-11 0 0,0-1 0 0 0,1 1 1 0 0,0-1-1 0 0,0 0 1 0 0,0 0-1 0 0,1 0 1 0 0,-1 0-1 0 0,1 0 1 0 0,0 0-1 0 0,1-1 0 0 0,-1 1 1 0 0,1-1-1 0 0,0 0 1 0 0,0 0-1 0 0,0 0 1 0 0,1-1-1 0 0,-1 0 1 0 0,1 0-1 0 0,9 5 1 0 0,-7-5 2 0 0,-1-1 0 0 0,1 1 1 0 0,0-2-1 0 0,0 1 1 0 0,0-1-1 0 0,0 0 1 0 0,1 0-1 0 0,-1-1 1 0 0,0 0-1 0 0,0 0 1 0 0,0-1-1 0 0,0 0 1 0 0,1 0-1 0 0,12-4 1 0 0,-7 0 19 0 0,10-2 420 0 0,-22 7-451 0 0,-1 0 1 0 0,1 0-1 0 0,-1 0 1 0 0,1 0-1 0 0,-1 0 1 0 0,1 0-1 0 0,-1 0 1 0 0,1 0-1 0 0,-1 0 1 0 0,1 0-1 0 0,-1 0 1 0 0,1 1-1 0 0,-1-1 1 0 0,1 0-1 0 0,-1 0 1 0 0,1 0-1 0 0,-1 1 1 0 0,1-1-1 0 0,-1 0 1 0 0,0 1-1 0 0,1-1 1 0 0,-1 0-1 0 0,1 1 1 0 0,-1-1-1 0 0,0 1 1 0 0,1-1-1 0 0,-1 0 1 0 0,0 1-1 0 0,0-1 1 0 0,1 1-1 0 0,-1-1 1 0 0,0 2-1 0 0,0 1-9 0 0,0 1 1 0 0,-1-1-1 0 0,1 1 0 0 0,-1-1 1 0 0,0 0-1 0 0,0 1 0 0 0,0-1 1 0 0,0 0-1 0 0,0 1 0 0 0,-3 3 1 0 0,0 2 6 0 0,-11 30-24 0 0,0-1 0 0 0,-29 48 1 0 0,34-70-1441 0 0,0 0 1 0 0,-2-1 0 0 0,0 0-1 0 0,-16 15 1 0 0,20-23-1030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8:05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58 176 0 0,'1'-17'3112'0'0,"2"-7"-637"0"0,-3 22-1869 0 0,4-9 1854 0 0,2 8 1658 0 0,-4 22-4019 0 0,-2 1-1 0 0,0-1 0 0 0,-1 1 1 0 0,0-1-1 0 0,-6 21 0 0 0,7-38-69 0 0,-2 11 609 0 0,1-7-2133 0 0,3-41-9170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8:05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73 92 0 0,'8'-57'5891'0'0,"-8"55"-5207"0"0,1 0-761 0 0,5-9 386 0 0,2 11-4511 0 0,11 13 2685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8:05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36 292 0 0,'12'32'2236'0'0,"-4"-5"-1421"0"0,-6-21-578 0 0,0 1 0 0 0,0-1 0 0 0,0 0 0 0 0,-1 0 0 0 0,1 10 0 0 0,-2-14-49 0 0,5 16 3755 0 0,-1-31-3971 0 0,2 0 1 0 0,0 0-1 0 0,0 1 0 0 0,1 0 0 0 0,1 0 0 0 0,0 1 1 0 0,0-1-1 0 0,1 2 0 0 0,0-1 0 0 0,1 2 1 0 0,17-15-1 0 0,-9 20-1047 0 0,-1 2-2788 0 0,-3-2 1822 0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8:06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38 912 0 0,'16'-38'5503'0'0,"-19"57"-262"0"0,-30 122-4300 0 0,2 43-293 0 0,31-134-1888 0 0,8-21-5829 0 0,-1-22 4293 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7:57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88 0 0,'0'0'2818'0'0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7:57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40 0 0,'0'0'4064'0'0,"5"2"-3998"0"0,10 4 175 0 0,0-1 0 0 0,30 6-1 0 0,-43-11-194 0 0,3 1-29 0 0,0 1-3176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8:13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82 104 0 0,'0'0'2822'0'0,"4"-30"4722"0"0,-1 26-8025 0 0,20-6 607 0 0,0 1-1 0 0,47-11 1 0 0,-62 17-130 0 0,0 2 0 0 0,0-1 0 0 0,0 1 1 0 0,1 0-1 0 0,-1 1 0 0 0,1 0 0 0 0,-1 0 0 0 0,0 1 1 0 0,1 0-1 0 0,-1 0 0 0 0,0 1 0 0 0,13 4 0 0 0,-20-5 1 0 0,1 0-1 0 0,-1 0 1 0 0,0 0 0 0 0,0 0-1 0 0,0 0 1 0 0,0 0-1 0 0,0 0 1 0 0,0 1-1 0 0,0-1 1 0 0,-1 0-1 0 0,1 1 1 0 0,0-1 0 0 0,-1 0-1 0 0,1 1 1 0 0,-1-1-1 0 0,1 1 1 0 0,-1-1-1 0 0,0 1 1 0 0,0-1 0 0 0,1 1-1 0 0,-1-1 1 0 0,0 1-1 0 0,0-1 1 0 0,-1 1-1 0 0,1-1 1 0 0,0 0-1 0 0,0 1 1 0 0,-1-1 0 0 0,1 1-1 0 0,-1-1 1 0 0,1 1-1 0 0,-1-1 1 0 0,1 0-1 0 0,-2 2 1 0 0,-28 49-43 0 0,27-47 35 0 0,-13 16 36 0 0,11-14-73 0 0,0-1 0 0 0,0 1 0 0 0,1 0 0 0 0,0 0 0 0 0,0 0 0 0 0,1 1 0 0 0,-3 8 0 0 0,5-13 36 0 0,1-1 0 0 0,0 0-1 0 0,0 1 1 0 0,0-1 0 0 0,0 0 0 0 0,0 1 0 0 0,1-1 0 0 0,-1 0-1 0 0,1 1 1 0 0,-1-1 0 0 0,1 0 0 0 0,0 0 0 0 0,0 0 0 0 0,0 1-1 0 0,0-1 1 0 0,0 0 0 0 0,1 0 0 0 0,-1-1 0 0 0,0 1 0 0 0,1 0-1 0 0,0 0 1 0 0,-1-1 0 0 0,1 1 0 0 0,0-1 0 0 0,0 1 0 0 0,0-1 0 0 0,0 0-1 0 0,0 0 1 0 0,0 0 0 0 0,3 1 0 0 0,48 23-115 0 0,-41-20 30 0 0,-1-1-1 0 0,1 2 1 0 0,-1 0-1 0 0,0 0 1 0 0,-1 1-1 0 0,0 0 1 0 0,18 16-1 0 0,-27-23 86 0 0,-1 1 0 0 0,1 0 0 0 0,-1 0 0 0 0,1 0-1 0 0,-1-1 1 0 0,1 1 0 0 0,-1 0 0 0 0,1 0 0 0 0,-1 0 0 0 0,0 0 0 0 0,1 0-1 0 0,-1 0 1 0 0,0 0 0 0 0,0-1 0 0 0,0 1 0 0 0,1 0 0 0 0,-1 0 0 0 0,0 0 0 0 0,-1 0-1 0 0,1 0 1 0 0,0 0 0 0 0,0 0 0 0 0,0 0 0 0 0,0 0 0 0 0,-1 0 0 0 0,1 0-1 0 0,-1 1 1 0 0,-1 1 1 0 0,0-1-1 0 0,0 1 0 0 0,1-1 0 0 0,-2 0 0 0 0,1 0 1 0 0,0 0-1 0 0,0 0 0 0 0,-1 0 0 0 0,-2 2 0 0 0,-5 1-7 0 0,1 1-1 0 0,-1-2 1 0 0,0 0-1 0 0,-14 5 1 0 0,-123 17 120 0 0,65-14-4855 0 0,66-9 2906 0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8:15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1 240 0 0,'0'0'4079'0'0,"37"5"-3673"0"0,23 5-199 0 0,1-3 0 0 0,-1-3 1 0 0,78-4-1 0 0,-72-1-147 0 0,500 12-17 0 0,368 11 27 0 0,-813-20-92 0 0,165 11-22 0 0,9 5 88 0 0,26 2-78 0 0,356 43 73 0 0,-437-45-56 0 0,-32-3 45 0 0,-82-9 10 0 0,338 22-49 0 0,-99-11 22 0 0,-231-17 74 0 0,73 5 134 0 0,-72-1-59 0 0,99 8 209 0 0,116-8 536 0 0,-310-4-727 0 0,55-3 759 0 0,80-16 1383 0 0,-57 14-4245 0 0,-176 0-2544 0 0,13-1 1915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8:16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46 492 0 0,'0'-1'278'0'0,"1"-4"445"0"0,-1 1 0 0 0,1-1 1 0 0,0 1-1 0 0,0 0 0 0 0,1 0 0 0 0,-1 0 0 0 0,1 0 0 0 0,3-6 1 0 0,-2 11-672 0 0,0-1 0 0 0,0 2 0 0 0,1-1 0 0 0,-1 0 1 0 0,0 1-1 0 0,0-1 0 0 0,0 1 0 0 0,-1 0 0 0 0,1 0 1 0 0,0 0-1 0 0,-1 0 0 0 0,1 1 0 0 0,-1-1 0 0 0,3 4 1 0 0,34 43 536 0 0,-37-46-549 0 0,14 21 174 0 0,-2 0 0 0 0,18 41 0 0 0,-1-2 81 0 0,-31-61-239 0 0,0-1-1 0 0,1 0 1 0 0,-1 0-1 0 0,0 0 1 0 0,1 1-1 0 0,-1-1 1 0 0,1 0 0 0 0,0 0-1 0 0,-1 0 1 0 0,1 0-1 0 0,0 0 1 0 0,0 0-1 0 0,0 0 1 0 0,0 0-1 0 0,0-1 1 0 0,-1 1-1 0 0,1 0 1 0 0,1 0-1 0 0,-1-1 1 0 0,0 1 0 0 0,0-1-1 0 0,0 1 1 0 0,0-1-1 0 0,0 1 1 0 0,1-1-1 0 0,0 1 1 0 0,1-3 3 0 0,-1 0 0 0 0,0 0 0 0 0,0 0 0 0 0,0 0 0 0 0,0 0 0 0 0,-1 0 0 0 0,1 0 0 0 0,0 0 0 0 0,-1-1 0 0 0,0 1 0 0 0,1-1 0 0 0,-1 1 0 0 0,1-4 0 0 0,103-217-635 0 0,-95 211-1673 0 0,-4 11-2313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8:17.5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4 244 156 0 0,'6'-4'396'0'0,"-1"-1"-1"0"0,0 1 1 0 0,0-2-1 0 0,0 1 1 0 0,-1 0-1 0 0,0-1 1 0 0,0 0-1 0 0,0 0 1 0 0,-1 0-1 0 0,0 0 1 0 0,0-1-1 0 0,0 1 1 0 0,-1-1 0 0 0,0 1-1 0 0,2-12 1 0 0,-4 16-114 0 0,-22 4-172 0 0,16 3-104 0 0,2-1 0 0 0,-1 1 0 0 0,1 0-1 0 0,0 0 1 0 0,0 1 0 0 0,-6 10 0 0 0,8-12-4 0 0,1 0 0 0 0,0 0 1 0 0,0 0-1 0 0,1 0 0 0 0,-1 0 1 0 0,1 0-1 0 0,0 8 0 0 0,0-7 9 0 0,0-2-6 0 0,0 0 0 0 0,0-1 0 0 0,0 1 0 0 0,0 0 0 0 0,0 0 0 0 0,1 0 0 0 0,-1-1 0 0 0,1 1 0 0 0,0 0 0 0 0,0-1 0 0 0,0 1 0 0 0,0 0 0 0 0,0-1 0 0 0,0 1 0 0 0,1-1 0 0 0,0 0 0 0 0,-1 1 0 0 0,1-1 0 0 0,0 0 0 0 0,0 0 0 0 0,0 0 0 0 0,0 0 0 0 0,0-1 0 0 0,0 1 0 0 0,1 0 0 0 0,-1-1 0 0 0,1 0 0 0 0,-1 1 0 0 0,1-1 0 0 0,3 1 0 0 0,-5-1-3 0 0,5-1 7 0 0,0 0-1 0 0,-1 0 1 0 0,1 0-1 0 0,0-1 1 0 0,0 1-1 0 0,-1-1 1 0 0,1-1-1 0 0,-1 1 1 0 0,1-1 0 0 0,7-4-1 0 0,-5 4-9 0 0,66-31-16 0 0,-56 24-53 0 0,1 0 0 0 0,28-8 0 0 0,-45 17 12 0 0,1 1 29 0 0,-1-1 0 0 0,1 1 1 0 0,0 0-1 0 0,0 0 0 0 0,-1 0 0 0 0,1 1 1 0 0,0-1-1 0 0,-1 1 0 0 0,1-1 0 0 0,-1 1 0 0 0,3 2 1 0 0,7 12-105 0 0,-11-14 122 0 0,0 1 1 0 0,1-1 0 0 0,-1 0-1 0 0,0 0 1 0 0,1 1-1 0 0,0-1 1 0 0,-1 0 0 0 0,1-1-1 0 0,0 1 1 0 0,0 0-1 0 0,0-1 1 0 0,0 1-1 0 0,0-1 1 0 0,1 1 0 0 0,-1-1-1 0 0,0 0 1 0 0,1 0-1 0 0,-1 0 1 0 0,1 0 0 0 0,-1 0-1 0 0,1-1 1 0 0,-1 1-1 0 0,1-1 1 0 0,-1 0-1 0 0,1 1 1 0 0,-1-1 0 0 0,1 0-1 0 0,0-1 1 0 0,-1 1-1 0 0,1 0 1 0 0,4-2 0 0 0,2-2 13 0 0,-1 0 0 0 0,1-1 0 0 0,-1 0 0 0 0,0 0-1 0 0,0-1 1 0 0,0 0 0 0 0,-1 0 0 0 0,0-1 0 0 0,0 0 0 0 0,-1 0 0 0 0,0-1 0 0 0,0 1 0 0 0,-1-1 0 0 0,0-1 0 0 0,7-13 0 0 0,-2-1 46 0 0,0 0 0 0 0,-1-1 0 0 0,-2 0 0 0 0,9-45 0 0 0,-16 67-19 0 0,0 2-31 0 0,0 0 1 0 0,0 0-1 0 0,0 0 1 0 0,0 0 0 0 0,-1 0-1 0 0,1 0 1 0 0,0 0-1 0 0,0 0 1 0 0,0 0 0 0 0,0 0-1 0 0,0 0 1 0 0,0 0-1 0 0,-1 0 1 0 0,1 0 0 0 0,0 0-1 0 0,0 0 1 0 0,0 0-1 0 0,0 0 1 0 0,0 0 0 0 0,0 0-1 0 0,-1 0 1 0 0,1 0-1 0 0,0-1 1 0 0,0 1 0 0 0,0 0-1 0 0,0 0 1 0 0,0 0 0 0 0,0 0-1 0 0,0 0 1 0 0,0 0-1 0 0,0 0 1 0 0,0-1 0 0 0,0 1-1 0 0,0 0 1 0 0,-1 0-1 0 0,1 0 1 0 0,0 0 0 0 0,0 0-1 0 0,0 0 1 0 0,0-1-1 0 0,0 1 1 0 0,0 0 0 0 0,0 0-1 0 0,0 0 1 0 0,0 0-1 0 0,0 0 1 0 0,1-1 0 0 0,-1 1-1 0 0,0 0 1 0 0,0 0-1 0 0,0 0 1 0 0,0 0 0 0 0,0 0-1 0 0,0 0 1 0 0,0 0-1 0 0,0-1 1 0 0,0 1 0 0 0,0 0-1 0 0,0 0 1 0 0,0 0-1 0 0,1 0 1 0 0,-1 0 0 0 0,0 0-1 0 0,-7 12 3 0 0,1 0-1 0 0,0 1 0 0 0,1 0 0 0 0,1 0 1 0 0,0 1-1 0 0,1-1 0 0 0,0 1 1 0 0,1 0-1 0 0,0 0 0 0 0,1 0 0 0 0,1-1 1 0 0,0 1-1 0 0,3 17 0 0 0,-2-28 3 0 0,0-1-1 0 0,0 0 1 0 0,0 0 0 0 0,0 1-1 0 0,1-1 1 0 0,-1 0 0 0 0,0 0-1 0 0,1-1 1 0 0,0 1-1 0 0,-1 0 1 0 0,1 0 0 0 0,0-1-1 0 0,0 1 1 0 0,0-1 0 0 0,0 1-1 0 0,0-1 1 0 0,0 0-1 0 0,0 0 1 0 0,1 0 0 0 0,-1 0-1 0 0,3 0 1 0 0,56 14 26 0 0,-47-12-24 0 0,-8-2 14 0 0,-2 0-22 0 0,0-1 0 0 0,0 1 0 0 0,0 0 0 0 0,0 0 0 0 0,-1 0 0 0 0,1 0-1 0 0,0 1 1 0 0,-1-1 0 0 0,1 1 0 0 0,-1 0 0 0 0,1 0 0 0 0,-1 1 0 0 0,0-1 0 0 0,0 1 0 0 0,0-1 0 0 0,3 5 0 0 0,-5-6 36 0 0,-43 22-73 0 0,-42-4 181 0 0,82-19-298 0 0,-9 2-409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8:18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55 132 0 0,'-5'-4'6110'0'0,"280"0"-4518"0"0,-79 3-1104 0 0,-158 1-338 0 0,8 0 351 0 0,-1-2 0 0 0,87-16 1 0 0,-130 17-364 0 0,0 1 32 0 0,-2 0-164 0 0,1 0-1 0 0,-1 0 1 0 0,0 0-1 0 0,0 0 0 0 0,0 0 1 0 0,0 0-1 0 0,0 0 1 0 0,1 0-1 0 0,-1 0 0 0 0,0 0 1 0 0,0 0-1 0 0,0 0 0 0 0,0 0 1 0 0,0 0-1 0 0,1 0 1 0 0,-1 0-1 0 0,0 0 0 0 0,0 0 1 0 0,0 0-1 0 0,0 0 1 0 0,0 0-1 0 0,1 0 0 0 0,-1 0 1 0 0,0 0-1 0 0,0 0 1 0 0,0 0-1 0 0,0 0 0 0 0,0 0 1 0 0,1 0-1 0 0,-1 0 1 0 0,0-1-1 0 0,0 1 0 0 0,0 0 1 0 0,0 0-1 0 0,0 0 0 0 0,0 0 1 0 0,0 0-1 0 0,0 0 1 0 0,0 0-1 0 0,0-1 0 0 0,1 1 1 0 0,-1 0-1 0 0,0 0 1 0 0,0 0-1 0 0,0 0 0 0 0,0 0 1 0 0,0-1-1 0 0,0 1 1 0 0,0 0-1 0 0,0 0 0 0 0,0 0 1 0 0,0 0-1 0 0,0-1 1 0 0,0 1-1 0 0,0 0 0 0 0,0 0 1 0 0,0 0-1 0 0,-1 0 0 0 0,1 0 1 0 0,0 0-1 0 0,0-1 1 0 0,0 1-1 0 0,0 0 0 0 0,0 0 1 0 0,0 0-1 0 0,0 0 1 0 0,-7-4-2 0 0,1 2 0 0 0,-1-1-1 0 0,1 1 1 0 0,-1 0 0 0 0,0 0 0 0 0,0 0 0 0 0,0 1 0 0 0,0 0 0 0 0,-12 1 0 0 0,16 0-67 0 0,-2 2-116 0 0,4-2 165 0 0,0 0-1 0 0,0 1 1 0 0,0-1 0 0 0,1 0 0 0 0,-1 0-1 0 0,0 0 1 0 0,1 1 0 0 0,-1-1 0 0 0,0 0 0 0 0,0 0-1 0 0,1 1 1 0 0,-1-1 0 0 0,0 1 0 0 0,1-1-1 0 0,-1 1 1 0 0,1-1 0 0 0,-1 1 0 0 0,1-1 0 0 0,-1 1-1 0 0,1-1 1 0 0,-1 1 0 0 0,0 1 0 0 0,0 4-190 0 0,-1 0 1 0 0,0 0-1 0 0,0 0 1 0 0,-1 0-1 0 0,1-1 1 0 0,-1 1-1 0 0,-1-1 1 0 0,1 0-1 0 0,-1 1 1 0 0,0-1-1 0 0,0-1 1 0 0,0 1-1 0 0,-1-1 1 0 0,0 1-1 0 0,-9 5 1 0 0,-11 11-3192 0 0,10-12 1442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8:20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1 154 492 0 0,'0'-4'523'0'0,"15"-77"2768"0"0,-3 21 329 0 0,-10 51-1962 0 0,0 10-702 0 0,2 20-478 0 0,0 40-537 0 0,-4-38 119 0 0,1-1 0 0 0,1 0-1 0 0,1 1 1 0 0,1-1 0 0 0,8 23 0 0 0,-12-43-53 0 0,1-1 0 0 0,-1 0 0 0 0,1 0 0 0 0,0 1 0 0 0,0-1 0 0 0,0 0 0 0 0,0 0 0 0 0,0 0 0 0 0,0 0 0 0 0,0 0 0 0 0,0 0 0 0 0,0 0 0 0 0,0-1 1 0 0,0 1-1 0 0,0 0 0 0 0,1 0 0 0 0,-1-1 0 0 0,0 1 0 0 0,1-1 0 0 0,-1 1 0 0 0,0-1 0 0 0,1 0 0 0 0,-1 0 0 0 0,0 1 0 0 0,1-1 0 0 0,-1 0 0 0 0,1 0 0 0 0,-1 0 0 0 0,0 0 0 0 0,3-1 1 0 0,35-7 66 0 0,-39 8-73 0 0,50-18 111 0 0,19-5-262 0 0,-64 22 101 0 0,0 0 0 0 0,0 0-1 0 0,0 1 1 0 0,0 0 0 0 0,0 0 0 0 0,0 0 0 0 0,0 0 0 0 0,0 1 0 0 0,0 0 0 0 0,0 0-1 0 0,9 4 1 0 0,3 2-91 0 0,4 2 6 0 0,1 0 1 0 0,0-2-1 0 0,0 0 1 0 0,28 4-1 0 0,-48-11 170 0 0,1-1 0 0 0,-1 1 1 0 0,1 0-1 0 0,-1-1 0 0 0,0 1 0 0 0,0-1 0 0 0,1 0 0 0 0,-1 0 0 0 0,0 0 0 0 0,0 0 0 0 0,0 0 0 0 0,0 0 1 0 0,0-1-1 0 0,0 1 0 0 0,0-1 0 0 0,0 1 0 0 0,0-1 0 0 0,-1 0 0 0 0,1 0 0 0 0,-1 1 0 0 0,1-1 0 0 0,-1 0 1 0 0,0 0-1 0 0,1-3 0 0 0,3-3 119 0 0,-1-1 0 0 0,0 0 1 0 0,-1 1-1 0 0,4-16 0 0 0,1-56 821 0 0,-7 69-1805 0 0,-7 15-2617 0 0,-7 15-1535 0 0,13-18 5686 0 0,-4 13-3113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8:20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4 160 0 0,'6'-2'171'0'0,"1"1"-1"0"0,-1 1 1 0 0,1-1 0 0 0,-1 1 0 0 0,1 0-1 0 0,0 1 1 0 0,-1-1 0 0 0,1 1-1 0 0,-1 1 1 0 0,0-1 0 0 0,1 1 0 0 0,-1 0-1 0 0,0 1 1 0 0,0-1 0 0 0,0 1 0 0 0,0 0-1 0 0,-1 1 1 0 0,1-1 0 0 0,-1 1-1 0 0,0 0 1 0 0,0 1 0 0 0,0-1 0 0 0,0 1-1 0 0,-1 0 1 0 0,0 0 0 0 0,0 0-1 0 0,0 1 1 0 0,-1-1 0 0 0,0 1 0 0 0,0 0-1 0 0,0 0 1 0 0,-1 0 0 0 0,0 0-1 0 0,0 1 1 0 0,0-1 0 0 0,1 13 0 0 0,-3-17-128 0 0,0 0 0 0 0,1 0 1 0 0,-1 0-1 0 0,0 0 0 0 0,0 0 1 0 0,0 0-1 0 0,-1 0 0 0 0,1 0 0 0 0,0-1 1 0 0,-1 1-1 0 0,1 0 0 0 0,-1 0 1 0 0,0 0-1 0 0,0 0 0 0 0,0 0 1 0 0,0-1-1 0 0,0 1 0 0 0,0 0 1 0 0,0-1-1 0 0,0 1 0 0 0,-1-1 1 0 0,1 1-1 0 0,0-1 0 0 0,-1 1 1 0 0,1-1-1 0 0,-1 0 0 0 0,0 0 1 0 0,0 0-1 0 0,1 0 0 0 0,-1 0 1 0 0,0 0-1 0 0,0-1 0 0 0,0 1 1 0 0,0 0-1 0 0,0-1 0 0 0,0 0 0 0 0,0 1 1 0 0,0-1-1 0 0,0 0 0 0 0,-2 0 1 0 0,1 0 223 0 0,3 0-243 0 0,-1 0 0 0 0,0 0-1 0 0,1 1 1 0 0,-1-1 0 0 0,0 0 0 0 0,1 0-1 0 0,-1 0 1 0 0,1 0 0 0 0,-1 0 0 0 0,0 0-1 0 0,1 0 1 0 0,-1-1 0 0 0,0 1 0 0 0,1 0-1 0 0,-1 0 1 0 0,1 0 0 0 0,-1-1-1 0 0,0 1 1 0 0,1 0 0 0 0,-1-1 0 0 0,1 1-1 0 0,-1 0 1 0 0,1-1 0 0 0,-1 1 0 0 0,1-1-1 0 0,-1 1 1 0 0,1-1 0 0 0,0 1 0 0 0,-1-1-1 0 0,1 1 1 0 0,0-1 0 0 0,-1 1 0 0 0,1-1-1 0 0,0 0 1 0 0,-1 1 0 0 0,1-1 0 0 0,0 1-1 0 0,0-2 1 0 0,-10-27 708 0 0,11 22-695 0 0,0 1 1 0 0,1-1-1 0 0,0 0 1 0 0,0 1-1 0 0,1 0 1 0 0,-1-1-1 0 0,1 1 1 0 0,1 0-1 0 0,-1 0 1 0 0,1 1-1 0 0,0-1 1 0 0,1 1-1 0 0,-1 0 1 0 0,1 0-1 0 0,0 0 1 0 0,0 1-1 0 0,1-1 1 0 0,6-3-1 0 0,-4 3-359 0 0,0 0-1 0 0,0 0 1 0 0,0 1-1 0 0,1 1 1 0 0,-1-1 0 0 0,1 2-1 0 0,0-1 1 0 0,0 1-1 0 0,0 0 1 0 0,0 1-1 0 0,0 0 1 0 0,1 0-1 0 0,10 2 1 0 0,4 1-2840 0 0,-13-1 1352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8:21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153 272 124 0 0,'0'0'1240'0'0,"-3"-4"-863"0"0,-24-30 3545 0 0,26 32-3304 0 0,2-37 1854 0 0,-1 39-2437 0 0,1-1-1 0 0,-1 0 0 0 0,0 0 0 0 0,1 1 0 0 0,-1-1 0 0 0,0 0 0 0 0,1 0 0 0 0,-1 0 0 0 0,0 0 0 0 0,0 0 0 0 0,1 0 1 0 0,-1 0-1 0 0,0 1 0 0 0,0-1 0 0 0,0 0 0 0 0,0 0 0 0 0,-1 0 0 0 0,1 0 0 0 0,0 0 0 0 0,0 0 0 0 0,0 0 0 0 0,-1 0 0 0 0,1 1 1 0 0,0-1-1 0 0,-1 0 0 0 0,1 0 0 0 0,-1 0 0 0 0,1 1 0 0 0,-1-1 0 0 0,1 0 0 0 0,-2 0 0 0 0,0 1-24 0 0,1 0 0 0 0,-1 1-1 0 0,0-1 1 0 0,1 1 0 0 0,-1-1 0 0 0,0 1-1 0 0,1 0 1 0 0,-1 0 0 0 0,1 0 0 0 0,-1 0-1 0 0,1 0 1 0 0,0 0 0 0 0,-1 0-1 0 0,-1 2 1 0 0,-6 6-46 0 0,0-1-1 0 0,1 2 0 0 0,0-1 1 0 0,-9 15-1 0 0,8-7 16 0 0,1 0 1 0 0,1 0 0 0 0,-7 25-1 0 0,12-35 24 0 0,1-1-1 0 0,0 0 1 0 0,0 1-1 0 0,1-1 1 0 0,-1 1-1 0 0,1-1 1 0 0,1 1-1 0 0,-1-1 1 0 0,1 1-1 0 0,0-1 1 0 0,1 0-1 0 0,-1 1 1 0 0,4 6-1 0 0,-5-12 8 0 0,1 0 1 0 0,-1 0-1 0 0,0 0 0 0 0,0 0 0 0 0,1-1 0 0 0,-1 1 0 0 0,1 0 0 0 0,-1 0 1 0 0,1 0-1 0 0,-1 0 0 0 0,1-1 0 0 0,0 1 0 0 0,-1 0 0 0 0,1-1 1 0 0,0 1-1 0 0,0 0 0 0 0,-1-1 0 0 0,1 1 0 0 0,0-1 0 0 0,0 1 0 0 0,0-1 1 0 0,0 0-1 0 0,0 1 0 0 0,-1-1 0 0 0,1 0 0 0 0,0 0 0 0 0,0 1 1 0 0,0-1-1 0 0,0 0 0 0 0,1 0 0 0 0,0-1 10 0 0,0 1 1 0 0,0-1-1 0 0,0 0 1 0 0,0 0-1 0 0,0 0 1 0 0,-1 0-1 0 0,1 0 1 0 0,0-1-1 0 0,-1 1 1 0 0,1 0-1 0 0,-1-1 1 0 0,0 1-1 0 0,2-3 1 0 0,3-3 38 0 0,0-1 0 0 0,-1 0 0 0 0,-1 0 1 0 0,1 0-1 0 0,3-10 0 0 0,0-15 61 0 0,-1-1-1 0 0,4-45 1 0 0,-7 48-156 0 0,0 1 1 0 0,2 0 0 0 0,11-35-1 0 0,-15 60-1 0 0,0 1 0 0 0,1-1 0 0 0,0 1 0 0 0,0 0 0 0 0,0 0 0 0 0,0 0 0 0 0,1 1 0 0 0,-1-1 0 0 0,1 1 0 0 0,0-1 0 0 0,0 1 0 0 0,0 1 0 0 0,0-1 0 0 0,1 0 0 0 0,6-2 0 0 0,-8 4 14 0 0,0-1-1 0 0,0 1 1 0 0,0 0-1 0 0,0 0 1 0 0,0 0-1 0 0,1 0 0 0 0,-1 0 1 0 0,0 1-1 0 0,0 0 1 0 0,1-1-1 0 0,-1 1 0 0 0,0 0 1 0 0,1 1-1 0 0,-1-1 1 0 0,0 1-1 0 0,0-1 0 0 0,1 1 1 0 0,-1 0-1 0 0,0 0 1 0 0,0 0-1 0 0,0 1 0 0 0,0-1 1 0 0,3 3-1 0 0,-2 0 4 0 0,-1-1 1 0 0,0 1-1 0 0,0 0 0 0 0,-1 0 0 0 0,1 0 0 0 0,-1 1 1 0 0,0-1-1 0 0,0 1 0 0 0,0-1 0 0 0,0 1 0 0 0,-1 0 1 0 0,0-1-1 0 0,0 1 0 0 0,0 0 0 0 0,-1 0 0 0 0,0 0 1 0 0,0 6-1 0 0,-1 14-10 0 0,-1 0-1 0 0,-5 28 1 0 0,2-23 11 0 0,3-18 17 0 0,0 0 1 0 0,1 0 0 0 0,1 0-1 0 0,0 0 1 0 0,0 1 0 0 0,1-1-1 0 0,1 0 1 0 0,0 0 0 0 0,1 0 0 0 0,0 0-1 0 0,1-1 1 0 0,0 1 0 0 0,1-1-1 0 0,0 0 1 0 0,1 0 0 0 0,8 13 0 0 0,-12-23 22 0 0,-1 0 0 0 0,0 1 0 0 0,0-1 0 0 0,1 0 0 0 0,-1 0 0 0 0,1 0 0 0 0,-1 0 0 0 0,1 0 0 0 0,0 0 0 0 0,-1-1 0 0 0,1 1 0 0 0,0 0 0 0 0,-1-1 0 0 0,1 1 0 0 0,0-1 0 0 0,0 0 0 0 0,0 1 0 0 0,-1-1 1 0 0,1 0-1 0 0,0 0 0 0 0,0 0 0 0 0,0-1 0 0 0,0 1 0 0 0,-1 0 0 0 0,1-1 0 0 0,0 1 0 0 0,0-1 0 0 0,-1 1 0 0 0,1-1 0 0 0,0 0 0 0 0,-1 0 0 0 0,1 0 0 0 0,-1 0 0 0 0,1 0 0 0 0,-1 0 0 0 0,0 0 1 0 0,1 0-1 0 0,-1-1 0 0 0,2-1 0 0 0,2-2 90 0 0,0 0-1 0 0,-1 0 1 0 0,1-1 0 0 0,-1 1 0 0 0,0-1 0 0 0,-1 0-1 0 0,0 0 1 0 0,5-11 0 0 0,2-28 1384 0 0,-10 43-1175 0 0,1-5-173 0 0,-1 7-134 0 0,0 1-1 0 0,0-1 0 0 0,0 0 0 0 0,0 0 0 0 0,0 0 1 0 0,0 0-1 0 0,0 0 0 0 0,0 0 0 0 0,0 0 0 0 0,0 0 0 0 0,0 0 1 0 0,1 0-1 0 0,-1 0 0 0 0,0 0 0 0 0,0 0 0 0 0,0 0 1 0 0,0 0-1 0 0,0 0 0 0 0,0 0 0 0 0,0 0 0 0 0,0 0 0 0 0,0 0 1 0 0,0 0-1 0 0,1 0 0 0 0,-1 0 0 0 0,0 0 0 0 0,0 0 1 0 0,0 0-1 0 0,0 0 0 0 0,0 0 0 0 0,0 0 0 0 0,0 0 0 0 0,0 0 1 0 0,0 0-1 0 0,0 0 0 0 0,0 0 0 0 0,1 0 0 0 0,-1 0 1 0 0,0 0-1 0 0,0 0 0 0 0,0 0 0 0 0,0 0 0 0 0,0-1 1 0 0,0 1-1 0 0,0 0 0 0 0,5 12-87 0 0,1-1-1 0 0,0 1 1 0 0,0-2 0 0 0,1 1 0 0 0,0-1 0 0 0,14 14-1 0 0,-17-19-320 0 0,2 0 0 0 0,-1-1-1 0 0,0 0 1 0 0,1 0-1 0 0,11 6 1 0 0,-12-7-312 0 0,0-1 0 0 0,0-1 0 0 0,1 1 0 0 0,-1-1 0 0 0,0 1 0 0 0,0-2 0 0 0,1 1 0 0 0,7 0 0 0 0,0-2-1753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8:22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53 380 0 0,'1'-14'1904'0'0,"8"4"-168"0"0,7 0-1000 0 0,-6 4-64 0 0,4 1-75 0 0,0 2-81 0 0,-1 1-120 0 0,1-1-64 0 0,12 3-416 0 0,-10 2-228 0 0,-3-1-196 0 0,-5 4-557 0 0,0 0-1147 0 0,-2 3 512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9:27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32 576 0 0,'8'15'7650'0'0,"32"67"-7697"0"0,25 108 186 0 0,-65-189-99 0 0,2-1 110 0 0,0-1 1 0 0,0 0-1 0 0,0 1 0 0 0,0-1 0 0 0,0 0 1 0 0,0 0-1 0 0,0 0 0 0 0,-1-1 1 0 0,1 1-1 0 0,0 0 0 0 0,-1-1 0 0 0,1 1 1 0 0,-1-1-1 0 0,1 1 0 0 0,-1-1 0 0 0,0 0 1 0 0,0 1-1 0 0,0-1 0 0 0,0 0 1 0 0,0 0-1 0 0,0 0 0 0 0,1-4 0 0 0,21-62-109 0 0,-12 32 290 0 0,23-94 33 0 0,-33 122-352 0 0,0 6-7 0 0,-1 0-1 0 0,0 0 1 0 0,1 0 0 0 0,-1-1-1 0 0,1 1 1 0 0,0 0 0 0 0,0 0 0 0 0,0 0-1 0 0,0 0 1 0 0,0 0 0 0 0,0 1-1 0 0,2-4 1 0 0,-2 4-18 0 0,0 0-248 0 0,4-10 291 0 0,14 34-8714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9:29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29 156 0 0,'0'0'2032'0'0,"4"-28"5914"0"0,-10 390-7546 0 0,5-338 339 0 0,0-9-2276 0 0,0-5-4101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9:30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79 668 0 0,'0'0'1319'0'0,"8"-20"175"0"0,0 14-1294 0 0,0 0 0 0 0,0 1-1 0 0,1 0 1 0 0,0 1 0 0 0,0-1 0 0 0,0 2 0 0 0,1-1-1 0 0,-1 1 1 0 0,18-2 0 0 0,-1 0 26 0 0,1 1-1 0 0,40 1 1 0 0,-44 3-128 0 0,-1 1 0 0 0,0 1 0 0 0,1 2 0 0 0,-1 0 0 0 0,0 1 0 0 0,-1 1 0 0 0,25 10 0 0 0,-36-12-72 0 0,0 1-1 0 0,-1-1 1 0 0,0 2-1 0 0,0-1 1 0 0,0 1-1 0 0,-1 1 1 0 0,0-1-1 0 0,0 1 1 0 0,-1 1-1 0 0,1-1 1 0 0,-2 1-1 0 0,1 1 1 0 0,-1-1-1 0 0,0 1 1 0 0,-1 0-1 0 0,0 1 1 0 0,5 13-1 0 0,-8-17-9 0 0,-1 1-1 0 0,1 0 1 0 0,-1 0-1 0 0,-1-1 1 0 0,1 1-1 0 0,-1 0 1 0 0,-1 0-1 0 0,1 0 1 0 0,-1-1-1 0 0,0 1 1 0 0,-1 0 0 0 0,1-1-1 0 0,-1 1 1 0 0,-1-1-1 0 0,1 1 1 0 0,-1-1-1 0 0,0 0 1 0 0,-1 0-1 0 0,1-1 1 0 0,-1 1-1 0 0,0-1 1 0 0,-1 1-1 0 0,-7 7 1 0 0,-1 0 105 0 0,-1-1 0 0 0,0 0 0 0 0,-1-1 0 0 0,0 0 0 0 0,-1-2 0 0 0,0 1-1 0 0,-25 9 1 0 0,6-6 168 0 0,0-2 0 0 0,-1-2 0 0 0,0-1 0 0 0,0-1 0 0 0,0-3-1 0 0,-1 0 1 0 0,0-3 0 0 0,0-1 0 0 0,-46-6 0 0 0,81 6-279 0 0,-3-2 542 0 0,1 1-1675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9:31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1 339 104 0 0,'0'0'59'0'0,"0"1"-1"0"0,0-1 1 0 0,0 0-1 0 0,-1 0 1 0 0,1 0 0 0 0,0 0-1 0 0,0 1 1 0 0,0-1-1 0 0,0 0 1 0 0,0 0-1 0 0,0 0 1 0 0,0 0 0 0 0,0 1-1 0 0,0-1 1 0 0,0 0-1 0 0,0 0 1 0 0,0 0 0 0 0,0 1-1 0 0,0-1 1 0 0,0 0-1 0 0,0 0 1 0 0,0 0 0 0 0,0 1-1 0 0,0-1 1 0 0,1 0-1 0 0,-1 0 1 0 0,0 0-1 0 0,0 0 1 0 0,0 0 0 0 0,0 1-1 0 0,0-1 1 0 0,0 0-1 0 0,1 0 1 0 0,-1 0 0 0 0,0 0-1 0 0,0 0 1 0 0,0 1-1 0 0,0-1 1 0 0,0 0-1 0 0,1 0 1 0 0,-1 0 0 0 0,0 0-1 0 0,0 0 1 0 0,0 0-1 0 0,1 0 1 0 0,-1 0 0 0 0,0 0-1 0 0,0 0 1 0 0,0 0-1 0 0,0 0 1 0 0,1 0 0 0 0,-1 0-1 0 0,0 0 1 0 0,0 0-1 0 0,0 0 1 0 0,1 0-1 0 0,22 2 1188 0 0,28-8-314 0 0,-49 6-879 0 0,26-6 523 0 0,-1 0 0 0 0,1-2-1 0 0,-1-1 1 0 0,-1-1 0 0 0,0-2-1 0 0,-1 0 1 0 0,33-22 0 0 0,-56 33-531 0 0,-1-1 1 0 0,1 1 0 0 0,-1-1 0 0 0,1 0 0 0 0,-1 1 0 0 0,0-1-1 0 0,0 0 1 0 0,0 0 0 0 0,0 0 0 0 0,0 0 0 0 0,0 0-1 0 0,0 0 1 0 0,-1 0 0 0 0,1 0 0 0 0,-1 0 0 0 0,1 0 0 0 0,-1 0-1 0 0,0 0 1 0 0,0 0 0 0 0,0 0 0 0 0,0-1 0 0 0,0 1-1 0 0,-1 0 1 0 0,1 0 0 0 0,-1 0 0 0 0,1 0 0 0 0,-1 0 0 0 0,-1-3-1 0 0,1 3-6 0 0,-2 2-36 0 0,0 0-1 0 0,1 0 1 0 0,-1 1 0 0 0,0-1-1 0 0,0 1 1 0 0,1-1 0 0 0,-1 1-1 0 0,1 0 1 0 0,-1 0-1 0 0,0 1 1 0 0,1-1 0 0 0,0 0-1 0 0,-1 1 1 0 0,1 0 0 0 0,0-1-1 0 0,0 1 1 0 0,0 0 0 0 0,0 0-1 0 0,0 0 1 0 0,0 0 0 0 0,0 0-1 0 0,1 1 1 0 0,-1-1-1 0 0,1 1 1 0 0,0-1 0 0 0,0 1-1 0 0,0-1 1 0 0,0 1 0 0 0,0 0-1 0 0,0-1 1 0 0,1 1 0 0 0,-1 0-1 0 0,1 0 1 0 0,0-1-1 0 0,0 5 1 0 0,-1-1-3 0 0,1 1 0 0 0,0-1 0 0 0,1 1 0 0 0,-1-1 0 0 0,1 0 0 0 0,1 1 0 0 0,-1-1 0 0 0,1 0-1 0 0,0 1 1 0 0,1-1 0 0 0,-1 0 0 0 0,1-1 0 0 0,0 1 0 0 0,7 9 0 0 0,-7-11 6 0 0,1 0-1 0 0,-1 0 0 0 0,1 0 1 0 0,0-1-1 0 0,0 0 1 0 0,0 1-1 0 0,0-2 1 0 0,0 1-1 0 0,1 0 0 0 0,-1-1 1 0 0,1 0-1 0 0,0 0 1 0 0,0 0-1 0 0,0 0 1 0 0,0-1-1 0 0,0 0 1 0 0,0 0-1 0 0,0 0 0 0 0,0-1 1 0 0,0 0-1 0 0,0 0 1 0 0,0 0-1 0 0,1-1 1 0 0,-1 1-1 0 0,0-1 1 0 0,0 0-1 0 0,0-1 0 0 0,0 1 1 0 0,0-1-1 0 0,-1 0 1 0 0,1 0-1 0 0,0-1 1 0 0,-1 1-1 0 0,0-1 0 0 0,1 0 1 0 0,-1 0-1 0 0,0 0 1 0 0,-1-1-1 0 0,1 0 1 0 0,0 1-1 0 0,-1-1 1 0 0,0 0-1 0 0,3-5 0 0 0,4-7 5 0 0,-1-1 0 0 0,0 0 0 0 0,-1-1 0 0 0,0 0 0 0 0,-2 0 0 0 0,0-1 0 0 0,-1 1 0 0 0,-1-1 0 0 0,3-35 0 0 0,-6-57 624 0 0,-1 108-401 0 0,0-9-161 0 0,0 8-73 0 0,1 10 8 0 0,36 290-1 0 0,-32-244 31 0 0,-5-50-28 0 0,-4 34 51 0 0,4-33-58 0 0,-2 14-302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9:31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16 528 0 0,'0'0'4483'0'0,"4"0"-3995"0"0,133-9 3360 0 0,-105 7-3114 0 0,10-2 520 0 0,-16 3-7936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9:32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74 296 0 0,'-23'-6'4794'0'0,"-22"-8"592"0"0,52 16-5330 0 0,49 8 48 0 0,1-2 0 0 0,74 0-1 0 0,124-10 35 0 0,-211 1-114 0 0,-1 0 13 0 0,-13 1 1 0 0,1-1 0 0 0,43-7 0 0 0,-73 8-10 0 0,0-1-7 0 0,-1 2-20 0 0,1-1-1 0 0,-1 0 1 0 0,1 0-1 0 0,-1 0 0 0 0,0 0 1 0 0,1 0-1 0 0,-1 0 1 0 0,1 0-1 0 0,-1 0 1 0 0,1 0-1 0 0,-1 0 1 0 0,1 0-1 0 0,-1 0 0 0 0,0 0 1 0 0,1 0-1 0 0,-1-1 1 0 0,1 1-1 0 0,-1 0 1 0 0,0 0-1 0 0,1 0 0 0 0,-1-1 1 0 0,1 1-1 0 0,-1 0 1 0 0,0 0-1 0 0,1-1 1 0 0,-1 1-1 0 0,0 0 1 0 0,0-1-1 0 0,1 1 0 0 0,-1 0 1 0 0,0-1-1 0 0,1 0 1 0 0,-14-5-27 0 0,1 0 0 0 0,-1 1-1 0 0,0 0 1 0 0,-1 1 0 0 0,1 1 0 0 0,-1 0 0 0 0,-14-1 0 0 0,8 0-36 0 0,0 0 1 0 0,1 0-1 0 0,-22-9 1 0 0,40 12 26 0 0,3 6-177 0 0,2 0 209 0 0,-1 1-10 0 0,1-1 1 0 0,-1 1 0 0 0,0 0 0 0 0,0-1 0 0 0,-1 1-1 0 0,0 0 1 0 0,0 1 0 0 0,0-1 0 0 0,-1 0 0 0 0,0 0 0 0 0,0 1-1 0 0,0 10 1 0 0,-5-7-96 0 0,0-1-1 0 0,0 1 1 0 0,-1-1-1 0 0,-1 0 0 0 0,1 0 1 0 0,-1 0-1 0 0,-1-1 1 0 0,0 0-1 0 0,0 0 0 0 0,-12 10 1 0 0,5-6-1821 0 0,-1-1 0 0 0,-30 18-1 0 0,43-28 32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9:34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316 129 104 0 0,'0'0'2395'0'0,"2"-23"1703"0"0,-3-31-1229 0 0,0 51-2733 0 0,-31-34 710 0 0,26 35-836 0 0,-1-1 0 0 0,1 2 0 0 0,-1-1-1 0 0,1 1 1 0 0,-1 0 0 0 0,0 0 0 0 0,1 1-1 0 0,-1 0 1 0 0,0 0 0 0 0,0 1 0 0 0,1-1 0 0 0,-1 1-1 0 0,0 1 1 0 0,1 0 0 0 0,-1-1 0 0 0,1 2-1 0 0,0-1 1 0 0,0 1 0 0 0,0 0 0 0 0,0 0-1 0 0,-9 8 1 0 0,2-2 14 0 0,1 1 0 0 0,0 1 0 0 0,1 0 0 0 0,0 0 0 0 0,0 1 1 0 0,2 1-1 0 0,-1-1 0 0 0,-10 21 0 0 0,16-26-12 0 0,1 1 0 0 0,0-1-1 0 0,0 1 1 0 0,1-1 0 0 0,-1 1 0 0 0,2 0 0 0 0,-1 0 0 0 0,1 0 0 0 0,0 0 0 0 0,1 0 0 0 0,1 14 0 0 0,-1-19-1 0 0,0 0 0 0 0,1 0 0 0 0,-1 0 0 0 0,1 0 0 0 0,0 0 0 0 0,0 0-1 0 0,0 0 1 0 0,0 0 0 0 0,1 0 0 0 0,-1 0 0 0 0,1 0 0 0 0,0-1 0 0 0,0 1 0 0 0,0-1 0 0 0,0 1 0 0 0,0-1 0 0 0,0 0 0 0 0,1 0 0 0 0,-1 0 0 0 0,1 0 0 0 0,-1 0 0 0 0,1-1 0 0 0,0 1-1 0 0,0-1 1 0 0,0 1 0 0 0,0-1 0 0 0,0 0 0 0 0,0 0 0 0 0,0-1 0 0 0,0 1 0 0 0,4 0 0 0 0,-1-1-1 0 0,-1 0 0 0 0,1 0 0 0 0,0-1 0 0 0,0 0 0 0 0,0 0 0 0 0,-1 0 0 0 0,1 0 0 0 0,-1-1 0 0 0,1 0 0 0 0,-1-1 0 0 0,1 1 0 0 0,-1-1 0 0 0,0 0 1 0 0,0 0-1 0 0,5-4 0 0 0,-3 1-19 0 0,0 0 1 0 0,-1 0-1 0 0,0 0 1 0 0,0 0-1 0 0,0-1 1 0 0,-1 0-1 0 0,0 0 1 0 0,7-14-1 0 0,-10 17 6 0 0,3-8 3 0 0,-4 11-1 0 0,15-52-26 0 0,-12 28 35 0 0,14-27 360 0 0,-18 50 0 0 0,1 8-427 0 0,11 39 71 0 0,-11-36 1 0 0,1 1 1 0 0,0-1-1 0 0,0 0 0 0 0,1 0 1 0 0,1 0-1 0 0,0-1 0 0 0,0 1 1 0 0,0-1-1 0 0,1 0 0 0 0,0 0 1 0 0,10 11-1 0 0,36 27-880 0 0,-16-20-6397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9:35.5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0 252 0 0,'0'0'5405'0'0,"5"3"-5084"0"0,0 1-188 0 0,1-1-1 0 0,0 1 1 0 0,-1 0 0 0 0,1 1 0 0 0,-1-1 0 0 0,-1 1-1 0 0,1 0 1 0 0,0 0 0 0 0,-1 1 0 0 0,0-1-1 0 0,-1 1 1 0 0,1 0 0 0 0,-1 0 0 0 0,0 0 0 0 0,0 1-1 0 0,-1-1 1 0 0,0 0 0 0 0,0 1 0 0 0,-1 0-1 0 0,1-1 1 0 0,-2 1 0 0 0,1 0 0 0 0,-1 0 0 0 0,0 0-1 0 0,0 0 1 0 0,-2 8 0 0 0,-9 22 2166 0 0,10-40-2286 0 0,1-1-1 0 0,-1 1 1 0 0,0-1 0 0 0,1 0 0 0 0,0 0 0 0 0,0 1 0 0 0,0-1-1 0 0,0 0 1 0 0,1 1 0 0 0,-1-1 0 0 0,1 0 0 0 0,0 1-1 0 0,0-1 1 0 0,0 1 0 0 0,0-1 0 0 0,1 1 0 0 0,0 0 0 0 0,-1-1-1 0 0,1 1 1 0 0,0 0 0 0 0,1 0 0 0 0,-1 0 0 0 0,0 1-1 0 0,1-1 1 0 0,4-3 0 0 0,6-6-11 0 0,1 1 0 0 0,1 0 0 0 0,0 1 0 0 0,1 1 0 0 0,30-14 0 0 0,-42 21-16 0 0,0 0 0 0 0,0 0 0 0 0,1 1 0 0 0,-1 0-1 0 0,1 0 1 0 0,-1 0 0 0 0,1 0 0 0 0,-1 1 0 0 0,1 0 0 0 0,-1-1 0 0 0,1 2 0 0 0,7 0-1 0 0,-9 0 8 0 0,-1 0-1 0 0,0 0 1 0 0,0 0-1 0 0,0 0 1 0 0,-1 0-1 0 0,1 0 0 0 0,0 0 1 0 0,0 1-1 0 0,-1-1 1 0 0,1 1-1 0 0,-1-1 1 0 0,1 1-1 0 0,-1 0 1 0 0,1 0-1 0 0,-1-1 0 0 0,0 1 1 0 0,0 0-1 0 0,0 0 1 0 0,0 0-1 0 0,0 0 1 0 0,-1 1-1 0 0,1-1 1 0 0,-1 0-1 0 0,1 0 0 0 0,-1 0 1 0 0,0 0-1 0 0,0 4 1 0 0,8 122-101 0 0,-8-127 110 0 0,-2 19 99 0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9:47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91 532 0 0,'7'-11'7266'0'0,"-15"43"-7465"0"0,0 4 487 0 0,-27 213 581 0 0,32-219 123 0 0,4-44 895 0 0,8-49-785 0 0,5 2-941 0 0,34-97 0 0 0,-45 149-177 0 0,0 0 0 0 0,1 0 1 0 0,-1 1-1 0 0,2-1 0 0 0,-1 1 1 0 0,1 0-1 0 0,0 0 0 0 0,1 0 1 0 0,0 1-1 0 0,0 0 0 0 0,1 0 1 0 0,0 1-1 0 0,11-9 0 0 0,-14 13 0 0 0,0 0 1 0 0,1 0-1 0 0,-1 1 0 0 0,0 0 1 0 0,1-1-1 0 0,-1 2 0 0 0,1-1 1 0 0,-1 0-1 0 0,1 1 0 0 0,0 0 0 0 0,-1 0 1 0 0,1 0-1 0 0,-1 1 0 0 0,1 0 1 0 0,-1 0-1 0 0,1 0 0 0 0,-1 0 0 0 0,1 0 1 0 0,-1 1-1 0 0,0 0 0 0 0,0 0 1 0 0,0 0-1 0 0,8 6 0 0 0,-9-6-4 0 0,1 0-1 0 0,0 1 0 0 0,-1 0 1 0 0,0 0-1 0 0,0 0 0 0 0,0 0 1 0 0,0 0-1 0 0,0 1 1 0 0,0-1-1 0 0,-1 1 0 0 0,0 0 1 0 0,0-1-1 0 0,0 1 0 0 0,0 0 1 0 0,0 1-1 0 0,-1-1 1 0 0,0 0-1 0 0,0 0 0 0 0,0 0 1 0 0,0 1-1 0 0,-1-1 0 0 0,0 0 1 0 0,1 1-1 0 0,-2 6 0 0 0,-1-7 18 0 0,1 0-1 0 0,-1 0 0 0 0,-1 0 1 0 0,1 0-1 0 0,0 0 0 0 0,-1 0 1 0 0,0 0-1 0 0,0-1 0 0 0,0 0 1 0 0,0 1-1 0 0,-1-1 0 0 0,1 0 1 0 0,-1-1-1 0 0,1 1 0 0 0,-1 0 1 0 0,0-1-1 0 0,0 0 0 0 0,-1 0 1 0 0,1 0-1 0 0,-8 2 0 0 0,-4 1-8 0 0,0-1-1 0 0,0 0 1 0 0,-1-1-1 0 0,-22 2 0 0 0,27-4-205 0 0,0-1 0 0 0,1-1-1 0 0,-1 1 1 0 0,0-2 0 0 0,1 0 0 0 0,-1 0-1 0 0,1-1 1 0 0,-21-8 0 0 0,31 10-446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9:48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86 312 0 0,'0'0'6235'0'0,"6"0"-6049"0"0,267-12 909 0 0,272-13-394 0 0,-419 7-186 0 0,-124 18-470 0 0,-2 0-39 0 0,0-1 0 0 0,0 0 0 0 0,0 1 0 0 0,0-1 0 0 0,0 1 0 0 0,0-1 0 0 0,0 1 0 0 0,0-1 0 0 0,0 1 0 0 0,0-1 0 0 0,-1 1-1 0 0,1 0 1 0 0,0-1 0 0 0,0 1 0 0 0,-1-1 0 0 0,1 1 0 0 0,0-1 0 0 0,-1 1 0 0 0,1 0 0 0 0,0-1 0 0 0,-1 1 0 0 0,1 0-1 0 0,-1-1 1 0 0,1 1 0 0 0,0 0 0 0 0,-1-1 0 0 0,1 1 0 0 0,-1 0 0 0 0,1 0 0 0 0,-2-1 0 0 0,-40-9 1 0 0,28 7-38 0 0,0 1 1 0 0,1 0-1 0 0,-26 1 0 0 0,29 1-31 0 0,-5 30-40 0 0,8-20-53 0 0,-1-1 0 0 0,0 0 0 0 0,0 0 0 0 0,-1-1 0 0 0,-1 0 0 0 0,1 0 0 0 0,-1-1 0 0 0,-16 9 0 0 0,-2 2-752 0 0,-8 6-2402 0 0,22-14 1403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9:50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70 256 0 0,'-1'-31'2886'0'0,"3"14"2325"0"0,-13 239-4416 0 0,7-199-851 0 0,2 3 2752 0 0,-2-40-2599 0 0,-1-1-1 0 0,2 1 1 0 0,0-1-1 0 0,1 0 1 0 0,1 0-1 0 0,0-22 1 0 0,1 28-118 0 0,0 0 0 0 0,0 1 0 0 0,1-1 0 0 0,0 0 0 0 0,1 1 0 0 0,0 0 0 0 0,1-1 0 0 0,-1 1 0 0 0,1 0 0 0 0,1 0 0 0 0,0 0 0 0 0,0 1 0 0 0,8-12 0 0 0,-7 14-25 0 0,-1 1 1 0 0,1 1-1 0 0,0-1 0 0 0,0 1 1 0 0,0 0-1 0 0,0 0 0 0 0,1 0 1 0 0,-1 1-1 0 0,1-1 1 0 0,0 2-1 0 0,-1-1 0 0 0,1 0 1 0 0,0 1-1 0 0,0 0 0 0 0,0 1 1 0 0,0-1-1 0 0,0 1 1 0 0,0 0-1 0 0,0 1 0 0 0,0-1 1 0 0,0 1-1 0 0,0 1 0 0 0,0-1 1 0 0,0 1-1 0 0,0 0 1 0 0,7 3-1 0 0,-2 0-21 0 0,0 0 1 0 0,0 0-1 0 0,-1 1 1 0 0,1 0-1 0 0,-1 1 0 0 0,-1 1 1 0 0,1-1-1 0 0,-1 1 1 0 0,0 1-1 0 0,-1 0 0 0 0,0 0 1 0 0,9 14-1 0 0,-12-15 19 0 0,0 1-1 0 0,0 0 1 0 0,0 0-1 0 0,-1 1 1 0 0,-1-1-1 0 0,0 1 1 0 0,0 0-1 0 0,-1 0 1 0 0,1 10-1 0 0,-2-15 36 0 0,-2-1 0 0 0,1 0 0 0 0,0 1 0 0 0,-1-1 0 0 0,0 0 0 0 0,0 1 0 0 0,0-1 0 0 0,-1 0 0 0 0,1 0 0 0 0,-1 0 0 0 0,0 0 0 0 0,0 0 0 0 0,0 0 0 0 0,-1-1-1 0 0,1 1 1 0 0,-1-1 0 0 0,0 1 0 0 0,0-1 0 0 0,0 0 0 0 0,-1 0 0 0 0,1 0 0 0 0,-1-1 0 0 0,-6 5 0 0 0,-1-2 20 0 0,-1 1-1 0 0,1-2 1 0 0,-1 1 0 0 0,0-2-1 0 0,0 0 1 0 0,0 0 0 0 0,0-1-1 0 0,-1 0 1 0 0,1-1 0 0 0,-1-1-1 0 0,1 0 1 0 0,-17-2-1 0 0,-59 5 138 0 0,53-7-341 0 0,17 1-5492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9:51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1 295 348 0 0,'10'1'1018'0'0,"-4"0"2432"0"0,9 0-3143 0 0,0 0 0 0 0,0-1 0 0 0,-1 0 1 0 0,1-2-1 0 0,18-3 0 0 0,-26 4-225 0 0,0-1 1 0 0,1 0-1 0 0,-1 0 0 0 0,0-1 0 0 0,0 0 1 0 0,0 0-1 0 0,-1-1 0 0 0,1 0 0 0 0,-1 0 0 0 0,0 0 1 0 0,0-1-1 0 0,7-7 0 0 0,-13 11-79 0 0,1 1 0 0 0,-1-1 0 0 0,0 1 0 0 0,0-1 0 0 0,0 0 0 0 0,1 1 0 0 0,-1-1 0 0 0,0 1 0 0 0,0-1 0 0 0,0 0 0 0 0,0 1 0 0 0,0-1 0 0 0,0 1 0 0 0,0-1 0 0 0,0 0 0 0 0,-1 1 0 0 0,1-1 0 0 0,0 1 0 0 0,0-1 0 0 0,0 1 0 0 0,-1-1 0 0 0,1 0 1 0 0,0 1-1 0 0,-1-1 0 0 0,1 1 0 0 0,0-1 0 0 0,-1 1 0 0 0,1 0 0 0 0,-1-1 0 0 0,1 1 0 0 0,-1-1 0 0 0,1 1 0 0 0,-1 0 0 0 0,1-1 0 0 0,-1 1 0 0 0,1 0 0 0 0,-1-1 0 0 0,1 1 0 0 0,-1 0 0 0 0,1 0 0 0 0,-1 0 0 0 0,0 0 0 0 0,1-1 0 0 0,-1 1 0 0 0,1 0 0 0 0,-1 0 0 0 0,0 0 0 0 0,1 0 0 0 0,-1 0 0 0 0,0 1 0 0 0,-1-1-5 0 0,0 1 0 0 0,1-1 0 0 0,-1 1-1 0 0,1-1 1 0 0,-1 1 0 0 0,1 0 0 0 0,-1 0 0 0 0,1 0 0 0 0,0 0 0 0 0,-1 0 0 0 0,1 0-1 0 0,0 0 1 0 0,0 0 0 0 0,0 0 0 0 0,-1 1 0 0 0,1-1 0 0 0,1 0 0 0 0,-1 1-1 0 0,0-1 1 0 0,0 1 0 0 0,0-1 0 0 0,1 1 0 0 0,-2 2 0 0 0,3 1-8 0 0,-1-3 11 0 0,0 0-1 0 0,1 0 1 0 0,-1 0 0 0 0,0 0 0 0 0,1 0 0 0 0,0 0 0 0 0,-1 0 0 0 0,1 0 0 0 0,0 0 0 0 0,0 0-1 0 0,0 0 1 0 0,1-1 0 0 0,-1 1 0 0 0,0 0 0 0 0,0-1 0 0 0,1 1 0 0 0,-1-1 0 0 0,1 0 0 0 0,0 1-1 0 0,-1-1 1 0 0,1 0 0 0 0,0 0 0 0 0,0 0 0 0 0,3 1 0 0 0,0-1 7 0 0,-1 0 0 0 0,1-1 0 0 0,-1 0 0 0 0,1 0 0 0 0,-1 0 0 0 0,1-1 0 0 0,0 1 0 0 0,5-3 0 0 0,-7 3-1 0 0,3-2-1 0 0,-1 0 1 0 0,0 0-1 0 0,0 0 0 0 0,0 0 1 0 0,0-1-1 0 0,0 0 0 0 0,-1 0 0 0 0,1 0 1 0 0,-1 0-1 0 0,0-1 0 0 0,0 0 1 0 0,0 0-1 0 0,0 0 0 0 0,4-8 0 0 0,-1 3 22 0 0,0-1-1 0 0,-1-1 0 0 0,-1 1 1 0 0,1-1-1 0 0,4-16 0 0 0,-7 13 50 0 0,0 0-1 0 0,-1-1 0 0 0,0 0 1 0 0,-1-16-1 0 0,1-11 426 0 0,-5 9 1594 0 0,-5 69-2059 0 0,3 1 1 0 0,0 0-1 0 0,3 0 0 0 0,1 0 1 0 0,4 38-1 0 0,0-11 36 0 0,-3-62-67 0 0,2 17-957 0 0,-2-18 718 0 0,0 0 0 0 0,0 0 0 0 0,0-1-1 0 0,0 1 1 0 0,0 0 0 0 0,0 0-1 0 0,0-1 1 0 0,0 1 0 0 0,-1 0 0 0 0,1 0-1 0 0,0-1 1 0 0,0 1 0 0 0,-1 0 0 0 0,1-1-1 0 0,0 1 1 0 0,-1 0 0 0 0,1-1 0 0 0,-1 1-1 0 0,1 0 1 0 0,-1-1 0 0 0,1 1-1 0 0,-1-1 1 0 0,1 1 0 0 0,-1-1 0 0 0,1 1-1 0 0,-1-1 1 0 0,0 1 0 0 0,1-1 0 0 0,-2 1-1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9:52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28 448 0 0,'13'-6'1364'0'0,"4"0"-768"0"0,-5 3-56 0 0,1 1-56 0 0,6-1-48 0 0,1 1-36 0 0,-1-2-76 0 0,0 3-104 0 0,5 1-176 0 0,2 0-160 0 0,-1 1-156 0 0,-6 3-140 0 0,-2-2-264 0 0,0-1-736 0 0,1 3 328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9:52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22 125 56 0 0,'-3'-10'7403'0'0,"1"22"-7321"0"0,-14 165 4392 0 0,16-205-4433 0 0,1 10-16 0 0,1 0-1 0 0,1 0 1 0 0,1 1-1 0 0,0-1 1 0 0,2 1-1 0 0,12-30 1 0 0,-5 15-19 0 0,-2 13-22 0 0,-10 18-19 0 0,1-1 1 0 0,-1 0-1 0 0,0 0 0 0 0,1 0 1 0 0,-1 0-1 0 0,0 0 0 0 0,0 0 1 0 0,-1 0-1 0 0,1-1 0 0 0,1-3 0 0 0,-2 5 18 0 0,1 1 0 0 0,-1 0-1 0 0,1 0 1 0 0,-1-1-1 0 0,1 1 1 0 0,0 0-1 0 0,-1 0 1 0 0,1 0-1 0 0,-1 0 1 0 0,1 0-1 0 0,0 0 1 0 0,-1 0-1 0 0,1 0 1 0 0,-1 0 0 0 0,1 0-1 0 0,0 0 1 0 0,-1 0-1 0 0,1 0 1 0 0,-1 0-1 0 0,1 0 1 0 0,0 1-1 0 0,-1-1 1 0 0,1 0-1 0 0,-1 0 1 0 0,1 1 0 0 0,-1-1-1 0 0,1 0 1 0 0,-1 1-1 0 0,1 0 1 0 0,19 10-243 0 0,-9 4 118 0 0,-2-1 1 0 0,0 1-1 0 0,11 25 0 0 0,-11-21 81 0 0,0-1 0 0 0,16 22 0 0 0,-24-38 91 0 0,1 1 1 0 0,-1-1-1 0 0,0 0 0 0 0,1 0 1 0 0,-1 0-1 0 0,1 0 0 0 0,0 0 0 0 0,0 0 1 0 0,-1-1-1 0 0,1 1 0 0 0,0 0 1 0 0,1-1-1 0 0,-1 0 0 0 0,0 1 1 0 0,0-1-1 0 0,1 0 0 0 0,-1 0 1 0 0,3 0-1 0 0,-3-2 1 0 0,0 0 0 0 0,0 0 0 0 0,0 0 0 0 0,0-1-1 0 0,0 1 1 0 0,0-1 0 0 0,-1 1 0 0 0,1-1 0 0 0,-1 0 0 0 0,1 0 0 0 0,-1 1 0 0 0,1-1 0 0 0,-1 0-1 0 0,0 0 1 0 0,0-1 0 0 0,0 1 0 0 0,1-4 0 0 0,91-201 513 0 0,-92 206-708 0 0,0-5-477 0 0,-1 2-824 0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9:53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67 292 0 0,'-1'-23'3509'0'0,"1"22"-3362"0"0,0 0 1 0 0,0 1-1 0 0,0-1 0 0 0,0 1 0 0 0,0-1 1 0 0,1 0-1 0 0,-1 1 0 0 0,-1-1 0 0 0,1 0 1 0 0,0 1-1 0 0,0-1 0 0 0,0 1 0 0 0,0-1 1 0 0,0 0-1 0 0,0 1 0 0 0,-1-1 0 0 0,1 1 1 0 0,0-1-1 0 0,-1 1 0 0 0,1-1 0 0 0,0 1 1 0 0,-1-1-1 0 0,1 1 0 0 0,0-1 0 0 0,-1 1 1 0 0,1-1-1 0 0,-1 1 0 0 0,1 0 0 0 0,-1-1 1 0 0,1 1-1 0 0,-1 0 0 0 0,1-1 0 0 0,-1 1 1 0 0,0 0-1 0 0,-36 30-146 0 0,29-13 16 0 0,2 1-15 0 0,4-14 4 0 0,0 0 0 0 0,0 0 0 0 0,0-1 0 0 0,1 1 0 0 0,-1 0 0 0 0,1 0 0 0 0,0 1 0 0 0,0-1 0 0 0,0 0 0 0 0,1 0 0 0 0,-1 0 0 0 0,1 1 0 0 0,0-1 0 0 0,0 0 0 0 0,1 0 0 0 0,-1 1 0 0 0,1-1 0 0 0,0 0 0 0 0,0 0 0 0 0,0 0 0 0 0,1 0 0 0 0,-1 0 0 0 0,1 0 0 0 0,0 0 0 0 0,0 0 0 0 0,1-1 0 0 0,-1 1 0 0 0,1-1 0 0 0,-1 0 0 0 0,1 0 0 0 0,0 0 0 0 0,0 0 0 0 0,1 0 0 0 0,-1 0 0 0 0,1-1 0 0 0,-1 0 0 0 0,1 0 0 0 0,0 0 0 0 0,0 0 0 0 0,0 0 0 0 0,0-1 0 0 0,0 1 0 0 0,0-1 0 0 0,8 1 0 0 0,-8-1 12 0 0,1-1-1 0 0,0 1 1 0 0,-1-1 0 0 0,1 0-1 0 0,0 0 1 0 0,-1 0 0 0 0,1-1-1 0 0,0 0 1 0 0,-1 0 0 0 0,1 0-1 0 0,-1 0 1 0 0,1-1 0 0 0,-1 1-1 0 0,0-1 1 0 0,0 0 0 0 0,1-1-1 0 0,-1 1 1 0 0,-1-1 0 0 0,1 0-1 0 0,0 0 1 0 0,-1 0 0 0 0,1 0-1 0 0,-1 0 1 0 0,0-1 0 0 0,5-7-1 0 0,-3 4 27 0 0,0-1 0 0 0,-1 0-1 0 0,1 0 1 0 0,-2-1 0 0 0,1 1-1 0 0,-1-1 1 0 0,0 0 0 0 0,-1 0-1 0 0,0 0 1 0 0,0 0 0 0 0,0-17-1 0 0,-4 19-40 0 0,0 0-1 0 0,-1 1 0 0 0,1-1 1 0 0,-1 1-1 0 0,-1 0 0 0 0,1 0 1 0 0,-1 0-1 0 0,-5-6 1 0 0,8 10-111 0 0,0 1 58 0 0,1 1 1 0 0,-1-1 0 0 0,1 0-1 0 0,-1 1 1 0 0,1-1 0 0 0,-1 0 0 0 0,0 1-1 0 0,0-1 1 0 0,1 0 0 0 0,-1 1-1 0 0,0-1 1 0 0,0 1 0 0 0,1 0-1 0 0,-1-1 1 0 0,0 1 0 0 0,0 0 0 0 0,0-1-1 0 0,0 1 1 0 0,0 0 0 0 0,0 0-1 0 0,0 0 1 0 0,0 0 0 0 0,1 0 0 0 0,-1 0-1 0 0,0 0 1 0 0,0 0 0 0 0,0 0-1 0 0,0 0 1 0 0,-1 1 0 0 0,-32 4-2651 0 0,20 2-258 0 0,2 0 1265 0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9:54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15 616 0 0,'0'1'5321'0'0,"-8"12"-5286"0"0,5-6 22 0 0,0 1-1 0 0,0 0 1 0 0,0-1 0 0 0,1 1-1 0 0,0 0 1 0 0,1 0 0 0 0,0 1-1 0 0,0-1 1 0 0,0 0 0 0 0,1 0-1 0 0,1 0 1 0 0,-1 1 0 0 0,1-1-1 0 0,1 0 1 0 0,-1 0 0 0 0,1 0-1 0 0,1 0 1 0 0,0-1 0 0 0,0 1-1 0 0,0-1 1 0 0,1 1 0 0 0,5 7-1 0 0,-8-14-34 0 0,0 0 0 0 0,0 0-1 0 0,0 1 1 0 0,0-1 0 0 0,1 0-1 0 0,-1-1 1 0 0,0 1-1 0 0,0 0 1 0 0,1 0 0 0 0,-1 0-1 0 0,1-1 1 0 0,-1 1 0 0 0,1-1-1 0 0,-1 1 1 0 0,1-1 0 0 0,-1 0-1 0 0,1 1 1 0 0,-1-1 0 0 0,1 0-1 0 0,-1 0 1 0 0,1 0-1 0 0,-1 0 1 0 0,1 0 0 0 0,-1-1-1 0 0,1 1 1 0 0,-1 0 0 0 0,1-1-1 0 0,-1 1 1 0 0,1-1 0 0 0,-1 1-1 0 0,1-1 1 0 0,-1 0-1 0 0,0 0 1 0 0,1 0 0 0 0,0-1-1 0 0,45-30 710 0 0,-40 25-647 0 0,0 1-1 0 0,-1-1 1 0 0,0-1-1 0 0,0 1 1 0 0,-1-1-1 0 0,1 0 1 0 0,-2 0-1 0 0,1 0 1 0 0,-1-1-1 0 0,-1 1 1 0 0,1-1-1 0 0,-2 0 1 0 0,1 0-1 0 0,-1-1 1 0 0,0 1-1 0 0,-1 0 1 0 0,0-1-1 0 0,-1 1 1 0 0,0 0-1 0 0,-1-12 1 0 0,0 19-197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9:54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2 177 604 0 0,'0'0'111'0'0,"1"-1"1"0"0,-1 1-1 0 0,1 0 1 0 0,-1 0-1 0 0,0 0 0 0 0,1 0 1 0 0,-1 0-1 0 0,1 0 0 0 0,-1 0 1 0 0,1 0-1 0 0,-1 0 0 0 0,1 0 1 0 0,-1 0-1 0 0,1 0 1 0 0,-1 0-1 0 0,0 1 0 0 0,1-1 1 0 0,-1 0-1 0 0,1 0 0 0 0,-1 0 1 0 0,1 1-1 0 0,-1-1 0 0 0,0 0 1 0 0,1 1-1 0 0,-1-1 0 0 0,0 0 1 0 0,1 0-1 0 0,-1 1 1 0 0,0-1-1 0 0,1 1 0 0 0,-1-1 1 0 0,0 0-1 0 0,0 1 0 0 0,0-1 1 0 0,1 1-1 0 0,-1-1 0 0 0,0 1 1 0 0,0 0-1 0 0,3 28 1134 0 0,-10 29-766 0 0,-4-3 3365 0 0,12-61-3699 0 0,2-7-93 0 0,0-1 0 0 0,2 1 0 0 0,0 0 0 0 0,0 0 0 0 0,1 1 0 0 0,1-1 0 0 0,0 1 0 0 0,1 1 0 0 0,0-1 0 0 0,0 1 0 0 0,1 1 0 0 0,1 0 0 0 0,0 0 0 0 0,13-9 0 0 0,-22 18-67 0 0,0 0-1 0 0,0 0 0 0 0,0 0 1 0 0,0 0-1 0 0,0 0 0 0 0,1 0 0 0 0,-1 0 1 0 0,0 1-1 0 0,1-1 0 0 0,-1 1 1 0 0,0-1-1 0 0,1 1 0 0 0,-1-1 1 0 0,1 1-1 0 0,-1 0 0 0 0,1 0 0 0 0,-1 0 1 0 0,1 0-1 0 0,-1 0 0 0 0,1 0 1 0 0,-1 0-1 0 0,1 0 0 0 0,-1 0 0 0 0,1 1 1 0 0,-1-1-1 0 0,0 1 0 0 0,1-1 1 0 0,-1 1-1 0 0,1 0 0 0 0,-1-1 1 0 0,0 1-1 0 0,0 0 0 0 0,1 0 0 0 0,-1 0 1 0 0,0 0-1 0 0,0 0 0 0 0,0 0 1 0 0,0 0-1 0 0,0 0 0 0 0,0 0 0 0 0,1 3 1 0 0,5 6-29 0 0,-1 1-1 0 0,0 0 1 0 0,-1 1 0 0 0,6 14 0 0 0,1 4-3 0 0,-7-21 34 0 0,1 0 0 0 0,0 0 0 0 0,1-1 0 0 0,0 0 1 0 0,14 13-1 0 0,3 4 65 0 0,-22-24-8 0 0,1 1 1 0 0,-1-1-1 0 0,0 0 0 0 0,1 0 1 0 0,-1 0-1 0 0,1-1 1 0 0,-1 1-1 0 0,1-1 1 0 0,-1 1-1 0 0,1-1 1 0 0,-1 0-1 0 0,1 0 0 0 0,0 0 1 0 0,-1 0-1 0 0,4-1 1 0 0,-2 1 38 0 0,0-1-4 0 0,-1 0 0 0 0,1-1 1 0 0,-1 1-1 0 0,1-1 0 0 0,-1 0 0 0 0,1 0 1 0 0,-1 0-1 0 0,0 0 0 0 0,0-1 1 0 0,0 1-1 0 0,0-1 0 0 0,0 0 1 0 0,-1 0-1 0 0,1 0 0 0 0,3-6 0 0 0,-5 8-62 0 0,9-14 178 0 0,0 0 0 0 0,0 0 0 0 0,-2-1 0 0 0,0 0 0 0 0,10-29 0 0 0,20-52 650 0 0,-21 33-59 0 0,-16 63-702 0 0,3-12-59 0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9:59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21 716 0 0,'-28'-20'4490'0'0,"22"20"-4380"0"0,-1 1 0 0 0,1 1 0 0 0,-1 0-1 0 0,1-1 1 0 0,-1 2 0 0 0,1-1-1 0 0,0 1 1 0 0,0 0 0 0 0,0 0-1 0 0,0 1 1 0 0,1 0 0 0 0,-1 0-1 0 0,1 0 1 0 0,0 0 0 0 0,0 1-1 0 0,1 0 1 0 0,-1 0 0 0 0,1 0-1 0 0,0 1 1 0 0,1-1 0 0 0,-1 1-1 0 0,1 0 1 0 0,-3 7 0 0 0,6-11-100 0 0,0 0 0 0 0,0 0 0 0 0,0 0 0 0 0,0-1 0 0 0,0 1 0 0 0,1 0 0 0 0,-1 0 0 0 0,0 0 0 0 0,1 0 0 0 0,0-1 0 0 0,-1 1 0 0 0,1 0 0 0 0,0 0 0 0 0,0-1 0 0 0,0 1 1 0 0,0-1-1 0 0,0 1 0 0 0,0-1 0 0 0,0 1 0 0 0,3 1 0 0 0,28 27 115 0 0,32 10-31 0 0,5 2 128 0 0,-64-38-182 0 0,0 0 0 0 0,-1 0 0 0 0,0 0 0 0 0,1 0 1 0 0,-1 1-1 0 0,-1-1 0 0 0,1 1 0 0 0,-1 0 0 0 0,1 0 1 0 0,2 8-1 0 0,-5-11-27 0 0,0 0 0 0 0,-1 0 1 0 0,1 0-1 0 0,0 0 0 0 0,-1 0 0 0 0,0 0 1 0 0,1 0-1 0 0,-1 0 0 0 0,0 1 0 0 0,0-1 1 0 0,0 0-1 0 0,-1 0 0 0 0,1 0 0 0 0,0 0 1 0 0,-1 1-1 0 0,1-1 0 0 0,-1 0 0 0 0,0 0 1 0 0,0 0-1 0 0,1 0 0 0 0,-1 0 0 0 0,-2 1 1 0 0,0 1 3 0 0,1-1-1 0 0,-2 0 1 0 0,1 0 0 0 0,0 0 0 0 0,0-1 0 0 0,-1 1 0 0 0,0-1 0 0 0,1 0 0 0 0,-1 0 0 0 0,-6 3 0 0 0,-6 0 9 0 0,-1 1 1 0 0,1-2-1 0 0,-1 0 1 0 0,-26 1-1 0 0,1-3-929 0 0,6-7-3635 0 0,28-2 2223 0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9:59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96 0 0,'15'-4'520'0'0,"2"-2"-252"0"0,0 1-300 0 0,1 4-112 0 0,14 4-384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0:00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52 92 0 0,'0'0'1115'0'0,"-5"-52"8214"0"0,3 69-9291 0 0,-1-1 0 0 0,-9 33-1 0 0,2-9 3 0 0,-12 80 21 0 0,-27 113 127 0 0,45-219-626 0 0,-4 13 132 0 0,3-3-5585 0 0,3-8 3468 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1T05:50:13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1 298 200,'0'0'533,"1"-4"-425,9-18 8698,-9 17-9257,-1 3 458,0 0 0,1-1 0,-1 1 0,1 0 0,0 0 1,0 0-1,0 0 0,0 1 0,0-1 0,0 0 0,0 0 1,0 0-1,2-1 0,6-10 273,-8 12-209,21-29 284,-21 29-188,-1-1-159,0 1 0,0 0 0,1 0 0,-1 0 0,1-1 0,-1 1 0,1 0 0,0 0 0,-1 0 0,1 0 0,0 0 0,0 0 0,-1 0 0,1 0 0,0 0 0,2-1 0,9-13 27,5-24 1086,-1 10-464,-15 28-571,-1-1-42,1 1 1,0-1-1,0 1 1,-1-1-1,1 1 1,-1-1-1,1 0 0,-1 1 1,0-1-1,1 0 1,-1 1-1,0-1 1,0-3-1,0-5 417,0 8-442,0 1-11,0 0-1,0 0 1,0 1 0,0-1-1,0 0 1,0 0-1,0 0 1,0 1-1,0-1 1,0 0-1,1 0 1,-1 0-1,0 1 1,1-1 0,-1 0-1,0 0 1,1 1-1,-1-1 1,1 0-1,-1 1 1,1-1-1,0 0 1,0 0-21,-1 7-334,-31 252 113,17-173 214,14-83 27,-4 13 1651,12-54-1492,24-73 0,5-16-159,-32 109-31,1 1-1,1 0 1,12-23 0,-18 40 20,-1-1-31,0 1 1,1 0 0,-1 0-1,0 0 1,1-1-1,0 1 1,-1 0 0,1 0-1,0 0 1,-1 0-1,1 0 1,0 0 0,0 0-1,0 0 1,0 0 0,0 1-1,0-1 1,0 0-1,0 1 1,2-2 0,12 15-25,0 1 1,-1 0-1,0 1 0,-1 0 1,-1 1-1,20 35 1,8 8-16,-17-27 47,59 73-46,-75-98 69,22 32 27,-28-38 0,0-1-7,1 0 0,-1 0 0,1 0 0,-1 0 0,1 0 0,-1-1-1,1 1 1,-1 0 0,1-1 0,-1 1 0,1-1 0,-1 0 0,1 1 0,-1-1 0,0 0-1,0 0 1,1 0 0,-1 0 0,0 0 0,0 0 0,0 0 0,1-2 0,10-34 54,22-166 61,-27 158-127,-6 43-9,2-38-233,-2 38-118,1-3 523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1T05:50:13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15 504,'-3'-10'720,"3"10"-671,-1-1 1,1 1 0,0 0 0,0 0 0,0-1 0,0 1 0,0 0 0,0 0 0,-1 0-1,1-1 1,0 1 0,0 0 0,0 0 0,0 0 0,-1-1 0,1 1 0,0 0 0,0 0-1,-1 0 1,1 0 0,0 0 0,0-1 0,-1 1 0,1 0 0,0 0 0,0 0 0,-1 0-1,1 0 1,0 0 0,0 0 0,-1 0 0,1 0 0,0 0 0,0 0 0,-1 0 0,1 0-1,0 0 1,-1 1 0,1-1 0,0 0 0,0 0 0,-1 0 0,1 0 0,0 0-1,0 0 1,0 1 0,-1-1 0,1 0 0,0 0 0,0 0 0,-1 1 0,-7 9 74,0 0 0,0 0 1,1 1-1,0 0 1,1 0-1,0 1 0,1 0 1,1 0-1,0 0 0,0 0 1,1 1-1,0 0 1,1-1-1,1 1 0,0 0 1,1 0-1,0 0 0,1 0 1,3 14-1,-3-24-6,0 1-1,0-1 0,1 1 1,-1-1-1,1 0 0,0 0 1,0 1-1,0-1 0,4 3 1,-5-5 443,23-14 644,-16 0-1013,0 0 0,-1 0 0,-1-1 1,0-1-1,-1 1 0,-1 0 0,0-1 0,-1 0 0,-1 0 1,0 0-1,-1-1 0,-1-28 0,0 42-231,-1-8-166,-1 4-1410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0:14.3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44 0 0,'0'0'1503'0'0,"-1"5"-1159"0"0,-1 10 10 0 0,1 1 0 0 0,0-1 0 0 0,1 1 1 0 0,0-1-1 0 0,1 0 0 0 0,1 1 0 0 0,1-1 0 0 0,5 18 0 0 0,-7-28-267 0 0,0-1 90 0 0,0-1 0 0 0,-1 1 0 0 0,2-1 0 0 0,-1 0 0 0 0,0 1 0 0 0,1-1 0 0 0,-1 0 0 0 0,1 0 0 0 0,0 0-1 0 0,0 0 1 0 0,0 0 0 0 0,1-1 0 0 0,4 6 0 0 0,-5-7 514 0 0,36-43 1138 0 0,-36 38-1758 0 0,5-12 241 0 0,0-1 1 0 0,-1-1 0 0 0,-1 1-1 0 0,5-31 1 0 0,-8 41 426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0:14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 0 0,'0'0'2212'0'0,"20"18"-534"0"0,-17-10-1455 0 0,-1 0 0 0 0,0 0 1 0 0,0 0-1 0 0,-1 1 0 0 0,0-1 1 0 0,0 1-1 0 0,-1-1 0 0 0,-1 17 1 0 0,1-2 209 0 0,-1-22-306 0 0,-2 9 1131 0 0,4-9-940 0 0,0 1-182 0 0,4 3-29 0 0,-2-6 353 0 0,0-1 119 0 0,102-86 423 0 0,-103 86-976 0 0,0 0-13 0 0,0 0 0 0 0,0 0 0 0 0,1 1 0 0 0,-1-1-1 0 0,0 1 1 0 0,0-1 0 0 0,1 1 0 0 0,-1 0 0 0 0,1 0 0 0 0,-1 0 0 0 0,1 0 0 0 0,0 0 0 0 0,-1 0 0 0 0,1 1 0 0 0,0-1 0 0 0,-1 1 0 0 0,6 0 0 0 0,-5 0-17 0 0,21 32-746 0 0,-23-26 275 0 0,0 24-524 0 0,-3-8-3508 0 0,-1-7 2343 0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1T05:50:15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70 608,'2'-2'335,"0"0"-1,0 1 0,0-1 1,1 1-1,-1-1 1,0 1-1,1 0 1,0 0-1,-1 0 1,1 0-1,0 0 1,-1 1-1,1-1 1,0 1-1,0 0 1,-1 0-1,6 0 1,59 3 763,-47-1-836,10-1-17,38 4 367,-1-3-1,1-4 0,79-11 1,-146 13-574,1 1 0,-1-1 1,0 0-1,0-1 1,0 1-1,0 0 0,0 0 1,0 0-1,0-1 0,0 1 1,0 0-1,0-1 1,0 1-1,0-1 0,0 1 1,0-1-1,0 0 0,0 1 1,-1-1-1,1 0 1,0 1-1,0-1 0,-1 0 1,1 0-1,0 0 1,-1 0-1,1 0 0,0-2 1,-2 2-19,1-1 1,-1 0 0,0 0 0,1 1-1,-1-1 1,0 0 0,0 1 0,0-1-1,0 1 1,-1-1 0,1 1 0,0-1-1,-4-1 1,4 2-14,-9-6-31,4 4-143,5 6-157,4 4 304,0-1-1,0 1 1,-1-1-1,0 1 1,2 9-1,-4-13 14,1 0 1,-1-1-1,0 1 0,0 0 1,0-1-1,-1 1 0,1 0 0,-1-1 1,1 1-1,-1-1 0,0 1 0,0-1 1,0 1-1,0-1 0,0 1 1,-1-1-1,1 0 0,-1 0 0,0 0 1,-3 4-1,-65 50-1785,16-27-3247,32-19 2519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0:18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1 325 752 0 0,'45'-18'4636'0'0,"-16"10"-4138"0"0,-1-2-1 0 0,0 0 1 0 0,-1-2-1 0 0,0-1 0 0 0,-1-1 1 0 0,-1-2-1 0 0,40-31 1 0 0,-56 38-261 0 0,-1 0 0 0 0,0-1 1 0 0,0 0-1 0 0,11-21 0 0 0,-17 27-209 0 0,-1 2 27 0 0,-1 1-50 0 0,0 1 0 0 0,0-1 0 0 0,0 0 0 0 0,0 0 1 0 0,0 0-1 0 0,0 0 0 0 0,-1 0 0 0 0,1 0 0 0 0,0 1 0 0 0,0-1 0 0 0,-1 0 0 0 0,1 0 0 0 0,-1 0 1 0 0,1 1-1 0 0,-1-1 0 0 0,1 0 0 0 0,-1 0 0 0 0,1 1 0 0 0,-1-1 0 0 0,0 1 0 0 0,1-1 0 0 0,-1 0 1 0 0,0 1-1 0 0,1-1 0 0 0,-1 1 0 0 0,0-1 0 0 0,0 1 0 0 0,0 0 0 0 0,-1-1 0 0 0,-3 1-10 0 0,0 0 0 0 0,0 0-1 0 0,0 0 1 0 0,1 1 0 0 0,-1-1 0 0 0,0 1-1 0 0,0 1 1 0 0,0-1 0 0 0,1 1 0 0 0,-1-1-1 0 0,1 1 1 0 0,-1 1 0 0 0,1-1-1 0 0,0 1 1 0 0,0-1 0 0 0,0 1 0 0 0,0 0-1 0 0,0 1 1 0 0,-4 4 0 0 0,-2 4-20 0 0,0-1-1 0 0,1 1 1 0 0,1 1 0 0 0,-14 26 0 0 0,20-35 24 0 0,1 0 0 0 0,1 0 0 0 0,-1 0 0 0 0,1 0 1 0 0,-1 0-1 0 0,1 0 0 0 0,0 0 0 0 0,1 0 0 0 0,-1 0 0 0 0,1 0 0 0 0,-1 0 0 0 0,1 0 0 0 0,0 0 1 0 0,1 0-1 0 0,-1 0 0 0 0,1 0 0 0 0,0-1 0 0 0,-1 1 0 0 0,2-1 0 0 0,-1 1 0 0 0,0-1 0 0 0,1 0 1 0 0,4 5-1 0 0,0-4 11 0 0,0 0 0 0 0,1-1-1 0 0,-1 0 1 0 0,1 0 0 0 0,0-1 0 0 0,-1 0 0 0 0,1 0 0 0 0,0-1 0 0 0,0 0 0 0 0,0-1 0 0 0,0 1 0 0 0,0-2 0 0 0,0 1 0 0 0,0-1 0 0 0,0 0 0 0 0,15-4 0 0 0,12-5 16 0 0,0 0 1 0 0,43-21-1 0 0,-53 20-2 0 0,-1-2 0 0 0,-1 0 0 0 0,0-1-1 0 0,-1-2 1 0 0,0 0 0 0 0,-1-1-1 0 0,-1-1 1 0 0,-1-1 0 0 0,23-29 0 0 0,-39 43-16 0 0,1 1-1 0 0,-1-1 1 0 0,0 0 0 0 0,-1-1 0 0 0,1 1 0 0 0,2-8 0 0 0,1-2 7 0 0,-6 15-19 0 0,1-1 0 0 0,-1 0 0 0 0,1 1 1 0 0,-1-1-1 0 0,1 0 0 0 0,-1 0 0 0 0,0 1 1 0 0,1-1-1 0 0,-1 0 0 0 0,0 0 0 0 0,0 0 1 0 0,1 1-1 0 0,-1-1 0 0 0,0 0 0 0 0,0 0 1 0 0,0 0-1 0 0,0 0 0 0 0,0 1 0 0 0,0-1 1 0 0,0 0-1 0 0,-1 0 0 0 0,1 0 1 0 0,0 0-1 0 0,0 1 0 0 0,0-1 0 0 0,-1 0 1 0 0,1 0-1 0 0,-1 1 0 0 0,1-1 0 0 0,0 0 1 0 0,-2-1-1 0 0,1 2-10 0 0,-1 0 1 0 0,1 0-1 0 0,0 0 0 0 0,0 1 1 0 0,-1-1-1 0 0,1 0 1 0 0,0 0-1 0 0,0 1 0 0 0,0-1 1 0 0,-1 1-1 0 0,1-1 1 0 0,0 1-1 0 0,0 0 0 0 0,0-1 1 0 0,0 1-1 0 0,0 0 0 0 0,0 0 1 0 0,0 0-1 0 0,-1 1 1 0 0,-1 0-12 0 0,2 0 12 0 0,0-1 0 0 0,0 0-1 0 0,0 0 1 0 0,0 1 0 0 0,0-1-1 0 0,0 0 1 0 0,1 1 0 0 0,-1-1-1 0 0,1 1 1 0 0,-1-1 0 0 0,1 1 0 0 0,-1-1-1 0 0,1 1 1 0 0,0-1 0 0 0,-1 1-1 0 0,1 2 1 0 0,0 1 4 0 0,1 0 0 0 0,-1 0 0 0 0,1 0 0 0 0,0 0 1 0 0,0-1-1 0 0,1 1 0 0 0,-1-1 0 0 0,1 1 0 0 0,0-1 0 0 0,0 1 0 0 0,1-1 0 0 0,-1 0 1 0 0,1 0-1 0 0,5 6 0 0 0,12 26 1 0 0,-6-6 11 0 0,-11-26-2 0 0,-1 1 0 0 0,0-1 0 0 0,1 1 0 0 0,-2 0 0 0 0,1 0 0 0 0,0 0-1 0 0,-1 0 1 0 0,0 0 0 0 0,0 0 0 0 0,-1 0 0 0 0,0 0 0 0 0,1 0 0 0 0,-2 1 0 0 0,0 5 0 0 0,0-7 8 0 0,0-1 1 0 0,0 1-1 0 0,0 0 1 0 0,-1-1-1 0 0,1 0 1 0 0,-1 1-1 0 0,0-1 1 0 0,0 0 0 0 0,-1 0-1 0 0,1 0 1 0 0,-1 0-1 0 0,1-1 1 0 0,-6 5-1 0 0,2-3 132 0 0,31-24-122 0 0,23-17-4 0 0,-2-1-1 0 0,56-63 1 0 0,-99 98-9 0 0,-1 0 0 0 0,0 0 0 0 0,1 0 0 0 0,-1 0 1 0 0,0 0-1 0 0,-1-1 0 0 0,1 1 0 0 0,0-1 0 0 0,-1 1 0 0 0,1-6 1 0 0,-1 8-8 0 0,-2-8 26 0 0,1 9-36 0 0,0 0 0 0 0,0 0 0 0 0,-1 0 0 0 0,1 0 0 0 0,0 0 0 0 0,0 0 0 0 0,0 1 0 0 0,0-1-1 0 0,0 0 1 0 0,0 0 0 0 0,0 0 0 0 0,0 0 0 0 0,0 0 0 0 0,0 0 0 0 0,-1 0 0 0 0,1 0 0 0 0,0 0 0 0 0,0 0 0 0 0,0 0 0 0 0,0 0 0 0 0,0 0 0 0 0,0 0 0 0 0,0 0-1 0 0,0 0 1 0 0,0 0 0 0 0,-1 0 0 0 0,1 0 0 0 0,0 0 0 0 0,0 0 0 0 0,0 0 0 0 0,-1 14-7 0 0,1-1 0 0 0,0 1 0 0 0,1 0 0 0 0,5 23 0 0 0,-3-25 9 0 0,-1-1 0 0 0,-1 1 0 0 0,0-1-1 0 0,0 1 1 0 0,-1 0 0 0 0,-1-1 0 0 0,0 1-1 0 0,-4 19 1 0 0,4-28 12 0 0,-1 1 0 0 0,1-1-1 0 0,-1 1 1 0 0,0-1 0 0 0,0 0-1 0 0,-1 0 1 0 0,1 0-1 0 0,0 0 1 0 0,-1 0 0 0 0,0 0-1 0 0,0-1 1 0 0,0 1 0 0 0,0-1-1 0 0,0 0 1 0 0,0 0 0 0 0,0 0-1 0 0,-1 0 1 0 0,1-1 0 0 0,-1 1-1 0 0,0-1 1 0 0,1 0 0 0 0,-1 0-1 0 0,0 0 1 0 0,1-1 0 0 0,-1 1-1 0 0,0-1 1 0 0,-4 0 0 0 0,4 0-250 0 0,0 0 0 0 0,0-1 1 0 0,0 0-1 0 0,0 0 0 0 0,0 0 1 0 0,0 0-1 0 0,1 0 0 0 0,-1-1 1 0 0,0 1-1 0 0,-4-4 0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0:19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11 552 0 0,'0'0'5235'0'0,"-5"5"-4935"0"0,-1-1-317 0 0,-1 1 255 0 0,0 0 0 0 0,0 1 0 0 0,0 0 0 0 0,1 1 1 0 0,-9 10-1 0 0,14-15-104 0 0,-2 4-39 0 0,3-6-74 0 0,0 0 1 0 0,0 0-1 0 0,0 0 1 0 0,0 0 0 0 0,0 0-1 0 0,0 0 1 0 0,0 0-1 0 0,0 0 1 0 0,0 0 0 0 0,0 0-1 0 0,0 0 1 0 0,1 0-1 0 0,-1 0 1 0 0,0 0 0 0 0,0 0-1 0 0,0 0 1 0 0,0 0 0 0 0,0 0-1 0 0,0 0 1 0 0,0 0-1 0 0,0 0 1 0 0,0 0 0 0 0,0 0-1 0 0,1 0 1 0 0,-1 0-1 0 0,0 0 1 0 0,0 0 0 0 0,0 0-1 0 0,0 0 1 0 0,0 0-1 0 0,0 0 1 0 0,0 0 0 0 0,0 0-1 0 0,0 0 1 0 0,0 0-1 0 0,0 0 1 0 0,0 1 0 0 0,0-1-1 0 0,0 0 1 0 0,0 0 0 0 0,0 0-1 0 0,0 0 1 0 0,0 0-1 0 0,1 0 1 0 0,-1 0 0 0 0,0 0-1 0 0,0 0 1 0 0,0 0-1 0 0,0 0 1 0 0,0 1 0 0 0,0-1-1 0 0,0 0 1 0 0,52-33 49 0 0,-50 32-59 0 0,27 2-1 0 0,-7 4-1 0 0,0-1 1 0 0,1-2-1 0 0,30 1 1 0 0,-43-3 28 0 0,0-1 0 0 0,0 0 0 0 0,0 0 1 0 0,-1-1-1 0 0,1 0 0 0 0,0-1 0 0 0,-1 0 1 0 0,0 0-1 0 0,1-1 0 0 0,11-7 0 0 0,14-13 871 0 0,-34 22-663 0 0,2 5-239 0 0,0 0 1 0 0,-1 1-1 0 0,0-1 1 0 0,0 0-1 0 0,0 0 0 0 0,0 1 1 0 0,3 6-1 0 0,2 5 20 0 0,-3-12-20 0 0,-1 1 0 0 0,1-1 1 0 0,0 0-1 0 0,0 0 0 0 0,1 0 1 0 0,-1-1-1 0 0,0 1 1 0 0,1-1-1 0 0,0 0 0 0 0,-1 0 1 0 0,1-1-1 0 0,0 1 0 0 0,0-1 1 0 0,0 0-1 0 0,0-1 0 0 0,0 1 1 0 0,0-1-1 0 0,0 0 1 0 0,0 0-1 0 0,0 0 0 0 0,0-1 1 0 0,0 0-1 0 0,8-2 0 0 0,3-1 26 0 0,0 0-1 0 0,0-1 0 0 0,0-1 0 0 0,-1-1 0 0 0,26-14 0 0 0,10-5 1121 0 0,-50 25-905 0 0,-6 8-189 0 0,-60 75-189 0 0,-83 79-1 0 0,42-47-1052 0 0,-27 45-4826 0 0,100-118 3135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0:26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1372 83 208 0 0,'0'0'473'0'0,"9"-33"2890"0"0,-10-15 434 0 0,1 46-2968 0 0,-2 7-806 0 0,-23 61 153 0 0,3 0 0 0 0,-24 123 0 0 0,-3 148 627 0 0,2-13-17 0 0,-10-7-7 0 0,34-181-487 0 0,15-81-56 0 0,-21 82-1 0 0,-43 171 739 0 0,54-221-743 0 0,-41 219 613 0 0,46-228-531 0 0,-18 82 332 0 0,-60 287 1162 0 0,29 30-788 0 0,59-453-938 0 0,-46 314 716 0 0,5-40-127 0 0,18-146-516 0 0,7-58-380 0 0,-8 146-1 0 0,20-163 361 0 0,-3-1 0 0 0,-24 88 0 0 0,-18 35 224 0 0,22-87-137 0 0,-21 57 228 0 0,-43 78 1008 0 0,76-199-1217 0 0,-22 47 138 0 0,-16 33-95 0 0,45-106-259 0 0,-5 14 21 0 0,-34 51-1 0 0,12-15 46 0 0,20-24 18 0 0,18-46-98 0 0,-10 11 300 0 0,9-13-398 0 0,1 1 0 0 0,0-1 0 0 0,0 1 0 0 0,0-1 0 0 0,-1 0 1 0 0,1 1-1 0 0,0-1 0 0 0,-1 1 0 0 0,1-1 0 0 0,0 0 0 0 0,-1 1 0 0 0,1-1 0 0 0,-1 0 0 0 0,1 1 0 0 0,-1-1 0 0 0,1 0 1 0 0,0 1-1 0 0,-1-1 0 0 0,1 0 0 0 0,-1 0 0 0 0,1 0 0 0 0,-1 0 0 0 0,1 1 0 0 0,-1-1 0 0 0,0 0 0 0 0,1 0 1 0 0,-1 0-1 0 0,1 0 0 0 0,-1 0 0 0 0,0-1 0 0 0,0-1-120 0 0,0 0-1 0 0,-1 0 1 0 0,1-1 0 0 0,1 1 0 0 0,-1 0 0 0 0,0-1-1 0 0,0 1 1 0 0,1-1 0 0 0,0 1 0 0 0,-1-4-1 0 0,5-49-7981 0 0,-3 46 6799 0 0,6-32-3813 0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0:27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294 128 8 0 0,'1'-82'4816'0'0,"-1"36"1816"0"0,-5 52-6640 0 0,-24 29 42 0 0,1 1 0 0 0,-40 72-1 0 0,-18 25 246 0 0,10-28 62 0 0,75-104-144 0 0,1-1-194 0 0,0 0-1 0 0,0 0 0 0 0,0 1 1 0 0,-1-1-1 0 0,1 0 0 0 0,0 0 0 0 0,0 1 1 0 0,0-1-1 0 0,0 0 0 0 0,0 0 1 0 0,0 1-1 0 0,0-1 0 0 0,-1 0 0 0 0,1 0 1 0 0,0 1-1 0 0,0-1 0 0 0,0 0 1 0 0,0 0-1 0 0,0 1 0 0 0,0-1 0 0 0,0 0 1 0 0,0 0-1 0 0,0 1 0 0 0,1-1 1 0 0,-1 0-1 0 0,0 0 0 0 0,0 1 0 0 0,0-1 1 0 0,0 0-1 0 0,0 0 0 0 0,0 0 1 0 0,0 1-1 0 0,1-1 0 0 0,-1 0 0 0 0,0 0 1 0 0,0 0-1 0 0,0 1 0 0 0,0-1 1 0 0,1 0-1 0 0,-1 0 0 0 0,0 0 0 0 0,0 0 1 0 0,0 1-1 0 0,1-1 0 0 0,-1 0 1 0 0,0 0-1 0 0,0 0 0 0 0,1 0 0 0 0,-1 0 1 0 0,1 0-1 0 0,22 7 49 0 0,28 0-15 0 0,-11-4-19 0 0,38 4-207 0 0,1-3 0 0 0,104-9 0 0 0,-179 4 162 0 0,0 1 0 0 0,0-1 0 0 0,0 0 0 0 0,-1 0 0 0 0,1 0 0 0 0,0-1 0 0 0,0 1 0 0 0,-1-1 0 0 0,1 0 0 0 0,-1 0-1 0 0,1 0 1 0 0,-1-1 0 0 0,0 1 0 0 0,0-1 0 0 0,0 1 0 0 0,0-1 0 0 0,-1 0 0 0 0,1 0 0 0 0,3-6 0 0 0,-1-1-6 0 0,1-1 0 0 0,-1-1 0 0 0,-1 1 0 0 0,5-23 0 0 0,3-4 340 0 0,-12 37-292 0 0,-2 7-26 0 0,-71 211 289 0 0,-22 70-1946 0 0,92-276 1013 0 0,1 0 0 0 0,0 1-1 0 0,0-1 1 0 0,1 1-1 0 0,0 0 1 0 0,1-1 0 0 0,1 1-1 0 0,1 13 1 0 0,4-1-1759 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0:28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317 77 392 0 0,'1'-6'679'0'0,"-1"0"1"0"0,-1 0-1 0 0,1 1 1 0 0,-1-1-1 0 0,0 0 1 0 0,0 1-1 0 0,0-1 1 0 0,-1 1-1 0 0,0 0 1 0 0,-5-11-1 0 0,6 15-256 0 0,-17-2 600 0 0,13 3-935 0 0,0 1 0 0 0,0 0 1 0 0,0 0-1 0 0,0 1 1 0 0,0-1-1 0 0,0 1 0 0 0,0 0 1 0 0,0 1-1 0 0,1-1 1 0 0,-1 1-1 0 0,1 0 0 0 0,0 0 1 0 0,0 0-1 0 0,0 1 1 0 0,0-1-1 0 0,0 1 0 0 0,-4 6 1 0 0,6-7-65 0 0,0 0 1 0 0,1 0 0 0 0,-1 0-1 0 0,1 0 1 0 0,-1 0-1 0 0,1 0 1 0 0,0 1 0 0 0,0-1-1 0 0,1 1 1 0 0,-1-1-1 0 0,1 0 1 0 0,-1 1 0 0 0,1-1-1 0 0,0 1 1 0 0,0-1-1 0 0,1 1 1 0 0,-1-1 0 0 0,1 1-1 0 0,-1-1 1 0 0,1 1-1 0 0,0-1 1 0 0,1 0 0 0 0,-1 0-1 0 0,1 1 1 0 0,-1-1 0 0 0,1 0-1 0 0,3 4 1 0 0,10 12 45 0 0,1-1 0 0 0,0-1 0 0 0,34 27 0 0 0,-34-32-45 0 0,-2 0-1 0 0,1 1 1 0 0,-2 1 0 0 0,0 1 0 0 0,0-1-1 0 0,18 31 1 0 0,-30-43-22 0 0,0 0-1 0 0,0 0 1 0 0,-1 0-1 0 0,1 0 1 0 0,0 0-1 0 0,-1 0 1 0 0,1 0-1 0 0,-1 0 1 0 0,0 0-1 0 0,0 0 1 0 0,0 0-1 0 0,0 0 1 0 0,0 0-1 0 0,0 0 1 0 0,0 0-1 0 0,-1 0 1 0 0,1 0-1 0 0,-1 0 1 0 0,1 0-1 0 0,-1 0 1 0 0,0 0-1 0 0,-1 2 1 0 0,0 0 2 0 0,-1-1 1 0 0,0 1 0 0 0,0-1 0 0 0,0 0 0 0 0,0 0 0 0 0,-1 0-1 0 0,1-1 1 0 0,-1 1 0 0 0,1-1 0 0 0,-6 3 0 0 0,-6 2 12 0 0,0-1 0 0 0,-1 0 0 0 0,0-1 1 0 0,-26 5-1 0 0,-198 23-1338 0 0,225-33 257 0 0,3-15-6716 0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0:28.8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84 7913 0 0,'21'-7'94'0'0,"187"-50"1734"0"0,-175 50-1564 0 0,0 1 0 0 0,1 2 1 0 0,0 2-1 0 0,43 1 0 0 0,-74 1-381 0 0,0 1 0 0 0,0-1 0 0 0,0 1 0 0 0,0-1 0 0 0,0 1 0 0 0,0 0 0 0 0,0 0 0 0 0,0 0 0 0 0,5 3 0 0 0,-7-3-21 0 0,-1-1 0 0 0,1 1 0 0 0,-1-1 1 0 0,1 1-1 0 0,-1-1 0 0 0,1 1 0 0 0,-1 0 0 0 0,1-1 1 0 0,-1 1-1 0 0,1 0 0 0 0,-1-1 0 0 0,0 1 1 0 0,1 0-1 0 0,-1-1 0 0 0,0 1 0 0 0,0 0 0 0 0,0 0 1 0 0,1-1-1 0 0,-1 1 0 0 0,0 0 0 0 0,0 0 1 0 0,0-1-1 0 0,0 1 0 0 0,0 0 0 0 0,0 0 0 0 0,-1-1 1 0 0,1 1-1 0 0,0 0 0 0 0,0 0 0 0 0,0-1 0 0 0,-1 1 1 0 0,1 0-1 0 0,0-1 0 0 0,-1 1 0 0 0,1 0 1 0 0,-1-1-1 0 0,1 1 0 0 0,-1 0 0 0 0,1-1 0 0 0,-1 1 1 0 0,1-1-1 0 0,-2 1 0 0 0,-6 7-2147 0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0:40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412 80 264 0 0,'0'0'2955'0'0,"-39"26"163"0"0,1-28 965 0 0,40-5-4056 0 0,-2 6-29 0 0,0 1 1 0 0,0-1-1 0 0,0 1 1 0 0,0-1-1 0 0,0 1 1 0 0,0-1-1 0 0,0 1 1 0 0,0-1-1 0 0,0 1 1 0 0,0-1-1 0 0,0 1 1 0 0,1-1-1 0 0,-1 1 1 0 0,0 0-1 0 0,0-1 1 0 0,0 1 0 0 0,1-1-1 0 0,-1 1 1 0 0,0-1-1 0 0,0 1 1 0 0,1 0-1 0 0,-1-1 1 0 0,0 1-1 0 0,1 0 1 0 0,-1-1-1 0 0,0 1 1 0 0,1 0-1 0 0,-1-1 1 0 0,1 1-1 0 0,0 0-21 0 0,-1-1 0 0 0,1 1 0 0 0,0 0 1 0 0,-1 0-1 0 0,1-1 0 0 0,0 1 0 0 0,-1-1 0 0 0,1 1 0 0 0,-1-1 0 0 0,1 1 0 0 0,-1-1 0 0 0,1 1 0 0 0,-1-1 0 0 0,1 1 0 0 0,-1-1 0 0 0,1 1 0 0 0,-1-1 0 0 0,0 0 1 0 0,1 1-1 0 0,-1-1 0 0 0,0 0 0 0 0,0 1 0 0 0,1-1 0 0 0,-1 0 0 0 0,0 0 0 0 0,0 1 0 0 0,0-1 0 0 0,0 0 0 0 0,0 0 0 0 0,0-2 215 0 0,2-1-60 0 0,-1 1 0 0 0,0-1 0 0 0,0 0 0 0 0,0 0 0 0 0,0 0 0 0 0,-1 0 1 0 0,0 0-1 0 0,1-1 0 0 0,-2-6 0 0 0,1 10-130 0 0,-1 0 0 0 0,1 0 1 0 0,-1 0-1 0 0,0 0 0 0 0,1 0 0 0 0,-1 0 0 0 0,0 1 0 0 0,1-1 1 0 0,-1 0-1 0 0,0 0 0 0 0,0 0 0 0 0,0 1 0 0 0,0-1 0 0 0,0 0 1 0 0,0 1-1 0 0,0-1 0 0 0,0 1 0 0 0,0-1 0 0 0,0 1 1 0 0,0 0-1 0 0,0-1 0 0 0,0 1 0 0 0,-2 0 0 0 0,-36 1 12 0 0,-43 23-49 0 0,71-20 25 0 0,5-2 1 0 0,1 0-1 0 0,0 0 0 0 0,-1 1 0 0 0,1 0 1 0 0,0 0-1 0 0,0 0 0 0 0,1 1 0 0 0,-1 0 1 0 0,1 0-1 0 0,0 0 0 0 0,0 0 1 0 0,0 1-1 0 0,0-1 0 0 0,1 1 0 0 0,0 0 1 0 0,-5 10-1 0 0,6-11 9 0 0,1-1-1 0 0,0 1 1 0 0,0 0 0 0 0,0 0 0 0 0,0 0 0 0 0,1-1-1 0 0,-1 1 1 0 0,1 0 0 0 0,0 0 0 0 0,0 0 0 0 0,1 0-1 0 0,-1 0 1 0 0,1-1 0 0 0,0 1 0 0 0,0 0 0 0 0,0 0-1 0 0,0-1 1 0 0,1 1 0 0 0,-1-1 0 0 0,1 1 0 0 0,0-1-1 0 0,0 0 1 0 0,0 1 0 0 0,1-1 0 0 0,-1 0 0 0 0,4 3-1 0 0,13 13-26 0 0,9 8 112 0 0,-1 1 0 0 0,-1 1 1 0 0,-1 1-1 0 0,40 66 0 0 0,-64-93-80 0 0,1 0 0 0 0,0 1 0 0 0,-1-1 1 0 0,1 0-1 0 0,-1 0 0 0 0,0 1 0 0 0,0-1 0 0 0,0 1 0 0 0,-1-1 0 0 0,1 1 0 0 0,-1-1 0 0 0,0 1 1 0 0,0-1-1 0 0,0 1 0 0 0,0 0 0 0 0,-1-1 0 0 0,1 1 0 0 0,-1-1 0 0 0,0 0 0 0 0,0 1 1 0 0,0-1-1 0 0,0 1 0 0 0,-1-1 0 0 0,0 0 0 0 0,1 0 0 0 0,-1 0 0 0 0,0 0 0 0 0,0 0 0 0 0,-1-1 1 0 0,-4 6-1 0 0,1-4 36 0 0,0 0 0 0 0,0 0 0 0 0,0-1 0 0 0,0 0 0 0 0,-1 0 0 0 0,1 0 0 0 0,-1-1 0 0 0,0 0 0 0 0,0 0 0 0 0,0-1 0 0 0,0 0 0 0 0,0 0-1 0 0,0-1 1 0 0,-11 0 0 0 0,4-1 175 0 0,1-1-1 0 0,-1-1 0 0 0,1 0 0 0 0,0 0 1 0 0,0-2-1 0 0,0 1 0 0 0,1-2 0 0 0,-1 0 1 0 0,1 0-1 0 0,1-1 0 0 0,-1 0 0 0 0,1-1 1 0 0,0-1-1 0 0,-9-9 0 0 0,19 17-111 0 0,-17-20 481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0:44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20 122 580 0 0,'0'0'613'0'0,"-18"-42"5053"0"0,17 41-4378 0 0,5-14 1302 0 0,-1 8 566 0 0,12 7-3523 0 0,31 4 431 0 0,68 6 327 0 0,183-7 1 0 0,-295-4-352 0 0,29-3 484 0 0,-30 4-502 0 0,0 0 0 0 0,0 0 1 0 0,0 0-1 0 0,0 0 1 0 0,0 0-1 0 0,0-1 1 0 0,0 1-1 0 0,0 0 0 0 0,0-1 1 0 0,-1 1-1 0 0,1-1 1 0 0,0 1-1 0 0,0-1 1 0 0,0 1-1 0 0,-1-1 0 0 0,1 1 1 0 0,0-1-1 0 0,0 0 1 0 0,-1 1-1 0 0,1-1 1 0 0,-1 0-1 0 0,1 0 0 0 0,-1 0 1 0 0,1 1-1 0 0,-1-1 1 0 0,1-1-1 0 0,-1 0-6 0 0,-1-1 1 0 0,0 1-1 0 0,1 0 0 0 0,-1 0 1 0 0,0 0-1 0 0,0 0 0 0 0,0 0 1 0 0,-1 0-1 0 0,1 1 1 0 0,0-1-1 0 0,-1 0 0 0 0,1 1 1 0 0,-1-1-1 0 0,-2-1 0 0 0,-9-12 76 0 0,13 14-101 0 0,-1 0 0 0 0,0 0 0 0 0,0 0-1 0 0,0 1 1 0 0,0-1 0 0 0,0 0-1 0 0,0 1 1 0 0,-1-1 0 0 0,1 0-1 0 0,0 1 1 0 0,0 0 0 0 0,0-1 0 0 0,-1 1-1 0 0,1 0 1 0 0,0-1 0 0 0,0 1-1 0 0,-3 0 1 0 0,4 5-8 0 0,1 6 7 0 0,-1 1 1 0 0,-1-1-1 0 0,0 0 1 0 0,-1 0 0 0 0,-3 13-1 0 0,4-19-6 0 0,-1-1 0 0 0,0 0 0 0 0,0 1 1 0 0,-1-1-1 0 0,1 0 0 0 0,-1 0 0 0 0,0-1 0 0 0,0 1 0 0 0,0 0 0 0 0,-1-1 0 0 0,1 0 0 0 0,-1 0 0 0 0,0 0 0 0 0,0 0 0 0 0,-7 3 0 0 0,-23 12-1088 0 0,-1-2 0 0 0,-42 12-1 0 0,18-6-5680 0 0,47-18 3812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0:45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41 125 208 0 0,'0'0'5489'0'0,"8"-47"437"0"0,-8 46-5499 0 0,13-39 1391 0 0,-7 26-643 0 0,-70 395-1181 0 0,61-333 501 0 0,5-45 464 0 0,4-25-637 0 0,7-33-166 0 0,26-69 0 0 0,-4 18-248 0 0,-27 78 91 0 0,1-1-1 0 0,19-38 1 0 0,-27 64-28 0 0,2-2-44 0 0,-3 4 44 0 0,0 0 0 0 0,1 0-1 0 0,-1 1 1 0 0,0-1 0 0 0,0 0-1 0 0,1 0 1 0 0,-1 1 0 0 0,0-1-1 0 0,1 0 1 0 0,-1 1-1 0 0,1-1 1 0 0,-1 0 0 0 0,1 1-1 0 0,0-1 1 0 0,-1 0 0 0 0,1 1-1 0 0,-1-1 1 0 0,1 1 0 0 0,0-1-1 0 0,-1 1 1 0 0,1 0 0 0 0,0-1-1 0 0,0 1 1 0 0,1-1-1 0 0,4 10-12 0 0,0 0 0 0 0,-1 0 0 0 0,1 1-1 0 0,-2 0 1 0 0,1 0 0 0 0,-2 0-1 0 0,1 0 1 0 0,-1 0 0 0 0,2 18-1 0 0,-1-10 1 0 0,1-1-1 0 0,1 1 1 0 0,8 17 0 0 0,0-6-4 0 0,-10-17 39 0 0,1-1 0 0 0,1 0 0 0 0,0-1 0 0 0,0 1 0 0 0,1-1-1 0 0,16 17 1 0 0,-22-26 201 0 0,0-1-177 0 0,-1 0-1 0 0,1 1 0 0 0,0-1 0 0 0,-1 0 1 0 0,1 0-1 0 0,-1 0 0 0 0,1 0 0 0 0,0 0 1 0 0,-1 0-1 0 0,1 0 0 0 0,0-1 0 0 0,-1 1 1 0 0,1 0-1 0 0,-1 0 0 0 0,1 0 0 0 0,-1 0 1 0 0,1-1-1 0 0,0 1 0 0 0,-1 0 1 0 0,1-1-1 0 0,-1 1 0 0 0,1 0 0 0 0,-1-1 1 0 0,1 1-1 0 0,-1-1 0 0 0,0 1 0 0 0,1-1 1 0 0,0 0-1 0 0,18-16 217 0 0,5-18-17 0 0,-3-2 0 0 0,21-45 1 0 0,-29 60-242 0 0,3-7-289 0 0,-13 19-3686 0 0,-2 0-3420 0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0:46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30 163 212 0 0,'0'0'4398'0'0,"-1"22"-3314"0"0,-14 77 850 0 0,8-39-1055 0 0,3-32-533 0 0,1-6 4880 0 0,4-44-5067 0 0,0 1 1 0 0,2-1 0 0 0,0 1 0 0 0,1 0 0 0 0,1 0 0 0 0,1 0-1 0 0,9-20 1 0 0,-9 26-122 0 0,1 0-1 0 0,0 1 0 0 0,0-1 1 0 0,2 2-1 0 0,-1-1 1 0 0,2 1-1 0 0,0 0 1 0 0,0 1-1 0 0,1 0 0 0 0,20-16 1 0 0,-24 23-45 0 0,0 1 0 0 0,0-1-1 0 0,0 1 1 0 0,0 1 0 0 0,1-1 0 0 0,0 1 0 0 0,-1 1 0 0 0,1-1 0 0 0,0 1-1 0 0,0 1 1 0 0,1-1 0 0 0,-1 1 0 0 0,0 1 0 0 0,0 0 0 0 0,1 0 0 0 0,-1 0 0 0 0,0 1-1 0 0,0 0 1 0 0,12 4 0 0 0,-19-5 4 0 0,0 0 0 0 0,1 1 0 0 0,-1-1 0 0 0,0 1 0 0 0,0-1 0 0 0,0 1 0 0 0,1-1 0 0 0,-1 1 0 0 0,0 0 0 0 0,0-1 0 0 0,0 1 0 0 0,0 0 0 0 0,0 0 0 0 0,0 0 0 0 0,0 0 0 0 0,-1 0 0 0 0,1 0 0 0 0,0 0 0 0 0,0 0 0 0 0,-1 0 0 0 0,1 0 0 0 0,-1 0 0 0 0,1 0 0 0 0,-1 0 0 0 0,1 1 0 0 0,-1-1 0 0 0,0 0 0 0 0,0 0 0 0 0,1 1 0 0 0,-1-1 0 0 0,0 0 0 0 0,0 1 0 0 0,0-1 0 0 0,0 0 0 0 0,-1 0 0 0 0,1 1 0 0 0,0-1 1 0 0,0 0-1 0 0,-1 0 0 0 0,1 0 0 0 0,-1 1 0 0 0,1-1 0 0 0,-1 0 0 0 0,1 0 0 0 0,-2 1 0 0 0,-1 2-8 0 0,1-1 1 0 0,-1 1-1 0 0,0-1 1 0 0,0 0 0 0 0,0-1-1 0 0,-1 1 1 0 0,1 0 0 0 0,-1-1-1 0 0,1 0 1 0 0,-1 0-1 0 0,-6 3 1 0 0,-72 17-370 0 0,13-4-2577 0 0,26 0-4080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0:47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29 472 0 0,'9'-14'3491'0'0,"-9"13"-3265"0"0,0 1 0 0 0,0-1 1 0 0,0 1-1 0 0,0 0 0 0 0,0-1 0 0 0,0 1 0 0 0,1-1 0 0 0,-1 1 0 0 0,0 0 0 0 0,0-1 1 0 0,0 1-1 0 0,1-1 0 0 0,-1 1 0 0 0,0 0 0 0 0,0-1 0 0 0,1 1 0 0 0,-1 0 1 0 0,0 0-1 0 0,1-1 0 0 0,-1 1 0 0 0,1 0 0 0 0,-1 0 0 0 0,0-1 0 0 0,1 1 0 0 0,-1 0 1 0 0,0 0-1 0 0,1 0 0 0 0,-1 0 0 0 0,1 0 0 0 0,-1 0 0 0 0,1 0 0 0 0,-1-1 0 0 0,0 1 1 0 0,1 0-1 0 0,4 16-2 0 0,-1 0 0 0 0,-1 0-1 0 0,0 1 1 0 0,0 29 0 0 0,-2-29-128 0 0,0 0-1 0 0,1 0 0 0 0,1-1 1 0 0,1 1-1 0 0,8 24 0 0 0,-5-20 19 0 0,-5-15 21 0 0,1 1-1 0 0,-1-1 1 0 0,1-1 0 0 0,0 1-1 0 0,6 9 1886 0 0,-5-17-1723 0 0,5-5-117 0 0,-1 0 0 0 0,0 0 0 0 0,0-1 0 0 0,0 0 0 0 0,-1 0-1 0 0,7-12 1 0 0,42-66 397 0 0,-31 44-379 0 0,48-70-673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0:47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120 228 332 0 0,'0'0'5519'0'0,"6"13"-4415"0"0,-43 125 1115 0 0,13-61-1488 0 0,13-33-145 0 0,11-42-450 0 0,-1 14 5123 0 0,39-109-4389 0 0,59-107 0 0 0,-79 168-777 0 0,40-55 1 0 0,-49 76-96 0 0,0-1 1 0 0,1 2 0 0 0,0-1-1 0 0,1 1 1 0 0,0 1 0 0 0,1 0 0 0 0,19-11-1 0 0,-24 17-15 0 0,0 0 0 0 0,0 1 0 0 0,1 0 0 0 0,-1 1 0 0 0,1 0 0 0 0,-1 0 0 0 0,1 0 0 0 0,0 1 0 0 0,-1 0 0 0 0,1 1 0 0 0,-1 0 0 0 0,1 0 0 0 0,-1 0 0 0 0,14 5 0 0 0,-15-4 3 0 0,-1-1 0 0 0,0 1-1 0 0,0 0 1 0 0,-1 0-1 0 0,1 0 1 0 0,0 1-1 0 0,-1-1 1 0 0,1 1-1 0 0,-1 0 1 0 0,0 1-1 0 0,0-1 1 0 0,0 1-1 0 0,0 0 1 0 0,-1 0-1 0 0,0 0 1 0 0,1 0-1 0 0,-1 0 1 0 0,-1 1-1 0 0,1 0 1 0 0,-1-1-1 0 0,4 10 1 0 0,-6-11 8 0 0,1-1 1 0 0,-1 1-1 0 0,0-1 0 0 0,0 1 1 0 0,0-1-1 0 0,0 1 0 0 0,0-1 1 0 0,0 1-1 0 0,-1-1 0 0 0,1 1 1 0 0,-1-1-1 0 0,1 0 1 0 0,-1 1-1 0 0,0-1 0 0 0,0 0 1 0 0,0 0-1 0 0,-1 1 0 0 0,1-1 1 0 0,-3 3-1 0 0,1-2 8 0 0,0 0 0 0 0,-1 0-1 0 0,1 0 1 0 0,-1 0 0 0 0,0-1 0 0 0,0 1-1 0 0,0-1 1 0 0,0 0 0 0 0,-8 3-1 0 0,-5 0 7 0 0,1-1-1 0 0,-1 0 0 0 0,-1-2 0 0 0,-23 2 1 0 0,-184-3-1590 0 0,75-9-7331 0 0,109 5 5158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2:23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96 76 0 0,'-7'-79'4953'0'0,"7"77"-4343"0"0,-1 0-374 0 0,1 2-222 0 0,1 0 0 0 0,-1-1 0 0 0,0 1 0 0 0,0 0-1 0 0,0 0 1 0 0,0 0 0 0 0,0 0 0 0 0,0-1 0 0 0,0 1 0 0 0,0 0 0 0 0,0 0 0 0 0,0 0 0 0 0,0-1 0 0 0,0 1 0 0 0,0 0 0 0 0,0 0 0 0 0,0 0 0 0 0,0-1-1 0 0,0 1 1 0 0,0 0 0 0 0,0 0 0 0 0,0 0 0 0 0,0-1 0 0 0,0 1 0 0 0,0 0 0 0 0,0 0 0 0 0,0 0 0 0 0,-1 0 0 0 0,1-1 0 0 0,0 1 0 0 0,0 0 0 0 0,0 0 0 0 0,0 0-1 0 0,0 0 1 0 0,-1 0 0 0 0,1-1 0 0 0,0 1 0 0 0,0 0 0 0 0,0 0 0 0 0,0 0 0 0 0,-1 0 0 0 0,1 0 0 0 0,0 0 0 0 0,0 0 0 0 0,0 0 0 0 0,-1 0 0 0 0,1 0 0 0 0,0 0-1 0 0,0 0 1 0 0,0 0 0 0 0,-1 0 0 0 0,1 0 0 0 0,0 0 0 0 0,0 0 0 0 0,0 0 0 0 0,-1 0 0 0 0,1 0 0 0 0,0 0 0 0 0,0 0 0 0 0,-1 0 0 0 0,-8 15-4 0 0,0 0 0 0 0,0 0 1 0 0,1 1-1 0 0,1 0 1 0 0,-9 31-1 0 0,-16 93 19 0 0,7-29 4 0 0,20-74 113 0 0,3-31 2405 0 0,71-403-1517 0 0,-60 370-1405 0 0,-5 51 279 0 0,-6 56 31 0 0,-7 32-21 0 0,7-71 59 0 0,-2 0-1 0 0,-15 65 1 0 0,16-73 13 0 0,3-9 180 0 0,0-24-158 0 0,0 0-1 0 0,0 0 1 0 0,0 0 0 0 0,0 0 0 0 0,0 0 0 0 0,0 0 0 0 0,0 0 0 0 0,0 1-1 0 0,0-1 1 0 0,0 0 0 0 0,0 0 0 0 0,0 0 0 0 0,0 0 0 0 0,0 0-1 0 0,0 0 1 0 0,0 0 0 0 0,0 1 0 0 0,0-1 0 0 0,0 0 0 0 0,0 0 0 0 0,0 0-1 0 0,0 0 1 0 0,0 0 0 0 0,0 0 0 0 0,0 0 0 0 0,1 0 0 0 0,-1 1-1 0 0,0-1 1 0 0,0 0 0 0 0,0 0 0 0 0,0 0 0 0 0,0 0 0 0 0,0 0 0 0 0,0 0-1 0 0,0 0 1 0 0,0 0 0 0 0,1 0 0 0 0,-1 0 0 0 0,0 0 0 0 0,0 0-1 0 0,0 0 1 0 0,0 0 0 0 0,0 0 0 0 0,0 0 0 0 0,0 0 0 0 0,1 0 0 0 0,-1 0-1 0 0,0 0 1 0 0,0 0 0 0 0,0 0 0 0 0,0 0 0 0 0,0 0 0 0 0,0 0-1 0 0,0 0 1 0 0,1 0 0 0 0,-1 0 0 0 0,0 0 0 0 0,0 0 0 0 0,0 0 0 0 0,0 0-1 0 0,0 0 1 0 0,0 0 0 0 0,16-31 1558 0 0,-3 6-1757 0 0,0-3 361 0 0,-2 0 1 0 0,16-56-1 0 0,-7 20-13 0 0,-19 62-152 0 0,-2 18-141 0 0,0 0 1 0 0,-1 0 0 0 0,-1 0-1 0 0,0 0 1 0 0,-1 0-1 0 0,-1-1 1 0 0,-12 27-1 0 0,8-21-942 0 0,0 0 0 0 0,-2-1 0 0 0,0 0 0 0 0,-1 0 0 0 0,-1-1 0 0 0,-17 18 0 0 0,11-18-1354 0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7:02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99 24 0 0,'-3'-18'2119'0'0,"8"-49"3495"0"0,-4 65-5090 0 0,0-6 12 0 0,0 5-133 0 0,0 8 2062 0 0,-13 256-1246 0 0,11-247-1148 0 0,0-1 1 0 0,-1 0-1 0 0,-7 22 1 0 0,6-23-18 0 0,0 0 1 0 0,1 0 0 0 0,-1 20 0 0 0,3-30-109 0 0,-3 14-218 0 0,-15-53-8667 0 0,17 27 6607 0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7:03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44 132 0 0,'6'-5'183'0'0,"-1"1"1"0"0,1 1-1 0 0,0-1 0 0 0,0 1 1 0 0,1 0-1 0 0,-1 0 0 0 0,0 1 0 0 0,1 0 1 0 0,0 0-1 0 0,11-2 0 0 0,71-5 823 0 0,-71 9-857 0 0,-1 1 1 0 0,1 0 0 0 0,-1 1-1 0 0,1 1 1 0 0,-1 1 0 0 0,0 0 0 0 0,0 1-1 0 0,0 1 1 0 0,-1 1 0 0 0,0 0-1 0 0,0 1 1 0 0,-1 0 0 0 0,19 15-1 0 0,-26-18-72 0 0,-1 1 0 0 0,0 1 0 0 0,0-1-1 0 0,-1 1 1 0 0,1 0 0 0 0,-2 1 0 0 0,1 0-1 0 0,-1 0 1 0 0,0 0 0 0 0,-1 0 0 0 0,1 1 0 0 0,-2-1-1 0 0,1 1 1 0 0,-1 0 0 0 0,-1 0 0 0 0,0 1-1 0 0,0-1 1 0 0,0 0 0 0 0,-2 1 0 0 0,1-1-1 0 0,-1 1 1 0 0,0-1 0 0 0,-1 1 0 0 0,0-1-1 0 0,-1 0 1 0 0,-3 13 0 0 0,3-13 36 0 0,-1 0 0 0 0,-1 0 0 0 0,0 0-1 0 0,0 0 1 0 0,-1-1 0 0 0,0 1 0 0 0,0-1 0 0 0,-1-1 0 0 0,0 1-1 0 0,0-1 1 0 0,-13 11 0 0 0,7-7 35 0 0,-1-2 0 0 0,0 0 0 0 0,-1 0-1 0 0,0-2 1 0 0,0 1 0 0 0,-24 7 0 0 0,7-5 92 0 0,1-2 1 0 0,-1-1 0 0 0,-1-1 0 0 0,1-2-1 0 0,-1-1 1 0 0,-50-2 0 0 0,66-3-258 0 0,0-1 0 0 0,0 0 0 0 0,1-2 0 0 0,-1 1 0 0 0,1-2 0 0 0,0 0 0 0 0,-16-9 0 0 0,30 14-311 0 0,-17-9-4130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7:04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0 478 596 0 0,'0'0'711'0'0,"12"5"2209"0"0,12-6-2093 0 0,1-1-1 0 0,-1-1 1 0 0,43-11-1 0 0,-52 10-607 0 0,0-1 0 0 0,-1 0 0 0 0,1-1 0 0 0,-1-1 0 0 0,0 0 0 0 0,-1 0 0 0 0,18-14 0 0 0,-28 19-152 0 0,0-1 0 0 0,0 0 0 0 0,0 0 0 0 0,0-1-1 0 0,0 1 1 0 0,-1 0 0 0 0,0-1 0 0 0,1 0 0 0 0,-1 1 0 0 0,0-1 0 0 0,-1 0 0 0 0,1 0 0 0 0,-1 0 0 0 0,0 0 0 0 0,0 0 0 0 0,0-1-1 0 0,0 1 1 0 0,-1-6 0 0 0,0 8 5 0 0,-12-23 153 0 0,10 24-224 0 0,-1 0-1 0 0,0-1 1 0 0,0 2-1 0 0,0-1 1 0 0,0 0-1 0 0,1 1 1 0 0,-1-1-1 0 0,0 1 1 0 0,0 0 0 0 0,0 0-1 0 0,0 0 1 0 0,0 0-1 0 0,0 1 1 0 0,0-1-1 0 0,0 1 1 0 0,0 0-1 0 0,0 0 1 0 0,0 0 0 0 0,1 0-1 0 0,-1 0 1 0 0,0 0-1 0 0,1 1 1 0 0,-1 0-1 0 0,1-1 1 0 0,0 1-1 0 0,-1 0 1 0 0,1 0 0 0 0,0 0-1 0 0,0 0 1 0 0,0 1-1 0 0,0-1 1 0 0,1 0-1 0 0,-1 1 1 0 0,-2 5 0 0 0,2-5-2 0 0,1 1 0 0 0,-1-1 1 0 0,1 1-1 0 0,0 0 1 0 0,0 0-1 0 0,0-1 1 0 0,1 1-1 0 0,-1 0 1 0 0,1 0-1 0 0,0 0 1 0 0,0 0-1 0 0,1 0 1 0 0,-1 0-1 0 0,1-1 1 0 0,-1 1-1 0 0,1 0 0 0 0,0 0 1 0 0,1 0-1 0 0,-1-1 1 0 0,1 1-1 0 0,-1-1 1 0 0,1 1-1 0 0,0-1 1 0 0,1 0-1 0 0,-1 0 1 0 0,0 0-1 0 0,4 4 1 0 0,1-1 7 0 0,0-1 1 0 0,0 1 0 0 0,1-1 0 0 0,-1 0 0 0 0,1-1-1 0 0,0 0 1 0 0,0 0 0 0 0,1-1 0 0 0,-1 0 0 0 0,1-1-1 0 0,-1 1 1 0 0,1-2 0 0 0,0 1 0 0 0,0-1 0 0 0,0-1-1 0 0,0 1 1 0 0,0-1 0 0 0,0-1 0 0 0,0 0 0 0 0,0 0-1 0 0,-1-1 1 0 0,1 0 0 0 0,0 0 0 0 0,-1-1-1 0 0,1 0 1 0 0,8-5 0 0 0,-5 2-9 0 0,0 0 0 0 0,0-1-1 0 0,-1-1 1 0 0,1 1 0 0 0,-1-2 0 0 0,-1 1 0 0 0,0-2-1 0 0,0 1 1 0 0,-1-1 0 0 0,0-1 0 0 0,-1 0 0 0 0,0 0-1 0 0,-1-1 1 0 0,0 1 0 0 0,-1-2 0 0 0,8-19 0 0 0,-8 10 136 0 0,0 0 1 0 0,-2 0 0 0 0,-1 0-1 0 0,0-1 1 0 0,-2 1 0 0 0,-1-1-1 0 0,0 0 1 0 0,-7-42-1 0 0,2 20 1178 0 0,-2 100-1271 0 0,3-1 0 0 0,4 98 1 0 0,11 41 335 0 0,-9-149-93 0 0,-1-42-287 0 0,-1-43-12279 0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7:04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9 220 0 0,'0'0'4520'0'0,"6"0"-3917"0"0,151-1 2864 0 0,-54-1-4464 0 0,-85 0-2854 0 0,-7-1 1621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7:05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85 564 0 0,'0'0'3578'0'0,"-3"-3"-3171"0"0,2 3-358 0 0,1 0 1 0 0,0 0-1 0 0,0-1 1 0 0,0 1-1 0 0,0 0 0 0 0,0 0 1 0 0,0 0-1 0 0,-1 0 0 0 0,1 0 1 0 0,0 0-1 0 0,0 0 0 0 0,0 0 1 0 0,0-1-1 0 0,0 1 0 0 0,0 0 1 0 0,0 0-1 0 0,0 0 0 0 0,0 0 1 0 0,-1 0-1 0 0,1 0 1 0 0,0-1-1 0 0,0 1 0 0 0,0 0 1 0 0,0 0-1 0 0,0 0 0 0 0,0 0 1 0 0,0 0-1 0 0,0-1 0 0 0,0 1 1 0 0,0 0-1 0 0,0 0 0 0 0,0 0 1 0 0,0 0-1 0 0,0 0 0 0 0,0-1 1 0 0,0 1-1 0 0,1 0 1 0 0,-1 0-1 0 0,0 0 0 0 0,0 0 1 0 0,0 0-1 0 0,0-1 0 0 0,0 1 1 0 0,0 0-1 0 0,0 0 0 0 0,0 0 1 0 0,0 0-1 0 0,1 0 0 0 0,-1 0 1 0 0,0 0-1 0 0,0 0 1 0 0,0-1-1 0 0,0 1 0 0 0,0 0 1 0 0,0 0-1 0 0,1 0 0 0 0,-1 0 1 0 0,0 0-1 0 0,0 0 0 0 0,0 0 1 0 0,0 0-1 0 0,0 0 0 0 0,1 0 1 0 0,-1 0-1 0 0,0 0 0 0 0,0 0 1 0 0,0 0-1 0 0,23-2 1338 0 0,55 6-1636 0 0,-16-1 468 0 0,581-13 452 0 0,-606 8-588 0 0,178-12 659 0 0,-213 14-274 0 0,-8-3-430 0 0,-31-8-22 0 0,0 1-1 0 0,-1 2 1 0 0,-58-5 0 0 0,94 12-28 0 0,2 1 7 0 0,1-1 0 0 0,-1 1-1 0 0,0 0 1 0 0,0-1 0 0 0,1 1 0 0 0,-1-1 0 0 0,1 1-1 0 0,-1-1 1 0 0,0 1 0 0 0,1 0 0 0 0,-1-1-1 0 0,1 1 1 0 0,-1 0 0 0 0,1-1 0 0 0,-1 1 0 0 0,1 0-1 0 0,-1 0 1 0 0,1-1 0 0 0,-1 1 0 0 0,1 0-1 0 0,-1 0 1 0 0,1 0 0 0 0,-1 0 0 0 0,1 0 0 0 0,0 0-1 0 0,-1 0 1 0 0,1 0 0 0 0,-1 0 0 0 0,1 0 0 0 0,-1 0-1 0 0,1 0 1 0 0,-1 0 0 0 0,1 1 0 0 0,0-1-1 0 0,39 8-73 0 0,-26-4 46 0 0,0 0 0 0 0,0 2 0 0 0,22 11 1 0 0,-34-16 23 0 0,0 1 1 0 0,1-1-1 0 0,-1 1 1 0 0,0-1-1 0 0,0 1 1 0 0,0 0 0 0 0,0 0-1 0 0,-1 0 1 0 0,1 0-1 0 0,0 0 1 0 0,-1 1-1 0 0,0-1 1 0 0,1 0 0 0 0,-1 1-1 0 0,1 2 1 0 0,-2-3 5 0 0,1 0 0 0 0,-1 0 1 0 0,0-1-1 0 0,0 1 0 0 0,0 0 0 0 0,0 0 1 0 0,-1-1-1 0 0,1 1 0 0 0,0 0 1 0 0,-1 0-1 0 0,1-1 0 0 0,-1 1 1 0 0,1 0-1 0 0,-1-1 0 0 0,0 1 0 0 0,0-1 1 0 0,-2 3-1 0 0,-2 2-1 0 0,0 0 0 0 0,0-1-1 0 0,-1 0 1 0 0,0 0 0 0 0,0-1 0 0 0,0 1-1 0 0,-1-1 1 0 0,0-1 0 0 0,-8 4 0 0 0,-42 22-371 0 0,3-2-1377 0 0,18-12-2875 0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7:06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39 180 0 0,'9'-10'1086'0'0,"-6"4"3206"0"0,-2-5-3069 0 0,2-1 6023 0 0,-32 215-7028 0 0,-2 9 167 0 0,31-210-503 0 0,0-1 0 0 0,-1 0 1 0 0,1 1-1 0 0,0-1 0 0 0,0 0 0 0 0,-1 1 0 0 0,1-1 1 0 0,-1 0-1 0 0,1 1 0 0 0,-1-1 0 0 0,0 0 0 0 0,1 0 0 0 0,-1 0 1 0 0,0 0-1 0 0,0 1 0 0 0,0-1 0 0 0,0 0 0 0 0,0 0 1 0 0,0-1-1 0 0,0 1 0 0 0,-2 1 0 0 0,2-2-15 0 0,0 0 0 0 0,0-1 0 0 0,0 1 0 0 0,0 0 0 0 0,0-1 0 0 0,0 1 0 0 0,1-1 0 0 0,-1 0 0 0 0,0 1 1 0 0,0-1-1 0 0,1 0 0 0 0,-1 1 0 0 0,0-1 0 0 0,1 0 0 0 0,-1 0 0 0 0,0 0 0 0 0,1 0 0 0 0,-1 0 0 0 0,1 1 0 0 0,0-1 0 0 0,-1 0 0 0 0,1 0 0 0 0,0 0 0 0 0,-1 0 0 0 0,1 0 0 0 0,0 0 0 0 0,0 0 0 0 0,0-2 0 0 0,-1-3-2965 0 0,1-15 238 0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7:07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79 240 0 0,'3'-2'565'0'0,"4"-2"-349"0"0,0 1-1 0 0,0 0 0 0 0,1 0 0 0 0,-1 1 0 0 0,0 0 1 0 0,1 0-1 0 0,-1 1 0 0 0,1 0 0 0 0,14 0 0 0 0,85 4 573 0 0,-53-1-444 0 0,70 4 226 0 0,-68-1-247 0 0,0-3 0 0 0,1-3 0 0 0,58-7 0 0 0,-110 7-145 0 0,0 0 0 0 0,0 0 0 0 0,0-1 0 0 0,0 0 0 0 0,0 1 0 0 0,0-2 0 0 0,0 1 0 0 0,0-1 1 0 0,-1 1-1 0 0,1-1 0 0 0,-1 0 0 0 0,6-7 0 0 0,-9 9-23 0 0,0 1-124 0 0,0-1-1 0 0,-1 0 0 0 0,1 1 0 0 0,-1-1 1 0 0,0 0-1 0 0,1 1 0 0 0,-1-1 0 0 0,0 0 0 0 0,1 1 1 0 0,-1-1-1 0 0,0 0 0 0 0,0 0 0 0 0,1 1 1 0 0,-1-1-1 0 0,0 0 0 0 0,0 0 0 0 0,0 0 1 0 0,0 1-1 0 0,0-1 0 0 0,0 0 0 0 0,0 0 0 0 0,-1 0 1 0 0,0-11 221 0 0,-7 48 176 0 0,-21 62 0 0 0,16-57 123 0 0,-12 59 1 0 0,-6 20 461 0 0,22-86-666 0 0,4-14 1413 0 0,6-20-1747 0 0,-1-1 1 0 0,0 1-1 0 0,0 0 0 0 0,0 0 1 0 0,0 0-1 0 0,0 0 0 0 0,0 0 0 0 0,0 0 1 0 0,0 0-1 0 0,0 0 0 0 0,0 0 1 0 0,0 0-1 0 0,0 0 0 0 0,0 0 0 0 0,0 0 1 0 0,0-1-1 0 0,0 1 0 0 0,1 0 1 0 0,-1 0-1 0 0,0 0 0 0 0,0 0 0 0 0,0 0 1 0 0,0 0-1 0 0,0 0 0 0 0,0 0 1 0 0,0 0-1 0 0,0 0 0 0 0,0 0 0 0 0,0 0 1 0 0,1 0-1 0 0,-1 0 0 0 0,0 0 1 0 0,0 0-1 0 0,0 0 0 0 0,0 0 1 0 0,0 0-1 0 0,0 0 0 0 0,0 0 0 0 0,0 0 1 0 0,0 1-1 0 0,0-1 0 0 0,0 0 1 0 0,1 0-1 0 0,-1 0 0 0 0,0 0 0 0 0,0 0 1 0 0,0 0-1 0 0,0 0 0 0 0,0 0 1 0 0,0 0-1 0 0,0 0 0 0 0,0 0 0 0 0,0 0 1 0 0,0 0-1 0 0,0 0 0 0 0,0 1 1 0 0,0-1-1 0 0,0 0 0 0 0,0 0 0 0 0,0 0 1 0 0,0 0-1 0 0,0 0 0 0 0,0 0 1 0 0,0 0-1 0 0,23-32 101 0 0,9-15-244 0 0,-28 44 106 0 0,2-4-45 0 0,1 0 0 0 0,0 0 0 0 0,1 0 0 0 0,0 1 0 0 0,0 0 0 0 0,0 1 0 0 0,1 0 0 0 0,0 0 0 0 0,16-6 0 0 0,-22 10 9 0 0,12 5-177 0 0,-7 2 186 0 0,0 1 0 0 0,-1 1-1 0 0,0-1 1 0 0,0 1 0 0 0,0 1 0 0 0,5 9-1 0 0,-7-9 50 0 0,1 0 0 0 0,1 0 0 0 0,-1-1 0 0 0,1 0 1 0 0,1 0-1 0 0,0-1 0 0 0,13 10 0 0 0,-11-12 8 0 0,0 0 0 0 0,0-1 1 0 0,1 0-1 0 0,-1 0 1 0 0,1-1-1 0 0,0-1 1 0 0,0 0-1 0 0,0 0 1 0 0,1-1-1 0 0,-1-1 0 0 0,0 1 1 0 0,0-2-1 0 0,1 0 1 0 0,10-2-1 0 0,-11 1-8 0 0,-1 0 1 0 0,0 0-1 0 0,0-1 0 0 0,0 0 0 0 0,0-1 0 0 0,0 0 0 0 0,0-1 0 0 0,-1 0 0 0 0,0 0 1 0 0,0-1-1 0 0,-1 0 0 0 0,1-1 0 0 0,-1 0 0 0 0,-1 0 0 0 0,8-9 0 0 0,-13 13-4 0 0,0 0 0 0 0,0 1-1 0 0,-1-1 1 0 0,1 0-1 0 0,-1 0 1 0 0,0 0 0 0 0,0 0-1 0 0,0 0 1 0 0,0 0-1 0 0,-1 0 1 0 0,1 0 0 0 0,-1 0-1 0 0,1-3 1 0 0,-1 4 1 0 0,-1 1-1 0 0,1-1 1 0 0,0 1-1 0 0,0-1 1 0 0,0 1-1 0 0,-1 0 1 0 0,1-1 0 0 0,-1 1-1 0 0,1 0 1 0 0,-1-1-1 0 0,0 1 1 0 0,1 0-1 0 0,-1 0 1 0 0,0-1 0 0 0,0 1-1 0 0,0 0 1 0 0,0 0-1 0 0,0 0 1 0 0,0 0-1 0 0,0 0 1 0 0,0 0 0 0 0,0 1-1 0 0,-1-1 1 0 0,1 0-1 0 0,0 0 1 0 0,0 1-1 0 0,-1-1 1 0 0,-1 0 0 0 0,1 1-11 0 0,-23 7-27 0 0,22-4 32 0 0,2-1 1 0 0,-1 0-1 0 0,0 1 1 0 0,0-1-1 0 0,1 1 0 0 0,-1 0 1 0 0,1-1-1 0 0,0 1 1 0 0,0 0-1 0 0,0 0 0 0 0,0 0 1 0 0,0 0-1 0 0,1 0 1 0 0,-1 0-1 0 0,1 0 0 0 0,0 0 1 0 0,0 0-1 0 0,0 0 1 0 0,0 0-1 0 0,1 0 0 0 0,-1 0 1 0 0,1 0-1 0 0,0 0 1 0 0,-1 0-1 0 0,1-1 0 0 0,1 1 1 0 0,-1 0-1 0 0,0 0 1 0 0,1-1-1 0 0,-1 1 0 0 0,1-1 1 0 0,0 1-1 0 0,0-1 1 0 0,0 0-1 0 0,2 3 0 0 0,3 2-418 0 0,0-1 0 0 0,0 0-1 0 0,0 0 1 0 0,13 7-1 0 0,33 14-5235 0 0,-27-18 2583 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3:43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83 344 0 0,'-3'-12'264'0'0,"2"11"-135"0"0,0 0 0 0 0,1 0 0 0 0,-1-1 0 0 0,1 1 0 0 0,-1 0 0 0 0,1-1 0 0 0,0 1 1 0 0,0 0-1 0 0,-1-1 0 0 0,1 1 0 0 0,0 0 0 0 0,0-1 0 0 0,0 1 0 0 0,0 0 0 0 0,1-1 0 0 0,-1 1 0 0 0,0 0 1 0 0,0-1-1 0 0,1 1 0 0 0,-1 0 0 0 0,1-1 0 0 0,-1 1 0 0 0,1 0 0 0 0,0 0 0 0 0,1-2 0 0 0,0 2-57 0 0,23 6-19 0 0,-1-1-46 0 0,1-2 0 0 0,-1-1 0 0 0,0-1 1 0 0,1-1-1 0 0,38-7 0 0 0,1 1 23 0 0,32 0-9 0 0,279-13-82 0 0,-240 16 197 0 0,-133 4-88 0 0,-7 2-144 0 0,-82 28-325 0 0,-1-5-1 0 0,-1-3 1 0 0,-134 14-1 0 0,128-24 776 0 0,-96-2 0 0 0,194-10-346 0 0,-1-1 1 0 0,1 1-1 0 0,-1 0 1 0 0,0-1 0 0 0,1 0-1 0 0,-1 1 1 0 0,1-1-1 0 0,-1 0 1 0 0,0 0-1 0 0,4-3 1 0 0,24-7 88 0 0,1 8-6 0 0,2 1 0 0 0,-1 2 1 0 0,35 4-1 0 0,24 0 414 0 0,-90-4-569 0 0,-1 0 1 0 0,1 0-1 0 0,-1 1 0 0 0,1-1 0 0 0,-1 0 0 0 0,1 0 1 0 0,-1 0-1 0 0,1 1 0 0 0,-1-1 0 0 0,1 0 1 0 0,-1 0-1 0 0,1 1 0 0 0,-1-1 0 0 0,1 0 0 0 0,-1 1 1 0 0,1-1-1 0 0,-1 1 0 0 0,0-1 0 0 0,1 0 1 0 0,-1 1-1 0 0,0-1 0 0 0,1 1 0 0 0,-1-1 0 0 0,0 1 1 0 0,0-1-1 0 0,0 1 0 0 0,1-1 0 0 0,-1 1 1 0 0,0 0-1 0 0,0-1 0 0 0,0 1 0 0 0,0-1 0 0 0,0 1 1 0 0,0-1-1 0 0,0 1 0 0 0,0-1 0 0 0,0 2 1 0 0,0 0-991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3:45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63 172 0 0,'-15'-8'669'0'0,"-1"1"0"0"0,0 0 0 0 0,0 2-1 0 0,-1 0 1 0 0,-33-6 0 0 0,48 11-109 0 0,25 6-392 0 0,-1 1-93 0 0,70-2 229 0 0,0-5-1 0 0,121-15 0 0 0,-129 8-157 0 0,30-8 73 0 0,-113 15-210 0 0,-197 15 142 0 0,-62-5-168 0 0,-9 1 1 0 0,175-5 33 0 0,174-6-2 0 0,335 9-28 0 0,-368-4 27 0 0,-47-4-15 0 0,-8 0 10 0 0,-164 23 221 0 0,168-24-223 0 0,-5 2 118 0 0,-11 1-900 0 0,10 1-2666 0 0,3 3 1988 0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8:47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0 176 188 0 0,'6'-39'6035'0'0,"13"-23"1718"0"0,-8 94-7692 0 0,-3-14-31 0 0,48 181 116 0 0,-49-160-137 0 0,-7-31-5 0 0,2-1 1 0 0,-1 1-1 0 0,1-1 0 0 0,0 1 1 0 0,5 12-1 0 0,-6-19 18 0 0,2-2 25 0 0,-1-1-1 0 0,1 1 1 0 0,-1-1 0 0 0,1 0-1 0 0,-1 0 1 0 0,0 0 0 0 0,0 0-1 0 0,0 0 1 0 0,0-1 0 0 0,0 1-1 0 0,0-1 1 0 0,-1 1 0 0 0,1-1-1 0 0,-1 0 1 0 0,2-3 0 0 0,31-63-19 0 0,-24 48 40 0 0,32-74 21 0 0,16-29 382 0 0,-19 51-54 0 0,-38 72-468 0 0,1 1-300 0 0,0 0-1 0 0,0 0 0 0 0,0 0 0 0 0,0 0 0 0 0,0 0 0 0 0,-1 1 0 0 0,1-1 0 0 0,0 1 0 0 0,0 0 0 0 0,-1-1 0 0 0,1 1 0 0 0,0 0 1 0 0,-1 0-1 0 0,1 0 0 0 0,0 0 0 0 0,-1 0 0 0 0,0 0 0 0 0,1 1 0 0 0,-1-1 0 0 0,0 0 0 0 0,1 1 0 0 0,-1-1 0 0 0,0 1 0 0 0,0-1 1 0 0,0 1-1 0 0,0 0 0 0 0,-1-1 0 0 0,1 1 0 0 0,1 3 0 0 0,-1-1-662 0 0,3 3-1502 0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8:48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53 238 520 0 0,'0'0'9742'0'0,"-9"17"-9497"0"0,2 4-108 0 0,1-1 1 0 0,-6 37-1 0 0,1-7 23 0 0,10-48-137 0 0,-5 26 1590 0 0,11-50-1617 0 0,-4 16 924 0 0,-1-8-280 0 0,0-19-406 0 0,2 1 1 0 0,1-1-1 0 0,1 1 0 0 0,2 0 0 0 0,1 0 0 0 0,16-45 0 0 0,-12 52-218 0 0,-7 15-16 0 0,0 0-1 0 0,1 0 1 0 0,0 0-1 0 0,0 1 1 0 0,12-15-1 0 0,-15 22-29 0 0,1 0-1 0 0,-1 0 0 0 0,1 0 0 0 0,0 0 0 0 0,0 1 1 0 0,-1-1-1 0 0,1 1 0 0 0,0-1 0 0 0,0 1 0 0 0,0 0 1 0 0,1 0-1 0 0,-1 1 0 0 0,0-1 0 0 0,0 0 1 0 0,0 1-1 0 0,1 0 0 0 0,-1 0 0 0 0,0 0 0 0 0,0 0 1 0 0,6 2-1 0 0,-3-1-47 0 0,0 0 1 0 0,0 1-1 0 0,0 0 1 0 0,0 0-1 0 0,0 1 1 0 0,-1-1-1 0 0,0 1 1 0 0,1 0-1 0 0,-1 1 1 0 0,0-1-1 0 0,0 1 0 0 0,-1 0 1 0 0,1 0-1 0 0,-1 1 1 0 0,0 0-1 0 0,0-1 1 0 0,0 1-1 0 0,-1 0 1 0 0,0 1-1 0 0,0-1 1 0 0,3 7-1 0 0,-5-10 66 0 0,-1 0 1 0 0,1 0-1 0 0,-1 0 0 0 0,1 0 0 0 0,-1 0 0 0 0,0-1 0 0 0,0 1 1 0 0,0 0-1 0 0,0 0 0 0 0,0 0 0 0 0,-1 0 0 0 0,1 0 0 0 0,0 0 1 0 0,-1 0-1 0 0,1-1 0 0 0,-1 1 0 0 0,0 0 0 0 0,0 0 0 0 0,0-1 1 0 0,0 1-1 0 0,0 0 0 0 0,0-1 0 0 0,0 1 0 0 0,0-1 0 0 0,0 0 1 0 0,-3 3-1 0 0,0 0 3 0 0,-1 0 0 0 0,0 0 0 0 0,0 0 0 0 0,0-1 0 0 0,-1 0 0 0 0,-7 4 0 0 0,7-4 24 0 0,0 0-1 0 0,0-1 0 0 0,-1 0 1 0 0,1 0-1 0 0,0-1 1 0 0,-1 1-1 0 0,0-1 1 0 0,1-1-1 0 0,-1 1 1 0 0,0-1-1 0 0,1-1 0 0 0,-1 1 1 0 0,-10-3-1 0 0,15 3 56 0 0,-17-8 1042 0 0,2 0-2416 0 0,33 27-9833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8:50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21 118 212 0 0,'0'0'5190'0'0,"-13"-12"-2607"0"0,12 12-2428 0 0,1 0 0 0 0,-1 0 1 0 0,1 0-1 0 0,0-1 0 0 0,-1 1 0 0 0,1 0 0 0 0,0 0 0 0 0,-1 0 0 0 0,1-1 0 0 0,0 1 1 0 0,-1 0-1 0 0,1-1 0 0 0,0 1 0 0 0,-1 0 0 0 0,1 0 0 0 0,0-1 0 0 0,0 1 0 0 0,0-1 1 0 0,-1 1-1 0 0,1 0 0 0 0,0-1 0 0 0,0 1 0 0 0,0 0 0 0 0,0-1 0 0 0,0 1 0 0 0,0-1 1 0 0,-1 1-1 0 0,1 0 0 0 0,0-1 0 0 0,0 1 0 0 0,0-1 0 0 0,0 1 0 0 0,1-1 0 0 0,-1 1 1 0 0,0 0-1 0 0,0-1 0 0 0,0 0 0 0 0,148-3 27 0 0,-24 2-112 0 0,24 1-14 0 0,-93 2-22 0 0,104-10 0 0 0,-113 7-15 0 0,-44 2 11 0 0,11-1 98 0 0,-13 1-121 0 0,0 0-1 0 0,0 0 1 0 0,1 0-1 0 0,-1 0 1 0 0,0 0-1 0 0,0 0 1 0 0,0 0-1 0 0,1 0 1 0 0,-1 0-1 0 0,0 0 1 0 0,0 0-1 0 0,0 0 1 0 0,1 0-1 0 0,-1 0 1 0 0,0 0-1 0 0,0 0 1 0 0,0 0-1 0 0,1 0 1 0 0,-1 0-1 0 0,0 0 1 0 0,0 0-1 0 0,0 0 1 0 0,1 0-1 0 0,-1 0 1 0 0,0 0-1 0 0,0 0 1 0 0,0-1-1 0 0,0 1 1 0 0,1 0-1 0 0,-1 0 1 0 0,0 0-1 0 0,0 0 1 0 0,0 0-1 0 0,0-1 1 0 0,0 1 0 0 0,1 0-1 0 0,-1 0 1 0 0,0 0-1 0 0,0 0 1 0 0,0-1-1 0 0,0 1 1 0 0,0 0-1 0 0,0 0 1 0 0,0 0-1 0 0,0-1 1 0 0,0 1-1 0 0,0 0 1 0 0,0 0-1 0 0,0 0 1 0 0,0-1-1 0 0,0 1 1 0 0,0 0-1 0 0,0 0 1 0 0,0 0-1 0 0,0-1 1 0 0,0 1-1 0 0,0 0 1 0 0,0 0-1 0 0,0 0 1 0 0,0-1-1 0 0,0 1 1 0 0,-1 0-1 0 0,-48-29-147 0 0,-43 5-480 0 0,58 12 539 0 0,30 10 834 0 0,201 103-448 0 0,-185-96-305 0 0,-6-3 0 0 0,0 1-1 0 0,0-1 1 0 0,-1 1 0 0 0,1 0 0 0 0,-1 1 0 0 0,0-1-1 0 0,5 6 1 0 0,-9-8-16 0 0,-3 2 1 0 0,-1 1 18 0 0,-1 0-1 0 0,0 0 1 0 0,0 0 0 0 0,0-1 0 0 0,0 0-1 0 0,0 0 1 0 0,-1 0 0 0 0,0 0 0 0 0,1 0 0 0 0,-11 3-1 0 0,8-3-2 0 0,0 0 0 0 0,0 1-1 0 0,0 0 1 0 0,-11 8-1 0 0,13-8 11 0 0,-1 0 0 0 0,0-1-1 0 0,0 0 1 0 0,-1-1 0 0 0,1 1-1 0 0,0-1 1 0 0,-11 2 0 0 0,-16 6 21 0 0,31-9-27 0 0,0-1 1 0 0,-70 15-649 0 0,43-7-1960 0 0,-2-5-4363 0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8:52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28 572 0 0,'-1'-1'243'0'0,"1"0"-1"0"0,-1 0 1 0 0,1 0 0 0 0,-1 0 0 0 0,1 0-1 0 0,0 0 1 0 0,0 0 0 0 0,-1 0 0 0 0,1 0-1 0 0,0-1 1 0 0,0 1 0 0 0,0 0-1 0 0,0 0 1 0 0,0 0 0 0 0,0 0 0 0 0,0 0-1 0 0,1 0 1 0 0,-1 0 0 0 0,0 0-1 0 0,1 0 1 0 0,-1 0 0 0 0,1 0 0 0 0,0-2-1 0 0,0 3-177 0 0,-1-1 1 0 0,1 1-1 0 0,-1 0 0 0 0,1 0 0 0 0,0 0 0 0 0,-1 0 0 0 0,1 0 0 0 0,-1 0 0 0 0,1 0 0 0 0,-1 0 0 0 0,1 0 0 0 0,0 0 0 0 0,-1 0 0 0 0,1 1 0 0 0,-1-1 1 0 0,1 0-1 0 0,-1 0 0 0 0,1 1 0 0 0,-1-1 0 0 0,1 0 0 0 0,-1 0 0 0 0,1 1 0 0 0,-1-1 0 0 0,1 1 0 0 0,-1-1 0 0 0,0 0 0 0 0,1 1 0 0 0,-1-1 0 0 0,1 1 1 0 0,-1-1-1 0 0,0 1 0 0 0,0-1 0 0 0,1 1 0 0 0,-1-1 0 0 0,0 1 0 0 0,0-1 0 0 0,1 2 0 0 0,19 38 295 0 0,27 76 0 0 0,-14-31-134 0 0,-31-79-204 0 0,2 2 25 0 0,-1 0-1 0 0,0 0 0 0 0,0 1 0 0 0,0-1 1 0 0,-1 1-1 0 0,-1-1 0 0 0,2 13 0 0 0,-3-20 101 0 0,0-1-117 0 0,0 0 0 0 0,0 0 0 0 0,0 0 1 0 0,0 0-1 0 0,0 0 0 0 0,0 0 0 0 0,1-1 0 0 0,-1 1 0 0 0,0 0 1 0 0,0 0-1 0 0,0 0 0 0 0,0 0 0 0 0,1 0 0 0 0,-1 0 0 0 0,0 0 1 0 0,0 0-1 0 0,0 0 0 0 0,0 0 0 0 0,0 0 0 0 0,1 0 1 0 0,-1 0-1 0 0,0 0 0 0 0,0 0 0 0 0,0 0 0 0 0,0 0 0 0 0,1 0 1 0 0,-1 0-1 0 0,0 0 0 0 0,0 0 0 0 0,0 0 0 0 0,0 0 0 0 0,1 0 1 0 0,-1 0-1 0 0,0 1 0 0 0,0-1 0 0 0,0 0 0 0 0,0 0 0 0 0,0 0 1 0 0,1 0-1 0 0,-1 0 0 0 0,0 0 0 0 0,0 0 0 0 0,0 1 0 0 0,0-1 1 0 0,0 0-1 0 0,0 0 0 0 0,0 0 0 0 0,0 0 0 0 0,0 1 0 0 0,0-1 1 0 0,0 0-1 0 0,0 0 0 0 0,0 0 0 0 0,1 0 0 0 0,-1 1 0 0 0,0-1 1 0 0,0 0-1 0 0,0 0 0 0 0,-1 0 0 0 0,1 0 0 0 0,0 1 0 0 0,0-1 1 0 0,0 0-1 0 0,0 0 0 0 0,0 0 0 0 0,0 0 0 0 0,0 1 0 0 0,20-52 451 0 0,13-53-1 0 0,-5 13-544 0 0,-6 39-539 0 0,-21 50 335 0 0,-1 1-285 0 0,0 0 482 0 0,0 1 0 0 0,0-1-1 0 0,0 1 1 0 0,0-1 0 0 0,0 1-1 0 0,0-1 1 0 0,0 1-1 0 0,0-1 1 0 0,0 1 0 0 0,0-1-1 0 0,0 1 1 0 0,1-1-1 0 0,-1 1 1 0 0,0-1 0 0 0,0 1-1 0 0,1 0 1 0 0,-1-1-1 0 0,0 1 1 0 0,0-1 0 0 0,1 1-1 0 0,-1 0 1 0 0,0-1-1 0 0,1 1 1 0 0,-1 0 0 0 0,1-1-1 0 0,-1 1 1 0 0,0 0 0 0 0,1 0-1 0 0,-1-1 1 0 0,1 1-1 0 0,-1 0 1 0 0,1 0 0 0 0,-1 0-1 0 0,1 0 1 0 0,-1 0-1 0 0,1-1 1 0 0,-1 1 0 0 0,1 0-1 0 0,-1 0 1 0 0,1 0-1 0 0,-1 0 1 0 0,1 0 0 0 0,-1 0-1 0 0,1 1 1 0 0,0-1-1 0 0,25 14-4610 0 0,-20-8 2481 0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8:53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53 143 188 0 0,'0'0'3946'0'0,"3"-3"-3537"0"0,1 0-180 0 0,0-1 0 0 0,0 0 0 0 0,-1 0-1 0 0,1 0 1 0 0,-1 0 0 0 0,0-1 0 0 0,0 1 0 0 0,-1-1-1 0 0,1 0 1 0 0,1-6 0 0 0,-4 9-24 0 0,0 0-92 0 0,1 0-63 0 0,-1 1 1 0 0,0-1-1 0 0,0 1 0 0 0,0-1 0 0 0,0 0 1 0 0,0 1-1 0 0,-1-1 0 0 0,1 1 0 0 0,0-1 0 0 0,-1 0 1 0 0,1 1-1 0 0,-1-1 0 0 0,0 1 0 0 0,1 0 0 0 0,-1-1 1 0 0,0 1-1 0 0,-2-3 0 0 0,2 3-30 0 0,-1 0 0 0 0,0 0 0 0 0,-1 0 1 0 0,1 1-1 0 0,0-1 0 0 0,0 1 0 0 0,0-1 0 0 0,0 1 0 0 0,0 0 0 0 0,-1 0 1 0 0,1 0-1 0 0,0 0 0 0 0,0 0 0 0 0,0 0 0 0 0,0 0 0 0 0,-1 1 0 0 0,1-1 0 0 0,0 1 1 0 0,0 0-1 0 0,0 0 0 0 0,0-1 0 0 0,0 1 0 0 0,0 1 0 0 0,0-1 0 0 0,1 0 0 0 0,-1 0 1 0 0,0 1-1 0 0,0-1 0 0 0,1 1 0 0 0,-2 1 0 0 0,0 1-3 0 0,1-1 0 0 0,-1 0 1 0 0,1 1-1 0 0,0-1 0 0 0,1 1 0 0 0,-1 0 0 0 0,1 0 0 0 0,-1 0 1 0 0,1 0-1 0 0,0 0 0 0 0,1 0 0 0 0,-1 0 0 0 0,1 0 1 0 0,-1 0-1 0 0,2 5 0 0 0,25 32 128 0 0,-23-39-159 0 0,-1 1-1 0 0,1-1 1 0 0,0 1-1 0 0,-1-1 1 0 0,1 0-1 0 0,0 0 1 0 0,0-1-1 0 0,0 1 1 0 0,0-1 0 0 0,1 1-1 0 0,-1-1 1 0 0,0 0-1 0 0,1 0 1 0 0,-1 0-1 0 0,0-1 1 0 0,1 1-1 0 0,-1-1 1 0 0,1 0-1 0 0,-1 0 1 0 0,1 0-1 0 0,-1 0 1 0 0,5-2 0 0 0,6-1-96 0 0,0-1 1 0 0,0-1 0 0 0,-1 0 0 0 0,17-9 0 0 0,34-11-68 0 0,-57 22 141 0 0,0 4 28 0 0,13 3-67 0 0,-18-3 70 0 0,-1-1-1 0 0,1 0 1 0 0,-1 1 0 0 0,1-1-1 0 0,0 1 1 0 0,-1 0-1 0 0,1 0 1 0 0,-1-1 0 0 0,0 1-1 0 0,1 0 1 0 0,-1 0 0 0 0,0 0-1 0 0,1 0 1 0 0,-1 0-1 0 0,0 1 1 0 0,0-1 0 0 0,0 0-1 0 0,0 1 1 0 0,0-1 0 0 0,0 0-1 0 0,-1 1 1 0 0,1-1-1 0 0,0 1 1 0 0,-1-1 0 0 0,1 1-1 0 0,-1 0 1 0 0,1-1-1 0 0,-1 1 1 0 0,0 3 0 0 0,7 17 30 0 0,-6-22-22 0 0,-1 0 0 0 0,0 1 0 0 0,0-1-1 0 0,1 0 1 0 0,-1 0 0 0 0,0 0 0 0 0,1 1-1 0 0,-1-1 1 0 0,0 0 0 0 0,1 0 0 0 0,-1 0-1 0 0,1 0 1 0 0,-1 1 0 0 0,0-1 0 0 0,1 0-1 0 0,-1 0 1 0 0,0 0 0 0 0,1 0 0 0 0,-1 0 0 0 0,1 0-1 0 0,-1 0 1 0 0,0 0 0 0 0,1 0 0 0 0,-1 0-1 0 0,1 0 1 0 0,-1 0 0 0 0,0-1 0 0 0,1 1-1 0 0,0 0 1 0 0,29-28 137 0 0,-19 14-160 0 0,-1 3 159 0 0,-1 0 0 0 0,-1 0 0 0 0,0-1 1 0 0,-1 0-1 0 0,0-1 0 0 0,-1 0 0 0 0,0 0 1 0 0,-1 0-1 0 0,0-1 0 0 0,3-16 0 0 0,-8 28 81 0 0,2-5 3 0 0,-2 7-181 0 0,0 1 1 0 0,0-1 0 0 0,0 0 0 0 0,0 0-1 0 0,0 0 1 0 0,0 0 0 0 0,0 0 0 0 0,0 0-1 0 0,0 0 1 0 0,1 0 0 0 0,-1 0 0 0 0,0 0-1 0 0,0 0 1 0 0,0 0 0 0 0,0 0 0 0 0,0 0-1 0 0,0 0 1 0 0,0 1 0 0 0,0-1 0 0 0,0 0 0 0 0,0 0-1 0 0,0 0 1 0 0,0 0 0 0 0,0 0 0 0 0,1 0-1 0 0,-1 0 1 0 0,-10 76 58 0 0,-8 121 51 0 0,20-157-77 0 0,-1-39-50 0 0,-1 7-53 0 0,0-5 142 0 0,0-7 605 0 0,2-18-784 0 0,-1 17-24 0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8:55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31 304 0 0,'0'0'4856'0'0,"18"-25"-3711"0"0,41 20-575 0 0,-56 5-559 0 0,0 1 0 0 0,1-1 0 0 0,-1 1 0 0 0,0 0 0 0 0,1 0 0 0 0,-1 0 0 0 0,0 1 0 0 0,0-1 0 0 0,0 1 0 0 0,0-1 0 0 0,0 1 0 0 0,-1 0 0 0 0,4 3 0 0 0,6 6 25 0 0,-11-10 0 0 0,-2 1-30 0 0,1 0 0 0 0,0 1 0 0 0,-1-1 0 0 0,1 0 0 0 0,-1 1 1 0 0,0-1-1 0 0,0 0 0 0 0,0 0 0 0 0,0 0 0 0 0,0 0 0 0 0,0 0 1 0 0,-1 0-1 0 0,1 0 0 0 0,-1 0 0 0 0,1 0 0 0 0,-1-1 0 0 0,0 1 1 0 0,1-1-1 0 0,-1 1 0 0 0,0-1 0 0 0,0 1 0 0 0,0-1 0 0 0,-4 1 1 0 0,-57 22 115 0 0,35-16-2 0 0,-29 3 104 0 0,55-11-199 0 0,-6 1 71 0 0,-13 2-1232 0 0,15 0-2579 0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9:03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43 472 0 0,'0'0'1476'0'0,"-1"-4"-780"0"0,0 1-969 0 0,-5-19 6592 0 0,3 47-6177 0 0,-4 17 49 0 0,-1 6-34 0 0,5-16-101 0 0,-12 68 193 0 0,15-98-198 0 0,1 6-78 0 0,-1-5 89 0 0,1-3 233 0 0,-1-1 716 0 0,1-2 151 0 0,18-81-749 0 0,-11 63-325 0 0,-5 12-70 0 0,15-25 106 0 0,-17 31-114 0 0,0-2-10 0 0,-1 4-6 0 0,0 1-1 0 0,0 0 0 0 0,0-1 0 0 0,0 1 0 0 0,0-1 0 0 0,0 1 0 0 0,0 0 0 0 0,0-1 0 0 0,0 1 1 0 0,1 0-1 0 0,-1-1 0 0 0,0 1 0 0 0,0-1 0 0 0,0 1 0 0 0,0 0 0 0 0,1-1 0 0 0,-1 1 0 0 0,0 0 1 0 0,0 0-1 0 0,1-1 0 0 0,-1 1 0 0 0,0 0 0 0 0,0-1 0 0 0,1 1 0 0 0,-1 0 0 0 0,0 0 0 0 0,1 0 1 0 0,-1-1-1 0 0,0 1 0 0 0,1 0 0 0 0,-1 0 0 0 0,0 0 0 0 0,1 0 0 0 0,-1 0 0 0 0,1 0 0 0 0,13 7-63 0 0,8 20-10 0 0,65 117-121 0 0,-68-117 393 0 0,-7-21 353 0 0,-10-8-506 0 0,0 0 0 0 0,0 0 0 0 0,0 0 0 0 0,0 0 0 0 0,-1-1 0 0 0,1 1 0 0 0,-1 0 0 0 0,0-1 0 0 0,0 0 0 0 0,0 1 0 0 0,0-1 0 0 0,0 0 0 0 0,0-2 0 0 0,23-85 436 0 0,-19 67-349 0 0,1 0 1 0 0,1 0-1 0 0,13-30 1 0 0,-9 4 13 0 0,-11 48-182 0 0,6-12-410 0 0,2 10-3376 0 0,-6 5 3300 0 0,8 8 90 0 0,-4 2-4156 0 0,-1 1 1995 0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49:04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125 170 356 0 0,'0'0'5086'0'0,"-1"5"-4817"0"0,-5 34 429 0 0,1-17-100 0 0,2 0 0 0 0,-1 23 0 0 0,3-26 952 0 0,0-26 684 0 0,1-38-1114 0 0,3 18-1046 0 0,1 0 0 0 0,2 0 0 0 0,0 1 0 0 0,2 0 0 0 0,18-42 0 0 0,-24 64-88 0 0,0-1 1 0 0,1 1-1 0 0,0-1 1 0 0,0 1-1 0 0,0 0 1 0 0,0 0-1 0 0,1 1 1 0 0,0-1-1 0 0,-1 1 1 0 0,1-1-1 0 0,0 1 1 0 0,1 0 0 0 0,-1 1-1 0 0,1-1 1 0 0,-1 1-1 0 0,1 0 1 0 0,0 0-1 0 0,0 0 1 0 0,0 1-1 0 0,0-1 1 0 0,0 1-1 0 0,0 0 1 0 0,0 1-1 0 0,0-1 1 0 0,0 1 0 0 0,0 0-1 0 0,0 1 1 0 0,1-1-1 0 0,-1 1 1 0 0,5 1-1 0 0,-9-2 9 0 0,1 1-1 0 0,-1-1 1 0 0,0 0-1 0 0,1 0 1 0 0,-1 1 0 0 0,0-1-1 0 0,1 1 1 0 0,-1-1-1 0 0,0 1 1 0 0,0 0-1 0 0,1 0 1 0 0,-1-1-1 0 0,0 1 1 0 0,0 0 0 0 0,0 0-1 0 0,0 0 1 0 0,0 0-1 0 0,0 0 1 0 0,-1 0-1 0 0,2 2 1 0 0,-2-2 4 0 0,1 0 1 0 0,-1 0-1 0 0,0 0 1 0 0,0 0-1 0 0,0 0 1 0 0,0 0-1 0 0,-1 0 1 0 0,1 0-1 0 0,0 0 1 0 0,0 0-1 0 0,-1 0 1 0 0,1 0-1 0 0,0 0 1 0 0,-1 0-1 0 0,1 0 1 0 0,-1 0-1 0 0,1 0 1 0 0,-1 0-1 0 0,1-1 1 0 0,-2 2-1 0 0,-2 3 7 0 0,-1-1 0 0 0,1 0 0 0 0,-1 0 0 0 0,1-1 0 0 0,-1 1 0 0 0,0-1 0 0 0,-7 3 1 0 0,-29 11-264 0 0,-62 18 1 0 0,4-14-6703 0 0,73-19 3814 0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6:16.5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16 28 0 0,'0'0'680'0'0,"-31"-14"-96"0"0,16 14-544 0 0,2-1-764 0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8:32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0 226 392 0 0,'314'-27'496'0'0,"2"1"-68"0"0,1-2 4 0 0,16 8-80 0 0,-4 1-68 0 0,3 6-40 0 0,-6-4-124 0 0,0 2-108 0 0,-3-1-120 0 0,-14 4-336 0 0,-9-5-476 0 0,-5 1 208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6:01:46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 20 0 0,'0'0'3491'0'0,"-4"1"-5150"0"0,-12 2 958 0 0,12-2 54 0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9:25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665 90 692 0 0,'9'-31'8441'0'0,"-9"29"-8265"0"0,0 0 0 0 0,0-1 0 0 0,0 1 0 0 0,0 0 0 0 0,-1 0 1 0 0,1 0-1 0 0,-1 0 0 0 0,0 0 0 0 0,1 0 0 0 0,-1 0 0 0 0,0 0 0 0 0,0 1 0 0 0,0-1 0 0 0,0 0 1 0 0,-1 0-1 0 0,1 1 0 0 0,0-1 0 0 0,-1 1 0 0 0,1-1 0 0 0,-1 1 0 0 0,-2-2 0 0 0,0 0-42 0 0,0 1 0 0 0,0 0-1 0 0,0 1 1 0 0,0-1-1 0 0,-1 1 1 0 0,1-1-1 0 0,-1 1 1 0 0,1 0-1 0 0,-8 0 1 0 0,-12 1-137 0 0,1 0-1 0 0,0 2 1 0 0,-29 5 0 0 0,31-4 321 0 0,-16 2-212 0 0,0 1 0 0 0,0 2 0 0 0,1 1 0 0 0,0 2 0 0 0,-61 28-1 0 0,94-38-110 0 0,1 0 0 0 0,-1 0 0 0 0,1 0 0 0 0,-1 0-1 0 0,1 1 1 0 0,0-1 0 0 0,0 1 0 0 0,0 0 0 0 0,-1-1 0 0 0,2 1-1 0 0,-1 0 1 0 0,0 0 0 0 0,0 1 0 0 0,1-1 0 0 0,-1 0-1 0 0,1 0 1 0 0,-1 1 0 0 0,1-1 0 0 0,0 1 0 0 0,0-1 0 0 0,0 1-1 0 0,0 0 1 0 0,1-1 0 0 0,-1 1 0 0 0,1 0 0 0 0,0-1-1 0 0,-1 1 1 0 0,1 0 0 0 0,0 0 0 0 0,1-1 0 0 0,-1 1 0 0 0,0 0-1 0 0,1-1 1 0 0,0 1 0 0 0,-1 0 0 0 0,1-1 0 0 0,0 1-1 0 0,0-1 1 0 0,1 1 0 0 0,-1-1 0 0 0,0 0 0 0 0,1 1 0 0 0,3 3-1 0 0,6 8-25 0 0,1-1-1 0 0,0 0 1 0 0,1 0 0 0 0,0-2-1 0 0,20 15 1 0 0,92 55-138 0 0,-78-52-186 0 0,65 51-1 0 0,-105-74 297 0 0,0 1 1 0 0,0-1-1 0 0,0 2 0 0 0,-1-1 0 0 0,0 1 0 0 0,-1-1 0 0 0,9 17 1 0 0,-13-22 57 0 0,0 0 0 0 0,0 0-1 0 0,0 0 1 0 0,0 1 0 0 0,-1-1 0 0 0,1 0 0 0 0,-1 1 0 0 0,1-1 0 0 0,-1 1 0 0 0,0-1 0 0 0,0 0 0 0 0,0 1 0 0 0,0-1 0 0 0,-1 1 0 0 0,1-1 0 0 0,0 0 0 0 0,-1 1 0 0 0,0-1 0 0 0,0 0 0 0 0,1 1 0 0 0,-1-1 0 0 0,-1 0 0 0 0,1 0 0 0 0,0 0 0 0 0,0 0 0 0 0,-1 0 0 0 0,1 0 0 0 0,-1 0-1 0 0,0 0 1 0 0,1-1 0 0 0,-1 1 0 0 0,0-1 0 0 0,0 1 0 0 0,0-1 0 0 0,-3 2 0 0 0,-12 6 126 0 0,-1-1 1 0 0,1-1-1 0 0,-2 0 0 0 0,1-1 0 0 0,0-1 1 0 0,-1-1-1 0 0,0-1 0 0 0,0 0 0 0 0,-38-1 1 0 0,6-3 847 0 0,0-3-1 0 0,-75-14 1 0 0,102 12 358 0 0,-47-17 0 0 0,70 23-1067 0 0,-12-3 884 0 0,6 3-2077 0 0,33 21-8059 0 0,-2-12 3539 0 0,-6-5 1871 0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9:26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17 101 640 0 0,'0'0'3396'0'0,"-16"-3"6513"0"0,35 9-9858 0 0,0 0-1 0 0,0-2 1 0 0,1 0-1 0 0,0-1 1 0 0,20 0-1 0 0,110-3 136 0 0,-72-2-130 0 0,316-18 287 0 0,4-1 163 0 0,-209 7 666 0 0,-226 12-1116 0 0,-74-14 0 0 0,48 4-204 0 0,-87-21-242 0 0,148 32 358 0 0,-1 0-202 0 0,15 0 161 0 0,26 3 15 0 0,-28 1 34 0 0,0 1-1 0 0,0 0 1 0 0,0 1 0 0 0,-1 0-1 0 0,0 1 1 0 0,1 0 0 0 0,-2 0-1 0 0,1 1 1 0 0,-1 0 0 0 0,9 11-1 0 0,-14-15 28 0 0,-1-1 1 0 0,0 1-1 0 0,0 0 0 0 0,0 0 0 0 0,0 0 0 0 0,-1 0 1 0 0,1 0-1 0 0,-1 0 0 0 0,0 1 0 0 0,0-1 0 0 0,0 1 1 0 0,0-1-1 0 0,0 0 0 0 0,-1 1 0 0 0,0-1 0 0 0,1 1 1 0 0,-1-1-1 0 0,-1 1 0 0 0,1-1 0 0 0,0 1 0 0 0,-1-1 1 0 0,0 1-1 0 0,0-1 0 0 0,0 0 0 0 0,0 1 0 0 0,0-1 1 0 0,-1 0-1 0 0,1 0 0 0 0,-1 0 0 0 0,0 0 0 0 0,0 0 1 0 0,0 0-1 0 0,0 0 0 0 0,-4 3 0 0 0,-8 8-291 0 0,0-1-1 0 0,0 0 1 0 0,-1-1-1 0 0,-22 14 1 0 0,25-19-1737 0 0,-1 0 1 0 0,1-1-1 0 0,-26 9 1 0 0,20-11-1348 0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9:29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101 235 204 0 0,'-2'-20'2709'0'0,"-1"1"1"0"0,-9-31-1 0 0,4 21 1704 0 0,8 36-4336 0 0,1-1 0 0 0,-2 1 0 0 0,1 0 0 0 0,-1 0 0 0 0,0-1 0 0 0,-3 12 0 0 0,-1 16 142 0 0,3 29 64 0 0,2-36-146 0 0,-1-1 1 0 0,-7 44 0 0 0,4-16 5 0 0,4-45-97 0 0,0 0 0 0 0,-1-1 1 0 0,0 1-1 0 0,0 0 0 0 0,-3 10 0 0 0,3-17 32 0 0,1 4 357 0 0,-1-6-380 0 0,1 0 1 0 0,0 0-1 0 0,0 0 0 0 0,0 0 1 0 0,0 0-1 0 0,0 0 0 0 0,0 0 1 0 0,0 0-1 0 0,0 0 1 0 0,-2 1 1217 0 0,2-1-1218 0 0,-8-23 38 0 0,0-1 0 0 0,2 0 0 0 0,1-1 0 0 0,0 1 0 0 0,2-1 0 0 0,0-31 0 0 0,2 3-142 0 0,3 1 0 0 0,9-55 0 0 0,-8 89 8 0 0,1 0 0 0 0,0 0 1 0 0,9-21-1 0 0,-13 38-8 0 0,0 0 42 0 0,0 1 1 0 0,0-1 0 0 0,0 1 0 0 0,0-1-1 0 0,1 0 1 0 0,-1 1 0 0 0,0-1-1 0 0,0 1 1 0 0,0-1 0 0 0,0 1 0 0 0,1-1-1 0 0,-1 1 1 0 0,0-1 0 0 0,1 1 0 0 0,-1 0-1 0 0,0-1 1 0 0,1 1 0 0 0,-1-1 0 0 0,0 1-1 0 0,1 0 1 0 0,-1-1 0 0 0,1 1-1 0 0,-1 0 1 0 0,1-1 0 0 0,-1 1 0 0 0,1 0-1 0 0,-1 0 1 0 0,1 0 0 0 0,-1-1 0 0 0,1 1-1 0 0,-1 0 1 0 0,1 0 0 0 0,-1 0 0 0 0,1 0-1 0 0,-1 0 1 0 0,1 0 0 0 0,-1 0-1 0 0,1 0 1 0 0,0 0 0 0 0,-1 0 0 0 0,1 0-1 0 0,-1 0 1 0 0,1 0 0 0 0,-1 1 0 0 0,1-1-1 0 0,0 1 1 0 0,25 4-213 0 0,-5 6 151 0 0,-1 0 1 0 0,0 1 0 0 0,-1 1-1 0 0,-1 1 1 0 0,0 0 0 0 0,-1 2 0 0 0,28 31-1 0 0,-5-6 3 0 0,195 186-456 0 0,-235-227 551 0 0,1 1 0 0 0,0 0 0 0 0,-1 0 0 0 0,1-1 0 0 0,-1 1 0 0 0,1-1 0 0 0,0 1 0 0 0,0-1 0 0 0,-1 1 0 0 0,1-1 0 0 0,0 1 0 0 0,0-1 0 0 0,-1 1 0 0 0,1-1 0 0 0,0 0 0 0 0,0 0 0 0 0,0 1 0 0 0,0-1 0 0 0,0 0 0 0 0,0 0 0 0 0,-1 0 1 0 0,1 0-1 0 0,0 0 0 0 0,0 0 0 0 0,0 0 0 0 0,0 0 0 0 0,0 0 0 0 0,0-1 0 0 0,-1 1 0 0 0,1 0 0 0 0,0-1 0 0 0,1 1 0 0 0,0-2 3 0 0,-1 0 0 0 0,1 0 1 0 0,-1 0-1 0 0,0 1 0 0 0,0-1 1 0 0,1 0-1 0 0,-1-1 0 0 0,-1 1 1 0 0,1 0-1 0 0,0 0 0 0 0,0 0 1 0 0,0-4-1 0 0,3-15 40 0 0,-2-1 1 0 0,1-26-1 0 0,-2 35 20 0 0,3-61-303 0 0,3-48 851 0 0,-5 41-7500 0 0,19 96 1428 0 0,-12-6 2310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9:29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93 218 720 0 0,'0'0'3087'0'0,"2"29"-340"0"0,22 168 1315 0 0,-23-172-3609 0 0,-1-23-343 0 0,-1 1 0 0 0,1-1 0 0 0,0 0 1 0 0,0 1-1 0 0,1-1 0 0 0,-1 1 0 0 0,0-1 1 0 0,1 0-1 0 0,0 1 0 0 0,-1-1 1 0 0,3 4-1 0 0,-2-4 712 0 0,-15-30 3844 0 0,-36-109-3336 0 0,39 108-1180 0 0,2 0 0 0 0,1-1 0 0 0,2 0-1 0 0,0 0 1 0 0,2 0 0 0 0,0-37 0 0 0,4 63-149 0 0,1 1 1 0 0,-1-1 0 0 0,0 0 0 0 0,1 0 0 0 0,0 0 0 0 0,0 0 0 0 0,0 1 0 0 0,0-1-1 0 0,1 0 1 0 0,-1 1 0 0 0,1-1 0 0 0,0 1 0 0 0,0 0 0 0 0,0 0 0 0 0,1-1 0 0 0,-1 1-1 0 0,1 1 1 0 0,-1-1 0 0 0,1 0 0 0 0,0 1 0 0 0,0-1 0 0 0,0 1 0 0 0,1 0 0 0 0,-1 0-1 0 0,0 0 1 0 0,1 0 0 0 0,-1 1 0 0 0,1 0 0 0 0,0-1 0 0 0,0 1 0 0 0,-1 0 0 0 0,1 1 0 0 0,4-1-1 0 0,-1 0-42 0 0,1 1-1 0 0,-1 0 0 0 0,0 0 0 0 0,1 1 0 0 0,-1 0 0 0 0,0 0 0 0 0,0 1 0 0 0,0-1 1 0 0,1 2-1 0 0,-2-1 0 0 0,1 1 0 0 0,0 0 0 0 0,-1 0 0 0 0,1 1 0 0 0,-1 0 0 0 0,10 8 0 0 0,-10-6-50 0 0,0-1 0 0 0,0 1 0 0 0,0 1-1 0 0,-1-1 1 0 0,0 1 0 0 0,-1-1 0 0 0,1 1-1 0 0,-1 1 1 0 0,3 7 0 0 0,-6-12 73 0 0,0-1-1 0 0,-1 1 1 0 0,1-1 0 0 0,-1 1-1 0 0,0 0 1 0 0,1-1 0 0 0,-1 1 0 0 0,0 0-1 0 0,-1-1 1 0 0,1 1 0 0 0,0-1-1 0 0,-1 1 1 0 0,0 0 0 0 0,1-1-1 0 0,-1 1 1 0 0,0-1 0 0 0,0 1 0 0 0,0-1-1 0 0,-1 0 1 0 0,1 0 0 0 0,-1 1-1 0 0,1-1 1 0 0,-1 0 0 0 0,0 0-1 0 0,1 0 1 0 0,-1 0 0 0 0,0-1 0 0 0,0 1-1 0 0,-1-1 1 0 0,1 1 0 0 0,0-1-1 0 0,-4 2 1 0 0,-9 6-35 0 0,-1-2 0 0 0,0 0-1 0 0,0-1 1 0 0,-1 0 0 0 0,0-1 0 0 0,0-1 0 0 0,0-1-1 0 0,-20 2 1 0 0,-2-2-3743 0 0,1-3-3829 0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9:30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88 232 0 0,'15'-7'8956'0'0,"-5"12"-8628"0"0,0 0 0 0 0,-1 0-1 0 0,1 1 1 0 0,-1 1 0 0 0,-1 0 0 0 0,1 0-1 0 0,14 16 1 0 0,50 66 721 0 0,37 74 281 0 0,-96-138-886 0 0,-13-24-216 0 0,3 6 313 0 0,0-10 2313 0 0,48-155-961 0 0,-37 104-1487 0 0,39-91 0 0 0,-43 121-363 0 0,-9 17-533 0 0,0 0 0 0 0,1 1 0 0 0,1-1 0 0 0,-1 1 0 0 0,5-7 0 0 0,-7 12-465 0 0,25 2-9323 0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39:30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35 267 308 0 0,'0'0'7884'0'0,"-1"19"-6472"0"0,15 230 2375 0 0,-16-211-3360 0 0,0-33 3521 0 0,-5-20-3801 0 0,0-1-1 0 0,1 0 1 0 0,0-1 0 0 0,1 1-1 0 0,1-1 1 0 0,1 0-1 0 0,1 0 1 0 0,0-1-1 0 0,1 1 1 0 0,2-30-1 0 0,1 22-97 0 0,0 1-1 0 0,2-1 0 0 0,0 1 0 0 0,2 0 0 0 0,1 1 0 0 0,1-1 1 0 0,13-27-1 0 0,-15 40-49 0 0,0 0 0 0 0,1 1-1 0 0,1 0 1 0 0,0 0 0 0 0,0 0 0 0 0,0 1 0 0 0,1 1 0 0 0,1-1 0 0 0,0 2 0 0 0,0-1-1 0 0,19-10 1 0 0,-23 15-14 0 0,1-1 0 0 0,0 1-1 0 0,0 0 1 0 0,0 1 0 0 0,1 0-1 0 0,-1 0 1 0 0,0 0-1 0 0,1 1 1 0 0,-1 0 0 0 0,1 0-1 0 0,0 1 1 0 0,-1 0 0 0 0,1 1-1 0 0,-1 0 1 0 0,1 0 0 0 0,-1 0-1 0 0,1 1 1 0 0,-1 0-1 0 0,0 0 1 0 0,12 6 0 0 0,-15-6 5 0 0,-1-1 1 0 0,1 1-1 0 0,-1 0 0 0 0,0 0 1 0 0,0 0-1 0 0,0 1 0 0 0,0-1 1 0 0,0 1-1 0 0,-1-1 1 0 0,1 1-1 0 0,-1 0 0 0 0,0 0 1 0 0,0 0-1 0 0,0 0 1 0 0,0 1-1 0 0,0-1 0 0 0,-1 0 1 0 0,1 1-1 0 0,-1-1 0 0 0,0 1 1 0 0,0 0-1 0 0,0-1 1 0 0,0 5-1 0 0,-1-5 14 0 0,-1 1 0 0 0,0 0 0 0 0,1-1 0 0 0,-1 1 0 0 0,-1-1 0 0 0,1 1 0 0 0,0-1 0 0 0,-1 1 0 0 0,0-1 0 0 0,1 0 0 0 0,-1 0 0 0 0,-1 0 0 0 0,1 0 0 0 0,0 0 0 0 0,-1-1 1 0 0,1 1-1 0 0,-1 0 0 0 0,0-1 0 0 0,0 0 0 0 0,0 0 0 0 0,0 0 0 0 0,0 0 0 0 0,-5 2 0 0 0,-12 5-70 0 0,-1 0 0 0 0,0 0 0 0 0,0-2-1 0 0,-1-1 1 0 0,0-1 0 0 0,-29 4 0 0 0,-11-5-3198 0 0,1-6-4392 0 0,34-1 3209 0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1:24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87 36 0 0,'-1'-5'290'0'0,"0"0"0"0"0,0 0 0 0 0,0 0-1 0 0,-1 1 1 0 0,0-1 0 0 0,0 0 0 0 0,-1 1 0 0 0,1-1 0 0 0,-1 1-1 0 0,-4-6 1 0 0,5 9-10 0 0,-35-23 794 0 0,36 23-1010 0 0,-2 1-39 0 0,-6-3-6 0 0,7 3 64 0 0,-23 12-3775 0 0,24-11 3083 0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1:25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33 244 460 0 0,'-22'3'2494'0'0,"11"-4"2247"0"0,429-83-3664 0 0,-244 52-831 0 0,16 1 86 0 0,-140 23 376 0 0,-93-14-588 0 0,28 18-132 0 0,0 0 0 0 0,1-1 0 0 0,0-1 0 0 0,-1 0 0 0 0,-24-16 0 0 0,37 20-46 0 0,1 1-15 0 0,1 1 69 0 0,0 0-1 0 0,0 0 1 0 0,0 0-1 0 0,0 0 1 0 0,-1 0-1 0 0,1-1 1 0 0,0 1 0 0 0,0 0-1 0 0,0 0 1 0 0,0 0-1 0 0,0 0 1 0 0,0-1-1 0 0,0 1 1 0 0,0 0-1 0 0,0 0 1 0 0,-1 0 0 0 0,1-1-1 0 0,0 1 1 0 0,0 0-1 0 0,0 0 1 0 0,0-1-1 0 0,0 1 1 0 0,0 0-1 0 0,0 0 1 0 0,1 0 0 0 0,-1-1-1 0 0,0 1 1 0 0,0 0-1 0 0,0 0 1 0 0,0 0-1 0 0,0 0 1 0 0,0-1-1 0 0,0 1 1 0 0,0 0 0 0 0,0 0-1 0 0,0 0 1 0 0,1 0-1 0 0,-1-1 1 0 0,0 1-1 0 0,0 0 1 0 0,0 0-1 0 0,0 0 1 0 0,1 0 0 0 0,-1 0-1 0 0,0 0 1 0 0,0-1-1 0 0,5-1-15 0 0,1 0 0 0 0,-1 1 0 0 0,0-1-1 0 0,0 1 1 0 0,1 0 0 0 0,-1 0 0 0 0,0 1-1 0 0,1 0 1 0 0,-1 0 0 0 0,1 0 0 0 0,-1 1 0 0 0,1-1-1 0 0,-1 1 1 0 0,0 0 0 0 0,0 1 0 0 0,1-1 0 0 0,6 4-1 0 0,-10-4 14 0 0,0 0 0 0 0,0 0 0 0 0,0 1 0 0 0,1-1 0 0 0,-2 0 0 0 0,1 1 0 0 0,0 0 0 0 0,0-1 0 0 0,0 1 0 0 0,-1 0 0 0 0,1 0 0 0 0,-1 0 0 0 0,1 0-1 0 0,-1 0 1 0 0,0 0 0 0 0,0 0 0 0 0,2 4 0 0 0,-3-3 5 0 0,1 0 0 0 0,-1 0 0 0 0,0 0-1 0 0,0 0 1 0 0,0-1 0 0 0,-1 1 0 0 0,1 0 0 0 0,-1 0-1 0 0,1 0 1 0 0,-1 0 0 0 0,0-1 0 0 0,0 1 0 0 0,0 0-1 0 0,-1-1 1 0 0,1 1 0 0 0,0 0 0 0 0,-1-1 0 0 0,-3 4 0 0 0,-10 13-85 0 0,0-1 0 0 0,-2-1 0 0 0,0 0 0 0 0,0-2 0 0 0,-35 24 0 0 0,-109 59-1204 0 0,131-81 942 0 0,-112 57-3151 0 0,88-50 1488 0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6:01:52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14 269 96 0 0,'0'0'320'0'0,"-13"-33"3915"0"0,13 33-4212 0 0,0-1-1 0 0,0 0 0 0 0,0 1 1 0 0,0-1-1 0 0,0 0 1 0 0,0 1-1 0 0,1-1 1 0 0,-1 1-1 0 0,0-1 1 0 0,0 0-1 0 0,1 1 1 0 0,-1-1-1 0 0,1 1 0 0 0,-1-1 1 0 0,0 1-1 0 0,1-1 1 0 0,-1 1-1 0 0,1-1 1 0 0,-1 1-1 0 0,1 0 1 0 0,-1-1-1 0 0,1 1 1 0 0,-1 0-1 0 0,1-1 0 0 0,0 1 1 0 0,-1 0-1 0 0,1 0 1 0 0,-1-1-1 0 0,1 1 1 0 0,0 0-1 0 0,-1 0 1 0 0,2 0-1 0 0,-2 0-27 0 0,3-1 40 0 0,41-6 119 0 0,489-46-27 0 0,-278 43-133 0 0,120-14-7 0 0,-259 12 19 0 0,212 8 0 0 0,-180 5-34 0 0,-26-2 8 0 0,111 2-41 0 0,226-10 54 0 0,-312 2-40 0 0,432-12 187 0 0,62-13 722 0 0,-210 15-618 0 0,148 6 184 0 0,-147 2 199 0 0,92 1 394 0 0,-189 12-102 0 0,-265-3-577 0 0,-69-1-235 0 0,8-1 124 0 0,-6 0-618 0 0,-5 2-1467 0 0,-145 6-2922 0 0,103-8 2843 0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6:01:54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0 105 40 0 0,'0'0'2603'0'0,"9"-1"-2398"0"0,601-30 1637 0 0,-331 23-1510 0 0,258-8 49 0 0,-343 12-345 0 0,355-4 149 0 0,-79-1 218 0 0,-339 5-291 0 0,102-5 143 0 0,141-1-52 0 0,436 13 26 0 0,-111-10 727 0 0,-247 13-624 0 0,-343-7-133 0 0,193 5 508 0 0,-261-2-402 0 0,19-3-2 0 0,-7 0 996 0 0,-37-2-943 0 0,10 3-234 0 0,-23 0-69 0 0,4-1 580 0 0,-5 0-1670 0 0,-50 13-8073 0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02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1 440 0 0,'0'0'4140'0'0,"8"1"-1923"0"0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1044 0 0,'0'0'4601'0'0,"18"-8"-4161"0"0,1 11-624 0 0,3 1-2853 0 0,-4-3 1461 0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0 372 0 0,'1'4'2535'0'0,"2"1"1849"0"0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10:20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1 824 0 0,'0'12'2168'0'0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5:19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31 448 0 0,'0'0'4436'0'0,"26"-31"3829"0"0,-26 38-8318 0 0,8 123 126 0 0,3 224 409 0 0,-14-311-435 0 0,-13 63 1 0 0,16-104-125 0 0,0-1-636 0 0,-1 5 1360 0 0,-9-25-9568 0 0,8 15 6283 0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5:20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1 196 88 0 0,'0'0'3395'0'0,"5"4"-3135"0"0,4 1-151 0 0,0 0-1 0 0,0-1 1 0 0,1 0 0 0 0,0-1-1 0 0,0 0 1 0 0,0-1 0 0 0,0 0-1 0 0,0 0 1 0 0,0-1 0 0 0,17 0-1 0 0,116-7 602 0 0,-118 4-605 0 0,719-71 1504 0 0,-700 68-1527 0 0,11-1 125 0 0,96-22-1 0 0,-149 27-172 0 0,1 1-1 0 0,-1-1 0 0 0,1 1 0 0 0,-1-1 0 0 0,0 0 0 0 0,1 1 0 0 0,-1-1 0 0 0,0-1 1 0 0,0 1-1 0 0,1 0 0 0 0,-1 0 0 0 0,0-1 0 0 0,0 0 0 0 0,0 1 0 0 0,0-1 1 0 0,-1 0-1 0 0,1 0 0 0 0,0 0 0 0 0,-1 0 0 0 0,0 0 0 0 0,1 0 0 0 0,-1 0 1 0 0,0 0-1 0 0,0-1 0 0 0,0 1 0 0 0,0 0 0 0 0,0-1 0 0 0,-1 1 0 0 0,1-1 0 0 0,-1 1 1 0 0,0-1-1 0 0,1 1 0 0 0,-1-1 0 0 0,0 1 0 0 0,0-1 0 0 0,-1 1 0 0 0,1-1 1 0 0,-1 1-1 0 0,0-3 0 0 0,0 1 122 0 0,-8-17 238 0 0,9 20-394 0 0,0 1 0 0 0,0-1 0 0 0,0 1 0 0 0,0 0 0 0 0,0-1 0 0 0,0 1 0 0 0,0-1-1 0 0,0 1 1 0 0,-1-1 0 0 0,1 1 0 0 0,0 0 0 0 0,0-1 0 0 0,0 1 0 0 0,0 0 0 0 0,-1-1 0 0 0,1 1 0 0 0,0-1 0 0 0,-1 1-1 0 0,1 0 1 0 0,0 0 0 0 0,0-1 0 0 0,-1 1 0 0 0,1 0 0 0 0,0-1 0 0 0,-1 1 0 0 0,1 0 0 0 0,-1 0 0 0 0,1 0 0 0 0,0 0-1 0 0,-1-1 1 0 0,1 1 0 0 0,-1 0 0 0 0,1 0 0 0 0,0 0 0 0 0,-1 0 0 0 0,1 0 0 0 0,-1 0 0 0 0,1 0 0 0 0,-1 0-1 0 0,1 0 1 0 0,0 0 0 0 0,-1 0 0 0 0,-31 102 143 0 0,-23 125-1 0 0,48-181 149 0 0,-3 59 0 0 0,-3 21 256 0 0,3-24-90 0 0,5-86-352 0 0,4-15-5 0 0,0 0 0 0 0,1 0-1 0 0,-1 0 1 0 0,1 0 0 0 0,-1 0 0 0 0,1 0 0 0 0,-1 0 0 0 0,1 0-1 0 0,0 0 1 0 0,0 0 0 0 0,-1 0 0 0 0,1 0 0 0 0,0 0 0 0 0,0 0-1 0 0,0 0 1 0 0,0 1 0 0 0,0-1 0 0 0,0 0 0 0 0,0 0 0 0 0,1 0-1 0 0,-1 0 1 0 0,0 0 0 0 0,1 0 0 0 0,-1 0 0 0 0,1 2 0 0 0,2-8-73 0 0,19-33-108 0 0,3 1-1 0 0,0 1 1 0 0,38-39-1 0 0,-57 68-20 0 0,0 1 0 0 0,0 0 0 0 0,1 0 0 0 0,0 1 0 0 0,1 0 0 0 0,-1 0 0 0 0,1 0-1 0 0,-1 1 1 0 0,1 1 0 0 0,16-6 0 0 0,-23 9 93 0 0,0 0 0 0 0,0 0 0 0 0,0 1 0 0 0,0-1 0 0 0,0 0 0 0 0,0 1 0 0 0,-1-1 0 0 0,1 0 0 0 0,0 1-1 0 0,0-1 1 0 0,0 1 0 0 0,-1 0 0 0 0,1-1 0 0 0,0 1 0 0 0,-1-1 0 0 0,1 1 0 0 0,-1 0 0 0 0,1 0 0 0 0,0-1 0 0 0,-1 1 0 0 0,0 0 0 0 0,1 0 0 0 0,-1 0-1 0 0,1-1 1 0 0,-1 1 0 0 0,1 2 0 0 0,10 29-135 0 0,-8-24 107 0 0,15 42-68 0 0,-14-37 97 0 0,1 1 1 0 0,0-1-1 0 0,1 0 1 0 0,13 21-1 0 0,-16-30 15 0 0,0 0-1 0 0,0-1 0 0 0,1 1 0 0 0,-1-1 0 0 0,1 0 0 0 0,0 0 0 0 0,-1 0 0 0 0,1 0 0 0 0,1-1 0 0 0,-1 0 1 0 0,0 0-1 0 0,1 0 0 0 0,-1 0 0 0 0,1-1 0 0 0,-1 1 0 0 0,1-1 0 0 0,0 0 0 0 0,5 0 0 0 0,12 0 10 0 0,-1-2 0 0 0,0 0-1 0 0,1-1 1 0 0,-1-1-1 0 0,0-1 1 0 0,0-1 0 0 0,-1-1-1 0 0,0 0 1 0 0,0-2-1 0 0,0 0 1 0 0,-1-2 0 0 0,0 0-1 0 0,0-1 1 0 0,-2-1-1 0 0,1 0 1 0 0,25-25-1 0 0,-38 32-3 0 0,0 0-1 0 0,-1-1 0 0 0,1 0 1 0 0,-1 0-1 0 0,-1 0 0 0 0,1 0 1 0 0,-1 0-1 0 0,0-1 0 0 0,-1 0 1 0 0,1 1-1 0 0,-1-1 0 0 0,0 0 1 0 0,1-10-1 0 0,-3 12-7 0 0,0 0 0 0 0,1-1 0 0 0,-1 1-1 0 0,-1 0 1 0 0,1 0 0 0 0,-1 0 0 0 0,0 0 0 0 0,0 0 0 0 0,-1 0 0 0 0,1 0 0 0 0,-1 0 0 0 0,0 0-1 0 0,0 1 1 0 0,-1-1 0 0 0,0 1 0 0 0,1-1 0 0 0,-1 1 0 0 0,-7-7 0 0 0,8 9-9 0 0,-1 0 0 0 0,1 0-1 0 0,-1 0 1 0 0,1 0 0 0 0,-1 1 0 0 0,0-1 0 0 0,0 1 0 0 0,1 0 0 0 0,-1-1 0 0 0,0 1 0 0 0,0 1-1 0 0,0-1 1 0 0,0 0 0 0 0,0 1 0 0 0,0 0 0 0 0,-1-1 0 0 0,1 1 0 0 0,0 0 0 0 0,0 1-1 0 0,0-1 1 0 0,0 0 0 0 0,0 1 0 0 0,0 0 0 0 0,0 0 0 0 0,0 0 0 0 0,0 0 0 0 0,0 0 0 0 0,1 1-1 0 0,-1-1 1 0 0,0 1 0 0 0,1-1 0 0 0,-4 4 0 0 0,2-2 6 0 0,-1 1 0 0 0,0-1 0 0 0,1 1 0 0 0,0 1 0 0 0,0-1 0 0 0,0 0 0 0 0,0 1 0 0 0,1 0 0 0 0,0 0-1 0 0,0 0 1 0 0,0 0 0 0 0,1 1 0 0 0,-1-1 0 0 0,1 1 0 0 0,-2 8 0 0 0,4-7 20 0 0,0 1 0 0 0,0-1 0 0 0,1 0-1 0 0,0 1 1 0 0,0-1 0 0 0,0 0 0 0 0,1 0 0 0 0,0 0 0 0 0,1 0-1 0 0,-1 0 1 0 0,1 0 0 0 0,1-1 0 0 0,-1 1 0 0 0,1-1 0 0 0,0 0-1 0 0,1 0 1 0 0,-1-1 0 0 0,1 1 0 0 0,0-1 0 0 0,10 8-1 0 0,-4-4-346 0 0,0 0 0 0 0,1-1-1 0 0,0 0 1 0 0,14 7-1 0 0,-12-9-1185 0 0,0 0-1 0 0,-1-1 1 0 0,25 6-1 0 0,-2-4-1438 0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5:25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22 452 0 0,'0'0'4167'0'0,"-1"-14"-3518"0"0,0 6 340 0 0,1 11 1043 0 0,3 18-1984 0 0,-1 0-1 0 0,-1 1 0 0 0,-2 24 0 0 0,0-14 88 0 0,1-7 13 0 0,-1 46 676 0 0,15 116-1 0 0,-8-153-415 0 0,-2 0-1 0 0,-1 0 0 0 0,-1 1 0 0 0,-5 42 0 0 0,3-15 33 0 0,0-60-412 0 0,0 52 901 0 0,0-54-964 0 0,0 0 0 0 0,0 0 1 0 0,0 0-1 0 0,0 0 0 0 0,0 0 0 0 0,0 0 0 0 0,0 0 0 0 0,0 0 0 0 0,0 0 0 0 0,0 0 0 0 0,-1 0 1 0 0,1 0-1 0 0,0 0 0 0 0,0 0 0 0 0,0-1 0 0 0,0 1 0 0 0,0 0 0 0 0,0 0 0 0 0,0 0 0 0 0,0 0 1 0 0,0 0-1 0 0,0 0 0 0 0,0 0 0 0 0,-1 0 0 0 0,1 0 0 0 0,0 0 0 0 0,0 0 0 0 0,0 0 0 0 0,0 0 1 0 0,0 0-1 0 0,0 0 0 0 0,0 0 0 0 0,0 1 0 0 0,0-1 0 0 0,0 0 0 0 0,0 0 0 0 0,-1 0 0 0 0,1 0 1 0 0,0 0-1 0 0,0 0 0 0 0,0 0 0 0 0,0 0 0 0 0,0 0 0 0 0,0 0 0 0 0,0 0 0 0 0,0 0 0 0 0,0 0 1 0 0,0 0-1 0 0,0 0 0 0 0,0 0 0 0 0,0 1 0 0 0,0-1 0 0 0,0 0 0 0 0,0 0 0 0 0,0 0 0 0 0,0 0 1 0 0,0 0-1 0 0,0 0 0 0 0,0 0 0 0 0,0 0 0 0 0,0 0 0 0 0,0 0 0 0 0,0 1 0 0 0,0-1 0 0 0,0 0 0 0 0,-9-10-779 0 0,-10-11-3884 0 0,6 9 1308 0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5:25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20 212 0 0,'-3'-17'3910'0'0,"-1"14"-1700"0"0,-7 24-1087 0 0,-7 46-1215 0 0,9-7 500 0 0,4 0 0 0 0,2 85 0 0 0,3-125-333 0 0,-2 8 555 0 0,0-12-3469 0 0,1-7-228 0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5:26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56 0 0,'27'-3'373'0'0,"0"2"0"0"0,1 1 0 0 0,-1 1 1 0 0,1 2-1 0 0,-1 0 0 0 0,0 2 0 0 0,-1 1 0 0 0,1 1 0 0 0,-1 1 0 0 0,0 2 1 0 0,31 15-1 0 0,-22-7-192 0 0,-1 1 1 0 0,-1 1-1 0 0,-1 2 1 0 0,-1 2-1 0 0,-1 1 1 0 0,0 1-1 0 0,33 39 1 0 0,-59-60-153 0 0,1 0 0 0 0,-1 1 0 0 0,1-1 0 0 0,-2 1 0 0 0,1 0 0 0 0,-1 0 0 0 0,0 1 0 0 0,0-1 0 0 0,0 1 0 0 0,-1-1 0 0 0,2 12 0 0 0,-3-14 3 0 0,-2 0 0 0 0,1 0 0 0 0,0-1-1 0 0,-1 1 1 0 0,1 0 0 0 0,-1 0 0 0 0,0 0 0 0 0,0-1-1 0 0,-1 1 1 0 0,1-1 0 0 0,-1 1 0 0 0,0-1 0 0 0,0 1-1 0 0,0-1 1 0 0,0 0 0 0 0,0 0 0 0 0,-1 0 0 0 0,1 0 0 0 0,-1 0-1 0 0,0-1 1 0 0,-6 5 0 0 0,-5 3 80 0 0,0 0 0 0 0,-1-2 0 0 0,0 1 0 0 0,0-2 0 0 0,-1 0-1 0 0,0-1 1 0 0,0 0 0 0 0,-1-1 0 0 0,-18 2 0 0 0,-6 0 184 0 0,0-2 0 0 0,-67 0 0 0 0,73-6-52 0 0,0-2 0 0 0,0-1-1 0 0,-48-11 1 0 0,81 14-298 0 0,-6-3-262 0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5:27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0 550 172 0 0,'0'0'796'0'0,"36"9"2177"0"0,-3-12-1775 0 0,59-14 0 0 0,-82 14-1032 0 0,0 1 0 0 0,0-2 0 0 0,0 1 0 0 0,0-1 0 0 0,-1-1 0 0 0,0 0 0 0 0,0 0 0 0 0,0-1 0 0 0,0 0 0 0 0,9-9 0 0 0,-16 12-101 0 0,1 0 0 0 0,-1 0-1 0 0,0 0 1 0 0,0-1-1 0 0,0 1 1 0 0,0-1 0 0 0,0 1-1 0 0,-1-1 1 0 0,0 0-1 0 0,0 1 1 0 0,0-1 0 0 0,0 0-1 0 0,0 0 1 0 0,0-4 0 0 0,-1 6-45 0 0,0 0 0 0 0,0-1 0 0 0,0 1 0 0 0,-1 0 0 0 0,1-1 0 0 0,0 1 0 0 0,-1 0 0 0 0,0-1 0 0 0,1 1 0 0 0,-1 0 0 0 0,0 0 0 0 0,0 0 0 0 0,0 0 0 0 0,-1 0 0 0 0,1 0 0 0 0,0 0 0 0 0,-1 0 0 0 0,1 0 0 0 0,-1 1 0 0 0,0-1 0 0 0,1 0 0 0 0,-5-2 0 0 0,4 4-19 0 0,0-1 1 0 0,0 1-1 0 0,0-1 0 0 0,-1 1 1 0 0,1 0-1 0 0,0 0 0 0 0,0 0 1 0 0,0 0-1 0 0,0 0 0 0 0,-1 0 1 0 0,1 0-1 0 0,0 1 0 0 0,0-1 1 0 0,0 1-1 0 0,0 0 0 0 0,0 0 1 0 0,0 0-1 0 0,0 0 0 0 0,0 0 1 0 0,0 0-1 0 0,1 0 1 0 0,-1 0-1 0 0,0 1 0 0 0,1-1 1 0 0,-1 1-1 0 0,0-1 0 0 0,-1 4 1 0 0,0-3-5 0 0,1 1 1 0 0,-1-1 0 0 0,1 1-1 0 0,0 0 1 0 0,0 0-1 0 0,0 0 1 0 0,0 0 0 0 0,1 0-1 0 0,-1 1 1 0 0,1-1 0 0 0,-1 0-1 0 0,1 1 1 0 0,1-1 0 0 0,-1 1-1 0 0,0 0 1 0 0,1-1 0 0 0,-1 7-1 0 0,3-5 8 0 0,0 0 0 0 0,0-1 0 0 0,0 1-1 0 0,0 0 1 0 0,1-1 0 0 0,0 1 0 0 0,0-1 0 0 0,0 0 0 0 0,0 0-1 0 0,1 0 1 0 0,0 0 0 0 0,-1 0 0 0 0,1-1 0 0 0,1 0-1 0 0,-1 0 1 0 0,0 0 0 0 0,1 0 0 0 0,0-1 0 0 0,-1 0 0 0 0,1 0-1 0 0,0 0 1 0 0,0 0 0 0 0,8 1 0 0 0,4 2 5 0 0,1-1 1 0 0,-1-1-1 0 0,1-1 1 0 0,-1 0-1 0 0,1-1 1 0 0,18-2 0 0 0,-24 1-7 0 0,1-1 1 0 0,-1-1 0 0 0,0 0 0 0 0,1-1 0 0 0,-1 0 0 0 0,0-1-1 0 0,-1 0 1 0 0,1-1 0 0 0,-1 0 0 0 0,0-1 0 0 0,0 0 0 0 0,0-1-1 0 0,-1 0 1 0 0,0 0 0 0 0,-1-2 0 0 0,1 1 0 0 0,-2-1-1 0 0,1 0 1 0 0,-1-1 0 0 0,-1 1 0 0 0,1-2 0 0 0,-2 1 0 0 0,1-1-1 0 0,-2 0 1 0 0,1 0 0 0 0,-2-1 0 0 0,1 0 0 0 0,-1 0 0 0 0,-1 0-1 0 0,-1 0 1 0 0,1 0 0 0 0,-2-1 0 0 0,0 1 0 0 0,0 0 0 0 0,-1-1-1 0 0,-2-16 1 0 0,-2-2 146 0 0,0 1-1 0 0,-2-1 0 0 0,-2 1 1 0 0,-19-52-1 0 0,11 52 352 0 0,15 28-508 0 0,-6 27-20 0 0,4-1 44 0 0,1 1 0 0 0,1 0 0 0 0,0-1 0 0 0,2 1 0 0 0,1 0 0 0 0,1-1-1 0 0,9 33 1 0 0,-4-8 7 0 0,20 95 254 0 0,5 33 14 0 0,-22-123-46 0 0,-10-53-190 0 0,2-34-10615 0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5:27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74 208 0 0,'0'0'4590'0'0,"6"-1"-4154"0"0,429-66 3640 0 0,-427 64-3950 0 0,14 1-20 0 0,-22 2-126 0 0,1 0 0 0 0,-1 0-1 0 0,0 0 1 0 0,1 0 0 0 0,-1 0 0 0 0,0 0-1 0 0,0 0 1 0 0,1 0 0 0 0,-1 0 0 0 0,0 0-1 0 0,1 0 1 0 0,-1 0 0 0 0,0 0-1 0 0,1 0 1 0 0,-1 1 0 0 0,0-1 0 0 0,0 0-1 0 0,1 0 1 0 0,-1 0 0 0 0,0 0 0 0 0,0 1-1 0 0,1-1 1 0 0,-1 0 0 0 0,0 0 0 0 0,0 0-1 0 0,0 1 1 0 0,1-1 0 0 0,-1 0-1 0 0,0 0 1 0 0,0 1 0 0 0,0-1 0 0 0,0 0-1 0 0,1 1 1 0 0,-1-1 0 0 0,0 0 0 0 0,0 0-1 0 0,0 1 1 0 0,0-1 0 0 0,0 0 0 0 0,0 1-1 0 0,0-1 1 0 0,0 0 0 0 0,0 1-1 0 0,0-1 1 0 0,0 0 0 0 0,0 1 0 0 0,0-1-1 0 0,0 0 1 0 0,0 0 0 0 0,-1 1 0 0 0,1-1-1 0 0,0 0 1 0 0,0 1 0 0 0,0-1 0 0 0,0 0-1 0 0,0 0 1 0 0,-1 1 0 0 0,1-1-1 0 0,0 0 1 0 0,-1 1 0 0 0,-11 15-1158 0 0,11-15 1279 0 0,-26 21-3684 0 0,14-12 1529 0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5:45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96 126 228 0 0,'-1'-5'310'0'0,"1"0"-1"0"0,-1 0 0 0 0,0 0 1 0 0,0 1-1 0 0,-1-1 1 0 0,1 0-1 0 0,-1 1 1 0 0,0-1-1 0 0,0 1 1 0 0,-5-8-1 0 0,6 10-27 0 0,-2-2 55 0 0,-2-7 419 0 0,1 11 286 0 0,-5 26-981 0 0,1 0 0 0 0,1 0 0 0 0,1 1 0 0 0,1 0 0 0 0,-2 53 0 0 0,2-22 10 0 0,-9 176 156 0 0,12-171 3490 0 0,3-69-3499 0 0,7-126 65 0 0,49-253-1 0 0,-54 367-335 0 0,-2 11 18 0 0,1 1 1 0 0,-1-1 0 0 0,1 1-1 0 0,0-1 1 0 0,1 1 0 0 0,-1 0-1 0 0,5-7 1 0 0,-6 12-13 0 0,0 0 28 0 0,0 1-1 0 0,0-1 0 0 0,0 1 1 0 0,1 0-1 0 0,-1-1 1 0 0,0 1-1 0 0,0 0 0 0 0,0 0 1 0 0,1-1-1 0 0,-1 1 1 0 0,0 0-1 0 0,0 0 0 0 0,0 0 1 0 0,1 1-1 0 0,-1-1 0 0 0,0 0 1 0 0,0 0-1 0 0,0 1 1 0 0,0-1-1 0 0,1 1 0 0 0,-1-1 1 0 0,0 1-1 0 0,0-1 1 0 0,0 1-1 0 0,1 0 0 0 0,51 45-142 0 0,54 60 0 0 0,-61-58 144 0 0,93 75 0 0 0,-128-115 41 0 0,-8-4 28 0 0,1-1 0 0 0,0 0 1 0 0,0 0-1 0 0,0 0 0 0 0,0-1 0 0 0,0 1 0 0 0,1-1 0 0 0,-1 0 0 0 0,1 0 0 0 0,-1-1 0 0 0,1 1 0 0 0,0-1 0 0 0,-1 0 0 0 0,11 1 0 0 0,-13-3-21 0 0,0 0 0 0 0,1 0 1 0 0,-1 0-1 0 0,0 0 0 0 0,1 0 1 0 0,-1-1-1 0 0,0 1 0 0 0,0-1 0 0 0,0 1 1 0 0,0-1-1 0 0,-1 0 0 0 0,1 0 0 0 0,0 0 1 0 0,-1 0-1 0 0,1 0 0 0 0,1-4 0 0 0,19-39 194 0 0,-19 39-193 0 0,12-34 56 0 0,-2-1 1 0 0,-2 0-1 0 0,-1-1 1 0 0,-2 0-1 0 0,1-44 0 0 0,-8 84-179 0 0,0-2-87 0 0,0 0 317 0 0,-3 43-10467 0 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5:46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122 307 664 0 0,'0'0'2228'0'0,"0"0"-2168"0"0,0-1 0 0 0,0 1 1 0 0,0 0-1 0 0,0 0 1 0 0,0 0-1 0 0,0-1 1 0 0,0 1-1 0 0,0 0 0 0 0,0 0 1 0 0,1-1-1 0 0,-1 1 1 0 0,0 0-1 0 0,0 0 1 0 0,0 0-1 0 0,0 0 0 0 0,1-1 1 0 0,-1 1-1 0 0,0 0 1 0 0,0 0-1 0 0,0 0 1 0 0,1 0-1 0 0,-1 0 0 0 0,0 0 1 0 0,0 0-1 0 0,1-1 1 0 0,-1 1-1 0 0,0 0 1 0 0,0 0-1 0 0,0 0 0 0 0,1 0 1 0 0,-1 0-1 0 0,0 0 1 0 0,0 0-1 0 0,1 0 0 0 0,-1 0 1 0 0,0 0-1 0 0,0 0 1 0 0,1 1-1 0 0,-1-1 1 0 0,0 0-1 0 0,0 0 0 0 0,0 0 1 0 0,1 0-1 0 0,-1 0 1 0 0,0 0-1 0 0,0 0 1 0 0,0 1-1 0 0,1-1 0 0 0,-1 0 1 0 0,0 0-1 0 0,0 0 1 0 0,0 0-1 0 0,1 1 1 0 0,4 29 265 0 0,-1 1 1 0 0,-2 0-1 0 0,-1 0 1 0 0,-3 42-1 0 0,0-5-37 0 0,-2-2 222 0 0,3-64-68 0 0,2 5 2670 0 0,-10-44-2799 0 0,0-1 1 0 0,3 1-1 0 0,1-1 0 0 0,0-47 0 0 0,6 22-142 0 0,15-118-1 0 0,-15 173-177 0 0,1-1-1 0 0,1 1 1 0 0,-1 0-1 0 0,2-1 1 0 0,-1 1-1 0 0,1 1 1 0 0,0-1-1 0 0,0 0 1 0 0,1 1-1 0 0,0 0 1 0 0,0 0-1 0 0,1 1 1 0 0,0-1-1 0 0,0 1 1 0 0,1 0-1 0 0,-1 1 1 0 0,1 0-1 0 0,0 0 1 0 0,1 0-1 0 0,-1 1 1 0 0,9-4-1 0 0,-9 6-7 0 0,-1-1-1 0 0,0 1 1 0 0,0 0-1 0 0,1 1 1 0 0,-1 0-1 0 0,1 0 1 0 0,0 0-1 0 0,-1 1 1 0 0,1 0-1 0 0,-1 0 1 0 0,1 0 0 0 0,0 1-1 0 0,-1 0 1 0 0,1 1-1 0 0,-1-1 1 0 0,0 1-1 0 0,1 0 1 0 0,-1 1-1 0 0,0 0 1 0 0,0 0-1 0 0,0 0 1 0 0,-1 0-1 0 0,1 1 1 0 0,-1 0-1 0 0,0 0 1 0 0,0 1-1 0 0,0-1 1 0 0,4 7 0 0 0,-6-9-8 0 0,-1 1 1 0 0,1 0 0 0 0,-1 0 0 0 0,0 0-1 0 0,1 0 1 0 0,-1 0 0 0 0,-1 1 0 0 0,1-1-1 0 0,-1 1 1 0 0,1-1 0 0 0,-1 1 0 0 0,0-1 0 0 0,0 1-1 0 0,0 0 1 0 0,-1-1 0 0 0,1 1 0 0 0,-1 0-1 0 0,0 0 1 0 0,0 5 0 0 0,-2-5 12 0 0,1 0-1 0 0,-1-1 1 0 0,0 1 0 0 0,0 0 0 0 0,0 0 0 0 0,-1-1-1 0 0,1 1 1 0 0,-1-1 0 0 0,0 0 0 0 0,0 0-1 0 0,0 0 1 0 0,0 0 0 0 0,0 0 0 0 0,-1-1 0 0 0,1 0-1 0 0,-1 1 1 0 0,-4 1 0 0 0,-32 16-148 0 0,-1-1 0 0 0,0-2 0 0 0,-50 14 0 0 0,-34 12-2693 0 0,89-32-1807 0 0,18-8 1976 0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5:47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1157 16 688 0 0,'0'-1'105'0'0,"1"1"0"0"0,-1 0 0 0 0,0 0-1 0 0,1-1 1 0 0,-1 1 0 0 0,0-1 0 0 0,0 1 0 0 0,0 0 0 0 0,1-1-1 0 0,-1 1 1 0 0,0 0 0 0 0,0-1 0 0 0,0 1 0 0 0,0-1 0 0 0,0 1 0 0 0,0-1-1 0 0,0 1 1 0 0,0 0 0 0 0,0-1 0 0 0,0 1 0 0 0,0-1 0 0 0,0 1-1 0 0,0-1 1 0 0,0 1 0 0 0,0 0 0 0 0,0-1 0 0 0,0 1 0 0 0,0-1-1 0 0,-1 1 1 0 0,1 0 0 0 0,0-1 0 0 0,0 1 0 0 0,-1 0 0 0 0,1-1-1 0 0,0 1 1 0 0,0 0 0 0 0,-1-1 0 0 0,1 1 0 0 0,0 0 0 0 0,-1-1-1 0 0,-13 10 1812 0 0,5-3-2352 0 0,-164 117 1063 0 0,104-71-62 0 0,-144 81 0 0 0,62-50 301 0 0,-243 176-1 0 0,281-189-291 0 0,112-69-489 0 0,-18 5-1905 0 0,54-27-2522 0 0,-21 13 1835 0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5:48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21 144 0 0,'0'0'1161'0'0,"-17"-21"6225"0"0,88 95-6619 0 0,77 103 0 0 0,-101-119-513 0 0,2-3-1 0 0,82 72 1 0 0,183 152 188 0 0,-298-265-282 0 0,-1 1 1 0 0,25 31 0 0 0,-40-45-86 0 0,4 4-218 0 0,7 7 1277 0 0,-28-30-11438 0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5:50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52 256 0 0,'0'0'3012'0'0,"0"-9"2517"0"0,-46 149-4825 0 0,15-39-369 0 0,21-63-177 0 0,9-37-75 0 0,-4-27 1989 0 0,5 5-1996 0 0,0 0 0 0 0,2 1 0 0 0,1-1 1 0 0,0 1-1 0 0,2-1 0 0 0,12-36 0 0 0,-11 40 5 0 0,1 0-1 0 0,0 1 1 0 0,1 0 0 0 0,15-22-1 0 0,-23 37-87 0 0,1 0-1 0 0,0 1 1 0 0,0-1-1 0 0,-1 0 1 0 0,1 0-1 0 0,0 0 1 0 0,0 1-1 0 0,0-1 1 0 0,0 1-1 0 0,0-1 1 0 0,0 0-1 0 0,0 1 1 0 0,0-1-1 0 0,0 1 1 0 0,0 0-1 0 0,0-1 1 0 0,0 1-1 0 0,0 0 1 0 0,0 0-1 0 0,0 0 1 0 0,0 0-1 0 0,0 0 1 0 0,0 0-1 0 0,0 0 1 0 0,2 0-1 0 0,0 1-5 0 0,0 0 0 0 0,-1 0 1 0 0,1 0-1 0 0,0 0 0 0 0,-1 1 0 0 0,1-1 0 0 0,0 1 0 0 0,-1-1 0 0 0,4 4 0 0 0,4 5-47 0 0,0 0 1 0 0,17 23-1 0 0,-24-28 36 0 0,25 32-41 0 0,2-2 1 0 0,1 0-1 0 0,2-2 1 0 0,39 31-1 0 0,-71-63 71 0 0,0-1 0 0 0,0 1 0 0 0,-1-1 0 0 0,1 1 1 0 0,0-1-1 0 0,0 0 0 0 0,0 1 0 0 0,0-1 0 0 0,0 0 0 0 0,0 0 0 0 0,0 0 0 0 0,0 1 0 0 0,-1-1 0 0 0,1 0 0 0 0,0 0 0 0 0,0 0 0 0 0,0-1 1 0 0,0 1-1 0 0,0 0 0 0 0,0 0 0 0 0,0 0 0 0 0,0-1 0 0 0,0 1 0 0 0,0 0 0 0 0,1-2 0 0 0,21-19 123 0 0,7-33 94 0 0,-18 17-154 0 0,-2 0 1 0 0,11-66 0 0 0,-21 101-95 0 0,1-5-9 0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5:50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31 692 0 0,'0'0'4254'0'0,"-3"5"-3995"0"0,-2 5-100 0 0,1 0 1 0 0,0 1-1 0 0,1-1 0 0 0,1 1 0 0 0,-1 0 0 0 0,2-1 1 0 0,-2 20-1 0 0,3-24-102 0 0,-1 0 0 0 0,1 1 0 0 0,1-1 0 0 0,-1 1 0 0 0,1-1 0 0 0,0 0 0 0 0,1 1 0 0 0,0-1 0 0 0,0 0 0 0 0,0 0 0 0 0,0 0 0 0 0,1 0 0 0 0,0 0 0 0 0,0-1 0 0 0,7 9 0 0 0,-8-12 18 0 0,0 0 0 0 0,0 0 0 0 0,0 0 0 0 0,0-1 0 0 0,0 1 0 0 0,0-1 0 0 0,1 1 0 0 0,-1-1 0 0 0,1 0 0 0 0,-1 1 0 0 0,1-1 0 0 0,-1-1 0 0 0,1 1 0 0 0,0 0 0 0 0,-1-1 0 0 0,1 1 0 0 0,0-1 0 0 0,0 0 0 0 0,-1 0 0 0 0,1 0 0 0 0,0 0 0 0 0,0 0 0 0 0,-1-1 0 0 0,1 1 0 0 0,0-1 0 0 0,-1 0 0 0 0,1 1 0 0 0,0-1 0 0 0,-1-1 0 0 0,0 1 0 0 0,1 0 0 0 0,-1 0 0 0 0,1-1 0 0 0,-1 0 0 0 0,0 1 1 0 0,4-5-1 0 0,1 0 116 0 0,-1 0 1 0 0,0-1 0 0 0,0 0-1 0 0,-1 0 1 0 0,1-1 0 0 0,-1 1 0 0 0,-1-1-1 0 0,0 0 1 0 0,7-16 0 0 0,-10 17-148 0 0,0 1 0 0 0,0-1 1 0 0,0 0-1 0 0,-1 1 0 0 0,0-1 0 0 0,0 0 1 0 0,-1 1-1 0 0,0-1 0 0 0,0 0 0 0 0,0 1 1 0 0,-1-1-1 0 0,0 1 0 0 0,0 0 0 0 0,-1-1 1 0 0,0 1-1 0 0,0 0 0 0 0,0 1 1 0 0,-1-1-1 0 0,0 0 0 0 0,0 1 0 0 0,0 0 1 0 0,-8-7-1 0 0,12 11-150 0 0,0 1 1 0 0,-1-1-1 0 0,0 0 0 0 0,1 1 1 0 0,-1-1-1 0 0,1 1 0 0 0,-1-1 1 0 0,0 1-1 0 0,1-1 1 0 0,-1 1-1 0 0,0-1 0 0 0,1 1 1 0 0,-1 0-1 0 0,0-1 0 0 0,0 1 1 0 0,1 0-1 0 0,-1 0 0 0 0,0-1 1 0 0,0 1-1 0 0,0 0 1 0 0,1 0-1 0 0,-1 0 0 0 0,0 0 1 0 0,0 0-1 0 0,0 0 0 0 0,1 0 1 0 0,-1 0-1 0 0,0 1 0 0 0,0-1 1 0 0,0 0-1 0 0,1 0 1 0 0,-1 1-1 0 0,0-1 0 0 0,0 0 1 0 0,1 1-1 0 0,-2 0 0 0 0,-10 3-976 0 0,12 10-3335 0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5:51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62 492 0 0,'0'0'1840'0'0,"1"4"-1494"0"0,1 5-146 0 0,0-1 0 0 0,1 0 1 0 0,0 0-1 0 0,0 0 0 0 0,1 0 1 0 0,0 0-1 0 0,1-1 1 0 0,-1 0-1 0 0,1 0 0 0 0,1 0 1 0 0,-1 0-1 0 0,8 6 0 0 0,-8-10-50 0 0,-1 1 0 0 0,0-1-1 0 0,1 0 1 0 0,-1 0-1 0 0,1 0 1 0 0,0 0 0 0 0,0-1-1 0 0,0 0 1 0 0,0 0-1 0 0,0 0 1 0 0,0-1 0 0 0,1 0-1 0 0,-1 0 1 0 0,1 0 0 0 0,-1-1-1 0 0,0 1 1 0 0,1-1-1 0 0,-1-1 1 0 0,1 1 0 0 0,10-3-1 0 0,-13 2-45 0 0,1 0 0 0 0,-1 0 0 0 0,1 0 0 0 0,-1-1 0 0 0,0 1 0 0 0,0-1 0 0 0,0 0 0 0 0,0 0 0 0 0,0 0 0 0 0,0 0 0 0 0,0-1 0 0 0,-1 1 0 0 0,1-1 0 0 0,-1 0 0 0 0,0 0-1 0 0,1 0 1 0 0,-1 0 0 0 0,-1 0 0 0 0,1 0 0 0 0,0 0 0 0 0,-1 0 0 0 0,0-1 0 0 0,1 1 0 0 0,-1-4 0 0 0,2-7 162 0 0,-1 0-1 0 0,0 0 1 0 0,-1 0-1 0 0,-2-24 1 0 0,1 17-6 0 0,0 19-207 0 0,-2-8 106 0 0,-1-1-2609 0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5:51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7 121 608 0 0,'0'0'7812'0'0,"1"4"-7581"0"0,-3 72 1441 0 0,-1-53-390 0 0,1-47-897 0 0,2 16-345 0 0,1 0-1 0 0,0 0 1 0 0,1 1 0 0 0,-1-1 0 0 0,2 0 0 0 0,-1 1-1 0 0,1-1 1 0 0,5-9 0 0 0,6-22 86 0 0,-14 38-127 0 0,0 0 0 0 0,0 0-1 0 0,0 0 1 0 0,1 0 0 0 0,-1 0-1 0 0,0 0 1 0 0,1 0-1 0 0,-1 0 1 0 0,0 0 0 0 0,1 0-1 0 0,-1 0 1 0 0,1 0 0 0 0,-1 0-1 0 0,1 1 1 0 0,0-1-1 0 0,-1 0 1 0 0,1 0 0 0 0,0 0-1 0 0,0 1 1 0 0,0-1 0 0 0,-1 0-1 0 0,1 1 1 0 0,0-1-1 0 0,0 1 1 0 0,0-1 0 0 0,0 1-1 0 0,2-1 1 0 0,-2 1-6 0 0,1 0 0 0 0,0 1 0 0 0,-1-1 1 0 0,1 1-1 0 0,-1-1 0 0 0,1 1 0 0 0,-1-1 0 0 0,1 1 0 0 0,-1 0 0 0 0,0 0 1 0 0,1 0-1 0 0,-1-1 0 0 0,0 1 0 0 0,1 1 0 0 0,1 1 0 0 0,36 47-146 0 0,-39-50 153 0 0,10 16-32 0 0,2-1 0 0 0,0 0-1 0 0,0-1 1 0 0,1 0 0 0 0,1-1 0 0 0,0-1-1 0 0,1 0 1 0 0,1-1 0 0 0,18 11-1 0 0,-32-21 59 0 0,0 0 1 0 0,-1 0-1 0 0,1 0 0 0 0,0 0 0 0 0,0-1 0 0 0,0 1 0 0 0,0 0 0 0 0,0-1 0 0 0,0 0 0 0 0,0 1 0 0 0,0-1 0 0 0,0 0 0 0 0,0 0 0 0 0,0 0 0 0 0,0 0 1 0 0,0-1-1 0 0,0 1 0 0 0,0 0 0 0 0,0-1 0 0 0,0 1 0 0 0,-1-1 0 0 0,1 0 0 0 0,2-1 0 0 0,0 0 46 0 0,-1-1 1 0 0,0 0-1 0 0,1 0 0 0 0,-2 1 1 0 0,1-2-1 0 0,0 1 0 0 0,0 0 0 0 0,-1-1 1 0 0,0 1-1 0 0,3-7 0 0 0,3-7 265 0 0,-1-1 0 0 0,-1 1-1 0 0,6-35 1 0 0,7-69 1238 0 0,-18 119-1851 0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6:00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41 620 0 0,'0'0'825'0'0,"0"-40"7566"0"0,-7 77-3951 0 0,-17 95-4213 0 0,-4 190 663 0 0,17-247-509 0 0,5-35 47 0 0,-2 54 0 0 0,0-67-1037 0 0,-14-25-12448 0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6:01.8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452 96 548 0 0,'10'-57'6811'0'0,"-10"55"-5877"0"0,-8-28 1419 0 0,3 28-2264 0 0,-1 1-1 0 0,0 0 1 0 0,1 0-1 0 0,-1 0 1 0 0,0 0-1 0 0,0 1 1 0 0,0 0-1 0 0,0 1 1 0 0,1-1-1 0 0,-1 1 1 0 0,0 0-1 0 0,0 0 0 0 0,-6 3 1 0 0,-79 31 102 0 0,73-28-95 0 0,-7 4-21 0 0,1 1-1 0 0,1 1 0 0 0,0 1 0 0 0,0 1 0 0 0,-20 18 1 0 0,34-26-34 0 0,1 0 1 0 0,0 1-1 0 0,0 0 1 0 0,1 1 0 0 0,0 0-1 0 0,0 0 1 0 0,1 0 0 0 0,0 1-1 0 0,1 0 1 0 0,0 0-1 0 0,1 0 1 0 0,0 1 0 0 0,0-1-1 0 0,-3 20 1 0 0,6-23-31 0 0,1-1 0 0 0,-1 0 0 0 0,2 0 1 0 0,-1 0-1 0 0,1 1 0 0 0,0-1 0 0 0,0 0 1 0 0,0 0-1 0 0,1 0 0 0 0,0 0 0 0 0,0 0 0 0 0,1-1 1 0 0,-1 1-1 0 0,1 0 0 0 0,1-1 0 0 0,-1 0 0 0 0,1 0 1 0 0,0 0-1 0 0,0 0 0 0 0,6 5 0 0 0,-6-6-16 0 0,0-1-1 0 0,1 0 0 0 0,-1-1 0 0 0,0 1 1 0 0,1-1-1 0 0,0 0 0 0 0,-1 0 1 0 0,1 0-1 0 0,0-1 0 0 0,0 1 1 0 0,0-1-1 0 0,0 0 0 0 0,0-1 1 0 0,0 1-1 0 0,0-1 0 0 0,0 0 0 0 0,0 0 1 0 0,1-1-1 0 0,-1 1 0 0 0,0-1 1 0 0,0 0-1 0 0,0-1 0 0 0,-1 1 1 0 0,1-1-1 0 0,7-3 0 0 0,5-4 6 0 0,-1-1-1 0 0,0-1 0 0 0,0 0 1 0 0,18-17-1 0 0,-6 4 238 0 0,-24 21-131 0 0,13-9 643 0 0,-16 23-356 0 0,-2 12-443 0 0,0-7 68 0 0,-1-1-1 0 0,-1 1 1 0 0,0-1-1 0 0,-1 0 0 0 0,-7 20 1 0 0,5-17 32 0 0,0 0 0 0 0,-4 29 1 0 0,1-10 238 0 0,-2 4-1387 0 0,12-17-8947 0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6:02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4 192 0 0,'5'-4'7754'0'0,"-5"27"-7275"0"0,-1-1 1 0 0,0 0-1 0 0,-2 0 0 0 0,-1 1 1 0 0,-6 21-1 0 0,7-34-377 0 0,-14 40 614 0 0,17-48-611 0 0,-11 4-1018 0 0,2-7-2890 0 0,-2-13 1140 0 0,5 2 205 0 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6:02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42 752 0 0,'17'-40'7045'0'0,"-16"38"-6805"0"0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6:02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56 124 0 0,'3'17'1408'0'0,"-3"-3"-770"0"0,1-4-262 0 0,-1-1 1 0 0,0 1 0 0 0,-1 0 0 0 0,0 0 0 0 0,-1-1 0 0 0,-5 19 1424 0 0,7-39 1250 0 0,0 7-3028 0 0,1 0-1 0 0,-1 0 1 0 0,1 0 0 0 0,0 1 0 0 0,0-1 0 0 0,1 0 0 0 0,-1 1 0 0 0,1-1 0 0 0,-1 1 0 0 0,1-1 0 0 0,0 1-1 0 0,1 0 1 0 0,-1 0 0 0 0,3-4 0 0 0,3-1-80 0 0,8-8 251 0 0,0-1 1 0 0,22-16 0 0 0,-32 29-629 0 0,-1 0 1 0 0,1 1 0 0 0,0-1-1 0 0,0 1 1 0 0,1 1 0 0 0,12-5-1 0 0,-17 7-901 0 0,12-4-2877 0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6:03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30 672 0 0,'29'-30'9252'0'0,"-23"41"-9061"0"0,-6-10-175 0 0,1 0 0 0 0,0 0 0 0 0,0 0-1 0 0,-1 1 1 0 0,1-1 0 0 0,0 0-1 0 0,-1 0 1 0 0,1 0 0 0 0,-1 1 0 0 0,1-1-1 0 0,-1 0 1 0 0,0 0 0 0 0,0 1-1 0 0,1-1 1 0 0,-1 0 0 0 0,0 1 0 0 0,0 0-1 0 0,-5 34 268 0 0,-1-1-1 0 0,-2 0 1 0 0,-17 49 0 0 0,11-41 149 0 0,-12 67 1 0 0,25-107-398 0 0,1 0 0 0 0,0-1-1 0 0,-1 1 1 0 0,1 0 0 0 0,0 0 0 0 0,0 0 0 0 0,1 0 0 0 0,-1 0 0 0 0,1 0-1 0 0,-1 0 1 0 0,1-1 0 0 0,0 1 0 0 0,0 0 0 0 0,0-1 0 0 0,0 1 0 0 0,1 0-1 0 0,-1-1 1 0 0,1 1 0 0 0,-1-1 0 0 0,4 3 0 0 0,-2-2 40 0 0,0 0 0 0 0,1-1 0 0 0,-1 0 0 0 0,1 0 1 0 0,-1 0-1 0 0,1 0 0 0 0,0-1 0 0 0,0 1 0 0 0,-1-1 0 0 0,1 0 0 0 0,0 0 0 0 0,0-1 1 0 0,5 1-1 0 0,3 0-328 0 0,1-1 0 0 0,0 0 0 0 0,-1-1 0 0 0,1 0 0 0 0,0-1 0 0 0,-1-1 1 0 0,1 0-1 0 0,17-7 0 0 0,-10-2-5615 0 0,-9 4 2474 0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6:47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74 160 0 0,'0'0'2291'0'0,"12"-45"3169"0"0,-11 43-5086 0 0,-1 0-187 0 0,0 1 0 0 0,1-1-1 0 0,-1 1 1 0 0,0-1 0 0 0,1 1 0 0 0,-1-1 0 0 0,1 1 0 0 0,-1-1 0 0 0,1 1 0 0 0,0 0 0 0 0,0-1 0 0 0,-1 1 0 0 0,1 0-1 0 0,0 0 1 0 0,0-1 0 0 0,0 1 0 0 0,3-2 0 0 0,8 13-189 0 0,0 0-1 0 0,0 1 1 0 0,-1 0-1 0 0,-1 1 1 0 0,0 0-1 0 0,10 14 1 0 0,54 94-26 0 0,-37-57 22 0 0,2 21 194 0 0,-34-69-137 0 0,1 1-1 0 0,1-2 1 0 0,1 1 0 0 0,0-1 0 0 0,0 0-1 0 0,14 16 1 0 0,-21-29 14 0 0,-1-1-8 0 0,0 1 0 0 0,0-1 0 0 0,0 0 0 0 0,0 1 0 0 0,1-1 0 0 0,-1 0 0 0 0,0 1-1 0 0,0-1 1 0 0,0 0 0 0 0,1 1 0 0 0,-1-1 0 0 0,0 0 0 0 0,0 0 0 0 0,1 1 0 0 0,-1-1 0 0 0,0 0 0 0 0,1 0 0 0 0,-1 1 0 0 0,0-1 0 0 0,0 0 0 0 0,1 0 0 0 0,-1 0 0 0 0,1 0 0 0 0,-1 0 0 0 0,0 1 0 0 0,1-1 0 0 0,-1 0 0 0 0,0 0 0 0 0,1 0 0 0 0,-1 0 0 0 0,0 0 0 0 0,1 0-1 0 0,-1 0 1 0 0,1 0 0 0 0,-1 0 0 0 0,1-1 0 0 0,16-15 133 0 0,0 0-1 0 0,-1-2 1 0 0,-1 0 0 0 0,-1-1-1 0 0,0 0 1 0 0,-2-1-1 0 0,12-25 1 0 0,9-11 19 0 0,15-29-2 0 0,16-24-25 0 0,-63 106-171 0 0,0 0-108 0 0,0 0 0 0 0,0-1 1 0 0,0 1-1 0 0,0 0 0 0 0,0 0 1 0 0,1 0-1 0 0,0 0 0 0 0,-1 1 1 0 0,1-1-1 0 0,0 0 0 0 0,5-4 1 0 0,-4 4-244 0 0,-2 1-194 0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6:48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0 276 800 0 0,'0'0'2696'0'0,"8"32"-319"0"0,1-9-1830 0 0,18 55 513 0 0,-21-59-885 0 0,3 12 87 0 0,-7-24-196 0 0,14 63 609 0 0,-15-69-330 0 0,0 5-229 0 0,-2-5 705 0 0,0-4 1777 0 0,-19-74-1981 0 0,9 21-236 0 0,6 25-253 0 0,1 0 0 0 0,1-1-1 0 0,2-44 1 0 0,2 60-117 0 0,0 1 1 0 0,1 0-1 0 0,1 0 0 0 0,0 0 0 0 0,1 0 0 0 0,1 1 0 0 0,0-1 0 0 0,1 1 0 0 0,9-16 1 0 0,-11 25-16 0 0,-1 0 0 0 0,1 0 0 0 0,0 0 0 0 0,0 0 1 0 0,1 1-1 0 0,0 0 0 0 0,-1 0 0 0 0,1 0 0 0 0,1 0 1 0 0,-1 1-1 0 0,0 0 0 0 0,1 0 0 0 0,7-2 0 0 0,-2 1-6 0 0,0 1 0 0 0,-1 1 0 0 0,1-1 0 0 0,0 2 0 0 0,0 0 0 0 0,0 0 0 0 0,13 1 0 0 0,-3 2-12 0 0,1 0 1 0 0,0 2-1 0 0,-1 0 1 0 0,0 2-1 0 0,0 0 1 0 0,0 1-1 0 0,23 12 1 0 0,-23-8 8 0 0,0 1 1 0 0,-1 1 0 0 0,29 24-1 0 0,-42-32-2 0 0,0 1 1 0 0,-1 0-1 0 0,0 0 0 0 0,-1 1 1 0 0,0-1-1 0 0,0 1 0 0 0,0 0 0 0 0,0 0 1 0 0,-1 1-1 0 0,-1 0 0 0 0,1-1 1 0 0,-1 1-1 0 0,3 12 0 0 0,-6-17 7 0 0,1 0 0 0 0,-1 0-1 0 0,0 0 1 0 0,0-1 0 0 0,0 1 0 0 0,0 0-1 0 0,-1 0 1 0 0,1 0 0 0 0,-1-1-1 0 0,0 1 1 0 0,0 0 0 0 0,0 0 0 0 0,0-1-1 0 0,0 1 1 0 0,0-1 0 0 0,-1 1 0 0 0,-3 3-1 0 0,1-1 3 0 0,0-1-1 0 0,0 0 1 0 0,0 0-1 0 0,-1-1 0 0 0,0 1 1 0 0,0-1-1 0 0,0 0 1 0 0,-7 3-1 0 0,-8 2-4 0 0,-1 0 0 0 0,0-2 0 0 0,-34 6 0 0 0,9-6-123 0 0,0-1 0 0 0,-64-3 1 0 0,6 0-4470 0 0,91-1 1445 0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6:50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788 48 360 0 0,'21'-33'7417'0'0,"-15"18"-1117"0"0,-18 33-6278 0 0,9-14-22 0 0,-13 10-42 0 0,11-10 44 0 0,3-3 234 0 0,-33 36-508 0 0,-6 1 256 0 0,-51 62 1 0 0,-7 9-25 0 0,-149 147 81 0 0,76-74-44 0 0,97-95 48 0 0,74-86-35 0 0,1 0-2 0 0,-1 0 0 0 0,1 0-1 0 0,0 0 1 0 0,-1 0 0 0 0,1 0-1 0 0,-1 0 1 0 0,1-1-1 0 0,-1 1 1 0 0,1 0 0 0 0,-1 0-1 0 0,1-1 1 0 0,-1 1 0 0 0,0 0-1 0 0,0-1 1 0 0,1 1 0 0 0,-1-1-1 0 0,0 1 1 0 0,0-1 0 0 0,0 1-1 0 0,-1 0 1 0 0,19 2-6029 0 0,-7-4 2472 0 0,9-5 941 0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6:51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17 544 0 0,'-6'-10'2082'0'0,"3"4"541"0"0,6 5-384 0 0,401 220-1596 0 0,324 175 409 0 0,-242-63-13 0 0,-457-310-979 0 0,180 135 494 0 0,-183-133-16 0 0,-21-18-4451 0 0,-34-9 1088 0 0,5 1 217 0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6:52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46 100 0 0,'30'-46'8740'0'0,"-11"62"-8303"0"0,-14-10-363 0 0,-1 0-1 0 0,-1 0 1 0 0,1 1-1 0 0,-1-1 1 0 0,0 1 0 0 0,0 0-1 0 0,-1 0 1 0 0,0 0 0 0 0,0 0-1 0 0,1 11 1 0 0,3 11 104 0 0,44 130 431 0 0,-48-150-544 0 0,13 31 2024 0 0,-11-45-1885 0 0,66-109 627 0 0,-50 76-1123 0 0,3 2-1 0 0,1 0 1 0 0,41-47 0 0 0,-63 80-263 0 0,1 0 1 0 0,0 1-1 0 0,0 0 1 0 0,0-1 0 0 0,0 1-1 0 0,0 0 1 0 0,0 0-1 0 0,1 1 1 0 0,5-3-1 0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6:53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1 306 416 0 0,'17'-3'3004'0'0,"-6"-6"-2149"0"0,0 1 0 0 0,-1-1 0 0 0,0-1 0 0 0,0 0 0 0 0,-1-1 0 0 0,13-19 0 0 0,-9 13 121 0 0,-12 15-735 0 0,-1-1-19 0 0,0 2-205 0 0,1 1 1 0 0,-1-1-1 0 0,0 1 1 0 0,0-1-1 0 0,0 1 0 0 0,0-1 1 0 0,0 1-1 0 0,1-1 1 0 0,-1 1-1 0 0,0-1 1 0 0,0 0-1 0 0,0 1 0 0 0,0-1 1 0 0,-1 1-1 0 0,1-1 1 0 0,0 1-1 0 0,0-1 1 0 0,0 1-1 0 0,0-1 0 0 0,-1 1 1 0 0,1-1-1 0 0,0 1 1 0 0,0-1-1 0 0,-1 1 1 0 0,1-1-1 0 0,0 1 0 0 0,-1 0 1 0 0,1-1-1 0 0,0 1 1 0 0,-1-1-1 0 0,1 1 1 0 0,-1 0-1 0 0,1-1 0 0 0,-1 1 1 0 0,1 0-1 0 0,-1 0 1 0 0,1-1-1 0 0,-1 1 1 0 0,1 0-1 0 0,-1 0 0 0 0,1 0 1 0 0,-1 0-1 0 0,1-1 1 0 0,-1 1-1 0 0,1 0 1 0 0,-1 0-1 0 0,1 0 1 0 0,-1 0-1 0 0,1 0 0 0 0,-1 1 1 0 0,0-1-1 0 0,1 0 1 0 0,-1 0-1 0 0,-4 2-1 0 0,1-1-1 0 0,-1 1 1 0 0,1 0 0 0 0,0 0-1 0 0,0 1 1 0 0,0-1 0 0 0,0 1-1 0 0,0 0 1 0 0,0 0-1 0 0,1 0 1 0 0,-1 1 0 0 0,1-1-1 0 0,0 1 1 0 0,0 0 0 0 0,0-1-1 0 0,1 1 1 0 0,-1 1 0 0 0,1-1-1 0 0,-2 5 1 0 0,2-5-7 0 0,1-1 1 0 0,0 1-1 0 0,0-1 1 0 0,0 1-1 0 0,1 0 1 0 0,-1 0-1 0 0,1-1 1 0 0,0 1-1 0 0,0 0 1 0 0,0-1-1 0 0,0 1 1 0 0,1 0 0 0 0,0-1-1 0 0,0 1 1 0 0,0 0-1 0 0,0-1 1 0 0,0 1-1 0 0,0-1 1 0 0,1 1-1 0 0,0-1 1 0 0,0 0-1 0 0,0 0 1 0 0,0 0-1 0 0,0 0 1 0 0,6 5-1 0 0,-6-6-9 0 0,1 0 0 0 0,0 0 1 0 0,0-1-1 0 0,0 1 0 0 0,0-1 0 0 0,0 0 0 0 0,1 0 0 0 0,-1 0 0 0 0,0 0 0 0 0,0-1 1 0 0,1 1-1 0 0,-1-1 0 0 0,0 0 0 0 0,1 0 0 0 0,-1 0 0 0 0,1 0 0 0 0,-1 0 1 0 0,0-1-1 0 0,1 0 0 0 0,4-1 0 0 0,12-4-109 0 0,1-1 0 0 0,22-10 1 0 0,-7 3-64 0 0,-28 11 110 0 0,0 1 0 0 0,-1-1 0 0 0,1 2 0 0 0,1-1 0 0 0,-1 1 0 0 0,0 1 1 0 0,15 0-1 0 0,-21 0 33 0 0,0 0 1 0 0,-1 1-1 0 0,1-1 1 0 0,0 1 0 0 0,0-1-1 0 0,-1 1 1 0 0,1 0 0 0 0,0 0-1 0 0,-1 0 1 0 0,1 0-1 0 0,-1 0 1 0 0,1 0 0 0 0,-1 1-1 0 0,0-1 1 0 0,1 0 0 0 0,-1 1-1 0 0,0-1 1 0 0,0 1-1 0 0,0-1 1 0 0,0 1 0 0 0,0-1-1 0 0,0 1 1 0 0,-1 0 0 0 0,1-1-1 0 0,0 1 1 0 0,-1 0-1 0 0,1 0 1 0 0,-1 0 0 0 0,0-1-1 0 0,0 1 1 0 0,1 0 0 0 0,-1 0-1 0 0,0 0 1 0 0,-1 0-1 0 0,1 0 1 0 0,0-1 0 0 0,-1 4-1 0 0,0-3-22 0 0,1 0-1 0 0,0 0 0 0 0,-1 0 1 0 0,1 0-1 0 0,0 0 1 0 0,0 0-1 0 0,1 0 0 0 0,-1 0 1 0 0,0 0-1 0 0,1 0 0 0 0,-1-1 1 0 0,1 1-1 0 0,-1 0 1 0 0,2 2-1 0 0,-1-3 44 0 0,-1-1 0 0 0,1 0 0 0 0,-1 0 0 0 0,1 1 0 0 0,-1-1 0 0 0,1 0 0 0 0,-1 0 0 0 0,1 0 0 0 0,-1 0 0 0 0,1 0 0 0 0,-1 0 0 0 0,1 0 0 0 0,-1 0 0 0 0,1 0 0 0 0,-1 0 0 0 0,1 0 0 0 0,-1 0 0 0 0,1 0 0 0 0,-1 0 0 0 0,1-1 0 0 0,-1 1 0 0 0,0 0 0 0 0,1 0 0 0 0,-1-1 0 0 0,1 1 0 0 0,-1 0 0 0 0,1 0 0 0 0,-1-1-1 0 0,0 1 1 0 0,1 0 0 0 0,-1-1 0 0 0,1 0 0 0 0,5-5 19 0 0,0-1 0 0 0,0 0-1 0 0,0 0 1 0 0,6-13-1 0 0,110-218 1043 0 0,-92 176 31 0 0,-15 35 130 0 0,-37 126-1062 0 0,14-71-179 0 0,1 0-1 0 0,2 0 1 0 0,-4 48-1 0 0,9-73 9 0 0,1 0 0 0 0,-1 0 0 0 0,1 0 0 0 0,0 0-1 0 0,-1 0 1 0 0,1 0 0 0 0,1 0 0 0 0,-1 0 0 0 0,0-1 0 0 0,1 1 0 0 0,-1-1 0 0 0,1 1-1 0 0,0-1 1 0 0,0 1 0 0 0,0-1 0 0 0,0 0 0 0 0,0 0 0 0 0,1 0 0 0 0,-1 0-1 0 0,1 0 1 0 0,-1-1 0 0 0,4 2 0 0 0,9 5-76 0 0,0 0 1 0 0,32 10-1 0 0,-4-1-208 0 0,-3 9-425 0 0,-38-25 635 0 0,-31 17-184 0 0,-123 1-146 0 0,82-11-5310 0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6:56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45 212 0 0,'14'-45'9029'0'0,"-12"51"-9002"0"0,4 33 60 0 0,-1 0 1 0 0,-2 1-1 0 0,-1-1 0 0 0,-6 57 0 0 0,2-63 51 0 0,2 147 693 0 0,-5 77 774 0 0,-3-167-695 0 0,8-89-812 0 0,-4 28 872 0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7:40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17 796 0 0,'0'0'827'0'0,"-5"-10"1107"0"0,5 9-1824 0 0,0 1-1 0 0,0 0 1 0 0,0 0-1 0 0,0-1 1 0 0,0 1-1 0 0,0 0 1 0 0,0 0-1 0 0,0-1 1 0 0,-1 1-1 0 0,1 0 0 0 0,0 0 1 0 0,0 0-1 0 0,0-1 1 0 0,0 1-1 0 0,0 0 1 0 0,-1 0-1 0 0,1 0 1 0 0,0-1-1 0 0,0 1 1 0 0,0 0-1 0 0,0 0 1 0 0,-1 0-1 0 0,1 0 0 0 0,0-1 1 0 0,0 1-1 0 0,-1 0 1 0 0,1 0-1 0 0,0 0 1 0 0,0 0-1 0 0,-1 0 1 0 0,1 0-1 0 0,0 0 1 0 0,0 0-1 0 0,-1 0 1 0 0,1 0-1 0 0,0 0 1 0 0,0 0-1 0 0,-1 0 0 0 0,1 0 1 0 0,0 0-1 0 0,0 0 1 0 0,-1 0-1 0 0,1 0 1 0 0,0 0-1 0 0,0 0 1 0 0,-1 1-1 0 0,-9 17 112 0 0,0 1 0 0 0,2 0 0 0 0,0 0 0 0 0,1 1 1 0 0,-5 24-1 0 0,-19 111 612 0 0,29-146-777 0 0,-1 19 276 0 0,0 56-1 0 0,3-75-242 0 0,0-8-82 0 0,0-1-1 0 0,0 0 0 0 0,0 1 1 0 0,0-1-1 0 0,0 0 0 0 0,0 0 0 0 0,0 1 1 0 0,0-1-1 0 0,0 0 0 0 0,0 0 1 0 0,0 1-1 0 0,1-1 0 0 0,-1 0 1 0 0,0 0-1 0 0,0 0 0 0 0,0 1 0 0 0,0-1 1 0 0,0 0-1 0 0,1 0 0 0 0,-1 0 1 0 0,0 1-1 0 0,0-1 0 0 0,0 0 1 0 0,1 0-1 0 0,-1 0 0 0 0,0 0 0 0 0,0 1 1 0 0,1-1-1 0 0,-1 0 0 0 0,0 0 1 0 0,0 0-1 0 0,1 0 0 0 0,-1 0 0 0 0,0 0 1 0 0,0 0-1 0 0,1 0 0 0 0,-1 0 1 0 0,0 0-1 0 0,0 0 0 0 0,1 0 1 0 0,-1 0-1 0 0,0 0 0 0 0,0 0 0 0 0,1 0 1 0 0,-1 0-1 0 0,0 0 0 0 0,0 0 1 0 0,1-1-1 0 0,-1 1 0 0 0,0 0 1 0 0,0 0-1 0 0,1 0 0 0 0,-1 0 0 0 0,15-12 43 0 0,0-1-1 0 0,-1 0 1 0 0,-1-1-1 0 0,0-1 1 0 0,16-24-1 0 0,-3 5 24 0 0,-25 33-70 0 0,2-3-21 0 0,0 0 0 0 0,0 0 0 0 0,1 0 0 0 0,-1 0 1 0 0,1 0-1 0 0,0 1 0 0 0,0 0 0 0 0,4-4 0 0 0,-6 6-46 0 0,45 51-360 0 0,-37-38 395 0 0,1-2 0 0 0,0 0 0 0 0,1 0 0 0 0,0-1 0 0 0,18 11 0 0 0,-27-18 33 0 0,-2-2 23 0 0,0 1-1 0 0,0 0 0 0 0,0-1 1 0 0,0 1-1 0 0,0-1 0 0 0,1 1 0 0 0,-1-1 1 0 0,0 1-1 0 0,0-1 0 0 0,1 0 0 0 0,-1 0 1 0 0,0 0-1 0 0,0 0 0 0 0,1 0 1 0 0,-1 0-1 0 0,0 0 0 0 0,0 0 0 0 0,1 0 1 0 0,-1 0-1 0 0,0-1 0 0 0,0 1 1 0 0,1 0-1 0 0,-1-1 0 0 0,0 1 0 0 0,0-1 1 0 0,0 0-1 0 0,0 1 0 0 0,0-1 0 0 0,0 0 1 0 0,0 0-1 0 0,0 1 0 0 0,0-1 1 0 0,0 0-1 0 0,0 0 0 0 0,0 0 0 0 0,-1 0 1 0 0,1 0-1 0 0,0 0 0 0 0,-1-1 1 0 0,1 1-1 0 0,-1 0 0 0 0,1 0 0 0 0,-1 0 1 0 0,1 0-1 0 0,-1-1 0 0 0,0 1 1 0 0,1-3-1 0 0,1-5 144 0 0,0 0 0 0 0,0 0 0 0 0,0 0 1 0 0,0-18-1 0 0,-2 19-228 0 0,0 1 0 0 0,0-1 0 0 0,-1 1 0 0 0,0-1 0 0 0,0 1 0 0 0,0 0 0 0 0,-1-1 0 0 0,0 1 0 0 0,-1 0 0 0 0,0 0 0 0 0,0 0 0 0 0,0 0 0 0 0,-7-9 0 0 0,9 15-595 0 0,-3-3-148 0 0,1 2-792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7:40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3 640 0 0,'12'-2'2927'0'0,"-7"3"-2808"0"0,-1 0-1 0 0,0 1 1 0 0,0 0 0 0 0,0 0-1 0 0,0 0 1 0 0,0 0 0 0 0,0 1-1 0 0,0-1 1 0 0,-1 1 0 0 0,1 0-1 0 0,-1 0 1 0 0,0 0 0 0 0,0 1-1 0 0,0-1 1 0 0,0 1 0 0 0,0 0-1 0 0,-1-1 1 0 0,0 1-1 0 0,0 0 1 0 0,0 1 0 0 0,0-1-1 0 0,-1 0 1 0 0,1 0 0 0 0,0 9-1 0 0,0-5-52 0 0,0 0 0 0 0,-1 0 0 0 0,0 0-1 0 0,0 0 1 0 0,-1 0 0 0 0,0 0 0 0 0,-1 0-1 0 0,0 0 1 0 0,0 0 0 0 0,0 0 0 0 0,-1-1 0 0 0,0 1-1 0 0,-5 10 1 0 0,5-15 37 0 0,1 0 1 0 0,-1 0-1 0 0,1 0 0 0 0,-1 0 1 0 0,0 0-1 0 0,0-1 0 0 0,-1 1 1 0 0,1-1-1 0 0,0 0 0 0 0,-1 1 1 0 0,1-1-1 0 0,-1 0 0 0 0,-3 1 1 0 0,4-2 523 0 0,3-1-619 0 0,-1 0-1 0 0,0-1 1 0 0,0 1-1 0 0,0 0 1 0 0,0-1-1 0 0,0 1 1 0 0,0 0-1 0 0,0-1 1 0 0,0 1-1 0 0,-1 0 1 0 0,1-1-1 0 0,0 1 1 0 0,0 0-1 0 0,0-1 1 0 0,0 1-1 0 0,0 0 1 0 0,0-1-1 0 0,-1 1 1 0 0,1 0-1 0 0,0 0 1 0 0,0-1-1 0 0,-1 1 1 0 0,1 0-1 0 0,0 0 1 0 0,0-1 0 0 0,-1 1-1 0 0,1 0 1 0 0,0 0-1 0 0,0 0 1 0 0,-1-1-1 0 0,1 1 1 0 0,-1 0-1 0 0,1 0 0 0 0,-1 0 0 0 0,1-1 1 0 0,-1 1-1 0 0,1 0 0 0 0,-1-1 0 0 0,1 1 0 0 0,-1-1 0 0 0,1 1 0 0 0,0 0 0 0 0,-1-1 1 0 0,1 1-1 0 0,-1-1 0 0 0,1 1 0 0 0,0-1 0 0 0,0 1 0 0 0,-1-1 0 0 0,1 1 1 0 0,0-1-1 0 0,0 1 0 0 0,0-1 0 0 0,-1 0 0 0 0,1 1 0 0 0,0-1 0 0 0,0 1 1 0 0,0-1-1 0 0,0 0 0 0 0,0 1 0 0 0,0-1 0 0 0,1 0 0 0 0,3-17-9 0 0,1-1 0 0 0,1 1-1 0 0,0 1 1 0 0,2-1 0 0 0,0 1 0 0 0,1 0-1 0 0,0 1 1 0 0,1 0 0 0 0,19-21 0 0 0,-13 25-1368 0 0,0 9-3669 0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7:41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19 282 192 0 0,'-3'3'198'0'0,"1"0"-1"0"0,0 0 1 0 0,0 1 0 0 0,1-1-1 0 0,-1 0 1 0 0,1 1-1 0 0,-1 0 1 0 0,1-1 0 0 0,0 1-1 0 0,1 0 1 0 0,-1-1 0 0 0,1 1-1 0 0,-1 6 1 0 0,7 50 1911 0 0,-4-45 2203 0 0,1-21-4052 0 0,49-128 954 0 0,-17 38-849 0 0,-19 60-241 0 0,1-1-1 0 0,35-52 1 0 0,-52 88-127 0 0,0 0 1 0 0,1 1-1 0 0,-1-1 1 0 0,0 0 0 0 0,1 1-1 0 0,-1-1 1 0 0,0 0-1 0 0,1 0 1 0 0,-1 1 0 0 0,1-1-1 0 0,0 1 1 0 0,-1-1-1 0 0,1 1 1 0 0,-1-1-1 0 0,1 1 1 0 0,0-1 0 0 0,-1 1-1 0 0,1-1 1 0 0,0 1-1 0 0,0 0 1 0 0,-1-1-1 0 0,1 1 1 0 0,0 0 0 0 0,0 0-1 0 0,-1-1 1 0 0,1 1-1 0 0,0 0 1 0 0,0 0 0 0 0,0 0-1 0 0,-1 0 1 0 0,1 0-1 0 0,0 0 1 0 0,0 0-1 0 0,0 0 1 0 0,-1 1 0 0 0,1-1-1 0 0,0 0 1 0 0,0 0-1 0 0,0 1 1 0 0,-1-1-1 0 0,1 0 1 0 0,0 1 0 0 0,-1-1-1 0 0,1 1 1 0 0,0-1-1 0 0,-1 1 1 0 0,1-1 0 0 0,-1 1-1 0 0,1 0 1 0 0,-1-1-1 0 0,1 1 1 0 0,-1 0-1 0 0,1-1 1 0 0,-1 1 0 0 0,1 0-1 0 0,-1-1 1 0 0,0 1-1 0 0,0 0 1 0 0,1 0-1 0 0,-1-1 1 0 0,0 3 0 0 0,16 48-38 0 0,-12-13 9 0 0,-2 66 1 0 0,-4-82 30 0 0,2 1 1 0 0,0-1 0 0 0,2 1 0 0 0,0-1 0 0 0,1 0-1 0 0,2 0 1 0 0,0 0 0 0 0,1 0 0 0 0,11 24-1 0 0,-16-44 10 0 0,-1 0 0 0 0,1 0 0 0 0,1-1 0 0 0,-1 1 0 0 0,0 0 0 0 0,0 0 0 0 0,0-1 0 0 0,1 1 0 0 0,-1-1 0 0 0,1 0 0 0 0,-1 1 0 0 0,1-1 0 0 0,0 0 0 0 0,0 0 0 0 0,-1 0 0 0 0,1 0 0 0 0,0 0 0 0 0,0 0 0 0 0,0 0 0 0 0,0-1 0 0 0,0 1 0 0 0,0-1 0 0 0,0 0 0 0 0,0 1-1 0 0,0-1 1 0 0,0 0 0 0 0,0 0 0 0 0,4-1 0 0 0,-3 1 4 0 0,1-1 0 0 0,0 0-1 0 0,-1-1 1 0 0,1 1-1 0 0,-1-1 1 0 0,0 0-1 0 0,0 0 1 0 0,1 0 0 0 0,-1 0-1 0 0,0 0 1 0 0,-1 0-1 0 0,1-1 1 0 0,0 0 0 0 0,-1 1-1 0 0,1-1 1 0 0,1-4-1 0 0,4-4 9 0 0,-5 8 32 0 0,0-1-1 0 0,0 0 0 0 0,-1 0 1 0 0,1 0-1 0 0,-1 0 0 0 0,0-1 1 0 0,0 1-1 0 0,-1-1 0 0 0,1 1 1 0 0,-1-1-1 0 0,2-9 0 0 0,-3 13 196 0 0,-2 6-237 0 0,1-1-9 0 0,0 0-1 0 0,1 0 0 0 0,-1 0 1 0 0,1 0-1 0 0,0 0 0 0 0,0 0 1 0 0,0 0-1 0 0,1 0 1 0 0,-1 0-1 0 0,1 0 0 0 0,0 0 1 0 0,0-1-1 0 0,0 1 0 0 0,1 0 1 0 0,-1 0-1 0 0,1-1 1 0 0,0 1-1 0 0,0-1 0 0 0,0 1 1 0 0,0-1-1 0 0,1 0 0 0 0,0 0 1 0 0,-1 0-1 0 0,7 4 1 0 0,-5-3-281 0 0,1-1 0 0 0,0 0 0 0 0,0-1 0 0 0,0 1 0 0 0,0-1 0 0 0,0 0 0 0 0,11 2 0 0 0,-14-3-122 0 0,0-1 0 0 0,1 0 0 0 0,-1 0 0 0 0,0 0 0 0 0,1 0 0 0 0,-1 0 0 0 0,0-1 0 0 0,0 1 0 0 0,1-1 0 0 0,-1 1 0 0 0,0-1 0 0 0,0 0 0 0 0,0 0-1 0 0,3-1 1 0 0,2-4-2200 0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7:42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12 860 0 0,'0'0'5825'0'0,"33"-4"-5625"0"0,-12 2-484 0 0,-8 2-228 0 0,13-3-2621 0 0,-13 1 1501 0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6:55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48 189 552 0 0,'5'-17'3991'0'0,"0"7"393"0"0,0 154-2969 0 0,-5-119-1138 0 0,1-23-253 0 0,-1-1 0 0 0,0 1 0 0 0,0 0 0 0 0,0-1 0 0 0,0 1-1 0 0,0 0 1 0 0,0-1 0 0 0,0 1 0 0 0,0 0 0 0 0,-1-1 0 0 0,1 1 0 0 0,-1 0 0 0 0,1-1 0 0 0,-1 1 0 0 0,1-1-1 0 0,-1 1 1 0 0,0-1 0 0 0,0 1 0 0 0,-1 1 0 0 0,1-3-10 0 0,0 0 0 0 0,0-1 0 0 0,0 1 0 0 0,0 0 0 0 0,0-1 0 0 0,0 1 0 0 0,0-1 0 0 0,0 1 0 0 0,0-1 0 0 0,0 0 0 0 0,1 1 0 0 0,-1-1 0 0 0,0 0 0 0 0,0 0 0 0 0,1 1 0 0 0,-1-1 0 0 0,1 0 0 0 0,-1 0 0 0 0,1 0 0 0 0,-1 0 0 0 0,1 0 0 0 0,-1-1 1 0 0,-5-9 18 0 0,1 0 1 0 0,0 0 0 0 0,1 0 0 0 0,-5-17 0 0 0,5 4-7 0 0,2-1 0 0 0,-1-39 1 0 0,3 57-26 0 0,1 0 0 0 0,-1 0 0 0 0,1 0 0 0 0,0 0 0 0 0,0 0 1 0 0,1 0-1 0 0,0 1 0 0 0,0-1 0 0 0,1 0 0 0 0,0 1 0 0 0,0 0 1 0 0,0 0-1 0 0,1 0 0 0 0,4-6 0 0 0,-6 10-12 0 0,1 1-1 0 0,-1-1 1 0 0,0 1-1 0 0,1 0 0 0 0,-1 0 1 0 0,1 0-1 0 0,0 0 1 0 0,-1 0-1 0 0,1 0 1 0 0,0 1-1 0 0,-1-1 1 0 0,1 1-1 0 0,0 0 1 0 0,0 0-1 0 0,-1 0 1 0 0,1 0-1 0 0,0 0 1 0 0,0 1-1 0 0,-1-1 1 0 0,1 1-1 0 0,0-1 1 0 0,-1 1-1 0 0,1 0 1 0 0,-1 0-1 0 0,1 1 1 0 0,-1-1-1 0 0,4 3 1 0 0,10 5-93 0 0,-1 0 0 0 0,27 22 0 0 0,-38-27 85 0 0,25 18-90 0 0,1-1-1 0 0,0-2 0 0 0,35 16 0 0 0,-43-24 85 0 0,-13-6 76 0 0,1 0 1 0 0,1 0-1 0 0,19 5 1 0 0,-29-10-31 0 0,1 0-1 0 0,-1 0 1 0 0,1 0 0 0 0,-1-1-1 0 0,0 1 1 0 0,1 0-1 0 0,-1-1 1 0 0,1 1 0 0 0,-1-1-1 0 0,0 1 1 0 0,0-1 0 0 0,1 0-1 0 0,-1 0 1 0 0,0 1 0 0 0,0-1-1 0 0,0 0 1 0 0,0 0-1 0 0,0 0 1 0 0,0 0 0 0 0,0 0-1 0 0,0 0 1 0 0,0-1 0 0 0,0 1-1 0 0,0 0 1 0 0,-1 0 0 0 0,1-1-1 0 0,-1 1 1 0 0,2-3-1 0 0,11-37 495 0 0,-11 15-92 0 0,-3-45 0 0 0,0 27-65 0 0,3 30-298 0 0,0-9-687 0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6:55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110 305 528 0 0,'12'36'3502'0'0,"-7"-26"-2930"0"0,0 0 0 0 0,1-1 0 0 0,0 0 0 0 0,12 14 0 0 0,12 15 5576 0 0,-33-66-5994 0 0,-2 9 2 0 0,1 0 0 0 0,1 0 0 0 0,1-1 1 0 0,0 1-1 0 0,2-1 0 0 0,0 0 0 0 0,1 1 0 0 0,1-1 1 0 0,8-34-1 0 0,-6 43-136 0 0,0 1 1 0 0,0-1-1 0 0,1 1 1 0 0,0 0-1 0 0,1 1 0 0 0,0-1 1 0 0,0 1-1 0 0,1 0 1 0 0,0 1-1 0 0,1 0 1 0 0,-1 0-1 0 0,2 0 0 0 0,-1 1 1 0 0,1 0-1 0 0,0 1 1 0 0,1 0-1 0 0,-1 0 1 0 0,13-4-1 0 0,-14 6-21 0 0,0 1 0 0 0,1 0-1 0 0,0 1 1 0 0,-1 0 0 0 0,1 0 0 0 0,0 1-1 0 0,0 0 1 0 0,12 0 0 0 0,-19 1-3 0 0,0 0 1 0 0,0 0-1 0 0,0 0 1 0 0,0 0-1 0 0,0 0 1 0 0,-1 1-1 0 0,1-1 0 0 0,0 1 1 0 0,0-1-1 0 0,0 1 1 0 0,0 0-1 0 0,-1 0 0 0 0,1 0 1 0 0,0 0-1 0 0,-1 0 1 0 0,1 0-1 0 0,-1 0 0 0 0,1 0 1 0 0,-1 1-1 0 0,1-1 1 0 0,-1 1-1 0 0,0-1 0 0 0,0 1 1 0 0,0-1-1 0 0,0 1 1 0 0,0 0-1 0 0,0-1 0 0 0,0 1 1 0 0,0 0-1 0 0,-1 0 1 0 0,1 0-1 0 0,-1-1 1 0 0,1 1-1 0 0,-1 0 0 0 0,0 0 1 0 0,0 0-1 0 0,0 0 1 0 0,0 0-1 0 0,0 0 0 0 0,0 0 1 0 0,0 0-1 0 0,-1 0 1 0 0,1-1-1 0 0,-1 3 0 0 0,-1 2-12 0 0,0 1 0 0 0,-1-2 0 0 0,0 1 0 0 0,1 0 0 0 0,-2 0 0 0 0,1-1 0 0 0,-1 0 0 0 0,0 1 0 0 0,0-1 0 0 0,0-1 0 0 0,-1 1-1 0 0,1-1 1 0 0,-1 1 0 0 0,-8 4 0 0 0,-10 7-342 0 0,-47 24-1 0 0,65-37 302 0 0,-1 0-39 0 0,-143 71-2087 0 0,46-34-3651 0 0,55-27 2549 0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8:05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686 63 180 0 0,'8'-43'5701'0'0,"-7"41"-4837"0"0,3-10-115 0 0,-2 7 159 0 0,-3 6 557 0 0,-51 96-1284 0 0,-101 140 1 0 0,7-14 284 0 0,-136 275 2130 0 0,273-481-2424 0 0,-32 68 845 0 0,40-84-915 0 0,-5 11 393 0 0,2-8-1023 0 0,2-5-717 0 0,-1-15 637 0 0,3 12-220 0 0,0 0 0 0 0,0 0 0 0 0,0 0 0 0 0,0-1 0 0 0,1 1 0 0 0,0 0 0 0 0,0 0 0 0 0,3-7-1 0 0,4-6-2119 0 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8:06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92 0 0,'0'0'2808'0'0,"6"1"-2504"0"0,8 2-67 0 0,1 1 1 0 0,-1 0-1 0 0,0 1 0 0 0,0 1 0 0 0,16 9 0 0 0,74 45 634 0 0,-61-33-600 0 0,447 307 2045 0 0,-157-98-941 0 0,518 371 2851 0 0,-732-519-1951 0 0,-118-87-1963 0 0,12 7 1245 0 0,-6-23-12066 0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8:06.3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8 288 0 0,'0'0'600'0'0,"-36"-7"-1300"0"0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8:07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352 103 380 0 0,'6'-15'10580'0'0,"-12"48"-8551"0"0,-8 29-3328 0 0,7-31 2388 0 0,4-18-1004 0 0,-37 181 1015 0 0,40-193-1085 0 0,0 0 0 0 0,0 0 0 0 0,0 0 0 0 0,0 0 0 0 0,0-1 0 0 0,0 1-1 0 0,0 0 1 0 0,0 0 0 0 0,0 0 0 0 0,-1 0 0 0 0,1 0 0 0 0,0 0 0 0 0,-1 0 0 0 0,1 0 0 0 0,-1-1 0 0 0,1 1 0 0 0,-1 0 0 0 0,1 0 0 0 0,-1 0 0 0 0,1-1 0 0 0,-1 1-1 0 0,0 0 1 0 0,1-1 0 0 0,-1 1 0 0 0,0-1 0 0 0,0 1 0 0 0,0-1 0 0 0,1 1 0 0 0,-3 0 0 0 0,2-1-8 0 0,-1-1 1 0 0,1 1-1 0 0,-1-1 1 0 0,1 1 0 0 0,-1-1-1 0 0,1 1 1 0 0,0-1-1 0 0,-1 0 1 0 0,1 0-1 0 0,0 0 1 0 0,-1 1-1 0 0,1-1 1 0 0,0-1-1 0 0,0 1 1 0 0,-2-2-1 0 0,-4-5-39 0 0,0-1-1 0 0,1 1 1 0 0,-10-19 0 0 0,6 7-27 0 0,2-1 0 0 0,0 0 0 0 0,1 0 0 0 0,1-1 0 0 0,1 0 0 0 0,1-1 0 0 0,1 1 1 0 0,0-25-1 0 0,2 40 46 0 0,1 1 1 0 0,1-1-1 0 0,-1 1 0 0 0,1 0 1 0 0,0-1-1 0 0,1 1 1 0 0,0 0-1 0 0,0 0 1 0 0,0 0-1 0 0,0 0 1 0 0,1 0-1 0 0,0 0 1 0 0,0 1-1 0 0,1-1 0 0 0,-1 1 1 0 0,1 0-1 0 0,1 0 1 0 0,-1 1-1 0 0,1-1 1 0 0,-1 1-1 0 0,1 0 1 0 0,0 0-1 0 0,1 0 0 0 0,-1 1 1 0 0,1 0-1 0 0,-1 0 1 0 0,1 0-1 0 0,0 1 1 0 0,0 0-1 0 0,0 0 1 0 0,1 0-1 0 0,10-1 1 0 0,-6 1-10 0 0,0 1 1 0 0,0 0-1 0 0,0 1 1 0 0,0 0 0 0 0,0 0-1 0 0,0 1 1 0 0,0 1 0 0 0,0 0-1 0 0,0 1 1 0 0,0 0 0 0 0,0 0-1 0 0,-1 1 1 0 0,0 0 0 0 0,0 1-1 0 0,0 1 1 0 0,18 12-1 0 0,-22-13 9 0 0,1 0 0 0 0,-1 1-1 0 0,-1-1 1 0 0,1 2-1 0 0,-1-1 1 0 0,0 0 0 0 0,0 1-1 0 0,-1 0 1 0 0,0 0-1 0 0,0 1 1 0 0,-1-1 0 0 0,0 1-1 0 0,0-1 1 0 0,0 1-1 0 0,-1 0 1 0 0,-1 0 0 0 0,1 0-1 0 0,-1 1 1 0 0,-1-1-1 0 0,1 0 1 0 0,-2 0 0 0 0,1 0-1 0 0,-2 12 1 0 0,0-12 8 0 0,0 0 1 0 0,0 0 0 0 0,0 0-1 0 0,-1-1 1 0 0,0 1-1 0 0,-1-1 1 0 0,0 0-1 0 0,0 0 1 0 0,0 0 0 0 0,-1 0-1 0 0,0-1 1 0 0,-6 6-1 0 0,1-2 2 0 0,-1-1 1 0 0,1 0-1 0 0,-2-1 0 0 0,1-1 0 0 0,-1 1 0 0 0,-18 7 0 0 0,-10 1 17 0 0,0-3 0 0 0,-1 0 0 0 0,-63 9 0 0 0,75-17-541 0 0,-1-1 1 0 0,1-2-1 0 0,-1 0 1 0 0,-32-4-1 0 0,51-2-1461 0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8:07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1 537 876 0 0,'38'-1'2722'0'0,"26"-14"-346"0"0,-36 4-1324 0 0,40-21-1 0 0,-57 26-709 0 0,0 0-1 0 0,-1-1 1 0 0,0 0-1 0 0,16-16 1 0 0,-25 22-222 0 0,-1 1-111 0 0,0-1 1 0 0,0 1-1 0 0,0 0 0 0 0,0 0 0 0 0,0-1 1 0 0,0 1-1 0 0,0 0 0 0 0,0-1 1 0 0,0 1-1 0 0,0 0 0 0 0,0 0 1 0 0,0-1-1 0 0,0 1 0 0 0,0 0 1 0 0,0 0-1 0 0,0-1 0 0 0,-1 1 0 0 0,1 0 1 0 0,0 0-1 0 0,0 0 0 0 0,0-1 1 0 0,0 1-1 0 0,-1 0 0 0 0,1 0 1 0 0,0 0-1 0 0,0-1 0 0 0,0 1 1 0 0,-1 0-1 0 0,1 0 0 0 0,0 0 0 0 0,0 0 1 0 0,-1 0-1 0 0,1 0 0 0 0,0 0 1 0 0,0 0-1 0 0,-1-1 0 0 0,1 1 1 0 0,0 0-1 0 0,-1 0 0 0 0,1 0 1 0 0,0 0-1 0 0,0 0 0 0 0,-1 0 0 0 0,1 1 1 0 0,0-1-1 0 0,-1 0 0 0 0,-17 10 92 0 0,15-8-106 0 0,0 1-1 0 0,0 0 1 0 0,0 0-1 0 0,0 0 0 0 0,0 0 1 0 0,1 0-1 0 0,0 1 1 0 0,-1-1-1 0 0,1 1 0 0 0,1 0 1 0 0,-3 6-1 0 0,3-9-1 0 0,0 1-1 0 0,1 0 1 0 0,-1 1 0 0 0,1-1-1 0 0,0 0 1 0 0,0 0-1 0 0,-1 0 1 0 0,1 0-1 0 0,1 0 1 0 0,-1 0 0 0 0,0 0-1 0 0,0 0 1 0 0,1 0-1 0 0,-1 0 1 0 0,1 0-1 0 0,0 0 1 0 0,0 0-1 0 0,0 0 1 0 0,0 0 0 0 0,0-1-1 0 0,0 1 1 0 0,0 0-1 0 0,0 0 1 0 0,1-1-1 0 0,-1 1 1 0 0,0-1 0 0 0,1 0-1 0 0,0 1 1 0 0,-1-1-1 0 0,1 0 1 0 0,0 0-1 0 0,0 0 1 0 0,-1 0 0 0 0,1 0-1 0 0,0 0 1 0 0,0 0-1 0 0,0-1 1 0 0,0 1-1 0 0,0-1 1 0 0,0 1-1 0 0,0-1 1 0 0,0 0 0 0 0,0 0-1 0 0,1 0 1 0 0,-1 0-1 0 0,2-1 1 0 0,3 1-6 0 0,1 0 0 0 0,0-1-1 0 0,-1 1 1 0 0,1-2 0 0 0,-1 1 0 0 0,0-1 0 0 0,1-1 0 0 0,-1 1 0 0 0,0-1 0 0 0,0 0-1 0 0,-1-1 1 0 0,10-5 0 0 0,-1-5 4 0 0,-1 0 0 0 0,0 0 0 0 0,-1-1 0 0 0,0-1 0 0 0,-1 0 0 0 0,-1-1-1 0 0,-1 0 1 0 0,12-27 0 0 0,-10 16 54 0 0,-1 0 0 0 0,-1 0 0 0 0,-2-1 0 0 0,-1-1 0 0 0,3-30 0 0 0,-8-69 2455 0 0,-1 127-2277 0 0,-1 2-201 0 0,0-1 0 0 0,0 1 1 0 0,0 0-1 0 0,0 0 0 0 0,0 0 0 0 0,1 0 0 0 0,-1 0 0 0 0,0 0 0 0 0,0-1 1 0 0,0 1-1 0 0,0 0 0 0 0,0 0 0 0 0,0 0 0 0 0,0 0 0 0 0,1 0 0 0 0,-1-1 1 0 0,0 1-1 0 0,0 0 0 0 0,0 0 0 0 0,0 0 0 0 0,0-1 0 0 0,0 1 0 0 0,0 0 1 0 0,0 0-1 0 0,0 0 0 0 0,0 0 0 0 0,0-1 0 0 0,0 1 0 0 0,0 0 0 0 0,0 0 1 0 0,0 0-1 0 0,0 0 0 0 0,0-1 0 0 0,-1 1 0 0 0,1 0 0 0 0,0 0 0 0 0,0 0 1 0 0,0 0-1 0 0,0-1 0 0 0,0 1 0 0 0,0 0 0 0 0,0 0 0 0 0,0 0 1 0 0,-1 0-1 0 0,1 0 0 0 0,0-1 0 0 0,-7 13 82 0 0,1 1-1 0 0,0-1 1 0 0,1 1 0 0 0,1 0 0 0 0,0 0-1 0 0,-3 18 1 0 0,-7 42 373 0 0,-3 23 32 0 0,11-25-243 0 0,-13 132-51 0 0,16-183-1319 0 0,2-5-1919 0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8:08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62 776 0 0,'0'0'2012'0'0,"4"1"-1018"0"0,1 1-656 0 0,1-1-1 0 0,-1-1 0 0 0,1 1 1 0 0,0-1-1 0 0,-1 0 0 0 0,1 0 1 0 0,0 0-1 0 0,-1-1 1 0 0,1 0-1 0 0,7-2 0 0 0,72-21 1844 0 0,-54 15-1424 0 0,99-16 2315 0 0,-129 24-2874 0 0,13-1 600 0 0,-7 1-1190 0 0,-27 18-5414 0 0,15-13 2663 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8:10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81 560 0 0,'-9'-41'5461'0'0,"6"34"-2541"0"0,0 11-1201 0 0,-3 26-734 0 0,-1 44-790 0 0,-7 140 1184 0 0,7-153-759 0 0,7-59 366 0 0,-4-8-952 0 0,-1-7-60 0 0,0 0 0 0 0,1 0 0 0 0,1-1-1 0 0,0 1 1 0 0,1-1 0 0 0,0 0 0 0 0,1 0-1 0 0,0 0 1 0 0,2-19 0 0 0,3-15-163 0 0,13-71 0 0 0,-17 117 175 0 0,0-1-1 0 0,1 1 1 0 0,-1-1 0 0 0,0 1 0 0 0,1 0 0 0 0,0-1 0 0 0,-1 1 0 0 0,1 0 0 0 0,0 0-1 0 0,0-1 1 0 0,1 1 0 0 0,-1 0 0 0 0,0 0 0 0 0,1 0 0 0 0,-1 0 0 0 0,1 1 0 0 0,-1-1-1 0 0,1 0 1 0 0,0 1 0 0 0,0-1 0 0 0,4-2 0 0 0,-4 3-35 0 0,1 3 8 0 0,10 4 12 0 0,0 1 0 0 0,0 1-1 0 0,-1 0 1 0 0,0 1 0 0 0,-1 0 0 0 0,18 19 0 0 0,60 75-38 0 0,-46-52 47 0 0,-28-32 25 0 0,-4-6 63 0 0,0-1 1 0 0,0 1-1 0 0,25 18 1 0 0,-35-30 406 0 0,16-17-216 0 0,-13 9-215 0 0,-1-1-1 0 0,0 0 1 0 0,0 0 0 0 0,-1 0 0 0 0,1 0-1 0 0,-2-1 1 0 0,0 1 0 0 0,0-1 0 0 0,0-8-1 0 0,0 7-21 0 0,8-63 112 0 0,3-63 17 0 0,-10 125-549 0 0,1-14-874 0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8:11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67 572 0 0,'-13'30'3011'0'0,"12"-24"-2816"0"0,0 0-1 0 0,1 0 1 0 0,0 0-1 0 0,1-1 1 0 0,-1 1-1 0 0,1 0 1 0 0,0 0-1 0 0,1-1 1 0 0,-1 1-1 0 0,1 0 1 0 0,0-1-1 0 0,0 0 1 0 0,1 1 0 0 0,0-1-1 0 0,0 0 1 0 0,0 0-1 0 0,0-1 1 0 0,1 1-1 0 0,0-1 1 0 0,0 1-1 0 0,0-1 1 0 0,0-1-1 0 0,1 1 1 0 0,-1 0-1 0 0,1-1 1 0 0,9 4-1 0 0,-13-6 679 0 0,0-1-824 0 0,1 0 1 0 0,-1-1-1 0 0,0 1 1 0 0,0 0 0 0 0,1-1-1 0 0,-1 0 1 0 0,0 1 0 0 0,0-1-1 0 0,0 1 1 0 0,0-1-1 0 0,0 0 1 0 0,0 0 0 0 0,0 0-1 0 0,0 0 1 0 0,0 1 0 0 0,0-1-1 0 0,0 0 1 0 0,0-1-1 0 0,-1 1 1 0 0,1 0 0 0 0,-1 0-1 0 0,1 0 1 0 0,0 0 0 0 0,-1 0-1 0 0,0-1 1 0 0,1 1-1 0 0,-1 0 1 0 0,0 0 0 0 0,0-1-1 0 0,1 1 1 0 0,-1 0 0 0 0,0-1-1 0 0,0 1 1 0 0,0 0-1 0 0,-1 0 1 0 0,1-1 0 0 0,0-1-1 0 0,-9-50 885 0 0,9 52-928 0 0,-3-13 249 0 0,-2 0-1 0 0,0 0 1 0 0,-14-25-1 0 0,16 33-306 0 0,0 1 0 0 0,0 0 0 0 0,0 0 0 0 0,-1 0 0 0 0,0 0 0 0 0,0 0 0 0 0,0 1 0 0 0,-1 0 0 0 0,1 0 0 0 0,-1 0 0 0 0,-10-6 0 0 0,14 10-379 0 0,0 0 253 0 0,0 0 0 0 0,0 0-1 0 0,0 0 1 0 0,0 0 0 0 0,0 0-1 0 0,0 0 1 0 0,0 1-1 0 0,0-1 1 0 0,1 0 0 0 0,-1 0-1 0 0,0 1 1 0 0,0-1 0 0 0,0 1-1 0 0,0-1 1 0 0,1 1-1 0 0,-1-1 1 0 0,0 1 0 0 0,1 0-1 0 0,-1-1 1 0 0,0 1 0 0 0,1 0-1 0 0,-1-1 1 0 0,1 1-1 0 0,-1 0 1 0 0,1 0 0 0 0,-1-1-1 0 0,1 1 1 0 0,-1 0 0 0 0,1 0-1 0 0,0 0 1 0 0,-1 0-1 0 0,1 0 1 0 0,0 0 0 0 0,0 0-1 0 0,0 0 1 0 0,0-1-1 0 0,0 1 1 0 0,0 0 0 0 0,0 0-1 0 0,0 0 1 0 0,0 0 0 0 0,0 0-1 0 0,1 0 1 0 0,-1 0-1 0 0,1 1 1 0 0,-1 1-2237 0 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8:11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17 144 0 0,'0'0'1327'0'0,"25"23"1024"0"0,-10-3-1612 0 0,-9-10-460 0 0,1 0-1 0 0,0-1 0 0 0,1 1 1 0 0,0-1-1 0 0,1-1 0 0 0,-1 0 1 0 0,2 0-1 0 0,-1-1 0 0 0,17 10 1 0 0,-24-16-186 0 0,0 0 1 0 0,0 0 0 0 0,0 0-1 0 0,0 0 1 0 0,0 0 0 0 0,0-1-1 0 0,1 1 1 0 0,-1-1 0 0 0,0 1-1 0 0,0-1 1 0 0,1 0 0 0 0,-1 0-1 0 0,0 0 1 0 0,1 0 0 0 0,-1 0-1 0 0,0-1 1 0 0,0 1 0 0 0,1-1 0 0 0,-1 1-1 0 0,0-1 1 0 0,0 0 0 0 0,0 0-1 0 0,0 0 1 0 0,0 0 0 0 0,0 0-1 0 0,0-1 1 0 0,0 1 0 0 0,0-1-1 0 0,0 1 1 0 0,-1-1 0 0 0,1 1-1 0 0,-1-1 1 0 0,1 0 0 0 0,-1 0-1 0 0,0 0 1 0 0,0 0 0 0 0,1 0-1 0 0,-1 0 1 0 0,-1 0 0 0 0,1 0-1 0 0,0 0 1 0 0,0 0 0 0 0,-1-1-1 0 0,1 1 1 0 0,-1-3 0 0 0,12-76 752 0 0,-13 48-966 0 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8:12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0 148 56 0 0,'0'0'4763'0'0,"13"35"-1974"0"0,-5 16-1099 0 0,-6-38 40 0 0,-1-40-1257 0 0,0 18-438 0 0,0-1 1 0 0,0 0-1 0 0,1 0 0 0 0,1 0 1 0 0,0 1-1 0 0,0 0 0 0 0,1-1 1 0 0,0 1-1 0 0,0 0 0 0 0,1 1 1 0 0,0-1-1 0 0,1 1 0 0 0,0 0 1 0 0,11-11-1 0 0,-16 17-36 0 0,0 1-1 0 0,0 0 1 0 0,0 0 0 0 0,0 0-1 0 0,0 0 1 0 0,1 0-1 0 0,-1 0 1 0 0,0 0 0 0 0,1 0-1 0 0,-1 1 1 0 0,0-1-1 0 0,1 0 1 0 0,-1 1 0 0 0,1-1-1 0 0,-1 1 1 0 0,1 0 0 0 0,-1-1-1 0 0,1 1 1 0 0,0 0-1 0 0,-1 0 1 0 0,1 0 0 0 0,-1 0-1 0 0,1 0 1 0 0,-1 0 0 0 0,1 0-1 0 0,-1 1 1 0 0,1-1-1 0 0,-1 1 1 0 0,1-1 0 0 0,-1 1-1 0 0,1-1 1 0 0,1 2-1 0 0,2 1-9 0 0,-1 1-1 0 0,1 0 1 0 0,-1-1-1 0 0,0 1 1 0 0,0 1-1 0 0,5 5 1 0 0,-4-3-2 0 0,5 3-2 0 0,17 20-20 0 0,43 38 0 0 0,-62-61 43 0 0,1 0 0 0 0,-1-1 0 0 0,1 0 0 0 0,1-1 0 0 0,-1 1 0 0 0,1-2 0 0 0,0 1 0 0 0,0-2 0 0 0,0 1-1 0 0,16 2 1 0 0,-23-5 27 0 0,0-1-1 0 0,0 0 0 0 0,0 0 1 0 0,0 0-1 0 0,0 0 0 0 0,0-1 0 0 0,-1 1 1 0 0,1-1-1 0 0,0 0 0 0 0,0 0 1 0 0,0 0-1 0 0,-1 0 0 0 0,1 0 0 0 0,-1 0 1 0 0,1-1-1 0 0,-1 1 0 0 0,4-4 0 0 0,-1 1 43 0 0,-1 0 0 0 0,0-1 0 0 0,0 1-1 0 0,0-1 1 0 0,-1 0 0 0 0,0 0 0 0 0,0 0-1 0 0,3-7 1 0 0,1-5 146 0 0,-1 0 0 0 0,-1 0 0 0 0,0-1 0 0 0,3-28 0 0 0,8-33-348 0 0,-16 76-422 0 0,0-1-421 0 0,0 0-486 0 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8:13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45 696 0 0,'14'-32'9650'0'0,"-17"20"-5603"0"0,-1 24-2780 0 0,-6 45-1918 0 0,6-32 1236 0 0,-51 381 504 0 0,50-310-626 0 0,5-93-406 0 0,-1-2-1110 0 0,-1 20 3672 0 0,0-11-4765 0 0,-13-31-11589 0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8:14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308 106 144 0 0,'19'-46'7339'0'0,"-19"44"-7173"0"0,0-1 1 0 0,0 1 0 0 0,-1-1-1 0 0,1 0 1 0 0,-1 1-1 0 0,1-1 1 0 0,-1 1 0 0 0,0-1-1 0 0,0 1 1 0 0,0 0-1 0 0,0-1 1 0 0,-1 1 0 0 0,1 0-1 0 0,0 0 1 0 0,-1 0 0 0 0,0 0-1 0 0,0 0 1 0 0,1 0-1 0 0,-1 0 1 0 0,0 0 0 0 0,-3-1-1 0 0,1 1-57 0 0,1 1 1 0 0,-1 0-1 0 0,1 0 0 0 0,-1 0 0 0 0,0 0 1 0 0,0 0-1 0 0,0 1 0 0 0,1-1 0 0 0,-1 1 1 0 0,0 0-1 0 0,0 0 0 0 0,-7 2 0 0 0,-6 1-2 0 0,1 2-1 0 0,-1 0 1 0 0,1 1-1 0 0,0 0 1 0 0,-20 12-1 0 0,27-13-71 0 0,0 0 0 0 0,0 0 0 0 0,0 1-1 0 0,1 0 1 0 0,0 1 0 0 0,0 0 0 0 0,0 0 0 0 0,1 1-1 0 0,0 0 1 0 0,1 0 0 0 0,0 0 0 0 0,0 1 0 0 0,1 0-1 0 0,0 0 1 0 0,-5 15 0 0 0,9-22-28 0 0,0 1 1 0 0,0-1-1 0 0,0 1 0 0 0,1 0 1 0 0,-1-1-1 0 0,1 1 0 0 0,0 0 1 0 0,0 0-1 0 0,0-1 0 0 0,0 1 1 0 0,1 0-1 0 0,-1-1 0 0 0,0 1 1 0 0,1 0-1 0 0,0-1 0 0 0,0 1 1 0 0,0 0-1 0 0,0-1 0 0 0,0 0 1 0 0,0 1-1 0 0,1-1 0 0 0,-1 0 1 0 0,1 1-1 0 0,0-1 0 0 0,0 0 1 0 0,-1 0-1 0 0,1 0 0 0 0,0 0 1 0 0,3 1-1 0 0,-1-1 0 0 0,-1 0 0 0 0,1-1 1 0 0,0 1-1 0 0,-1-1 0 0 0,1 0 0 0 0,0 0 0 0 0,0 0 0 0 0,0 0 1 0 0,-1-1-1 0 0,1 0 0 0 0,0 0 0 0 0,0 0 0 0 0,0 0 0 0 0,0 0 1 0 0,0-1-1 0 0,0 0 0 0 0,0 0 0 0 0,-1 0 0 0 0,1 0 0 0 0,4-2 1 0 0,4-2-27 0 0,0-1 1 0 0,0-1 0 0 0,0 0 0 0 0,-1 0 0 0 0,0-1-1 0 0,0-1 1 0 0,-1 1 0 0 0,0-2 0 0 0,-1 1 0 0 0,0-2-1 0 0,-1 1 1 0 0,0-1 0 0 0,0 0 0 0 0,-1-1 0 0 0,0 1-1 0 0,9-25 1 0 0,-8 20-47 0 0,-2 20-47 0 0,1 27-83 0 0,-4-18 195 0 0,-1-4-11 0 0,-1-2-3 0 0,1 1 0 0 0,0-1 0 0 0,0 0 0 0 0,0 0 0 0 0,1 0 0 0 0,0 0 0 0 0,1 0 0 0 0,-1 0 0 0 0,1-1 0 0 0,1 0-1 0 0,-1 0 1 0 0,1 0 0 0 0,5 5 0 0 0,-7-10 13 0 0,-1 0 0 0 0,0-1 0 0 0,1 1 0 0 0,-1-1 0 0 0,0 1 0 0 0,1-1 0 0 0,-1 0 0 0 0,1 0 0 0 0,-1 0 0 0 0,0-1 0 0 0,1 1 0 0 0,-1-1 0 0 0,0 1 0 0 0,1-1 0 0 0,-1 0 1 0 0,0 1-1 0 0,0-1 0 0 0,1 0 0 0 0,-1-1 0 0 0,3-1 0 0 0,40-28-39 0 0,95-95 2 0 0,-139 125 35 0 0,1 0 0 0 0,-1 0 0 0 0,0 0 1 0 0,1 0-1 0 0,-1 0 0 0 0,1 0 0 0 0,-1 1 1 0 0,1-1-1 0 0,-1 0 0 0 0,1 1 0 0 0,-1-1 1 0 0,1 1-1 0 0,0 0 0 0 0,-1 0 0 0 0,1-1 1 0 0,-1 1-1 0 0,1 0 0 0 0,0 0 1 0 0,-1 1-1 0 0,1-1 0 0 0,0 0 0 0 0,-1 0 1 0 0,1 1-1 0 0,-1-1 0 0 0,1 1 0 0 0,-1 0 1 0 0,3 1-1 0 0,47 32-52 0 0,-45-28 120 0 0,1-1 1 0 0,0 0 0 0 0,1 0 0 0 0,-1-1-1 0 0,9 5 1 0 0,-6-7-62 0 0,1 0 1 0 0,-1-1-1 0 0,1 0 0 0 0,-1-1 0 0 0,1 0 0 0 0,-1 0 0 0 0,0-1 0 0 0,1-1 0 0 0,-1 0 1 0 0,11-3-1 0 0,35-4-8351 0 0,-41 7 5471 0 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8:21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57 196 0 0,'22'-56'7507'0'0,"-21"61"-7148"0"0,0 1 1 0 0,0 0-1 0 0,0 0 1 0 0,-1 0-1 0 0,1-1 1 0 0,-2 1-1 0 0,1 0 1 0 0,0 0-1 0 0,-3 10 1 0 0,-18 82 128 0 0,5-16 250 0 0,-4 63 483 0 0,19-139-1256 0 0,1-3 4 0 0,0-1 1 0 0,0 1 0 0 0,-1 0 0 0 0,0-1 0 0 0,1 1-1 0 0,-1 0 1 0 0,0-1 0 0 0,0 1 0 0 0,0-1-1 0 0,-1 1 1 0 0,1-1 0 0 0,0 0 0 0 0,-4 5 0 0 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8:22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102 137 352 0 0,'-1'1'170'0'0,"0"-1"0"0"0,0 0 1 0 0,0 1-1 0 0,0 0 0 0 0,0-1 0 0 0,0 1 0 0 0,0 0 1 0 0,0-1-1 0 0,0 1 0 0 0,0 0 0 0 0,0 0 0 0 0,1 0 1 0 0,-1 0-1 0 0,0-1 0 0 0,1 1 0 0 0,-1 0 0 0 0,0 0 1 0 0,1 1-1 0 0,-1-1 0 0 0,1 0 0 0 0,-1 0 0 0 0,1 0 1 0 0,0 0-1 0 0,0 0 0 0 0,-1 0 0 0 0,1 1 0 0 0,0-1 1 0 0,0 0-1 0 0,0 0 0 0 0,0 0 0 0 0,0 1 0 0 0,1-1 1 0 0,-1 0-1 0 0,0 0 0 0 0,0 0 0 0 0,1 0 0 0 0,-1 0 1 0 0,1 0-1 0 0,0 2 0 0 0,0-2-104 0 0,0 0 1 0 0,0 1-1 0 0,0-1 0 0 0,0 0 0 0 0,0 0 0 0 0,1 0 1 0 0,-1 0-1 0 0,0 0 0 0 0,1 0 0 0 0,-1 0 0 0 0,1 0 1 0 0,-1-1-1 0 0,1 1 0 0 0,-1 0 0 0 0,1-1 0 0 0,0 1 1 0 0,-1-1-1 0 0,1 0 0 0 0,0 0 0 0 0,-1 1 0 0 0,1-1 1 0 0,-1 0-1 0 0,1 0 0 0 0,0-1 0 0 0,-1 1 1 0 0,1 0-1 0 0,0 0 0 0 0,1-1 0 0 0,5-2 88 0 0,1 1 0 0 0,-1-1 0 0 0,-1-1 0 0 0,1 1 0 0 0,0-1 0 0 0,-1 0 1 0 0,0-1-1 0 0,0 0 0 0 0,0 0 0 0 0,-1-1 0 0 0,0 1 0 0 0,0-2 0 0 0,0 1 0 0 0,-1 0 0 0 0,1-1 0 0 0,-2 0 0 0 0,1 0 0 0 0,5-13 0 0 0,-8 17-130 0 0,-1 1-1 0 0,0-1 1 0 0,1 1-1 0 0,-1-1 1 0 0,-1 0-1 0 0,1 1 1 0 0,0-1-1 0 0,-1 0 1 0 0,1 0-1 0 0,-1 1 1 0 0,0-1-1 0 0,0 0 1 0 0,0 0-1 0 0,0 0 1 0 0,-1-4-1 0 0,0 5-15 0 0,0 1-1 0 0,1-1 1 0 0,-1 0-1 0 0,0 1 1 0 0,0-1-1 0 0,0 1 1 0 0,-1-1-1 0 0,1 1 0 0 0,0-1 1 0 0,0 1-1 0 0,-1 0 1 0 0,1 0-1 0 0,-1-1 1 0 0,1 1-1 0 0,-1 0 1 0 0,1 0-1 0 0,-4-1 1 0 0,-1 0-7 0 0,0 0 1 0 0,0 1-1 0 0,0 0 1 0 0,0 0-1 0 0,0 0 1 0 0,0 1-1 0 0,0 0 1 0 0,0 0-1 0 0,0 0 1 0 0,0 1-1 0 0,0 0 1 0 0,-9 3-1 0 0,3-1-8 0 0,1 1 0 0 0,0 0 0 0 0,0 1 0 0 0,0 0 0 0 0,1 1 0 0 0,0 0 0 0 0,0 1 0 0 0,1 0 0 0 0,-15 13 0 0 0,20-16 2 0 0,1 0 0 0 0,-1 0 0 0 0,1 0 0 0 0,0 0 0 0 0,0 1 0 0 0,0 0 0 0 0,0-1 0 0 0,1 1 0 0 0,0 0 0 0 0,0 0 0 0 0,0 0 0 0 0,1 0 0 0 0,0 1 0 0 0,0-1 0 0 0,0 0 0 0 0,1 1 0 0 0,-1-1 0 0 0,1 0 0 0 0,0 1 0 0 0,1-1 0 0 0,-1 1 0 0 0,1-1 0 0 0,2 5 0 0 0,-2-6 2 0 0,1 0-1 0 0,0 0 1 0 0,0 0 0 0 0,0 0-1 0 0,1-1 1 0 0,-1 1-1 0 0,1-1 1 0 0,0 0-1 0 0,0 0 1 0 0,0 0 0 0 0,0 0-1 0 0,0 0 1 0 0,1-1-1 0 0,-1 1 1 0 0,1-1 0 0 0,0 0-1 0 0,0 0 1 0 0,-1 0-1 0 0,1-1 1 0 0,1 1 0 0 0,-1-1-1 0 0,0 0 1 0 0,0 0-1 0 0,0-1 1 0 0,1 1 0 0 0,-1-1-1 0 0,0 0 1 0 0,5 0-1 0 0,10 0 10 0 0,-1-1 0 0 0,1-1-1 0 0,0 0 1 0 0,-1-1-1 0 0,19-7 1 0 0,-2-2 3 0 0,-1-1-1 0 0,0-3 1 0 0,47-28 0 0 0,-52 26 37 0 0,1 2 1 0 0,1 1-1 0 0,0 2 1 0 0,45-14-1 0 0,-72 26-49 0 0,1-1-1 0 0,0 2 1 0 0,-1-1-1 0 0,1 0 1 0 0,0 1 0 0 0,0 0-1 0 0,-1 0 1 0 0,1 0-1 0 0,0 1 1 0 0,5 1-1 0 0,-9-2 3 0 0,0 1-1 0 0,1 0 0 0 0,-1-1 1 0 0,0 1-1 0 0,0 0 0 0 0,0 0 1 0 0,0 0-1 0 0,0 0 0 0 0,0 0 1 0 0,-1 0-1 0 0,1 0 0 0 0,0 0 1 0 0,0 0-1 0 0,-1 0 0 0 0,1 0 1 0 0,0 1-1 0 0,-1-1 0 0 0,0 0 1 0 0,1 0-1 0 0,-1 1 0 0 0,0-1 1 0 0,1 0-1 0 0,-1 0 0 0 0,0 1 1 0 0,0-1-1 0 0,0 0 0 0 0,0 1 1 0 0,0-1-1 0 0,0 0 0 0 0,-1 1 1 0 0,1-1-1 0 0,0 0 0 0 0,-1 1 0 0 0,1-1 1 0 0,-1 0-1 0 0,1 0 0 0 0,-1 0 1 0 0,0 0-1 0 0,0 2 0 0 0,-2 5 3 0 0,0 0 0 0 0,-1-1-1 0 0,1 1 1 0 0,-2-1-1 0 0,1 0 1 0 0,-1 0 0 0 0,0 0-1 0 0,-11 11 1 0 0,15-16 9 0 0,-13 11 56 0 0,13-11-104 0 0,5-6-184 0 0,7-6 163 0 0,1 1-1 0 0,1 0 0 0 0,0 1 0 0 0,0 0 0 0 0,1 1 0 0 0,-1 0 0 0 0,1 1 0 0 0,19-5 0 0 0,-2 2-49 0 0,0 1 0 0 0,0 1 0 0 0,35-2 0 0 0,-54 8 66 0 0,-1 1 1 0 0,1 1-1 0 0,-1-1 1 0 0,1 2-1 0 0,-1 0 1 0 0,21 6-1 0 0,-26-7 41 0 0,-1 1-1 0 0,1 1 1 0 0,0-1 0 0 0,-1 1 0 0 0,1 0-1 0 0,-1 0 1 0 0,0 0 0 0 0,0 1-1 0 0,0 0 1 0 0,-1 0 0 0 0,1 0 0 0 0,-1 0-1 0 0,7 10 1 0 0,-10-13 25 0 0,-1 1 0 0 0,1 0-1 0 0,0-1 1 0 0,-1 1 0 0 0,1 0 0 0 0,-1 0 0 0 0,0 0-1 0 0,0-1 1 0 0,0 1 0 0 0,1 0 0 0 0,-2 0 0 0 0,1 0 0 0 0,0 0-1 0 0,0-1 1 0 0,0 1 0 0 0,-1 0 0 0 0,1 0 0 0 0,-1 0-1 0 0,0-1 1 0 0,1 1 0 0 0,-1 0 0 0 0,0-1 0 0 0,0 1-1 0 0,0-1 1 0 0,0 1 0 0 0,0-1 0 0 0,0 1 0 0 0,-1-1-1 0 0,1 0 1 0 0,0 0 0 0 0,-1 1 0 0 0,1-1 0 0 0,-1 0-1 0 0,1 0 1 0 0,-1-1 0 0 0,-2 2 0 0 0,-4 3-310 0 0,-1 0 0 0 0,0 0 0 0 0,0-1 0 0 0,0 0 0 0 0,-11 2 0 0 0,18-5-634 0 0,-6 0-3609 0 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8:22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0 776 0 0,'0'0'7259'0'0,"-5"3"-6926"0"0,-24 13 623 0 0,27-15-470 0 0,38-5-627 0 0,-32 3 122 0 0,0 0-1 0 0,0 0 1 0 0,0 1-1 0 0,0-1 1 0 0,1 1-1 0 0,-1 0 1 0 0,0 0-1 0 0,0 1 1 0 0,0-1 0 0 0,0 1-1 0 0,0 0 1 0 0,7 2-1 0 0,13 7-201 0 0,0-2 1 0 0,1 0-1 0 0,0-2 0 0 0,1-1 0 0 0,-1-1 0 0 0,1-1 0 0 0,0-1 0 0 0,0-1 1 0 0,0-1-1 0 0,-1-2 0 0 0,1 0 0 0 0,49-13 0 0 0,-5 7 2706 0 0,-69 10-2384 0 0,-1 0 0 0 0,1 0 1 0 0,-1 0-1 0 0,0 0 0 0 0,0 0 0 0 0,0 0 0 0 0,0 0 0 0 0,0 0 1 0 0,0 0-1 0 0,-1 0 0 0 0,1 0 0 0 0,-1 0 0 0 0,1 0 0 0 0,-2 3 1 0 0,-16 27 424 0 0,-1 0 0 0 0,-43 55 0 0 0,-23 35-176 0 0,-43 66-3635 0 0,93-140-978 0 0,19-27 1487 0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8:23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45 488 0 0,'7'-4'2168'0'0,"4"-7"-1244"0"0,-9 6 348 0 0,4-8-1052 0 0,-6 1-1172 0 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8:36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755 107 640 0 0,'65'-97'10478'0'0,"-64"95"-9220"0"0,-29-6-991 0 0,7 8-183 0 0,1 1-1 0 0,-1 1 1 0 0,0 0 0 0 0,1 2-1 0 0,-1 0 1 0 0,-27 10 0 0 0,9-4 0 0 0,18-4-37 0 0,-248 71 382 0 0,234-64-396 0 0,1 1-1 0 0,1 1 0 0 0,0 2 0 0 0,1 1 0 0 0,-46 35 1 0 0,74-50-41 0 0,0 0 1 0 0,1 1-1 0 0,-1-1 1 0 0,1 0-1 0 0,0 1 1 0 0,0 0-1 0 0,0 0 1 0 0,0 0 0 0 0,1 0-1 0 0,0 0 1 0 0,0 0-1 0 0,0 1 1 0 0,0-1-1 0 0,0 1 1 0 0,1-1-1 0 0,0 1 1 0 0,0 0 0 0 0,0 0-1 0 0,1-1 1 0 0,0 1-1 0 0,0 0 1 0 0,0 5-1 0 0,1-4 5 0 0,1 0-1 0 0,-1 0 1 0 0,1 0-1 0 0,1 0 1 0 0,-1 0-1 0 0,1 0 1 0 0,0 0-1 0 0,0-1 0 0 0,0 0 1 0 0,1 1-1 0 0,0-1 1 0 0,0 0-1 0 0,1-1 1 0 0,-1 1-1 0 0,10 7 1 0 0,13 7 3 0 0,1-1 0 0 0,1 0 0 0 0,0-3 0 0 0,45 19 0 0 0,134 36 3 0 0,-155-53-2 0 0,141 51-731 0 0,-159-54 521 0 0,-2 2 0 0 0,0 2 1 0 0,51 36-1 0 0,-84-54 196 0 0,1 0 0 0 0,-1 1 0 0 0,1-1 0 0 0,-1 1-1 0 0,1-1 1 0 0,-1 0 0 0 0,1 1 0 0 0,-1-1 0 0 0,1 1 0 0 0,-1 0 0 0 0,0-1 0 0 0,1 1 0 0 0,-1-1 0 0 0,0 1 0 0 0,1-1 0 0 0,-1 1 0 0 0,0 0 0 0 0,0-1-1 0 0,0 1 1 0 0,1 0 0 0 0,-1-1 0 0 0,0 1 0 0 0,0 0 0 0 0,0-1 0 0 0,0 1 0 0 0,0 0 0 0 0,0-1 0 0 0,-1 1 0 0 0,1 0 0 0 0,0-1 0 0 0,0 1 0 0 0,0 0-1 0 0,-1-1 1 0 0,1 1 0 0 0,0-1 0 0 0,0 1 0 0 0,-1 0 0 0 0,1-1 0 0 0,-1 1 0 0 0,1-1 0 0 0,0 1 0 0 0,-1-1 0 0 0,1 1 0 0 0,-1-1 0 0 0,1 0 0 0 0,-1 1-1 0 0,0-1 1 0 0,1 0 0 0 0,-1 1 0 0 0,0-1 0 0 0,-35 17-171 0 0,-16-9 201 0 0,1-2-1 0 0,-1-3 1 0 0,-86-4 0 0 0,50 0 109 0 0,6-6 19 0 0,66 5-318 0 0,-1 0-1 0 0,1 0 1 0 0,-1 2 0 0 0,0 0 0 0 0,0 1 0 0 0,1 0 0 0 0,-17 5 0 0 0,-2 11-5339 0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8:37.8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3720 51 24 0 0,'9'-34'6027'0'0,"-9"33"-5945"0"0,0 1 0 0 0,1 0 0 0 0,-1-1-1 0 0,0 1 1 0 0,0-1 0 0 0,0 1 0 0 0,0-1 0 0 0,0 1-1 0 0,0-1 1 0 0,0 1 0 0 0,0-1 0 0 0,0 1-1 0 0,0-1 1 0 0,0 1 0 0 0,0-1 0 0 0,0 1 0 0 0,0-1-1 0 0,0 1 1 0 0,0-1 0 0 0,0 1 0 0 0,-1 0 0 0 0,1-1-1 0 0,0 1 1 0 0,0-1 0 0 0,-1 1 0 0 0,1 0 0 0 0,0-1-1 0 0,0 1 1 0 0,-1-1 0 0 0,1 1 0 0 0,0 0 0 0 0,-1-1-1 0 0,1 1 1 0 0,-1 0 0 0 0,1 0 0 0 0,0-1-1 0 0,-1 1 1 0 0,1 0 0 0 0,-1 0 0 0 0,1 0 0 0 0,-1 0-1 0 0,1-1 1 0 0,-1 1 0 0 0,1 0 0 0 0,-1 0 0 0 0,0 0-1 0 0,-35 8 824 0 0,-48 30-1453 0 0,77-34 842 0 0,-193 102-165 0 0,67-33-82 0 0,-199 78-1 0 0,-74 21 50 0 0,234-94 3 0 0,-141 77 132 0 0,169-79-5 0 0,-68 30 395 0 0,20-9-225 0 0,64-32-245 0 0,-17 4 36 0 0,74-38 44 0 0,-86 53 0 0 0,-4 2 172 0 0,45-27 88 0 0,91-45-398 0 0,-305 181 824 0 0,274-162-271 0 0,-106 45 0 0 0,60-31 205 0 0,100-46-763 0 0,-22 1-524 0 0,16-3-2466 0 0,22-12-1840 0 0,-1 3 2643 0 0,5-5-1946 0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8:39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17 120 0 0,'0'0'1420'0'0,"2"-7"-173"0"0,-2 7-1070 0 0,0-1 1 0 0,0 1 0 0 0,0 0 0 0 0,0-1 0 0 0,0 1 0 0 0,0-1 0 0 0,0 1 0 0 0,0 0 0 0 0,0-1 0 0 0,0 1 0 0 0,1 0-1 0 0,-1-1 1 0 0,0 1 0 0 0,0 0 0 0 0,0-1 0 0 0,1 1 0 0 0,-1 0 0 0 0,0-1 0 0 0,0 1 0 0 0,1 0 0 0 0,-1 0-1 0 0,0-1 1 0 0,1 1 0 0 0,-1 0 0 0 0,0 0 0 0 0,1 0 0 0 0,-1-1 0 0 0,0 1 0 0 0,1 0 0 0 0,-1 0 0 0 0,0 0 0 0 0,1 0-1 0 0,-1 0 1 0 0,1 0 0 0 0,-1 0 0 0 0,0 0 0 0 0,1 0 0 0 0,0 0 0 0 0,364 224 487 0 0,-254-150-479 0 0,180 157 0 0 0,-74-54-71 0 0,87 23 331 0 0,-102-74-47 0 0,258 158 77 0 0,-75-74 31 0 0,91 38 783 0 0,-196-77-60 0 0,-213-131-771 0 0,-40-25-212 0 0,0 2 1 0 0,25 20-1 0 0,-11-14 83 0 0,20 19 833 0 0,-51-36-884 0 0,16 11 100 0 0,-39-20-1330 0 0,-33-9-333 0 0,-95-21-7491 0 0,75 13 4520 0 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8:46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8 268 0 0,'0'0'1524'0'0,"-2"-7"-710"0"0,2 7-755 0 0,0 0 0 0 0,0 0 1 0 0,0 0-1 0 0,0 0 0 0 0,0 1 0 0 0,0-1 1 0 0,0 0-1 0 0,0 0 0 0 0,0 0 0 0 0,0 0 0 0 0,0 0 1 0 0,0 0-1 0 0,0 0 0 0 0,0 0 0 0 0,0 1 0 0 0,0-1 1 0 0,0 0-1 0 0,0 0 0 0 0,0 0 0 0 0,0 0 0 0 0,-1 0 1 0 0,1 0-1 0 0,0 0 0 0 0,0 0 0 0 0,0 0 0 0 0,0 0 1 0 0,0 0-1 0 0,0 0 0 0 0,0 0 0 0 0,0 0 0 0 0,-1 0 1 0 0,1 0-1 0 0,0 0 0 0 0,0 0 0 0 0,0 0 0 0 0,0 1 1 0 0,0-1-1 0 0,0-1 0 0 0,0 1 0 0 0,0 0 1 0 0,-1 0-1 0 0,1 0 0 0 0,0 0 0 0 0,0 0 0 0 0,0 0 1 0 0,0 0-1 0 0,0 0 0 0 0,0 0 0 0 0,0 0 0 0 0,0 0 1 0 0,-1 0-1 0 0,1 0 0 0 0,0 0 0 0 0,-5 36 263 0 0,1-1-1 0 0,2 1 0 0 0,1 1 1 0 0,8 67-1 0 0,-1 43 170 0 0,-8-84-109 0 0,-11 70 0 0 0,12-132-352 0 0,-5 29-1190 0 0,-4-21-2901 0 0,1-3 2107 0 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8:47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75 244 0 0,'20'-32'7533'0'0,"-11"-2"-3707"0"0,-5 25-10517 0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8:49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17 111 112 0 0,'-1'-1'215'0'0,"0"0"1"0"0,0 0-1 0 0,-1 1 0 0 0,1-1 0 0 0,0 0 1 0 0,0 0-1 0 0,0-1 0 0 0,0 1 1 0 0,1 0-1 0 0,-1 0 0 0 0,0 0 1 0 0,0-1-1 0 0,1 1 0 0 0,-1 0 0 0 0,1-1 1 0 0,-1 1-1 0 0,1 0 0 0 0,-1-1 1 0 0,1 1-1 0 0,0-1 0 0 0,0 1 1 0 0,0-1-1 0 0,0 1 0 0 0,0-1 0 0 0,0 1 1 0 0,0 0-1 0 0,0-1 0 0 0,1-2 1 0 0,1 2-93 0 0,-1-1 1 0 0,1 1 0 0 0,0-1-1 0 0,0 1 1 0 0,0 0 0 0 0,0 0-1 0 0,0 0 1 0 0,1 0 0 0 0,-1 0-1 0 0,1 0 1 0 0,-1 1 0 0 0,1-1-1 0 0,2 0 1 0 0,11-5-100 0 0,-1 0 0 0 0,1 2 0 0 0,29-7 0 0 0,-20 8 39 0 0,0 0 1 0 0,32 1-1 0 0,-47 2-77 0 0,0 1 0 0 0,0 1 0 0 0,0 0 0 0 0,0 0 0 0 0,0 1 0 0 0,-1 1 0 0 0,1-1 0 0 0,15 8 0 0 0,-23-9 0 0 0,0 0 0 0 0,0 0-1 0 0,0 0 1 0 0,0 0 0 0 0,0 0-1 0 0,0 1 1 0 0,-1-1 0 0 0,1 1-1 0 0,0 0 1 0 0,-1-1 0 0 0,1 1-1 0 0,-1 0 1 0 0,0 0 0 0 0,0 0-1 0 0,1 0 1 0 0,-1 0 0 0 0,0 0-1 0 0,-1 0 1 0 0,1 0 0 0 0,0 0-1 0 0,-1 1 1 0 0,1-1 0 0 0,-1 0-1 0 0,0 0 1 0 0,1 1 0 0 0,-1-1-1 0 0,0 0 1 0 0,0 1 0 0 0,-1-1-1 0 0,1 0 1 0 0,0 0 0 0 0,-1 1-1 0 0,0-1 1 0 0,1 0 0 0 0,-1 0-1 0 0,0 0 1 0 0,0 0 0 0 0,0 0-1 0 0,0 0 1 0 0,-2 2 0 0 0,-6 10-15 0 0,-1 0 0 0 0,0-1-1 0 0,0-1 1 0 0,-19 17 0 0 0,16-16-15 0 0,-16 14 5 0 0,-2-2 0 0 0,-56 37 0 0 0,19-15 6 0 0,57-39 21 0 0,6-5-6 0 0,-1 1 1 0 0,1 0-1 0 0,-1 1 0 0 0,1-1 0 0 0,1 1 1 0 0,-6 6-1 0 0,9-10 8 0 0,1-1 15 0 0,0 0 1 0 0,-1 1-1 0 0,1-1 0 0 0,0 0 1 0 0,0 0-1 0 0,-1 0 0 0 0,1 0 1 0 0,0 0-1 0 0,-1 1 0 0 0,1-1 0 0 0,0 0 1 0 0,0 0-1 0 0,-1 1 0 0 0,1-1 1 0 0,0 0-1 0 0,0 0 0 0 0,0 1 1 0 0,0-1-1 0 0,-1 0 0 0 0,1 0 1 0 0,0 1-1 0 0,0-1 0 0 0,0 0 1 0 0,0 1-1 0 0,0-1 0 0 0,0 0 1 0 0,0 1-1 0 0,0-1 0 0 0,0 0 0 0 0,0 1 1 0 0,0-1-1 0 0,0 0 0 0 0,0 1 1 0 0,0-1-1 0 0,0 0 0 0 0,0 1 1 0 0,0-1-1 0 0,0 0 0 0 0,0 0 1 0 0,0 1-1 0 0,0-1 0 0 0,1 0 1 0 0,-1 1-1 0 0,0-1 0 0 0,1 1 9 0 0,-1 0-1 0 0,1 0 1 0 0,-1 0-1 0 0,1 0 0 0 0,-1 0 1 0 0,1 0-1 0 0,0-1 1 0 0,0 1-1 0 0,-1 0 1 0 0,1 0-1 0 0,0-1 1 0 0,0 1-1 0 0,0-1 1 0 0,0 1-1 0 0,0-1 1 0 0,0 1-1 0 0,0-1 1 0 0,-1 1-1 0 0,1-1 0 0 0,1 0 1 0 0,0 1-1 0 0,25 1 162 0 0,-1-2 0 0 0,0 0 0 0 0,1-2 0 0 0,-1-1 0 0 0,0-1 0 0 0,32-9-1 0 0,67-8 93 0 0,-22 11-63 0 0,-101 10-230 0 0,11-1-246 0 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8:49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24 440 0 0,'27'-17'7354'0'0,"-19"10"-3053"0"0,-35 22-14584 0 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8:53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26 135 384 0 0,'0'0'349'0'0,"-13"-47"4770"0"0,13 46-5034 0 0,-1 0-1 0 0,1-1 1 0 0,-1 1 0 0 0,1 0 0 0 0,0-1-1 0 0,-1 1 1 0 0,1 0 0 0 0,0-1 0 0 0,0 1 0 0 0,0-1-1 0 0,0 1 1 0 0,0-1 0 0 0,1 1 0 0 0,-1 0-1 0 0,0-1 1 0 0,1 1 0 0 0,-1 0 0 0 0,0-1-1 0 0,1 1 1 0 0,0 0 0 0 0,-1 0 0 0 0,1-1-1 0 0,0 1 1 0 0,0 0 0 0 0,0 0 0 0 0,-1 0-1 0 0,1 0 1 0 0,1-1 0 0 0,3-2 2 0 0,-1 1-1 0 0,1 0 1 0 0,-1 0 0 0 0,1 0-1 0 0,0 1 1 0 0,0 0 0 0 0,9-3-1 0 0,6-1-52 0 0,-1 1 0 0 0,1 1 0 0 0,23-2 1 0 0,-33 6-20 0 0,8-2 18 0 0,1 1 0 0 0,33 3 0 0 0,-47-2-31 0 0,-1 1-1 0 0,1 0 0 0 0,-1 0 1 0 0,1 0-1 0 0,-1 0 0 0 0,0 1 1 0 0,1-1-1 0 0,-1 1 1 0 0,0 0-1 0 0,0 1 0 0 0,0-1 1 0 0,-1 1-1 0 0,1 0 0 0 0,0 0 1 0 0,-1 0-1 0 0,6 6 1 0 0,-7-6-2 0 0,-1 1 1 0 0,0-1 0 0 0,0 0 0 0 0,0 0 0 0 0,0 1 0 0 0,0-1 0 0 0,0 0 0 0 0,-1 1 0 0 0,0-1-1 0 0,1 1 1 0 0,-2-1 0 0 0,1 0 0 0 0,0 1 0 0 0,0-1 0 0 0,-1 1 0 0 0,0-1 0 0 0,0 0 0 0 0,0 1-1 0 0,0-1 1 0 0,0 0 0 0 0,-1 0 0 0 0,1 0 0 0 0,-3 4 0 0 0,-7 11 16 0 0,0-1-1 0 0,-21 26 1 0 0,23-32-18 0 0,-11 13 13 0 0,15-19-16 0 0,0 0-1 0 0,1 1 0 0 0,-1-1 0 0 0,1 1 1 0 0,0 0-1 0 0,0 0 0 0 0,1 1 0 0 0,0-1 1 0 0,-3 9-1 0 0,5-12 3 0 0,1-1 1 0 0,0 1 0 0 0,-1-1-1 0 0,1 1 1 0 0,0-1 0 0 0,1 1-1 0 0,-1-1 1 0 0,0 1 0 0 0,1 0-1 0 0,-1-1 1 0 0,1 0 0 0 0,0 1-1 0 0,0-1 1 0 0,0 1-1 0 0,0-1 1 0 0,0 0 0 0 0,0 0-1 0 0,1 1 1 0 0,-1-1 0 0 0,3 2-1 0 0,37 29 3 0 0,-26-23 5 0 0,-6-3-25 0 0,0 0-1 0 0,-1 0 1 0 0,0 1 0 0 0,0 0 0 0 0,0 0-1 0 0,-1 1 1 0 0,10 16 0 0 0,-17-24 17 0 0,1 0 0 0 0,-1 0 0 0 0,0 1 1 0 0,0-1-1 0 0,-1 0 0 0 0,1 0 0 0 0,0 1 0 0 0,0-1 1 0 0,-1 0-1 0 0,1 0 0 0 0,0 0 0 0 0,-1 0 0 0 0,1 1 1 0 0,-1-1-1 0 0,0 0 0 0 0,1 0 0 0 0,-1 0 0 0 0,0 0 1 0 0,1 0-1 0 0,-1 0 0 0 0,0-1 0 0 0,0 1 0 0 0,0 0 0 0 0,0 0 1 0 0,0 0-1 0 0,0-1 0 0 0,0 1 0 0 0,-2 0 0 0 0,-30 19-40 0 0,7-11 52 0 0,1-1 0 0 0,-1-1 0 0 0,0-1-1 0 0,-1-2 1 0 0,-30 2 0 0 0,-55 11-1392 0 0,108-16 1037 0 0,-1 1-3112 0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8:54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77 616 0 0,'0'-3'491'0'0,"-1"-1"0"0"0,1 1 0 0 0,0-1 0 0 0,0 1 1 0 0,1-1-1 0 0,-1 1 0 0 0,1-1 0 0 0,-1 1 0 0 0,1-1 0 0 0,0 1 0 0 0,3-5 0 0 0,-3 6 313 0 0,2-26 5148 0 0,-15 43-5949 0 0,0 1 1 0 0,1 1 0 0 0,1 0 0 0 0,1 0 0 0 0,0 1 0 0 0,1 0 0 0 0,1 0 0 0 0,1 1 0 0 0,-8 36 0 0 0,13-50 1 0 0,1 0 0 0 0,-1 1 0 0 0,1-1 0 0 0,0 0 0 0 0,1 0-1 0 0,-1 0 1 0 0,1 0 0 0 0,0 0 0 0 0,1 6 0 0 0,-1-10-13 0 0,22-6-82 0 0,-10 1 72 0 0,0-2-1 0 0,-1 0 1 0 0,0-1-1 0 0,0 0 1 0 0,-1 0-1 0 0,0-1 1 0 0,0-1-1 0 0,-1 0 0 0 0,0 0 1 0 0,0-1-1 0 0,-1-1 1 0 0,-1 1-1 0 0,9-13 1 0 0,-14 17 268 0 0,-3 9-100 0 0,-9 21-62 0 0,-16 54-115 0 0,21-44-231 0 0,-2-1 0 0 0,-14 41 0 0 0,14-53-1217 0 0,-2-1 1 0 0,-14 27 0 0 0,20-43 1061 0 0,-2 4-3263 0 0,-3 1 1329 0 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8:55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1036 0 0,'0'0'10664'0'0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8:56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427 1 804 0 0,'0'0'79'0'0,"1"0"-1"0"0,-1 0 0 0 0,0 0 1 0 0,0 0-1 0 0,0 0 1 0 0,0 0-1 0 0,0 0 1 0 0,0 0-1 0 0,1 0 1 0 0,-1 1-1 0 0,0-1 1 0 0,0 0-1 0 0,0 0 1 0 0,0 0-1 0 0,0 0 1 0 0,0 0-1 0 0,0 0 1 0 0,0 0-1 0 0,0 1 1 0 0,1-1-1 0 0,-1 0 1 0 0,0 0-1 0 0,0 0 0 0 0,0 0 1 0 0,0 0-1 0 0,0 0 1 0 0,0 1-1 0 0,0-1 1 0 0,0 0-1 0 0,0 0 1 0 0,0 0-1 0 0,0 0 1 0 0,0 0-1 0 0,0 1 1 0 0,0-1-1 0 0,0 0 1 0 0,0 0-1 0 0,0 0 1 0 0,0 0-1 0 0,0 0 1 0 0,0 0-1 0 0,0 1 0 0 0,-1-1 1 0 0,1 0-1 0 0,0 0 1 0 0,0 0-1 0 0,0 0 1 0 0,0 0-1 0 0,0 0 1 0 0,0 0-1 0 0,0 1 1 0 0,0-1-1 0 0,0 0 1 0 0,-1 0-1 0 0,1 0 1 0 0,0 0-1 0 0,0 0 1 0 0,-13 12 793 0 0,-21 10-821 0 0,-37 14 659 0 0,19-10 31 0 0,-70 45-1 0 0,109-62-616 0 0,1 1-1 0 0,0 0 1 0 0,0 0-1 0 0,1 1 1 0 0,0 0-1 0 0,0 1 1 0 0,2 1-1 0 0,-1-1 0 0 0,2 1 1 0 0,-9 18-1 0 0,15-27-93 0 0,0 0 0 0 0,1 1-1 0 0,-1-1 1 0 0,1 1 0 0 0,0-1-1 0 0,1 1 1 0 0,-1 0 0 0 0,1-1-1 0 0,0 1 1 0 0,0 0-1 0 0,1-1 1 0 0,-1 1 0 0 0,1 0-1 0 0,0-1 1 0 0,0 1 0 0 0,0-1-1 0 0,1 1 1 0 0,0-1 0 0 0,-1 0-1 0 0,2 0 1 0 0,-1 0 0 0 0,0 0-1 0 0,1 0 1 0 0,0 0 0 0 0,0 0-1 0 0,5 4 1 0 0,9 8 57 0 0,0 0 0 0 0,1-1-1 0 0,1-1 1 0 0,24 13 0 0 0,-4-1 65 0 0,-12-8-57 0 0,44 37 135 0 0,-66-50-211 0 0,1 0-1 0 0,-1 1 1 0 0,-1 0-1 0 0,1 0 1 0 0,-1 0-1 0 0,0 0 1 0 0,0 1-1 0 0,-1-1 1 0 0,5 14-1 0 0,-8-19-14 0 0,0 1 0 0 0,0 0 0 0 0,0 0 0 0 0,0 0-1 0 0,0 0 1 0 0,0 0 0 0 0,0 0 0 0 0,-1 0 0 0 0,1 0 0 0 0,-1 0 0 0 0,0-1 0 0 0,1 1 0 0 0,-1 0-1 0 0,0 0 1 0 0,0-1 0 0 0,0 1 0 0 0,0 0 0 0 0,-1-1 0 0 0,1 1 0 0 0,0-1 0 0 0,-1 0-1 0 0,1 1 1 0 0,-3 1 0 0 0,-37 26 33 0 0,39-28-38 0 0,-11 7-172 0 0,-1-1 0 0 0,0 0 0 0 0,-1-1 0 0 0,-16 5 0 0 0,24-9-394 0 0,1-1-1 0 0,-1 1 1 0 0,0-1 0 0 0,0 0-1 0 0,0 0 1 0 0,1-1-1 0 0,-1 0 1 0 0,0 0 0 0 0,0-1-1 0 0,0 0 1 0 0,-13-3-1 0 0,4-3-1784 0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8:56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85 712 0 0,'39'-19'1529'0'0,"1"1"0"0"0,1 2-1 0 0,52-12 1 0 0,-87 27-1477 0 0,-1 0 0 0 0,0 0-1 0 0,1 1 1 0 0,-1 0-1 0 0,0 0 1 0 0,1 0 0 0 0,-1 1-1 0 0,0-1 1 0 0,1 1-1 0 0,-1 1 1 0 0,9 2 0 0 0,-11-3-254 0 0,0 0 1 0 0,0 1-1 0 0,-1-1 1 0 0,1 1-1 0 0,0 0 1 0 0,-1 0-1 0 0,1-1 0 0 0,-1 2 1 0 0,0-1-1 0 0,0 0 1 0 0,0 0-1 0 0,0 1 1 0 0,0-1-1 0 0,0 1 1 0 0,0 0-1 0 0,-1-1 1 0 0,0 1-1 0 0,1 0 1 0 0,-1 0-1 0 0,0 0 0 0 0,1 4 1 0 0,-1 7-1496 0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58:57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37 244 0 0,'0'0'2540'0'0,"4"9"4589"0"0,14-25-6781 0 0,-5 9-660 0 0,6 2-336 0 0,-6 2-904 0 0,15-1-1681 0 0,11-6 745 0 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02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1 440 0 0,'0'0'4140'0'0,"8"1"-1923"0"0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1044 0 0,'0'0'4601'0'0,"18"-8"-4161"0"0,1 11-624 0 0,3 1-2853 0 0,-4-3 1461 0 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0 372 0 0,'1'4'2535'0'0,"2"1"1849"0"0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10:20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1 824 0 0,'0'12'2168'0'0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2:52.571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1 228 0 0,'0'0'2342'0'0,"36"25"1005"0"0,-8 7-2137 0 0,-2 0 1 0 0,24 39-1 0 0,-45-63-595 0 0,-1 0-792 0 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2:54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412 369 620 0 0,'-28'120'4496'0'0,"21"-96"-3883"0"0,-2 1-1 0 0,-1-2 0 0 0,-1 1 0 0 0,-20 30 0 0 0,27-46-405 0 0,-1 0-1 0 0,0-1 1 0 0,-1 0-1 0 0,0 0 1 0 0,0-1-1 0 0,-1 1 0 0 0,1-1 1 0 0,-1-1-1 0 0,-1 1 1 0 0,1-1-1 0 0,-1 0 1 0 0,0-1-1 0 0,0 0 1 0 0,0 0-1 0 0,0-1 1 0 0,-11 3-1 0 0,14-5-123 0 0,0-1-1 0 0,0 0 1 0 0,0 0-1 0 0,-1-1 1 0 0,1 0-1 0 0,0 1 1 0 0,0-1-1 0 0,0-1 1 0 0,0 1-1 0 0,1-1 1 0 0,-1 0-1 0 0,0 0 1 0 0,1-1-1 0 0,-1 1 1 0 0,1-1-1 0 0,0 0 1 0 0,0 0-1 0 0,0 0 1 0 0,0-1-1 0 0,0 1 1 0 0,-4-7-1 0 0,-1 0-9 0 0,0-1 0 0 0,1-1-1 0 0,0 1 1 0 0,1-1 0 0 0,0-1 0 0 0,-7-20-1 0 0,9 19-51 0 0,1 0-1 0 0,0-1 0 0 0,1 1 1 0 0,1-1-1 0 0,0 0 0 0 0,1 1 0 0 0,1-1 1 0 0,0 0-1 0 0,1 0 0 0 0,0 1 1 0 0,1-1-1 0 0,1 0 0 0 0,1 1 1 0 0,0 0-1 0 0,0 0 0 0 0,2 0 0 0 0,-1 0 1 0 0,2 1-1 0 0,0 0 0 0 0,1 0 1 0 0,0 1-1 0 0,0 0 0 0 0,12-12 1 0 0,0 3-18 0 0,0 0 0 0 0,2 1 1 0 0,1 1-1 0 0,0 1 0 0 0,1 2 1 0 0,1 0-1 0 0,0 1 0 0 0,1 2 1 0 0,0 0-1 0 0,53-16 0 0 0,-42 18-5 0 0,1 2 0 0 0,-1 1-1 0 0,1 2 1 0 0,1 2 0 0 0,-1 1-1 0 0,1 2 1 0 0,63 7 0 0 0,-71-1 26 0 0,1 2 0 0 0,-1 2 0 0 0,-1 1 1 0 0,0 1-1 0 0,0 1 0 0 0,-1 2 0 0 0,-1 1 1 0 0,0 1-1 0 0,-1 1 0 0 0,-1 2 0 0 0,-1 0 0 0 0,0 2 1 0 0,-1 1-1 0 0,-2 1 0 0 0,0 0 0 0 0,-2 2 1 0 0,0 1-1 0 0,-2 0 0 0 0,16 30 0 0 0,-22-33 20 0 0,-1 1 0 0 0,0 0 0 0 0,-2 0-1 0 0,-1 1 1 0 0,-1 0 0 0 0,-1 1 0 0 0,-1-1-1 0 0,-1 1 1 0 0,-2 0 0 0 0,0 42 0 0 0,-2-63-66 0 0,0 0 1 0 0,0 1 0 0 0,-1-1-1 0 0,0 0 1 0 0,0 0 0 0 0,0 1-1 0 0,0-1 1 0 0,-1 0 0 0 0,0 0-1 0 0,0 0 1 0 0,0 0 0 0 0,0-1-1 0 0,-1 1 1 0 0,0-1 0 0 0,0 1-1 0 0,0-1 1 0 0,-1 0 0 0 0,1 0-1 0 0,-1-1 1 0 0,0 1 0 0 0,0-1-1 0 0,-1 1 1 0 0,1-1 0 0 0,0-1-1 0 0,-1 1 1 0 0,0-1 0 0 0,0 1-1 0 0,0-1 1 0 0,0-1 0 0 0,0 1-1 0 0,0-1 1 0 0,0 0 0 0 0,0 0-1 0 0,0 0 1 0 0,-1-1 0 0 0,-8 0-1 0 0,-8 0-1123 0 0,0-2 0 0 0,0 0 0 0 0,1-2 0 0 0,-1 0-1 0 0,1-2 1 0 0,0 0 0 0 0,-30-13 0 0 0,11 3-1967 0 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2:55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1 637 920 0 0,'0'0'1611'0'0,"9"-3"-894"0"0,342-77 3350 0 0,-198 50-3339 0 0,510-83 699 0 0,-213 76-5454 0 0,-397 34 3196 0 0,-52 3 873 0 0,17-1 1113 0 0,-8-3-138 0 0,-12-2 1373 0 0,1 5-2330 0 0,-1 1-1 0 0,1-1 1 0 0,0 1-1 0 0,0 0 1 0 0,0-1 0 0 0,-1 1-1 0 0,1 0 1 0 0,0 0-1 0 0,0 0 1 0 0,-1 0-1 0 0,1 0 1 0 0,0 0 0 0 0,0 0-1 0 0,-1 0 1 0 0,1 1-1 0 0,0-1 1 0 0,0 0-1 0 0,-1 1 1 0 0,1-1 0 0 0,0 1-1 0 0,0-1 1 0 0,-1 2-1 0 0,-13 6 41 0 0,1 0 0 0 0,0 2 0 0 0,1-1 0 0 0,0 2-1 0 0,0 0 1 0 0,1 0 0 0 0,0 1 0 0 0,2 1 0 0 0,-1 0-1 0 0,1 0 1 0 0,1 1 0 0 0,0 0 0 0 0,1 1 0 0 0,1 0-1 0 0,-10 27 1 0 0,17-40-94 0 0,-1-1 0 0 0,1 0 0 0 0,-1 0 0 0 0,1 0 0 0 0,0 1 0 0 0,-1-1 0 0 0,1 0 0 0 0,0 1 0 0 0,0-1 0 0 0,0 0 0 0 0,0 1 0 0 0,0-1 0 0 0,0 0 0 0 0,0 0 0 0 0,1 1 0 0 0,-1-1 0 0 0,0 0 0 0 0,1 0 0 0 0,-1 1 0 0 0,1-1 0 0 0,-1 0 0 0 0,1 0 0 0 0,0 0 0 0 0,-1 0 0 0 0,1 0 0 0 0,0 0 0 0 0,0 0 0 0 0,0 0 0 0 0,0 0 0 0 0,0 0 0 0 0,0 0 0 0 0,0 0 0 0 0,0-1 0 0 0,0 1 0 0 0,0 0 0 0 0,0-1 1 0 0,0 1-1 0 0,1-1 0 0 0,-1 1 0 0 0,0-1 0 0 0,0 0 0 0 0,1 1 0 0 0,-1-1 0 0 0,0 0 0 0 0,1 0 0 0 0,-1 0 0 0 0,0 0 0 0 0,1 0 0 0 0,-1 0 0 0 0,3-1 0 0 0,3 1 8 0 0,1-1 0 0 0,0-1 0 0 0,-1 1 1 0 0,1-1-1 0 0,-1-1 0 0 0,14-5 0 0 0,-4-2-20 0 0,-1 0 0 0 0,0-2 0 0 0,0 1 0 0 0,-1-2-1 0 0,-1 0 1 0 0,0-1 0 0 0,-1-1 0 0 0,0 0 0 0 0,-1 0 0 0 0,-1-1 0 0 0,0-1-1 0 0,-1 0 1 0 0,-1 0 0 0 0,9-26 0 0 0,-8 18 166 0 0,-2-1 0 0 0,-1 0 0 0 0,-1 0-1 0 0,-1 0 1 0 0,-1 0 0 0 0,-2-1 0 0 0,0 0 0 0 0,-2 1 0 0 0,-1-1-1 0 0,-5-28 1 0 0,-1 6 1890 0 0,7 46-1065 0 0,-1 9-905 0 0,-1 13-4 0 0,1 0 0 0 0,1-1 0 0 0,0 1 0 0 0,2 0 0 0 0,0-1-1 0 0,1 1 1 0 0,1-1 0 0 0,12 35 0 0 0,-5-19-205 0 0,3-2 0 0 0,1 0 1 0 0,1 0-1 0 0,21 30 0 0 0,-28-48-437 0 0,1-1 0 0 0,1 1 0 0 0,18 17 0 0 0,-25-27 195 0 0,0-1-1 0 0,0 0 1 0 0,1 0-1 0 0,-1 0 1 0 0,1 0-1 0 0,-1-1 1 0 0,6 2-1 0 0,-7-3-106 0 0,0 0-1 0 0,-1 0 0 0 0,1-1 0 0 0,0 1 1 0 0,0-1-1 0 0,0 0 0 0 0,0 0 0 0 0,0 0 0 0 0,0 0 1 0 0,0 0-1 0 0,0-1 0 0 0,0 1 0 0 0,4-3 1 0 0,8-3-2601 0 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2:55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0 166 144 0 0,'11'-19'8177'0'0,"4"33"-7749"0"0,0 2 0 0 0,-1-1-1 0 0,-1 2 1 0 0,0-1-1 0 0,14 27 1 0 0,-11-17 260 0 0,37 44 1 0 0,-52-69-567 0 0,-1 0 1 0 0,1 0 0 0 0,0 0-1 0 0,0 0 1 0 0,-1 0-1 0 0,1 0 1 0 0,0-1-1 0 0,0 1 1 0 0,0 0 0 0 0,0 0-1 0 0,0-1 1 0 0,0 1-1 0 0,0-1 1 0 0,0 1-1 0 0,0-1 1 0 0,0 1 0 0 0,0-1-1 0 0,1 0 1 0 0,-1 0-1 0 0,0 1 1 0 0,0-1 0 0 0,0 0-1 0 0,0 0 1 0 0,1 0-1 0 0,1 0 1 0 0,-1-2-30 0 0,0 1 0 0 0,0-1-1 0 0,-1 1 1 0 0,1-1 0 0 0,0 0 0 0 0,0 0 0 0 0,-1 0-1 0 0,1 0 1 0 0,-1 0 0 0 0,0 0 0 0 0,1 0 0 0 0,-1 0-1 0 0,1-4 1 0 0,10-22 344 0 0,-1-1 0 0 0,-1 0-1 0 0,6-33 1 0 0,-10 36-1110 0 0,1 0 0 0 0,1 0-1 0 0,1 1 1 0 0,21-41 0 0 0,-16 48-1760 0 0,-3 12-3919 0 0,4 0 2782 0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2:57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260 46 92 0 0,'6'-11'5475'0'0,"-6"9"-5076"0"0,-1 0 1 0 0,1 0 0 0 0,-1 0 0 0 0,1 0 0 0 0,-1 0-1 0 0,0 0 1 0 0,0 1 0 0 0,0-1 0 0 0,0 0 0 0 0,0 1-1 0 0,0-1 1 0 0,0 1 0 0 0,-1-1 0 0 0,1 1 0 0 0,-3-2-1 0 0,-9-2-618 0 0,11 5 377 0 0,-45 11 354 0 0,35-7-402 0 0,0 0 1 0 0,1 2-1 0 0,-1-1 1 0 0,1 1-1 0 0,0 1 1 0 0,1 0-1 0 0,-1 1 1 0 0,1 0-1 0 0,1 0 1 0 0,-1 1 0 0 0,2 0-1 0 0,-1 1 1 0 0,1 0-1 0 0,1 0 1 0 0,0 1-1 0 0,-12 22 1 0 0,18-32-105 0 0,0 1 1 0 0,0 0-1 0 0,0 0 1 0 0,0 0-1 0 0,0 0 1 0 0,0 0 0 0 0,1 0-1 0 0,-1 0 1 0 0,1 0-1 0 0,-1 1 1 0 0,1-1-1 0 0,0 0 1 0 0,0 0 0 0 0,0 0-1 0 0,0 1 1 0 0,0-1-1 0 0,0 0 1 0 0,1 0-1 0 0,-1 0 1 0 0,1 0 0 0 0,-1 0-1 0 0,1 1 1 0 0,0-1-1 0 0,0 0 1 0 0,0-1-1 0 0,0 1 1 0 0,0 0 0 0 0,1 0-1 0 0,-1 0 1 0 0,0-1-1 0 0,1 1 1 0 0,-1 0-1 0 0,1-1 1 0 0,0 0 0 0 0,-1 1-1 0 0,1-1 1 0 0,0 0-1 0 0,0 0 1 0 0,0 0-1 0 0,0 0 1 0 0,0 0 0 0 0,0 0-1 0 0,3 0 1 0 0,1 1-51 0 0,1-1 1 0 0,-1 0-1 0 0,1 0 1 0 0,0 0-1 0 0,-1-1 1 0 0,1 0-1 0 0,-1-1 1 0 0,1 1 0 0 0,0-1-1 0 0,-1 0 1 0 0,1-1-1 0 0,-1 0 1 0 0,10-4-1 0 0,76-39-969 0 0,-90 44 944 0 0,0 1-21 0 0,-1 0 62 0 0,1 1 0 0 0,-1-1 0 0 0,1 0 0 0 0,0 1 0 0 0,-1-1 0 0 0,1 1 0 0 0,-1-1 0 0 0,1 1 0 0 0,-1 0-1 0 0,1 0 1 0 0,-1 0 0 0 0,0-1 0 0 0,1 1 0 0 0,1 2 0 0 0,15 8-203 0 0,-16-10 188 0 0,3-1 18 0 0,0-1-1 0 0,0 0 1 0 0,-1 1 0 0 0,1-1-1 0 0,0-1 1 0 0,-1 1 0 0 0,1-1 0 0 0,6-3-1 0 0,70-55-54 0 0,-80 59 94 0 0,0 0-2 0 0,4-3-6 0 0,-4 3-2 0 0,1 1-8 0 0,4-3 1 0 0,-5 3 5 0 0,1 1-1 0 0,-1-1 1 0 0,0 0 0 0 0,1 0 0 0 0,-1 1-1 0 0,1-1 1 0 0,-1 1 0 0 0,0-1-1 0 0,1 1 1 0 0,-1-1 0 0 0,0 1 0 0 0,0 0-1 0 0,0 0 1 0 0,1 0 0 0 0,-1-1-1 0 0,0 1 1 0 0,1 2 0 0 0,0-1 3 0 0,0 0 0 0 0,0-1 1 0 0,0 1-1 0 0,0-1 0 0 0,0 0 1 0 0,0 0-1 0 0,0 1 0 0 0,0-1 1 0 0,0-1-1 0 0,1 1 0 0 0,-1 0 1 0 0,0 0-1 0 0,5 0 0 0 0,24-3 37 0 0,-16 2-2 0 0,1-1 0 0 0,0-1 0 0 0,23-6 0 0 0,-37 8-60 0 0,8-2-117 0 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2:57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51 336 0 0,'14'-42'9517'0'0,"-14"40"-8546"0"0,4-5 353 0 0,-1 12 1697 0 0,46 277 317 0 0,-20-93-3325 0 0,-24-168-809 0 0,4 18-1161 0 0,-9-18-8278 0 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2:58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0 234 420 0 0,'0'0'1434'0'0,"16"-11"314"0"0,17 1-938 0 0,1 2 0 0 0,0 1 0 0 0,42-2 0 0 0,50-11-41 0 0,-80 10-458 0 0,-23 6 172 0 0,0-1 1 0 0,0-1-1 0 0,0-2 1 0 0,40-18 0 0 0,-62 25 195 0 0,-6 2-521 0 0,0-1 0 0 0,-1 1 0 0 0,1 0 0 0 0,0 1 0 0 0,0-1 0 0 0,0 1 0 0 0,0 0 0 0 0,0 0 0 0 0,0 0 0 0 0,1 1 0 0 0,-1 0 0 0 0,1 0 0 0 0,-5 4 0 0 0,-31 31 116 0 0,38-36-312 0 0,8-2-1581 0 0,-1-1 1470 0 0,0 1 0 0 0,0-1 0 0 0,0 0 0 0 0,0-1 0 0 0,0 1 0 0 0,0-1-1 0 0,0 0 1 0 0,7-4 0 0 0,36-11-1215 0 0,-32 15 1138 0 0,1 2 0 0 0,-1 0 0 0 0,0 1 0 0 0,31 6 0 0 0,-28-4 145 0 0,1-1-1 0 0,0 0 1 0 0,33-2 0 0 0,4-6 26 0 0,75-19 0 0 0,-109 19 180 0 0,-1-1-1 0 0,0-1 1 0 0,-1-1-1 0 0,1-1 1 0 0,-2 0-1 0 0,25-18 1 0 0,-44 28-104 0 0,0 0-1 0 0,0-1 1 0 0,0 1 0 0 0,0-1 0 0 0,0 1 0 0 0,0-1 0 0 0,-1 1 0 0 0,1-1-1 0 0,0 0 1 0 0,0 1 0 0 0,0-1 0 0 0,-1 0 0 0 0,1 0 0 0 0,0 1-1 0 0,-1-1 1 0 0,1 0 0 0 0,-1 0 0 0 0,1 0 0 0 0,-1 0 0 0 0,1 0-1 0 0,-1 0 1 0 0,0 0 0 0 0,1 0 0 0 0,-1 0 0 0 0,0 0 0 0 0,0 0 0 0 0,0 0-1 0 0,0 0 1 0 0,0 0 0 0 0,0 0 0 0 0,0 0 0 0 0,0 0 0 0 0,0 0-1 0 0,0 0 1 0 0,-1 0 0 0 0,1 0 0 0 0,0 0 0 0 0,-1 0 0 0 0,1 0-1 0 0,-2-2 1 0 0,0 1 0 0 0,0 1-1 0 0,0-1 1 0 0,0 1-1 0 0,-1 0 1 0 0,1 0-1 0 0,-1 0 1 0 0,1 0-1 0 0,-1 0 1 0 0,1 0-1 0 0,-1 0 1 0 0,1 1-1 0 0,-1 0 1 0 0,0-1-1 0 0,1 1 1 0 0,-1 0-1 0 0,0 0 1 0 0,-3 1-1 0 0,0-1-23 0 0,1 0 1 0 0,-1 1-1 0 0,1 0 0 0 0,0 0 1 0 0,-1 0-1 0 0,1 1 0 0 0,0-1 0 0 0,-1 1 1 0 0,1 0-1 0 0,0 1 0 0 0,1 0 0 0 0,-1-1 1 0 0,0 1-1 0 0,1 1 0 0 0,0-1 0 0 0,-1 1 1 0 0,-5 7-1 0 0,9-10-91 0 0,1-1 88 0 0,0 0 0 0 0,0 0 0 0 0,0 0 0 0 0,0 0 0 0 0,0 0 0 0 0,0 0 0 0 0,0 1 0 0 0,0-1 0 0 0,0 0 0 0 0,0 0 0 0 0,0 0-1 0 0,0 0 1 0 0,0 0 0 0 0,0 0 0 0 0,0 0 0 0 0,0 1 0 0 0,0-1 0 0 0,0 0 0 0 0,0 0 0 0 0,0 0 0 0 0,0 0 0 0 0,0 0 0 0 0,0 0 0 0 0,0 0 0 0 0,0 1 0 0 0,0-1 0 0 0,0 0 0 0 0,0 0 0 0 0,0 0 0 0 0,0 0 0 0 0,0 0 0 0 0,0 0 0 0 0,0 0 0 0 0,-1 0 0 0 0,1 0 0 0 0,0 1 0 0 0,0-1 0 0 0,0 0 0 0 0,0 0 0 0 0,0 0 0 0 0,0 0 0 0 0,0 0-1 0 0,0 0 1 0 0,-1 0 0 0 0,1 0 0 0 0,0 0 0 0 0,0 0 0 0 0,0 0 0 0 0,0 0 0 0 0,0 0 0 0 0,-1 0 0 0 0,12 6-172 0 0,-10-5 219 0 0,3 0-66 0 0,38 2 112 0 0,-36 1 43 0 0,0 0 1 0 0,0 1 0 0 0,0-1 0 0 0,0 1 0 0 0,-1 0-1 0 0,0 0 1 0 0,0 1 0 0 0,8 11 0 0 0,29 53 797 0 0,-39-64-856 0 0,5 7 63 0 0,11 20 151 0 0,-1 0 0 0 0,-1 1-1 0 0,-3 1 1 0 0,0 1 0 0 0,10 45 0 0 0,-18-55-110 0 0,-2 0 1 0 0,0 1 0 0 0,-1 47 0 0 0,-3-67-138 0 0,-1 0 1 0 0,1 0 0 0 0,-1 0-1 0 0,0 1 1 0 0,-1-2-1 0 0,0 1 1 0 0,0 0-1 0 0,0 0 1 0 0,-1-1-1 0 0,0 1 1 0 0,0-1-1 0 0,-1 0 1 0 0,0 0-1 0 0,0 0 1 0 0,0 0 0 0 0,-1-1-1 0 0,1 1 1 0 0,-1-1-1 0 0,-8 5 1 0 0,10-7-15 0 0,0-1 1 0 0,0 0-1 0 0,-1 0 1 0 0,1-1-1 0 0,0 1 1 0 0,-1-1 0 0 0,0 0-1 0 0,1 0 1 0 0,-1 0-1 0 0,0 0 1 0 0,1 0-1 0 0,-1-1 1 0 0,0 0-1 0 0,0 0 1 0 0,0 0 0 0 0,1 0-1 0 0,-1 0 1 0 0,0-1-1 0 0,0 0 1 0 0,1 1-1 0 0,-1-2 1 0 0,0 1-1 0 0,1 0 1 0 0,-1-1 0 0 0,1 1-1 0 0,0-1 1 0 0,-1 0-1 0 0,1 0 1 0 0,0 0-1 0 0,0-1 1 0 0,0 1-1 0 0,-2-4 1 0 0,0 2-30 0 0,1-1 0 0 0,0 1 0 0 0,0-1 1 0 0,1 0-1 0 0,0-1 0 0 0,0 1 0 0 0,0-1 0 0 0,0 1 0 0 0,1-1 0 0 0,0 0 1 0 0,0 0-1 0 0,0 0 0 0 0,1 0 0 0 0,0 0 0 0 0,0 0 0 0 0,0 0 0 0 0,1 0 1 0 0,1-10-1 0 0,2 0-75 0 0,1 1-1 0 0,1 0 1 0 0,1 0 0 0 0,0 0 0 0 0,1 1 0 0 0,0 0 0 0 0,1 0 0 0 0,1 1 0 0 0,13-16-1 0 0,10-9-215 0 0,60-57-1 0 0,43-17-155 0 0,11-9 1294 0 0,-140 115-450 0 0,0 0 0 0 0,0 0 0 0 0,-1-1 0 0 0,1 0 0 0 0,4-8 0 0 0,-9 13 11 0 0,-1 1-207 0 0,-1-6-198 0 0,-1 7 679 0 0,0 3-689 0 0,0 0 1 0 0,0 0 0 0 0,1 1 0 0 0,-1-1-1 0 0,1 1 1 0 0,0-1 0 0 0,0 1-1 0 0,1-1 1 0 0,-1 1 0 0 0,1 0 0 0 0,-1-1-1 0 0,1 1 1 0 0,0 0 0 0 0,1-1-1 0 0,-1 1 1 0 0,1 0 0 0 0,-1-1-1 0 0,1 1 1 0 0,0-1 0 0 0,1 1 0 0 0,-1-1-1 0 0,0 1 1 0 0,1-1 0 0 0,0 0-1 0 0,0 0 1 0 0,0 1 0 0 0,3 2 0 0 0,-2-3-147 0 0,0 0-1 0 0,1-1 1 0 0,-1 1 0 0 0,1-1 0 0 0,0 0 0 0 0,0 0 0 0 0,0 0 0 0 0,0 0-1 0 0,0 0 1 0 0,0-1 0 0 0,0 0 0 0 0,1 0 0 0 0,-1 0 0 0 0,0-1 0 0 0,9 1 0 0 0,4-1-2733 0 0,0-1 1 0 0,28-4-1 0 0,-18 0-827 0 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2:59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27 640 0 0,'0'0'2961'0'0,"1"-11"2270"0"0,-8 8-5000 0 0,-1 0 1 0 0,0 1-1 0 0,0 0 0 0 0,0 0 1 0 0,-1 0-1 0 0,1 1 0 0 0,0 1 1 0 0,0-1-1 0 0,-1 1 0 0 0,-14 2 1 0 0,10-1 0 0 0,1 1 0 0 0,-1 0-1 0 0,1 1 1 0 0,0 0 0 0 0,0 1 0 0 0,-22 10 0 0 0,32-13-216 0 0,0 0 0 0 0,1 0 0 0 0,-1 0 0 0 0,1 0 0 0 0,-1 0 0 0 0,1 0 0 0 0,-1 1 0 0 0,1-1-1 0 0,-1 1 1 0 0,1-1 0 0 0,0 1 0 0 0,0-1 0 0 0,0 1 0 0 0,0 0 0 0 0,0-1 0 0 0,0 1 0 0 0,1 0 0 0 0,-1 0 0 0 0,0 0 0 0 0,1 0 0 0 0,0 0 0 0 0,-1 0 0 0 0,1 0 0 0 0,0 0 0 0 0,0-1 0 0 0,0 1 0 0 0,0 0 0 0 0,0 0 0 0 0,1 0 0 0 0,-1 0 0 0 0,0 0 0 0 0,1 0-1 0 0,0 0 1 0 0,-1 0 0 0 0,1-1 0 0 0,2 4 0 0 0,4 8-64 0 0,0-1 0 0 0,1 0 0 0 0,0-1 0 0 0,14 15-1 0 0,6 10-169 0 0,-27-35 217 0 0,-1-1 0 0 0,0 1-1 0 0,0-1 1 0 0,0 1-1 0 0,1 0 1 0 0,-1-1 0 0 0,0 1-1 0 0,0-1 1 0 0,0 1 0 0 0,0-1-1 0 0,0 1 1 0 0,0 0 0 0 0,0-1-1 0 0,0 1 1 0 0,0-1 0 0 0,0 1-1 0 0,0 0 1 0 0,0-1 0 0 0,-1 1-1 0 0,1-1 1 0 0,0 1 0 0 0,0-1-1 0 0,-1 1 1 0 0,1-1 0 0 0,0 1-1 0 0,-1-1 1 0 0,1 1 0 0 0,0-1-1 0 0,-1 1 1 0 0,1-1 0 0 0,-1 1-1 0 0,1-1 1 0 0,-1 0 0 0 0,1 1-1 0 0,-1-1 1 0 0,1 0 0 0 0,-1 1-1 0 0,1-1 1 0 0,-1 0 0 0 0,-32 12 76 0 0,13-6-35 0 0,-28 7-1347 0 0,47-12 309 0 0,-11 4-4375 0 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2:59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18 125 392 0 0,'0'0'23719'0'0,"1"-5"-22958"0"0,1-1-667 0 0,-1 0 1 0 0,-1-1-1 0 0,1 1 1 0 0,-1 0-1 0 0,0-1 1 0 0,0 1 0 0 0,-2-9-1 0 0,-3-8-4736 0 0,-4-1-6743 0 0,2 11 5988 0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3:00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23 119 15577 0 0,'-5'-16'752'0'0,"1"4"28"0"0,0 0 0 0 0,1 0 1 0 0,1 0-1 0 0,-2-17 1 0 0,4 27-633 0 0,0-2 637 0 0,2-16-13512 0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4:44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605 438 360 0 0,'-40'-15'15221'0'0,"39"15"-15191"0"0,1 0-1 0 0,0 0 1 0 0,0 0-1 0 0,-1 0 1 0 0,1 0-1 0 0,0 0 1 0 0,0 0-1 0 0,-1-1 1 0 0,1 1-1 0 0,0 0 0 0 0,0 0 1 0 0,-1 0-1 0 0,1 0 1 0 0,0 0-1 0 0,0-1 1 0 0,0 1-1 0 0,-1 0 1 0 0,1 0-1 0 0,0 0 1 0 0,0 0-1 0 0,0-1 0 0 0,0 1 1 0 0,-1 0-1 0 0,1 0 1 0 0,0-1-1 0 0,0 1 1 0 0,0 0-1 0 0,0 0 1 0 0,0-1-1 0 0,0 1 1 0 0,0 0-1 0 0,0 0 0 0 0,0-1 1 0 0,0 1-1 0 0,0 0 1 0 0,0 0-1 0 0,0-1 1 0 0,0 1-1 0 0,0 0 1 0 0,0 0-1 0 0,0-1 1 0 0,0 1-1 0 0,0 0 0 0 0,0 0 1 0 0,0-1-1 0 0,0 1 1 0 0,0 0-1 0 0,0 0 1 0 0,1-1-1 0 0,7-3 9 0 0,0 0-1 0 0,0 1 1 0 0,0-1-1 0 0,0 2 1 0 0,1-1-1 0 0,-1 1 1 0 0,1 0-1 0 0,0 1 1 0 0,0 0-1 0 0,-1 1 1 0 0,15 0-1 0 0,-19 1-60 0 0,-1-1 0 0 0,0 1 0 0 0,1-1 1 0 0,-1 1-1 0 0,0 0 0 0 0,0 1 0 0 0,1-1 0 0 0,-1 0 0 0 0,0 1 0 0 0,0 0 1 0 0,0 0-1 0 0,-1 0 0 0 0,1 0 0 0 0,0 0 0 0 0,-1 0 0 0 0,1 1 0 0 0,-1-1 1 0 0,0 1-1 0 0,0 0 0 0 0,0-1 0 0 0,0 1 0 0 0,0 0 0 0 0,-1 0 0 0 0,1 1 1 0 0,-1-1-1 0 0,0 0 0 0 0,0 0 0 0 0,0 1 0 0 0,0-1 0 0 0,-1 0 0 0 0,1 1 1 0 0,-1-1-1 0 0,0 7 0 0 0,0-1-19 0 0,-1 1-1 0 0,0 0 1 0 0,0 0 0 0 0,-1 0-1 0 0,0-1 1 0 0,-1 1 0 0 0,0-1 0 0 0,0 1-1 0 0,-7 11 1 0 0,-7 10-52 0 0,-26 38 0 0 0,14-24-12 0 0,20-32 53 0 0,5-8 27 0 0,1-1-1 0 0,0 1 1 0 0,0 0 0 0 0,0 0 0 0 0,1 0 0 0 0,-3 8-1 0 0,5-12 23 0 0,-1 1-1 0 0,1-1 0 0 0,0 0 0 0 0,0 0 0 0 0,0 0 1 0 0,1 0-1 0 0,-1 0 0 0 0,0 0 0 0 0,0 0 1 0 0,0 0-1 0 0,1 0 0 0 0,-1 0 0 0 0,1 0 1 0 0,-1 0-1 0 0,1 0 0 0 0,-1 0 0 0 0,1 0 1 0 0,-1-1-1 0 0,1 1 0 0 0,0 0 0 0 0,-1 0 1 0 0,1 0-1 0 0,0-1 0 0 0,0 1 0 0 0,0 0 1 0 0,0-1-1 0 0,-1 1 0 0 0,1-1 0 0 0,0 1 1 0 0,0-1-1 0 0,0 0 0 0 0,0 1 0 0 0,0-1 1 0 0,0 0-1 0 0,0 1 0 0 0,0-1 0 0 0,0 0 1 0 0,0 0-1 0 0,1 0 0 0 0,-1 0 0 0 0,0 0 1 0 0,0 0-1 0 0,1-1 0 0 0,15 2-109 0 0,1-1 1 0 0,-1 0-1 0 0,0-2 0 0 0,1 0 1 0 0,-1-1-1 0 0,0-1 1 0 0,28-9-1 0 0,-10 0-214 0 0,-1-1 1 0 0,51-29-1 0 0,-64 30 150 0 0,0 0 1 0 0,-1-2-1 0 0,-1 0 0 0 0,0-1 1 0 0,32-36-1 0 0,-43 42 124 0 0,1-1 1 0 0,-2 0-1 0 0,0 0 1 0 0,0 0-1 0 0,-1-1 1 0 0,0 0-1 0 0,-1-1 1 0 0,0 1-1 0 0,-1-1 0 0 0,-1 0 1 0 0,0 0-1 0 0,2-21 1 0 0,-3 19 92 0 0,-2 0 1 0 0,0 1 0 0 0,0-1 0 0 0,-1 0-1 0 0,-1 1 1 0 0,-1-1 0 0 0,0 1 0 0 0,-1 0-1 0 0,0 0 1 0 0,-1 0 0 0 0,0 0 0 0 0,-2 1-1 0 0,1 0 1 0 0,-2 0 0 0 0,1 1 0 0 0,-2 0-1 0 0,0 0 1 0 0,0 1 0 0 0,-1 0 0 0 0,-17-15 0 0 0,11 13 31 0 0,0 0 0 0 0,-1 2 0 0 0,0 0 1 0 0,-1 0-1 0 0,0 2 0 0 0,0 0 0 0 0,-1 1 1 0 0,0 1-1 0 0,-1 1 0 0 0,0 1 0 0 0,-20-3 1 0 0,14 4-24 0 0,0 2 1 0 0,0 1-1 0 0,0 2 1 0 0,0 0-1 0 0,0 1 1 0 0,1 2-1 0 0,-1 1 1 0 0,-26 8 0 0 0,19-3-29 0 0,1 2 1 0 0,0 1-1 0 0,1 2 1 0 0,1 1 0 0 0,0 1-1 0 0,1 2 1 0 0,1 1 0 0 0,1 0-1 0 0,1 3 1 0 0,0 0-1 0 0,2 1 1 0 0,1 2 0 0 0,-30 41-1 0 0,33-32-4 0 0,1 1-1 0 0,2 1 1 0 0,1 0-1 0 0,2 1 1 0 0,1 1 0 0 0,3 0-1 0 0,1 1 1 0 0,1 0-1 0 0,-2 60 1 0 0,9-76-23 0 0,1 0 0 0 0,1 0 0 0 0,1 0 0 0 0,1-1 0 0 0,1 1 1 0 0,1-1-1 0 0,1 1 0 0 0,1-2 0 0 0,1 1 0 0 0,1-1 0 0 0,1 0 0 0 0,1-1 1 0 0,21 32-1 0 0,-14-29-25 0 0,1-1 0 0 0,1 0 0 0 0,1-1 0 0 0,1-1 1 0 0,1-2-1 0 0,0 0 0 0 0,2-1 0 0 0,0-1 0 0 0,1-2 0 0 0,36 17 1 0 0,-28-19 2 0 0,-1-1 0 0 0,2-2 0 0 0,-1-2 0 0 0,1-1 0 0 0,1-1 0 0 0,-1-2 0 0 0,1-2 0 0 0,0-1 0 0 0,-1-2 1 0 0,1-1-1 0 0,0-2 0 0 0,68-17 0 0 0,-39 4 83 0 0,-2-2 0 0 0,0-4 0 0 0,-1-2 0 0 0,-2-3 1 0 0,0-3-1 0 0,58-41 0 0 0,-68 36 140 0 0,-2-2 0 0 0,79-82 0 0 0,-98 89-43 0 0,-2-2-1 0 0,-1-1 1 0 0,-1 0-1 0 0,-2-2 1 0 0,27-58-1 0 0,-39 68-36 0 0,0 0-1 0 0,-2 0 0 0 0,-1-1 1 0 0,-1 0-1 0 0,-2-1 0 0 0,0 1 1 0 0,-2-1-1 0 0,-1-55 1 0 0,-3 70-71 0 0,0-1 0 0 0,-1 1 0 0 0,-1 0 0 0 0,0-1 0 0 0,-1 1 0 0 0,-1 1 0 0 0,0-1 0 0 0,-1 1 1 0 0,0 0-1 0 0,0 0 0 0 0,-1 0 0 0 0,-1 1 0 0 0,0 0 0 0 0,-1 1 0 0 0,0-1 0 0 0,0 2 1 0 0,-1-1-1 0 0,0 2 0 0 0,-1-1 0 0 0,0 1 0 0 0,-1 1 0 0 0,1 0 0 0 0,-19-8 0 0 0,-1 2-148 0 0,-1 0 0 0 0,0 3 0 0 0,0 0-1 0 0,-1 2 1 0 0,0 2 0 0 0,-1 1-1 0 0,1 1 1 0 0,-44 2 0 0 0,-5 4-938 0 0,-140 23 0 0 0,-76 36-5452 0 0,269-55 5420 0 0,-95 25-2848 0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3:24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133 417 472 0 0,'0'0'248'0'0,"-1"-1"0"0"0,1 0 0 0 0,0 1 0 0 0,-1-1 0 0 0,1 0 0 0 0,0 1 1 0 0,-1-1-1 0 0,1 0 0 0 0,-1 1 0 0 0,1-1 0 0 0,-1 1 0 0 0,1-1 0 0 0,-1 1 0 0 0,1-1 0 0 0,-1 1 0 0 0,0-1 0 0 0,1 1 0 0 0,-1-1 0 0 0,0 1 1 0 0,1 0-1 0 0,-1-1 0 0 0,0 1 0 0 0,1 0 0 0 0,-2 0 0 0 0,-20 24 624 0 0,2 2-1 0 0,1 0 1 0 0,-30 55 0 0 0,48-80-834 0 0,0 0 1 0 0,0 0-1 0 0,0 1 1 0 0,1-1 0 0 0,-1 0-1 0 0,0 0 1 0 0,1 0-1 0 0,-1 0 1 0 0,1 1-1 0 0,-1-1 1 0 0,1 0-1 0 0,0 0 1 0 0,-1 1-1 0 0,1-1 1 0 0,0 0-1 0 0,0 1 1 0 0,0-1-1 0 0,0 0 1 0 0,0 1-1 0 0,0-1 1 0 0,1 0-1 0 0,-1 1 1 0 0,0-1-1 0 0,1 0 1 0 0,0 2-1 0 0,0-3-24 0 0,0 0 0 0 0,1 1 0 0 0,-1-1-1 0 0,1 0 1 0 0,-1 0 0 0 0,1 0 0 0 0,-1-1-1 0 0,0 1 1 0 0,1 0 0 0 0,-1 0 0 0 0,0-1-1 0 0,1 1 1 0 0,-1-1 0 0 0,0 1 0 0 0,1-1-1 0 0,-1 0 1 0 0,0 1 0 0 0,2-2 0 0 0,60-41 124 0 0,-38 20-80 0 0,-8 7-62 0 0,0 1 0 0 0,1 0 0 0 0,1 1-1 0 0,32-17 1 0 0,-13 14-70 0 0,51-15 0 0 0,-65 25 65 0 0,-1-1 0 0 0,1-1 0 0 0,-1-1 0 0 0,-1-1 1 0 0,0-1-1 0 0,38-27 0 0 0,-49 30 48 0 0,0-2-1 0 0,0 1 0 0 0,-1-1 1 0 0,-1-1-1 0 0,0 0 1 0 0,0 0-1 0 0,-1-1 1 0 0,9-19-1 0 0,-13 22 118 0 0,-1 1-1 0 0,1-1 0 0 0,-2 0 0 0 0,1 0 1 0 0,-1-1-1 0 0,-1 1 0 0 0,0 0 1 0 0,0-1-1 0 0,-1 1 0 0 0,-1-1 0 0 0,1 1 1 0 0,-5-17-1 0 0,-2 11 271 0 0,0 21-287 0 0,-2 27-165 0 0,7-28 57 0 0,-30 136 54 0 0,-28 279 0 0 0,28-154-7 0 0,19-159-53 0 0,6-41 19 0 0,-3 0-1 0 0,-28 97 1 0 0,33-146-15 0 0,1-3 30 0 0,0-1 0 0 0,-1 1 1 0 0,-11 20-1 0 0,15-31 98 0 0,-3 0 78 0 0,4-2-226 0 0,-1 1 0 0 0,1-1 0 0 0,0 0 0 0 0,0 0 0 0 0,-1 1 0 0 0,1-1 0 0 0,0 0 0 0 0,-1 0 0 0 0,1 0 0 0 0,0 1-1 0 0,-1-1 1 0 0,1 0 0 0 0,-1 0 0 0 0,1 0 0 0 0,0 0 0 0 0,-1 0 0 0 0,1 0 0 0 0,-1 0 0 0 0,1 0 0 0 0,0 0 0 0 0,-1 0 0 0 0,1 0 0 0 0,-1 0 0 0 0,1 0-1 0 0,0 0 1 0 0,-1 0 0 0 0,1 0 0 0 0,0 0 0 0 0,-1-1 0 0 0,1 1 0 0 0,0 0 0 0 0,-1 0 0 0 0,1 0 0 0 0,0-1 0 0 0,-1 1 0 0 0,1 0 0 0 0,0 0-1 0 0,-1-1 1 0 0,1 1 0 0 0,0 0 0 0 0,0-1 0 0 0,-1 1 0 0 0,-3-7 23 0 0,0 1 0 0 0,0-1-1 0 0,1 0 1 0 0,0 1 0 0 0,0-1 0 0 0,1-1-1 0 0,-1 1 1 0 0,1 0 0 0 0,1-1 0 0 0,0 1 0 0 0,-1-13-1 0 0,2 6 10 0 0,1 0 0 0 0,0 1 0 0 0,1-1 0 0 0,0 1-1 0 0,9-26 1 0 0,3 2 14 0 0,1 2 0 0 0,2 0-1 0 0,37-57 1 0 0,-29 57-147 0 0,2 1-1 0 0,1 1 1 0 0,1 1 0 0 0,2 2-1 0 0,1 1 1 0 0,1 1 0 0 0,1 2 0 0 0,2 2-1 0 0,52-28 1 0 0,-19 16-1216 0 0,91-34 0 0 0,76-7-5438 0 0,-116 44 3188 0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6:16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44 608 0 0,'13'-43'10017'0'0,"-13"49"-9680"0"0,-13 201 1214 0 0,0-20-853 0 0,12-148-641 0 0,2-6-81 0 0,-2 1-1 0 0,-2-1 0 0 0,-1 1 0 0 0,-15 60 1 0 0,16-82-752 0 0,3-11 634 0 0,0 1-1 0 0,0-1 1 0 0,0 0-1 0 0,-1 0 1 0 0,1 0-1 0 0,0 0 1 0 0,0 0-1 0 0,-1 0 1 0 0,1 0-1 0 0,-1 0 1 0 0,1 0-1 0 0,-1 0 1 0 0,1 0-1 0 0,-1 0 1 0 0,0 0-1 0 0,1-1 1 0 0,-1 1-1 0 0,0 0 1 0 0,0 0-1 0 0,0-1 1 0 0,1 1-1 0 0,-1 0 1 0 0,-2 0-1 0 0,-20-15-6826 0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6:17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1 600 256 0 0,'80'-9'1171'0'0,"0"-4"1"0"0,0-4-1 0 0,-2-3 1 0 0,112-44-1 0 0,-168 55-880 0 0,-1-2-1 0 0,0-1 0 0 0,-1-1 1 0 0,-1 0-1 0 0,0-2 0 0 0,0 0 1 0 0,-2-1-1 0 0,0-1 0 0 0,0 0 1 0 0,16-24-1 0 0,-26 32-154 0 0,-1 0 1 0 0,0-1-1 0 0,0 0 0 0 0,-1 0 0 0 0,0 0 0 0 0,0 0 1 0 0,-1-1-1 0 0,-1 0 0 0 0,0 0 0 0 0,0 0 1 0 0,-1 0-1 0 0,-1 0 0 0 0,0-1 0 0 0,0 1 0 0 0,-1 0 1 0 0,0-1-1 0 0,-1 1 0 0 0,-1 0 0 0 0,0-1 1 0 0,0 1-1 0 0,-1 0 0 0 0,0 0 0 0 0,-6-12 0 0 0,8 21-111 0 0,1 1-1 0 0,-1-1 0 0 0,0 0 0 0 0,1 1 0 0 0,-1-1 0 0 0,0 0 0 0 0,0 1 1 0 0,0-1-1 0 0,0 1 0 0 0,0-1 0 0 0,0 1 0 0 0,-1 0 0 0 0,1 0 1 0 0,0-1-1 0 0,-1 1 0 0 0,1 0 0 0 0,-1 0 0 0 0,-1-1 0 0 0,1 3-23 0 0,1 0-1 0 0,-1 0 1 0 0,1 0-1 0 0,-1 0 1 0 0,1 0-1 0 0,0 0 1 0 0,-1 1-1 0 0,1-1 1 0 0,0 0 0 0 0,0 1-1 0 0,0-1 1 0 0,0 1-1 0 0,0-1 1 0 0,0 1-1 0 0,0-1 1 0 0,1 1-1 0 0,-1 0 1 0 0,0-1-1 0 0,0 4 1 0 0,-12 31 2 0 0,1 0 0 0 0,1 1 0 0 0,2 0 0 0 0,-4 42 0 0 0,-7 155 67 0 0,19-159-53 0 0,1-41-3 0 0,-1-1 0 0 0,-7 44 1 0 0,2-21 54 0 0,6-54-36 0 0,3 12 119 0 0,14-30-148 0 0,-2-1-1 0 0,24-32 1 0 0,-9 20-204 0 0,-29 28 190 0 0,-1 0 0 0 0,1 0 0 0 0,-1 1 0 0 0,1-1 0 0 0,-1 0 0 0 0,1 0 0 0 0,0 1 0 0 0,-1-1 0 0 0,1 1 0 0 0,0-1 0 0 0,-1 0 0 0 0,1 1 0 0 0,0-1 0 0 0,0 1 0 0 0,-1 0 0 0 0,1-1 0 0 0,0 1 0 0 0,0-1 0 0 0,0 1 0 0 0,0 0 0 0 0,0 0 0 0 0,0 0 0 0 0,-1 0 0 0 0,1-1-1 0 0,0 1 1 0 0,0 0 0 0 0,0 1 0 0 0,0-1 0 0 0,0 0 0 0 0,0 0 0 0 0,0 0 0 0 0,0 0 0 0 0,-1 1 0 0 0,1-1 0 0 0,0 0 0 0 0,0 1 0 0 0,1 0 0 0 0,30 21-171 0 0,-25-17 168 0 0,7 6 11 0 0,1 0 0 0 0,0-1 0 0 0,0-1 0 0 0,1 0 0 0 0,0-1 0 0 0,1-1 0 0 0,0 0 0 0 0,0-2 0 0 0,0 1 0 0 0,1-2 0 0 0,0-1 0 0 0,0 0 0 0 0,0-1 0 0 0,20 0-1 0 0,-33-3 29 0 0,-1 0 0 0 0,1 0 0 0 0,0 0-1 0 0,0-1 1 0 0,0 1 0 0 0,-1-1 0 0 0,1 0-1 0 0,-1 0 1 0 0,0-1 0 0 0,1 1-1 0 0,-1-1 1 0 0,0 0 0 0 0,-1 0 0 0 0,1-1-1 0 0,0 1 1 0 0,4-7 0 0 0,-7 8 0 0 0,1 1 0 0 0,-1-1 0 0 0,0 0 0 0 0,0 0 0 0 0,0 0 0 0 0,0 0 0 0 0,-1 0 1 0 0,1 0-1 0 0,0 0 0 0 0,-1 0 0 0 0,0 0 0 0 0,1-1 0 0 0,-1 1 0 0 0,0 0 0 0 0,0 0 0 0 0,0 0 1 0 0,0 0-1 0 0,-1-1 0 0 0,1 1 0 0 0,0 0 0 0 0,-1 0 0 0 0,0 0 0 0 0,1 0 0 0 0,-1 0 0 0 0,0 0 0 0 0,0 0 1 0 0,0 0-1 0 0,0 0 0 0 0,-1 1 0 0 0,1-1 0 0 0,0 0 0 0 0,-1 1 0 0 0,1-1 0 0 0,-1 1 0 0 0,0-1 0 0 0,1 1 1 0 0,-1 0-1 0 0,0 0 0 0 0,0-1 0 0 0,-3 0 0 0 0,5 2-25 0 0,-1-1-1 0 0,1 0 1 0 0,-1 1 0 0 0,1-1 0 0 0,-1 1-1 0 0,1-1 1 0 0,-1 1 0 0 0,0 0-1 0 0,1-1 1 0 0,-1 1 0 0 0,0-1 0 0 0,1 1-1 0 0,-1 0 1 0 0,0 0 0 0 0,1-1-1 0 0,-1 1 1 0 0,0 0 0 0 0,0 0 0 0 0,1 0-1 0 0,-1 0 1 0 0,0 0 0 0 0,0 0-1 0 0,1 0 1 0 0,-1 0 0 0 0,0 0 0 0 0,0 0-1 0 0,1 1 1 0 0,-1-1 0 0 0,0 0-1 0 0,1 0 1 0 0,-1 1 0 0 0,0-1 0 0 0,1 0-1 0 0,-1 1 1 0 0,0-1 0 0 0,1 1-1 0 0,-1-1 1 0 0,1 1 0 0 0,-1-1 0 0 0,1 1-1 0 0,-1-1 1 0 0,1 1 0 0 0,-1-1-1 0 0,1 1 1 0 0,-1 0 0 0 0,1-1 0 0 0,0 1-1 0 0,-1 0 1 0 0,1-1 0 0 0,0 1-1 0 0,0 1 1 0 0,-1 0-94 0 0,1 1 1 0 0,0 0-1 0 0,0-1 0 0 0,0 1 0 0 0,0-1 1 0 0,0 1-1 0 0,1 0 0 0 0,-1-1 0 0 0,1 1 1 0 0,0-1-1 0 0,0 1 0 0 0,0-1 0 0 0,0 0 1 0 0,0 1-1 0 0,3 3 0 0 0,0 0-769 0 0,1-1-1 0 0,0 1 1 0 0,0-1 0 0 0,0 0-1 0 0,0 0 1 0 0,1-1-1 0 0,8 6 1 0 0,9 1-2410 0 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3:11.7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32 0 0,'0'0'3342'0'0,"3"-12"-478"0"0,0 6 255 0 0,-2 9-1383 0 0,9 190-3042 0 0,-12-175 426 0 0,0 2-4488 0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3:12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387 147 560 0 0,'-4'-4'189'0'0,"-1"1"1"0"0,0 1-1 0 0,0-1 0 0 0,0 1 1 0 0,0-1-1 0 0,0 1 0 0 0,0 1 0 0 0,-1-1 1 0 0,1 1-1 0 0,0 0 0 0 0,-1 0 1 0 0,1 1-1 0 0,-1-1 0 0 0,1 1 1 0 0,-1 0-1 0 0,-6 2 0 0 0,3-1-47 0 0,1 2 0 0 0,0-1 0 0 0,0 1 1 0 0,0 0-1 0 0,1 1 0 0 0,-1 0 0 0 0,1 0 0 0 0,0 0 0 0 0,-12 11 0 0 0,1 0 52 0 0,2 2 0 0 0,0 0-1 0 0,0 1 1 0 0,2 1 0 0 0,0 0 0 0 0,-19 37-1 0 0,20-31-42 0 0,2 0 0 0 0,1 1 0 0 0,0 0 1 0 0,2 0-1 0 0,1 1 0 0 0,1 0 0 0 0,2 0 0 0 0,0 1 0 0 0,1 32 0 0 0,3-45-98 0 0,1 1 0 0 0,0-1 0 0 0,1 0-1 0 0,1 1 1 0 0,0-1 0 0 0,1 0 0 0 0,1-1 0 0 0,0 1 0 0 0,1-1 0 0 0,1 0-1 0 0,0 0 1 0 0,0-1 0 0 0,2 0 0 0 0,0-1 0 0 0,0 1 0 0 0,1-2 0 0 0,22 22-1 0 0,-11-17-21 0 0,2-1-1 0 0,0 0 0 0 0,0-2 0 0 0,1 0 1 0 0,1-2-1 0 0,0-1 0 0 0,0-1 0 0 0,1-1 1 0 0,0-1-1 0 0,1-1 0 0 0,-1-2 0 0 0,1 0 1 0 0,0-2-1 0 0,0-1 0 0 0,0-1 0 0 0,0-1 1 0 0,27-5-1 0 0,-19 1-17 0 0,0-2 0 0 0,-1 0 0 0 0,0-3 0 0 0,0-1 0 0 0,-1-1 0 0 0,-1-2-1 0 0,0-1 1 0 0,-1-1 0 0 0,-1-2 0 0 0,0-1 0 0 0,-2-1 0 0 0,43-39 0 0 0,-59 47 31 0 0,0-1-1 0 0,0 1 0 0 0,-2-2 1 0 0,0 0-1 0 0,0 0 0 0 0,-1 0 1 0 0,-1-1-1 0 0,0-1 1 0 0,-2 1-1 0 0,1-1 0 0 0,-2-1 1 0 0,0 1-1 0 0,-1-1 0 0 0,-1 1 1 0 0,0-1-1 0 0,-1 0 0 0 0,-1 0 1 0 0,-1 0-1 0 0,0-1 1 0 0,-1 1-1 0 0,-1 0 0 0 0,-1 1 1 0 0,0-1-1 0 0,-9-25 0 0 0,3 18 32 0 0,-1 0 1 0 0,-1 0-1 0 0,-2 1 0 0 0,0 1 0 0 0,-1 0 0 0 0,-1 0 0 0 0,-1 2 0 0 0,-1 0 0 0 0,-1 1 1 0 0,-1 1-1 0 0,-28-23 0 0 0,29 28-42 0 0,0 0-1 0 0,0 1 1 0 0,-2 0 0 0 0,1 2 0 0 0,-1 0 0 0 0,-1 1-1 0 0,0 2 1 0 0,0 0 0 0 0,0 1 0 0 0,-1 1 0 0 0,0 0 0 0 0,0 2-1 0 0,-37 0 1 0 0,55 3-114 0 0,0 0-1 0 0,-1 0 1 0 0,1 1-1 0 0,0-1 1 0 0,0 1-1 0 0,0 0 1 0 0,0 0-1 0 0,0 1 1 0 0,0-1-1 0 0,0 1 1 0 0,0 0 0 0 0,0 0-1 0 0,1 0 1 0 0,-1 1-1 0 0,1-1 1 0 0,-6 6-1 0 0,7-5-163 0 0,1-1 0 0 0,-1 0 1 0 0,1 1-1 0 0,0-1 0 0 0,-1 1 0 0 0,1 0 0 0 0,1-1 0 0 0,-1 1 0 0 0,0 0 1 0 0,0 0-1 0 0,1-1 0 0 0,0 1 0 0 0,0 0 0 0 0,-1 0 0 0 0,2 0 0 0 0,-1 0 1 0 0,0-1-1 0 0,0 1 0 0 0,1 0 0 0 0,0 0 0 0 0,-1-1 0 0 0,1 1 0 0 0,0 0 0 0 0,1-1 1 0 0,1 5-1 0 0,8 13-2243 0 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3:19.8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4 584 0 0,'2'-4'9665'0'0,"0"16"-7980"0"0,0 8-3116 0 0,-3-10 2355 0 0,-1-4-830 0 0,1 1 0 0 0,1 0 0 0 0,-1-1 0 0 0,1 1 0 0 0,0 0 0 0 0,2 7 0 0 0,-1 9 161 0 0,-1-22-244 0 0,0-1 1 0 0,0 1-1 0 0,0 0 1 0 0,0 0-1 0 0,0 0 1 0 0,0 0-1 0 0,0 0 1 0 0,0 0-1 0 0,0-1 1 0 0,1 1-1 0 0,-1 0 1 0 0,0 0-1 0 0,1 0 0 0 0,-1 0 1 0 0,0-1-1 0 0,1 1 1 0 0,-1 0-1 0 0,1 0 1 0 0,-1-1-1 0 0,1 1 1 0 0,-1 0-1 0 0,1-1 1 0 0,0 1-1 0 0,-1-1 1 0 0,1 1-1 0 0,0-1 1 0 0,-1 1-1 0 0,1-1 1 0 0,0 1-1 0 0,0-1 1 0 0,0 0-1 0 0,-1 1 1 0 0,1-1-1 0 0,0 0 0 0 0,0 0 1 0 0,0 1-1 0 0,0-1 1 0 0,0 0-1 0 0,-1 0 1 0 0,1 0-1 0 0,0 0 1 0 0,1 0-1 0 0,31-10 87 0 0,-31 9-86 0 0,175-76 149 0 0,-167 74-223 0 0,0 0 1 0 0,0 0-1 0 0,0 1 1 0 0,1 0-1 0 0,16-1 1 0 0,-25 3 52 0 0,0 0 0 0 0,1 0-1 0 0,-1 0 1 0 0,0 0 0 0 0,1 0 0 0 0,-1 1 0 0 0,0-1 0 0 0,1 0 0 0 0,-1 1 0 0 0,0 0 0 0 0,0 0 0 0 0,1 0 0 0 0,-1 0 0 0 0,0 0-1 0 0,0 0 1 0 0,0 0 0 0 0,0 1 0 0 0,0-1 0 0 0,-1 1 0 0 0,1-1 0 0 0,0 1 0 0 0,-1 0 0 0 0,1-1 0 0 0,-1 1 0 0 0,1 0 0 0 0,-1 0-1 0 0,0 0 1 0 0,0 0 0 0 0,0 1 0 0 0,1 2 0 0 0,-2-4-1 0 0,0 3-178 0 0,0-1 0 0 0,-1 1 0 0 0,1 0-1 0 0,-1 0 1 0 0,0 0 0 0 0,-1-1 0 0 0,1 1 0 0 0,0-1-1 0 0,-1 1 1 0 0,-2 4 0 0 0,3-7-290 0 0,-6 6 38 0 0,-2-5-4235 0 0,-6 0 1983 0 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3:20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55 548 0 0,'-7'-25'5143'0'0,"3"18"-3690"0"0,4 2 1695 0 0,1 3-3188 0 0,0 1 0 0 0,1 0 0 0 0,-1-1 0 0 0,1 1 0 0 0,-1 0 0 0 0,0 0 0 0 0,1 0 0 0 0,0 0 0 0 0,-1 0 0 0 0,1 0-1 0 0,0 0 1 0 0,-1 0 0 0 0,1 1 0 0 0,0-1 0 0 0,0 1 0 0 0,0-1 0 0 0,0 1 0 0 0,-1 0 0 0 0,1-1 0 0 0,0 1 0 0 0,0 0 0 0 0,0 1 0 0 0,0-1-1 0 0,0 0 1 0 0,0 0 0 0 0,-1 1 0 0 0,1-1 0 0 0,3 2 0 0 0,61 15-4510 0 0,-62-16 3912 0 0,19 7-1584 0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3:20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1 376 1120 0 0,'1'2'772'0'0,"0"0"-1"0"0,0 0 1 0 0,0 0 0 0 0,0-1-1 0 0,1 1 1 0 0,-1 0 0 0 0,0 0-1 0 0,1-1 1 0 0,0 1 0 0 0,-1-1-1 0 0,1 1 1 0 0,3 1 0 0 0,12-12-366 0 0,-1-1 0 0 0,-1-1 1 0 0,1 0-1 0 0,-2-1 1 0 0,0 0-1 0 0,0-2 0 0 0,18-22 1 0 0,-22 23-323 0 0,-1 0 0 0 0,0-1 0 0 0,-1 0 1 0 0,0 0-1 0 0,-1-1 0 0 0,-1 0 0 0 0,0 0 0 0 0,-1 0 1 0 0,-1-1-1 0 0,-1 0 0 0 0,0 0 0 0 0,0 0 1 0 0,-2 0-1 0 0,0-28 0 0 0,-4 12-286 0 0,3 42-370 0 0,0-2 487 0 0,1 1 1 0 0,0-1-1 0 0,1 1 1 0 0,0-1-1 0 0,3 10 1 0 0,1-7 25 0 0,1 0-1 0 0,0 0 1 0 0,0-1 0 0 0,1 0 0 0 0,1 0 0 0 0,0-1 0 0 0,0 0 0 0 0,0-1 0 0 0,1 0 0 0 0,1 0-1 0 0,-1-1 1 0 0,1 0 0 0 0,0-1 0 0 0,1 0 0 0 0,0-1 0 0 0,0 0 0 0 0,0-1 0 0 0,0-1 0 0 0,0 1-1 0 0,1-2 1 0 0,20 2 0 0 0,-17-2 12 0 0,1-2-1 0 0,0 0 1 0 0,0-1 0 0 0,0 0-1 0 0,0-1 1 0 0,-1-1 0 0 0,1-1-1 0 0,-1 0 1 0 0,0-1 0 0 0,0-1-1 0 0,0-1 1 0 0,-1 0 0 0 0,0-1-1 0 0,-1 0 1 0 0,1-1-1 0 0,12-11 1 0 0,-23 16 62 0 0,-1 1 0 0 0,1-1 0 0 0,-1 1 0 0 0,0-1 0 0 0,0 0 0 0 0,0 0 0 0 0,-1 0-1 0 0,1 0 1 0 0,-1-1 0 0 0,0 1 0 0 0,0-1 0 0 0,1-4 0 0 0,-3 7-1 0 0,1 0 0 0 0,-1 0 1 0 0,1-1-1 0 0,-1 1 0 0 0,0 0 0 0 0,0 0 0 0 0,0 0 0 0 0,0 0 1 0 0,-1-1-1 0 0,1 1 0 0 0,0 0 0 0 0,-1 0 0 0 0,0 0 0 0 0,1 0 1 0 0,-1 0-1 0 0,0 0 0 0 0,0 0 0 0 0,0 0 0 0 0,0 1 0 0 0,0-1 1 0 0,-1 0-1 0 0,1 0 0 0 0,0 1 0 0 0,-1-1 0 0 0,1 1 1 0 0,-1-1-1 0 0,-2-1 0 0 0,3 3-13 0 0,0-1 0 0 0,1 1 1 0 0,-1-1-1 0 0,0 1 0 0 0,0 0 1 0 0,1-1-1 0 0,-1 1 0 0 0,0 0 0 0 0,0 0 1 0 0,1-1-1 0 0,-1 1 0 0 0,0 0 1 0 0,0 0-1 0 0,0 0 0 0 0,0 0 0 0 0,1 0 1 0 0,-1 0-1 0 0,0 0 0 0 0,-1 1 1 0 0,-4-1 8 0 0,3 0-7 0 0,0 1 1 0 0,0-1-1 0 0,1 1 1 0 0,-1-1 0 0 0,0 1-1 0 0,0 0 1 0 0,1 0-1 0 0,-1 0 1 0 0,1 1-1 0 0,-1-1 1 0 0,1 0-1 0 0,-1 1 1 0 0,1 0 0 0 0,0-1-1 0 0,0 1 1 0 0,0 0-1 0 0,0 0 1 0 0,0 0-1 0 0,0 1 1 0 0,0-1-1 0 0,1 0 1 0 0,-1 1-1 0 0,1-1 1 0 0,0 1 0 0 0,-1-1-1 0 0,1 1 1 0 0,1 0-1 0 0,-1-1 1 0 0,-1 4-1 0 0,1-1 5 0 0,1 0-1 0 0,-1 1 1 0 0,1-1-1 0 0,-1 0 1 0 0,2 1-1 0 0,-1-1 1 0 0,0 0-1 0 0,1 0 1 0 0,0 0-1 0 0,0 1 1 0 0,3 5 0 0 0,-1-5-86 0 0,1 0 1 0 0,0 0 0 0 0,0-1 0 0 0,0 1 0 0 0,0-1 0 0 0,1 0 0 0 0,0 0 0 0 0,0-1 0 0 0,0 1 0 0 0,1-1 0 0 0,-1 0 0 0 0,1-1 0 0 0,0 1-1 0 0,0-1 1 0 0,1 0 0 0 0,8 2 0 0 0,-7-2-711 0 0,-1-1 0 0 0,1 0-1 0 0,0-1 1 0 0,0 1-1 0 0,0-2 1 0 0,0 1 0 0 0,0-1-1 0 0,12-1 1 0 0,-1-3-1857 0 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3:21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60 0 0,'0'0'3090'0'0,"1"-1"-2961"0"0,0 1-1 0 0,-1-1 1 0 0,1 0-1 0 0,-1 1 1 0 0,1-1-1 0 0,0 1 1 0 0,-1 0-1 0 0,1-1 0 0 0,0 1 1 0 0,-1-1-1 0 0,1 1 1 0 0,0 0-1 0 0,0 0 1 0 0,-1-1-1 0 0,1 1 1 0 0,0 0-1 0 0,0 0 1 0 0,0 0-1 0 0,-1 0 1 0 0,1 0-1 0 0,1 0 1 0 0,4 4 52 0 0,-1 0-1 0 0,1 1 1 0 0,-1-1 0 0 0,0 1 0 0 0,-1 0 0 0 0,1 0 0 0 0,-1 1 0 0 0,0-1 0 0 0,0 1 0 0 0,0 0 0 0 0,2 7 0 0 0,-4-10-118 0 0,-1 1-1 0 0,1 0 0 0 0,-1 0 1 0 0,0 0-1 0 0,0 0 1 0 0,0 0-1 0 0,-1 0 1 0 0,1 0-1 0 0,-1 0 1 0 0,0 0-1 0 0,0 0 1 0 0,-1 0-1 0 0,1 0 1 0 0,-1 0-1 0 0,0 0 1 0 0,0 0-1 0 0,0 0 1 0 0,0-1-1 0 0,-1 1 0 0 0,1 0 1 0 0,-1-1-1 0 0,-3 6 1 0 0,1-4-27 0 0,3-2 15 0 0,-1 0-1 0 0,0-1 1 0 0,0 1 0 0 0,0-1-1 0 0,0 1 1 0 0,0-1-1 0 0,0 0 1 0 0,-1 0-1 0 0,-3 3 1 0 0,4-4 52 0 0,2-1-90 0 0,-1 0 0 0 0,1 0-1 0 0,-1 1 1 0 0,1-1 0 0 0,0 0-1 0 0,-1 0 1 0 0,1 0-1 0 0,-1 0 1 0 0,1 0 0 0 0,-1 0-1 0 0,1 0 1 0 0,0 0 0 0 0,-1 0-1 0 0,1 0 1 0 0,-1 0 0 0 0,1-1-1 0 0,-1 1 1 0 0,1 0 0 0 0,0 0-1 0 0,-1 0 1 0 0,1 0-1 0 0,-1-1 1 0 0,1 1 0 0 0,0 0-1 0 0,-1-1 1 0 0,1 1 0 0 0,0 0-1 0 0,-1 0 1 0 0,1-1 0 0 0,-1 0-1 0 0,1-2-5 0 0,-1 0 0 0 0,1 0 0 0 0,0-1 0 0 0,0 1 0 0 0,0 0-1 0 0,0-1 1 0 0,1 1 0 0 0,-1 0 0 0 0,1 0 0 0 0,0 0 0 0 0,0-1-1 0 0,0 1 1 0 0,0 0 0 0 0,0 0 0 0 0,1 0 0 0 0,-1 0 0 0 0,1 1-1 0 0,0-1 1 0 0,3-3 0 0 0,6-8 19 0 0,2 1 0 0 0,20-19-1 0 0,6-5-72 0 0,-38 35 42 0 0,1 1 1 0 0,0-1-1 0 0,-1 0 1 0 0,1 1-1 0 0,0-1 1 0 0,0 1-1 0 0,1 0 1 0 0,-1 0-1 0 0,0 0 1 0 0,0 0-1 0 0,0 0 1 0 0,1 0-1 0 0,-1 0 1 0 0,0 1-1 0 0,1-1 1 0 0,-1 1-1 0 0,1-1 1 0 0,-1 1-1 0 0,1 0 1 0 0,-1 0-1 0 0,0 1 1 0 0,1-1-1 0 0,-1 0 1 0 0,1 1-1 0 0,-1-1 0 0 0,0 1 1 0 0,1 0-1 0 0,-1 0 1 0 0,4 2-1 0 0,-1-1 5 0 0,0 1-1 0 0,0 0 0 0 0,-1 0 1 0 0,1 0-1 0 0,-1 0 1 0 0,0 1-1 0 0,0 0 0 0 0,0 0 1 0 0,0 0-1 0 0,-1 0 0 0 0,6 10 1 0 0,-5-6 5 0 0,0 0 0 0 0,0 0 1 0 0,-1 0-1 0 0,-1 1 0 0 0,1-1 1 0 0,-1 1-1 0 0,0 0 0 0 0,0 15 1 0 0,-2-22 48 0 0,8-4-61 0 0,-1-1-1 0 0,1 0 1 0 0,-1-1-1 0 0,0 0 1 0 0,-1 0 0 0 0,1-1-1 0 0,-1 1 1 0 0,1-1-1 0 0,7-9 1 0 0,41-27-261 0 0,-51 38 248 0 0,1 0 1 0 0,-1 0-1 0 0,1 1 0 0 0,0-1 0 0 0,0 1 0 0 0,0 0 0 0 0,0 1 0 0 0,0-1 1 0 0,0 1-1 0 0,0 0 0 0 0,1 0 0 0 0,-1 1 0 0 0,0 0 0 0 0,1 0 1 0 0,-1 0-1 0 0,0 0 0 0 0,1 1 0 0 0,-1 0 0 0 0,0 0 0 0 0,0 0 0 0 0,7 3 1 0 0,14 8 15 0 0,1-1 0 0 0,49 12 1 0 0,-65-21 10 0 0,0 0 0 0 0,0 0 0 0 0,1-1 0 0 0,-1 0 0 0 0,0-1 0 0 0,1-1 0 0 0,-1 0 0 0 0,0 0 0 0 0,21-6 0 0 0,-27 5 46 0 0,-1 0 0 0 0,0-1 0 0 0,0 0 0 0 0,0 1 1 0 0,0-1-1 0 0,-1-1 0 0 0,1 1 0 0 0,-1 0 0 0 0,6-8 0 0 0,-8 9 65 0 0,2 4-55 0 0,0 0-1 0 0,0-1 0 0 0,0 1 0 0 0,0 0 0 0 0,-1 0 1 0 0,1 1-1 0 0,0-1 0 0 0,3 5 0 0 0,-1-2-61 0 0,-1 0-1 0 0,1 0 1 0 0,1-1-1 0 0,-1 0 0 0 0,0 0 1 0 0,1 0-1 0 0,11 5 1 0 0,-16-8 54 0 0,1-1 1 0 0,0 1 0 0 0,-1-1 0 0 0,1 1 0 0 0,0-1 0 0 0,-1 0-1 0 0,1 0 1 0 0,0 1 0 0 0,0-1 0 0 0,-1 0 0 0 0,1-1-1 0 0,0 1 1 0 0,-1 0 0 0 0,1 0 0 0 0,0-1 0 0 0,0 1-1 0 0,-1-1 1 0 0,1 0 0 0 0,-1 1 0 0 0,1-1 0 0 0,-1 0-1 0 0,1 0 1 0 0,-1 0 0 0 0,1 0 0 0 0,-1 0 0 0 0,0 0-1 0 0,1 0 1 0 0,-1 0 0 0 0,0-1 0 0 0,0 1 0 0 0,0-1-1 0 0,0 1 1 0 0,0 0 0 0 0,0-1 0 0 0,0 0 0 0 0,-1 1-1 0 0,2-3 1 0 0,-2 0 60 0 0,1 0-1 0 0,0 1 1 0 0,-1-1-1 0 0,0 1 0 0 0,0-1 1 0 0,0 0-1 0 0,-1 1 1 0 0,1-1-1 0 0,-1 0 1 0 0,0 1-1 0 0,0-1 1 0 0,0 1-1 0 0,0-1 0 0 0,0 1 1 0 0,-1 0-1 0 0,-2-4 1 0 0,2 4-108 0 0,0 0 1 0 0,0-1 0 0 0,-1 1-1 0 0,0 0 1 0 0,0 0 0 0 0,0 1-1 0 0,0-1 1 0 0,0 1 0 0 0,0-1-1 0 0,-1 1 1 0 0,1 0 0 0 0,-1 0-1 0 0,1 0 1 0 0,-6-1 0 0 0,-11 0-2924 0 0,-2 8-3842 0 0,15-3 3502 0 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3:22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0 243 752 0 0,'0'0'1010'0'0,"10"19"3481"0"0,23 69-690 0 0,-26-64-3182 0 0,-1-9 492 0 0,4-29-849 0 0,-7 11-292 0 0,0 1 1 0 0,-1-1-1 0 0,1 0 0 0 0,0 1 1 0 0,1-1-1 0 0,-1 1 1 0 0,0 0-1 0 0,1 0 0 0 0,-1 0 1 0 0,1 1-1 0 0,0-1 1 0 0,-1 1-1 0 0,1 0 1 0 0,0 0-1 0 0,0 0 0 0 0,0 1 1 0 0,7-1-1 0 0,-3-1-40 0 0,203-18-886 0 0,-62 9 450 0 0,-125 9 614 0 0,-23 3-31 0 0,0-1-1 0 0,1 0 1 0 0,-1 0 0 0 0,0 0-1 0 0,0-1 1 0 0,0 1-1 0 0,1 0 1 0 0,-1 0 0 0 0,0-1-1 0 0,0 1 1 0 0,0-1-1 0 0,0 1 1 0 0,0-1 0 0 0,1 1-1 0 0,-1-1 1 0 0,0 1-1 0 0,0-1 1 0 0,0 0-1 0 0,1-1 1 0 0,-3 1-71 0 0,0 0 1 0 0,0 0-1 0 0,0 0 0 0 0,0 0 1 0 0,0 0-1 0 0,0 1 1 0 0,0-1-1 0 0,-1 0 0 0 0,1 1 1 0 0,0-1-1 0 0,0 1 0 0 0,-1-1 1 0 0,1 1-1 0 0,0 0 0 0 0,0-1 1 0 0,-1 1-1 0 0,1 0 0 0 0,-2 0 1 0 0,1 2 4 0 0,1 1 1 0 0,-1-1 0 0 0,0 0-1 0 0,0 0 1 0 0,0 1 0 0 0,0-1-1 0 0,0-1 1 0 0,0 1 0 0 0,0 0-1 0 0,-1 0 1 0 0,1-1 0 0 0,-1 0-1 0 0,-3 2 1 0 0,-23 43 231 0 0,15-16-170 0 0,12-23-66 0 0,1-5 5 0 0,3 3 4 0 0,-2-3-10 0 0,0-1 0 0 0,0 1 0 0 0,0-1 0 0 0,0 1 0 0 0,1-1 0 0 0,-1 1 0 0 0,1-1 0 0 0,-1 0 0 0 0,1 1 0 0 0,-1-1 0 0 0,1 0 0 0 0,0 1 0 0 0,0-1 0 0 0,-1 0 0 0 0,1 0 0 0 0,0 0 0 0 0,0 0 0 0 0,0 0 0 0 0,2 2 0 0 0,5-4-25 0 0,0 1 0 0 0,0-2-1 0 0,0 1 1 0 0,0-1 0 0 0,0 0 0 0 0,-1-1 0 0 0,1 0 0 0 0,-1 0 0 0 0,1-1 0 0 0,-1 1-1 0 0,11-9 1 0 0,34-15-159 0 0,-32 21 104 0 0,1 1 0 0 0,32-5 1 0 0,-40 9 26 0 0,0 0 0 0 0,0-2 0 0 0,-1 1 0 0 0,1-2 0 0 0,-1 0 0 0 0,0 0 0 0 0,1-1 0 0 0,-2 0 0 0 0,1-1 0 0 0,12-8 0 0 0,-18 7 79 0 0,0 0-1 0 0,0 0 1 0 0,0 0-1 0 0,-1-1 1 0 0,0 0-1 0 0,0 0 1 0 0,-1 0-1 0 0,0-1 1 0 0,-1 1-1 0 0,1-1 1 0 0,-2 0-1 0 0,1 0 1 0 0,-1 0-1 0 0,-1 0 1 0 0,1-11-1 0 0,0 1 570 0 0,-2 1 0 0 0,0-1 0 0 0,0 0 0 0 0,-2 1 0 0 0,-1 0 0 0 0,-6-28 0 0 0,8 44-191 0 0,0 2-385 0 0,-1 0 0 0 0,1 0 1 0 0,-1 0-1 0 0,1 1 0 0 0,-1-1 0 0 0,1 1 1 0 0,-1-1-1 0 0,1 1 0 0 0,0-1 0 0 0,-1 1 1 0 0,1 0-1 0 0,0-1 0 0 0,-1 1 1 0 0,1 0-1 0 0,0 0 0 0 0,0 0 0 0 0,0 0 1 0 0,-2 2-1 0 0,-21 24 197 0 0,11-7-92 0 0,1-1 0 0 0,0 2 1 0 0,1 0-1 0 0,1 0 0 0 0,1 0 1 0 0,2 1-1 0 0,0 1 0 0 0,-8 41 0 0 0,0 64-1231 0 0,11-3-3983 0 0,2-96-885 0 0,3-18 2554 0 0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3:12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1 293 1068 0 0,'2'1'277'0'0,"1"0"0"0"0,-1 0-1 0 0,1 0 1 0 0,-1 0 0 0 0,1 0 0 0 0,-1 1 0 0 0,0-1-1 0 0,0 1 1 0 0,0 0 0 0 0,0 0 0 0 0,0-1-1 0 0,0 1 1 0 0,0 0 0 0 0,-1 1 0 0 0,1-1 0 0 0,-1 0-1 0 0,0 0 1 0 0,1 1 0 0 0,1 4 0 0 0,19 59 827 0 0,-16-44-633 0 0,48 188 1326 0 0,-37-134-1068 0 0,50 141-1 0 0,-47-175-474 0 0,-12-27 131 0 0,-1 0 0 0 0,-1 0 0 0 0,0 1 0 0 0,-1 0 0 0 0,4 18 2735 0 0,-14-42-2708 0 0,-158-345 1792 0 0,149 315-2133 0 0,1 0 0 0 0,3-1 0 0 0,1-1 0 0 0,1 0 0 0 0,3 0 0 0 0,1 0 0 0 0,2 0 0 0 0,5-69-1 0 0,-1 94-74 0 0,1-1-1 0 0,1 1 1 0 0,1-1-1 0 0,0 1 1 0 0,1 0-1 0 0,0 1 1 0 0,1-1-1 0 0,1 1 1 0 0,0 1-1 0 0,1-1 0 0 0,0 2 1 0 0,1-1-1 0 0,1 1 1 0 0,0 1-1 0 0,17-15 1 0 0,-21 20-42 0 0,0 0 1 0 0,0 1 0 0 0,1 0-1 0 0,-1 0 1 0 0,1 1 0 0 0,0 0-1 0 0,1 0 1 0 0,-1 1 0 0 0,1 0-1 0 0,-1 0 1 0 0,1 1 0 0 0,0 0-1 0 0,0 1 1 0 0,0 0 0 0 0,0 0-1 0 0,0 1 1 0 0,0 0 0 0 0,0 1-1 0 0,0 0 1 0 0,0 0 0 0 0,0 1-1 0 0,0 0 1 0 0,-1 0 0 0 0,1 1-1 0 0,0 1 1 0 0,-1-1 0 0 0,0 1-1 0 0,11 7 1 0 0,-12-7-33 0 0,-1 1 0 0 0,0 0 0 0 0,1 0 0 0 0,-1 0 0 0 0,-1 0 0 0 0,1 1 0 0 0,-1 0 0 0 0,0 1 0 0 0,-1-1 1 0 0,1 1-1 0 0,-1-1 0 0 0,0 1 0 0 0,-1 1 0 0 0,0-1 0 0 0,0 0 0 0 0,-1 1 0 0 0,4 14 0 0 0,-6-15 37 0 0,1 1-1 0 0,-1-1 1 0 0,-1 1-1 0 0,1-1 1 0 0,-1 1 0 0 0,-1-1-1 0 0,1 1 1 0 0,-1-1 0 0 0,-1 0-1 0 0,1 1 1 0 0,-1-1 0 0 0,0-1-1 0 0,-1 1 1 0 0,0 0 0 0 0,0-1-1 0 0,0 0 1 0 0,-1 0 0 0 0,-9 10-1 0 0,-3 0 4 0 0,0-1-1 0 0,0-1 1 0 0,-2 0-1 0 0,0-2 1 0 0,0 0 0 0 0,-1-1-1 0 0,0-1 1 0 0,-1 0-1 0 0,0-2 1 0 0,-1-1 0 0 0,-29 7-1 0 0,27-9-818 0 0,-1-1-1 0 0,0-1 1 0 0,-27-1-1 0 0,41-5-1512 0 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3:13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27 164 0 0,'0'0'974'0'0,"0"-10"537"0"0,-1 5 1579 0 0,0 4-2942 0 0,1 0 0 0 0,-1 0 0 0 0,1 1 0 0 0,-1-1 1 0 0,1 0-1 0 0,-1 1 0 0 0,0-1 0 0 0,1 0 1 0 0,-1 1-1 0 0,0-1 0 0 0,0 1 0 0 0,1-1 1 0 0,-1 1-1 0 0,0-1 0 0 0,0 1 0 0 0,0 0 0 0 0,0-1 1 0 0,0 1-1 0 0,1 0 0 0 0,-1 0 0 0 0,0 0 1 0 0,0 0-1 0 0,0 0 0 0 0,0 0 0 0 0,0 0 1 0 0,0 0-1 0 0,0 0 0 0 0,0 0 0 0 0,0 0 1 0 0,-1 1-1 0 0,-2 0 12 0 0,0 1 0 0 0,1 0 0 0 0,-1 0 0 0 0,0 0 0 0 0,1 0 0 0 0,-1 0 0 0 0,-4 6 0 0 0,-4 3 21 0 0,0 1-1 0 0,-17 24 1 0 0,22-28-104 0 0,1 1 0 0 0,1-1 0 0 0,0 1-1 0 0,0 0 1 0 0,0 0 0 0 0,1 1 0 0 0,1-1 0 0 0,0 1 0 0 0,0 0 0 0 0,1 0 0 0 0,0 0 0 0 0,0 0 0 0 0,1 0 0 0 0,1 0 0 0 0,1 15 0 0 0,-1-24-76 0 0,0 0 0 0 0,0 1 0 0 0,0-1 0 0 0,0 0 0 0 0,1 0 0 0 0,-1 0 1 0 0,1 0-1 0 0,-1 0 0 0 0,1 0 0 0 0,-1-1 0 0 0,1 1 0 0 0,-1 0 1 0 0,1 0-1 0 0,0 0 0 0 0,-1 0 0 0 0,1-1 0 0 0,0 1 0 0 0,0 0 0 0 0,0-1 1 0 0,0 1-1 0 0,-1 0 0 0 0,1-1 0 0 0,0 1 0 0 0,0-1 0 0 0,0 1 0 0 0,2-1 1 0 0,0 1-16 0 0,0-1 0 0 0,0 0 0 0 0,0 1 0 0 0,0-1 0 0 0,0-1 0 0 0,0 1 1 0 0,0 0-1 0 0,0-1 0 0 0,4-1 0 0 0,55-25-443 0 0,-34 9 92 0 0,0-1 0 0 0,-2-1 1 0 0,0-2-1 0 0,-1-1 0 0 0,26-31 1 0 0,-50 53 296 0 0,3 9-45 0 0,-3-7 113 0 0,-1-1 0 0 0,1 0 0 0 0,-1 1 1 0 0,1-1-1 0 0,-1 0 0 0 0,1 1 0 0 0,-1-1 0 0 0,0 1 1 0 0,1-1-1 0 0,-1 0 0 0 0,1 1 0 0 0,-1-1 0 0 0,0 1 1 0 0,0-1-1 0 0,1 1 0 0 0,-1-1 0 0 0,0 1 1 0 0,0 0-1 0 0,0-1 0 0 0,0 1 0 0 0,1-1 0 0 0,-1 1 1 0 0,0-1-1 0 0,0 1 0 0 0,0 1 0 0 0,0 11 16 0 0,1 0-1 0 0,1 1 0 0 0,0-1 1 0 0,1 0-1 0 0,1 0 0 0 0,0 0 1 0 0,0-1-1 0 0,1 1 0 0 0,8 12 1 0 0,-9-18-2 0 0,15 24 106 0 0,-18-30-93 0 0,0-1-1 0 0,0 1 0 0 0,0 0 0 0 0,-1 0 1 0 0,1 0-1 0 0,0 0 0 0 0,0 0 1 0 0,0-1-1 0 0,0 1 0 0 0,0 0 1 0 0,1-1-1 0 0,-1 1 0 0 0,0-1 1 0 0,0 1-1 0 0,0-1 0 0 0,0 0 1 0 0,1 0-1 0 0,-1 1 0 0 0,0-1 0 0 0,0 0 1 0 0,1 0-1 0 0,-1 0 0 0 0,0 0 1 0 0,0 0-1 0 0,2-1 0 0 0,7-3 28 0 0,-1 0 0 0 0,0 0 0 0 0,0-1 0 0 0,0-1 1 0 0,-1 1-1 0 0,1-1 0 0 0,-2-1 0 0 0,9-8 0 0 0,59-68-94 0 0,-15 14-70 0 0,-59 68 104 0 0,0 0 0 0 0,0 1-1 0 0,0-1 1 0 0,0 0 0 0 0,0 1 0 0 0,0-1 0 0 0,0 1-1 0 0,0-1 1 0 0,0 1 0 0 0,0-1 0 0 0,0 1 0 0 0,0 0-1 0 0,0 0 1 0 0,0-1 0 0 0,0 1 0 0 0,1 0-1 0 0,-1 0 1 0 0,0 0 0 0 0,0 0 0 0 0,0 0 0 0 0,0 0-1 0 0,1 1 1 0 0,-1-1 0 0 0,0 0 0 0 0,0 1 0 0 0,0-1-1 0 0,0 1 1 0 0,0-1 0 0 0,0 1 0 0 0,0-1-1 0 0,0 1 1 0 0,0-1 0 0 0,0 1 0 0 0,0 0 0 0 0,0 0-1 0 0,-1 0 1 0 0,1-1 0 0 0,0 1 0 0 0,-1 0 0 0 0,1 0-1 0 0,1 2 1 0 0,33 55 19 0 0,-19-29-28 0 0,-11-23-48 0 0,-1-1-1 0 0,1 1 0 0 0,1 0 1 0 0,-1-1-1 0 0,1 0 0 0 0,-1-1 1 0 0,1 1-1 0 0,1-1 0 0 0,-1 0 1 0 0,0 0-1 0 0,10 3 0 0 0,-10-5-570 0 0,0-1-1 0 0,-1 0 0 0 0,1 0 1 0 0,0 0-1 0 0,0 0 0 0 0,0-1 0 0 0,0 0 1 0 0,-1 0-1 0 0,11-2 0 0 0,1 0-1838 0 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3:14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22 492 0 0,'-38'-15'5742'0'0,"36"15"-5636"0"0,1-1-1 0 0,0 1 1 0 0,0 0 0 0 0,0 0-1 0 0,0 0 1 0 0,-1 0 0 0 0,1 0 0 0 0,0 0-1 0 0,0 0 1 0 0,0 1 0 0 0,-1-1-1 0 0,1 0 1 0 0,0 1 0 0 0,0-1 0 0 0,0 1-1 0 0,0-1 1 0 0,0 1 0 0 0,0-1-1 0 0,0 1 1 0 0,0 0 0 0 0,0-1 0 0 0,0 1-1 0 0,0 0 1 0 0,0 0 0 0 0,1 0-1 0 0,-1 0 1 0 0,0 0 0 0 0,0 0 0 0 0,0 1-1 0 0,1 1-50 0 0,0-1 0 0 0,0 1 0 0 0,1-1-1 0 0,-1 1 1 0 0,1-1 0 0 0,-1 1 0 0 0,1-1 0 0 0,0 0 0 0 0,0 1-1 0 0,0-1 1 0 0,0 0 0 0 0,0 0 0 0 0,1 0 0 0 0,-1 0-1 0 0,3 3 1 0 0,5 6 38 0 0,-1 1 0 0 0,0 0 0 0 0,0 1 0 0 0,-1 0 0 0 0,-1 0 0 0 0,0 0-1 0 0,-1 1 1 0 0,-1 0 0 0 0,0 0 0 0 0,-1 0 0 0 0,0 1 0 0 0,0 15 0 0 0,-18 7-1003 0 0,35-56 722 0 0,0 1 1 0 0,1 1-1 0 0,1 1 0 0 0,0 0 0 0 0,32-15 0 0 0,-27 16 251 0 0,-2 0 0 0 0,0-2-1 0 0,-1-1 1 0 0,42-40 0 0 0,-63 55 270 0 0,-1 0 0 0 0,1 0 0 0 0,-1 0 0 0 0,1-1 0 0 0,-1 1 1 0 0,0 0-1 0 0,2-6 0 0 0,-7 9-324 0 0,0 1 0 0 0,0 0 0 0 0,1-1 0 0 0,-1 1 0 0 0,0 0 0 0 0,1 0 0 0 0,-1 1 0 0 0,1-1 0 0 0,-1 1 0 0 0,1-1 0 0 0,0 1 1 0 0,-1 0-1 0 0,1 0 0 0 0,-3 3 0 0 0,2 0 8 0 0,0-1 1 0 0,0 0 0 0 0,1 1-1 0 0,0 0 1 0 0,0-1 0 0 0,0 1-1 0 0,1 0 1 0 0,0 0 0 0 0,0 0-1 0 0,-1 8 1 0 0,1-10-16 0 0,1 0 1 0 0,0 1 0 0 0,0-1-1 0 0,0 0 1 0 0,0 0-1 0 0,1 1 1 0 0,-1-1 0 0 0,1 0-1 0 0,0 0 1 0 0,0 1-1 0 0,0-1 1 0 0,0 0 0 0 0,0 0-1 0 0,1 0 1 0 0,-1 0-1 0 0,1-1 1 0 0,0 1 0 0 0,0 0-1 0 0,0-1 1 0 0,0 1-1 0 0,1-1 1 0 0,-1 0 0 0 0,1 1-1 0 0,-1-1 1 0 0,1-1-1 0 0,0 1 1 0 0,-1 0 0 0 0,1 0-1 0 0,0-1 1 0 0,0 0-1 0 0,1 0 1 0 0,-1 0 0 0 0,0 0-1 0 0,0 0 1 0 0,0 0-1 0 0,1-1 1 0 0,-1 0 0 0 0,0 1-1 0 0,0-1 1 0 0,5-1 0 0 0,4 0-62 0 0,1-1 1 0 0,-1 0 0 0 0,0-1-1 0 0,0-1 1 0 0,-1 0 0 0 0,1 0-1 0 0,-1-1 1 0 0,12-7 0 0 0,86-57-514 0 0,-89 55 480 0 0,83-48-472 0 0,-101 62 558 0 0,-1 0 0 0 0,0 0 0 0 0,0-1 1 0 0,0 1-1 0 0,0 0 0 0 0,0 0 0 0 0,1 0 1 0 0,-1 0-1 0 0,0 0 0 0 0,0 0 1 0 0,0 0-1 0 0,0 1 0 0 0,1-1 0 0 0,-1 0 1 0 0,0 1-1 0 0,0-1 0 0 0,0 1 0 0 0,0-1 1 0 0,0 1-1 0 0,0-1 0 0 0,2 2 0 0 0,16 12 80 0 0,-19-14-64 0 0,6 7 12 0 0,1-1 1 0 0,0-1-1 0 0,0 1 0 0 0,1-1 1 0 0,-1-1-1 0 0,1 1 0 0 0,0-1 1 0 0,0-1-1 0 0,0 1 0 0 0,1-1 1 0 0,12 2-1 0 0,-6-2-1078 0 0,1-2 1 0 0,-1 0-1 0 0,1 0 0 0 0,0-2 0 0 0,28-4 0 0 0,-4-1-1762 0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3:16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39 664 0 0,'0'-1'254'0'0,"1"0"62"0"0,-1-1 1 0 0,1 1-1 0 0,-1-1 1 0 0,0 1-1 0 0,0-1 1 0 0,0 1-1 0 0,0 0 1 0 0,0-1-1 0 0,0 1 0 0 0,0-1 1 0 0,0 1-1 0 0,-1-1 1 0 0,1 1-1 0 0,0 0 1 0 0,-1-1-1 0 0,1 1 1 0 0,-1 0-1 0 0,0-1 0 0 0,1 1 1 0 0,-2-2-1 0 0,0 1 166 0 0,-10-3 680 0 0,6 6-1077 0 0,0 1 1 0 0,1-1 0 0 0,-1 1-1 0 0,1 0 1 0 0,-1 1 0 0 0,1-1-1 0 0,0 1 1 0 0,-1 0 0 0 0,1 0-1 0 0,1 1 1 0 0,-1 0 0 0 0,1 0-1 0 0,-1 0 1 0 0,1 0 0 0 0,0 0-1 0 0,0 1 1 0 0,1 0-1 0 0,0 0 1 0 0,0 0 0 0 0,0 0-1 0 0,-4 10 1 0 0,4-9-63 0 0,1 0 1 0 0,-1 0-1 0 0,1 0 1 0 0,1 0-1 0 0,-1 0 1 0 0,1 0-1 0 0,0 0 1 0 0,1 1-1 0 0,-1-1 1 0 0,1 0-1 0 0,0 1 1 0 0,1-1-1 0 0,0 0 1 0 0,0 0-1 0 0,0 1 1 0 0,0-1-1 0 0,1 0 1 0 0,0 0-1 0 0,1 0 1 0 0,4 9-1 0 0,-4-11-2 0 0,-1-1-1 0 0,0 0 1 0 0,1 1 0 0 0,0-1-1 0 0,0 0 1 0 0,0 0-1 0 0,0-1 1 0 0,0 1-1 0 0,0-1 1 0 0,1 1-1 0 0,0-1 1 0 0,-1 0-1 0 0,1 0 1 0 0,0-1-1 0 0,0 1 1 0 0,0-1-1 0 0,0 0 1 0 0,0 0 0 0 0,5 1-1 0 0,-6-2 19 0 0,0-1 1 0 0,0 1-1 0 0,0-1 0 0 0,1 1 0 0 0,-1-1 1 0 0,0 0-1 0 0,0 0 0 0 0,0 0 0 0 0,0-1 1 0 0,0 1-1 0 0,0-1 0 0 0,-1 1 0 0 0,1-1 1 0 0,0 0-1 0 0,-1 0 0 0 0,1 0 1 0 0,-1 0-1 0 0,0-1 0 0 0,0 1 0 0 0,0-1 1 0 0,0 1-1 0 0,0-1 0 0 0,-1 0 0 0 0,1 0 1 0 0,1-3-1 0 0,1-4 23 0 0,0 1 1 0 0,-1-1 0 0 0,0 0-1 0 0,-1 0 1 0 0,0 0 0 0 0,0 0-1 0 0,-1 0 1 0 0,-1 0 0 0 0,0 0-1 0 0,0 0 1 0 0,-1-1-1 0 0,0 1 1 0 0,0 0 0 0 0,-1 0-1 0 0,-6-16 1 0 0,7 24-422 0 0,-5-4-425 0 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3:16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39 371 80 0 0,'7'-3'303'0'0,"1"0"-1"0"0,-1-1 1 0 0,0 1-1 0 0,0-2 1 0 0,-1 1 0 0 0,1-1-1 0 0,-1 0 1 0 0,0 0-1 0 0,0-1 1 0 0,-1 0 0 0 0,0 0-1 0 0,0 0 1 0 0,0-1-1 0 0,-1 0 1 0 0,0 1-1 0 0,0-2 1 0 0,0 1 0 0 0,-1 0-1 0 0,0-1 1 0 0,-1 1-1 0 0,0-1 1 0 0,0 0 0 0 0,1-12-1 0 0,-2 3 215 0 0,0-1 1 0 0,-2 0-1 0 0,0 0 0 0 0,-1 1 0 0 0,-1-1 0 0 0,0 1 0 0 0,-2-1 0 0 0,0 1 1 0 0,-11-25-1 0 0,16 41-483 0 0,0 0 0 0 0,0 0 0 0 0,-1 1 0 0 0,1-1 0 0 0,0 0 0 0 0,0 0 0 0 0,-1 1 0 0 0,1-1 0 0 0,0 0 0 0 0,-1 1 0 0 0,1-1 0 0 0,-1 0 0 0 0,1 1 0 0 0,-1-1 0 0 0,1 1 0 0 0,-1-1 0 0 0,1 1 0 0 0,-1-1 0 0 0,0 1 0 0 0,1-1 0 0 0,-1 1 0 0 0,0-1 0 0 0,1 1 0 0 0,-1 0 0 0 0,0 0 0 0 0,0-1 0 0 0,1 1 0 0 0,-1 0 0 0 0,0 0 0 0 0,-1 0 0 0 0,1 0-20 0 0,-1 1 0 0 0,1 0 0 0 0,0-1 0 0 0,0 1 0 0 0,0 0 0 0 0,0 0 0 0 0,-1 0 0 0 0,1 0 0 0 0,1 0 0 0 0,-1 0 0 0 0,0 0 0 0 0,0 1 1 0 0,0-1-1 0 0,0 0 0 0 0,0 2 0 0 0,-22 57-6 0 0,3 34 96 0 0,4 0 0 0 0,-6 123 0 0 0,14 190 114 0 0,8-380-200 0 0,4 62 127 0 0,16 94 0 0 0,-8-99-803 0 0,0 92 0 0 0,-12-174 178 0 0,-4-11-7241 0 0,-14-37 4839 0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3:17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1 660 572 0 0,'36'-24'719'0'0,"28"-17"858"0"0,-2-2 0 0 0,103-94 0 0 0,-150 122-1308 0 0,-1 0 0 0 0,0-1 0 0 0,-1 0 0 0 0,-1-1 0 0 0,0-1 0 0 0,-1 0 0 0 0,-1 0 0 0 0,-1-1 0 0 0,-1 0 0 0 0,0-1 0 0 0,-2 0 0 0 0,0 0 0 0 0,-1 0 0 0 0,-1-1 0 0 0,2-24 0 0 0,-6 36-56 0 0,1 1 0 0 0,-1-1 0 0 0,-1 0 0 0 0,0 1 0 0 0,0-1 0 0 0,-1 1 0 0 0,1 0 0 0 0,-7-16-1 0 0,7 23-203 0 0,1 1 0 0 0,0-1 0 0 0,-1 1 0 0 0,1-1 0 0 0,-1 1 0 0 0,1 0 0 0 0,-1 0 0 0 0,1-1 0 0 0,-1 1 0 0 0,1 0 0 0 0,-1-1 0 0 0,1 1 0 0 0,-1 0 0 0 0,0 0 0 0 0,1 0 0 0 0,-1 0 0 0 0,1 0 0 0 0,-1 0 0 0 0,1 0 0 0 0,-1 0 0 0 0,0 0 0 0 0,1 0 0 0 0,-1 0 0 0 0,1 0-1 0 0,-1 0 1 0 0,1 0 0 0 0,-1 0 0 0 0,1 1 0 0 0,-1-1 0 0 0,0 0 0 0 0,1 0 0 0 0,-1 1 0 0 0,1-1 0 0 0,0 0 0 0 0,-1 1 0 0 0,1-1 0 0 0,-1 0 0 0 0,1 1 0 0 0,-1-1 0 0 0,1 1 0 0 0,-1 0 0 0 0,-19 19 23 0 0,10-4 18 0 0,0 1 0 0 0,1 0 0 0 0,1 1 0 0 0,0-1 0 0 0,1 1 0 0 0,-4 21 0 0 0,-23 118 391 0 0,30-130-367 0 0,-18 141 708 0 0,1 313 1 0 0,14-177-211 0 0,-9-191-291 0 0,10-74-1033 0 0,5-37 297 0 0,-1-3-1530 0 0,-1 0 1537 0 0,1 0 0 0 0,-1 0 0 0 0,1-1 1 0 0,0 1-1 0 0,-1-1 0 0 0,1 0 1 0 0,0 1-1 0 0,0-1 0 0 0,0 0 0 0 0,0 0 1 0 0,1 0-1 0 0,-1-1 0 0 0,0 1 1 0 0,-1-4-1 0 0,-5-15-2942 0 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3:17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1 531 352 0 0,'40'-4'1020'0'0,"-1"-1"1"0"0,1-3-1 0 0,-1-1 0 0 0,61-23 1 0 0,-32 5 543 0 0,105-58 0 0 0,-161 77-1272 0 0,0 1 0 0 0,0-1-1 0 0,0-1 1 0 0,-2 0 0 0 0,19-19 0 0 0,-25 23-132 0 0,0 0 0 0 0,0-1 1 0 0,0 1-1 0 0,-1 0 0 0 0,1-1 1 0 0,-1 0-1 0 0,-1 0 0 0 0,1 0 0 0 0,-1 0 1 0 0,0 0-1 0 0,-1 0 0 0 0,1-1 1 0 0,-1 1-1 0 0,0-9 0 0 0,0 13-134 0 0,-1 1-1 0 0,0-1 1 0 0,0 0 0 0 0,0 1-1 0 0,0-1 1 0 0,-1 0-1 0 0,1 1 1 0 0,0-1 0 0 0,-1 1-1 0 0,1-1 1 0 0,-1 0-1 0 0,1 1 1 0 0,-1-1 0 0 0,0 1-1 0 0,1 0 1 0 0,-1-1-1 0 0,0 1 1 0 0,0-1-1 0 0,0 1 1 0 0,0 0 0 0 0,0 0-1 0 0,-1 0 1 0 0,1 0-1 0 0,0 0 1 0 0,0 0 0 0 0,-1 0-1 0 0,1 0 1 0 0,-1 0-1 0 0,1 0 1 0 0,-1 1 0 0 0,1-1-1 0 0,-1 1 1 0 0,1-1-1 0 0,-1 1 1 0 0,0 0 0 0 0,1-1-1 0 0,-1 1 1 0 0,-1 0-1 0 0,0 0-18 0 0,0 0 0 0 0,0 1 0 0 0,0-1 0 0 0,1 1 0 0 0,-1 0-1 0 0,0-1 1 0 0,0 1 0 0 0,1 0 0 0 0,-1 1 0 0 0,1-1-1 0 0,-1 0 1 0 0,1 1 0 0 0,-1-1 0 0 0,1 1 0 0 0,0 0 0 0 0,0 0-1 0 0,0 0 1 0 0,0 0 0 0 0,0 0 0 0 0,-2 3 0 0 0,0 1-3 0 0,1 0 1 0 0,-1 0 0 0 0,1 0-1 0 0,0 0 1 0 0,1 1 0 0 0,0-1 0 0 0,0 1-1 0 0,0 0 1 0 0,1-1 0 0 0,-1 1-1 0 0,2 0 1 0 0,-1 0 0 0 0,1 0 0 0 0,0-1-1 0 0,0 1 1 0 0,1 0 0 0 0,0 0-1 0 0,0 0 1 0 0,1-1 0 0 0,0 1-1 0 0,0 0 1 0 0,0-1 0 0 0,1 0 0 0 0,0 1-1 0 0,0-1 1 0 0,1-1 0 0 0,0 1-1 0 0,0 0 1 0 0,0-1 0 0 0,0 0 0 0 0,7 6-1 0 0,-6-7-5 0 0,0 0 1 0 0,1 0-1 0 0,-1-1 0 0 0,1 0 0 0 0,0 0 0 0 0,0 0 0 0 0,0-1 1 0 0,0 0-1 0 0,0 0 0 0 0,1 0 0 0 0,-1-1 0 0 0,1 0 0 0 0,9 0 1 0 0,-5-1-23 0 0,0-1 0 0 0,-1 0 0 0 0,1 0 1 0 0,0-1-1 0 0,-1-1 0 0 0,1 0 0 0 0,14-6 0 0 0,10-8-89 0 0,-1-2 0 0 0,-1 0 0 0 0,48-39 0 0 0,-65 47 84 0 0,132-103-439 0 0,-147 113 422 0 0,1 3-4 0 0,0 1 41 0 0,0-1 0 0 0,0 1 0 0 0,0-1-1 0 0,-1 1 1 0 0,1 0 0 0 0,-1 0 0 0 0,0 0 0 0 0,0 0-1 0 0,0 0 1 0 0,0 0 0 0 0,0 0 0 0 0,0 6 0 0 0,0-2-2 0 0,1 0 10 0 0,0 0 1 0 0,1 1-1 0 0,-1-1 0 0 0,1-1 1 0 0,1 1-1 0 0,-1 0 1 0 0,1-1-1 0 0,0 0 0 0 0,1 0 1 0 0,0 0-1 0 0,0 0 1 0 0,0-1-1 0 0,0 1 0 0 0,1-2 1 0 0,0 1-1 0 0,0 0 1 0 0,9 4-1 0 0,-7-5 5 0 0,0-1 0 0 0,0 0-1 0 0,0-1 1 0 0,1 0 0 0 0,-1 0 0 0 0,1-1-1 0 0,-1 0 1 0 0,1 0 0 0 0,0-1 0 0 0,-1 0-1 0 0,1 0 1 0 0,0-1 0 0 0,-1 0 0 0 0,17-5 0 0 0,-7 0 1 0 0,1 0 0 0 0,-1 0 0 0 0,0-2 0 0 0,0 0 0 0 0,-1-2 0 0 0,-1 1 1 0 0,1-2-1 0 0,-2 0 0 0 0,1-1 0 0 0,-2-1 0 0 0,1 0 0 0 0,-2-1 1 0 0,0-1-1 0 0,0 0 0 0 0,-2 0 0 0 0,0-1 0 0 0,-1-1 0 0 0,0 0 1 0 0,-1 0-1 0 0,10-30 0 0 0,2-6 157 0 0,-20 52-179 0 0,0 3 15 0 0,1 0 8 0 0,-1 0 0 0 0,0 0 0 0 0,1 0 0 0 0,-1 0 0 0 0,0 1-1 0 0,0-1 1 0 0,0 0 0 0 0,-1 1 0 0 0,1-1 0 0 0,0 4 0 0 0,3 9 32 0 0,38 71 120 0 0,-31-68-93 0 0,-1 0 0 0 0,-2 0 0 0 0,1 1 1 0 0,-2 0-1 0 0,-1 0 0 0 0,8 38 0 0 0,-14-54-60 0 0,0 1-1 0 0,-1 0 1 0 0,1-1-1 0 0,-1 1 1 0 0,1-1-1 0 0,-1 1 1 0 0,0-1-1 0 0,-1 1 1 0 0,1-1-1 0 0,-1 0 1 0 0,1 1-1 0 0,-1-1 1 0 0,0 0 0 0 0,0 0-1 0 0,0 0 1 0 0,-1-1-1 0 0,1 1 1 0 0,-1 0-1 0 0,0-1 1 0 0,1 0-1 0 0,-1 1 1 0 0,0-1-1 0 0,0 0 1 0 0,0-1-1 0 0,-1 1 1 0 0,1 0-1 0 0,0-1 1 0 0,-1 0-1 0 0,1 0 1 0 0,-5 1-1 0 0,-55 12-1888 0 0,8-13-4353 0 0,38-4 2959 0 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3:25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483 165 32 0 0,'-1'-30'2733'0'0,"-6"-2"-251"0"0,5 21-1712 0 0,-1 0-1 0 0,0 0 0 0 0,0 1 0 0 0,-1-1 0 0 0,0 1 0 0 0,-7-14 0 0 0,9 23-714 0 0,1 0 0 0 0,-1-1 0 0 0,0 1-1 0 0,1 0 1 0 0,-1 0 0 0 0,0 0 0 0 0,0 0 0 0 0,1 0 0 0 0,-1 0 0 0 0,0 0-1 0 0,0 1 1 0 0,0-1 0 0 0,0 1 0 0 0,0-1 0 0 0,0 1 0 0 0,0 0 0 0 0,0 0-1 0 0,0 0 1 0 0,-1 0 0 0 0,1 0 0 0 0,-2 0 0 0 0,-42 10 411 0 0,28-2-372 0 0,1 1 1 0 0,-1 1 0 0 0,2 0-1 0 0,-1 2 1 0 0,1-1-1 0 0,-24 26 1 0 0,-79 93 248 0 0,105-114-296 0 0,4-4-10 0 0,1 1-1 0 0,0 0 1 0 0,1 0-1 0 0,1 1 1 0 0,0 0 0 0 0,1 0-1 0 0,-8 25 1 0 0,12-32-31 0 0,0-1-1 0 0,0 1 1 0 0,1 0 0 0 0,0 0 0 0 0,0 0-1 0 0,1 0 1 0 0,0 0 0 0 0,0 0 0 0 0,1 0-1 0 0,-1 0 1 0 0,2 0 0 0 0,-1-1 0 0 0,1 1-1 0 0,0 0 1 0 0,0-1 0 0 0,1 1 0 0 0,0-1-1 0 0,0 0 1 0 0,4 7 0 0 0,-3-10-14 0 0,0 1 1 0 0,0-1-1 0 0,0 1 0 0 0,0-1 1 0 0,1 0-1 0 0,0-1 0 0 0,-1 1 1 0 0,1-1-1 0 0,0 0 1 0 0,0 0-1 0 0,0 0 0 0 0,0-1 1 0 0,1 0-1 0 0,-1 0 0 0 0,0 0 1 0 0,0-1-1 0 0,1 0 0 0 0,-1 0 1 0 0,0 0-1 0 0,1 0 0 0 0,-1-1 1 0 0,0 0-1 0 0,0 0 1 0 0,6-2-1 0 0,7-2-51 0 0,-1 0 1 0 0,1-1-1 0 0,-1 0 1 0 0,-1-2-1 0 0,28-15 1 0 0,-28 11 72 0 0,-1 1 0 0 0,-1-2 0 0 0,0 0-1 0 0,0 0 1 0 0,-2-2 0 0 0,0 1 0 0 0,0-2 0 0 0,-1 1 0 0 0,-1-2 0 0 0,-1 1 0 0 0,0-1 0 0 0,9-26 0 0 0,-15 42 510 0 0,1 9-191 0 0,5 29-96 0 0,-5-21-303 0 0,0 1-1 0 0,1-1 1 0 0,9 20-1 0 0,-9-28-214 0 0,-1 0 1 0 0,2-1-1 0 0,-1 1 0 0 0,1-1 0 0 0,0 0 0 0 0,1 0 0 0 0,0-1 0 0 0,10 8 0 0 0,-11-11-483 0 0,-1 1-1 0 0,1-1 0 0 0,0-1 0 0 0,0 1 1 0 0,0-1-1 0 0,0 0 0 0 0,0 0 1 0 0,8 0-1 0 0,2 1-1948 0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3:27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25 513 504 0 0,'0'0'1352'0'0,"0"0"-1278"0"0,0 0-1 0 0,0-1 0 0 0,0 1 1 0 0,0 0-1 0 0,0-1 0 0 0,0 1 1 0 0,0 0-1 0 0,0 0 1 0 0,1-1-1 0 0,-1 1 0 0 0,0 0 1 0 0,0 0-1 0 0,0-1 0 0 0,0 1 1 0 0,1 0-1 0 0,-1 0 1 0 0,0-1-1 0 0,0 1 0 0 0,0 0 1 0 0,1 0-1 0 0,-1 0 0 0 0,0 0 1 0 0,0-1-1 0 0,1 1 1 0 0,-1 0-1 0 0,0 0 0 0 0,1 0 1 0 0,-1 0-1 0 0,0 0 0 0 0,0 0 1 0 0,1 0-1 0 0,-1 0 0 0 0,0 0 1 0 0,1 0-1 0 0,-1 0 1 0 0,0 0-1 0 0,0 0 0 0 0,1 0 1 0 0,-1 0-1 0 0,6 5 151 0 0,-1 1 1 0 0,-1 0-1 0 0,1 0 1 0 0,-1 0-1 0 0,0 1 0 0 0,-1 0 1 0 0,1-1-1 0 0,-1 1 0 0 0,-1 0 1 0 0,1 1-1 0 0,-1-1 0 0 0,-1 0 1 0 0,1 1-1 0 0,-1-1 1 0 0,0 1-1 0 0,-1-1 0 0 0,0 1 1 0 0,0-1-1 0 0,0 1 0 0 0,-1-1 1 0 0,-1 1-1 0 0,1-1 0 0 0,-1 1 1 0 0,0-1-1 0 0,-1 0 1 0 0,1 0-1 0 0,-1 0 0 0 0,-1 0 1 0 0,0-1-1 0 0,0 1 0 0 0,0-1 1 0 0,-9 10-1 0 0,13-15-189 0 0,-1-1-1 0 0,1 1 1 0 0,-1 0 0 0 0,1-1 0 0 0,-1 1-1 0 0,1-1 1 0 0,-1 1 0 0 0,0-1-1 0 0,1 0 1 0 0,-1 1 0 0 0,0-1-1 0 0,1 0 1 0 0,-1 1 0 0 0,0-1-1 0 0,1 0 1 0 0,-1 0 0 0 0,0 1 0 0 0,0-1-1 0 0,1 0 1 0 0,-1 0 0 0 0,0 0-1 0 0,0 0 1 0 0,1 0 0 0 0,-1 0-1 0 0,0 0 1 0 0,0 0 0 0 0,1 0-1 0 0,-1-1 1 0 0,0 1 0 0 0,0 0-1 0 0,1 0 1 0 0,-1-1 0 0 0,0 1 0 0 0,1 0-1 0 0,-1-1 1 0 0,0 1 0 0 0,1-1-1 0 0,-1 1 1 0 0,1-1 0 0 0,-1 1-1 0 0,1-1 1 0 0,-1 1 0 0 0,1-1-1 0 0,-1 0 1 0 0,1 1 0 0 0,-1-1 0 0 0,1 0-1 0 0,0 1 1 0 0,-1-1 0 0 0,1 0-1 0 0,0 1 1 0 0,0-1 0 0 0,0 0-1 0 0,-1 0 1 0 0,1 1 0 0 0,0-1-1 0 0,0 0 1 0 0,0-1 0 0 0,-5-45 286 0 0,6 38-317 0 0,0-1 0 0 0,1 0 0 0 0,0 0 0 0 0,1 1 0 0 0,0 0 0 0 0,1-1 0 0 0,0 1 0 0 0,0 0 0 0 0,1 1 0 0 0,0-1 0 0 0,1 1 0 0 0,-1 0 0 0 0,2 0 0 0 0,-1 1 0 0 0,1 0 0 0 0,0 0 0 0 0,1 0 0 0 0,-1 1 0 0 0,1 0 0 0 0,0 1 0 0 0,1-1 0 0 0,0 2 0 0 0,-1-1 0 0 0,13-3 0 0 0,-17 7-11 0 0,0 0 0 0 0,0 0 1 0 0,0 1-1 0 0,0-1 0 0 0,0 1 1 0 0,0 0-1 0 0,0 0 0 0 0,0 1 1 0 0,0-1-1 0 0,0 1 0 0 0,0 0 1 0 0,0 0-1 0 0,0 0 0 0 0,4 3 1 0 0,49 26-72 0 0,-51-27 71 0 0,0 1 0 0 0,-1 0 0 0 0,1 1-1 0 0,-1 0 1 0 0,-1 0 0 0 0,1 0 0 0 0,0 0 0 0 0,-1 0-1 0 0,0 1 1 0 0,-1 0 0 0 0,1 0 0 0 0,-1 0 0 0 0,0 0-1 0 0,0 1 1 0 0,2 9 0 0 0,-4-12 0 0 0,1-2 7 0 0,14 23 122 0 0,-16-25-120 0 0,0 0 0 0 0,0 0 0 0 0,0 0 0 0 0,1 0 0 0 0,-1 0 1 0 0,0 0-1 0 0,0 0 0 0 0,0 0 0 0 0,0 0 0 0 0,1 0 0 0 0,-1 0 1 0 0,0 0-1 0 0,0 0 0 0 0,0 0 0 0 0,0-1 0 0 0,0 1 0 0 0,1 0 1 0 0,-1 0-1 0 0,0 0 0 0 0,0 0 0 0 0,0 0 0 0 0,0 0 1 0 0,0 0-1 0 0,0 0 0 0 0,1 0 0 0 0,-1-1 0 0 0,0 1 0 0 0,0 0 1 0 0,0 0-1 0 0,0 0 0 0 0,0 0 0 0 0,0 0 0 0 0,0-1 0 0 0,0 1 1 0 0,0 0-1 0 0,0 0 0 0 0,0 0 0 0 0,0 0 0 0 0,1 0 1 0 0,-1-1-1 0 0,0 1 0 0 0,0 0 0 0 0,0 0 0 0 0,0 0 0 0 0,0 0 1 0 0,-1-1-1 0 0,1 1 0 0 0,0 0 0 0 0,0 0 0 0 0,0 0 0 0 0,0 0 1 0 0,0-1-1 0 0,0 1 0 0 0,0 0 0 0 0,0 0 0 0 0,0 0 0 0 0,0 0 1 0 0,0 0-1 0 0,-1-1 0 0 0,5-16-87 0 0,2 0-94 0 0,0 0 0 0 0,1 0-1 0 0,1 1 1 0 0,0 0 0 0 0,1 0 0 0 0,1 1-1 0 0,1 0 1 0 0,0 0 0 0 0,18-16 0 0 0,-29 30 164 0 0,1 1 0 0 0,0-1 0 0 0,0 1 0 0 0,0 0 0 0 0,0 0 0 0 0,0-1 0 0 0,0 1 0 0 0,0 0 0 0 0,0 0 0 0 0,0 0 0 0 0,0 0 0 0 0,0 0 0 0 0,0 0 0 0 0,0 0 0 0 0,0 0 0 0 0,0 1 0 0 0,0-1 0 0 0,0 0 0 0 0,0 1 0 0 0,0-1 0 0 0,0 0 0 0 0,1 2 0 0 0,23 11-114 0 0,-16-6 55 0 0,1 1 0 0 0,-1 0 0 0 0,14 17 0 0 0,-15-16 15 0 0,1 0 0 0 0,0 0 0 0 0,0-1 0 0 0,10 7-1 0 0,-10-9 12 0 0,0-1-1 0 0,0 0 1 0 0,0 0-1 0 0,1-1 1 0 0,-1 0 0 0 0,1-1-1 0 0,0 0 1 0 0,0-1-1 0 0,13 2 1 0 0,-18-4 38 0 0,-1 0 1 0 0,1 0-1 0 0,0-1 1 0 0,0 1-1 0 0,0-1 1 0 0,0 0-1 0 0,0-1 1 0 0,-1 1-1 0 0,1-1 0 0 0,0 0 1 0 0,-1 0-1 0 0,0-1 1 0 0,1 1-1 0 0,-1-1 1 0 0,0 0-1 0 0,0 0 1 0 0,0 0-1 0 0,-1 0 1 0 0,1-1-1 0 0,-1 0 1 0 0,4-5-1 0 0,4-6 16 0 0,-1-1 1 0 0,-1 0-1 0 0,0 0 0 0 0,-1-1 0 0 0,-1 0 0 0 0,0 0 0 0 0,-1-1 1 0 0,-1 0-1 0 0,-1 0 0 0 0,-1 0 0 0 0,2-22 0 0 0,-3 1 250 0 0,-2 0 1 0 0,-1 1-1 0 0,-2-1 0 0 0,-11-51 0 0 0,-4 16 1326 0 0,17 72-1424 0 0,2-6 2 0 0,-2 6-88 0 0,1 4 375 0 0,-2 30-423 0 0,1 0 1 0 0,2 1-1 0 0,8 48 1 0 0,26 104 33 0 0,-12-77-21 0 0,4 12 63 0 0,-26-118-84 0 0,5 13 584 0 0,-2-26-609 0 0,1 0-1 0 0,0 1 1 0 0,1 0 0 0 0,1 0 0 0 0,-1 0 0 0 0,2 1-1 0 0,-1 0 1 0 0,1 0 0 0 0,0 1 0 0 0,1 0-1 0 0,0 0 1 0 0,17-10 0 0 0,-19 13-6 0 0,0 1 1 0 0,0 0-1 0 0,1 1 1 0 0,-1 0-1 0 0,1 0 1 0 0,0 0-1 0 0,0 1 1 0 0,0 0-1 0 0,0 1 1 0 0,0 0-1 0 0,1 0 0 0 0,-1 0 1 0 0,0 1-1 0 0,0 1 1 0 0,1-1-1 0 0,-1 1 1 0 0,0 1-1 0 0,0-1 1 0 0,12 5-1 0 0,-16-5 9 0 0,-1 1 0 0 0,0-1 0 0 0,1 1 0 0 0,-1-1 1 0 0,0 1-1 0 0,0 0 0 0 0,0 0 0 0 0,0 1 0 0 0,0-1 0 0 0,0 1 0 0 0,-1-1 0 0 0,1 1 0 0 0,-1 0 1 0 0,0 0-1 0 0,0 0 0 0 0,0 0 0 0 0,0 0 0 0 0,0 0 0 0 0,-1 1 0 0 0,1-1 0 0 0,-1 1 0 0 0,0-1 0 0 0,0 1 1 0 0,0-1-1 0 0,-1 1 0 0 0,1-1 0 0 0,-1 1 0 0 0,0 0 0 0 0,0-1 0 0 0,0 1 0 0 0,-1 6 0 0 0,-1-3 14 0 0,1 0 0 0 0,-1-1 0 0 0,-1 1-1 0 0,1-1 1 0 0,-1 1 0 0 0,0-1-1 0 0,0 0 1 0 0,-1 0 0 0 0,0-1 0 0 0,0 1-1 0 0,0-1 1 0 0,-1 1 0 0 0,0-1-1 0 0,0-1 1 0 0,-10 9 0 0 0,7-8 154 0 0,1-1 0 0 0,-1 0 1 0 0,0 0-1 0 0,0 0 0 0 0,0-1 1 0 0,-1 0-1 0 0,1-1 0 0 0,-1 0 1 0 0,0 0-1 0 0,1-1 0 0 0,-1 0 1 0 0,0-1-1 0 0,0 0 0 0 0,0 0 0 0 0,0-1 1 0 0,1 0-1 0 0,-1 0 0 0 0,0-1 1 0 0,0 0-1 0 0,1-1 0 0 0,-9-3 1 0 0,15 5 32 0 0,-23-12 1021 0 0,24 11-1298 0 0,32-11-5722 0 0,0 0-2340 0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3:27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0 908 0 0,'0'0'10216'0'0,"12"8"-8728"0"0,16 158 1868 0 0,-26-151-1586 0 0,-1 11-6132 0 0,-2-26 4092 0 0,1 0-1 0 0,-1 0 1 0 0,0-1-1 0 0,0 1 0 0 0,0 0 1 0 0,1-1-1 0 0,-1 1 1 0 0,0 0-1 0 0,1-1 0 0 0,-1 1 1 0 0,0-1-1 0 0,1 0 1 0 0,-1 1-1 0 0,1-1 1 0 0,-1 1-1 0 0,1-1 0 0 0,-1 0 1 0 0,1 1-1 0 0,-1-1 1 0 0,1 0-1 0 0,0 0 0 0 0,-1 1 1 0 0,1-1-1 0 0,0 0 1 0 0,-1 0-1 0 0,1-1 1 0 0,-7-12-3145 0 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3:28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22 516 0 0,'9'-21'6160'0'0,"-9"20"-6259"0"0,1 1-1 0 0,0 0 1 0 0,-1 0-1 0 0,1 0 1 0 0,0 0-1 0 0,-1 1 1 0 0,1-1-1 0 0,0 0 0 0 0,-1 0 1 0 0,1 0-1 0 0,0 0 1 0 0,-1 1-1 0 0,1-1 1 0 0,0 0-1 0 0,-1 1 1 0 0,1-1-1 0 0,-1 0 0 0 0,1 1 1 0 0,-1-1-1 0 0,1 1 1 0 0,-1-1-1 0 0,1 1 1 0 0,0 0-1 0 0,2 1-2315 0 0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3:29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50 316 0 0,'0'-50'12344'0'0,"-3"50"-12268"0"0,1 1-1 0 0,0-1 0 0 0,0 0 1 0 0,0 1-1 0 0,-1 0 0 0 0,1-1 1 0 0,0 1-1 0 0,0 0 0 0 0,0 0 1 0 0,0 0-1 0 0,0 0 0 0 0,0 0 1 0 0,0 1-1 0 0,-1 1 0 0 0,0-2-89 0 0,0 2 52 0 0,-1 1-1 0 0,0-1 1 0 0,1 1 0 0 0,0 0 0 0 0,0 0-1 0 0,0 0 1 0 0,0 0 0 0 0,1 1-1 0 0,-1-1 1 0 0,1 1 0 0 0,0-1 0 0 0,0 1-1 0 0,1 0 1 0 0,0 0 0 0 0,-2 10-1 0 0,3-12-80 0 0,-1 1-1 0 0,1 0 0 0 0,0-1 0 0 0,0 1 0 0 0,0 0 1 0 0,1-1-1 0 0,-1 1 0 0 0,1 0 0 0 0,0-1 0 0 0,0 1 0 0 0,0-1 1 0 0,0 1-1 0 0,1-1 0 0 0,0 0 0 0 0,-1 1 0 0 0,1-1 1 0 0,0 0-1 0 0,1 0 0 0 0,-1-1 0 0 0,4 5 0 0 0,-5-7 22 0 0,0 1 1 0 0,0 0-1 0 0,1-1 0 0 0,-1 1 0 0 0,0-1 0 0 0,1 0 0 0 0,-1 1 1 0 0,0-1-1 0 0,1 0 0 0 0,-1 0 0 0 0,1 0 0 0 0,-1 0 0 0 0,0 0 1 0 0,1 0-1 0 0,-1 0 0 0 0,1-1 0 0 0,-1 1 0 0 0,0 0 1 0 0,1-1-1 0 0,1 0 0 0 0,27-13-184 0 0,-25 11 136 0 0,3-3 58 0 0,1-1 0 0 0,-1 1 1 0 0,-1-2-1 0 0,1 1 0 0 0,-1-1 0 0 0,0 0 0 0 0,-1-1 0 0 0,10-17 0 0 0,-10 18 243 0 0,-5 6-73 0 0,0 3-148 0 0,1 0 0 0 0,-1-1 0 0 0,0 1 0 0 0,1 0 0 0 0,-1 0 0 0 0,0 0 0 0 0,1 0 0 0 0,-1 0 0 0 0,0 0 0 0 0,0 0 0 0 0,0 0 0 0 0,0 0 0 0 0,0 1 0 0 0,0-1 0 0 0,0 0 0 0 0,-1 1 0 0 0,1-1-1 0 0,0 1 1 0 0,-1-1 0 0 0,1 1 0 0 0,-1-1 0 0 0,1 1 0 0 0,-1-1 0 0 0,0 1 0 0 0,1 2 0 0 0,8 55 29 0 0,-7-43 13 0 0,59 452 562 0 0,-43-311-448 0 0,-15-138-137 0 0,-2 2 0 0 0,-1 35 0 0 0,0-51 2 0 0,-1 0-1 0 0,1 0 0 0 0,-1 0 0 0 0,0 0 1 0 0,-1 0-1 0 0,1 0 0 0 0,-1 0 0 0 0,0-1 1 0 0,0 1-1 0 0,0-1 0 0 0,0 1 0 0 0,-1-1 1 0 0,0 0-1 0 0,0 0 0 0 0,0 0 0 0 0,-6 5 1 0 0,7-7-5 0 0,0-2 1 0 0,0 1-1 0 0,0 0 1 0 0,0 0-1 0 0,-1-1 1 0 0,1 1 0 0 0,0-1-1 0 0,0 0 1 0 0,-1 0-1 0 0,1 1 1 0 0,0-1-1 0 0,0-1 1 0 0,-1 1 0 0 0,1 0-1 0 0,0-1 1 0 0,0 1-1 0 0,0-1 1 0 0,-1 1-1 0 0,1-1 1 0 0,0 0-1 0 0,0 0 1 0 0,0 0 0 0 0,-2-2-1 0 0,-42-29 332 0 0,34 19-294 0 0,0 0-1 0 0,2 0 1 0 0,-1-1-1 0 0,2 0 1 0 0,0-1-1 0 0,0 0 1 0 0,1-1-1 0 0,1 1 1 0 0,1-2 0 0 0,0 1-1 0 0,2 0 1 0 0,-5-26-1 0 0,5 19-64 0 0,0 1-1 0 0,2-1 1 0 0,1 1-1 0 0,1-1 1 0 0,1 0-1 0 0,1 1 1 0 0,1-1-1 0 0,1 1 1 0 0,7-24 0 0 0,-7 36-163 0 0,0-1 0 0 0,1 1 0 0 0,0 0 1 0 0,1 1-1 0 0,0-1 0 0 0,1 1 1 0 0,0 0-1 0 0,0 1 0 0 0,1-1 1 0 0,0 1-1 0 0,0 1 0 0 0,1 0 1 0 0,14-10-1 0 0,56-26-2775 0 0,2 10-3292 0 0,-55 23 3371 0 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3:29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5 820 0 0,'-4'-4'11125'0'0,"3"30"-10679"0"0,1-5-69 0 0,0 0 1 0 0,4 30 0 0 0,-4-48-336 0 0,1 1 0 0 0,-1 0 1 0 0,1-1-1 0 0,0 1 0 0 0,0-1 0 0 0,0 1 0 0 0,0-1 0 0 0,1 1 0 0 0,-1-1 0 0 0,1 0 0 0 0,0 0 0 0 0,0 0 0 0 0,0 0 0 0 0,1 0 1 0 0,-1 0-1 0 0,1 0 0 0 0,-1-1 0 0 0,1 1 0 0 0,0-1 0 0 0,6 4 0 0 0,-5-5-16 0 0,1 1 0 0 0,0-1 0 0 0,0 0 0 0 0,0 0-1 0 0,0-1 1 0 0,0 1 0 0 0,0-1 0 0 0,0 0 0 0 0,0 0 0 0 0,0-1 0 0 0,0 0 0 0 0,0 0 0 0 0,0 0-1 0 0,0 0 1 0 0,0-1 0 0 0,0 0 0 0 0,-1 0 0 0 0,1 0 0 0 0,-1 0 0 0 0,1-1 0 0 0,-1 0 0 0 0,7-5-1 0 0,0-1 10 0 0,-1 0-1 0 0,0-1 1 0 0,0 0-1 0 0,0-1 0 0 0,-2 0 1 0 0,16-24-1 0 0,-19 26 134 0 0,0 0 0 0 0,1 1 0 0 0,0-1 0 0 0,9-8-1 0 0,-13 15 19 0 0,15 63-145 0 0,-15-52-42 0 0,1 0 0 0 0,1-1 0 0 0,0 1 1 0 0,0-1-1 0 0,0 0 0 0 0,1 0 0 0 0,1-1 0 0 0,-1 0 0 0 0,1 1 0 0 0,0-2 0 0 0,1 1 0 0 0,10 8 0 0 0,-14-12 1 0 0,1-1-1 0 0,-1 0 1 0 0,0-1-1 0 0,0 1 1 0 0,1-1-1 0 0,-1 1 1 0 0,1-1-1 0 0,0 0 1 0 0,-1 0-1 0 0,1-1 1 0 0,0 1-1 0 0,-1-1 0 0 0,1 1 1 0 0,0-1-1 0 0,-1-1 1 0 0,1 1-1 0 0,0 0 1 0 0,0-1-1 0 0,-1 0 1 0 0,1 0-1 0 0,-1 0 1 0 0,1 0-1 0 0,-1 0 1 0 0,1-1-1 0 0,-1 1 0 0 0,0-1 1 0 0,1 0-1 0 0,-1 0 1 0 0,0-1-1 0 0,0 1 1 0 0,-1 0-1 0 0,1-1 1 0 0,3-4-1 0 0,20-18 66 0 0,-15 15 233 0 0,0 0-1 0 0,0-1 1 0 0,-1 0 0 0 0,-1-1-1 0 0,0 0 1 0 0,9-16-1 0 0,-17 27 115 0 0,-1 1-413 0 0,0 0 0 0 0,0 0 0 0 0,0 0 1 0 0,0 0-1 0 0,0 1 0 0 0,0-1 0 0 0,0 0 0 0 0,0 0 1 0 0,0 0-1 0 0,1 0 0 0 0,-1 0 0 0 0,0 0 0 0 0,0 1 1 0 0,0-1-1 0 0,0 0 0 0 0,0 0 0 0 0,0 0 0 0 0,0 0 1 0 0,0 0-1 0 0,1 0 0 0 0,-1 0 0 0 0,0 0 0 0 0,0 0 1 0 0,0 0-1 0 0,0 1 0 0 0,0-1 0 0 0,0 0 0 0 0,1 0 1 0 0,-1 0-1 0 0,0 0 0 0 0,0 0 0 0 0,0 0 0 0 0,0 0 1 0 0,0 0-1 0 0,1 0 0 0 0,-1 0 0 0 0,0 0 0 0 0,0 0 1 0 0,0 0-1 0 0,0 0 0 0 0,0-1 0 0 0,1 1 0 0 0,-1 0 1 0 0,0 0-1 0 0,0 0 0 0 0,0 0 0 0 0,0 0 0 0 0,0 0 1 0 0,0 0-1 0 0,1 0 0 0 0,-1 0 0 0 0,0 0 0 0 0,0-1 1 0 0,0 1-1 0 0,0 0 0 0 0,0 0 0 0 0,0 0 0 0 0,0 0 1 0 0,0 0-1 0 0,0 0 0 0 0,0-1 0 0 0,0 1 0 0 0,1 0 1 0 0,-1 0-1 0 0,0 0 0 0 0,-2 57-3041 0 0,-1-19-6574 0 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3:30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0 201 460 0 0,'6'-152'10941'0'0,"-5"103"-13740"0"0,18 70-3463 0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3:31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0 592 484 0 0,'0'0'976'0'0,"25"-17"3720"0"0,-12-4-3461 0 0,0-1 0 0 0,-1-1 0 0 0,-2 0 0 0 0,0 0 0 0 0,-2-1 0 0 0,7-30 1 0 0,-2-2-198 0 0,7-92 0 0 0,-18 122-854 0 0,-1 1 0 0 0,-1-1 0 0 0,-1 0 0 0 0,-7-40 0 0 0,8 64-162 0 0,-1 0-14 0 0,0-5 55 0 0,0 8-389 0 0,-6 55 316 0 0,3 0 1 0 0,3-1-1 0 0,2 1 1 0 0,2 0-1 0 0,3-1 1 0 0,24 104-1 0 0,-22-132-7 0 0,0 1 0 0 0,15 27 0 0 0,-18-43 10 0 0,0-1 1 0 0,1 0 0 0 0,1-1 0 0 0,0 0-1 0 0,0 0 1 0 0,1 0 0 0 0,11 10-1 0 0,-18-18 20 0 0,1-1 0 0 0,-1 0 0 0 0,1 0 0 0 0,-1 0 0 0 0,1 0 0 0 0,0 0 0 0 0,0 0 0 0 0,-1-1 0 0 0,1 1 0 0 0,0-1 0 0 0,0 1 0 0 0,0-1 0 0 0,0 1 0 0 0,-1-1-1 0 0,1 0 1 0 0,0 0 0 0 0,0 0 0 0 0,0 0 0 0 0,0 0 0 0 0,0-1 0 0 0,0 1 0 0 0,-1 0 0 0 0,1-1 0 0 0,0 0 0 0 0,0 1 0 0 0,0-1 0 0 0,-1 0 0 0 0,1 0 0 0 0,0 0 0 0 0,-1 0 0 0 0,1 0 0 0 0,-1 0-1 0 0,1 0 1 0 0,-1-1 0 0 0,0 1 0 0 0,1 0 0 0 0,-1-1 0 0 0,2-2 0 0 0,4-6 115 0 0,0 1-1 0 0,0-2 1 0 0,-1 1 0 0 0,7-16-1 0 0,-12 23-112 0 0,10-12 621 0 0,-2-3-3 0 0,-9 20-644 0 0,1-1 0 0 0,-1 0 1 0 0,1 0-1 0 0,0 0 0 0 0,0 0 0 0 0,0 1 0 0 0,-1-1 0 0 0,1 0 1 0 0,0 0-1 0 0,0-1 0 0 0,0 1 0 0 0,1 0 0 0 0,-1 0 0 0 0,0 0 1 0 0,0-1-1 0 0,0 1 0 0 0,0-1 0 0 0,1 1 0 0 0,-1-1 0 0 0,0 1 1 0 0,1-1-1 0 0,1 1 0 0 0,1 0-14 0 0,-1 0 1 0 0,1 0-1 0 0,0-1 0 0 0,-1 1 1 0 0,1-1-1 0 0,0 0 1 0 0,-1 0-1 0 0,6 0 0 0 0,-4-2 19 0 0,0 0-1 0 0,0 0 0 0 0,-1 0 1 0 0,1-1-1 0 0,0 0 0 0 0,-1 0 1 0 0,8-6-1 0 0,18-12 884 0 0,-28 20-300 0 0,-2 1-573 0 0,0 0 0 0 0,0 0 0 0 0,0-1 0 0 0,0 1 0 0 0,0 0 0 0 0,0 0 0 0 0,0 0 0 0 0,0 0 0 0 0,0 0 0 0 0,0-1 0 0 0,0 1 0 0 0,0 0 0 0 0,0 0 0 0 0,0 0 0 0 0,0 0 0 0 0,0 0 0 0 0,0 0 0 0 0,1-1 0 0 0,-1 1 0 0 0,0 0 0 0 0,0 0 0 0 0,0 0 0 0 0,0 0 0 0 0,0 0 0 0 0,0 0 0 0 0,0 0 0 0 0,1 0 0 0 0,-1 0 0 0 0,0-1 0 0 0,0 1 0 0 0,0 0 0 0 0,0 0 0 0 0,0 0 0 0 0,0 0 0 0 0,1 0 0 0 0,-1 0 0 0 0,0 0 0 0 0,0 0 0 0 0,0 0 0 0 0,0 0 0 0 0,1 0 0 0 0,-1 0 0 0 0,0 0 0 0 0,0 0 0 0 0,0 0 0 0 0,0 0 0 0 0,0 0 0 0 0,0 1 0 0 0,1-1 0 0 0,-1 0 0 0 0,0 0 0 0 0,0 0 0 0 0,0 0 0 0 0,0 0 0 0 0,0 0 0 0 0,0 0 0 0 0,1 0 0 0 0,-1 0 0 0 0,0 1 0 0 0,0-1 0 0 0,0 0 0 0 0,0 0 0 0 0,0 0 0 0 0,0 0 0 0 0,0 0 0 0 0,0 1 0 0 0,21 293 67 0 0,-15-160-20 0 0,0-53-5 0 0,-4 0 0 0 0,-3 1-1 0 0,-16 105 1 0 0,15-177-31 0 0,0 1 1 0 0,-1-2-1 0 0,0 1 1 0 0,0 0-1 0 0,-8 14 0 0 0,10-21 1 0 0,-1-1 0 0 0,1 1 0 0 0,-1-1 0 0 0,0 1-1 0 0,0-1 1 0 0,0 0 0 0 0,0 1 0 0 0,0-1 0 0 0,-1 0-1 0 0,1-1 1 0 0,0 1 0 0 0,-1 0 0 0 0,0-1 0 0 0,1 1-1 0 0,-1-1 1 0 0,0 0 0 0 0,0 0 0 0 0,1 0 0 0 0,-1 0-1 0 0,0 0 1 0 0,-5 0 0 0 0,6-2 13 0 0,-1 1 0 0 0,0 0 0 0 0,0-1 0 0 0,0 0 0 0 0,0 0 0 0 0,1 0 0 0 0,-1 0 0 0 0,0 0 0 0 0,1 0 0 0 0,-1-1 0 0 0,1 1 0 0 0,-1-1 0 0 0,1 0 0 0 0,0 1 0 0 0,-4-5 0 0 0,-27-31 354 0 0,25 24-294 0 0,0 0 0 0 0,1-1 0 0 0,0 1 0 0 0,1-1 0 0 0,1-1 0 0 0,0 1 0 0 0,1-1 0 0 0,0 0 0 0 0,-2-20 0 0 0,5 25-167 0 0,0-1 0 0 0,1 1 0 0 0,0 0 0 0 0,0 0 0 0 0,1-1 0 0 0,1 1 0 0 0,0 0 0 0 0,0 0 0 0 0,0 0 1 0 0,2 0-1 0 0,-1 1 0 0 0,1-1 0 0 0,1 1 0 0 0,9-16 0 0 0,0 7-986 0 0,1 0 0 0 0,20-17 1 0 0,14-9-4256 0 0,-19 17-1226 0 0,-15 13 2450 0 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3:31.5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7 104 652 0 0,'-6'-3'2214'0'0,"7"-3"2726"0"0,5 0-4535 0 0,0 0 0 0 0,0 1-1 0 0,0-1 1 0 0,1 1 0 0 0,0 1 0 0 0,0-1 0 0 0,0 1 0 0 0,0 0-1 0 0,1 1 1 0 0,0 0 0 0 0,0 0 0 0 0,0 1 0 0 0,12-3-1 0 0,21-4 971 0 0,55-4 0 0 0,-90 13-1253 0 0,139-3 2139 0 0,-85 4-796 0 0,-56-3-3605 0 0,-19-1 1276 0 0,-31-2-1276 0 0,-24 5-5956 0 0,45 1 4253 0 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3:33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6 766 180 0 0,'-5'2'7138'0'0,"99"-62"-5676"0"0,-3-4 1 0 0,149-138-1 0 0,-217 179-1217 0 0,0-1 0 0 0,-2-1 0 0 0,0-1 0 0 0,32-55 0 0 0,-42 61-44 0 0,-1 0-1 0 0,-1-1 1 0 0,0 0 0 0 0,-2 0-1 0 0,0-1 1 0 0,-2 0-1 0 0,0-1 1 0 0,1-22-1 0 0,-6 37 31 0 0,1 6-206 0 0,-1 1 0 0 0,1 0 1 0 0,-1-1-1 0 0,0 1 0 0 0,1-1 0 0 0,-1 1 1 0 0,0-1-1 0 0,0 1 0 0 0,0-1 0 0 0,0 1 1 0 0,-1-1-1 0 0,1 1 0 0 0,0-1 0 0 0,-1 1 1 0 0,1-1-1 0 0,-1 1 0 0 0,1-1 0 0 0,-1 1 1 0 0,0 0-1 0 0,1-1 0 0 0,-1 1 0 0 0,0 0 1 0 0,0 0-1 0 0,0 0 0 0 0,0 0 0 0 0,0-1 1 0 0,-1 0-1 0 0,0 3-20 0 0,0 0 1 0 0,0 0 0 0 0,0 0-1 0 0,1 1 1 0 0,-1-1 0 0 0,1 0-1 0 0,-1 1 1 0 0,1-1 0 0 0,-1 1-1 0 0,1-1 1 0 0,0 1-1 0 0,-2 3 1 0 0,2-4 1 0 0,-21 27 10 0 0,1 2 1 0 0,2 0-1 0 0,1 2 1 0 0,-27 62 0 0 0,-36 143 144 0 0,33-47 88 0 0,-45 379 1 0 0,71-236-85 0 0,21-319-459 0 0,1-12 146 0 0,1 0 1 0 0,-1 0-1 0 0,-1 0 1 0 0,1 0-1 0 0,0 0 1 0 0,0 0-1 0 0,-1 0 1 0 0,1 0-1 0 0,-1 0 1 0 0,0-1-1 0 0,1 1 1 0 0,-1 0-1 0 0,0 0 1 0 0,-1 2-1 0 0,1-3-676 0 0,-17-47-6890 0 0,12 25 4538 0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3:34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4 410 368 0 0,'-2'-9'315'0'0,"1"0"-1"0"0,1 0 1 0 0,-1-1-1 0 0,2 1 1 0 0,-1 0-1 0 0,1 0 1 0 0,1 0-1 0 0,-1 0 1 0 0,1 0-1 0 0,1 1 1 0 0,6-15-1 0 0,-3 9 17 0 0,1 0-1 0 0,1 1 1 0 0,1 0-1 0 0,0 1 1 0 0,0 0-1 0 0,16-16 1 0 0,-1 6 114 0 0,1 0 1 0 0,1 2 0 0 0,1 1 0 0 0,1 1 0 0 0,57-27 0 0 0,-71 39-320 0 0,0 0-1 0 0,0 1 1 0 0,0 0 0 0 0,1 1-1 0 0,0 1 1 0 0,0 0 0 0 0,0 1-1 0 0,0 1 1 0 0,27 1 0 0 0,-34 1-83 0 0,-1 0 1 0 0,1 0-1 0 0,-1 1 1 0 0,1 0-1 0 0,-1 0 1 0 0,0 1-1 0 0,0 0 1 0 0,0 0-1 0 0,0 0 1 0 0,0 1-1 0 0,-1 0 1 0 0,1 1-1 0 0,-1 0 1 0 0,0 0-1 0 0,-1 0 1 0 0,1 0-1 0 0,-1 1 1 0 0,0 0-1 0 0,-1 0 1 0 0,1 0 0 0 0,4 9-1 0 0,-2 1 44 0 0,0 0 0 0 0,-1 0 0 0 0,0 0 0 0 0,-1 1 0 0 0,-1 0 0 0 0,-1 0 0 0 0,2 28-1 0 0,-4-43-36 0 0,-1-2-40 0 0,-1 0-1 0 0,1 0 0 0 0,0 0 0 0 0,0 1 0 0 0,0-1 0 0 0,0 0 0 0 0,0 0 0 0 0,0 0 1 0 0,-1 1-1 0 0,1-1 0 0 0,0 0 0 0 0,0 0 0 0 0,0 0 0 0 0,0 1 0 0 0,0-1 0 0 0,0 0 1 0 0,0 0-1 0 0,0 0 0 0 0,0 1 0 0 0,0-1 0 0 0,0 0 0 0 0,0 0 0 0 0,0 0 0 0 0,0 1 1 0 0,0-1-1 0 0,0 0 0 0 0,1 0 0 0 0,-1 0 0 0 0,0 1 0 0 0,0-1 0 0 0,0 0 0 0 0,0 0 0 0 0,0 0 1 0 0,0 0-1 0 0,0 1 0 0 0,1-1 0 0 0,-1 0 0 0 0,0 0 0 0 0,0 0 0 0 0,0 0 0 0 0,0 0 1 0 0,1 0-1 0 0,-1 1 0 0 0,0-1 0 0 0,0 0 0 0 0,0 0 0 0 0,1 0 0 0 0,-1 0 0 0 0,0 0 1 0 0,0 0-1 0 0,0 0 0 0 0,1 0 0 0 0,-1 0 0 0 0,0 0 0 0 0,0 0 0 0 0,0 0 0 0 0,1 0 1 0 0,-1 0-1 0 0,0 0 0 0 0,0 0 0 0 0,0 0 0 0 0,1 0 0 0 0,20-23 26 0 0,0 0 0 0 0,23-35 0 0 0,21-24-126 0 0,-65 81 86 0 0,1 0-1 0 0,0 1 1 0 0,0-1-1 0 0,0 1 1 0 0,0-1 0 0 0,0 1-1 0 0,0-1 1 0 0,0 1-1 0 0,0 0 1 0 0,0-1-1 0 0,0 1 1 0 0,0 0 0 0 0,1 0-1 0 0,-1 0 1 0 0,0 0-1 0 0,0 0 1 0 0,0 0-1 0 0,0 0 1 0 0,0 0 0 0 0,0 1-1 0 0,0-1 1 0 0,0 0-1 0 0,0 0 1 0 0,0 1-1 0 0,0-1 1 0 0,0 1 0 0 0,0-1-1 0 0,0 1 1 0 0,0 0-1 0 0,1 0 1 0 0,33 26-123 0 0,-19-15 60 0 0,1-3 152 0 0,0 0-1 0 0,1-1 1 0 0,27 7-1 0 0,-43-14 539 0 0,1-3-162 0 0,-2 2-408 0 0,0 0-1 0 0,0-1 0 0 0,-1 1 1 0 0,1 0-1 0 0,0-1 1 0 0,0 1-1 0 0,0 0 1 0 0,-1-1-1 0 0,1 1 1 0 0,0-1-1 0 0,-1 1 0 0 0,1-1 1 0 0,0 1-1 0 0,-1-1 1 0 0,1 0-1 0 0,-1 1 1 0 0,1-1-1 0 0,-1 0 1 0 0,1 0-1 0 0,-1 1 0 0 0,1-1 1 0 0,-1 0-1 0 0,0 0 1 0 0,1 1-1 0 0,-1-2 1 0 0,0-3 65 0 0,0 1 1 0 0,0-1-1 0 0,0 1 1 0 0,-1 0-1 0 0,0-1 1 0 0,0 1-1 0 0,0 0 1 0 0,0-1-1 0 0,-1 1 1 0 0,1 0-1 0 0,-1 0 1 0 0,0 0-1 0 0,-1 0 1 0 0,1 1-1 0 0,-1-1 1 0 0,1 1-1 0 0,-7-6 1 0 0,7 6-264 0 0,-1 1 0 0 0,1 0 0 0 0,-1 0 0 0 0,0 0 0 0 0,0 0 0 0 0,0 0 0 0 0,0 0 0 0 0,-1 1 0 0 0,1-1 0 0 0,0 1 0 0 0,-1 0 0 0 0,1 0 0 0 0,-7 0 0 0 0,9 0 26 0 0,-1 1 0 0 0,1 1 1 0 0,0-1-1 0 0,0 0 0 0 0,-1 0 0 0 0,1 0 0 0 0,0 1 0 0 0,0-1 1 0 0,-1 1-1 0 0,1-1 0 0 0,0 1 0 0 0,0-1 0 0 0,0 1 1 0 0,0 0-1 0 0,-1-1 0 0 0,1 1 0 0 0,0 0 0 0 0,0 0 0 0 0,-1 1 1 0 0,-10 8-6484 0 0,0-3 3146 0 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3:34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0 324 0 0,'15'1'2244'0'0,"-10"1"-2052"0"0,-1 1 0 0 0,0 0 1 0 0,-1-1-1 0 0,1 2 0 0 0,0-1 1 0 0,-1 0-1 0 0,1 0 0 0 0,-1 1 1 0 0,0 0-1 0 0,0 0 0 0 0,-1 0 1 0 0,1 0-1 0 0,-1 0 0 0 0,0 0 1 0 0,0 1-1 0 0,0-1 1 0 0,-1 1-1 0 0,1-1 0 0 0,-1 1 1 0 0,0 0-1 0 0,-1-1 0 0 0,1 1 1 0 0,-1 0-1 0 0,0 0 0 0 0,0-1 1 0 0,0 1-1 0 0,-1 0 0 0 0,1 0 1 0 0,-1-1-1 0 0,-1 1 0 0 0,1 0 1 0 0,0-1-1 0 0,-5 9 1 0 0,5-12-59 0 0,-1 5-33 0 0,2-4 90 0 0,1-4 997 0 0,3-9-1146 0 0,1 0-1 0 0,1 0 1 0 0,0 1-1 0 0,0-1 1 0 0,1 2-1 0 0,1-1 1 0 0,-1 1-1 0 0,1 0 1 0 0,1 0 0 0 0,17-13-1 0 0,-25 21-41 0 0,0 0 0 0 0,0 0-1 0 0,0 0 1 0 0,0 0 0 0 0,0 1 0 0 0,0-1 0 0 0,0 0-1 0 0,0 1 1 0 0,1-1 0 0 0,-1 1 0 0 0,0-1 0 0 0,0 1-1 0 0,0 0 1 0 0,1 0 0 0 0,-1-1 0 0 0,0 1-1 0 0,0 0 1 0 0,1 0 0 0 0,-1 0 0 0 0,0 0 0 0 0,0 0-1 0 0,1 0 1 0 0,-1 1 0 0 0,0-1 0 0 0,0 0 0 0 0,0 1-1 0 0,1-1 1 0 0,-1 1 0 0 0,0-1 0 0 0,1 2 0 0 0,2 1 1 0 0,0 0 0 0 0,-1 1 0 0 0,1 0 0 0 0,-1-1 0 0 0,0 1 0 0 0,4 7 0 0 0,-6-9 10 0 0,0 1-1 0 0,0-1 0 0 0,0 0 1 0 0,1 1-1 0 0,-1-1 0 0 0,1 0 1 0 0,-1 0-1 0 0,1 0 0 0 0,0-1 1 0 0,0 1-1 0 0,0 0 0 0 0,0 0 1 0 0,0-1-1 0 0,0 0 0 0 0,1 1 1 0 0,-1-1-1 0 0,0 0 0 0 0,1 0 1 0 0,-1 0-1 0 0,1 0 0 0 0,2 0 1 0 0,15-4 94 0 0,0-1 1 0 0,30-9-1 0 0,-30 7 195 0 0,0 1-1 0 0,31-4 1 0 0,-44 8-746 0 0,1 1 1 0 0,0 0-1 0 0,-1 0 1 0 0,1 1-1 0 0,0 0 1 0 0,-1 0-1 0 0,1 1 1 0 0,-1 0 0 0 0,1 0-1 0 0,10 6 1 0 0,-8-4-2481 0 0,-1 0 225 0 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3:35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319 591 1092 0 0,'2'1'167'0'0,"0"-1"-1"0"0,-1 1 1 0 0,1 0-1 0 0,0 0 1 0 0,-1 0-1 0 0,1 0 1 0 0,-1 0-1 0 0,0 1 1 0 0,1-1-1 0 0,-1 0 1 0 0,0 1-1 0 0,0-1 1 0 0,0 1-1 0 0,0-1 1 0 0,0 1-1 0 0,0-1 1 0 0,0 1-1 0 0,0 0 1 0 0,-1-1-1 0 0,1 1 1 0 0,-1 0-1 0 0,1 0 1 0 0,-1-1-1 0 0,0 1 1 0 0,1 0 0 0 0,-1 0-1 0 0,0 0 1 0 0,0 0-1 0 0,0-1 1 0 0,-1 4-1 0 0,-6 65 1279 0 0,6-61-1111 0 0,-10 59 684 0 0,3-24-116 0 0,2 1-1 0 0,2 0 0 0 0,1 0 1 0 0,5 56-1 0 0,0-56 669 0 0,-1-44-1081 0 0,-4 8 4045 0 0,2-9-4437 0 0,-21-46 144 0 0,1 0 1 0 0,3-2 0 0 0,2 0-1 0 0,2-1 1 0 0,2-1-1 0 0,2 0 1 0 0,2 0-1 0 0,3-1 1 0 0,2 0-1 0 0,2 0 1 0 0,2 0 0 0 0,9-55-1 0 0,-3 68-234 0 0,2 1 1 0 0,2 0-1 0 0,2 0 0 0 0,1 2 1 0 0,30-57-1 0 0,-36 79-56 0 0,-1 1-1 0 0,2 0 1 0 0,0 0 0 0 0,1 1-1 0 0,0 0 1 0 0,0 1-1 0 0,1 0 1 0 0,0 1 0 0 0,1 0-1 0 0,14-9 1 0 0,-21 16 17 0 0,-1-1 1 0 0,1 0-1 0 0,0 1 1 0 0,0 0 0 0 0,0 0-1 0 0,0 1 1 0 0,0-1-1 0 0,0 1 1 0 0,0 0-1 0 0,1 0 1 0 0,-1 1-1 0 0,0 0 1 0 0,1 0 0 0 0,-1 0-1 0 0,0 0 1 0 0,0 1-1 0 0,1 0 1 0 0,-1 0-1 0 0,0 0 1 0 0,0 1 0 0 0,0 0-1 0 0,0 0 1 0 0,0 0-1 0 0,0 1 1 0 0,-1-1-1 0 0,1 1 1 0 0,-1 0-1 0 0,0 0 1 0 0,0 1 0 0 0,0-1-1 0 0,5 6 1 0 0,0 2 4 0 0,-1-1 1 0 0,-1 1-1 0 0,1 0 1 0 0,-2 0-1 0 0,1 1 1 0 0,-2 0-1 0 0,1 0 1 0 0,-2 1 0 0 0,0-1-1 0 0,0 1 1 0 0,-1 0-1 0 0,-1 0 1 0 0,0 0-1 0 0,-1 0 1 0 0,0 0-1 0 0,-1 1 1 0 0,0-1-1 0 0,-1 0 1 0 0,-1 0-1 0 0,0 0 1 0 0,-1 0 0 0 0,0 0-1 0 0,-1 0 1 0 0,0-1-1 0 0,-1 1 1 0 0,-1-1-1 0 0,0 0 1 0 0,0-1-1 0 0,-1 0 1 0 0,-1 0-1 0 0,0 0 1 0 0,0-1-1 0 0,-1 0 1 0 0,-15 13 0 0 0,1-6-35 0 0,0-1 0 0 0,-1-1 1 0 0,-1-1-1 0 0,0-1 1 0 0,-1-1-1 0 0,0-1 1 0 0,0-2-1 0 0,-1 0 1 0 0,-1-2-1 0 0,1-1 1 0 0,-1-2-1 0 0,0 0 0 0 0,-1-2 1 0 0,1-1-1 0 0,-38-3 1 0 0,59 1-394 0 0,-1 0 0 0 0,1 0 1 0 0,0-1-1 0 0,-1 0 0 0 0,1 0 0 0 0,0 0 0 0 0,1-1 1 0 0,-1 0-1 0 0,-9-6 0 0 0,16 8 187 0 0,0 0 1 0 0,-1 0-1 0 0,1 0 1 0 0,0 0-1 0 0,0 1 1 0 0,-1-1-1 0 0,1 0 0 0 0,0 0 1 0 0,0 0-1 0 0,0 0 1 0 0,0 0-1 0 0,0 0 0 0 0,0 0 1 0 0,1 0-1 0 0,-1 0 1 0 0,0 0-1 0 0,0 1 1 0 0,1-1-1 0 0,-1 0 0 0 0,0 0 1 0 0,1 0-1 0 0,-1 0 1 0 0,1 1-1 0 0,-1-1 0 0 0,1 0 1 0 0,0 0-1 0 0,-1 1 1 0 0,1-1-1 0 0,0 0 1 0 0,-1 1-1 0 0,1-1 0 0 0,1 0 1 0 0,-2 1 119 0 0,14-12-3515 0 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3:36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90 776 0 0,'0'0'7867'0'0,"-4"-2"-7143"0"0,-2 2-494 0 0,0-1 0 0 0,0 1-1 0 0,-1 1 1 0 0,1-1 0 0 0,0 1 0 0 0,0 0 0 0 0,0 0 0 0 0,0 0 0 0 0,0 1 0 0 0,1 0-1 0 0,-1 1 1 0 0,0-1 0 0 0,1 1 0 0 0,0 0 0 0 0,-10 7 0 0 0,6-5-16 0 0,1 1 1 0 0,-1 0-1 0 0,1 1 1 0 0,0 0-1 0 0,1 0 1 0 0,-1 1-1 0 0,1 0 0 0 0,1 0 1 0 0,-6 10-1 0 0,11-18-205 0 0,1 1 0 0 0,-1-1 0 0 0,1 1-1 0 0,0-1 1 0 0,-1 1 0 0 0,1 0 0 0 0,0-1-1 0 0,0 1 1 0 0,0 0 0 0 0,0-1 0 0 0,-1 1-1 0 0,1 0 1 0 0,0-1 0 0 0,0 1 0 0 0,0 0-1 0 0,0-1 1 0 0,0 1 0 0 0,1 0 0 0 0,-1 0 0 0 0,0-1-1 0 0,0 1 1 0 0,0 0 0 0 0,0-1 0 0 0,1 1-1 0 0,-1-1 1 0 0,0 1 0 0 0,1 0 0 0 0,-1-1-1 0 0,1 2 1 0 0,21 5-21 0 0,24-10-278 0 0,100-43-1390 0 0,-144 45 1573 0 0,16 20-268 0 0,-15-3 285 0 0,9 38-119 0 0,-11-51 212 0 0,0 0 0 0 0,0-1-1 0 0,1 1 1 0 0,-1 0 0 0 0,0-1 0 0 0,1 0 0 0 0,0 1-1 0 0,0-1 1 0 0,-1 0 0 0 0,1 0 0 0 0,0 0 0 0 0,1 0-1 0 0,-1 0 1 0 0,0 0 0 0 0,1-1 0 0 0,4 3-1 0 0,-4-4 7 0 0,1 1-1 0 0,0-1 0 0 0,0 0 0 0 0,-1-1 0 0 0,1 1 0 0 0,0-1 0 0 0,-1 1 0 0 0,1-1 0 0 0,0 0 0 0 0,-1 0 0 0 0,1-1 0 0 0,-1 1 0 0 0,0-1 0 0 0,6-3 0 0 0,32-22 58 0 0,-1-1 0 0 0,53-51 0 0 0,-68 58-28 0 0,20-11 176 0 0,-44 31-219 0 0,0 0-6 0 0,4-2 5 0 0,7 17-25 0 0,2 10 35 0 0,-8-11 10 0 0,1-1 0 0 0,0 0 0 0 0,1 0 0 0 0,17 19 0 0 0,-21-27-6 0 0,-1-1 0 0 0,1 0 0 0 0,0 0-1 0 0,1 0 1 0 0,-1-1 0 0 0,0 1 0 0 0,1-1 0 0 0,-1 0 0 0 0,1 0-1 0 0,0-1 1 0 0,0 1 0 0 0,-1-1 0 0 0,1 0 0 0 0,0 0 0 0 0,0-1 0 0 0,0 0-1 0 0,10 0 1 0 0,-1-1 25 0 0,1-1-1 0 0,-1-1 1 0 0,0 0 0 0 0,0 0-1 0 0,0-2 1 0 0,-1 0-1 0 0,1 0 1 0 0,-1-1 0 0 0,0-1-1 0 0,-1 0 1 0 0,1-1 0 0 0,-2 0-1 0 0,1-1 1 0 0,-1 0-1 0 0,0-1 1 0 0,-1 0 0 0 0,0-1-1 0 0,-1 0 1 0 0,0 0-1 0 0,9-16 1 0 0,-14 18 183 0 0,0 1-1 0 0,-1-1 1 0 0,0 1 0 0 0,3-16-1 0 0,-1 3 252 0 0,-4 20-342 0 0,-1 1-120 0 0,0-1-1 0 0,0 1 0 0 0,0 0 1 0 0,0-1-1 0 0,0 1 0 0 0,0 0 1 0 0,1-1-1 0 0,-1 1 1 0 0,0 0-1 0 0,0 0 0 0 0,0-1 1 0 0,0 1-1 0 0,1 0 1 0 0,-1 0-1 0 0,0-1 0 0 0,0 1 1 0 0,1 0-1 0 0,-1 0 1 0 0,0 0-1 0 0,0-1 0 0 0,1 1 1 0 0,-1 0-1 0 0,0 0 1 0 0,0 0-1 0 0,1 0 0 0 0,-1 0 1 0 0,0-1-1 0 0,1 1 1 0 0,-1 0-1 0 0,0 0 0 0 0,1 0 1 0 0,-1 0-1 0 0,0 0 1 0 0,1 0-1 0 0,-1 0 0 0 0,0 0 1 0 0,1 0-1 0 0,-1 0 0 0 0,0 0 1 0 0,1 1-1 0 0,-1-1 1 0 0,0 0-1 0 0,1 0 0 0 0,14 13-39 0 0,0 1 0 0 0,-1 0-1 0 0,-1 1 1 0 0,0 0 0 0 0,-1 1-1 0 0,-1 0 1 0 0,-1 1 0 0 0,0 1-1 0 0,-1 0 1 0 0,0 0 0 0 0,-2 0-1 0 0,8 27 1 0 0,-14-40 13 0 0,1-2 1 0 0,-1-1-1 0 0,-1 0 0 0 0,1 0 1 0 0,0 1-1 0 0,0-1 1 0 0,-1 1-1 0 0,1-1 1 0 0,-1 0-1 0 0,0 1 0 0 0,0-1 1 0 0,0 1-1 0 0,0-1 1 0 0,0 1-1 0 0,0-1 1 0 0,-1 1-1 0 0,-1 4 0 0 0,1-5 25 0 0,-1-24-55 0 0,2 19 45 0 0,0 1-1 0 0,-1-1 1 0 0,1 0 0 0 0,0 1 0 0 0,0-1-1 0 0,0 0 1 0 0,1 1 0 0 0,-1-1-1 0 0,1 0 1 0 0,-1 1 0 0 0,1-1 0 0 0,0 1-1 0 0,0-1 1 0 0,0 1 0 0 0,3-5-1 0 0,4-5-7 0 0,1 1 0 0 0,0-1 0 0 0,1 2 0 0 0,0-1 0 0 0,1 2 0 0 0,0-1 0 0 0,0 1 0 0 0,1 1 0 0 0,0 0 0 0 0,1 1-1 0 0,-1 0 1 0 0,2 1 0 0 0,-1 0 0 0 0,0 1 0 0 0,26-5 0 0 0,-34 9 23 0 0,0 1 0 0 0,-1 0-1 0 0,1 0 1 0 0,0 1 0 0 0,0 0 0 0 0,0-1 0 0 0,0 2-1 0 0,0-1 1 0 0,-1 0 0 0 0,1 1 0 0 0,-1 0 0 0 0,1 0-1 0 0,-1 0 1 0 0,1 1 0 0 0,-1 0 0 0 0,0-1 0 0 0,0 1 0 0 0,-1 1-1 0 0,1-1 1 0 0,-1 1 0 0 0,1-1 0 0 0,-1 1 0 0 0,0 0-1 0 0,0 0 1 0 0,-1 0 0 0 0,1 0 0 0 0,-1 1 0 0 0,0-1-1 0 0,0 1 1 0 0,0 0 0 0 0,-1-1 0 0 0,0 1 0 0 0,1 7-1 0 0,-2-10-160 0 0,0 0-1 0 0,0 0 0 0 0,0-1 1 0 0,-1 1-1 0 0,1 0 0 0 0,-1 0 0 0 0,1 0 1 0 0,-1 0-1 0 0,0 0 0 0 0,0 0 1 0 0,0-1-1 0 0,0 1 0 0 0,0 0 1 0 0,0-1-1 0 0,0 1 0 0 0,-1-1 0 0 0,1 1 1 0 0,0-1-1 0 0,-4 3 0 0 0,-7 5-6123 0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3:36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1 101 1428 0 0,'19'-83'13474'0'0,"-19"82"-12326"0"0,3-9-18 0 0,-1 4-3771 0 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3:37.3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16 692 0 0,'-3'53'5429'0'0,"3"-51"-4846"0"0,1 1-144 0 0,-2-3-302 0 0,1 1-1 0 0,0-1 1 0 0,0 1-1 0 0,0 0 1 0 0,0-1-1 0 0,0 1 0 0 0,0-1 1 0 0,0 1-1 0 0,0-1 1 0 0,1 1-1 0 0,-1-1 1 0 0,0 1-1 0 0,0 0 1 0 0,0-1-1 0 0,0 1 0 0 0,1-1 1 0 0,-1 1-1 0 0,0-1 1 0 0,1 1-1 0 0,-1-1 1 0 0,0 0-1 0 0,1 1 0 0 0,-1-1 1 0 0,0 1-1 0 0,1-1 1 0 0,-1 0-1 0 0,1 1 1 0 0,-1-1-1 0 0,1 0 0 0 0,-1 1 1 0 0,1-1-1 0 0,0 0 1 0 0,44-15 689 0 0,-38 15-749 0 0,0 0 0 0 0,0 0-1 0 0,0 1 1 0 0,-1 0 0 0 0,10 3 0 0 0,-14-3-72 0 0,84 20 216 0 0,-51-10-189 0 0,0-2 0 0 0,0-1 0 0 0,1-2-1 0 0,0-2 1 0 0,0-1 0 0 0,72-3 0 0 0,-90-3-13 0 0,0 0 1 0 0,-1 0-1 0 0,26-10 0 0 0,-38 12 15 0 0,-1-1 1 0 0,1 0-1 0 0,-1 0 0 0 0,0 0 1 0 0,0 0-1 0 0,0-1 1 0 0,0 0-1 0 0,0 0 0 0 0,0 0 1 0 0,-1 0-1 0 0,1 0 0 0 0,-1-1 1 0 0,0 1-1 0 0,0-1 0 0 0,0 0 1 0 0,-1 0-1 0 0,4-8 0 0 0,-5 11-25 0 0,-1-1-1 0 0,0 0 1 0 0,0 1-1 0 0,0-1 1 0 0,0 1-1 0 0,0-1 1 0 0,-1 0-1 0 0,1 1 0 0 0,0-1 1 0 0,-1 1-1 0 0,1-1 1 0 0,-1 1-1 0 0,1-1 1 0 0,-1 1-1 0 0,0-1 1 0 0,0 1-1 0 0,0-1 1 0 0,0 1-1 0 0,0 0 1 0 0,0 0-1 0 0,0-1 0 0 0,0 1 1 0 0,0 0-1 0 0,0 0 1 0 0,-1 0-1 0 0,1 0 1 0 0,0 1-1 0 0,-1-1 1 0 0,1 0-1 0 0,-1 0 1 0 0,1 1-1 0 0,-1-1 1 0 0,-2 0-1 0 0,-5-2 13 0 0,1 0-1 0 0,-1 0 1 0 0,1 1-1 0 0,-15-2 1 0 0,17 3-21 0 0,0 0 0 0 0,-1 0 1 0 0,1 1-1 0 0,0 0 0 0 0,-1 1 0 0 0,1-1 0 0 0,0 1 1 0 0,0 0-1 0 0,-1 1 0 0 0,1-1 0 0 0,0 1 1 0 0,0 0-1 0 0,0 1 0 0 0,1 0 0 0 0,-1 0 0 0 0,1 0 1 0 0,-1 0-1 0 0,1 1 0 0 0,0 0 0 0 0,0 0 0 0 0,-8 9 1 0 0,12-12-17 0 0,1 0 0 0 0,-1 0 0 0 0,0 0 0 0 0,1-1 0 0 0,-1 1 0 0 0,0 0 0 0 0,1 0 0 0 0,-1 0 0 0 0,1 0 0 0 0,0 0 0 0 0,-1 0 0 0 0,1 0 0 0 0,0 0 0 0 0,0 0 1 0 0,-1 0-1 0 0,1 0 0 0 0,0 1 0 0 0,0-1 0 0 0,0 0 0 0 0,0 0 0 0 0,1 0 0 0 0,-1 0 0 0 0,0 0 0 0 0,0 0 0 0 0,1 0 0 0 0,-1 0 0 0 0,0 0 0 0 0,1 0 0 0 0,-1 0 0 0 0,1 0 1 0 0,-1 0-1 0 0,1 0 0 0 0,0 0 0 0 0,-1-1 0 0 0,1 1 0 0 0,0 0 0 0 0,0 0 0 0 0,-1-1 0 0 0,1 1 0 0 0,0 0 0 0 0,0-1 0 0 0,0 1 0 0 0,2 0 0 0 0,-1 0 4 0 0,1 1-1 0 0,0-1 1 0 0,0 0-1 0 0,0-1 1 0 0,0 1 0 0 0,0-1-1 0 0,0 1 1 0 0,0-1-1 0 0,0 0 1 0 0,0 0-1 0 0,0 0 1 0 0,0 0-1 0 0,0 0 1 0 0,0-1-1 0 0,5-1 1 0 0,33-19 795 0 0,-40 20-531 0 0,9-9 704 0 0,-4 7 213 0 0,-4 4 201 0 0,1 10-1305 0 0,0 0-1 0 0,-1 0 1 0 0,0 0-1 0 0,-1 1 0 0 0,0-1 1 0 0,-1 0-1 0 0,-1 20 0 0 0,0 4 41 0 0,3 69 100 0 0,-4-1 0 0 0,-5 0 0 0 0,-24 120 0 0 0,15-138-113 0 0,-4-1 0 0 0,-4 0 0 0 0,-3-2 0 0 0,-70 146 1 0 0,96-226-51 0 0,0 0 0 0 0,1 0 1 0 0,-1-1-1 0 0,0 1 0 0 0,0-1 1 0 0,0 1-1 0 0,0-1 0 0 0,0 1 1 0 0,0-1-1 0 0,-1 0 0 0 0,1 0 1 0 0,0 1-1 0 0,-1-1 1 0 0,1 0-1 0 0,-1 0 0 0 0,1 0 1 0 0,-1 0-1 0 0,0-1 0 0 0,1 1 1 0 0,-1 0-1 0 0,0-1 0 0 0,1 1 1 0 0,-1-1-1 0 0,0 1 0 0 0,0-1 1 0 0,1 0-1 0 0,-1 0 1 0 0,0 0-1 0 0,0 0 0 0 0,0 0 1 0 0,1 0-1 0 0,-1 0 0 0 0,0-1 1 0 0,0 1-1 0 0,1-1 0 0 0,-1 1 1 0 0,0-1-1 0 0,1 0 0 0 0,-1 0 1 0 0,0 1-1 0 0,1-1 1 0 0,-1 0-1 0 0,1 0 0 0 0,0-1 1 0 0,-1 1-1 0 0,1 0 0 0 0,0 0 1 0 0,-1-1-1 0 0,-1-2 0 0 0,-4-4 97 0 0,0 0 0 0 0,1 0-1 0 0,0-1 1 0 0,0 0-1 0 0,0 0 1 0 0,1-1-1 0 0,-4-11 1 0 0,5 7-173 0 0,0 0 0 0 0,0 0 1 0 0,2-1-1 0 0,0 1 0 0 0,1-1 0 0 0,0 0 1 0 0,1 1-1 0 0,1-1 0 0 0,0 0 1 0 0,1 1-1 0 0,0-1 0 0 0,1 1 0 0 0,1 0 1 0 0,0 0-1 0 0,1 0 0 0 0,10-19 1 0 0,-7 18-871 0 0,0 1 1 0 0,1 0 0 0 0,16-18 0 0 0,-15 20-906 0 0,0 1 0 0 0,2 1 0 0 0,21-17-1 0 0,-18 16-2659 0 0,0 1 344 0 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4:50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78 402 544 0 0,'0'0'2963'0'0,"0"0"-2918"0"0,0-1 0 0 0,0 1 1 0 0,0 0-1 0 0,0 0 0 0 0,0 0 0 0 0,0-1 1 0 0,0 1-1 0 0,0 0 0 0 0,0 0 0 0 0,0 0 1 0 0,0 0-1 0 0,0-1 0 0 0,-1 1 0 0 0,1 0 0 0 0,0 0 1 0 0,0 0-1 0 0,0 0 0 0 0,0-1 0 0 0,0 1 1 0 0,-1 0-1 0 0,1 0 0 0 0,0 0 0 0 0,0 0 1 0 0,0 0-1 0 0,0 0 0 0 0,-1 0 0 0 0,1-1 0 0 0,0 1 1 0 0,0 0-1 0 0,0 0 0 0 0,-1 0 0 0 0,1 0 1 0 0,0 0-1 0 0,0 0 0 0 0,0 0 0 0 0,-1 0 1 0 0,1 0-1 0 0,0 0 0 0 0,0 0 0 0 0,0 0 0 0 0,-1 0 1 0 0,1 0-1 0 0,0 0 0 0 0,0 1 0 0 0,0-1 1 0 0,0 0-1 0 0,-1 0 0 0 0,1 0 0 0 0,0 0 0 0 0,0 0 1 0 0,0 0-1 0 0,0 0 0 0 0,-1 0 0 0 0,1 1 1 0 0,0-1-1 0 0,0 0 0 0 0,0 0 0 0 0,0 0 1 0 0,0 0-1 0 0,0 1 0 0 0,-1-1 0 0 0,-7 47 842 0 0,2 0-1 0 0,1 0 1 0 0,4 86-1 0 0,2-83-192 0 0,-3-39 1604 0 0,-1-11-950 0 0,-6-23-594 0 0,-7-42-664 0 0,12 43 14 0 0,-2-13 47 0 0,2 0 0 0 0,0-61-1 0 0,4 30-82 0 0,-1 38-19 0 0,1-1 0 0 0,5-31 1 0 0,0 26-40 0 0,-4 20 0 0 0,1 0-1 0 0,0 0 0 0 0,0 0 1 0 0,2 0-1 0 0,-1 1 0 0 0,2-1 1 0 0,0 1-1 0 0,0 0 0 0 0,2 1 1 0 0,-1-1-1 0 0,12-15 0 0 0,-18 27-27 0 0,1 0-1 0 0,0 0 1 0 0,-1 0-1 0 0,1 0 1 0 0,0 0-1 0 0,0 0 1 0 0,0 0-1 0 0,0 0 1 0 0,0 0-1 0 0,0 0 0 0 0,0 0 1 0 0,0 0-1 0 0,0 1 1 0 0,0-1-1 0 0,0 1 1 0 0,1-1-1 0 0,-1 1 1 0 0,0-1-1 0 0,0 1 1 0 0,1-1-1 0 0,-1 1 0 0 0,0 0 1 0 0,1 0-1 0 0,-1 0 1 0 0,0 0-1 0 0,1 0 1 0 0,-1 0-1 0 0,0 0 1 0 0,1 0-1 0 0,-1 0 1 0 0,0 1-1 0 0,1-1 0 0 0,-1 0 1 0 0,0 1-1 0 0,2 0 1 0 0,-1 2-14 0 0,0-1 1 0 0,0 1-1 0 0,0 0 1 0 0,0 0-1 0 0,0 0 0 0 0,-1 0 1 0 0,1 0-1 0 0,-1 0 1 0 0,0 0-1 0 0,0 0 1 0 0,0 0-1 0 0,0 1 1 0 0,0 5-1 0 0,10 104-199 0 0,-9-73 181 0 0,11 53 0 0 0,-10-79 41 0 0,1 1 0 0 0,0-1 1 0 0,1-1-1 0 0,1 1 1 0 0,0-1-1 0 0,1 0 1 0 0,12 17-1 0 0,-10-17-10 0 0,2 0 0 0 0,0 0-1 0 0,0-2 1 0 0,1 1 0 0 0,1-1 0 0 0,0-1 0 0 0,0 0 0 0 0,1-1 0 0 0,0-1-1 0 0,19 9 1 0 0,-21-12 9 0 0,-1 0 0 0 0,1-1 0 0 0,1 0 0 0 0,-1-1 0 0 0,1-1-1 0 0,-1 0 1 0 0,1 0 0 0 0,0-2 0 0 0,-1 1 0 0 0,1-2 0 0 0,0 1 0 0 0,-1-2-1 0 0,23-4 1 0 0,-29 3 18 0 0,0 1 0 0 0,-1-1 0 0 0,1 0-1 0 0,-1-1 1 0 0,0 0 0 0 0,0 1-1 0 0,0-1 1 0 0,-1-1 0 0 0,1 1 0 0 0,-1-1-1 0 0,0 0 1 0 0,0 0 0 0 0,-1 0 0 0 0,1 0-1 0 0,-1-1 1 0 0,0 1 0 0 0,-1-1 0 0 0,1 0-1 0 0,-1 0 1 0 0,0 0 0 0 0,-1 0 0 0 0,1 0-1 0 0,-1 0 1 0 0,0 0 0 0 0,-1 0 0 0 0,0-1-1 0 0,-1-11 1 0 0,1 16 1 0 0,-2-10-3 0 0,2 12-7 0 0,0-1 0 0 0,0 1 0 0 0,0 0 0 0 0,-1-1 0 0 0,1 1 0 0 0,0 0 1 0 0,0-1-1 0 0,0 1 0 0 0,0 0 0 0 0,-1 0 0 0 0,1-1 0 0 0,0 1 0 0 0,0 0 0 0 0,-1 0 0 0 0,1-1 0 0 0,0 1 0 0 0,0 0 0 0 0,-1 0 0 0 0,1 0 0 0 0,0-1 0 0 0,-1 1 1 0 0,1 0-1 0 0,0 0 0 0 0,-1 0 0 0 0,1 0 0 0 0,0 0 0 0 0,-1 0 0 0 0,1 0 0 0 0,0 0 0 0 0,-1 0 0 0 0,1 0 0 0 0,0 0 0 0 0,-1 0 0 0 0,1 0 0 0 0,0 0 0 0 0,-1 0 1 0 0,1 0-1 0 0,0 0 0 0 0,-1 0 0 0 0,1 0 0 0 0,0 1 0 0 0,-1-1 0 0 0,1 0 0 0 0,0 0 0 0 0,-1 0 0 0 0,1 1 0 0 0,0-1 0 0 0,-1 0 0 0 0,-2 3-18 0 0,0 0 1 0 0,1 0-1 0 0,-1 0 0 0 0,1 0 0 0 0,-1 1 0 0 0,1-1 0 0 0,0 1 0 0 0,0-1 1 0 0,1 1-1 0 0,-1 0 0 0 0,1 0 0 0 0,0-1 0 0 0,0 1 0 0 0,0 0 0 0 0,0 0 1 0 0,1 0-1 0 0,-1 0 0 0 0,1 0 0 0 0,0 0 0 0 0,0 0 0 0 0,1 0 0 0 0,-1 0 0 0 0,1 0 1 0 0,0 0-1 0 0,0 0 0 0 0,0 0 0 0 0,1 0 0 0 0,-1 0 0 0 0,1-1 0 0 0,0 1 1 0 0,0-1-1 0 0,0 1 0 0 0,5 5 0 0 0,-1-2-22 0 0,0 0 1 0 0,0 0-1 0 0,0-1 0 0 0,1 0 0 0 0,0 0 1 0 0,0-1-1 0 0,1 1 0 0 0,-1-2 1 0 0,1 1-1 0 0,0-1 0 0 0,1 0 0 0 0,-1-1 1 0 0,0 0-1 0 0,1 0 0 0 0,9 1 1 0 0,-3-2 14 0 0,-1-1 0 0 0,1-1 0 0 0,0 0 0 0 0,0-1 1 0 0,0-1-1 0 0,0 0 0 0 0,0-1 0 0 0,-1-1 0 0 0,0 0 1 0 0,1-1-1 0 0,-2 0 0 0 0,1-1 0 0 0,0-1 0 0 0,-1 0 1 0 0,-1-1-1 0 0,1 0 0 0 0,-1-1 0 0 0,16-15 0 0 0,-9 7 14 0 0,-1-2-1 0 0,-1-1 1 0 0,0 0-1 0 0,-2-1 1 0 0,0 0-1 0 0,-1-1 1 0 0,-2-1-1 0 0,0 0 1 0 0,17-48-1 0 0,-25 56 36 0 0,0 1-1 0 0,0-2 1 0 0,-2 1 0 0 0,0 0-1 0 0,0 0 1 0 0,-1-1 0 0 0,-1 1-1 0 0,-1-1 1 0 0,0 1-1 0 0,-1-1 1 0 0,-1 1 0 0 0,0 0-1 0 0,-1 0 1 0 0,-1 0 0 0 0,-12-26-1 0 0,-5 6 60 0 0,7 28-104 0 0,14 7 22 0 0,-2 0-11 0 0,-23 27-32 0 0,19-18 41 0 0,1 1 0 0 0,1 0 1 0 0,0 0-1 0 0,0 0 0 0 0,1 1 0 0 0,0-1 0 0 0,1 1 0 0 0,0 0 1 0 0,0 0-1 0 0,2 1 0 0 0,-1-1 0 0 0,1 0 0 0 0,1 1 0 0 0,0-1 0 0 0,1 0 1 0 0,0 1-1 0 0,0-1 0 0 0,6 20 0 0 0,-2-14-26 0 0,1 0 0 0 0,0-1-1 0 0,1 1 1 0 0,0-1 0 0 0,1 0 0 0 0,1-1-1 0 0,1 0 1 0 0,0-1 0 0 0,1 0 0 0 0,1 0-1 0 0,17 16 1 0 0,-19-21-49 0 0,0-1 0 0 0,1 0 0 0 0,0-1 0 0 0,0 0 0 0 0,1 0 0 0 0,0-2 0 0 0,15 7 0 0 0,-20-10 47 0 0,0 0 0 0 0,0 0 0 0 0,0-1-1 0 0,0 0 1 0 0,0 0 0 0 0,1-1 0 0 0,-1 1-1 0 0,0-2 1 0 0,0 1 0 0 0,1-1 0 0 0,-1 0-1 0 0,0-1 1 0 0,0 1 0 0 0,12-6 0 0 0,-10 3 61 0 0,1 0 1 0 0,-1-1 0 0 0,0 0-1 0 0,-1 0 1 0 0,1-1 0 0 0,-1-1 0 0 0,0 1-1 0 0,0-1 1 0 0,-1-1 0 0 0,0 1-1 0 0,0-1 1 0 0,6-10 0 0 0,-12 17 91 0 0,-17 14 1116 0 0,13-9-1232 0 0,-1 1 0 0 0,1-1 0 0 0,-1 0 1 0 0,1 1-1 0 0,1 0 0 0 0,-1 0 0 0 0,1 0 0 0 0,-1 0 1 0 0,0 6-1 0 0,2-10-5 0 0,-4 4-22 0 0,5-5 25 0 0,0 0 0 0 0,0 0 0 0 0,1 0 0 0 0,-1 0 0 0 0,0 0 0 0 0,0 0 0 0 0,0 0 0 0 0,0 0 0 0 0,0 0-1 0 0,0 0 1 0 0,0 0 0 0 0,0 0 0 0 0,0 0 0 0 0,1 0 0 0 0,-1 0 0 0 0,0 0 0 0 0,0 0 0 0 0,0 0 0 0 0,0 0 0 0 0,0 0 0 0 0,0 0 0 0 0,0 0 0 0 0,0 0 0 0 0,0 0 0 0 0,0 0 0 0 0,1 0 0 0 0,-1 1 0 0 0,0-1 0 0 0,0 0 0 0 0,0 0 0 0 0,0 0 0 0 0,0 0-1 0 0,0 0 1 0 0,0 0 0 0 0,0 0 0 0 0,0 0 0 0 0,0 0 0 0 0,0 1 0 0 0,16-9 8 0 0,-11 4-36 0 0,1 1 0 0 0,-1 0 0 0 0,1 1-1 0 0,0-1 1 0 0,-1 1 0 0 0,1 0 0 0 0,0 1 0 0 0,0-1 0 0 0,1 1 0 0 0,-1 0 0 0 0,0 1 0 0 0,0-1 0 0 0,0 1 0 0 0,9 1 0 0 0,14 9-233 0 0,-12-5 144 0 0,0 1 0 0 0,0-2 0 0 0,0 0 0 0 0,20 1 0 0 0,-31-5 106 0 0,-1 0 0 0 0,1 0 0 0 0,-1-1 0 0 0,1 0 0 0 0,-1 0 0 0 0,1 0 0 0 0,-1 0 0 0 0,0-1 0 0 0,0 0 0 0 0,1 0 0 0 0,-1 0 0 0 0,0-1 0 0 0,-1 0 0 0 0,1 0 0 0 0,0 0 0 0 0,-1 0 0 0 0,5-6 0 0 0,3-4 10 0 0,0 0 0 0 0,-2-1 0 0 0,1-1 0 0 0,-2 1 0 0 0,0-2 0 0 0,-1 1 0 0 0,0-1 0 0 0,-2-1 0 0 0,10-31 0 0 0,-5 5 134 0 0,-2 0 0 0 0,6-77 0 0 0,-18 92 78 0 0,3 28-215 0 0,0 0 0 0 0,0-1 0 0 0,0 1 0 0 0,0-1 0 0 0,-1 1 1 0 0,1 0-1 0 0,0 0 0 0 0,0-1 0 0 0,-1 1 0 0 0,1 0 0 0 0,0-1 0 0 0,0 1 0 0 0,-1 0 1 0 0,1 0-1 0 0,0-1 0 0 0,-1 1 0 0 0,1 0 0 0 0,0 0 0 0 0,-1 0 0 0 0,1 0 1 0 0,0 0-1 0 0,-1-1 0 0 0,1 1 0 0 0,-1 0 0 0 0,1 0 0 0 0,0 0 0 0 0,-1 0 0 0 0,1 0 1 0 0,0 0-1 0 0,-1 0 0 0 0,1 0 0 0 0,-1 0 0 0 0,1 0 0 0 0,-3 2-4 0 0,0 0 0 0 0,0-1-1 0 0,0 1 1 0 0,1 0-1 0 0,-1 0 1 0 0,1 1 0 0 0,0-1-1 0 0,-1 0 1 0 0,1 1 0 0 0,0-1-1 0 0,-3 6 1 0 0,-3 5 0 0 0,1 0-1 0 0,0 0 1 0 0,1 1 0 0 0,1 0 0 0 0,0 0-1 0 0,0 0 1 0 0,2 1 0 0 0,0-1 0 0 0,0 1 0 0 0,1 0-1 0 0,1 0 1 0 0,1 0 0 0 0,1 21 0 0 0,0-24-18 0 0,0-1 1 0 0,1 0 0 0 0,0 0 0 0 0,1 0 0 0 0,0 0-1 0 0,1 0 1 0 0,0-1 0 0 0,0 1 0 0 0,1-1-1 0 0,1 0 1 0 0,-1 0 0 0 0,2-1 0 0 0,-1 0 0 0 0,1 0-1 0 0,1-1 1 0 0,0 1 0 0 0,0-2 0 0 0,12 10-1 0 0,-10-11-20 0 0,1-1-1 0 0,-1-1 0 0 0,1 0 0 0 0,0 0 0 0 0,0-1 0 0 0,0-1 0 0 0,1 0 0 0 0,-1 0 0 0 0,0-1 0 0 0,1-1 0 0 0,-1 1 0 0 0,1-2 0 0 0,-1 0 0 0 0,1 0 0 0 0,-1-1 1 0 0,0-1-1 0 0,0 0 0 0 0,20-8 0 0 0,5-10 29 0 0,-34 20 63 0 0,0 0 0 0 0,0-1 1 0 0,-1 1-1 0 0,1-1 0 0 0,0 1 0 0 0,-1-1 0 0 0,1 1 0 0 0,-1-1 1 0 0,0 0-1 0 0,0 0 0 0 0,1 0 0 0 0,-1 0 0 0 0,0 0 0 0 0,-1 0 0 0 0,1 0 1 0 0,1-2-1 0 0,-3 2-6 0 0,1 0 0 0 0,-1 1 0 0 0,1-1 1 0 0,-1 1-1 0 0,0-1 0 0 0,1 1 0 0 0,-1-1 1 0 0,0 1-1 0 0,0-1 0 0 0,0 1 0 0 0,0 0 1 0 0,0-1-1 0 0,-1 1 0 0 0,1 0 0 0 0,0 0 1 0 0,-1 0-1 0 0,1 0 0 0 0,0 0 0 0 0,-1 0 0 0 0,1 0 1 0 0,-4 0-1 0 0,1-1 108 0 0,0 0 0 0 0,0 0 0 0 0,0 1 0 0 0,0 0 0 0 0,0 0 0 0 0,0 0 0 0 0,-6-1 0 0 0,9 2-167 0 0,1 0 0 0 0,-1 0 1 0 0,1 0-1 0 0,-1 0 0 0 0,1 1 1 0 0,-1-1-1 0 0,1 0 0 0 0,0 0 1 0 0,-1 0-1 0 0,1 0 1 0 0,-1 0-1 0 0,1 1 0 0 0,-1-1 1 0 0,1 0-1 0 0,0 0 0 0 0,-1 1 1 0 0,1-1-1 0 0,-1 0 0 0 0,1 0 1 0 0,0 1-1 0 0,-1-1 0 0 0,1 1 1 0 0,0-1-1 0 0,0 0 0 0 0,-1 1 1 0 0,1-1-1 0 0,0 1 0 0 0,0-1 1 0 0,-1 0-1 0 0,1 1 1 0 0,0-1-1 0 0,0 1 0 0 0,0-1 1 0 0,0 1-1 0 0,0-1 0 0 0,0 1 1 0 0,0-1-1 0 0,0 1 0 0 0,0-1 1 0 0,0 1-1 0 0,0-1 0 0 0,0 1 1 0 0,0-1-1 0 0,0 0 0 0 0,0 1 1 0 0,1-1-1 0 0,-1 1 1 0 0,0-1-1 0 0,0 1 0 0 0,0-1 1 0 0,1 0-1 0 0,-1 1 0 0 0,0-1 1 0 0,1 1-1 0 0,12 20-925 0 0,-6-17 603 0 0,0 0 1 0 0,0 0 0 0 0,0 0-1 0 0,1-1 1 0 0,0 0 0 0 0,-1 0-1 0 0,1-1 1 0 0,0 0 0 0 0,0-1-1 0 0,0 0 1 0 0,10 1 0 0 0,8-1-1406 0 0,1-1 0 0 0,26-4 0 0 0,-26 2-229 0 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4:50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0 427 3396 0 0,'19'-2'-132'0'0,"68"-15"7187"0"0,-47 30-5915 0 0,-31-9-1045 0 0,1 0 0 0 0,-1-1 0 0 0,1-1 0 0 0,-1 1 1 0 0,18 0-1 0 0,-16-2-80 0 0,1-1 0 0 0,-1-1-1 0 0,1 0 1 0 0,-1 0 0 0 0,0-1 0 0 0,0 0 0 0 0,0-1 0 0 0,0-1 0 0 0,0 0 0 0 0,0 0-1 0 0,-1-1 1 0 0,0 0 0 0 0,0-1 0 0 0,0 0 0 0 0,-1-1 0 0 0,15-12 0 0 0,-15 9 17 0 0,0 1 1 0 0,-1-1 0 0 0,0 0-1 0 0,-1-1 1 0 0,0 0 0 0 0,-1 0-1 0 0,0-1 1 0 0,-1 1 0 0 0,0-1-1 0 0,-1 0 1 0 0,0-1 0 0 0,-1 1-1 0 0,-1 0 1 0 0,3-23 0 0 0,-4 22 266 0 0,0 0 0 0 0,0 0 0 0 0,-1 0 1 0 0,-1 0-1 0 0,0 0 0 0 0,-1 0 1 0 0,0 0-1 0 0,-1 0 0 0 0,-1 1 1 0 0,0 0-1 0 0,0-1 0 0 0,-7-11 1 0 0,10 22-86 0 0,-1 2-178 0 0,0 1 1 0 0,1-1 0 0 0,-1 0-1 0 0,0 0 1 0 0,1 1 0 0 0,-1-1-1 0 0,1 1 1 0 0,-1 0 0 0 0,1-1-1 0 0,-1 1 1 0 0,1 0 0 0 0,-1 0-1 0 0,1 0 1 0 0,0 0 0 0 0,0 0 0 0 0,-1 0-1 0 0,1 0 1 0 0,0 0 0 0 0,0 1-1 0 0,0-1 1 0 0,-1 2 0 0 0,-1 2 7 0 0,0 0 0 0 0,1 0 0 0 0,0 0 0 0 0,0 1 1 0 0,0-1-1 0 0,-1 8 0 0 0,-1 4 12 0 0,2 1 0 0 0,0-1 0 0 0,1 24 0 0 0,4 1-729 0 0,14 68 0 0 0,-1-9-4501 0 0,-15-97 4546 0 0,-1 1-115 0 0,-1 1-3677 0 0,-3 7 1097 0 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4:50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87 1576 0 0,'-7'-6'2744'0'0,"-5"0"641"0"0,42-13-2757 0 0,-6 10-64 0 0,5 0-156 0 0,12 2-184 0 0,3-1-228 0 0,10 6-260 0 0,2-7-236 0 0,20 4-276 0 0,-1 0-556 0 0,-1 3-1445 0 0,9 2 641 0 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4:51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34 76 0 0,'-2'-3'1661'0'0,"-5"-10"-102"0"0,6 10-133 0 0,-11-11 9165 0 0,39 298-7249 0 0,-4-91-3397 0 0,-23-178-1166 0 0,0 1 0 0 0,0-1 0 0 0,-7 31 0 0 0,7-45 891 0 0,0 0 0 0 0,-1 0 1 0 0,1 0-1 0 0,-1 0 0 0 0,1-1 0 0 0,-1 1 0 0 0,0 0 0 0 0,1 0 1 0 0,-1-1-1 0 0,0 1 0 0 0,0 0 0 0 0,1-1 0 0 0,-1 1 1 0 0,0 0-1 0 0,0-1 0 0 0,0 0 0 0 0,0 1 0 0 0,0-1 1 0 0,0 1-1 0 0,0-1 0 0 0,0 0 0 0 0,-1 1 0 0 0,1-1-41 0 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4:51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1 181 220 0 0,'46'0'1134'0'0,"1"-2"0"0"0,-1-2 0 0 0,50-11-1 0 0,19-2 82 0 0,237-30 1338 0 0,77-7-660 0 0,-346 52-1272 0 0,-83 2-616 0 0,0 0-1 0 0,1 1 0 0 0,-1-1 1 0 0,1 0-1 0 0,-1 0 1 0 0,0 1-1 0 0,1-1 1 0 0,-1 0-1 0 0,0 1 1 0 0,1-1-1 0 0,-1 0 1 0 0,0 1-1 0 0,1-1 1 0 0,-1 1-1 0 0,0-1 1 0 0,0 0-1 0 0,0 1 1 0 0,1-1-1 0 0,-1 1 1 0 0,0-1-1 0 0,0 1 1 0 0,0-1-1 0 0,0 1 1 0 0,0-1-1 0 0,0 1 1 0 0,0-1-1 0 0,0 0 1 0 0,0 1-1 0 0,0-1 1 0 0,0 1-1 0 0,0-1 1 0 0,0 1-1 0 0,0-1 1 0 0,-1 1-1 0 0,1-1 1 0 0,0 1-1 0 0,0-1 1 0 0,0 0-1 0 0,-1 1 1 0 0,1 0-1 0 0,-10 21 129 0 0,8-19-141 0 0,1 0 16 0 0,0 1 1 0 0,0-1-1 0 0,0 1 0 0 0,0 0 0 0 0,0-1 0 0 0,1 1 0 0 0,-1 0 0 0 0,1 0 0 0 0,0-1 0 0 0,0 1 0 0 0,1 0 0 0 0,-1 0 0 0 0,1-1 0 0 0,0 1 0 0 0,0 0 0 0 0,0-1 1 0 0,0 1-1 0 0,0-1 0 0 0,1 1 0 0 0,0-1 0 0 0,0 0 0 0 0,0 0 0 0 0,0 0 0 0 0,3 4 0 0 0,-1-3 82 0 0,-1 0-1 0 0,1-1 1 0 0,0 1 0 0 0,0-1 0 0 0,0 0-1 0 0,1 0 1 0 0,-1 0 0 0 0,1-1-1 0 0,0 1 1 0 0,0-1 0 0 0,-1 0-1 0 0,1 0 1 0 0,1-1 0 0 0,-1 0-1 0 0,7 1 1 0 0,-10-2 4 0 0,0 0-1 0 0,1 0 1 0 0,-1 0-1 0 0,0 0 1 0 0,0-1-1 0 0,0 1 1 0 0,0-1 0 0 0,0 0-1 0 0,0 1 1 0 0,0-1-1 0 0,0 0 1 0 0,0 0-1 0 0,0 0 1 0 0,0-1-1 0 0,0 1 1 0 0,-1 0 0 0 0,1-1-1 0 0,-1 1 1 0 0,1-1-1 0 0,-1 1 1 0 0,1-1-1 0 0,-1 0 1 0 0,0 1-1 0 0,0-1 1 0 0,0 0-1 0 0,0 0 1 0 0,0 0 0 0 0,0 0-1 0 0,0 0 1 0 0,-1 0-1 0 0,1 0 1 0 0,-1-1-1 0 0,1-3 1 0 0,0 0 54 0 0,0-1 1 0 0,0 0-1 0 0,-1 1 1 0 0,0-1-1 0 0,0 1 1 0 0,0-1-1 0 0,-1 1 0 0 0,0-1 1 0 0,-3-9-1 0 0,2 11-301 0 0,-1 0-1 0 0,1 0 1 0 0,-1 0-1 0 0,0 0 1 0 0,0 1-1 0 0,0 0 1 0 0,-1-1-1 0 0,0 1 0 0 0,1 0 1 0 0,-2 1-1 0 0,1-1 1 0 0,0 1-1 0 0,-1 0 1 0 0,1 0-1 0 0,-1 0 1 0 0,-6-3-1 0 0,0 2-1455 0 0,1 0 0 0 0,-1 1-1 0 0,1 0 1 0 0,-13-2 0 0 0,1 2-2323 0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4:53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16 316 712 0 0,'-14'-6'4780'0'0,"13"1"-1541"0"0,23-7-716 0 0,-8 6-2906 0 0,29-14 711 0 0,3-1 80 0 0,56-35 0 0 0,-90 49-300 0 0,0-2-1 0 0,0 1 1 0 0,-1-2-1 0 0,0 1 1 0 0,-1-2 0 0 0,0 1-1 0 0,-1-1 1 0 0,0-1 0 0 0,10-16-1 0 0,-18 26-78 0 0,0 0 1 0 0,0-1-1 0 0,0 1 0 0 0,0-1 0 0 0,0 0 0 0 0,-1 1 1 0 0,1-1-1 0 0,-1 1 0 0 0,1-1 0 0 0,-1 0 0 0 0,0 1 0 0 0,0-1 1 0 0,-1 0-1 0 0,1 1 0 0 0,-1-4 0 0 0,0-4 74 0 0,1 9-101 0 0,0 0 1 0 0,-1 0-1 0 0,1 0 1 0 0,0 0-1 0 0,-1 0 1 0 0,1 0-1 0 0,-1 0 1 0 0,1 0 0 0 0,-1 0-1 0 0,1 0 1 0 0,-1 0-1 0 0,0 1 1 0 0,1-1-1 0 0,-1 0 1 0 0,0 0-1 0 0,0 1 1 0 0,0-1 0 0 0,1 0-1 0 0,-1 1 1 0 0,0-1-1 0 0,0 1 1 0 0,0-1-1 0 0,0 1 1 0 0,0 0-1 0 0,0-1 1 0 0,0 1 0 0 0,0 0-1 0 0,0 0 1 0 0,0-1-1 0 0,0 1 1 0 0,0 0-1 0 0,0 0 1 0 0,0 0-1 0 0,0 0 1 0 0,-1 0 0 0 0,1 1-1 0 0,0-1 1 0 0,-1 1-1 0 0,-3-1-4 0 0,0 1-1 0 0,0 0 1 0 0,1 1-1 0 0,-1-1 1 0 0,1 1 0 0 0,-1 0-1 0 0,-4 3 1 0 0,2-1-6 0 0,1 0 0 0 0,0 0 1 0 0,0 1-1 0 0,0 0 1 0 0,1 0-1 0 0,0 1 0 0 0,0 0 1 0 0,0-1-1 0 0,1 2 1 0 0,-7 10-1 0 0,10-14 5 0 0,-1 0 0 0 0,2 1 0 0 0,-1-1 0 0 0,0 0 0 0 0,1 0 0 0 0,-1 1 0 0 0,1-1 0 0 0,0 0 0 0 0,0 0 0 0 0,0 1 0 0 0,1-1 0 0 0,-1 0 0 0 0,1 0 0 0 0,-1 1 0 0 0,1-1 0 0 0,0 0 0 0 0,1 0 0 0 0,-1 0 0 0 0,0 0 0 0 0,1 0 0 0 0,0 0 0 0 0,-1 0 0 0 0,1-1 0 0 0,0 1 0 0 0,1-1 0 0 0,-1 1 0 0 0,4 2 0 0 0,3 3-102 0 0,1 0 0 0 0,0 0 1 0 0,1-2-1 0 0,-1 1 0 0 0,1-1 1 0 0,0-1-1 0 0,1 0 0 0 0,-1 0 1 0 0,1-1-1 0 0,0-1 1 0 0,15 3-1 0 0,6 0-1448 0 0,1-1 0 0 0,62-1 0 0 0,-67-5-1346 0 0,2-3 220 0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4:54.2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241 130 364 0 0,'3'-8'631'0'0,"-1"0"-1"0"0,-1 0 1 0 0,1 0 0 0 0,-1 0 0 0 0,-1-1-1 0 0,1 1 1 0 0,-1 0 0 0 0,-1 0 0 0 0,0 0-1 0 0,0 0 1 0 0,-2-9 0 0 0,2 15-580 0 0,1 1 0 0 0,-1 0 1 0 0,1 0-1 0 0,-1-1 0 0 0,1 1 1 0 0,-1 0-1 0 0,0 0 0 0 0,0 0 1 0 0,0 0-1 0 0,1 0 0 0 0,-1 0 1 0 0,0 0-1 0 0,0 0 0 0 0,-1 0 1 0 0,1 0-1 0 0,0 0 0 0 0,0 1 1 0 0,0-1-1 0 0,0 0 0 0 0,-1 1 1 0 0,1-1-1 0 0,0 1 0 0 0,-1-1 0 0 0,1 1 1 0 0,0 0-1 0 0,-1 0 0 0 0,1-1 1 0 0,0 1-1 0 0,-1 0 0 0 0,1 0 1 0 0,-2 1-1 0 0,-38 4 497 0 0,32-1-510 0 0,0 0 0 0 0,1 0 1 0 0,-1 0-1 0 0,1 1 0 0 0,0 1 0 0 0,1 0 0 0 0,-1 0 0 0 0,1 0 1 0 0,0 1-1 0 0,1 0 0 0 0,-1 0 0 0 0,1 0 0 0 0,1 1 1 0 0,0 0-1 0 0,0 0 0 0 0,0 1 0 0 0,1-1 0 0 0,-5 16 1 0 0,1-1 1 0 0,0 1 0 0 0,2-1-1 0 0,1 1 1 0 0,1 0 0 0 0,1 0 0 0 0,1 28 0 0 0,5 12 60 0 0,3 0 0 0 0,3-1 0 0 0,26 101 0 0 0,-18-100-197 0 0,-4 0 1 0 0,-2 1-1 0 0,2 88 1 0 0,-13-151-19 0 0,0 1 0 0 0,0 0 0 0 0,-1 0 0 0 0,1-1 0 0 0,-1 1 0 0 0,1 0-1 0 0,-1-1 1 0 0,0 1 0 0 0,0-1 0 0 0,-1 1 0 0 0,1-1 0 0 0,0 1 0 0 0,-1-1 0 0 0,1 0 0 0 0,-1 1 0 0 0,-3 2 0 0 0,4-4-492 0 0,-5-4-919 0 0,-1-1 1175 0 0,3 3 36 0 0,1-1 0 0 0,-1 0 0 0 0,1 0 0 0 0,-1 0 0 0 0,1-1 0 0 0,-1 1 0 0 0,1-1 0 0 0,0 0 0 0 0,-2-3 0 0 0,-9-13-1685 0 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4:54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1 864 32 0 0,'247'-171'2370'0'0,"-156"112"-1022"0"0,133-110 0 0 0,-204 151-1097 0 0,-1-2 0 0 0,-1 0 0 0 0,-1 0-1 0 0,0-2 1 0 0,-2 0 0 0 0,0-1 0 0 0,12-27 0 0 0,-23 41-93 0 0,1 0 0 0 0,-1 0-1 0 0,-1-1 1 0 0,0 0 0 0 0,0 1-1 0 0,-1-1 1 0 0,0 0 0 0 0,-1 0-1 0 0,0 0 1 0 0,-1 0 0 0 0,0 0 0 0 0,0 0-1 0 0,-1-1 1 0 0,0 1 0 0 0,-1 1-1 0 0,0-1 1 0 0,-1 0 0 0 0,0 0 0 0 0,0 1-1 0 0,-1-1 1 0 0,0 1 0 0 0,-7-10-1 0 0,9 16-95 0 0,0 0 0 0 0,0 0 0 0 0,-1 0 0 0 0,1 0 0 0 0,-1 0 0 0 0,0 1 0 0 0,0-1-1 0 0,0 1 1 0 0,0 0 0 0 0,-7-4 0 0 0,8 5-37 0 0,1 0 0 0 0,-1 1 0 0 0,0-1 0 0 0,0 1 0 0 0,0 0-1 0 0,0-1 1 0 0,0 1 0 0 0,0 0 0 0 0,0 0 0 0 0,0 0 0 0 0,1 0 0 0 0,-1 0 0 0 0,0 1 0 0 0,0-1 0 0 0,0 1 0 0 0,-3 1-1 0 0,0 0-9 0 0,1 1-1 0 0,0 0 1 0 0,0 0-1 0 0,1 0 1 0 0,-1 0-1 0 0,0 1 0 0 0,1 0 1 0 0,0-1-1 0 0,0 1 1 0 0,0 1-1 0 0,0-1 1 0 0,1 0-1 0 0,0 1 0 0 0,0-1 1 0 0,0 1-1 0 0,-2 6 1 0 0,-4 16 19 0 0,0 1-1 0 0,2 0 1 0 0,2 0 0 0 0,0 1 0 0 0,0 41-1 0 0,16 147 123 0 0,-1-56-57 0 0,-1 41 39 0 0,0 94 71 0 0,-23-176 148 0 0,10-120-333 0 0,2 0-30 0 0,1 0 0 0 0,-1 0 1 0 0,1 0-1 0 0,-1 0 0 0 0,1 0 0 0 0,-1 0 0 0 0,0 0 1 0 0,1 0-1 0 0,-1 0 0 0 0,1 0 0 0 0,-1 0 1 0 0,0 0-1 0 0,1 0 0 0 0,-1 0 0 0 0,1 0 0 0 0,-1-1 1 0 0,1 1-1 0 0,-1 0 0 0 0,1 0 0 0 0,-1-1 0 0 0,1 1 1 0 0,-1 0-1 0 0,1-1 0 0 0,-1 1 0 0 0,1 0 0 0 0,-1-2 1 0 0,-4-6-63 0 0,0-1 1 0 0,1 0 0 0 0,0 0 0 0 0,0-1-1 0 0,1 1 1 0 0,0-1 0 0 0,1 0 0 0 0,0 0-1 0 0,0 0 1 0 0,1 0 0 0 0,1 0 0 0 0,-1 0 0 0 0,2 0-1 0 0,-1 0 1 0 0,2 0 0 0 0,-1 0 0 0 0,4-11-1 0 0,3-11-137 0 0,1 1-1 0 0,1 0 1 0 0,2 0-1 0 0,18-33 1 0 0,-9 23-35 0 0,2 1 0 0 0,40-54 0 0 0,-55 83 244 0 0,1 1 0 0 0,0-1 1 0 0,0 1-1 0 0,1 1 0 0 0,1 0 1 0 0,-1 0-1 0 0,2 1 0 0 0,-1 0 1 0 0,1 1-1 0 0,0 1 0 0 0,0 0 1 0 0,23-8-1 0 0,-31 13 35 0 0,0 0-1 0 0,-1 0 1 0 0,1 1 0 0 0,0-1-1 0 0,0 1 1 0 0,0 0 0 0 0,0 0-1 0 0,0 1 1 0 0,0-1 0 0 0,0 1-1 0 0,0-1 1 0 0,0 1 0 0 0,-1 0-1 0 0,1 1 1 0 0,0-1 0 0 0,-1 1-1 0 0,1-1 1 0 0,6 5 0 0 0,-6-2 37 0 0,1 0 1 0 0,-1 0 0 0 0,0 1 0 0 0,0-1 0 0 0,0 1 0 0 0,-1 0-1 0 0,1 0 1 0 0,-1 0 0 0 0,-1 0 0 0 0,1 1 0 0 0,3 8-1 0 0,-3-4-132 0 0,0 1 0 0 0,0-1 0 0 0,-1 1 0 0 0,0 0 0 0 0,-1 0 0 0 0,0 0 0 0 0,-1-1 0 0 0,0 1 0 0 0,-1 0 0 0 0,0 0 0 0 0,-1 0 0 0 0,0 0-1 0 0,-5 14 1 0 0,6-22-591 0 0,-7 15-576 0 0,1-11-3557 0 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4:55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72 208 0 0,'10'-25'3158'0'0,"-9"20"-2626"0"0,1 1 0 0 0,-1 0 1 0 0,1 0-1 0 0,0 0 1 0 0,0 1-1 0 0,0-1 1 0 0,1 0-1 0 0,2-3 0 0 0,-4 6-287 0 0,4-5-180 0 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4:55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34 672 0 0,'-2'-4'870'0'0,"-7"-16"-8"0"0,6 15-6 0 0,-46 0 3430 0 0,46 6-4200 0 0,-1-1 0 0 0,1 1 0 0 0,0 0 0 0 0,0 1 0 0 0,0-1-1 0 0,0 0 1 0 0,0 1 0 0 0,0 0 0 0 0,0-1 0 0 0,0 1 0 0 0,1 0 0 0 0,-1 0 0 0 0,1 1 0 0 0,-1-1 0 0 0,1 1 0 0 0,0-1 0 0 0,0 1-1 0 0,0 0 1 0 0,0-1 0 0 0,0 1 0 0 0,1 0 0 0 0,-1 0 0 0 0,1 1 0 0 0,0-1 0 0 0,0 0 0 0 0,0 0 0 0 0,0 4 0 0 0,0-4-54 0 0,0 1 1 0 0,1 0 0 0 0,-1-1 0 0 0,1 1 0 0 0,0 0 0 0 0,0-1 0 0 0,0 1 0 0 0,1 0 0 0 0,-1-1 0 0 0,1 1 0 0 0,0 0-1 0 0,0-1 1 0 0,0 1 0 0 0,1-1 0 0 0,-1 1 0 0 0,1-1 0 0 0,-1 0 0 0 0,1 0 0 0 0,0 0 0 0 0,1 0 0 0 0,-1 0 0 0 0,0 0 0 0 0,1 0-1 0 0,3 2 1 0 0,1-1-42 0 0,0 0-1 0 0,1 0 0 0 0,-1-1 1 0 0,1 1-1 0 0,0-2 0 0 0,0 1 1 0 0,0-1-1 0 0,1 0 0 0 0,-1-1 1 0 0,0 0-1 0 0,1 0 0 0 0,-1-1 1 0 0,1 0-1 0 0,-1-1 0 0 0,0 1 1 0 0,1-2-1 0 0,-1 1 0 0 0,0-1 0 0 0,14-5 1 0 0,3-2-6 0 0,0-1 1 0 0,-2-2-1 0 0,1 0 1 0 0,-1-1-1 0 0,21-17 1 0 0,-20 13 1854 0 0,-1-1 0 0 0,28-30 1 0 0,-50 47-1126 0 0,0 2-740 0 0,-1 0-1 0 0,1 0 1 0 0,0 0-1 0 0,-1 0 1 0 0,1 0-1 0 0,-1 0 1 0 0,1 1 0 0 0,-1-1-1 0 0,0 0 1 0 0,1 0-1 0 0,-1 0 1 0 0,0 0-1 0 0,0 1 1 0 0,0-1-1 0 0,0 0 1 0 0,0 0-1 0 0,0 0 1 0 0,0 1 0 0 0,0-1-1 0 0,-1 0 1 0 0,1 0-1 0 0,0 0 1 0 0,-1 0-1 0 0,1 0 1 0 0,-1 1-1 0 0,0 0 1 0 0,-7 24-3080 0 0,2-7-3684 0 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4:55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74 956 0 0,'8'-26'4447'0'0,"0"4"-1438"0"0,-8 20-2153 0 0,8-18 314 0 0,-3 17-1023 0 0,0 2-1711 0 0,11 17-5505 0 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4:56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1 221 84 0 0,'0'0'937'0'0,"18"-3"2440"0"0,-10-1-2779 0 0,0-1-1 0 0,0 0 1 0 0,-1 0 0 0 0,0-1-1 0 0,0 0 1 0 0,0 0-1 0 0,0 0 1 0 0,-1-1-1 0 0,-1 0 1 0 0,1 0-1 0 0,-1-1 1 0 0,0 0-1 0 0,5-11 1 0 0,-9 18-539 0 0,0 0 1 0 0,0 0 0 0 0,0 0-1 0 0,-1 0 1 0 0,1-1 0 0 0,0 1-1 0 0,-1 0 1 0 0,1 0 0 0 0,-1-1-1 0 0,0 1 1 0 0,1 0 0 0 0,-1-1-1 0 0,0 1 1 0 0,0 0-1 0 0,0-1 1 0 0,0 1 0 0 0,0-1-1 0 0,0 1 1 0 0,0 0 0 0 0,0-1-1 0 0,-1 1 1 0 0,1 0 0 0 0,0-1-1 0 0,-1 1 1 0 0,1 0 0 0 0,-1 0-1 0 0,0-1 1 0 0,1 1 0 0 0,-1 0-1 0 0,0 0 1 0 0,0 0-1 0 0,0 0 1 0 0,0 0 0 0 0,-1-1-1 0 0,1 0 47 0 0,-17 2 194 0 0,15 2-309 0 0,0 0 1 0 0,0 0-1 0 0,0 0 1 0 0,0 0-1 0 0,0 1 1 0 0,1-1-1 0 0,-1 1 1 0 0,1 0-1 0 0,0 0 1 0 0,0-1-1 0 0,0 2 1 0 0,0-1-1 0 0,0 0 1 0 0,1 0-1 0 0,0 0 1 0 0,-1 1-1 0 0,1-1 1 0 0,0 1-1 0 0,1-1 1 0 0,-1 1-1 0 0,0-1 1 0 0,1 1-1 0 0,0 0 1 0 0,0-1-1 0 0,0 1 1 0 0,0-1-1 0 0,1 1 0 0 0,1 5 1 0 0,-2-5-16 0 0,1-1 0 0 0,0 1 1 0 0,0 0-1 0 0,0-1 0 0 0,0 1 0 0 0,1-1 0 0 0,0 0 0 0 0,-1 1 1 0 0,1-1-1 0 0,0 0 0 0 0,1 0 0 0 0,-1 0 0 0 0,1 0 0 0 0,-1 0 1 0 0,1-1-1 0 0,0 1 0 0 0,0-1 0 0 0,0 0 0 0 0,0 1 1 0 0,0-1-1 0 0,0-1 0 0 0,1 1 0 0 0,-1 0 0 0 0,1-1 0 0 0,-1 0 1 0 0,1 0-1 0 0,-1 0 0 0 0,1 0 0 0 0,4 0 0 0 0,3-1-7 0 0,0-1 1 0 0,0 0-1 0 0,0 0 0 0 0,0-1 0 0 0,0-1 0 0 0,-1 1 0 0 0,1-2 0 0 0,-1 0 0 0 0,0 0 0 0 0,0-1 1 0 0,0 0-1 0 0,-1 0 0 0 0,11-9 0 0 0,13-11 11 0 0,0-2 1 0 0,30-33 0 0 0,-47 45 29 0 0,5-9 220 0 0,-17 20-68 0 0,-1-1-1 0 0,1 1 1 0 0,0 0-1 0 0,0 0 1 0 0,0 0-1 0 0,0 1 1 0 0,1-1-1 0 0,8-4 1 0 0,-11 35-127 0 0,-15 49-81 0 0,13-75-2 0 0,0 1 25 0 0,0-1 0 0 0,-1 1 0 0 0,1-1-1 0 0,0 1 1 0 0,0-1 0 0 0,0 1 0 0 0,0-1 0 0 0,0 1 0 0 0,0 0 0 0 0,1-1-1 0 0,-1 1 1 0 0,0-1 0 0 0,1 1 0 0 0,0 1 0 0 0,11-11 23 0 0,-7 3-18 0 0,0 1 0 0 0,1 0-1 0 0,0 0 1 0 0,0 1-1 0 0,0 0 1 0 0,0 0 0 0 0,0 0-1 0 0,1 1 1 0 0,-1 0 0 0 0,1 0-1 0 0,-1 1 1 0 0,1-1 0 0 0,0 2-1 0 0,0-1 1 0 0,0 1 0 0 0,8 0-1 0 0,-3 2 8 0 0,-1 1 0 0 0,0 1-1 0 0,0 0 1 0 0,-1 0-1 0 0,11 6 1 0 0,-11-5-35 0 0,33 6-1504 0 0,-10-11-5763 0 0,-15-2 4049 0 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4:57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23 676 0 0,'0'0'2329'0'0,"6"-2"-1550"0"0,19-6-17 0 0,-19 6 2091 0 0,-10-7 3819 0 0,-8 7-7317 0 0,7 3 1175 0 0,0-2-405 0 0,4 1-109 0 0,-1 0-1 0 0,1 0 1 0 0,0 1 0 0 0,0-1 0 0 0,-1 0 0 0 0,1 0 0 0 0,0 1 0 0 0,0-1 0 0 0,0 1 0 0 0,0-1 0 0 0,0 1-1 0 0,0-1 1 0 0,0 1 0 0 0,0 0 0 0 0,0 0 0 0 0,0-1 0 0 0,0 1 0 0 0,0 0 0 0 0,0 0 0 0 0,0 0 0 0 0,1 0-1 0 0,-1 0 1 0 0,0 0 0 0 0,1 0 0 0 0,-1 0 0 0 0,1 0 0 0 0,-1 0 0 0 0,1 1 0 0 0,-1-1 0 0 0,1 0 0 0 0,0 0 0 0 0,0 0-1 0 0,-1 1 1 0 0,1-1 0 0 0,0 0 0 0 0,0 0 0 0 0,1 3 0 0 0,-1 0 1 0 0,0 0 1 0 0,0 0 0 0 0,1 0-1 0 0,0 0 1 0 0,0 0-1 0 0,0 0 1 0 0,0 0-1 0 0,1 0 1 0 0,-1 0-1 0 0,3 3 1 0 0,0-1-24 0 0,0-2 1 0 0,0 1-1 0 0,0 0 0 0 0,1-1 0 0 0,-1 0 1 0 0,1 0-1 0 0,0 0 0 0 0,1 0 0 0 0,-1-1 1 0 0,1 0-1 0 0,-1 0 0 0 0,1 0 0 0 0,0-1 1 0 0,9 3-1 0 0,-4-3-44 0 0,0 1 0 0 0,0-1 0 0 0,1-1 0 0 0,-1 0 0 0 0,1-1 0 0 0,-1 0 0 0 0,15-2 0 0 0,-21 1 26 0 0,5 0-12 0 0,-1 0 0 0 0,0 0 0 0 0,0-1 0 0 0,-1 0-1 0 0,1 0 1 0 0,0-1 0 0 0,-1-1 0 0 0,1 1 0 0 0,8-6 0 0 0,18-15 132 0 0,-34 23-43 0 0,-1 0-51 0 0,1 1 1 0 0,0-1-1 0 0,-1 0 0 0 0,1 1 0 0 0,0-1 1 0 0,-1 0-1 0 0,1 1 0 0 0,0-1 1 0 0,0 1-1 0 0,0-1 0 0 0,-1 1 1 0 0,1-1-1 0 0,0 1 0 0 0,0 0 0 0 0,0-1 1 0 0,0 1-1 0 0,0 0 0 0 0,0 0 1 0 0,0 0-1 0 0,0-1 0 0 0,0 1 1 0 0,0 0-1 0 0,-1 0 0 0 0,1 1 0 0 0,0-1 1 0 0,0 0-1 0 0,0 0 0 0 0,0 0 1 0 0,0 1-1 0 0,0-1 0 0 0,0 0 1 0 0,0 1-1 0 0,0-1 0 0 0,0 1 0 0 0,34 10 35 0 0,-31-11-35 0 0,6 0 14 0 0,-5 0 42 0 0,0-1 0 0 0,1 0 0 0 0,-1 0-1 0 0,0 0 1 0 0,0-1 0 0 0,0 1 0 0 0,9-5 0 0 0,-2 1 392 0 0,-11 4-258 0 0,14 2 756 0 0,-6 1-832 0 0,-4 17-101 0 0,-5-17 8 0 0,11 70 12 0 0,-2 1 0 0 0,-4 0 1 0 0,-3 0-1 0 0,-14 133 0 0 0,6-103-6 0 0,7-76-9 0 0,-2-1 0 0 0,-1 1 0 0 0,-1-1-1 0 0,-1 0 1 0 0,-2 0 0 0 0,0 0 0 0 0,-13 33 0 0 0,18-57 39 0 0,-1 1 0 0 0,1 0 0 0 0,-1 0 0 0 0,1-1 0 0 0,-1 1 0 0 0,0 0 1 0 0,0-1-1 0 0,0 0 0 0 0,0 1 0 0 0,0-1 0 0 0,-1 0 0 0 0,1 0 0 0 0,0 0 0 0 0,-1-1 1 0 0,0 1-1 0 0,1 0 0 0 0,-1-1 0 0 0,0 0 0 0 0,0 0 0 0 0,0 0 0 0 0,0 0 1 0 0,0 0-1 0 0,0 0 0 0 0,0-1 0 0 0,0 0 0 0 0,0 1 0 0 0,0-1 0 0 0,-1 0 1 0 0,1-1-1 0 0,0 1 0 0 0,0 0 0 0 0,0-1 0 0 0,0 0 0 0 0,-3-1 0 0 0,1 0 71 0 0,0 0-1 0 0,0 0 0 0 0,0 0 0 0 0,1-1 0 0 0,-1 0 0 0 0,1 0 0 0 0,-1 0 0 0 0,1 0 1 0 0,0-1-1 0 0,0 0 0 0 0,1 0 0 0 0,-1 0 0 0 0,1 0 0 0 0,0 0 0 0 0,0-1 0 0 0,0 0 1 0 0,1 1-1 0 0,0-1 0 0 0,-2-5 0 0 0,0-2-92 0 0,1 0-1 0 0,1 0 1 0 0,0 0-1 0 0,0 0 1 0 0,1 0-1 0 0,1 0 1 0 0,0 0-1 0 0,1-1 1 0 0,0 1-1 0 0,1 0 1 0 0,0 0-1 0 0,1 0 1 0 0,0 1 0 0 0,1-1-1 0 0,0 1 1 0 0,1-1-1 0 0,1 1 1 0 0,7-12-1 0 0,-4 10-412 0 0,1 0 0 0 0,0 1-1 0 0,0 0 1 0 0,1 1 0 0 0,1 0-1 0 0,0 0 1 0 0,0 2 0 0 0,1-1-1 0 0,0 2 1 0 0,1 0 0 0 0,0 0-1 0 0,0 1 1 0 0,24-8 0 0 0,56-12-7990 0 0,-46 17 3544 0 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6:01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35 106 240 0 0,'-5'-17'1802'0'0,"4"7"-809"0"0,0 1-1 0 0,-1-1 1 0 0,0 0-1 0 0,0 1 1 0 0,-1-1-1 0 0,-8-16 0 0 0,11 25-140 0 0,-3-3 575 0 0,1 12-590 0 0,0 28-372 0 0,3 49-472 0 0,0-79 11 0 0,6 49 64 0 0,14 56 0 0 0,-17-95-73 0 0,1 0 0 0 0,0 0 0 0 0,2-1 0 0 0,-1 0 0 0 0,2 0 0 0 0,0-1 0 0 0,0 0 0 0 0,13 15 0 0 0,-18-25 12 0 0,0-1 0 0 0,-1 0 0 0 0,1 0 0 0 0,0-1 0 0 0,1 1 0 0 0,-1-1 1 0 0,0 1-1 0 0,1-1 0 0 0,-1 0 0 0 0,1 0 0 0 0,-1-1 0 0 0,1 1 0 0 0,0-1 0 0 0,0 0 1 0 0,0 0-1 0 0,0 0 0 0 0,0 0 0 0 0,0-1 0 0 0,0 1 0 0 0,0-1 0 0 0,0 0 0 0 0,0 0 0 0 0,0-1 1 0 0,0 1-1 0 0,0-1 0 0 0,0 0 0 0 0,7-2 0 0 0,1-3 14 0 0,0 1 0 0 0,-1-1 0 0 0,0-1 0 0 0,0 0 1 0 0,0-1-1 0 0,-1 0 0 0 0,14-14 0 0 0,-6 4-10 0 0,-2-2 0 0 0,0 0 1 0 0,-1 0-1 0 0,-1-2 0 0 0,0 0 1 0 0,-2 0-1 0 0,-1-1 0 0 0,-1-1 0 0 0,-1 0 1 0 0,-1 0-1 0 0,8-41 0 0 0,-10 14 117 0 0,-6 49-122 0 0,-2 10-128 0 0,1-1 7 0 0,0 1-1 0 0,0-1 0 0 0,1 1 1 0 0,-1 0-1 0 0,2-1 1 0 0,0 10-1 0 0,0 3 88 0 0,1 0-1 0 0,0 0 0 0 0,6 20 0 0 0,-3-25 14 0 0,1 0 1 0 0,0 0-1 0 0,1-1 0 0 0,0 0 0 0 0,2-1 1 0 0,17 24-1 0 0,-23-33 20 0 0,0-1 0 0 0,0 1 0 0 0,0-1 0 0 0,1 0 0 0 0,-1 0 0 0 0,1 0 0 0 0,0 0 0 0 0,0-1 0 0 0,0 1-1 0 0,0-1 1 0 0,0 0 0 0 0,0 0 0 0 0,1 0 0 0 0,-1-1 0 0 0,1 0 0 0 0,-1 0 0 0 0,1 0 0 0 0,-1 0 0 0 0,1-1 0 0 0,0 1 0 0 0,-1-1 0 0 0,1 0 0 0 0,0-1 0 0 0,-1 1 0 0 0,1-1 0 0 0,-1 0 0 0 0,10-3-1 0 0,-1-1 6 0 0,0-1 0 0 0,1-1 0 0 0,-2 0 0 0 0,1-1 0 0 0,-1 0 0 0 0,-1-1 0 0 0,1 0 0 0 0,-1-1 0 0 0,-1 0 0 0 0,0 0 0 0 0,0-1 0 0 0,-1-1 0 0 0,-1 0 0 0 0,0 0 0 0 0,0 0 0 0 0,-1-1-1 0 0,-1 0 1 0 0,0-1 0 0 0,-1 0 0 0 0,0 1 0 0 0,3-22 0 0 0,-7 31-8 0 0,0 1 0 0 0,-1-1-1 0 0,0 1 1 0 0,0-1 0 0 0,0 1 0 0 0,0-1-1 0 0,0 1 1 0 0,-1-1 0 0 0,1 1 0 0 0,-1 0-1 0 0,0-1 1 0 0,0 1 0 0 0,0 0 0 0 0,-1 0-1 0 0,-2-6 1 0 0,2 8-43 0 0,1 1-384 0 0,0 0 412 0 0,0 0 0 0 0,0 1 0 0 0,1-1 0 0 0,-1 0 0 0 0,0 1 0 0 0,0-1 0 0 0,0 1 0 0 0,0-1 0 0 0,0 1 0 0 0,0 0 0 0 0,0-1 0 0 0,1 1 0 0 0,-1 0 0 0 0,0 0 0 0 0,1-1 0 0 0,-1 1 0 0 0,0 0 0 0 0,1 0 0 0 0,-1 0 0 0 0,1 0 0 0 0,0 0 0 0 0,-1 0 0 0 0,1 0 0 0 0,0 0 0 0 0,-1 0 1 0 0,1 0-1 0 0,0 0 0 0 0,0 0 0 0 0,0 0 0 0 0,0 0 0 0 0,0 0 0 0 0,0 0 0 0 0,0 0 0 0 0,0 0 0 0 0,0 0 0 0 0,0 0 0 0 0,1 0 0 0 0,-1 0 0 0 0,1 1 0 0 0,0 3-22 0 0,0-1 0 0 0,0 1 1 0 0,0 0-1 0 0,1-1 0 0 0,-1 0 0 0 0,1 1 0 0 0,4 5 1 0 0,13 12-34 0 0,1-1 0 0 0,29 23 1 0 0,-31-30 40 0 0,-1 1 0 0 0,-1 1 1 0 0,-1 1-1 0 0,0 0 0 0 0,12 19 0 0 0,-17-18-11 0 0,-1-1-1 0 0,0 1 0 0 0,8 29 1 0 0,-16-44 404 0 0,0-9-310 0 0,5-14-27 0 0,1 0-1 0 0,1 0 1 0 0,1 0-1 0 0,0 1 1 0 0,1 1 0 0 0,2-1-1 0 0,-1 2 1 0 0,16-18-1 0 0,-18 23-15 0 0,-6 8-17 0 0,0 0-1 0 0,0 0 1 0 0,0 0-1 0 0,1 1 0 0 0,0-1 1 0 0,-1 1-1 0 0,1 0 0 0 0,0 0 1 0 0,0 1-1 0 0,1-1 1 0 0,-1 1-1 0 0,0 0 0 0 0,1 0 1 0 0,9-3-1 0 0,-11 5-1 0 0,0 0 0 0 0,0-1-1 0 0,0 1 1 0 0,1 0 0 0 0,-1 1 0 0 0,0-1-1 0 0,0 0 1 0 0,0 1 0 0 0,0 0 0 0 0,1 0-1 0 0,-1 0 1 0 0,0 0 0 0 0,-1 0 0 0 0,1 1-1 0 0,0-1 1 0 0,0 1 0 0 0,0 0 0 0 0,-1 0-1 0 0,1 0 1 0 0,-1 0 0 0 0,0 0 0 0 0,1 0 0 0 0,-1 1-1 0 0,2 3 1 0 0,0-2-80 0 0,-1 1-1 0 0,0-1 1 0 0,0 1-1 0 0,-1 0 1 0 0,1 0 0 0 0,-1 1-1 0 0,3 9 1 0 0,2 23-3220 0 0,-5-31 2263 0 0,-3-2-1296 0 0,-4 2 177 0 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6:02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78 796 0 0,'-2'-19'2467'0'0,"-3"-32"1947"0"0,5 49-4384 0 0,5-3-495 0 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6:03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0 128 324 0 0,'26'24'6700'0'0,"-22"-24"-6534"0"0,-1-1-1 0 0,1 0 1 0 0,-1 0-1 0 0,0 0 1 0 0,1 0 0 0 0,-1 0-1 0 0,0-1 1 0 0,0 1-1 0 0,1-1 1 0 0,-1 0 0 0 0,-1 0-1 0 0,1 0 1 0 0,5-5-1 0 0,35-19 219 0 0,-39 25-410 0 0,0 0 0 0 0,0 1 0 0 0,0-1 0 0 0,0 1 0 0 0,0 0 0 0 0,0 0 0 0 0,1 1 0 0 0,-1-1 0 0 0,0 1 0 0 0,0 0 0 0 0,0 0 0 0 0,0 0 0 0 0,4 3 0 0 0,61 28-382 0 0,-31-13 104 0 0,-21-12 172 0 0,0-1 0 0 0,0-1-1 0 0,0-1 1 0 0,0 0 0 0 0,1-1-1 0 0,28 1 1 0 0,-37-4 123 0 0,0 0-1 0 0,1 0 1 0 0,-1-1 0 0 0,0-1-1 0 0,0 1 1 0 0,0-2-1 0 0,0 1 1 0 0,0-1 0 0 0,0 0-1 0 0,-1-1 1 0 0,1 0 0 0 0,-1 0-1 0 0,0-1 1 0 0,9-7-1 0 0,-14 9 66 0 0,0 0 0 0 0,0 1 0 0 0,-1-1 0 0 0,1-1 0 0 0,-1 1 1 0 0,0 0-1 0 0,0-1 0 0 0,0 1 0 0 0,0-1 0 0 0,-1 1 0 0 0,1-1 0 0 0,-1 0 0 0 0,0 0 0 0 0,0 1 0 0 0,0-1 0 0 0,-1 0 0 0 0,1 0 0 0 0,-1 0 0 0 0,0 0 0 0 0,0 0 0 0 0,0 0 0 0 0,-2-5 0 0 0,2 6-17 0 0,-1 0-1 0 0,0 0 1 0 0,0 0 0 0 0,0 0-1 0 0,0 0 1 0 0,0 0 0 0 0,0 0-1 0 0,-1 1 1 0 0,0-1 0 0 0,1 1-1 0 0,-1-1 1 0 0,0 1 0 0 0,0-1-1 0 0,-1 1 1 0 0,1 0 0 0 0,0 0-1 0 0,-1 0 1 0 0,1 0 0 0 0,-1 1-1 0 0,1-1 1 0 0,-1 1 0 0 0,0-1 0 0 0,0 1-1 0 0,0 0 1 0 0,0 0 0 0 0,0 0-1 0 0,-5 0 1 0 0,6 0-14 0 0,-1 3-5 0 0,0-1-22 0 0,1 0 0 0 0,0 0-1 0 0,0 0 1 0 0,0 1 0 0 0,0-1 0 0 0,0 1-1 0 0,0 0 1 0 0,0-1 0 0 0,0 1 0 0 0,1 0-1 0 0,-1 0 1 0 0,1 0 0 0 0,-1 0 0 0 0,1 1-1 0 0,0-1 1 0 0,0 0 0 0 0,0 0-1 0 0,0 1 1 0 0,0-1 0 0 0,0 1 0 0 0,1-1-1 0 0,-1 1 1 0 0,1-1 0 0 0,0 5 0 0 0,-1-5-40 0 0,3 6-44 0 0,-1-6 73 0 0,-1 0 0 0 0,0 0-1 0 0,1 1 1 0 0,-1-1 0 0 0,1 0 0 0 0,-1 0 0 0 0,1 0-1 0 0,0 0 1 0 0,0 0 0 0 0,0-1 0 0 0,0 1 0 0 0,0 0-1 0 0,0 0 1 0 0,1-1 0 0 0,2 4 0 0 0,-4-5 18 0 0,18 4 7 0 0,-18-3 22 0 0,1-1-1 0 0,-1 0 0 0 0,1 0 0 0 0,-1 0 0 0 0,1 0 1 0 0,-1 0-1 0 0,1 1 0 0 0,-1-1 0 0 0,1 0 0 0 0,-1 0 1 0 0,1 0-1 0 0,-1 0 0 0 0,1 0 0 0 0,-1-1 1 0 0,0 1-1 0 0,1 0 0 0 0,-1 0 0 0 0,1 0 0 0 0,-1 0 1 0 0,1 0-1 0 0,-1-1 0 0 0,1 1 0 0 0,-1 0 0 0 0,0 0 1 0 0,1-1-1 0 0,-1 1 0 0 0,1 0 0 0 0,-1-1 1 0 0,0 1-1 0 0,1 0 0 0 0,-1-1 0 0 0,0 1 0 0 0,1 0 1 0 0,-1-1-1 0 0,0 1 0 0 0,0-1 0 0 0,0 1 0 0 0,1-2 1 0 0,23 36 888 0 0,-13-12-756 0 0,-1 0-1 0 0,-1 0 1 0 0,0 1-1 0 0,-2 0 0 0 0,8 46 1 0 0,8 128 106 0 0,-20-167-200 0 0,0 39 65 0 0,-9 106 1 0 0,1-95-7 0 0,5-74 6 0 0,-1-1 1 0 0,0 1-1 0 0,0-1 1 0 0,0 1 0 0 0,0-1-1 0 0,-1 0 1 0 0,0 1-1 0 0,0-1 1 0 0,0 0 0 0 0,-1 0-1 0 0,0 0 1 0 0,0-1-1 0 0,0 1 1 0 0,0-1 0 0 0,-8 8-1 0 0,10-11-78 0 0,-1-1 0 0 0,1 0 0 0 0,-1 1 0 0 0,0-1 0 0 0,1 0 0 0 0,-1 0 0 0 0,0 0 0 0 0,1 0 0 0 0,-1 0 0 0 0,0 0-1 0 0,1-1 1 0 0,-1 1 0 0 0,1-1 0 0 0,-1 1 0 0 0,1-1 0 0 0,-1 1 0 0 0,1-1 0 0 0,-3-1 0 0 0,-24-14 607 0 0,21 10-560 0 0,0 1-1 0 0,0-1 0 0 0,1-1 0 0 0,0 1 1 0 0,0-1-1 0 0,1 0 0 0 0,-1 0 0 0 0,2-1 1 0 0,-1 1-1 0 0,1-1 0 0 0,0 0 1 0 0,-4-13-1 0 0,7 18-264 0 0,0-1 1 0 0,0 0-1 0 0,1 0 1 0 0,-1 0 0 0 0,1 0-1 0 0,0 0 1 0 0,0 0-1 0 0,0 0 1 0 0,1 0 0 0 0,-1 0-1 0 0,1 0 1 0 0,0 0-1 0 0,0 1 1 0 0,0-1-1 0 0,1 0 1 0 0,-1 0 0 0 0,1 1-1 0 0,0-1 1 0 0,0 1-1 0 0,0 0 1 0 0,0-1-1 0 0,1 1 1 0 0,-1 0 0 0 0,1 0-1 0 0,0 1 1 0 0,0-1-1 0 0,0 1 1 0 0,0-1-1 0 0,6-2 1 0 0,60-29-8150 0 0,-50 26 5002 0 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6:05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153 306 572 0 0,'3'-5'8200'0'0,"-22"453"-6115"0"0,13-352 2050 0 0,2-104-3782 0 0,-18-35-137 0 0,2-2-1 0 0,2 0 0 0 0,3-1 1 0 0,1-1-1 0 0,2 0 0 0 0,3 0 0 0 0,1-1 1 0 0,2-1-1 0 0,3 1 0 0 0,3-61 1 0 0,1 93-220 0 0,1 0 1 0 0,0 0-1 0 0,1 0 1 0 0,1 1-1 0 0,0 0 1 0 0,1-1-1 0 0,1 1 1 0 0,1 1-1 0 0,-1-1 1 0 0,12-16 0 0 0,-13 25-44 0 0,-1 0 1 0 0,1 0 0 0 0,0 1 0 0 0,0-1 0 0 0,1 1 0 0 0,-1 0 0 0 0,1 1 0 0 0,0-1 0 0 0,0 1-1 0 0,1 0 1 0 0,0 1 0 0 0,-1 0 0 0 0,1 0 0 0 0,0 0 0 0 0,0 1 0 0 0,1 0 0 0 0,-1 0 0 0 0,0 1-1 0 0,1 0 1 0 0,-1 0 0 0 0,1 0 0 0 0,-1 1 0 0 0,15 2 0 0 0,-5 0-102 0 0,0 2-1 0 0,0-1 1 0 0,-1 2 0 0 0,1 0-1 0 0,23 12 1 0 0,-33-14 62 0 0,0 1 0 0 0,0-1 1 0 0,0 2-1 0 0,0-1 0 0 0,-1 1 0 0 0,0 0 0 0 0,0 0 1 0 0,0 0-1 0 0,-1 1 0 0 0,1 0 0 0 0,-1 0 0 0 0,-1 1 1 0 0,1-1-1 0 0,3 9 0 0 0,-7-12 60 0 0,0 0 0 0 0,0 0-1 0 0,0 0 1 0 0,-1 0 0 0 0,1 1 0 0 0,-1-1-1 0 0,0 0 1 0 0,0 0 0 0 0,0 1 0 0 0,-1-1 0 0 0,1 0-1 0 0,-1 0 1 0 0,1 0 0 0 0,-1 0 0 0 0,0 1-1 0 0,0-1 1 0 0,-1 0 0 0 0,1 0 0 0 0,-1-1 0 0 0,1 1-1 0 0,-1 0 1 0 0,0 0 0 0 0,0-1 0 0 0,0 1 0 0 0,0-1-1 0 0,-1 0 1 0 0,1 0 0 0 0,-1 0 0 0 0,-3 3-1 0 0,-9 6-12 0 0,-1-1-1 0 0,0 0 1 0 0,-32 14-1 0 0,29-15-36 0 0,-1 0-498 0 0,-1-1 0 0 0,0-1 0 0 0,0-1-1 0 0,-39 6 1 0 0,57-12-142 0 0,-11 0-659 0 0,7-3-2192 0 0,-5-4 841 0 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6:05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0 232 0 0,'20'2'549'0'0,"-1"1"0"0"0,1 1 0 0 0,-1 0 0 0 0,0 1 0 0 0,0 2 0 0 0,-1 0-1 0 0,19 9 1 0 0,-30-12-448 0 0,0 0 0 0 0,0 0 0 0 0,0 1 0 0 0,-1 0 0 0 0,0 0 0 0 0,0 0-1 0 0,0 1 1 0 0,0 0 0 0 0,-1 0 0 0 0,0 0 0 0 0,0 1 0 0 0,-1-1 0 0 0,0 1-1 0 0,0 0 1 0 0,0 1 0 0 0,-1-1 0 0 0,0 1 0 0 0,-1-1 0 0 0,4 16 0 0 0,-6-19-53 0 0,0 1 0 0 0,0-1 1 0 0,-1 0-1 0 0,1 0 0 0 0,-1 0 1 0 0,0 0-1 0 0,0 0 0 0 0,0 0 1 0 0,0 0-1 0 0,-1 0 1 0 0,0 0-1 0 0,1-1 0 0 0,-2 1 1 0 0,1 0-1 0 0,0-1 0 0 0,-1 0 1 0 0,1 1-1 0 0,-1-1 0 0 0,0 0 1 0 0,0-1-1 0 0,0 1 0 0 0,0 0 1 0 0,-1-1-1 0 0,-5 4 0 0 0,3-3 80 0 0,1 1-1 0 0,-1-1 0 0 0,0 0 1 0 0,-1 0-1 0 0,1-1 0 0 0,0 0 1 0 0,-1 0-1 0 0,1-1 0 0 0,-1 1 0 0 0,0-1 1 0 0,0-1-1 0 0,1 1 0 0 0,-14-2 1 0 0,18 1-113 0 0,0 0 1 0 0,1-1 0 0 0,-1 1 0 0 0,1 0 0 0 0,-1-1 0 0 0,1 0 0 0 0,0 1 0 0 0,-1-1 0 0 0,1 0 0 0 0,-1 1 0 0 0,1-1 0 0 0,0 0 0 0 0,0 0 0 0 0,0 0 0 0 0,-1 0 0 0 0,1 0 0 0 0,0-1 0 0 0,0 1 0 0 0,0 0-1 0 0,1 0 1 0 0,-1-1 0 0 0,0 1 0 0 0,0-1 0 0 0,1 1 0 0 0,-1 0 0 0 0,1-1 0 0 0,-1 1 0 0 0,1-1 0 0 0,0 1 0 0 0,-1-1 0 0 0,1 0 0 0 0,0 1 0 0 0,0-1 0 0 0,0 1 0 0 0,0-1 0 0 0,0 1 0 0 0,1-1-1 0 0,-1 1 1 0 0,0-1 0 0 0,1 1 0 0 0,-1-1 0 0 0,1 1 0 0 0,-1-1 0 0 0,2-1 0 0 0,1-5-7 0 0,1-1 0 0 0,0 1 0 0 0,0 0 0 0 0,1 1 1 0 0,10-14-1 0 0,-3 8-69 0 0,0 1 0 0 0,0 0 0 0 0,1 1 0 0 0,1 0 0 0 0,0 1 0 0 0,1 1 0 0 0,-1 0 0 0 0,20-8 0 0 0,-5 5-1545 0 0,1 1 0 0 0,0 1 0 0 0,50-9 0 0 0,-63 16-335 0 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6:06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99 316 312 0 0,'0'0'1667'0'0,"-5"2"-1182"0"0,0 0-324 0 0,-1 1-1 0 0,1 0 1 0 0,0 0 0 0 0,1 1-1 0 0,-1-1 1 0 0,0 1-1 0 0,1 0 1 0 0,0 0 0 0 0,0 1-1 0 0,0-1 1 0 0,1 1-1 0 0,-1 0 1 0 0,1 0 0 0 0,-4 9-1 0 0,3-5 2 0 0,0 0 0 0 0,0 0 0 0 0,1 0 0 0 0,0 1-1 0 0,1-1 1 0 0,0 1 0 0 0,1 0 0 0 0,-1 14 0 0 0,2-17-66 0 0,1 0 0 0 0,0-1 0 0 0,1 1 0 0 0,-1-1 0 0 0,1 1 0 0 0,1-1 0 0 0,-1 0 0 0 0,1 0 1 0 0,0 0-1 0 0,7 10 0 0 0,-8-14 79 0 0,-2-2-161 0 0,0 0 0 0 0,0 0 0 0 0,0 0 0 0 0,0 1 0 0 0,0-1 0 0 0,0 0 0 0 0,0 0 0 0 0,0 0 0 0 0,1 0 0 0 0,-1 1 0 0 0,0-1 0 0 0,0 0-1 0 0,0 0 1 0 0,0 0 0 0 0,1 0 0 0 0,-1 0 0 0 0,0 0 0 0 0,0 1 0 0 0,0-1 0 0 0,1 0 0 0 0,-1 0 0 0 0,0 0 0 0 0,0 0 0 0 0,0 0 0 0 0,1 0 0 0 0,-1 0 0 0 0,0 0 0 0 0,0 0 0 0 0,0 0 0 0 0,1 0 0 0 0,-1 0 0 0 0,0 0 0 0 0,0 0 0 0 0,0 0 0 0 0,1 0-1 0 0,-1 0 1 0 0,0 0 0 0 0,0-1 0 0 0,0 1 0 0 0,0 0 0 0 0,1 0 0 0 0,-1 0 0 0 0,0 0 0 0 0,0 0 0 0 0,0 0 0 0 0,0 0 0 0 0,1-1 0 0 0,-1 1 0 0 0,0 0 0 0 0,0 0 0 0 0,0 0 0 0 0,0 0 0 0 0,0-1 0 0 0,0 1 0 0 0,0 0 0 0 0,1-1 0 0 0,10-9 370 0 0,-10 10-443 0 0,2-4 101 0 0,-1 1 1 0 0,0-1 0 0 0,0 0-1 0 0,0 0 1 0 0,0 0 0 0 0,-1 0-1 0 0,1 0 1 0 0,-1 0-1 0 0,0 0 1 0 0,-1 0 0 0 0,1-1-1 0 0,0 1 1 0 0,-1-5-1 0 0,-4-57 436 0 0,2 54-355 0 0,-10-35 570 0 0,11 45-624 0 0,-1-5 39 0 0,2 7-114 0 0,0 0 0 0 0,0 0 0 0 0,0 0 0 0 0,0 0 0 0 0,0 1 0 0 0,0-1 0 0 0,0 0 0 0 0,1 0-1 0 0,-1 0 1 0 0,0 0 0 0 0,0 0 0 0 0,0 0 0 0 0,0 0 0 0 0,0 0 0 0 0,0 0 0 0 0,0 0 0 0 0,0 0 0 0 0,1 0 0 0 0,-1 0 0 0 0,0 0 0 0 0,0 0 0 0 0,0 0 0 0 0,0 0 0 0 0,0 0 0 0 0,0 0 0 0 0,0 0 0 0 0,1 0 0 0 0,-1 0 0 0 0,0 0 0 0 0,0 0 0 0 0,0 0 0 0 0,0 0 0 0 0,0 0 0 0 0,0 0 0 0 0,0 0 0 0 0,0 0 0 0 0,1 0 0 0 0,-1 0 0 0 0,0 0 0 0 0,0-1 0 0 0,0 1 0 0 0,0 0 0 0 0,0 0 0 0 0,0 0 0 0 0,0 0 0 0 0,0 0 0 0 0,0 0 0 0 0,0 0 0 0 0,0 0 0 0 0,0 0 0 0 0,0-1 0 0 0,0 1 0 0 0,1 0 0 0 0,-1 0 0 0 0,0 0 0 0 0,0 0 0 0 0,3 4-7 0 0,2 0 1 0 0,-1-1-1 0 0,0 1 0 0 0,1-1 1 0 0,0 0-1 0 0,-1 0 0 0 0,1 0 1 0 0,0-1-1 0 0,1 1 1 0 0,-1-1-1 0 0,0-1 0 0 0,1 1 1 0 0,-1-1-1 0 0,1 0 0 0 0,-1 0 1 0 0,1 0-1 0 0,-1-1 0 0 0,1 0 1 0 0,0 0-1 0 0,-1 0 0 0 0,1-1 1 0 0,0 0-1 0 0,-1 0 0 0 0,0 0 1 0 0,1-1-1 0 0,-1 0 1 0 0,0 0-1 0 0,8-4 0 0 0,-1 0 26 0 0,1-1-1 0 0,-1-1 1 0 0,0 0-1 0 0,-1-1 1 0 0,0 0 0 0 0,0 0-1 0 0,-1-1 1 0 0,15-19-1 0 0,-11 12 76 0 0,-2-1-1 0 0,0 0 0 0 0,-2-1 1 0 0,0 0-1 0 0,8-22 1 0 0,-14 27 71 0 0,-1-1 0 0 0,-1 1 1 0 0,0-1-1 0 0,-1 1 0 0 0,-2-23 1 0 0,1 23 119 0 0,0 14-274 0 0,-1-21 381 0 0,0 9-38 0 0,-2 11 51 0 0,-7 21-388 0 0,2 0 1 0 0,0 1-1 0 0,1 0 1 0 0,1 0-1 0 0,0 1 1 0 0,2 0 0 0 0,1-1-1 0 0,-1 24 1 0 0,3-5-63 0 0,1 1 0 0 0,1-1 0 0 0,13 69 0 0 0,-13-105 33 0 0,0 0 0 0 0,-1 0 0 0 0,2-1 0 0 0,-1 1 0 0 0,0 0 0 0 0,1-1 0 0 0,-1 1 0 0 0,1-1 0 0 0,0 0 0 0 0,0 0 0 0 0,1 1 0 0 0,-1-1-1 0 0,0-1 1 0 0,1 1 0 0 0,0 0 0 0 0,0-1 0 0 0,0 1 0 0 0,0-1 0 0 0,0 0 0 0 0,0 0 0 0 0,1 0 0 0 0,-1 0 0 0 0,1-1 0 0 0,-1 1 0 0 0,8 1 0 0 0,5 0-15 0 0,1-1 0 0 0,-1 0 0 0 0,1-1 1 0 0,33-3-1 0 0,-34 0-13 0 0,0 2 1 0 0,0 0-1 0 0,1 1 0 0 0,19 4 1 0 0,-34-5 29 0 0,0 0 1 0 0,0 0-1 0 0,0 0 1 0 0,0 1-1 0 0,0-1 0 0 0,0 1 1 0 0,-1-1-1 0 0,1 1 1 0 0,0 0-1 0 0,0 0 1 0 0,-1 0-1 0 0,1 0 1 0 0,-1 0-1 0 0,1 0 0 0 0,-1 0 1 0 0,1 0-1 0 0,-1 1 1 0 0,0-1-1 0 0,1 1 1 0 0,-1-1-1 0 0,0 1 1 0 0,0-1-1 0 0,0 1 0 0 0,0 0 1 0 0,0-1-1 0 0,-1 1 1 0 0,2 3-1 0 0,-3-3 10 0 0,1 1 1 0 0,-1-1-1 0 0,0 1 0 0 0,0-1 0 0 0,0 0 1 0 0,0 1-1 0 0,-1-1 0 0 0,1 0 1 0 0,-1 0-1 0 0,1 0 0 0 0,-1 0 0 0 0,0 0 1 0 0,0 0-1 0 0,1-1 0 0 0,-1 1 0 0 0,0-1 1 0 0,-1 1-1 0 0,1-1 0 0 0,0 1 0 0 0,-3 0 1 0 0,-7 4 67 0 0,0-1 1 0 0,0-1-1 0 0,0 1 1 0 0,-1-2-1 0 0,1 0 1 0 0,-1 0-1 0 0,0-2 1 0 0,0 1-1 0 0,0-1 1 0 0,0-1-1 0 0,0-1 1 0 0,0 1-1 0 0,1-2 1 0 0,-1 0-1 0 0,0-1 1 0 0,1 0-1 0 0,-21-8 0 0 0,32 11-135 0 0,0 0-1 0 0,-1-1 0 0 0,1 1 0 0 0,0-1 0 0 0,0 1 0 0 0,-1-1 0 0 0,1 0 0 0 0,0 0 0 0 0,0 1 0 0 0,0-1 0 0 0,0 0 0 0 0,0 0 0 0 0,0 0 0 0 0,0 0 0 0 0,1 0 0 0 0,-1 0 0 0 0,0 0 0 0 0,0 0 0 0 0,1 0 0 0 0,-1-1 0 0 0,1 1 0 0 0,-1 0 0 0 0,1 0 0 0 0,0-1 0 0 0,-1-1 0 0 0,1 1-177 0 0,0 1 0 0 0,1-1-1 0 0,-1 1 1 0 0,1-1-1 0 0,-1 1 1 0 0,1-1 0 0 0,-1 1-1 0 0,1-1 1 0 0,0 1-1 0 0,0 0 1 0 0,0-1 0 0 0,0 1-1 0 0,0 0 1 0 0,0 0-1 0 0,0 0 1 0 0,0 0 0 0 0,0 0-1 0 0,1 0 1 0 0,-1 0-1 0 0,0 0 1 0 0,1 0 0 0 0,-1 0-1 0 0,3 0 1 0 0,11-5-2395 0 0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6:07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159 463 112 0 0,'0'-1'231'0'0,"-1"1"0"0"0,0-1 0 0 0,1 1 0 0 0,-1-1-1 0 0,0 1 1 0 0,1-1 0 0 0,-1 1 0 0 0,0 0 0 0 0,0-1 0 0 0,1 1 0 0 0,-1 0 0 0 0,0 0-1 0 0,0 0 1 0 0,0-1 0 0 0,0 1 0 0 0,1 0 0 0 0,-1 0 0 0 0,0 0 0 0 0,0 0 0 0 0,0 0-1 0 0,0 1 1 0 0,1-1 0 0 0,-1 0 0 0 0,0 0 0 0 0,0 0 0 0 0,0 1 0 0 0,1-1 0 0 0,-1 0 0 0 0,-1 1-1 0 0,-30 23 1536 0 0,-23 36-1511 0 0,54-58-45 0 0,-37 52 437 0 0,38-53-580 0 0,-6 9 38 0 0,6-10-99 0 0,-1 0 1 0 0,1 0-1 0 0,0 0 1 0 0,0 0-1 0 0,0 1 1 0 0,0-1-1 0 0,0 0 1 0 0,0 0-1 0 0,-1 0 1 0 0,1 0-1 0 0,0 0 1 0 0,0 0-1 0 0,0 1 1 0 0,0-1-1 0 0,0 0 1 0 0,0 0-1 0 0,0 0 1 0 0,0 0-1 0 0,0 1 1 0 0,0-1-1 0 0,-1 0 1 0 0,1 0 0 0 0,0 0-1 0 0,0 0 1 0 0,0 1-1 0 0,0-1 1 0 0,0 0-1 0 0,0 0 1 0 0,0 0-1 0 0,0 0 1 0 0,0 1-1 0 0,1-1 1 0 0,-1 0-1 0 0,0 0 1 0 0,0 0-1 0 0,0 0 1 0 0,0 1-1 0 0,0-1 1 0 0,0 0-1 0 0,0 0 1 0 0,0 0-1 0 0,0 0 1 0 0,0 0-1 0 0,1 0 1 0 0,-1 1-1 0 0,0-1 1 0 0,0 0-1 0 0,0 0 1 0 0,0 0-1 0 0,0 0 1 0 0,1 0-1 0 0,-1 0 1 0 0,0 0-1 0 0,0 0 1 0 0,0 0-1 0 0,0 0 1 0 0,1 1-1 0 0,-1-1 1 0 0,0 0 0 0 0,0 0-1 0 0,0 0 1 0 0,0 0-1 0 0,1 0 1 0 0,-1 0-1 0 0,0 0 1 0 0,0 0-1 0 0,0 0 1 0 0,0-1-1 0 0,1 1 1 0 0,22-9 11 0 0,-1-1 0 0 0,0-1 0 0 0,22-15 0 0 0,-41 24-39 0 0,-1 1 0 0 0,1-1 0 0 0,0 1 0 0 0,0 0 0 0 0,-1 0 0 0 0,1 0 0 0 0,0 0 0 0 0,0 1 0 0 0,0-1 0 0 0,0 1 1 0 0,0-1-1 0 0,0 1 0 0 0,0 0 0 0 0,0 1 0 0 0,3-1 0 0 0,46 15-346 0 0,-47-12 348 0 0,1-1 0 0 0,-1 0 0 0 0,1 0 0 0 0,0 0 0 0 0,0-1 0 0 0,0 0 0 0 0,0 0 0 0 0,0 0 0 0 0,0-1 0 0 0,0 0 0 0 0,0 0 1 0 0,9-2-1 0 0,-5-2 51 0 0,-1 0 0 0 0,1-1 0 0 0,-1 0 0 0 0,0-1 0 0 0,0 0 1 0 0,-1-1-1 0 0,0 1 0 0 0,0-1 0 0 0,-1-1 0 0 0,1 0 0 0 0,-2 0 1 0 0,1 0-1 0 0,-1-1 0 0 0,0 0 0 0 0,-1 0 0 0 0,0 0 0 0 0,5-15 1 0 0,3-7 97 0 0,-2 0 1 0 0,-1 0-1 0 0,-1-1 1 0 0,5-43 0 0 0,-11 53-40 0 0,3-11 238 0 0,-1-1 1 0 0,-2 1-1 0 0,-2-1 0 0 0,-3-38 0 0 0,0 64 53 0 0,-2 12-168 0 0,-5 31-126 0 0,-2 54-143 0 0,10 18 67 0 0,-2-66 0 0 0,3 0 1 0 0,1 0-1 0 0,12 69 1 0 0,-12-105-21 0 0,0 0 0 0 0,-1 0 1 0 0,1 1-1 0 0,-1-1 0 0 0,0 0 0 0 0,-1 0 1 0 0,-1 9-1 0 0,2-11-1 0 0,0-3 1 0 0,0 0 8 0 0,0 0 0 0 0,0 1 0 0 0,0-1 0 0 0,0 0-1 0 0,0 0 1 0 0,0 1 0 0 0,0-1 0 0 0,0 0 0 0 0,0 0 0 0 0,0 1 0 0 0,0-1-1 0 0,0 0 1 0 0,0 0 0 0 0,0 1 0 0 0,0-1 0 0 0,1 0 0 0 0,-1 0 0 0 0,0 1-1 0 0,0-1 1 0 0,0 0 0 0 0,0 0 0 0 0,1 0 0 0 0,-1 0 0 0 0,0 1 0 0 0,0-1-1 0 0,0 0 1 0 0,1 0 0 0 0,-1 0 0 0 0,0 0 0 0 0,0 0 0 0 0,1 0 0 0 0,-1 1-1 0 0,0-1 1 0 0,0 0 0 0 0,1 0 0 0 0,-1 0 0 0 0,0 0 0 0 0,0 0 0 0 0,1 0-1 0 0,-1 0 1 0 0,0 0 0 0 0,1 0 0 0 0,-1 0 0 0 0,0 0 0 0 0,0 0 0 0 0,1-1-1 0 0,-1 1 1 0 0,0 0 0 0 0,0 0 0 0 0,0 0 0 0 0,1 0 0 0 0,-1 0 0 0 0,0 0-1 0 0,1-1 1 0 0,28-13-25 0 0,-12 4-11 0 0,1 1 1 0 0,0 1-1 0 0,1 0 0 0 0,-1 2 1 0 0,2 0-1 0 0,27-4 1 0 0,-44 9 28 0 0,1 1 0 0 0,-1 0 1 0 0,1 0-1 0 0,0 1 0 0 0,-1-1 1 0 0,1 1-1 0 0,-1 0 1 0 0,0 0-1 0 0,1 0 0 0 0,-1 0 1 0 0,0 0-1 0 0,1 1 0 0 0,-1 0 1 0 0,0-1-1 0 0,0 1 1 0 0,0 0-1 0 0,-1 1 0 0 0,1-1 1 0 0,0 0-1 0 0,-1 1 0 0 0,1 0 1 0 0,-1-1-1 0 0,0 1 1 0 0,0 0-1 0 0,0 0 0 0 0,0 0 1 0 0,-1 0-1 0 0,1 1 0 0 0,-1-1 1 0 0,0 0-1 0 0,0 1 1 0 0,0-1-1 0 0,0 0 0 0 0,-1 1 1 0 0,1 0-1 0 0,-1-1 0 0 0,0 1 1 0 0,0-1-1 0 0,0 1 1 0 0,0-1-1 0 0,-1 1 0 0 0,1-1 1 0 0,-1 1-1 0 0,0-1 0 0 0,0 1 1 0 0,0-1-1 0 0,-1 0 1 0 0,1 0-1 0 0,-1 0 0 0 0,0 0 1 0 0,0 0-1 0 0,0 0 0 0 0,0 0 1 0 0,0 0-1 0 0,-1-1 1 0 0,1 1-1 0 0,-1-1 0 0 0,0 1 1 0 0,0-1-1 0 0,-4 3 0 0 0,-4 1 124 0 0,-1-1-1 0 0,0 0 0 0 0,0 0 0 0 0,0-1 1 0 0,-25 5-1 0 0,31-8-124 0 0,0-1-1 0 0,-1 0 1 0 0,1 0 0 0 0,-1 0 0 0 0,1-1-1 0 0,0 0 1 0 0,0 0 0 0 0,-1 0 0 0 0,1-1-1 0 0,0 0 1 0 0,0-1 0 0 0,0 1 0 0 0,-7-5 0 0 0,12 6-72 0 0,1 1 1 0 0,-1-1-1 0 0,1 1 1 0 0,-1-1-1 0 0,1 0 1 0 0,-1 0-1 0 0,1 1 1 0 0,-1-1-1 0 0,1 0 1 0 0,0 1-1 0 0,-1-1 1 0 0,1 0-1 0 0,0 0 1 0 0,0 0-1 0 0,0 1 1 0 0,0-1-1 0 0,-1 0 1 0 0,1 0-1 0 0,0 0 1 0 0,0 0-1 0 0,1 1 1 0 0,-1-1-1 0 0,0 0 1 0 0,0 0-1 0 0,0 0 1 0 0,1 0-1 0 0,8-24-6121 0 0,0 11 3500 0 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6:08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51 293 280 0 0,'0'0'140'0'0,"1"0"0"0"0,0 0 1 0 0,-1 0-1 0 0,1 0 0 0 0,-1 0 0 0 0,1 1 0 0 0,0-1 0 0 0,-1 0 0 0 0,1 0 1 0 0,-1 0-1 0 0,1 1 0 0 0,-1-1 0 0 0,1 0 0 0 0,0 1 0 0 0,-1-1 1 0 0,1 0-1 0 0,-1 1 0 0 0,0-1 0 0 0,1 1 0 0 0,-1-1 0 0 0,1 1 1 0 0,-1-1-1 0 0,0 1 0 0 0,1-1 0 0 0,-1 1 0 0 0,0-1 0 0 0,1 1 1 0 0,-1 0-1 0 0,0-1 0 0 0,0 1 0 0 0,0-1 0 0 0,0 1 0 0 0,1 0 0 0 0,-1-1 1 0 0,0 2-1 0 0,0 35 1817 0 0,-2-24-1641 0 0,-1 0-1 0 0,0-1 1 0 0,0 1 0 0 0,-7 15-1 0 0,-4 5 96 0 0,-3 10-1022 0 0,4-21-2586 0 0</inkml:trace>
  <inkml:trace contextRef="#ctx0" brushRef="#br0" timeOffset="1">73 119 448 0 0,'-6'-19'2316'0'0,"-10"-37"4366"0"0,19 17-5158 0 0,3 34-2415 0 0,20 17-7236 0 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6:08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0 571 556 0 0,'1'0'143'0'0,"-1"0"0"0"0,0 0 0 0 0,0 0 0 0 0,1 0-1 0 0,-1 0 1 0 0,0 0 0 0 0,1 0 0 0 0,-1 1 0 0 0,0-1 0 0 0,1 0 0 0 0,-1 0 0 0 0,0 0-1 0 0,0 0 1 0 0,1 0 0 0 0,-1 0 0 0 0,0 0 0 0 0,1 0 0 0 0,-1-1 0 0 0,0 1 0 0 0,1 0 0 0 0,-1 0-1 0 0,0 0 1 0 0,0 0 0 0 0,1 0 0 0 0,-1 0 0 0 0,0-1 0 0 0,0 1 0 0 0,1 0 0 0 0,-1 0-1 0 0,0 0 1 0 0,0-1 0 0 0,1 1 0 0 0,-1 0 0 0 0,0 0 0 0 0,0-1 0 0 0,0 1 0 0 0,0 0 0 0 0,1 0-1 0 0,-1-1 1 0 0,0 1 0 0 0,0-1 0 0 0,15-22 1572 0 0,8-24-813 0 0,-6 11-380 0 0,-2 0 0 0 0,-2-2 0 0 0,-1 0 0 0 0,-1 0 0 0 0,-3-1 0 0 0,6-59 1 0 0,-12 58-69 0 0,-2-1 0 0 0,-5-40 0 0 0,5 79-370 0 0,-1-7-56 0 0,1 9-37 0 0,0 1 0 0 0,0-1-1 0 0,0 0 1 0 0,0 0 0 0 0,0 0 0 0 0,0 0 0 0 0,0 0 0 0 0,-1 0 0 0 0,1 0 0 0 0,0 1 0 0 0,0-1 0 0 0,0 0 0 0 0,0 0 0 0 0,0 0-1 0 0,0 0 1 0 0,0 0 0 0 0,0 0 0 0 0,0 0 0 0 0,0 0 0 0 0,-1 0 0 0 0,1 0 0 0 0,0 0 0 0 0,0 0 0 0 0,0 1 0 0 0,0-1 0 0 0,0 0-1 0 0,0 0 1 0 0,0 0 0 0 0,-1 0 0 0 0,1 0 0 0 0,0 0 0 0 0,0 0 0 0 0,0 0 0 0 0,0 0 0 0 0,0 0 0 0 0,0 0 0 0 0,0 0 0 0 0,-1 0-1 0 0,1 0 1 0 0,0 0 0 0 0,0-1 0 0 0,0 1 0 0 0,0 0 0 0 0,0 0 0 0 0,-11 33-16 0 0,2-1 1 0 0,2 1-1 0 0,0 1 0 0 0,3 0 1 0 0,1-1-1 0 0,1 1 0 0 0,2 0 1 0 0,1 0-1 0 0,2 0 0 0 0,1 0 1 0 0,2-1-1 0 0,1 1 0 0 0,14 38 1 0 0,-10-44 41 0 0,2 0 0 0 0,28 45-1 0 0,-31-56 30 0 0,-7-15 7 0 0,1 1 0 0 0,-1-1 1 0 0,1 1-1 0 0,0-1 0 0 0,-1 0 0 0 0,1-1 0 0 0,0 1 0 0 0,0-1 0 0 0,0 1 0 0 0,6 0 0 0 0,-9-3-638 0 0,1-1 1 0 0,-1 1-1 0 0,0 0 0 0 0,1-1 0 0 0,-1 1 0 0 0,0-1 1 0 0,0 1-1 0 0,0-1 0 0 0,0 1 0 0 0,0-1 0 0 0,0 0 1 0 0,-1 1-1 0 0,2-3 0 0 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6:09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72 640 0 0,'-12'-52'10682'0'0,"12"50"-9265"0"0,-2-8 488 0 0,0 3-3229 0 0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6:09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52 544 0 0,'5'-52'12545'0'0,"-6"60"-12347"0"0,-7 169 779 0 0,8-107-694 0 0,17 136 0 0 0,-15-193-330 0 0,-1-1 0 0 0,2 1 1 0 0,0-1-1 0 0,0 1 0 0 0,1-1 0 0 0,0 0 0 0 0,1-1 1 0 0,1 1-1 0 0,0-1 0 0 0,0 0 0 0 0,1 0 0 0 0,0-1 0 0 0,11 12 1 0 0,-16-22 43 0 0,-1 1 1 0 0,1-1-1 0 0,-1 0 1 0 0,0 1 0 0 0,1-1-1 0 0,-1 0 1 0 0,1 0-1 0 0,-1 0 1 0 0,1 0 0 0 0,-1 0-1 0 0,1 0 1 0 0,-1 0-1 0 0,1-1 1 0 0,-1 1-1 0 0,1 0 1 0 0,-1-1 0 0 0,1 1-1 0 0,-1-1 1 0 0,0 0-1 0 0,1 1 1 0 0,1-3 0 0 0,31-17-37 0 0,-24 13 269 0 0,-1-1 0 0 0,1 0 0 0 0,-1-1 1 0 0,15-18-1 0 0,-23 26 724 0 0,2-9 226 0 0,-2 4-3522 0 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6:09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37 684 0 0,'0'0'1007'0'0,"7"-29"5228"0"0,-3 21-7232 0 0,6 8 569 0 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6:10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47 728 0 0,'0'0'2908'0'0,"12"0"1973"0"0,3-36-2114 0 0,-15 34-2371 0 0,0 2-345 0 0,0 0 0 0 0,0 0 1 0 0,1 0-1 0 0,-1 0 1 0 0,0 0-1 0 0,0 0 0 0 0,0-1 1 0 0,0 1-1 0 0,0 0 0 0 0,0 0 1 0 0,1 0-1 0 0,-1-1 0 0 0,0 1 1 0 0,0 0-1 0 0,0 0 1 0 0,0 0-1 0 0,0 0 0 0 0,0-1 1 0 0,0 1-1 0 0,0 0 0 0 0,0 0 1 0 0,0 0-1 0 0,0-1 0 0 0,0 1 1 0 0,0 0-1 0 0,0 0 1 0 0,0 0-1 0 0,0-1 0 0 0,0 1 1 0 0,0 0-1 0 0,0 0 0 0 0,0 0 1 0 0,0-1-1 0 0,-1 1 0 0 0,1 0 1 0 0,0 0-1 0 0,0 0 0 0 0,0 0 1 0 0,0-1-1 0 0,0 1 1 0 0,0 0-1 0 0,-1 0 0 0 0,1 0 1 0 0,0 0-1 0 0,0 0 0 0 0,0 0 1 0 0,0-1-1 0 0,-1 1 0 0 0,1 0 1 0 0,0 0-1 0 0,0 0 1 0 0,0 0-1 0 0,-1 0 0 0 0,1 0 1 0 0,0 0-1 0 0,-3 1-51 0 0,0 1 1 0 0,0-1-1 0 0,0 1 0 0 0,1 0 0 0 0,-1 0 1 0 0,1 0-1 0 0,-1 0 0 0 0,1 1 1 0 0,0-1-1 0 0,0 1 0 0 0,0-1 1 0 0,0 1-1 0 0,0 0 0 0 0,1-1 0 0 0,-3 7 1 0 0,3-7-67 0 0,4 0-233 0 0,-3-2 292 0 0,1 1 0 0 0,-1 0 0 0 0,1 0 0 0 0,-1-1 1 0 0,1 1-1 0 0,0-1 0 0 0,-1 1 0 0 0,1 0 0 0 0,0-1 0 0 0,0 0 0 0 0,-1 1 0 0 0,1-1 0 0 0,0 1 1 0 0,0-1-1 0 0,0 0 0 0 0,0 0 0 0 0,0 1 0 0 0,-1-1 0 0 0,1 0 0 0 0,0 0 0 0 0,0 0 0 0 0,0 0 1 0 0,0 0-1 0 0,0 0 0 0 0,0 0 0 0 0,1-1 0 0 0,5 0-24 0 0,17-4-84 0 0,0 0-1 0 0,1 2 1 0 0,-1 0-1 0 0,1 2 1 0 0,45 3 0 0 0,-68-1 104 0 0,0-1 0 0 0,0 1-1 0 0,-1-1 1 0 0,1 1 0 0 0,0 0 0 0 0,0 0 0 0 0,0 0 0 0 0,0 0 0 0 0,-1 0 0 0 0,1 0 0 0 0,0 0 0 0 0,-1 0 0 0 0,1 1 0 0 0,-1-1 0 0 0,1 1 0 0 0,-1-1 0 0 0,0 1 0 0 0,0 0 0 0 0,0 0 0 0 0,1 2 0 0 0,-1-3-3 0 0,-3 15-12 0 0,-3-10-103 0 0,-1 0 0 0 0,0 0 1 0 0,-1-1-1 0 0,1 0 0 0 0,-1 0 1 0 0,0-1-1 0 0,0 0 1 0 0,0 0-1 0 0,-8 3 0 0 0,10-5-504 0 0,0-1 0 0 0,0 1 0 0 0,0-1 0 0 0,1 0-1 0 0,-1 0 1 0 0,0 0 0 0 0,0-1 0 0 0,0 0 0 0 0,0 0-1 0 0,-8-1 1 0 0,-2-3-2050 0 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6:10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75 776 0 0,'13'-11'1359'0'0,"0"1"-1"0"0,1 0 1 0 0,0 1 0 0 0,16-8 0 0 0,19 1-271 0 0,-43 15-1706 0 0,-1 1-1 0 0,1 0 1 0 0,0 0-1 0 0,0 0 1 0 0,0 0-1 0 0,-1 1 1 0 0,7 1-1 0 0,-1 1-1471 0 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6:11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14 187 544 0 0,'-11'-172'11556'0'0,"11"169"-10938"0"0,-2-5 32 0 0,2 5-329 0 0,1 7 1655 0 0,9 58-1529 0 0,-2 0 1 0 0,-1 102 0 0 0,-4-92-338 0 0,-1 3-751 0 0,-6 76 1 0 0,-1-83-1445 0 0,1-12-3840 0 0,2-53 2960 0 0,-4 4 227 0 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6:12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0 233 100 0 0,'0'0'3512'0'0,"8"-1"-3108"0"0,384-64 2239 0 0,-235 33-2175 0 0,82-16 143 0 0,146-26 517 0 0,-346 68-879 0 0,55-1 0 0 0,-93 7-245 0 0,0 0-1 0 0,0 0 1 0 0,0 0-1 0 0,-1 1 1 0 0,1-1-1 0 0,0 0 1 0 0,0 0-1 0 0,-1 1 1 0 0,1-1-1 0 0,0 0 1 0 0,-1 1-1 0 0,1-1 1 0 0,0 0-1 0 0,-1 1 1 0 0,1-1-1 0 0,0 1 1 0 0,-1-1 0 0 0,1 1-1 0 0,-1 0 1 0 0,1-1-1 0 0,-1 1 1 0 0,1-1-1 0 0,-1 1 1 0 0,0 0-1 0 0,1-1 1 0 0,-1 1-1 0 0,0 0 1 0 0,1 0-1 0 0,-1-1 1 0 0,0 1-1 0 0,0 0 1 0 0,0 0-1 0 0,0-1 1 0 0,0 2-1 0 0,-1 31 51 0 0,1-27-47 0 0,-1-2 44 0 0,0 1-1 0 0,1 0 1 0 0,0-1-1 0 0,0 1 1 0 0,0 0 0 0 0,0-1-1 0 0,1 1 1 0 0,0 0-1 0 0,0-1 1 0 0,0 1-1 0 0,0-1 1 0 0,1 1-1 0 0,0-1 1 0 0,0 0 0 0 0,0 0-1 0 0,0 1 1 0 0,1-1-1 0 0,-1-1 1 0 0,1 1-1 0 0,0 0 1 0 0,0-1-1 0 0,1 1 1 0 0,-1-1 0 0 0,1 0-1 0 0,-1 0 1 0 0,1-1-1 0 0,0 1 1 0 0,7 3-1 0 0,-10-6 568 0 0,0 0-579 0 0,0-1-1 0 0,0 1 1 0 0,0-1-1 0 0,0 0 1 0 0,0 1-1 0 0,0-1 1 0 0,0 0-1 0 0,0 0 1 0 0,0 1-1 0 0,0-1 1 0 0,0 0-1 0 0,0 0 1 0 0,-1 0-1 0 0,1 0 0 0 0,0 0 1 0 0,-1 0-1 0 0,1-1 1 0 0,-1 1-1 0 0,1 0 1 0 0,-1 0-1 0 0,0 0 1 0 0,0 0-1 0 0,1-1 1 0 0,-1 1-1 0 0,0 0 1 0 0,0 0-1 0 0,0 0 1 0 0,0-1-1 0 0,0 1 1 0 0,0 0-1 0 0,0 0 0 0 0,-1-1 1 0 0,0-1-1 0 0,-5-37 652 0 0,-16-8-45 0 0,21 46-829 0 0,0 0 0 0 0,-1 1 0 0 0,1-1 0 0 0,0 0 0 0 0,0 0-1 0 0,-1 1 1 0 0,1-1 0 0 0,-1 1 0 0 0,1-1 0 0 0,-1 1 0 0 0,0 0 0 0 0,0 0 0 0 0,1 0-1 0 0,-1 0 1 0 0,0 0 0 0 0,0 0 0 0 0,0 0 0 0 0,0 1 0 0 0,0-1 0 0 0,0 0-1 0 0,-4 1 1 0 0,-8 6-4870 0 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6:13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382 19 352 0 0,'-38'-17'4476'0'0,"33"17"-4304"0"0,0-1-1 0 0,0 1 1 0 0,1 0-1 0 0,-1 0 1 0 0,0 0-1 0 0,1 1 1 0 0,-1 0-1 0 0,0 0 1 0 0,1 0-1 0 0,-1 0 1 0 0,1 1-1 0 0,-1 0 1 0 0,1-1-1 0 0,0 2 1 0 0,0-1-1 0 0,-1 0 1 0 0,2 1-1 0 0,-1 0 1 0 0,0 0-1 0 0,1 0 1 0 0,-1 0-1 0 0,1 1 1 0 0,0-1-1 0 0,-4 6 1 0 0,6-7-155 0 0,0 0 1 0 0,-1 0 0 0 0,1-1 0 0 0,0 1 0 0 0,0 0-1 0 0,1 0 1 0 0,-1 1 0 0 0,0-1 0 0 0,1 0 0 0 0,-1 0-1 0 0,1 0 1 0 0,-1 0 0 0 0,1 0 0 0 0,0 1 0 0 0,0-1-1 0 0,0 0 1 0 0,0 0 0 0 0,1 0 0 0 0,-1 0 0 0 0,0 1-1 0 0,1-1 1 0 0,0 0 0 0 0,-1 0 0 0 0,1 0 0 0 0,0 0-1 0 0,2 2 1 0 0,3 8-28 0 0,1-1 0 0 0,1 0 0 0 0,13 16 0 0 0,8 10 46 0 0,-4 7 19 0 0,-2 2-1 0 0,-2 0 0 0 0,23 76 1 0 0,-34-91-15 0 0,-2 2 1 0 0,-2-1 0 0 0,0 1-1 0 0,-3 0 1 0 0,-1 0 0 0 0,-2 51-1 0 0,-1-75-16 0 0,0 0 0 0 0,0 0 0 0 0,-1-1 0 0 0,0 1 0 0 0,0-1 0 0 0,-1 1 0 0 0,0-1 0 0 0,-1 0 0 0 0,0 0 0 0 0,0 0 0 0 0,0-1 0 0 0,-1 1 0 0 0,0-1 0 0 0,-9 8 0 0 0,9-10 42 0 0,0-1 0 0 0,0 0 0 0 0,-1 0-1 0 0,0 0 1 0 0,0-1 0 0 0,0 0 0 0 0,0 0 0 0 0,0-1 0 0 0,-1 0 0 0 0,1 0 0 0 0,-1 0 0 0 0,0-1-1 0 0,1 0 1 0 0,-1 0 0 0 0,0-1 0 0 0,0 1 0 0 0,0-2 0 0 0,1 1 0 0 0,-8-2 0 0 0,0 0 74 0 0,0 0 1 0 0,0-2-1 0 0,1 1 0 0 0,0-2 1 0 0,0 0-1 0 0,0 0 0 0 0,0-1 1 0 0,1-1-1 0 0,0 0 1 0 0,0 0-1 0 0,1-2 0 0 0,0 1 1 0 0,1-1-1 0 0,-1-1 1 0 0,2 0-1 0 0,-15-19 0 0 0,18 21-107 0 0,1 0 0 0 0,0 0-1 0 0,0-1 1 0 0,1 1-1 0 0,0-1 1 0 0,1 0 0 0 0,0-1-1 0 0,0 1 1 0 0,1-1 0 0 0,0 1-1 0 0,1-1 1 0 0,0 1-1 0 0,0-1 1 0 0,1 0 0 0 0,1 0-1 0 0,-1 1 1 0 0,1-1 0 0 0,1 1-1 0 0,0-1 1 0 0,0 1 0 0 0,1-1-1 0 0,1 1 1 0 0,-1 0-1 0 0,9-14 1 0 0,-6 12-176 0 0,1 1-1 0 0,1 0 1 0 0,0 0 0 0 0,0 0 0 0 0,1 1-1 0 0,1 1 1 0 0,-1-1 0 0 0,1 2-1 0 0,0-1 1 0 0,1 1 0 0 0,0 1-1 0 0,23-11 1 0 0,9 1-2026 0 0,0 1 1 0 0,57-12-1 0 0,-78 22 512 0 0,7-2-1127 0 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6:13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5 180 0 0,'-5'-5'9903'0'0,"1"18"-9638"0"0,2 1 0 0 0,-1-1-1 0 0,2 1 1 0 0,0 0 0 0 0,1 17 0 0 0,0-26-218 0 0,1-1 0 0 0,-1 0-1 0 0,1 0 1 0 0,0 0 0 0 0,0 0 0 0 0,0-1 0 0 0,1 1 0 0 0,0 0 0 0 0,-1 0-1 0 0,1-1 1 0 0,3 5 0 0 0,-4-7-28 0 0,1 1-1 0 0,0 0 1 0 0,0-1-1 0 0,-1 1 1 0 0,1-1-1 0 0,0 0 1 0 0,0 1-1 0 0,0-1 1 0 0,1 0-1 0 0,-1 0 1 0 0,0 0 0 0 0,0 0-1 0 0,0-1 1 0 0,1 1-1 0 0,-1-1 1 0 0,0 1-1 0 0,1-1 1 0 0,-1 0-1 0 0,1 0 1 0 0,-1 0-1 0 0,3 0 1 0 0,6-2-6 0 0,0 1-1 0 0,0-2 1 0 0,0 1 0 0 0,0-2 0 0 0,-1 1 0 0 0,1-1-1 0 0,-1-1 1 0 0,10-6 0 0 0,77-53 517 0 0,-96 63-506 0 0,0 0 0 0 0,0 0 0 0 0,0 0 0 0 0,0 0 0 0 0,0 0 0 0 0,1 0 0 0 0,-1 0-1 0 0,0 1 1 0 0,0-1 0 0 0,0 1 0 0 0,1-1 0 0 0,-1 1 0 0 0,0-1 0 0 0,1 1 0 0 0,-1 0 0 0 0,0 0 0 0 0,1-1 0 0 0,-1 1-1 0 0,0 0 1 0 0,1 0 0 0 0,-1 0 0 0 0,1 0 0 0 0,-1 1 0 0 0,0-1 0 0 0,1 0 0 0 0,-1 1 0 0 0,0-1 0 0 0,0 1-1 0 0,1-1 1 0 0,-1 1 0 0 0,0-1 0 0 0,0 1 0 0 0,0 0 0 0 0,1 0 0 0 0,-1-1 0 0 0,0 1 0 0 0,0 0 0 0 0,0 0 0 0 0,0 0-1 0 0,-1 0 1 0 0,1 0 0 0 0,1 2 0 0 0,26 19 54 0 0,-22-19 45 0 0,0 1-1 0 0,0-1 1 0 0,0-1-1 0 0,0 0 1 0 0,1 1-1 0 0,-1-2 1 0 0,1 1-1 0 0,0-1 1 0 0,0 0-1 0 0,-1 0 1 0 0,1-1-1 0 0,0 0 1 0 0,0 0-1 0 0,-1-1 1 0 0,1 0-1 0 0,0 0 1 0 0,0 0 0 0 0,-1-1-1 0 0,1 0 1 0 0,-1-1-1 0 0,0 1 1 0 0,0-1-1 0 0,11-6 1 0 0,-16 8 187 0 0,10-5 1575 0 0,-5 3-6130 0 0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6:13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73 460 0 0,'-7'-50'6855'0'0,"7"48"-6117"0"0,-4-18 524 0 0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6:14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37 373 8 0 0,'0'0'1765'0'0,"-23"8"1406"0"0,21-3-2852 0 0,0 1 0 0 0,-1 0 1 0 0,2-1-1 0 0,-1 1 0 0 0,1 0 0 0 0,0 0 1 0 0,-1 10-1 0 0,2-13-253 0 0,0-1 1 0 0,0 1 0 0 0,1 0-1 0 0,-1 0 1 0 0,1 0 0 0 0,-1 0-1 0 0,1-1 1 0 0,0 1-1 0 0,0 0 1 0 0,0 0 0 0 0,0-1-1 0 0,1 1 1 0 0,-1-1-1 0 0,1 1 1 0 0,-1-1 0 0 0,1 0-1 0 0,0 1 1 0 0,4 2-1 0 0,-4-4-44 0 0,0 0-1 0 0,-1 0 0 0 0,1-1 0 0 0,0 1 0 0 0,0-1 0 0 0,0 1 0 0 0,0-1 0 0 0,0 0 0 0 0,0 0 0 0 0,0 0 0 0 0,0 0 0 0 0,0 0 0 0 0,0 0 0 0 0,0-1 0 0 0,0 1 0 0 0,0-1 0 0 0,0 1 0 0 0,0-1 0 0 0,0 0 0 0 0,-1 1 1 0 0,1-1-1 0 0,2-1 0 0 0,1-1 16 0 0,1 0 1 0 0,-1 0-1 0 0,0 0 1 0 0,0-1-1 0 0,0 0 1 0 0,5-5-1 0 0,3-6 60 0 0,0-2 0 0 0,-2 0 0 0 0,0 0 0 0 0,0-1 0 0 0,-2 0 0 0 0,0-1 0 0 0,-1 0 0 0 0,6-26-1 0 0,-6 14 206 0 0,-1-1 0 0 0,-1-1 0 0 0,-2 0-1 0 0,-1-47 1 0 0,0 28 1410 0 0,-3 50-1484 0 0,0-1 27 0 0,0 3-243 0 0,0 0-1 0 0,0 0 0 0 0,0 0 1 0 0,0 0-1 0 0,0-1 0 0 0,1 1 1 0 0,-1 0-1 0 0,0 0 0 0 0,0 0 0 0 0,0-1 1 0 0,0 1-1 0 0,0 0 0 0 0,0 0 1 0 0,0-1-1 0 0,0 1 0 0 0,0 0 0 0 0,0 0 1 0 0,0 0-1 0 0,0-1 0 0 0,0 1 1 0 0,0 0-1 0 0,-1 0 0 0 0,1 0 0 0 0,0-1 1 0 0,0 1-1 0 0,0 0 0 0 0,0 0 1 0 0,0 0-1 0 0,0 0 0 0 0,0-1 1 0 0,-1 1-1 0 0,1 0 0 0 0,0 0 0 0 0,0 0 1 0 0,0 0-1 0 0,0-1 0 0 0,-1 1 1 0 0,1 0-1 0 0,0 0 0 0 0,0 0 0 0 0,0 0 1 0 0,-1 0-1 0 0,1 0 0 0 0,0 0 1 0 0,0 0-1 0 0,0 0 0 0 0,-1 0 0 0 0,1 0 1 0 0,0 0-1 0 0,0 0 0 0 0,0 0 1 0 0,-1 0-1 0 0,1 0 0 0 0,0 0 1 0 0,0 0-1 0 0,0 0 0 0 0,-1 0 0 0 0,1 0 1 0 0,-6 5 2 0 0,1 1 1 0 0,-1-1 0 0 0,1 1-1 0 0,0 0 1 0 0,1 1 0 0 0,0-1-1 0 0,0 1 1 0 0,0 0 0 0 0,1 0-1 0 0,0 0 1 0 0,-3 10 0 0 0,2-3-8 0 0,0 1 1 0 0,2-1 0 0 0,0 0 0 0 0,0 1 0 0 0,2 29 0 0 0,1-29-83 0 0,0 1 0 0 0,1 0 0 0 0,1 0 1 0 0,1-1-1 0 0,0 0 0 0 0,0 1 0 0 0,2-2 0 0 0,0 1 1 0 0,1 0-1 0 0,0-1 0 0 0,1-1 0 0 0,15 20 0 0 0,-21-29 51 0 0,1-1 0 0 0,0 0 0 0 0,0-1-1 0 0,1 1 1 0 0,-1 0 0 0 0,1-1 0 0 0,-1 0-1 0 0,1 0 1 0 0,0 0 0 0 0,0 0 0 0 0,0-1 0 0 0,0 1-1 0 0,0-1 1 0 0,0 0 0 0 0,0 0 0 0 0,0 0-1 0 0,0-1 1 0 0,1 0 0 0 0,-1 0 0 0 0,0 0 0 0 0,0 0-1 0 0,1 0 1 0 0,-1-1 0 0 0,8-2 0 0 0,-2 0 404 0 0,0-1-1 0 0,0 0 1 0 0,0-1 0 0 0,0 0 0 0 0,0-1 0 0 0,-1 0 0 0 0,0 0 0 0 0,10-10 0 0 0,-18 15 288 0 0,-1 1-664 0 0,0 0 0 0 0,0 0 0 0 0,0 1 0 0 0,0-1-1 0 0,0 0 1 0 0,0 0 0 0 0,0 0 0 0 0,0 0 0 0 0,1 1 0 0 0,-1-1 0 0 0,0 0 0 0 0,0 0 0 0 0,0 0-1 0 0,0 0 1 0 0,0 0 0 0 0,0 0 0 0 0,0 1 0 0 0,0-1 0 0 0,0 0 0 0 0,0 0 0 0 0,1 0 0 0 0,-1 0 0 0 0,0 0-1 0 0,0 0 1 0 0,0 0 0 0 0,0 0 0 0 0,0 1 0 0 0,0-1 0 0 0,1 0 0 0 0,-1 0 0 0 0,0 0 0 0 0,0 0-1 0 0,0 0 1 0 0,0 0 0 0 0,0 0 0 0 0,1 0 0 0 0,-1 0 0 0 0,0 0 0 0 0,0 0 0 0 0,0 0 0 0 0,0 0 0 0 0,1 0-1 0 0,-1 0 1 0 0,0 0 0 0 0,0 0 0 0 0,0 0 0 0 0,0 0 0 0 0,0-1 0 0 0,1 1 0 0 0,-1 0 0 0 0,0 0-1 0 0,0 0 1 0 0,0 0 0 0 0,0 0 0 0 0,0 0 0 0 0,0 0 0 0 0,0 0 0 0 0,1 0 0 0 0,-1-1 0 0 0,0 1-1 0 0,0 0 1 0 0,0 0 0 0 0,0 0 0 0 0,7 20-1104 0 0,-7-16 527 0 0,3 36-3099 0 0,2-21-2293 0 0,0-9 2349 0 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6:18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372 436 168 0 0,'0'0'2545'0'0,"-5"1"-1863"0"0,-17 0-86 0 0,20 0-493 0 0,1 1-1 0 0,-1 0 1 0 0,1 0-1 0 0,0 0 1 0 0,0 0-1 0 0,-1 0 1 0 0,1 0 0 0 0,0 0-1 0 0,1 0 1 0 0,-1 0-1 0 0,0 0 1 0 0,0 4-1 0 0,0-2 110 0 0,-11 29 369 0 0,3 1 0 0 0,1 1-1 0 0,-6 51 1 0 0,0 112 878 0 0,11-122-755 0 0,4-8-33 0 0,1-52-355 0 0,-1-1 0 0 0,-1 1-1 0 0,-1 0 1 0 0,-2 16 0 0 0,2-29-25 0 0,1-1 211 0 0,0-2-477 0 0,0 0 0 0 0,0 0 0 0 0,0 0 1 0 0,0 0-1 0 0,0 0 0 0 0,0 1 0 0 0,1-1 0 0 0,-1 0 0 0 0,0 0 0 0 0,0 0 0 0 0,0 0 1 0 0,0 0-1 0 0,0 1 0 0 0,0-1 0 0 0,0 0 0 0 0,0 0 0 0 0,0 0 0 0 0,0 0 0 0 0,0 1 1 0 0,0-1-1 0 0,0 0 0 0 0,0 0 0 0 0,-1 0 0 0 0,1 0 0 0 0,0 1 0 0 0,0-1 0 0 0,0 0 1 0 0,0 0-1 0 0,0 0 0 0 0,0 0 0 0 0,0 0 0 0 0,0 0 0 0 0,0 1 0 0 0,-1-1 0 0 0,1 0 1 0 0,0 0-1 0 0,0 0 0 0 0,0 0 0 0 0,0 0 0 0 0,0 0 0 0 0,-1 0 0 0 0,1 0 0 0 0,0 0 1 0 0,0 0-1 0 0,0 0 0 0 0,0 0 0 0 0,0 0 0 0 0,-1 1 0 0 0,1-1 0 0 0,0 0 0 0 0,0 0 1 0 0,0 0-1 0 0,0 0 0 0 0,-1-1 0 0 0,1 1 0 0 0,0 0 0 0 0,0 0 0 0 0,0 0 0 0 0,0 0 1 0 0,0 0-1 0 0,-1 0 0 0 0,1 0 0 0 0,0 0 0 0 0,0 0 0 0 0,0 0 0 0 0,0 0 0 0 0,0 0 1 0 0,-1-1-1 0 0,-14-12 161 0 0,0-2 0 0 0,0 0 0 0 0,2 0 0 0 0,0-1 0 0 0,0-1 0 0 0,2 0 0 0 0,-18-34 0 0 0,1-8 59 0 0,-26-77 1 0 0,41 94-183 0 0,1 1-1 0 0,2-2 1 0 0,2 1-1 0 0,2-1 1 0 0,0-57-1 0 0,5 73-52 0 0,2 0-1 0 0,1 0 1 0 0,1 0-1 0 0,1 0 1 0 0,1 1 0 0 0,2-1-1 0 0,0 1 1 0 0,2 1-1 0 0,19-40 1 0 0,-22 56-45 0 0,0 0 0 0 0,0 0 0 0 0,1 0 0 0 0,0 1-1 0 0,0 0 1 0 0,1 0 0 0 0,0 1 0 0 0,1 0 0 0 0,-1 0 0 0 0,1 1 0 0 0,1 0 0 0 0,-1 1 0 0 0,16-7 0 0 0,-11 6-24 0 0,0 2 0 0 0,0 0 0 0 0,1 0 0 0 0,-1 1 0 0 0,1 1 0 0 0,0 1 0 0 0,-1 0 0 0 0,1 0 1 0 0,24 4-1 0 0,-25-2 0 0 0,0 2 1 0 0,-1 0-1 0 0,1 0 1 0 0,-1 1-1 0 0,1 1 1 0 0,-1 0-1 0 0,-1 1 1 0 0,1 0-1 0 0,-1 1 1 0 0,13 10-1 0 0,-17-11 15 0 0,0 0 1 0 0,-1 1-1 0 0,1 1 1 0 0,-1-1-1 0 0,-1 1 0 0 0,1 0 1 0 0,-1 1-1 0 0,-1-1 0 0 0,0 1 1 0 0,0 0-1 0 0,-1 1 1 0 0,0-1-1 0 0,0 1 0 0 0,3 14 1 0 0,-6-15 22 0 0,0 0 0 0 0,0 0 0 0 0,-1 0 0 0 0,0 0 0 0 0,0 1 0 0 0,-1-1 0 0 0,-1 0 0 0 0,1 0 0 0 0,-1-1 0 0 0,-1 1 0 0 0,0 0 0 0 0,0-1 0 0 0,-1 1 0 0 0,0-1 0 0 0,0 0 0 0 0,0 0 0 0 0,-1-1-1 0 0,-7 8 1 0 0,-1 1-7 0 0,-1 0-1 0 0,0-1 0 0 0,-1 0 0 0 0,-1-2 1 0 0,-1 0-1 0 0,-32 20 0 0 0,-90 36-3870 0 0,119-65-1224 0 0,9-4 2171 0 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6:19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64 0 0,'6'2'288'0'0,"0"1"0"0"0,0 0-1 0 0,0 0 1 0 0,0 0 0 0 0,0 1 0 0 0,0 0 0 0 0,-1 0-1 0 0,0 1 1 0 0,0 0 0 0 0,0-1 0 0 0,-1 1 0 0 0,1 1-1 0 0,-1-1 1 0 0,0 1 0 0 0,-1 0 0 0 0,1 0 0 0 0,-1 0-1 0 0,4 11 1 0 0,-3-6-56 0 0,-1-1 0 0 0,0 2 0 0 0,-1-1 0 0 0,0 0 0 0 0,0 1 0 0 0,-1-1 1 0 0,-1 0-1 0 0,0 1 0 0 0,0-1 0 0 0,-3 15 0 0 0,2-21 31 0 0,0 0 0 0 0,-1 0 0 0 0,0 0 0 0 0,0 0 0 0 0,0-1 0 0 0,-1 1 0 0 0,1-1 0 0 0,-1 1 0 0 0,-6 6 1205 0 0,1-19-1121 0 0,8 8-341 0 0,-1 0 0 0 0,1 0 0 0 0,0 0 0 0 0,-1-1 1 0 0,1 1-1 0 0,-1 0 0 0 0,1 0 0 0 0,-1-1 1 0 0,1 1-1 0 0,-1 0 0 0 0,1 0 0 0 0,0-1 0 0 0,-1 1 1 0 0,1 0-1 0 0,0-1 0 0 0,-1 1 0 0 0,1-1 1 0 0,0 1-1 0 0,-1 0 0 0 0,1-1 0 0 0,0 1 1 0 0,0-1-1 0 0,-1 1 0 0 0,1-1 0 0 0,0 1 0 0 0,0-1 1 0 0,0 1-1 0 0,0-1 0 0 0,0 1 0 0 0,0-1 1 0 0,0 1-1 0 0,0-1 0 0 0,0 1 0 0 0,0-1 0 0 0,0 1 1 0 0,0-1-1 0 0,0 0 0 0 0,7-20-31 0 0,0 0-1 0 0,1 0 1 0 0,1 1 0 0 0,1 0-1 0 0,1 0 1 0 0,1 1 0 0 0,0 1-1 0 0,2 0 1 0 0,0 0 0 0 0,0 2-1 0 0,2 0 1 0 0,0 0 0 0 0,1 2-1 0 0,28-20 1 0 0,-42 33-6 0 0,0-1-1 0 0,-1 1 1 0 0,1 0 0 0 0,0 0-1 0 0,-1 0 1 0 0,1 1-1 0 0,0-1 1 0 0,0 1 0 0 0,0-1-1 0 0,-1 1 1 0 0,1 0-1 0 0,0 0 1 0 0,0 0 0 0 0,0 1-1 0 0,0-1 1 0 0,0 0-1 0 0,-1 1 1 0 0,1 0 0 0 0,0 0-1 0 0,-1 0 1 0 0,1 0-1 0 0,0 0 1 0 0,-1 1 0 0 0,1-1-1 0 0,-1 1 1 0 0,0-1 0 0 0,1 1-1 0 0,2 3 1 0 0,7 6-69 0 0,0 2 0 0 0,0 0 0 0 0,17 26 0 0 0,-4-6-27 0 0,-11-18 54 0 0,0-1 0 0 0,21 17 0 0 0,-29-26 73 0 0,0 0-1 0 0,0 0 1 0 0,1-1 0 0 0,0 0 0 0 0,0-1 0 0 0,0 0-1 0 0,0 0 1 0 0,14 4 0 0 0,-20-7 43 0 0,0 1-1 0 0,0-1 1 0 0,0 0 0 0 0,0 0-1 0 0,0 0 1 0 0,0 0-1 0 0,0 0 1 0 0,0 0 0 0 0,0 0-1 0 0,0 0 1 0 0,0 0 0 0 0,0 0-1 0 0,0-1 1 0 0,0 1 0 0 0,0 0-1 0 0,0-1 1 0 0,0 1-1 0 0,-1 0 1 0 0,1-1 0 0 0,0 1-1 0 0,0-1 1 0 0,0 0 0 0 0,0 1-1 0 0,-1-1 1 0 0,1 0 0 0 0,0 1-1 0 0,-1-1 1 0 0,1 0-1 0 0,0-1 1 0 0,0 0 21 0 0,0 0-1 0 0,0-1 0 0 0,-1 1 1 0 0,1-1-1 0 0,-1 1 1 0 0,0 0-1 0 0,0-1 0 0 0,0 1 1 0 0,0-1-1 0 0,0 1 1 0 0,-1-5-1 0 0,-1-2 116 0 0,0-1 0 0 0,-1 0 0 0 0,0 1 0 0 0,-8-17 0 0 0,6 17-90 0 0,-1-3-10 0 0,0 1 1 0 0,-1 0 0 0 0,0 0 0 0 0,-1 0 0 0 0,0 1 0 0 0,0 0-1 0 0,-16-12 1 0 0,23 20-472 0 0,0 2 263 0 0,0 0-1 0 0,0 0 1 0 0,0-1-1 0 0,0 1 0 0 0,1 0 1 0 0,-1 0-1 0 0,0 0 1 0 0,0 0-1 0 0,0 0 1 0 0,0 0-1 0 0,0 0 1 0 0,1 0-1 0 0,-1 1 0 0 0,0-1 1 0 0,0 0-1 0 0,0 0 1 0 0,0 1-1 0 0,1-1 1 0 0,-1 1-1 0 0,0-1 0 0 0,0 0 1 0 0,1 1-1 0 0,-1 0 1 0 0,0-1-1 0 0,1 1 1 0 0,-1-1-1 0 0,1 1 1 0 0,-1 0-1 0 0,1-1 0 0 0,-1 1 1 0 0,1 0-1 0 0,-1-1 1 0 0,0 2-1 0 0,1 1-366 0 0,-1 0-177 0 0,1 4-2778 0 0,1 6 801 0 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6:20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114 106 216 0 0,'9'-13'2391'0'0,"0"1"0"0"0,-2-1 0 0 0,11-22 0 0 0,-18 33-1821 0 0,3-16 1995 0 0,-3 18-2533 0 0,0-1 0 0 0,0 1 0 0 0,0-1 0 0 0,0 1 0 0 0,0-1 1 0 0,0 1-1 0 0,-1-1 0 0 0,1 1 0 0 0,0-1 0 0 0,0 1 1 0 0,0-1-1 0 0,0 1 0 0 0,-1-1 0 0 0,1 1 0 0 0,0 0 0 0 0,0-1 1 0 0,-1 1-1 0 0,1-1 0 0 0,0 1 0 0 0,-1 0 0 0 0,1-1 0 0 0,-1 1 1 0 0,1 0-1 0 0,0-1 0 0 0,-1 1 0 0 0,1 0 0 0 0,-1-1 1 0 0,1 1-1 0 0,-1 0 0 0 0,1 0 0 0 0,-1 0 0 0 0,1 0 0 0 0,-1-1 1 0 0,1 1-1 0 0,-1 0 0 0 0,1 0 0 0 0,-1 0 0 0 0,1 0 1 0 0,-1 0-1 0 0,1 0 0 0 0,-1 0 0 0 0,1 0 0 0 0,-1 0 0 0 0,1 1 1 0 0,-1-1-1 0 0,1 0 0 0 0,-1 0 0 0 0,0 1 0 0 0,-9 2 17 0 0,-1 1 0 0 0,1 0 0 0 0,0 1 0 0 0,0 0 0 0 0,1 1 0 0 0,-1 0 0 0 0,1 0 0 0 0,0 1 0 0 0,1 0 0 0 0,-9 10 0 0 0,14-14-60 0 0,0 1 0 0 0,0-1 0 0 0,1 1 0 0 0,-1 0 0 0 0,1 0 0 0 0,0 0 0 0 0,0 0 0 0 0,0 0-1 0 0,1 0 1 0 0,0 0 0 0 0,-1 1 0 0 0,1-1 0 0 0,1 1 0 0 0,-1-1 0 0 0,1 1 0 0 0,0-1 0 0 0,0 1 0 0 0,0-1 0 0 0,0 1-1 0 0,1-1 1 0 0,0 0 0 0 0,0 1 0 0 0,0-1 0 0 0,0 0 0 0 0,1 1 0 0 0,-1-1 0 0 0,1 0 0 0 0,5 7 0 0 0,-3-5-23 0 0,0 0 1 0 0,1 0-1 0 0,-1 0 1 0 0,1-1-1 0 0,1 1 1 0 0,-1-1-1 0 0,1-1 1 0 0,0 1-1 0 0,0-1 1 0 0,0 0-1 0 0,1 0 1 0 0,-1-1-1 0 0,1 0 1 0 0,0 0-1 0 0,0 0 1 0 0,0-1-1 0 0,0 0 1 0 0,0-1-1 0 0,1 1 1 0 0,-1-2-1 0 0,1 1 1 0 0,-1-1-1 0 0,0 0 0 0 0,1 0 1 0 0,11-3-1 0 0,5 0-115 0 0,0-2 0 0 0,0-1 0 0 0,-1-1-1 0 0,0 0 1 0 0,0-2 0 0 0,35-19 0 0 0,-48 22 162 0 0,0 0 1 0 0,0 0 0 0 0,0-1 0 0 0,0 0 0 0 0,-1 0 0 0 0,-1-1 0 0 0,1-1 0 0 0,-1 1-1 0 0,-1-2 1 0 0,1 1 0 0 0,-1-1 0 0 0,-1 1 0 0 0,0-2 0 0 0,-1 1 0 0 0,0-1 0 0 0,5-12 0 0 0,-10 21 54 0 0,-2-4 55 0 0,2 5-118 0 0,0 0 0 0 0,0 0-1 0 0,-1 1 1 0 0,1-1 0 0 0,0 0-1 0 0,0 0 1 0 0,-1 0 0 0 0,1 0 0 0 0,0 0-1 0 0,-1 1 1 0 0,1-1 0 0 0,-1 0-1 0 0,1 0 1 0 0,-1 1 0 0 0,0-1 0 0 0,1 0-1 0 0,-1 1 1 0 0,1-1 0 0 0,-1 0-1 0 0,0 1 1 0 0,0-1 0 0 0,1 1-1 0 0,-1-1 1 0 0,-2 0 0 0 0,0 1-3 0 0,0 0 0 0 0,0 0 1 0 0,0 0-1 0 0,0 0 0 0 0,0 0 0 0 0,0 1 1 0 0,0 0-1 0 0,0-1 0 0 0,0 1 0 0 0,0 0 1 0 0,0 0-1 0 0,0 1 0 0 0,0-1 0 0 0,1 1 0 0 0,-1-1 1 0 0,0 1-1 0 0,1 0 0 0 0,0 0 0 0 0,-1 0 1 0 0,1 0-1 0 0,-4 5 0 0 0,3-3-36 0 0,0 1-1 0 0,-1 0 0 0 0,2 0 1 0 0,-1 0-1 0 0,1 1 0 0 0,0-1 1 0 0,0 1-1 0 0,0-1 1 0 0,1 1-1 0 0,-1-1 0 0 0,0 11 1 0 0,2-11-10 0 0,0 0 0 0 0,0 0 0 0 0,0 1 0 0 0,1-1 0 0 0,-1 0 0 0 0,1 0 0 0 0,0 0 0 0 0,1 0 0 0 0,-1 0 0 0 0,1 0 0 0 0,0 0 0 0 0,0-1-1 0 0,4 7 1 0 0,-4-9 19 0 0,0 1 0 0 0,0 0 0 0 0,1-1 0 0 0,-1 1 0 0 0,1-1-1 0 0,0 0 1 0 0,-1 1 0 0 0,1-1 0 0 0,0-1 0 0 0,0 1 0 0 0,1 0-1 0 0,-1-1 1 0 0,0 0 0 0 0,0 1 0 0 0,1-1 0 0 0,-1 0 0 0 0,1-1-1 0 0,-1 1 1 0 0,1-1 0 0 0,-1 0 0 0 0,5 0 0 0 0,12-1-155 0 0,-1-2 0 0 0,1 0 1 0 0,-1-2-1 0 0,0 0 0 0 0,0-1 0 0 0,-1-1 1 0 0,35-18-1 0 0,-32 15 18 0 0,1 0 0 0 0,0 2 0 0 0,0 0 1 0 0,46-9-1 0 0,-66 17 151 0 0,1-1 0 0 0,0 1 0 0 0,-1 0 0 0 0,1-1-1 0 0,-1 1 1 0 0,1 0 0 0 0,0 1 0 0 0,-1-1 0 0 0,1 0 0 0 0,-1 1 0 0 0,1 0 0 0 0,-1-1 0 0 0,1 1 0 0 0,-1 0 0 0 0,1 0 0 0 0,-1 0 0 0 0,0 1-1 0 0,0-1 1 0 0,0 1 0 0 0,1-1 0 0 0,-1 1 0 0 0,-1-1 0 0 0,1 1 0 0 0,0 0 0 0 0,0 0 0 0 0,-1 0 0 0 0,1 0 0 0 0,-1 0 0 0 0,1 1-1 0 0,-1-1 1 0 0,0 0 0 0 0,0 1 0 0 0,0-1 0 0 0,0 1 0 0 0,0-1 0 0 0,-1 1 0 0 0,1-1 0 0 0,-1 1 0 0 0,0-1 0 0 0,0 1 0 0 0,0 0-1 0 0,0-1 1 0 0,0 1 0 0 0,0-1 0 0 0,-1 1 0 0 0,1-1 0 0 0,-1 1 0 0 0,0-1 0 0 0,-1 4 0 0 0,2-2 15 0 0,-3 15 19 0 0,3-17 218 0 0,4-5-245 0 0,40-25-3 0 0,-4 1 45 0 0,2 2 0 0 0,46-21 1 0 0,-86 45-24 0 0,0 0 0 0 0,0 1 0 0 0,0-1 0 0 0,0 0 0 0 0,0 1 0 0 0,-1-1 0 0 0,1 1 0 0 0,1-1 0 0 0,-1 1 0 0 0,0 0 0 0 0,0 0 0 0 0,0 0 0 0 0,0 0 0 0 0,0 0 1 0 0,0 1-1 0 0,0-1 0 0 0,0 1 0 0 0,0-1 0 0 0,0 1 0 0 0,0 0 0 0 0,-1-1 0 0 0,1 1 0 0 0,0 0 0 0 0,0 0 0 0 0,0 0 0 0 0,-1 1 0 0 0,1-1 0 0 0,-1 0 0 0 0,1 1 0 0 0,-1-1 0 0 0,1 1 0 0 0,-1-1 0 0 0,0 1 0 0 0,0 0 0 0 0,0-1 0 0 0,0 1 0 0 0,0 0 1 0 0,0 0-1 0 0,0 0 0 0 0,-1 0 0 0 0,1 0 0 0 0,0 0 0 0 0,-1 0 0 0 0,0 0 0 0 0,0 0 0 0 0,1 0 0 0 0,-1 2 0 0 0,-1 4-53 0 0,0-1-1 0 0,-1 1 1 0 0,1-1 0 0 0,-1 1-1 0 0,-1-1 1 0 0,1 0 0 0 0,-1 0 0 0 0,-1 0-1 0 0,-7 12 1 0 0,-13 13-5251 0 0,17-24 2802 0 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6:20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0 1084 0 0,'2'3'495'0'0,"0"-1"0"0"0,-1 1 0 0 0,1 0 0 0 0,-1 0 0 0 0,1 0 0 0 0,-1-1 0 0 0,0 1 0 0 0,0 0-1 0 0,0 1 1 0 0,0-1 0 0 0,-1 0 0 0 0,1 0 0 0 0,-1 0 0 0 0,0 0 0 0 0,0 5 0 0 0,-1 0-55 0 0,0 0-1 0 0,0 0 1 0 0,-1-1 0 0 0,0 1-1 0 0,-6 14 1 0 0,-2-1-691 0 0,-1-1 1 0 0,0 0-1 0 0,-21 27 0 0 0,-18 9-5505 0 0,33-43 3010 0 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6:23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0 776 864 0 0,'0'0'3330'0'0,"0"9"1818"0"0,0-9-5052 0 0,41-36 885 0 0,68-77 1 0 0,-35 34-508 0 0,-37 41-249 0 0,-2-2-1 0 0,-1-1 1 0 0,-2-2-1 0 0,-2-1 1 0 0,-2-1-1 0 0,40-89 1 0 0,-62 119-149 0 0,-1 1 0 0 0,-1-1 1 0 0,-1 0-1 0 0,0 0 1 0 0,-1-1-1 0 0,1-17 0 0 0,-3 32-78 0 0,0 1-1 0 0,0 0 0 0 0,0-1 0 0 0,0 1 0 0 0,0 0 1 0 0,0-1-1 0 0,0 1 0 0 0,0-1 0 0 0,0 1 1 0 0,0 0-1 0 0,0-1 0 0 0,0 1 0 0 0,-1 0 1 0 0,1-1-1 0 0,0 1 0 0 0,0 0 0 0 0,0-1 1 0 0,0 1-1 0 0,-1 0 0 0 0,1-1 0 0 0,0 1 1 0 0,0 0-1 0 0,-1 0 0 0 0,1-1 0 0 0,0 1 1 0 0,0 0-1 0 0,-1 0 0 0 0,1-1 0 0 0,0 1 1 0 0,-1 0-1 0 0,1 0 0 0 0,0 0 0 0 0,-1 0 0 0 0,1-1 1 0 0,0 1-1 0 0,-1 0 0 0 0,1 0 0 0 0,0 0 1 0 0,-1 0-1 0 0,1 0 0 0 0,-1 0 0 0 0,1 0 1 0 0,0 0-1 0 0,-1 0 0 0 0,1 0 0 0 0,0 0 1 0 0,-1 0-1 0 0,1 0 0 0 0,0 1 0 0 0,-1-1 1 0 0,-15 11-14 0 0,0 1 1 0 0,1 1 0 0 0,0 0 0 0 0,1 1-1 0 0,0 0 1 0 0,2 2 0 0 0,-1-1 0 0 0,2 1 0 0 0,0 1-1 0 0,1 0 1 0 0,1 0 0 0 0,-9 26 0 0 0,4-9-57 0 0,2 2 1 0 0,1-1 0 0 0,2 2-1 0 0,2-1 1 0 0,-5 69 0 0 0,12-95 21 0 0,0 0 0 0 0,0-1 1 0 0,1 1-1 0 0,1-1 0 0 0,0 1 1 0 0,0-1-1 0 0,1 0 0 0 0,0 0 1 0 0,0 0-1 0 0,1 0 0 0 0,9 15 1 0 0,-11-20 43 0 0,1 0 1 0 0,0-1 0 0 0,-1 1-1 0 0,1-1 1 0 0,0 1 0 0 0,1-1 0 0 0,-1 0-1 0 0,0-1 1 0 0,1 1 0 0 0,0 0 0 0 0,0-1-1 0 0,-1 0 1 0 0,1 0 0 0 0,1 0 0 0 0,-1 0-1 0 0,0-1 1 0 0,0 0 0 0 0,1 1 0 0 0,-1-2-1 0 0,0 1 1 0 0,1 0 0 0 0,-1-1-1 0 0,1 0 1 0 0,-1 0 0 0 0,1 0 0 0 0,-1-1-1 0 0,7 0 1 0 0,4-4 12 0 0,0 0-1 0 0,0 0 0 0 0,0-2 1 0 0,-1 0-1 0 0,0 0 0 0 0,0-1 1 0 0,-1-1-1 0 0,20-17 0 0 0,1-4 13 0 0,52-60 0 0 0,-46 37-13 0 0,-2-1-1 0 0,-2-2 0 0 0,-3-1 1 0 0,50-120-1 0 0,-45 75 344 0 0,-38 101-294 0 0,2-4 4 0 0,0-6-19 0 0,-2 11-39 0 0,0 0-1 0 0,0 0 1 0 0,0 0-1 0 0,0 0 1 0 0,0 0-1 0 0,0 0 1 0 0,0 0 0 0 0,-1 0-1 0 0,1 0 1 0 0,0 0-1 0 0,0 0 1 0 0,0 0-1 0 0,0 0 1 0 0,0 0-1 0 0,0 0 1 0 0,0 0-1 0 0,0 0 1 0 0,0 0-1 0 0,0 0 1 0 0,0 0-1 0 0,0 0 1 0 0,0 0 0 0 0,0 0-1 0 0,0 0 1 0 0,0 0-1 0 0,0 0 1 0 0,-1 0-1 0 0,1 0 1 0 0,0 0-1 0 0,0-1 1 0 0,0 1-1 0 0,0 0 1 0 0,0 0-1 0 0,0 0 1 0 0,0 0-1 0 0,0 0 1 0 0,0 0 0 0 0,0 0-1 0 0,0 0 1 0 0,0 0-1 0 0,0 0 1 0 0,0 0-1 0 0,-30 44-7 0 0,1 1-1 0 0,-37 81 1 0 0,-34 110 23 0 0,92-213 72 0 0,0 0 0 0 0,-8 39 0 0 0,15-60 68 0 0,23-27 753 0 0,-3 2-1019 0 0,1 1 0 0 0,27-24-1 0 0,-33 35 44 0 0,-9 7-18 0 0,0 0-1 0 0,0 1 1 0 0,0-1-1 0 0,0 1 1 0 0,1 0 0 0 0,10-4-1 0 0,-15 7 72 0 0,1-1 0 0 0,0 1-1 0 0,-1 0 1 0 0,1 0 0 0 0,0 0-1 0 0,0 0 1 0 0,-1 0 0 0 0,1 0-1 0 0,0 1 1 0 0,-1-1 0 0 0,1 0-1 0 0,-1 1 1 0 0,1 0 0 0 0,0-1-1 0 0,-1 1 1 0 0,1 0 0 0 0,-1 0-1 0 0,0 0 1 0 0,1-1 0 0 0,-1 2-1 0 0,0-1 1 0 0,1 0 0 0 0,-1 0-1 0 0,0 0 1 0 0,0 1 0 0 0,0-1-1 0 0,0 0 1 0 0,0 1 0 0 0,0-1-1 0 0,0 2 1 0 0,4 5-10 0 0,0-2 0 0 0,0 1 0 0 0,0-1-1 0 0,0 0 1 0 0,1 0 0 0 0,0 0 0 0 0,1-1 0 0 0,-1 0 0 0 0,1 0 0 0 0,0 0 0 0 0,14 6 0 0 0,-17-9 50 0 0,-1-1 1 0 0,0 0-1 0 0,1 0 1 0 0,-1-1-1 0 0,1 1 1 0 0,-1 0-1 0 0,1-1 1 0 0,0 0-1 0 0,-1 0 1 0 0,1 0-1 0 0,-1 0 1 0 0,1-1-1 0 0,-1 0 1 0 0,1 1-1 0 0,-1-1 1 0 0,1 0-1 0 0,-1-1 1 0 0,0 1-1 0 0,0 0 1 0 0,1-1-1 0 0,-1 0 1 0 0,0 0-1 0 0,0 0 1 0 0,-1 0-1 0 0,1 0 1 0 0,0-1-1 0 0,-1 1 1 0 0,5-6-1 0 0,-4 4 364 0 0,0 0-1 0 0,0 0 0 0 0,0 0 1 0 0,-1-1-1 0 0,0 1 0 0 0,0-1 1 0 0,3-7-1 0 0,-4 15-452 0 0,0 0-1 0 0,0 0 1 0 0,1-1 0 0 0,-1 1-1 0 0,1 0 1 0 0,0 0 0 0 0,-1-1-1 0 0,1 1 1 0 0,0-1-1 0 0,1 1 1 0 0,-1-1 0 0 0,0 0-1 0 0,1 0 1 0 0,4 4 0 0 0,3 1-1084 0 0,10-2-1205 0 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6:23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22 101 100 0 0,'-16'-5'3729'0'0,"16"5"-3674"0"0,0 1 0 0 0,0-1 0 0 0,0 0 0 0 0,0 0 0 0 0,-1 0 0 0 0,1 0 0 0 0,0 0 1 0 0,0 0-1 0 0,0 0 0 0 0,-1 0 0 0 0,1 0 0 0 0,0 0 0 0 0,0 0 0 0 0,0 0 0 0 0,0 0 0 0 0,-1 0 0 0 0,1-1 0 0 0,0 1 0 0 0,0 0 0 0 0,0 0 0 0 0,0 0 0 0 0,-1 0 0 0 0,1 0 1 0 0,0 0-1 0 0,0 0 0 0 0,0 0 0 0 0,0-1 0 0 0,0 1 0 0 0,0 0 0 0 0,-1 0 0 0 0,1 0 0 0 0,0 0 0 0 0,0 0 0 0 0,0-1 0 0 0,0 1 0 0 0,0 0 0 0 0,0 0 0 0 0,0 0 0 0 0,0 0 1 0 0,0-1-1 0 0,0 1 0 0 0,0 0 0 0 0,0 0 0 0 0,0 0 0 0 0,0 0 0 0 0,0-1 0 0 0,0 1 0 0 0,0 0 0 0 0,0 0 0 0 0,0 0 0 0 0,0-1 0 0 0,0 1 0 0 0,0 0 0 0 0,0 0 0 0 0,0 0 1 0 0,0 0-1 0 0,0 0 0 0 0,0-1 0 0 0,1 1 0 0 0,-1 0 0 0 0,0 0 0 0 0,0 0 0 0 0,0 0 0 0 0,0 0 0 0 0,0-1 0 0 0,0 1 0 0 0,1 0 0 0 0,-1 0 0 0 0,21-11 770 0 0,35-7-904 0 0,278-27-2848 0 0,-264 37 818 0 0,1 1 231 0 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6:25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48 334 424 0 0,'-1'0'155'0'0,"-1"1"-1"0"0,1 0 1 0 0,0-1-1 0 0,0 1 1 0 0,-1-1-1 0 0,1 0 1 0 0,0 1-1 0 0,-1-1 1 0 0,1 0-1 0 0,0 0 1 0 0,-1 0-1 0 0,1 0 1 0 0,0 0-1 0 0,-1 0 1 0 0,1 0-1 0 0,0 0 1 0 0,-1-1-1 0 0,1 1 1 0 0,0 0-1 0 0,-1-1 1 0 0,1 1-1 0 0,0-1 1 0 0,0 0-1 0 0,-1 1 1 0 0,1-1-1 0 0,0 0 1 0 0,0 0-1 0 0,0 0 1 0 0,0 1-1 0 0,0-1 1 0 0,0 0-1 0 0,0 0 1 0 0,0-1-1 0 0,1 1 1 0 0,-1 0 0 0 0,0 0-1 0 0,1 0 1 0 0,-1 0-1 0 0,1-1 1 0 0,-1 1-1 0 0,1 0 1 0 0,-1-1-1 0 0,1 1 1 0 0,0 0-1 0 0,0-1 1 0 0,-1 1-1 0 0,1 0 1 0 0,0-1-1 0 0,0 1 1 0 0,1 0-1 0 0,-1-1 1 0 0,0 1-1 0 0,0 0 1 0 0,1-1-1 0 0,0-1 1 0 0,0-6 79 0 0,1 0 1 0 0,1 0 0 0 0,-1 0 0 0 0,1 0-1 0 0,1 1 1 0 0,8-16 0 0 0,2 3-28 0 0,1 0 1 0 0,0 2 0 0 0,2 0 0 0 0,0 0-1 0 0,1 2 1 0 0,30-23 0 0 0,-38 32-178 0 0,1 1 0 0 0,-1 0 1 0 0,1 1-1 0 0,1 1 0 0 0,-1-1 1 0 0,1 2-1 0 0,0-1 0 0 0,0 2 1 0 0,1 0-1 0 0,-1 0 0 0 0,1 1 1 0 0,-1 0-1 0 0,1 1 0 0 0,20 2 0 0 0,-27-1-30 0 0,0 1-1 0 0,0 0 0 0 0,0 0 0 0 0,0 1 0 0 0,0-1 0 0 0,0 1 0 0 0,-1 1 0 0 0,1-1 0 0 0,-1 1 0 0 0,0 0 0 0 0,1 0 0 0 0,-1 1 0 0 0,-1-1 1 0 0,1 1-1 0 0,0 0 0 0 0,-1 1 0 0 0,0-1 0 0 0,0 1 0 0 0,0-1 0 0 0,-1 1 0 0 0,1 0 0 0 0,-1 1 0 0 0,0-1 0 0 0,-1 1 0 0 0,1-1 0 0 0,-1 1 0 0 0,0 0 1 0 0,1 9-1 0 0,0-3-23 0 0,-2 0 0 0 0,0 0 1 0 0,0 0-1 0 0,-1 0 0 0 0,0 0 1 0 0,-1 0-1 0 0,-1 0 0 0 0,0-1 1 0 0,0 1-1 0 0,-1 0 0 0 0,-1-1 1 0 0,0 1-1 0 0,-8 16 0 0 0,5-14 11 0 0,-1-1 0 0 0,0 0 0 0 0,0-1-1 0 0,-2 0 1 0 0,1 0 0 0 0,-1-1-1 0 0,-1 0 1 0 0,0-1 0 0 0,0 0 0 0 0,-1-1-1 0 0,-1 0 1 0 0,1-1 0 0 0,-1 0-1 0 0,-1-1 1 0 0,1 0 0 0 0,-23 6-1 0 0,34-12 18 0 0,-1 0-1 0 0,1-1 0 0 0,-1 1 1 0 0,0-1-1 0 0,0 0 0 0 0,1 0 1 0 0,-1 0-1 0 0,0 0 0 0 0,1 0 1 0 0,-1-1-1 0 0,0 1 0 0 0,-3-2 0 0 0,5 2-5 0 0,-1-1-1 0 0,1 0 0 0 0,0 1 0 0 0,0-1 1 0 0,0 0-1 0 0,0 1 0 0 0,0-1 0 0 0,1 0 1 0 0,-1 0-1 0 0,0 0 0 0 0,0 0 0 0 0,0 0 1 0 0,1 0-1 0 0,-1 0 0 0 0,1 0 0 0 0,-1 0 0 0 0,0 0 1 0 0,1 0-1 0 0,0 0 0 0 0,-1-2 0 0 0,1 0-7 0 0,-1-1-1 0 0,1 1 0 0 0,1-1 1 0 0,-1 1-1 0 0,0-1 0 0 0,1 1 0 0 0,0-1 1 0 0,-1 1-1 0 0,1-1 0 0 0,1 1 0 0 0,-1 0 1 0 0,0 0-1 0 0,1-1 0 0 0,0 1 1 0 0,0 0-1 0 0,0 1 0 0 0,4-6 0 0 0,0 1-8 0 0,1 1-1 0 0,0-1 0 0 0,0 2 1 0 0,0-1-1 0 0,1 1 0 0 0,0 0 1 0 0,0 0-1 0 0,0 1 0 0 0,0 0 1 0 0,1 1-1 0 0,0 0 0 0 0,0 0 0 0 0,0 1 1 0 0,0 0-1 0 0,0 0 0 0 0,16 0 1 0 0,15 1-363 0 0,0 1 1 0 0,66 10 0 0 0,-43-3-564 0 0,-46-6 588 0 0,106 5-2389 0 0,-111-7 2540 0 0,0 1 0 0 0,0-2-1 0 0,0 0 1 0 0,0 0-1 0 0,0-1 1 0 0,0 0-1 0 0,20-10 1 0 0,-25 8 433 0 0,-1 1 0 0 0,0-1 0 0 0,0 0-1 0 0,0-1 1 0 0,-1 1 0 0 0,0-1 0 0 0,0-1 0 0 0,0 1-1 0 0,-1 0 1 0 0,0-1 0 0 0,0 0 0 0 0,-1 0 0 0 0,0 0-1 0 0,0-1 1 0 0,0 1 0 0 0,-1-1 0 0 0,0 1 0 0 0,-1-1-1 0 0,0 0 1 0 0,0 1 0 0 0,0-11 0 0 0,-1 16-26 0 0,-9-2 184 0 0,9 3-373 0 0,-1 1 1 0 0,0-1-1 0 0,1 1 0 0 0,-1-1 1 0 0,1 1-1 0 0,-1-1 0 0 0,0 1 1 0 0,1 0-1 0 0,-1-1 0 0 0,0 1 1 0 0,1 0-1 0 0,-1 0 0 0 0,0-1 0 0 0,0 1 1 0 0,1 0-1 0 0,-1 0 0 0 0,0 0 1 0 0,0 0-1 0 0,1 0 0 0 0,-1 0 1 0 0,0 0-1 0 0,-1 1 0 0 0,-9 1 43 0 0,0 1 0 0 0,1 0-1 0 0,-1 1 1 0 0,1 1 0 0 0,0 0-1 0 0,0 0 1 0 0,0 0 0 0 0,-10 9 0 0 0,17-12-48 0 0,-1 1 1 0 0,1-1-1 0 0,0 1 1 0 0,-1 0 0 0 0,1 0-1 0 0,1 0 1 0 0,-1 0 0 0 0,0 0-1 0 0,1 1 1 0 0,0-1 0 0 0,0 1-1 0 0,0-1 1 0 0,0 1 0 0 0,0 0-1 0 0,1 0 1 0 0,-1 0 0 0 0,1 0-1 0 0,0 0 1 0 0,0 0 0 0 0,1 0-1 0 0,-1 0 1 0 0,1 0 0 0 0,0 1-1 0 0,0-1 1 0 0,2 7 0 0 0,-1-7-40 0 0,1 1 1 0 0,0-1 0 0 0,1 0-1 0 0,-1 1 1 0 0,1-1 0 0 0,0 0-1 0 0,0-1 1 0 0,0 1 0 0 0,0 0 0 0 0,1-1-1 0 0,-1 0 1 0 0,1 0 0 0 0,0 0-1 0 0,0 0 1 0 0,0-1 0 0 0,0 1-1 0 0,1-1 1 0 0,-1 0 0 0 0,1 0-1 0 0,-1-1 1 0 0,1 1 0 0 0,0-1-1 0 0,7 1 1 0 0,12 2-269 0 0,0-1-1 0 0,0 0 1 0 0,30-3-1 0 0,-48 0 232 0 0,41-3-336 0 0,1-2 1 0 0,0-3-1 0 0,-1-1 1 0 0,67-24-1 0 0,-96 28 314 0 0,4-2 61 0 0,-1-1 0 0 0,0 0 0 0 0,21-13 0 0 0,-35 18 254 0 0,0-1 0 0 0,0-1 1 0 0,0 1-1 0 0,-1-1 1 0 0,1 0-1 0 0,-1-1 0 0 0,-1 0 1 0 0,1 0-1 0 0,-1 0 1 0 0,0 0-1 0 0,8-15 1 0 0,-11 19-72 0 0,-2-1 0 0 0,1 0 0 0 0,0 0 0 0 0,-1 0 0 0 0,1 1 0 0 0,-1-1 1 0 0,0 0-1 0 0,0 0 0 0 0,0 0 0 0 0,0 0 0 0 0,0 0 0 0 0,-1 0 0 0 0,1 1 0 0 0,-1-1 1 0 0,0 0-1 0 0,0 0 0 0 0,0 1 0 0 0,-3-6 0 0 0,4 7 22 0 0,-37 1 377 0 0,29 4-503 0 0,-7 2 20 0 0,1 2 0 0 0,0-1 0 0 0,0 1 1 0 0,0 1-1 0 0,1 1 0 0 0,-21 20 0 0 0,33-29-76 0 0,-1 0 0 0 0,1 1 0 0 0,0-1-1 0 0,0 1 1 0 0,0-1 0 0 0,0 1 0 0 0,0 0 0 0 0,0-1-1 0 0,0 1 1 0 0,0 0 0 0 0,1 0 0 0 0,-1-1-1 0 0,1 1 1 0 0,-1 0 0 0 0,1 0 0 0 0,0 0 0 0 0,0 0-1 0 0,0 0 1 0 0,0 0 0 0 0,0 0 0 0 0,0-1 0 0 0,0 1-1 0 0,1 0 1 0 0,-1 0 0 0 0,1 0 0 0 0,-1 0-1 0 0,1-1 1 0 0,0 1 0 0 0,-1 0 0 0 0,3 1 0 0 0,-2-1-30 0 0,1 0 1 0 0,-1 0-1 0 0,1-1 1 0 0,0 0 0 0 0,-1 1-1 0 0,1-1 1 0 0,0 0-1 0 0,0 1 1 0 0,0-1 0 0 0,0 0-1 0 0,0-1 1 0 0,0 1-1 0 0,1 0 1 0 0,-1-1 0 0 0,0 1-1 0 0,0-1 1 0 0,0 1-1 0 0,1-1 1 0 0,-1 0 0 0 0,0 0-1 0 0,0 0 1 0 0,1 0-1 0 0,-1-1 1 0 0,0 1 0 0 0,4-1-1 0 0,0-1-23 0 0,8-2-327 0 0,1 1 0 0 0,0 1 0 0 0,20-2 1 0 0,-34 4 372 0 0,0 1 0 0 0,-1-1 1 0 0,1 0-1 0 0,0 1 1 0 0,-1-1-1 0 0,1 0 0 0 0,0 1 1 0 0,-1-1-1 0 0,1 1 0 0 0,-1-1 1 0 0,1 1-1 0 0,0-1 1 0 0,-1 1-1 0 0,0-1 0 0 0,1 1 1 0 0,-1 0-1 0 0,1-1 1 0 0,-1 1-1 0 0,0 0 0 0 0,1-1 1 0 0,-1 1-1 0 0,0 0 0 0 0,0-1 1 0 0,1 1-1 0 0,-1 0 1 0 0,0-1-1 0 0,0 1 0 0 0,0 1 1 0 0,1 17-76 0 0,-1-17 59 0 0,10 38-68 0 0,-4-39 102 0 0,-1 0 0 0 0,0-1 0 0 0,1 0 0 0 0,-1 0-1 0 0,0 0 1 0 0,0-1 0 0 0,1 1 0 0 0,-1-1 0 0 0,0 0-1 0 0,0-1 1 0 0,0 1 0 0 0,0-1 0 0 0,5-3 0 0 0,67-32-172 0 0,24-16-136 0 0,-99 52 273 0 0,-1 2-11 0 0,-1-1 47 0 0,1 0 1 0 0,0 1-1 0 0,0-1 1 0 0,0 1-1 0 0,0 0 1 0 0,0-1-1 0 0,-1 1 1 0 0,1-1-1 0 0,0 1 0 0 0,-1 0 1 0 0,1 0-1 0 0,0 0 1 0 0,-1-1-1 0 0,1 1 1 0 0,-1 0-1 0 0,1 0 0 0 0,-1 0 1 0 0,1 0-1 0 0,-1 0 1 0 0,0 0-1 0 0,0 0 1 0 0,1 0-1 0 0,-1 0 0 0 0,0 0 1 0 0,0 0-1 0 0,0 0 1 0 0,0 0-1 0 0,0 0 1 0 0,0 1-1 0 0,-1 41 101 0 0,0-33-87 0 0,1-8-80 0 0,0 0 0 0 0,0 0 1 0 0,0 0-1 0 0,1 0 0 0 0,-1 0 0 0 0,1 0 0 0 0,-1 0 1 0 0,1 0-1 0 0,0 0 0 0 0,-1 0 0 0 0,1 0 0 0 0,0-1 1 0 0,0 1-1 0 0,1 0 0 0 0,-1-1 0 0 0,0 1 0 0 0,0 0 1 0 0,1-1-1 0 0,-1 0 0 0 0,1 1 0 0 0,-1-1 0 0 0,1 0 1 0 0,0 0-1 0 0,-1 0 0 0 0,1 0 0 0 0,0 0 0 0 0,0 0 1 0 0,0 0-1 0 0,2 0 0 0 0,3 1-654 0 0,0 0 0 0 0,1-1 1 0 0,-1 0-1 0 0,1-1 0 0 0,-1 1 0 0 0,11-2 1 0 0,-2 1-1198 0 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6:25.6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57 392 336 0 0,'0'0'171'0'0,"-1"-1"1"0"0,1 0-1 0 0,0 0 0 0 0,-1 1 0 0 0,1-1 1 0 0,-1 0-1 0 0,1 1 0 0 0,-1-1 1 0 0,1 0-1 0 0,-1 1 0 0 0,0-1 0 0 0,1 1 1 0 0,-1-1-1 0 0,0 1 0 0 0,1-1 1 0 0,-1 1-1 0 0,0 0 0 0 0,1-1 1 0 0,-1 1-1 0 0,0 0 0 0 0,-1-1 0 0 0,-13 5 311 0 0,11-3-52 0 0,-16 29 1458 0 0,19-28-1847 0 0,1 0 1 0 0,-1-1-1 0 0,1 1 0 0 0,-1 0 1 0 0,1 0-1 0 0,0-1 1 0 0,-1 1-1 0 0,1 0 0 0 0,0 0 1 0 0,0 0-1 0 0,0-1 0 0 0,1 1 1 0 0,-1 0-1 0 0,0 0 1 0 0,1 0-1 0 0,-1-1 0 0 0,1 1 1 0 0,-1 0-1 0 0,1-1 0 0 0,0 1 1 0 0,0 0-1 0 0,0-1 0 0 0,0 1 1 0 0,0-1-1 0 0,2 2 1 0 0,-1-1-15 0 0,1 0 0 0 0,0 0 1 0 0,0-1-1 0 0,0 1 0 0 0,0-1 1 0 0,0 0-1 0 0,0 0 1 0 0,0 0-1 0 0,0-1 0 0 0,0 1 1 0 0,0-1-1 0 0,1 1 0 0 0,3-1 1 0 0,5 0-2 0 0,1-1 0 0 0,0 0 0 0 0,-1-1 1 0 0,1 0-1 0 0,-1-1 0 0 0,17-6 0 0 0,-16 3-10 0 0,0 0 0 0 0,-1-1 0 0 0,0 0 0 0 0,-1-1-1 0 0,0 0 1 0 0,0-1 0 0 0,0 0 0 0 0,-2-1 0 0 0,1 0 0 0 0,-1-1-1 0 0,0 0 1 0 0,-1 0 0 0 0,0-1 0 0 0,-1 0 0 0 0,-1 0 0 0 0,7-17 0 0 0,-6 13 121 0 0,-2-1 0 0 0,0 1 0 0 0,-1-1 0 0 0,0 0 0 0 0,-2 0 0 0 0,0 0 1 0 0,0-1-1 0 0,-2 1 0 0 0,0-1 0 0 0,-1 1 0 0 0,-1 0 0 0 0,-6-26 0 0 0,8 41-78 0 0,-1 0-1 0 0,0-1 0 0 0,1 1 1 0 0,-1 0-1 0 0,0 0 0 0 0,0-1 0 0 0,0 1 1 0 0,-1 0-1 0 0,1 0 0 0 0,0 0 1 0 0,-3-2-1 0 0,4 4-45 0 0,-1-1 0 0 0,1 1 0 0 0,-1-1 0 0 0,0 1 0 0 0,1 0 0 0 0,-1-1 0 0 0,0 1 0 0 0,1 0 0 0 0,-1 0-1 0 0,0-1 1 0 0,1 1 0 0 0,-1 0 0 0 0,0 0 0 0 0,1 0 0 0 0,-1 0 0 0 0,0 0 0 0 0,1 0 0 0 0,-1 0 0 0 0,0 0 0 0 0,1 0 0 0 0,-1 0 0 0 0,0 0 0 0 0,1 1 0 0 0,-1-1 0 0 0,-1 0 0 0 0,-1 3 1 0 0,0-1-1 0 0,0 0 1 0 0,0 1 0 0 0,0 0 0 0 0,0 0 0 0 0,0 0 0 0 0,1 0 0 0 0,-1 0 0 0 0,1 0 0 0 0,0 1 0 0 0,-3 6 0 0 0,-2 5-4 0 0,1 0-1 0 0,0 1 0 0 0,1 0 0 0 0,1 0 1 0 0,1 0-1 0 0,0 1 0 0 0,1-1 0 0 0,1 1 1 0 0,1 0-1 0 0,0-1 0 0 0,1 1 0 0 0,0-1 1 0 0,2 1-1 0 0,7 28 0 0 0,-9-42-11 0 0,1 1 0 0 0,-1-1-1 0 0,1 0 1 0 0,-1 0 0 0 0,1 1 0 0 0,0-1-1 0 0,0 0 1 0 0,0-1 0 0 0,1 1 0 0 0,-1 0-1 0 0,1-1 1 0 0,0 1 0 0 0,-1-1 0 0 0,1 0-1 0 0,0 0 1 0 0,0 0 0 0 0,0 0 0 0 0,7 2-1 0 0,0 0 65 0 0,0-1-1 0 0,0 0 0 0 0,0-1 0 0 0,0 0 1 0 0,12 0-1 0 0,21 0 69 0 0,-1 0-1658 0 0,-9 8-2225 0 0,-19-5 1060 0 0,-4-2 207 0 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6:28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56 188 0 0,'-6'-31'4278'0'0,"-2"8"-536"0"0,7 23-3674 0 0,1 0 1 0 0,0 0-1 0 0,0-1 1 0 0,-1 1-1 0 0,1 0 1 0 0,0 0-1 0 0,0 0 0 0 0,-1 0 1 0 0,1 0-1 0 0,0 0 1 0 0,-1 0-1 0 0,1 0 1 0 0,0-1-1 0 0,-1 1 1 0 0,1 0-1 0 0,0 0 0 0 0,0 0 1 0 0,-1 1-1 0 0,1-1 1 0 0,0 0-1 0 0,-1 0 1 0 0,1 0-1 0 0,0 0 0 0 0,-1 0 1 0 0,1 0-1 0 0,0 0 1 0 0,0 0-1 0 0,-1 1 1 0 0,1-1-1 0 0,0 0 0 0 0,0 0 1 0 0,-1 0-1 0 0,1 1 1 0 0,0-1-1 0 0,0 0 1 0 0,0 0-1 0 0,-1 1 0 0 0,-22 40 1922 0 0,17-27-2209 0 0,-16 41 564 0 0,2 0 0 0 0,2 1 0 0 0,-13 77 0 0 0,-17 59 227 0 0,32-135-127 0 0,16-56-192 0 0,6-6-348 0 0,3-4 71 0 0,28-26-225 0 0,58-42 0 0 0,-83 68 172 0 0,1 0 0 0 0,0 1 0 0 0,1 1-1 0 0,0 0 1 0 0,0 1 0 0 0,0 1 0 0 0,1 0 0 0 0,0 1 0 0 0,25-4 0 0 0,-36 7 51 0 0,1 0 1 0 0,-1 1 0 0 0,0 0 0 0 0,1 0 0 0 0,-1 0 0 0 0,0 1 0 0 0,1-1 0 0 0,-1 1-1 0 0,0 0 1 0 0,0 0 0 0 0,0 1 0 0 0,0-1 0 0 0,0 1 0 0 0,0 0 0 0 0,0 0-1 0 0,0 0 1 0 0,0 0 0 0 0,-1 1 0 0 0,1 0 0 0 0,-1-1 0 0 0,0 1 0 0 0,0 1-1 0 0,0-1 1 0 0,0 0 0 0 0,-1 1 0 0 0,1-1 0 0 0,-1 1 0 0 0,0 0 0 0 0,0 0-1 0 0,0 0 1 0 0,2 6 0 0 0,-2-3 10 0 0,-1-1-1 0 0,0 1 1 0 0,0 0-1 0 0,0 0 1 0 0,-1 0-1 0 0,0 0 1 0 0,0 0-1 0 0,-1 0 0 0 0,0 0 1 0 0,0 0-1 0 0,-1 0 1 0 0,1 0-1 0 0,-2 0 1 0 0,1-1-1 0 0,-1 1 1 0 0,0-1-1 0 0,0 0 1 0 0,-8 11-1 0 0,4-8 59 0 0,0-1-1 0 0,-1 0 0 0 0,0 0 1 0 0,0 0-1 0 0,-1-1 1 0 0,0 0-1 0 0,0-1 0 0 0,-1 0 1 0 0,1-1-1 0 0,-1 0 0 0 0,-1 0 1 0 0,1-1-1 0 0,-1 0 1 0 0,1-1-1 0 0,-17 3 0 0 0,17-4-47 0 0,1-1 0 0 0,-1 0 0 0 0,1-1-1 0 0,0 0 1 0 0,-1 0 0 0 0,1-1-1 0 0,-1 0 1 0 0,1-1 0 0 0,0 0-1 0 0,0-1 1 0 0,0 1 0 0 0,0-2-1 0 0,0 1 1 0 0,0-1 0 0 0,1-1-1 0 0,0 1 1 0 0,0-1 0 0 0,-10-8 0 0 0,17 11-159 0 0,-1 1 1 0 0,1-1-1 0 0,0 1 1 0 0,-1-1-1 0 0,1 1 1 0 0,0-1 0 0 0,0 0-1 0 0,0 1 1 0 0,0-1-1 0 0,0 0 1 0 0,1 0-1 0 0,-1 0 1 0 0,-1-3-1 0 0,5-9-5925 0 0,6 0 3308 0 0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6:28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1 304 120 0 0,'39'-10'1254'0'0,"0"-3"-1"0"0,0-1 1 0 0,-1-2 0 0 0,-1-1 0 0 0,-1-2-1 0 0,-1-2 1 0 0,46-34 0 0 0,-77 52-1123 0 0,0-1 1 0 0,-1 1-1 0 0,1-1 1 0 0,-1 0-1 0 0,0 0 1 0 0,0 0-1 0 0,0 0 1 0 0,0-1-1 0 0,-1 1 1 0 0,0-1-1 0 0,0 0 1 0 0,0 0-1 0 0,0 1 1 0 0,-1-1-1 0 0,0 0 1 0 0,0 0-1 0 0,0 0 1 0 0,-1-1-1 0 0,1-7 1 0 0,-2 11-101 0 0,0 0-1 0 0,1 1 1 0 0,-1-1 0 0 0,0 0 0 0 0,0 0-1 0 0,0 0 1 0 0,0 1 0 0 0,0-1 0 0 0,0 0-1 0 0,0 1 1 0 0,-1-1 0 0 0,1 1 0 0 0,-1 0 0 0 0,1-1-1 0 0,-1 1 1 0 0,1 0 0 0 0,-1 0 0 0 0,0 0-1 0 0,0 0 1 0 0,-2-1 0 0 0,1 0-5 0 0,0 1 1 0 0,0 0-1 0 0,-1 0 1 0 0,1 0-1 0 0,0 0 1 0 0,0 0-1 0 0,0 1 1 0 0,-1-1-1 0 0,1 1 1 0 0,0 0-1 0 0,-1 0 0 0 0,-5 1 1 0 0,-2 2-5 0 0,1 1 0 0 0,-1 0-1 0 0,1 1 1 0 0,0 1 0 0 0,0-1 0 0 0,1 1 0 0 0,-1 1 0 0 0,1 0-1 0 0,1 0 1 0 0,-1 1 0 0 0,1 0 0 0 0,-7 10 0 0 0,12-15-55 0 0,0 1 1 0 0,0-1-1 0 0,0 1 1 0 0,1 0-1 0 0,0 0 1 0 0,0 0-1 0 0,0 0 1 0 0,0 0-1 0 0,0 1 1 0 0,1-1-1 0 0,0 0 1 0 0,0 1-1 0 0,0-1 1 0 0,0 1-1 0 0,1-1 1 0 0,0 1-1 0 0,0 0 1 0 0,0-1-1 0 0,0 1 1 0 0,1-1-1 0 0,0 1 1 0 0,0-1-1 0 0,0 1 1 0 0,0-1-1 0 0,1 0 1 0 0,0 0-1 0 0,0 1 1 0 0,0-1-1 0 0,0 0 1 0 0,1-1-1 0 0,-1 1 1 0 0,1 0-1 0 0,6 5 1 0 0,-3-2-287 0 0,1-1 0 0 0,-1 0 1 0 0,2-1-1 0 0,-1 1 0 0 0,0-2 1 0 0,1 1-1 0 0,0-1 0 0 0,10 4 1 0 0,-8-4-774 0 0,0-1 1 0 0,0-1 0 0 0,0 0 0 0 0,12 1 0 0 0,4-1-1510 0 0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6:29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31 696 0 0,'-10'-27'5507'0'0,"8"26"-5367"0"0,1 1-1 0 0,0-1 1 0 0,-1 1 0 0 0,1-1 0 0 0,0 1 0 0 0,-1 0 0 0 0,1-1 0 0 0,-1 1 0 0 0,1 0 0 0 0,-1 0 0 0 0,1 0 0 0 0,0 0 0 0 0,-1 0 0 0 0,1 0 0 0 0,-1 1 0 0 0,1-1 0 0 0,0 0 0 0 0,-1 1 0 0 0,1-1 0 0 0,-3 2 0 0 0,-33 23 1018 0 0,23-12-809 0 0,0 0 1 0 0,-16 23-1 0 0,19-23-81 0 0,2 1-1 0 0,-1 1 1 0 0,-12 28 0 0 0,20-39-237 0 0,0 0 1 0 0,1-1-1 0 0,-1 1 0 0 0,1 0 0 0 0,0 0 0 0 0,1 0 0 0 0,-1 0 1 0 0,0-1-1 0 0,1 1 0 0 0,0 0 0 0 0,0 0 0 0 0,0 0 1 0 0,1 0-1 0 0,-1 0 0 0 0,1 0 0 0 0,0 0 0 0 0,0 0 1 0 0,0-1-1 0 0,1 1 0 0 0,-1 0 0 0 0,1-1 0 0 0,2 5 1 0 0,-1-6-32 0 0,-1 1 0 0 0,1-1 0 0 0,0 0 0 0 0,0 0 0 0 0,0 0 0 0 0,0 0 0 0 0,0-1 0 0 0,0 1 0 0 0,0-1 0 0 0,0 1 0 0 0,1-1 0 0 0,-1 0 0 0 0,1-1 0 0 0,-1 1 0 0 0,5 0 0 0 0,51 0-219 0 0,-26-5-32 0 0,-1-2 0 0 0,-1-1-1 0 0,1-2 1 0 0,-1-1 0 0 0,-1-1 0 0 0,0-2 0 0 0,0 0-1 0 0,-2-3 1 0 0,1 0 0 0 0,31-25 0 0 0,-58 39 262 0 0,-6 12-35 0 0,3-9 23 0 0,0 1 0 0 0,0 0 0 0 0,0 0 0 0 0,0-1 0 0 0,1 1 0 0 0,-1 0 0 0 0,0 0 0 0 0,1 0-1 0 0,-1 0 1 0 0,1 0 0 0 0,0 0 0 0 0,0 0 0 0 0,0 0 0 0 0,0 1 0 0 0,0-1 0 0 0,0 0 0 0 0,0 0 0 0 0,1 0 0 0 0,-1 0 0 0 0,1 0 0 0 0,-1 0 0 0 0,1 0 0 0 0,0-1 0 0 0,0 1 0 0 0,0 0 0 0 0,1 2 0 0 0,0-2 35 0 0,0 0 0 0 0,0 0 1 0 0,0 0-1 0 0,0-1 1 0 0,0 1-1 0 0,0 0 0 0 0,1-1 1 0 0,-1 0-1 0 0,1 1 1 0 0,-1-1-1 0 0,1 0 1 0 0,-1-1-1 0 0,1 1 0 0 0,0 0 1 0 0,-1-1-1 0 0,1 1 1 0 0,0-1-1 0 0,-1 0 0 0 0,1 0 1 0 0,0 0-1 0 0,0 0 1 0 0,-1 0-1 0 0,1-1 0 0 0,0 1 1 0 0,-1-1-1 0 0,1 0 1 0 0,0 1-1 0 0,-1-1 0 0 0,1 0 1 0 0,-1-1-1 0 0,1 1 1 0 0,-1 0-1 0 0,0-1 1 0 0,0 0-1 0 0,1 1 0 0 0,-1-1 1 0 0,0 0-1 0 0,0 0 1 0 0,-1 0-1 0 0,1 0 0 0 0,0 0 1 0 0,-1-1-1 0 0,1 1 1 0 0,-1 0-1 0 0,0-1 0 0 0,0 1 1 0 0,0-1-1 0 0,0 0 1 0 0,0 1-1 0 0,0-1 1 0 0,-1 0-1 0 0,1 1 0 0 0,-1-5 1 0 0,0 5 37 0 0,-1-2-3 0 0,0 1-74 0 0,0 0-1 0 0,0 0 1 0 0,-1 0 0 0 0,1 1-1 0 0,-1-1 1 0 0,0 0 0 0 0,1 0-1 0 0,-1 1 1 0 0,-1-1-1 0 0,1 1 1 0 0,0 0 0 0 0,-1 0-1 0 0,1 0 1 0 0,-1 0 0 0 0,1 0-1 0 0,-1 0 1 0 0,-5-2-1 0 0,3 3-212 0 0,0 0 0 0 0,0 0-1 0 0,0 0 1 0 0,0 0 0 0 0,0 1-1 0 0,-1 0 1 0 0,1 0 0 0 0,0 0-1 0 0,0 1 1 0 0,-8 1 0 0 0,-30 9-5197 0 0,33-8 3051 0 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6:30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58 372 0 0,'2'1'147'0'0,"-1"0"1"0"0,1 0-1 0 0,0 0 0 0 0,-1 0 1 0 0,1 1-1 0 0,-1-1 0 0 0,0 1 1 0 0,1-1-1 0 0,-1 1 0 0 0,0-1 1 0 0,0 1-1 0 0,0-1 0 0 0,0 1 0 0 0,0 0 1 0 0,0 0-1 0 0,0 0 0 0 0,-1-1 1 0 0,1 1-1 0 0,-1 0 0 0 0,1 0 1 0 0,-1 0-1 0 0,0 0 0 0 0,1 0 1 0 0,-1 0-1 0 0,0 0 0 0 0,-1 0 1 0 0,1 0-1 0 0,0 0 0 0 0,0 0 1 0 0,-1 0-1 0 0,1 0 0 0 0,-1 0 1 0 0,0 0-1 0 0,1-1 0 0 0,-1 1 0 0 0,0 0 1 0 0,0 0-1 0 0,0-1 0 0 0,-3 4 1 0 0,-1 1 52 0 0,0 1 1 0 0,-1-1 0 0 0,1 0 0 0 0,-1-1-1 0 0,-1 0 1 0 0,1 0 0 0 0,-1 0 0 0 0,-10 5-1 0 0,16-9-24 0 0,-3 0 53 0 0,4-1-217 0 0,-1 0 0 0 0,1 0 0 0 0,0 1 0 0 0,0-1 0 0 0,0 0 1 0 0,-1 0-1 0 0,1 0 0 0 0,0 0 0 0 0,0 0 0 0 0,0 0 0 0 0,-1 0 0 0 0,1 0 0 0 0,0 1 0 0 0,0-1 0 0 0,-1 0 0 0 0,1 0 0 0 0,0 0 0 0 0,0 0 0 0 0,-1 0 0 0 0,1 0 0 0 0,0 0 0 0 0,0 0 0 0 0,0 0 0 0 0,-1-1 0 0 0,1 1 0 0 0,0 0 0 0 0,0 0 0 0 0,-1 0 0 0 0,1 0 0 0 0,0 0 0 0 0,0 0 0 0 0,0 0 0 0 0,-1-1 0 0 0,1 1 0 0 0,0 0 0 0 0,0 0 0 0 0,0 0 0 0 0,-1 0 0 0 0,1-1 0 0 0,0 1 0 0 0,0-4-13 0 0,-1 0-1 0 0,1 0 0 0 0,1 0 0 0 0,-1 0 0 0 0,0 0 0 0 0,1 1 0 0 0,0-1 0 0 0,0 0 0 0 0,0 0 0 0 0,0 1 0 0 0,1-1 0 0 0,-1 0 0 0 0,1 1 0 0 0,0 0 0 0 0,0-1 0 0 0,0 1 0 0 0,1 0 0 0 0,-1 0 0 0 0,1 0 0 0 0,-1 0 0 0 0,1 0 0 0 0,5-3 0 0 0,7-7-69 0 0,1 0 0 0 0,0 1 0 0 0,20-12 0 0 0,-29 20 48 0 0,0 0 1 0 0,1 1-1 0 0,0 0 1 0 0,0 0-1 0 0,-1 0 0 0 0,2 1 1 0 0,-1 0-1 0 0,0 1 0 0 0,0 0 1 0 0,1 0-1 0 0,7 1 1 0 0,-12 0 15 0 0,0 0 1 0 0,0 0-1 0 0,0 1 1 0 0,0 0-1 0 0,0 0 1 0 0,0 0-1 0 0,0 0 1 0 0,0 1-1 0 0,-1-1 1 0 0,1 1-1 0 0,0 0 1 0 0,-1 0-1 0 0,0 0 1 0 0,1 1-1 0 0,-1-1 1 0 0,0 1-1 0 0,0 0 1 0 0,-1-1-1 0 0,1 1 1 0 0,0 1-1 0 0,-1-1 1 0 0,0 0-1 0 0,0 1 1 0 0,3 4-1 0 0,-3-1 33 0 0,1 1 1 0 0,-1-1-1 0 0,-1 0 0 0 0,1 1 0 0 0,-1-1 0 0 0,0 1 1 0 0,-1-1-1 0 0,0 10 0 0 0,0-15 35 0 0,-6 14 841 0 0,2-8-303 0 0,2-10-329 0 0,4-5-314 0 0,-1 0-1 0 0,1 0 0 0 0,0 1 0 0 0,1-1 1 0 0,-1 0-1 0 0,1 1 0 0 0,1-1 1 0 0,-1 1-1 0 0,1 0 0 0 0,0 0 1 0 0,0 0-1 0 0,1 1 0 0 0,0 0 0 0 0,0-1 1 0 0,0 2-1 0 0,1-1 0 0 0,-1 1 1 0 0,1-1-1 0 0,0 2 0 0 0,0-1 1 0 0,10-4-1 0 0,-14 8-19 0 0,27 8-270 0 0,-18 2 317 0 0,0-1 1 0 0,1 0-1 0 0,-1-1 0 0 0,1 0 1 0 0,1-1-1 0 0,0-1 0 0 0,0 0 1 0 0,0 0-1 0 0,0-1 1 0 0,1-1-1 0 0,0 0 0 0 0,15 1 1 0 0,-11-2 78 0 0,1-1 1 0 0,-1-1 0 0 0,1-1-1 0 0,0-1 1 0 0,-1 0-1 0 0,1-2 1 0 0,-1 0 0 0 0,0-1-1 0 0,18-6 1 0 0,-32 9 45 0 0,0 1-1 0 0,0-2 1 0 0,-1 1 0 0 0,1 0 0 0 0,0-1-1 0 0,-1 0 1 0 0,1 0 0 0 0,-1 0 0 0 0,0 0-1 0 0,0-1 1 0 0,1 1 0 0 0,-2-1 0 0 0,1 1-1 0 0,0-1 1 0 0,0 0 0 0 0,-1-1 0 0 0,0 1-1 0 0,1 0 1 0 0,-1-1 0 0 0,-1 1 0 0 0,1-1-1 0 0,0 1 1 0 0,-1-1 0 0 0,0 0 0 0 0,0 0-1 0 0,0 1 1 0 0,0-1 0 0 0,0 0 0 0 0,-1 0-1 0 0,0 0 1 0 0,0 0 0 0 0,0-5 0 0 0,0 9-86 0 0,0-1 0 0 0,-1 0 0 0 0,1 0 1 0 0,0 0-1 0 0,0 0 0 0 0,0 1 0 0 0,-1-1 1 0 0,1 0-1 0 0,-1 0 0 0 0,1 0 0 0 0,0 1 1 0 0,-1-1-1 0 0,1 0 0 0 0,-1 1 0 0 0,0-1 1 0 0,1 0-1 0 0,-1 1 0 0 0,1-1 0 0 0,-1 1 1 0 0,0-1-1 0 0,1 1 0 0 0,-1-1 0 0 0,0 1 1 0 0,0 0-1 0 0,0-1 0 0 0,1 1 1 0 0,-1 0-1 0 0,0-1 0 0 0,0 1 0 0 0,0 0 1 0 0,0 0-1 0 0,1 0 0 0 0,-1 0 0 0 0,0 0 1 0 0,0 0-1 0 0,0 0 0 0 0,0 0 0 0 0,0 0 1 0 0,-1 1-1 0 0,-31 7 266 0 0,32-7-295 0 0,0 0 0 0 0,-1 0 0 0 0,1-1 0 0 0,0 1 0 0 0,0 0 0 0 0,-1 0 0 0 0,1 1 0 0 0,0-1 0 0 0,0 0 0 0 0,0 0 0 0 0,0 0 0 0 0,0 1 0 0 0,1-1 0 0 0,-1 0 0 0 0,0 1 0 0 0,1-1 0 0 0,-1 1 0 0 0,1-1 0 0 0,-1 1 0 0 0,1-1 0 0 0,-1 1 0 0 0,1-1 0 0 0,0 1 0 0 0,0-1 0 0 0,0 1 0 0 0,0 0-1 0 0,0-1 1 0 0,0 1 0 0 0,1-1 0 0 0,-1 1 0 0 0,0-1 0 0 0,1 1 0 0 0,-1-1 0 0 0,1 1 0 0 0,-1-1 0 0 0,1 1 0 0 0,0-1 0 0 0,0 0 0 0 0,0 1 0 0 0,0-1 0 0 0,0 0 0 0 0,2 2 0 0 0,2 4-127 0 0,0-1 0 0 0,1-1 1 0 0,0 1-1 0 0,0-1 0 0 0,1 0 0 0 0,0 0 0 0 0,7 3 0 0 0,18 7-1184 0 0,0-2 0 0 0,2-1 0 0 0,-1-2 0 0 0,45 8 0 0 0,-63-14 172 0 0,31 6-1630 0 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6:31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0 110 748 0 0,'44'-21'6841'0'0,"-41"20"-6743"0"0,1 1 1 0 0,-1 0 0 0 0,0-1-1 0 0,0 1 1 0 0,1 0-1 0 0,-1 0 1 0 0,0 1 0 0 0,0-1-1 0 0,1 1 1 0 0,-1 0 0 0 0,0-1-1 0 0,0 1 1 0 0,0 1 0 0 0,0-1-1 0 0,0 0 1 0 0,0 1-1 0 0,0 0 1 0 0,-1-1 0 0 0,1 1-1 0 0,0 0 1 0 0,-1 0 0 0 0,0 1-1 0 0,1-1 1 0 0,-1 0-1 0 0,0 1 1 0 0,0-1 0 0 0,0 1-1 0 0,-1 0 1 0 0,1 0 0 0 0,-1 0-1 0 0,1 0 1 0 0,-1 0-1 0 0,0 0 1 0 0,0 0 0 0 0,0 0-1 0 0,0 6 1 0 0,1-3-49 0 0,-1 0 0 0 0,0 0 0 0 0,0 0 0 0 0,0 0 0 0 0,-1 1 0 0 0,0-1 0 0 0,0 0 0 0 0,-1 0 0 0 0,0 0 0 0 0,0 1 0 0 0,0-1 0 0 0,-1 0 0 0 0,1 0 0 0 0,-2-1 0 0 0,1 1 0 0 0,-1 0 0 0 0,1-1 0 0 0,-2 1 0 0 0,-4 6 0 0 0,6-9-11 0 0,-1 1 0 0 0,0-1 1 0 0,0 0-1 0 0,-1-1 0 0 0,1 1 1 0 0,-1 0-1 0 0,1-1 0 0 0,-1 0 1 0 0,0 0-1 0 0,1 0 0 0 0,-1 0 1 0 0,0-1-1 0 0,-1 1 1 0 0,-3 0-1 0 0,6-2 35 0 0,-30-17 175 0 0,30 14-240 0 0,-1 0 0 0 0,1 0 0 0 0,1-1 1 0 0,-1 1-1 0 0,0-1 0 0 0,1 1 1 0 0,0-1-1 0 0,-1 0 0 0 0,1 1 1 0 0,1-1-1 0 0,-1 0 0 0 0,1 0 1 0 0,-1 0-1 0 0,1 0 0 0 0,0 1 1 0 0,1-1-1 0 0,-1 0 0 0 0,1 0 0 0 0,-1 0 1 0 0,1 0-1 0 0,0 1 0 0 0,0-1 1 0 0,1 0-1 0 0,-1 1 0 0 0,5-7 1 0 0,-1-2-16 0 0,2 1 1 0 0,-1 0 0 0 0,1 0 0 0 0,1 1-1 0 0,0-1 1 0 0,15-13 0 0 0,-12 12-22 0 0,0 1 0 0 0,0 1 0 0 0,1 0 0 0 0,1 1 0 0 0,-1 0 1 0 0,2 1-1 0 0,-1 0 0 0 0,1 1 0 0 0,0 1 0 0 0,1 0 0 0 0,21-6 0 0 0,-32 12 15 0 0,0 0 1 0 0,0 1-1 0 0,0-1 0 0 0,1 1 0 0 0,-1-1 0 0 0,0 1 0 0 0,0 0 1 0 0,0 1-1 0 0,-1-1 0 0 0,1 1 0 0 0,0 0 0 0 0,0 0 0 0 0,-1 0 1 0 0,0 0-1 0 0,1 0 0 0 0,-1 1 0 0 0,0 0 0 0 0,0-1 0 0 0,0 1 1 0 0,0 1-1 0 0,-1-1 0 0 0,4 5 0 0 0,5 7-18 0 0,-1 1 0 0 0,0 0 0 0 0,9 23-1 0 0,-14-25 20 0 0,0 0 0 0 0,-1 0-1 0 0,-1 1 1 0 0,0 0-1 0 0,-1-1 1 0 0,0 16-1 0 0,0-6 28 0 0,-2-22-20 0 0,0-1 32 0 0,0-1 0 0 0,-1 1 1 0 0,1 0-1 0 0,0-1 0 0 0,0 1 1 0 0,0 0-1 0 0,0 0 0 0 0,0-1 1 0 0,0 1-1 0 0,0 0 0 0 0,0-1 0 0 0,0 1 1 0 0,1 0-1 0 0,-1 0 0 0 0,0-1 1 0 0,0 1-1 0 0,1 0 0 0 0,-1-1 1 0 0,0 1-1 0 0,1 0 0 0 0,-1-1 0 0 0,0 1 1 0 0,1-1-1 0 0,-1 1 0 0 0,1-1 1 0 0,-1 1-1 0 0,1-1 0 0 0,0 1 1 0 0,29-28 11 0 0,0 0 1 0 0,1 2 0 0 0,1 2 0 0 0,2 0 0 0 0,46-22 0 0 0,-76 43-57 0 0,0 0-1 0 0,0 0 1 0 0,1 0-1 0 0,-1 1 1 0 0,0-1 0 0 0,1 1-1 0 0,-1 0 1 0 0,1 1-1 0 0,0-1 1 0 0,-1 1 0 0 0,1 0-1 0 0,-1 0 1 0 0,9 1-1 0 0,-9 1 3 0 0,0-1-1 0 0,-1 1 1 0 0,1 0-1 0 0,-1 0 1 0 0,1 0 0 0 0,-1 0-1 0 0,0 1 1 0 0,0 0-1 0 0,0-1 1 0 0,0 1-1 0 0,-1 0 1 0 0,1 0-1 0 0,-1 0 1 0 0,1 1-1 0 0,-1-1 1 0 0,2 5 0 0 0,2 1-48 0 0,1 0 1 0 0,-1 0 0 0 0,2-1 0 0 0,-1 0-1 0 0,1 0 1 0 0,0-1 0 0 0,1 0 0 0 0,0-1 0 0 0,0 0-1 0 0,0 0 1 0 0,1-1 0 0 0,-1 0 0 0 0,1 0 0 0 0,1-1-1 0 0,13 3 1 0 0,-15-4 43 0 0,-1-1 0 0 0,0-1 0 0 0,0 0 0 0 0,1 0 0 0 0,-1 0 0 0 0,0-1 0 0 0,1 0 0 0 0,-1-1 0 0 0,1 0 0 0 0,-1 0 0 0 0,0-1 0 0 0,0 0 0 0 0,0 0 0 0 0,0-1 0 0 0,0 0 0 0 0,0-1 0 0 0,-1 0 0 0 0,0 0 0 0 0,1 0 0 0 0,9-9 0 0 0,7-6-21 0 0,-19 16 34 0 0,1-2 1 0 0,0 1 0 0 0,-1-1 0 0 0,0 0 0 0 0,0 0-1 0 0,-1 0 1 0 0,1 0 0 0 0,-1-1 0 0 0,0 0 0 0 0,0 0 0 0 0,-1 0-1 0 0,0 0 1 0 0,3-9 0 0 0,-5 13 12 0 0,-1 2-8 0 0,0-1-1 0 0,0 1 0 0 0,0-1 1 0 0,0 1-1 0 0,0-1 1 0 0,0 1-1 0 0,0-1 1 0 0,0 1-1 0 0,0-1 1 0 0,0 1-1 0 0,-1-1 0 0 0,1 1 1 0 0,0-1-1 0 0,0 1 1 0 0,0 0-1 0 0,-1-1 1 0 0,1 1-1 0 0,0-1 1 0 0,0 1-1 0 0,-1-1 0 0 0,1 1 1 0 0,0 0-1 0 0,-1-1 1 0 0,1 1-1 0 0,0 0 1 0 0,-1-1-1 0 0,1 1 1 0 0,-1 0-1 0 0,1 0 0 0 0,-1-1 1 0 0,1 1-1 0 0,0 0 1 0 0,-1 0-1 0 0,0-1 1 0 0,-19 7-20 0 0,-14 21-18 0 0,32-23 13 0 0,0-1 0 0 0,0 1 0 0 0,0 0 0 0 0,1 0 0 0 0,0 0 0 0 0,-1 0 0 0 0,1 1 0 0 0,1-1 0 0 0,-1 0 0 0 0,0 0 0 0 0,1 1 0 0 0,0-1 0 0 0,0 0 0 0 0,1 0 0 0 0,-1 1 0 0 0,1-1 0 0 0,0 0 0 0 0,0 0 0 0 0,0 0 0 0 0,0 1 0 0 0,1-1 0 0 0,0-1 0 0 0,0 1 0 0 0,0 0 0 0 0,0 0 0 0 0,0-1 0 0 0,1 1 0 0 0,0-1 0 0 0,0 0 0 0 0,0 0 1 0 0,0 0-1 0 0,0 0 0 0 0,0 0 0 0 0,1-1 0 0 0,3 3 0 0 0,-2-1 44 0 0,0-1 1 0 0,1 1 0 0 0,-1-1-1 0 0,1 0 1 0 0,0-1 0 0 0,0 1 0 0 0,0-1-1 0 0,0 0 1 0 0,0-1 0 0 0,0 1-1 0 0,0-1 1 0 0,0-1 0 0 0,1 1 0 0 0,-1-1-1 0 0,0 0 1 0 0,1 0 0 0 0,-1-1-1 0 0,0 0 1 0 0,0 0 0 0 0,1 0 0 0 0,-1-1-1 0 0,0 0 1 0 0,8-4 0 0 0,-12 5 58 0 0,1 0 0 0 0,-1-1 0 0 0,0 1 1 0 0,0-1-1 0 0,0 0 0 0 0,-1 1 0 0 0,1-1 1 0 0,0 0-1 0 0,-1 0 0 0 0,1 0 0 0 0,-1-1 0 0 0,0 1 1 0 0,1 0-1 0 0,-1 0 0 0 0,0-1 0 0 0,0 1 1 0 0,-1 0-1 0 0,1-1 0 0 0,0 1 0 0 0,-1-1 0 0 0,1-4 1 0 0,-1 2 18 0 0,-1-1 1 0 0,1 1-1 0 0,-1 0 0 0 0,0 0 1 0 0,-1 0-1 0 0,1 0 1 0 0,-1 0-1 0 0,0 0 1 0 0,0 0-1 0 0,-4-6 1 0 0,1 2-54 0 0,0 1 1 0 0,-1-1 0 0 0,-1 1-1 0 0,1 0 1 0 0,-1 1 0 0 0,0-1-1 0 0,-1 1 1 0 0,0 1 0 0 0,0-1-1 0 0,-15-8 1 0 0,19 13-421 0 0,0 0 0 0 0,0 0 0 0 0,0 1-1 0 0,0-1 1 0 0,0 1 0 0 0,0 0 0 0 0,0 0 0 0 0,-1 0 0 0 0,1 1-1 0 0,0-1 1 0 0,0 1 0 0 0,-1 0 0 0 0,1 0 0 0 0,0 1 0 0 0,-1-1 0 0 0,-7 3-1 0 0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6:31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34 312 0 0,'8'4'587'0'0,"-1"0"0"0"0,1 1 0 0 0,-1 0 0 0 0,0 1 0 0 0,-1 0 0 0 0,1 0 0 0 0,-1 0 1 0 0,6 8-1 0 0,-10-11-459 0 0,0 0 1 0 0,0 0-1 0 0,0 0 0 0 0,0 0 1 0 0,0 1-1 0 0,-1-1 1 0 0,0 0-1 0 0,1 1 1 0 0,-1-1-1 0 0,0 1 1 0 0,-1-1-1 0 0,1 1 0 0 0,-1 0 1 0 0,0-1-1 0 0,1 1 1 0 0,-2 0-1 0 0,1-1 1 0 0,0 1-1 0 0,-1 0 1 0 0,1-1-1 0 0,-3 7 0 0 0,1-7 21 0 0,0-1 0 0 0,0 1-1 0 0,-1 0 1 0 0,1-1 0 0 0,0 1-1 0 0,-1-1 1 0 0,0 1-1 0 0,0-1 1 0 0,0 0 0 0 0,0 0-1 0 0,0-1 1 0 0,0 1-1 0 0,0-1 1 0 0,0 1 0 0 0,-1-1-1 0 0,1 0 1 0 0,0 0 0 0 0,-1 0-1 0 0,1-1 1 0 0,-1 1-1 0 0,-6-1 1 0 0,7 0 122 0 0,-5-13 624 0 0,9 8-852 0 0,0 0 1 0 0,0 1-1 0 0,0 0 1 0 0,1-1-1 0 0,0 1 1 0 0,0 0 0 0 0,0 0-1 0 0,1 0 1 0 0,-1 0-1 0 0,1 0 1 0 0,0 1 0 0 0,0-1-1 0 0,0 1 1 0 0,6-5-1 0 0,-1 2-16 0 0,0 1-1 0 0,0 0 0 0 0,0 0 0 0 0,1 0 1 0 0,0 1-1 0 0,14-4 0 0 0,5 0-54 0 0,-1 2 0 0 0,1 1 0 0 0,54-2 0 0 0,-70 6 16 0 0,63-3-59 0 0,74-13 0 0 0,-147 17 88 0 0,0 0 0 0 0,-1 0 0 0 0,1-1 0 0 0,0 1 0 0 0,-1-1 0 0 0,1 1 0 0 0,-1-1 0 0 0,1 1 0 0 0,0-1 0 0 0,-1 0 0 0 0,0 0 0 0 0,1 0 0 0 0,-1 0 0 0 0,1 0 0 0 0,-1 0 0 0 0,0 0 0 0 0,0 0 0 0 0,0-1 0 0 0,1 1 0 0 0,-1 0 0 0 0,0-1 0 0 0,-1 1 0 0 0,1-1 0 0 0,0 1 0 0 0,1-3 0 0 0,-2 2 48 0 0,-10-5-39 0 0,9 6-25 0 0,1 0 1 0 0,-1 0 0 0 0,0 1 0 0 0,1-1 0 0 0,-1 0 0 0 0,0 1 0 0 0,0-1 0 0 0,1 0 0 0 0,-1 1-1 0 0,0-1 1 0 0,0 1 0 0 0,0 0 0 0 0,0-1 0 0 0,0 1 0 0 0,1-1 0 0 0,-1 1 0 0 0,0 0 0 0 0,0 0-1 0 0,0 0 1 0 0,0-1 0 0 0,0 1 0 0 0,-1 0 0 0 0,-6 1 62 0 0,0 0 0 0 0,0 0 1 0 0,0 0-1 0 0,0 1 0 0 0,0 0 1 0 0,1 0-1 0 0,-10 5 0 0 0,13-5-11 0 0,1 0 0 0 0,-1-1 0 0 0,0 2 0 0 0,1-1 0 0 0,-1 0 0 0 0,1 1-1 0 0,-1-1 1 0 0,1 1 0 0 0,0 0 0 0 0,1 0 0 0 0,-1 0 0 0 0,0 1 0 0 0,1-1 0 0 0,-1 1 0 0 0,1-1 0 0 0,-2 5-1 0 0,4-5-32 0 0,-1 0-1 0 0,0 0 0 0 0,1-1 1 0 0,0 1-1 0 0,0 0 0 0 0,0 0 1 0 0,0 0-1 0 0,0-1 0 0 0,0 1 1 0 0,1 0-1 0 0,-1 0 0 0 0,1-1 1 0 0,0 1-1 0 0,0 0 0 0 0,0-1 1 0 0,0 1-1 0 0,1-1 0 0 0,-1 1 1 0 0,0-1-1 0 0,1 1 0 0 0,0-1 1 0 0,0 0-1 0 0,-1 0 0 0 0,1 0 1 0 0,1 0-1 0 0,-1 0 0 0 0,0-1 1 0 0,0 1-1 0 0,1-1 0 0 0,3 3 1 0 0,8 4-118 0 0,0 0 1 0 0,1-2 0 0 0,29 11-1 0 0,-32-13-79 0 0,26 8-1205 0 0,55 10-1 0 0,-4-6-4796 0 0,-41-8 2517 0 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6:33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1040 508 0 0,'0'0'782'0'0,"-8"1"4657"0"0,206-87-3159 0 0,-172 73-2045 0 0,0-2-1 0 0,0-1 0 0 0,-2-1 1 0 0,0-1-1 0 0,30-29 1 0 0,-48 41-174 0 0,-1 0 1 0 0,1 0-1 0 0,-2 0 1 0 0,1 0 0 0 0,-1-1-1 0 0,1 0 1 0 0,-2 0-1 0 0,1 0 1 0 0,-1-1 0 0 0,0 1-1 0 0,-1-1 1 0 0,0 1-1 0 0,0-1 1 0 0,0 0 0 0 0,-1 0-1 0 0,-1 0 1 0 0,1 0 0 0 0,-1 0-1 0 0,-2-14 1 0 0,2 21-59 0 0,0-1 0 0 0,-1 0 1 0 0,1 0-1 0 0,-1 1 0 0 0,1-1 1 0 0,-1 1-1 0 0,0-1 0 0 0,0 1 1 0 0,0-1-1 0 0,0 1 0 0 0,0-1 1 0 0,0 1-1 0 0,0 0 0 0 0,0-1 1 0 0,0 1-1 0 0,-1 0 0 0 0,1 0 1 0 0,0 0-1 0 0,-1 0 0 0 0,1 0 1 0 0,-1 0-1 0 0,0 0 0 0 0,1 1 1 0 0,-1-1-1 0 0,1 0 0 0 0,-1 1 1 0 0,0 0-1 0 0,1-1 0 0 0,-1 1 1 0 0,0 0-1 0 0,0 0 0 0 0,1 0 1 0 0,-1 0-1 0 0,0 0 0 0 0,0 0 1 0 0,1 0-1 0 0,-1 1 0 0 0,0-1 1 0 0,-1 1-1 0 0,-2 3-6 0 0,0 0-1 0 0,0 0 0 0 0,0 0 1 0 0,0 0-1 0 0,1 1 1 0 0,0 0-1 0 0,0 0 1 0 0,0 0-1 0 0,1 1 1 0 0,0-1-1 0 0,0 1 0 0 0,0 0 1 0 0,1-1-1 0 0,-1 1 1 0 0,2 1-1 0 0,-1-1 1 0 0,-1 11-1 0 0,2-12 3 0 0,1-1 1 0 0,0 1-1 0 0,0 0 0 0 0,1-1 1 0 0,-1 1-1 0 0,1-1 0 0 0,0 1 1 0 0,0 0-1 0 0,0-1 0 0 0,1 0 0 0 0,0 1 1 0 0,0-1-1 0 0,0 0 0 0 0,0 0 1 0 0,1 0-1 0 0,-1 0 0 0 0,1 0 1 0 0,0-1-1 0 0,0 1 0 0 0,0-1 1 0 0,1 0-1 0 0,-1 0 0 0 0,1 0 0 0 0,0 0 1 0 0,8 4-1 0 0,-2-2 6 0 0,1 0 0 0 0,0 0 1 0 0,0-1-1 0 0,1 0 0 0 0,-1-1 0 0 0,1-1 0 0 0,0 0 1 0 0,-1 0-1 0 0,25-1 0 0 0,-17-2 1 0 0,0 0 0 0 0,1-2 0 0 0,-1 0 0 0 0,0-1 0 0 0,31-11 0 0 0,-21 3 9 0 0,-1-1 0 0 0,0-1 0 0 0,0-1 0 0 0,-1-1-1 0 0,-1-2 1 0 0,-1 0 0 0 0,33-33 0 0 0,-46 40 53 0 0,-1-1 0 0 0,0 0 0 0 0,-1-1 0 0 0,-1 0 0 0 0,0 0 0 0 0,0-1 0 0 0,-2 0 0 0 0,0-1 0 0 0,0 0 0 0 0,-1 0 0 0 0,-1 0 0 0 0,-1-1 0 0 0,0 1 0 0 0,-1-1 0 0 0,-1 0 0 0 0,0 0 0 0 0,-1 0 0 0 0,-1 0 0 0 0,0-1-1 0 0,-1 1 1 0 0,-1 0 0 0 0,-1 0 0 0 0,0 1 0 0 0,-10-30 0 0 0,12 42-32 0 0,0 0 1 0 0,0 0-1 0 0,-1 1 0 0 0,1-1 0 0 0,-1 1 0 0 0,1-1 0 0 0,-1 1 0 0 0,0-1 1 0 0,0 1-1 0 0,0 0 0 0 0,0 0 0 0 0,0 0 0 0 0,-3-2 0 0 0,4 3-25 0 0,-22 38 24 0 0,11-7-27 0 0,2-1 1 0 0,1 2-1 0 0,2-1 0 0 0,-7 56 0 0 0,7-42-5 0 0,-59 571 49 0 0,57-502-46 0 0,2 0 20 0 0,5-57 9 0 0,-2 0 1 0 0,-2-1-1 0 0,-26 100 1 0 0,32-154-73 0 0,0 0 0 0 0,0 0 0 0 0,0-1 0 0 0,0 1 0 0 0,0 0 0 0 0,0-1 0 0 0,0 1 0 0 0,-1 0 0 0 0,1-1-1 0 0,0 1 1 0 0,0 0 0 0 0,-1-1 0 0 0,1 1 0 0 0,0 0 0 0 0,-1-1 0 0 0,1 1 0 0 0,-1-1 0 0 0,1 1 0 0 0,-1 0 0 0 0,1-1 0 0 0,-1 1 0 0 0,1-1 0 0 0,-1 0 0 0 0,0 1 0 0 0,1-1 0 0 0,-1 1 0 0 0,1-1 0 0 0,-1 0 0 0 0,-1 1 0 0 0,-6-20-555 0 0,3-42-377 0 0,12 10 418 0 0,2 0-1 0 0,2 0 1 0 0,2 1-1 0 0,3 1 1 0 0,2 0 0 0 0,2 2-1 0 0,2 0 1 0 0,37-59-1 0 0,32-33 207 0 0,136-158-1 0 0,-202 267 399 0 0,117-130 364 0 0,-90 107 77 0 0,-3-2-1 0 0,-2-3 1 0 0,45-71-1 0 0,-86 119-313 0 0,-1 1 0 0 0,0-1 0 0 0,-1 0-1 0 0,0-1 1 0 0,-1 1 0 0 0,0 0 0 0 0,0-1 0 0 0,-1 0-1 0 0,1-15 1 0 0,-3 21-104 0 0,0 0 1 0 0,0 0-1 0 0,-1 0 1 0 0,0 0-1 0 0,0 0 0 0 0,0 0 1 0 0,0 0-1 0 0,-1 0 1 0 0,0 0-1 0 0,0 0 0 0 0,0 1 1 0 0,-1-1-1 0 0,0 1 1 0 0,1 0-1 0 0,-1 0 0 0 0,-1 0 1 0 0,1 0-1 0 0,-1 0 1 0 0,1 1-1 0 0,-1-1 0 0 0,-6-3 1 0 0,7 5-62 0 0,0 1 1 0 0,0 0-1 0 0,0-1 1 0 0,0 1-1 0 0,0 0 1 0 0,0 0 0 0 0,0 1-1 0 0,-1-1 1 0 0,1 1-1 0 0,0-1 1 0 0,0 1-1 0 0,-1 0 1 0 0,1 0-1 0 0,0 0 1 0 0,0 1-1 0 0,-1-1 1 0 0,1 1 0 0 0,0 0-1 0 0,0 0 1 0 0,0 0-1 0 0,0 0 1 0 0,0 1-1 0 0,0-1 1 0 0,0 1-1 0 0,0 0 1 0 0,0-1-1 0 0,1 1 1 0 0,-1 1 0 0 0,1-1-1 0 0,-4 3 1 0 0,-4 5-5 0 0,0 1 1 0 0,0-1 0 0 0,1 2 0 0 0,1-1 0 0 0,-12 21-1 0 0,10-11-10 0 0,0-1 0 0 0,2 1 0 0 0,1 0 0 0 0,1 1-1 0 0,0 0 1 0 0,-4 39 0 0 0,1 136 28 0 0,8-151-24 0 0,17 237 26 0 0,-2-81 20 0 0,-12-145-44 0 0,1-27 6 0 0,-2 1-1 0 0,-1-1 1 0 0,-2 0 0 0 0,-8 49 0 0 0,-11-7 95 0 0,20-70-76 0 0,0-2-36 0 0,0 0 0 0 0,0-1 0 0 0,0 1 0 0 0,0 0 1 0 0,0 0-1 0 0,0 0 0 0 0,0-1 0 0 0,0 1 1 0 0,0-1-1 0 0,0 1 0 0 0,0-1 0 0 0,0 1 1 0 0,0-1-1 0 0,0 1 0 0 0,1-1 0 0 0,-1 0 1 0 0,0 1-1 0 0,0-1 0 0 0,1 0 0 0 0,-1 0 1 0 0,0 0-1 0 0,1 1 0 0 0,-1-1 0 0 0,1 0 1 0 0,-1 0-1 0 0,1 0 0 0 0,-1 0 0 0 0,1-1 1 0 0,-2-3-23 0 0,1 0 1 0 0,0 1 0 0 0,1-1 0 0 0,-1 0 0 0 0,1 0 0 0 0,1-8 0 0 0,1-7-90 0 0,0 1 0 0 0,9-26-1 0 0,-1 17-48 0 0,1 0-1 0 0,2 0 0 0 0,30-48 1 0 0,-25 45 54 0 0,-7 11 14 0 0,0 0-1 0 0,2 1 1 0 0,0 1 0 0 0,1 0 0 0 0,1 0 0 0 0,0 2 0 0 0,1 0-1 0 0,31-24 1 0 0,-45 39 94 0 0,1 0 0 0 0,-1-1 0 0 0,1 1 0 0 0,-1 0 0 0 0,1 0 0 0 0,0 0-1 0 0,-1 0 1 0 0,1 1 0 0 0,0-1 0 0 0,0 1 0 0 0,-1-1 0 0 0,1 1 0 0 0,0 0 0 0 0,0 0-1 0 0,0 1 1 0 0,-1-1 0 0 0,1 0 0 0 0,0 1 0 0 0,5 1 0 0 0,-4 0 19 0 0,1 1 0 0 0,-1-1 0 0 0,0 1 1 0 0,0 0-1 0 0,0 0 0 0 0,0 0 0 0 0,-1 0 1 0 0,1 1-1 0 0,-1-1 0 0 0,5 8 0 0 0,0 0 51 0 0,0 2-1 0 0,-1-1 0 0 0,-1 1 0 0 0,0 0 0 0 0,-1 1 0 0 0,7 24 0 0 0,-11-32-93 0 0,0 1-1 0 0,-1-1 1 0 0,0 0-1 0 0,0 1 1 0 0,0-1-1 0 0,-1 1 1 0 0,0-1-1 0 0,0 0 1 0 0,-2 7-1 0 0,1-8-479 0 0,1-1-1 0 0,-1 1 1 0 0,0-1-1 0 0,0 1 1 0 0,-1-1-1 0 0,1 0 1 0 0,-4 4 0 0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6:34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91 44 0 0,'2'-11'1379'0'0,"1"0"0"0"0,1 0 0 0 0,0 1 0 0 0,0 0 0 0 0,11-17 0 0 0,-14 25-1193 0 0,2-1 32 0 0,4-1-131 0 0,-6 4-154 0 0,1-1 0 0 0,-1 1-1 0 0,1 0 1 0 0,0-1-1 0 0,-1 1 1 0 0,1 0 0 0 0,-1 0-1 0 0,1 0 1 0 0,0 0-1 0 0,-1 0 1 0 0,1 1-1 0 0,0-1 1 0 0,-1 0 0 0 0,1 1-1 0 0,-1-1 1 0 0,1 1-1 0 0,-1-1 1 0 0,1 1 0 0 0,-1 0-1 0 0,1 0 1 0 0,1 1-1 0 0,17 14-3851 0 0,-14-9 2000 0 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6:34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89 416 0 0,'-53'-15'5585'0'0,"49"15"-5442"0"0,0-1 1 0 0,0 1-1 0 0,1 1 0 0 0,-1-1 0 0 0,0 0 0 0 0,0 1 1 0 0,0 0-1 0 0,1 0 0 0 0,-1 0 0 0 0,1 0 0 0 0,-1 1 1 0 0,1-1-1 0 0,-1 1 0 0 0,1 0 0 0 0,0 0 1 0 0,-1 0-1 0 0,1 1 0 0 0,1-1 0 0 0,-1 1 0 0 0,0 0 1 0 0,0-1-1 0 0,1 1 0 0 0,0 0 0 0 0,-4 6 0 0 0,3-4-60 0 0,0 0 0 0 0,0 0-1 0 0,0 1 1 0 0,1-1 0 0 0,0 1-1 0 0,0-1 1 0 0,0 1 0 0 0,1 0 0 0 0,0-1-1 0 0,0 1 1 0 0,0 0 0 0 0,1 0-1 0 0,0 0 1 0 0,1 11 0 0 0,1-11-67 0 0,-1 0 0 0 0,1 0 0 0 0,0 0 0 0 0,1-1 1 0 0,-1 1-1 0 0,1-1 0 0 0,0 0 0 0 0,0 1 0 0 0,1-1 0 0 0,0-1 1 0 0,0 1-1 0 0,0 0 0 0 0,0-1 0 0 0,1 0 0 0 0,-1 0 1 0 0,1 0-1 0 0,0-1 0 0 0,0 0 0 0 0,0 0 0 0 0,1 0 1 0 0,-1 0-1 0 0,1-1 0 0 0,0 0 0 0 0,0 0 0 0 0,0-1 0 0 0,11 3 1 0 0,-4-3-49 0 0,0 0 0 0 0,-1 0 0 0 0,1-1 1 0 0,0-1-1 0 0,0 0 0 0 0,-1 0 1 0 0,1-2-1 0 0,-1 1 0 0 0,0-2 0 0 0,1 0 1 0 0,-1 0-1 0 0,11-6 0 0 0,-1-3 46 0 0,0 0 0 0 0,-2-1 0 0 0,1-1-1 0 0,-2-1 1 0 0,0-1 0 0 0,31-36 0 0 0,-35 35 623 0 0,-2 0 1 0 0,0-1-1 0 0,0-1 1 0 0,12-29 0 0 0,-5 16 1809 0 0,-39 54-4360 0 0,1 1 1 0 0,-30 46-1 0 0,35-50-3444 0 0,7-11 2270 0 0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6:34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1 111 460 0 0,'5'-102'10062'0'0,"-6"99"-10218"0"0,0-3 276 0 0,23 19-6722 0 0,-13-5 4418 0 0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6:35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44 612 488 0 0,'15'-3'3160'0'0,"1"-12"-1898"0"0,-8 9-378 0 0,-1-1 0 0 0,0-1 0 0 0,0 1 0 0 0,8-14 0 0 0,-13 18-696 0 0,0 0 0 0 0,-1 0-1 0 0,0 0 1 0 0,1 0 0 0 0,-1 0-1 0 0,0-1 1 0 0,0 1-1 0 0,-1 0 1 0 0,1-1 0 0 0,-1 1-1 0 0,0-1 1 0 0,0 1-1 0 0,0-1 1 0 0,0 1 0 0 0,0 0-1 0 0,-1-1 1 0 0,0 1 0 0 0,-1-4-1 0 0,2 5 15 0 0,-2 1-149 0 0,0 0 1 0 0,1 0 0 0 0,-1 0 0 0 0,0 0 0 0 0,0 0 0 0 0,1 0 0 0 0,-1 1 0 0 0,0-1 0 0 0,0 1 0 0 0,0-1 0 0 0,0 1-1 0 0,0 0 1 0 0,-2 0 0 0 0,-2 2-41 0 0,0 1 0 0 0,0-1 1 0 0,0 2-1 0 0,1-1 0 0 0,-1 0 0 0 0,1 1 0 0 0,0 0 0 0 0,0 0 0 0 0,0 1 0 0 0,1-1 0 0 0,0 1 0 0 0,-1 0 0 0 0,2 0 1 0 0,-1 1-1 0 0,1-1 0 0 0,-1 1 0 0 0,2 0 0 0 0,-1 0 0 0 0,1 0 0 0 0,-1 0 0 0 0,2 0 0 0 0,-1 0 0 0 0,1 0 1 0 0,-1 9-1 0 0,2-12-37 0 0,1 0 1 0 0,0 0 0 0 0,0 0 0 0 0,0 0-1 0 0,0 0 1 0 0,0 0 0 0 0,1 0 0 0 0,-1 0-1 0 0,1 0 1 0 0,0-1 0 0 0,0 1-1 0 0,0-1 1 0 0,0 1 0 0 0,0-1 0 0 0,1 0-1 0 0,-1 0 1 0 0,1 0 0 0 0,-1 0 0 0 0,1-1-1 0 0,0 1 1 0 0,-1 0 0 0 0,1-1 0 0 0,0 0-1 0 0,0 0 1 0 0,0 0 0 0 0,0 0-1 0 0,0 0 1 0 0,5 0 0 0 0,5 1-73 0 0,-1 0 0 0 0,0 0 0 0 0,0-1 0 0 0,1-1 0 0 0,-1 0 0 0 0,13-2 1 0 0,-10 0-12 0 0,1-2 0 0 0,-1 0 0 0 0,-1-1 0 0 0,1 0 1 0 0,-1-2-1 0 0,0 1 0 0 0,0-2 0 0 0,-1 0 1 0 0,19-14-1 0 0,-13 7 258 0 0,-1-1-1 0 0,0 0 1 0 0,-1-2 0 0 0,-1 0-1 0 0,19-27 1 0 0,-35 44-80 0 0,1 0-1 0 0,0 0 0 0 0,-1 0 1 0 0,1 0-1 0 0,0 0 0 0 0,-1 0 1 0 0,1 0-1 0 0,0 0 0 0 0,0 1 1 0 0,0-1-1 0 0,0 0 0 0 0,0 0 1 0 0,0 1-1 0 0,0-1 1 0 0,0 1-1 0 0,0-1 0 0 0,0 1 1 0 0,0-1-1 0 0,2 1 0 0 0,-3 0-48 0 0,1 0-1 0 0,0 0 0 0 0,0 1 0 0 0,-1-1 1 0 0,1 0-1 0 0,0 0 0 0 0,-1 1 0 0 0,1-1 1 0 0,0 1-1 0 0,-1-1 0 0 0,1 1 0 0 0,0-1 1 0 0,-1 1-1 0 0,1-1 0 0 0,-1 1 0 0 0,1-1 1 0 0,-1 1-1 0 0,0 0 0 0 0,1-1 0 0 0,-1 1 1 0 0,1 0-1 0 0,-1 0 0 0 0,16 56-139 0 0,-11-37 282 0 0,17 48-244 0 0,-21-66 33 0 0,-1-2 42 0 0,0 1-1 0 0,0-1 1 0 0,0 1-1 0 0,0 0 1 0 0,1-1 0 0 0,-1 1-1 0 0,0-1 1 0 0,0 1 0 0 0,1-1-1 0 0,-1 1 1 0 0,0-1-1 0 0,1 1 1 0 0,-1-1 0 0 0,1 0-1 0 0,-1 1 1 0 0,0-1 0 0 0,1 1-1 0 0,-1-1 1 0 0,1 0-1 0 0,-1 1 1 0 0,1-1 0 0 0,-1 0-1 0 0,1 0 1 0 0,0 0 0 0 0,-1 1-1 0 0,1-1 1 0 0,-1 0-1 0 0,1 0 1 0 0,-1 0 0 0 0,1 0-1 0 0,0 0 1 0 0,-1 0-1 0 0,1 0 1 0 0,-1 0 0 0 0,1 0-1 0 0,-1 0 1 0 0,1 0 0 0 0,0 0-1 0 0,-1 0 1 0 0,1-1-1 0 0,-1 1 1 0 0,1 0 0 0 0,-1 0-1 0 0,1-1 1 0 0,-1 1 0 0 0,1 0-1 0 0,0-1 1 0 0,32-14-178 0 0,-28 13 126 0 0,11-6-101 0 0,1 0 0 0 0,1 1-1 0 0,-1 1 1 0 0,1 1 0 0 0,0 0 0 0 0,1 1-1 0 0,-1 1 1 0 0,1 1 0 0 0,18 0 0 0 0,-14 2 46 0 0,5 1-4 0 0,0-1-1 0 0,1-2 0 0 0,-1-1 1 0 0,46-10-1 0 0,-67 11 142 0 0,0 0-1 0 0,0-1 0 0 0,0 1 1 0 0,-1-2-1 0 0,0 1 0 0 0,1-1 1 0 0,-1 1-1 0 0,0-2 0 0 0,-1 1 1 0 0,1-1-1 0 0,-1 0 0 0 0,0 0 1 0 0,0 0-1 0 0,0-1 1 0 0,-1 1-1 0 0,0-1 0 0 0,0 0 1 0 0,0-1-1 0 0,-1 1 0 0 0,0-1 1 0 0,0 1-1 0 0,-1-1 0 0 0,3-11 1 0 0,2-11 219 0 0,-1-1 1 0 0,-1 1-1 0 0,-2-1 0 0 0,-1 0 1 0 0,-1 0-1 0 0,-2 0 1 0 0,-1 0-1 0 0,-1 0 0 0 0,-2 1 1 0 0,0-1-1 0 0,-15-41 1 0 0,20 70-236 0 0,0 1 0 0 0,0 0 1 0 0,0 0-1 0 0,0-1 0 0 0,0 1 1 0 0,0 0-1 0 0,0 0 0 0 0,-1 0 1 0 0,1-1-1 0 0,0 1 0 0 0,0 0 1 0 0,0 0-1 0 0,0 0 0 0 0,0-1 0 0 0,0 1 1 0 0,0 0-1 0 0,0 0 0 0 0,-1 0 1 0 0,1 0-1 0 0,0-1 0 0 0,0 1 1 0 0,0 0-1 0 0,0 0 0 0 0,-1 0 1 0 0,1 0-1 0 0,0 0 0 0 0,0 0 1 0 0,0 0-1 0 0,-1 0 0 0 0,1-1 0 0 0,0 1 1 0 0,0 0-1 0 0,0 0 0 0 0,-1 0 1 0 0,1 0-1 0 0,0 0 0 0 0,0 0 1 0 0,-1 0-1 0 0,1 0 0 0 0,0 0 1 0 0,0 0-1 0 0,0 0 0 0 0,-1 0 1 0 0,1 1-1 0 0,0-1 0 0 0,0 0 1 0 0,0 0-1 0 0,-1 0 0 0 0,1 0 0 0 0,0 0 1 0 0,0 0-1 0 0,-1 1 0 0 0,-9 14 83 0 0,-3 23-88 0 0,7 2-46 0 0,2 1 0 0 0,2 0 0 0 0,2 0 0 0 0,1 0 1 0 0,2 0-1 0 0,9 42 0 0 0,2 40-1840 0 0,-9-41-5955 0 0,-3-68 4573 0 0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6:36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87 20 0 0,'12'-7'905'0'0,"8"-7"387"0"0,0 1 0 0 0,1 1 0 0 0,1 1 1 0 0,45-17-1 0 0,-38 27-1971 0 0,-14 5-2913 0 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6:36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8 264 0 0,'0'0'816'0'0,"-2"-1"-311"0"0,1 0 0 0 0,-1 0 1 0 0,0 0-1 0 0,1 1 0 0 0,-1-1 0 0 0,0 0 0 0 0,1 1 0 0 0,-1 0 1 0 0,0-1-1 0 0,0 1 0 0 0,-3 0 0 0 0,1 2-389 0 0,0 0-1 0 0,1 0 1 0 0,-1 0 0 0 0,0 1-1 0 0,1 0 1 0 0,0 0 0 0 0,0-1-1 0 0,0 2 1 0 0,0-1 0 0 0,0 0-1 0 0,0 1 1 0 0,1-1 0 0 0,0 1-1 0 0,0 0 1 0 0,0 0 0 0 0,0-1-1 0 0,0 1 1 0 0,1 1 0 0 0,-1-1-1 0 0,1 0 1 0 0,1 0 0 0 0,-1 0-1 0 0,0 1 1 0 0,1-1 0 0 0,0 0-1 0 0,0 1 1 0 0,0-1-1 0 0,2 7 1 0 0,-1-6-152 0 0,0 1 1 0 0,1-1-1 0 0,0 1 0 0 0,0-1 0 0 0,1 0 0 0 0,-1 0 1 0 0,1 0-1 0 0,0 0 0 0 0,0-1 0 0 0,1 1 0 0 0,-1-1 1 0 0,1 0-1 0 0,0 1 0 0 0,0-2 0 0 0,1 1 0 0 0,-1-1 1 0 0,1 1-1 0 0,0-1 0 0 0,0 0 0 0 0,0-1 0 0 0,0 1 1 0 0,5 1-1 0 0,42 8-4725 0 0,-24-10 1997 0 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6:37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44 1620 0 0,'0'0'2139'0'0,"-36"-18"8559"0"0,33 15-10998 0 0,-14-13 5224 0 0,12 9-7775 0 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6:47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450 597 872 0 0,'-112'-94'12714'0'0,"111"93"-11689"0"0,0 7-877 0 0,-5 26 7 0 0,2 1 0 0 0,1 0 0 0 0,2 52 0 0 0,15 105 129 0 0,-11-160-244 0 0,28 155 167 0 0,1 17-142 0 0,-30-171 83 0 0,-17-63-199 0 0,2 0-1 0 0,-17-66 0 0 0,-2-5-107 0 0,-13-13 7 0 0,-70-217-119 0 0,104 292 244 0 0,2-1-1 0 0,2 0 1 0 0,2 0-1 0 0,1 0 1 0 0,3-1 0 0 0,3-49-1 0 0,0 73 1 0 0,1 1 0 0 0,0 0-1 0 0,1 0 1 0 0,2 0 0 0 0,-1 1 0 0 0,2-1-1 0 0,0 1 1 0 0,1 1 0 0 0,13-21 0 0 0,-17 31 3 0 0,0 1-1 0 0,0 0 1 0 0,1-1 0 0 0,-1 1 0 0 0,1 1-1 0 0,0-1 1 0 0,0 1 0 0 0,1-1 0 0 0,-1 2-1 0 0,1-1 1 0 0,0 1 0 0 0,0-1 0 0 0,0 2 0 0 0,1-1-1 0 0,-1 1 1 0 0,1 0 0 0 0,-1 0 0 0 0,1 0-1 0 0,0 1 1 0 0,-1 0 0 0 0,1 1 0 0 0,0 0-1 0 0,0 0 1 0 0,0 0 0 0 0,-1 1 0 0 0,1 0 0 0 0,12 3-1 0 0,-6 0 17 0 0,0 1-1 0 0,-1 1 0 0 0,0 0 0 0 0,0 1 1 0 0,0 0-1 0 0,-1 1 0 0 0,0 0 0 0 0,-1 0 1 0 0,0 1-1 0 0,0 1 0 0 0,0 0 0 0 0,-2 0 1 0 0,1 1-1 0 0,-1 0 0 0 0,12 22 0 0 0,-8-11-1 0 0,-1 1 0 0 0,0 0-1 0 0,-2 1 1 0 0,-1 0 0 0 0,0 0-1 0 0,-2 1 1 0 0,5 42 0 0 0,-10-54 8 0 0,-1-1 1 0 0,0 0 0 0 0,0 0 0 0 0,-2 1 0 0 0,1-1-1 0 0,-2 0 1 0 0,1 0 0 0 0,-2-1 0 0 0,1 1-1 0 0,-2 0 1 0 0,0-1 0 0 0,-7 13 0 0 0,3-9 5 0 0,-1-1 0 0 0,0-1 0 0 0,-1 1 0 0 0,0-2 1 0 0,-1 1-1 0 0,-1-2 0 0 0,0 1 0 0 0,-15 9 0 0 0,4-6 13 0 0,0 0-1 0 0,-1-2 1 0 0,0-1-1 0 0,-1-1 1 0 0,0-1-1 0 0,-1-1 0 0 0,0-2 1 0 0,0-1-1 0 0,-1 0 1 0 0,-42 1-1 0 0,60-7-116 0 0,-1 0 0 0 0,0-1-1 0 0,1 0 1 0 0,-1-1 0 0 0,0-1 0 0 0,-13-4-1 0 0,18 5-640 0 0,1 0 1 0 0,0 0-1 0 0,-1-1 0 0 0,1 0 1 0 0,0 0-1 0 0,1 0 0 0 0,-9-7 0 0 0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6:48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10 439 124 0 0,'0'0'716'0'0,"9"-1"263"0"0,-2 1 451 0 0,-1 1-1262 0 0,0 0 1 0 0,0 1-1 0 0,0 0 1 0 0,0 0-1 0 0,0 0 1 0 0,-1 1-1 0 0,1 0 1 0 0,-1 0-1 0 0,0 0 1 0 0,0 1-1 0 0,0 0 1 0 0,0 0-1 0 0,-1 0 1 0 0,0 0-1 0 0,1 1 1 0 0,-1-1 0 0 0,-1 1-1 0 0,1 0 1 0 0,-1 1-1 0 0,0-1 1 0 0,0 0-1 0 0,3 9 1 0 0,-3-5-108 0 0,1 0 0 0 0,-2 0 0 0 0,1 0 0 0 0,-1 0 0 0 0,0 0 0 0 0,-1 1 0 0 0,0-1 0 0 0,-1 1 0 0 0,0-1 0 0 0,0 0 0 0 0,-1 1 0 0 0,0-1 0 0 0,-1 0 0 0 0,-3 12 0 0 0,-30 63 437 0 0,33-79-384 0 0,-1 1 0 0 0,0-1-1 0 0,0 0 1 0 0,-1 0-1 0 0,1 0 1 0 0,-1-1-1 0 0,0 1 1 0 0,0-1 0 0 0,-1 0-1 0 0,1 0 1 0 0,-1-1-1 0 0,-9 6 1 0 0,13-8-67 0 0,0 0 0 0 0,0-1 0 0 0,-1 1 0 0 0,1-1-1 0 0,0 1 1 0 0,0-1 0 0 0,-1 1 0 0 0,1-1 0 0 0,0 0 0 0 0,-1 0 0 0 0,1 0 0 0 0,0 0 0 0 0,-1 0 0 0 0,1 0 0 0 0,-1 0 0 0 0,1 0-1 0 0,0 0 1 0 0,-1-1 0 0 0,1 1 0 0 0,0 0 0 0 0,-1-1 0 0 0,1 1 0 0 0,0-1 0 0 0,0 0 0 0 0,0 1 0 0 0,-1-1 0 0 0,1 0 0 0 0,0 0-1 0 0,-1-1 1 0 0,0-1-5 0 0,0 1 0 0 0,1-1 0 0 0,-1 0-1 0 0,1 0 1 0 0,0 0 0 0 0,0 0 0 0 0,0 0-1 0 0,0 0 1 0 0,1 0 0 0 0,-1-1 0 0 0,1 1-1 0 0,0-4 1 0 0,0-7-25 0 0,0 0 0 0 0,1 1 0 0 0,1-1 0 0 0,1 0 0 0 0,4-15 0 0 0,-2 9-54 0 0,2 1-1 0 0,0 0 1 0 0,1 1-1 0 0,1-1 1 0 0,1 2-1 0 0,0-1 1 0 0,2 1 0 0 0,0 1-1 0 0,0 0 1 0 0,2 1-1 0 0,0 0 1 0 0,25-20-1 0 0,9 3-173 0 0,-46 31 160 0 0,15 5-169 0 0,-10 5 186 0 0,-1 1 0 0 0,0 0 0 0 0,0 0 0 0 0,-1 1-1 0 0,5 12 1 0 0,-4-8 17 0 0,1 0-1 0 0,15 25 1 0 0,-14-29 25 0 0,0 1-1 0 0,1-2 1 0 0,0 1 0 0 0,1-1 0 0 0,0-1-1 0 0,0 0 1 0 0,1 0 0 0 0,0-1-1 0 0,0-1 1 0 0,1 1 0 0 0,0-2 0 0 0,1 0-1 0 0,23 8 1 0 0,-33-13 1 0 0,1 0 0 0 0,-1-1 0 0 0,0 1 0 0 0,1-1 1 0 0,-1 0-1 0 0,1 0 0 0 0,-1 0 0 0 0,1-1 0 0 0,-1 1 0 0 0,1-1 0 0 0,-1 0 0 0 0,1 0 0 0 0,-1 0 1 0 0,0 0-1 0 0,0 0 0 0 0,1-1 0 0 0,-1 0 0 0 0,0 1 0 0 0,0-1 0 0 0,-1 0 0 0 0,1 0 1 0 0,0-1-1 0 0,-1 1 0 0 0,1-1 0 0 0,-1 1 0 0 0,0-1 0 0 0,0 0 0 0 0,0 0 0 0 0,0 0 0 0 0,2-5 1 0 0,0 0 26 0 0,0 0 0 0 0,-1 0 1 0 0,0 0-1 0 0,0-1 1 0 0,-1 1-1 0 0,0-1 1 0 0,-1 1-1 0 0,1-1 1 0 0,-2 0-1 0 0,0-15 0 0 0,-1 15-22 0 0,0 0 0 0 0,-1-1 0 0 0,0 1 0 0 0,-1 0 0 0 0,0 0 0 0 0,0 1-1 0 0,-1-1 1 0 0,-8-13 0 0 0,9 17-19 0 0,0 0 0 0 0,0 1 0 0 0,-1-1 0 0 0,0 1 0 0 0,0 0 1 0 0,0 0-1 0 0,0 1 0 0 0,-1-1 0 0 0,0 1 0 0 0,1 0 0 0 0,-1 0 0 0 0,0 0 0 0 0,-1 1 0 0 0,1 0 0 0 0,0 0 0 0 0,-1 0 0 0 0,-8-1 0 0 0,13 3 3 0 0,0-1 1 0 0,1 1-1 0 0,-1 0 0 0 0,1 0 0 0 0,-1 0 0 0 0,0 0 0 0 0,1 1 0 0 0,-1-1 0 0 0,1 0 0 0 0,-1 0 0 0 0,0 0 0 0 0,1 0 0 0 0,-1 1 0 0 0,1-1 0 0 0,-1 0 0 0 0,1 0 1 0 0,-1 1-1 0 0,1-1 0 0 0,-1 0 0 0 0,1 1 0 0 0,-1-1 0 0 0,1 1 0 0 0,0-1 0 0 0,-1 1 0 0 0,1-1 0 0 0,-1 0 0 0 0,1 1 0 0 0,0 0 0 0 0,0-1 0 0 0,-1 1 1 0 0,1-1-1 0 0,0 1 0 0 0,0-1 0 0 0,0 1 0 0 0,-1-1 0 0 0,1 1 0 0 0,0 0 0 0 0,0-1 0 0 0,0 1 0 0 0,0-1 0 0 0,0 1 0 0 0,0 0 0 0 0,0 0 0 0 0,4 23-76 0 0,-1-20 62 0 0,0 0-1 0 0,0 0 1 0 0,0 0 0 0 0,1 0-1 0 0,-1 0 1 0 0,1 0 0 0 0,0-1-1 0 0,0 0 1 0 0,0 0 0 0 0,1 0-1 0 0,-1 0 1 0 0,1-1-1 0 0,0 0 1 0 0,-1 0 0 0 0,1 0-1 0 0,0 0 1 0 0,0-1 0 0 0,0 0-1 0 0,0 0 1 0 0,0 0 0 0 0,1 0-1 0 0,-1-1 1 0 0,0 0 0 0 0,9-1-1 0 0,0 0-14 0 0,-1 0 0 0 0,0-1-1 0 0,0-1 1 0 0,0 0 0 0 0,0 0-1 0 0,0-1 1 0 0,0-1 0 0 0,16-9-1 0 0,-14 5 38 0 0,0 0-1 0 0,-1-1 0 0 0,0 0 1 0 0,0-1-1 0 0,-1-1 0 0 0,-1 0 1 0 0,0-1-1 0 0,-1 0 0 0 0,12-19 1 0 0,-16 21 63 0 0,0-1 1 0 0,-1 0-1 0 0,-1 0 1 0 0,0-1-1 0 0,0 0 1 0 0,-1 0-1 0 0,-1 0 1 0 0,-1 0 0 0 0,1 0-1 0 0,-2-1 1 0 0,0 1-1 0 0,-1-21 1 0 0,-1 25 60 0 0,0 1 0 0 0,0-1 1 0 0,-1 0-1 0 0,0 1 1 0 0,-7-17-1 0 0,8 22-76 0 0,-1-1 0 0 0,1 0 0 0 0,-1 1 0 0 0,0 0 0 0 0,0 0 0 0 0,-1-1 0 0 0,1 1 0 0 0,-1 1 0 0 0,0-1 0 0 0,1 0 0 0 0,-1 1 0 0 0,0-1 0 0 0,0 1 0 0 0,-1 0 0 0 0,-4-3 0 0 0,6 4-20 0 0,-1 3-27 0 0,-1 0 0 0 0,1 1-1 0 0,0-1 1 0 0,0 1 0 0 0,0-1 0 0 0,0 1 0 0 0,0 0-1 0 0,0 0 1 0 0,1 0 0 0 0,-1 0 0 0 0,1 1 0 0 0,0-1-1 0 0,0 1 1 0 0,0-1 0 0 0,-1 5 0 0 0,0 1-3 0 0,0-1 1 0 0,1 0 0 0 0,1 0-1 0 0,0 1 1 0 0,0-1-1 0 0,0 18 1 0 0,2-8 0 0 0,1 1-1 0 0,1 0 1 0 0,1-1-1 0 0,0 0 1 0 0,1 0-1 0 0,8 19 1 0 0,1-9-72 0 0,1-2 0 0 0,1 0 1 0 0,1 0-1 0 0,25 26 0 0 0,-21-25-165 0 0,0 0 0 0 0,32 59-1 0 0,-52-83 217 0 0,1 0-1 0 0,-1-1 1 0 0,0 1-1 0 0,0 0 0 0 0,0 0 1 0 0,0 0-1 0 0,-1 0 0 0 0,1 0 1 0 0,-1 0-1 0 0,0 0 1 0 0,0 0-1 0 0,0 0 0 0 0,0 0 1 0 0,0 0-1 0 0,-1 0 0 0 0,1 0 1 0 0,-1 0-1 0 0,0 0 1 0 0,0 0-1 0 0,-2 4 0 0 0,1-3 21 0 0,-1 0-1 0 0,0 0 0 0 0,0-1 1 0 0,0 0-1 0 0,0 1 0 0 0,-1-1 1 0 0,1 0-1 0 0,-1 0 1 0 0,0-1-1 0 0,0 1 0 0 0,0-1 1 0 0,-6 3-1 0 0,-1-1 146 0 0,-1 1 1 0 0,1-2-1 0 0,-1 1 0 0 0,0-2 0 0 0,0 0 1 0 0,0 0-1 0 0,-1-1 0 0 0,1 0 1 0 0,-17-2-1 0 0,27 1-226 0 0,-3-3 455 0 0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6:48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1056 0 0,'21'2'15594'0'0,"-15"-7"-14898"0"0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6:49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374 150 436 0 0,'-3'-31'3082'0'0,"3"23"-2442"0"0,-1-1 0 0 0,0 1 0 0 0,0 0 0 0 0,-1 0 0 0 0,0 0-1 0 0,-1 0 1 0 0,0 0 0 0 0,0 1 0 0 0,-5-11 0 0 0,7 16-270 0 0,-22-22 1588 0 0,19 23-1921 0 0,-1 0 0 0 0,0 1 0 0 0,1 0 0 0 0,-1 0 0 0 0,0 0 0 0 0,1 0 0 0 0,-1 1 0 0 0,1 0 1 0 0,-1 0-1 0 0,1 0 0 0 0,-1 0 0 0 0,1 1 0 0 0,0 0 0 0 0,-1 0 0 0 0,1 0 0 0 0,0 0 0 0 0,0 1 0 0 0,-6 5 0 0 0,-7 4 59 0 0,1 1 1 0 0,-27 28-1 0 0,26-21-5 0 0,0 1 0 0 0,1 1 0 0 0,1 0 0 0 0,1 1 0 0 0,2 0 0 0 0,0 2 0 0 0,1-1 0 0 0,-12 43 1 0 0,18-50-60 0 0,1-1 0 0 0,1 1 0 0 0,0-1 1 0 0,1 1-1 0 0,1 0 0 0 0,0 0 1 0 0,1 0-1 0 0,1 0 0 0 0,1-1 1 0 0,0 1-1 0 0,1 0 0 0 0,1-1 0 0 0,1 1 1 0 0,11 26-1 0 0,-12-35-17 0 0,1 1 0 0 0,0-1 0 0 0,1 0 0 0 0,0 0 0 0 0,0 0 0 0 0,0-1 0 0 0,1 0 0 0 0,1 0 0 0 0,-1-1-1 0 0,1 0 1 0 0,0 0 0 0 0,15 8 0 0 0,-10-8 4 0 0,0-1 0 0 0,1 0 0 0 0,-1-1 0 0 0,1 0-1 0 0,0-1 1 0 0,0-1 0 0 0,0 0 0 0 0,15-1 0 0 0,7-1-18 0 0,-1-3 0 0 0,1-1 0 0 0,-1-1 0 0 0,1-2 0 0 0,-2-2 0 0 0,40-14 0 0 0,13-15-1630 0 0,-85 37 1010 0 0,5-3-733 0 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6:50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34 944 0 0,'-16'-32'7397'0'0,"14"32"-7283"0"0,0-1-1 0 0,0 1 1 0 0,0 0 0 0 0,0 0 0 0 0,0 0-1 0 0,0 0 1 0 0,0 0 0 0 0,0 0 0 0 0,0 1 0 0 0,0-1-1 0 0,0 1 1 0 0,0-1 0 0 0,0 1 0 0 0,0 0 0 0 0,0-1-1 0 0,0 1 1 0 0,0 0 0 0 0,0 1 0 0 0,1-1-1 0 0,-1 0 1 0 0,0 0 0 0 0,1 1 0 0 0,-3 1 0 0 0,-37 38 704 0 0,36-35-739 0 0,1-1-1 0 0,0 1 0 0 0,0 0 1 0 0,1 0-1 0 0,-1 0 0 0 0,2 0 0 0 0,-1 1 1 0 0,0-1-1 0 0,1 1 0 0 0,1-1 0 0 0,-1 1 1 0 0,1 0-1 0 0,-1 10 0 0 0,2-13-53 0 0,1 1-1 0 0,-1-1 1 0 0,1 0-1 0 0,0 0 1 0 0,1 1-1 0 0,-1-1 1 0 0,0 0-1 0 0,1 0 1 0 0,0 0-1 0 0,0-1 1 0 0,0 1-1 0 0,1 0 1 0 0,-1-1-1 0 0,1 1 1 0 0,0-1-1 0 0,0 0 1 0 0,0 0-1 0 0,0 0 1 0 0,1 0-1 0 0,-1-1 1 0 0,1 1-1 0 0,5 2 1 0 0,-7-4-14 0 0,0 0 1 0 0,1 0-1 0 0,-1 0 1 0 0,1 0 0 0 0,-1 0-1 0 0,0 0 1 0 0,1-1-1 0 0,0 1 1 0 0,-1-1-1 0 0,1 0 1 0 0,-1 0-1 0 0,1 0 1 0 0,-1 0-1 0 0,1 0 1 0 0,0 0-1 0 0,-1-1 1 0 0,1 0-1 0 0,-1 1 1 0 0,1-1-1 0 0,-1 0 1 0 0,0 0-1 0 0,1 0 1 0 0,-1 0 0 0 0,0 0-1 0 0,0-1 1 0 0,0 1-1 0 0,0-1 1 0 0,0 0-1 0 0,0 1 1 0 0,0-1-1 0 0,0 0 1 0 0,2-3-1 0 0,-1 1 48 0 0,1-1 1 0 0,-1 1-1 0 0,0-1 0 0 0,0 0 0 0 0,0 0 0 0 0,-1 0 0 0 0,0-1 1 0 0,0 1-1 0 0,0 0 0 0 0,0-1 0 0 0,-1 0 0 0 0,0 1 1 0 0,1-8-1 0 0,-3 6 11 0 0,0 0 1 0 0,0 0-1 0 0,0 0 1 0 0,0 0 0 0 0,-1 0-1 0 0,-1 1 1 0 0,1-1-1 0 0,-5-9 1 0 0,5 14-121 0 0,1-1 0 0 0,0 0 0 0 0,-1 1 1 0 0,0-1-1 0 0,1 1 0 0 0,-1 0 0 0 0,0-1 0 0 0,0 1 0 0 0,0 0 0 0 0,-1 0 0 0 0,1 0 0 0 0,0 1 0 0 0,-1-1 1 0 0,1 0-1 0 0,-1 1 0 0 0,0 0 0 0 0,1-1 0 0 0,-1 1 0 0 0,0 0 0 0 0,0 0 0 0 0,0 1 0 0 0,0-1 1 0 0,-3 0-1 0 0,4 2-145 0 0,0-1 0 0 0,-1 1 1 0 0,1 0-1 0 0,0 0 1 0 0,-1 0-1 0 0,1 0 0 0 0,0 0 1 0 0,0 0-1 0 0,0 1 1 0 0,0-1-1 0 0,0 1 0 0 0,-2 2 1 0 0,3-3-128 0 0,0-1 1 0 0,0 1-1 0 0,1 0 1 0 0,-1 0 0 0 0,0 0-1 0 0,1-1 1 0 0,-1 1-1 0 0,1 0 1 0 0,-1 0-1 0 0,1 0 1 0 0,-1 0-1 0 0,1 0 1 0 0,0 0 0 0 0,-1 0-1 0 0,1 0 1 0 0,0 0-1 0 0,0 0 1 0 0,0 0-1 0 0,0 0 1 0 0,0 0 0 0 0,0 2-1 0 0,2 7-2265 0 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6:50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52 0 0,'0'0'1355'0'0,"39"51"2533"0"0,-28-39-3367 0 0,-1 0 1 0 0,-1 0-1 0 0,-1 1 0 0 0,11 19 0 0 0,-19-31 250 0 0,4-2-731 0 0,0-1 0 0 0,-1 1 0 0 0,1-1 0 0 0,-1 0 0 0 0,0-1 0 0 0,0 1 0 0 0,0-1 0 0 0,0 1 0 0 0,0-1 0 0 0,0 0 0 0 0,-1 0 0 0 0,1 0 0 0 0,-1 0 0 0 0,0 0 0 0 0,4-8 0 0 0,7-7 109 0 0,-6 11-100 0 0,-6 6-51 0 0,0 0 1 0 0,0 0 0 0 0,0 0-1 0 0,-1 0 1 0 0,1 0 0 0 0,1 0-1 0 0,-1 0 1 0 0,0 0 0 0 0,0 1-1 0 0,0-1 1 0 0,0 0 0 0 0,1 1-1 0 0,-1-1 1 0 0,0 1 0 0 0,0-1 0 0 0,1 1-1 0 0,-1-1 1 0 0,0 1 0 0 0,1 0-1 0 0,-1 0 1 0 0,1 0 0 0 0,-1 0-1 0 0,0 0 1 0 0,1 0 0 0 0,-1 0-1 0 0,1 0 1 0 0,-1 0 0 0 0,0 1-1 0 0,1-1 1 0 0,-1 0 0 0 0,0 1-1 0 0,0 0 1 0 0,1-1 0 0 0,-1 1 0 0 0,2 1-1 0 0,54 18-801 0 0,-55-20 548 0 0,1 1-1 0 0,0-1 1 0 0,-1 0 0 0 0,1 1-1 0 0,-1-1 1 0 0,1 0 0 0 0,0-1 0 0 0,-1 1-1 0 0,1 0 1 0 0,-1-1 0 0 0,1 1 0 0 0,0-1-1 0 0,-1 0 1 0 0,0 0 0 0 0,1 0 0 0 0,-1 0-1 0 0,1 0 1 0 0,-1-1 0 0 0,0 1-1 0 0,0-1 1 0 0,2-1 0 0 0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6:51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67 319 508 0 0,'4'-48'2235'0'0,"-3"0"0"0"0,-2-1 1 0 0,-13-91-1 0 0,14 138-2071 0 0,0 0 0 0 0,0 0 1 0 0,0 1-1 0 0,0-1 0 0 0,0 0 0 0 0,-1 0 1 0 0,1 1-1 0 0,-1-1 0 0 0,1 0 0 0 0,-1 1 1 0 0,0-1-1 0 0,1 0 0 0 0,-1 1 1 0 0,0-1-1 0 0,0 1 0 0 0,0-1 0 0 0,0 1 1 0 0,-3-3-1 0 0,3 5-97 0 0,0-1 0 0 0,0 1 0 0 0,0-1 0 0 0,0 1 0 0 0,1 0 0 0 0,-1-1 0 0 0,0 1 0 0 0,0 0 0 0 0,1 0 1 0 0,-1 0-1 0 0,0-1 0 0 0,1 1 0 0 0,-1 0 0 0 0,1 0 0 0 0,-1 0 0 0 0,1 0 0 0 0,-1 0 0 0 0,1 0 0 0 0,0 0 0 0 0,-1 0 0 0 0,1 2 0 0 0,-19 71 513 0 0,14-34-545 0 0,1 0-1 0 0,3 0 1 0 0,1 0-1 0 0,2 0 0 0 0,2 0 1 0 0,1 0-1 0 0,3-1 1 0 0,1 0-1 0 0,15 42 0 0 0,-20-70-117 0 0,0 0 0 0 0,0 0 0 0 0,1 0-1 0 0,1-1 1 0 0,-1 1 0 0 0,2-2-1 0 0,0 1 1 0 0,12 14 0 0 0,-15-21 58 0 0,0 1 1 0 0,0-1-1 0 0,0 0 0 0 0,0 0 1 0 0,0-1-1 0 0,1 1 1 0 0,-1-1-1 0 0,1 0 0 0 0,0 0 1 0 0,0 0-1 0 0,0-1 1 0 0,0 0-1 0 0,0 0 0 0 0,0 0 1 0 0,0 0-1 0 0,0-1 1 0 0,0 0-1 0 0,0 0 0 0 0,1 0 1 0 0,-1-1-1 0 0,9-1 1 0 0,-7 0 12 0 0,-1 0 1 0 0,1-1 0 0 0,0 1-1 0 0,0-1 1 0 0,-1 0 0 0 0,0-1-1 0 0,1 0 1 0 0,-1 0 0 0 0,-1 0-1 0 0,7-6 1 0 0,-9 7 7 0 0,1 0 1 0 0,-1-1-1 0 0,0 1 0 0 0,0-1 0 0 0,-1 0 1 0 0,1 1-1 0 0,-1-1 0 0 0,0 0 1 0 0,0-1-1 0 0,0 1 0 0 0,0 0 1 0 0,-1 0-1 0 0,1-1 0 0 0,-1 1 1 0 0,0-1-1 0 0,0-7 0 0 0,-1 12 3 0 0,0 1 0 0 0,0-1 1 0 0,0 1-1 0 0,-1-1 0 0 0,1 1 0 0 0,0-1 0 0 0,0 0 0 0 0,0 1 0 0 0,0-1 0 0 0,-1 1 0 0 0,1-1 0 0 0,0 0 1 0 0,-1 1-1 0 0,1-1 0 0 0,0 0 0 0 0,0 1 0 0 0,-1-1 0 0 0,1 0 0 0 0,-1 1 0 0 0,1-1 0 0 0,0 0 0 0 0,-1 0 1 0 0,1 0-1 0 0,-1 1 0 0 0,1-1 0 0 0,0 0 0 0 0,-1 0 0 0 0,1 0 0 0 0,-1 0 0 0 0,0 0 0 0 0,1 1 1 0 0,-1-1-1 0 0,0 0 0 0 0,1 0 0 0 0,-1 0 0 0 0,0 1 0 0 0,1-1 0 0 0,-1 0 0 0 0,1 0 1 0 0,-1 1-1 0 0,0-1 0 0 0,1 1 0 0 0,-1-1 0 0 0,1 0 0 0 0,-1 1 0 0 0,1-1 1 0 0,0 1-1 0 0,-1-1 0 0 0,1 1 0 0 0,-1 0 0 0 0,1-1 0 0 0,0 1 0 0 0,-1-1 1 0 0,1 1-1 0 0,0 0 0 0 0,0-1 0 0 0,0 1 0 0 0,-1 0 0 0 0,1 2-8 0 0,-1 32-185 0 0,1-34 180 0 0,0 0-1 0 0,0 1 1 0 0,0-1 0 0 0,1 0 0 0 0,-1 1 0 0 0,0-1 0 0 0,1 0 0 0 0,-1 1 0 0 0,1-1 0 0 0,0 0 0 0 0,-1 0 0 0 0,1 0 0 0 0,0 1 0 0 0,0-1 0 0 0,0 0-1 0 0,0 0 1 0 0,0 0 0 0 0,0 0 0 0 0,0 0 0 0 0,0-1 0 0 0,0 1 0 0 0,0 0 0 0 0,2 0 0 0 0,-2 0-29 0 0,21-6-112 0 0,17-19-44 0 0,-30 18 150 0 0,-1 0 0 0 0,1 0 0 0 0,1 1-1 0 0,-1 0 1 0 0,1 0 0 0 0,0 1 0 0 0,0 1 0 0 0,0 0 0 0 0,0 0 0 0 0,18-2-1 0 0,-25 5 19 0 0,0 0 17 0 0,0 1 0 0 0,0 0-1 0 0,0-1 1 0 0,1 1 0 0 0,-1 0 0 0 0,0 0 0 0 0,0 1-1 0 0,0-1 1 0 0,3 3 0 0 0,23 16-282 0 0,1-2-1 0 0,42 20 1 0 0,-71-38 252 0 0,1 1 1 0 0,0-1 0 0 0,-1 0 0 0 0,1 0 0 0 0,0 1 0 0 0,0-1-1 0 0,-1 0 1 0 0,1-1 0 0 0,0 1 0 0 0,-1 0 0 0 0,1 0 0 0 0,0-1-1 0 0,-1 1 1 0 0,1-1 0 0 0,0 1 0 0 0,-1-1 0 0 0,1 0-1 0 0,-1 1 1 0 0,1-1 0 0 0,-1 0 0 0 0,1 0 0 0 0,-1 0 0 0 0,0 0-1 0 0,1-1 1 0 0,-1 1 0 0 0,0 0 0 0 0,0 0 0 0 0,0-1-1 0 0,0 1 1 0 0,1-3 0 0 0,1 0 5 0 0,0 0 1 0 0,-1-1-1 0 0,1 1 0 0 0,-1-1 1 0 0,0 0-1 0 0,-1 1 0 0 0,1-1 1 0 0,1-9-1 0 0,-2 11 116 0 0,-1-1 0 0 0,0 1-1 0 0,0-1 1 0 0,0 1 0 0 0,0 0-1 0 0,0-1 1 0 0,-1 1 0 0 0,0 0-1 0 0,1-1 1 0 0,-1 1 0 0 0,-1 0-1 0 0,1 0 1 0 0,-2-4 0 0 0,2 5 110 0 0,-2 1-135 0 0,1 1 0 0 0,-1 0 0 0 0,1 0 0 0 0,-1 0 0 0 0,1 0 1 0 0,-1 0-1 0 0,1 0 0 0 0,-1 1 0 0 0,1-1 0 0 0,-1 1 1 0 0,1 0-1 0 0,0 0 0 0 0,-1 0 0 0 0,1 0 0 0 0,0 0 0 0 0,0 0 1 0 0,-3 2-1 0 0,-1 1 51 0 0,0 1 0 0 0,1 0 0 0 0,-1 0 0 0 0,1 1 0 0 0,-8 10 0 0 0,5-5-320 0 0,0 0 0 0 0,1 1-1 0 0,1 0 1 0 0,0 0 0 0 0,0 1 0 0 0,-4 16 0 0 0,4 5-5794 0 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6:51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13 968 0 0,'9'-12'11188'0'0,"-6"26"-8577"0"0,-6 28-2619 0 0,3-42 310 0 0,-4 70 1271 0 0,4-1 0 0 0,9 79 0 0 0,-9-138-1478 0 0,12 83 521 0 0,1 24-2137 0 0,-16-42-4485 0 0,1-68 4553 0 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6:52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1112 380 808 0 0,'36'-8'2526'0'0,"47"-18"0"0"0,6-2-181 0 0,57-3-524 0 0,-135 27-2076 0 0,-2 0-973 0 0</inkml:trace>
  <inkml:trace contextRef="#ctx0" brushRef="#br0" timeOffset="1">65 78 1404 0 0,'-20'-3'1432'0'0,"7"-4"-132"0"0,4 7-44 0 0,-2-3 1033 0 0,0-3 883 0 0,42-19-2820 0 0,-4 19-264 0 0,17-2-352 0 0,5 1-404 0 0,8 3-1060 0 0,19-1-1873 0 0,1 1 829 0 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6:53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152 855 864 0 0,'0'0'3703'0'0,"4"-6"-2934"0"0,19-27 794 0 0,51-55 0 0 0,-46 57-989 0 0,-2 0 0 0 0,32-51 0 0 0,-46 60-354 0 0,-1 0 0 0 0,-1 0-1 0 0,-1-1 1 0 0,-1 0 0 0 0,-2-1-1 0 0,0 0 1 0 0,-1 0 0 0 0,-1 0-1 0 0,-2-1 1 0 0,0-47 0 0 0,-2 57-135 0 0,-1 1 0 0 0,-1 1 0 0 0,0-1 0 0 0,-1 0 1 0 0,0 0-1 0 0,-1 1 0 0 0,-1-1 0 0 0,0 1 0 0 0,0 1 1 0 0,-2-1-1 0 0,1 1 0 0 0,-2 0 0 0 0,0 0 1 0 0,0 1-1 0 0,-1 0 0 0 0,0 0 0 0 0,-1 1 0 0 0,0 0 1 0 0,0 1-1 0 0,-19-12 0 0 0,27 20-78 0 0,0-1 0 0 0,0 1 1 0 0,-1 0-1 0 0,1 0 0 0 0,-1 0 0 0 0,1 0 0 0 0,-1 1 1 0 0,1-1-1 0 0,-1 1 0 0 0,1-1 0 0 0,-1 1 0 0 0,1 0 1 0 0,-1 0-1 0 0,1 0 0 0 0,-1 0 0 0 0,0 0 0 0 0,1 1 1 0 0,-1-1-1 0 0,1 1 0 0 0,-1 0 0 0 0,1 0 0 0 0,-5 2 1 0 0,2 0-4 0 0,-1 1 1 0 0,1 0-1 0 0,0 0 0 0 0,-1 0 1 0 0,2 1-1 0 0,-1-1 1 0 0,1 1-1 0 0,-8 10 0 0 0,-1 7 1 0 0,0-1 0 0 0,1 2 0 0 0,-15 39 0 0 0,-39 157 35 0 0,49-137-15 0 0,3 1 0 0 0,-3 86 0 0 0,14-72 109 0 0,13 144 0 0 0,22-16 248 0 0,10 104 265 0 0,-43-301-214 0 0,-6-44-50 0 0,-7-49-158 0 0,14 27-294 0 0,2 0 1 0 0,2 1 0 0 0,1-1 0 0 0,2 1 0 0 0,1 0 0 0 0,2 0 0 0 0,2 1-1 0 0,1 1 1 0 0,28-53 0 0 0,-37 80 44 0 0,0 1-1 0 0,1 0 0 0 0,-1 0 1 0 0,1 0-1 0 0,1 0 0 0 0,-1 1 1 0 0,1 0-1 0 0,1 0 0 0 0,-1 1 1 0 0,1-1-1 0 0,-1 1 0 0 0,10-4 1 0 0,-11 7 3 0 0,0 0 1 0 0,0 0-1 0 0,0 1 1 0 0,0 0-1 0 0,0 0 1 0 0,0 0-1 0 0,0 0 1 0 0,0 1-1 0 0,1 0 1 0 0,-1 0-1 0 0,0 1 1 0 0,0-1 0 0 0,0 1-1 0 0,0 0 1 0 0,0 0-1 0 0,0 1 1 0 0,0 0-1 0 0,0-1 1 0 0,0 2-1 0 0,-1-1 1 0 0,5 3-1 0 0,2 2-46 0 0,-1 0 0 0 0,-1 1 0 0 0,15 14 0 0 0,13 10-145 0 0,-16-20 954 0 0,-12-25 354 0 0,-4-1-1224 0 0,9-20-422 0 0,15-61 0 0 0,-29 94 252 0 0,1-1 0 0 0,-1 0 0 0 0,0 0 0 0 0,1 0 0 0 0,0 0 0 0 0,-1 1 0 0 0,1-1 0 0 0,0 0-1 0 0,0 0 1 0 0,0 1 0 0 0,0-1 0 0 0,0 1 0 0 0,0-1 0 0 0,0 1 0 0 0,0-1 0 0 0,1 1 0 0 0,-1 0-1 0 0,1 0 1 0 0,-1-1 0 0 0,1 1 0 0 0,-1 0 0 0 0,1 0 0 0 0,2-1 0 0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6:53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1 244 108 0 0,'21'-12'1451'0'0,"0"0"0"0"0,-1-2 0 0 0,28-24 0 0 0,-43 34-1104 0 0,0-1-1 0 0,0 0 0 0 0,-1 0 0 0 0,0 0 0 0 0,0-1 0 0 0,0 1 1 0 0,0-1-1 0 0,-1 0 0 0 0,0 0 0 0 0,0 0 0 0 0,-1-1 0 0 0,0 1 0 0 0,0-1 1 0 0,0 1-1 0 0,-1-1 0 0 0,0 0 0 0 0,0-7 0 0 0,-1 13-304 0 0,0-1-1 0 0,1 1 1 0 0,-1 0-1 0 0,-1 0 0 0 0,1 0 1 0 0,0 0-1 0 0,0 0 1 0 0,0 0-1 0 0,0 0 1 0 0,-1 0-1 0 0,1-1 1 0 0,-1 1-1 0 0,1 0 1 0 0,-1 0-1 0 0,1 0 1 0 0,-1 1-1 0 0,1-1 0 0 0,-1 0 1 0 0,0 0-1 0 0,0 0 1 0 0,1 0-1 0 0,-1 1 1 0 0,0-1-1 0 0,0 0 1 0 0,0 0-1 0 0,0 1 1 0 0,0-1-1 0 0,0 1 1 0 0,0-1-1 0 0,0 1 0 0 0,0-1 1 0 0,0 1-1 0 0,0 0 1 0 0,0 0-1 0 0,0-1 1 0 0,0 1-1 0 0,-3 0 1 0 0,2 0-15 0 0,0 0 0 0 0,-1 1 0 0 0,1-1 0 0 0,-1 1 0 0 0,1-1 0 0 0,-1 1 0 0 0,1 0 0 0 0,0 0 1 0 0,0 0-1 0 0,-1 0 0 0 0,1 0 0 0 0,0 1 0 0 0,0-1 0 0 0,0 0 0 0 0,0 1 0 0 0,-2 2 0 0 0,0 1-9 0 0,0-1 0 0 0,1 1 0 0 0,0 0-1 0 0,-1 0 1 0 0,2 0 0 0 0,-1 0 0 0 0,1 1-1 0 0,0-1 1 0 0,0 1 0 0 0,0-1-1 0 0,1 1 1 0 0,-1 0 0 0 0,1-1 0 0 0,1 1-1 0 0,-1 0 1 0 0,1 0 0 0 0,0 0 0 0 0,1 0-1 0 0,1 9 1 0 0,-1-10-25 0 0,1 0 0 0 0,-1-1 1 0 0,1 1-1 0 0,0-1 0 0 0,0 1 0 0 0,0-1 0 0 0,1 0 0 0 0,0 0 0 0 0,0 0 1 0 0,0 0-1 0 0,0 0 0 0 0,0-1 0 0 0,1 0 0 0 0,0 1 0 0 0,-1-1 0 0 0,1 0 1 0 0,0-1-1 0 0,1 1 0 0 0,-1-1 0 0 0,0 0 0 0 0,1 0 0 0 0,-1 0 0 0 0,1 0 1 0 0,8 1-1 0 0,9 0-72 0 0,0 0 0 0 0,-1-2 0 0 0,1 0 0 0 0,0-2 0 0 0,0 0 0 0 0,0-2 0 0 0,-1 0 0 0 0,1-1 0 0 0,-1-1 0 0 0,0-1 0 0 0,0-1 0 0 0,-1-1 1 0 0,1-1-1 0 0,-2-1 0 0 0,0 0 0 0 0,0-1 0 0 0,17-15 0 0 0,-27 19 79 0 0,-2 0-1 0 0,1 0 1 0 0,-1-1 0 0 0,0-1-1 0 0,0 1 1 0 0,5-10 0 0 0,-10 14 82 0 0,0 0 0 0 0,0 1 0 0 0,0-2 1 0 0,0 1-1 0 0,0 0 0 0 0,-1 0 0 0 0,0 0 1 0 0,0-1-1 0 0,0 1 0 0 0,0 0 0 0 0,-1-1 0 0 0,1 1 1 0 0,-1-1-1 0 0,0 1 0 0 0,-2-7 0 0 0,2 10-49 0 0,-1 0-1 0 0,1 0 1 0 0,-1 0 0 0 0,1 1-1 0 0,-1-1 1 0 0,1 0-1 0 0,-1 0 1 0 0,0 1-1 0 0,0-1 1 0 0,1 1-1 0 0,-1-1 1 0 0,0 1-1 0 0,0-1 1 0 0,0 1 0 0 0,1-1-1 0 0,-1 1 1 0 0,0-1-1 0 0,0 1 1 0 0,0 0-1 0 0,0 0 1 0 0,0 0-1 0 0,0-1 1 0 0,0 1 0 0 0,0 0-1 0 0,0 0 1 0 0,0 0-1 0 0,0 0 1 0 0,0 1-1 0 0,1-1 1 0 0,-1 0-1 0 0,0 0 1 0 0,0 0-1 0 0,0 1 1 0 0,0-1 0 0 0,0 1-1 0 0,0-1 1 0 0,0 0-1 0 0,1 1 1 0 0,-1-1-1 0 0,0 1 1 0 0,0 0-1 0 0,1-1 1 0 0,-1 1-1 0 0,0 0 1 0 0,1-1 0 0 0,-1 1-1 0 0,1 0 1 0 0,-1 0-1 0 0,0 1 1 0 0,1 3-50 0 0,1-1 0 0 0,0 0 0 0 0,0 1 0 0 0,1-1 1 0 0,-1 0-1 0 0,1 1 0 0 0,0-1 0 0 0,0 0 0 0 0,0 0 1 0 0,1-1-1 0 0,-1 1 0 0 0,1 0 0 0 0,0-1 0 0 0,0 0 0 0 0,0 1 1 0 0,1-1-1 0 0,-1 0 0 0 0,1-1 0 0 0,-1 1 0 0 0,1-1 0 0 0,0 1 1 0 0,4 1-1 0 0,47 21-2582 0 0,-4-8-3969 0 0,-26-10 3011 0 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6:54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544 146 568 0 0,'-10'-28'2774'0'0,"-2"-1"-909"0"0,10 20-1409 0 0,-1 1 1 0 0,-1 0-1 0 0,0 1 0 0 0,0-1 0 0 0,0 1 1 0 0,-1-1-1 0 0,-5-6 0 0 0,7 12-402 0 0,1 0 0 0 0,-1 1-1 0 0,1-1 1 0 0,-1 0 0 0 0,1 1-1 0 0,-1-1 1 0 0,0 1 0 0 0,0 0-1 0 0,0 0 1 0 0,0 0 0 0 0,0 0-1 0 0,0 0 1 0 0,0 1 0 0 0,0-1-1 0 0,0 1 1 0 0,0 0 0 0 0,0 0-1 0 0,0 0 1 0 0,0 0 0 0 0,0 1 0 0 0,0-1-1 0 0,0 1 1 0 0,0 0 0 0 0,0 0-1 0 0,-3 1 1 0 0,-20 8 84 0 0,1 1-1 0 0,0 1 1 0 0,0 1 0 0 0,2 1 0 0 0,-1 2-1 0 0,2 0 1 0 0,0 1 0 0 0,1 1 0 0 0,1 1 0 0 0,1 1-1 0 0,1 1 1 0 0,0 0 0 0 0,2 2 0 0 0,0 0-1 0 0,2 0 1 0 0,0 1 0 0 0,2 1 0 0 0,0 0-1 0 0,2 1 1 0 0,-8 32 0 0 0,15-43-99 0 0,1 1 1 0 0,0-1-1 0 0,2 0 1 0 0,0 1 0 0 0,0-1-1 0 0,1 1 1 0 0,1-1-1 0 0,1 0 1 0 0,0 0-1 0 0,1 0 1 0 0,0 0-1 0 0,2 0 1 0 0,-1-1-1 0 0,2 0 1 0 0,0 0-1 0 0,1-1 1 0 0,11 17-1 0 0,-13-22-40 0 0,0-1 0 0 0,0 1-1 0 0,1-1 1 0 0,0 0 0 0 0,0-1-1 0 0,0 0 1 0 0,1 0 0 0 0,0 0-1 0 0,0-1 1 0 0,1 0-1 0 0,-1-1 1 0 0,1 0 0 0 0,0 0-1 0 0,0-1 1 0 0,0 0 0 0 0,1-1-1 0 0,-1 0 1 0 0,1 0 0 0 0,-1-1-1 0 0,1 0 1 0 0,0-1-1 0 0,-1 0 1 0 0,1 0 0 0 0,0-1-1 0 0,-1-1 1 0 0,1 1 0 0 0,-1-2-1 0 0,15-4 1 0 0,-9 1-23 0 0,-1-2 0 0 0,1 1 0 0 0,-1-2 0 0 0,0 0 0 0 0,-1 0 0 0 0,0-2 1 0 0,11-11-1 0 0,-14 13 91 0 0,7-5 429 0 0,-17 15-489 0 0,1 0 1 0 0,-1 0-1 0 0,1-1 1 0 0,0 1-1 0 0,-1 0 1 0 0,1 0-1 0 0,-1 0 0 0 0,0-1 1 0 0,1 1-1 0 0,-1 0 1 0 0,0 0-1 0 0,1 0 0 0 0,-1 0 1 0 0,0 0-1 0 0,0 0 1 0 0,0 0-1 0 0,0 0 0 0 0,0 0 1 0 0,0 0-1 0 0,0 0 1 0 0,0 0-1 0 0,0 0 1 0 0,-1-1-1 0 0,1 3 0 0 0,-2 16 40 0 0,-1 1 1 0 0,0-1-1 0 0,-11 33 0 0 0,-1 6 65 0 0,-24 153 461 0 0,14-81-141 0 0,-9 33 144 0 0,26-130-496 0 0,6-21-278 0 0,-1 1-1 0 0,0-1 0 0 0,-1 0 1 0 0,0 0-1 0 0,-1-1 0 0 0,-8 14 1 0 0,12-23-131 0 0,-6 2-556 0 0,5-8-2690 0 0,0-2 3130 0 0,-3-37-4139 0 0,6 21 1699 0 0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6:55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29 508 0 0,'3'-3'259'0'0,"1"1"0"0"0,-1-1 0 0 0,1 1 0 0 0,0-1 0 0 0,0 1 0 0 0,0 0 1 0 0,0 0-1 0 0,0 1 0 0 0,0 0 0 0 0,1-1 0 0 0,-1 1 0 0 0,1 0 0 0 0,-1 1 0 0 0,0-1 0 0 0,1 1 0 0 0,-1 0 0 0 0,1 0 0 0 0,-1 1 0 0 0,1-1 0 0 0,-1 1 1 0 0,8 2-1 0 0,-5 0-87 0 0,0 0 1 0 0,-1 0 0 0 0,1 1-1 0 0,-1 0 1 0 0,0 0 0 0 0,0 1-1 0 0,-1 0 1 0 0,1 0 0 0 0,-1 0-1 0 0,0 0 1 0 0,-1 1-1 0 0,8 10 1 0 0,48 105 2059 0 0,-59-120-1917 0 0,-1-1-281 0 0,0 0 0 0 0,1 0-1 0 0,-1 0 1 0 0,0 0 0 0 0,0 0 0 0 0,0 0-1 0 0,0-1 1 0 0,0 1 0 0 0,0 0 0 0 0,1 0-1 0 0,-1 0 1 0 0,0 0 0 0 0,0 0 0 0 0,0 0-1 0 0,0 0 1 0 0,0 0 0 0 0,1 0 0 0 0,-1 0-1 0 0,0 0 1 0 0,0 0 0 0 0,0 0 0 0 0,0 0 0 0 0,1 0-1 0 0,-1 0 1 0 0,0 0 0 0 0,0 0 0 0 0,0 0-1 0 0,0 0 1 0 0,0 0 0 0 0,1 0 0 0 0,-1 0-1 0 0,0 0 1 0 0,0 0 0 0 0,0 0 0 0 0,0 0-1 0 0,0 0 1 0 0,1 0 0 0 0,-1 1 0 0 0,0-1-1 0 0,0 0 1 0 0,0 0 0 0 0,0 0 0 0 0,0 0 0 0 0,0 0-1 0 0,0 0 1 0 0,1 1 0 0 0,-1-1 0 0 0,0 0-1 0 0,0 0 1 0 0,0 0 0 0 0,0 0 0 0 0,0 0-1 0 0,0 1 1 0 0,0-1 0 0 0,0 0 0 0 0,0 0-1 0 0,0 0 1 0 0,0 0 0 0 0,0 1 0 0 0,0-1-1 0 0,0 0 1 0 0,0 0 0 0 0,0 0 0 0 0,0 0 0 0 0,0 0-1 0 0,0 1 1 0 0,0-1 0 0 0,0 0 0 0 0,15-33 379 0 0,-10 19-505 0 0,2-1 0 0 0,0 1 0 0 0,0 1 0 0 0,1-1-1 0 0,1 1 1 0 0,0 0 0 0 0,1 1 0 0 0,21-21 0 0 0,-27 30-289 0 0,0 0 0 0 0,0 1 1 0 0,1-1-1 0 0,-1 1 1 0 0,1 0-1 0 0,-1 1 1 0 0,10-4-1 0 0,11 1-4839 0 0,-8 1 2604 0 0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6:55.5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27 336 0 0,'-3'-15'7071'0'0,"3"14"-7014"0"0,-1 0 1 0 0,1 1-1 0 0,0-1 0 0 0,-1 0 1 0 0,1 1-1 0 0,0-1 1 0 0,-1 1-1 0 0,1-1 0 0 0,-1 1 1 0 0,1-1-1 0 0,-1 1 1 0 0,1-1-1 0 0,-1 1 1 0 0,1-1-1 0 0,-1 1 0 0 0,1-1 1 0 0,-1 1-1 0 0,0 0 1 0 0,1 0-1 0 0,-1-1 1 0 0,0 1-1 0 0,1 0 0 0 0,-1 0 1 0 0,0 0-1 0 0,1-1 1 0 0,-1 1-1 0 0,0 0 0 0 0,0 0 1 0 0,1 0-1 0 0,-1 0 1 0 0,-1 1-1 0 0,0-1 185 0 0,-33 26 559 0 0,29-20-681 0 0,1 0 1 0 0,0 0 0 0 0,1 0-1 0 0,0 0 1 0 0,0 1-1 0 0,0 0 1 0 0,1 0-1 0 0,-4 8 1 0 0,7-13-54 0 0,-1 0-64 0 0,1-1 0 0 0,0 0 0 0 0,0 0 0 0 0,0 0 0 0 0,0 0 0 0 0,1 0 0 0 0,-1 0 0 0 0,0 1 0 0 0,0-1 0 0 0,1 0 0 0 0,-1 0 0 0 0,1 0 0 0 0,-1 0 0 0 0,1 0 0 0 0,-1 0 0 0 0,1 0 0 0 0,0 0 0 0 0,-1 0 0 0 0,1-1 0 0 0,0 1 0 0 0,0 0 0 0 0,-1 0 0 0 0,1 0 0 0 0,0-1 0 0 0,0 1 0 0 0,0-1 0 0 0,0 1 0 0 0,1 0 0 0 0,58-4-156 0 0,-1 7-503 0 0,-49-3-1056 0 0,1 0 0 0 0,-1-1 0 0 0,20-1-1 0 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6:56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57 244 0 0,'5'-5'1321'0'0,"-1"5"2613"0"0,-2 1-3841 0 0,0 0 0 0 0,-1 0 0 0 0,1 1-1 0 0,-1-1 1 0 0,1 0 0 0 0,-1 1 0 0 0,0-1 0 0 0,1 1 0 0 0,-1-1-1 0 0,0 1 1 0 0,0 0 0 0 0,0 0 0 0 0,0-1 0 0 0,0 1-1 0 0,-1 0 1 0 0,1 0 0 0 0,-1 0 0 0 0,1 0 0 0 0,-1 0 0 0 0,1 0-1 0 0,-1 0 1 0 0,0 0 0 0 0,0 0 0 0 0,0 2 0 0 0,0-1 23 0 0,-1 0 0 0 0,1 0 1 0 0,-1 0-1 0 0,1 0 1 0 0,-1 0-1 0 0,0 0 1 0 0,0 0-1 0 0,0 0 0 0 0,-1 0 1 0 0,1 0-1 0 0,-1-1 1 0 0,1 1-1 0 0,-1-1 0 0 0,0 1 1 0 0,-4 4-1 0 0,5-6 238 0 0,1-2-336 0 0,-1 1 0 0 0,1 0-1 0 0,0 0 1 0 0,-1 0 0 0 0,1 0-1 0 0,0 0 1 0 0,0 0 0 0 0,-1-1-1 0 0,1 1 1 0 0,0 0 0 0 0,-1 0-1 0 0,1 0 1 0 0,0-1 0 0 0,0 1-1 0 0,-1 0 1 0 0,1 0-1 0 0,0-1 1 0 0,0 1 0 0 0,0 0-1 0 0,0-1 1 0 0,-1 1 0 0 0,1 0-1 0 0,0-1 1 0 0,0 1 0 0 0,0 0-1 0 0,0-1 1 0 0,0 1 0 0 0,0 0-1 0 0,0-1 1 0 0,0 1 0 0 0,0 0-1 0 0,0-1 1 0 0,0 1 0 0 0,0 0-1 0 0,0-1 1 0 0,0 1 0 0 0,0 0-1 0 0,0-1 1 0 0,0 1 0 0 0,0 0-1 0 0,1-1 1 0 0,-1 1 0 0 0,0 0-1 0 0,0-1 1 0 0,0 1 0 0 0,1-1-1 0 0,13-28 71 0 0,-8 20-139 0 0,0 0 0 0 0,0 1 0 0 0,1-1 0 0 0,12-12 1 0 0,-10 15 23 0 0,-1 1 0 0 0,1-1 0 0 0,0 1 0 0 0,0 1 0 0 0,0-1 0 0 0,0 2 0 0 0,1-1 0 0 0,0 1 0 0 0,14-2 0 0 0,-20 4 20 0 0,0 1 0 0 0,0 0-1 0 0,0 0 1 0 0,0 0-1 0 0,-1 0 1 0 0,1 1 0 0 0,0-1-1 0 0,0 1 1 0 0,0 0-1 0 0,-1 0 1 0 0,1 1 0 0 0,0-1-1 0 0,-1 1 1 0 0,1 0 0 0 0,-1 0-1 0 0,0 0 1 0 0,0 0-1 0 0,1 0 1 0 0,-1 1 0 0 0,-1-1-1 0 0,1 1 1 0 0,0 0 0 0 0,-1 0-1 0 0,1 0 1 0 0,-1 0-1 0 0,0 1 1 0 0,2 4 0 0 0,5 6-18 0 0,-7-11 21 0 0,1 1-1 0 0,-1-1 0 0 0,0 1 1 0 0,0 0-1 0 0,0 0 0 0 0,-1 0 0 0 0,0 0 1 0 0,1 0-1 0 0,-1 0 0 0 0,0 7 1 0 0,0-9 77 0 0,2-3-66 0 0,0-1-1 0 0,0 1 1 0 0,0-1 0 0 0,0 0-1 0 0,-1 0 1 0 0,1 0 0 0 0,0-1 0 0 0,-1 1-1 0 0,1 0 1 0 0,-1-1 0 0 0,4-5-1 0 0,-3 4 4 0 0,0 0 0 0 0,0 0-1 0 0,0 0 1 0 0,0 1-1 0 0,1-1 1 0 0,0 1-1 0 0,0 0 1 0 0,0 0 0 0 0,0 0-1 0 0,0 1 1 0 0,0 0-1 0 0,1-1 1 0 0,-1 1-1 0 0,9-2 1 0 0,-11 4-10 0 0,0 0-1 0 0,1 0 1 0 0,-1 0 0 0 0,0 1 0 0 0,0-1-1 0 0,1 1 1 0 0,-1-1 0 0 0,0 1-1 0 0,0 0 1 0 0,0 0 0 0 0,0-1 0 0 0,0 2-1 0 0,0-1 1 0 0,0 0 0 0 0,0 0 0 0 0,0 1-1 0 0,-1-1 1 0 0,1 1 0 0 0,0-1-1 0 0,-1 1 1 0 0,1 0 0 0 0,-1-1 0 0 0,2 4-1 0 0,-1-1-222 0 0,0 0 0 0 0,-1 0 1 0 0,1 0-1 0 0,-1 1 0 0 0,0-1 0 0 0,0 1 0 0 0,0-1 0 0 0,-1 1 0 0 0,1 8 0 0 0,-1-11-553 0 0,-3 14-2904 0 0,3-13 1567 0 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6:56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3 536 0 0,'0'0'907'0'0,"27"-3"4212"0"0,-24 5-5002 0 0,-1 0 0 0 0,0 0-1 0 0,0 1 1 0 0,0-1 0 0 0,0 0 0 0 0,0 1 0 0 0,0-1-1 0 0,-1 1 1 0 0,1 0 0 0 0,-1-1 0 0 0,0 1 0 0 0,0 0-1 0 0,0 0 1 0 0,0 0 0 0 0,0 0 0 0 0,-1 0 0 0 0,1 0-1 0 0,-1 0 1 0 0,0 0 0 0 0,0 0 0 0 0,0 0 0 0 0,0 0-1 0 0,-1 0 1 0 0,1 0 0 0 0,-1 0 0 0 0,1 0-1 0 0,-1 0 1 0 0,0 0 0 0 0,0 0 0 0 0,-1 0 0 0 0,1-1-1 0 0,-3 5 1 0 0,-4 6 87 0 0,8-13-193 0 0,-1 0 0 0 0,1 1 0 0 0,-1-1 0 0 0,1 0 0 0 0,0 1 0 0 0,-1-1 0 0 0,1 0 0 0 0,-1 0 1 0 0,1 1-1 0 0,-1-1 0 0 0,1 0 0 0 0,-1 0 0 0 0,1 0 0 0 0,-1 0 0 0 0,0 1 0 0 0,1-1 0 0 0,-1 0 0 0 0,1 0 0 0 0,-1 0 0 0 0,1 0 0 0 0,-1 0 0 0 0,1 0 0 0 0,-1-1 0 0 0,1 1 0 0 0,-1 0 0 0 0,1 0 0 0 0,-1 0 0 0 0,1 0 0 0 0,-1-1 0 0 0,1 1 0 0 0,-1 0 0 0 0,1 0 0 0 0,-1-1 0 0 0,1 1 0 0 0,-1 0 0 0 0,1-1 0 0 0,0 1 1 0 0,-1-1-1 0 0,1 1 0 0 0,0 0 0 0 0,-1-1 0 0 0,1 1 0 0 0,0-1 0 0 0,0 1 0 0 0,-1-1 0 0 0,1 1 0 0 0,0-1 0 0 0,0 1 0 0 0,0-1 0 0 0,0 1 0 0 0,-1-1 0 0 0,1 0 0 0 0,0-1-15 0 0,0 0 1 0 0,0 1-1 0 0,0-1 1 0 0,0 1-1 0 0,0-1 0 0 0,1 0 1 0 0,-1 1-1 0 0,0-1 1 0 0,1 1-1 0 0,-1-1 0 0 0,1 1 1 0 0,0-1-1 0 0,-1 1 1 0 0,1-1-1 0 0,0 1 0 0 0,0 0 1 0 0,0-1-1 0 0,0 1 1 0 0,0 0-1 0 0,2-2 0 0 0,22-22-80 0 0,-20 21 64 0 0,-1 1 1 0 0,1-1-1 0 0,0 1 1 0 0,0 0-1 0 0,0 0 1 0 0,1 1-1 0 0,-1 0 1 0 0,1 0-1 0 0,-1 0 0 0 0,1 0 1 0 0,7 0-1 0 0,-11 2 13 0 0,0 0-1 0 0,0 0 0 0 0,-1 0 0 0 0,1 0 1 0 0,0 1-1 0 0,0-1 0 0 0,-1 1 0 0 0,1-1 1 0 0,0 1-1 0 0,-1 0 0 0 0,1 0 0 0 0,0-1 1 0 0,-1 1-1 0 0,1 0 0 0 0,-1 0 0 0 0,3 3 1 0 0,-2-1-4 0 0,1 0 1 0 0,-1 0-1 0 0,0 0 1 0 0,0 1 0 0 0,0-1-1 0 0,0 1 1 0 0,0-1-1 0 0,-1 1 1 0 0,0 0 0 0 0,2 4-1 0 0,-3-6 7 0 0,0-1 0 0 0,0 1 1 0 0,1-1-1 0 0,-1 1 0 0 0,0-1 0 0 0,1 1 0 0 0,-1-1 0 0 0,1 0 0 0 0,-1 1 0 0 0,1-1 0 0 0,0 0 0 0 0,0 0 1 0 0,0 1-1 0 0,0-1 0 0 0,0 0 0 0 0,0 0 0 0 0,0 0 0 0 0,2 1 0 0 0,-1-2-1 0 0,0 0 0 0 0,0 0 0 0 0,1 0 0 0 0,-1-1 0 0 0,0 1 0 0 0,0-1 0 0 0,0 1 0 0 0,0-1 0 0 0,1 0 0 0 0,-1 0 1 0 0,0 0-1 0 0,3-2 0 0 0,115-61-33 0 0,-118 63 59 0 0,0 0-1 0 0,0 0 1 0 0,0 0 0 0 0,0 0-1 0 0,0 1 1 0 0,1-1-1 0 0,-1 1 1 0 0,0 0 0 0 0,0 0-1 0 0,0 0 1 0 0,1 0-1 0 0,-1 0 1 0 0,0 0 0 0 0,0 0-1 0 0,0 1 1 0 0,1-1-1 0 0,-1 1 1 0 0,0-1 0 0 0,0 1-1 0 0,0 0 1 0 0,0 0-1 0 0,0 0 1 0 0,0 0 0 0 0,0 0-1 0 0,0 1 1 0 0,-1-1-1 0 0,1 1 1 0 0,0-1 0 0 0,1 3-1 0 0,18 26-1150 0 0,-8 5-4509 0 0,-10-25 3254 0 0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6:57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31 716 0 0,'4'-13'7665'0'0,"-4"12"-7529"0"0,0 0 0 0 0,0 0 0 0 0,-1 0 0 0 0,1 1 0 0 0,0-1 0 0 0,0 0 1 0 0,-1 0-1 0 0,1 1 0 0 0,-1-1 0 0 0,1 0 0 0 0,-1 0 0 0 0,1 1 0 0 0,-1-1 0 0 0,1 0 0 0 0,-1 1 0 0 0,1-1 1 0 0,-1 1-1 0 0,0-1 0 0 0,1 1 0 0 0,-1-1 0 0 0,0 1 0 0 0,0-1 0 0 0,1 1 0 0 0,-1 0 0 0 0,0-1 1 0 0,0 1-1 0 0,0 0 0 0 0,0 0 0 0 0,1 0 0 0 0,-1-1 0 0 0,0 1 0 0 0,-1 0 0 0 0,-1 1 18 0 0,1 0 0 0 0,-1-1 1 0 0,1 1-1 0 0,-1 0 0 0 0,1 0 0 0 0,0 1 0 0 0,0-1 0 0 0,-1 0 0 0 0,1 1 0 0 0,0 0 0 0 0,-2 1 0 0 0,-3 4-65 0 0,0 0 1 0 0,0 0-1 0 0,1 0 0 0 0,0 1 0 0 0,-6 11 1 0 0,11-18-250 0 0,3 5-401 0 0,-2-6 545 0 0,0 1-1 0 0,0-1 1 0 0,0 1 0 0 0,0-1-1 0 0,0 0 1 0 0,0 1 0 0 0,0-1 0 0 0,0 1-1 0 0,0-1 1 0 0,0 1 0 0 0,0-1-1 0 0,0 0 1 0 0,0 1 0 0 0,0-1 0 0 0,1 1-1 0 0,-1-1 1 0 0,0 0 0 0 0,0 1-1 0 0,1-1 1 0 0,-1 0 0 0 0,0 1 0 0 0,0-1-1 0 0,1 0 1 0 0,-1 1 0 0 0,0-1 0 0 0,1 0-1 0 0,0 1 1 0 0,93 8-3664 0 0,-92-9 3541 0 0,21 13-215 0 0,-19-6 347 0 0,-3-6 13 0 0,0 1 0 0 0,0-1-1 0 0,0 1 1 0 0,0-1 0 0 0,1 1-1 0 0,-1-1 1 0 0,0 1 0 0 0,1-1-1 0 0,-1 0 1 0 0,1 0 0 0 0,-1 0-1 0 0,1 0 1 0 0,0 0 0 0 0,0 0-1 0 0,-1 0 1 0 0,1-1 0 0 0,0 1 0 0 0,0-1-1 0 0,0 1 1 0 0,-1-1 0 0 0,1 0-1 0 0,0 1 1 0 0,0-1 0 0 0,0 0-1 0 0,0 0 1 0 0,0 0 0 0 0,0-1-1 0 0,0 1 1 0 0,0 0 0 0 0,1-1-1 0 0,8-3 16 0 0,0 0-1 0 0,0 0 1 0 0,0-1 0 0 0,11-7-1 0 0,22-9 234 0 0,12 3 344 0 0,-55 17-553 0 0,25 14 4 0 0,-13-1-812 0 0,4 4-4880 0 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6:57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247 41 932 0 0,'-8'-40'8128'0'0,"3"46"-7579"0"0,-20 32 112 0 0,2 0 0 0 0,1 2 0 0 0,-30 79 0 0 0,-29 146 964 0 0,71-220-1364 0 0,2 0-1 0 0,2 1 1 0 0,2 0 0 0 0,2 0 0 0 0,2 1-1 0 0,2-1 1 0 0,11 66 0 0 0,-6-78-292 0 0,0-1-1 0 0,2 0 1 0 0,2-1 0 0 0,1 0 0 0 0,1 0-1 0 0,2-1 1 0 0,1-1 0 0 0,2-1 0 0 0,0 0-1 0 0,41 46 1 0 0,-46-61-307 0 0,0-1 1 0 0,1-1-1 0 0,0 0 1 0 0,1-1-1 0 0,1 0 0 0 0,32 16 1 0 0,-37-22-707 0 0,0 0-1 0 0,1-1 1 0 0,0-1 0 0 0,0 1-1 0 0,0-2 1 0 0,24 3 0 0 0,1-6-2303 0 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6:58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9 356 76 0 0,'-2'-10'4942'0'0,"1"15"-2071"0"0,-1 33-1031 0 0,2 58-1308 0 0,36 244 3000 0 0,-35-314-3106 0 0,0-9 3760 0 0,-14-75-3925 0 0,2-1 0 0 0,3 0 0 0 0,2 0 0 0 0,3-1 0 0 0,3 1 0 0 0,2-1 0 0 0,3 1 0 0 0,22-106 0 0 0,-22 147-250 0 0,1 1 0 0 0,0 0 1 0 0,2 0-1 0 0,0 0 0 0 0,0 1 0 0 0,2 1 1 0 0,0-1-1 0 0,19-21 0 0 0,-25 32-21 0 0,1 0-1 0 0,-1 0 0 0 0,1 1 1 0 0,0-1-1 0 0,0 1 1 0 0,0 0-1 0 0,0 1 0 0 0,1-1 1 0 0,0 1-1 0 0,-1 0 0 0 0,1 0 1 0 0,1 1-1 0 0,-1 0 1 0 0,0 0-1 0 0,0 0 0 0 0,1 1 1 0 0,-1 0-1 0 0,1 0 1 0 0,-1 1-1 0 0,1 0 0 0 0,-1 0 1 0 0,1 0-1 0 0,-1 1 0 0 0,1 0 1 0 0,-1 0-1 0 0,13 4 1 0 0,-13-2-5 0 0,-1 0 0 0 0,1 0 0 0 0,-1 0 0 0 0,0 1 1 0 0,0 0-1 0 0,0 0 0 0 0,-1 0 0 0 0,1 0 1 0 0,-1 1-1 0 0,0 0 0 0 0,0 0 0 0 0,-1 0 0 0 0,1 0 1 0 0,-1 1-1 0 0,0-1 0 0 0,-1 1 0 0 0,1 0 1 0 0,-1-1-1 0 0,0 1 0 0 0,-1 1 0 0 0,1-1 0 0 0,-1 0 1 0 0,0 0-1 0 0,-1 0 0 0 0,0 9 0 0 0,1-6 6 0 0,-1 0-1 0 0,-1 0 1 0 0,0 0-1 0 0,0 0 0 0 0,-1 0 1 0 0,0 0-1 0 0,0 0 1 0 0,-1 0-1 0 0,0-1 0 0 0,-1 1 1 0 0,1-1-1 0 0,-2 0 1 0 0,1 0-1 0 0,-1 0 0 0 0,-1-1 1 0 0,-8 11-1 0 0,2-8 16 0 0,0 0 0 0 0,0-1 0 0 0,-1 0 0 0 0,0-1 0 0 0,0-1 0 0 0,-1 0 0 0 0,0 0 0 0 0,0-2 0 0 0,0 0 1 0 0,-1 0-1 0 0,0-1 0 0 0,-20 2 0 0 0,24-5-488 0 0,0 0 1 0 0,0-1 0 0 0,0-1 0 0 0,0 1 0 0 0,0-2 0 0 0,-14-3 0 0 0,18-1-993 0 0,29-11-10820 0 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6:58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447 72 76 0 0,'-1'-3'349'0'0,"1"0"0"0"0,0 0 0 0 0,-1 0 0 0 0,0 0 0 0 0,0 0 0 0 0,0 0 0 0 0,0 0 0 0 0,0 0 0 0 0,-1 0 0 0 0,1 0-1 0 0,-1 1 1 0 0,0-1 0 0 0,1 0 0 0 0,-1 1 0 0 0,-1 0 0 0 0,1-1 0 0 0,0 1 0 0 0,0 0 0 0 0,-1 0 0 0 0,1 0 0 0 0,-5-2 0 0 0,1 2-108 0 0,1 0 1 0 0,-1 0-1 0 0,1 1 1 0 0,-1-1-1 0 0,0 1 0 0 0,1 1 1 0 0,-1-1-1 0 0,0 1 1 0 0,0 0-1 0 0,1 0 1 0 0,-7 1-1 0 0,-7 2 57 0 0,1 1 1 0 0,0 1-1 0 0,0 0 0 0 0,0 1 0 0 0,1 1 1 0 0,-24 13-1 0 0,23-10 8 0 0,1 1 0 0 0,0 1 1 0 0,0 0-1 0 0,2 2 0 0 0,0-1 0 0 0,-26 31 1 0 0,36-37-237 0 0,0-1 1 0 0,0 1 0 0 0,1 0-1 0 0,0 0 1 0 0,0 0-1 0 0,1 1 1 0 0,0 0 0 0 0,0-1-1 0 0,1 1 1 0 0,0 0 0 0 0,0 0-1 0 0,0 1 1 0 0,1-1-1 0 0,1 0 1 0 0,0 0 0 0 0,0 0-1 0 0,0 1 1 0 0,1-1 0 0 0,0 0-1 0 0,2 8 1 0 0,1-7-23 0 0,-1-2 0 0 0,1 1 0 0 0,1 0 0 0 0,-1-1 0 0 0,1 1 0 0 0,1-1 0 0 0,-1-1 0 0 0,1 1 0 0 0,0-1 0 0 0,1 0 0 0 0,-1 0 0 0 0,1-1 0 0 0,0 0 0 0 0,1 0 0 0 0,-1 0 0 0 0,1-1 0 0 0,16 6 0 0 0,7 2-32 0 0,0-1-1 0 0,1-2 1 0 0,45 8 0 0 0,-25-10-1004 0 0,0-3 1 0 0,1-1-1 0 0,98-10 1 0 0,-63-3-6236 0 0,-61 5 3780 0 0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6:59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42 956 0 0,'19'-42'11780'0'0,"-18"48"-11477"0"0,1 249 1896 0 0,-3-150-1423 0 0,1-103-683 0 0,1 6 81 0 0,-1-9-209 0 0,-1 1 1 0 0,1 0-1 0 0,0 0 1 0 0,0 0 0 0 0,0 0-1 0 0,0 0 1 0 0,0 0-1 0 0,0 0 1 0 0,0 0 0 0 0,0 0-1 0 0,0 0 1 0 0,0 0-1 0 0,0 0 1 0 0,0 0-1 0 0,-1 0 1 0 0,1 0 0 0 0,0 0-1 0 0,0 0 1 0 0,0 0-1 0 0,0 0 1 0 0,0 0-1 0 0,0 0 1 0 0,0 0 0 0 0,0 0-1 0 0,0 0 1 0 0,0 0-1 0 0,-1 0 1 0 0,1 0 0 0 0,0 0-1 0 0,0 0 1 0 0,0 0-1 0 0,0 0 1 0 0,0 0-1 0 0,0 0 1 0 0,-8-20-1466 0 0,1 0 0 0 0,2 0 0 0 0,0-1 1 0 0,-4-33-1 0 0,7 38-1367 0 0,-2 0 217 0 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7:00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0 261 180 0 0,'5'-15'445'0'0,"0"-1"0"0"0,2 2 0 0 0,-1-1 0 0 0,2 1 0 0 0,0 0 0 0 0,0 0 0 0 0,2 1 0 0 0,-1 0 1 0 0,2 1-1 0 0,-1 0 0 0 0,2 0 0 0 0,0 2 0 0 0,0-1 0 0 0,1 1 0 0 0,0 1 0 0 0,0 0 0 0 0,1 1 0 0 0,0 1 0 0 0,1 0 0 0 0,0 1 0 0 0,0 0 0 0 0,26-5 0 0 0,-32 10-493 0 0,0 0 0 0 0,0 1-1 0 0,0 0 1 0 0,0 0 0 0 0,0 1 0 0 0,0 1-1 0 0,10 2 1 0 0,-16-3-263 0 0,1-1-1 0 0,-1 2 1 0 0,0-1-1 0 0,1 0 1 0 0,-1 0-1 0 0,0 1 1 0 0,0 0-1 0 0,0 0 1 0 0,0 0-1 0 0,-1 0 1 0 0,1 0-1 0 0,-1 0 1 0 0,1 1-1 0 0,-1-1 1 0 0,0 1-1 0 0,1 0 1 0 0,-1-1-1 0 0,-1 1 1 0 0,1 0-1 0 0,2 6 1 0 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7:00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81 776 0 0,'10'0'9619'0'0,"22"-9"-6370"0"0,-3 1-3539 0 0,-1 1 1 0 0,34-4-1 0 0,-9 8-1414 0 0,71-14 1 0 0,-48 1-3012 0 0,-37 6 2098 0 0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7:00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243 125 580 0 0,'2'-5'471'0'0,"0"1"1"0"0,0-1-1 0 0,0 1 0 0 0,-1-1 0 0 0,1 0 1 0 0,-1 0-1 0 0,0 0 0 0 0,-1 1 0 0 0,1-1 1 0 0,-1 0-1 0 0,0 0 0 0 0,0 0 0 0 0,-1 0 1 0 0,1 0-1 0 0,-3-8 0 0 0,3 12 89 0 0,-11-31 2510 0 0,10 31-2780 0 0,1 1-270 0 0,-1-1 0 0 0,1 1 0 0 0,0 0 0 0 0,0-1 0 0 0,-1 1 0 0 0,1-1 0 0 0,0 1 0 0 0,-1 0 0 0 0,1 0 0 0 0,-1-1 0 0 0,1 1 0 0 0,0 0 0 0 0,-1 0 0 0 0,1-1 0 0 0,-1 1 0 0 0,1 0 0 0 0,-1 0 0 0 0,1 0 1 0 0,0 0-1 0 0,-1-1 0 0 0,1 1 0 0 0,-1 0 0 0 0,1 0 0 0 0,-1 0 0 0 0,1 0 0 0 0,-1 0 0 0 0,1 0 0 0 0,-1 1 0 0 0,1-1 0 0 0,-1 0 0 0 0,1 0 0 0 0,-1 0 0 0 0,1 0 0 0 0,0 0 0 0 0,-1 1 0 0 0,1-1 0 0 0,-1 0 0 0 0,1 0 0 0 0,0 1 0 0 0,-1-1 0 0 0,1 0 0 0 0,-1 1 0 0 0,-22 11 290 0 0,4 3-205 0 0,1 1 1 0 0,0 1 0 0 0,1 0 0 0 0,1 2 0 0 0,1 0 0 0 0,0 0 0 0 0,2 1 0 0 0,0 1-1 0 0,-18 41 1 0 0,26-52-91 0 0,1 0 0 0 0,1 0 0 0 0,-1 1 0 0 0,2-1 0 0 0,-1 1 0 0 0,2-1 0 0 0,-1 1-1 0 0,2-1 1 0 0,-1 1 0 0 0,1 0 0 0 0,1 0 0 0 0,0-1 0 0 0,0 1 0 0 0,1 0 0 0 0,1-1 0 0 0,0 0-1 0 0,4 11 1 0 0,-5-18-11 0 0,-1-1-1 0 0,1 0 0 0 0,0 0 0 0 0,0 0 0 0 0,0 0 1 0 0,0 0-1 0 0,0 0 0 0 0,0-1 0 0 0,1 1 0 0 0,-1-1 1 0 0,1 1-1 0 0,-1-1 0 0 0,1 0 0 0 0,-1 0 0 0 0,1 0 1 0 0,0 0-1 0 0,-1-1 0 0 0,1 1 0 0 0,0-1 0 0 0,0 1 1 0 0,-1-1-1 0 0,1 0 0 0 0,0 0 0 0 0,0 0 0 0 0,0-1 1 0 0,-1 1-1 0 0,1-1 0 0 0,0 1 0 0 0,-1-1 0 0 0,4-1 1 0 0,13-4 11 0 0,-1-1 0 0 0,-1 0 1 0 0,24-14-1 0 0,-20 11-14 0 0,12-6-34 0 0,1 2-1 0 0,0 1 1 0 0,36-8 0 0 0,-68 21 29 0 0,-1 0-1 0 0,1 0 1 0 0,-1 0 0 0 0,1 0-1 0 0,-1 0 1 0 0,0 0 0 0 0,1 1 0 0 0,-1-1-1 0 0,1 0 1 0 0,-1 1 0 0 0,0-1-1 0 0,1 1 1 0 0,-1 0 0 0 0,0-1-1 0 0,1 1 1 0 0,-1 0 0 0 0,0 0 0 0 0,0 0-1 0 0,0 0 1 0 0,0 0 0 0 0,0 0-1 0 0,0 0 1 0 0,0 0 0 0 0,0 0-1 0 0,0 1 1 0 0,-1-1 0 0 0,1 0 0 0 0,0 0-1 0 0,-1 1 1 0 0,1-1 0 0 0,-1 1-1 0 0,1-1 1 0 0,-1 0 0 0 0,0 3-1 0 0,2 2 15 0 0,0 1 0 0 0,-1-1 0 0 0,0 1 0 0 0,0 0 0 0 0,-1 0 0 0 0,0 7 0 0 0,-1-5-28 0 0,1-1-1 0 0,0 0 0 0 0,0 0 0 0 0,1 1 1 0 0,0-1-1 0 0,0 0 0 0 0,1 0 0 0 0,3 10 1 0 0,-4-15-139 0 0,0 0 1 0 0,1-1-1 0 0,0 1 1 0 0,-1-1-1 0 0,1 1 1 0 0,0-1-1 0 0,0 1 1 0 0,0-1-1 0 0,1 0 1 0 0,-1 0-1 0 0,1 0 1 0 0,-1 0-1 0 0,1-1 1 0 0,-1 1-1 0 0,1-1 1 0 0,4 2-1 0 0,27 4-6839 0 0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7:01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382 22 460 0 0,'2'-2'195'0'0,"1"0"-1"0"0,-1 0 0 0 0,0 0 1 0 0,1 0-1 0 0,-1 1 1 0 0,1-1-1 0 0,-1 1 1 0 0,1 0-1 0 0,0 0 1 0 0,-1 0-1 0 0,1 0 1 0 0,0 0-1 0 0,0 0 1 0 0,0 1-1 0 0,0-1 1 0 0,0 1-1 0 0,0 0 1 0 0,0 0-1 0 0,0 0 0 0 0,0 0 1 0 0,-1 1-1 0 0,1-1 1 0 0,0 1-1 0 0,0-1 1 0 0,0 1-1 0 0,0 0 1 0 0,0 0-1 0 0,-1 1 1 0 0,1-1-1 0 0,-1 0 1 0 0,1 1-1 0 0,-1 0 1 0 0,1-1-1 0 0,-1 1 1 0 0,0 0-1 0 0,4 5 0 0 0,5 4 180 0 0,-1 0 0 0 0,0 1-1 0 0,0 0 1 0 0,-2 1-1 0 0,13 23 1 0 0,-11-14-56 0 0,0 1 0 0 0,-2 0-1 0 0,-1 1 1 0 0,-1 0 0 0 0,0 0 0 0 0,-2 0 0 0 0,-1 0-1 0 0,-1 1 1 0 0,-1-1 0 0 0,-1 1 0 0 0,-7 45 0 0 0,-1-16 82 0 0,-3-1 0 0 0,-2 1 0 0 0,-3-2 0 0 0,-27 65 0 0 0,23-78-258 0 0,0-1-1 0 0,-3 0 1 0 0,-1-2 0 0 0,-2 0 0 0 0,-1-2-1 0 0,-1-1 1 0 0,-49 43 0 0 0,60-61-359 0 0,0-1 1 0 0,-2 0-1 0 0,0-2 1 0 0,0 0 0 0 0,-24 11-1 0 0,18-12-2509 0 0,-47 15 1 0 0,53-22-1097 0 0,2-2 293 0 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7:18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12 1044 0 0,'0'-1'204'0'0,"0"0"1"0"0,0 1-1 0 0,0-1 0 0 0,0 1 0 0 0,0-1 0 0 0,-1 1 1 0 0,1-1-1 0 0,0 1 0 0 0,0-1 0 0 0,-1 1 1 0 0,1-1-1 0 0,0 1 0 0 0,-1-1 0 0 0,1 1 1 0 0,-1 0-1 0 0,1-1 0 0 0,0 1 0 0 0,-1 0 1 0 0,1-1-1 0 0,-1 1 0 0 0,1 0 0 0 0,-1-1 0 0 0,1 1 1 0 0,-1 0-1 0 0,1 0 0 0 0,-1 0 0 0 0,0-1 1 0 0,1 1-1 0 0,-1 0 0 0 0,1 0 0 0 0,-1 0 1 0 0,1 0-1 0 0,-1 0 0 0 0,0 0 0 0 0,1 0 0 0 0,-1 0 1 0 0,1 0-1 0 0,-1 1 0 0 0,1-1 0 0 0,-1 0 1 0 0,0 1-1 0 0,-23 23 1607 0 0,-12 40-1648 0 0,29-43 69 0 0,1 0 0 0 0,1 0-1 0 0,1 0 1 0 0,1 1 0 0 0,1 0 0 0 0,0 0 0 0 0,3 32 0 0 0,-1-35-20 0 0,0-19-206 0 0,0 0 0 0 0,0 1 0 0 0,0-1 0 0 0,0 0 1 0 0,0 1-1 0 0,0-1 0 0 0,0 0 0 0 0,1 0 0 0 0,-1 1 0 0 0,0-1 1 0 0,0 0-1 0 0,0 1 0 0 0,0-1 0 0 0,0 0 0 0 0,0 0 1 0 0,0 1-1 0 0,1-1 0 0 0,-1 0 0 0 0,0 0 0 0 0,0 0 0 0 0,0 1 1 0 0,1-1-1 0 0,-1 0 0 0 0,0 0 0 0 0,0 0 0 0 0,0 1 1 0 0,1-1-1 0 0,-1 0 0 0 0,0 0 0 0 0,1 0 0 0 0,-1 0 1 0 0,0 0-1 0 0,0 0 0 0 0,1 0 0 0 0,-1 0 0 0 0,0 1 0 0 0,1-1 1 0 0,-1 0-1 0 0,17-5 100 0 0,22-18-68 0 0,-29 17-7 0 0,36-21 33 0 0,49-27 21 0 0,-86 50-83 0 0,1 0 0 0 0,0 0 0 0 0,0 1 0 0 0,0 0 0 0 0,1 1 0 0 0,-1 0-1 0 0,20-1 1 0 0,-25 3-1 0 0,1 0-1 0 0,0 0 0 0 0,0 1 0 0 0,-1 0 1 0 0,1 0-1 0 0,-1 0 0 0 0,1 1 1 0 0,-1 0-1 0 0,1 0 0 0 0,-1 0 0 0 0,0 1 1 0 0,6 3-1 0 0,-8-4 0 0 0,-1 0 1 0 0,1 1-1 0 0,0-1 1 0 0,-1 0-1 0 0,0 1 1 0 0,1 0-1 0 0,-1 0 0 0 0,0-1 1 0 0,0 1-1 0 0,-1 1 1 0 0,1-1-1 0 0,-1 0 0 0 0,1 0 1 0 0,-1 0-1 0 0,0 1 1 0 0,0 3-1 0 0,0-6-8 0 0,-20 36-377 0 0,10-30-195 0 0,5-4 257 0 0,0 0 0 0 0,0 0 0 0 0,0 0 0 0 0,0-1 0 0 0,0 0 1 0 0,-9 4-1 0 0,11-5-159 0 0,0-1 1 0 0,0 1 0 0 0,-1-1-1 0 0,1 0 1 0 0,0 0 0 0 0,0 0-1 0 0,-1 0 1 0 0,1 0 0 0 0,0-1-1 0 0,0 1 1 0 0,0 0-1 0 0,-3-2 1 0 0,-12-4-2202 0 0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7:19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3 116 296 0 0,'-1'-10'1387'0'0,"0"1"1"0"0,1-1-1 0 0,0 0 0 0 0,1 0 1 0 0,2-13-1 0 0,1-12 1759 0 0,-4 35-3170 0 0,0-1 0 0 0,1 0 0 0 0,-1 1 0 0 0,1-1 0 0 0,-1 1 0 0 0,1-1-1 0 0,-1 1 1 0 0,1-1 0 0 0,0 1 0 0 0,-1-1 0 0 0,1 1 0 0 0,-1-1 0 0 0,1 1 0 0 0,0 0-1 0 0,-1 0 1 0 0,1-1 0 0 0,0 1 0 0 0,0 0 0 0 0,-1 0 0 0 0,1 0 0 0 0,0-1-1 0 0,0 1 1 0 0,-1 0 0 0 0,1 0 0 0 0,0 0 0 0 0,0 0 0 0 0,-1 1 0 0 0,1-1-1 0 0,0 0 1 0 0,-1 0 0 0 0,1 0 0 0 0,1 1 0 0 0,27 4-1272 0 0,-28-4 1286 0 0,42 15-5210 0 0,-29-8 2720 0 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7:19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1 72 0 0,'0'0'1758'0'0,"9"3"3937"0"0,-16 1-5634 0 0,-61 43 2923 0 0,67-46-2786 0 0,-2 2 50 0 0,3-3-220 0 0,0 0-1 0 0,0 0 1 0 0,0 0-1 0 0,-1 0 1 0 0,1 0-1 0 0,0 0 1 0 0,0 0 0 0 0,-1 0-1 0 0,1 0 1 0 0,0 1-1 0 0,0-1 1 0 0,0 0-1 0 0,0 0 1 0 0,-1 0-1 0 0,1 0 1 0 0,0 1-1 0 0,0-1 1 0 0,0 0-1 0 0,0 0 1 0 0,0 0-1 0 0,-1 1 1 0 0,1-1 0 0 0,0 0-1 0 0,0 0 1 0 0,0 0-1 0 0,0 1 1 0 0,0-1-1 0 0,0 0 1 0 0,0 0-1 0 0,0 1 1 0 0,0-1-1 0 0,0 0 1 0 0,0 0-1 0 0,0 0 1 0 0,0 1 0 0 0,0-1-1 0 0,0 0 1 0 0,0 0-1 0 0,0 1 1 0 0,0-1-1 0 0,0 0 1 0 0,0 0-1 0 0,1 1 1 0 0,8 4 144 0 0,2-1 0 0 0,-1 0 0 0 0,0 0 1 0 0,1-1-1 0 0,0-1 0 0 0,-1 1 0 0 0,1-2 0 0 0,0 1 0 0 0,14-1 1 0 0,22 4-174 0 0,58 16-2344 0 0,-45-8-3612 0 0,-37-9 2778 0 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7:19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434 49 584 0 0,'-5'-16'2540'0'0,"1"12"-2292"0"0,-1 1 0 0 0,1-1 0 0 0,-1 1 0 0 0,0 1 0 0 0,0-1 0 0 0,0 1 0 0 0,-1-1 0 0 0,1 2 0 0 0,-1-1 0 0 0,1 0 0 0 0,-1 1 0 0 0,1 0 0 0 0,-1 1 0 0 0,0-1 0 0 0,1 1 0 0 0,-1 0 0 0 0,0 0 0 0 0,-6 2 0 0 0,-18 1 378 0 0,0 2-1 0 0,-32 9 0 0 0,46-10-261 0 0,-1 1-72 0 0,1 0 1 0 0,-1 0 0 0 0,1 2 0 0 0,0 0-1 0 0,1 1 1 0 0,0 0 0 0 0,-16 12 0 0 0,28-18-253 0 0,0 0 1 0 0,1 0-1 0 0,-1 0 0 0 0,0 0 1 0 0,1 1-1 0 0,-1-1 1 0 0,1 1-1 0 0,0 0 1 0 0,0 0-1 0 0,0 0 1 0 0,0 0-1 0 0,0 0 0 0 0,0 0 1 0 0,1 0-1 0 0,0 0 1 0 0,0 1-1 0 0,0-1 1 0 0,0 1-1 0 0,0-1 1 0 0,1 1-1 0 0,-1-1 0 0 0,1 1 1 0 0,0-1-1 0 0,0 1 1 0 0,0-1-1 0 0,1 1 1 0 0,-1-1-1 0 0,1 1 1 0 0,0-1-1 0 0,0 1 0 0 0,0-1 1 0 0,0 0-1 0 0,1 0 1 0 0,-1 1-1 0 0,1-1 1 0 0,0 0-1 0 0,0 0 1 0 0,0 0-1 0 0,0-1 1 0 0,5 6-1 0 0,4 3-125 0 0,1 0 0 0 0,0 0 1 0 0,0-1-1 0 0,1-1 0 0 0,1 0 0 0 0,-1 0 1 0 0,2-2-1 0 0,-1 0 0 0 0,1 0 0 0 0,0-1 1 0 0,17 4-1 0 0,17 2-2501 0 0,-1-2 1 0 0,64 5-1 0 0,-70-9-396 0 0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7:20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31 183 1068 0 0,'-9'-16'11521'0'0,"3"40"-11083"0"0,1 0 0 0 0,1 1-1 0 0,2-1 1 0 0,0 1 0 0 0,4 48-1 0 0,-2-25-76 0 0,4 0-20 0 0,-2 17 148 0 0,-3-64-417 0 0,2 7-2 0 0,0-5 20 0 0,-3-7 472 0 0,-2-19-543 0 0,1-1 0 0 0,1 1 0 0 0,2 0 0 0 0,0-1 0 0 0,1 1 0 0 0,1-1 0 0 0,1 1 0 0 0,1 0 0 0 0,1 0 0 0 0,1 1 0 0 0,1-1 0 0 0,2 1 0 0 0,0 1 0 0 0,1-1-1 0 0,0 2 1 0 0,2-1 0 0 0,1 2 0 0 0,28-35 0 0 0,-31 46 14 0 0,-1 0-1 0 0,1 1 0 0 0,0 1 0 0 0,0 0 1 0 0,1 0-1 0 0,0 1 0 0 0,0 0 0 0 0,0 1 1 0 0,1 0-1 0 0,-1 1 0 0 0,1 0 1 0 0,18-2-1 0 0,-20 4-331 0 0,1-1 0 0 0,-1 2 0 0 0,1-1 0 0 0,-1 2 1 0 0,0-1-1 0 0,1 1 0 0 0,-1 1 0 0 0,1 0 0 0 0,-1 1 0 0 0,0-1 1 0 0,0 2-1 0 0,-1 0 0 0 0,1 0 0 0 0,14 9 0 0 0,-3 10-6207 0 0,-20-22 5734 0 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7:20.7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55 444 0 0,'2'3'6221'0'0,"-2"-3"-6088"0"0,22-2 2865 0 0,52-11-2491 0 0,-11 2-399 0 0,17 1-1075 0 0,38-5-4284 0 0,-79 8 2894 0 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7:21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451 79 332 0 0,'-1'-16'2852'0'0,"1"12"-2319"0"0,-1 0 0 0 0,0 1 0 0 0,0-1 1 0 0,0 0-1 0 0,0 0 0 0 0,-1 1 0 0 0,1-1 1 0 0,-1 0-1 0 0,0 1 0 0 0,0 0 0 0 0,-1-1 1 0 0,-3-4-1 0 0,4 7-407 0 0,-1 0-1 0 0,1-1 1 0 0,-1 1 0 0 0,1 0-1 0 0,-1 0 1 0 0,1 0 0 0 0,-1 0-1 0 0,0 1 1 0 0,1-1 0 0 0,-1 1-1 0 0,0-1 1 0 0,0 1 0 0 0,1 0-1 0 0,-1 0 1 0 0,0 0 0 0 0,0 1-1 0 0,1-1 1 0 0,-1 1 0 0 0,0-1 0 0 0,-4 3-1 0 0,-14 3 71 0 0,0 1 0 0 0,0 1 0 0 0,1 1 0 0 0,0 1 0 0 0,1 0 0 0 0,0 2 0 0 0,1 0 0 0 0,0 1 0 0 0,1 1 0 0 0,0 1 0 0 0,1 0 0 0 0,-18 22 0 0 0,22-22-138 0 0,1 0 0 0 0,0 0 0 0 0,1 1-1 0 0,1 1 1 0 0,0 0 0 0 0,1 0 0 0 0,1 1-1 0 0,0 0 1 0 0,2 0 0 0 0,0 0-1 0 0,1 1 1 0 0,1-1 0 0 0,1 1 0 0 0,-1 32-1 0 0,3-47-73 0 0,0-1-1 0 0,0 1 0 0 0,1-1 1 0 0,-1 1-1 0 0,1-1 0 0 0,0 1 1 0 0,-1-1-1 0 0,2 1 0 0 0,-1-1 1 0 0,0 0-1 0 0,1 1 0 0 0,-1-1 1 0 0,1 0-1 0 0,0 0 0 0 0,0 0 1 0 0,0-1-1 0 0,1 1 0 0 0,-1 0 1 0 0,1-1-1 0 0,-1 1 0 0 0,1-1 1 0 0,5 3-1 0 0,-3-2-23 0 0,1-1 1 0 0,-1 0-1 0 0,1 0 1 0 0,0-1 0 0 0,0 0-1 0 0,0 0 1 0 0,0 0-1 0 0,0-1 1 0 0,0 0-1 0 0,0 0 1 0 0,0 0-1 0 0,8-2 1 0 0,85-18-346 0 0,-67 12 238 0 0,45-5 0 0 0,-75 13 164 0 0,0 0 0 0 0,1 0-1 0 0,-1 0 1 0 0,0 0 0 0 0,0 0 0 0 0,0 1 0 0 0,0-1 0 0 0,0 1-1 0 0,0-1 1 0 0,-1 1 0 0 0,1 0 0 0 0,0 0 0 0 0,0 0-1 0 0,0 0 1 0 0,-1 0 0 0 0,1 0 0 0 0,0 0 0 0 0,-1 1 0 0 0,1-1-1 0 0,-1 1 1 0 0,1-1 0 0 0,-1 1 0 0 0,0-1 0 0 0,0 1-1 0 0,0 0 1 0 0,0 0 0 0 0,0-1 0 0 0,0 1 0 0 0,0 0 0 0 0,0 0-1 0 0,-1 0 1 0 0,1 0 0 0 0,-1 0 0 0 0,0 0 0 0 0,1 0-1 0 0,-1 0 1 0 0,0 4 0 0 0,0 7 159 0 0,1 1 0 0 0,-2-1 0 0 0,0 1-1 0 0,-3 15 1 0 0,3-26-146 0 0,-3 19 76 0 0,-1 0 0 0 0,-1 0 1 0 0,-1 0-1 0 0,-1-1 0 0 0,-16 32 0 0 0,-4-5-2925 0 0,-5-1-4508 0 0,24-35 3594 0 0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7:22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63 256 0 0,'20'-61'8517'0'0,"-19"60"-7709"0"0,-4 30 4646 0 0,-1-2-5185 0 0,-1 1 0 0 0,-12 41 0 0 0,8-44-174 0 0,-11 23-1901 0 0,19-46 1280 0 0,-4 6 200 0 0,4-5-2584 0 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7:23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97 528 0 0,'8'-27'3457'0'0,"-5"19"-2681"0"0,1 0 0 0 0,0 0 1 0 0,0 0-1 0 0,1 1 0 0 0,0 0 0 0 0,9-10 0 0 0,-13 16-502 0 0,0 0-308 0 0,-1 1 0 0 0,0-1 0 0 0,0 1 0 0 0,1 0 0 0 0,-1-1 0 0 0,0 1 0 0 0,1 0 0 0 0,-1-1 0 0 0,0 1-1 0 0,1 0 1 0 0,-1 0 0 0 0,1-1 0 0 0,-1 1 0 0 0,0 0 0 0 0,1 0 0 0 0,-1 0 0 0 0,1-1 0 0 0,-1 1 0 0 0,1 0 0 0 0,-1 0 0 0 0,1 0 0 0 0,-1 0 0 0 0,1 0-1 0 0,-1 0 1 0 0,0 0 0 0 0,1 0 0 0 0,0 0 0 0 0,18 15-1103 0 0,-6 0-2691 0 0,-8-9 1703 0 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7:23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0 748 0 0,'0'17'1079'0'0,"-1"-1"-1"0"0,0 0 1 0 0,-2 0-1 0 0,0 0 0 0 0,0 0 1 0 0,-10 25-1 0 0,12-39-786 0 0,1-1 181 0 0,0-1-440 0 0,-1 0 0 0 0,1 1-1 0 0,0-1 1 0 0,0 0 0 0 0,0 0 0 0 0,0 0 0 0 0,0 0-1 0 0,0 0 1 0 0,0 0 0 0 0,0 1 0 0 0,-1-1 0 0 0,1 0-1 0 0,0 0 1 0 0,0 0 0 0 0,0 0 0 0 0,0 1 0 0 0,0-1-1 0 0,0 0 1 0 0,0 0 0 0 0,0 0 0 0 0,0 0 0 0 0,0 1-1 0 0,0-1 1 0 0,0 0 0 0 0,0 0 0 0 0,0 0 0 0 0,0 0-1 0 0,0 1 1 0 0,0-1 0 0 0,0 0 0 0 0,0 0 0 0 0,0 0 0 0 0,1 0-1 0 0,-1 0 1 0 0,0 1 0 0 0,0-1 0 0 0,0 0 0 0 0,0 0-1 0 0,0 0 1 0 0,0 0 0 0 0,0 0 0 0 0,0 0 0 0 0,1 1-1 0 0,-1-1 1 0 0,0 0 0 0 0,0 0 0 0 0,0 0 0 0 0,0 0-1 0 0,0 0 1 0 0,1 0 0 0 0,-1 0 0 0 0,0 0 0 0 0,0 0-1 0 0,0 0 1 0 0,0 0 0 0 0,1 0 0 0 0,-1 0 0 0 0,0 0-1 0 0,0 0 1 0 0,0 0 0 0 0,0 0 0 0 0,1 0 0 0 0,-1 0 0 0 0,0 0-1 0 0,0 0 1 0 0,0 0 0 0 0,0 0 0 0 0,1 0 0 0 0,-1 0-1 0 0,32-18 184 0 0,-22 12-85 0 0,-1 0 1 0 0,2 1-1 0 0,-1 0 0 0 0,12-3 1 0 0,-18 7-133 0 0,-1 0 0 0 0,0 0 0 0 0,1 0 0 0 0,-1 1-1 0 0,1 0 1 0 0,-1 0 0 0 0,1 0 0 0 0,-1 0 0 0 0,1 0 0 0 0,-1 1 0 0 0,0 0 0 0 0,1-1 0 0 0,-1 1 0 0 0,0 0 0 0 0,1 1 0 0 0,-1-1 0 0 0,0 0 0 0 0,5 4-1 0 0,25 21-933 0 0,18 10-5916 0 0,-42-31 4363 0 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7:24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151 947 472 0 0,'0'0'1183'0'0,"-3"-11"7254"0"0,-6 17-8226 0 0,-1 0 0 0 0,1 0 0 0 0,0 1 0 0 0,1 0 0 0 0,0 1 0 0 0,0-1 0 0 0,0 2 0 0 0,1-1 1 0 0,0 1-1 0 0,-8 14 0 0 0,8-11-29 0 0,0 1 1 0 0,1-1-1 0 0,0 1 1 0 0,1 0-1 0 0,0 1 1 0 0,1-1-1 0 0,1 1 0 0 0,-3 19 1 0 0,6-33-171 0 0,0 1 0 0 0,0 0 1 0 0,0 0-1 0 0,-1 0 0 0 0,1 0 0 0 0,0 0 0 0 0,0 0 1 0 0,1-1-1 0 0,-1 1 0 0 0,0 0 0 0 0,0 0 1 0 0,0 0-1 0 0,1 0 0 0 0,-1 0 0 0 0,0-1 0 0 0,1 1 1 0 0,-1 0-1 0 0,0 0 0 0 0,1-1 0 0 0,-1 1 1 0 0,1 0-1 0 0,-1 0 0 0 0,1-1 0 0 0,0 1 0 0 0,-1-1 1 0 0,1 1-1 0 0,0 0 0 0 0,-1-1 0 0 0,1 1 0 0 0,0-1 1 0 0,0 0-1 0 0,0 1 0 0 0,-1-1 0 0 0,1 0 1 0 0,0 1-1 0 0,0-1 0 0 0,0 0 0 0 0,0 0 0 0 0,-1 0 1 0 0,1 0-1 0 0,0 0 0 0 0,0 0 0 0 0,0 0 0 0 0,0 0 1 0 0,0 0-1 0 0,0 0 0 0 0,0 0 0 0 0,-1 0 1 0 0,1-1-1 0 0,0 1 0 0 0,0 0 0 0 0,0-1 0 0 0,1 0 1 0 0,55-25 1 0 0,-46 20 7 0 0,19-10-28 0 0,-24 12-15 0 0,1 0-1 0 0,-1 0 0 0 0,1 0 0 0 0,1 1 1 0 0,-1 0-1 0 0,0 1 0 0 0,1 0 0 0 0,-1 0 1 0 0,1 0-1 0 0,0 1 0 0 0,-1 0 1 0 0,1 1-1 0 0,0-1 0 0 0,0 1 0 0 0,-1 1 1 0 0,9 1-1 0 0,19 5-124 0 0,-26-4 98 0 0,2-1 1 0 0,-1 0 0 0 0,0-1 0 0 0,0 0-1 0 0,17-1 1 0 0,-23 0 48 0 0,-1-1-1 0 0,1 0 1 0 0,0 0 0 0 0,-1 0-1 0 0,1 0 1 0 0,-1-1-1 0 0,1 1 1 0 0,-1-1 0 0 0,0 0-1 0 0,0 0 1 0 0,0 0-1 0 0,0-1 1 0 0,0 1-1 0 0,0 0 1 0 0,0-1 0 0 0,-1 0-1 0 0,1 0 1 0 0,-1 0-1 0 0,0 0 1 0 0,2-4 0 0 0,-1 2 10 0 0,-1-1 1 0 0,1 1-1 0 0,-1-1 1 0 0,-1 0-1 0 0,1 0 1 0 0,-1 0-1 0 0,1-10 0 0 0,0 3 25 0 0,-3 7-7 0 0,0 0 0 0 0,0 1 1 0 0,0-1-1 0 0,-1 0 0 0 0,0 0 1 0 0,0 1-1 0 0,-5-10 0 0 0,6 13-6 0 0,2-3-100 0 0,-1 5 76 0 0,0-1 0 0 0,0 1-1 0 0,0 0 1 0 0,0-1 0 0 0,0 1-1 0 0,0 0 1 0 0,0-1 0 0 0,0 1-1 0 0,0 0 1 0 0,0-1 0 0 0,0 1-1 0 0,0 0 1 0 0,0-1 0 0 0,1 1-1 0 0,-1 0 1 0 0,0-1 0 0 0,0 1-1 0 0,0 0 1 0 0,0-1-1 0 0,1 1 1 0 0,-1 0 0 0 0,0-1-1 0 0,0 1 1 0 0,0 0 0 0 0,1 0-1 0 0,-1-1 1 0 0,0 1 0 0 0,1 0-1 0 0,-1 0 1 0 0,0 0 0 0 0,0-1-1 0 0,1 1 1 0 0,62 1-124 0 0,-18 0 75 0 0,1-2 0 0 0,72-10 0 0 0,-75 3 73 0 0,-1-2 0 0 0,0-2 0 0 0,-1-2 0 0 0,0-2 0 0 0,-1-1-1 0 0,-1-2 1 0 0,69-46 0 0 0,-89 52 7 0 0,0-1 0 0 0,-1-2-1 0 0,0 1 1 0 0,-1-2 0 0 0,-1 0-1 0 0,-1-1 1 0 0,-1-1 0 0 0,0 0-1 0 0,-1-1 1 0 0,-1 0 0 0 0,-1-1 0 0 0,-1 0-1 0 0,-1-1 1 0 0,-1 0 0 0 0,0-1-1 0 0,3-23 1 0 0,-8 29 3 0 0,0 0 1 0 0,-2 0-1 0 0,0 0 1 0 0,-1 0-1 0 0,-1-1 0 0 0,0 1 1 0 0,-1 0-1 0 0,-1 1 1 0 0,-8-25-1 0 0,7 29-6 0 0,-1-1 0 0 0,-1 1 0 0 0,0 0 0 0 0,-1 1 0 0 0,0-1 0 0 0,-1 1 0 0 0,0 1 0 0 0,0-1 0 0 0,-1 1 0 0 0,-1 1 0 0 0,0 0 0 0 0,-17-12 0 0 0,12 9-12 0 0,-1 1 0 0 0,-1 1 0 0 0,0 0 1 0 0,0 1-1 0 0,-1 1 0 0 0,-24-8 0 0 0,35 15-20 0 0,1-1 0 0 0,0 1 1 0 0,-1 0-1 0 0,1 0 0 0 0,-1 1 0 0 0,1 0 0 0 0,-1 0 1 0 0,1 1-1 0 0,-1 0 0 0 0,1 0 0 0 0,-1 0 0 0 0,1 1 0 0 0,0-1 1 0 0,0 2-1 0 0,0-1 0 0 0,0 1 0 0 0,0 0 0 0 0,0 0 1 0 0,1 0-1 0 0,-1 1 0 0 0,1 0 0 0 0,-9 9 0 0 0,-2 4-2 0 0,0 1-1 0 0,1 1 0 0 0,2 1 0 0 0,0 0 1 0 0,0 0-1 0 0,2 1 0 0 0,1 1 0 0 0,1-1 1 0 0,-10 34-1 0 0,-1 23 17 0 0,-16 114 1 0 0,26-128 8 0 0,4-4-20 0 0,2 1 0 0 0,7 99 1 0 0,-1 1 52 0 0,-3-121-14 0 0,1-1-1 0 0,8 65 1 0 0,-7-102 5 0 0,-1 0 111 0 0,0-2-135 0 0,0 0 1 0 0,0 1 0 0 0,-1-1 0 0 0,1 0-1 0 0,0 0 1 0 0,0 0 0 0 0,0 1-1 0 0,0-1 1 0 0,0 0 0 0 0,0 0-1 0 0,0 1 1 0 0,0-1 0 0 0,0 0-1 0 0,0 0 1 0 0,0 0 0 0 0,0 1-1 0 0,0-1 1 0 0,0 0 0 0 0,0 0-1 0 0,0 1 1 0 0,0-1 0 0 0,0 0-1 0 0,0 0 1 0 0,0 0 0 0 0,1 1-1 0 0,-1-1 1 0 0,0 0 0 0 0,0 0-1 0 0,0 0 1 0 0,0 1 0 0 0,0-1 0 0 0,0 0-1 0 0,1 0 1 0 0,-1 0 0 0 0,0 0-1 0 0,0 1 1 0 0,0-1 0 0 0,1 0-1 0 0,-1 0 1 0 0,0 0 0 0 0,0 0-1 0 0,0 0 1 0 0,1 0 0 0 0,-1 0-1 0 0,0 0 1 0 0,0 0 0 0 0,1 0-1 0 0,-1 0 1 0 0,0 0 0 0 0,0 0-1 0 0,0 0 1 0 0,1 0 0 0 0,-1 0-1 0 0,0 0 1 0 0,0 0 0 0 0,1 0-1 0 0,36-29 174 0 0,-27 20-139 0 0,0 1-1 0 0,1-1 1 0 0,1 2-1 0 0,-1 0 1 0 0,14-7 0 0 0,-17 12-39 0 0,0 0 0 0 0,0 1 0 0 0,1 0 0 0 0,-1 0 0 0 0,1 1 0 0 0,-1 0 1 0 0,0 0-1 0 0,1 1 0 0 0,-1 0 0 0 0,0 0 0 0 0,1 1 0 0 0,-1 0 1 0 0,0 1-1 0 0,0-1 0 0 0,0 2 0 0 0,12 6 0 0 0,21 6 1281 0 0,-26-12-1088 0 0,6-2-6643 0 0,-11-2 1654 0 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7:25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6 512 1128 0 0,'-2'-5'11410'0'0,"1"8"-11395"0"0,1 1 0 0 0,-1-1 0 0 0,0 1 0 0 0,1-1 0 0 0,0 0 1 0 0,0 1-1 0 0,0-1 0 0 0,0 1 0 0 0,1-1 0 0 0,-1 0 0 0 0,1 1 0 0 0,0-1 1 0 0,0 0-1 0 0,0 0 0 0 0,0 1 0 0 0,1-1 0 0 0,-1 0 0 0 0,1 0 0 0 0,0 0 1 0 0,0-1-1 0 0,0 1 0 0 0,0 0 0 0 0,0-1 0 0 0,1 1 0 0 0,-1-1 0 0 0,1 0 0 0 0,-1 0 1 0 0,1 0-1 0 0,4 2 0 0 0,0-1-19 0 0,-1 0 0 0 0,1-1 0 0 0,0 0 1 0 0,0 0-1 0 0,1-1 0 0 0,-1 0 0 0 0,0 0 1 0 0,0 0-1 0 0,1-1 0 0 0,-1 0 0 0 0,0-1 0 0 0,1 0 1 0 0,-1 0-1 0 0,0 0 0 0 0,0-1 0 0 0,0 0 0 0 0,11-5 1 0 0,0-1 3 0 0,1 0 0 0 0,-1-1 0 0 0,-1-1 1 0 0,0-1-1 0 0,19-14 0 0 0,-15 6 26 0 0,-1 1-1 0 0,-1-2 0 0 0,-1-1 1 0 0,0 0-1 0 0,-2-2 0 0 0,0 0 1 0 0,-2 0-1 0 0,0-1 0 0 0,-2-1 1 0 0,-1 0-1 0 0,-1-1 0 0 0,-1 0 1 0 0,-1 0-1 0 0,6-36 0 0 0,-12 36 271 0 0,0 0 0 0 0,-2 0-1 0 0,-5-39 1 0 0,5 63-73 0 0,-4 4-217 0 0,1 1-1 0 0,-1 0 1 0 0,1 0 0 0 0,0 0 0 0 0,0 1 0 0 0,0-1-1 0 0,0 1 1 0 0,0-1 0 0 0,1 1 0 0 0,0 0 0 0 0,0 0 0 0 0,0 0-1 0 0,0 0 1 0 0,1 1 0 0 0,-1-1 0 0 0,1 0 0 0 0,-1 7 0 0 0,-2 12 28 0 0,-3 46 0 0 0,7-63-28 0 0,0 9-1 0 0,0 0 1 0 0,1 0-1 0 0,0 0 0 0 0,1 0 1 0 0,8 27-1 0 0,-8-34 21 0 0,1-1-1 0 0,0 1 1 0 0,0-1 0 0 0,0 1-1 0 0,1-1 1 0 0,0-1 0 0 0,1 1-1 0 0,-1 0 1 0 0,1-1-1 0 0,0 0 1 0 0,1 0 0 0 0,9 8-1 0 0,-9-10-6 0 0,0-1 0 0 0,0 0-1 0 0,0 0 1 0 0,1 0-1 0 0,-1-1 1 0 0,0 0-1 0 0,1 0 1 0 0,0-1-1 0 0,-1 0 1 0 0,1 0 0 0 0,13 0-1 0 0,44-3-3973 0 0,-32 0-1325 0 0,-13 0 1765 0 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7:25.7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0 368 1184 0 0,'21'-4'2037'0'0,"-1"-1"-1"0"0,26-9 0 0 0,-9-1-655 0 0,0-2 0 0 0,-1-1-1 0 0,43-29 1 0 0,-70 40-1090 0 0,0 1 0 0 0,-1-1 0 0 0,0-1 0 0 0,0 0 0 0 0,0 0 0 0 0,-1-1 0 0 0,0 1 1 0 0,-1-1-1 0 0,0-1 0 0 0,0 1 0 0 0,5-13 0 0 0,-9 18-237 0 0,-1 1-1 0 0,0-1 1 0 0,1 0 0 0 0,-1 0-1 0 0,0 0 1 0 0,-1 0 0 0 0,1 0-1 0 0,-1 0 1 0 0,0 0 0 0 0,0 0-1 0 0,0 0 1 0 0,0 0 0 0 0,-1 0 0 0 0,1 0-1 0 0,-1 0 1 0 0,0 0 0 0 0,0 1-1 0 0,-1-1 1 0 0,1 0 0 0 0,-1 0-1 0 0,0 1 1 0 0,0-1 0 0 0,0 1-1 0 0,0 0 1 0 0,-1 0 0 0 0,1-1 0 0 0,-1 1-1 0 0,0 1 1 0 0,0-1 0 0 0,0 0-1 0 0,0 1 1 0 0,0 0 0 0 0,-8-4-1 0 0,7 4-44 0 0,0 0-1 0 0,0 0 0 0 0,0 0 0 0 0,-1 1 0 0 0,1 0 1 0 0,-1 0-1 0 0,1 0 0 0 0,-1 0 0 0 0,1 1 0 0 0,-1-1 1 0 0,0 1-1 0 0,1 1 0 0 0,-1-1 0 0 0,0 1 0 0 0,1-1 1 0 0,-1 1-1 0 0,1 1 0 0 0,0-1 0 0 0,-1 0 1 0 0,1 1-1 0 0,0 0 0 0 0,0 0 0 0 0,0 1 0 0 0,0-1 1 0 0,0 1-1 0 0,0-1 0 0 0,-3 5 0 0 0,-2 1-10 0 0,0 0 0 0 0,1 0 0 0 0,0 1 0 0 0,0 1 0 0 0,1-1 0 0 0,0 1 0 0 0,1 0 0 0 0,0 0 0 0 0,-6 16 0 0 0,10-20 9 0 0,-1 0 0 0 0,1 0 0 0 0,1 0 1 0 0,-1 1-1 0 0,1-1 0 0 0,1 1 0 0 0,-1-1 1 0 0,1 1-1 0 0,0-1 0 0 0,0 1 0 0 0,1-1 1 0 0,0 1-1 0 0,0-1 0 0 0,0 1 0 0 0,1-1 1 0 0,4 11-1 0 0,-3-13-6 0 0,-1 0 1 0 0,0 0 0 0 0,1 0-1 0 0,0 0 1 0 0,0-1-1 0 0,0 1 1 0 0,1-1-1 0 0,-1 0 1 0 0,1 0-1 0 0,-1 0 1 0 0,1 0-1 0 0,0-1 1 0 0,0 1-1 0 0,1-1 1 0 0,-1 0-1 0 0,0 0 1 0 0,1-1 0 0 0,-1 1-1 0 0,1-1 1 0 0,-1 0-1 0 0,1 0 1 0 0,0 0-1 0 0,8-1 1 0 0,11-1-63 0 0,1-1 1 0 0,-1-2 0 0 0,0 0 0 0 0,0-2 0 0 0,0 0-1 0 0,34-15 1 0 0,50-13-164 0 0,-82 27 209 0 0,38-6-259 0 0,-61 12 258 0 0,0 1 0 0 0,0 0 0 0 0,0 0 0 0 0,0 0-1 0 0,0 1 1 0 0,1-1 0 0 0,-1 1 0 0 0,0-1 0 0 0,0 1 0 0 0,-1 0-1 0 0,1 0 1 0 0,0 0 0 0 0,0 1 0 0 0,0-1 0 0 0,-1 1 0 0 0,1 0-1 0 0,3 2 1 0 0,65 62-23 0 0,-70-65 89 0 0,1 0-1 0 0,-1 0 1 0 0,0 0 0 0 0,1 0-1 0 0,-1 0 1 0 0,1 0 0 0 0,-1-1-1 0 0,1 1 1 0 0,-1-1 0 0 0,1 1 0 0 0,-1-1-1 0 0,1 1 1 0 0,0-1 0 0 0,-1 0-1 0 0,1 0 1 0 0,0 0 0 0 0,-1 0-1 0 0,1 0 1 0 0,0 0 0 0 0,-1 0-1 0 0,1-1 1 0 0,2 0 0 0 0,1 0 55 0 0,-1-1-1 0 0,0 0 1 0 0,0-1 0 0 0,0 1 0 0 0,0-1 0 0 0,0 1 0 0 0,-1-1-1 0 0,5-5 1 0 0,7-7-361 0 0,-2-1 0 0 0,22-32 0 0 0,-30 40-297 0 0,13-16-1771 0 0,-6 8-5469 0 0,-4 7 3354 0 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7:26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1 128 944 0 0,'14'-7'1393'0'0,"0"-1"-1"0"0,0 0 1 0 0,0-1 0 0 0,-1 0-1 0 0,-1-2 1 0 0,0 1 0 0 0,0-1-1 0 0,-1-1 1 0 0,15-19 0 0 0,-26 31-1344 0 0,0 0-1 0 0,0 0 1 0 0,0 0 0 0 0,0 0 0 0 0,0 0 0 0 0,0 0 0 0 0,0 0-1 0 0,0 0 1 0 0,0 0 0 0 0,0 0 0 0 0,-1 0 0 0 0,1 0 0 0 0,0 0-1 0 0,0 0 1 0 0,0 0 0 0 0,0 0 0 0 0,0 0 0 0 0,0 0 0 0 0,0 0 0 0 0,0 0-1 0 0,0 0 1 0 0,0 0 0 0 0,0 0 0 0 0,0 0 0 0 0,-1-1 0 0 0,1 1-1 0 0,0 0 1 0 0,0 0 0 0 0,0 0 0 0 0,0 0 0 0 0,0 0 0 0 0,0 0-1 0 0,0 0 1 0 0,0 0 0 0 0,0 0 0 0 0,0 0 0 0 0,0 0 0 0 0,0 0-1 0 0,0 0 1 0 0,0 0 0 0 0,0-1 0 0 0,0 1 0 0 0,0 0 0 0 0,0 0 0 0 0,0 0-1 0 0,0 0 1 0 0,0 0 0 0 0,0 0 0 0 0,0 0 0 0 0,0 0 0 0 0,0 0-1 0 0,0 0 1 0 0,0 0 0 0 0,0-1 0 0 0,0 1 0 0 0,0 0 0 0 0,0 0-1 0 0,0 0 1 0 0,0 0 0 0 0,-13 6 466 0 0,10-4-528 0 0,-1 0 0 0 0,1 1 0 0 0,0-1 0 0 0,0 0 0 0 0,1 1 0 0 0,-1 0 0 0 0,0 0 0 0 0,-2 4 0 0 0,1-1-33 0 0,1 1 0 0 0,0-1 0 0 0,0 1 0 0 0,1 0 0 0 0,0 0 0 0 0,0 0 0 0 0,1 0 0 0 0,-1 0 1 0 0,1 0-1 0 0,1 1 0 0 0,0-1 0 0 0,0 0 0 0 0,0 0 0 0 0,2 10 0 0 0,-1-14 11 0 0,0 1 0 0 0,0-1 1 0 0,0 0-1 0 0,1 0 0 0 0,-1 0 1 0 0,1 0-1 0 0,0 0 0 0 0,0 0 1 0 0,0 0-1 0 0,0 0 0 0 0,0-1 1 0 0,1 1-1 0 0,-1-1 0 0 0,1 0 1 0 0,-1 0-1 0 0,1 0 0 0 0,0 0 1 0 0,0 0-1 0 0,0 0 0 0 0,0-1 1 0 0,0 1-1 0 0,1-1 0 0 0,-1 0 1 0 0,0 0-1 0 0,0 0 0 0 0,1-1 1 0 0,-1 1-1 0 0,1-1 0 0 0,-1 1 1 0 0,1-1-1 0 0,4-1 0 0 0,16-2-18 0 0,0-1 0 0 0,-1-1 0 0 0,0-1 0 0 0,0-1 1 0 0,0-1-1 0 0,-1-2 0 0 0,27-14 0 0 0,-8 5 221 0 0,-36 17-59 0 0,1-1 1 0 0,-1 1 0 0 0,1 0-1 0 0,-1 0 1 0 0,1 1-1 0 0,11-2 1 0 0,-15 3-93 0 0,1 1-1 0 0,0-1 1 0 0,0 0 0 0 0,-1 1 0 0 0,1 0 0 0 0,0 0-1 0 0,-1 0 1 0 0,1 0 0 0 0,0 0 0 0 0,-1 0 0 0 0,1 1-1 0 0,-1-1 1 0 0,0 1 0 0 0,0-1 0 0 0,1 1 0 0 0,-1 0-1 0 0,2 2 1 0 0,4 3-24 0 0,1 0-1 0 0,0-1 0 0 0,0-1 1 0 0,1 0-1 0 0,0 0 0 0 0,0-1 1 0 0,0 0-1 0 0,19 5 1 0 0,-24-9 4 0 0,1 0 1 0 0,-1 0 0 0 0,0 0 0 0 0,1 0 0 0 0,-1-1 0 0 0,0 0 0 0 0,1 0 0 0 0,-1 0-1 0 0,0-1 1 0 0,0 0 0 0 0,5-2 0 0 0,50-29 50 0 0,48-52 479 0 0,-106 84-113 0 0,3-11 2712 0 0,-6 13-3124 0 0,0 0 1 0 0,0 1 0 0 0,1-1 0 0 0,-1 1 0 0 0,0-1 0 0 0,1 1 0 0 0,-1-1-1 0 0,1 1 1 0 0,0 0 0 0 0,-1-1 0 0 0,1 1 0 0 0,0 0 0 0 0,0-1-1 0 0,0 1 1 0 0,0 0 0 0 0,0-1 0 0 0,0 1 0 0 0,1 0 0 0 0,-1-1-1 0 0,0 1 1 0 0,1-1 0 0 0,-1 1 0 0 0,1-1 0 0 0,0 1 0 0 0,0-1 0 0 0,-1 1-1 0 0,1-1 1 0 0,0 1 0 0 0,0-1 0 0 0,0 0 0 0 0,0 0 0 0 0,1 1-1 0 0,-1-1 1 0 0,0 0 0 0 0,0 0 0 0 0,1 0 0 0 0,-1 0 0 0 0,1-1 0 0 0,-1 1-1 0 0,1 0 1 0 0,-1-1 0 0 0,1 1 0 0 0,-1-1 0 0 0,1 1 0 0 0,0-1-1 0 0,-1 1 1 0 0,1-1 0 0 0,1 0 0 0 0,5 1 14 0 0,-1 0 0 0 0,0-1 0 0 0,0 0 0 0 0,1 0-1 0 0,-1 0 1 0 0,0-1 0 0 0,0 0 0 0 0,0-1 0 0 0,0 1 0 0 0,0-1 0 0 0,8-4 0 0 0,7-4 19 0 0,0-1 1 0 0,20-13-1 0 0,26-14 95 0 0,-65 36-105 0 0,11-8-4 0 0,-12 10-22 0 0,0-1-8 0 0,-1 4-106 0 0,1 5 104 0 0,0 0-1 0 0,0 0 1 0 0,0 0-1 0 0,-1 0 0 0 0,-1 0 1 0 0,0 0-1 0 0,0 0 1 0 0,0 0-1 0 0,-1 0 1 0 0,-3 15-1 0 0,-25 90-15 0 0,23-90 26 0 0,-19 55 9 0 0,-3 0-1 0 0,-4-3 1 0 0,-3 0 0 0 0,-3-2-1 0 0,-3-2 1 0 0,-52 68-1 0 0,85-127 128 0 0,-1-1-1 0 0,0 1 0 0 0,-1-1 0 0 0,0-1 0 0 0,-1 0 1 0 0,0 0-1 0 0,0-1 0 0 0,-1 0 0 0 0,-18 9 0 0 0,29-18-49 0 0,-1 1 0 0 0,1-1 0 0 0,-1 0 0 0 0,0 0 0 0 0,1 0 0 0 0,-1 0 0 0 0,0 0 0 0 0,1 0 0 0 0,-1 0 0 0 0,1-1 0 0 0,-1 1 0 0 0,0 0 0 0 0,1-1 0 0 0,-1 0 0 0 0,1 1 0 0 0,-1-1 0 0 0,1 0 0 0 0,-1 0 0 0 0,1 1 0 0 0,0-1 0 0 0,-1 0 0 0 0,1 0 0 0 0,0-1 0 0 0,0 1 0 0 0,0 0 0 0 0,0 0 0 0 0,0-1 0 0 0,0 1 0 0 0,0 0 0 0 0,0-1 0 0 0,0 1 0 0 0,1-1 0 0 0,-2-2 0 0 0,0-1 89 0 0,-1-1 0 0 0,1 0 1 0 0,0 1-1 0 0,1-1 1 0 0,-1 0-1 0 0,1 0 0 0 0,-1-11 1 0 0,4-5 60 0 0,0 1 0 0 0,2-1 0 0 0,0 1-1 0 0,2 0 1 0 0,0 0 0 0 0,1 1 0 0 0,2 0 0 0 0,0 0 0 0 0,0 0 0 0 0,2 1 0 0 0,25-33 0 0 0,-1 6-468 0 0,2 2-1 0 0,2 1 1 0 0,58-48 0 0 0,-83 78-485 0 0,1 0-1 0 0,1 2 1 0 0,0 0-1 0 0,22-12 1 0 0,-1 9-4176 0 0,4 7-5003 0 0,-22 5 3786 0 0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7:30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35 958 256 0 0,'-25'8'2378'0'0,"23"-7"-1661"0"0,-6 7 6413 0 0,8-8-6958 0 0,13-4 55 0 0,-1-1 0 0 0,1-1-1 0 0,-1 0 1 0 0,-1-1 0 0 0,1 0 0 0 0,-1-1 0 0 0,0 0 0 0 0,-1 0 0 0 0,15-17-1 0 0,86-103 1203 0 0,-95 108-1196 0 0,36-47 630 0 0,57-97 0 0 0,-84 120-510 0 0,-2 0 0 0 0,-2-2 0 0 0,25-78 0 0 0,-41 104-223 0 0,0 0-1 0 0,-2 0 1 0 0,2-24-1 0 0,-4 39-111 0 0,0 1 0 0 0,-1 0-1 0 0,0-1 1 0 0,0 1-1 0 0,0-1 1 0 0,-1 1 0 0 0,1 0-1 0 0,-1 0 1 0 0,0-1-1 0 0,0 1 1 0 0,-1 0 0 0 0,1 0-1 0 0,-1 0 1 0 0,0 0-1 0 0,0 0 1 0 0,0 0 0 0 0,-1 1-1 0 0,1-1 1 0 0,-1 1-1 0 0,-5-6 1 0 0,5 8-31 0 0,1 0 0 0 0,0 0 0 0 0,0 1 0 0 0,-1-1 0 0 0,1 1 0 0 0,0 0-1 0 0,-1 0 1 0 0,1 0 0 0 0,-1 0 0 0 0,1 0 0 0 0,0 0 0 0 0,-1 1 0 0 0,1-1 0 0 0,0 1 0 0 0,-1-1 0 0 0,1 1 0 0 0,0 0-1 0 0,-4 2 1 0 0,-42 22-399 0 0,40-20 322 0 0,4-3 7 0 0,0 1 1 0 0,0-1-1 0 0,0 1 1 0 0,0 0-1 0 0,0 0 1 0 0,1 0-1 0 0,0 0 1 0 0,-1 1-1 0 0,1 0 1 0 0,0-1-1 0 0,1 1 1 0 0,-1 0-1 0 0,1 0 1 0 0,0 1-1 0 0,-3 6 1 0 0,4-8 44 0 0,1 0 0 0 0,0 0 1 0 0,0 0-1 0 0,0-1 1 0 0,0 1-1 0 0,0 0 0 0 0,0 0 1 0 0,1 0-1 0 0,0 0 0 0 0,-1-1 1 0 0,1 1-1 0 0,0 0 1 0 0,0-1-1 0 0,1 1 0 0 0,-1 0 1 0 0,0-1-1 0 0,1 1 1 0 0,0-1-1 0 0,-1 0 0 0 0,1 0 1 0 0,0 0-1 0 0,0 0 1 0 0,0 0-1 0 0,1 0 0 0 0,-1 0 1 0 0,5 2-1 0 0,18 14-122 0 0,-10-9 102 0 0,-1 1-1 0 0,0 1 1 0 0,0 0-1 0 0,-1 1 1 0 0,0 0-1 0 0,-1 1 1 0 0,0 0-1 0 0,-2 1 1 0 0,1 1-1 0 0,13 25 1 0 0,-13-11 5 0 0,-1-1 0 0 0,8 39 1 0 0,12 37 4 0 0,-29-101 47 0 0,-1-1 1 0 0,1 1-1 0 0,1 0 1 0 0,-1-1-1 0 0,0 1 1 0 0,1-1-1 0 0,-1 0 1 0 0,1 1-1 0 0,-1-1 1 0 0,1 0 0 0 0,0 0-1 0 0,0 0 1 0 0,0 0-1 0 0,0 0 1 0 0,1-1-1 0 0,-1 1 1 0 0,0-1-1 0 0,1 1 1 0 0,-1-1-1 0 0,1 0 1 0 0,-1 0-1 0 0,6 2 1 0 0,-4-3 2 0 0,0 0 0 0 0,1 0 0 0 0,-1 0 0 0 0,0-1 0 0 0,0 0 0 0 0,0 1 1 0 0,0-1-1 0 0,0-1 0 0 0,0 1 0 0 0,0 0 0 0 0,0-1 0 0 0,0 0 0 0 0,5-4 0 0 0,4-2 6 0 0,0-2 1 0 0,-1 1-1 0 0,0-2 0 0 0,0 1 0 0 0,-2-2 0 0 0,1 1 0 0 0,8-15 1 0 0,6-14 65 0 0,18-44 0 0 0,1-1 946 0 0,-44 85-1006 0 0,0 1-1 0 0,0-1 0 0 0,0 0 0 0 0,0 0 0 0 0,0 1 0 0 0,0-1 0 0 0,0 0 0 0 0,1 0 0 0 0,-1 0 0 0 0,0 1 0 0 0,0-1 0 0 0,0 0 0 0 0,0 0 0 0 0,0 0 0 0 0,1 1 0 0 0,-1-1 1 0 0,0 0-1 0 0,0 0 0 0 0,0 0 0 0 0,1 0 0 0 0,-1 0 0 0 0,0 0 0 0 0,0 1 0 0 0,0-1 0 0 0,1 0 0 0 0,-1 0 0 0 0,0 0 0 0 0,0 0 0 0 0,0 0 0 0 0,1 0 0 0 0,-1 0 0 0 0,0 0 0 0 0,0 0 1 0 0,1 0-1 0 0,-1 0 0 0 0,0 0 0 0 0,0 0 0 0 0,1 0 0 0 0,-1 0 0 0 0,0 0 0 0 0,0 0 0 0 0,0-1 0 0 0,1 1 0 0 0,-1 0 0 0 0,0 0 0 0 0,0 0 0 0 0,0 0 0 0 0,1 0 0 0 0,-1 0 1 0 0,0-1-1 0 0,0 1 0 0 0,0 0 0 0 0,1 0 0 0 0,0 41-47 0 0,0 2 40 0 0,0-35 3 0 0,0 0-1 0 0,1 1 1 0 0,0-1 0 0 0,5 13-1 0 0,-6-19-2 0 0,0 1 0 0 0,0-1 0 0 0,0 0-1 0 0,0 0 1 0 0,0 0 0 0 0,1 0-1 0 0,-1 0 1 0 0,1 0 0 0 0,-1-1 0 0 0,1 1-1 0 0,-1 0 1 0 0,1-1 0 0 0,0 1 0 0 0,0-1-1 0 0,0 0 1 0 0,0 1 0 0 0,0-1-1 0 0,0 0 1 0 0,3 1 0 0 0,-3-2 7 0 0,9-6-49 0 0,-1-1 1 0 0,1-1 0 0 0,-1 0 0 0 0,-1 0-1 0 0,1-1 1 0 0,-2 0 0 0 0,1-1 0 0 0,-1 0-1 0 0,10-16 1 0 0,16-18-484 0 0,-33 43 405 0 0,3 3-257 0 0,40 34 1 0 0,-36-29 300 0 0,0 0-1 0 0,0 0 0 0 0,0-1 1 0 0,1 0-1 0 0,17 9 0 0 0,-22-14 68 0 0,-1 1 0 0 0,0-1 1 0 0,1-1-1 0 0,-1 1 0 0 0,1 0 0 0 0,-1-1 0 0 0,1 0 0 0 0,-1 0 0 0 0,1 0 1 0 0,-1 0-1 0 0,1-1 0 0 0,-1 1 0 0 0,0-1 0 0 0,1 0 0 0 0,-1 0 0 0 0,1 0 0 0 0,-1 0 1 0 0,0 0-1 0 0,0-1 0 0 0,0 0 0 0 0,0 0 0 0 0,5-3 0 0 0,2-3 42 0 0,-1-1-1 0 0,1 0 0 0 0,-1-1 0 0 0,-1 0 0 0 0,0 0 1 0 0,-1-1-1 0 0,1 1 0 0 0,-2-2 0 0 0,0 1 0 0 0,5-14 1 0 0,2-7 54 0 0,-1-1 1 0 0,10-54 0 0 0,-17 56 65 0 0,-1 0-1 0 0,-2-59 0 0 0,-2 83-87 0 0,0 5-26 0 0,-3-11 14 0 0,3 13-59 0 0,0-1 0 0 0,0 1 0 0 0,0 0-1 0 0,0 0 1 0 0,0-1 0 0 0,0 1 0 0 0,0 0 0 0 0,-1-1 0 0 0,1 1-1 0 0,0 0 1 0 0,0 0 0 0 0,0 0 0 0 0,0-1 0 0 0,-1 1 0 0 0,1 0-1 0 0,0 0 1 0 0,0 0 0 0 0,0-1 0 0 0,-1 1 0 0 0,1 0 0 0 0,0 0-1 0 0,0 0 1 0 0,-1 0 0 0 0,1 0 0 0 0,0 0 0 0 0,0-1 0 0 0,-1 1-1 0 0,1 0 1 0 0,0 0 0 0 0,-1 0 0 0 0,1 0 0 0 0,0 0 0 0 0,0 0-1 0 0,-1 0 1 0 0,1 0 0 0 0,0 0 0 0 0,0 0 0 0 0,-1 0 0 0 0,1 1-1 0 0,0-1 1 0 0,-1 0 0 0 0,1 0 0 0 0,0 0 0 0 0,0 0 0 0 0,-1 0-1 0 0,1 0 1 0 0,0 1 0 0 0,0-1 0 0 0,0 0 0 0 0,-1 0 0 0 0,1 0-1 0 0,0 0 1 0 0,0 1 0 0 0,-9 14-4 0 0,0 1 0 0 0,1 0 0 0 0,1 0 0 0 0,1 1 0 0 0,1 0 0 0 0,0 0 0 0 0,1 0 0 0 0,0 0 0 0 0,2 1 0 0 0,0 0 0 0 0,1-1 1 0 0,1 1-1 0 0,0 0 0 0 0,2-1 0 0 0,4 26 0 0 0,-3-26-42 0 0,0 0 0 0 0,1 0 1 0 0,1-1-1 0 0,0 1 1 0 0,1-1-1 0 0,1-1 0 0 0,0 1 1 0 0,2-1-1 0 0,-1 0 1 0 0,2-1-1 0 0,0 0 0 0 0,1-1 1 0 0,0 0-1 0 0,1 0 1 0 0,0-1-1 0 0,18 13 0 0 0,-27-23 27 0 0,0 0-1 0 0,0 0 1 0 0,0 0-1 0 0,0-1 1 0 0,0 1-1 0 0,1-1 1 0 0,-1 0-1 0 0,0 0 0 0 0,0 0 1 0 0,1 0-1 0 0,-1-1 1 0 0,1 0-1 0 0,-1 1 1 0 0,1-1-1 0 0,-1 0 1 0 0,1-1-1 0 0,-1 1 0 0 0,0-1 1 0 0,1 1-1 0 0,-1-1 1 0 0,1 0-1 0 0,4-2 1 0 0,-4 1 67 0 0,-1-1 1 0 0,1 1 0 0 0,0-1-1 0 0,-1 0 1 0 0,0 0 0 0 0,1 0 0 0 0,-1 0-1 0 0,0 0 1 0 0,-1-1 0 0 0,1 0-1 0 0,-1 1 1 0 0,1-1 0 0 0,-1 0-1 0 0,0 0 1 0 0,-1 0 0 0 0,3-8-1 0 0,-2 8 176 0 0,-1-1-1 0 0,-1 1 0 0 0,1 0 0 0 0,0 0 0 0 0,-1-1 0 0 0,0 1 1 0 0,0 0-1 0 0,0-1 0 0 0,-1 1 0 0 0,0-5 0 0 0,1 7 128 0 0,-3-11 447 0 0,2 6-364 0 0,4 7-437 0 0,7 11-650 0 0,1 0-1 0 0,1 0 1 0 0,0-1-1 0 0,0 0 0 0 0,17 9 1 0 0,42 15-8410 0 0,-55-29 5505 0 0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7:30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0 176 0 0,'0'0'8399'0'0,"2"3"-8058"0"0,2 5-107 0 0,-1 0 0 0 0,0 0 0 0 0,0 0-1 0 0,-1 1 1 0 0,0-1 0 0 0,0 0 0 0 0,0 14 0 0 0,10 36 726 0 0,-12-58-940 0 0,1 1-1 0 0,-1 0 1 0 0,1 0-1 0 0,-1 0 0 0 0,1-1 1 0 0,-1 1-1 0 0,1 0 1 0 0,0-1-1 0 0,-1 1 1 0 0,1 0-1 0 0,0-1 1 0 0,-1 1-1 0 0,1-1 1 0 0,0 1-1 0 0,0-1 1 0 0,0 0-1 0 0,-1 1 1 0 0,1-1-1 0 0,0 0 1 0 0,0 1-1 0 0,0-1 1 0 0,0 0-1 0 0,0 0 1 0 0,0 0-1 0 0,0 0 1 0 0,-1 0-1 0 0,1 0 0 0 0,0 0 1 0 0,0 0-1 0 0,0 0 1 0 0,2-1-1 0 0,27-8 307 0 0,-25 7-318 0 0,108-45 416 0 0,-79 31-389 0 0,0 2-1 0 0,0 1 0 0 0,55-12 1 0 0,-84 25-42 0 0,-3-1 14 0 0,0 1 1 0 0,0 1-1 0 0,0-1 1 0 0,0 0 0 0 0,0 0-1 0 0,0 1 1 0 0,0-1-1 0 0,0 1 1 0 0,0 0-1 0 0,0 0 1 0 0,0-1 0 0 0,0 1-1 0 0,0 0 1 0 0,-1 1-1 0 0,1-1 1 0 0,0 0 0 0 0,-1 0-1 0 0,1 1 1 0 0,-1-1-1 0 0,1 1 1 0 0,-1-1 0 0 0,0 1-1 0 0,1 0 1 0 0,-1 0-1 0 0,0-1 1 0 0,0 1 0 0 0,0 0-1 0 0,-1 0 1 0 0,1 0-1 0 0,0 0 1 0 0,-1 0-1 0 0,1 0 1 0 0,-1 0 0 0 0,0 0-1 0 0,1 0 1 0 0,-1 0-1 0 0,0 1 1 0 0,0-1 0 0 0,-1 0-1 0 0,1 0 1 0 0,0 0-1 0 0,-1 0 1 0 0,1 0 0 0 0,-2 3-1 0 0,0 3 28 0 0,-1 0-1 0 0,0 0 0 0 0,-1 0 1 0 0,1 0-1 0 0,-2 0 1 0 0,1-1-1 0 0,-1 0 1 0 0,-6 7-1 0 0,1-2-19 0 0,8-9-257 0 0,-1 1 0 0 0,0-1-1 0 0,0 1 1 0 0,0-1 0 0 0,0 0 0 0 0,-1 0-1 0 0,1 0 1 0 0,-1-1 0 0 0,0 1-1 0 0,0-1 1 0 0,0 0 0 0 0,0 0 0 0 0,0 0-1 0 0,-6 1 1 0 0,8-3-1682 0 0,-2-1-1243 0 0,-15-5 243 0 0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7:31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1 968 0 0,'0'0'21494'0'0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7:33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373 119 484 0 0,'4'-66'7629'0'0,"-4"64"-6975"0"0,-10-25 2336 0 0,8 26-2925 0 0,-1 0 0 0 0,1 0 0 0 0,0 0-1 0 0,-1 0 1 0 0,1 1 0 0 0,0 0 0 0 0,-1-1 0 0 0,1 1-1 0 0,0 0 1 0 0,-1 0 0 0 0,1 0 0 0 0,-1 0 0 0 0,1 1-1 0 0,0-1 1 0 0,-1 1 0 0 0,1-1 0 0 0,0 1 0 0 0,-1 0 0 0 0,-3 2-1 0 0,-49 24 328 0 0,26-10-181 0 0,0 2 0 0 0,1 2 1 0 0,-43 39-1 0 0,61-49-157 0 0,-1-1 1 0 0,2 1-1 0 0,-1 1 0 0 0,2 0 0 0 0,-1 0 0 0 0,2 1 1 0 0,0-1-1 0 0,0 2 0 0 0,1-1 0 0 0,1 1 0 0 0,-6 20 1 0 0,10-31-46 0 0,1 0 0 0 0,-1 0 0 0 0,0 0 1 0 0,1 0-1 0 0,0 1 0 0 0,0-1 0 0 0,0 0 1 0 0,0 0-1 0 0,0 0 0 0 0,1 1 0 0 0,-1-1 0 0 0,1 0 1 0 0,0 0-1 0 0,0 0 0 0 0,0 0 0 0 0,0 0 1 0 0,0 0-1 0 0,1 0 0 0 0,0 0 0 0 0,-1 0 0 0 0,1-1 1 0 0,0 1-1 0 0,0-1 0 0 0,0 1 0 0 0,1-1 1 0 0,-1 0-1 0 0,6 4 0 0 0,-4-4-7 0 0,1 0 1 0 0,0 0-1 0 0,0-1 1 0 0,0 1-1 0 0,0-1 1 0 0,0 0-1 0 0,0-1 1 0 0,0 1-1 0 0,0-1 1 0 0,0 0-1 0 0,1 0 1 0 0,-1-1-1 0 0,0 1 1 0 0,0-1-1 0 0,0 0 0 0 0,0-1 1 0 0,6-2-1 0 0,4-1-46 0 0,-1-1 0 0 0,0-1 0 0 0,0 0 0 0 0,0-1 0 0 0,-1-1 0 0 0,0 0 0 0 0,-1 0 0 0 0,0-2 0 0 0,0 1 0 0 0,-1-1 0 0 0,-1-1 0 0 0,0 0-1 0 0,0-1 1 0 0,-1 1 0 0 0,-1-2 0 0 0,0 1 0 0 0,-1-1 0 0 0,0-1 0 0 0,7-26 0 0 0,-12 37 21 0 0,6-24 42 0 0,-8 23-24 0 0,0 3-17 0 0,-4 6-162 0 0,0 0 174 0 0,0 0 0 0 0,0 0 1 0 0,1 1-1 0 0,-1-1 1 0 0,1 1-1 0 0,0 0 1 0 0,1 0-1 0 0,-1 0 1 0 0,1 0-1 0 0,0 0 0 0 0,0 1 1 0 0,1-1-1 0 0,-1 1 1 0 0,1-1-1 0 0,1 1 1 0 0,-1 10-1 0 0,1 3-70 0 0,0-1-1 0 0,2 1 1 0 0,0 0-1 0 0,5 19 1 0 0,-6-35 73 0 0,0-1 0 0 0,0 1 1 0 0,0 0-1 0 0,1-1 0 0 0,-1 0 1 0 0,1 1-1 0 0,-1-1 0 0 0,1 0 0 0 0,0 0 1 0 0,0 0-1 0 0,0 0 0 0 0,0 0 1 0 0,0 0-1 0 0,0 0 0 0 0,1-1 0 0 0,-1 1 1 0 0,0-1-1 0 0,1 0 0 0 0,0 1 0 0 0,-1-1 1 0 0,1-1-1 0 0,0 1 0 0 0,-1 0 1 0 0,1 0-1 0 0,0-1 0 0 0,0 0 0 0 0,-1 0 1 0 0,1 1-1 0 0,0-1 0 0 0,0-1 1 0 0,0 1-1 0 0,3-1 0 0 0,7 0 2 0 0,-1-1-1 0 0,1 0 0 0 0,-1-1 1 0 0,1 0-1 0 0,22-9 1 0 0,-12 0 3 0 0,0-1 1 0 0,0-1 0 0 0,-1-1 0 0 0,-1 0 0 0 0,22-22 0 0 0,91-100 122 0 0,-48 24 603 0 0,-74 96-394 0 0,-11 16-269 0 0,-1 0-58 0 0,1 1 0 0 0,-1 0 0 0 0,0 0 0 0 0,0 0-1 0 0,0 0 1 0 0,0 0 0 0 0,0 0 0 0 0,0 0 0 0 0,0 0 0 0 0,0-1 0 0 0,1 1 0 0 0,-1 0 0 0 0,0 0 0 0 0,0 0-1 0 0,0 0 1 0 0,0 0 0 0 0,0 0 0 0 0,0-1 0 0 0,0 1 0 0 0,0 0 0 0 0,0 0 0 0 0,0 0 0 0 0,0 0 0 0 0,0 0-1 0 0,0-1 1 0 0,0 1 0 0 0,0 0 0 0 0,0 0 0 0 0,0 0 0 0 0,0 0 0 0 0,0 0 0 0 0,0-1 0 0 0,0 1 0 0 0,0 0-1 0 0,0 0 1 0 0,0 0 0 0 0,0 0 0 0 0,-1 0 0 0 0,1 0 0 0 0,0-1 0 0 0,0 1 0 0 0,0 0 0 0 0,0 0 0 0 0,0 0-1 0 0,0 0 1 0 0,0 0 0 0 0,-1 0 0 0 0,1 0 0 0 0,0 0 0 0 0,0 0 0 0 0,0-1 0 0 0,0 1 0 0 0,0 0 0 0 0,0 0-1 0 0,-1 0 1 0 0,1 0 0 0 0,0 0 0 0 0,0 0 0 0 0,0 0 0 0 0,0 0 0 0 0,0 0 0 0 0,-1 0 0 0 0,1 0-1 0 0,0 0 1 0 0,0 0 0 0 0,0 0 0 0 0,0 0 0 0 0,-1 1 0 0 0,-5 3-23 0 0,0 0 0 0 0,0 0 0 0 0,1 1 0 0 0,-1 0 0 0 0,1 1 0 0 0,0-1 1 0 0,0 1-1 0 0,1 0 0 0 0,0 0 0 0 0,0 0 0 0 0,0 0 0 0 0,1 1 0 0 0,0 0 0 0 0,0 0 0 0 0,0 0 0 0 0,1 0 0 0 0,0 0 0 0 0,1 0 0 0 0,0 0 0 0 0,0 1 1 0 0,0-1-1 0 0,1 1 0 0 0,0-1 0 0 0,0 0 0 0 0,1 1 0 0 0,2 7 0 0 0,3 8-114 0 0,2 0 0 0 0,1-1 0 0 0,1 0 0 0 0,0 0 0 0 0,2-1 0 0 0,0-1 0 0 0,25 31 0 0 0,11 20-896 0 0,-32-48 332 0 0,-15-21 607 0 0,0-9-366 0 0,5-22 425 0 0,1 0 0 0 0,2 0 0 0 0,1 1 0 0 0,1 0 0 0 0,25-44 0 0 0,7-18 269 0 0,-41 84-215 0 0,10-22 1001 0 0,14-47 1 0 0,-26 73-696 0 0,2 7-276 0 0,7 21-10 0 0,1-1 0 0 0,1 0-1 0 0,1 0 1 0 0,2-1 0 0 0,20 28 0 0 0,-17-27-288 0 0,-1 0 0 0 0,-2 0 1 0 0,-1 2-1 0 0,18 46 0 0 0,-31-71 201 0 0,0 0-51 0 0,-2 4 170 0 0,1-9-882 0 0,1-4 785 0 0,0-1 0 0 0,1 1 0 0 0,0-1 0 0 0,0 1 0 0 0,1-1 0 0 0,0 1 0 0 0,0 0 0 0 0,1 0 0 0 0,-1 0 0 0 0,2 0 0 0 0,-1 0 0 0 0,1 0 0 0 0,0 1 0 0 0,0 0 0 0 0,1 0 0 0 0,0 0 0 0 0,0 0 0 0 0,0 1 0 0 0,1 0 0 0 0,0 0 0 0 0,0 0 0 0 0,11-6 0 0 0,-14 10 38 0 0,-1-1 0 0 0,1 1-1 0 0,0 0 1 0 0,0 0-1 0 0,-1 0 1 0 0,1 1 0 0 0,0-1-1 0 0,0 1 1 0 0,0-1-1 0 0,0 1 1 0 0,0 0-1 0 0,0 0 1 0 0,0 0 0 0 0,0 1-1 0 0,0-1 1 0 0,0 1-1 0 0,-1-1 1 0 0,1 1 0 0 0,0 0-1 0 0,0 0 1 0 0,-1 1-1 0 0,1-1 1 0 0,0 0 0 0 0,-1 1-1 0 0,1-1 1 0 0,-1 1-1 0 0,0 0 1 0 0,0 0 0 0 0,1 0-1 0 0,1 2 1 0 0,-1 0-208 0 0,0 0 0 0 0,0 1 0 0 0,-1-1 0 0 0,1 0 0 0 0,-1 1 0 0 0,4 8 0 0 0,1 28-5727 0 0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7:33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50 176 0 0,'-3'-39'10256'0'0,"6"28"-9494"0"0,1 12-1130 0 0,0 1 1 0 0,0-1 0 0 0,0 1-1 0 0,0-1 1 0 0,0 1 0 0 0,0 0-1 0 0,0 1 1 0 0,5 3 0 0 0,6 4-3234 0 0,-7-4 1186 0 0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7:34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29 236 0 0,'0'0'899'0'0,"0"-12"474"0"0,-3 8 2007 0 0,0 2-3239 0 0,0 0 1 0 0,0 1 0 0 0,0-1-1 0 0,0 1 1 0 0,0 0-1 0 0,-1 0 1 0 0,1 0 0 0 0,0 0-1 0 0,-1 1 1 0 0,1 0-1 0 0,-1-1 1 0 0,1 1 0 0 0,-1 0-1 0 0,1 1 1 0 0,0-1-1 0 0,-1 0 1 0 0,1 1 0 0 0,-1 0-1 0 0,1 0 1 0 0,0 0-1 0 0,0 0 1 0 0,-1 1 0 0 0,1-1-1 0 0,0 1 1 0 0,0 0-1 0 0,-5 4 1 0 0,1-1 22 0 0,0 0 0 0 0,0 1 0 0 0,1 0-1 0 0,0 0 1 0 0,0 0 0 0 0,0 1 0 0 0,1 0 0 0 0,-1 0 0 0 0,-5 13 0 0 0,10-18-147 0 0,1 0 0 0 0,-1 0 1 0 0,1 0-1 0 0,0 0 0 0 0,-1 0 1 0 0,1 0-1 0 0,0 0 0 0 0,1 0 0 0 0,-1-1 1 0 0,0 1-1 0 0,0 0 0 0 0,1 0 1 0 0,-1 0-1 0 0,1 0 0 0 0,0 0 0 0 0,-1 0 1 0 0,1-1-1 0 0,0 1 0 0 0,2 3 1 0 0,26 33 167 0 0,-20-26-149 0 0,43 51 88 0 0,-32-41-113 0 0,-1 1 0 0 0,-1 0 0 0 0,-2 2 0 0 0,20 35 0 0 0,-26-37-61 0 0,0 0 1 0 0,-2 1-1 0 0,0 0 1 0 0,7 44-1 0 0,-13-61 58 0 0,-1-1-1 0 0,0 1 1 0 0,-1 0-1 0 0,0-1 1 0 0,0 1-1 0 0,0 0 1 0 0,-1-1-1 0 0,0 1 1 0 0,-1 0 0 0 0,1-1-1 0 0,-1 1 1 0 0,0-1-1 0 0,-1 0 1 0 0,1 0-1 0 0,-1 0 1 0 0,0 0-1 0 0,-1 0 1 0 0,0 0-1 0 0,0-1 1 0 0,0 0-1 0 0,0 0 1 0 0,-1 0 0 0 0,-6 5-1 0 0,10-10 13 0 0,0 1 0 0 0,0-1 1 0 0,-1 1-1 0 0,1-1 0 0 0,0 0 0 0 0,-1 1 0 0 0,1-1 1 0 0,0 0-1 0 0,-1 0 0 0 0,1 0 0 0 0,0 0 0 0 0,-1 0 0 0 0,1 0 1 0 0,0 0-1 0 0,-1-1 0 0 0,1 1 0 0 0,0 0 0 0 0,0-1 1 0 0,-1 1-1 0 0,1-1 0 0 0,0 0 0 0 0,0 1 0 0 0,-2-2 0 0 0,-25-17 320 0 0,28 18-330 0 0,-4-2 23 0 0,0-1 1 0 0,1 0-1 0 0,0-1 0 0 0,0 1 1 0 0,0-1-1 0 0,0 1 0 0 0,1-1 0 0 0,0 0 1 0 0,0 0-1 0 0,0 0 0 0 0,1 0 0 0 0,-1 0 1 0 0,1-1-1 0 0,0 1 0 0 0,1 0 0 0 0,-1-8 1 0 0,1-4-18 0 0,0 0-1 0 0,1 1 1 0 0,5-33 0 0 0,3 10-109 0 0,2 0 1 0 0,1 1 0 0 0,29-62-1 0 0,-30 78 42 0 0,1 0 0 0 0,1 0 0 0 0,0 1 0 0 0,2 1 0 0 0,1 0 0 0 0,0 1 0 0 0,20-17 0 0 0,-28 28 54 0 0,0 2 0 0 0,1-1-1 0 0,0 1 1 0 0,0 0 0 0 0,0 1 0 0 0,1 0 0 0 0,-1 0 0 0 0,1 1 0 0 0,0 1 0 0 0,1-1-1 0 0,-1 2 1 0 0,0-1 0 0 0,1 1 0 0 0,0 1 0 0 0,-1 0 0 0 0,1 1 0 0 0,0 0 0 0 0,-1 0-1 0 0,1 1 1 0 0,0 1 0 0 0,-1-1 0 0 0,1 2 0 0 0,-1 0 0 0 0,0 0 0 0 0,0 1 0 0 0,0 0 0 0 0,0 0-1 0 0,0 1 1 0 0,-1 1 0 0 0,0-1 0 0 0,0 2 0 0 0,-1-1 0 0 0,0 1 0 0 0,14 15 0 0 0,-15-15 2 0 0,-1 1 0 0 0,-1-1 0 0 0,1 1 0 0 0,-1 1 0 0 0,0-1 0 0 0,-1 1 0 0 0,5 12 0 0 0,-8-18 2 0 0,0-1-1 0 0,0 1 1 0 0,-1 0 0 0 0,1 0-1 0 0,-1-1 1 0 0,1 1 0 0 0,-1 0 0 0 0,0 0-1 0 0,0 0 1 0 0,0 0 0 0 0,0 0-1 0 0,-1 0 1 0 0,1 0 0 0 0,-1-1-1 0 0,1 1 1 0 0,-1 0 0 0 0,0 0 0 0 0,0-1-1 0 0,-1 1 1 0 0,1 0 0 0 0,0-1-1 0 0,-1 0 1 0 0,0 1 0 0 0,1-1-1 0 0,-1 0 1 0 0,0 1 0 0 0,0-1-1 0 0,-3 2 1 0 0,4-3 21 0 0,0-1-22 0 0,-1 0 1 0 0,1 0 0 0 0,0 0-1 0 0,0 0 1 0 0,0 0-1 0 0,0 0 1 0 0,0-1 0 0 0,-1 1-1 0 0,1 0 1 0 0,0-1 0 0 0,0 1-1 0 0,0 0 1 0 0,0-1 0 0 0,0 0-1 0 0,0 1 1 0 0,0-1 0 0 0,0 1-1 0 0,0-1 1 0 0,1 0 0 0 0,-1 0-1 0 0,0 0 1 0 0,0 1 0 0 0,1-1-1 0 0,-1 0 1 0 0,0 0 0 0 0,1 0-1 0 0,-1-1 1 0 0,0-1-3 0 0,0 0 0 0 0,1 1 0 0 0,-1-1 0 0 0,1 1 0 0 0,0-1 1 0 0,0 0-1 0 0,0 1 0 0 0,0-1 0 0 0,0 0 0 0 0,1 1 0 0 0,0-5 0 0 0,2-3-9 0 0,0 0 0 0 0,1 1 0 0 0,0-1 0 0 0,0 1 0 0 0,8-12 0 0 0,-8 13-10 0 0,1 1 1 0 0,0 0-1 0 0,0 0 1 0 0,0 1-1 0 0,1 0 1 0 0,-1 0-1 0 0,2 0 1 0 0,-1 0-1 0 0,1 1 1 0 0,0 0-1 0 0,13-7 1 0 0,-17 12 7 0 0,0-1 0 0 0,0 1 0 0 0,0 0 0 0 0,0 0 0 0 0,0 1 0 0 0,0-1 0 0 0,0 1 0 0 0,0-1 0 0 0,0 1 0 0 0,0 0 0 0 0,0 0 0 0 0,0 1 0 0 0,0-1 0 0 0,0 0 0 0 0,-1 1 0 0 0,1 0 0 0 0,2 2 1 0 0,4 3 2 0 0,16 12-14 0 0,0-1-1 0 0,1-1 1 0 0,32 16 0 0 0,-48-29-1 0 0,0 0 1 0 0,0 0-1 0 0,1-1 0 0 0,-1-1 1 0 0,1 0-1 0 0,-1 0 1 0 0,1-1-1 0 0,0 0 0 0 0,-1-1 1 0 0,1 0-1 0 0,0-1 0 0 0,0 0 1 0 0,11-3-1 0 0,-7 2 58 0 0,0-2 0 0 0,0 0 0 0 0,0 0-1 0 0,0-1 1 0 0,-1-1 0 0 0,0-1 0 0 0,0 0-1 0 0,0-1 1 0 0,-1 0 0 0 0,16-14 0 0 0,-29 22-12 0 0,1 0 1 0 0,-1-1-1 0 0,1 1 1 0 0,-1 0-1 0 0,1-1 1 0 0,-1 1-1 0 0,0-1 1 0 0,1 1-1 0 0,-1-1 1 0 0,1 1-1 0 0,-1-1 1 0 0,0 1-1 0 0,0-1 1 0 0,1 1 0 0 0,-1-1-1 0 0,0 0 1 0 0,0 1-1 0 0,0-1 1 0 0,1 1-1 0 0,-1-1 1 0 0,0 0-1 0 0,0 1 1 0 0,0-1-1 0 0,0 0 1 0 0,0 1-1 0 0,0-1 1 0 0,0 1-1 0 0,-1-1 1 0 0,1 0-1 0 0,0 1 1 0 0,0-2-1 0 0,-19-6 435 0 0,14 8-348 0 0,-1-1 0 0 0,1 1 0 0 0,0 0 0 0 0,-1 1 1 0 0,1-1-1 0 0,-10 3 0 0 0,10-1-12 0 0,-1 0 0 0 0,0 1 0 0 0,1-1 0 0 0,0 1 0 0 0,-1 1 0 0 0,1-1 0 0 0,0 1 0 0 0,1 0 0 0 0,-1 0 0 0 0,1 0 0 0 0,0 1 0 0 0,0-1 1 0 0,0 1-1 0 0,-4 6 0 0 0,7-9-122 0 0,1 0 1 0 0,-1 0-1 0 0,0 0 1 0 0,0 0-1 0 0,1 0 1 0 0,-1 0 0 0 0,1 0-1 0 0,0 0 1 0 0,0 0-1 0 0,0 0 1 0 0,0 1-1 0 0,0-1 1 0 0,0 0 0 0 0,0 0-1 0 0,1 0 1 0 0,-1 0-1 0 0,1 2 1 0 0,1-1-103 0 0,-1 0-1 0 0,1 0 1 0 0,0 0 0 0 0,-1-1 0 0 0,1 1-1 0 0,1-1 1 0 0,-1 0 0 0 0,0 1 0 0 0,0-1-1 0 0,1 0 1 0 0,-1 0 0 0 0,1 0 0 0 0,0-1-1 0 0,3 3 1 0 0,3 0-359 0 0,0-1 0 0 0,0 0 0 0 0,0 0 1 0 0,0 0-1 0 0,0-1 0 0 0,1-1 0 0 0,-1 0 0 0 0,14 0 0 0 0,19 0-3958 0 0,-39-1 4047 0 0,23 0-2649 0 0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7:35.1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83 393 76 0 0,'0'0'3652'0'0,"-5"1"-2767"0"0,1-1-613 0 0,0 0 0 0 0,0 1 0 0 0,0-1-1 0 0,0 1 1 0 0,0 0 0 0 0,0 0 0 0 0,1 1 0 0 0,-1-1 0 0 0,0 1-1 0 0,1 0 1 0 0,-1 0 0 0 0,1 0 0 0 0,0 0 0 0 0,0 1 0 0 0,-1-1-1 0 0,2 1 1 0 0,-1 0 0 0 0,0-1 0 0 0,0 2 0 0 0,-3 5 0 0 0,5-8 53 0 0,1 1-309 0 0,1-1 0 0 0,-1 0 0 0 0,1 0-1 0 0,0 0 1 0 0,-1 0 0 0 0,1 0 0 0 0,0 0 0 0 0,0 0 0 0 0,-1 0 0 0 0,1 0 0 0 0,0 0-1 0 0,0 0 1 0 0,0 0 0 0 0,0-1 0 0 0,2 2 0 0 0,-1-2-9 0 0,23-19 14 0 0,-15 5 2 0 0,1-2 0 0 0,-2 0 0 0 0,0 0 0 0 0,0-1 0 0 0,-2 0 0 0 0,0 0 0 0 0,8-32 0 0 0,-3-7 778 0 0,8-66 0 0 0,-19 113-101 0 0,0 0 0 0 0,-1 0 0 0 0,0 0 0 0 0,0 0 0 0 0,-1 0 1 0 0,0 0-1 0 0,-1 0 0 0 0,-4-13 0 0 0,6 20-203 0 0,-3 8-282 0 0,-2 11-89 0 0,-1 0-1 0 0,2 0 0 0 0,0 1 0 0 0,2-1 0 0 0,-1 1 0 0 0,2 0 1 0 0,1 0-1 0 0,1 19 0 0 0,5 20-1097 0 0,16 67 0 0 0,-2-16-3870 0 0,-18-76-2121 0 0,-3-18 2965 0 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7:37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12 236 0 0,'0'0'2289'0'0,"-1"-1"-2082"0"0,1 0 1 0 0,-1 0-1 0 0,1 1 1 0 0,-1-1-1 0 0,0 0 1 0 0,1 0-1 0 0,-1 1 0 0 0,0-1 1 0 0,1 1-1 0 0,-1-1 1 0 0,0 1-1 0 0,0-1 1 0 0,0 1-1 0 0,0-1 1 0 0,0 1-1 0 0,1 0 0 0 0,-1-1 1 0 0,0 1-1 0 0,0 0 1 0 0,0 0-1 0 0,-2-1 1 0 0,-14 13 117 0 0,0 0 0 0 0,1 1 0 0 0,0 0 0 0 0,1 1 0 0 0,1 1 0 0 0,0 1 0 0 0,1 0 0 0 0,1 0 0 0 0,0 1 0 0 0,-15 31 0 0 0,12-9 398 0 0,15-38-718 0 0,0-1 0 0 0,0 1 0 0 0,1-1 0 0 0,-1 0 0 0 0,0 1 0 0 0,0-1 0 0 0,0 1 0 0 0,0-1 0 0 0,1 1 0 0 0,-1-1 0 0 0,0 0 0 0 0,1 1 0 0 0,-1-1 0 0 0,0 0 0 0 0,1 1 0 0 0,-1-1 0 0 0,0 0 0 0 0,1 0 0 0 0,-1 1 0 0 0,0-1 0 0 0,1 0 0 0 0,-1 0 0 0 0,1 1 0 0 0,-1-1 0 0 0,1 0 0 0 0,-1 0 0 0 0,0 0 0 0 0,1 0 0 0 0,-1 0 0 0 0,1 0 0 0 0,-1 0 0 0 0,1 0 0 0 0,-1 0 0 0 0,1 0 0 0 0,-1 0 0 0 0,1 0 0 0 0,-1 0 0 0 0,0 0 0 0 0,1 0 0 0 0,-1 0 0 0 0,1-1 0 0 0,-1 1 0 0 0,1 0 0 0 0,-1 0 0 0 0,0 0 0 0 0,1-1 0 0 0,-1 1 0 0 0,1 0 0 0 0,-1-1 0 0 0,21-10 67 0 0,-21 11-78 0 0,46-38 112 0 0,-42 33-105 0 0,0 1 0 0 0,1 0 0 0 0,-1 0 1 0 0,1 0-1 0 0,0 0 0 0 0,0 1 0 0 0,0 0 0 0 0,1 0 1 0 0,-1 0-1 0 0,1 1 0 0 0,8-4 0 0 0,-7 7-108 0 0,-1 0-1 0 0,0 0 1 0 0,1 0-1 0 0,-1 1 1 0 0,0 0-1 0 0,0 0 1 0 0,0 0-1 0 0,0 1 1 0 0,0 0 0 0 0,-1 0-1 0 0,1 0 1 0 0,-1 1-1 0 0,8 6 1 0 0,17 9-1125 0 0,23 7-3720 0 0,-33-21 2625 0 0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7:37.5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0 398 360 0 0,'14'3'2337'0'0,"-9"2"-1950"0"0,0 1 1 0 0,0 0-1 0 0,0 0 1 0 0,-1 0 0 0 0,0 0-1 0 0,0 1 1 0 0,-1 0-1 0 0,0 0 1 0 0,5 14-1 0 0,17 76 1190 0 0,-18-64-1049 0 0,56 241 2877 0 0,-62-270-1595 0 0,-4-8-688 0 0,-10-24-308 0 0,-14-43-479 0 0,10 4-103 0 0,2-1-1 0 0,3 0 1 0 0,-4-111-1 0 0,17 130-273 0 0,2 0 0 0 0,2 1-1 0 0,17-70 1 0 0,-20 109 3 0 0,0 1-1 0 0,1-1 1 0 0,0 1-1 0 0,1 0 1 0 0,0 0-1 0 0,0 0 1 0 0,1 0-1 0 0,0 1 1 0 0,0-1-1 0 0,1 1 1 0 0,0 1-1 0 0,0-1 1 0 0,13-10-1 0 0,-16 15 21 0 0,0 0-1 0 0,0 0 1 0 0,0 0-1 0 0,1 0 1 0 0,-1 1-1 0 0,0-1 1 0 0,1 1-1 0 0,-1 0 1 0 0,1 0-1 0 0,-1 0 1 0 0,1 1-1 0 0,-1-1 1 0 0,1 1-1 0 0,0 0 1 0 0,-1-1-1 0 0,1 2 1 0 0,-1-1-1 0 0,1 0 1 0 0,0 1-1 0 0,-1 0 1 0 0,1 0-1 0 0,-1 0 1 0 0,1 0-1 0 0,-1 0 1 0 0,0 1-1 0 0,0-1 1 0 0,1 1-1 0 0,-1 0 1 0 0,0 0-1 0 0,0 0 1 0 0,-1 1-1 0 0,1-1 1 0 0,0 1-1 0 0,-1-1 1 0 0,4 6-1 0 0,4 4-4 0 0,0-1 0 0 0,-2 2-1 0 0,1-1 1 0 0,-2 1-1 0 0,1 1 1 0 0,-2-1-1 0 0,0 1 1 0 0,-1 0-1 0 0,0 0 1 0 0,5 28 0 0 0,-8-33-4 0 0,-2 0 0 0 0,1 0 1 0 0,-1 0-1 0 0,0 0 0 0 0,-1-1 1 0 0,0 1-1 0 0,0 0 1 0 0,-1 0-1 0 0,0-1 0 0 0,-1 1 1 0 0,0-1-1 0 0,0 0 0 0 0,-1 0 1 0 0,0 0-1 0 0,0 0 1 0 0,-1 0-1 0 0,0-1 0 0 0,0 0 1 0 0,-11 11-1 0 0,9-11-272 0 0,0-1 0 0 0,0 0 0 0 0,-1-1 0 0 0,1 0 0 0 0,-1 0 0 0 0,-15 6 0 0 0,-27 3-7496 0 0,37-13 5012 0 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7:38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48 371 392 0 0,'4'6'241'0'0,"-1"0"-1"0"0,1 0 1 0 0,-1 0 0 0 0,-1 0-1 0 0,1 1 1 0 0,-1 0-1 0 0,0-1 1 0 0,-1 1 0 0 0,0 0-1 0 0,0 0 1 0 0,0 0-1 0 0,-1 0 1 0 0,0 0 0 0 0,0-1-1 0 0,-1 1 1 0 0,0 0 0 0 0,0 0-1 0 0,0 0 1 0 0,-1 0-1 0 0,0-1 1 0 0,-1 1 0 0 0,1-1-1 0 0,-1 0 1 0 0,0 1 0 0 0,-1-1-1 0 0,0 0 1 0 0,0-1-1 0 0,-8 10 1 0 0,11-14-209 0 0,0-1 0 0 0,0 0 0 0 0,0 1 0 0 0,1-1 0 0 0,-1 0-1 0 0,0 0 1 0 0,0 1 0 0 0,0-1 0 0 0,0 0 0 0 0,0 0 0 0 0,0 0 0 0 0,0 0 0 0 0,0 0 0 0 0,0-1 0 0 0,0 1-1 0 0,1 0 1 0 0,-1 0 0 0 0,0 0 0 0 0,0-1 0 0 0,0 1 0 0 0,0-1 0 0 0,0 1 0 0 0,1 0 0 0 0,-1-1 0 0 0,0 1-1 0 0,0-1 1 0 0,1 0 0 0 0,-1 1 0 0 0,0-1 0 0 0,1 0 0 0 0,-1 1 0 0 0,0-1 0 0 0,1 0 0 0 0,-1 0 0 0 0,1 1-1 0 0,0-1 1 0 0,-1 0 0 0 0,1 0 0 0 0,-1 0 0 0 0,1 0 0 0 0,0 0 0 0 0,0 0 0 0 0,0 1 0 0 0,-1-1 0 0 0,1 0 0 0 0,0 0-1 0 0,0 0 1 0 0,0 0 0 0 0,1 0 0 0 0,-1 0 0 0 0,0 0 0 0 0,0-1 0 0 0,3-8 4 0 0,0 1 1 0 0,0-1 0 0 0,1 0-1 0 0,0 1 1 0 0,1 0-1 0 0,0 0 1 0 0,0 0-1 0 0,1 1 1 0 0,0 0 0 0 0,0 0-1 0 0,9-7 1 0 0,87-83 90 0 0,-27 44-110 0 0,-41 32-31 0 0,-33 21 14 0 0,-1 1 0 0 0,1-1 1 0 0,0 1-1 0 0,0-1 1 0 0,-1 1-1 0 0,1-1 1 0 0,0 1-1 0 0,0-1 1 0 0,0 1-1 0 0,0 0 1 0 0,-1 0-1 0 0,1-1 1 0 0,0 1-1 0 0,0 0 1 0 0,0 0-1 0 0,0 0 0 0 0,0 0 1 0 0,0 0-1 0 0,0 0 1 0 0,0 0-1 0 0,-1 1 1 0 0,1-1-1 0 0,0 0 1 0 0,0 0-1 0 0,0 1 1 0 0,0-1-1 0 0,0 0 1 0 0,-1 1-1 0 0,1-1 0 0 0,0 1 1 0 0,0-1-1 0 0,-1 1 1 0 0,1-1-1 0 0,0 1 1 0 0,-1 0-1 0 0,1-1 1 0 0,-1 1-1 0 0,1 0 1 0 0,0-1-1 0 0,-1 1 1 0 0,0 0-1 0 0,1 0 1 0 0,-1 0-1 0 0,1-1 0 0 0,-1 3 1 0 0,13 44 156 0 0,-11-37-139 0 0,1 1 13 0 0,0 0-1 0 0,1 0 1 0 0,0-1 0 0 0,1 1-1 0 0,8 13 1 0 0,-11-20-11 0 0,0-1 0 0 0,1 1 0 0 0,-1 0 0 0 0,1-1 0 0 0,0 0 0 0 0,0 0 0 0 0,0 0 0 0 0,0 0-1 0 0,1 0 1 0 0,-1 0 0 0 0,1-1 0 0 0,0 0 0 0 0,0 1 0 0 0,0-2 0 0 0,0 1 0 0 0,6 2 0 0 0,-6-4 10 0 0,0 1 1 0 0,1-1-1 0 0,-1 0 1 0 0,0 0-1 0 0,1 0 1 0 0,-1-1-1 0 0,0 0 1 0 0,0 0-1 0 0,0 0 1 0 0,0 0-1 0 0,0 0 0 0 0,0-1 1 0 0,0 0-1 0 0,0 0 1 0 0,0 0-1 0 0,0 0 1 0 0,-1-1-1 0 0,0 1 1 0 0,1-1-1 0 0,-1 0 1 0 0,0 0-1 0 0,0 0 0 0 0,0 0 1 0 0,-1-1-1 0 0,1 1 1 0 0,3-6-1 0 0,-1 0-2 0 0,-1 0 0 0 0,0 1 1 0 0,0-1-1 0 0,0-1 0 0 0,-1 1 0 0 0,0 0 0 0 0,-1-1 0 0 0,0 0 0 0 0,-1 1 0 0 0,1-13 0 0 0,-2 19-22 0 0,0 0-3 0 0,0-1 0 0 0,0 1-1 0 0,0 0 1 0 0,-1 0 0 0 0,1 0 0 0 0,-1 0-1 0 0,1 0 1 0 0,-1 0 0 0 0,0 0 0 0 0,0 1-1 0 0,-1-1 1 0 0,1 0 0 0 0,-1 0 0 0 0,1 1-1 0 0,-1-1 1 0 0,0 1 0 0 0,0-1-1 0 0,0 1 1 0 0,0 0 0 0 0,-4-4 0 0 0,5 6-5 0 0,0-1 0 0 0,0 1 0 0 0,-1-1 0 0 0,1 1 0 0 0,0-1 0 0 0,0 1 0 0 0,0-1 0 0 0,-1 1 0 0 0,1 0 0 0 0,0 0 0 0 0,0 0 0 0 0,-1 0 0 0 0,1 0 0 0 0,0 0 0 0 0,-1 0-1 0 0,1 0 1 0 0,0 0 0 0 0,0 1 0 0 0,-1-1 0 0 0,1 0 0 0 0,0 1 0 0 0,0-1 0 0 0,0 1 0 0 0,0 0 0 0 0,-1-1 0 0 0,1 1 0 0 0,0 0 0 0 0,0 0 0 0 0,0-1 0 0 0,0 1 0 0 0,1 0 0 0 0,-1 0 0 0 0,0 0 0 0 0,0 0 0 0 0,0 0 0 0 0,1 0 0 0 0,-1 0 0 0 0,1 1 0 0 0,-1-1 0 0 0,1 0 0 0 0,-1 0 0 0 0,1 0 0 0 0,-1 1 0 0 0,1-1 0 0 0,0 0 0 0 0,0 2 0 0 0,-1-1 1 0 0,1 0 1 0 0,0 0-1 0 0,-1 0 0 0 0,1 0 0 0 0,0 0 1 0 0,0-1-1 0 0,1 1 0 0 0,-1 0 1 0 0,0 0-1 0 0,0 0 0 0 0,1 0 0 0 0,-1 0 1 0 0,1 0-1 0 0,0 0 0 0 0,0-1 1 0 0,0 1-1 0 0,-1 0 0 0 0,1-1 0 0 0,1 1 1 0 0,-1 0-1 0 0,0-1 0 0 0,0 1 1 0 0,1-1-1 0 0,-1 0 0 0 0,1 1 0 0 0,-1-1 1 0 0,1 0-1 0 0,-1 0 0 0 0,1 0 1 0 0,0 0-1 0 0,-1 0 0 0 0,1 0 0 0 0,2 0 1 0 0,3 1-16 0 0,0 0 1 0 0,-1 0-1 0 0,1 0 0 0 0,0-1 1 0 0,0 0-1 0 0,10 0 1 0 0,-6-2-2 0 0,-1 0 1 0 0,1-1 0 0 0,-1 1 0 0 0,1-2 0 0 0,-1 0-1 0 0,0 0 1 0 0,0-1 0 0 0,0 0 0 0 0,-1-1 0 0 0,1 0-1 0 0,-1 0 1 0 0,0-1 0 0 0,0 0 0 0 0,-1-1 0 0 0,0 0-1 0 0,0 0 1 0 0,-1-1 0 0 0,7-8 0 0 0,-5 5 54 0 0,-1 0 0 0 0,0 0 0 0 0,-1 0 0 0 0,-1-1 1 0 0,1 0-1 0 0,-2-1 0 0 0,0 1 0 0 0,0-1 0 0 0,-1 0 1 0 0,-1 0-1 0 0,0 0 0 0 0,-1-1 0 0 0,1-21 0 0 0,-3 35-28 0 0,0-1-1 0 0,0 0 0 0 0,0 0 1 0 0,0 1-1 0 0,0-1 0 0 0,0 0 1 0 0,0 0-1 0 0,0 1 0 0 0,0-1 1 0 0,-1 0-1 0 0,1 0 0 0 0,0 1 1 0 0,0-1-1 0 0,-1 0 0 0 0,1 1 1 0 0,-1-1-1 0 0,1 0 0 0 0,-1 1 1 0 0,1-1-1 0 0,-1 0 0 0 0,1 1 1 0 0,-1-1-1 0 0,1 1 0 0 0,-1-1 1 0 0,1 1-1 0 0,-1 0 0 0 0,0-1 1 0 0,1 1-1 0 0,-1-1 0 0 0,0 1 1 0 0,0 0-1 0 0,1 0 0 0 0,-1-1 1 0 0,0 1-1 0 0,0 0 0 0 0,1 0 1 0 0,-1 0-1 0 0,0 0 0 0 0,0 0 1 0 0,1 0-1 0 0,-1 0 0 0 0,0 0 1 0 0,0 0-1 0 0,-1 1 0 0 0,0-1-4 0 0,0 1-1 0 0,0-1 1 0 0,0 1-1 0 0,0 0 0 0 0,0 0 1 0 0,0 0-1 0 0,0 0 0 0 0,0 0 1 0 0,0 0-1 0 0,0 0 1 0 0,1 1-1 0 0,-1-1 0 0 0,1 1 1 0 0,-1-1-1 0 0,-1 3 0 0 0,-2 4 6 0 0,0 1-1 0 0,0 0 0 0 0,1 0 1 0 0,0 0-1 0 0,1 1 0 0 0,0-1 0 0 0,1 1 1 0 0,0 0-1 0 0,0 0 0 0 0,1-1 0 0 0,0 1 1 0 0,1 0-1 0 0,0 0 0 0 0,0 0 1 0 0,4 18-1 0 0,0-10-25 0 0,2 0 1 0 0,-1-1 0 0 0,2 0-1 0 0,0 0 1 0 0,2-1 0 0 0,-1 0-1 0 0,23 30 1 0 0,-21-32-7 0 0,5 6-172 0 0,23 42-1 0 0,-35-57 159 0 0,0 0 0 0 0,-1 0-1 0 0,0 1 1 0 0,0-1-1 0 0,0 1 1 0 0,-1-1-1 0 0,0 1 1 0 0,0 0-1 0 0,0 0 1 0 0,-1 0-1 0 0,0-1 1 0 0,0 1-1 0 0,-2 11 1 0 0,2-16 33 0 0,0 1-1 0 0,-1-1 1 0 0,1 1 0 0 0,-1-1-1 0 0,0 1 1 0 0,1-1-1 0 0,-1 1 1 0 0,0-1 0 0 0,0 0-1 0 0,0 0 1 0 0,0 1-1 0 0,0-1 1 0 0,0 0 0 0 0,0 0-1 0 0,0 0 1 0 0,-1 0 0 0 0,1 0-1 0 0,0 0 1 0 0,-1 0-1 0 0,1-1 1 0 0,0 1 0 0 0,-3 0-1 0 0,1 0 25 0 0,-1 0 0 0 0,0 0-1 0 0,1-1 1 0 0,-1 0-1 0 0,0 1 1 0 0,1-1 0 0 0,-1-1-1 0 0,0 1 1 0 0,-4-1-1 0 0,-2-2 78 0 0,0 1 0 0 0,0-1-1 0 0,0-1 1 0 0,1 0-1 0 0,0 0 1 0 0,-11-7-1 0 0,11 6-61 0 0,1 0 1 0 0,0 0-1 0 0,0-1 0 0 0,1 1 0 0 0,0-2 0 0 0,0 1 0 0 0,0-1 0 0 0,1 0 0 0 0,0-1 0 0 0,0 0 0 0 0,1 1 0 0 0,-7-16 0 0 0,11 21-329 0 0,24-21-1883 0 0,6 16-3198 0 0,-12 7 2800 0 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7:39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108 324 876 0 0,'-3'-7'7249'0'0,"-11"17"-6646"0"0,1 0 1 0 0,0 1-1 0 0,1 1 1 0 0,0 0-1 0 0,1 0 1 0 0,-11 16-1 0 0,14-5 485 0 0,9-23-1086 0 0,-1 1 1 0 0,1-1 0 0 0,-1 1-1 0 0,1-1 1 0 0,-1 0-1 0 0,1 1 1 0 0,0-1 0 0 0,-1 0-1 0 0,1 0 1 0 0,0 1-1 0 0,-1-1 1 0 0,1 0 0 0 0,0 0-1 0 0,-1 0 1 0 0,1 0-1 0 0,0 0 1 0 0,-1 0 0 0 0,1 0-1 0 0,0 0 1 0 0,-1 0 0 0 0,1 0-1 0 0,0-1 1 0 0,-1 1-1 0 0,1 0 1 0 0,0 0 0 0 0,-1 0-1 0 0,1-1 1 0 0,0 1-1 0 0,-1 0 1 0 0,1-1 0 0 0,-1 1-1 0 0,1-1 1 0 0,-1 1-1 0 0,1-1 1 0 0,-1 1 0 0 0,1-1-1 0 0,26-13-178 0 0,-18 8 33 0 0,0 0 1 0 0,1 1 0 0 0,0 0 0 0 0,0 1-1 0 0,0 0 1 0 0,0 1 0 0 0,0 0 0 0 0,1 0-1 0 0,-1 1 1 0 0,1 1 0 0 0,0 0 0 0 0,0 0-1 0 0,13 1 1 0 0,-15 1 96 0 0,0-2 1 0 0,0 1-1 0 0,0-1 1 0 0,0-1-1 0 0,0 0 1 0 0,0 0-1 0 0,0 0 0 0 0,-1-1 1 0 0,1-1-1 0 0,-1 1 1 0 0,0-2-1 0 0,10-5 0 0 0,-14 8 34 0 0,3-3 60 0 0,0 0 0 0 0,1 0 0 0 0,-2-1 0 0 0,1 0-1 0 0,-1 0 1 0 0,0 0 0 0 0,0-1 0 0 0,0 0 0 0 0,-1 0-1 0 0,0 0 1 0 0,-1-1 0 0 0,0 0 0 0 0,0 0 0 0 0,0 0-1 0 0,-1 0 1 0 0,4-17 0 0 0,-3 7 70 0 0,0-1 0 0 0,-1-1 0 0 0,-1 1 0 0 0,-1 0 0 0 0,-1 0 0 0 0,-3-32 0 0 0,3 48-90 0 0,-1 0 0 0 0,0 1-1 0 0,0-1 1 0 0,0 0 0 0 0,0 0-1 0 0,0 0 1 0 0,0 0 0 0 0,-1 1 0 0 0,1-1-1 0 0,-1 0 1 0 0,0 1 0 0 0,0 0-1 0 0,-2-3 1 0 0,3 4 17 0 0,-3 2-14 0 0,-1 0-32 0 0,1 1 0 0 0,0 0 1 0 0,-1 0-1 0 0,1 0 0 0 0,0 1 0 0 0,0 0 0 0 0,0-1 0 0 0,1 1 0 0 0,-1 1 1 0 0,1-1-1 0 0,0 0 0 0 0,-1 1 0 0 0,1 0 0 0 0,1-1 0 0 0,-5 9 0 0 0,3-4 7 0 0,0 1 0 0 0,0 0 0 0 0,1-1 0 0 0,0 2 0 0 0,1-1 0 0 0,0 0 0 0 0,-1 18 0 0 0,2-16-21 0 0,0 1 1 0 0,1-1 0 0 0,1 0-1 0 0,0 1 1 0 0,0-1-1 0 0,1 0 1 0 0,0 0-1 0 0,1 0 1 0 0,1 0-1 0 0,-1-1 1 0 0,2 1-1 0 0,0-1 1 0 0,0 0-1 0 0,9 13 1 0 0,39 34-291 0 0,-35-39 114 0 0,-1 0 0 0 0,-1 1 0 0 0,19 28 0 0 0,-35-46 191 0 0,0-1 0 0 0,0 1 0 0 0,1-1 0 0 0,-1 0-1 0 0,0 1 1 0 0,0-1 0 0 0,1 1 0 0 0,-1-1 0 0 0,0 1 0 0 0,0 0 0 0 0,0-1 0 0 0,0 1-1 0 0,0-1 1 0 0,0 1 0 0 0,0-1 0 0 0,0 1 0 0 0,0-1 0 0 0,0 1 0 0 0,0-1 0 0 0,0 1-1 0 0,-1-1 1 0 0,1 1 0 0 0,0-1 0 0 0,0 1 0 0 0,0-1 0 0 0,-1 1 0 0 0,1-1 0 0 0,0 1-1 0 0,-1-1 1 0 0,1 0 0 0 0,0 1 0 0 0,-1 0 0 0 0,-20 8 145 0 0,-24-5 320 0 0,37-5-396 0 0,-1 0 1 0 0,0-1-1 0 0,0-1 0 0 0,1 0 1 0 0,-1 0-1 0 0,1 0 0 0 0,0-1 0 0 0,0 0 1 0 0,0-1-1 0 0,0 0 0 0 0,1 0 1 0 0,-10-9-1 0 0,16 13-141 0 0,1 0 0 0 0,-1 0 1 0 0,1 0-1 0 0,0 0 0 0 0,-1 0 0 0 0,1-1 1 0 0,0 1-1 0 0,0 0 0 0 0,0 0 0 0 0,0 0 1 0 0,0 0-1 0 0,0 0 0 0 0,0 0 0 0 0,0-1 1 0 0,1 1-1 0 0,-1 0 0 0 0,0 0 0 0 0,0 0 0 0 0,1 0 1 0 0,-1 0-1 0 0,1 0 0 0 0,-1 0 0 0 0,1 0 1 0 0,0 0-1 0 0,-1 0 0 0 0,1 0 0 0 0,0 0 1 0 0,0 1-1 0 0,-1-1 0 0 0,1 0 0 0 0,0 0 1 0 0,0 1-1 0 0,0-1 0 0 0,0 1 0 0 0,0-1 1 0 0,0 0-1 0 0,2 0 0 0 0,37-23-5794 0 0,-26 17 3321 0 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7:39.7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1 268 0 0,'5'1'615'0'0,"0"0"1"0"0,0 0-1 0 0,0 1 1 0 0,1 0-1 0 0,-2 0 0 0 0,1 0 1 0 0,0 0-1 0 0,0 1 1 0 0,-1 0-1 0 0,1 0 0 0 0,-1 0 1 0 0,5 5-1 0 0,-9-5-465 0 0,1 0-1 0 0,0 0 1 0 0,0 0-1 0 0,-1 0 1 0 0,0 0-1 0 0,0 0 1 0 0,0 0 0 0 0,0 0-1 0 0,0 1 1 0 0,0-1-1 0 0,-1 0 1 0 0,-1 5-1 0 0,-11 21-200 0 0,-2 3-1525 0 0,1-18-2977 0 0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7:40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 28 0 0,'0'0'892'0'0,"6"-17"-12"0"0,-1 9 844 0 0,-3-5-268 0 0,1 1 81 0 0,3 5-1169 0 0,11 0-1548 0 0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7:40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1 520 32 0 0,'1'-3'761'0'0,"46"-93"3486"0"0,-29 63-2527 0 0,24-61-1 0 0,-35 74-1392 0 0,-1-1 0 0 0,-1 0 0 0 0,-1 0-1 0 0,-1 0 1 0 0,-1 0 0 0 0,0 0-1 0 0,-2-1 1 0 0,-1 1 0 0 0,0 0-1 0 0,-2-1 1 0 0,-7-29 0 0 0,10 49-256 0 0,-1 0 7 0 0,1 2-75 0 0,0-1-1 0 0,1 1 1 0 0,-1 0-1 0 0,0 0 1 0 0,0 0 0 0 0,0 0-1 0 0,0-1 1 0 0,0 1-1 0 0,0 0 1 0 0,0 0 0 0 0,0 0-1 0 0,0-1 1 0 0,0 1-1 0 0,0 0 1 0 0,0 0-1 0 0,0 0 1 0 0,0 0 0 0 0,0-1-1 0 0,0 1 1 0 0,-1 0-1 0 0,1 0 1 0 0,0 0 0 0 0,0 0-1 0 0,0 0 1 0 0,0-1-1 0 0,0 1 1 0 0,0 0-1 0 0,0 0 1 0 0,0 0 0 0 0,-1 0-1 0 0,1 0 1 0 0,0 0-1 0 0,0-1 1 0 0,0 1 0 0 0,0 0-1 0 0,0 0 1 0 0,-1 0-1 0 0,1 0 1 0 0,0 0-1 0 0,0 0 1 0 0,0 0 0 0 0,0 0-1 0 0,-1 0 1 0 0,1 0-1 0 0,0 0 1 0 0,0 0 0 0 0,0 0-1 0 0,0 0 1 0 0,-1 0-1 0 0,1 0 1 0 0,0 0-1 0 0,0 0 1 0 0,0 0 0 0 0,0 0-1 0 0,-1 0 1 0 0,1 0-1 0 0,0 0 1 0 0,0 0 0 0 0,0 0-1 0 0,0 0 1 0 0,-1 0-1 0 0,1 1 1 0 0,0-1-1 0 0,-5 6 0 0 0,1 0 0 0 0,0 0-1 0 0,0 1 1 0 0,0 0 0 0 0,1-1-1 0 0,0 1 1 0 0,0 1 0 0 0,0-1-1 0 0,1 0 1 0 0,0 1 0 0 0,1-1-1 0 0,0 1 1 0 0,0-1-1 0 0,0 11 1 0 0,0 20 6 0 0,6 58 1 0 0,-1-59-11 0 0,1 1 0 0 0,12 42 0 0 0,-13-65 8 0 0,1 0 0 0 0,0 0 0 0 0,1-1 0 0 0,1 0 1 0 0,0 0-1 0 0,1 0 0 0 0,18 23 0 0 0,-23-34 21 0 0,-1-1-1 0 0,1 0 1 0 0,-1 1-1 0 0,1-1 1 0 0,0-1 0 0 0,0 1-1 0 0,0 0 1 0 0,0-1-1 0 0,1 1 1 0 0,-1-1-1 0 0,0 0 1 0 0,0 0 0 0 0,1-1-1 0 0,-1 1 1 0 0,1 0-1 0 0,-1-1 1 0 0,1 0-1 0 0,-1 0 1 0 0,6-1 0 0 0,-4 1 137 0 0,1-1 1 0 0,-1 0 0 0 0,0 0-1 0 0,1 0 1 0 0,-1-1 0 0 0,0 0-1 0 0,0 0 1 0 0,0 0 0 0 0,0-1-1 0 0,0 1 1 0 0,5-5 0 0 0,-9 6 199 0 0,12-4 1587 0 0,1-1-627 0 0,-43 30-13439 0 0,22-20 8272 0 0</inkml:trace>
  <inkml:trace contextRef="#ctx0" brushRef="#br0" timeOffset="1">344 434 132 0 0,'3'-14'1288'0'0,"2"2"8"0"0,-2 2-1156 0 0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7:41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0 527 456 0 0,'33'-30'3965'0'0,"-11"3"-2068"0"0,0 0-1 0 0,33-61 0 0 0,-43 66-1442 0 0,-2 0-1 0 0,-1-1 0 0 0,0 0 0 0 0,-2 0 0 0 0,-1-1 1 0 0,0 0-1 0 0,-2 0 0 0 0,2-37 0 0 0,-9-27 896 0 0,3 87-1190 0 0,-6-13 183 0 0,3 9 87 0 0,-2 14-244 0 0,1 2-279 0 0,-1 3 104 0 0,1-1-1 0 0,0 1 1 0 0,2 0 0 0 0,-1 0 0 0 0,2 0-1 0 0,0 27 1 0 0,-2 6 67 0 0,2-27-114 0 0,0 0 1 0 0,1 0-1 0 0,2 0 1 0 0,-1-1-1 0 0,2 1 1 0 0,1 0 0 0 0,0-1-1 0 0,2 0 1 0 0,0 0-1 0 0,1 0 1 0 0,1-1 0 0 0,13 24-1 0 0,-19-40 27 0 0,0 0 1 0 0,0 0-1 0 0,0 0 0 0 0,0 0 0 0 0,1 0 1 0 0,-1 0-1 0 0,1-1 0 0 0,-1 1 0 0 0,1-1 1 0 0,-1 0-1 0 0,1 0 0 0 0,0 0 1 0 0,0 0-1 0 0,-1 0 0 0 0,1 0 0 0 0,0-1 1 0 0,0 1-1 0 0,0-1 0 0 0,0 0 0 0 0,0 0 1 0 0,0 0-1 0 0,0 0 0 0 0,-1-1 0 0 0,1 1 1 0 0,0-1-1 0 0,0 0 0 0 0,0 1 0 0 0,0-1 1 0 0,-1-1-1 0 0,5-1 0 0 0,-2 1 30 0 0,0-1 1 0 0,0 1-1 0 0,0-1 0 0 0,-1 0 0 0 0,1 0 1 0 0,-1 0-1 0 0,0-1 0 0 0,0 1 0 0 0,0-1 1 0 0,-1 0-1 0 0,1 0 0 0 0,-1 0 0 0 0,0-1 0 0 0,0 1 1 0 0,0-1-1 0 0,2-5 0 0 0,4-8 522 0 0,1-7 960 0 0,-10 23-1239 0 0,17 18-969 0 0,-16-14 649 0 0,0-1-1 0 0,0 1 1 0 0,1-1 0 0 0,-1 1-1 0 0,0-1 1 0 0,1 0 0 0 0,-1 1-1 0 0,1-1 1 0 0,-1 0 0 0 0,1 0-1 0 0,0 0 1 0 0,-1 0 0 0 0,1 0-1 0 0,0-1 1 0 0,0 1 0 0 0,0-1-1 0 0,3 2 1 0 0,-1-2 5 0 0,1 1 1 0 0,-1 0-1 0 0,1-1 1 0 0,-1 0-1 0 0,1 0 1 0 0,-1-1-1 0 0,1 1 1 0 0,-1-1-1 0 0,1 0 0 0 0,-1 0 1 0 0,1 0-1 0 0,-1-1 1 0 0,0 1-1 0 0,0-1 1 0 0,6-3-1 0 0,-9 3 64 0 0,0 2-10 0 0,-1 0-1 0 0,1-1 1 0 0,-1 1-1 0 0,0 0 1 0 0,1 0-1 0 0,-1-1 1 0 0,1 1-1 0 0,-1 0 1 0 0,1 0-1 0 0,-1 0 1 0 0,1 0-1 0 0,-1 0 1 0 0,1 0-1 0 0,0 0 1 0 0,-1 0-1 0 0,1 0 1 0 0,-1 0-1 0 0,1 0 1 0 0,-1 0-1 0 0,1 0 1 0 0,-1 0-1 0 0,1 0 1 0 0,-1 1-1 0 0,1-1 1 0 0,-1 0-1 0 0,1 1 1 0 0,3 6 5 0 0,-1 0 0 0 0,0 1 0 0 0,-1-1 1 0 0,0 1-1 0 0,0 0 0 0 0,-1-1 0 0 0,0 1 1 0 0,0 12-1 0 0,-2 73 201 0 0,0-70-166 0 0,-5 58 132 0 0,-5-1 1 0 0,-2-1-1 0 0,-4 0 0 0 0,-45 125 1 0 0,57-192-107 0 0,0-1 1 0 0,-1 1-1 0 0,0-1 1 0 0,-1 0-1 0 0,0-1 1 0 0,-14 17-1 0 0,17-24 30 0 0,1 0-1 0 0,0 0 0 0 0,-1 0 0 0 0,1 0 0 0 0,-1 0 0 0 0,0-1 1 0 0,0 1-1 0 0,0-1 0 0 0,-8 3 0 0 0,10-4-21 0 0,-1-1-1 0 0,1 1 0 0 0,0-1 1 0 0,0 0-1 0 0,0 0 0 0 0,0 0 1 0 0,0 0-1 0 0,0 0 0 0 0,-1 0 1 0 0,1-1-1 0 0,0 1 0 0 0,0-1 1 0 0,0 1-1 0 0,0-1 0 0 0,0 0 1 0 0,0 0-1 0 0,0 0 0 0 0,0 0 1 0 0,1 0-1 0 0,-1 0 0 0 0,0-1 1 0 0,-1 0-1 0 0,-1-2 4 0 0,1 0 1 0 0,0 0 0 0 0,0 0-1 0 0,0-1 1 0 0,0 1 0 0 0,1-1-1 0 0,-1 1 1 0 0,1-1-1 0 0,1 0 1 0 0,-1 0 0 0 0,1 0-1 0 0,-1 0 1 0 0,1 0-1 0 0,1 0 1 0 0,-1 0 0 0 0,1-1-1 0 0,0-7 1 0 0,1-9-122 0 0,1 0 0 0 0,8-35 0 0 0,-9 50-26 0 0,2-7-457 0 0,1 0-1 0 0,1 0 0 0 0,0 0 0 0 0,1 1 0 0 0,0 0 1 0 0,8-13-1 0 0,32-35-10071 0 0,-34 47 6435 0 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7:41.7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58 656 0 0,'0'0'4844'0'0,"4"-3"-3735"0"0,10-4 270 0 0,-1 1 1 0 0,1 0-1 0 0,0 1 1 0 0,25-6-1 0 0,62-8 809 0 0,-82 23-4213 0 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7:49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43 816 0 0,'8'-1'15742'0'0,"-6"-29"-13287"0"0,-1 28-1021 0 0,0-8-2329 0 0,5 10-3281 0 0,8 9 3065 0 0,14 7-6155 0 0,-15-9 3327 0 0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8:04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280 408 1040 0 0,'2'-6'10451'0'0,"-22"8"-8994"0"0,-34 1-1280 0 0,44-5-89 0 0,-1 0 0 0 0,1-1 0 0 0,0 0 0 0 0,0-1 0 0 0,0 0 0 0 0,0-1 0 0 0,0 0 0 0 0,1 0 0 0 0,0-1 0 0 0,0 0 0 0 0,1-1 0 0 0,0 0 0 0 0,0 0 0 0 0,0-1 0 0 0,1 0 1 0 0,0 0-1 0 0,1-1 0 0 0,0 0 0 0 0,-9-15 0 0 0,11 16-74 0 0,0 1 1 0 0,1 0-1 0 0,0-1 1 0 0,0 0-1 0 0,1 0 1 0 0,0 0-1 0 0,0 0 1 0 0,0 0-1 0 0,1 0 1 0 0,1-1 0 0 0,-1 1-1 0 0,1 0 1 0 0,1-1-1 0 0,0 1 1 0 0,0 0-1 0 0,0 0 1 0 0,1 0-1 0 0,0 0 1 0 0,1 0-1 0 0,0 0 1 0 0,0 0-1 0 0,1 1 1 0 0,-1 0-1 0 0,2-1 1 0 0,8-10-1 0 0,-8 12-17 0 0,1 0-1 0 0,0 1 1 0 0,0 0-1 0 0,1 1 1 0 0,-1 0-1 0 0,1 0 0 0 0,0 0 1 0 0,0 0-1 0 0,0 1 1 0 0,0 0-1 0 0,1 1 0 0 0,-1 0 1 0 0,1 0-1 0 0,0 1 1 0 0,0-1-1 0 0,-1 2 1 0 0,1-1-1 0 0,0 1 0 0 0,0 0 1 0 0,0 1-1 0 0,14 2 1 0 0,-10-1-4 0 0,0 1 1 0 0,-1 0 0 0 0,1 0-1 0 0,-1 1 1 0 0,0 1 0 0 0,0 0-1 0 0,-1 0 1 0 0,1 1 0 0 0,-1 0-1 0 0,0 1 1 0 0,-1 0 0 0 0,1 1-1 0 0,12 13 1 0 0,-11-7 5 0 0,-1 1 0 0 0,0 0 0 0 0,-1 0 0 0 0,0 1 0 0 0,-2 0 0 0 0,0 1 0 0 0,0-1 0 0 0,-2 1 0 0 0,0 0 0 0 0,-1 1 0 0 0,0-1 0 0 0,-2 1 0 0 0,0 0 0 0 0,-1 0 0 0 0,-1 0 0 0 0,-1-1 0 0 0,-2 21 0 0 0,-1-12 9 0 0,-1-1-1 0 0,-2 1 0 0 0,0-1 1 0 0,-2-1-1 0 0,0 1 1 0 0,-2-2-1 0 0,0 1 1 0 0,-2-1-1 0 0,0-1 1 0 0,-2-1-1 0 0,-18 23 0 0 0,22-32 47 0 0,1-1-1 0 0,-1 0 0 0 0,-1 0 0 0 0,0-2 0 0 0,0 1 0 0 0,-1-1 0 0 0,-1-1 0 0 0,1 0 1 0 0,-15 5-1 0 0,26-12-82 0 0,1 0 1 0 0,-1 0 0 0 0,1 0 0 0 0,-1-1-1 0 0,1 1 1 0 0,-1 0 0 0 0,1-1-1 0 0,-1 0 1 0 0,1 1 0 0 0,-1-1-1 0 0,1 0 1 0 0,-1 0 0 0 0,0 0-1 0 0,1 0 1 0 0,-1 0 0 0 0,0 0 0 0 0,1 0-1 0 0,-1 0 1 0 0,1-1 0 0 0,-1 1-1 0 0,1-1 1 0 0,-1 1 0 0 0,-1-2-1 0 0,2 1-74 0 0,0 0-1 0 0,0-1 0 0 0,1 1 0 0 0,-1 0 0 0 0,0-1 0 0 0,1 1 1 0 0,0-1-1 0 0,-1 1 0 0 0,1 0 0 0 0,0-1 0 0 0,-1 1 1 0 0,1-1-1 0 0,0 1 0 0 0,0-1 0 0 0,0 1 0 0 0,1-1 1 0 0,-1 1-1 0 0,0-1 0 0 0,1-2 0 0 0,3-11-1009 0 0,1 1 0 0 0,0-1 0 0 0,11-20 0 0 0,2 0-2101 0 0,-3 0 245 0 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8:05.2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38 272 0 0,'40'-37'8574'0'0,"-39"37"-8503"0"0,0 1 0 0 0,0-1 0 0 0,0 1 0 0 0,0-1 0 0 0,0 1-1 0 0,0-1 1 0 0,0 1 0 0 0,0 0 0 0 0,0-1 0 0 0,0 1 0 0 0,0 0 0 0 0,-1 0 0 0 0,1 0 0 0 0,0 0 0 0 0,0 0-1 0 0,-1-1 1 0 0,1 1 0 0 0,-1 0 0 0 0,1 1 0 0 0,-1-1 0 0 0,1 0 0 0 0,-1 0 0 0 0,1 0 0 0 0,-1 2-1 0 0,9 33 969 0 0,-7-27-742 0 0,21 105 1221 0 0,-6 0 0 0 0,5 182 0 0 0,-22-294-1521 0 0,-2 95 287 0 0,2-92-595 0 0,0 1 0 0 0,-1 0 1 0 0,1-1-1 0 0,-2 1 1 0 0,1 0-1 0 0,0-1 1 0 0,-1 0-1 0 0,0 1 0 0 0,-1-1 1 0 0,1 0-1 0 0,-1 0 1 0 0,0 0-1 0 0,-7 9 0 0 0,-7-16-6470 0 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8:05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1 158 516 0 0,'0'0'768'0'0,"8"-15"-48"0"0,0 9-68 0 0,4-3-52 0 0,1-2-48 0 0,5 3-48 0 0,6-2-52 0 0,1-3-84 0 0,2 3-128 0 0,13-1-95 0 0,0 2-109 0 0,1-3-141 0 0,5 1-123 0 0,0 1-104 0 0,0 3-484 0 0,-3-2-884 0 0,3 2 392 0 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8:06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0 297 308 0 0,'20'22'5025'0'0,"-14"-21"-4717"0"0,1 0 1 0 0,0 0-1 0 0,-1-1 0 0 0,1 0 0 0 0,0-1 0 0 0,0 1 1 0 0,-1-1-1 0 0,1-1 0 0 0,-1 1 0 0 0,1-1 1 0 0,-1 0-1 0 0,0 0 0 0 0,1-1 0 0 0,-1 0 0 0 0,6-4 1 0 0,10-5 285 0 0,0-2 1 0 0,30-23-1 0 0,-44 31-484 0 0,0-1 0 0 0,0 0 0 0 0,-1-1 0 0 0,0 1 0 0 0,0-1-1 0 0,-1-1 1 0 0,0 1 0 0 0,0-1 0 0 0,-1 0 0 0 0,0 0 0 0 0,-1-1-1 0 0,0 1 1 0 0,0-1 0 0 0,-1 0 0 0 0,0 0 0 0 0,-1 0 0 0 0,0-1-1 0 0,0-10 1 0 0,-2 17-73 0 0,-1 1-1 0 0,1-1 0 0 0,-1 1 1 0 0,0-1-1 0 0,0 1 1 0 0,0-1-1 0 0,0 1 0 0 0,-1-1 1 0 0,1 1-1 0 0,-1 0 1 0 0,-2-4-1 0 0,-6-2-2 0 0,0 6-17 0 0,7 3-17 0 0,0 0-1 0 0,0 1 1 0 0,0-1-1 0 0,0 0 1 0 0,1 1-1 0 0,-1 0 1 0 0,0 0-1 0 0,0 0 1 0 0,1 0-1 0 0,-1 0 1 0 0,1 0-1 0 0,-1 1 1 0 0,1-1-1 0 0,-1 1 1 0 0,1 0-1 0 0,0-1 1 0 0,0 1-1 0 0,0 0 1 0 0,0 0-1 0 0,0 1 1 0 0,0-1-1 0 0,1 0 1 0 0,-1 1-1 0 0,1-1 1 0 0,-2 4-1 0 0,-5 8-1 0 0,2 0-1 0 0,-1 0 1 0 0,-4 18 0 0 0,9-27 5 0 0,0 3 0 0 0,0 0 1 0 0,1 0-1 0 0,0 0 0 0 0,0 0 1 0 0,0 0-1 0 0,1 0 0 0 0,1 1 1 0 0,1 14-1 0 0,-1-18 3 0 0,0 0 0 0 0,0 0 0 0 0,0 0 0 0 0,1 0 0 0 0,0 0 1 0 0,0 0-1 0 0,0 0 0 0 0,1-1 0 0 0,-1 1 0 0 0,1-1 0 0 0,0 0 0 0 0,0 1 0 0 0,1-2 0 0 0,4 6 0 0 0,-6-8-2 0 0,1 0 0 0 0,-1 0 0 0 0,1-1 0 0 0,-1 1 0 0 0,1-1 0 0 0,-1 0 0 0 0,1 0 0 0 0,-1 0 0 0 0,1 0 0 0 0,-1 0 0 0 0,1 0 0 0 0,-1 0 0 0 0,1-1 0 0 0,-1 0 0 0 0,0 1 0 0 0,1-1 0 0 0,-1 0 0 0 0,3-1 0 0 0,41-20-22 0 0,-9-2-226 0 0,38-32 0 0 0,-51 35 41 0 0,1 2 1 0 0,1 1-1 0 0,1 1 1 0 0,32-14 0 0 0,-57 29 185 0 0,1 1 1 0 0,0-1 0 0 0,0 1-1 0 0,0 0 1 0 0,0 0 0 0 0,0 0 0 0 0,0 1-1 0 0,0-1 1 0 0,0 1 0 0 0,0-1 0 0 0,0 1-1 0 0,0 0 1 0 0,0 0 0 0 0,1 1-1 0 0,-1-1 1 0 0,0 0 0 0 0,0 1 0 0 0,0 0-1 0 0,0 0 1 0 0,0 0 0 0 0,0 0 0 0 0,0 0-1 0 0,-1 1 1 0 0,1-1 0 0 0,0 1-1 0 0,-1 0 1 0 0,1 0 0 0 0,-1 0 0 0 0,0 0-1 0 0,1 0 1 0 0,2 5 0 0 0,20 21-72 0 0,91 98 86 0 0,-103-114-88 0 0,1 1-1 0 0,1-2 1 0 0,0 0 0 0 0,1-1 0 0 0,0-1 0 0 0,0 0 0 0 0,18 7 0 0 0,-30-15 29 0 0,0 1-1 0 0,0-1 1 0 0,0 0-1 0 0,0 0 1 0 0,0 0 0 0 0,0 0-1 0 0,0-1 1 0 0,0 0-1 0 0,0 0 1 0 0,0 0 0 0 0,0 0-1 0 0,0 0 1 0 0,0-1-1 0 0,0 0 1 0 0,0 0 0 0 0,6-2-1 0 0,-7 1 37 0 0,-1 0 0 0 0,0 1 0 0 0,0-1 0 0 0,1 0-1 0 0,-1 0 1 0 0,0 0 0 0 0,-1-1 0 0 0,1 1 0 0 0,0 0-1 0 0,-1-1 1 0 0,1 1 0 0 0,-1-1 0 0 0,0 0 0 0 0,0 1-1 0 0,0-1 1 0 0,0 0 0 0 0,0 0 0 0 0,-1 1 0 0 0,1-1 0 0 0,-1 0-1 0 0,0 0 1 0 0,0 0 0 0 0,0 0 0 0 0,0-3 0 0 0,0 2 64 0 0,0-1 0 0 0,0 0 0 0 0,0 1 1 0 0,-1-1-1 0 0,1 1 0 0 0,-1-1 0 0 0,0 1 1 0 0,0 0-1 0 0,-1-1 0 0 0,0 1 0 0 0,1 0 1 0 0,-1 0-1 0 0,-1 0 0 0 0,1 0 0 0 0,-4-5 1 0 0,4 8-26 0 0,1 0 0 0 0,-1 0 0 0 0,0 0 0 0 0,1 1 0 0 0,-1-1 0 0 0,0 1 0 0 0,0 0 0 0 0,1-1 0 0 0,-1 1 0 0 0,0 0 0 0 0,0 0 1 0 0,1 0-1 0 0,-1 0 0 0 0,0 0 0 0 0,0 0 0 0 0,1 1 0 0 0,-1-1 0 0 0,0 0 0 0 0,1 1 0 0 0,-1 0 0 0 0,0-1 0 0 0,1 1 0 0 0,-2 1 0 0 0,-41 22 103 0 0,35-18-75 0 0,-12 7 81 0 0,2 1-1 0 0,0 1 0 0 0,-33 31 0 0 0,7 10-1518 0 0,39-46-118 0 0,0 0 0 0 0,1 1 0 0 0,-8 20 0 0 0,11-21-981 0 0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8:06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66 424 0 0,'0'-12'1227'0'0,"1"6"-378"0"0,-1 0-1 0 0,0 0 1 0 0,-1 1 0 0 0,1-1 0 0 0,-1 0 0 0 0,0 1 0 0 0,-3-9 4317 0 0,1 20-4909 0 0,-11 20-27 0 0,1 1 0 0 0,2-1 0 0 0,1 2 0 0 0,1 0 1 0 0,-9 48-1 0 0,9-18 161 0 0,-3 113 0 0 0,12-145-295 0 0,1-1 1 0 0,2 1-1 0 0,10 48 1 0 0,-9-59-64 0 0,0 0 0 0 0,1-1-1 0 0,1 0 1 0 0,0 0 0 0 0,1 0-1 0 0,0-1 1 0 0,17 23 0 0 0,-21-32-38 0 0,1 0 0 0 0,-1-1 1 0 0,1 1-1 0 0,0-1 0 0 0,0 0 0 0 0,0 0 1 0 0,0 0-1 0 0,1-1 0 0 0,-1 0 0 0 0,1 1 1 0 0,-1-1-1 0 0,1-1 0 0 0,0 1 0 0 0,0-1 1 0 0,9 2-1 0 0,-5-3-10 0 0,-1 0 0 0 0,1 0-1 0 0,-1 0 1 0 0,1-1 0 0 0,-1-1 0 0 0,0 1 0 0 0,1-1 0 0 0,-1-1-1 0 0,8-2 1 0 0,-3-1-16 0 0,0 0 0 0 0,-1 0 0 0 0,0-1 0 0 0,0 0 0 0 0,-1-1 0 0 0,1-1 0 0 0,-2 0 0 0 0,1 0 0 0 0,-1-1 0 0 0,-1 0 0 0 0,14-19 0 0 0,-20 24 35 0 0,0-1-1 0 0,0 0 0 0 0,0 0 0 0 0,-1 0 1 0 0,1 0-1 0 0,-1 0 0 0 0,-1 0 1 0 0,1 0-1 0 0,0-10 0 0 0,-2 14 7 0 0,-1 0 0 0 0,0 0-11 0 0,0 0-1 0 0,1 0 1 0 0,-1 0-1 0 0,0 1 1 0 0,0-1 0 0 0,0 0-1 0 0,-1 1 1 0 0,1-1 0 0 0,0 1-1 0 0,-1-1 1 0 0,1 1 0 0 0,-1 0-1 0 0,1-1 1 0 0,-3 0-1 0 0,2 1-2 0 0,0 1-1 0 0,0-1 0 0 0,-1 0 0 0 0,1 1 0 0 0,0 0 0 0 0,0 0 0 0 0,-1 0 1 0 0,1 0-1 0 0,0 0 0 0 0,-1 0 0 0 0,1 0 0 0 0,0 1 0 0 0,0-1 0 0 0,-1 1 1 0 0,1 0-1 0 0,0 0 0 0 0,0-1 0 0 0,0 1 0 0 0,0 1 0 0 0,0-1 0 0 0,-3 2 1 0 0,2 0 4 0 0,0 0 0 0 0,0 0-1 0 0,0 1 1 0 0,0-1 0 0 0,0 1 0 0 0,1-1 0 0 0,0 1 0 0 0,0 0 0 0 0,0 0 0 0 0,0 0 0 0 0,-1 5 0 0 0,1-4-22 0 0,0 0 0 0 0,1-1 1 0 0,0 1-1 0 0,0 0 0 0 0,0 0 0 0 0,1 0 0 0 0,-1 0 0 0 0,1-1 0 0 0,0 1 1 0 0,1 0-1 0 0,-1 0 0 0 0,1 0 0 0 0,0 0 0 0 0,0 0 0 0 0,1-1 0 0 0,-1 1 0 0 0,1 0 1 0 0,0-1-1 0 0,0 1 0 0 0,1-1 0 0 0,-1 0 0 0 0,5 6 0 0 0,-4-8-20 0 0,0 0 0 0 0,0 0 0 0 0,0 0 0 0 0,0 0 0 0 0,0 0 0 0 0,0 0 0 0 0,0-1 0 0 0,1 0 0 0 0,-1 1 0 0 0,0-1 0 0 0,1 0 0 0 0,-1-1 0 0 0,1 1 0 0 0,-1-1 0 0 0,1 1 0 0 0,4-1-1 0 0,0-1-18 0 0,-1 0-1 0 0,1 0 1 0 0,-1-1-1 0 0,0 0 1 0 0,0 0-1 0 0,0-1 1 0 0,10-4-1 0 0,3-4-55 0 0,-1 0-1 0 0,-1-2 0 0 0,0 0 0 0 0,22-21 0 0 0,75-83 13 0 0,-114 116 125 0 0,0 0 1 0 0,0 0-1 0 0,0 0 0 0 0,0-1 1 0 0,0 1-1 0 0,0 0 1 0 0,0 0-1 0 0,1 1 0 0 0,-1-1 1 0 0,0 0-1 0 0,1 0 1 0 0,-1 1-1 0 0,1-1 0 0 0,-1 0 1 0 0,1 1-1 0 0,1-1 1 0 0,-3 1-15 0 0,1 0 0 0 0,0 1 0 0 0,-1-1 0 0 0,1 0 1 0 0,0 0-1 0 0,-1 0 0 0 0,1 1 0 0 0,-1-1 0 0 0,1 0 1 0 0,-1 1-1 0 0,1-1 0 0 0,0 0 0 0 0,-1 1 0 0 0,1-1 1 0 0,-1 1-1 0 0,0-1 0 0 0,1 1 0 0 0,-1-1 0 0 0,1 1 1 0 0,-1-1-1 0 0,0 1 0 0 0,1 0 0 0 0,-1-1 0 0 0,0 1 1 0 0,1 0-1 0 0,1 6 4 0 0,-1-1 1 0 0,1 1 0 0 0,-1-1-1 0 0,-1 1 1 0 0,1-1-1 0 0,-1 9 1 0 0,0 4 24 0 0,1 1 0 0 0,4 26 0 0 0,-4-44-5 0 0,1 2 3 0 0,-2-4-32 0 0,0 0 1 0 0,0 0 0 0 0,0 1 0 0 0,0-1-1 0 0,0 0 1 0 0,0 0 0 0 0,0 0 0 0 0,0 1 0 0 0,0-1-1 0 0,0 0 1 0 0,0 0 0 0 0,0 0 0 0 0,0 0-1 0 0,0 1 1 0 0,0-1 0 0 0,0 0 0 0 0,1 0-1 0 0,-1 0 1 0 0,0 0 0 0 0,0 1 0 0 0,0-1-1 0 0,0 0 1 0 0,0 0 0 0 0,1 0 0 0 0,-1 0-1 0 0,0 0 1 0 0,0 0 0 0 0,0 1 0 0 0,0-1-1 0 0,1 0 1 0 0,-1 0 0 0 0,0 0 0 0 0,0 0-1 0 0,0 0 1 0 0,1 0 0 0 0,-1 0 0 0 0,0 0-1 0 0,0 0 1 0 0,0 0 0 0 0,0 0 0 0 0,1 0 0 0 0,-1 0-1 0 0,0 0 1 0 0,0 0 0 0 0,1 0 0 0 0,8-4 16 0 0,-1 0 1 0 0,1-1-1 0 0,-1 1 0 0 0,0-2 1 0 0,8-5-1 0 0,-8 4 13 0 0,0 2 0 0 0,0-1 0 0 0,1 1-1 0 0,0 0 1 0 0,9-3 0 0 0,-16 8-10 0 0,14-2 52 0 0,-12 3-122 0 0,-1 0 1 0 0,1 1-1 0 0,-1-1 1 0 0,1 1-1 0 0,-1 0 1 0 0,0 0-1 0 0,0 0 1 0 0,0 0-1 0 0,0 0 0 0 0,0 1 1 0 0,0-1-1 0 0,0 1 1 0 0,-1 0-1 0 0,4 5 1 0 0,-3-4-374 0 0,1 0 1 0 0,-1-1-1 0 0,1 1 1 0 0,0-1-1 0 0,0 1 1 0 0,0-1-1 0 0,0 0 1 0 0,8 4-1 0 0,6-1-4248 0 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8:07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108 431 528 0 0,'0'0'2239'0'0,"-3"-2"-1793"0"0,0 1 0 0 0,0 0 0 0 0,0 0-1 0 0,0 0 1 0 0,0 0 0 0 0,0 0 0 0 0,0 1 0 0 0,-6-1 0 0 0,4 3-246 0 0,1 0 1 0 0,-1 1-1 0 0,1-1 0 0 0,0 1 0 0 0,-1 0 1 0 0,1 0-1 0 0,0 0 0 0 0,1 1 0 0 0,-1 0 1 0 0,1 0-1 0 0,-1 0 0 0 0,1 0 1 0 0,1 0-1 0 0,-1 0 0 0 0,0 1 0 0 0,1-1 1 0 0,-3 7-1 0 0,5-9-149 0 0,-1 0 15 0 0,0 1 1 0 0,0-1 0 0 0,0 1 0 0 0,0-1 0 0 0,0 1-1 0 0,1-1 1 0 0,-1 1 0 0 0,1 0 0 0 0,0-1-1 0 0,0 1 1 0 0,0 0 0 0 0,0-1 0 0 0,0 1 0 0 0,0 0-1 0 0,1-1 1 0 0,0 1 0 0 0,-1-1 0 0 0,2 4-1 0 0,-1-5 32 0 0,19-2 169 0 0,-8-7-187 0 0,-1 0-1 0 0,0-1 1 0 0,0 0-1 0 0,-1-1 1 0 0,-1 0-1 0 0,1 0 1 0 0,-2-1-1 0 0,1 0 1 0 0,-2-1-1 0 0,7-12 1 0 0,1-3 83 0 0,-1-1 1 0 0,-2 0-1 0 0,14-47 1 0 0,-16 35 356 0 0,-3-1 0 0 0,-1 0 0 0 0,-2 0 0 0 0,-1-57-1 0 0,-3 96-357 0 0,-3 1 301 0 0,-1 8-196 0 0,-8 27-133 0 0,-7 42-137 0 0,11-20 30 0 0,2 0 1 0 0,3 0-1 0 0,7 95 0 0 0,-4-150-29 0 0,1 0 1 0 0,-1 0-1 0 0,0 0 1 0 0,1-1-1 0 0,-1 1 1 0 0,0 0-1 0 0,1 0 1 0 0,-1 0-1 0 0,1 0 1 0 0,0-1-1 0 0,-1 1 1 0 0,1 0-1 0 0,-1 0 1 0 0,1-1-1 0 0,0 1 1 0 0,0 0-1 0 0,-1-1 1 0 0,1 1-1 0 0,0-1 1 0 0,0 1-1 0 0,0-1 1 0 0,0 0-1 0 0,0 1 1 0 0,-1-1-1 0 0,1 0 0 0 0,0 1 1 0 0,0-1-1 0 0,0 0 1 0 0,0 0-1 0 0,0 0 1 0 0,0 0-1 0 0,0 0 1 0 0,0 0-1 0 0,0 0 1 0 0,0 0-1 0 0,0 0 1 0 0,0-1-1 0 0,0 1 1 0 0,0 0-1 0 0,0-1 1 0 0,-1 1-1 0 0,3-1 1 0 0,45-20 13 0 0,-38 16 8 0 0,5-3-34 0 0,1 0 1 0 0,0 2-1 0 0,1 0 0 0 0,0 0 0 0 0,0 2 0 0 0,0 0 1 0 0,0 1-1 0 0,0 0 0 0 0,29 1 0 0 0,-42 3 25 0 0,-1-1 0 0 0,1 1 0 0 0,0 0-1 0 0,-1 1 1 0 0,1-1 0 0 0,0 1 0 0 0,-1-1-1 0 0,0 1 1 0 0,1 0 0 0 0,-1 0 0 0 0,0 1-1 0 0,0-1 1 0 0,0 1 0 0 0,0-1 0 0 0,-1 1-1 0 0,1 0 1 0 0,-1 0 0 0 0,1 0 0 0 0,-1 0-1 0 0,0 1 1 0 0,0-1 0 0 0,-1 0 0 0 0,1 1 0 0 0,-1 0-1 0 0,1-1 1 0 0,-1 1 0 0 0,0 0 0 0 0,-1 0-1 0 0,1-1 1 0 0,-1 1 0 0 0,1 0 0 0 0,-1 0-1 0 0,0 0 1 0 0,-1 0 0 0 0,1 0 0 0 0,-1-1-1 0 0,1 1 1 0 0,-1 0 0 0 0,0 0 0 0 0,-1-1-1 0 0,1 1 1 0 0,-1-1 0 0 0,1 1 0 0 0,-1-1 0 0 0,0 1-1 0 0,0-1 1 0 0,-1 0 0 0 0,1 0 0 0 0,-6 5-1 0 0,2-2-80 0 0,-1 0 0 0 0,0 0-1 0 0,0-1 1 0 0,0 0 0 0 0,0-1-1 0 0,-1 0 1 0 0,0 0 0 0 0,0 0-1 0 0,0-1 1 0 0,0 0 0 0 0,-15 3-1 0 0,-17-1-3229 0 0,0-7-3635 0 0,22 0 3214 0 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8:08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 1328 0 0,'-21'9'10414'0'0,"67"-9"-10392"0"0,38-2-1807 0 0,-31-2-3316 0 0,-33 1 2355 0 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8:09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0 224 520 0 0,'0'0'4385'0'0,"5"-2"-4012"0"0,3-3-323 0 0,-1 1-1 0 0,1-1 1 0 0,-1-1 0 0 0,0 1 0 0 0,0-1-1 0 0,0 0 1 0 0,-1-1 0 0 0,0 0-1 0 0,0 0 1 0 0,7-12 0 0 0,7-13-1524 0 0,18-44 0 0 0,-31 62 805 0 0,4-8-575 0 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8:10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14 408 0 0,'-5'-10'2547'0'0,"5"10"-2445"0"0,0 0 0 0 0,0 0-1 0 0,0-1 1 0 0,0 1 0 0 0,0 0 0 0 0,-1 0 0 0 0,1 0 0 0 0,0 0 0 0 0,0-1 0 0 0,0 1 0 0 0,0 0 0 0 0,0 0-1 0 0,0 0 1 0 0,-1-1 0 0 0,1 1 0 0 0,0 0 0 0 0,0 0 0 0 0,0 0 0 0 0,0 0 0 0 0,-1 0 0 0 0,1 0-1 0 0,0 0 1 0 0,0-1 0 0 0,0 1 0 0 0,-1 0 0 0 0,1 0 0 0 0,0 0 0 0 0,0 0 0 0 0,0 0 0 0 0,-1 0-1 0 0,1 0 1 0 0,0 0 0 0 0,0 0 0 0 0,-1 0 0 0 0,1 0 0 0 0,0 0 0 0 0,0 0 0 0 0,0 0 0 0 0,-1 0 0 0 0,1 0-1 0 0,0 0 1 0 0,0 1 0 0 0,0-1 0 0 0,-1 0 0 0 0,1 0 0 0 0,0 0 0 0 0,0 0 0 0 0,0 0 0 0 0,0 0-1 0 0,-1 1 1 0 0,1-1 0 0 0,0 0 0 0 0,0 0 0 0 0,0 0 0 0 0,0 1 0 0 0,-14 31 672 0 0,1 1-1 0 0,2 1 1 0 0,2 0 0 0 0,-10 63-1 0 0,4-19-68 0 0,-6 84 379 0 0,13-79-638 0 0,2-15-109 0 0,5-42-283 0 0,-1-1-1 0 0,-2 0 1 0 0,0 0-1 0 0,-1 0 1 0 0,-10 24-1 0 0,11-35-519 0 0,4-13 390 0 0,0 0 1 0 0,0 0-1 0 0,0 0 1 0 0,-1 0-1 0 0,1 0 0 0 0,0 0 1 0 0,0 0-1 0 0,-1 0 0 0 0,1 0 1 0 0,-1 0-1 0 0,1 0 0 0 0,-1-1 1 0 0,1 1-1 0 0,-1 0 1 0 0,1 0-1 0 0,-1 0 0 0 0,0-1 1 0 0,1 1-1 0 0,-1 0 0 0 0,0-1 1 0 0,0 1-1 0 0,1-1 0 0 0,-1 1 1 0 0,0-1-1 0 0,0 1 0 0 0,0-1 1 0 0,0 1-1 0 0,-2-1 1 0 0,1 1-631 0 0,-15-21-942 0 0,-15-45-4474 0 0,22 50 3707 0 0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8:10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12 780 1880 0 0,'-5'-10'502'0'0,"4"9"-464"0"0,1 1 0 0 0,-1-1-1 0 0,1 0 1 0 0,-1 1 0 0 0,1-1-1 0 0,-1 0 1 0 0,1 1-1 0 0,-1-1 1 0 0,1 0 0 0 0,0 0-1 0 0,-1 0 1 0 0,1 1 0 0 0,0-1-1 0 0,0 0 1 0 0,-1 0-1 0 0,1 0 1 0 0,0 0 0 0 0,0 0-1 0 0,0 1 1 0 0,0-1 0 0 0,0 0-1 0 0,0 0 1 0 0,0 0-1 0 0,1 0 1 0 0,-1 1 0 0 0,0-1-1 0 0,0 0 1 0 0,1 0 0 0 0,-1 0-1 0 0,0 0 1 0 0,1 1-1 0 0,-1-1 1 0 0,1 0 0 0 0,-1 1-1 0 0,1-1 1 0 0,-1 0 0 0 0,1 1-1 0 0,0-1 1 0 0,-1 1-1 0 0,1-1 1 0 0,0 0 0 0 0,-1 1-1 0 0,1 0 1 0 0,0-1 0 0 0,0 1-1 0 0,0-1 1 0 0,-1 1-1 0 0,1 0 1 0 0,0 0 0 0 0,0-1-1 0 0,0 1 1 0 0,0 0 0 0 0,-1 0-1 0 0,1 0 1 0 0,0 0-1 0 0,1 0 1 0 0,63-17 477 0 0,-1-3-1 0 0,0-3 1 0 0,-2-2-1 0 0,-1-4 1 0 0,64-39 0 0 0,-81 40 7 0 0,-2-3 1 0 0,77-70 0 0 0,-99 82-369 0 0,-1-2 1 0 0,-1 0 0 0 0,0-1 0 0 0,-2-1 0 0 0,-1 0 0 0 0,-1-1 0 0 0,15-35 0 0 0,-26 50-37 0 0,0-1 1 0 0,0 0 0 0 0,-1-1 0 0 0,0 1 0 0 0,-1 0-1 0 0,0-21 1 0 0,-1 26-43 0 0,0 0 0 0 0,0 0 0 0 0,-1 1 0 0 0,0-1 0 0 0,0 0 0 0 0,0 0-1 0 0,0 0 1 0 0,-1 0 0 0 0,0 1 0 0 0,0-1 0 0 0,0 1 0 0 0,0-1 0 0 0,-1 1 0 0 0,0 0-1 0 0,0 0 1 0 0,-3-4 0 0 0,4 7-60 0 0,1 0 0 0 0,-1 0-1 0 0,0 1 1 0 0,1-1 0 0 0,-1 0-1 0 0,0 0 1 0 0,0 1 0 0 0,1-1 0 0 0,-1 1-1 0 0,0 0 1 0 0,0 0 0 0 0,0-1-1 0 0,1 1 1 0 0,-1 0 0 0 0,0 0 0 0 0,0 1-1 0 0,0-1 1 0 0,0 0 0 0 0,1 1 0 0 0,-1-1-1 0 0,0 1 1 0 0,0-1 0 0 0,1 1-1 0 0,-1 0 1 0 0,0 0 0 0 0,1 0 0 0 0,-1 0-1 0 0,1 0 1 0 0,-1 0 0 0 0,1 0-1 0 0,-3 2 1 0 0,-42 45 358 0 0,44-46-340 0 0,-13 18 96 0 0,1 1 1 0 0,1 0-1 0 0,1 1 0 0 0,1 1 1 0 0,1 0-1 0 0,1 0 0 0 0,1 1 1 0 0,1 0-1 0 0,-5 30 0 0 0,-2 34 249 0 0,-4 109-1 0 0,16-171-310 0 0,-8 198 550 0 0,7-208-439 0 0,6-14-68 0 0,9-19 120 0 0,-11 16-230 0 0,0-3-18 0 0,1 0 1 0 0,0 1-1 0 0,0-1 1 0 0,0 1-1 0 0,1-1 1 0 0,-1 1-1 0 0,1 0 1 0 0,0 0-1 0 0,0 0 1 0 0,0 0-1 0 0,0 0 1 0 0,0 1 0 0 0,0-1-1 0 0,1 1 1 0 0,0 0-1 0 0,6-3 1 0 0,-8 4-8 0 0,3 2-1 0 0,158 31-353 0 0,-157-32 391 0 0,1-1-1 0 0,-1 1 1 0 0,0-1 0 0 0,1 0 0 0 0,-1-1-1 0 0,12-3 1 0 0,-7 1 287 0 0,-9 4-119 0 0,41-16-907 0 0,-30 19 42 0 0,57 11-8063 0 0,-43-12 5131 0 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8:10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386 103 124 0 0,'0'-3'296'0'0,"1"-1"0"0"0,-1 1-1 0 0,0 0 1 0 0,0-1 0 0 0,0 1 0 0 0,-1 0 0 0 0,1-1 0 0 0,-1 1-1 0 0,1 0 1 0 0,-1-1 0 0 0,0 1 0 0 0,-1 0 0 0 0,1 0-1 0 0,0 0 1 0 0,-1 0 0 0 0,0 0 0 0 0,0 0 0 0 0,0 0 0 0 0,0 1-1 0 0,0-1 1 0 0,0 1 0 0 0,-1-1 0 0 0,1 1 0 0 0,-1 0 0 0 0,1 0-1 0 0,-1 0 1 0 0,0 0 0 0 0,0 1 0 0 0,0-1 0 0 0,0 1-1 0 0,-5-2 1 0 0,-1 0 51 0 0,0 0 1 0 0,-1 1-1 0 0,1-1 0 0 0,-1 2 0 0 0,1 0 1 0 0,-1 0-1 0 0,1 1 0 0 0,-1 0 0 0 0,-17 2 1 0 0,14 0-134 0 0,0 1 0 0 0,1 1 1 0 0,-1 0-1 0 0,1 1 0 0 0,0 0 1 0 0,0 0-1 0 0,1 1 0 0 0,-1 1 1 0 0,2 0-1 0 0,-1 1 1 0 0,1 0-1 0 0,0 0 0 0 0,0 1 1 0 0,-9 12-1 0 0,14-16-147 0 0,1 1 0 0 0,0 0 0 0 0,0 0-1 0 0,1 0 1 0 0,0 0 0 0 0,0 0 0 0 0,0 0 0 0 0,1 1 0 0 0,0 0-1 0 0,0-1 1 0 0,0 1 0 0 0,1 0 0 0 0,0 0 0 0 0,1 0 0 0 0,-1 0-1 0 0,1-1 1 0 0,1 1 0 0 0,-1 0 0 0 0,1 0 0 0 0,0 0 0 0 0,1 0-1 0 0,0 0 1 0 0,0-1 0 0 0,0 1 0 0 0,1-1 0 0 0,0 0 0 0 0,0 0-1 0 0,5 7 1 0 0,1 0-138 0 0,1 0 0 0 0,1-1 0 0 0,0 0 0 0 0,1 0 0 0 0,0-2 0 0 0,1 1-1 0 0,0-2 1 0 0,0 0 0 0 0,1 0 0 0 0,0-1 0 0 0,0-1 0 0 0,22 8 0 0 0,-12-7-985 0 0,0 0 1 0 0,44 8 0 0 0,-45-13-851 0 0,-1-1 0 0 0,1 0 0 0 0,22-2 0 0 0,-7-2-1752 0 0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8:11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31 250 48 0 0,'-1'-18'16277'0'0,"-3"76"-14841"0"0,3 59-1 0 0,2-59-325 0 0,-9 82 0 0 0,7-138-843 0 0,1 0-171 0 0,0-3-97 0 0,0 1 0 0 0,-1 0 0 0 0,1 0 0 0 0,0 0 0 0 0,0 0 0 0 0,0 0 0 0 0,0 0 0 0 0,0 0 0 0 0,0 0 1 0 0,-1 0-1 0 0,1 0 0 0 0,0 0 0 0 0,0 0 0 0 0,0 0 0 0 0,0 0 0 0 0,0 0 0 0 0,-1 0 0 0 0,1 0 0 0 0,0 0 0 0 0,0 0 0 0 0,0 0 0 0 0,0 0 0 0 0,0 0 0 0 0,0 0 0 0 0,-1 0 0 0 0,1 0 0 0 0,0 0 1 0 0,0 0-1 0 0,0 1 0 0 0,0-1 0 0 0,0 0 0 0 0,0 0 0 0 0,0 0 0 0 0,-1 0 0 0 0,1 0 0 0 0,0 0 0 0 0,0 0 0 0 0,0 0 0 0 0,0 1 0 0 0,0-1 0 0 0,0 0 0 0 0,0 0 0 0 0,0 0 0 0 0,0 0 0 0 0,0 0 1 0 0,0 1-1 0 0,0-1 0 0 0,0 0 0 0 0,0 0 0 0 0,0 0 0 0 0,0 0 0 0 0,0 0 0 0 0,0 0 0 0 0,0 1 0 0 0,0-1 0 0 0,0 0 0 0 0,0 0 0 0 0,0 0 0 0 0,0 0 0 0 0,0 0 0 0 0,0 1 0 0 0,0-1 0 0 0,0 0 0 0 0,0 0 1 0 0,0 0-1 0 0,0 0 0 0 0,1 0 0 0 0,-5-12-48 0 0,2 0 0 0 0,-1 0 1 0 0,2-1-1 0 0,0 1 0 0 0,0-1 1 0 0,1 1-1 0 0,0-1 0 0 0,1 1 1 0 0,1-1-1 0 0,0 1 0 0 0,5-17 1 0 0,6-12-83 0 0,1-1 1 0 0,20-39-1 0 0,-22 56 90 0 0,2-1 1 0 0,0 2-1 0 0,2 0 0 0 0,35-41 0 0 0,-40 52 18 0 0,0 1 0 0 0,2 0 0 0 0,-1 1-1 0 0,1 1 1 0 0,1 0 0 0 0,0 1 0 0 0,0 0 0 0 0,1 1 0 0 0,24-10 0 0 0,-33 16-175 0 0,-1 1 1 0 0,1-1-1 0 0,0 1 1 0 0,0 0-1 0 0,0 1 0 0 0,-1-1 1 0 0,1 1-1 0 0,0 0 1 0 0,0 1-1 0 0,0-1 0 0 0,0 1 1 0 0,10 3-1 0 0,-13-3-121 0 0,0 0 1 0 0,-1 1-1 0 0,1-1 0 0 0,-1 0 0 0 0,1 1 0 0 0,-1 0 1 0 0,1 0-1 0 0,-1-1 0 0 0,0 1 0 0 0,0 0 0 0 0,2 3 1 0 0,-2-2-244 0 0,0-1 0 0 0,-1 1 0 0 0,0-1-1 0 0,0 1 1 0 0,0-1 0 0 0,0 1 0 0 0,0 0 0 0 0,0-1 0 0 0,0 1 0 0 0,-1 0 0 0 0,0 0 0 0 0,1-1 0 0 0,-1 4 0 0 0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8:11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27 424 0 0,'-22'12'9359'0'0,"43"-11"-8954"0"0,0-1 1 0 0,0 0-1 0 0,0-1 1 0 0,28-6 0 0 0,13 0-1183 0 0,-23 4-2514 0 0,55-12-1 0 0,-66 9 785 0 0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8:12.1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367 56 752 0 0,'0'0'1018'0'0,"-23"-43"6007"0"0,22 42-6368 0 0,-10-4 827 0 0,10 4-1384 0 0,0 1-1 0 0,-1-1 1 0 0,1 0 0 0 0,0 0 0 0 0,0 1-1 0 0,-1-1 1 0 0,1 1 0 0 0,0-1-1 0 0,-1 1 1 0 0,1 0 0 0 0,0-1 0 0 0,-1 1-1 0 0,1 0 1 0 0,-1 0 0 0 0,1 0 0 0 0,0 0-1 0 0,-1 0 1 0 0,1 0 0 0 0,-3 1 0 0 0,-12 5 139 0 0,0 0 1 0 0,0 0-1 0 0,1 2 1 0 0,0 0-1 0 0,0 0 1 0 0,1 2-1 0 0,0 0 1 0 0,1 0-1 0 0,0 1 1 0 0,0 1-1 0 0,-10 13 1 0 0,9-9-107 0 0,0 1 1 0 0,2 0-1 0 0,0 0 1 0 0,1 1-1 0 0,1 1 1 0 0,0 0-1 0 0,2 0 1 0 0,-12 38-1 0 0,17-46-82 0 0,1 0 1 0 0,0 1-1 0 0,1 0 0 0 0,0-1 0 0 0,1 1 0 0 0,0 0 0 0 0,1 0 0 0 0,1-1 1 0 0,-1 1-1 0 0,2-1 0 0 0,0 1 0 0 0,0-1 0 0 0,5 11 0 0 0,-6-20-38 0 0,-1 1-1 0 0,1-1 1 0 0,-1 0-1 0 0,1 0 1 0 0,0 0-1 0 0,0 0 0 0 0,0 0 1 0 0,0 0-1 0 0,0-1 1 0 0,0 1-1 0 0,0-1 1 0 0,1 1-1 0 0,-1-1 1 0 0,1 0-1 0 0,-1 0 0 0 0,1 0 1 0 0,-1 0-1 0 0,1-1 1 0 0,0 1-1 0 0,-1-1 1 0 0,1 1-1 0 0,0-1 1 0 0,-1 0-1 0 0,1 0 0 0 0,0 0 1 0 0,-1 0-1 0 0,1-1 1 0 0,0 1-1 0 0,-1-1 1 0 0,4 0-1 0 0,9-4 26 0 0,0 0 1 0 0,-1-1-1 0 0,0 0 0 0 0,16-10 1 0 0,-1 1-60 0 0,-11 7 9 0 0,0 1 0 0 0,29-8 0 0 0,-42 14 1 0 0,-1 0 0 0 0,1 0 1 0 0,-1 1-1 0 0,1-1 0 0 0,-1 1 1 0 0,1 0-1 0 0,0 0 0 0 0,-1 1 1 0 0,1-1-1 0 0,-1 1 0 0 0,1 0 0 0 0,-1 0 1 0 0,0 0-1 0 0,1 1 0 0 0,-1 0 1 0 0,5 2-1 0 0,-7-1 9 0 0,1-1-1 0 0,-1 1 1 0 0,0 0-1 0 0,0-1 1 0 0,0 1-1 0 0,-1 0 1 0 0,1 0 0 0 0,-1 1-1 0 0,1-1 1 0 0,-1 0-1 0 0,0 0 1 0 0,0 1-1 0 0,-1-1 1 0 0,1 0-1 0 0,-1 1 1 0 0,1-1 0 0 0,-1 1-1 0 0,0-1 1 0 0,-1 1-1 0 0,1 3 1 0 0,-1 5 64 0 0,-1 1 0 0 0,1-1 1 0 0,-2 1-1 0 0,-5 16 0 0 0,-6 22-652 0 0,9-29-2587 0 0,-1-2-4768 0 0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8:14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76 1024 0 0,'7'-74'11164'0'0,"-7"72"-10423"0"0,-5 7-265 0 0,0 0-1 0 0,0 0 1 0 0,0 1-1 0 0,1-1 1 0 0,0 1-1 0 0,0 0 1 0 0,0 0-1 0 0,-2 8 1 0 0,-39 70-216 0 0,-9 58 309 0 0,35-87-245 0 0,-36 73 0 0 0,23-55-228 0 0,31-72-138 0 0,2 0-250 0 0,0-1 267 0 0,-1 1 0 0 0,2-1 0 0 0,-1 1 0 0 0,0-1 0 0 0,0 0 0 0 0,0 0 1 0 0,0 1-1 0 0,0-1 0 0 0,0 0 0 0 0,0 0 0 0 0,0 0 0 0 0,0 0 0 0 0,0 0 1 0 0,0 0-1 0 0,0 0 0 0 0,2-1 0 0 0,146-62-1455 0 0,-141 60 1367 0 0,-6 2 93 0 0,0 0 0 0 0,0 0 0 0 0,0 1 0 0 0,0-1 0 0 0,0 0 0 0 0,0 1 0 0 0,0 0 0 0 0,0-1 0 0 0,1 1-1 0 0,-1 0 1 0 0,0 0 0 0 0,0 0 0 0 0,0 0 0 0 0,0 1 0 0 0,1-1 0 0 0,-1 1 0 0 0,0-1 0 0 0,0 1 0 0 0,0 0 0 0 0,0-1 0 0 0,0 1 0 0 0,0 0 0 0 0,0 0 0 0 0,0 1-1 0 0,-1-1 1 0 0,1 0 0 0 0,0 1 0 0 0,-1-1 0 0 0,1 1 0 0 0,-1-1 0 0 0,1 1 0 0 0,-1 0 0 0 0,0-1 0 0 0,0 1 0 0 0,0 0 0 0 0,0 0 0 0 0,1 2 0 0 0,-1 0 25 0 0,0-1-1 0 0,0 0 1 0 0,0 0 0 0 0,-1 1 0 0 0,1-1 0 0 0,-1 0 0 0 0,0 1 0 0 0,0-1 0 0 0,0 0 0 0 0,-1 1 0 0 0,1-1 0 0 0,-1 0 0 0 0,0 0 0 0 0,0 1 0 0 0,0-1 0 0 0,0 0 0 0 0,0 0-1 0 0,-1 0 1 0 0,1 0 0 0 0,-1 0 0 0 0,0 0 0 0 0,0-1 0 0 0,-4 5 0 0 0,-3 2-6 0 0,0 0 0 0 0,0-1-1 0 0,-22 15 1 0 0,28-21-352 0 0,-1 0 0 0 0,0-1 1 0 0,0 1-1 0 0,1-1 0 0 0,-1 1 0 0 0,0-1 0 0 0,0 0 0 0 0,-1-1 0 0 0,1 1 1 0 0,-4 0-1 0 0,0-10-5528 0 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8:14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39 528 0 0,'42'24'4622'0'0,"-34"-21"-4288"0"0,-1 0-1 0 0,1-1 0 0 0,-1 0 1 0 0,1 0-1 0 0,0-1 0 0 0,0 0 1 0 0,-1 0-1 0 0,1-1 0 0 0,16-1 1 0 0,-12 0 9 0 0,0-2 1 0 0,0 0-1 0 0,-1 0 1 0 0,1-1-1 0 0,-1 0 1 0 0,1-1-1 0 0,-2 0 1 0 0,1-1 0 0 0,15-11-1 0 0,-1-3 1559 0 0,-24 19-1611 0 0,-1 0-259 0 0,0 1-1 0 0,0 0 1 0 0,0 0 0 0 0,1-1 0 0 0,-1 1-1 0 0,0 0 1 0 0,0 0 0 0 0,0 0 0 0 0,0-1 0 0 0,0 1-1 0 0,1 0 1 0 0,-1 0 0 0 0,0 0 0 0 0,0-1-1 0 0,0 1 1 0 0,1 0 0 0 0,-1 0 0 0 0,0 0-1 0 0,0 0 1 0 0,1 0 0 0 0,-1-1 0 0 0,0 1-1 0 0,0 0 1 0 0,1 0 0 0 0,-1 0 0 0 0,0 0-1 0 0,1 0 1 0 0,-1 0 0 0 0,0 0 0 0 0,0 0-1 0 0,1 0 1 0 0,-1 0 0 0 0,0 0 0 0 0,0 0-1 0 0,1 0 1 0 0,-1 0 0 0 0,0 0 0 0 0,0 1-1 0 0,1-1 1 0 0,-1 0 0 0 0,0 0 0 0 0,1 0-1 0 0,3 13 17 0 0,0 1 0 0 0,-1 0 0 0 0,0 0 0 0 0,-1-1 0 0 0,0 1 0 0 0,-1 1 0 0 0,-2 25 0 0 0,1-21-18 0 0,0 78 234 0 0,-4 1 0 0 0,-5-1 0 0 0,-31 144 1 0 0,35-221-225 0 0,0 0 0 0 0,-1-1 0 0 0,-1 0 0 0 0,-1 0 0 0 0,-12 20 0 0 0,18-34 8 0 0,-1-1 0 0 0,0 1-1 0 0,0 0 1 0 0,-1-1 0 0 0,0 0 0 0 0,1 1 0 0 0,-1-2 0 0 0,-1 1 0 0 0,1 0 0 0 0,0-1 0 0 0,-1 0 0 0 0,0 0 0 0 0,0 0-1 0 0,0 0 1 0 0,0-1 0 0 0,0 0 0 0 0,0 0 0 0 0,-1 0 0 0 0,1-1 0 0 0,-1 0 0 0 0,1 0 0 0 0,-9 0 0 0 0,11-1-12 0 0,1 0 1 0 0,-1-1-1 0 0,0 1 1 0 0,0-1-1 0 0,0 1 1 0 0,1-1-1 0 0,-1 0 1 0 0,0 0-1 0 0,1-1 1 0 0,-1 1-1 0 0,1 0 1 0 0,-1-1-1 0 0,1 0 1 0 0,-1 1 0 0 0,1-1-1 0 0,0 0 1 0 0,0 0-1 0 0,0 0 1 0 0,0-1-1 0 0,1 1 1 0 0,-1 0-1 0 0,0-1 1 0 0,1 1-1 0 0,0-1 1 0 0,-1 1-1 0 0,1-1 1 0 0,0 0-1 0 0,0 0 1 0 0,0-3-1 0 0,-1-3 24 0 0,0 0-1 0 0,0 0 0 0 0,1 0 0 0 0,0-1 0 0 0,1 1 1 0 0,0 0-1 0 0,2-13 0 0 0,2 3-58 0 0,0 0 1 0 0,2 1-1 0 0,0 0 0 0 0,1 0 0 0 0,1 0 0 0 0,0 1 1 0 0,1 0-1 0 0,1 1 0 0 0,13-17 0 0 0,9-7-721 0 0,1 2-1 0 0,48-44 1 0 0,-60 63-555 0 0,1 2 0 0 0,40-26 0 0 0,15 0-5109 0 0,-29 19 2167 0 0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8:16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471 62 428 0 0,'0'-3'233'0'0,"0"1"1"0"0,0-1-1 0 0,0 1 0 0 0,0-1 1 0 0,-1 1-1 0 0,1 0 0 0 0,-1-1 1 0 0,0 1-1 0 0,1-1 0 0 0,-1 1 1 0 0,0 0-1 0 0,-1 0 0 0 0,1 0 1 0 0,0 0-1 0 0,-1-1 0 0 0,1 2 1 0 0,-1-1-1 0 0,1 0 0 0 0,-1 0 1 0 0,0 0-1 0 0,0 1 0 0 0,0-1 1 0 0,0 1-1 0 0,0-1 0 0 0,0 1 1 0 0,0 0-1 0 0,-1 0 0 0 0,1 0 0 0 0,0 0 1 0 0,0 0-1 0 0,-1 1 0 0 0,1-1 1 0 0,-1 1-1 0 0,1 0 0 0 0,-5-1 1 0 0,0 1-47 0 0,0 0 0 0 0,0 0 0 0 0,0 1 0 0 0,0 0 1 0 0,0 0-1 0 0,0 0 0 0 0,0 1 0 0 0,1 0 0 0 0,-1 1 0 0 0,1-1 1 0 0,-13 8-1 0 0,-15 12 313 0 0,1 2 1 0 0,1 1-1 0 0,2 2 1 0 0,-45 49-1 0 0,55-53-124 0 0,-25 40 0 0 0,12-1 45 0 0,29-53-349 0 0,1 0 1 0 0,1 0 0 0 0,-1 0 0 0 0,2 0-1 0 0,-2 12 1 0 0,2-17-55 0 0,1-1-1 0 0,0 1 1 0 0,-1-1-1 0 0,2 1 1 0 0,-1-1-1 0 0,0 1 1 0 0,1-1-1 0 0,-1 1 1 0 0,1-1-1 0 0,0 0 1 0 0,0 1-1 0 0,0-1 1 0 0,1 0-1 0 0,-1 0 1 0 0,1 0-1 0 0,3 5 1 0 0,-3-6-19 0 0,0-1 0 0 0,1 0 0 0 0,-1 0 0 0 0,1 0 0 0 0,-1 0 0 0 0,1 0 0 0 0,-1-1 0 0 0,1 1 0 0 0,-1-1 1 0 0,1 1-1 0 0,0-1 0 0 0,-1 0 0 0 0,1 0 0 0 0,-1 0 0 0 0,1-1 0 0 0,0 1 0 0 0,-1 0 0 0 0,1-1 0 0 0,-1 0 0 0 0,1 0 0 0 0,-1 1 0 0 0,1-1 0 0 0,-1-1 1 0 0,0 1-1 0 0,3-2 0 0 0,5-1-12 0 0,-2 1-4 0 0,1-1-1 0 0,-1 0 1 0 0,0-1-1 0 0,0 1 1 0 0,0-2-1 0 0,-1 1 1 0 0,0-1-1 0 0,0 0 1 0 0,0-1-1 0 0,-1 1 1 0 0,10-14-1 0 0,0-4-28 0 0,-1-1-1 0 0,16-34 1 0 0,-18 34 51 0 0,-13 22-2 0 0,0 1 0 0 0,1-1 0 0 0,0 0 0 0 0,0 1 0 0 0,0-1 0 0 0,0 0 0 0 0,0 1 0 0 0,0-1 0 0 0,1 1 0 0 0,1-3 0 0 0,-3 11-27 0 0,-2 10 19 0 0,2-1-1 0 0,0 0 0 0 0,1 0 0 0 0,5 26 0 0 0,-5-36-8 0 0,0 0 1 0 0,0 0-1 0 0,1 0 1 0 0,-1 0-1 0 0,1 0 1 0 0,1-1-1 0 0,-1 1 1 0 0,0 0-1 0 0,1-1 1 0 0,0 0-1 0 0,0 1 1 0 0,1-1-1 0 0,-1 0 1 0 0,1-1-1 0 0,0 1 1 0 0,0-1-1 0 0,0 0 1 0 0,6 4-1 0 0,-8-6 8 0 0,0-1 0 0 0,0 1-1 0 0,-1-1 1 0 0,2 0 0 0 0,-1 1-1 0 0,0-1 1 0 0,0 0-1 0 0,0 0 1 0 0,0 0 0 0 0,0-1-1 0 0,0 1 1 0 0,0 0 0 0 0,0-1-1 0 0,0 0 1 0 0,-1 1-1 0 0,1-1 1 0 0,0 0 0 0 0,0 0-1 0 0,3-2 1 0 0,33-24-18 0 0,-35 24 17 0 0,15-15 10 0 0,-1 0 1 0 0,-1-1-1 0 0,0-1 1 0 0,-2 0-1 0 0,-1-1 1 0 0,0-1-1 0 0,16-38 1 0 0,-13 28 54 0 0,0-6 799 0 0,-15 65-861 0 0,7 76 7 0 0,-7-94 2 0 0,1 1 0 0 0,0-1 0 0 0,1 0 0 0 0,0 0 0 0 0,0 0 0 0 0,1 0 1 0 0,0 0-1 0 0,8 13 0 0 0,-7-16-20 0 0,-1 0-20 0 0,0 0 0 0 0,1-1 0 0 0,-1 1 0 0 0,1-1-1 0 0,0 0 1 0 0,11 8 0 0 0,-14-12 21 0 0,0 0 0 0 0,1 0 0 0 0,-1 0 0 0 0,1 0 0 0 0,-1 0 0 0 0,1-1 0 0 0,-1 1-1 0 0,1-1 1 0 0,0 0 0 0 0,-1 0 0 0 0,1 0 0 0 0,-1 0 0 0 0,1 0 0 0 0,0 0 0 0 0,-1-1 0 0 0,1 1 0 0 0,-1-1 0 0 0,1 0-1 0 0,-1 1 1 0 0,1-1 0 0 0,-1-1 0 0 0,5-1 0 0 0,0-1-11 0 0,0 0-1 0 0,-1-1 1 0 0,0 1 0 0 0,1-1 0 0 0,-1 0-1 0 0,-1-1 1 0 0,1 0 0 0 0,-1 0-1 0 0,0 0 1 0 0,0 0 0 0 0,4-10-1 0 0,3-5 57 0 0,-2-1 0 0 0,10-30-1 0 0,-8 19 254 0 0,-5 3 999 0 0,-3 50-1281 0 0,1 0 0 0 0,1 0 0 0 0,0-1 1 0 0,11 20-1 0 0,-13-31-450 0 0,0-1 0 0 0,0 0 0 0 0,1-1 0 0 0,0 1 0 0 0,11 11 0 0 0,-13-15-240 0 0,1 0 1 0 0,-1 0-1 0 0,1-1 0 0 0,0 1 0 0 0,0-1 0 0 0,0 0 1 0 0,0 0-1 0 0,0 0 0 0 0,0-1 0 0 0,1 1 0 0 0,7 0 1 0 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8:17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6 448 0 0,'0'0'1628'0'0,"-11"-6"1630"0"0,4 7-3005 0 0,0-1-1 0 0,0 1 0 0 0,0 0 0 0 0,1 1 0 0 0,-1-1 0 0 0,0 1 0 0 0,1 1 0 0 0,-1-1 0 0 0,1 1 0 0 0,0 0 0 0 0,0 1 1 0 0,0 0-1 0 0,0-1 0 0 0,1 2 0 0 0,0-1 0 0 0,0 1 0 0 0,0 0 0 0 0,-7 8 0 0 0,5-5-106 0 0,0 0 0 0 0,0 1 0 0 0,1 0 0 0 0,0 0 0 0 0,1 1 0 0 0,0-1 0 0 0,0 1-1 0 0,1 0 1 0 0,0 1 0 0 0,1-1 0 0 0,-3 14 0 0 0,6-20-116 0 0,0 0 0 0 0,1 0 0 0 0,-1 0-1 0 0,1 0 1 0 0,-1 0 0 0 0,1 0 0 0 0,1 0 0 0 0,-1 0-1 0 0,0 0 1 0 0,5 7 0 0 0,-6-10-30 0 0,1 1-1 0 0,0-1 1 0 0,-1 0 0 0 0,1 0 0 0 0,0 0-1 0 0,0 1 1 0 0,0-1 0 0 0,0 0-1 0 0,0 0 1 0 0,0 0 0 0 0,0 0-1 0 0,0-1 1 0 0,1 1 0 0 0,-1 0-1 0 0,0 0 1 0 0,0-1 0 0 0,1 1-1 0 0,-1-1 1 0 0,1 1 0 0 0,-1-1-1 0 0,0 1 1 0 0,1-1 0 0 0,-1 0 0 0 0,1 0-1 0 0,-1 0 1 0 0,1 0 0 0 0,-1 0-1 0 0,1 0 1 0 0,-1 0 0 0 0,0 0-1 0 0,1-1 1 0 0,-1 1 0 0 0,1 0-1 0 0,-1-1 1 0 0,0 1 0 0 0,1-1-1 0 0,1-1 1 0 0,4-3 43 0 0,1 0 0 0 0,-1-1-1 0 0,0 0 1 0 0,-1 0 0 0 0,1-1 0 0 0,-1 0-1 0 0,-1 0 1 0 0,1 0 0 0 0,-1-1 0 0 0,0 0-1 0 0,-1 0 1 0 0,0 0 0 0 0,0 0 0 0 0,3-15 0 0 0,-6 20 96 0 0,-1 3-103 0 0,0-1-1 0 0,0 0 1 0 0,1 1 0 0 0,-1-1 0 0 0,0 1 0 0 0,0-1-1 0 0,0 0 1 0 0,1 1 0 0 0,-1-1 0 0 0,0 0 0 0 0,1 1-1 0 0,-1-1 1 0 0,1 1 0 0 0,-1-1 0 0 0,1 1 0 0 0,-1-1-1 0 0,0 1 1 0 0,1-1 0 0 0,0 1 0 0 0,-1 0 0 0 0,1-1-1 0 0,0 1 1 0 0,3 17 37 0 0,0 1-1 0 0,-1 0 1 0 0,-1 0-1 0 0,-1 27 0 0 0,6 46 292 0 0,37 296 554 0 0,-41-353-835 0 0,-3 1-1 0 0,-4 48 0 0 0,2-68-7 0 0,0 1 0 0 0,-2-1 0 0 0,0 0 0 0 0,0 0 0 0 0,-2-1 0 0 0,1 1 0 0 0,-15 22-1 0 0,18-34-19 0 0,0 0-1 0 0,0-1 1 0 0,0 1-1 0 0,-1-1 1 0 0,1 0-1 0 0,-1 1 1 0 0,0-1-1 0 0,0 0 0 0 0,0-1 1 0 0,0 1-1 0 0,0 0 1 0 0,0-1-1 0 0,0 0 1 0 0,0 0-1 0 0,-1 0 0 0 0,1 0 1 0 0,0 0-1 0 0,-1 0 1 0 0,1-1-1 0 0,-1 0 1 0 0,1 0-1 0 0,-1 0 1 0 0,1 0-1 0 0,-1 0 0 0 0,1-1 1 0 0,0 0-1 0 0,-1 1 1 0 0,1-1-1 0 0,0 0 1 0 0,-7-3-1 0 0,2 1 58 0 0,0-1-1 0 0,0 0 1 0 0,0 0 0 0 0,0 0-1 0 0,1-1 1 0 0,-1 0 0 0 0,1 0-1 0 0,1-1 1 0 0,-1 0 0 0 0,1 0-1 0 0,-6-8 1 0 0,6 5-99 0 0,0-1 0 0 0,0 1 0 0 0,1-1-1 0 0,0-1 1 0 0,1 1 0 0 0,0-1 0 0 0,1 0 0 0 0,0 0-1 0 0,1 0 1 0 0,0 0 0 0 0,1 0 0 0 0,0 0 0 0 0,0 0-1 0 0,1-1 1 0 0,1 1 0 0 0,0 0 0 0 0,1 0 0 0 0,0 0-1 0 0,0 0 1 0 0,6-15 0 0 0,-3 15-367 0 0,0 0 0 0 0,0 0 0 0 0,1 0 1 0 0,1 1-1 0 0,-1 0 0 0 0,2 1 0 0 0,-1-1 0 0 0,1 2 0 0 0,1-1 1 0 0,-1 1-1 0 0,2 0 0 0 0,12-9 0 0 0,40-23-7743 0 0,-46 31 4224 0 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8:21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3 728 520 0 0,'0'0'2226'0'0,"-2"-14"1166"0"0,3 13-3313 0 0,-1 0 0 0 0,1 0 0 0 0,0-1 1 0 0,0 1-1 0 0,0 0 0 0 0,0 0 0 0 0,0 0 0 0 0,0 0 1 0 0,1 0-1 0 0,-1 0 0 0 0,0 0 0 0 0,0 0 0 0 0,1 1 1 0 0,-1-1-1 0 0,1 0 0 0 0,-1 1 0 0 0,0-1 0 0 0,1 1 1 0 0,-1-1-1 0 0,1 1 0 0 0,-1 0 0 0 0,1 0 0 0 0,-1 0 1 0 0,1 0-1 0 0,2 0 0 0 0,-1 1-30 0 0,-1 0 0 0 0,0 0 1 0 0,1 0-1 0 0,-1 0 0 0 0,0 1 0 0 0,0-1 0 0 0,0 1 1 0 0,0 0-1 0 0,0-1 0 0 0,0 1 0 0 0,0 0 0 0 0,0 0 0 0 0,2 4 1 0 0,2 3 4 0 0,0 1-1 0 0,-1 0 1 0 0,0 0 0 0 0,-1 0 0 0 0,0 0 0 0 0,3 15 0 0 0,-5-17-17 0 0,-1 0 1 0 0,-1 0 0 0 0,1 0-1 0 0,-1 0 1 0 0,-1 0-1 0 0,-1 11 1 0 0,2-16 4 0 0,-1 0 0 0 0,1-1-1 0 0,-1 1 1 0 0,1 0 0 0 0,-1-1 0 0 0,0 1 0 0 0,0 0 0 0 0,-1-1-1 0 0,1 1 1 0 0,0-1 0 0 0,-1 0 0 0 0,1 1 0 0 0,-1-1 0 0 0,0 0-1 0 0,0 0 1 0 0,0 0 0 0 0,0 0 0 0 0,0 0 0 0 0,0-1 0 0 0,-1 1-1 0 0,-3 2 1 0 0,4-4 227 0 0,-18-14-82 0 0,19 6-194 0 0,-1-1 0 0 0,1 1 0 0 0,1-1 0 0 0,-1 1 0 0 0,1-1-1 0 0,1 1 1 0 0,0-1 0 0 0,0 1 0 0 0,1-1 0 0 0,-1 1 0 0 0,2 0 0 0 0,-1 0-1 0 0,1 0 1 0 0,5-8 0 0 0,-2 2-33 0 0,1 1 0 0 0,0 0 0 0 0,1 0 0 0 0,0 1 0 0 0,1 0 1 0 0,1 0-1 0 0,15-14 0 0 0,-20 22 17 0 0,1 0-1 0 0,0 1 1 0 0,0 0 0 0 0,0 0 0 0 0,0 0 0 0 0,0 1 0 0 0,8-3 0 0 0,-12 5-6 0 0,34 18-51 0 0,-29-11 102 0 0,-1 1 1 0 0,0-1 0 0 0,-1 1-1 0 0,0 0 1 0 0,0 1 0 0 0,-1-1-1 0 0,0 1 1 0 0,0 0 0 0 0,-1 0-1 0 0,0 0 1 0 0,3 18 0 0 0,-4-22 661 0 0,3-11-398 0 0,11-28-506 0 0,18-28-622 0 0,-31 58 782 0 0,1 1 0 0 0,-1-1 0 0 0,1 1 0 0 0,0 0-1 0 0,0 0 1 0 0,0 0 0 0 0,1 1 0 0 0,-1-1 0 0 0,1 1-1 0 0,-1 0 1 0 0,1 0 0 0 0,6-1 0 0 0,-9 2 46 0 0,-1 1 1 0 0,1-1 0 0 0,0 1-1 0 0,0 0 1 0 0,0-1-1 0 0,0 1 1 0 0,0 0 0 0 0,-1 0-1 0 0,1 0 1 0 0,0 0-1 0 0,0 1 1 0 0,0-1-1 0 0,0 0 1 0 0,-1 1 0 0 0,1-1-1 0 0,0 1 1 0 0,0 0-1 0 0,-1-1 1 0 0,1 1-1 0 0,0 0 1 0 0,-1 0 0 0 0,1 0-1 0 0,-1 0 1 0 0,1 1-1 0 0,-1-1 1 0 0,0 0-1 0 0,1 1 1 0 0,-1-1 0 0 0,0 1-1 0 0,0-1 1 0 0,0 1-1 0 0,0-1 1 0 0,1 4 0 0 0,29 43-105 0 0,-17-28 85 0 0,-8-12 34 0 0,0 0 1 0 0,0-1-1 0 0,1 1 1 0 0,-1-1 0 0 0,2-1-1 0 0,-1 1 1 0 0,1-1-1 0 0,0-1 1 0 0,0 1-1 0 0,0-1 1 0 0,12 4-1 0 0,-12-8 7 0 0,0 0-1 0 0,1-1 0 0 0,-1 0 1 0 0,0 0-1 0 0,0-1 0 0 0,0 0 1 0 0,0 0-1 0 0,0-1 0 0 0,0 0 1 0 0,-1-1-1 0 0,1 1 0 0 0,-1-2 1 0 0,1 1-1 0 0,6-5 1 0 0,-7 3 11 0 0,0 0 1 0 0,0-1-1 0 0,0 0 1 0 0,-1 0-1 0 0,1 0 1 0 0,-2-1-1 0 0,1 0 1 0 0,-1 0-1 0 0,0 0 1 0 0,0-1-1 0 0,-1 0 1 0 0,4-10 0 0 0,-6 14 10 0 0,0-1 1 0 0,0 1-1 0 0,0-1 1 0 0,-1 1-1 0 0,0-1 1 0 0,0 1-1 0 0,0-1 1 0 0,0 0-1 0 0,-1 0 1 0 0,0 1-1 0 0,0-1 1 0 0,0 0-1 0 0,-1 0 1 0 0,0 0-1 0 0,1 1 1 0 0,-2-1 0 0 0,1 0-1 0 0,0 1 1 0 0,-1-1-1 0 0,0 1 1 0 0,0 0-1 0 0,0 0 1 0 0,-6-8-1 0 0,7 10-25 0 0,-1 1 0 0 0,1 0 1 0 0,-1-1-1 0 0,1 1 0 0 0,-1 0 0 0 0,0 0 0 0 0,0 0 0 0 0,1 0 0 0 0,-1 0 0 0 0,0 0 0 0 0,0 1 0 0 0,0-1 0 0 0,0 0 1 0 0,0 1-1 0 0,0 0 0 0 0,0-1 0 0 0,0 1 0 0 0,0 0 0 0 0,0 0 0 0 0,0 0 0 0 0,0 0 0 0 0,0 1 0 0 0,0-1 1 0 0,0 0-1 0 0,0 1 0 0 0,1-1 0 0 0,-1 1 0 0 0,0 0 0 0 0,0 0 0 0 0,0 0 0 0 0,0 0 0 0 0,1 0 0 0 0,-4 2 0 0 0,1 0 2 0 0,0 0-1 0 0,0 0 0 0 0,0 1 0 0 0,1-1 0 0 0,-1 1 0 0 0,1 0 0 0 0,0 0 0 0 0,0 0 1 0 0,0 1-1 0 0,0-1 0 0 0,-3 9 0 0 0,4-4 6 0 0,-1-1 0 0 0,1 0 0 0 0,1 1 0 0 0,0 0-1 0 0,0-1 1 0 0,1 1 0 0 0,0 0 0 0 0,0-1 0 0 0,1 1 0 0 0,0-1 0 0 0,4 16 0 0 0,-4-19-10 0 0,1-1 0 0 0,-1 1 1 0 0,1-1-1 0 0,1 0 0 0 0,-1 0 1 0 0,0 0-1 0 0,1 0 0 0 0,0 0 1 0 0,0 0-1 0 0,0-1 0 0 0,0 1 0 0 0,1-1 1 0 0,-1 0-1 0 0,1 0 0 0 0,0 0 1 0 0,0 0-1 0 0,0-1 0 0 0,0 0 0 0 0,0 1 1 0 0,0-2-1 0 0,1 1 0 0 0,-1 0 1 0 0,9 1-1 0 0,-4-2-23 0 0,-1 0 1 0 0,1-1-1 0 0,-1 0 0 0 0,1 0 1 0 0,0-1-1 0 0,-1 0 0 0 0,1 0 0 0 0,-1-1 1 0 0,0 0-1 0 0,1-1 0 0 0,-1 0 1 0 0,0 0-1 0 0,-1-1 0 0 0,1 0 1 0 0,0 0-1 0 0,-1-1 0 0 0,0 0 1 0 0,7-6-1 0 0,-4 2 21 0 0,1 0 0 0 0,-2 0 1 0 0,1-2-1 0 0,-1 1 0 0 0,-1-1 0 0 0,0 0 0 0 0,0-1 1 0 0,-1 0-1 0 0,-1 0 0 0 0,9-23 0 0 0,2-21 907 0 0,-17 54-809 0 0,0 1 19 0 0,0 1-111 0 0,0 0 1 0 0,0 0-1 0 0,0 0 1 0 0,0 0-1 0 0,0 0 1 0 0,0-1-1 0 0,0 1 0 0 0,0 0 1 0 0,0 0-1 0 0,0 0 1 0 0,0 0-1 0 0,0 0 0 0 0,0 0 1 0 0,0-1-1 0 0,0 1 1 0 0,0 0-1 0 0,0 0 1 0 0,0 0-1 0 0,0 0 0 0 0,0 0 1 0 0,0-1-1 0 0,0 1 1 0 0,0 0-1 0 0,0 0 1 0 0,0 0-1 0 0,0 0 0 0 0,0 0 1 0 0,0 0-1 0 0,0-1 1 0 0,0 1-1 0 0,0 0 1 0 0,0 0-1 0 0,1 0 0 0 0,-1 0 1 0 0,0 0-1 0 0,0 0 1 0 0,0 0-1 0 0,0 0 0 0 0,0-1 1 0 0,0 1-1 0 0,0 0 1 0 0,1 0-1 0 0,-1 0 1 0 0,0 0-1 0 0,0 0 0 0 0,0 0 1 0 0,0 0-1 0 0,0 0 1 0 0,0 0-1 0 0,1 0 1 0 0,-1 0-1 0 0,0 0 0 0 0,0 0 1 0 0,0 0-1 0 0,0 0 1 0 0,0 0-1 0 0,1 0 1 0 0,-1 0-1 0 0,0 0 0 0 0,0 0 1 0 0,0 0-1 0 0,0 0 1 0 0,0 1-1 0 0,7 23 138 0 0,-2 1 0 0 0,4 38 1 0 0,-1-10-13 0 0,-8-52-119 0 0,9 17 65 0 0,22-62-434 0 0,-26 36 223 0 0,0-1 1 0 0,0 1-1 0 0,1 1 1 0 0,0-1 0 0 0,0 1-1 0 0,12-10 1 0 0,-17 16 60 0 0,19-5-155 0 0,19 22 91 0 0,-28-11 39 0 0,0 0 0 0 0,1-1 0 0 0,-1-1 0 0 0,15 3 0 0 0,-22-5 82 0 0,0-1-1 0 0,1 0 1 0 0,-1 0-1 0 0,0 0 1 0 0,1 0-1 0 0,-1-1 1 0 0,0 0-1 0 0,0 1 1 0 0,0-2-1 0 0,1 1 1 0 0,-1 0-1 0 0,0-1 1 0 0,0 0-1 0 0,-1 0 1 0 0,1 0-1 0 0,4-3 1 0 0,-2-1 50 0 0,0 1 0 0 0,0-1 1 0 0,-1 0-1 0 0,0-1 0 0 0,0 1 0 0 0,0-1 0 0 0,-1 0 1 0 0,0 0-1 0 0,0-1 0 0 0,-1 1 0 0 0,0-1 1 0 0,0 0-1 0 0,-1 0 0 0 0,0 1 0 0 0,-1-2 1 0 0,1 1-1 0 0,-1 0 0 0 0,-1-14 0 0 0,0-16 192 0 0,-1 0 0 0 0,-11-64 0 0 0,8 81-222 0 0,-4-17 107 0 0,-1 0-1 0 0,-3 0 0 0 0,-1 1 1 0 0,-20-40-1 0 0,17 39 90 0 0,15 36-188 0 0,-1-3 18 0 0,0 0 0 0 0,-1-1 0 0 0,1 1 0 0 0,-1 1-1 0 0,0-1 1 0 0,-5-5 0 0 0,7 9-36 0 0,0 5-17 0 0,-1-1 18 0 0,1 1-1 0 0,0 0 0 0 0,1 0 0 0 0,-1 0 1 0 0,1 0-1 0 0,-1 0 0 0 0,1 4 1 0 0,0-7 2 0 0,0 41 14 0 0,2 0-1 0 0,1 0 1 0 0,3 0-1 0 0,14 57 1 0 0,63 159 93 0 0,-75-235-97 0 0,-4-10 1 0 0,0-1 0 0 0,0 1 0 0 0,2-1 1 0 0,-1 0-1 0 0,1-1 0 0 0,1 1 0 0 0,0-1 0 0 0,1-1 1 0 0,16 19-1 0 0,-23-28-4 0 0,1 0-1 0 0,-1-1 1 0 0,0 1 0 0 0,1-1-1 0 0,-1 1 1 0 0,0-1 0 0 0,1 0 0 0 0,-1 1-1 0 0,1-1 1 0 0,-1 0 0 0 0,1 0 0 0 0,-1 0-1 0 0,1 0 1 0 0,-1 0 0 0 0,0 0 0 0 0,1 0-1 0 0,-1-1 1 0 0,1 1 0 0 0,-1-1-1 0 0,0 1 1 0 0,1-1 0 0 0,-1 1 0 0 0,0-1-1 0 0,1 0 1 0 0,-1 1 0 0 0,0-1 0 0 0,0 0-1 0 0,0 0 1 0 0,0 0 0 0 0,0 0-1 0 0,0 0 1 0 0,2-2 0 0 0,29-39 735 0 0,-29 37-326 0 0,-2 3-84 0 0,2-1-182 0 0,9-10 2720 0 0,-10 21-6965 0 0,-5 6 3482 0 0,-3 1-5563 0 0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8:21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42 664 0 0,'-11'-23'5591'0'0,"6"6"-910"0"0,5 16-3892 0 0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8:22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0 111 460 0 0,'3'38'4667'0'0,"-1"-30"-3689"0"0,7 22 4216 0 0,49-113-4673 0 0,-57 82-505 0 0,6-3-17 0 0,-7 3 0 0 0,1 1 1 0 0,-1-1-1 0 0,0 1 0 0 0,1 0 0 0 0,-1-1 1 0 0,0 1-1 0 0,1 0 0 0 0,-1-1 1 0 0,1 1-1 0 0,-1 0 0 0 0,1-1 1 0 0,-1 1-1 0 0,1 0 0 0 0,-1 0 0 0 0,1 0 1 0 0,-1-1-1 0 0,1 1 0 0 0,-1 0 1 0 0,1 0-1 0 0,-1 0 0 0 0,1 0 0 0 0,-1 0 1 0 0,1 0-1 0 0,-1 0 0 0 0,1 0 1 0 0,-1 0-1 0 0,1 0 0 0 0,-1 0 1 0 0,1 1-1 0 0,-1-1 0 0 0,1 0 0 0 0,-1 0 1 0 0,1 1-1 0 0,21 9-276 0 0,0 0-1 0 0,0-1 1 0 0,28 6-1 0 0,-40-12 165 0 0,0-2 0 0 0,1 1 0 0 0,-1-2 1 0 0,1 1-1 0 0,-1-1 0 0 0,1-1 0 0 0,-1 0 0 0 0,0 0 0 0 0,1-1 0 0 0,11-4 0 0 0,-14 4 51 0 0,1-1 1 0 0,-1-1-1 0 0,0 0 0 0 0,0 0 1 0 0,-1 0-1 0 0,1-1 1 0 0,9-8-1 0 0,-13 10 86 0 0,-1 0-1 0 0,1-1 0 0 0,-1 1 1 0 0,0-1-1 0 0,0 0 1 0 0,0 0-1 0 0,0 0 1 0 0,-1 0-1 0 0,0 0 1 0 0,0-1-1 0 0,0 1 1 0 0,0-1-1 0 0,-1 1 1 0 0,2-8-1 0 0,-3 10 72 0 0,-2-4 34 0 0,1 5-113 0 0,1 0 0 0 0,0-1 1 0 0,0 1-1 0 0,-1 0 0 0 0,1 0 0 0 0,0 1 1 0 0,-1-1-1 0 0,1 0 0 0 0,-1 0 0 0 0,1 0 0 0 0,-1 0 1 0 0,1 0-1 0 0,-1 0 0 0 0,0 1 0 0 0,0-1 0 0 0,1 0 1 0 0,-1 0-1 0 0,0 1 0 0 0,0-1 0 0 0,0 1 0 0 0,0-1 1 0 0,-1 0-1 0 0,0 0-4 0 0,0 1 0 0 0,1 0 0 0 0,-1 0 1 0 0,0 0-1 0 0,1 0 0 0 0,-1 0 0 0 0,0 1 0 0 0,1-1 0 0 0,-1 0 0 0 0,0 1 1 0 0,1-1-1 0 0,-1 1 0 0 0,1 0 0 0 0,-1 0 0 0 0,1-1 0 0 0,-1 1 1 0 0,1 0-1 0 0,-1 0 0 0 0,1 0 0 0 0,0 0 0 0 0,-3 3 0 0 0,3-3 9 0 0,0 1-8 0 0,-4 3-3 0 0,3-2-1 0 0,0 4-5 0 0,2-5 13 0 0,2 0-11 0 0,5 9 1 0 0,-7-10 49 0 0,0-1 1 0 0,1 1 0 0 0,-1 0-1 0 0,1-1 1 0 0,-1 1-1 0 0,1 0 1 0 0,-1-1-1 0 0,1 1 1 0 0,0 0-1 0 0,-1-1 1 0 0,1 1-1 0 0,0-1 1 0 0,-1 0-1 0 0,1 1 1 0 0,0-1-1 0 0,0 1 1 0 0,0-1 0 0 0,-1 0-1 0 0,1 0 1 0 0,0 1-1 0 0,0-1 1 0 0,0 0-1 0 0,0 0 1 0 0,-1 0-1 0 0,1 0 1 0 0,0 0-1 0 0,0 0 1 0 0,0 0-1 0 0,1 0 1 0 0,6-1 292 0 0,-6 4-290 0 0,0-1-1 0 0,-1 1 0 0 0,0 0 1 0 0,1-1-1 0 0,-1 1 0 0 0,0 0 1 0 0,-1 0-1 0 0,1 0 1 0 0,0 5-1 0 0,11 80 692 0 0,12 136 733 0 0,-22-180-1266 0 0,-2 0-1 0 0,-2-1 0 0 0,-9 54 1 0 0,-21 45 179 0 0,27-124-251 0 0,-2 0 0 0 0,0 0-1 0 0,-1 0 1 0 0,-1-1-1 0 0,-17 26 1 0 0,24-40-82 0 0,0 0-1 0 0,1-1 1 0 0,-1 1-1 0 0,0-1 1 0 0,0 0 0 0 0,0 0-1 0 0,-1 1 1 0 0,1-1-1 0 0,0-1 1 0 0,-1 1 0 0 0,1 0-1 0 0,-1-1 1 0 0,0 1 0 0 0,0-1-1 0 0,1 0 1 0 0,-1 0-1 0 0,0 0 1 0 0,0 0 0 0 0,0 0-1 0 0,0-1 1 0 0,0 1-1 0 0,0-1 1 0 0,0 0 0 0 0,-1 0-1 0 0,1 0 1 0 0,0 0-1 0 0,0 0 1 0 0,0-1 0 0 0,0 0-1 0 0,0 1 1 0 0,0-1 0 0 0,0 0-1 0 0,1-1 1 0 0,-1 1-1 0 0,0 0 1 0 0,0-1 0 0 0,1 1-1 0 0,-1-1 1 0 0,1 0-1 0 0,-3-2 1 0 0,0-1-32 0 0,-1 0 1 0 0,1 0-1 0 0,1 0 0 0 0,-1-1 0 0 0,1 0 1 0 0,0 1-1 0 0,1-1 0 0 0,-1-1 0 0 0,1 1 1 0 0,0 0-1 0 0,1-1 0 0 0,-1 0 0 0 0,1 0 0 0 0,1 1 1 0 0,-1-1-1 0 0,0-14 0 0 0,3-8-1264 0 0,0 0-1 0 0,11-48 1 0 0,12-9-8427 0 0,-16 65 5721 0 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8:22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86 13977 0 0,'0'0'2'0'0,"-1"-1"0"0"0,1 1 0 0 0,-1-1 0 0 0,1 1 0 0 0,-1-1 0 0 0,1 1 0 0 0,-1-1 0 0 0,1 1-1 0 0,-1-1 1 0 0,1 0 0 0 0,0 1 0 0 0,-1-1 0 0 0,1 0 0 0 0,0 1 0 0 0,0-1 0 0 0,-1 0 0 0 0,1 1 0 0 0,0-1 0 0 0,0 0 0 0 0,0 0-1 0 0,0 1 1 0 0,0-1 0 0 0,0 0 0 0 0,0 1 0 0 0,0-1 0 0 0,0 0 0 0 0,0 0 0 0 0,0 1 0 0 0,1-1 0 0 0,-1 0 0 0 0,0 1-1 0 0,1-2 1 0 0,1 0 1 0 0,-1 0-1 0 0,1 1 0 0 0,0-1 0 0 0,0 0 0 0 0,0 1 0 0 0,-1 0 0 0 0,2-1 0 0 0,-1 1 0 0 0,0 0 1 0 0,4-2-1 0 0,68-18 17 0 0,-62 18-3 0 0,20-4-260 0 0,0 2 1 0 0,46-3 0 0 0,17 7-7302 0 0,-74 2 4269 0 0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8:27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241 298 544 0 0,'0'0'6768'0'0,"-1"16"-4904"0"0,-44 126 1444 0 0,41-129-3081 0 0,-1 0 1 0 0,0 0 0 0 0,-1-1-1 0 0,0 0 1 0 0,-1 0 0 0 0,-11 14-1 0 0,18-25-204 0 0,-1-1-1 0 0,0 1 0 0 0,0-1 1 0 0,0 1-1 0 0,0-1 0 0 0,0 1 1 0 0,0-1-1 0 0,0 0 0 0 0,0 0 0 0 0,1 1 1 0 0,-1-1-1 0 0,0 0 0 0 0,0 0 1 0 0,0 0-1 0 0,0 0 0 0 0,0 0 1 0 0,0 0-1 0 0,0 0 0 0 0,0-1 1 0 0,0 1-1 0 0,0 0 0 0 0,0 0 1 0 0,0-1-1 0 0,0 1 0 0 0,0-1 1 0 0,0 1-1 0 0,0-1 0 0 0,0 1 1 0 0,-1-2-1 0 0,1 1 45 0 0,-4-1-32 0 0,0-1-1 0 0,0 0 1 0 0,0 0-1 0 0,1-1 1 0 0,-1 0 0 0 0,1 1-1 0 0,0-1 1 0 0,0-1-1 0 0,1 1 1 0 0,-1-1 0 0 0,1 1-1 0 0,0-1 1 0 0,0 0-1 0 0,-3-8 1 0 0,-3-6 31 0 0,1-1 0 0 0,-7-27 0 0 0,9 27-29 0 0,2-1 0 0 0,0 0 0 0 0,1 0 0 0 0,2-1 0 0 0,1-37 0 0 0,0 45-38 0 0,2-1 1 0 0,0 1 0 0 0,1 0 0 0 0,0 0 0 0 0,1 0 0 0 0,1 1-1 0 0,0-1 1 0 0,1 1 0 0 0,10-18 0 0 0,-12 25-4 0 0,0 0 0 0 0,0 0 0 0 0,1 1 0 0 0,0-1 0 0 0,0 1 0 0 0,1 0 0 0 0,0 0 0 0 0,0 1 0 0 0,0-1 0 0 0,0 1 0 0 0,0 1 0 0 0,1-1 0 0 0,0 1 0 0 0,0 0 0 0 0,0 1 0 0 0,0 0 1 0 0,0 0-1 0 0,0 0 0 0 0,1 1 0 0 0,-1 0 0 0 0,0 0 0 0 0,1 1 0 0 0,-1 0 0 0 0,1 0 0 0 0,-1 1 0 0 0,0 0 0 0 0,15 4 0 0 0,-2 0-8 0 0,-1 2 0 0 0,0 0 0 0 0,0 1 0 0 0,-1 0 0 0 0,0 2 0 0 0,0 0 0 0 0,-1 1-1 0 0,31 26 1 0 0,-12-5 5 0 0,-2 2 0 0 0,-1 1 0 0 0,-1 1 0 0 0,-2 2 0 0 0,-2 1 0 0 0,-2 2 0 0 0,-1 0 0 0 0,19 45-1 0 0,-39-73-47 0 0,1-3-14 0 0,-1 1-1 0 0,-1 0 1 0 0,0 0 0 0 0,-1 0 0 0 0,0 0-1 0 0,-1 1 1 0 0,0-1 0 0 0,1 21 0 0 0,-3-30-284 0 0,-18 15-2457 0 0,-12-22-3567 0 0,16-1 3424 0 0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8:28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7 133 328 0 0,'0'0'2224'0'0,"-1"1"-2159"0"0,1-1 0 0 0,0 0-1 0 0,0 0 1 0 0,0 0 0 0 0,0 0-1 0 0,-1 0 1 0 0,1 0 0 0 0,0 0-1 0 0,0 0 1 0 0,0 0 0 0 0,-1 0-1 0 0,1 0 1 0 0,0 0 0 0 0,0 0-1 0 0,0 0 1 0 0,-1 0 0 0 0,1 0 0 0 0,0-1-1 0 0,0 1 1 0 0,0 0 0 0 0,0 0-1 0 0,-1 0 1 0 0,1 0 0 0 0,0 0-1 0 0,0 0 1 0 0,0 0 0 0 0,0-1-1 0 0,0 1 1 0 0,-1 0 0 0 0,1 0-1 0 0,0 0 1 0 0,0 0 0 0 0,0 0-1 0 0,0-1 1 0 0,0 1 0 0 0,0 0-1 0 0,0 0 1 0 0,0 0 0 0 0,0-1 0 0 0,0 1-1 0 0,0 0 1 0 0,0 0 0 0 0,0 0-1 0 0,0 0 1 0 0,0-1 0 0 0,0 1-1 0 0,0 0 1 0 0,0 0 0 0 0,0 0-1 0 0,0-1 1 0 0,0 1 0 0 0,0 0-1 0 0,0 0 1 0 0,0 0 0 0 0,0-1-1 0 0,0 1 1 0 0,0 0 0 0 0,0 0 0 0 0,0 0-1 0 0,1 0 1 0 0,-1 0 0 0 0,0-1-1 0 0,0 1 1 0 0,0 0 0 0 0,0 0-1 0 0,24-12 528 0 0,1 1-1 0 0,0 1 0 0 0,0 1 1 0 0,41-9-1 0 0,114-16-865 0 0,-179 34 265 0 0,184-27-5401 0 0,-142 23 3109 0 0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8:28.8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23 258 136 0 0,'0'0'1965'0'0,"-22"-2"10405"0"0,1326-125-10351 0 0,-1273 126-1966 0 0,6 0 108 0 0,66-11 0 0 0,-102 12-150 0 0,-1 0 0 0 0,0 0 1 0 0,1 0-1 0 0,-1 0 0 0 0,0 0 0 0 0,1 1 0 0 0,-1-1 1 0 0,0 0-1 0 0,1 0 0 0 0,-1 0 0 0 0,0 0 1 0 0,1 0-1 0 0,-1 0 0 0 0,0-1 0 0 0,1 1 1 0 0,-1 0-1 0 0,0 0 0 0 0,0 0 0 0 0,1 0 0 0 0,-1 0 1 0 0,0 0-1 0 0,1-1 0 0 0,-1 1 0 0 0,0 0 1 0 0,0 0-1 0 0,1 0 0 0 0,-1-1 0 0 0,0 1 0 0 0,0 0 1 0 0,0 0-1 0 0,1-1 0 0 0,-1 1 0 0 0,0 0 1 0 0,0 0-1 0 0,0-1 0 0 0,0 1 0 0 0,1 0 1 0 0,-1-1-1 0 0,0 1 0 0 0,0 0 0 0 0,0-1 0 0 0,0 1 1 0 0,0-1-1 0 0,-18-5 103 0 0,-56-6-399 0 0,42 7 205 0 0,-4-3-9 0 0,0-2 0 0 0,0-1-1 0 0,-51-24 1 0 0,87 35 89 0 0,0 0-1 0 0,0 0 1 0 0,-1 0 0 0 0,1 0-1 0 0,0 0 1 0 0,0 0 0 0 0,-1 0 0 0 0,1 0-1 0 0,0-1 1 0 0,0 1 0 0 0,-1 0-1 0 0,1 0 1 0 0,0 0 0 0 0,0 0 0 0 0,0 0-1 0 0,-1 0 1 0 0,1-1 0 0 0,0 1-1 0 0,0 0 1 0 0,0 0 0 0 0,-1 0-1 0 0,1-1 1 0 0,0 1 0 0 0,0 0 0 0 0,0 0-1 0 0,0 0 1 0 0,0-1 0 0 0,0 1-1 0 0,0 0 1 0 0,-1 0 0 0 0,1-1 0 0 0,0 1-1 0 0,0 0 1 0 0,0 0 0 0 0,0-1-1 0 0,0 1 1 0 0,0 0 0 0 0,0 0 0 0 0,0-1-1 0 0,0 1 1 0 0,0 0 0 0 0,0 0-1 0 0,0-1 1 0 0,1 1 0 0 0,12-6-7 0 0,17 0-11 0 0,-17 6-6 0 0,-1 0 1 0 0,0 2-1 0 0,1-1 1 0 0,-1 1 0 0 0,0 1-1 0 0,0 0 1 0 0,0 1-1 0 0,19 9 1 0 0,-27-12 18 0 0,-1 1 0 0 0,1-1 1 0 0,-1 1-1 0 0,0 0 0 0 0,1 0 1 0 0,-1 0-1 0 0,0 0 0 0 0,0 1 1 0 0,0-1-1 0 0,-1 1 0 0 0,1 0 1 0 0,0 0-1 0 0,-1 0 0 0 0,0 0 1 0 0,0 0-1 0 0,0 0 0 0 0,0 1 1 0 0,0-1-1 0 0,-1 0 0 0 0,0 1 1 0 0,1 0-1 0 0,-1-1 0 0 0,0 1 1 0 0,-1 0-1 0 0,1 0 0 0 0,-1-1 1 0 0,0 1-1 0 0,0 0 0 0 0,0 0 1 0 0,0 0-1 0 0,-1 4 0 0 0,-1-3 5 0 0,0 0-1 0 0,0-1 1 0 0,-1 1-1 0 0,1-1 1 0 0,-1 0 0 0 0,0 1-1 0 0,0-1 1 0 0,-1-1-1 0 0,1 1 1 0 0,-1 0-1 0 0,0-1 1 0 0,0 0 0 0 0,0 0-1 0 0,-5 3 1 0 0,-69 37 41 0 0,59-35-37 0 0,-69 30-269 0 0,30-16-5921 0 0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8:29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679 30 200 0 0,'12'-11'2511'0'0,"5"-3"1710"0"0,-6 9 2349 0 0,-11 27-5815 0 0,-1-15-641 0 0,-1 0 1 0 0,-1 0-1 0 0,1 0 0 0 0,-1 0 0 0 0,0-1 0 0 0,-1 1 0 0 0,1-1 0 0 0,-1 0 1 0 0,-1 0-1 0 0,-5 6 0 0 0,4-3 29 0 0,-28 38 335 0 0,-2-1 0 0 0,-72 71 0 0 0,92-102-394 0 0,-1-1 0 0 0,0 0 0 0 0,-1-2 0 0 0,0 0 0 0 0,-1 0 0 0 0,-1-2 1 0 0,1 0-1 0 0,-2-2 0 0 0,1 0 0 0 0,-32 7 0 0 0,38-12-45 0 0,1-2-1 0 0,-1 1 1 0 0,0-2 0 0 0,0 0-1 0 0,0-1 1 0 0,0 0 0 0 0,1-1-1 0 0,-23-6 1 0 0,29 7-57 0 0,1-1 0 0 0,0 0 1 0 0,0 0-1 0 0,0-1 0 0 0,0 0 0 0 0,0 0 0 0 0,1 0 1 0 0,-1-1-1 0 0,1 0 0 0 0,0 0 0 0 0,0 0 0 0 0,1 0 1 0 0,-1-1-1 0 0,1 0 0 0 0,0 0 0 0 0,0 0 0 0 0,0 0 0 0 0,1-1 1 0 0,0 0-1 0 0,-3-7 0 0 0,4 9-2 0 0,1-1-1 0 0,0 1 1 0 0,1-1 0 0 0,-1 0-1 0 0,1 1 1 0 0,0-1 0 0 0,0 1-1 0 0,0-1 1 0 0,1 0 0 0 0,0 1-1 0 0,-1-1 1 0 0,2 1-1 0 0,-1-1 1 0 0,0 1 0 0 0,1 0-1 0 0,0-1 1 0 0,0 1 0 0 0,0 0-1 0 0,1 0 1 0 0,-1 0 0 0 0,1 1-1 0 0,0-1 1 0 0,0 1 0 0 0,0-1-1 0 0,1 1 1 0 0,-1 0 0 0 0,6-3-1 0 0,-1-1-10 0 0,1 1 0 0 0,1 0-1 0 0,-1 1 1 0 0,1 0 0 0 0,0 0-1 0 0,0 1 1 0 0,0 0 0 0 0,0 1 0 0 0,1 0-1 0 0,13-2 1 0 0,-17 5 22 0 0,-1 0 0 0 0,1 0 0 0 0,0 0 0 0 0,0 1 0 0 0,-1 0 1 0 0,1 1-1 0 0,-1-1 0 0 0,1 1 0 0 0,-1 0 0 0 0,0 1 0 0 0,1 0 0 0 0,-1 0 0 0 0,0 0 0 0 0,5 4 1 0 0,9 8 8 0 0,0 1 1 0 0,25 26 0 0 0,4 2 27 0 0,-37-35-16 0 0,21 19 67 0 0,49 28-1 0 0,-69-48-43 0 0,1-1 0 0 0,0 0 1 0 0,1-1-1 0 0,-1-1 0 0 0,1 0 0 0 0,0-1 1 0 0,19 2-1 0 0,-34-6-61 0 0,5 1-112 0 0,0 0 1 0 0,0 0-1 0 0,-1-1 0 0 0,1 0 0 0 0,0 0 1 0 0,0 0-1 0 0,0-1 0 0 0,8-1 1 0 0,7-11-8656 0 0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8:31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9 116 0 0,'0'-8'9916'0'0,"0"43"-9047"0"0,-2 0 0 0 0,-8 43 0 0 0,2-22-144 0 0,8-54-683 0 0,-1 6 79 0 0,0 0-1 0 0,-1 0 0 0 0,0 0 0 0 0,0 0 0 0 0,-1-1 1 0 0,-5 12-1 0 0,7-17-222 0 0,-8 10-1413 0 0,-3-39-8904 0 0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8:32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45 452 0 0,'4'-16'2372'0'0,"0"-1"828"0"0,-2 6-5730 0 0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8:32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7 224 0 0,'3'8'1068'0'0,"1"-1"-1"0"0,0 0 1 0 0,0 0-1 0 0,1 0 1 0 0,0-1-1 0 0,0 1 1 0 0,11 9-1 0 0,-14-16-968 0 0,-1 1-1 0 0,1-1 1 0 0,-1 1-1 0 0,1-1 1 0 0,-1 0-1 0 0,1 1 1 0 0,0-1-1 0 0,-1 0 1 0 0,1 0-1 0 0,0 0 1 0 0,-1 0 0 0 0,1-1-1 0 0,0 1 1 0 0,-1 0-1 0 0,1-1 1 0 0,-1 1-1 0 0,1-1 1 0 0,-1 1-1 0 0,1-1 1 0 0,-1 0-1 0 0,1 0 1 0 0,1 0-1 0 0,42-31 351 0 0,-38 27-380 0 0,0 0-1 0 0,0 0 1 0 0,0 0-1 0 0,13-5 1 0 0,-17 9-26 0 0,0 0 1 0 0,0 0-1 0 0,1 0 0 0 0,-1 0 1 0 0,0 1-1 0 0,1-1 0 0 0,-1 1 1 0 0,1 0-1 0 0,-1 0 1 0 0,0 0-1 0 0,1 1 0 0 0,-1-1 1 0 0,1 1-1 0 0,-1 0 0 0 0,0 0 1 0 0,0 0-1 0 0,1 0 1 0 0,-1 0-1 0 0,0 1 0 0 0,0-1 1 0 0,3 4-1 0 0,-2-2 8 0 0,-1 1 0 0 0,0-1 0 0 0,0 1-1 0 0,0 0 1 0 0,0 0 0 0 0,-1 0 0 0 0,1 1 0 0 0,-1-1 0 0 0,0 1-1 0 0,-1-1 1 0 0,1 1 0 0 0,-1-1 0 0 0,0 1 0 0 0,1 9 0 0 0,0 4-684 0 0,2 19-1621 0 0,4-17-3873 0 0,-3-14 3582 0 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8:33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419 45 788 0 0,'0'0'1154'0'0,"0"-37"8606"0"0,-4 35-9610 0 0,-1 1-1 0 0,1 0 0 0 0,-1 0 0 0 0,1 0 0 0 0,-1 0 1 0 0,1 1-1 0 0,-1 0 0 0 0,0 0 0 0 0,1 0 0 0 0,-1 0 1 0 0,1 1-1 0 0,-1 0 0 0 0,1 0 0 0 0,-6 2 0 0 0,-72 23 714 0 0,73-22-678 0 0,4-3-136 0 0,-63 30 781 0 0,65-29-801 0 0,1-1 0 0 0,-1 1 0 0 0,0 0 0 0 0,0 0 0 0 0,1 0 0 0 0,-1 1 0 0 0,1-1 0 0 0,0 1 0 0 0,-1-1 0 0 0,1 1 0 0 0,0 0 0 0 0,1 0 0 0 0,-1 0 0 0 0,0 0 0 0 0,1 0 0 0 0,0 0 0 0 0,0 0 0 0 0,-2 5-1 0 0,4-5-37 0 0,-1-1 0 0 0,0 0 0 0 0,1 0 0 0 0,-1 1 0 0 0,1-1 0 0 0,0 0 0 0 0,-1 0 0 0 0,1 0 0 0 0,0 0 0 0 0,0 0 0 0 0,1 0 0 0 0,-1 0 0 0 0,0 0 0 0 0,1 0 0 0 0,-1 0 0 0 0,3 1 0 0 0,26 26-270 0 0,-28-28 263 0 0,56 40-657 0 0,-39-29 357 0 0,0 1 0 0 0,20 18 0 0 0,-35-27 228 0 0,1 0-1 0 0,-1 0 1 0 0,0 1-1 0 0,-1 0 1 0 0,1-1-1 0 0,-1 1 1 0 0,0 1 0 0 0,0-1-1 0 0,-1 0 1 0 0,1 1-1 0 0,-1-1 1 0 0,3 13 0 0 0,-5-15 68 0 0,-1-1 1 0 0,1 1 0 0 0,0 0-1 0 0,-1 0 1 0 0,1 0 0 0 0,-1 0-1 0 0,0 0 1 0 0,0 0 0 0 0,0-1-1 0 0,0 1 1 0 0,-1 0 0 0 0,1-1-1 0 0,-1 1 1 0 0,1-1 0 0 0,-1 1-1 0 0,0-1 1 0 0,0 0 0 0 0,0 0-1 0 0,0 0 1 0 0,0 0 0 0 0,-1 0-1 0 0,1 0 1 0 0,-5 2 0 0 0,-2 2 65 0 0,0-1-1 0 0,-1 1 1 0 0,1-2 0 0 0,-20 8 0 0 0,9-8 234 0 0,0 0 0 0 0,0-1-1 0 0,0-1 1 0 0,0-1 0 0 0,0-1 0 0 0,-1 0 0 0 0,1-2 0 0 0,0 0-1 0 0,0-1 1 0 0,-27-9 0 0 0,45 12-271 0 0,-6-4 144 0 0,-1-1-2842 0 0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8:34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1 630 392 0 0,'34'14'4478'0'0,"-17"-11"-3817"0"0,0-1 0 0 0,0-1-1 0 0,0-1 1 0 0,1 0 0 0 0,24-4-1 0 0,-34 3-465 0 0,0 0 1 0 0,0-1-1 0 0,0 0 0 0 0,0 0 1 0 0,0 0-1 0 0,-1-1 0 0 0,1-1 1 0 0,-1 1-1 0 0,0-1 0 0 0,1-1 0 0 0,-2 1 1 0 0,1-1-1 0 0,8-8 0 0 0,-13 11-109 0 0,0 0-1 0 0,0-1 0 0 0,0 0 0 0 0,-1 1 1 0 0,1-1-1 0 0,0 0 0 0 0,-1 0 1 0 0,0 0-1 0 0,0 0 0 0 0,0 0 0 0 0,0 0 1 0 0,0 0-1 0 0,-1 0 0 0 0,1 0 0 0 0,-1 0 1 0 0,0-1-1 0 0,0 1 0 0 0,0 0 1 0 0,0 0-1 0 0,-1 0 0 0 0,1 0 0 0 0,-1 0 1 0 0,0-1-1 0 0,0 1 0 0 0,0 0 0 0 0,0 0 1 0 0,0 1-1 0 0,-1-1 0 0 0,1 0 0 0 0,-1 0 1 0 0,0 1-1 0 0,0-1 0 0 0,0 1 1 0 0,0-1-1 0 0,0 1 0 0 0,-6-4 0 0 0,7 5 59 0 0,-21-2 313 0 0,22 3-458 0 0,0 0 1 0 0,-1 0-1 0 0,1-1 1 0 0,-1 1 0 0 0,1 0-1 0 0,0 0 1 0 0,-1 0-1 0 0,1 0 1 0 0,-1 0 0 0 0,1 0-1 0 0,-1 0 1 0 0,1 0 0 0 0,0 0-1 0 0,-1 0 1 0 0,1 0-1 0 0,-1 0 1 0 0,1 0 0 0 0,0 0-1 0 0,-1 0 1 0 0,1 0-1 0 0,-1 1 1 0 0,1-1 0 0 0,0 0-1 0 0,-1 0 1 0 0,1 0-1 0 0,-1 1 1 0 0,1-1 0 0 0,0 0-1 0 0,-1 0 1 0 0,1 1-1 0 0,0-1 1 0 0,0 0 0 0 0,-1 1-1 0 0,1-1 1 0 0,0 0-1 0 0,0 1 1 0 0,-1-1 0 0 0,1 1-1 0 0,0-1 1 0 0,0 0-1 0 0,0 1 1 0 0,0-1 0 0 0,0 1-1 0 0,0-1 1 0 0,0 1-1 0 0,-1-1 1 0 0,1 0 0 0 0,0 1-1 0 0,0-1 1 0 0,1 1-1 0 0,-1-1 1 0 0,0 1 0 0 0,0-1-1 0 0,0 0 1 0 0,0 1-1 0 0,0-1 1 0 0,0 1 0 0 0,0-1-1 0 0,1 0 1 0 0,-1 1 0 0 0,0-1-1 0 0,1 1 1 0 0,1 2-65 0 0,0 0 0 0 0,0 0 0 0 0,1 0 0 0 0,-1 0 0 0 0,1-1 0 0 0,-1 1 0 0 0,1-1 0 0 0,0 0 0 0 0,0 1 0 0 0,0-1 0 0 0,1-1 0 0 0,-1 1 0 0 0,0 0 0 0 0,1-1 1 0 0,-1 0-1 0 0,1 0 0 0 0,-1 0 0 0 0,6 1 0 0 0,-2-1-28 0 0,0-1 0 0 0,0 0 0 0 0,-1 0 0 0 0,1-1 0 0 0,0 0 0 0 0,0 0 0 0 0,0-1 0 0 0,-1 1 0 0 0,11-5-1 0 0,-4 0 20 0 0,-1 1 0 0 0,0-2-1 0 0,0 0 1 0 0,-1 0-1 0 0,0-1 1 0 0,0 0-1 0 0,-1-1 1 0 0,0 0-1 0 0,0-1 1 0 0,9-12-1 0 0,-4 2 169 0 0,-2 0 1 0 0,0-1-1 0 0,-1-1 0 0 0,-1 0 0 0 0,-1-1 1 0 0,-1 0-1 0 0,-1 0 0 0 0,9-45 0 0 0,-11 20 1338 0 0,0-62 0 0 0,-9 84 595 0 0,3 26-1997 0 0,-1 0 0 0 0,1 0 0 0 0,0 0 0 0 0,0-1 1 0 0,0 1-1 0 0,0 0 0 0 0,0 0 0 0 0,0 0 0 0 0,-1 0 1 0 0,1 0-1 0 0,0 0 0 0 0,0 0 0 0 0,0 0 1 0 0,0 0-1 0 0,-1-1 0 0 0,1 1 0 0 0,0 0 0 0 0,0 0 1 0 0,0 0-1 0 0,0 0 0 0 0,-1 0 0 0 0,1 0 0 0 0,0 0 1 0 0,0 0-1 0 0,0 0 0 0 0,-1 0 0 0 0,1 0 0 0 0,0 0 1 0 0,0 1-1 0 0,0-1 0 0 0,0 0 0 0 0,-1 0 0 0 0,1 0 1 0 0,0 0-1 0 0,0 0 0 0 0,0 0 0 0 0,0 0 0 0 0,0 0 1 0 0,-1 0-1 0 0,1 1 0 0 0,0-1 0 0 0,0 0 0 0 0,0 0 1 0 0,0 0-1 0 0,0 0 0 0 0,0 0 0 0 0,0 1 0 0 0,0-1 1 0 0,-1 0-1 0 0,1 0 0 0 0,0 0 0 0 0,0 0 0 0 0,0 1 1 0 0,0-1-1 0 0,-2 4 67 0 0,0 1-1 0 0,0-1 1 0 0,1 1 0 0 0,-1 0-1 0 0,1-1 1 0 0,0 1 0 0 0,0 9 0 0 0,-2 48 235 0 0,3 1 0 0 0,3 0 1 0 0,15 87-1 0 0,-6-60-42 0 0,5 20-3160 0 0,-17-109 2664 0 0,0 0-1 0 0,0 1 0 0 0,0-1 0 0 0,0 0 0 0 0,0 0 0 0 0,0 0 0 0 0,-1 0 0 0 0,1 0 1 0 0,0 0-1 0 0,0 0 0 0 0,-1 0 0 0 0,1 0 0 0 0,-1 0 0 0 0,1 0 0 0 0,-1 0 0 0 0,1 0 0 0 0,-1 0 1 0 0,0-1-1 0 0,1 1 0 0 0,-1 0 0 0 0,0 0 0 0 0,0-1 0 0 0,0 2 0 0 0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8:34.5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95 464 0 0,'2'-4'431'0'0,"0"1"0"0"0,1 0 0 0 0,-1 0-1 0 0,1 0 1 0 0,-1 0 0 0 0,1 1 0 0 0,0-1 0 0 0,0 1-1 0 0,0 0 1 0 0,0 0 0 0 0,0 0 0 0 0,1 0 0 0 0,-1 0 0 0 0,1 1-1 0 0,-1-1 1 0 0,8-1 0 0 0,69-14 772 0 0,-55 13-1000 0 0,77-10-1499 0 0,-18 4-2861 0 0,-47 3 2052 0 0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8:35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155 230 820 0 0,'0'0'6514'0'0,"-1"-1"-6203"0"0,1-1 0 0 0,-1 1 0 0 0,0 0 1 0 0,0 0-1 0 0,0 0 0 0 0,-1 0 0 0 0,1 0 0 0 0,0 0 0 0 0,0 0 1 0 0,0 0-1 0 0,-1 1 0 0 0,-1-2 0 0 0,-5 3-21 0 0,0 1 0 0 0,0 0 0 0 0,1 1 0 0 0,-1 0 0 0 0,1 0 0 0 0,0 0 0 0 0,0 1 0 0 0,0 0 0 0 0,1 0 0 0 0,-1 1 0 0 0,1 0 0 0 0,0 0 0 0 0,0 1 0 0 0,1-1 0 0 0,-1 1 0 0 0,1 0 0 0 0,1 1 0 0 0,-1-1 0 0 0,-6 15 0 0 0,10-20-292 0 0,0 0 0 0 0,1 0-1 0 0,-1 0 1 0 0,1 0 0 0 0,0 0 0 0 0,-1 0 0 0 0,1 0 0 0 0,0 0 0 0 0,-1 0-1 0 0,1 0 1 0 0,0 0 0 0 0,0 0 0 0 0,0 0 0 0 0,0 0 0 0 0,0 0 0 0 0,0 0-1 0 0,0 1 1 0 0,1-1 0 0 0,-1 0 0 0 0,0 0 0 0 0,1 0 0 0 0,-1 0-1 0 0,0 0 1 0 0,1 0 0 0 0,-1 0 0 0 0,1-1 0 0 0,-1 1 0 0 0,1 0 0 0 0,0 0-1 0 0,-1 0 1 0 0,1 0 0 0 0,0-1 0 0 0,0 1 0 0 0,0 0 0 0 0,0-1 0 0 0,-1 1-1 0 0,1 0 1 0 0,0-1 0 0 0,0 1 0 0 0,0-1 0 0 0,0 0 0 0 0,0 1 0 0 0,0-1-1 0 0,0 0 1 0 0,0 1 0 0 0,0-1 0 0 0,1 0 0 0 0,-1 0 0 0 0,0 0-1 0 0,0 0 1 0 0,0 0 0 0 0,0 0 0 0 0,0 0 0 0 0,0-1 0 0 0,0 1 0 0 0,1-1-1 0 0,5 1-57 0 0,-1-1 0 0 0,1 0 0 0 0,-1 0 0 0 0,0 0 0 0 0,1-1 0 0 0,-1 0 0 0 0,10-5 0 0 0,67-50-680 0 0,-49 33 364 0 0,1 1 0 0 0,59-29 1 0 0,-82 47 444 0 0,-1 0 0 0 0,1-1 0 0 0,-1 0 0 0 0,0-1 0 0 0,-1 0 0 0 0,1-1 0 0 0,-2 0 0 0 0,1 0 0 0 0,-1-1 0 0 0,0 0 0 0 0,-1-1 0 0 0,0 0 0 0 0,0 0 0 0 0,-1-1 0 0 0,10-20 0 0 0,-16 9 849 0 0,-3 12 227 0 0,-78 281-844 0 0,37-108-193 0 0,-89 255 43 0 0,84-315 117 0 0,48-102-248 0 0,0-1-1 0 0,0 1 1 0 0,0-1 0 0 0,0 1 0 0 0,-1 0 0 0 0,1-1 0 0 0,0 1 0 0 0,0-1-1 0 0,0 1 1 0 0,0 0 0 0 0,-1-1 0 0 0,1 1 0 0 0,0-1 0 0 0,0 1-1 0 0,-1-1 1 0 0,1 1 0 0 0,-1-1 0 0 0,1 1 0 0 0,0-1 0 0 0,-1 1 0 0 0,1-1-1 0 0,-1 0 1 0 0,1 1 0 0 0,-1-1 0 0 0,1 0 0 0 0,-1 1 0 0 0,1-1 0 0 0,-1 0-1 0 0,1 0 1 0 0,-1 1 0 0 0,0-1 0 0 0,1 0 0 0 0,-1 0 0 0 0,1 0-1 0 0,-1 0 1 0 0,0 0 0 0 0,1 0 0 0 0,-1 0 0 0 0,1 0 0 0 0,-1 0 0 0 0,0 0-1 0 0,1 0 1 0 0,-1 0 0 0 0,1 0 0 0 0,-1-1 0 0 0,0 1 0 0 0,1 0 0 0 0,-1 0-1 0 0,1-1 1 0 0,-1 1 0 0 0,1 0 0 0 0,-1-1 0 0 0,1 1 0 0 0,-1 0 0 0 0,1-1-1 0 0,-1 1 1 0 0,1-1 0 0 0,0 1 0 0 0,-1-1 0 0 0,1 1 0 0 0,0-1-1 0 0,-1 1 1 0 0,1-1 0 0 0,0 1 0 0 0,-1-2 0 0 0,-1-1 38 0 0,0 0-1 0 0,0 0 1 0 0,0-1 0 0 0,0 1-1 0 0,0-1 1 0 0,1 0 0 0 0,-1 0 0 0 0,0-5-1 0 0,2-5 14 0 0,1 0 0 0 0,1 0-1 0 0,0 1 1 0 0,0-1 0 0 0,2 0 0 0 0,0 1-1 0 0,0 0 1 0 0,1 0 0 0 0,1 0 0 0 0,0 1 0 0 0,0-1-1 0 0,2 1 1 0 0,9-13 0 0 0,-5 9-472 0 0,1 1 0 0 0,0 0 0 0 0,1 0 0 0 0,1 1 0 0 0,0 1 0 0 0,0 1 0 0 0,2 0 1 0 0,28-16-1 0 0,28-3-3167 0 0,-23 16-3588 0 0,-26 8 3112 0 0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8:37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129 323 276 0 0,'-9'-23'8726'0'0,"11"32"-5254"0"0,-1 6-4757 0 0,10 439 4141 0 0,-12-352-1859 0 0,1-99-755 0 0,3 5-24 0 0,-3-8-165 0 0,0 0 0 0 0,0 0 0 0 0,0-1 0 0 0,-1 1 0 0 0,1 0 0 0 0,0 0 0 0 0,0 0 0 0 0,0 0 0 0 0,0 0 0 0 0,0 0 1 0 0,0 0-1 0 0,0 0 0 0 0,0 0 0 0 0,0 0 0 0 0,-1 0 0 0 0,1 0 0 0 0,0 0 0 0 0,0 0 0 0 0,0 0 0 0 0,0 0 0 0 0,0 0 0 0 0,0 0 0 0 0,0 0 0 0 0,0 0 0 0 0,0 0 1 0 0,-1 1-1 0 0,1-1 0 0 0,0 0 0 0 0,0 0 0 0 0,0 0 0 0 0,0 0 0 0 0,0 0 0 0 0,0 0 0 0 0,0 0 0 0 0,0 0 0 0 0,0 0 0 0 0,0 0 0 0 0,0 0 0 0 0,0 0 0 0 0,0 0 1 0 0,0 1-1 0 0,0-1 0 0 0,0 0 0 0 0,-1 0 0 0 0,1 0 0 0 0,0 0 0 0 0,0 0 0 0 0,-9-12 48 0 0,1 0 0 0 0,0-1 1 0 0,1 0-1 0 0,0 0 0 0 0,1-1 0 0 0,0 0 0 0 0,1 0 1 0 0,-4-20-1 0 0,-5-10 6 0 0,3 4-80 0 0,1-1-1 0 0,2 0 1 0 0,-2-46 0 0 0,2 19-73 0 0,5 36-10 0 0,1 0-1 0 0,2 0 1 0 0,1 0-1 0 0,1 0 1 0 0,2 0-1 0 0,12-46 0 0 0,-13 67-14 0 0,1 0-1 0 0,0 1 1 0 0,1-1-1 0 0,0 1 1 0 0,1 0-1 0 0,0 0 1 0 0,1 1-1 0 0,0 0 1 0 0,0 0-1 0 0,1 1 1 0 0,0 0-1 0 0,0 0 1 0 0,11-7-1 0 0,-16 12 45 0 0,0 1-1 0 0,1-1 0 0 0,-1 1 0 0 0,1 0 1 0 0,0 0-1 0 0,0 1 0 0 0,-1-1 0 0 0,1 1 1 0 0,0 0-1 0 0,1 0 0 0 0,-1 0 0 0 0,0 0 1 0 0,0 1-1 0 0,0-1 0 0 0,0 1 0 0 0,0 0 1 0 0,1 1-1 0 0,-1-1 0 0 0,0 1 0 0 0,0-1 1 0 0,0 1-1 0 0,0 1 0 0 0,0-1 0 0 0,0 0 1 0 0,0 1-1 0 0,0 0 0 0 0,-1 0 0 0 0,1 0 1 0 0,-1 0-1 0 0,1 1 0 0 0,-1 0 0 0 0,0-1 1 0 0,0 1-1 0 0,0 0 0 0 0,0 0 0 0 0,-1 1 1 0 0,5 5-1 0 0,-4-5 23 0 0,0 0 0 0 0,-1 0 0 0 0,0 0 0 0 0,1 0 0 0 0,-1 0 0 0 0,-1 0 0 0 0,1 1 0 0 0,-1-1 1 0 0,1 1-1 0 0,-1-1 0 0 0,0 1 0 0 0,-1-1 0 0 0,1 1 0 0 0,-1 0 0 0 0,0-1 0 0 0,0 1 0 0 0,-1 0 0 0 0,1-1 0 0 0,-1 1 0 0 0,0 0 1 0 0,0-1-1 0 0,-1 1 0 0 0,1-1 0 0 0,-1 0 0 0 0,0 0 0 0 0,0 1 0 0 0,0-1 0 0 0,-1 0 0 0 0,-5 6 0 0 0,2-2-84 0 0,-1-1 1 0 0,0 0-1 0 0,0 0 0 0 0,0-1 0 0 0,-1 0 0 0 0,0 0 0 0 0,0-1 0 0 0,-1 0 1 0 0,1-1-1 0 0,-1 1 0 0 0,0-2 0 0 0,-1 1 0 0 0,-10 2 0 0 0,18-6 153 0 0,-27 7-2330 0 0,-10-1-5503 0 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8:37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20 0 0,'33'-2'3504'0'0,"-26"3"-3272"0"0,-1 1-1 0 0,1-1 0 0 0,-1 1 0 0 0,1 0 1 0 0,-1 1-1 0 0,0-1 0 0 0,0 1 0 0 0,0 0 1 0 0,0 1-1 0 0,-1-1 0 0 0,1 1 0 0 0,-1 1 1 0 0,0-1-1 0 0,0 0 0 0 0,0 1 1 0 0,-1 0-1 0 0,0 0 0 0 0,0 1 0 0 0,0-1 1 0 0,0 1-1 0 0,-1 0 0 0 0,0 0 0 0 0,0 0 1 0 0,2 11-1 0 0,-3-13-141 0 0,0 1-1 0 0,-1 0 1 0 0,0 0-1 0 0,0 0 1 0 0,0 0 0 0 0,-1 0-1 0 0,1 0 1 0 0,-1 0 0 0 0,-1 1-1 0 0,1-1 1 0 0,-1 0 0 0 0,0 0-1 0 0,0 0 1 0 0,0 0-1 0 0,0-1 1 0 0,-1 1 0 0 0,0 0-1 0 0,0 0 1 0 0,-1-1 0 0 0,1 0-1 0 0,-1 1 1 0 0,0-1-1 0 0,0 0 1 0 0,0 0 0 0 0,-1 0-1 0 0,1-1 1 0 0,-1 1 0 0 0,0-1-1 0 0,0 0 1 0 0,0 0 0 0 0,0 0-1 0 0,-9 4 1 0 0,12-7-74 0 0,1 0 1 0 0,-1 1-1 0 0,0-1 1 0 0,0 0-1 0 0,0 0 1 0 0,0 0-1 0 0,1 1 1 0 0,-1-1-1 0 0,0 0 1 0 0,0 0-1 0 0,0 0 1 0 0,0 0-1 0 0,0-1 1 0 0,0 1-1 0 0,1 0 1 0 0,-1 0-1 0 0,0 0 1 0 0,0-1-1 0 0,0 1 1 0 0,1 0-1 0 0,-1-1 1 0 0,0 1-1 0 0,0-1 1 0 0,1 1-1 0 0,-1-1 1 0 0,0 1-1 0 0,0-1 1 0 0,1 1-1 0 0,-1-1 1 0 0,1 0-1 0 0,-1 1 1 0 0,1-1-1 0 0,-1 0 1 0 0,1 0-1 0 0,-1 1 1 0 0,1-1-1 0 0,0 0 1 0 0,-1 0-1 0 0,1 0 1 0 0,0 1-1 0 0,0-1 1 0 0,-1 0-1 0 0,1 0 1 0 0,0 0-1 0 0,0 0 1 0 0,0 0 0 0 0,0 0-1 0 0,0 1 1 0 0,0-1-1 0 0,1-1 1 0 0,0-40 14 0 0,4 29-59 0 0,0 0 0 0 0,1 0 0 0 0,1 1 0 0 0,0-1 0 0 0,1 1 0 0 0,0 1 1 0 0,0 0-1 0 0,2 0 0 0 0,-1 0 0 0 0,1 1 0 0 0,1 1 0 0 0,-1 0 1 0 0,2 0-1 0 0,-1 1 0 0 0,1 0 0 0 0,18-7 0 0 0,-28 14 19 0 0,0 0-1 0 0,0 0 1 0 0,1 1 0 0 0,-1-1-1 0 0,0 1 1 0 0,1-1 0 0 0,-1 1-1 0 0,0 0 1 0 0,1 0 0 0 0,-1 0-1 0 0,0 0 1 0 0,1 1-1 0 0,-1-1 1 0 0,0 0 0 0 0,1 1-1 0 0,-1 0 1 0 0,0 0 0 0 0,0-1-1 0 0,0 1 1 0 0,1 0-1 0 0,-1 1 1 0 0,0-1 0 0 0,0 0-1 0 0,-1 1 1 0 0,1-1 0 0 0,0 1-1 0 0,0-1 1 0 0,2 5 0 0 0,5 5-6 0 0,-1 0 1 0 0,-1 0 0 0 0,1 1-1 0 0,5 14 1 0 0,10 16-33 0 0,-19-37 20 0 0,0 0-1 0 0,1 0 1 0 0,0-1 0 0 0,-1 1-1 0 0,1-1 1 0 0,1 0 0 0 0,-1 0-1 0 0,0-1 1 0 0,1 0-1 0 0,0 0 1 0 0,0 0 0 0 0,9 3-1 0 0,-12-5 28 0 0,1 0-1 0 0,0 0 1 0 0,0 0 0 0 0,0-1-1 0 0,0 1 1 0 0,0-1-1 0 0,0 0 1 0 0,0 0-1 0 0,1-1 1 0 0,-1 1 0 0 0,0-1-1 0 0,-1 0 1 0 0,1 0-1 0 0,0 0 1 0 0,0 0 0 0 0,0-1-1 0 0,0 1 1 0 0,-1-1-1 0 0,1 0 1 0 0,3-3-1 0 0,-4 3 55 0 0,-1-1-1 0 0,0 1 0 0 0,0 0 0 0 0,0-1 0 0 0,0 1 0 0 0,-1-1 0 0 0,1 0 0 0 0,-1 0 0 0 0,1 0 0 0 0,-1 0 1 0 0,0 1-1 0 0,0-2 0 0 0,0 1 0 0 0,-1 0 0 0 0,1 0 0 0 0,-1 0 0 0 0,0 0 0 0 0,0 0 0 0 0,0 0 0 0 0,0 0 1 0 0,0-1-1 0 0,-1 1 0 0 0,1 0 0 0 0,-1 0 0 0 0,0 0 0 0 0,-1-4 0 0 0,1 3 0 0 0,-1 0 0 0 0,1 0 1 0 0,-1 1-1 0 0,0-1 0 0 0,0 0 0 0 0,0 1 0 0 0,0 0 0 0 0,0-1 1 0 0,-1 1-1 0 0,0 0 0 0 0,0 0 0 0 0,1 0 0 0 0,-2 1 0 0 0,1-1 1 0 0,0 1-1 0 0,0 0 0 0 0,-1 0 0 0 0,1 0 0 0 0,-8-3 0 0 0,7 4-62 0 0,-1-1-1 0 0,1 2 0 0 0,-1-1 1 0 0,1 0-1 0 0,0 1 1 0 0,-1 0-1 0 0,1 0 0 0 0,-1 0 1 0 0,1 0-1 0 0,-1 1 0 0 0,1 0 1 0 0,-9 2-1 0 0,-12 16-2261 0 0,7 17-4798 0 0,14-24 4289 0 0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8:38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352 319 664 0 0,'0'0'3648'0'0,"-6"2"-2901"0"0,-2 1-484 0 0,0 1 0 0 0,1-1 0 0 0,0 1 0 0 0,0 1 0 0 0,0-1 0 0 0,1 1 0 0 0,-1 1 0 0 0,1-1 0 0 0,0 1 0 0 0,1 0 0 0 0,-1 0 0 0 0,1 1 0 0 0,0 0 0 0 0,1-1 0 0 0,-5 10 1 0 0,7-11-97 0 0,-1-1 0 0 0,1 0 0 0 0,0 1 0 0 0,1-1 1 0 0,-1 1-1 0 0,1 0 0 0 0,0 0 0 0 0,-1 9 0 0 0,2-12 181 0 0,2-1-272 0 0,0 0 0 0 0,1-1-1 0 0,-1 1 1 0 0,0-1 0 0 0,0 1-1 0 0,1-1 1 0 0,-1 0-1 0 0,0 1 1 0 0,1-1 0 0 0,2-1-1 0 0,3-6 96 0 0,0-1-1 0 0,0 0 1 0 0,-1-1-1 0 0,0 0 1 0 0,-1 0-1 0 0,0 0 0 0 0,0-1 1 0 0,-1 0-1 0 0,0 0 1 0 0,-1 0-1 0 0,0-1 1 0 0,-1 1-1 0 0,0-1 1 0 0,0 0-1 0 0,-1 0 0 0 0,-1 0 1 0 0,0 0-1 0 0,0-20 1 0 0,-2 16-21 0 0,0 0-1 0 0,-1 1 1 0 0,0-1 0 0 0,-1 1 0 0 0,-1 0-1 0 0,0-1 1 0 0,-1 2 0 0 0,-1-1 0 0 0,0 1 0 0 0,-1 0-1 0 0,0 0 1 0 0,-1 0 0 0 0,0 1 0 0 0,-12-13 0 0 0,16 21-172 0 0,0 0 0 0 0,1 0 0 0 0,-2 0 0 0 0,1 1 0 0 0,0 0 1 0 0,-1-1-1 0 0,1 2 0 0 0,-1-1 0 0 0,0 0 0 0 0,0 1 0 0 0,0 0 0 0 0,0 0 1 0 0,-1 1-1 0 0,1-1 0 0 0,0 1 0 0 0,-1 0 0 0 0,1 0 0 0 0,-1 1 1 0 0,1 0-1 0 0,-1 0 0 0 0,1 0 0 0 0,-1 1 0 0 0,1-1 0 0 0,0 1 1 0 0,-1 1-1 0 0,-5 1 0 0 0,4 0-260 0 0,0 0 0 0 0,0 0-1 0 0,1 1 1 0 0,-1 0 0 0 0,1 0 0 0 0,0 1 0 0 0,0 0 0 0 0,1 0 0 0 0,-1 0-1 0 0,1 1 1 0 0,0 0 0 0 0,1 0 0 0 0,-1 0 0 0 0,1 0 0 0 0,0 1-1 0 0,1-1 1 0 0,-1 1 0 0 0,-2 10 0 0 0,-8 24-5400 0 0,13-20 2417 0 0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8:38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0 700 0 0,'0'0'9447'0'0,"-1"5"-9047"0"0,0 9-146 0 0,0-8-86 0 0,0 0 0 0 0,1 1 0 0 0,-1-1 0 0 0,1 0-1 0 0,0 1 1 0 0,1-1 0 0 0,0 0 0 0 0,0 0 0 0 0,0 1 0 0 0,1-1-1 0 0,3 9 1 0 0,-3-11-124 0 0,-1-1-1 0 0,1 0 0 0 0,0 0 1 0 0,0 0-1 0 0,0 0 0 0 0,0 0 1 0 0,0 0-1 0 0,0-1 0 0 0,1 1 1 0 0,0-1-1 0 0,-1 1 0 0 0,1-1 1 0 0,0 0-1 0 0,0 0 0 0 0,0-1 1 0 0,0 1-1 0 0,0 0 0 0 0,1-1 1 0 0,-1 0-1 0 0,0 0 0 0 0,1 0 1 0 0,5 1-1 0 0,-7-2-6 0 0,35-17 97 0 0,-33 14-88 0 0,1 0 0 0 0,-1-1 0 0 0,0 1 0 0 0,0-1 0 0 0,-1 0 0 0 0,6-8 1 0 0,6-7 1314 0 0,-14 18-860 0 0,0 1-479 0 0,0-1 0 0 0,0 1-1 0 0,0 0 1 0 0,0-1 0 0 0,0 1-1 0 0,0 0 1 0 0,0 0 0 0 0,0 0 0 0 0,0 0-1 0 0,0 0 1 0 0,0 0 0 0 0,0 0-1 0 0,0 0 1 0 0,0 0 0 0 0,0 0-1 0 0,-1 0 1 0 0,1 1 0 0 0,0-1 0 0 0,0 0-1 0 0,0 1 1 0 0,0-1 0 0 0,0 1-1 0 0,0-1 1 0 0,0 1 0 0 0,0 0 0 0 0,22 24-2130 0 0,5 3-6718 0 0,-19-24 5563 0 0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8:39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43 704 192 0 0,'0'0'2214'0'0,"-7"-10"4770"0"0,5 10-6881 0 0,0 1 0 0 0,1-1 1 0 0,-1 1-1 0 0,0 0 1 0 0,0 0-1 0 0,0-1 1 0 0,1 1-1 0 0,-1 1 0 0 0,0-1 1 0 0,1 0-1 0 0,-1 0 1 0 0,1 1-1 0 0,-1-1 1 0 0,1 0-1 0 0,0 1 0 0 0,0 0 1 0 0,0-1-1 0 0,0 1 1 0 0,0 0-1 0 0,0-1 1 0 0,0 1-1 0 0,0 0 1 0 0,0 0-1 0 0,1 0 0 0 0,-1 0 1 0 0,1 0-1 0 0,0 0 1 0 0,-1 0-1 0 0,1 0 1 0 0,0-1-1 0 0,0 1 0 0 0,0 0 1 0 0,0 0-1 0 0,1 2 1 0 0,-1 0-82 0 0,0-1 1 0 0,0 0 0 0 0,0 0-1 0 0,0 1 1 0 0,1-1 0 0 0,-1 0-1 0 0,1 0 1 0 0,0 0 0 0 0,0 0-1 0 0,0 0 1 0 0,0 0 0 0 0,1 0 0 0 0,-1 0-1 0 0,1 0 1 0 0,0-1 0 0 0,0 1-1 0 0,0 0 1 0 0,0-1 0 0 0,0 0-1 0 0,0 1 1 0 0,1-1 0 0 0,2 2-1 0 0,-1-3-25 0 0,0 0 0 0 0,0 0 1 0 0,0 0-1 0 0,0 0 0 0 0,0-1 0 0 0,0 0 0 0 0,0 0 0 0 0,0 0 0 0 0,0 0 0 0 0,0-1 1 0 0,0 1-1 0 0,-1-1 0 0 0,1 0 0 0 0,0 0 0 0 0,0-1 0 0 0,0 1 0 0 0,4-4 0 0 0,9-3 6 0 0,-1-2-1 0 0,21-15 1 0 0,-25 16-3 0 0,6-6 2 0 0,0 0-1 0 0,-1-2 1 0 0,-1 0 0 0 0,0-1 0 0 0,-2-1 0 0 0,16-25 0 0 0,-3 6 16 0 0,-17 20 27 0 0,-1 0-1 0 0,-1 0 1 0 0,-1-1 0 0 0,0 0-1 0 0,-1 0 1 0 0,-1-1 0 0 0,-1 0-1 0 0,3-39 1 0 0,-5 32 338 0 0,-1 0 0 0 0,-2 0 1 0 0,-1 1-1 0 0,-1-1 0 0 0,-1 1 0 0 0,-1-1 0 0 0,-1 1 0 0 0,-1 1 1 0 0,-2-1-1 0 0,-20-42 0 0 0,11 39 405 0 0,17 28-339 0 0,-2 3-381 0 0,-1 3-58 0 0,0 0 0 0 0,0 0 0 0 0,0 0 0 0 0,1 0 0 0 0,-1 0 0 0 0,1 1 1 0 0,1 0-1 0 0,-1-1 0 0 0,1 1 0 0 0,0 0 0 0 0,0 0 0 0 0,0 7 0 0 0,-12 88 80 0 0,11-69-75 0 0,1 7-124 0 0,1 0 0 0 0,3 0 0 0 0,1 1 0 0 0,1-1 0 0 0,3-1 0 0 0,1 1 0 0 0,21 61 0 0 0,-25-90 59 0 0,-2-1-13 0 0,1 1 0 0 0,0-1 1 0 0,1 1-1 0 0,0-1 0 0 0,0 0 0 0 0,1-1 1 0 0,0 1-1 0 0,0-1 0 0 0,1 0 0 0 0,1 0 1 0 0,10 11-1 0 0,-9-15 4 0 0,4 1-1273 0 0,22 3 4739 0 0,-28-8-7334 0 0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8:39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49 260 0 0,'3'-48'14999'0'0,"11"70"-27854"0"0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8:40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54 488 0 0,'0'0'6267'0'0,"-7"1"-5657"0"0,-24 4-68 0 0,29-4-422 0 0,0 0 1 0 0,0 1-1 0 0,0 0 0 0 0,0-1 0 0 0,0 1 0 0 0,0 0 0 0 0,0 0 0 0 0,1 0 0 0 0,-1 0 0 0 0,1 0 0 0 0,0 0 0 0 0,-1 1 0 0 0,1-1 0 0 0,0 0 0 0 0,0 1 0 0 0,1-1 1 0 0,-1 1-1 0 0,0-1 0 0 0,1 1 0 0 0,-1 4 0 0 0,-1 0 241 0 0,1-4-279 0 0,1 1 0 0 0,0-1 1 0 0,-1 0-1 0 0,1 0 1 0 0,0 0-1 0 0,0 0 1 0 0,1 0-1 0 0,-1 0 0 0 0,1 0 1 0 0,0 4-1 0 0,2 11 276 0 0,-3-17-302 0 0,0 1 0 0 0,1-1 0 0 0,-1 0 0 0 0,1 0 0 0 0,-1 0 0 0 0,1 0-1 0 0,-1 0 1 0 0,1 0 0 0 0,0-1 0 0 0,-1 1 0 0 0,1 0 0 0 0,0 0-1 0 0,0 0 1 0 0,0-1 0 0 0,0 1 0 0 0,-1 0 0 0 0,1-1 0 0 0,0 1-1 0 0,0-1 1 0 0,0 1 0 0 0,0-1 0 0 0,1 1 0 0 0,-1-1 0 0 0,1 1 0 0 0,42-60 345 0 0,-33 42-354 0 0,1 1 1 0 0,0 0-1 0 0,2 0 0 0 0,24-22 1 0 0,-35 37-62 0 0,-1-1 1 0 0,1 0 0 0 0,-1 1-1 0 0,1 0 1 0 0,0 0 0 0 0,-1-1-1 0 0,1 2 1 0 0,0-1 0 0 0,0 0-1 0 0,4 0 1 0 0,-4 2 11 0 0,-1 0 0 0 0,0 0-1 0 0,0 0 1 0 0,1 1 0 0 0,-1-1 0 0 0,0 0 0 0 0,0 1 0 0 0,-1 0-1 0 0,1-1 1 0 0,0 1 0 0 0,0 0 0 0 0,-1 0 0 0 0,1 0 0 0 0,-1 0-1 0 0,0 0 1 0 0,0 0 0 0 0,1 1 0 0 0,-1-1 0 0 0,-1 0 0 0 0,1 1-1 0 0,0-1 1 0 0,0 0 0 0 0,-1 1 0 0 0,0-1 0 0 0,1 1 0 0 0,-1-1-1 0 0,0 1 1 0 0,0-1 0 0 0,0 1 0 0 0,-1-1 0 0 0,1 1 0 0 0,-1-1-1 0 0,0 4 1 0 0,-1 9 2 0 0,1 7 7 0 0,1-20 3 0 0,3 10 93 0 0,2-9-106 0 0,-4-3-15 0 0,20-15-23 0 0,3-5-63 0 0,-18 14 70 0 0,0 0-1 0 0,1 1 1 0 0,0 0-1 0 0,0 0 1 0 0,0 0-1 0 0,0 1 1 0 0,1 0-1 0 0,0 1 1 0 0,0-1-1 0 0,0 2 1 0 0,9-3 0 0 0,-15 4-4 0 0,47 25-86 0 0,-43-21 135 0 0,0 0 1 0 0,0 0-1 0 0,0-1 1 0 0,1 0-1 0 0,-1 0 1 0 0,1 0 0 0 0,-1-1-1 0 0,1 0 1 0 0,0-1-1 0 0,-1 1 1 0 0,1-1 0 0 0,0 0-1 0 0,-1-1 1 0 0,1 0-1 0 0,0 0 1 0 0,-1 0-1 0 0,1-1 1 0 0,-1 0 0 0 0,1 0-1 0 0,-1 0 1 0 0,0-1-1 0 0,0 0 1 0 0,0 0 0 0 0,-1-1-1 0 0,1 0 1 0 0,-1 0-1 0 0,1 0 1 0 0,-1-1 0 0 0,-1 1-1 0 0,1-1 1 0 0,5-7-1 0 0,-9 10-8 0 0,1-1-1 0 0,0 1 1 0 0,0-1 0 0 0,0 1-1 0 0,0 0 1 0 0,0 0-1 0 0,1 0 1 0 0,-1 0 0 0 0,1 1-1 0 0,-1-1 1 0 0,1 1 0 0 0,0-1-1 0 0,-1 1 1 0 0,1 0-1 0 0,0 0 1 0 0,0 0 0 0 0,0 1-1 0 0,0-1 1 0 0,0 0-1 0 0,0 1 1 0 0,4 0 0 0 0,-4 0-2 0 0,0 1 1 0 0,0 0-1 0 0,-1 0 1 0 0,1 0-1 0 0,0 0 1 0 0,-1 0-1 0 0,1 1 1 0 0,-1-1-1 0 0,0 1 1 0 0,1-1-1 0 0,-1 1 1 0 0,0 0-1 0 0,0 0 1 0 0,0 0-1 0 0,0 0 1 0 0,0 0-1 0 0,0 1 1 0 0,-1-1-1 0 0,1 0 1 0 0,-1 1-1 0 0,2 3 1 0 0,-2-3-110 0 0,0 0 1 0 0,0 0 0 0 0,0 0-1 0 0,0 0 1 0 0,0 0-1 0 0,-1 0 1 0 0,1 0-1 0 0,-1 0 1 0 0,0 1-1 0 0,0-1 1 0 0,0 0-1 0 0,0 0 1 0 0,-1 0-1 0 0,0 0 1 0 0,1 1-1 0 0,-1-1 1 0 0,0 0-1 0 0,0 0 1 0 0,0 0-1 0 0,-1 0 1 0 0,1-1-1 0 0,-1 1 1 0 0,0 0 0 0 0,0-1-1 0 0,0 1 1 0 0,0-1-1 0 0,0 1 1 0 0,0-1-1 0 0,0 0 1 0 0,-1 0-1 0 0,1 0 1 0 0,-4 1-1 0 0,-4 5-530 0 0,0-2 0 0 0,0 0 0 0 0,0 0 0 0 0,-1-1 0 0 0,0 0 0 0 0,0-1 0 0 0,-13 4-1 0 0,6-4-2205 0 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8:40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52 296 0 0,'0'0'1480'0'0,"12"-10"-172"0"0,-3 5-124 0 0,4-3-112 0 0,1 3-107 0 0,4-2-105 0 0,-2 3-96 0 0,3 0-164 0 0,1 1-228 0 0,-2-1-252 0 0,2 4-272 0 0,5-2-312 0 0,-5 2-296 0 0,-5 2-516 0 0,4 2-1381 0 0,-4-4 613 0 0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8:42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89 449 988 0 0,'-8'-63'7461'0'0,"8"61"-6620"0"0,-2-7 2814 0 0,2 9-3513 0 0,-10 66 550 0 0,2 0 1 0 0,4 1 0 0 0,4 79 0 0 0,0-81-360 0 0,2-29-114 0 0,-1-22-89 0 0,-1-1 0 0 0,0 0 0 0 0,0 1 0 0 0,-4 17 0 0 0,3-29 70 0 0,-2-148 1890 0 0,3 113-1951 0 0,0-297-594 0 0,1 163 309 0 0,1 146 102 0 0,0 0 1 0 0,2 1-1 0 0,0-1 1 0 0,1 1-1 0 0,15-38 1 0 0,-18 53 33 0 0,0 1 0 0 0,1 0 0 0 0,-1-1 0 0 0,1 1 0 0 0,0 0 0 0 0,0 0 0 0 0,0 1 0 0 0,0-1 0 0 0,1 1 0 0 0,0-1 0 0 0,-1 1-1 0 0,1 0 1 0 0,0 0 0 0 0,1 1 0 0 0,-1-1 0 0 0,0 1 0 0 0,1 0 0 0 0,-1 0 0 0 0,1 1 0 0 0,0-1 0 0 0,0 1 0 0 0,-1 0 0 0 0,1 0 0 0 0,0 1 0 0 0,0-1 0 0 0,0 1 0 0 0,0 0 0 0 0,0 0 0 0 0,0 1 0 0 0,0 0 0 0 0,0 0 0 0 0,-1 0 0 0 0,1 0-1 0 0,8 4 1 0 0,0-1-9 0 0,0 2 0 0 0,0 0 0 0 0,0 0-1 0 0,-1 1 1 0 0,0 1 0 0 0,13 10 0 0 0,26 30-68 0 0,-44-40 76 0 0,0 1 0 0 0,0 0 0 0 0,-1 1-1 0 0,0-1 1 0 0,-1 1 0 0 0,0 0-1 0 0,-1 1 1 0 0,0-1 0 0 0,0 1 0 0 0,2 12-1 0 0,-5-17 11 0 0,-1 0 0 0 0,1 1 1 0 0,-1-1-1 0 0,-1 0 0 0 0,1 0 0 0 0,-1 1 0 0 0,0-1 0 0 0,-1 0 0 0 0,1 0 0 0 0,-1 0 0 0 0,0 0 0 0 0,-1-1 0 0 0,1 1 0 0 0,-1 0 0 0 0,0-1 0 0 0,-1 0 0 0 0,1 0 0 0 0,-1 0 0 0 0,-8 8 0 0 0,1-2 91 0 0,-1-1 0 0 0,0 0-1 0 0,0-1 1 0 0,-1-1 0 0 0,0 0 0 0 0,-1 0-1 0 0,0-2 1 0 0,0 1 0 0 0,0-2 0 0 0,-1 0-1 0 0,0-1 1 0 0,-18 4 0 0 0,5-4-1111 0 0,0 0 1 0 0,-51-1-1 0 0,-6-9-9060 0 0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8:43.2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0 13153 0 0,'4'5'196'0'0,"-1"0"-1"0"0,1 0 0 0 0,-1 1 1 0 0,0-1-1 0 0,-1 1 0 0 0,1 0 1 0 0,-1 0-1 0 0,-1 0 0 0 0,1 0 1 0 0,-1 0-1 0 0,0 0 0 0 0,0 0 1 0 0,-1 0-1 0 0,1 0 0 0 0,-1 0 1 0 0,-1 1-1 0 0,1-1 1 0 0,-1 0-1 0 0,0 0 0 0 0,-1 0 1 0 0,1 0-1 0 0,-1 0 0 0 0,-3 7 1 0 0,-10 28-302 0 0,-1 0 1 0 0,-38 68 0 0 0,17-51-2968 0 0,-7-2-3707 0 0,25-36 2463 0 0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8:45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65 368 0 0,'-2'-4'1195'0'0,"-3"-17"1460"0"0,-7-16 6636 0 0,11 35-8205 0 0,-2 4-782 0 0,-14 14-91 0 0,0 0 0 0 0,1 1 0 0 0,1 0 0 0 0,1 1 0 0 0,0 1 0 0 0,2 1 0 0 0,0-1 0 0 0,1 2 0 0 0,-12 31 0 0 0,22-50-218 0 0,-1 1 0 0 0,1 0 0 0 0,0 0 0 0 0,0 0 0 0 0,0 0 0 0 0,1 0 0 0 0,-1 0 0 0 0,1-1 0 0 0,-1 1 0 0 0,1 1 0 0 0,0-1 0 0 0,0 0 0 0 0,1 0 0 0 0,-1 0 0 0 0,1-1 0 0 0,-1 1 0 0 0,1 0 0 0 0,0 0 0 0 0,0 0 0 0 0,0 0 0 0 0,0 0 0 0 0,1-1 0 0 0,-1 1 0 0 0,1-1 0 0 0,1 3 0 0 0,0-2-50 0 0,0-2 0 0 0,0 1 0 0 0,0 0 0 0 0,0-1 0 0 0,0 1 1 0 0,0-1-1 0 0,0 0 0 0 0,0 0 0 0 0,0 0 0 0 0,1 0 0 0 0,-1-1 0 0 0,0 1 0 0 0,1-1 0 0 0,-1 0 0 0 0,0 0 0 0 0,1 0 0 0 0,-1 0 0 0 0,0-1 0 0 0,1 1 0 0 0,-1-1 0 0 0,5-2 0 0 0,1 0-103 0 0,1 0-1 0 0,-1-2 0 0 0,0 1 1 0 0,0-1-1 0 0,-1 0 1 0 0,1-1-1 0 0,9-8 1 0 0,25-16-289 0 0,-41 29 439 0 0,12-1-143 0 0,0 16 114 0 0,-11-10 28 0 0,0 0 1 0 0,0 0-1 0 0,1 0 0 0 0,-1-1 0 0 0,1 1 1 0 0,0-1-1 0 0,0 0 0 0 0,7 4 1 0 0,-10-6 7 0 0,1-1 0 0 0,0 1 0 0 0,-1 0 0 0 0,1-1 0 0 0,-1 0 0 0 0,1 1 0 0 0,0-1 1 0 0,0 0-1 0 0,-1 0 0 0 0,1 0 0 0 0,0 0 0 0 0,-1 0 0 0 0,1 0 0 0 0,0 0 0 0 0,-1-1 0 0 0,1 1 1 0 0,0-1-1 0 0,-1 1 0 0 0,1-1 0 0 0,0 1 0 0 0,-1-1 0 0 0,1 0 0 0 0,2-2 0 0 0,35-28-33 0 0,-26 20 4 0 0,17-12-87 0 0,0 1 0 0 0,62-34 0 0 0,-90 55 112 0 0,-1 0 0 0 0,0 0 1 0 0,0 1-1 0 0,1-1 0 0 0,-1 1 1 0 0,0-1-1 0 0,1 1 0 0 0,-1-1 0 0 0,0 1 1 0 0,1 0-1 0 0,-1 0 0 0 0,0 0 0 0 0,1 0 1 0 0,-1 0-1 0 0,1 0 0 0 0,-1 0 0 0 0,1 0 1 0 0,-1 0-1 0 0,0 1 0 0 0,1-1 1 0 0,-1 1-1 0 0,0-1 0 0 0,1 1 0 0 0,-1-1 1 0 0,0 1-1 0 0,2 1 0 0 0,-1 0 18 0 0,-1-1 0 0 0,0 1 0 0 0,1 0 0 0 0,-1 0 0 0 0,0 0 0 0 0,0 1 0 0 0,0-1 0 0 0,0 0 0 0 0,0 0 0 0 0,-1 0 0 0 0,1 1 0 0 0,-1-1 0 0 0,1 0 0 0 0,-1 4 0 0 0,1 1 62 0 0,-1 0 0 0 0,0 0 0 0 0,-1-1-1 0 0,1 1 1 0 0,-1 0 0 0 0,-1-1 0 0 0,1 1-1 0 0,-1-1 1 0 0,0 1 0 0 0,0-1 0 0 0,-5 8 0 0 0,-11 14-1851 0 0,16-27 1045 0 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8:46.5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148 279 10761 0 0,'11'-14'2017'0'0,"-7"14"417"0"0,-12 35-694 0 0,-48 166 1493 0 0,0-3-1987 0 0,32-141-2201 0 0,6-17-3099 0 0,18-39 3392 0 0,0-8-4506 0 0,0 3 5009 0 0,1 0-1 0 0,-1 0 1 0 0,1 0-1 0 0,0 0 1 0 0,0 0 0 0 0,0 0-1 0 0,1 1 1 0 0,1-5-1 0 0,3-5-967 0 0,-4 6 966 0 0,1 0 0 0 0,1 0 0 0 0,-1 1 0 0 0,1-1 0 0 0,0 1 0 0 0,1 0 0 0 0,-1 0 0 0 0,1 0-1 0 0,0 1 1 0 0,7-6 0 0 0,5-2 174 0 0,1 1 0 0 0,23-13-1 0 0,24-15 59 0 0,-33 16 98 0 0,0-2 1 0 0,-2-1-1 0 0,-1-1 1 0 0,46-58-1 0 0,-59 65-34 0 0,-2-1 1 0 0,0 0-1 0 0,-1-1 1 0 0,-1 0-1 0 0,-1-1 1 0 0,-2 0-1 0 0,0-1 0 0 0,8-39 1 0 0,-7 23 464 0 0,-7 29 40 0 0,0-1 1 0 0,-1 1 0 0 0,2-20-1 0 0,-4 29-197 0 0,-2-11 428 0 0,2 14-843 0 0,0 0-1 0 0,0 0 1 0 0,0-1 0 0 0,0 1 0 0 0,0 0 0 0 0,0 0 0 0 0,0-1-1 0 0,0 1 1 0 0,0 0 0 0 0,0 0 0 0 0,0-1 0 0 0,0 1 0 0 0,0 0-1 0 0,0 0 1 0 0,0-1 0 0 0,0 1 0 0 0,0 0 0 0 0,0 0 0 0 0,0-1-1 0 0,0 1 1 0 0,-1 0 0 0 0,1 0 0 0 0,0 0 0 0 0,0-1 0 0 0,0 1-1 0 0,-1 0 1 0 0,1 0 0 0 0,0 0 0 0 0,0 0 0 0 0,0-1 0 0 0,-1 1-1 0 0,1 0 1 0 0,0 0 0 0 0,0 0 0 0 0,-1 0 0 0 0,1 0 0 0 0,0 0-1 0 0,0 0 1 0 0,-1 0 0 0 0,1-1 0 0 0,0 1 0 0 0,0 0-1 0 0,-1 0 1 0 0,1 0 0 0 0,0 0 0 0 0,0 1 0 0 0,-1-1 0 0 0,1 0-1 0 0,0 0 1 0 0,0 0 0 0 0,-1 0 0 0 0,-8 9 81 0 0,1 0 0 0 0,0 1 0 0 0,1 0 1 0 0,0 0-1 0 0,0 1 0 0 0,-5 13 0 0 0,-34 81 446 0 0,22-46-219 0 0,-112 294 895 0 0,89-191-513 0 0,46-158-676 0 0,1-4-38 0 0,0 0 0 0 0,0 1 0 0 0,0-1 1 0 0,0 0-1 0 0,0 1 0 0 0,0-1 0 0 0,0 0 1 0 0,1 1-1 0 0,-1-1 0 0 0,0 0 0 0 0,0 1 0 0 0,0-1 1 0 0,0 0-1 0 0,0 0 0 0 0,1 1 0 0 0,-1-1 1 0 0,0 0-1 0 0,0 1 0 0 0,0-1 0 0 0,1 0 1 0 0,-1 0-1 0 0,0 1 0 0 0,0-1 0 0 0,1 0 1 0 0,-1 0-1 0 0,0 0 0 0 0,1 0 0 0 0,-1 1 0 0 0,0-1 1 0 0,1 0-1 0 0,-1 0 0 0 0,0 0 0 0 0,1 0 1 0 0,-1 0-1 0 0,0 0 0 0 0,1 0 0 0 0,-1 0 1 0 0,0 0-1 0 0,1 0 0 0 0,-1 0 0 0 0,0 0 0 0 0,1 0 1 0 0,-1 0-1 0 0,0 0 0 0 0,1 0 0 0 0,-1 0 1 0 0,0 0-1 0 0,1-1 0 0 0,-1 1 0 0 0,0 0 1 0 0,1 0-1 0 0,-1 0 0 0 0,0 0 0 0 0,0-1 1 0 0,1 1-1 0 0,-1 0 0 0 0,0 0 0 0 0,1-1 0 0 0,16-7 45 0 0,-2 0-8 0 0,0 1 0 0 0,0 0 0 0 0,1 2 0 0 0,27-8 1 0 0,-37 12-257 0 0,1 1 0 0 0,0-1 0 0 0,0 1 0 0 0,0 0 0 0 0,0 1 0 0 0,-1-1 1 0 0,1 1-1 0 0,0 1 0 0 0,0-1 0 0 0,-1 1 0 0 0,1 1 0 0 0,-1-1 0 0 0,12 7 0 0 0,-15-8-39 0 0,44 23-2976 0 0,-13-12-3037 0 0,-16-9 3033 0 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8:46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22 92 0 0,'8'-22'13111'0'0,"-23"27"-12720"0"0,0 0 0 0 0,0 1 0 0 0,1 1 1 0 0,0 0-1 0 0,0 1 0 0 0,1 0 1 0 0,0 1-1 0 0,0 1 0 0 0,1 0 1 0 0,-18 19-1 0 0,29-28-109 0 0,27 15 115 0 0,-8-14-387 0 0,1-1 1 0 0,0 0-1 0 0,0-2 0 0 0,23-2 0 0 0,38-1-2503 0 0,-62 5 869 0 0,11-1-5234 0 0,-14 1 2772 0 0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8:48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701 38 352 0 0,'-18'-19'3450'0'0,"10"16"-3059"0"0,0-1 1 0 0,0 2-1 0 0,-1-1 1 0 0,1 1 0 0 0,0 0-1 0 0,-1 1 1 0 0,0 0-1 0 0,1 1 1 0 0,-1-1 0 0 0,1 2-1 0 0,-1-1 1 0 0,-11 3-1 0 0,7 0-184 0 0,1 1 0 0 0,-1 0 0 0 0,1 1 0 0 0,0 0 0 0 0,1 1 0 0 0,-1 0 0 0 0,-17 14 0 0 0,-24 18 463 0 0,2 3 0 0 0,2 2 0 0 0,2 1 1 0 0,2 3-1 0 0,-74 101 0 0 0,107-129-521 0 0,0 0 0 0 0,2 1 0 0 0,1 0 0 0 0,0 1 0 0 0,1 0-1 0 0,2 1 1 0 0,-8 35 0 0 0,13-45-89 0 0,-1-1-1 0 0,2 0 1 0 0,-1 1-1 0 0,2-1 1 0 0,0 1-1 0 0,0-1 1 0 0,4 17-1 0 0,-3-21-32 0 0,0-1 0 0 0,1 0 0 0 0,-1 0-1 0 0,1 0 1 0 0,0 0 0 0 0,1 0 0 0 0,-1 0-1 0 0,1-1 1 0 0,1 0 0 0 0,-1 0 0 0 0,1 0-1 0 0,-1 0 1 0 0,10 6 0 0 0,-8-7-8 0 0,0 0-1 0 0,0 0 1 0 0,1-1 0 0 0,-1 0 0 0 0,1 0-1 0 0,0-1 1 0 0,0 1 0 0 0,0-2 0 0 0,0 1 0 0 0,0-1-1 0 0,0 0 1 0 0,10 0 0 0 0,-5-1-1 0 0,1-1 0 0 0,-1 0-1 0 0,1-1 1 0 0,-1-1 0 0 0,0 0 0 0 0,18-7 0 0 0,7-6-11 0 0,-1-2 0 0 0,0-1 0 0 0,41-31 0 0 0,-75 48-8 0 0,27-16-52 0 0,-2-2 0 0 0,-1-1 0 0 0,0-1 0 0 0,-1-1 0 0 0,-2-1 0 0 0,26-34 0 0 0,-28 19-456 0 0,-26 44 489 0 0,0 1 1 0 0,0 0-1 0 0,0 0 1 0 0,1 0-1 0 0,-1 1 1 0 0,2-1-1 0 0,-1 1 1 0 0,1 0-1 0 0,0 0 1 0 0,0 0-1 0 0,1 1 1 0 0,0-1-1 0 0,0 1 1 0 0,1-1-1 0 0,-1 9 1 0 0,2-12-2 0 0,0 0 0 0 0,-1 0 0 0 0,2 0 0 0 0,-1 0 1 0 0,0 0-1 0 0,1 0 0 0 0,0 0 0 0 0,0 0 0 0 0,0 0 1 0 0,0-1-1 0 0,1 1 0 0 0,-1 0 0 0 0,1-1 0 0 0,0 1 1 0 0,0-1-1 0 0,1 1 0 0 0,-1-1 0 0 0,1 0 0 0 0,-1 0 1 0 0,1 0-1 0 0,0 0 0 0 0,0-1 0 0 0,0 1 0 0 0,0-1 1 0 0,1 0-1 0 0,-1 0 0 0 0,1 0 0 0 0,-1 0 0 0 0,1 0 0 0 0,0-1 1 0 0,0 0-1 0 0,5 1 0 0 0,-6-1 32 0 0,1 0 0 0 0,-1 0 0 0 0,0-1 1 0 0,1 1-1 0 0,-1-1 0 0 0,1 0 0 0 0,0 0 0 0 0,-1 0 0 0 0,1-1 0 0 0,-1 1 1 0 0,1-1-1 0 0,-1 0 0 0 0,0 0 0 0 0,1 0 0 0 0,-1-1 0 0 0,0 1 0 0 0,0-1 1 0 0,0 1-1 0 0,0-1 0 0 0,0 0 0 0 0,0 0 0 0 0,0-1 0 0 0,-1 1 0 0 0,1 0 1 0 0,-1-1-1 0 0,1 0 0 0 0,-1 1 0 0 0,0-1 0 0 0,0 0 0 0 0,0 0 0 0 0,-1 0 0 0 0,1-1 1 0 0,1-4-1 0 0,-3 5 34 0 0,1-1 0 0 0,-1 1 0 0 0,-1 0 0 0 0,1 0 0 0 0,0 0 0 0 0,-1 0 1 0 0,0 0-1 0 0,1 0 0 0 0,-1 0 0 0 0,0 0 0 0 0,-1 1 0 0 0,1-1 0 0 0,0 0 0 0 0,-1 0 0 0 0,0 1 1 0 0,1-1-1 0 0,-5-3 0 0 0,3 2-53 0 0,0 1-25 0 0,0-1-1 0 0,0 1 0 0 0,0-1 0 0 0,-1 1 0 0 0,1 0 1 0 0,-1 1-1 0 0,1-1 0 0 0,-1 0 0 0 0,0 1 0 0 0,0 0 1 0 0,0 0-1 0 0,-1 0 0 0 0,1 1 0 0 0,0-1 0 0 0,-1 1 1 0 0,1 0-1 0 0,-1 0 0 0 0,1 0 0 0 0,-1 1 0 0 0,0 0 0 0 0,1 0 1 0 0,-1 0-1 0 0,-4 1 0 0 0,4 0-344 0 0,1 0-1 0 0,1 0 1 0 0,-1 1-1 0 0,0-1 1 0 0,0 1 0 0 0,0 0-1 0 0,-6 5 1 0 0,-6 14-7069 0 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8:48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0 844 0 0,'4'3'421'0'0,"0"1"-1"0"0,0-1 0 0 0,-1 1 1 0 0,1 0-1 0 0,-1 0 1 0 0,0 0-1 0 0,0 0 0 0 0,0 0 1 0 0,-1 1-1 0 0,1-1 1 0 0,-1 1-1 0 0,0 0 1 0 0,0 0-1 0 0,-1 0 0 0 0,0 0 1 0 0,2 8-1 0 0,8 21 874 0 0,-10-26-952 0 0,3 9 123 0 0,-4-17-446 0 0,0 0-1 0 0,0 0 1 0 0,0 1 0 0 0,0-1 0 0 0,0 0-1 0 0,0 0 1 0 0,0 0 0 0 0,0 0-1 0 0,0 0 1 0 0,0 1 0 0 0,0-1 0 0 0,0 0-1 0 0,0 0 1 0 0,0 0 0 0 0,0 0-1 0 0,0 1 1 0 0,0-1 0 0 0,0 0 0 0 0,0 0-1 0 0,0 0 1 0 0,0 0 0 0 0,0 0-1 0 0,0 0 1 0 0,0 1 0 0 0,1-1 0 0 0,-1 0-1 0 0,0 0 1 0 0,0 0 0 0 0,0 0-1 0 0,0 0 1 0 0,0 0 0 0 0,0 0 0 0 0,1 0-1 0 0,-1 0 1 0 0,0 1 0 0 0,0-1-1 0 0,0 0 1 0 0,0 0 0 0 0,1 0 0 0 0,-1 0-1 0 0,0 0 1 0 0,0 0 0 0 0,0 0-1 0 0,0 0 1 0 0,0 0 0 0 0,1 0 0 0 0,-1 0-1 0 0,0 0 1 0 0,0 0 0 0 0,0 0-1 0 0,0 0 1 0 0,1 0 0 0 0,-1-1 0 0 0,0 1-1 0 0,0 0 1 0 0,0 0 0 0 0,0 0-1 0 0,0 0 1 0 0,0 0 0 0 0,1 0 0 0 0,-1 0-1 0 0,14-19 165 0 0,1 2 0 0 0,0 0-1 0 0,32-26 1 0 0,-46 42-138 0 0,-1 1-41 0 0,1-1 0 0 0,-1 1 0 0 0,0 0 1 0 0,0-1-1 0 0,1 1 0 0 0,-1 0 0 0 0,0 0 1 0 0,1-1-1 0 0,-1 1 0 0 0,0 0 0 0 0,1 0 0 0 0,-1-1 1 0 0,1 1-1 0 0,-1 0 0 0 0,0 0 0 0 0,1 0 1 0 0,-1 0-1 0 0,1 0 0 0 0,-1 0 0 0 0,1 0 1 0 0,-1 0-1 0 0,0 0 0 0 0,1 0 0 0 0,-1 0 0 0 0,1 0 1 0 0,-1 0-1 0 0,0 0 0 0 0,1 0 0 0 0,-1 0 1 0 0,1 0-1 0 0,-1 0 0 0 0,1 0 0 0 0,-1 1 1 0 0,0-1-1 0 0,1 0 0 0 0,-1 0 0 0 0,0 0 0 0 0,1 1 1 0 0,-1-1-1 0 0,1 1 0 0 0,18 13 92 0 0,-7 13-290 0 0,6 13-1676 0 0,-2-18-3551 0 0,-8-15 2713 0 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8:49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24 586 168 0 0,'0'0'5177'0'0,"-4"4"-4521"0"0,0 0-422 0 0,2-4-172 0 0,1 1 1 0 0,0 0-1 0 0,0 0 1 0 0,0-1-1 0 0,0 1 1 0 0,0 0-1 0 0,0 0 1 0 0,1 0-1 0 0,-1 0 1 0 0,0 1-1 0 0,0-1 1 0 0,1 0-1 0 0,-1 0 1 0 0,1 0-1 0 0,-1 1 0 0 0,1-1 1 0 0,-1 0-1 0 0,1 0 1 0 0,0 1-1 0 0,-1-1 1 0 0,1 2-1 0 0,0-2 373 0 0,2 4 182 0 0,-1-1-418 0 0,0-1 0 0 0,0 1-1 0 0,0 0 1 0 0,1-1-1 0 0,0 1 1 0 0,0-1-1 0 0,0 0 1 0 0,0 0-1 0 0,4 6 1 0 0,-4-9-95 0 0,0 1-1 0 0,0 0 1 0 0,0-1-1 0 0,0 0 1 0 0,0 1-1 0 0,0-1 1 0 0,0 0 0 0 0,0 0-1 0 0,0 0 1 0 0,0 0-1 0 0,-1-1 1 0 0,1 1 0 0 0,0 0-1 0 0,0-1 1 0 0,0 1-1 0 0,0-1 1 0 0,0 0-1 0 0,2-1 1 0 0,2-1 105 0 0,0-1 0 0 0,0 0 0 0 0,0 0-1 0 0,-1 0 1 0 0,7-8 0 0 0,3-2 284 0 0,-2-2 0 0 0,22-32 0 0 0,-17 20-135 0 0,-2-2-1 0 0,0 1 0 0 0,-2-2 1 0 0,-2 0-1 0 0,14-48 0 0 0,-23 65-226 0 0,0 0-1 0 0,0 0 1 0 0,-2 0 0 0 0,1-1-1 0 0,-2 1 1 0 0,0 0-1 0 0,-1 0 1 0 0,0-1 0 0 0,-1 1-1 0 0,-1 0 1 0 0,0 0 0 0 0,0 0-1 0 0,-2 1 1 0 0,0-1-1 0 0,-9-16 1 0 0,10 24-76 0 0,0 0 0 0 0,0 0-1 0 0,-1 0 1 0 0,0 0 0 0 0,0 1-1 0 0,-1 0 1 0 0,0 0 0 0 0,1 1 0 0 0,-2-1-1 0 0,1 1 1 0 0,0 0 0 0 0,-1 1 0 0 0,0 0-1 0 0,0 0 1 0 0,0 0 0 0 0,0 1-1 0 0,0 0 1 0 0,0 0 0 0 0,-1 1 0 0 0,1 0-1 0 0,-1 0 1 0 0,1 1 0 0 0,0 0-1 0 0,-1 0 1 0 0,-14 3 0 0 0,20-3-53 0 0,0 1 0 0 0,0 0 0 0 0,1-1 0 0 0,-1 1 0 0 0,0 0 0 0 0,1 0 1 0 0,-1 0-1 0 0,0 0 0 0 0,1 0 0 0 0,-1 0 0 0 0,1 1 0 0 0,0-1 0 0 0,-1 1 0 0 0,1-1 0 0 0,0 1 0 0 0,0-1 0 0 0,0 1 1 0 0,0-1-1 0 0,0 1 0 0 0,0 0 0 0 0,0 0 0 0 0,0 2 0 0 0,0 0-5 0 0,1 0 1 0 0,0 0-1 0 0,0 0 0 0 0,0 0 1 0 0,0-1-1 0 0,0 1 0 0 0,1 0 0 0 0,0 0 1 0 0,0 0-1 0 0,2 5 0 0 0,3 6-24 0 0,1 0 1 0 0,0 0-1 0 0,1-1 0 0 0,11 14 0 0 0,23 30-60 0 0,-8-11-163 0 0,32 56 1 0 0,-58-88 173 0 0,0 1-1 0 0,-1 0 1 0 0,-1 0 0 0 0,0 1 0 0 0,-1-1-1 0 0,-1 1 1 0 0,-1 0 0 0 0,2 20 0 0 0,-6 42-484 0 0,1-78 358 0 0,-9 28-2417 0 0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8:49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78 172 0 0,'13'-53'9196'0'0,"-3"36"-7952"0"0,-5 9-7380 0 0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8:50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14 144 0 0,'0'0'1116'0'0,"-6"-9"1834"0"0,0 5 437 0 0,4 8-582 0 0,-22 116-260 0 0,10-63-1368 0 0,-8 93 0 0 0,19-108-860 0 0,2 1 0 0 0,1-1-1 0 0,2 0 1 0 0,3 0 0 0 0,1-1 0 0 0,15 57-1 0 0,-20-95-305 0 0,-1-1 0 0 0,1 1 0 0 0,-1-1 0 0 0,1 0-1 0 0,0 1 1 0 0,0-1 0 0 0,0 0 0 0 0,0 0 0 0 0,1 0 0 0 0,-1 0-1 0 0,1 0 1 0 0,-1 0 0 0 0,1 0 0 0 0,-1 0 0 0 0,1-1-1 0 0,0 1 1 0 0,0-1 0 0 0,0 1 0 0 0,0-1 0 0 0,0 0 0 0 0,0 0-1 0 0,1 1 1 0 0,-1-2 0 0 0,0 1 0 0 0,0 0 0 0 0,1 0 0 0 0,-1-1-1 0 0,0 1 1 0 0,1-1 0 0 0,-1 0 0 0 0,1 0 0 0 0,-1 0-1 0 0,1 0 1 0 0,4 0 0 0 0,3-3 158 0 0,0 0-1 0 0,0-1 1 0 0,0 0 0 0 0,0 0-1 0 0,-1-1 1 0 0,13-8 0 0 0,-20 12 107 0 0,4-6 660 0 0,-6 7-985 0 0,0 0-1 0 0,0 1 0 0 0,0-1 0 0 0,0 0 1 0 0,0 0-1 0 0,0 0 0 0 0,0 0 0 0 0,0 0 0 0 0,0 1 1 0 0,0-1-1 0 0,0 0 0 0 0,0 0 0 0 0,0 0 1 0 0,0 0-1 0 0,0 0 0 0 0,0 0 0 0 0,0 1 0 0 0,1-1 1 0 0,-1 0-1 0 0,0 0 0 0 0,0 0 0 0 0,0 0 1 0 0,0 0-1 0 0,0 0 0 0 0,0 0 0 0 0,0 0 0 0 0,1 0 1 0 0,-1 0-1 0 0,0 1 0 0 0,0-1 0 0 0,0 0 1 0 0,0 0-1 0 0,0 0 0 0 0,1 0 0 0 0,-1 0 1 0 0,0 0-1 0 0,0 0 0 0 0,0 0 0 0 0,0 0 0 0 0,0 0 1 0 0,1 0-1 0 0,-1 0 0 0 0,0 0 0 0 0,0-1 1 0 0,0 1-1 0 0,0 0 0 0 0,0 0 0 0 0,1 0 0 0 0,-1 0 1 0 0,0 0-1 0 0,0 0 0 0 0,0 0 0 0 0,0 0 1 0 0,0 0-1 0 0,0 0 0 0 0,0 0 0 0 0,0-1 0 0 0,1 1 1 0 0,-1 0-1 0 0,0 0 0 0 0,0 0 0 0 0,0 0 1 0 0,0 0-1 0 0,0 0 0 0 0,0-1 0 0 0,0 1 0 0 0,0 0 1 0 0,0 0-1 0 0,0 0 0 0 0,-4 20-1203 0 0,3-15-281 0 0,-3 7-5408 0 0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8:50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70 136 0 0,'0'0'1109'0'0,"0"-36"5526"0"0,-3 11-2301 0 0,3 23-3730 0 0,2-5 291 0 0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8:51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47 608 0 0,'0'0'2729'0'0,"-2"4"-1932"0"0,1 1-542 0 0,0-1 1 0 0,-1 0 0 0 0,1 1 0 0 0,0-1-1 0 0,1 1 1 0 0,-1 0 0 0 0,1-1 0 0 0,0 1-1 0 0,0-1 1 0 0,1 1 0 0 0,-1 0-1 0 0,1-1 1 0 0,0 1 0 0 0,0-1 0 0 0,1 1-1 0 0,-1-1 1 0 0,1 0 0 0 0,0 0 0 0 0,0 0-1 0 0,0 0 1 0 0,1 0 0 0 0,0 0 0 0 0,-1 0-1 0 0,7 6 1 0 0,-8-9 33 0 0,0 0-74 0 0,0 0-1 0 0,-1-1 0 0 0,1 1 1 0 0,0 0-1 0 0,0-1 1 0 0,-1 1-1 0 0,1 0 0 0 0,0-1 1 0 0,0 1-1 0 0,0-1 1 0 0,0 1-1 0 0,0-1 0 0 0,0 1 1 0 0,0-1-1 0 0,0 0 1 0 0,0 0-1 0 0,0 1 0 0 0,0-1 1 0 0,2 0-1 0 0,-1-8 159 0 0,1 1 0 0 0,-1-1 0 0 0,-1 1 0 0 0,1-1-1 0 0,-1 0 1 0 0,0-14 0 0 0,-1 14-211 0 0,0-1-1 0 0,1 1 0 0 0,0-1 1 0 0,0 1-1 0 0,1-1 1 0 0,1 1-1 0 0,4-13 1 0 0,-5 18-150 0 0,0 1 1 0 0,1-1 0 0 0,-1 1 0 0 0,1 0-1 0 0,-1 0 1 0 0,1 0 0 0 0,0 0-1 0 0,0 1 1 0 0,-1-1 0 0 0,1 1 0 0 0,0-1-1 0 0,1 1 1 0 0,-1 0 0 0 0,0 0-1 0 0,0 1 1 0 0,0-1 0 0 0,7 0-1 0 0,-8 1-12 0 0,27 7-27 0 0,-26-5 26 0 0,1 1-1 0 0,-1-1 1 0 0,0 1 0 0 0,0-1 0 0 0,0 1-1 0 0,-1 0 1 0 0,1 0 0 0 0,-1 1-1 0 0,1-1 1 0 0,-1 0 0 0 0,0 1-1 0 0,0 0 1 0 0,-1-1 0 0 0,1 1-1 0 0,2 7 1 0 0,-3-4-7 0 0,1-1 0 0 0,0 1 0 0 0,-1-1 1 0 0,-1 1-1 0 0,1 0 0 0 0,-1-1 0 0 0,0 1 0 0 0,-2 13 0 0 0,2-18-41 0 0,0 16-1041 0 0,8-29 975 0 0,-1 2-99 0 0,0-1-1 0 0,1 1 1 0 0,-1 0 0 0 0,2 1-1 0 0,-1 0 1 0 0,1 0 0 0 0,0 1-1 0 0,18-10 1 0 0,-25 16 131 0 0,1 1 81 0 0,-1 0 0 0 0,0 1-1 0 0,1-1 1 0 0,-1 1 0 0 0,0-1-1 0 0,0 1 1 0 0,1 0 0 0 0,-1 0-1 0 0,0 0 1 0 0,0 0 0 0 0,0 0-1 0 0,0 1 1 0 0,0-1 0 0 0,0 0 0 0 0,0 1-1 0 0,-1 0 1 0 0,1-1 0 0 0,0 1-1 0 0,-1 0 1 0 0,1 0 0 0 0,-1 0-1 0 0,0 0 1 0 0,0 0 0 0 0,1 3-1 0 0,2 2-106 0 0,-2 1 0 0 0,1 0 0 0 0,-1 0 0 0 0,2 13 0 0 0,-3-18-97 0 0,-1-1-245 0 0,-1 4-427 0 0,1-5 623 0 0,0 0 1 0 0,0 0-1 0 0,0 0 0 0 0,0 0 0 0 0,0-1 0 0 0,0 1 1 0 0,-1 0-1 0 0,1 0 0 0 0,0 0 0 0 0,0 0 0 0 0,-1-1 1 0 0,1 1-1 0 0,0 0 0 0 0,-1 0 0 0 0,1 0 0 0 0,-1-1 1 0 0,1 1-1 0 0,-1 0 0 0 0,1-1 0 0 0,-1 1 0 0 0,0 0 1 0 0,0 0-1 0 0,-5 1-2718 0 0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8:51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35 188 0 0,'0'0'9407'0'0,"3"-4"-8864"0"0,0 1-591 0 0,0 1-1 0 0,0-1 1 0 0,0 0-1 0 0,0 1 1 0 0,1 0-1 0 0,-1-1 1 0 0,1 1-1 0 0,-1 1 1 0 0,1-1-1 0 0,0 0 1 0 0,0 1-1 0 0,-1 0 1 0 0,1 0-1 0 0,0 0 1 0 0,6 0-1 0 0,-8 1-862 0 0,11 0-3274 0 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8:53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276 362 412 0 0,'-28'-30'7463'0'0,"27"29"-6849"0"0,-29-17 1777 0 0,20 17-2212 0 0,0 0 1 0 0,0 0-1 0 0,-1 1 1 0 0,1 0-1 0 0,0 1 1 0 0,0 1 0 0 0,0-1-1 0 0,0 1 1 0 0,0 1-1 0 0,1 0 1 0 0,-1 0-1 0 0,-15 9 1 0 0,19-9-132 0 0,1 0 0 0 0,0 1 0 0 0,0-1 0 0 0,1 1 0 0 0,-1 0 0 0 0,1 1 0 0 0,0-1 0 0 0,0 1 0 0 0,0-1 0 0 0,1 1 0 0 0,0 0 0 0 0,0 1 0 0 0,0-1 0 0 0,0 0 0 0 0,1 1 0 0 0,0 0 1 0 0,0-1-1 0 0,1 1 0 0 0,-2 10 0 0 0,3-14-10 0 0,8 13 46 0 0,-5-14-90 0 0,-1 0 0 0 0,0 0 1 0 0,1-1-1 0 0,0 1 1 0 0,-1-1-1 0 0,1 1 0 0 0,-1-1 1 0 0,1 0-1 0 0,0 0 0 0 0,-1 0 1 0 0,1 0-1 0 0,-1 0 1 0 0,1-1-1 0 0,-1 1 0 0 0,1-1 1 0 0,0 0-1 0 0,-1 0 0 0 0,0 0 1 0 0,4-1-1 0 0,39-25-399 0 0,-44 26 395 0 0,9-7-174 0 0,-1 1-1 0 0,2 0 0 0 0,17-9 1 0 0,-23 14 124 0 0,1 1 0 0 0,-1-1-1 0 0,0 1 1 0 0,1 0 0 0 0,-1 0 0 0 0,1 0 0 0 0,-1 1 0 0 0,1 0 0 0 0,0 0 0 0 0,9 2 0 0 0,0 0-62 0 0,1-1 0 0 0,-1-1 0 0 0,1 0 1 0 0,-1-1-1 0 0,0-1 0 0 0,1 0 0 0 0,-1-1 0 0 0,0-1 1 0 0,0 0-1 0 0,15-7 0 0 0,-22 8 119 0 0,-1 0 0 0 0,0-1 0 0 0,0 0 0 0 0,0 0-1 0 0,0-1 1 0 0,-1 0 0 0 0,0 0 0 0 0,0-1 0 0 0,0 1 0 0 0,0-1 0 0 0,-1-1 0 0 0,0 1 0 0 0,0-1 0 0 0,-1 0 0 0 0,0 0-1 0 0,0 0 1 0 0,-1 0 0 0 0,0-1 0 0 0,0 1 0 0 0,3-15 0 0 0,-3 6 243 0 0,-1-1-1 0 0,-1 1 1 0 0,0-1 0 0 0,-1 1 0 0 0,-1 0-1 0 0,0-1 1 0 0,-1 1 0 0 0,-1 0 0 0 0,-1 0-1 0 0,0 0 1 0 0,-8-20 0 0 0,11 35-77 0 0,0-1 19 0 0,0-3-173 0 0,-1 7 391 0 0,-3 26-321 0 0,1 0 0 0 0,2 0 1 0 0,1 0-1 0 0,5 49 0 0 0,25 114-1282 0 0,-2-29-7437 0 0,-27-147 5743 0 0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8:24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4 261 480 0 0,'-3'5'6028'0'0,"12"-1"-4622"0"0,16-1-1011 0 0,-1-9 23 0 0,0-1-1 0 0,0-1 0 0 0,-1-1 0 0 0,0-1 0 0 0,23-14 0 0 0,-37 20-318 0 0,5-5 90 0 0,1 1-1 0 0,-1-2 1 0 0,0 0 0 0 0,20-20 0 0 0,-28 25-105 0 0,-1-1 0 0 0,0 0 1 0 0,0 0-1 0 0,0 0 1 0 0,0 0-1 0 0,-1-1 0 0 0,0 0 1 0 0,-1 0-1 0 0,1 0 1 0 0,-1 0-1 0 0,-1 0 0 0 0,3-9 1 0 0,-4 14-66 0 0,-1 1 1 0 0,0-1 0 0 0,1 0-1 0 0,-1 1 1 0 0,0-1-1 0 0,0 1 1 0 0,0-1-1 0 0,0 0 1 0 0,0 1-1 0 0,0-1 1 0 0,0 1-1 0 0,-1-1 1 0 0,1 0 0 0 0,0 1-1 0 0,-1-1 1 0 0,1 1-1 0 0,-1-1 1 0 0,0 1-1 0 0,0-1 1 0 0,1 1-1 0 0,-1 0 1 0 0,0-1 0 0 0,0 1-1 0 0,0 0 1 0 0,0 0-1 0 0,-2-2 1 0 0,1 2-10 0 0,-1 1-1 0 0,1-1 1 0 0,0 1 0 0 0,0-1 0 0 0,-1 1 0 0 0,1 0 0 0 0,0 0 0 0 0,0 0-1 0 0,-1 0 1 0 0,1 0 0 0 0,0 1 0 0 0,0-1 0 0 0,-1 1 0 0 0,1-1 0 0 0,0 1-1 0 0,-2 1 1 0 0,-10 4 18 0 0,1 0-1 0 0,0 1 1 0 0,1 0 0 0 0,-20 15-1 0 0,12-6 42 0 0,0 1-1 0 0,0 1 1 0 0,2 1-1 0 0,0 1 1 0 0,-20 30 0 0 0,34-44-57 0 0,0 0 1 0 0,0 0 0 0 0,1 0 0 0 0,-1 0 0 0 0,1 0 0 0 0,1 1-1 0 0,0-1 1 0 0,0 1 0 0 0,0 0 0 0 0,0-1 0 0 0,1 1 0 0 0,0 0 0 0 0,1 0-1 0 0,0 0 1 0 0,0 0 0 0 0,0 0 0 0 0,1 0 0 0 0,0 0 0 0 0,0 0 0 0 0,1 0-1 0 0,-1-1 1 0 0,2 1 0 0 0,-1-1 0 0 0,1 1 0 0 0,5 9 0 0 0,-5-12-7 0 0,0-1 0 0 0,-1 0 0 0 0,1 1 0 0 0,0-1 0 0 0,0-1 1 0 0,0 1-1 0 0,1 0 0 0 0,-1-1 0 0 0,1 0 0 0 0,-1 0 0 0 0,1 0 1 0 0,0 0-1 0 0,0 0 0 0 0,0-1 0 0 0,5 2 0 0 0,0-1-16 0 0,1-1-1 0 0,-1 0 1 0 0,1 0 0 0 0,0-1-1 0 0,-1 0 1 0 0,14-2-1 0 0,8-3-131 0 0,0-1 0 0 0,60-22 0 0 0,-60 17 86 0 0,0-1 0 0 0,0-2 0 0 0,-1-1 1 0 0,-1-2-1 0 0,-1 0 0 0 0,0-2 0 0 0,-1-1 0 0 0,45-45 0 0 0,-71 65 119 0 0,0-1 0 0 0,0 0 1 0 0,0 0-1 0 0,0 0 0 0 0,0 0 0 0 0,0 0 0 0 0,0 0 0 0 0,-1 0 0 0 0,1 0 0 0 0,0 0 0 0 0,-1 0 0 0 0,1-1 1 0 0,0 1-1 0 0,-1 0 0 0 0,1 0 0 0 0,-1-1 0 0 0,0 1 0 0 0,0 0 0 0 0,1-2 0 0 0,-21 9 877 0 0,-31 26-582 0 0,49-29-343 0 0,-4 3 30 0 0,-1 1 0 0 0,2-1 0 0 0,-1 1-1 0 0,-6 12 1 0 0,11-18 79 0 0,3 1-108 0 0,-1 0 1 0 0,1 0 0 0 0,-1-1 0 0 0,1 1 0 0 0,0 0 0 0 0,0-1 0 0 0,0 0 0 0 0,0 1 0 0 0,3 1 0 0 0,145-16-483 0 0,-146 13 199 0 0,0 0-1 0 0,-1 1 1 0 0,1-1 0 0 0,0 1 0 0 0,-1 0-1 0 0,1 0 1 0 0,-1 1 0 0 0,0-1 0 0 0,1 1-1 0 0,-1 0 1 0 0,3 2 0 0 0,-3-3-340 0 0,0 1 1 0 0,0 0-1 0 0,0-1 1 0 0,0 1-1 0 0,0-1 0 0 0,0 0 1 0 0,0 0-1 0 0,0 0 1 0 0,1-1-1 0 0,-1 1 1 0 0,0-1-1 0 0,1 1 0 0 0,4-1 1 0 0,7-2-1956 0 0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8:24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35 510 80 0 0,'0'0'4971'0'0,"-5"4"-4443"0"0,3-3-442 0 0,0 1 1 0 0,-1-1-1 0 0,1 1 1 0 0,1 0-1 0 0,-1-1 1 0 0,0 1-1 0 0,0 0 1 0 0,1 1-1 0 0,-1-1 1 0 0,1 0-1 0 0,-1 0 1 0 0,1 0-1 0 0,0 1 1 0 0,0-1-1 0 0,0 1 1 0 0,0-1-1 0 0,1 1 1 0 0,-1-1-1 0 0,1 1 1 0 0,-1 0-1 0 0,1-1 1 0 0,0 1-1 0 0,0 0 1 0 0,0-1-1 0 0,0 1 1 0 0,1-1-1 0 0,-1 1 1 0 0,1 0-1 0 0,-1-1 1 0 0,1 1-1 0 0,0-1 1 0 0,0 1-1 0 0,0-1 1 0 0,0 0-1 0 0,1 1 1 0 0,-1-1-1 0 0,0 0 1 0 0,1 0-1 0 0,2 2 1 0 0,-1-1-58 0 0,1 0 0 0 0,0 0 0 0 0,0 0 0 0 0,0-1 0 0 0,0 1 0 0 0,1-1-1 0 0,-1 0 1 0 0,1-1 0 0 0,-1 1 0 0 0,1-1 0 0 0,0 0 0 0 0,0 0 0 0 0,-1 0 0 0 0,1 0 0 0 0,0-1 0 0 0,0 0 0 0 0,0 0 0 0 0,0-1 0 0 0,-1 1 0 0 0,1-1 0 0 0,0 0 0 0 0,0 0 0 0 0,-1 0 0 0 0,1-1 0 0 0,-1 0 0 0 0,1 0 0 0 0,4-3-1 0 0,4-1-20 0 0,-1 0-1 0 0,0-2 0 0 0,0 1 0 0 0,0-1 0 0 0,-1-1 0 0 0,-1 0 0 0 0,1-1 0 0 0,10-13 1 0 0,-11 9-5 0 0,0 0 1 0 0,0-1 0 0 0,-2-1-1 0 0,0 1 1 0 0,-1-1 0 0 0,0-1-1 0 0,-1 1 1 0 0,-1-1 0 0 0,-1 0-1 0 0,0 0 1 0 0,-1-1 0 0 0,-1 1-1 0 0,-1-35 1 0 0,-2 21 619 0 0,-2 0-1 0 0,-1 0 1 0 0,-2 0 0 0 0,-1 1 0 0 0,-1 0-1 0 0,-24-57 1 0 0,31 86-83 0 0,-20 34-141 0 0,14 1-298 0 0,1 1 0 0 0,1 0 0 0 0,2 0 0 0 0,1 0 1 0 0,2 0-1 0 0,2 1 0 0 0,1-1 0 0 0,2 0 0 0 0,1-1 0 0 0,20 66 1 0 0,-22-89-63 0 0,-4-8-23 0 0,1 0 0 0 0,0 1 0 0 0,-1-1 1 0 0,1 0-1 0 0,1 0 0 0 0,-1-1 1 0 0,0 1-1 0 0,1 0 0 0 0,-1 0 1 0 0,1-1-1 0 0,0 1 0 0 0,0-1 0 0 0,0 1 1 0 0,0-1-1 0 0,0 0 0 0 0,1 0 1 0 0,-1 0-1 0 0,4 2 0 0 0,-5-3 46 0 0,48-7-124 0 0,11 2-2663 0 0,-17 6-1847 0 0,-25-1 928 0 0,1-1 389 0 0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8:25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0 708 512 0 0,'0'0'1648'0'0,"20"-4"1083"0"0,-4-9-2210 0 0,0-1 0 0 0,-1 0 0 0 0,0-2 0 0 0,-1 1 0 0 0,-1-2 0 0 0,-1 0 0 0 0,0 0 0 0 0,-1-1 1 0 0,-1-1-1 0 0,-1 0 0 0 0,-1 0 0 0 0,0-1 0 0 0,-2 0 0 0 0,0 0 0 0 0,6-37 0 0 0,-11 52-442 0 0,-1 0-1 0 0,0-1 1 0 0,1 1 0 0 0,-1 0 0 0 0,-1 0 0 0 0,1 0-1 0 0,-1 0 1 0 0,0 0 0 0 0,0 0 0 0 0,-1 0 0 0 0,-2-7-1 0 0,2 9-46 0 0,1 1-1 0 0,0-1 1 0 0,-1 1-1 0 0,0-1 1 0 0,0 1-1 0 0,1 0 1 0 0,-1 0-1 0 0,-1 0 1 0 0,1 0-1 0 0,0 0 1 0 0,0 0-1 0 0,-1 0 1 0 0,1 1-1 0 0,-1-1 1 0 0,1 1-1 0 0,-1 0 1 0 0,0 0-1 0 0,0 0 1 0 0,-5-1-1 0 0,5 1 2 0 0,-29 12-238 0 0,31-9 162 0 0,0 0 1 0 0,0 0-1 0 0,0 0 1 0 0,0 0-1 0 0,0 0 1 0 0,0 0 0 0 0,1 0-1 0 0,-1 0 1 0 0,1 0-1 0 0,0 0 1 0 0,-1 0-1 0 0,1 1 1 0 0,0-1 0 0 0,0 0-1 0 0,0 0 1 0 0,1 0-1 0 0,-1 0 1 0 0,0 1-1 0 0,1-1 1 0 0,0 0-1 0 0,-1 0 1 0 0,2 3 0 0 0,24 57-787 0 0,-16-40 392 0 0,3 12-104 0 0,-6-14 185 0 0,1-1-1 0 0,0 0 1 0 0,2 0-1 0 0,13 21 0 0 0,-20-36 274 0 0,0 0-1 0 0,1 1 1 0 0,0-1-1 0 0,-1-1 0 0 0,1 1 1 0 0,1 0-1 0 0,-1-1 0 0 0,0 0 1 0 0,1 0-1 0 0,0 0 1 0 0,0-1-1 0 0,0 1 0 0 0,0-1 1 0 0,0 0-1 0 0,0-1 1 0 0,0 1-1 0 0,1-1 0 0 0,-1 0 1 0 0,0 0-1 0 0,11 0 0 0 0,-4-2 29 0 0,0 0-1 0 0,1 0 0 0 0,-1-1 1 0 0,0 0-1 0 0,0-1 0 0 0,0-1 1 0 0,-1 0-1 0 0,1 0 1 0 0,-1-1-1 0 0,0-1 0 0 0,0 0 1 0 0,0 0-1 0 0,-1-1 0 0 0,0 0 1 0 0,11-11-1 0 0,-10 7 616 0 0,-1 0 1 0 0,0 0-1 0 0,-1 0 1 0 0,-1-1-1 0 0,1-1 1 0 0,-2 0-1 0 0,10-21 0 0 0,-16 32-206 0 0,2-6 449 0 0,1 5 1462 0 0,-5 21-2186 0 0,1 0-1 0 0,1 0 1 0 0,1-1 0 0 0,5 24-1 0 0,-7-39-87 0 0,23 4-140 0 0,33-28-427 0 0,-7 2-208 0 0,-36 17 452 0 0,-1 1 1 0 0,1 0 0 0 0,0 1 0 0 0,17 1 0 0 0,-23 1 278 0 0,1 0 0 0 0,-1-1 0 0 0,1-1 0 0 0,0 1 1 0 0,-1-1-1 0 0,1 0 0 0 0,-1-1 0 0 0,0 0 0 0 0,1 0 0 0 0,-1-1 1 0 0,0 1-1 0 0,0-2 0 0 0,0 1 0 0 0,12-9 0 0 0,-5 0 180 0 0,-1-2-1 0 0,0 0 0 0 0,-1 0 0 0 0,0-1 0 0 0,-1-1 1 0 0,-1 0-1 0 0,0 0 0 0 0,-2-1 0 0 0,1 0 0 0 0,-2 0 1 0 0,6-23-1 0 0,-5 15 282 0 0,-2 0-1 0 0,-1-1 1 0 0,-1 0 0 0 0,-1 0-1 0 0,-1 0 1 0 0,-1-1 0 0 0,-4-37-1 0 0,3 64-376 0 0,0-1 1 0 0,0 1-1 0 0,0-1 0 0 0,0 1 1 0 0,0-1-1 0 0,0 1 0 0 0,0-1 1 0 0,0 1-1 0 0,0 0 0 0 0,0-1 0 0 0,0 1 1 0 0,0-1-1 0 0,0 1 0 0 0,0-1 1 0 0,0 1-1 0 0,-1-1 0 0 0,1 1 1 0 0,0 0-1 0 0,0-1 0 0 0,0 1 0 0 0,-1-1 1 0 0,1 1-1 0 0,0 0 0 0 0,-1-1 1 0 0,1 1-1 0 0,0 0 0 0 0,-1-1 1 0 0,1 1-1 0 0,0 0 0 0 0,-1 0 0 0 0,1-1 1 0 0,0 1-1 0 0,-1 0 0 0 0,1 0 1 0 0,-1 0-1 0 0,1-1 0 0 0,-1 1 1 0 0,1 0-1 0 0,0 0 0 0 0,-1 0 0 0 0,1 0 1 0 0,-1 0-1 0 0,0 0 0 0 0,-18 18 248 0 0,-11 39-245 0 0,22-33-28 0 0,2 1 0 0 0,1 1-1 0 0,0-1 1 0 0,2 1 0 0 0,1-1-1 0 0,2 31 1 0 0,0-44-149 0 0,1 0 0 0 0,0 0 0 0 0,1 0 0 0 0,1 0 0 0 0,0 0 0 0 0,0-1 0 0 0,1 1 0 0 0,0-1 0 0 0,1 0 0 0 0,1 0 0 0 0,0-1 0 0 0,0 1 0 0 0,1-1 0 0 0,0-1 0 0 0,10 12 0 0 0,-11-16 28 0 0,1-1 0 0 0,-1 1-1 0 0,1-1 1 0 0,0 0 0 0 0,0-1 0 0 0,0 0-1 0 0,0 0 1 0 0,1 0 0 0 0,-1-1 0 0 0,1 0-1 0 0,0 0 1 0 0,-1-1 0 0 0,1 0 0 0 0,0-1-1 0 0,0 1 1 0 0,0-1 0 0 0,0-1 0 0 0,0 0 0 0 0,-1 0-1 0 0,14-4 1 0 0,-11 3 206 0 0,-1 0 1 0 0,1-1-1 0 0,-1-1 1 0 0,0 0-1 0 0,0 0 1 0 0,0 0-1 0 0,0-1 1 0 0,-1-1-1 0 0,0 1 1 0 0,0-1-1 0 0,0-1 1 0 0,-1 1-1 0 0,0-2 0 0 0,0 1 1 0 0,10-14-1 0 0,-13 5 4077 0 0,-4 20-4243 0 0,-1 1-1 0 0,1 0 1 0 0,0-1-1 0 0,1 1 1 0 0,-1-1 0 0 0,1 1-1 0 0,0-1 1 0 0,0 1-1 0 0,0-1 1 0 0,1 0-1 0 0,3 8 1 0 0,-3-9-371 0 0,0 0-1 0 0,-1-1 0 0 0,1 1 1 0 0,0-1-1 0 0,1 0 1 0 0,-1 1-1 0 0,0-1 1 0 0,0 0-1 0 0,1-1 1 0 0,-1 1-1 0 0,1 0 1 0 0,0-1-1 0 0,4 3 0 0 0,7 0-4103 0 0,0 2 346 0 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8:55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150 190 728 0 0,'-6'-10'3230'0'0,"6"10"-3154"0"0,0 1 0 0 0,0-1 1 0 0,0 0-1 0 0,0 0 0 0 0,0 0 1 0 0,0 0-1 0 0,0 0 0 0 0,0 0 0 0 0,0 1 1 0 0,-1-1-1 0 0,1 0 0 0 0,0 0 1 0 0,0 0-1 0 0,0 0 0 0 0,0 0 0 0 0,0 0 1 0 0,0 0-1 0 0,0 0 0 0 0,-1 0 1 0 0,1 1-1 0 0,0-1 0 0 0,0 0 0 0 0,0 0 1 0 0,0 0-1 0 0,0 0 0 0 0,-1 0 1 0 0,1 0-1 0 0,0 0 0 0 0,0 0 0 0 0,0 0 1 0 0,0 0-1 0 0,0 0 0 0 0,-1 0 1 0 0,1 0-1 0 0,0 0 0 0 0,0 0 0 0 0,0 0 1 0 0,0 0-1 0 0,0-1 0 0 0,0 1 1 0 0,-1 0-1 0 0,1 0 0 0 0,0 0 0 0 0,0 0 1 0 0,0 0-1 0 0,0 0 0 0 0,0 0 1 0 0,0 0-1 0 0,0 0 0 0 0,-1-1 0 0 0,1 1 1 0 0,0 0-1 0 0,0 0 0 0 0,0 0 1 0 0,0 0-1 0 0,0 0 0 0 0,0 0 0 0 0,0-1 1 0 0,0 1-1 0 0,0 0 0 0 0,0 0 1 0 0,0 0-1 0 0,0 0 0 0 0,-19 443 2728 0 0,8-126-1980 0 0,6-234-612 0 0,-3 71 2645 0 0,3-158-2613 0 0,-4-8-160 0 0,1 0 0 0 0,0-1-1 0 0,0 0 1 0 0,1 0-1 0 0,1 0 1 0 0,0-1-1 0 0,1 0 1 0 0,1 0-1 0 0,0-1 1 0 0,-4-28-1 0 0,0-20 11 0 0,-1-77 0 0 0,13-182-321 0 0,0 264 57 0 0,3 0 0 0 0,2 0 0 0 0,26-83 0 0 0,-31 128 89 0 0,1 1-1 0 0,0 0 1 0 0,1 1 0 0 0,0-1 0 0 0,1 1-1 0 0,0 0 1 0 0,1 1 0 0 0,0 0 0 0 0,16-15-1 0 0,-21 22 56 0 0,0 0-1 0 0,0 1 0 0 0,0-1 0 0 0,0 1 0 0 0,1 0 1 0 0,-1 0-1 0 0,1 0 0 0 0,-1 0 0 0 0,1 1 1 0 0,0-1-1 0 0,-1 1 0 0 0,1 0 0 0 0,0 0 0 0 0,0 0 1 0 0,0 1-1 0 0,0-1 0 0 0,0 1 0 0 0,0 0 1 0 0,0 0-1 0 0,0 0 0 0 0,0 1 0 0 0,0-1 1 0 0,0 1-1 0 0,0 0 0 0 0,0 0 0 0 0,0 1 0 0 0,-1-1 1 0 0,1 1-1 0 0,0 0 0 0 0,-1 0 0 0 0,1 0 1 0 0,-1 0-1 0 0,0 0 0 0 0,5 6 0 0 0,-1-3 8 0 0,-2 1 1 0 0,1 0-1 0 0,-1 0 0 0 0,0 1 0 0 0,0-1 0 0 0,0 1 1 0 0,-1 0-1 0 0,0 0 0 0 0,-1 1 0 0 0,0-1 0 0 0,0 1 0 0 0,0 0 1 0 0,-1 0-1 0 0,0 0 0 0 0,0 0 0 0 0,-1 0 0 0 0,-1 0 0 0 0,1 0 1 0 0,-1 0-1 0 0,0 0 0 0 0,-3 14 0 0 0,2-13 15 0 0,-2 1 1 0 0,1 0-1 0 0,-2-1 0 0 0,1 0 0 0 0,-1 1 0 0 0,0-1 0 0 0,-1-1 1 0 0,0 1-1 0 0,0-1 0 0 0,-1 0 0 0 0,0 0 0 0 0,-1 0 1 0 0,0-1-1 0 0,0 0 0 0 0,0 0 0 0 0,-1-1 0 0 0,-13 9 1 0 0,5-5-244 0 0,-52 30-510 0 0,63-38-249 0 0,1 0 0 0 0,-1-1 0 0 0,1 1 0 0 0,-1-1 0 0 0,0 0 0 0 0,1 0 0 0 0,-8 1 0 0 0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8:56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7 301 104 0 0,'12'12'1101'0'0,"0"0"0"0"0,-1 2 1 0 0,16 23-1 0 0,-24-31-902 0 0,0 0 0 0 0,0 0 1 0 0,-1 0-1 0 0,0 0 0 0 0,0 0 1 0 0,0 1-1 0 0,-1-1 0 0 0,0 1 0 0 0,0-1 1 0 0,0 1-1 0 0,-1-1 0 0 0,0 1 0 0 0,-1 6 1 0 0,0-7 27 0 0,0 0 1 0 0,0 0 0 0 0,-1-1 0 0 0,1 1-1 0 0,-1 0 1 0 0,-1-1 0 0 0,-2 7 0 0 0,3-10-139 0 0,1 0 1 0 0,0 0 0 0 0,0 0 0 0 0,-1 0 0 0 0,0 0 0 0 0,1 0-1 0 0,-1-1 1 0 0,0 1 0 0 0,0 0 0 0 0,0-1 0 0 0,0 1-1 0 0,0-1 1 0 0,0 0 0 0 0,0 0 0 0 0,0 0 0 0 0,0 0 0 0 0,-1 0-1 0 0,1 0 1 0 0,-3 0 0 0 0,3-1 89 0 0,1 0-149 0 0,-1 0-1 0 0,1 0 1 0 0,0 0-1 0 0,0 0 0 0 0,0 0 1 0 0,-1-1-1 0 0,1 1 1 0 0,0-1-1 0 0,0 1 1 0 0,0-1-1 0 0,0 1 0 0 0,0-1 1 0 0,0 1-1 0 0,-1-1 1 0 0,2 0-1 0 0,-1 0 1 0 0,0 1-1 0 0,0-1 0 0 0,0 0 1 0 0,0 0-1 0 0,-1-2 1 0 0,1-4-22 0 0,-1 0 1 0 0,1 0-1 0 0,0-1 1 0 0,1 1-1 0 0,0 0 1 0 0,0-1-1 0 0,0 1 1 0 0,1 0-1 0 0,0 0 1 0 0,1-1-1 0 0,-1 1 1 0 0,1 0-1 0 0,1 0 1 0 0,-1 1-1 0 0,6-11 0 0 0,6-8-103 0 0,1 1-1 0 0,29-37 0 0 0,-42 58 83 0 0,1 0-11 0 0,0 0 0 0 0,0 0 0 0 0,1 1 1 0 0,-1-1-1 0 0,0 1 0 0 0,1-1 0 0 0,0 1 0 0 0,-1 0 0 0 0,1 0 0 0 0,0 1 0 0 0,6-2 0 0 0,-2-1-36 0 0,-5 4 17 0 0,30 17-87 0 0,15 40-8 0 0,-42-47 144 0 0,0-1-1 0 0,1-1 1 0 0,0 1 0 0 0,1-1 0 0 0,-1-1 0 0 0,2 1 0 0 0,-1-1-1 0 0,1-1 1 0 0,0 1 0 0 0,11 4 0 0 0,-18-10 10 0 0,-1 0-1 0 0,1 0 1 0 0,0 0-1 0 0,-1 0 1 0 0,1-1-1 0 0,0 1 1 0 0,0-1-1 0 0,-1 1 1 0 0,1-1-1 0 0,0 0 1 0 0,0 1-1 0 0,0-1 1 0 0,0 0-1 0 0,-1 0 1 0 0,1 0-1 0 0,0-1 1 0 0,0 1-1 0 0,0 0 1 0 0,0-1 0 0 0,-1 1-1 0 0,1-1 1 0 0,0 0-1 0 0,0 1 1 0 0,-1-1-1 0 0,1 0 1 0 0,0 0-1 0 0,-1 0 1 0 0,1 0-1 0 0,-1-1 1 0 0,0 1-1 0 0,1 0 1 0 0,-1 0-1 0 0,0-1 1 0 0,0 1-1 0 0,0-1 1 0 0,0 1-1 0 0,0-1 1 0 0,0 0 0 0 0,0 1-1 0 0,0-1 1 0 0,-1 0-1 0 0,2-2 1 0 0,-1 0 9 0 0,0-1 1 0 0,0 1-1 0 0,0 0 1 0 0,-1-1-1 0 0,1 0 1 0 0,-1 1-1 0 0,0-1 1 0 0,-1 1-1 0 0,1-1 1 0 0,-1 1-1 0 0,0-1 0 0 0,0 1 1 0 0,0 0-1 0 0,-1-1 1 0 0,-3-7-1 0 0,4 10 5 0 0,0-1-1 0 0,0 1 0 0 0,-1 0 1 0 0,1-1-1 0 0,-1 1 0 0 0,1 0 1 0 0,-1 0-1 0 0,0 0 0 0 0,0 0 0 0 0,0 1 1 0 0,0-1-1 0 0,0 0 0 0 0,0 1 1 0 0,-1 0-1 0 0,1-1 0 0 0,0 1 1 0 0,-1 0-1 0 0,1 0 0 0 0,-4-1 0 0 0,4 2 21 0 0,1 0-45 0 0,0-1-1 0 0,1 1 0 0 0,-1 0 0 0 0,0 0 0 0 0,0-1 1 0 0,0 1-1 0 0,1 0 0 0 0,-1 0 0 0 0,0 0 0 0 0,0 0 1 0 0,0 0-1 0 0,1 0 0 0 0,-1 0 0 0 0,0 0 0 0 0,0 1 1 0 0,0-1-1 0 0,1 0 0 0 0,-1 0 0 0 0,0 1 0 0 0,0-1 0 0 0,1 0 1 0 0,-1 1-1 0 0,0-1 0 0 0,0 1 0 0 0,1-1 0 0 0,-1 1 1 0 0,1-1-1 0 0,-1 1 0 0 0,0 0 0 0 0,1-1 0 0 0,-1 1 1 0 0,1 0-1 0 0,-1-1 0 0 0,1 1 0 0 0,0 0 0 0 0,-1-1 0 0 0,1 1 1 0 0,-1 1-1 0 0,2 0-20 0 0,-1 0 1 0 0,1 0 0 0 0,0 0-1 0 0,0 0 1 0 0,0-1-1 0 0,-1 1 1 0 0,2 0-1 0 0,-1 0 1 0 0,0-1-1 0 0,0 1 1 0 0,0-1 0 0 0,1 1-1 0 0,-1-1 1 0 0,1 1-1 0 0,-1-1 1 0 0,1 0-1 0 0,0 0 1 0 0,-1 0 0 0 0,1 0-1 0 0,2 1 1 0 0,1 0-43 0 0,-1-1 0 0 0,1 1 1 0 0,0-1-1 0 0,-1 0 1 0 0,1-1-1 0 0,0 1 1 0 0,0-1-1 0 0,7 0 0 0 0,0-1-108 0 0,1-1 1 0 0,-1 0-1 0 0,0-1 0 0 0,1 0 0 0 0,-1-1 0 0 0,12-5 0 0 0,-15 4 100 0 0,1 0 0 0 0,-1-1 1 0 0,0 0-1 0 0,0-1 0 0 0,-1 0 0 0 0,0 0 1 0 0,0-1-1 0 0,-1 0 0 0 0,0 0 0 0 0,0 0 1 0 0,-1-1-1 0 0,0 0 0 0 0,0-1 1 0 0,-1 1-1 0 0,4-12 0 0 0,-3 7 180 0 0,-1 0 1 0 0,-1-1-1 0 0,0 0 1 0 0,-1 0-1 0 0,-1 0 0 0 0,0 0 1 0 0,-1 0-1 0 0,-1-1 0 0 0,-3-29 1 0 0,3 43 6 0 0,-2-1 19 0 0,2 3-133 0 0,0 0 0 0 0,0 0 0 0 0,0 0 0 0 0,0-1 0 0 0,0 1 0 0 0,0 0 0 0 0,0 0 0 0 0,0 0 0 0 0,0-1 0 0 0,0 1 0 0 0,0 0 0 0 0,0 0 0 0 0,0 0 0 0 0,0-1 0 0 0,0 1 0 0 0,0 0 0 0 0,0 0 0 0 0,-1 0 1 0 0,1 0-1 0 0,0-1 0 0 0,0 1 0 0 0,0 0 0 0 0,0 0 0 0 0,0 0 0 0 0,-1 0 0 0 0,1 0 0 0 0,0-1 0 0 0,0 1 0 0 0,0 0 0 0 0,-1 0 0 0 0,1 0 0 0 0,0 0 0 0 0,0 0 0 0 0,0 0 0 0 0,-1 0 0 0 0,1 0 0 0 0,0 0 0 0 0,0 0 0 0 0,0 0 0 0 0,-1 0 0 0 0,1 0 0 0 0,0 0 0 0 0,0 0 0 0 0,0 0 0 0 0,-1 0 0 0 0,1 0 0 0 0,0 0 0 0 0,0 0 0 0 0,0 0 0 0 0,-1 0 0 0 0,1 0 0 0 0,0 1 0 0 0,0-1 0 0 0,-6 7 11 0 0,1 0-1 0 0,0 1 0 0 0,1 0 0 0 0,0 0 0 0 0,0 0 0 0 0,1 0 0 0 0,0 1 1 0 0,0 0-1 0 0,1-1 0 0 0,0 1 0 0 0,0 0 0 0 0,1 0 0 0 0,0 13 0 0 0,1-4-2 0 0,0 0 0 0 0,1 0-1 0 0,1-1 1 0 0,1 1-1 0 0,0-1 1 0 0,8 21-1 0 0,-9-34-42 0 0,0 0-1 0 0,1 0 1 0 0,0 0-1 0 0,0 0 1 0 0,0 0-1 0 0,0-1 0 0 0,0 0 1 0 0,1 1-1 0 0,0-1 1 0 0,-1 0-1 0 0,1-1 1 0 0,0 1-1 0 0,1-1 1 0 0,-1 1-1 0 0,0-1 0 0 0,1-1 1 0 0,-1 1-1 0 0,1 0 1 0 0,8 0-1 0 0,-8 0-20 0 0,1-1-1 0 0,-1 1 0 0 0,0 0 1 0 0,1 0-1 0 0,-1 0 1 0 0,0 1-1 0 0,-1 0 1 0 0,1 0-1 0 0,0 0 0 0 0,-1 0 1 0 0,0 1-1 0 0,1 0 1 0 0,-2 0-1 0 0,7 7 1 0 0,-9-9 45 0 0,-1-1-1 0 0,0 1 1 0 0,1 0 0 0 0,-1 0 0 0 0,0 0 0 0 0,0-1 0 0 0,0 1 0 0 0,0 0 0 0 0,0 0-1 0 0,0 0 1 0 0,-1-1 0 0 0,1 1 0 0 0,-1 0 0 0 0,1 0 0 0 0,-1-1 0 0 0,0 1 0 0 0,1 0-1 0 0,-1-1 1 0 0,0 1 0 0 0,0-1 0 0 0,0 1 0 0 0,0-1 0 0 0,0 1 0 0 0,-1-1 0 0 0,1 0-1 0 0,0 0 1 0 0,-3 3 0 0 0,-38 28 308 0 0,37-29-303 0 0,0-1 0 0 0,0 1-1 0 0,0-1 1 0 0,-1 0 0 0 0,1 0-1 0 0,0 0 1 0 0,-1-1-1 0 0,1 0 1 0 0,-1 0 0 0 0,0 0-1 0 0,1-1 1 0 0,-1 0 0 0 0,0 0-1 0 0,1 0 1 0 0,-1-1 0 0 0,0 1-1 0 0,1-2 1 0 0,-1 1-1 0 0,1 0 1 0 0,-1-1 0 0 0,-7-4-1 0 0,12 5-324 0 0,1 0-1 0 0,-1 0 0 0 0,0 0 1 0 0,1 0-1 0 0,0-1 0 0 0,-1 1 0 0 0,1 0 1 0 0,0 0-1 0 0,0 0 0 0 0,-1-1 1 0 0,1 1-1 0 0,0 0 0 0 0,0 0 1 0 0,0 0-1 0 0,1-1 0 0 0,-1 1 0 0 0,0 0 1 0 0,0 0-1 0 0,1-3 0 0 0,0 1-2107 0 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8:57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112 313 752 0 0,'0'0'7363'0'0,"-6"3"-6704"0"0,-1 0-353 0 0,0 0-1 0 0,1 1 1 0 0,0 0 0 0 0,0 0-1 0 0,0 1 1 0 0,0-1 0 0 0,0 1-1 0 0,1 1 1 0 0,-9 10-1 0 0,4-3 312 0 0,-16 24 1087 0 0,26-35-1403 0 0,5-4-1057 0 0,21-9 431 0 0,-20 7 47 0 0,1 0 1 0 0,1 1-1 0 0,-1 0 1 0 0,0 0-1 0 0,1 1 1 0 0,-1 0 0 0 0,16-2-1 0 0,-17 5 108 0 0,-1-1 1 0 0,0 1-1 0 0,0 0 1 0 0,0 1-1 0 0,0-1 1 0 0,0 1-1 0 0,0 0 1 0 0,5 3-1 0 0,-7-3 94 0 0,0 0 0 0 0,0-1 0 0 0,0 1 0 0 0,0-1 0 0 0,0 0 0 0 0,0 0 0 0 0,0 0 0 0 0,1 0 0 0 0,-1 0 0 0 0,0-1 0 0 0,1 0 0 0 0,-1 1 0 0 0,0-1 0 0 0,1 0 0 0 0,-1-1 0 0 0,0 1 0 0 0,1-1 0 0 0,-1 1 0 0 0,0-1 0 0 0,0 0 0 0 0,7-3 0 0 0,-3-1 92 0 0,0 0 0 0 0,-1-1 0 0 0,1 0-1 0 0,-1-1 1 0 0,0 1 0 0 0,-1-1 0 0 0,1 0 0 0 0,-2 0 0 0 0,1-1 0 0 0,-1 0 0 0 0,0 0 0 0 0,0 0 0 0 0,-1 0 0 0 0,0 0 0 0 0,0-1 0 0 0,1-12 0 0 0,4-16 237 0 0,-2 0-1 0 0,2-59 1 0 0,-8 88-297 0 0,1-5 407 0 0,0 0-1 0 0,-1 1 0 0 0,-1-1 1 0 0,0 0-1 0 0,-3-13 0 0 0,3 24 382 0 0,-3 7-660 0 0,-5 4-32 0 0,2 2 0 0 0,-1-1 0 0 0,1 1 0 0 0,1 0 0 0 0,0 1 0 0 0,0-1 0 0 0,1 1 0 0 0,-6 23 0 0 0,8-25-54 0 0,0 0-1 0 0,1 1 1 0 0,1-1 0 0 0,-1 0-1 0 0,2 1 1 0 0,-1-1-1 0 0,1 1 1 0 0,1 0-1 0 0,0-1 1 0 0,1 0-1 0 0,0 1 1 0 0,3 9-1 0 0,0-10-136 0 0,0-1-1 0 0,1 0 1 0 0,-1-1-1 0 0,2 1 1 0 0,0-1-1 0 0,0 0 1 0 0,0-1-1 0 0,1 0 1 0 0,0 0-1 0 0,14 10 1 0 0,-10-9-94 0 0,-2 1-1 0 0,1 0 1 0 0,-1 1 0 0 0,15 18 0 0 0,-24-27 237 0 0,-1 0 1 0 0,1 0-1 0 0,-1 0 1 0 0,1 0 0 0 0,-1 0-1 0 0,0 0 1 0 0,1 1-1 0 0,-1-1 1 0 0,0 0 0 0 0,0 0-1 0 0,0 0 1 0 0,0 0 0 0 0,0 1-1 0 0,0-1 1 0 0,0 0-1 0 0,0 0 1 0 0,0 0 0 0 0,-1 0-1 0 0,1 0 1 0 0,0 1 0 0 0,-1-1-1 0 0,1 0 1 0 0,-1 0-1 0 0,1 0 1 0 0,-1 0 0 0 0,0 0-1 0 0,-1 1 1 0 0,-19 19 410 0 0,19-20-326 0 0,-35 7-93 0 0,35-8-310 0 0,-14-8-5645 0 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8:57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0 516 0 0,'2'3'491'0'0,"0"-1"0"0"0,0 1 0 0 0,0 0 0 0 0,-1 0 0 0 0,1 0 0 0 0,-1 0 0 0 0,1 0 0 0 0,-1 0 0 0 0,0 1 0 0 0,0-1 1 0 0,-1 0-1 0 0,1 1 0 0 0,-1-1 0 0 0,1 0 0 0 0,-1 1 0 0 0,0 3 0 0 0,-5 62 2223 0 0,3-48-2268 0 0,-10 15-1897 0 0,5-27-4514 0 0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8:57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50 232 0 0,'0'0'1064'0'0,"0"-14"960"0"0,0 3-268 0 0,3-1 153 0 0,-3-1-1373 0 0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8:58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0 649 224 0 0,'0'0'1790'0'0,"3"-3"-930"0"0,9-8 16 0 0,-1-1 0 0 0,0 0 0 0 0,-1 0 0 0 0,-1-1 0 0 0,0-1 0 0 0,9-18 0 0 0,-7 10-181 0 0,-1-1-1 0 0,-1 0 0 0 0,8-37 0 0 0,-7 9-261 0 0,-2 0 0 0 0,-3 0-1 0 0,-1-69 1 0 0,-4 103-332 0 0,-1-1 0 0 0,-1 1-1 0 0,-7-30 1 0 0,9 45-66 0 0,-6-34-44 0 0,5 35-8 0 0,-1 6-44 0 0,-6 32 41 0 0,2-1 0 0 0,1 1 0 0 0,2 0 0 0 0,1 43 0 0 0,19 156 0 0 0,-13-207 30 0 0,1 0-1 0 0,13 44 0 0 0,-15-64 0 0 0,-1-1 0 0 0,2 0 1 0 0,-1 0-1 0 0,1-1 0 0 0,0 1 0 0 0,0-1 0 0 0,1 0 0 0 0,0 0 0 0 0,1 0 0 0 0,0-1 0 0 0,-1 1 0 0 0,2-2 1 0 0,7 7-1 0 0,-12-10-3 0 0,0-1 1 0 0,-1-1-1 0 0,1 1 1 0 0,0 0 0 0 0,0 0-1 0 0,0-1 1 0 0,0 1-1 0 0,0-1 1 0 0,0 0-1 0 0,0 1 1 0 0,0-1 0 0 0,0 0-1 0 0,-1 0 1 0 0,1 0-1 0 0,0 0 1 0 0,0-1-1 0 0,0 1 1 0 0,0-1 0 0 0,0 1-1 0 0,0-1 1 0 0,0 1-1 0 0,0-1 1 0 0,-1 0 0 0 0,1 0-1 0 0,0 0 1 0 0,0 0-1 0 0,-1 0 1 0 0,1 0-1 0 0,-1-1 1 0 0,2-1 0 0 0,5-4 255 0 0,-1-1 0 0 0,0 0 0 0 0,-1 0 1 0 0,8-12-1 0 0,-6 8 758 0 0,-7 10-596 0 0,11-19 4165 0 0,-25 39-10557 0 0,0 1 351 0 0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8:58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85 192 0 0,'3'-9'1460'0'0,"-2"-8"-132"0"0,4 2-740 0 0,-3 8 392 0 0,2-5-584 0 0,-1 0-512 0 0,1-1-2548 0 0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8:59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1 544 864 0 0,'0'0'4474'0'0,"2"-5"-3735"0"0,61-131 5007 0 0,-50 100-5105 0 0,-1-1 0 0 0,-2 0 0 0 0,-2-1 0 0 0,4-40-1 0 0,-6-91 1327 0 0,-6 166-1801 0 0,0 3-163 0 0,0 0-1 0 0,0 0 0 0 0,0-1 1 0 0,0 1-1 0 0,0 0 0 0 0,0 0 1 0 0,0 0-1 0 0,0 0 0 0 0,0-1 0 0 0,0 1 1 0 0,0 0-1 0 0,0 0 0 0 0,0 0 1 0 0,-1 0-1 0 0,1-1 0 0 0,0 1 1 0 0,0 0-1 0 0,0 0 0 0 0,0 0 1 0 0,0 0-1 0 0,0 0 0 0 0,0-1 1 0 0,-1 1-1 0 0,1 0 0 0 0,0 0 1 0 0,0 0-1 0 0,0 0 0 0 0,0 0 1 0 0,0 0-1 0 0,-1 0 0 0 0,1 0 1 0 0,0 0-1 0 0,0-1 0 0 0,0 1 1 0 0,0 0-1 0 0,-1 0 0 0 0,1 0 1 0 0,0 0-1 0 0,0 0 0 0 0,0 0 1 0 0,-1 0-1 0 0,1 0 0 0 0,0 0 1 0 0,0 0-1 0 0,0 0 0 0 0,0 1 0 0 0,-1-1 1 0 0,1 0-1 0 0,0 0 0 0 0,0 0 1 0 0,0 0-1 0 0,0 0 0 0 0,-1 0 1 0 0,1 0-1 0 0,0 0 0 0 0,0 0 1 0 0,0 1-1 0 0,0-1 0 0 0,0 0 1 0 0,-1 0-1 0 0,1 0 0 0 0,0 0 1 0 0,0 1-1 0 0,-11 31 12 0 0,1 1-1 0 0,1 0 1 0 0,2 1 0 0 0,1 0 0 0 0,2 0 0 0 0,1 1-1 0 0,2-1 1 0 0,7 69 0 0 0,-5-87-131 0 0,2 0 0 0 0,0 0 0 0 0,0 0 0 0 0,2-1 1 0 0,0 1-1 0 0,8 16 0 0 0,-12-28 47 0 0,1-1 0 0 0,0 1 0 0 0,0 0 1 0 0,0-1-1 0 0,1 1 0 0 0,-1-1 0 0 0,1 0 0 0 0,0 0 1 0 0,0 0-1 0 0,0 0 0 0 0,0 0 0 0 0,0-1 0 0 0,1 1 1 0 0,-1-1-1 0 0,1 0 0 0 0,0 0 0 0 0,0 0 0 0 0,-1-1 1 0 0,1 1-1 0 0,0-1 0 0 0,0 0 0 0 0,0 0 0 0 0,1 0 1 0 0,-1-1-1 0 0,0 1 0 0 0,0-1 0 0 0,0 0 0 0 0,5-1 1 0 0,-5-1 74 0 0,1 0 0 0 0,0 0 1 0 0,-1 0-1 0 0,1-1 0 0 0,-1 0 1 0 0,0 0-1 0 0,0 0 0 0 0,0 0 1 0 0,0-1-1 0 0,-1 1 0 0 0,1-1 1 0 0,-1 0-1 0 0,0 0 0 0 0,0 0 1 0 0,3-7-1 0 0,7-7 601 0 0,-12 16-166 0 0,1 0-278 0 0,-2 2-157 0 0,0-1-1 0 0,0 1 1 0 0,0 0 0 0 0,0 0-1 0 0,0 0 1 0 0,0-1 0 0 0,0 1-1 0 0,0 0 1 0 0,0 0 0 0 0,1 0 0 0 0,-1-1-1 0 0,0 1 1 0 0,0 0 0 0 0,0 0-1 0 0,0 0 1 0 0,0 0 0 0 0,0 0-1 0 0,0-1 1 0 0,1 1 0 0 0,-1 0 0 0 0,0 0-1 0 0,0 0 1 0 0,0 0 0 0 0,0 0-1 0 0,1 0 1 0 0,-1-1 0 0 0,0 1-1 0 0,0 0 1 0 0,0 0 0 0 0,0 0 0 0 0,1 0-1 0 0,-1 0 1 0 0,0 0 0 0 0,0 0-1 0 0,0 0 1 0 0,1 0 0 0 0,-1 0-1 0 0,0 0 1 0 0,0 0 0 0 0,0 0 0 0 0,1 0-1 0 0,-1 0 1 0 0,0 0 0 0 0,0 0-1 0 0,0 0 1 0 0,1 1 0 0 0,-1-1-1 0 0,0 0 1 0 0,19 16-362 0 0,-19-15 227 0 0,17 3-326 0 0,-14-4 423 0 0,0-1 1 0 0,0 1-1 0 0,0-1 0 0 0,0 0 0 0 0,0 0 0 0 0,-1 0 0 0 0,1 0 0 0 0,0-1 0 0 0,0 1 0 0 0,-1-1 0 0 0,4-1 0 0 0,29-43 52 0 0,-34 45 103 0 0,-1 0-108 0 0,0 1 1 0 0,0 0-1 0 0,0 0 1 0 0,0 0-1 0 0,0 0 1 0 0,0 0 0 0 0,0-1-1 0 0,0 1 1 0 0,0 0-1 0 0,0 0 1 0 0,0 0-1 0 0,0 0 1 0 0,0-1-1 0 0,0 1 1 0 0,0 0 0 0 0,0 0-1 0 0,0 0 1 0 0,0 0-1 0 0,0 0 1 0 0,0-1-1 0 0,0 1 1 0 0,0 0-1 0 0,0 0 1 0 0,0 0 0 0 0,1 0-1 0 0,-1 0 1 0 0,0-1-1 0 0,0 1 1 0 0,0 0-1 0 0,0 0 1 0 0,0 0-1 0 0,0 0 1 0 0,0 0 0 0 0,1 0-1 0 0,-1 0 1 0 0,0 0-1 0 0,0 0 1 0 0,0 0-1 0 0,0 0 1 0 0,1-1-1 0 0,-1 1 1 0 0,0 0 0 0 0,0 0-1 0 0,0 0 1 0 0,0 0-1 0 0,0 0 1 0 0,1 0-1 0 0,-1 0 1 0 0,0 0-1 0 0,0 0 1 0 0,0 1 0 0 0,0-1-1 0 0,1 0 1 0 0,-1 0-1 0 0,0 0 1 0 0,0 0-1 0 0,0 0 1 0 0,0 0-1 0 0,0 0 1 0 0,1 0 0 0 0,-1 0-1 0 0,0 0 1 0 0,0 0-1 0 0,0 1 1 0 0,0 33 100 0 0,-1 0 0 0 0,-9 44 1 0 0,1 1 10 0 0,-41 246 219 0 0,35-241-299 0 0,12-67 45 0 0,0 0-1 0 0,0 0 1 0 0,-2-1-1 0 0,0 0 1 0 0,-1 0-1 0 0,-1 0 1 0 0,0 0-1 0 0,-1-1 1 0 0,0 0-1 0 0,-12 14 1 0 0,19-28-62 0 0,0 0 0 0 0,0 0 0 0 0,0 0 0 0 0,0 0 0 0 0,0 0 0 0 0,0 0 0 0 0,0 0 0 0 0,0 0 0 0 0,0 0 0 0 0,0 0 0 0 0,-1-1 0 0 0,1 1 0 0 0,0-1 0 0 0,-1 1 0 0 0,1-1 0 0 0,0 1 0 0 0,-1-1 0 0 0,1 0 0 0 0,-1 0 0 0 0,1 1 0 0 0,0-1 0 0 0,-1 0 0 0 0,1 0 0 0 0,-1-1 0 0 0,1 1 0 0 0,0 0 0 0 0,-1 0 0 0 0,1-1 0 0 0,-1 1 0 0 0,1 0 0 0 0,0-1 0 0 0,0 0 0 0 0,-1 1 0 0 0,1-1 0 0 0,0 0 0 0 0,0 1 0 0 0,0-1 0 0 0,-1 0 0 0 0,1 0 0 0 0,0 0 0 0 0,-1-1 0 0 0,-2-3 110 0 0,0 1-1 0 0,0-1 0 0 0,1 0 1 0 0,-1 0-1 0 0,1 0 0 0 0,0-1 1 0 0,-3-8-1 0 0,2 1-575 0 0,1 1 0 0 0,0-1 0 0 0,1 1-1 0 0,0-1 1 0 0,1 0 0 0 0,1 0 0 0 0,1-23 0 0 0,20-97-6108 0 0,-9 63 3666 0 0,-6 26-1131 0 0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8:59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90 12713 0 0,'0'-2'53'0'0,"0"-1"-1"0"0,0 1 1 0 0,0-1 0 0 0,0 1-1 0 0,1-1 1 0 0,-1 1 0 0 0,1-1-1 0 0,0 1 1 0 0,-1-1-1 0 0,1 1 1 0 0,1 0 0 0 0,-1 0-1 0 0,0-1 1 0 0,0 1 0 0 0,1 0-1 0 0,-1 0 1 0 0,1 0 0 0 0,0 0-1 0 0,-1 0 1 0 0,1 1-1 0 0,0-1 1 0 0,0 0 0 0 0,0 1-1 0 0,0 0 1 0 0,1-1 0 0 0,-1 1-1 0 0,0 0 1 0 0,1 0-1 0 0,-1 0 1 0 0,4 0 0 0 0,9-5-229 0 0,0 2 1 0 0,0 0 0 0 0,25-2-1 0 0,-37 5 155 0 0,36-3-1385 0 0,43 2 1 0 0,-13 1-4035 0 0,-32-1 2417 0 0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9:00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7 672 0 0,'-2'-6'11831'0'0,"-1"15"-7413"0"0,-2 33-1896 0 0,0 58-2286 0 0,7-17 899 0 0,-13 108 0 0 0,-1 35-76 0 0,0-37-325 0 0,8-149-590 0 0,2 11 39 0 0,3-39-427 0 0,-1-1-1 0 0,-1 1 1 0 0,0-1 0 0 0,-1 1-1 0 0,0-1 1 0 0,-4 15 0 0 0,5-25-300 0 0,-2 18-969 0 0,-3-44-15941 0 0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9:00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20 132 992 0 0,'5'-33'4517'0'0,"-2"27"-4240"0"0,0 1 0 0 0,0-1-1 0 0,0 1 1 0 0,0 0 0 0 0,1-1-1 0 0,0 1 1 0 0,0 1 0 0 0,0-1 0 0 0,1 1-1 0 0,-1-1 1 0 0,1 1 0 0 0,0 1 0 0 0,1-1-1 0 0,-1 1 1 0 0,0 0 0 0 0,1 0-1 0 0,0 0 1 0 0,0 1 0 0 0,0 0 0 0 0,0 0-1 0 0,0 0 1 0 0,6 0 0 0 0,2-1-49 0 0,-1 0 0 0 0,1 2-1 0 0,-1-1 1 0 0,1 2 0 0 0,0 0 0 0 0,-1 0 0 0 0,24 4 0 0 0,-33-3-182 0 0,1 0 0 0 0,0 0 0 0 0,-1 0 0 0 0,1 1 0 0 0,-1-1 0 0 0,1 1 0 0 0,-1 0 0 0 0,1 1 0 0 0,-1-1 0 0 0,0 1 0 0 0,0-1 0 0 0,-1 1 0 0 0,1 0 0 0 0,0 1 0 0 0,-1-1 0 0 0,0 1 0 0 0,0-1 0 0 0,0 1 0 0 0,0 0 0 0 0,0 0 0 0 0,-1 0 0 0 0,0 1 0 0 0,0-1 0 0 0,0 1 0 0 0,1 4 0 0 0,-2-5-3 0 0,0-1 0 0 0,-1 1 0 0 0,1 0 0 0 0,-1-1 0 0 0,0 1 0 0 0,0 0 0 0 0,0-1 0 0 0,0 1 0 0 0,-1 0 0 0 0,1-1 0 0 0,-1 1 0 0 0,0-1 0 0 0,0 1 0 0 0,-1-1 0 0 0,1 1 0 0 0,-1-1 0 0 0,-3 6 0 0 0,1-4 42 0 0,0 0 0 0 0,0 0 0 0 0,-1-1-1 0 0,0 1 1 0 0,1-1 0 0 0,-2 0 0 0 0,1 0 0 0 0,0-1-1 0 0,-9 5 1 0 0,-10 2 213 0 0,0 0 1 0 0,-1-2-1 0 0,-48 10 0 0 0,66-16-270 0 0,-6 0-401 0 0,0-1 1 0 0,0 0 0 0 0,0-1 0 0 0,0-1 0 0 0,-15-1-1 0 0,-22-2-8922 0 0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9:02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1152 0 0,'12'0'16521'0'0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9:02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95 1188 0 0,'-13'-48'6553'0'0,"5"13"-2231"0"0,7 34-3713 0 0,-1-9 329 0 0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9:03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161 281 840 0 0,'-3'-7'1540'0'0,"0"0"1"0"0,-1 0-1 0 0,0 1 0 0 0,0-1 0 0 0,-9-11 3266 0 0,8 31-4508 0 0,1 0 0 0 0,1 0 0 0 0,0 1 0 0 0,1-1 0 0 0,0 1 0 0 0,1 21 0 0 0,-3 11 96 0 0,-33 169 1267 0 0,37-214-1602 0 0,0 0 0 0 0,0 0 0 0 0,0 0 1 0 0,0 0-1 0 0,0 0 0 0 0,0 1 0 0 0,0-1 1 0 0,-1 0-1 0 0,1 0 0 0 0,0 0 1 0 0,-1 0-1 0 0,1 0 0 0 0,-1 0 0 0 0,1 0 1 0 0,-1 0-1 0 0,1 0 0 0 0,-1-1 0 0 0,0 1 1 0 0,0 0-1 0 0,1 0 0 0 0,-1 0 1 0 0,0-1-1 0 0,0 1 0 0 0,0 0 0 0 0,0-1 1 0 0,0 1-1 0 0,0-1 0 0 0,-1 1 0 0 0,0 0 123 0 0,-26-48 348 0 0,20 9-547 0 0,2 1-1 0 0,1-1 1 0 0,2-1 0 0 0,2 1 0 0 0,2 0-1 0 0,1 0 1 0 0,2-1 0 0 0,1 2 0 0 0,2-1 0 0 0,2 1-1 0 0,14-37 1 0 0,-21 67 0 0 0,0 0 0 0 0,1 1 0 0 0,0-1 0 0 0,0 1 0 0 0,1-1 0 0 0,0 1 0 0 0,0 0 0 0 0,0 0 0 0 0,1 1 0 0 0,-1-1 0 0 0,9-6 0 0 0,-10 11 6 0 0,-1-1 0 0 0,1 1 1 0 0,0-1-1 0 0,0 1 0 0 0,-1 0 1 0 0,1 0-1 0 0,0 0 0 0 0,0 0 1 0 0,0 1-1 0 0,0-1 0 0 0,0 1 1 0 0,0 0-1 0 0,0 0 0 0 0,0 0 1 0 0,0 0-1 0 0,1 0 1 0 0,-1 1-1 0 0,0 0 0 0 0,-1-1 1 0 0,1 1-1 0 0,0 0 0 0 0,0 0 1 0 0,0 1-1 0 0,0-1 0 0 0,-1 0 1 0 0,1 1-1 0 0,0 0 0 0 0,-1 0 1 0 0,3 2-1 0 0,28 21 52 0 0,-1 2 0 0 0,-1 1 0 0 0,51 60 0 0 0,-34-25 65 0 0,47 76 0 0 0,-89-130-166 0 0,-1 0 1 0 0,-1 1-1 0 0,0 0 0 0 0,0-1 0 0 0,-1 1 0 0 0,0 0 0 0 0,-1 1 1 0 0,2 13-1 0 0,-4-19-292 0 0,1 1-1 0 0,-1 0 1 0 0,0 0 0 0 0,0 0 0 0 0,-1 0-1 0 0,0-1 1 0 0,0 1 0 0 0,0 0 0 0 0,-1-1-1 0 0,0 1 1 0 0,0-1 0 0 0,0 1 0 0 0,-1-1-1 0 0,1 0 1 0 0,-1 0 0 0 0,-5 6 0 0 0,7-10-121 0 0,0-1 1 0 0,-1 1-1 0 0,1 0 1 0 0,-1 0-1 0 0,1-1 1 0 0,-1 1-1 0 0,1 0 1 0 0,-1-1 0 0 0,1 0-1 0 0,-1 1 1 0 0,1-1-1 0 0,-1 0 1 0 0,0 0-1 0 0,1 0 1 0 0,-1 0 0 0 0,-2 0-1 0 0,-10-3-2344 0 0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9:03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46 224 484 0 0,'-32'-28'4686'0'0,"31"27"-4497"0"0,0 1 0 0 0,0-1 1 0 0,0 0-1 0 0,0 0 0 0 0,0 0 1 0 0,0 0-1 0 0,0 0 0 0 0,1 0 1 0 0,-1 0-1 0 0,0-1 0 0 0,1 1 0 0 0,-1 0 1 0 0,1 0-1 0 0,-1 0 0 0 0,1-1 1 0 0,0 1-1 0 0,-1 0 0 0 0,1-1 1 0 0,0 1-1 0 0,0 0 0 0 0,0-1 0 0 0,0 1 1 0 0,0 0-1 0 0,0-1 0 0 0,0 1 1 0 0,0 0-1 0 0,1 0 0 0 0,-1-1 1 0 0,1-1-1 0 0,1 0-51 0 0,1 0 0 0 0,-1 0 0 0 0,0 0 0 0 0,1 0 0 0 0,0 0 0 0 0,-1 1 0 0 0,1-1 0 0 0,0 1 0 0 0,0 0 0 0 0,6-3 0 0 0,11-5-321 0 0,0 1 0 0 0,38-12 0 0 0,-57 21 222 0 0,221-54-2620 0 0,-72 29-2732 0 0,-106 18 3082 0 0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9:04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63 208 244 0 0,'-4'-1'1093'0'0,"-44"-7"8431"0"0,40 8-8682 0 0,6-1-232 0 0,6-1 3137 0 0,97-22-3169 0 0,1 5 0 0 0,110-5 0 0 0,-74 8-372 0 0,263-31 80 0 0,-261 27-82 0 0,-137 19-188 0 0,-7-1-25 0 0,0 0 0 0 0,1 1 0 0 0,-1-1 0 0 0,0 1 0 0 0,0-1 0 0 0,0 1 0 0 0,0 0 0 0 0,0 1 0 0 0,-6-1 0 0 0,-67-11-267 0 0,62 9 231 0 0,-71-13-79 0 0,85 16 113 0 0,0 0 0 0 0,0 0 0 0 0,0 0 0 0 0,0 0 0 0 0,0 0-1 0 0,0 0 1 0 0,0 0 0 0 0,0 0 0 0 0,1 0 0 0 0,-1 0 0 0 0,0 1 0 0 0,0-1 0 0 0,0 0 0 0 0,0 1 0 0 0,0-1-1 0 0,0 1 1 0 0,1-1 0 0 0,-1 1 0 0 0,0-1 0 0 0,0 1 0 0 0,1-1 0 0 0,-1 1 0 0 0,0 0 0 0 0,1-1 0 0 0,-1 1 0 0 0,1 0-1 0 0,-1 0 1 0 0,1 0 0 0 0,-1-1 0 0 0,0 2 0 0 0,-7 34-82 0 0,2-8 86 0 0,-2-9 6 0 0,0 0-1 0 0,-1-1 1 0 0,-1 0 0 0 0,-1-1-1 0 0,-25 31 1 0 0,-20 14-1841 0 0,0-7-4407 0 0,43-43-615 0 0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9:04.8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449 13 1520 0 0,'3'-2'848'0'0,"-1"1"1"0"0,1-1-1 0 0,-1 1 0 0 0,1 0 1 0 0,-1 0-1 0 0,1 0 0 0 0,0 0 0 0 0,0 0 1 0 0,-1 0-1 0 0,1 1 0 0 0,4-1 0 0 0,2 11 1296 0 0,-10 16-2189 0 0,-6 10 835 0 0,-13 42 0 0 0,9-45-408 0 0,-2-1 0 0 0,-1 0 0 0 0,-21 37 1 0 0,22-48-216 0 0,0-1 1 0 0,-1 0 0 0 0,-1-1 0 0 0,-1-1-1 0 0,0 0 1 0 0,-2-1 0 0 0,0-1 0 0 0,0-1-1 0 0,-2 0 1 0 0,-29 17 0 0 0,43-29-117 0 0,-1 0 1 0 0,1 0-1 0 0,-1 0 1 0 0,0-1 0 0 0,1 0-1 0 0,-1 0 1 0 0,0-1-1 0 0,0 0 1 0 0,0 0-1 0 0,0-1 1 0 0,-1 1 0 0 0,1-2-1 0 0,-11 0 1 0 0,14 0-37 0 0,0 0 0 0 0,0-1 0 0 0,1 1 1 0 0,-1 0-1 0 0,0-1 0 0 0,1 0 1 0 0,0 0-1 0 0,-1 0 0 0 0,1 0 0 0 0,0-1 1 0 0,0 1-1 0 0,0-1 0 0 0,0 0 0 0 0,1 1 1 0 0,-1-1-1 0 0,1-1 0 0 0,-1 1 0 0 0,1 0 1 0 0,0 0-1 0 0,1-1 0 0 0,-1 0 0 0 0,0 1 1 0 0,1-1-1 0 0,0 0 0 0 0,-1-5 0 0 0,1 6-1 0 0,0-1 0 0 0,0 1 0 0 0,0 0 0 0 0,1-1 0 0 0,0 1 0 0 0,0-1 0 0 0,0 1 0 0 0,0-1 0 0 0,0 1 0 0 0,1 0 0 0 0,1-7 0 0 0,29-42 141 0 0,-31 51-154 0 0,1 0-4 0 0,0 0 0 0 0,0 0 0 0 0,0 0 0 0 0,1 0 0 0 0,-1 0 0 0 0,0 0 0 0 0,0 1 0 0 0,1-1 1 0 0,-1 0-1 0 0,0 1 0 0 0,1-1 0 0 0,-1 1 0 0 0,1 0 0 0 0,-1-1 0 0 0,1 1 0 0 0,-1 0 0 0 0,1 0 0 0 0,-1 0 0 0 0,1 0 0 0 0,-1 0 0 0 0,1 0 0 0 0,-1 0 1 0 0,1 1-1 0 0,-1-1 0 0 0,0 0 0 0 0,3 1 0 0 0,36 16-50 0 0,109 73-40 0 0,-16-9 656 0 0,-109-65-225 0 0,-19-12-177 0 0,0 0 0 0 0,0 0 0 0 0,0-1 0 0 0,1 0 0 0 0,0 0 0 0 0,0-1 0 0 0,8 4 0 0 0,-40-3-2553 0 0,-4 2-7259 0 0,16-4 3964 0 0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9:07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61 616 0 0,'-5'-32'4272'0'0,"1"15"-278"0"0,3 5 767 0 0,0 30-4539 0 0,-1-1 0 0 0,-1 0 0 0 0,-7 22 0 0 0,-3 21 170 0 0,-29 139 881 0 0,-2 19 348 0 0,18-98-551 0 0,26-119-1037 0 0,-1 3 38 0 0,0 0 0 0 0,0-1 0 0 0,0 1 1 0 0,1 0-1 0 0,0 0 0 0 0,-1-1 0 0 0,1 1 1 0 0,1 0-1 0 0,-1 0 0 0 0,1 4 0 0 0,1-7-67 0 0,-1 1 0 0 0,0-1-1 0 0,1 0 1 0 0,-1 0 0 0 0,1 1-1 0 0,-1-1 1 0 0,1 0-1 0 0,0 0 1 0 0,-1-1 0 0 0,1 1-1 0 0,0 0 1 0 0,0 0 0 0 0,-1-1-1 0 0,1 1 1 0 0,0-1 0 0 0,0 0-1 0 0,0 1 1 0 0,0-1 0 0 0,0 0-1 0 0,3-1 1 0 0,40 3-77 0 0,1-3 0 0 0,-1-2 0 0 0,0-1 0 0 0,0-3 0 0 0,52-14 0 0 0,-36 8-625 0 0,-32 9-168 0 0,-23 4-3105 0 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9:08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2 187 852 0 0,'-1'-28'4882'0'0,"12"15"-4278"0"0,1 1-1 0 0,0 0 1 0 0,1 0 0 0 0,0 2 0 0 0,1-1-1 0 0,18-9 1 0 0,-13 9-442 0 0,1 1-1 0 0,0 1 1 0 0,1 1-1 0 0,0 0 1 0 0,0 2-1 0 0,1 0 1 0 0,38-4-1 0 0,-54 10-382 0 0,1 0 0 0 0,-1 0 0 0 0,0 0 0 0 0,0 0 0 0 0,0 1 0 0 0,10 2 0 0 0,15 12-5255 0 0,-25-9 3095 0 0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9:08.6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46 416 0 0,'-11'-46'15072'0'0,"10"53"-14867"0"0,-13 131 1207 0 0,5 169 0 0 0,12-212-904 0 0,-5 86 419 0 0,1-162 1316 0 0,2-1-6853 0 0,10-34-6309 0 0,-7-2 7169 0 0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9:09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58 216 0 0,'0'0'1780'0'0,"9"-34"4295"0"0,-5 31-5937 0 0,-1 1 0 0 0,1-1 0 0 0,1 1 0 0 0,-1 0 0 0 0,0 0 0 0 0,0 0 0 0 0,1 0 0 0 0,-1 1 0 0 0,1 0 0 0 0,0 0 1 0 0,-1 0-1 0 0,1 0 0 0 0,0 1 0 0 0,-1 0 0 0 0,1 0 0 0 0,0 0 0 0 0,8 2 0 0 0,-5-1-85 0 0,1 1 1 0 0,-1 0-1 0 0,0 1 0 0 0,0 0 0 0 0,0 0 0 0 0,0 1 1 0 0,0 0-1 0 0,-1 0 0 0 0,10 8 0 0 0,-15-12-34 0 0,-1 2-1 0 0,1-1 1 0 0,0 0-1 0 0,-1 0 1 0 0,1 0-1 0 0,-1 1 1 0 0,0-1-1 0 0,1 1 1 0 0,-1-1-1 0 0,0 1 1 0 0,0-1-1 0 0,0 1 1 0 0,0 0-1 0 0,0 0 1 0 0,0-1-1 0 0,-1 1 1 0 0,1 0-1 0 0,-1 0 1 0 0,1 0-1 0 0,-1 0 1 0 0,1 0-1 0 0,-1 0 1 0 0,0 0-1 0 0,0 0 1 0 0,0 2-1 0 0,-1-1 22 0 0,-1 0 0 0 0,1 0 1 0 0,0-1-1 0 0,-1 1 0 0 0,0 0 0 0 0,1-1 0 0 0,-1 1 0 0 0,0-1 1 0 0,0 0-1 0 0,-1 0 0 0 0,1 0 0 0 0,0 0 0 0 0,-1 0 0 0 0,-3 2 1 0 0,-6 3 179 0 0,0 0 1 0 0,0-1-1 0 0,-1-1 1 0 0,0 0 0 0 0,0-1-1 0 0,-16 4 1 0 0,11-5 102 0 0,0 0 1 0 0,0-1-1 0 0,0-1 0 0 0,0-1 1 0 0,-19-2-1 0 0,35 2-226 0 0,-14 1 1223 0 0,7-3-2736 0 0,43-7-11749 0 0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9:09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9 215 200 0 0,'-1'-2'337'0'0,"0"1"1"0"0,0 0-1 0 0,0-1 0 0 0,1 1 0 0 0,-1-1 1 0 0,0 1-1 0 0,1-1 0 0 0,-1 1 0 0 0,1-1 1 0 0,-1 1-1 0 0,1-1 0 0 0,0 1 0 0 0,-1-1 1 0 0,1 0-1 0 0,0 1 0 0 0,0-1 0 0 0,0 1 1 0 0,1-1-1 0 0,-1 0 0 0 0,1-1 0 0 0,0 1-124 0 0,0 0 0 0 0,0-1 0 0 0,0 1 0 0 0,0 0 0 0 0,1 0 0 0 0,-1 0 0 0 0,1 0 0 0 0,-1 1 0 0 0,1-1 0 0 0,0 0 0 0 0,0 1 0 0 0,2-3 0 0 0,9-3-92 0 0,0 0 0 0 0,0 1-1 0 0,26-10 1 0 0,-16 8 652 0 0,36-18-115 0 0,0-1 419 0 0,101-29 1 0 0,-159 55-786 0 0,1 2-258 0 0,0 0 1 0 0,0 0-1 0 0,0 0 1 0 0,0 0-1 0 0,-1 0 0 0 0,1 1 1 0 0,0-1-1 0 0,-1 0 1 0 0,1 1-1 0 0,-1-1 0 0 0,2 4 1 0 0,1 14 166 0 0,-1 1-1 0 0,-1 0 1 0 0,-1 23 0 0 0,3 22 129 0 0,6 31 49 0 0,9 70 304 0 0,9 77 347 0 0,-16-113-503 0 0,-4-23 21 0 0,-8-105-509 0 0,0 12 303 0 0,0-6 1573 0 0,-15-5-1758 0 0,-1 0 0 0 0,0 1 0 0 0,1 0 0 0 0,-25 12-1 0 0,34-14-152 0 0,-164 72-1026 0 0,61-13-2877 0 0,46-28-4671 0 0,39-22 3668 0 0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9:18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370 852 676 0 0,'-2'-2'211'0'0,"1"0"0"0"0,-1 0 0 0 0,0 0 0 0 0,1 0 0 0 0,-1 0 0 0 0,0 1 0 0 0,0-1 0 0 0,0 1 0 0 0,-1-1 0 0 0,1 1 0 0 0,0 0 0 0 0,0 0 0 0 0,-1 0 0 0 0,1 0 0 0 0,-1 0 0 0 0,1 0-1 0 0,-1 1 1 0 0,1-1 0 0 0,-1 1 0 0 0,1 0 0 0 0,-5 0 0 0 0,2 1-49 0 0,0-1-1 0 0,0 2 0 0 0,0-1 1 0 0,0 1-1 0 0,0 0 1 0 0,1 0-1 0 0,-1 0 0 0 0,1 0 1 0 0,-1 1-1 0 0,-5 4 1 0 0,-7 7 142 0 0,1 1 0 0 0,0 1 0 0 0,-25 32 0 0 0,18-15 32 0 0,1 0 0 0 0,2 2 0 0 0,2 0 0 0 0,1 1-1 0 0,1 0 1 0 0,3 2 0 0 0,1 0 0 0 0,-11 57 0 0 0,22-90-276 0 0,-1 0 0 0 0,1 1 1 0 0,1 0-1 0 0,-1-1 0 0 0,1 1 0 0 0,0-1 1 0 0,0 1-1 0 0,1-1 0 0 0,-1 1 1 0 0,1-1-1 0 0,1 1 0 0 0,-1-1 0 0 0,3 8 1 0 0,-2-13-46 0 0,-1 1 1 0 0,0-1 0 0 0,0 1-1 0 0,1-1 1 0 0,-1 0 0 0 0,1 1-1 0 0,-1-1 1 0 0,0 0 0 0 0,1 0-1 0 0,-1 0 1 0 0,0 0 0 0 0,1 0-1 0 0,-1 0 1 0 0,1 0 0 0 0,-1-1-1 0 0,0 1 1 0 0,1-1 0 0 0,-1 1-1 0 0,0-1 1 0 0,1 1 0 0 0,1-2-1 0 0,7-4 24 0 0,0 0 0 0 0,0 0-1 0 0,0-1 1 0 0,-1-1-1 0 0,11-10 1 0 0,-11 10-26 0 0,0 0 1 0 0,0 0-1 0 0,1 1 1 0 0,0 0-1 0 0,0 1 1 0 0,12-5 0 0 0,-12 9-21 0 0,1 1 1 0 0,0 0 0 0 0,0 0-1 0 0,0 2 1 0 0,15 1 0 0 0,36 8-14 0 0,-47-6 8 0 0,0-1 1 0 0,1-1-1 0 0,-1-1 0 0 0,1 0 0 0 0,0-1 0 0 0,-1 0 0 0 0,30-6 0 0 0,-42 6 19 0 0,-1-1-1 0 0,1 0 0 0 0,-1 0 0 0 0,1 0 0 0 0,-1-1 0 0 0,0 1 0 0 0,1 0 0 0 0,-1-1 0 0 0,0 0 0 0 0,0 1 0 0 0,0-1 0 0 0,0 0 0 0 0,0 0 0 0 0,-1 0 0 0 0,1 0 1 0 0,0-1-1 0 0,-1 1 0 0 0,0 0 0 0 0,1-1 0 0 0,-1 1 0 0 0,0-1 0 0 0,0 1 0 0 0,-1-1 0 0 0,1 1 0 0 0,0-1 0 0 0,-1 0 0 0 0,0 1 0 0 0,1-1 0 0 0,-1 0 0 0 0,0 0 1 0 0,-1-4-1 0 0,0-10 24 0 0,0-1-1 0 0,-1 1 1 0 0,-7-28 0 0 0,7 39-28 0 0,-15-63 58 0 0,16 65-80 0 0,1 0 1 0 0,0 1 0 0 0,-1-1-1 0 0,1 1 1 0 0,0-1-1 0 0,1 0 1 0 0,-1 1 0 0 0,1-1-1 0 0,0 0 1 0 0,-1 1-1 0 0,1-1 1 0 0,1 1-1 0 0,-1 0 1 0 0,1-1 0 0 0,-1 1-1 0 0,1 0 1 0 0,0 0-1 0 0,0 0 1 0 0,0 0-1 0 0,1 0 1 0 0,-1 0 0 0 0,1 1-1 0 0,-1-1 1 0 0,1 1-1 0 0,4-4 1 0 0,11-6-86 0 0,0 1-1 0 0,0 0 1 0 0,30-12 0 0 0,-6 2-2 0 0,19-11 20 0 0,-3-3 0 0 0,-1-3 0 0 0,-1-1 0 0 0,-3-4 0 0 0,56-55 0 0 0,-89 76 57 0 0,-1-1 0 0 0,-1 0 1 0 0,-1-1-1 0 0,-1-1 0 0 0,-2 0 0 0 0,14-32 0 0 0,-20 37-8 0 0,0-1 0 0 0,-2-1 0 0 0,-1 1 0 0 0,0-1 0 0 0,-2 0 0 0 0,0 0-1 0 0,-2 0 1 0 0,0-1 0 0 0,-3-23 0 0 0,1 36 66 0 0,-1 0-1 0 0,0 0 1 0 0,-1 0 0 0 0,0 0 0 0 0,-1 0-1 0 0,0 1 1 0 0,0-1 0 0 0,-1 1 0 0 0,-1 0-1 0 0,1 0 1 0 0,-1 1 0 0 0,-1 0 0 0 0,1 0-1 0 0,-1 0 1 0 0,-1 1 0 0 0,1 0 0 0 0,-13-8-1 0 0,17 13-24 0 0,0 1-1 0 0,1-1 1 0 0,-1 1-1 0 0,0 0 1 0 0,0 0-1 0 0,0 0 0 0 0,0 0 1 0 0,0 0-1 0 0,0 1 1 0 0,0 0-1 0 0,0-1 0 0 0,0 1 1 0 0,0 0-1 0 0,0 0 1 0 0,0 1-1 0 0,0-1 1 0 0,0 1-1 0 0,0-1 0 0 0,-3 2 1 0 0,-1 0 2 0 0,0 0-1 0 0,0 1 1 0 0,0 0 0 0 0,1 0 0 0 0,-1 0 0 0 0,-10 8-1 0 0,3 1 5 0 0,1 1-1 0 0,0 0 1 0 0,1 1-1 0 0,0 0 0 0 0,1 1 1 0 0,1 1-1 0 0,0-1 1 0 0,1 1-1 0 0,-9 23 0 0 0,-5 22 56 0 0,-21 80-1 0 0,30-94-47 0 0,1 5 44 0 0,2 0-1 0 0,2 2 1 0 0,-3 66 0 0 0,10 161 227 0 0,4-149-78 0 0,1 2 288 0 0,-3-132-68 0 0,0 9-198 0 0,0-11-214 0 0,0-1 1 0 0,0 1 0 0 0,0 0-1 0 0,1 0 1 0 0,-1 0-1 0 0,0 0 1 0 0,0 0 0 0 0,0 0-1 0 0,0 0 1 0 0,0-1-1 0 0,0 1 1 0 0,0 0 0 0 0,0 0-1 0 0,1 0 1 0 0,-1 0-1 0 0,0 0 1 0 0,0 0 0 0 0,0 0-1 0 0,0 0 1 0 0,0 0-1 0 0,1 0 1 0 0,-1 0 0 0 0,0 0-1 0 0,0 0 1 0 0,0 0-1 0 0,0 0 1 0 0,0 0 0 0 0,1 0-1 0 0,-1 0 1 0 0,0 0-1 0 0,0 0 1 0 0,0 0 0 0 0,0 0-1 0 0,0 0 1 0 0,1 0-1 0 0,-1 0 1 0 0,0 0 0 0 0,0 0-1 0 0,0 0 1 0 0,0 0-1 0 0,0 0 1 0 0,0 1 0 0 0,1-1-1 0 0,-1 0 1 0 0,0 0-1 0 0,0 0 1 0 0,0 0 0 0 0,0 0-1 0 0,0 0 1 0 0,0 0-1 0 0,0 1 1 0 0,0-1 0 0 0,0 0-1 0 0,0 0 1 0 0,1 0 0 0 0,-1 0-1 0 0,0 0 1 0 0,0 1-1 0 0,48-82 491 0 0,-47 80-468 0 0,21-20-54 0 0,-14 21-15 0 0,0 1 0 0 0,0 0 0 0 0,0 0 0 0 0,0 1 0 0 0,0 0 0 0 0,-1 1 0 0 0,15 6 0 0 0,-12-5-14 0 0,1 0-1 0 0,-1 0 1 0 0,1-1-1 0 0,19 3 0 0 0,-5-4-19 0 0,-1-2-1 0 0,1 0 0 0 0,43-7 0 0 0,-60 6 62 0 0,0 0-1 0 0,0-1 0 0 0,-1 0 0 0 0,1-1 0 0 0,-1 0 0 0 0,1 0 0 0 0,-1-1 0 0 0,0 1 0 0 0,0-2 1 0 0,-1 1-1 0 0,1-1 0 0 0,-1 0 0 0 0,0 0 0 0 0,0 0 0 0 0,-1-1 0 0 0,8-9 0 0 0,-11 12 12 0 0,0-1-1 0 0,0 1 0 0 0,0 0 1 0 0,0-1-1 0 0,0 1 0 0 0,-1-1 1 0 0,1 0-1 0 0,-1 0 0 0 0,0 1 1 0 0,-1-1-1 0 0,1 0 1 0 0,0-7-1 0 0,-1 5 13 0 0,1 3 7 0 0,-1 0-4 0 0,-3-13 43 0 0,3 15-67 0 0,0 1-1 0 0,0-1 0 0 0,0 1 0 0 0,0 0 0 0 0,0-1 0 0 0,-1 1 0 0 0,1 0 0 0 0,0-1 0 0 0,0 1 0 0 0,0 0 0 0 0,-1-1 0 0 0,1 1 0 0 0,0 0 1 0 0,-1-1-1 0 0,1 1 0 0 0,0 0 0 0 0,-1 0 0 0 0,1 0 0 0 0,0-1 0 0 0,-1 1 0 0 0,1 0 0 0 0,0 0 0 0 0,-1 0 0 0 0,1 0 0 0 0,0-1 0 0 0,-1 1 1 0 0,1 0-1 0 0,-1 0 0 0 0,1 0 0 0 0,0 0 0 0 0,-1 0 0 0 0,1 0 0 0 0,-1 0 0 0 0,1 0 0 0 0,0 0 0 0 0,-1 1 0 0 0,1-1 0 0 0,-1 0 0 0 0,1 0 0 0 0,0 0 1 0 0,-1 0-1 0 0,0 1 0 0 0,-2 0-4 0 0,0 1 1 0 0,-1 0-1 0 0,1-1 1 0 0,0 1-1 0 0,0 1 1 0 0,0-1-1 0 0,0 0 1 0 0,0 1-1 0 0,0 0 1 0 0,1-1-1 0 0,-1 1 1 0 0,1 0-1 0 0,0 0 1 0 0,0 1 0 0 0,0-1-1 0 0,0 0 1 0 0,1 1-1 0 0,-1-1 1 0 0,1 1-1 0 0,-2 6 1 0 0,2-7 1 0 0,1 0 0 0 0,-1 0-1 0 0,0 0 1 0 0,1 1 0 0 0,0-1 0 0 0,0 0 0 0 0,0 0 0 0 0,0 0 0 0 0,0 0 0 0 0,0 1 0 0 0,1-1 0 0 0,0 0 0 0 0,0 0 0 0 0,0 0-1 0 0,0 0 1 0 0,0 0 0 0 0,0 0 0 0 0,1-1 0 0 0,-1 1 0 0 0,1 0 0 0 0,0-1 0 0 0,0 1 0 0 0,0-1 0 0 0,0 1 0 0 0,0-1 0 0 0,1 0 0 0 0,-1 0-1 0 0,1 0 1 0 0,-1 0 0 0 0,5 2 0 0 0,-2-2-5 0 0,0 0 0 0 0,0 0 1 0 0,1 0-1 0 0,-1-1 0 0 0,0 0 0 0 0,1 0 0 0 0,-1 0 0 0 0,1-1 0 0 0,-1 1 0 0 0,1-1 1 0 0,-1-1-1 0 0,1 1 0 0 0,-1-1 0 0 0,0 0 0 0 0,1 0 0 0 0,8-3 0 0 0,15-9-143 0 0,-1-1-1 0 0,-1-2 1 0 0,0 0-1 0 0,-1-2 1 0 0,31-27-1 0 0,4-2-584 0 0,-59 45 643 0 0,7 2-69 0 0,-8 0 150 0 0,-1-1 0 0 0,1 1-1 0 0,0 0 1 0 0,0 0 0 0 0,0 0-1 0 0,0 0 1 0 0,0 0 0 0 0,-1 0 0 0 0,1 1-1 0 0,0-1 1 0 0,0 0 0 0 0,0 0 0 0 0,0 0-1 0 0,-1 1 1 0 0,1-1 0 0 0,0 1-1 0 0,0-1 1 0 0,-1 0 0 0 0,1 1 0 0 0,0-1-1 0 0,-1 1 1 0 0,1-1 0 0 0,0 1-1 0 0,-1 0 1 0 0,1-1 0 0 0,-1 1 0 0 0,1 0-1 0 0,-1-1 1 0 0,1 1 0 0 0,-1 0-1 0 0,1 0 1 0 0,-1 0 0 0 0,0-1 0 0 0,0 1-1 0 0,1 0 1 0 0,-1 0 0 0 0,0 1-1 0 0,2 3-25 0 0,0-1 0 0 0,1 0 0 0 0,-1 1 0 0 0,1-1-1 0 0,-1 0 1 0 0,1-1 0 0 0,1 1 0 0 0,-1 0-1 0 0,0-1 1 0 0,1 0 0 0 0,0 0 0 0 0,0 0 0 0 0,0 0-1 0 0,0 0 1 0 0,5 2 0 0 0,-7-4 42 0 0,1 0 0 0 0,0 0 0 0 0,-1-1 0 0 0,1 1 0 0 0,0-1 0 0 0,-1 1 0 0 0,1-1 0 0 0,0 0 0 0 0,0 0 0 0 0,0 0 0 0 0,-1 0 0 0 0,1 0 0 0 0,0-1 0 0 0,0 1 0 0 0,-1-1 0 0 0,1 0 0 0 0,0 0 0 0 0,-1 0 0 0 0,1 0 0 0 0,-1 0 0 0 0,1 0-1 0 0,-1-1 1 0 0,0 1 0 0 0,1-1 0 0 0,-1 0 0 0 0,0 0 0 0 0,2-2 0 0 0,5-13 777 0 0,2-6 1246 0 0,-10 22-2004 0 0,-1 1 0 0 0,0-1-1 0 0,0 1 1 0 0,0-1 0 0 0,0 1 0 0 0,1 0 0 0 0,-1-1-1 0 0,0 1 1 0 0,0 0 0 0 0,1-1 0 0 0,-1 1 0 0 0,0 0-1 0 0,1-1 1 0 0,-1 1 0 0 0,0 0 0 0 0,1-1-1 0 0,-1 1 1 0 0,0 0 0 0 0,1 0 0 0 0,-1-1 0 0 0,1 1-1 0 0,-1 0 1 0 0,1 0 0 0 0,-1 0 0 0 0,0 0 0 0 0,1 0-1 0 0,-1 0 1 0 0,1-1 0 0 0,-1 1 0 0 0,1 0 0 0 0,0 1-1 0 0,41 31-1430 0 0,29 20-6293 0 0,-49-38 4387 0 0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9:18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36 11909 0 0,'0'-33'1607'0'0,"-1"30"-756"0"0,1 8-76 0 0,-1 46-74 0 0,0 143-42 0 0,-1-59-163 0 0,18 164-1 0 0,-6-203-326 0 0,-4-32 34 0 0,17 78 0 0 0,-16-125-860 0 0,-5-34 319 0 0,-3-61 53 0 0,0 42 7 0 0,1-32-145 0 0,4-174-735 0 0,-1 193 935 0 0,3 1 0 0 0,22-92-1 0 0,-24 129 212 0 0,-1 0-1 0 0,2 1 1 0 0,-1-1-1 0 0,1 1 1 0 0,1 0-1 0 0,0 0 0 0 0,12-14 1 0 0,-14 19 6 0 0,1 0-1 0 0,-1 0 1 0 0,1 0 0 0 0,0 1 0 0 0,1 0 0 0 0,-1 0-1 0 0,1 0 1 0 0,0 1 0 0 0,-1 0 0 0 0,2 0 0 0 0,-1 1-1 0 0,0-1 1 0 0,13-2 0 0 0,-16 5 5 0 0,0 0-1 0 0,0 0 1 0 0,0 0-1 0 0,0 0 1 0 0,0 1 0 0 0,0-1-1 0 0,0 1 1 0 0,0-1-1 0 0,-1 1 1 0 0,1 0 0 0 0,0 1-1 0 0,0-1 1 0 0,-1 0 0 0 0,1 1-1 0 0,-1-1 1 0 0,1 1-1 0 0,-1 0 1 0 0,0 0 0 0 0,1 0-1 0 0,-1 0 1 0 0,0 0-1 0 0,3 5 1 0 0,-2-3 13 0 0,0 1-1 0 0,1-1 1 0 0,-2 1-1 0 0,1 0 1 0 0,0 0-1 0 0,-1 0 1 0 0,0 0 0 0 0,-1 1-1 0 0,1-1 1 0 0,1 9-1 0 0,-3-8 22 0 0,-1 1-1 0 0,0-1 1 0 0,0 1 0 0 0,0-1-1 0 0,-1 0 1 0 0,0 1-1 0 0,0-1 1 0 0,-1 0-1 0 0,1 0 1 0 0,-1 0 0 0 0,-1-1-1 0 0,1 1 1 0 0,-1-1-1 0 0,0 0 1 0 0,0 0-1 0 0,0 0 1 0 0,-1 0 0 0 0,0-1-1 0 0,0 1 1 0 0,-6 3-1 0 0,-14 10-151 0 0,-1 0 0 0 0,-48 25-1 0 0,-13-2-2189 0 0,25-17-3336 0 0,24-13 1966 0 0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9:21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0 484 0 0,'-17'1'591'0'0,"-1"0"-1"0"0,1 1 1 0 0,0 1 0 0 0,-1 1-1 0 0,2 0 1 0 0,-1 1-1 0 0,0 1 1 0 0,1 0 0 0 0,0 1-1 0 0,1 1 1 0 0,-1 1 0 0 0,2 0-1 0 0,-26 21 1 0 0,39-30-569 0 0,0 1 0 0 0,0-1 0 0 0,1 1 0 0 0,-1-1 0 0 0,0 1-1 0 0,1-1 1 0 0,-1 1 0 0 0,1-1 0 0 0,-1 1 0 0 0,1 0 0 0 0,-1-1 0 0 0,1 1 0 0 0,-1 0 0 0 0,1-1 0 0 0,0 1 0 0 0,-1 0 0 0 0,1 0 0 0 0,0-1 0 0 0,-1 1 0 0 0,1 0 0 0 0,0 0 0 0 0,0-1 0 0 0,0 1 0 0 0,0 1 0 0 0,14 5 348 0 0,29-7-77 0 0,-35-1-285 0 0,1 1-1 0 0,-1 0 1 0 0,0 0 0 0 0,0 1 0 0 0,0 0-1 0 0,0 1 1 0 0,0-1 0 0 0,0 2-1 0 0,0-1 1 0 0,0 1 0 0 0,-1 0 0 0 0,1 1-1 0 0,11 6 1 0 0,-9-2-4 0 0,-1-1 0 0 0,1 1-1 0 0,-1 1 1 0 0,-1 0 0 0 0,1 0 0 0 0,-2 1 0 0 0,1 0-1 0 0,7 13 1 0 0,2 10-33 0 0,-1 0 0 0 0,-2 1 1 0 0,-1 1-1 0 0,-2 0 0 0 0,8 43 0 0 0,-13-48-3 0 0,-1-1 0 0 0,-1 1 0 0 0,0 44 0 0 0,-4-63 85 0 0,0 1 0 0 0,-1-1 1 0 0,-1 0-1 0 0,0 1 0 0 0,0-1 1 0 0,-1 0-1 0 0,-1-1 0 0 0,0 1 1 0 0,0 0-1 0 0,-1-1 0 0 0,0 0 1 0 0,-10 13-1 0 0,14-21-26 0 0,1-1-1 0 0,-1 0 1 0 0,0 1 0 0 0,0-1 0 0 0,0 0 0 0 0,0 0-1 0 0,0 1 1 0 0,0-1 0 0 0,-1 0 0 0 0,1 0-1 0 0,0 0 1 0 0,-1-1 0 0 0,1 1 0 0 0,0 0-1 0 0,-1 0 1 0 0,1-1 0 0 0,-1 1 0 0 0,1-1-1 0 0,-1 1 1 0 0,1-1 0 0 0,-1 1 0 0 0,0-1-1 0 0,1 0 1 0 0,-1 0 0 0 0,1 0 0 0 0,-1 0 0 0 0,0 0-1 0 0,1 0 1 0 0,-1-1 0 0 0,1 1 0 0 0,-1 0-1 0 0,0-1 1 0 0,1 1 0 0 0,-1-1 0 0 0,1 1-1 0 0,-1-1 1 0 0,1 0 0 0 0,0 0 0 0 0,-1 0-1 0 0,1 0 1 0 0,0 0 0 0 0,0 0 0 0 0,-1 0-1 0 0,1 0 1 0 0,-1-3 0 0 0,-3-2-3 0 0,0 0-1 0 0,0 0 1 0 0,1-1 0 0 0,0 0-1 0 0,1 1 1 0 0,0-1 0 0 0,0-1-1 0 0,-3-8 1 0 0,2-4-68 0 0,0-1-1 0 0,1-1 1 0 0,1 1-1 0 0,1 0 1 0 0,1-1-1 0 0,1 1 1 0 0,1 0-1 0 0,1-1 1 0 0,10-40-1 0 0,-8 47 7 0 0,-1 0-1 0 0,2 0 0 0 0,0 1 0 0 0,0-1 1 0 0,1 1-1 0 0,1 1 0 0 0,1-1 0 0 0,0 1 1 0 0,0 1-1 0 0,2-1 0 0 0,-1 2 0 0 0,1 0 1 0 0,1 0-1 0 0,15-11 0 0 0,-20 18 29 0 0,1 0 0 0 0,-1 1 0 0 0,1 0 0 0 0,0 0 0 0 0,-1 1 0 0 0,1 0 0 0 0,1 0 0 0 0,-1 1 0 0 0,0-1-1 0 0,0 2 1 0 0,0 0 0 0 0,1 0 0 0 0,-1 0 0 0 0,0 1 0 0 0,0 0 0 0 0,1 0 0 0 0,-1 1 0 0 0,0 1 0 0 0,0-1 0 0 0,7 4 0 0 0,-8-3 27 0 0,0 0 0 0 0,0 1 0 0 0,0-1 0 0 0,-1 1 0 0 0,0 0 0 0 0,0 1 0 0 0,0 0 0 0 0,0 0 0 0 0,-1 0 0 0 0,0 0 0 0 0,0 1 0 0 0,0 0 0 0 0,0 0 0 0 0,-1 0 0 0 0,0 1 0 0 0,-1-1-1 0 0,0 1 1 0 0,0 0 0 0 0,0 0 0 0 0,0 0 0 0 0,-1 0 0 0 0,1 10 0 0 0,-2-12-65 0 0,-1 1 0 0 0,0 0 0 0 0,-1 0 0 0 0,1 0 0 0 0,-1 0 0 0 0,0 0 0 0 0,0 0 0 0 0,-1 0 0 0 0,0-1 0 0 0,0 1-1 0 0,0 0 1 0 0,-1-1 0 0 0,1 0 0 0 0,-6 8 0 0 0,1-1-1574 0 0,-2-8-2701 0 0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9:21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60 120 0 0,'6'-17'1396'0'0,"-3"1"268"0"0,1 3-1088 0 0,4 0-796 0 0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9:22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13 388 0 0,'62'134'10848'0'0,"-61"-134"-10810"0"0,1-1 1 0 0,-1 1 0 0 0,0-1 0 0 0,0 1 0 0 0,0-1-1 0 0,1 0 1 0 0,-1 0 0 0 0,0 0 0 0 0,0 0 0 0 0,0 1-1 0 0,0-1 1 0 0,-1-1 0 0 0,1 1 0 0 0,0 0-1 0 0,0 0 1 0 0,-1 0 0 0 0,1 0 0 0 0,0 0 0 0 0,0-3-1 0 0,14-31 425 0 0,-10 21-433 0 0,-2 9-32 0 0,0-1-422 0 0,-1-1 0 0 0,1 1 0 0 0,1 0 0 0 0,-1 0 0 0 0,1 0 0 0 0,1 1 0 0 0,-1-1 0 0 0,1 1 0 0 0,-1 0 0 0 0,7-5 0 0 0,-6 8-3464 0 0,11 0 1666 0 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9:22.3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77 192 0 0,'0'0'1870'0'0,"3"-2"-1286"0"0,4-1-98 0 0,-1-1 1 0 0,1 0 0 0 0,-1-1 0 0 0,0 1 0 0 0,-1-1 0 0 0,1 0 0 0 0,-1-1-1 0 0,0 1 1 0 0,-1-1 0 0 0,1 0 0 0 0,-1-1 0 0 0,4-6 0 0 0,-7 12 228 0 0,-2 2-27 0 0,-20 51 978 0 0,20-50-1662 0 0,0 0 0 0 0,1 0 1 0 0,-1 0-1 0 0,0 0 0 0 0,1 0 0 0 0,0 0 1 0 0,-1 0-1 0 0,1 0 0 0 0,0 0 0 0 0,0 1 0 0 0,0-1 1 0 0,0 0-1 0 0,1 0 0 0 0,-1 0 0 0 0,1 0 0 0 0,-1 0 1 0 0,1 0-1 0 0,-1 0 0 0 0,1 0 0 0 0,0 0 1 0 0,0 0-1 0 0,0 0 0 0 0,0-1 0 0 0,1 1 0 0 0,-1 0 1 0 0,0 0-1 0 0,1-1 0 0 0,-1 1 0 0 0,4 1 0 0 0,2-1-43 0 0,0-1-1 0 0,0 0 1 0 0,1 0-1 0 0,-1-1 1 0 0,0 0-1 0 0,1-1 0 0 0,-1 1 1 0 0,0-1-1 0 0,0 0 1 0 0,1-1-1 0 0,-1 0 0 0 0,10-4 1 0 0,-1 1-50 0 0,-4 2 20 0 0,0 0-1 0 0,0 0 1 0 0,0 1 0 0 0,0 1-1 0 0,1 0 1 0 0,-1 1 0 0 0,0 0-1 0 0,1 0 1 0 0,-1 2 0 0 0,17 3-1 0 0,-28-5 58 0 0,0 1-1 0 0,0-1 1 0 0,0 1 0 0 0,0 0-1 0 0,0-1 1 0 0,0 1-1 0 0,0 0 1 0 0,0 0-1 0 0,-1 0 1 0 0,1-1-1 0 0,0 1 1 0 0,0 0-1 0 0,-1 0 1 0 0,1 0-1 0 0,0 0 1 0 0,-1 0 0 0 0,1 1-1 0 0,-1-1 1 0 0,0 0-1 0 0,1 0 1 0 0,-1 0-1 0 0,0 0 1 0 0,0 0-1 0 0,1 1 1 0 0,-1-1-1 0 0,0 0 1 0 0,0 0 0 0 0,0 0-1 0 0,-1 3 1 0 0,-6 34-1699 0 0,6-33 1200 0 0,-11 14-5882 0 0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9:23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16 888 0 0,'0'0'1143'0'0,"1"-16"7482"0"0,3 260-5064 0 0,1-49-2255 0 0,-9-22-2853 0 0,4-172 1406 0 0,-1 0 0 0 0,1 0 0 0 0,0 0 0 0 0,0 0 0 0 0,0 0 0 0 0,-1 0 1 0 0,1-1-1 0 0,0 1 0 0 0,-1 0 0 0 0,1 0 0 0 0,-1 0 0 0 0,1 0 0 0 0,-1 0 0 0 0,1-1 0 0 0,-1 1 0 0 0,0 0 0 0 0,1-1 1 0 0,-1 1-1 0 0,0 0 0 0 0,0-1 0 0 0,1 1 0 0 0,-3 0 0 0 0,-10 3-5674 0 0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9:24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0 472 488 0 0,'59'-18'803'0'0,"0"-4"0"0"0,-2-2 0 0 0,78-45 0 0 0,-123 63-646 0 0,-1-1 1 0 0,0-1 0 0 0,-1 1-1 0 0,0-2 1 0 0,0 0-1 0 0,-1 0 1 0 0,0-1 0 0 0,-1 0-1 0 0,0 0 1 0 0,0-1 0 0 0,9-18-1 0 0,-13 21 14 0 0,-1 0 0 0 0,0-1 0 0 0,0 1-1 0 0,-1-1 1 0 0,0 0 0 0 0,-1 1 0 0 0,1-1-1 0 0,-2 0 1 0 0,1 0 0 0 0,-1 0 0 0 0,-1 0-1 0 0,0 1 1 0 0,0-1 0 0 0,-1 0 0 0 0,0 0-1 0 0,0 1 1 0 0,-6-13 0 0 0,7 18-96 0 0,0 0 0 0 0,0 0 1 0 0,-1 0-1 0 0,0 1 0 0 0,1-1 0 0 0,-1 0 1 0 0,0 1-1 0 0,0 0 0 0 0,-1-1 0 0 0,1 1 0 0 0,0 0 1 0 0,-1 0-1 0 0,1 0 0 0 0,-1 0 0 0 0,0 1 1 0 0,1-1-1 0 0,-1 1 0 0 0,0 0 0 0 0,0 0 1 0 0,-3-1-1 0 0,4 1 10 0 0,-28 21 310 0 0,20-1-276 0 0,0 0 1 0 0,2 1-1 0 0,0-1 1 0 0,1 2-1 0 0,1-1 1 0 0,1 1-1 0 0,-4 37 1 0 0,-3 160 614 0 0,11-156-565 0 0,10 167 510 0 0,-8-221-273 0 0,2-8-167 0 0,9-17-113 0 0,-11 13-138 0 0,1 0-1 0 0,0 1 1 0 0,1-1 0 0 0,-1 1 0 0 0,0-1-1 0 0,1 1 1 0 0,0 0 0 0 0,0 0-1 0 0,0 0 1 0 0,0 0 0 0 0,6-3 0 0 0,11 2-241 0 0,-1 2 1 0 0,1 0-1 0 0,0 1 1 0 0,39 4-1 0 0,20-2-427 0 0,-72 0 680 0 0,0-1-1 0 0,-1-1 1 0 0,1 1 0 0 0,0-1 0 0 0,-1 0-1 0 0,1-1 1 0 0,0 0 0 0 0,-1 0 0 0 0,0 0 0 0 0,1-1-1 0 0,-1 0 1 0 0,0 0 0 0 0,-1 0 0 0 0,1-1 0 0 0,0 0-1 0 0,-1 0 1 0 0,0-1 0 0 0,5-4 0 0 0,-8 7 251 0 0,-2 1-185 0 0,1 0 1 0 0,-1 0-1 0 0,1 0 0 0 0,-1 0 1 0 0,1 0-1 0 0,-1 0 0 0 0,0 0 1 0 0,1 0-1 0 0,-1 0 0 0 0,0 0 1 0 0,0-1-1 0 0,0 1 0 0 0,0 0 1 0 0,0 0-1 0 0,0 0 0 0 0,0 0 1 0 0,0 0-1 0 0,0 0 0 0 0,-1 0 1 0 0,1 0-1 0 0,0 0 0 0 0,-1-1 1 0 0,0 0-1 0 0,-7-16 567 0 0,8 59-2235 0 0,13-8-5112 0 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9:24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352 570 352 0 0,'0'0'969'0'0,"-8"-4"3329"0"0,3 23-3782 0 0,2 1 1 0 0,0-1 0 0 0,2 0-1 0 0,0 1 1 0 0,3 37 0 0 0,-1-25 80 0 0,-3 43 1 0 0,-4 9 2939 0 0,5-84-3494 0 0,1 1 0 0 0,0-1-1 0 0,-1 0 1 0 0,1 0 0 0 0,-1 0-1 0 0,1 1 1 0 0,-1-1-1 0 0,1 0 1 0 0,-1 0 0 0 0,1 0-1 0 0,-1 0 1 0 0,1 0 0 0 0,0 0-1 0 0,-1 0 1 0 0,1 0 0 0 0,-1 0-1 0 0,1 0 1 0 0,-1 0 0 0 0,1 0-1 0 0,-1 0 1 0 0,1 0 0 0 0,-1 0-1 0 0,1-1 1 0 0,0 1 0 0 0,-1 0-1 0 0,1 0 1 0 0,-1-1 0 0 0,1 1-1 0 0,0 0 1 0 0,-1 0 0 0 0,1-1-1 0 0,-1 1 1 0 0,1 0-1 0 0,0-1 1 0 0,0 1 0 0 0,-1 0-1 0 0,1-1 1 0 0,0 1 0 0 0,0-1-1 0 0,-1 1 1 0 0,1-1 0 0 0,-20-17 537 0 0,20 18-618 0 0,-20-24 400 0 0,1 0 0 0 0,1-2-1 0 0,-20-38 1 0 0,12 19-88 0 0,-3-5-9 0 0,2-1 0 0 0,2-1 0 0 0,-28-86 1 0 0,45 114-211 0 0,1-2 0 0 0,1 1 1 0 0,1-1-1 0 0,2 0 0 0 0,0 0 0 0 0,2 0 1 0 0,1 0-1 0 0,1 0 0 0 0,1 0 1 0 0,7-32-1 0 0,-8 53-80 0 0,0 0 0 0 0,1 0 0 0 0,-1 0 0 0 0,1 0 0 0 0,1 0 0 0 0,-1 1 0 0 0,0-1 0 0 0,1 1 0 0 0,0-1 0 0 0,0 1 0 0 0,1 0 0 0 0,-1 0 0 0 0,1 0 0 0 0,-1 1 0 0 0,1-1 0 0 0,1 1 0 0 0,-1 0 0 0 0,0 0 0 0 0,1 0 0 0 0,-1 1 0 0 0,1-1 0 0 0,0 1 0 0 0,0 1 0 0 0,0-1 0 0 0,0 0 0 0 0,0 1 0 0 0,0 0 0 0 0,0 0 0 0 0,0 1 0 0 0,1 0 0 0 0,-1 0 0 0 0,0 0 0 0 0,0 0 0 0 0,1 1 0 0 0,-1-1 0 0 0,9 4 0 0 0,0-1-30 0 0,0 2 0 0 0,0-1 0 0 0,0 2 0 0 0,-1 0 0 0 0,1 0 0 0 0,-2 2 0 0 0,1-1-1 0 0,-1 1 1 0 0,0 1 0 0 0,-1 0 0 0 0,0 1 0 0 0,0 0 0 0 0,-1 1 0 0 0,13 17 0 0 0,-15-18 12 0 0,-1 1-1 0 0,0 0 1 0 0,0 0-1 0 0,-1 0 1 0 0,0 1-1 0 0,-1 0 1 0 0,-1 0-1 0 0,0 1 1 0 0,0-1-1 0 0,-2 1 1 0 0,1 0-1 0 0,-1 0 1 0 0,-1 0-1 0 0,-1 0 1 0 0,0 0-1 0 0,-2 21 1 0 0,-1-22 16 0 0,-1 0 0 0 0,0 0 0 0 0,-1-1 1 0 0,0 0-1 0 0,-1 0 0 0 0,0 0 0 0 0,-1-1 0 0 0,0 0 0 0 0,0 0 1 0 0,-1-1-1 0 0,-1 0 0 0 0,1 0 0 0 0,-2-1 0 0 0,-14 11 0 0 0,1-2-1280 0 0,-44 25 1 0 0,-21 0-7139 0 0,78-38 5505 0 0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9:25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1 303 372 0 0,'8'0'359'0'0,"0"0"-1"0"0,1 0 0 0 0,-1 1 1 0 0,0 0-1 0 0,1 0 1 0 0,-1 1-1 0 0,0 0 1 0 0,0 1-1 0 0,0 0 1 0 0,-1 0-1 0 0,1 0 1 0 0,-1 1-1 0 0,1 0 1 0 0,10 9-1 0 0,-12-9-241 0 0,-1 0-1 0 0,0 0 1 0 0,-1 1-1 0 0,1-1 1 0 0,-1 1-1 0 0,1 0 1 0 0,-2 0-1 0 0,1 1 1 0 0,0-1-1 0 0,-1 1 1 0 0,0 0-1 0 0,-1 0 1 0 0,1 0-1 0 0,-1 0 1 0 0,0 0-1 0 0,0 1 1 0 0,-1-1-1 0 0,0 1 1 0 0,0 7-1 0 0,-1-9 12 0 0,0 0-1 0 0,0-1 1 0 0,0 1-1 0 0,-1 0 0 0 0,0 0 1 0 0,0-1-1 0 0,-1 1 1 0 0,1-1-1 0 0,-1 1 0 0 0,0-1 1 0 0,0 1-1 0 0,0-1 0 0 0,-1 0 1 0 0,0 0-1 0 0,-5 7 1 0 0,8-12-138 0 0,1 0 0 0 0,0 0-1 0 0,-1-1 1 0 0,1 1 0 0 0,-1 0 0 0 0,0 0 0 0 0,1 0 0 0 0,-1-1 0 0 0,0 1 0 0 0,0 0 0 0 0,0 0 0 0 0,1 0 0 0 0,-1-1 0 0 0,-1 1 0 0 0,1-2 0 0 0,4-22-188 0 0,5 11 13 0 0,1-1 1 0 0,0 1-1 0 0,1 0 1 0 0,1 1-1 0 0,0 1 1 0 0,1 0-1 0 0,0 0 1 0 0,1 1-1 0 0,0 1 1 0 0,1 0-1 0 0,0 1 1 0 0,22-9-1 0 0,-35 17 193 0 0,1 0 0 0 0,0 0 1 0 0,0 0-1 0 0,0 0 0 0 0,0 1 0 0 0,0 0 1 0 0,1-1-1 0 0,-1 1 0 0 0,0 0 0 0 0,0 0 1 0 0,0 1-1 0 0,0-1 0 0 0,0 1 0 0 0,0-1 1 0 0,0 1-1 0 0,0 0 0 0 0,0 0 0 0 0,0 1 1 0 0,-1-1-1 0 0,1 0 0 0 0,3 3 0 0 0,4 4 70 0 0,0 0 1 0 0,-1 0-1 0 0,-1 0 0 0 0,10 12 0 0 0,12 12 86 0 0,-21-24-282 0 0,12 8 824 0 0,-20-17-684 0 0,0 1-1 0 0,0 0 0 0 0,0-1 1 0 0,-1 1-1 0 0,1 0 1 0 0,0-1-1 0 0,0 1 0 0 0,-1-1 1 0 0,1 1-1 0 0,-1-1 0 0 0,1 1 1 0 0,0-1-1 0 0,-1 1 1 0 0,1-1-1 0 0,-1 0 0 0 0,1 1 1 0 0,-1-1-1 0 0,1 0 0 0 0,-1 1 1 0 0,0-1-1 0 0,1 0 0 0 0,-1 0 1 0 0,0 1-1 0 0,0-1 1 0 0,1 0-1 0 0,-1 0 0 0 0,0 0 1 0 0,0 1-1 0 0,0-1 0 0 0,0 0 1 0 0,0 0-1 0 0,0 0 1 0 0,0-1-1 0 0,0-3 15 0 0,0-1 0 0 0,0 0 0 0 0,0 0 0 0 0,0 0 0 0 0,-1 1 0 0 0,0-1 0 0 0,0 0-1 0 0,-3-6 1 0 0,-2-23 355 0 0,6 33-280 0 0,0 1-106 0 0,0 1 0 0 0,0-1 0 0 0,0 1 0 0 0,0 0-1 0 0,0-1 1 0 0,0 1 0 0 0,0-1 0 0 0,0 1 0 0 0,0-1 0 0 0,1 1 0 0 0,-1-1 0 0 0,0 1 0 0 0,0 0 0 0 0,1-1 0 0 0,-1 1 0 0 0,0 0 0 0 0,0-1 0 0 0,1 1 0 0 0,-1 0 0 0 0,0-1 0 0 0,1 1 0 0 0,-1 0 0 0 0,1-1 0 0 0,-1 1 0 0 0,0 0 0 0 0,1 0 0 0 0,0-1 0 0 0,12 2 76 0 0,-1-2 1 0 0,1 1-1 0 0,0-1 1 0 0,-1-1 0 0 0,1-1-1 0 0,-1 1 1 0 0,0-2-1 0 0,0 0 1 0 0,0 0-1 0 0,0-1 1 0 0,-1-1-1 0 0,0 0 1 0 0,0 0-1 0 0,0-1 1 0 0,-1-1-1 0 0,0 1 1 0 0,0-2-1 0 0,-1 1 1 0 0,0-1-1 0 0,0-1 1 0 0,-1 0-1 0 0,-1 0 1 0 0,0 0-1 0 0,0-1 1 0 0,-1 0-1 0 0,0 0 1 0 0,-1-1-1 0 0,0 0 1 0 0,-1 0-1 0 0,5-19 1 0 0,-9 26-7 0 0,0 0 1 0 0,-1-1 0 0 0,1 1-1 0 0,-1 0 1 0 0,0 0-1 0 0,0-1 1 0 0,-1 1 0 0 0,0 0-1 0 0,1 0 1 0 0,-2 0 0 0 0,1 1-1 0 0,0-1 1 0 0,-1 0-1 0 0,-4-4 1 0 0,6 8-20 0 0,-22-1 87 0 0,20 2-139 0 0,-1 2-1 0 0,0-1 0 0 0,1 0 0 0 0,-1 1 1 0 0,1-1-1 0 0,0 1 0 0 0,-1 0 0 0 0,1 0 1 0 0,0 0-1 0 0,0 1 0 0 0,0-1 0 0 0,1 1 1 0 0,-1-1-1 0 0,1 1 0 0 0,-1 0 0 0 0,1 0 1 0 0,0 0-1 0 0,0 0 0 0 0,0 1 0 0 0,0-1 1 0 0,1 1-1 0 0,-1-1 0 0 0,1 1 0 0 0,0-1 1 0 0,-1 7-1 0 0,1-4-1 0 0,0 0 1 0 0,0 1-1 0 0,1-1 0 0 0,-1 0 1 0 0,1 0-1 0 0,1 1 1 0 0,-1-1-1 0 0,1 0 0 0 0,1 1 1 0 0,-1-1-1 0 0,1 0 0 0 0,0 0 1 0 0,0 0-1 0 0,5 8 0 0 0,4 7 13 0 0,1-2 0 0 0,25 31 0 0 0,-4-5-40 0 0,-25-32-8 0 0,-3-7 3 0 0,-1-1-1 0 0,0 1 0 0 0,0 0 0 0 0,-1 0 0 0 0,0 0 0 0 0,0 1 0 0 0,0-1 0 0 0,-1 1 1 0 0,0 0-1 0 0,-1-1 0 0 0,3 13 0 0 0,-5-17 28 0 0,1-1 1 0 0,0 1-1 0 0,-1 0 1 0 0,1-1-1 0 0,-1 1 1 0 0,1-1-1 0 0,-1 1 0 0 0,0 0 1 0 0,1-1-1 0 0,-1 1 1 0 0,0-1-1 0 0,0 0 1 0 0,0 1-1 0 0,0-1 1 0 0,-1 0-1 0 0,1 0 0 0 0,0 1 1 0 0,0-1-1 0 0,-1 0 1 0 0,1 0-1 0 0,-1 0 1 0 0,1-1-1 0 0,-1 1 1 0 0,1 0-1 0 0,-4 0 0 0 0,2 1 6 0 0,-1-1 0 0 0,1 0 0 0 0,-1 0 0 0 0,0 0 0 0 0,1-1 0 0 0,-1 0 0 0 0,0 1 0 0 0,0-1 0 0 0,1 0 0 0 0,-1-1 0 0 0,-4 0 0 0 0,-1-1-86 0 0,1 0 0 0 0,0-1 1 0 0,-1 0-1 0 0,1-1 1 0 0,0 0-1 0 0,1 0 0 0 0,-1 0 1 0 0,-11-10-1 0 0,17 13-331 0 0,-4-5 84 0 0,3 2-1571 0 0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9:26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58 900 0 0,'0'0'1808'0'0,"-6"-17"3457"0"0,1 1-861 0 0,0 2-1288 0 0,2 4-2167 0 0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9:28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184 457 96 0 0,'-1'-7'922'0'0,"1"-1"-1"0"0,-2 1 1 0 0,1-1-1 0 0,-1 1 1 0 0,0 0-1 0 0,-3-8 1 0 0,-3-10 1722 0 0,7 24-2592 0 0,0 1 0 0 0,1-1 0 0 0,-1 0 0 0 0,0 1-1 0 0,1-1 1 0 0,-1 1 0 0 0,0 0 0 0 0,0-1 0 0 0,0 1 0 0 0,1-1 0 0 0,-1 1 0 0 0,0 0 0 0 0,0 0 0 0 0,0 0 0 0 0,0-1 0 0 0,0 1 0 0 0,1 0 0 0 0,-1 0 0 0 0,0 0-1 0 0,0 0 1 0 0,0 1 0 0 0,0-1 0 0 0,-1 0 0 0 0,-21 4 527 0 0,16 0-490 0 0,0-1 1 0 0,0 2 0 0 0,1-1 0 0 0,-1 1-1 0 0,1 0 1 0 0,0 0 0 0 0,0 0 0 0 0,1 1 0 0 0,0 0-1 0 0,0 0 1 0 0,-7 12 0 0 0,6-10-57 0 0,1 1-1 0 0,0-1 1 0 0,1 1 0 0 0,0 0 0 0 0,0 1-1 0 0,1-1 1 0 0,1 0 0 0 0,-1 1 0 0 0,0 10-1 0 0,2-15-19 0 0,1 0-1 0 0,1-1 0 0 0,-1 1 0 0 0,1 0 0 0 0,-1-1 0 0 0,1 1 0 0 0,1 0 0 0 0,-1-1 0 0 0,1 1 0 0 0,-1-1 0 0 0,1 0 0 0 0,0 0 0 0 0,1 1 0 0 0,-1-1 1 0 0,1-1-1 0 0,0 1 0 0 0,0 0 0 0 0,0-1 0 0 0,0 1 0 0 0,1-1 0 0 0,-1 0 0 0 0,1 0 0 0 0,0 0 0 0 0,0-1 0 0 0,0 0 0 0 0,0 1 0 0 0,7 1 1 0 0,-8-3 13 0 0,17-9 27 0 0,-16 6-50 0 0,-1-1 0 0 0,0 1 0 0 0,1-1 0 0 0,-1 0 0 0 0,0 1 0 0 0,-1-1 0 0 0,1-1 0 0 0,0 1 0 0 0,-1 0 1 0 0,0-1-1 0 0,0 1 0 0 0,3-7 0 0 0,18-52-129 0 0,-15 36 26 0 0,-5 17 46 0 0,1 0-1 0 0,0 1 1 0 0,0-1-1 0 0,1 1 1 0 0,0 0-1 0 0,1 1 1 0 0,0-1-1 0 0,0 1 0 0 0,0 0 1 0 0,11-9-1 0 0,0 4-66 0 0,0 0 0 0 0,1 1 0 0 0,31-14 0 0 0,-20 11 35 0 0,1 0 26 0 0,0-1-1 0 0,0-1 1 0 0,-1-2-1 0 0,33-27 1 0 0,-55 39 58 0 0,0 0 0 0 0,0 0 0 0 0,-1-1 0 0 0,0 0 0 0 0,0 0 1 0 0,-1 0-1 0 0,0-1 0 0 0,0 0 0 0 0,-1 0 0 0 0,0 0 0 0 0,0 0 1 0 0,-1-1-1 0 0,0 0 0 0 0,-1 1 0 0 0,0-1 0 0 0,0 0 0 0 0,-1 0 0 0 0,0 0 1 0 0,0-1-1 0 0,-1 1 0 0 0,-2-16 0 0 0,-1 8 12 0 0,2 16-11 0 0,1-1 0 0 0,-1 0 0 0 0,1 1 0 0 0,-1-1 0 0 0,0 0 0 0 0,1 1 0 0 0,-1-1 0 0 0,0 1 0 0 0,0-1 0 0 0,0 1 0 0 0,0-1 0 0 0,0 1 0 0 0,-1 0 0 0 0,-1-2 0 0 0,3 3 0 0 0,-1 0-1 0 0,1-1 1 0 0,-1 1 0 0 0,1 0-1 0 0,-1 0 1 0 0,1 0 0 0 0,-1 0-1 0 0,1 0 1 0 0,-1 0 0 0 0,1 0-1 0 0,-1 0 1 0 0,1 0 0 0 0,-1 0-1 0 0,0 0 1 0 0,1 0 0 0 0,-1 0-1 0 0,1 1 1 0 0,-1-1 0 0 0,1 0-1 0 0,-1 0 1 0 0,1 0 0 0 0,0 1-1 0 0,-1-1 1 0 0,1 0 0 0 0,-1 1-1 0 0,1-1 1 0 0,-1 1-1 0 0,-19 30-42 0 0,20-31 46 0 0,-14 40-18 0 0,1 0-1 0 0,2 1 1 0 0,2 0 0 0 0,1 1 0 0 0,-2 64 0 0 0,3-43 9 0 0,-20 205-19 0 0,21-130 26 0 0,-1 6 6 0 0,5-126-6 0 0,-1 0-1 0 0,-1 0 1 0 0,0 0 0 0 0,-2 0-1 0 0,-10 24 1 0 0,15-37 14 0 0,-1-1 0 0 0,0 0 0 0 0,-1 0 1 0 0,1 0-1 0 0,-1 0 0 0 0,0 0 0 0 0,0 0 0 0 0,0-1 1 0 0,0 1-1 0 0,-1-1 0 0 0,1 0 0 0 0,-1 0 0 0 0,0-1 1 0 0,0 1-1 0 0,0-1 0 0 0,0 1 0 0 0,-5 1 0 0 0,5-4 10 0 0,1 1 0 0 0,-1-1 0 0 0,1 0 0 0 0,-1 1 0 0 0,0-2 0 0 0,1 1 0 0 0,-1 0-1 0 0,1-1 1 0 0,-1 1 0 0 0,1-1 0 0 0,-1 0 0 0 0,1 0 0 0 0,-1-1 0 0 0,1 1 0 0 0,0-1-1 0 0,0 0 1 0 0,-1 1 0 0 0,1-1 0 0 0,1-1 0 0 0,-1 1 0 0 0,0 0 0 0 0,0-1 0 0 0,-3-3-1 0 0,0-1-13 0 0,1 1-1 0 0,-1-1 0 0 0,1 0 1 0 0,0 0-1 0 0,1 0 0 0 0,-1-1 0 0 0,1 0 1 0 0,1 1-1 0 0,0-2 0 0 0,0 1 1 0 0,0 0-1 0 0,1 0 0 0 0,0-1 0 0 0,1 1 1 0 0,0-1-1 0 0,0 0 0 0 0,1 1 1 0 0,0-1-1 0 0,3-17 0 0 0,-1 15-234 0 0,0 0 0 0 0,1 0 0 0 0,0 0 0 0 0,1 0 0 0 0,1 0 0 0 0,0 1-1 0 0,0 0 1 0 0,1 0 0 0 0,0 0 0 0 0,0 1 0 0 0,1 0 0 0 0,1 0 0 0 0,-1 0 0 0 0,14-10-1 0 0,37-21-4019 0 0,-25 21 1813 0 0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9:29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1 419 188 0 0,'11'-5'1019'0'0,"-1"-1"-1"0"0,0 0 1 0 0,0-1 0 0 0,-1 0-1 0 0,12-11 1 0 0,-3 1-192 0 0,-1-1-1 0 0,-1 0 1 0 0,19-31 0 0 0,-28 40-692 0 0,-1-1 0 0 0,1-1-1 0 0,-2 1 1 0 0,0-1 0 0 0,0 0 0 0 0,-1 0 0 0 0,0-1-1 0 0,-1 1 1 0 0,-1-1 0 0 0,1 1 0 0 0,-2-1 0 0 0,0 0 0 0 0,0 0-1 0 0,-1 0 1 0 0,-1 0 0 0 0,0 0 0 0 0,-4-19 0 0 0,4 27-101 0 0,0 0-12 0 0,0 1 0 0 0,0-1 0 0 0,0 1 0 0 0,-1-1 0 0 0,1 1 0 0 0,-1 0 0 0 0,0 0 0 0 0,0 0 0 0 0,0 0 0 0 0,-4-4 0 0 0,5 6-28 0 0,0 1 1 0 0,-1 0 1 0 0,1 0 0 0 0,0 0 0 0 0,0 0-1 0 0,-1 0 1 0 0,1 1 0 0 0,0-1-1 0 0,0 0 1 0 0,0 1 0 0 0,-1-1-1 0 0,1 1 1 0 0,0 0 0 0 0,0-1-1 0 0,0 1 1 0 0,0 0 0 0 0,0 0-1 0 0,0-1 1 0 0,0 1 0 0 0,0 0-1 0 0,0 0 1 0 0,0 0 0 0 0,1 0-1 0 0,-1 0 1 0 0,0 0 0 0 0,1 1-1 0 0,-2 1 1 0 0,1 1-1 0 0,0 0 0 0 0,0 0-1 0 0,0 1 1 0 0,0-1 0 0 0,1 0 0 0 0,-1 1 0 0 0,1-1-1 0 0,1 6 1 0 0,0 2-12 0 0,1 0-1 0 0,0 0 0 0 0,0 0 1 0 0,2 0-1 0 0,6 17 0 0 0,-8-24-15 0 0,0-1-1 0 0,0 0 1 0 0,0 0-1 0 0,0 0 1 0 0,1-1-1 0 0,-1 1 0 0 0,1 0 1 0 0,0-1-1 0 0,0 0 1 0 0,1 0-1 0 0,-1 0 0 0 0,0 0 1 0 0,1 0-1 0 0,0-1 1 0 0,0 1-1 0 0,0-1 0 0 0,0 0 1 0 0,0 0-1 0 0,0-1 1 0 0,0 1-1 0 0,1-1 1 0 0,-1 0-1 0 0,1 0 0 0 0,-1 0 1 0 0,1-1-1 0 0,-1 1 1 0 0,1-1-1 0 0,-1 0 0 0 0,1-1 1 0 0,-1 1-1 0 0,1-1 1 0 0,-1 0-1 0 0,1 0 1 0 0,-1 0-1 0 0,0-1 0 0 0,0 1 1 0 0,1-1-1 0 0,-1 0 1 0 0,0 0-1 0 0,0-1 0 0 0,-1 1 1 0 0,6-5-1 0 0,23-15-344 0 0,-12 7 23 0 0,2 1-1 0 0,44-22 1 0 0,-64 35 333 0 0,1 1 0 0 0,0-1 0 0 0,0 1 0 0 0,0 0 0 0 0,0 0 0 0 0,0 0 1 0 0,0 1-1 0 0,-1-1 0 0 0,1 1 0 0 0,0-1 0 0 0,0 1 0 0 0,0 0 1 0 0,-1 0-1 0 0,1 0 0 0 0,0 1 0 0 0,-1-1 0 0 0,1 1 0 0 0,-1-1 1 0 0,0 1-1 0 0,3 2 0 0 0,45 41-39 0 0,-47-42 48 0 0,11 9-31 0 0,2-1 0 0 0,-1 0-1 0 0,1-1 1 0 0,1-1-1 0 0,0-1 1 0 0,0 0-1 0 0,1-1 1 0 0,0-1-1 0 0,22 5 1 0 0,-36-11 17 0 0,1 0 0 0 0,-1-1 0 0 0,1 0 0 0 0,-1 0 0 0 0,1 0 0 0 0,-1 0 0 0 0,0-1 0 0 0,1 1 0 0 0,-1-1 0 0 0,0-1 0 0 0,0 1 1 0 0,-1 0-1 0 0,1-1 0 0 0,6-5 0 0 0,-7 5 37 0 0,-1 0 0 0 0,1 0 0 0 0,-1-1 0 0 0,1 1 0 0 0,-1-1 0 0 0,0 0 0 0 0,0 0 0 0 0,0 0 0 0 0,-1 0 0 0 0,0 0 0 0 0,1 0 0 0 0,-1 0 0 0 0,-1 0 0 0 0,1 0 0 0 0,-1 0 0 0 0,1-1 0 0 0,-2-3 0 0 0,1-8 207 0 0,-2 1 1 0 0,0 0-1 0 0,-5-17 1 0 0,3 13 198 0 0,3 17-291 0 0,-1-2 33 0 0,2 4-148 0 0,0 0 1 0 0,0-1-1 0 0,0 1 0 0 0,0-1 0 0 0,-1 1 1 0 0,1-1-1 0 0,0 1 0 0 0,0-1 0 0 0,0 1 0 0 0,-1-1 1 0 0,1 1-1 0 0,0 0 0 0 0,-1-1 0 0 0,1 1 1 0 0,0 0-1 0 0,-1-1 0 0 0,1 1 0 0 0,0 0 0 0 0,-1-1 1 0 0,1 1-1 0 0,-1 0 0 0 0,1 0 0 0 0,-1-1 1 0 0,1 1-1 0 0,-1 0 0 0 0,0 0 0 0 0,-4 0-1 0 0,1 1-1 0 0,-1 0 1 0 0,1 0-1 0 0,-1 0 0 0 0,1 1 1 0 0,-1 0-1 0 0,1 0 1 0 0,0 0-1 0 0,0 0 1 0 0,0 1-1 0 0,0-1 1 0 0,0 1-1 0 0,0 0 1 0 0,1 0-1 0 0,-1 1 0 0 0,1-1 1 0 0,0 1-1 0 0,0-1 1 0 0,-3 6-1 0 0,3-4-324 0 0,-1 0-1 0 0,1 1 0 0 0,-1 0 1 0 0,1 0-1 0 0,1 0 0 0 0,-1 0 1 0 0,1 0-1 0 0,0 1 0 0 0,1-1 1 0 0,0 1-1 0 0,0-1 0 0 0,0 1 1 0 0,0 9-1 0 0,3-10-1777 0 0,7 7 162 0 0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9:30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3 128 0 0,'-8'-3'5604'0'0,"0"27"-5101"0"0,2 0 0 0 0,0 1 0 0 0,2-1 1 0 0,1 1-1 0 0,1 0 0 0 0,1 28 0 0 0,-2 11 115 0 0,-7 112 559 0 0,-15 147 498 0 0,-3-171-769 0 0,28-151-854 0 0,0 0 0 0 0,0 0 1 0 0,0 0-1 0 0,0 0 0 0 0,0 0 0 0 0,0 0 1 0 0,-1 0-1 0 0,1 0 0 0 0,0 0 0 0 0,0 0 1 0 0,-1-1-1 0 0,1 1 0 0 0,-1 0 0 0 0,1 0 0 0 0,-1 0 1 0 0,1-1-1 0 0,-1 1 0 0 0,0 0 0 0 0,1 0 1 0 0,-1-1-1 0 0,0 1 0 0 0,1-1 0 0 0,-1 1 1 0 0,0-1-1 0 0,0 1 0 0 0,0-1 0 0 0,1 1 1 0 0,-1-1-1 0 0,0 1 0 0 0,-1-1 0 0 0,0-1-13 0 0,0 0-1 0 0,1-1 1 0 0,-1 1-1 0 0,1-1 1 0 0,-1 1-1 0 0,1-1 0 0 0,0 0 1 0 0,0 0-1 0 0,0 1 1 0 0,0-1-1 0 0,0 0 1 0 0,0 0-1 0 0,0 0 1 0 0,0 0-1 0 0,1 0 1 0 0,-1 0-1 0 0,1-3 0 0 0,-7-21 37 0 0,2 0 0 0 0,0 0 0 0 0,2 0-1 0 0,1-1 1 0 0,2-43 0 0 0,4 12-286 0 0,18-88-1 0 0,-11 93-138 0 0,3 0-1 0 0,29-74 1 0 0,-33 104 155 0 0,0 0 1 0 0,2 1-1 0 0,1 0 0 0 0,0 1 1 0 0,1 1-1 0 0,2 0 1 0 0,29-31-1 0 0,-40 47 105 0 0,0-1 0 0 0,0 1 0 0 0,1 0 0 0 0,0 0 0 0 0,-1 1 0 0 0,1 0 0 0 0,1 0 0 0 0,-1 0 0 0 0,0 1 0 0 0,1-1 0 0 0,-1 2 0 0 0,1-1 0 0 0,0 1 0 0 0,0 0 0 0 0,-1 0 0 0 0,1 1 1 0 0,0 0-1 0 0,0 0 0 0 0,0 0 0 0 0,12 3 0 0 0,-14-1 46 0 0,0 0 0 0 0,0 0 0 0 0,0 0 0 0 0,0 0 0 0 0,0 1 0 0 0,-1-1 0 0 0,1 1 1 0 0,-1 1-1 0 0,0-1 0 0 0,0 1 0 0 0,0-1 0 0 0,0 1 0 0 0,0 0 0 0 0,-1 0 0 0 0,0 1 1 0 0,0-1-1 0 0,0 1 0 0 0,0 0 0 0 0,-1 0 0 0 0,0-1 0 0 0,0 2 0 0 0,0-1 0 0 0,0 0 1 0 0,-1 0-1 0 0,0 0 0 0 0,1 9 0 0 0,-2-9 22 0 0,1 0 0 0 0,-1 0 0 0 0,0 0 0 0 0,0 0 0 0 0,-1 0 1 0 0,1 0-1 0 0,-1 0 0 0 0,0 0 0 0 0,0-1 0 0 0,-1 1 0 0 0,0 0 0 0 0,0 0 0 0 0,0-1 0 0 0,0 0 0 0 0,0 1 0 0 0,-1-1 1 0 0,-5 6-1 0 0,2-3 23 0 0,0-1 0 0 0,0-1 0 0 0,-1 1 1 0 0,0-1-1 0 0,0 0 0 0 0,0-1 0 0 0,-1 0 1 0 0,0 0-1 0 0,-12 5 0 0 0,-1-3-15 0 0,-1 0-1 0 0,1-1 1 0 0,-1 0-1 0 0,0-2 1 0 0,0-1-1 0 0,-1-1 1 0 0,-23-2 0 0 0,14 0-507 0 0,-35-5-4661 0 0,64 5 2881 0 0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9:31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31 708 0 0,'0'0'2609'0'0,"6"-7"-1351"0"0,-4 2 2240 0 0,-2 4-3412 0 0,0 1-1 0 0,0-1 0 0 0,0 0 1 0 0,0 0-1 0 0,0 0 0 0 0,0 1 1 0 0,0-1-1 0 0,-1 0 0 0 0,1 0 1 0 0,0 1-1 0 0,0-1 0 0 0,-1 0 1 0 0,1 1-1 0 0,-1-1 0 0 0,1 0 1 0 0,0 1-1 0 0,-1-1 0 0 0,1 0 1 0 0,-1 1-1 0 0,1-1 0 0 0,-1 1 1 0 0,0-1-1 0 0,1 1 0 0 0,-1-1 0 0 0,0 1 1 0 0,1 0-1 0 0,-1-1 0 0 0,0 1 1 0 0,1 0-1 0 0,-2-1 0 0 0,-30 2 853 0 0,21 2-779 0 0,-1 1 1 0 0,1 1-1 0 0,-20 9 0 0 0,24-10-89 0 0,1-1-1 0 0,0 1 1 0 0,1-1 0 0 0,-1 2-1 0 0,1-1 1 0 0,0 1 0 0 0,0-1 0 0 0,0 1-1 0 0,0 1 1 0 0,1-1 0 0 0,0 1-1 0 0,0 0 1 0 0,1 0 0 0 0,-1 0-1 0 0,-2 7 1 0 0,6-11-49 0 0,2 2-89 0 0,0-2 77 0 0,-1 1-54 0 0,1-1 0 0 0,0 1 0 0 0,0-1 1 0 0,0 0-1 0 0,0 1 0 0 0,0-1 1 0 0,1 0-1 0 0,-1 0 0 0 0,0 0 0 0 0,1-1 1 0 0,0 1-1 0 0,-1 0 0 0 0,1-1 0 0 0,0 0 1 0 0,0 0-1 0 0,0 0 0 0 0,0 0 1 0 0,0 0-1 0 0,4 0 0 0 0,19-1-691 0 0,0-1-1 0 0,0-1 1 0 0,38-9 0 0 0,-61 10 586 0 0,16 0-333 0 0,29 8-62 0 0,-45-6 492 0 0,18-2-83 0 0,-13-1 93 0 0,0 0 0 0 0,-1 0 0 0 0,1-1 0 0 0,-1-1 0 0 0,0 1 0 0 0,0-1 0 0 0,0 0 0 0 0,13-10 0 0 0,48-48 59 0 0,-40 34 351 0 0,-26 27-256 0 0,-1 0-73 0 0,0 0-3 0 0,-1 1 1 0 0,1-1-1 0 0,0 0 0 0 0,0 1 1 0 0,0-1-1 0 0,0 0 0 0 0,1 1 1 0 0,-1-1-1 0 0,0 1 0 0 0,0-1 1 0 0,0 1-1 0 0,0 0 0 0 0,0 0 1 0 0,1-1-1 0 0,-1 1 0 0 0,0 0 1 0 0,0 0-1 0 0,0 0 0 0 0,1 0 1 0 0,-1 0-1 0 0,2 1 1 0 0,40 92 451 0 0,-42-92-421 0 0,6 6 86 0 0,-7-7-148 0 0,0 1 1 0 0,1-1 0 0 0,-1 0 0 0 0,0 1 0 0 0,1-1-1 0 0,-1 1 1 0 0,0-1 0 0 0,1 0 0 0 0,-1 1-1 0 0,0-1 1 0 0,1 0 0 0 0,-1 1 0 0 0,1-1 0 0 0,-1 0-1 0 0,1 1 1 0 0,-1-1 0 0 0,1 0 0 0 0,-1 0-1 0 0,1 0 1 0 0,-1 0 0 0 0,1 1 0 0 0,-1-1 0 0 0,1 0-1 0 0,-1 0 1 0 0,1 0 0 0 0,-1 0 0 0 0,1 0-1 0 0,-1 0 1 0 0,1 0 0 0 0,-1 0 0 0 0,1 0 0 0 0,-1-1-1 0 0,1 1 1 0 0,-1 0 0 0 0,1 0 0 0 0,-1 0-1 0 0,2-1 1 0 0,9-4 74 0 0,0-1 0 0 0,-1 0 0 0 0,19-14 0 0 0,-10 7-47 0 0,-18 12-134 0 0,10 9-2395 0 0,-11-7 2364 0 0,0-1 0 0 0,1 1 1 0 0,-1-1-1 0 0,0 1 1 0 0,1-1-1 0 0,-1 1 1 0 0,0-1-1 0 0,1 0 1 0 0,-1 1-1 0 0,0-1 1 0 0,1 0-1 0 0,-1 1 1 0 0,0-1-1 0 0,1 0 1 0 0,-1 0-1 0 0,1 1 1 0 0,-1-1-1 0 0,1 0 1 0 0,-1 0-1 0 0,1 0 1 0 0,-1 1-1 0 0,1-1 0 0 0,-1 0 1 0 0,1 0-1 0 0,-1 0 1 0 0,1 0-1 0 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9:31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84 386 44 0 0,'-28'10'3613'0'0,"24"-8"-3294"0"0,0 1 1 0 0,-1 0-1 0 0,1 0 0 0 0,0 0 1 0 0,1 0-1 0 0,-1 1 1 0 0,1-1-1 0 0,-1 1 0 0 0,1 0 1 0 0,0 0-1 0 0,1 0 0 0 0,-1 0 1 0 0,1 1-1 0 0,-1-1 0 0 0,-1 7 1 0 0,3-9-84 0 0,9 25 989 0 0,-6-26-1168 0 0,0 0 0 0 0,0-1 0 0 0,1 1 0 0 0,-1-1 0 0 0,0 1 0 0 0,0-1 0 0 0,0 1 0 0 0,0-1 0 0 0,1 0 0 0 0,-1 0 0 0 0,0 0 0 0 0,0-1 0 0 0,0 1 0 0 0,1 0 0 0 0,-1-1 0 0 0,0 1 0 0 0,0-1 0 0 0,4-1 0 0 0,0-1 40 0 0,0-1 0 0 0,1 0 1 0 0,-1 0-1 0 0,0 0 0 0 0,9-9 1 0 0,1-3 97 0 0,-1 0 0 0 0,25-36 0 0 0,-30 36-122 0 0,0 0 0 0 0,-2-1 0 0 0,0 0 0 0 0,0-1 0 0 0,-2 1 0 0 0,9-36 0 0 0,-13 44-53 0 0,0-1 0 0 0,-1 0 1 0 0,0 0-1 0 0,0 0 1 0 0,-1 0-1 0 0,0 0 1 0 0,-1 0-1 0 0,0 0 1 0 0,-1 0-1 0 0,0 0 0 0 0,0 1 1 0 0,-1-1-1 0 0,-1 1 1 0 0,-6-15-1 0 0,6 19-14 0 0,0 0 0 0 0,0 1 0 0 0,0-1 0 0 0,-1 1 0 0 0,0 0 0 0 0,1 0 0 0 0,-2 1-1 0 0,1-1 1 0 0,0 1 0 0 0,-11-5 0 0 0,14 7-9 0 0,0 0 1 0 0,0 0-1 0 0,0 0 0 0 0,0 0 0 0 0,0 1 0 0 0,0-1 0 0 0,0 0 0 0 0,-1 1 1 0 0,1 0-1 0 0,0-1 0 0 0,0 1 0 0 0,-1 0 0 0 0,1 0 0 0 0,0 0 1 0 0,0 0-1 0 0,-1 1 0 0 0,1-1 0 0 0,0 1 0 0 0,0-1 0 0 0,0 1 0 0 0,0 0 1 0 0,0 0-1 0 0,0 0 0 0 0,0 0 0 0 0,0 0 0 0 0,0 0 0 0 0,0 0 1 0 0,0 1-1 0 0,0-1 0 0 0,1 1 0 0 0,-4 2 0 0 0,4-1 1 0 0,0 0 0 0 0,1 0 0 0 0,-1 0 0 0 0,0 0-1 0 0,1 0 1 0 0,0 0 0 0 0,0 0 0 0 0,0 0 0 0 0,0 0 0 0 0,0 0-1 0 0,1 1 1 0 0,-1-1 0 0 0,1 0 0 0 0,0-1 0 0 0,0 1 0 0 0,0 0-1 0 0,0 0 1 0 0,0 0 0 0 0,0 0 0 0 0,1-1 0 0 0,2 4 0 0 0,43 61-2 0 0,-37-54-9 0 0,75 107-21 0 0,-75-104 31 0 0,-2-1 0 0 0,0 2 1 0 0,-1-1-1 0 0,0 1 1 0 0,-1 0-1 0 0,4 20 1 0 0,-10-35-27 0 0,0 0 1 0 0,0 1 0 0 0,0-1-1 0 0,0 0 1 0 0,0 1 0 0 0,0-1-1 0 0,-1 0 1 0 0,1 1 0 0 0,-1-1-1 0 0,1 0 1 0 0,-1 0 0 0 0,0 0-1 0 0,0 1 1 0 0,0-1 0 0 0,0 0-1 0 0,0 0 1 0 0,-1 0 0 0 0,1 0-1 0 0,-4 3 1 0 0,-21 14-7456 0 0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9:31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63 1044 0 0,'10'-49'5646'0'0,"-6"36"-8280"0"0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9:32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8 452 0 0,'1'16'2218'0'0,"1"30"1013"0"0,-2-44-2053 0 0,0 9-866 0 0,0-11-243 0 0,0 1 0 0 0,0-1 0 0 0,0 0 0 0 0,0 0 0 0 0,0 1 0 0 0,0-1 0 0 0,0 0 0 0 0,0 1 0 0 0,0-1 0 0 0,0 0 0 0 0,0 0 0 0 0,0 1 0 0 0,0-1 0 0 0,0 0 0 0 0,0 0 1 0 0,0 1-1 0 0,0-1 0 0 0,1 0 0 0 0,-1 0 0 0 0,0 1 0 0 0,0-1 0 0 0,0 0 0 0 0,0 0 0 0 0,1 0 0 0 0,-1 1 0 0 0,0-1 0 0 0,0 0 0 0 0,0 0 0 0 0,1 0 0 0 0,-1 0 0 0 0,0 0 0 0 0,0 0 0 0 0,1 1 0 0 0,-1-1 0 0 0,0 0 0 0 0,0 0 0 0 0,1 0 1 0 0,-1 0-1 0 0,0 0 0 0 0,1 0 0 0 0,-1 0 0 0 0,0 0 0 0 0,0 0 0 0 0,1 0 0 0 0,-1 0 0 0 0,0 0 0 0 0,1 0 0 0 0,15-10 22 0 0,-8 5-42 0 0,1 0 1 0 0,-1 0 0 0 0,1 1 0 0 0,0 0-1 0 0,0 1 1 0 0,0-1 0 0 0,1 2-1 0 0,12-3 1 0 0,-11 6-163 0 0,-1 0 0 0 0,1 0 0 0 0,-1 2 0 0 0,17 4 0 0 0,-14-3-58 0 0,0-1-1 0 0,1 0 0 0 0,22 2 0 0 0,-22-4 87 0 0,-1-2-1 0 0,1 1 1 0 0,0-1-1 0 0,0-1 1 0 0,19-5-1 0 0,-26 5 264 0 0,-1 0 0 0 0,1-1 0 0 0,-1 0 0 0 0,0 0 0 0 0,0 0 0 0 0,0 0-1 0 0,0-1 1 0 0,-1 0 0 0 0,1 0 0 0 0,-1-1 0 0 0,0 0 0 0 0,-1 1 0 0 0,9-13 2264 0 0,-16 19-2371 0 0,-1-1 1 0 0,1 1 0 0 0,0 0 0 0 0,0 0-1 0 0,-1 0 1 0 0,1 0 0 0 0,0 0 0 0 0,1 1 0 0 0,-1-1-1 0 0,0 1 1 0 0,1 0 0 0 0,-1 0 0 0 0,1 0-1 0 0,-2 4 1 0 0,0-2 81 0 0,-47 66 1131 0 0,-82 152 0 0 0,71-110-691 0 0,-32 60 47 0 0,43-74-1740 0 0,-68 97 0 0 0,37-92-2306 0 0,21-39-3096 0 0,24-29 2479 0 0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9:34.2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322 88 696 0 0,'-3'-7'734'0'0,"-1"0"0"0"0,1 0 0 0 0,-1 0 0 0 0,0 1 0 0 0,-1-1 0 0 0,0 1 1 0 0,0 0-1 0 0,0 1 0 0 0,0-1 0 0 0,-1 1 0 0 0,-8-6 0 0 0,12 10-675 0 0,0 0-1 0 0,0 0 1 0 0,0 0 0 0 0,0 0 0 0 0,-1 0 0 0 0,1 1-1 0 0,0-1 1 0 0,0 1 0 0 0,-1 0 0 0 0,1-1 0 0 0,0 1-1 0 0,-1 0 1 0 0,1 0 0 0 0,0 1 0 0 0,-1-1 0 0 0,-3 1-1 0 0,-39 13 401 0 0,39-11-381 0 0,-13 4 76 0 0,-59 26 366 0 0,73-30-480 0 0,-1-1-1 0 0,1 2 1 0 0,0-1-1 0 0,0 1 1 0 0,1 0-1 0 0,-1 0 1 0 0,1 0-1 0 0,-1 0 1 0 0,1 1-1 0 0,1 0 1 0 0,-5 6-1 0 0,6-8-14 0 0,1-1 0 0 0,0 1 0 0 0,0-1 0 0 0,0 1 0 0 0,0-1 0 0 0,0 1 1 0 0,1-1-1 0 0,-1 1 0 0 0,1 5 0 0 0,0-7-15 0 0,0-1 0 0 0,0 1 0 0 0,0 0 0 0 0,0-1 0 0 0,0 1 0 0 0,0 0 0 0 0,1 0 0 0 0,-1-1 0 0 0,0 1 0 0 0,0-1 0 0 0,1 1 0 0 0,-1 0 0 0 0,1-1 0 0 0,-1 1 0 0 0,0-1 0 0 0,1 1 0 0 0,-1-1 0 0 0,1 1 0 0 0,0-1 0 0 0,-1 1 0 0 0,1-1 0 0 0,-1 1 0 0 0,1-1 0 0 0,0 1 0 0 0,3 0 6 0 0,-1-1 1 0 0,0 1-1 0 0,1-1 0 0 0,-1 0 1 0 0,1 0-1 0 0,-1 0 0 0 0,0 0 1 0 0,1-1-1 0 0,-1 1 0 0 0,1-1 1 0 0,-1 0-1 0 0,0 0 0 0 0,5-2 1 0 0,5-1-131 0 0,1 1 1 0 0,0 0 0 0 0,1 1 0 0 0,-1 0 0 0 0,0 1 0 0 0,23 1 0 0 0,45 7-3702 0 0,-40-2-38 0 0,-17-3 1346 0 0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9:34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444 143 820 0 0,'-1'-13'942'0'0,"-2"0"1"0"0,0 1-1 0 0,0-1 1 0 0,-2 1-1 0 0,1 0 1 0 0,-1 0-1 0 0,-11-18 0 0 0,14 28-843 0 0,0 0-1 0 0,-1-1 0 0 0,1 1 1 0 0,0 0-1 0 0,-1 1 0 0 0,1-1 0 0 0,-1 0 1 0 0,0 1-1 0 0,0-1 0 0 0,1 1 1 0 0,-1 0-1 0 0,0 0 0 0 0,0 0 0 0 0,0 0 1 0 0,0 0-1 0 0,-1 1 0 0 0,1-1 0 0 0,0 1 1 0 0,0 0-1 0 0,0 0 0 0 0,0 0 1 0 0,0 1-1 0 0,0-1 0 0 0,0 1 0 0 0,0-1 1 0 0,0 1-1 0 0,0 0 0 0 0,-5 2 1 0 0,-10 4 69 0 0,1 0 0 0 0,0 2 0 0 0,-23 13 1 0 0,33-18-46 0 0,-14 9 43 0 0,1 1-1 0 0,1 0 0 0 0,0 1 0 0 0,0 1 1 0 0,2 1-1 0 0,0 1 0 0 0,1 0 0 0 0,-23 35 1 0 0,34-45-122 0 0,1-1 0 0 0,0 1 0 0 0,1-1 0 0 0,0 1 0 0 0,0 0 0 0 0,1 0 0 0 0,0 0 0 0 0,0 1 0 0 0,1-1 0 0 0,0 0 0 0 0,0 1 0 0 0,1 10 0 0 0,1-12-21 0 0,1 0 0 0 0,-1 0 0 0 0,1 0 0 0 0,1 0 0 0 0,-1-1 0 0 0,1 1 0 0 0,0-1-1 0 0,0 1 1 0 0,1-1 0 0 0,0 0 0 0 0,0-1 0 0 0,1 1 0 0 0,-1-1 0 0 0,1 1 0 0 0,0-1-1 0 0,10 6 1 0 0,-7-4-22 0 0,0-1-1 0 0,1-1 1 0 0,0 0-1 0 0,0 0 1 0 0,1 0-1 0 0,-1-1 0 0 0,1-1 1 0 0,0 0-1 0 0,0 0 1 0 0,17 2-1 0 0,-9-3-33 0 0,-1-1-1 0 0,0-1 0 0 0,0 0 1 0 0,1-2-1 0 0,32-6 1 0 0,-21 1-72 0 0,-1-1 0 0 0,0-2 0 0 0,-1 0 0 0 0,0-2 1 0 0,0-1-1 0 0,-2-2 0 0 0,31-21 0 0 0,46-43-248 0 0,-101 79 331 0 0,4 2-23 0 0,-1 0 0 0 0,0 1 0 0 0,0 0 0 0 0,0 0 0 0 0,-1 0 0 0 0,1 0 0 0 0,-1 0-1 0 0,1 1 1 0 0,-1 0 0 0 0,3 4 0 0 0,24 24-310 0 0,-24-27 321 0 0,0-1 0 0 0,0 1 1 0 0,0-1-1 0 0,0-1 0 0 0,1 1 1 0 0,-1-1-1 0 0,1 0 0 0 0,0-1 1 0 0,0 0-1 0 0,0 0 0 0 0,0 0 1 0 0,0-1-1 0 0,0 0 0 0 0,0 0 1 0 0,1-1-1 0 0,-1 0 0 0 0,0 0 1 0 0,0-1-1 0 0,8-1 0 0 0,-13 2 65 0 0,0-1-1 0 0,-1 0 0 0 0,1 1 1 0 0,0-1-1 0 0,-1 0 0 0 0,1 0 1 0 0,0 0-1 0 0,-1 0 0 0 0,1 0 1 0 0,-1-1-1 0 0,0 1 0 0 0,1 0 1 0 0,-1-1-1 0 0,0 1 0 0 0,0-1 1 0 0,0 1-1 0 0,0-1 0 0 0,0 0 1 0 0,0 1-1 0 0,0-1 0 0 0,-1 0 1 0 0,1 1-1 0 0,0-1 0 0 0,-1 0 1 0 0,0 0-1 0 0,1 0 0 0 0,-1 0 1 0 0,0 0-1 0 0,0 1 0 0 0,0-1 1 0 0,0 0-1 0 0,-1-2 0 0 0,1 0 16 0 0,-1 0 0 0 0,0 0-1 0 0,0 0 1 0 0,0 0 0 0 0,0 0-1 0 0,0 0 1 0 0,-1 1 0 0 0,0-1-1 0 0,0 1 1 0 0,0-1 0 0 0,0 1-1 0 0,-1 0 1 0 0,1-1 0 0 0,-5-3 0 0 0,4 4-181 0 0,0 1 1 0 0,0-1 0 0 0,0 1 0 0 0,0 0-1 0 0,0-1 1 0 0,-1 1 0 0 0,1 1 0 0 0,-1-1-1 0 0,0 0 1 0 0,1 1 0 0 0,-1 0 0 0 0,0 0-1 0 0,-5-1 1 0 0,6 2-672 0 0,-4 3-824 0 0,-5 2-2485 0 0,7 0 1427 0 0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9:35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1 550 640 0 0,'0'0'1575'0'0,"13"36"2765"0"0,-9 3-2344 0 0,-3-29-1168 0 0,0 1 1 0 0,0 0 0 0 0,-2 19 0 0 0,33-56-499 0 0,-5-2-50 0 0,-26 27-246 0 0,1 1-29 0 0,2-4-7 0 0,14 11-77 0 0,-15-5 101 0 0,26-5 116 0 0,-13-4-138 0 0,8-5-54 0 0,1 2-1 0 0,0 1 1 0 0,0 1 0 0 0,1 1-1 0 0,0 1 1 0 0,39-3 0 0 0,-63 9 33 0 0,1 0 0 0 0,-1 0 0 0 0,1 0 1 0 0,-1 0-1 0 0,1 0 0 0 0,-1 1 0 0 0,1-1 0 0 0,0 1 0 0 0,-1 0 1 0 0,0 0-1 0 0,1 0 0 0 0,-1 0 0 0 0,0 0 0 0 0,1 0 1 0 0,-1 1-1 0 0,0-1 0 0 0,0 1 0 0 0,0-1 0 0 0,0 1 0 0 0,0 0 1 0 0,-1 0-1 0 0,1 0 0 0 0,0 0 0 0 0,-1 0 0 0 0,0 0 1 0 0,1 0-1 0 0,-1 1 0 0 0,0-1 0 0 0,0 0 0 0 0,0 1 0 0 0,0-1 1 0 0,-1 1-1 0 0,1-1 0 0 0,-1 1 0 0 0,1-1 0 0 0,-1 1 1 0 0,0 0-1 0 0,0-1 0 0 0,0 1 0 0 0,0-1 0 0 0,-1 1 0 0 0,1-1 1 0 0,-1 1-1 0 0,1-1 0 0 0,-1 1 0 0 0,0-1 0 0 0,0 1 1 0 0,0-1-1 0 0,0 0 0 0 0,-1 1 0 0 0,1-1 0 0 0,-1 0 0 0 0,-1 2 1 0 0,-4 10 92 0 0,21-26-70 0 0,38-44-74 0 0,-35 37 60 0 0,3-4-21 0 0,-1 0 0 0 0,-2-2 0 0 0,0 0 0 0 0,-2-1 0 0 0,0 0 1 0 0,18-51-1 0 0,-17 31 111 0 0,-2 0 1 0 0,-2-1-1 0 0,8-70 1 0 0,-18 105 167 0 0,-1 0 0 0 0,0 0 1 0 0,0 0-1 0 0,-2 1 0 0 0,1-1 1 0 0,-2 0-1 0 0,-2-13 1 0 0,4 24 65 0 0,-5 5-225 0 0,-3 5-63 0 0,1 1-1 0 0,-1 0 1 0 0,2 0 0 0 0,-1 1 0 0 0,2 0-1 0 0,-1 0 1 0 0,1 1 0 0 0,1-1 0 0 0,0 1-1 0 0,1 0 1 0 0,0 0 0 0 0,-2 24 0 0 0,2-11 4 0 0,1 0-1 0 0,1 1 1 0 0,1 0 0 0 0,1-1 0 0 0,8 41 0 0 0,-3-37 4 0 0,17 44 0 0 0,-20-64-18 0 0,1 0 0 0 0,0 0 0 0 0,0-1 0 0 0,1 1 0 0 0,0-1 0 0 0,1 0 0 0 0,0 0 0 0 0,13 12 0 0 0,-15-17 105 0 0,0 0 0 0 0,1-1-1 0 0,0 0 1 0 0,-1 0 0 0 0,1 0 0 0 0,0 0-1 0 0,0-1 1 0 0,0 0 0 0 0,0 0 0 0 0,0 0 0 0 0,0 0-1 0 0,0-1 1 0 0,0 0 0 0 0,0 0 0 0 0,1-1 0 0 0,-1 1-1 0 0,0-1 1 0 0,0 0 0 0 0,8-3 0 0 0,5 1 906 0 0,-16 3-859 0 0,0 11-6186 0 0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9:36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328 356 828 0 0,'0'-17'2188'0'0,"0"-2"-80"0"0,-3-1-1139 0 0,6 10 707 0 0,-1-4-512 0 0,-1 1-704 0 0,1 2-816 0 0,2 2-2280 0 0</inkml:trace>
  <inkml:trace contextRef="#ctx0" brushRef="#br0" timeOffset="1">1 58 340 0 0,'0'0'1087'0'0,"0"0"-916"0"0,-1-1 0 0 0,1 0-1 0 0,0 0 1 0 0,0 1-1 0 0,0-1 1 0 0,0 0-1 0 0,0 0 1 0 0,0 1-1 0 0,0-1 1 0 0,0 0 0 0 0,0 0-1 0 0,1 1 1 0 0,-1-1-1 0 0,0 0 1 0 0,0 0-1 0 0,1 1 1 0 0,-1-1-1 0 0,0 0 1 0 0,1 1 0 0 0,0-2-1 0 0,7-3 85 0 0,1-1 0 0 0,0 2 0 0 0,0-1 0 0 0,1 1 1 0 0,-1 0-1 0 0,1 1 0 0 0,0 0 0 0 0,0 1 0 0 0,0 0 0 0 0,0 0 0 0 0,0 1 0 0 0,20 1 0 0 0,-4 0-1214 0 0,0 1 0 0 0,0 1 0 0 0,0 2 0 0 0,29 7 0 0 0,-29-4-1031 0 0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9:37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16 444 0 0,'0'0'2272'0'0,"-5"-10"20"0"0,5 9-2192 0 0,0 1 0 0 0,0 0-1 0 0,0 0 1 0 0,0 0 0 0 0,0-1-1 0 0,-1 1 1 0 0,1 0 0 0 0,0 0-1 0 0,0 0 1 0 0,0-1 0 0 0,0 1 0 0 0,0 0-1 0 0,0 0 1 0 0,0 0 0 0 0,0 0-1 0 0,-1-1 1 0 0,1 1 0 0 0,0 0 0 0 0,0 0-1 0 0,0 0 1 0 0,0 0 0 0 0,0 0-1 0 0,-1-1 1 0 0,1 1 0 0 0,0 0-1 0 0,0 0 1 0 0,0 0 0 0 0,-1 0 0 0 0,1 0-1 0 0,0 0 1 0 0,0 0 0 0 0,0 0-1 0 0,-1 0 1 0 0,1 0 0 0 0,0 0 0 0 0,0 0-1 0 0,0 0 1 0 0,-1 0 0 0 0,1 0-1 0 0,0 0 1 0 0,0 0 0 0 0,-1 0-1 0 0,1 0 1 0 0,0 0 0 0 0,0 0 0 0 0,0 0-1 0 0,-1 0 1 0 0,1 0 0 0 0,0 1-1 0 0,0-1 1 0 0,0 0 0 0 0,0 0 0 0 0,-1 0-1 0 0,1 0 1 0 0,0 1 0 0 0,-16 35 193 0 0,2 2 0 0 0,2 0 0 0 0,1 1 1 0 0,2 0-1 0 0,1 0 0 0 0,3 1 0 0 0,1 0 1 0 0,2 0-1 0 0,1 0 0 0 0,10 80 0 0 0,-6-101-206 0 0,-3-14-77 0 0,0 1 1 0 0,0 0-1 0 0,1-1 0 0 0,0 1 1 0 0,0 0-1 0 0,0-1 1 0 0,1 0-1 0 0,0 1 0 0 0,0-1 1 0 0,1 0-1 0 0,-1 0 0 0 0,1 0 1 0 0,0 0-1 0 0,0 0 1 0 0,7 7-1 0 0,-9-11 22 0 0,42-17 5 0 0,-34 9-35 0 0,-1 0 0 0 0,0 0 0 0 0,0-1 0 0 0,0 0 1 0 0,-1-1-1 0 0,6-9 0 0 0,26-29 351 0 0,-38 46-314 0 0,-1 1-38 0 0,1-1-1 0 0,-1 0 1 0 0,0 1-1 0 0,1-1 1 0 0,-1 1-1 0 0,1-1 1 0 0,-1 1 0 0 0,1-1-1 0 0,-1 1 1 0 0,1-1-1 0 0,-1 1 1 0 0,1-1 0 0 0,0 1-1 0 0,-1 0 1 0 0,1-1-1 0 0,0 1 1 0 0,-1 0-1 0 0,1 0 1 0 0,0-1 0 0 0,-1 1-1 0 0,1 0 1 0 0,0 0-1 0 0,0 0 1 0 0,2 10-100 0 0,1 0 0 0 0,0 1 0 0 0,0-2 0 0 0,1 1 0 0 0,0-1 0 0 0,1 1 0 0 0,0-1 0 0 0,12 14 0 0 0,-13-18 7 0 0,-4-3 74 0 0,0-1-1 0 0,0 1 1 0 0,1-1 0 0 0,-1 0-1 0 0,0 1 1 0 0,1-1-1 0 0,0 0 1 0 0,-1 0 0 0 0,1 0-1 0 0,-1 0 1 0 0,1-1-1 0 0,0 1 1 0 0,0 0 0 0 0,-1-1-1 0 0,1 1 1 0 0,0-1-1 0 0,0 1 1 0 0,0-1-1 0 0,0 0 1 0 0,0 0 0 0 0,0 0-1 0 0,-1 0 1 0 0,1 0-1 0 0,0 0 1 0 0,0-1 0 0 0,0 1-1 0 0,0-1 1 0 0,0 1-1 0 0,-1-1 1 0 0,1 1 0 0 0,0-1-1 0 0,0 0 1 0 0,-1 0-1 0 0,1 0 1 0 0,-1 0 0 0 0,1 0-1 0 0,-1-1 1 0 0,1 1-1 0 0,1-2 1 0 0,1-1 9 0 0,0 0-1 0 0,-1 1 1 0 0,1-1-1 0 0,-1-1 1 0 0,0 1-1 0 0,0 0 1 0 0,0-1 0 0 0,-1 0-1 0 0,1 1 1 0 0,-1-1-1 0 0,2-8 1 0 0,-4 11 9 0 0,1 1 0 0 0,-1 0 1 0 0,0-1-1 0 0,1 1 0 0 0,-1 0 1 0 0,1-1-1 0 0,-1 1 0 0 0,1 0 1 0 0,0 0-1 0 0,0-1 0 0 0,-1 1 1 0 0,1 0-1 0 0,0 0 0 0 0,0 0 1 0 0,0 0-1 0 0,0 0 0 0 0,0 0 1 0 0,1 1-1 0 0,-1-1 0 0 0,0 0 1 0 0,0 0-1 0 0,1 1 0 0 0,-1-1 1 0 0,0 1-1 0 0,0-1 0 0 0,1 1 0 0 0,-1-1 1 0 0,1 1-1 0 0,-1 0 0 0 0,0 0 1 0 0,3 0-1 0 0,50 5-305 0 0,-36-2 190 0 0,118 8-759 0 0,-131-11 850 0 0,1 0 0 0 0,-1-1 1 0 0,1 0-1 0 0,-1 0 0 0 0,0-1 0 0 0,1 1 1 0 0,-1-1-1 0 0,0 0 0 0 0,6-4 0 0 0,-9 4 48 0 0,-2 2-19 0 0,1 0 0 0 0,-1 0 0 0 0,0 0 0 0 0,0 0 0 0 0,0 0-1 0 0,1 0 1 0 0,-1 0 0 0 0,0 0 0 0 0,0 0 0 0 0,0 0 0 0 0,1 0 0 0 0,-1-1 0 0 0,0 1 0 0 0,0 0 0 0 0,0 0 0 0 0,1 0 0 0 0,-1 0 0 0 0,0-1 0 0 0,0 1 0 0 0,0 0 0 0 0,0 0 0 0 0,0 0 0 0 0,0-1 0 0 0,1 1 0 0 0,-1 0 0 0 0,0 0 0 0 0,0 0 0 0 0,0-1 0 0 0,0 1 0 0 0,0 0 0 0 0,0 0-1 0 0,0-1 1 0 0,0 1 0 0 0,0 0 0 0 0,0 0 0 0 0,0 0 0 0 0,0-1 0 0 0,0 1 0 0 0,0 0 0 0 0,0 0 0 0 0,0-1 0 0 0,0 1 0 0 0,-1 0 0 0 0,1 0 0 0 0,0 0 0 0 0,0-1 0 0 0,0 1 0 0 0,0 0 0 0 0,0 0 0 0 0,0 0 0 0 0,-1-1 0 0 0,-13-9 6 0 0,10 7 3 0 0,-12 5-8 0 0,14 0-5 0 0,0-1 0 0 0,0 1 1 0 0,0-1-1 0 0,0 1 0 0 0,1 0 0 0 0,-1 0 0 0 0,0 0 0 0 0,1 0 1 0 0,-1 0-1 0 0,1 0 0 0 0,0 0 0 0 0,0 0 0 0 0,0 0 1 0 0,0 1-1 0 0,0-1 0 0 0,0 1 0 0 0,1-1 0 0 0,-1 0 0 0 0,1 1 1 0 0,0-1-1 0 0,-1 1 0 0 0,1-1 0 0 0,0 1 0 0 0,1-1 1 0 0,-1 1-1 0 0,1 3 0 0 0,0-4-1 0 0,0 1 1 0 0,0 0 0 0 0,0 0-1 0 0,1-1 1 0 0,-1 1-1 0 0,1-1 1 0 0,0 1-1 0 0,0-1 1 0 0,0 0-1 0 0,0 0 1 0 0,0 0-1 0 0,0 0 1 0 0,0 0-1 0 0,1 0 1 0 0,-1 0-1 0 0,1-1 1 0 0,-1 1 0 0 0,1-1-1 0 0,0 0 1 0 0,0 0-1 0 0,-1 0 1 0 0,1 0-1 0 0,5 1 1 0 0,7 0-42 0 0,1 0 0 0 0,-1-1 1 0 0,1 0-1 0 0,-1-1 0 0 0,1-1 1 0 0,-1-1-1 0 0,1 0 0 0 0,-1-1 1 0 0,0 0-1 0 0,0-1 0 0 0,0-1 1 0 0,22-11-1 0 0,22-16 1054 0 0,-58 32-861 0 0,14-11 1781 0 0,-12 14-1930 0 0,0 38 8 0 0,-3-38 9 0 0,-1 0 0 0 0,2 1 0 0 0,-1-1 0 0 0,0 0 0 0 0,1 0 0 0 0,-1 1 0 0 0,1-1 0 0 0,0 0 0 0 0,0 0 0 0 0,0 0 0 0 0,2 3 0 0 0,-2-4-28 0 0,5 2 37 0 0,-6-4-29 0 0,0 1 0 0 0,1-1 0 0 0,-1 0 0 0 0,0 1 0 0 0,1-1 0 0 0,-1 1 0 0 0,1-1 0 0 0,-1 0 0 0 0,0 1 0 0 0,1-1 0 0 0,-1 0 0 0 0,1 0 0 0 0,-1 1 0 0 0,1-1 0 0 0,-1 0 0 0 0,1 0 0 0 0,-1 0 0 0 0,1 1 0 0 0,-1-1 0 0 0,1 0 0 0 0,-1 0 0 0 0,1 0 0 0 0,-1 0 0 0 0,1 0 0 0 0,-1 0 0 0 0,1 0 0 0 0,-1 0-1 0 0,1 0 1 0 0,-1-1 0 0 0,1 1 0 0 0,-1 0 0 0 0,1 0 0 0 0,-1 0 0 0 0,1-1 0 0 0,11-4-114 0 0,0 0-1 0 0,0 1 0 0 0,0 0 1 0 0,0 1-1 0 0,1 1 0 0 0,-1 0 0 0 0,1 0 1 0 0,0 1-1 0 0,-1 1 0 0 0,17 1 1 0 0,-10 0-67 0 0,-1-2 0 0 0,0 0 0 0 0,0-1 0 0 0,34-8-1 0 0,-42 6 232 0 0,0 0-1 0 0,-1-1 1 0 0,0 0 0 0 0,0-1-1 0 0,0 1 1 0 0,0-2-1 0 0,-1 0 1 0 0,0 0-1 0 0,0 0 1 0 0,-1-1-1 0 0,0 0 1 0 0,-1 0-1 0 0,1-1 1 0 0,-2 0-1 0 0,1 0 1 0 0,-1 0-1 0 0,7-18 1 0 0,-1-2 230 0 0,-1 0-1 0 0,-1-1 1 0 0,-2 0 0 0 0,7-59 0 0 0,-11 26 330 0 0,-3 40 712 0 0,7-44-1 0 0,-6 65-635 0 0,-4 7-588 0 0,-3 6-54 0 0,1 0 1 0 0,0 0 0 0 0,1 1-1 0 0,0 0 1 0 0,1 0-1 0 0,-4 21 1 0 0,-4 88 185 0 0,5-46-370 0 0,2-28-831 0 0,-1 12-1849 0 0,-2-22-5274 0 0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9:38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1 106 592 0 0,'82'-45'7252'0'0,"35"-15"-1879"0"0,-115 59-5892 0 0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9:38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18 852 0 0,'0'0'2336'0'0,"22"-17"-1840"0"0,-13 17-100 0 0,20 1-568 0 0,-13 3-484 0 0,3 1-700 0 0,0 1 308 0 0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9:45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19 145 112 0 0,'-8'-53'12991'0'0,"3"74"-12406"0"0,1 28-133 0 0,2-1 1 0 0,3 1 0 0 0,1 0-1 0 0,9 52 1 0 0,-8-89-407 0 0,-1 0 1 0 0,1 0 0 0 0,1 0 0 0 0,9 20-1 0 0,-12-29-51 0 0,0-1 0 0 0,0 0 0 0 0,0 1 0 0 0,0-1 0 0 0,1 0 0 0 0,-1 0 0 0 0,1 0 0 0 0,-1 0 0 0 0,1 0 0 0 0,0 0 0 0 0,0 0 0 0 0,0-1 0 0 0,0 1 0 0 0,0-1 0 0 0,0 1 0 0 0,0-1-1 0 0,0 0 1 0 0,1 0 0 0 0,-1 0 0 0 0,0 0 0 0 0,1 0 0 0 0,-1 0 0 0 0,1-1 0 0 0,-1 1 0 0 0,1-1 0 0 0,-1 0 0 0 0,1 0 0 0 0,-1 0 0 0 0,1 0 0 0 0,-1 0 0 0 0,4-1 0 0 0,6-2-71 0 0,-1-2 1 0 0,1 0-1 0 0,-1 0 0 0 0,0-1 1 0 0,0 0-1 0 0,0-1 0 0 0,-1 0 1 0 0,0-1-1 0 0,-1 0 0 0 0,1 0 1 0 0,-2-1-1 0 0,1 0 0 0 0,-1-1 1 0 0,-1 0-1 0 0,1 0 0 0 0,-2-1 1 0 0,7-12-1 0 0,5-16-249 0 0,0-1 0 0 0,-3 0 1 0 0,17-72-1 0 0,-19 48 420 0 0,-13 61-45 0 0,3-14 95 0 0,-2 8-126 0 0,1 10-149 0 0,9 86 92 0 0,-8-55 26 0 0,1-1 0 0 0,13 50 0 0 0,-8-54 13 0 0,-6-12 8 0 0,1 0 1 0 0,1 0 0 0 0,0-1 0 0 0,1 1 0 0 0,1-1-1 0 0,0 0 1 0 0,1-1 0 0 0,1 0 0 0 0,0 0-1 0 0,14 14 1 0 0,-22-25 3 0 0,1-1 0 0 0,0 0 0 0 0,0 0 0 0 0,1 0 0 0 0,-1 0 0 0 0,0 0 0 0 0,0-1-1 0 0,0 1 1 0 0,1-1 0 0 0,-1 1 0 0 0,0-1 0 0 0,1 0 0 0 0,-1 0 0 0 0,0 0 0 0 0,0 0 0 0 0,1 0 0 0 0,-1 0 0 0 0,0-1-1 0 0,1 1 1 0 0,-1-1 0 0 0,0 0 0 0 0,0 0 0 0 0,0 1 0 0 0,3-3 0 0 0,53-29 162 0 0,-52 28-152 0 0,21-16 40 0 0,-1-1 0 0 0,-1-1-1 0 0,-1-1 1 0 0,-1-1 0 0 0,-2-1 0 0 0,0-1-1 0 0,-1-1 1 0 0,-2 0 0 0 0,-1-2 0 0 0,-1 0 0 0 0,14-36-1 0 0,-27 56-24 0 0,0 0 0 0 0,-1 0 0 0 0,0-1 0 0 0,0 0 0 0 0,0-15 0 0 0,-2 22-38 0 0,-4-23 48 0 0,0 19-45 0 0,3 5-34 0 0,-1 3-44 0 0,-1-1 72 0 0,1 0 0 0 0,0 1 0 0 0,0-1 0 0 0,0 1 0 0 0,0 0 0 0 0,0 0 0 0 0,0 0 0 0 0,0 0 0 0 0,0 0 0 0 0,0 0 0 0 0,-2 2 0 0 0,-1 0-5 0 0,4-2 3 0 0,-1 0 0 0 0,0 0 1 0 0,1 0-1 0 0,0 1 0 0 0,-1-1 0 0 0,1 0 0 0 0,0 1 1 0 0,-1-1-1 0 0,1 1 0 0 0,0-1 0 0 0,0 1 0 0 0,0-1 1 0 0,0 1-1 0 0,1 0 0 0 0,-1 0 0 0 0,0-1 0 0 0,1 1 1 0 0,-1 0-1 0 0,1 0 0 0 0,0 0 0 0 0,-1-1 0 0 0,1 1 1 0 0,0 0-1 0 0,1 4 0 0 0,5 40-43 0 0,-6-46 48 0 0,41 133-9 0 0,3 9-191 0 0,-19 19-683 0 0,-25-160 803 0 0,-1 13-541 0 0,6-30 492 0 0,0 0 0 0 0,0 1-1 0 0,2-1 1 0 0,0 1 0 0 0,1 1-1 0 0,0 0 1 0 0,11-14-1 0 0,2 0-146 0 0,1 0-1 0 0,37-34 0 0 0,-56 59 282 0 0,0 1 0 0 0,0-1 0 0 0,1 1 1 0 0,-1 0-1 0 0,1 0 0 0 0,0 0 1 0 0,0 0-1 0 0,0 0 0 0 0,0 1 0 0 0,0 0 1 0 0,0-1-1 0 0,0 2 0 0 0,0-1 0 0 0,0 0 1 0 0,0 1-1 0 0,1 0 0 0 0,-1 0 0 0 0,0 0 1 0 0,0 1-1 0 0,0-1 0 0 0,1 1 0 0 0,-1 0 1 0 0,0 0-1 0 0,0 0 0 0 0,0 1 1 0 0,0-1-1 0 0,-1 1 0 0 0,1 0 0 0 0,0 0 1 0 0,-1 1-1 0 0,1-1 0 0 0,-1 1 0 0 0,0-1 1 0 0,0 1-1 0 0,0 0 0 0 0,0 0 0 0 0,0 1 1 0 0,-1-1-1 0 0,1 0 0 0 0,-1 1 0 0 0,0 0 1 0 0,0-1-1 0 0,0 1 0 0 0,-1 0 1 0 0,1 0-1 0 0,1 6 0 0 0,-3-6-307 0 0,0 0-1 0 0,-1 0 1 0 0,1 0-1 0 0,-1 0 1 0 0,1 0-1 0 0,-1 0 1 0 0,0 0-1 0 0,-1 0 1 0 0,1 0-1 0 0,-1-1 1 0 0,1 1-1 0 0,-1 0 1 0 0,0-1-1 0 0,0 1 1 0 0,-4 2-1 0 0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9:45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96 228 0 0,'-3'-17'3500'0'0,"-9"-36"2945"0"0,11 27-12454 0 0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9:46.5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93 704 0 0,'3'15'1441'0'0,"1"0"0"0"0,10 27 0 0 0,3 8 736 0 0,-17-49-1994 0 0,0-1-147 0 0,0 0 1 0 0,1 1-1 0 0,-1-1 0 0 0,0 0 0 0 0,0 1 0 0 0,0-1 0 0 0,0 0 1 0 0,0 1-1 0 0,1-1 0 0 0,-1 0 0 0 0,0 0 0 0 0,0 1 0 0 0,1-1 1 0 0,-1 0-1 0 0,0 0 0 0 0,0 0 0 0 0,1 1 0 0 0,-1-1 0 0 0,0 0 0 0 0,1 0 1 0 0,-1 0-1 0 0,0 0 0 0 0,0 0 0 0 0,1 1 0 0 0,-1-1 0 0 0,0 0 1 0 0,1 0-1 0 0,-1 0 0 0 0,0 0 0 0 0,1 0 0 0 0,-1 0 0 0 0,0 0 0 0 0,1 0 1 0 0,0 0-1 0 0,4-3 7 0 0,1 0 1 0 0,0 0-1 0 0,-1 0 1 0 0,1-1-1 0 0,-1 0 0 0 0,6-5 1 0 0,25-17-124 0 0,-26 24-69 0 0,-1 1 0 0 0,1 0 0 0 0,0 0 0 0 0,-1 1 0 0 0,1 0 0 0 0,0 1 0 0 0,-1 0 0 0 0,15 4 0 0 0,2-2-212 0 0,-11-2 80 0 0,1-1 0 0 0,-1 0-1 0 0,0-2 1 0 0,0 1-1 0 0,0-2 1 0 0,0 0 0 0 0,22-8-1 0 0,-29 8 259 0 0,0 1 0 0 0,-1-1 0 0 0,1-1-1 0 0,-1 0 1 0 0,0 0 0 0 0,0 0 0 0 0,-1-1-1 0 0,1 1 1 0 0,-1-2 0 0 0,0 1 0 0 0,0-1-1 0 0,-1 0 1 0 0,1 0 0 0 0,-1 0 0 0 0,6-11-1 0 0,-10 15 75 0 0,0 0-1 0 0,0 0 0 0 0,-1 0 0 0 0,1 0 1 0 0,0 0-1 0 0,-1 0 0 0 0,1 0 0 0 0,-1 0 1 0 0,1 0-1 0 0,-1-1 0 0 0,0 1 0 0 0,0 0 1 0 0,0 0-1 0 0,0 0 0 0 0,-1-1 0 0 0,1 1 1 0 0,-1 0-1 0 0,1 0 0 0 0,-1 0 0 0 0,0 0 1 0 0,1 0-1 0 0,-1 0 0 0 0,0 0 0 0 0,0 0 1 0 0,-1 0-1 0 0,1 0 0 0 0,0 1 0 0 0,-1-1 1 0 0,-2-2-1 0 0,2 2 179 0 0,0 1-150 0 0,-1 1 1 0 0,0-1-1 0 0,0 1 1 0 0,1 0-1 0 0,-1 0 1 0 0,0-1 0 0 0,0 2-1 0 0,0-1 1 0 0,1 0-1 0 0,-1 1 1 0 0,0-1-1 0 0,0 1 1 0 0,1 0 0 0 0,-1 0-1 0 0,0 0 1 0 0,-2 1-1 0 0,1 2-27 0 0,1 0-1 0 0,0 0 0 0 0,-1 0 0 0 0,2 0 0 0 0,-1 0 0 0 0,0 0 1 0 0,1 1-1 0 0,0 0 0 0 0,0-1 0 0 0,0 1 0 0 0,1 0 1 0 0,-1 0-1 0 0,1 0 0 0 0,1 0 0 0 0,-1 0 0 0 0,0 0 1 0 0,1 0-1 0 0,0 0 0 0 0,0 0 0 0 0,1 0 0 0 0,1 9 0 0 0,-2-14-43 0 0,1 1-1 0 0,-1 0 0 0 0,0 0 1 0 0,1 0-1 0 0,-1-1 0 0 0,0 1 0 0 0,1 0 1 0 0,-1 0-1 0 0,1-1 0 0 0,-1 1 0 0 0,1 0 1 0 0,-1-1-1 0 0,1 1 0 0 0,0-1 0 0 0,-1 1 1 0 0,1-1-1 0 0,0 1 0 0 0,-1-1 1 0 0,1 1-1 0 0,0-1 0 0 0,0 0 0 0 0,-1 1 1 0 0,1-1-1 0 0,0 0 0 0 0,0 1 0 0 0,0-1 1 0 0,0 0-1 0 0,-1 0 0 0 0,1 0 1 0 0,0 0-1 0 0,0 0 0 0 0,0 0 0 0 0,0 0 1 0 0,-1 0-1 0 0,1 0 0 0 0,0-1 0 0 0,0 1 1 0 0,1-1-1 0 0,32-9 69 0 0,-31 9-77 0 0,1-1 11 0 0,-3 1 36 0 0,0 0 1 0 0,0 0 0 0 0,0-1 0 0 0,0 1 0 0 0,1 0 0 0 0,-1 0 0 0 0,0 0-1 0 0,1 0 1 0 0,-1 0 0 0 0,1 1 0 0 0,-1-1 0 0 0,1 0 0 0 0,-1 1 0 0 0,1-1-1 0 0,0 1 1 0 0,-1 0 0 0 0,1-1 0 0 0,0 1 0 0 0,-1 0 0 0 0,1 0 0 0 0,0 0 0 0 0,-1 0-1 0 0,1 0 1 0 0,0 0 0 0 0,-1 1 0 0 0,1-1 0 0 0,0 0 0 0 0,-1 1 0 0 0,3 0-1 0 0,-2 2 43 0 0,1 0-1 0 0,-1 0 0 0 0,0 0 1 0 0,0 0-1 0 0,0 0 0 0 0,-1 0 1 0 0,1 0-1 0 0,-1 1 0 0 0,1-1 1 0 0,0 5-1 0 0,2 1-161 0 0,12 36 244 0 0,-1 0-1 0 0,-3 1 1 0 0,-1 0 0 0 0,-2 1 0 0 0,3 72 0 0 0,-11-92-105 0 0,-1-1 0 0 0,-2 1 0 0 0,0 0 1 0 0,-2-1-1 0 0,-1 0 0 0 0,-1 1 0 0 0,-2-2 0 0 0,0 1 1 0 0,-1-1-1 0 0,-2-1 0 0 0,-17 31 0 0 0,26-52 35 0 0,0 0-1 0 0,-1 1 0 0 0,0-1 1 0 0,1 0-1 0 0,-1-1 0 0 0,0 1 1 0 0,0 0-1 0 0,-1-1 0 0 0,1 0 1 0 0,0 0-1 0 0,-5 2 0 0 0,7-3 212 0 0,-7-1 88 0 0,7 1-357 0 0,0-1 1 0 0,0 1-1 0 0,0-1 1 0 0,0 0 0 0 0,0 0-1 0 0,0 1 1 0 0,0-1-1 0 0,0 0 1 0 0,0 0-1 0 0,0 0 1 0 0,-1 0 0 0 0,1 0-1 0 0,0 0 1 0 0,0 0-1 0 0,0-1 1 0 0,0 1 0 0 0,0 0-1 0 0,-1-1 1 0 0,-2-1 21 0 0,1-1-1 0 0,-1 1 1 0 0,1-1 0 0 0,0 0-1 0 0,0 0 1 0 0,1 0 0 0 0,-1 0-1 0 0,0 0 1 0 0,1 0 0 0 0,0-1 0 0 0,0 1-1 0 0,0-1 1 0 0,0 0 0 0 0,1 0-1 0 0,-1 0 1 0 0,0-3 0 0 0,0-2 22 0 0,0-1 0 0 0,1 1 0 0 0,0 0 1 0 0,1 0-1 0 0,0-1 0 0 0,2-17 0 0 0,2 6-331 0 0,0 1 0 0 0,1-1-1 0 0,1 1 1 0 0,1 0 0 0 0,1 1-1 0 0,11-21 1 0 0,16-17-3022 0 0,-7 22-2562 0 0,-7 14 1943 0 0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9:50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87 111 7865 0 0,'3'-21'752'0'0,"-1"1"-1"0"0,0-33 1 0 0,-1 37 227 0 0,1 18-287 0 0,-1 23-448 0 0,-8 32-84 0 0,1 78 0 0 0,6-90 102 0 0,-3 1 1 0 0,-13 77-1 0 0,16-118-505 0 0,-1 0 0 0 0,0 0-1 0 0,0 1 1 0 0,-1-1 0 0 0,1-1 0 0 0,-1 1 0 0 0,0 0-1 0 0,0 0 1 0 0,-1-1 0 0 0,0 1 0 0 0,1-1 0 0 0,-2 0 0 0 0,1 0-1 0 0,0 0 1 0 0,-1 0 0 0 0,0 0 0 0 0,1-1 0 0 0,-6 4-1 0 0,-7-8-3962 0 0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9:51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1 565 312 0 0,'77'-14'864'0'0,"258"-58"901"0"0,-295 60-1656 0 0,0-2-1 0 0,-1-1 1 0 0,-1-2-1 0 0,0-2 1 0 0,-1-1-1 0 0,38-29 1 0 0,-68 44-42 0 0,-1-1 1 0 0,1 1-1 0 0,-1-1 0 0 0,0-1 0 0 0,0 1 1 0 0,-1-1-1 0 0,0 0 0 0 0,0 0 1 0 0,0-1-1 0 0,-1 1 0 0 0,0-1 0 0 0,-1 0 1 0 0,0 0-1 0 0,0 0 0 0 0,0-1 1 0 0,-1 1-1 0 0,-1-1 0 0 0,2-11 1 0 0,-3 8 202 0 0,0 0 1 0 0,-1 1-1 0 0,0-1 1 0 0,-1 0-1 0 0,-1 1 1 0 0,1 0-1 0 0,-2 0 1 0 0,0 0 0 0 0,0 0-1 0 0,-1 0 1 0 0,0 1-1 0 0,-1-1 1 0 0,-7-9-1 0 0,13 19-28 0 0,0 1-217 0 0,0-1-1 0 0,0 1 0 0 0,0-1 0 0 0,0 0 0 0 0,0 1 0 0 0,0-1 0 0 0,1 1 0 0 0,-1-1 0 0 0,0 1 0 0 0,-1-1 0 0 0,1 1 1 0 0,0-1-1 0 0,0 0 0 0 0,0 1 0 0 0,0-1 0 0 0,0 1 0 0 0,-1-1 0 0 0,1 1 0 0 0,0-1 0 0 0,0 1 0 0 0,-1-1 0 0 0,1 1 1 0 0,0-1-1 0 0,-1 1 0 0 0,1 0 0 0 0,0-1 0 0 0,-1 1 0 0 0,1-1 0 0 0,-1 1 0 0 0,1 0 0 0 0,-1-1 0 0 0,0 1 1 0 0,-14 11 367 0 0,-9 27-86 0 0,14-5-50 0 0,2 0-1 0 0,1 1 1 0 0,-5 68 0 0 0,10 107 516 0 0,2-130-474 0 0,0-76-287 0 0,6 181 593 0 0,-7-167-517 0 0,0 2 111 0 0,3-13 249 0 0,-1-12-452 0 0,2-8-72 0 0,1 0 0 0 0,0 0 0 0 0,1 0 0 0 0,8-15 0 0 0,15-12-329 0 0,-27 40 360 0 0,23-8-205 0 0,51 20 172 0 0,-38-4 73 0 0,1-2 1 0 0,0-2-1 0 0,54-2 1 0 0,-81-1 18 0 0,0-1 0 0 0,0-1 0 0 0,0 0 0 0 0,17-5 0 0 0,-25 5 43 0 0,0 1 1 0 0,-1 0-1 0 0,1-1 1 0 0,0 1 0 0 0,0-1-1 0 0,-1 0 1 0 0,1 0 0 0 0,-1 0-1 0 0,0 0 1 0 0,1 0-1 0 0,-1-1 1 0 0,0 1 0 0 0,0-1-1 0 0,-1 1 1 0 0,1-1-1 0 0,0 0 1 0 0,-1 0 0 0 0,0 0-1 0 0,2-3 1 0 0,-2 3 198 0 0,-7-25 1704 0 0,3 14-2974 0 0,9 22 545 0 0,0-1 0 0 0,1 0 0 0 0,-1-1 0 0 0,2 1 1 0 0,-1-1-1 0 0,16 10 0 0 0,33 11-5767 0 0,-29-17 3074 0 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9:52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0 655 1280 0 0,'25'-15'9272'0'0,"70"-44"-7035"0"0,-85 51-2016 0 0,-1 0-1 0 0,-1 0 1 0 0,1-1-1 0 0,-1 1 1 0 0,-1-2-1 0 0,0 1 1 0 0,0-1 0 0 0,-1-1-1 0 0,6-12 1 0 0,-9 15-138 0 0,0 1 0 0 0,0 0 0 0 0,-1-1 0 0 0,-1 0 0 0 0,1 1 0 0 0,-1-1 0 0 0,-1 0 0 0 0,1 0 0 0 0,-1 0 0 0 0,-1 1 0 0 0,1-1 0 0 0,-1 0 0 0 0,-1 0 0 0 0,1 1 0 0 0,-4-10 0 0 0,4 13-67 0 0,0 0 1 0 0,-1 0-1 0 0,1 1 0 0 0,-1-1 0 0 0,1 0 0 0 0,-1 1 0 0 0,0-1 0 0 0,-1 1 0 0 0,1 0 0 0 0,0 0 0 0 0,-1 0 0 0 0,0 0 0 0 0,0 0 0 0 0,0 0 0 0 0,0 1 0 0 0,0-1 0 0 0,-1 1 0 0 0,-5-3 0 0 0,0 2-20 0 0,0 0 1 0 0,0 1 0 0 0,0 0 0 0 0,-17-1 0 0 0,22 3-25 0 0,1 0 0 0 0,0 1 0 0 0,-1-1 1 0 0,1 1-1 0 0,0 0 0 0 0,0 0 0 0 0,0 0 0 0 0,0 0 0 0 0,-6 4 1 0 0,7-4-92 0 0,-3 2-44 0 0,5-3 150 0 0,-1 0 0 0 0,1 0 0 0 0,0 0 0 0 0,-1 1-1 0 0,1-1 1 0 0,0 0 0 0 0,0 0 0 0 0,-1 0 0 0 0,1 0-1 0 0,0 0 1 0 0,0 0 0 0 0,-1 0 0 0 0,1 0 0 0 0,0 1-1 0 0,0-1 1 0 0,-1 0 0 0 0,1 0 0 0 0,0 0 0 0 0,0 0 0 0 0,0 1-1 0 0,0-1 1 0 0,-1 0 0 0 0,1 0 0 0 0,0 1 0 0 0,0-1-1 0 0,0 0 1 0 0,0 0 0 0 0,0 1 0 0 0,-1-1 0 0 0,1 0-1 0 0,0 0 1 0 0,0 1 0 0 0,0-1 0 0 0,0 0 0 0 0,0 0 0 0 0,0 1-1 0 0,0-1 1 0 0,0 0 0 0 0,0 1 0 0 0,1 2-11 0 0,0-1 0 0 0,0 1 1 0 0,0 0-1 0 0,1 0 0 0 0,-1-1 0 0 0,1 1 1 0 0,-1-1-1 0 0,1 1 0 0 0,0-1 0 0 0,0 0 1 0 0,0 0-1 0 0,0 0 0 0 0,0 0 1 0 0,1 0-1 0 0,-1 0 0 0 0,1-1 0 0 0,-1 1 1 0 0,1-1-1 0 0,-1 1 0 0 0,1-1 0 0 0,4 1 1 0 0,75 25-375 0 0,-50-18 143 0 0,-23-6 154 0 0,0 0 0 0 0,0 1 1 0 0,0 0-1 0 0,0 0 0 0 0,0 1 1 0 0,-1 0-1 0 0,0 0 0 0 0,0 1 0 0 0,0 0 1 0 0,-1 1-1 0 0,0-1 0 0 0,0 1 0 0 0,-1 1 1 0 0,0-1-1 0 0,0 1 0 0 0,0 0 0 0 0,-1 1 1 0 0,-1-1-1 0 0,8 19 0 0 0,-9-19 56 0 0,-1 0 0 0 0,1 0 0 0 0,1 0 1 0 0,0 0-1 0 0,0 0 0 0 0,0-1 0 0 0,1 0 0 0 0,0 0 0 0 0,11 12 0 0 0,-14-17 33 0 0,1 0-1 0 0,-1-1 0 0 0,1 1 1 0 0,-1 0-1 0 0,1-1 0 0 0,0 1 1 0 0,0-1-1 0 0,0 0 0 0 0,0 0 1 0 0,0 0-1 0 0,0 0 1 0 0,0-1-1 0 0,0 1 0 0 0,0-1 1 0 0,1 0-1 0 0,-1 0 0 0 0,0 0 1 0 0,0 0-1 0 0,0-1 0 0 0,0 1 1 0 0,0-1-1 0 0,0 0 0 0 0,1 1 1 0 0,-2-1-1 0 0,1-1 1 0 0,0 1-1 0 0,0 0 0 0 0,0-1 1 0 0,0 0-1 0 0,2-1 0 0 0,4-4 0 0 0,0 1 0 0 0,-1-2 0 0 0,1 1-1 0 0,-1-1 1 0 0,-1 0 0 0 0,1-1-1 0 0,-2 0 1 0 0,1 0 0 0 0,-1 0-1 0 0,7-15 1 0 0,-9 16 86 0 0,21-38 778 0 0,-24 44-612 0 0,5-11 136 0 0,-2 6-17 0 0,-2 9-17 0 0,-2 0-336 0 0,0 11 32 0 0,0-1 0 0 0,1 1 0 0 0,1-1 0 0 0,0 1 0 0 0,0-1 0 0 0,1 0 0 0 0,1 0 0 0 0,0 0 0 0 0,1 0 0 0 0,6 12 0 0 0,-10-23-15 0 0,-1 0-18 0 0,0 0-1 0 0,0-1 0 0 0,0 1 1 0 0,0-1-1 0 0,0 1 1 0 0,0-1-1 0 0,0 1 0 0 0,1-1 1 0 0,-1 1-1 0 0,0-1 0 0 0,0 1 1 0 0,0-1-1 0 0,0 1 1 0 0,1-1-1 0 0,-1 1 0 0 0,0-1 1 0 0,1 1-1 0 0,-1-1 1 0 0,0 0-1 0 0,1 1 0 0 0,-1-1 1 0 0,0 0-1 0 0,1 1 0 0 0,-1-1 1 0 0,1 0-1 0 0,-1 1 1 0 0,1-1-1 0 0,-1 0 0 0 0,0 1 1 0 0,1-1-1 0 0,-1 0 0 0 0,2 0 1 0 0,18-3 154 0 0,-15 1-136 0 0,-1 0 0 0 0,1 0-1 0 0,-1 0 1 0 0,0-1 0 0 0,0 0 0 0 0,0 0 0 0 0,4-3-1 0 0,37-38 97 0 0,-44 43-113 0 0,29-16-138 0 0,-7 21 97 0 0,-16-1 42 0 0,0-1 0 0 0,1-1 0 0 0,-1 0 0 0 0,1 0 0 0 0,0 0 0 0 0,-1-1 0 0 0,1 0 0 0 0,13-2 0 0 0,-7-3 17 0 0,-2-1-1 0 0,1 0 0 0 0,-1-1 1 0 0,0-1-1 0 0,0 0 0 0 0,-1 0 1 0 0,0-1-1 0 0,-1 0 1 0 0,0-1-1 0 0,0-1 0 0 0,-1 1 1 0 0,-1-1-1 0 0,1-1 0 0 0,-2 0 1 0 0,0 0-1 0 0,9-20 0 0 0,-4 5 15 0 0,-1-1 0 0 0,-2 1 0 0 0,-1-2 0 0 0,-1 1-1 0 0,-1-1 1 0 0,-2 0 0 0 0,-1 0 0 0 0,-1-45 0 0 0,-2 73 27 0 0,-3-21 225 0 0,2 9-249 0 0,1 10 23 0 0,-2 4-138 0 0,1 0 72 0 0,0 0 0 0 0,0 0 0 0 0,-1 0 0 0 0,1 0 0 0 0,0 0 0 0 0,0 0 0 0 0,0 0 0 0 0,1 1 0 0 0,-1-1 0 0 0,0 0-1 0 0,0 0 1 0 0,1 1 0 0 0,-1-1 0 0 0,1 1 0 0 0,-1-1 0 0 0,1 1 0 0 0,-1-1 0 0 0,1 1 0 0 0,0 1 0 0 0,-12 51-42 0 0,7-29 64 0 0,0 2-18 0 0,2 1 1 0 0,1-1 0 0 0,1 1-1 0 0,1 0 1 0 0,9 55 0 0 0,-8-75-15 0 0,1 1 0 0 0,1-1 1 0 0,-1 0-1 0 0,2 0 0 0 0,-1 0 1 0 0,1 0-1 0 0,0 0 0 0 0,0-1 1 0 0,1 0-1 0 0,0 0 0 0 0,10 11 1 0 0,-11-15-22 0 0,0 1 1 0 0,-1-1 0 0 0,1 0 0 0 0,1 0-1 0 0,-1-1 1 0 0,0 1 0 0 0,1-1 0 0 0,-1 0-1 0 0,1 0 1 0 0,-1-1 0 0 0,1 1 0 0 0,0-1-1 0 0,0 0 1 0 0,0 0 0 0 0,0-1 0 0 0,0 1-1 0 0,0-1 1 0 0,0 0 0 0 0,0-1 0 0 0,0 1-1 0 0,-1-1 1 0 0,8-1 0 0 0,-2-1 4 0 0,0 0-1 0 0,-1-1 1 0 0,1 0-1 0 0,-1 0 1 0 0,1-1-1 0 0,-1 0 1 0 0,-1-1 0 0 0,1 0-1 0 0,-1 0 1 0 0,0-1-1 0 0,0 0 1 0 0,-1-1-1 0 0,0 1 1 0 0,6-10 0 0 0,-12 15 165 0 0,5-11 391 0 0,-6 13-494 0 0,0-1 0 0 0,0 1 1 0 0,0 0-1 0 0,0 0 0 0 0,0 0 1 0 0,0-1-1 0 0,0 1 0 0 0,0 0 0 0 0,0 0 1 0 0,0-1-1 0 0,0 1 0 0 0,0 0 1 0 0,0 0-1 0 0,0 0 0 0 0,0-1 0 0 0,0 1 1 0 0,0 0-1 0 0,0 0 0 0 0,0 0 1 0 0,0-1-1 0 0,0 1 0 0 0,1 0 0 0 0,-1 0 1 0 0,0 0-1 0 0,0 0 0 0 0,0-1 1 0 0,0 1-1 0 0,0 0 0 0 0,1 0 0 0 0,-1 0 1 0 0,0 0-1 0 0,0 0 0 0 0,0-1 1 0 0,1 1-1 0 0,-1 0 0 0 0,0 0 0 0 0,0 0 1 0 0,0 0-1 0 0,1 0 0 0 0,-1 0 1 0 0,0 0-1 0 0,0 0 0 0 0,0 0 0 0 0,1 0 1 0 0,-1 0-1 0 0,0 0 0 0 0,0 0 1 0 0,1 0-1 0 0,-1 0 0 0 0,0 0 0 0 0,0 0 1 0 0,0 0-1 0 0,1 0 0 0 0,-1 0 1 0 0,0 0-1 0 0,0 1 0 0 0,0-1 0 0 0,1 0 1 0 0,-1 0-1 0 0,0 0 0 0 0,0 0 1 0 0,0 1-1 0 0,3 5-185 0 0,0 1 1 0 0,1-1 0 0 0,0 1-1 0 0,0-1 1 0 0,0 0-1 0 0,0 0 1 0 0,10 8-1 0 0,6 6-3071 0 0,4-3-3468 0 0,-14-11 3448 0 0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9:54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102 218 700 0 0,'5'-9'1375'0'0,"-3"5"-582"0"0,0 0 1 0 0,0 0-1 0 0,0 0 1 0 0,1 1 0 0 0,-1-1-1 0 0,1 1 1 0 0,0-1-1 0 0,0 1 1 0 0,6-5-1 0 0,-2 31-129 0 0,-1 10-373 0 0,-2 1 1 0 0,-1-1-1 0 0,-2 1 0 0 0,-1 0 1 0 0,-2 0-1 0 0,-6 39 1 0 0,6-61-161 0 0,0 1-1 0 0,0 0 1 0 0,-1-1 0 0 0,-1 1 0 0 0,0-1-1 0 0,-1 0 1 0 0,0 0 0 0 0,-11 16 0 0 0,15-27 19 0 0,1 0-141 0 0,0-1 0 0 0,0 0-1 0 0,-1 0 1 0 0,1 1 0 0 0,0-1-1 0 0,-1 0 1 0 0,1 0-1 0 0,0 0 1 0 0,-1 0 0 0 0,1 0-1 0 0,0 1 1 0 0,-1-1 0 0 0,1 0-1 0 0,0 0 1 0 0,-1 0 0 0 0,1 0-1 0 0,0 0 1 0 0,-1 0 0 0 0,1 0-1 0 0,-1 0 1 0 0,1 0 0 0 0,0 0-1 0 0,-1-1 1 0 0,1 1-1 0 0,0 0 1 0 0,-1 0 0 0 0,1 0-1 0 0,0 0 1 0 0,-1 0 0 0 0,1-1-1 0 0,0 1 1 0 0,0 0 0 0 0,-1 0-1 0 0,1-1 1 0 0,0 1 0 0 0,0 0-1 0 0,-1-1 1 0 0,-17-9 154 0 0,16 9-135 0 0,-5-6-1 0 0,0-1-1 0 0,1 0 0 0 0,0-1 1 0 0,0 1-1 0 0,1-1 1 0 0,0 0-1 0 0,1 0 0 0 0,-1-1 1 0 0,2 1-1 0 0,0-1 0 0 0,0 0 1 0 0,0 0-1 0 0,-1-17 0 0 0,0-9-16 0 0,2-1 0 0 0,3-51-1 0 0,1 66-21 0 0,0 1-1 0 0,2-1 1 0 0,0 0-1 0 0,10-28 1 0 0,-11 41 0 0 0,0-1-1 0 0,1 1 1 0 0,0 0 0 0 0,1 0-1 0 0,0 0 1 0 0,0 0 0 0 0,1 1 0 0 0,0 0-1 0 0,1 0 1 0 0,-1 0 0 0 0,15-11-1 0 0,-15 15 4 0 0,1 1-1 0 0,0 0 0 0 0,0 0 1 0 0,0 0-1 0 0,0 1 1 0 0,0 0-1 0 0,1 0 0 0 0,-1 1 1 0 0,0 0-1 0 0,1 0 0 0 0,-1 1 1 0 0,1 0-1 0 0,-1 0 0 0 0,1 1 1 0 0,-1 0-1 0 0,1 0 1 0 0,-1 0-1 0 0,0 1 0 0 0,1 1 1 0 0,12 5-1 0 0,7 4-39 0 0,0 1 0 0 0,0 2 0 0 0,41 30 0 0 0,-52-34 57 0 0,0 1 0 0 0,-1 1 0 0 0,0 1-1 0 0,-2 0 1 0 0,1 1 0 0 0,-2 0 0 0 0,0 1 0 0 0,-1 0 0 0 0,0 1 0 0 0,-1 0 0 0 0,-1 1 0 0 0,-1 0 0 0 0,10 32 0 0 0,-17-43-62 0 0,0 0 1 0 0,-1-1-1 0 0,1 1 0 0 0,-1 0 0 0 0,-1-1 1 0 0,1 1-1 0 0,-1 0 0 0 0,0-1 0 0 0,-1 1 1 0 0,0-1-1 0 0,0 1 0 0 0,0-1 1 0 0,-7 12-1 0 0,7-14-249 0 0,-1 1 0 0 0,0-1 0 0 0,0 0 0 0 0,0 0-1 0 0,0 0 1 0 0,-1-1 0 0 0,0 1 0 0 0,-4 3 0 0 0,5-5-193 0 0,0 0 1 0 0,0 0-1 0 0,0-1 0 0 0,-1 1 0 0 0,1-1 0 0 0,0 0 1 0 0,-1 0-1 0 0,1 0 0 0 0,0 0 0 0 0,-1 0 1 0 0,1-1-1 0 0,-6 0 0 0 0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9:54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32 121 152 0 0,'-32'-20'8071'0'0,"33"17"-7933"0"0,0 1 0 0 0,0 0-1 0 0,0-1 1 0 0,1 1-1 0 0,-1 0 1 0 0,0 0-1 0 0,1 0 1 0 0,-1 0-1 0 0,1 0 1 0 0,0 0-1 0 0,0 1 1 0 0,0-1 0 0 0,0 0-1 0 0,0 1 1 0 0,0-1-1 0 0,0 1 1 0 0,0 0-1 0 0,1 0 1 0 0,-1 0-1 0 0,0 0 1 0 0,1 0-1 0 0,3 0 1 0 0,62-22 527 0 0,-16 10-888 0 0,1 3 0 0 0,59-3 0 0 0,-72 11-3136 0 0,67 5 0 0 0,-78-1 734 0 0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9:55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18 177 36 0 0,'-17'-11'12922'0'0,"91"-1"-12220"0"0,0 3 0 0 0,82 0 0 0 0,-44 4-426 0 0,150-23 197 0 0,-206 21-348 0 0,-6-4 75 0 0,-65-9-223 0 0,10 16 13 0 0,1-1 0 0 0,-1 1-1 0 0,0 0 1 0 0,0 1 0 0 0,0-1-1 0 0,0 1 1 0 0,-1 0 0 0 0,1 0-1 0 0,-10-2 1 0 0,-25-18-40 0 0,39 23 30 0 0,0-1-5 0 0,1 1 0 0 0,-1 0 0 0 0,1-1-1 0 0,-1 1 1 0 0,1 0 0 0 0,-1 0 0 0 0,1-1 0 0 0,-1 1-1 0 0,0 0 1 0 0,1 0 0 0 0,-1 0 0 0 0,1 0-1 0 0,-1 0 1 0 0,0 0 0 0 0,1 0 0 0 0,-1 0 0 0 0,1 0-1 0 0,-1 0 1 0 0,1 0 0 0 0,-1 0 0 0 0,0 0 0 0 0,1 1-1 0 0,-1-1 1 0 0,0 0 0 0 0,1 19-40 0 0,0-1 0 0 0,-2 0 0 0 0,0 1-1 0 0,-8 29 1 0 0,7-38 4 0 0,-1 0 0 0 0,0 0 1 0 0,-1-1-1 0 0,0 1 0 0 0,0-1 0 0 0,-1 0 0 0 0,0 0 0 0 0,-1 0 0 0 0,-12 11 0 0 0,-9 14-1101 0 0,18-20-1111 0 0,-2-1-3355 0 0,8-7 2638 0 0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2:59:55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300 51 11457 0 0,'67'-49'2446'0'0,"-66"48"-2261"0"0,0 1-155 0 0,0 0 1 0 0,0 0-1 0 0,1 0 1 0 0,-1 0-1 0 0,0 0 1 0 0,0 1-1 0 0,1-1 1 0 0,-1 0-1 0 0,0 1 1 0 0,0-1-1 0 0,0 1 1 0 0,0-1-1 0 0,0 1 1 0 0,0 0-1 0 0,0 0 0 0 0,0-1 1 0 0,0 1-1 0 0,0 0 1 0 0,0 0-1 0 0,0 0 1 0 0,-1 0-1 0 0,1 0 1 0 0,0 0-1 0 0,-1 0 1 0 0,1 0-1 0 0,0 0 1 0 0,0 2-1 0 0,0 2 4 0 0,0-1 0 0 0,0 1 0 0 0,0-1 0 0 0,0 1 0 0 0,-1-1 0 0 0,0 1 0 0 0,0 8 0 0 0,-3 8 15 0 0,0 0-1 0 0,-9 28 1 0 0,8-36-25 0 0,-2 0-1 0 0,1 0 1 0 0,-1-1 0 0 0,-1 0 0 0 0,0 0 0 0 0,-16 18 0 0 0,-57 59 137 0 0,69-79-132 0 0,1-1 0 0 0,-2 0-1 0 0,1-1 1 0 0,-1 0-1 0 0,0-1 1 0 0,-1-1 0 0 0,1 1-1 0 0,-1-2 1 0 0,-22 7-1 0 0,31-12-31 0 0,0 1-1 0 0,0-1 1 0 0,1 0-1 0 0,-1 0 1 0 0,0 0-1 0 0,0 0 1 0 0,1-1-1 0 0,-1 1 1 0 0,0-1-1 0 0,1 0 1 0 0,-1 0-1 0 0,0-1 1 0 0,1 1-1 0 0,0-1 1 0 0,-1 0-1 0 0,1 0 1 0 0,0 0-1 0 0,0 0 1 0 0,0 0-1 0 0,0-1 0 0 0,0 1 1 0 0,0-1-1 0 0,1 0 1 0 0,0 0-1 0 0,-1 0 1 0 0,1 0-1 0 0,0 0 1 0 0,0 0-1 0 0,1-1 1 0 0,-1 1-1 0 0,1 0 1 0 0,-1-1-1 0 0,1 0 1 0 0,0 1-1 0 0,0-1 1 0 0,1 0-1 0 0,-1 1 1 0 0,1-1-1 0 0,0 0 0 0 0,0 0 1 0 0,0 0-1 0 0,0 1 1 0 0,1-1-1 0 0,0 0 1 0 0,0 1-1 0 0,0-1 1 0 0,0 0-1 0 0,2-3 1 0 0,-3 5-2 0 0,1 1 0 0 0,0 0 0 0 0,-1-1 0 0 0,1 1 0 0 0,0 0 0 0 0,0 0 0 0 0,0-1 0 0 0,0 1 1 0 0,0 0-1 0 0,0 0 0 0 0,1 0 0 0 0,-1 0 0 0 0,0 0 0 0 0,0 1 0 0 0,1-1 0 0 0,-1 0 0 0 0,1 1 0 0 0,-1-1 0 0 0,0 0 0 0 0,1 1 1 0 0,2-1-1 0 0,0 1-8 0 0,0 0 1 0 0,0 0-1 0 0,0 0 1 0 0,-1 0 0 0 0,1 0-1 0 0,0 1 1 0 0,0 0-1 0 0,6 2 1 0 0,5 3-6 0 0,-1 1 0 0 0,1 0-1 0 0,15 11 1 0 0,-27-16 27 0 0,-2-2-29 0 0,23 15-295 0 0,42 34 0 0 0,-40-24-2609 0 0,-5 5-3725 0 0,-18-22 3671 0 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02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1 440 0 0,'0'0'4140'0'0,"8"1"-1923"0"0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1044 0 0,'0'0'4601'0'0,"18"-8"-4161"0"0,1 11-624 0 0,3 1-2853 0 0,-4-3 1461 0 0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0 372 0 0,'1'4'2535'0'0,"2"1"1849"0"0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10:20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1 824 0 0,'0'12'2168'0'0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1:01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293 129 1024 0 0,'0'0'4730'0'0,"-3"-3"-3989"0"0,-8-8-82 0 0,8 8 1346 0 0,3 9-1632 0 0,5 119 937 0 0,-18 192 1 0 0,9-290-1189 0 0,0 0-1 0 0,-1 0 1 0 0,-15 40 0 0 0,18-60-92 0 0,0 0 1 0 0,-1 0-1 0 0,0 0 0 0 0,-1 0 1 0 0,1 0-1 0 0,-1-1 1 0 0,-1 1-1 0 0,1-1 0 0 0,-1 0 1 0 0,0-1-1 0 0,0 1 1 0 0,-1-1-1 0 0,0 0 1 0 0,0 0-1 0 0,0-1 0 0 0,0 0 1 0 0,-13 6-1 0 0,16-9-17 0 0,1 0 0 0 0,-1 0 0 0 0,0 0 0 0 0,1-1 0 0 0,-1 1-1 0 0,0-1 1 0 0,0 0 0 0 0,0 0 0 0 0,0 0 0 0 0,1 0 0 0 0,-1 0 0 0 0,0-1 0 0 0,0 1-1 0 0,0-1 1 0 0,1 0 0 0 0,-1 1 0 0 0,0-2 0 0 0,1 1 0 0 0,-1 0 0 0 0,-2-2 0 0 0,1 0-1 0 0,0 0 0 0 0,0-1 0 0 0,1 1 1 0 0,-1-1-1 0 0,1 0 0 0 0,0 0 0 0 0,0 0 1 0 0,0-1-1 0 0,1 1 0 0 0,-4-7 1 0 0,-1-8 6 0 0,0-1 1 0 0,0-1-1 0 0,2 1 0 0 0,-3-23 1 0 0,5 13-20 0 0,0 1 0 0 0,2-1 0 0 0,1 0 0 0 0,1 0 0 0 0,2 1 0 0 0,1-1 0 0 0,1 1 0 0 0,2 0 0 0 0,1 0 0 0 0,1 1 0 0 0,1 0 0 0 0,1 1 0 0 0,2 0 0 0 0,1 1 1 0 0,1 0-1 0 0,22-29 0 0 0,-28 44-1 0 0,1 0 1 0 0,0 0-1 0 0,0 1 1 0 0,1 1 0 0 0,1 0-1 0 0,-1 0 1 0 0,1 1-1 0 0,1 0 1 0 0,0 1-1 0 0,0 1 1 0 0,0 0 0 0 0,1 1-1 0 0,-1 0 1 0 0,1 1-1 0 0,0 1 1 0 0,1 0-1 0 0,-1 1 1 0 0,0 0 0 0 0,1 1-1 0 0,-1 1 1 0 0,1 1-1 0 0,0-1 1 0 0,-1 2 0 0 0,0 0-1 0 0,1 1 1 0 0,-1 1-1 0 0,0 0 1 0 0,-1 0-1 0 0,1 2 1 0 0,-1 0 0 0 0,15 9-1 0 0,8 7 50 0 0,-2 1 0 0 0,-1 3-1 0 0,60 57 1 0 0,74 104 132 0 0,-113-125-133 0 0,-35-37 7 0 0,-1 1 0 0 0,25 45 1 0 0,-11-16-48 0 0,-28-46-56 0 0,-1-1-1 0 0,0 1 0 0 0,-1-1 1 0 0,0 1-1 0 0,0 0 0 0 0,-1-1 1 0 0,0 1-1 0 0,0 0 0 0 0,-2 17 1 0 0,1-20-60 0 0,0-3-23 0 0,-1 0 1 0 0,1 0-1 0 0,-1 0 1 0 0,0 0-1 0 0,0 1 1 0 0,0-1-1 0 0,-1 0 1 0 0,1-1-1 0 0,-1 1 1 0 0,0 0-1 0 0,1 0 1 0 0,-1-1-1 0 0,-1 1 1 0 0,1-1-1 0 0,0 1 1 0 0,0-1-1 0 0,-1 0 1 0 0,1 0-1 0 0,-1 0 1 0 0,-4 2-1 0 0,4-2-392 0 0,-1 0-1 0 0,1 0 0 0 0,0-1 0 0 0,-1 1 0 0 0,1-1 1 0 0,-1 0-1 0 0,0 0 0 0 0,1 0 0 0 0,-1 0 0 0 0,-5-1 0 0 0,-14 0-2386 0 0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1:01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16 254 516 0 0,'0'0'1060'0'0,"-10"0"173"0"0,10 0-1183 0 0,0 1 1 0 0,0-1-1 0 0,0 0 1 0 0,0 0-1 0 0,-1 0 0 0 0,1 0 1 0 0,0 0-1 0 0,0 0 1 0 0,0 0-1 0 0,0 0 0 0 0,-1 0 1 0 0,1 0-1 0 0,0 0 0 0 0,0 0 1 0 0,0 0-1 0 0,0 0 1 0 0,-1 0-1 0 0,1-1 0 0 0,0 1 1 0 0,0 0-1 0 0,0 0 0 0 0,0 0 1 0 0,0 0-1 0 0,-1 0 1 0 0,1 0-1 0 0,0 0 0 0 0,0 0 1 0 0,0 0-1 0 0,0-1 0 0 0,0 1 1 0 0,0 0-1 0 0,0 0 1 0 0,-1 0-1 0 0,1 0 0 0 0,0 0 1 0 0,0-1-1 0 0,0 1 0 0 0,0 0 1 0 0,0 0-1 0 0,0 0 1 0 0,0 0-1 0 0,0-1 0 0 0,0 1 1 0 0,0 0-1 0 0,0 0 1 0 0,0 0-1 0 0,0 0 0 0 0,0-1 1 0 0,0 1-1 0 0,0 0 0 0 0,0 0 1 0 0,0 0-1 0 0,0 0 1 0 0,0 0-1 0 0,0-1 0 0 0,0 1 1 0 0,0 0-1 0 0,1 0 0 0 0,-1 0 1 0 0,0 0-1 0 0,0 0 1 0 0,0-1-1 0 0,0 1 0 0 0,0 0 1 0 0,0 0-1 0 0,0 0 0 0 0,1 0 1 0 0,-1 0-1 0 0,12-11 350 0 0,0 1 0 0 0,0 1 0 0 0,1 0 0 0 0,0 1-1 0 0,0 0 1 0 0,24-9 0 0 0,98-33 644 0 0,-96 37-968 0 0,204-58-2154 0 0,-143 44-1926 0 0,-52 12 1682 0 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1:56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1 926 256 0 0,'0'0'624'0'0,"27"19"4225"0"0,-20-19-4484 0 0,1 0-1 0 0,-1-1 1 0 0,0 0 0 0 0,1 0-1 0 0,-1-1 1 0 0,0 0 0 0 0,0 0-1 0 0,0-1 1 0 0,0 0 0 0 0,-1 0-1 0 0,1 0 1 0 0,-1-1-1 0 0,9-6 1 0 0,15-12 713 0 0,35-33-1 0 0,-55 46-745 0 0,12-11 237 0 0,-1-1 0 0 0,0-2 0 0 0,-2 0 0 0 0,21-32 0 0 0,-30 39-240 0 0,0-1-1 0 0,-1 0 0 0 0,-1-1 1 0 0,-1 0-1 0 0,0 0 1 0 0,-1 0-1 0 0,5-34 1 0 0,-10 50-312 0 0,-1 1 1 0 0,1-1 0 0 0,-1 0 0 0 0,0 0 0 0 0,0 0-1 0 0,0 1 1 0 0,0-1 0 0 0,0 0 0 0 0,0 0-1 0 0,0 0 1 0 0,0 1 0 0 0,-1-1 0 0 0,1 0-1 0 0,-1 0 1 0 0,0 1 0 0 0,1-1 0 0 0,-1 0-1 0 0,0 1 1 0 0,0-1 0 0 0,0 1 0 0 0,0-1 0 0 0,0 1-1 0 0,0-1 1 0 0,0 1 0 0 0,-1 0 0 0 0,1 0-1 0 0,0-1 1 0 0,-1 1 0 0 0,1 0 0 0 0,-1 0-1 0 0,1 0 1 0 0,-1 1 0 0 0,0-1 0 0 0,1 0-1 0 0,-1 0 1 0 0,0 1 0 0 0,0-1 0 0 0,1 1-1 0 0,-1 0 1 0 0,0 0 0 0 0,-3-1 0 0 0,2 1-92 0 0,3 0 56 0 0,-1-1-1 0 0,0 1 0 0 0,0 0 0 0 0,0-1 1 0 0,0 1-1 0 0,1 0 0 0 0,-1 0 1 0 0,0 0-1 0 0,0 0 0 0 0,0 0 0 0 0,0 0 1 0 0,0 0-1 0 0,0 0 0 0 0,0 0 0 0 0,1 0 1 0 0,-1 0-1 0 0,0 1 0 0 0,0-1 0 0 0,0 0 1 0 0,0 1-1 0 0,1-1 0 0 0,-1 0 0 0 0,0 1 1 0 0,0-1-1 0 0,1 1 0 0 0,-1-1 1 0 0,0 1-1 0 0,1 0 0 0 0,-1-1 0 0 0,0 1 1 0 0,1-1-1 0 0,-1 1 0 0 0,1 0 0 0 0,-1 1 1 0 0,-1-1-27 0 0,1 1 0 0 0,0-1 1 0 0,0 1-1 0 0,0-1 1 0 0,0 1-1 0 0,0 0 1 0 0,0-1-1 0 0,0 1 0 0 0,0 0 1 0 0,1 0-1 0 0,-1 0 1 0 0,1 0-1 0 0,-1 0 1 0 0,1-1-1 0 0,0 1 0 0 0,-1 0 1 0 0,1 0-1 0 0,1 2 1 0 0,3 8-81 0 0,1 0 0 0 0,1-1 1 0 0,0 0-1 0 0,1 0 1 0 0,0 0-1 0 0,1-1 1 0 0,12 14-1 0 0,18 25-536 0 0,50 94-1294 0 0,-86-140 1916 0 0,0 0-1 0 0,0 0 1 0 0,1 0-1 0 0,-1 0 1 0 0,1 0-1 0 0,-1-1 1 0 0,1 1-1 0 0,0-1 0 0 0,0 0 1 0 0,0 1-1 0 0,0-2 1 0 0,0 1-1 0 0,1 0 1 0 0,-1 0-1 0 0,0-1 1 0 0,1 0-1 0 0,-1 0 1 0 0,1 0-1 0 0,4 1 0 0 0,-2-2 17 0 0,1 0 0 0 0,-1 0-1 0 0,1 0 1 0 0,-1-1 0 0 0,1 0-1 0 0,-1 0 1 0 0,0-1 0 0 0,1 0-1 0 0,-1 0 1 0 0,7-3-1 0 0,3-3 68 0 0,0-1 0 0 0,-1 0-1 0 0,0-1 1 0 0,0-1-1 0 0,-1 0 1 0 0,0-1-1 0 0,13-15 1 0 0,-20 18 311 0 0,1 0 0 0 0,-2 0 0 0 0,1-1 0 0 0,-1 0 0 0 0,-1 0 0 0 0,8-20 0 0 0,-12 29 276 0 0,-4 10-512 0 0,1 1-1 0 0,1 0 0 0 0,0 0 1 0 0,0 0-1 0 0,1-1 0 0 0,0 1 1 0 0,1 0-1 0 0,0 0 0 0 0,0 0 1 0 0,1 0-1 0 0,4 10 0 0 0,-6-18-129 0 0,1 0 0 0 0,1 0 0 0 0,-1 0-1 0 0,0 1 1 0 0,0-1 0 0 0,1 0-1 0 0,-1-1 1 0 0,1 1 0 0 0,0 0 0 0 0,-1 0-1 0 0,1-1 1 0 0,0 1 0 0 0,0-1 0 0 0,0 1-1 0 0,0-1 1 0 0,1 0 0 0 0,-1 0 0 0 0,0 0-1 0 0,0 0 1 0 0,1 0 0 0 0,-1 0 0 0 0,0-1-1 0 0,4 1 1 0 0,-2-1 7 0 0,0 0 0 0 0,0-1-1 0 0,0 0 1 0 0,0 1 0 0 0,-1-1 0 0 0,1-1 0 0 0,0 1 0 0 0,0-1-1 0 0,-1 1 1 0 0,1-1 0 0 0,-1 0 0 0 0,0 0 0 0 0,5-4-1 0 0,1-1 17 0 0,0-1 0 0 0,0 0 0 0 0,-1-1-1 0 0,0 0 1 0 0,-1 0 0 0 0,1-1 0 0 0,-2 0-1 0 0,11-21 1 0 0,27-60 1160 0 0,-41 51-1748 0 0,-4 47 601 0 0,-1 0-36 0 0,0 0-1 0 0,0 0 1 0 0,1 0 0 0 0,0 0-1 0 0,0 0 1 0 0,0 0-1 0 0,1 0 1 0 0,1 1 0 0 0,-1-1-1 0 0,2 7 1 0 0,7 10 32 0 0,-8-22-18 0 0,-1 1 1 0 0,1-1-1 0 0,0 0 1 0 0,0 1-1 0 0,0-1 1 0 0,0 0-1 0 0,0 0 1 0 0,0 0-1 0 0,1 1 1 0 0,-1-1-1 0 0,1 0 1 0 0,0-1-1 0 0,-1 1 1 0 0,1 0-1 0 0,0 0 0 0 0,0-1 1 0 0,3 3-1 0 0,1-1 9 0 0,1 1-1 0 0,-1-1 1 0 0,0 0-1 0 0,1 0 1 0 0,0-1-1 0 0,0 0 0 0 0,-1 0 1 0 0,1-1-1 0 0,0 0 1 0 0,0 0-1 0 0,1 0 1 0 0,-1-1-1 0 0,0 0 1 0 0,0 0-1 0 0,0-1 0 0 0,11-2 1 0 0,-9 0 10 0 0,0-1 1 0 0,1 0 0 0 0,-1 0-1 0 0,-1-1 1 0 0,1 0-1 0 0,-1 0 1 0 0,0-1-1 0 0,0 0 1 0 0,0 0 0 0 0,10-13-1 0 0,3-6 37 0 0,0-2 1 0 0,-2 0-1 0 0,-2-1 0 0 0,0-1 1 0 0,24-59-1 0 0,-27 55-10 0 0,-2-1-1 0 0,-2 0 1 0 0,-1 0 0 0 0,-1-1-1 0 0,-2 0 1 0 0,-2 0 0 0 0,-1 0-1 0 0,-2-56 1 0 0,-11 27 472 0 0,9 62-521 0 0,-3 7-300 0 0,-9 9 281 0 0,2 2-1 0 0,0 0 1 0 0,0 0-1 0 0,2 0 0 0 0,0 1 1 0 0,1 1-1 0 0,1 0 0 0 0,0 0 1 0 0,-5 25-1 0 0,1 0 23 0 0,3 1 1 0 0,2-1-1 0 0,-2 50 1 0 0,8-73-52 0 0,0-1 0 0 0,1 0 1 0 0,1 0-1 0 0,1 0 0 0 0,1 0 1 0 0,0 0-1 0 0,11 26 0 0 0,-13-39 2 0 0,0-1-1 0 0,0 1 0 0 0,1-1 0 0 0,0 0 0 0 0,0 0 0 0 0,1 0 0 0 0,0 0 1 0 0,-1 0-1 0 0,1-1 0 0 0,1 0 0 0 0,-1 0 0 0 0,1 0 0 0 0,0 0 0 0 0,-1-1 1 0 0,1 1-1 0 0,6 2 0 0 0,-7-5 31 0 0,-1 0 1 0 0,1 0 0 0 0,0-1-1 0 0,0 1 1 0 0,-1-1 0 0 0,1 1-1 0 0,0-1 1 0 0,0 0 0 0 0,-1-1-1 0 0,1 1 1 0 0,0-1 0 0 0,0 1-1 0 0,-1-1 1 0 0,1 0 0 0 0,-1-1-1 0 0,1 1 1 0 0,-1-1 0 0 0,1 1-1 0 0,-1-1 1 0 0,0 0 0 0 0,0 0-1 0 0,0 0 1 0 0,0-1 0 0 0,0 1-1 0 0,0-1 1 0 0,3-4 0 0 0,4-3 74 0 0,-1 0 1 0 0,-1 0-1 0 0,0-1 1 0 0,0 0-1 0 0,-1 0 1 0 0,-1-1 0 0 0,0 0-1 0 0,9-25 1 0 0,-15 36 242 0 0,0 1-298 0 0,1 0 0 0 0,-1 0-1 0 0,0-1 1 0 0,0 1 0 0 0,0 0 0 0 0,0 0 0 0 0,0 0 0 0 0,1 0 0 0 0,-1-1 0 0 0,0 1 0 0 0,0 0 0 0 0,0 0-1 0 0,0 0 1 0 0,0-1 0 0 0,0 1 0 0 0,0 0 0 0 0,0 0 0 0 0,0 0 0 0 0,0-1 0 0 0,0 1 0 0 0,0 0 0 0 0,0 0-1 0 0,0 0 1 0 0,0-1 0 0 0,0 1 0 0 0,0 0 0 0 0,0 0 0 0 0,0 0 0 0 0,0 0 0 0 0,0-1 0 0 0,0 1 0 0 0,0 0-1 0 0,-1 0 1 0 0,1 0 0 0 0,0-1 0 0 0,0 1 0 0 0,0 0 0 0 0,0 0 0 0 0,0 0 0 0 0,0 0 0 0 0,-1 0 0 0 0,1-1-1 0 0,0 1 1 0 0,0 0 0 0 0,0 0 0 0 0,0 0 0 0 0,-1 0 0 0 0,1 0 0 0 0,0 0 0 0 0,0 0 0 0 0,0 0 0 0 0,-1 0-1 0 0,1 0 1 0 0,0 0 0 0 0,0 0 0 0 0,0 0 0 0 0,-1 0 0 0 0,1 0 0 0 0,0 0 0 0 0,-3 2-20 0 0,0 1 1 0 0,0 0-1 0 0,0 0 1 0 0,0 0-1 0 0,1 0 1 0 0,-1 0-1 0 0,1 1 0 0 0,0-1 1 0 0,0 1-1 0 0,0-1 1 0 0,1 1-1 0 0,-1 0 1 0 0,1 0-1 0 0,0 0 1 0 0,0 0-1 0 0,0 0 1 0 0,0 0-1 0 0,1 0 0 0 0,0 0 1 0 0,0 0-1 0 0,0 0 1 0 0,0 0-1 0 0,1 0 1 0 0,-1 0-1 0 0,3 7 1 0 0,-2-10-1 0 0,0 0 0 0 0,0 0 0 0 0,0 1 0 0 0,1-1 1 0 0,-1 0-1 0 0,1 0 0 0 0,-1 0 0 0 0,0 0 0 0 0,1 0 0 0 0,0-1 1 0 0,-1 1-1 0 0,1 0 0 0 0,-1-1 0 0 0,1 1 0 0 0,0-1 0 0 0,0 1 1 0 0,-1-1-1 0 0,1 0 0 0 0,0 0 0 0 0,0 0 0 0 0,-1 0 1 0 0,3 0-1 0 0,38-5-210 0 0,-41 5 215 0 0,45-9-219 0 0,-15 3 50 0 0,0 0-1 0 0,0 2 1 0 0,47 0 0 0 0,-77 4 175 0 0,0 0 1 0 0,0 0-1 0 0,0 0 1 0 0,1 0 0 0 0,-1 0-1 0 0,0 1 1 0 0,0-1 0 0 0,0 0-1 0 0,0 1 1 0 0,0-1-1 0 0,0 1 1 0 0,0-1 0 0 0,0 1-1 0 0,-1-1 1 0 0,1 1-1 0 0,0 0 1 0 0,0 0 0 0 0,0-1-1 0 0,0 1 1 0 0,-1 0 0 0 0,1 0-1 0 0,0 0 1 0 0,-1 0-1 0 0,1 0 1 0 0,-1-1 0 0 0,1 1-1 0 0,-1 0 1 0 0,0 1-1 0 0,1-1 1 0 0,-1 0 0 0 0,0 0-1 0 0,1 0 1 0 0,-1 0 0 0 0,0 0-1 0 0,0 1 1 0 0,-6 28 50 0 0,3-26-191 0 0,0 0 0 0 0,0 1 0 0 0,0-1 0 0 0,-1 0 0 0 0,1-1 0 0 0,-1 1 0 0 0,0-1 0 0 0,0 1 0 0 0,0-1 0 0 0,-1 0 0 0 0,1-1 0 0 0,-8 4 0 0 0,11-5-711 0 0,-12 0-1798 0 0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1:02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1 168 0 0,'0'2'13166'0'0,"1"26"-13177"0"0,-6 193 1492 0 0,8-130-872 0 0,29 168-1 0 0,-21-185-1354 0 0,-10-72 362 0 0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1:02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92 584 0 0,'0'-1'176'0'0,"-1"0"-1"0"0,0 0 1 0 0,1 0 0 0 0,-1-1 0 0 0,1 1-1 0 0,-1 0 1 0 0,1 0 0 0 0,-1 0 0 0 0,1-1-1 0 0,0 1 1 0 0,0 0 0 0 0,0-1-1 0 0,0 1 1 0 0,0 0 0 0 0,0 0 0 0 0,0-1-1 0 0,0 1 1 0 0,0 0 0 0 0,0-1-1 0 0,1 1 1 0 0,-1 0 0 0 0,1 0 0 0 0,-1 0-1 0 0,1-1 1 0 0,-1 1 0 0 0,2-1-1 0 0,0-1-26 0 0,0 1 0 0 0,1 0 0 0 0,-1-1 1 0 0,1 1-1 0 0,-1 0 0 0 0,1 0 0 0 0,0 1 0 0 0,0-1 0 0 0,0 0 0 0 0,4-1 0 0 0,10-3 62 0 0,0 1 1 0 0,36-6 0 0 0,-49 10-62 0 0,28-4 77 0 0,-1 2 0 0 0,1 1 0 0 0,0 2 0 0 0,0 0 0 0 0,0 3 0 0 0,0 0 0 0 0,61 17 0 0 0,-71-15-144 0 0,-1 2 1 0 0,0 1 0 0 0,0 1-1 0 0,0 0 1 0 0,-1 2 0 0 0,-1 0-1 0 0,0 1 1 0 0,-1 1 0 0 0,0 1-1 0 0,-1 1 1 0 0,0 0 0 0 0,16 20-1 0 0,-30-32-63 0 0,0 1-1 0 0,0-1 0 0 0,0 1 1 0 0,-1 0-1 0 0,1 0 0 0 0,-1 0 1 0 0,0 0-1 0 0,0 1 0 0 0,0-1 1 0 0,-1 1-1 0 0,1-1 1 0 0,-1 1-1 0 0,0-1 0 0 0,-1 1 1 0 0,1 0-1 0 0,-1-1 0 0 0,0 1 1 0 0,0 0-1 0 0,0-1 0 0 0,-1 1 1 0 0,0 0-1 0 0,1-1 0 0 0,-2 1 1 0 0,-1 6-1 0 0,-1-4 31 0 0,-1 1 1 0 0,0-1-1 0 0,0 0 1 0 0,0 0-1 0 0,-1-1 0 0 0,0 1 1 0 0,0-1-1 0 0,-1-1 1 0 0,0 1-1 0 0,0-1 0 0 0,0 0 1 0 0,-11 5-1 0 0,-19 10 257 0 0,-1-2 0 0 0,-1-2 0 0 0,0-2 0 0 0,-1-1 0 0 0,0-2-1 0 0,-1-2 1 0 0,0-2 0 0 0,0-1 0 0 0,-72 0 0 0 0,100-6-413 0 0,0 0 1 0 0,0-1-1 0 0,0-1 1 0 0,0 0-1 0 0,-21-6 1 0 0,33 7-626 0 0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1:03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510 80 424 0 0,'0'0'2844'0'0,"14"-22"887"0"0,-15 20-2534 0 0,2 0-1140 0 0,-1 1 0 0 0,0 0 0 0 0,0-1 0 0 0,0 1 0 0 0,0 0 0 0 0,0-1 0 0 0,0 1 0 0 0,0 0 0 0 0,0 0 0 0 0,-1-1 0 0 0,1 1 0 0 0,0 0-1 0 0,-1-1 1 0 0,1 1 0 0 0,-1 0 0 0 0,0 0 0 0 0,1 0 0 0 0,-1-1 0 0 0,0 1 0 0 0,0 0 0 0 0,0 0 0 0 0,1 0 0 0 0,-1 0 0 0 0,0 1 0 0 0,0-1 0 0 0,0 0 0 0 0,-1 0 0 0 0,1 0 0 0 0,0 1 0 0 0,0-1 0 0 0,0 1 0 0 0,0-1 0 0 0,-1 1-1 0 0,0-1 1 0 0,-44-16 386 0 0,29 16-394 0 0,0 0 0 0 0,1 1 1 0 0,-1 1-1 0 0,0 1 0 0 0,1 0 0 0 0,-1 1 0 0 0,1 0 0 0 0,0 2 0 0 0,0 0 0 0 0,0 1 0 0 0,0 0 0 0 0,1 1 1 0 0,0 1-1 0 0,-17 12 0 0 0,15-9 44 0 0,-1 2 0 0 0,2 0 0 0 0,0 0-1 0 0,0 2 1 0 0,1 0 0 0 0,1 0 0 0 0,0 2 0 0 0,2-1 0 0 0,0 2 0 0 0,-19 34 0 0 0,29-47-83 0 0,0 0 0 0 0,0 1 1 0 0,0-1-1 0 0,0 1 0 0 0,1-1 0 0 0,0 1 0 0 0,0-1 1 0 0,0 1-1 0 0,1 0 0 0 0,0 0 0 0 0,0-1 0 0 0,0 1 0 0 0,1 0 1 0 0,0-1-1 0 0,0 1 0 0 0,0-1 0 0 0,4 9 0 0 0,-2-7 19 0 0,1-1-1 0 0,0 1 1 0 0,0-1-1 0 0,0 0 1 0 0,1 0-1 0 0,0-1 1 0 0,0 1-1 0 0,1-1 1 0 0,-1 0-1 0 0,1-1 1 0 0,12 8-1 0 0,0-2 25 0 0,1-1 1 0 0,0 0-1 0 0,0-2 0 0 0,1 0 0 0 0,0-2 0 0 0,0 0 0 0 0,0-1 0 0 0,37 3 1 0 0,-6-5-1211 0 0,1-3 0 0 0,-1-1 1 0 0,0-3-1 0 0,-1-2 0 0 0,1-2 0 0 0,55-18 1 0 0,-68 15-1826 0 0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1:03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12 696 0 0,'-9'-11'11601'0'0,"9"11"-11419"0"0,7 234 2239 0 0,-4-174-2062 0 0,1 42-1582 0 0,-4-100 742 0 0,-3 12-1773 0 0,1-7-4013 0 0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1:04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1 170 408 0 0,'10'-13'709'0'0,"1"0"-1"0"0,0 1 1 0 0,1 1-1 0 0,0 0 1 0 0,1 1-1 0 0,0 0 1 0 0,0 1 0 0 0,1 0-1 0 0,1 1 1 0 0,-1 1-1 0 0,20-7 1 0 0,-11 5-564 0 0,2 1 1 0 0,-1 1-1 0 0,1 1 1 0 0,0 1 0 0 0,1 2-1 0 0,37-2 1 0 0,-22 11-2208 0 0,-27 2-2045 0 0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1:04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60 180 0 0,'0'0'2778'0'0,"31"10"1063"0"0,14-15-2751 0 0,79-18 0 0 0,-12-10-6357 0 0,-85 25 3175 0 0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1:05.1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70 892 0 0,'4'-15'3832'0'0,"-4"14"-3615"0"0,1-1 0 0 0,-1 1 0 0 0,1-1 1 0 0,-1 0-1 0 0,1 1 0 0 0,-1-1 0 0 0,0 0 0 0 0,0 1 1 0 0,0-1-1 0 0,0 0 0 0 0,0 1 0 0 0,0-1 0 0 0,-1 0 1 0 0,1 1-1 0 0,-1-1 0 0 0,1 0 0 0 0,-1 1 0 0 0,1-1 1 0 0,-1 1-1 0 0,0-1 0 0 0,0 1 0 0 0,0-1 0 0 0,1 1 1 0 0,-2 0-1 0 0,1-1 0 0 0,0 1 0 0 0,0 0 0 0 0,0 0 1 0 0,0 0-1 0 0,-1 0 0 0 0,1 0 0 0 0,-1 0 0 0 0,1 0 1 0 0,-1 0-1 0 0,1 0 0 0 0,-1 1 0 0 0,1-1 0 0 0,-1 1 1 0 0,-2-1-1 0 0,-1 0-103 0 0,-1 1 0 0 0,0 0 1 0 0,1 0-1 0 0,-1 0 0 0 0,1 1 0 0 0,-1 0 0 0 0,1 0 1 0 0,-1 1-1 0 0,1-1 0 0 0,-1 1 0 0 0,-6 4 1 0 0,-1 1-80 0 0,0 0 1 0 0,1 1 0 0 0,0 0 0 0 0,0 1 0 0 0,1 0-1 0 0,0 1 1 0 0,1 0 0 0 0,0 1 0 0 0,0 0-1 0 0,1 1 1 0 0,1 0 0 0 0,0 0 0 0 0,1 0-1 0 0,0 1 1 0 0,1 1 0 0 0,-8 22 0 0 0,10-24-30 0 0,1-1-1 0 0,0 1 1 0 0,1 0 0 0 0,0 0 0 0 0,1 0 0 0 0,1 0 0 0 0,-1 0 0 0 0,2 0 0 0 0,0 0-1 0 0,0 0 1 0 0,1 0 0 0 0,1 0 0 0 0,0 0 0 0 0,0-1 0 0 0,1 0 0 0 0,1 1 0 0 0,0-1-1 0 0,0-1 1 0 0,1 1 0 0 0,11 14 0 0 0,-13-21-10 0 0,-1 0 1 0 0,1 0-1 0 0,0-1 0 0 0,0 0 0 0 0,0 1 1 0 0,0-2-1 0 0,1 1 0 0 0,-1 0 0 0 0,1-1 1 0 0,0 0-1 0 0,0 0 0 0 0,-1 0 0 0 0,1-1 0 0 0,0 1 1 0 0,0-1-1 0 0,1 0 0 0 0,7 0 0 0 0,-3-1 14 0 0,-1 0-1 0 0,1-1 0 0 0,0 0 1 0 0,0 0-1 0 0,-1-1 0 0 0,1 0 1 0 0,-1-1-1 0 0,10-3 0 0 0,-18 5-7 0 0,1 0 0 0 0,-1 0 0 0 0,1 0 0 0 0,-1 0 0 0 0,1 0 0 0 0,-1-1-1 0 0,0 1 1 0 0,0 0 0 0 0,0-1 0 0 0,1 1 0 0 0,-1-1 0 0 0,-1 1 0 0 0,1-1 0 0 0,0 1 0 0 0,0-1 0 0 0,0 0-1 0 0,-1 1 1 0 0,1-1 0 0 0,-1 0 0 0 0,1 1 0 0 0,-1-1 0 0 0,0 0 0 0 0,0 0 0 0 0,0 0 0 0 0,0 1 0 0 0,0-1 0 0 0,-1-3-1 0 0,1 3-28 0 0,0-1 0 0 0,0 1-1 0 0,0 0 1 0 0,0-1 0 0 0,1 1-1 0 0,-1 0 1 0 0,1-1-1 0 0,-1 1 1 0 0,1 0 0 0 0,0 0-1 0 0,0-1 1 0 0,0 1 0 0 0,0 0-1 0 0,0 0 1 0 0,0 0-1 0 0,0 0 1 0 0,1 0 0 0 0,1-1-1 0 0,4-3-32 0 0,1 0-1 0 0,-1 0 1 0 0,1 1-1 0 0,0 0 0 0 0,0 1 1 0 0,12-5-1 0 0,-17 8 44 0 0,1 0 0 0 0,-1 0 0 0 0,0 1 0 0 0,1-1 0 0 0,-1 1-1 0 0,1-1 1 0 0,-1 1 0 0 0,0 0 0 0 0,1 1 0 0 0,-1-1 0 0 0,1 0 0 0 0,-1 1 0 0 0,0 0 0 0 0,1 0-1 0 0,-1 0 1 0 0,0 0 0 0 0,0 0 0 0 0,0 1 0 0 0,0 0 0 0 0,0-1 0 0 0,3 3 0 0 0,-2 0 3 0 0,-1-1 1 0 0,0 0 0 0 0,0 1-1 0 0,0 0 1 0 0,-1 0 0 0 0,1 0-1 0 0,-1 0 1 0 0,0 0 0 0 0,0 0 0 0 0,0 0-1 0 0,1 7 1 0 0,13 58-46 0 0,-11-45 46 0 0,-3-15-12 0 0,0 1 0 0 0,-1-1 0 0 0,-1 1 0 0 0,1-1-1 0 0,-2 1 1 0 0,1 0 0 0 0,-1-1 0 0 0,-5 19 0 0 0,6-26-441 0 0,-3 4-782 0 0,-5 9 235 0 0,2-7-4237 0 0,-4 0 1970 0 0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1:07.8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0 384 496 0 0,'0'0'1694'0'0,"45"-29"4845"0"0,-25 17-6023 0 0,-1-1-1 0 0,0-1 0 0 0,-1 0 1 0 0,-1-2-1 0 0,0 0 0 0 0,-1-1 1 0 0,-1 0-1 0 0,-1-1 0 0 0,0-1 1 0 0,17-32-1 0 0,-30 48-442 0 0,1 0 0 0 0,-1 0 0 0 0,0-1 1 0 0,-1 1-1 0 0,1-1 0 0 0,0 1 0 0 0,-1 0 0 0 0,0-5 0 0 0,1-7 167 0 0,0 14-141 0 0,-3 1-143 0 0,0 1 44 0 0,0 0 0 0 0,0 0 0 0 0,0 0 0 0 0,0 0 1 0 0,1 1-1 0 0,-1-1 0 0 0,1 0 0 0 0,-1 1 0 0 0,1-1 0 0 0,-1 1 1 0 0,-1 2-1 0 0,2-3-2 0 0,-1 2-3 0 0,0 1-1 0 0,1-1 1 0 0,-1 0-1 0 0,1 1 1 0 0,0-1-1 0 0,0 1 1 0 0,0-1-1 0 0,0 1 1 0 0,1-1-1 0 0,-1 1 1 0 0,1-1-1 0 0,0 1 1 0 0,0 0-1 0 0,0-1 1 0 0,0 1-1 0 0,1 0 1 0 0,0-1-1 0 0,1 6 1 0 0,0-1-9 0 0,-2-5 13 0 0,0 0 0 0 0,0 0 0 0 0,1 0 0 0 0,-1 0 0 0 0,1 0 0 0 0,0 0 0 0 0,0 0 0 0 0,0 0 0 0 0,0-1 0 0 0,1 1 0 0 0,-1 0 0 0 0,1-1 0 0 0,-1 1 0 0 0,1-1 0 0 0,0 0 0 0 0,0 1 0 0 0,0-1 0 0 0,0 0 0 0 0,1 0 0 0 0,-1 0 0 0 0,0-1 0 0 0,1 1 0 0 0,4 2 0 0 0,-3-3 3 0 0,0 0 1 0 0,1 0-1 0 0,-1-1 1 0 0,1 1-1 0 0,-1-1 1 0 0,1 0-1 0 0,-1 0 1 0 0,1-1-1 0 0,-1 1 1 0 0,1-1-1 0 0,-1 0 0 0 0,1 0 1 0 0,7-4-1 0 0,4-1 13 0 0,0-2 0 0 0,-1 0-1 0 0,1-1 1 0 0,-2 0-1 0 0,1-1 1 0 0,21-20-1 0 0,-26 18-3 0 0,-1 0 0 0 0,0 0 0 0 0,-1-1 0 0 0,0 0 0 0 0,-1-1 0 0 0,11-27 0 0 0,3-6 29 0 0,-21 46-44 0 0,1 1 1 0 0,-1-1-1 0 0,1 0 0 0 0,0 1 0 0 0,-1-1 1 0 0,1 0-1 0 0,0 1 0 0 0,-1-1 0 0 0,1 1 1 0 0,0-1-1 0 0,0 1 0 0 0,0-1 0 0 0,0 1 1 0 0,-1 0-1 0 0,1-1 0 0 0,0 1 0 0 0,0 0 1 0 0,0 0-1 0 0,0 0 0 0 0,0 0 0 0 0,0 0 1 0 0,0 0-1 0 0,0 0 0 0 0,0 0 0 0 0,0 0 1 0 0,-1 0-1 0 0,2 0 0 0 0,26 8-19 0 0,-24-6 22 0 0,14 4 12 0 0,-1 2 0 0 0,0 0 0 0 0,-1 1 0 0 0,0 0-1 0 0,-1 1 1 0 0,1 1 0 0 0,-2 1 0 0 0,0 0-1 0 0,0 1 1 0 0,-1 0 0 0 0,12 17 0 0 0,-23-27-5 0 0,-1 0 0 0 0,1-1-1 0 0,-1 1 1 0 0,0 0 0 0 0,0 0 0 0 0,0-1 0 0 0,-1 1 0 0 0,1 0 0 0 0,-1 0 0 0 0,1 0-1 0 0,-1 0 1 0 0,0 0 0 0 0,0 0 0 0 0,0 0 0 0 0,-1 0 0 0 0,1 0 0 0 0,-1 0 0 0 0,1 0-1 0 0,-1 0 1 0 0,0 0 0 0 0,0-1 0 0 0,0 1 0 0 0,-1 0 0 0 0,1-1 0 0 0,-1 1 0 0 0,1-1 0 0 0,-1 1-1 0 0,0-1 1 0 0,0 0 0 0 0,0 1 0 0 0,0-1 0 0 0,0 0 0 0 0,-5 2 0 0 0,-1 3-85 0 0,0-2-1 0 0,0 1 1 0 0,0-1 0 0 0,-1 0 0 0 0,1-1 0 0 0,-1 0-1 0 0,-1 0 1 0 0,-17 4 0 0 0,15-6-561 0 0,0 0 1 0 0,-1-1-1 0 0,1 0 1 0 0,-21-2-1 0 0,25 0-560 0 0,0 0 1 0 0,0 0-1 0 0,0-1 1 0 0,-13-5-1 0 0,-4-5-2034 0 0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1:08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47 528 0 0,'-1'-12'3512'0'0,"-1"-1"-135"0"0,5 2-1957 0 0,8 4-1348 0 0,5 4-444 0 0,1 3-132 0 0,-1 1-224 0 0,2 1-492 0 0,7 1-1317 0 0,4 1 581 0 0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1:27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318 799 428 0 0,'0'0'905'0'0,"0"-8"5879"0"0,-61 89-5174 0 0,-24 53-48 0 0,-2 19-21 0 0,70-123-1164 0 0,2 1 1 0 0,1 0-1 0 0,2 1 1 0 0,-12 45-1 0 0,23-76-367 0 0,1 1-1 0 0,-1-1 1 0 0,1 0-1 0 0,0 0 1 0 0,-1 1-1 0 0,1-1 1 0 0,0 0 0 0 0,0 1-1 0 0,0-1 1 0 0,0 0-1 0 0,0 1 1 0 0,0-1-1 0 0,1 0 1 0 0,-1 1-1 0 0,0-1 1 0 0,1 0-1 0 0,-1 1 1 0 0,0-1-1 0 0,1 0 1 0 0,0 0-1 0 0,-1 1 1 0 0,1-1-1 0 0,0 0 1 0 0,0 0-1 0 0,-1 0 1 0 0,1 0 0 0 0,0 0-1 0 0,0 0 1 0 0,0 0-1 0 0,0 0 1 0 0,0-1-1 0 0,0 1 1 0 0,1 0-1 0 0,-1-1 1 0 0,0 1-1 0 0,0 0 1 0 0,1-1-1 0 0,-1 1 1 0 0,0-1-1 0 0,0 0 1 0 0,1 0-1 0 0,-1 1 1 0 0,0-1-1 0 0,1 0 1 0 0,-1 0-1 0 0,0 0 1 0 0,1 0 0 0 0,-1 0-1 0 0,0-1 1 0 0,1 1-1 0 0,0-1 1 0 0,7 0-13 0 0,-1 0 1 0 0,0-1-1 0 0,0-1 1 0 0,0 1-1 0 0,0-1 1 0 0,11-6-1 0 0,4-4-10 0 0,-1-1-1 0 0,0-2 0 0 0,0 0 0 0 0,-2-1 0 0 0,0-1 0 0 0,-1 0 1 0 0,21-28-1 0 0,-39 45 31 0 0,-1 0-14 0 0,0 1 1 0 0,0-1-1 0 0,0 0 0 0 0,0 1 0 0 0,1-1 1 0 0,-1 0-1 0 0,0 1 0 0 0,0-1 0 0 0,0 0 1 0 0,1 1-1 0 0,-1-1 0 0 0,0 1 1 0 0,1-1-1 0 0,-1 1 0 0 0,1-1 0 0 0,-1 0 1 0 0,1 1-1 0 0,-1-1 0 0 0,0 1 0 0 0,1 0 1 0 0,0-1-1 0 0,-1 1 0 0 0,1-1 1 0 0,-1 1-1 0 0,1 0 0 0 0,-1 0 0 0 0,1-1 1 0 0,0 1-1 0 0,-1 0 0 0 0,1 0 0 0 0,0 0 1 0 0,-1-1-1 0 0,1 1 0 0 0,0 0 1 0 0,-1 0-1 0 0,1 0 0 0 0,0 0 0 0 0,-1 0 1 0 0,2 1-1 0 0,30 5-120 0 0,-25-4 141 0 0,25 2-40 0 0,0-2-1 0 0,1-1 1 0 0,-1-1 0 0 0,0-2 0 0 0,1-1-1 0 0,-1-1 1 0 0,0-2 0 0 0,-1-2-1 0 0,1 0 1 0 0,-1-2 0 0 0,-1-2-1 0 0,49-25 1 0 0,-68 31 25 0 0,-1 0 0 0 0,-1-1 0 0 0,1 0 0 0 0,-1-1 0 0 0,0 0 0 0 0,-1 0 0 0 0,0-1-1 0 0,0 0 1 0 0,-1-1 0 0 0,0 1 0 0 0,-1-1 0 0 0,0-1 0 0 0,0 1 0 0 0,-1-1 0 0 0,0 0 0 0 0,-1 0 0 0 0,-1 0 0 0 0,0-1 0 0 0,0 0 0 0 0,-1 1 0 0 0,0-1 0 0 0,-1 0-1 0 0,-1 0 1 0 0,0 0 0 0 0,0 0 0 0 0,-1 1 0 0 0,-1-1 0 0 0,0 0 0 0 0,0 0 0 0 0,-2 1 0 0 0,1 0 0 0 0,-7-16 0 0 0,9 26-21 0 0,0 0 1 0 0,0 0-1 0 0,0 0 0 0 0,1-1 1 0 0,-1 1-1 0 0,0 0 1 0 0,1-1-1 0 0,-1 1 1 0 0,1 0-1 0 0,0-1 0 0 0,-1 1 1 0 0,1-1-1 0 0,0 1 1 0 0,0-1-1 0 0,0 1 1 0 0,0-1-1 0 0,0 1 0 0 0,0-1 1 0 0,0 1-1 0 0,1 0 1 0 0,-1-1-1 0 0,0 1 1 0 0,1-1-1 0 0,-1 1 0 0 0,1 0 1 0 0,0-1-1 0 0,-1 1 1 0 0,1 0-1 0 0,0 0 1 0 0,0-1-1 0 0,0 1 0 0 0,0 0 1 0 0,0 0-1 0 0,0 0 1 0 0,0 0-1 0 0,0 0 1 0 0,0 0-1 0 0,1 1 0 0 0,-1-1 1 0 0,0 0-1 0 0,0 1 1 0 0,3-2-1 0 0,6-1-15 0 0,0 1-1 0 0,0 0 0 0 0,0 1 1 0 0,1 0-1 0 0,13 0 1 0 0,3 0-20 0 0,39-7 8 0 0,0-3-1 0 0,0-3 0 0 0,-1-3 0 0 0,121-49 1 0 0,-165 57 59 0 0,-1-1 1 0 0,-1-1-1 0 0,0-1 1 0 0,-1 0-1 0 0,0-2 1 0 0,-1 0-1 0 0,0-1 1 0 0,-1 0-1 0 0,22-30 1 0 0,-31 36 46 0 0,0 0 0 0 0,-1-1 0 0 0,-1 1 1 0 0,1-2-1 0 0,-1 1 0 0 0,-1 0 0 0 0,0-1 0 0 0,0 0 1 0 0,-1 0-1 0 0,-1 0 0 0 0,0 0 0 0 0,0-1 0 0 0,-1 1 0 0 0,-1 0 1 0 0,0-1-1 0 0,0 1 0 0 0,-1-1 0 0 0,0 1 0 0 0,-1 0 1 0 0,-5-17-1 0 0,1 10 60 0 0,-1 0 0 0 0,0 1 0 0 0,-1-1 0 0 0,-1 2 0 0 0,-12-18 0 0 0,16 27-96 0 0,-1 0 0 0 0,0 0 1 0 0,0 0-1 0 0,0 1 0 0 0,-1 0 0 0 0,0 1 1 0 0,0 0-1 0 0,0 0 0 0 0,-1 0 1 0 0,0 1-1 0 0,0 0 0 0 0,0 0 1 0 0,-9-2-1 0 0,14 6-33 0 0,0-1 1 0 0,-1 1 0 0 0,1 0-1 0 0,0 0 1 0 0,0 1-1 0 0,-1-1 1 0 0,1 1 0 0 0,0-1-1 0 0,0 1 1 0 0,0 0-1 0 0,0 0 1 0 0,0 0-1 0 0,0 1 1 0 0,0-1 0 0 0,0 1-1 0 0,0 0 1 0 0,1-1-1 0 0,-1 1 1 0 0,0 1-1 0 0,1-1 1 0 0,0 0 0 0 0,-4 4-1 0 0,-6 7-5 0 0,1 1 0 0 0,-16 23 0 0 0,25-34 8 0 0,-15 25-15 0 0,1 1 1 0 0,2 0 0 0 0,0 1-1 0 0,-12 45 1 0 0,-27 131 21 0 0,46-176-18 0 0,-95 489 187 0 0,92-461-135 0 0,4-27 33 0 0,2 1-1 0 0,-1 54 1 0 0,5-84-55 0 0,0-2-9 0 0,0 0 1 0 0,0 0 0 0 0,-1 1 0 0 0,1-1 0 0 0,0 0 0 0 0,0 0-1 0 0,0 0 1 0 0,0 1 0 0 0,0-1 0 0 0,0 0 0 0 0,0 0 0 0 0,0 0-1 0 0,0 1 1 0 0,0-1 0 0 0,0 0 0 0 0,0 0 0 0 0,0 0 0 0 0,0 1 0 0 0,0-1-1 0 0,0 0 1 0 0,0 0 0 0 0,0 0 0 0 0,0 1 0 0 0,0-1 0 0 0,0 0-1 0 0,0 0 1 0 0,1 0 0 0 0,-1 1 0 0 0,0-1 0 0 0,0 0 0 0 0,0 0-1 0 0,0 0 1 0 0,0 0 0 0 0,0 0 0 0 0,1 1 0 0 0,-1-1 0 0 0,0 0-1 0 0,0 0 1 0 0,0 0 0 0 0,0 0 0 0 0,1 0 0 0 0,-1 0 0 0 0,0 0-1 0 0,0 0 1 0 0,0 1 0 0 0,1-1 0 0 0,-1 0 0 0 0,0 0 0 0 0,36-36-142 0 0,33-44 0 0 0,-69 79 42 0 0,1 1 79 0 0,-1-1 1 0 0,0 1 0 0 0,1 0 0 0 0,-1-1 0 0 0,1 1-1 0 0,-1 0 1 0 0,0-1 0 0 0,1 1 0 0 0,-1 0 0 0 0,1-1-1 0 0,-1 1 1 0 0,1 0 0 0 0,-1 0 0 0 0,1 0 0 0 0,-1 0-1 0 0,1-1 1 0 0,-1 1 0 0 0,1 0 0 0 0,-1 0 0 0 0,1 0-1 0 0,-1 0 1 0 0,1 0 0 0 0,-1 0 0 0 0,1 0 0 0 0,-1 0-1 0 0,1 0 1 0 0,-1 1 0 0 0,1-1 0 0 0,-1 0 0 0 0,1 0-1 0 0,-1 0 1 0 0,1 1 0 0 0,-1-1 0 0 0,1 0 0 0 0,-1 0-1 0 0,1 1 1 0 0,-1-1 0 0 0,1 0 0 0 0,-1 1 0 0 0,28 13-165 0 0,-25-13 160 0 0,36 18-83 0 0,-18-8 65 0 0,0-1 0 0 0,0-1 0 0 0,1-1 0 0 0,1-1 0 0 0,-1-1 0 0 0,1 0 0 0 0,27 1 0 0 0,-34-6 7 0 0,0 0 0 0 0,0-2 1 0 0,0 0-1 0 0,0 0 0 0 0,0-2 1 0 0,-1 0-1 0 0,1-1 0 0 0,27-11 0 0 0,-36 12 28 0 0,0 0 0 0 0,-1 0-1 0 0,0-1 1 0 0,1 0-1 0 0,-1 0 1 0 0,-1-1 0 0 0,1 1-1 0 0,-1-1 1 0 0,0-1-1 0 0,0 1 1 0 0,0-1 0 0 0,-1 0-1 0 0,1 0 1 0 0,-2 0-1 0 0,1 0 1 0 0,-1-1 0 0 0,0 1-1 0 0,0-1 1 0 0,0 0-1 0 0,-1 0 1 0 0,1-8 0 0 0,-2 13 4 0 0,-1 1 0 0 0,1-1 1 0 0,-1 0-1 0 0,0 1 1 0 0,0-1-1 0 0,0 0 1 0 0,0 0-1 0 0,0 1 1 0 0,0-1-1 0 0,0 0 1 0 0,-1 0-1 0 0,1 1 1 0 0,0-1-1 0 0,-1 0 0 0 0,0 1 1 0 0,1-1-1 0 0,-1 1 1 0 0,0-1-1 0 0,-1-1 1 0 0,1 2-8 0 0,0 0 1 0 0,0 0-1 0 0,0 0 1 0 0,0 1 0 0 0,0-1-1 0 0,-1 1 1 0 0,1-1-1 0 0,0 1 1 0 0,0-1 0 0 0,-1 1-1 0 0,1 0 1 0 0,0-1-1 0 0,0 1 1 0 0,-1 0-1 0 0,1 0 1 0 0,0 0 0 0 0,0 0-1 0 0,-1 0 1 0 0,-2 1-1 0 0,0 0-7 0 0,-1 0-1 0 0,1 0 0 0 0,0 1 1 0 0,-1-1-1 0 0,1 1 0 0 0,0 0 1 0 0,0 1-1 0 0,0-1 0 0 0,0 1 1 0 0,0-1-1 0 0,1 1 0 0 0,-7 7 1 0 0,3-2-14 0 0,1 1 1 0 0,0 0 0 0 0,0 0 0 0 0,1 1 0 0 0,0 0 0 0 0,0 0 0 0 0,1 0-1 0 0,-3 15 1 0 0,6-21 3 0 0,0 0-1 0 0,0-1 1 0 0,1 1 0 0 0,-1 0-1 0 0,1 0 1 0 0,0-1-1 0 0,0 1 1 0 0,1 0-1 0 0,-1 0 1 0 0,1-1-1 0 0,0 1 1 0 0,0 0 0 0 0,0-1-1 0 0,0 1 1 0 0,0-1-1 0 0,1 1 1 0 0,0-1-1 0 0,0 0 1 0 0,0 0-1 0 0,0 0 1 0 0,0 0 0 0 0,0 0-1 0 0,1 0 1 0 0,0 0-1 0 0,-1-1 1 0 0,1 1-1 0 0,5 2 1 0 0,-4-3-11 0 0,0 0-1 0 0,0 0 1 0 0,0 0 0 0 0,1-1 0 0 0,-1 0 0 0 0,0 0 0 0 0,1 0-1 0 0,-1 0 1 0 0,1-1 0 0 0,-1 1 0 0 0,0-1 0 0 0,1 0 0 0 0,-1-1 0 0 0,1 1-1 0 0,-1-1 1 0 0,1 0 0 0 0,-1 0 0 0 0,5-2 0 0 0,9-3-125 0 0,0-1 0 0 0,32-18 0 0 0,-28 13-2 0 0,10-7-373 0 0,45-32 0 0 0,11-8-768 0 0,-86 58 1211 0 0,13 3-211 0 0,18 34 98 0 0,-29-30 192 0 0,1 0-1 0 0,0 0 0 0 0,0 0 0 0 0,0-1 1 0 0,1 0-1 0 0,0 0 0 0 0,0 0 0 0 0,1-1 0 0 0,-1 0 1 0 0,1 0-1 0 0,0 0 0 0 0,0-1 0 0 0,0 0 1 0 0,14 3-1 0 0,-10-3 6 0 0,1-2-1 0 0,0 0 1 0 0,0 0 0 0 0,0-1 0 0 0,0 0-1 0 0,0-1 1 0 0,0-1 0 0 0,12-2 0 0 0,-19 2 112 0 0,1 1 0 0 0,-1-1 0 0 0,0 0 0 0 0,0-1 0 0 0,0 1 1 0 0,0-1-1 0 0,-1 0 0 0 0,1 0 0 0 0,-1 0 0 0 0,1-1 1 0 0,-1 1-1 0 0,0-1 0 0 0,0 0 0 0 0,-1-1 0 0 0,1 1 1 0 0,-1 0-1 0 0,0-1 0 0 0,0 0 0 0 0,2-6 0 0 0,-4 10 4 0 0,0-1 1 0 0,-1 0-1 0 0,1 1 0 0 0,0-1 0 0 0,-1 0 0 0 0,1 0 0 0 0,-1 1 0 0 0,0-1 1 0 0,1 0-1 0 0,-1 0 0 0 0,0 0 0 0 0,0 1 0 0 0,0-1 0 0 0,0 0 0 0 0,-1 0 1 0 0,1 0-1 0 0,0 1 0 0 0,-1-1 0 0 0,1 0 0 0 0,-1 1 0 0 0,0-1 0 0 0,0 0 1 0 0,1 1-1 0 0,-2-3 0 0 0,1 3 551 0 0,-2-3-285 0 0,3 3-361 0 0,0 1 0 0 0,0 0 0 0 0,0 0-1 0 0,0-1 1 0 0,0 1 0 0 0,0 0 0 0 0,0 0 0 0 0,0 0-1 0 0,0-1 1 0 0,0 1 0 0 0,0 0 0 0 0,0 0-1 0 0,0-1 1 0 0,0 1 0 0 0,-1 0 0 0 0,1 0-1 0 0,0 0 1 0 0,0-1 0 0 0,0 1 0 0 0,0 0-1 0 0,-1 0 1 0 0,1 0 0 0 0,0 0 0 0 0,0-1-1 0 0,0 1 1 0 0,0 0 0 0 0,-1 0 0 0 0,1 0 0 0 0,0 0-1 0 0,0 0 1 0 0,-1 0 0 0 0,1 0 0 0 0,0 0-1 0 0,0 0 1 0 0,-1-1 0 0 0,1 1 0 0 0,0 0-1 0 0,0 0 1 0 0,0 0 0 0 0,-1 0 0 0 0,1 1-1 0 0,-2-1-25 0 0,1 0 0 0 0,-1 0 0 0 0,1 1 0 0 0,-1-1 0 0 0,1 1-1 0 0,-1-1 1 0 0,1 1 0 0 0,0 0 0 0 0,-1 0 0 0 0,1-1 0 0 0,0 1-1 0 0,0 0 1 0 0,-1 0 0 0 0,1 0 0 0 0,0 0 0 0 0,0 0 0 0 0,0 1-1 0 0,0-1 1 0 0,0 0 0 0 0,1 0 0 0 0,-1 1 0 0 0,0-1 0 0 0,0 1-1 0 0,1-1 1 0 0,-1 0 0 0 0,1 1 0 0 0,-1-1 0 0 0,1 1-1 0 0,0-1 1 0 0,0 1 0 0 0,0 0 0 0 0,-1-1 0 0 0,1 1 0 0 0,1-1-1 0 0,-1 1 1 0 0,0-1 0 0 0,0 1 0 0 0,1-1 0 0 0,-1 1 0 0 0,1 1-1 0 0,0 1-213 0 0,1 0-1 0 0,-1 0 1 0 0,1 0-1 0 0,0 0 1 0 0,0 0-1 0 0,1 0 0 0 0,-1-1 1 0 0,1 1-1 0 0,0-1 1 0 0,-1 1-1 0 0,2-1 1 0 0,-1 0-1 0 0,0 0 0 0 0,5 3 1 0 0,2-1-1472 0 0,0 0 1 0 0,1-1-1 0 0,0 0 1 0 0,20 5-1 0 0,0-2-2341 0 0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1:28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513 65 616 0 0,'0'0'891'0'0,"13"-17"6247"0"0,-13 15-6757 0 0,0-1 1 0 0,0 1 0 0 0,-1-1-1 0 0,1 1 1 0 0,-1 0-1 0 0,0-1 1 0 0,1 1-1 0 0,-1 0 1 0 0,0 0 0 0 0,0-1-1 0 0,0 1 1 0 0,-1 0-1 0 0,1 0 1 0 0,-3-3 0 0 0,2 3-289 0 0,0 1 1 0 0,0 0 0 0 0,0 0 0 0 0,0 0 0 0 0,-1 0 0 0 0,1 0-1 0 0,0 0 1 0 0,0 1 0 0 0,0-1 0 0 0,-1 1 0 0 0,1-1 0 0 0,0 1-1 0 0,-1 0 1 0 0,-3 0 0 0 0,-13 2 42 0 0,-1 0 0 0 0,1 2 0 0 0,-1 0 0 0 0,1 1 0 0 0,0 1 0 0 0,1 1 0 0 0,0 0 0 0 0,0 2 0 0 0,0 0-1 0 0,1 1 1 0 0,0 0 0 0 0,1 1 0 0 0,1 1 0 0 0,-21 20 0 0 0,18-15-37 0 0,1 0 0 0 0,0 1 0 0 0,1 1 0 0 0,1 1 0 0 0,1 0 0 0 0,0 1 0 0 0,2 0 1 0 0,1 1-1 0 0,0 0 0 0 0,2 1 0 0 0,-11 35 0 0 0,16-36-49 0 0,1 0 1 0 0,0 0-1 0 0,2 0 1 0 0,1 26-1 0 0,0-38-74 0 0,1-1 0 0 0,0 1 0 0 0,0-1 0 0 0,1 1 0 0 0,0-1 0 0 0,1 0 0 0 0,0 0 0 0 0,1 0-1 0 0,0 0 1 0 0,0 0 0 0 0,0-1 0 0 0,8 10 0 0 0,-10-16-5 0 0,0 0-1 0 0,1 0 1 0 0,-1 0-1 0 0,1 0 1 0 0,-1 0-1 0 0,1 0 1 0 0,0-1-1 0 0,0 1 1 0 0,0-1-1 0 0,0 0 1 0 0,0 1-1 0 0,0-2 1 0 0,0 1-1 0 0,1 0 1 0 0,-1-1-1 0 0,0 1 1 0 0,0-1-1 0 0,1 0 1 0 0,-1 0-1 0 0,0 0 1 0 0,0 0 0 0 0,1-1-1 0 0,-1 0 1 0 0,4-1-1 0 0,11-3-12 0 0,0-1-1 0 0,0-1 0 0 0,21-11 1 0 0,8-3-63 0 0,-41 19 105 0 0,-2-1-26 0 0,1 1 0 0 0,0 0 0 0 0,-1 0 0 0 0,1 1 0 0 0,0-1 0 0 0,0 1 0 0 0,0 0 0 0 0,0 1 0 0 0,0-1 0 0 0,0 1 0 0 0,0 0 0 0 0,0 0 0 0 0,0 1 0 0 0,0-1 0 0 0,0 1 1 0 0,0 0-1 0 0,0 0 0 0 0,7 3 0 0 0,-11-2 26 0 0,1 0 0 0 0,-1 0 0 0 0,1-1 0 0 0,-1 1 0 0 0,0 0 0 0 0,0 0 0 0 0,1 0 1 0 0,-1 1-1 0 0,-1-1 0 0 0,1 0 0 0 0,0 0 0 0 0,-1 0 0 0 0,1 1 0 0 0,-1-1 0 0 0,1 0 1 0 0,-1 1-1 0 0,0-1 0 0 0,0 0 0 0 0,0 1 0 0 0,-1 4 0 0 0,-9 50 354 0 0,9-51-280 0 0,-26 86 920 0 0,0 5-4125 0 0,27-88 968 0 0,1-5 473 0 0,-2 2-2909 0 0,-2 2 504 0 0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1:28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0 1020 0 0,'0'0'10489'0'0,"-3"6"-10022"0"0,-15 20 189 0 0,10-16-167 0 0,1 1 1 0 0,0-1-1 0 0,1 1 1 0 0,-9 19-1 0 0,15-28-379 0 0,2 4 34 0 0,-2-6-137 0 0,0 1 0 0 0,0 0 0 0 0,0 0-1 0 0,1-1 1 0 0,-1 1 0 0 0,0 0-1 0 0,1-1 1 0 0,-1 1 0 0 0,0 0 0 0 0,1-1-1 0 0,-1 1 1 0 0,1 0 0 0 0,-1-1 0 0 0,1 1-1 0 0,-1-1 1 0 0,1 1 0 0 0,-1-1-1 0 0,1 1 1 0 0,0-1 0 0 0,-1 1 0 0 0,1-1-1 0 0,0 0 1 0 0,-1 1 0 0 0,1-1 0 0 0,0 0-1 0 0,0 0 1 0 0,-1 1 0 0 0,1-1-1 0 0,0 0 1 0 0,0 0 0 0 0,-1 0 0 0 0,1 0-1 0 0,0 0 1 0 0,0 0 0 0 0,-1 0-1 0 0,1 0 1 0 0,0 0 0 0 0,0-1 0 0 0,-1 1-1 0 0,1 0 1 0 0,0 0 0 0 0,0-1 0 0 0,-1 1-1 0 0,1 0 1 0 0,0-1 0 0 0,130-35 88 0 0,-81 21-109 0 0,0 2-1 0 0,55-8 1 0 0,-101 21 10 0 0,-1 0 0 0 0,1 0 0 0 0,-1 0 0 0 0,1 1 0 0 0,-1-1 0 0 0,1 1 0 0 0,-1 0 0 0 0,1 0 0 0 0,-1 0 0 0 0,1 0 0 0 0,-1 1 0 0 0,0-1 0 0 0,0 1 0 0 0,4 3 0 0 0,-5-4 10 0 0,-1 0 0 0 0,0 0 0 0 0,1 0 0 0 0,-1 0 1 0 0,0 0-1 0 0,0 1 0 0 0,0-1 0 0 0,0 0 0 0 0,0 1 0 0 0,0-1 0 0 0,0 1 1 0 0,0-1-1 0 0,0 1 0 0 0,-1 0 0 0 0,1-1 0 0 0,-1 1 0 0 0,1 0 0 0 0,-1-1 1 0 0,0 1-1 0 0,0 0 0 0 0,1-1 0 0 0,-1 1 0 0 0,0 0 0 0 0,0 0 0 0 0,-1-1 1 0 0,1 1-1 0 0,0 0 0 0 0,-1-1 0 0 0,1 1 0 0 0,-1 0 0 0 0,0 1 0 0 0,-2 1-158 0 0,1 0 0 0 0,-1 0 0 0 0,1-1 0 0 0,-1 0 0 0 0,0 1 0 0 0,0-1 0 0 0,-1 0 0 0 0,1 0 0 0 0,-1-1 0 0 0,1 1 0 0 0,-1-1 0 0 0,-5 3 0 0 0,5-3-697 0 0,0 0 0 0 0,1-1 0 0 0,-1 1 0 0 0,0-1 0 0 0,0 0 0 0 0,0 0 0 0 0,0-1 0 0 0,-5 1 0 0 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1:29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44 988 0 0,'-5'-30'8211'0'0,"5"29"-8074"0"0,0 0 0 0 0,1 1 0 0 0,-1-1 0 0 0,0 0 0 0 0,0 1 0 0 0,0-1 1 0 0,1 1-1 0 0,-1-1 0 0 0,0 0 0 0 0,1 1 0 0 0,-1-1 0 0 0,1 1 0 0 0,-1-1 0 0 0,1 1 0 0 0,-1-1 0 0 0,1 1 0 0 0,-1-1 1 0 0,1 1-1 0 0,-1 0 0 0 0,1-1 0 0 0,-1 1 0 0 0,1 0 0 0 0,0 0 0 0 0,0-1 0 0 0,4 0-339 0 0,0 1-1 0 0,0 0 0 0 0,0 0 1 0 0,0 1-1 0 0,0-1 1 0 0,0 1-1 0 0,0 0 1 0 0,5 2-1 0 0,13 2-1797 0 0,2 0-1332 0 0,0 1 253 0 0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1:29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186 108 256 0 0,'0'-15'1873'0'0,"-2"-37"3889"0"0,1 50-5567 0 0,1 0 1 0 0,0 0-1 0 0,-1 0 0 0 0,1 1 1 0 0,-1-1-1 0 0,1 0 1 0 0,-1 0-1 0 0,0 0 1 0 0,0 0-1 0 0,0 1 1 0 0,0-1-1 0 0,0 0 0 0 0,-1 1 1 0 0,1-1-1 0 0,0 1 1 0 0,-1-1-1 0 0,1 1 1 0 0,-1 0-1 0 0,1 0 1 0 0,-4-3-1 0 0,1 3-62 0 0,0 1-1 0 0,0-1 1 0 0,0 0 0 0 0,0 1 0 0 0,0 0-1 0 0,0 0 1 0 0,0 0 0 0 0,0 0-1 0 0,0 1 1 0 0,0-1 0 0 0,1 1-1 0 0,-1 0 1 0 0,0 0 0 0 0,0 1 0 0 0,0-1-1 0 0,1 1 1 0 0,-1 0 0 0 0,1-1-1 0 0,-1 2 1 0 0,1-1 0 0 0,0 0-1 0 0,0 1 1 0 0,-3 3 0 0 0,-1-1 65 0 0,1 1 1 0 0,0 0-1 0 0,0 0 1 0 0,1 1-1 0 0,0-1 0 0 0,0 1 1 0 0,0 0-1 0 0,1 1 1 0 0,-6 13-1 0 0,8-15-121 0 0,1-1-1 0 0,-1 1 1 0 0,1 0 0 0 0,0 0-1 0 0,0 0 1 0 0,1 0 0 0 0,0 0-1 0 0,0 1 1 0 0,0-1-1 0 0,1 0 1 0 0,0 0 0 0 0,0 0-1 0 0,0 0 1 0 0,1-1-1 0 0,0 1 1 0 0,0 0 0 0 0,3 5-1 0 0,0-3-48 0 0,0-1-1 0 0,1 1 0 0 0,-1-1 1 0 0,2 0-1 0 0,-1-1 0 0 0,1 0 0 0 0,-1 0 1 0 0,2 0-1 0 0,-1-1 0 0 0,11 7 1 0 0,1-2-584 0 0,0-1 0 0 0,0 0 0 0 0,38 10 1 0 0,-30-12-2541 0 0,56 7 1 0 0,-57-12-853 0 0,0-4 302 0 0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1:29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0 640 0 0,'0'0'6907'0'0,"-3"24"-4471"0"0,-1 10-712 0 0,3 0 0 0 0,0 0 0 0 0,7 48 1 0 0,-6-75-1721 0 0,0-1 1 0 0,0 1 0 0 0,-1 0 0 0 0,0 0 0 0 0,0 0 0 0 0,0-1 0 0 0,-6 14 0 0 0,4-8-1463 0 0,2-10 936 0 0,-7-29-9505 0 0,6 10 7263 0 0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1:30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0 281 1892 0 0,'5'-20'538'0'0,"1"2"0"0"0,1-1 0 0 0,1 1 0 0 0,0 0 0 0 0,1 0 0 0 0,1 1 0 0 0,1 0 0 0 0,14-17 0 0 0,-18 25-184 0 0,1 1 1 0 0,0-1-1 0 0,0 1 1 0 0,1 1 0 0 0,0-1-1 0 0,0 2 1 0 0,0-1-1 0 0,1 1 1 0 0,0 1 0 0 0,1 0-1 0 0,-1 0 1 0 0,1 1-1 0 0,0 0 1 0 0,0 1 0 0 0,13-2-1 0 0,-15 4-491 0 0,0 0-1 0 0,0 1 1 0 0,0 0-1 0 0,13 1 1 0 0,15 12-6721 0 0,-24-6 4120 0 0</inkml:trace>
  <inkml:trace contextRef="#ctx0" brushRef="#br0" timeOffset="1">164 241 4 0 0,'-2'1'628'0'0,"0"0"1"0"0,1 0-1 0 0,-1 0 0 0 0,1 1 0 0 0,0-1 1 0 0,-1 0-1 0 0,1 1 0 0 0,0-1 1 0 0,0 1-1 0 0,0 0 0 0 0,0-1 1 0 0,0 1-1 0 0,-1 2 0 0 0,12 0-466 0 0,0-1 0 0 0,0 0 1 0 0,1-1-1 0 0,0-1 0 0 0,-1 1 0 0 0,13-1 0 0 0,69-5-5773 0 0,-64 1 3179 0 0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1:30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391 63 668 0 0,'0'-4'941'0'0,"1"0"1"0"0,-1 0-1 0 0,0 0 1 0 0,0 0-1 0 0,0 0 0 0 0,0 0 1 0 0,-1 0-1 0 0,1 1 1 0 0,-3-9-1 0 0,2 8-631 0 0,0 3 484 0 0,-11-10 1569 0 0,5 11-2209 0 0,0 1 0 0 0,1 0 0 0 0,-1 0 0 0 0,0 0 0 0 0,0 1 0 0 0,0-1 0 0 0,1 2 0 0 0,-1-1 0 0 0,1 1 0 0 0,0 0 0 0 0,0 0 1 0 0,0 1-1 0 0,0 0 0 0 0,0 0 0 0 0,-6 7 0 0 0,-16 12 202 0 0,-39 47 1 0 0,54-56-203 0 0,-8 9 18 0 0,1 2 1 0 0,1 0 0 0 0,1 1-1 0 0,-21 40 1 0 0,33-52-176 0 0,0-1 0 0 0,0 1-1 0 0,1 0 1 0 0,1 0 0 0 0,0 0 0 0 0,1 0 0 0 0,1 1 0 0 0,0 0 0 0 0,1-1 0 0 0,0 1 0 0 0,3 26 0 0 0,-2-38-27 0 0,1 0 0 0 0,0-1 0 0 0,0 1 0 0 0,0-1 1 0 0,0 1-1 0 0,0-1 0 0 0,0 1 0 0 0,0-1 0 0 0,1 0 0 0 0,-1 1 0 0 0,1-1 1 0 0,0 0-1 0 0,0 0 0 0 0,0 0 0 0 0,0 0 0 0 0,0 0 0 0 0,0-1 0 0 0,0 1 1 0 0,1-1-1 0 0,-1 1 0 0 0,0-1 0 0 0,1 0 0 0 0,3 1 0 0 0,-5-1 33 0 0,1-1-1 0 0,-1 0 1 0 0,0 0-1 0 0,0 0 0 0 0,1 0 1 0 0,-1 0-1 0 0,0 0 1 0 0,0 0-1 0 0,0 0 1 0 0,1 0-1 0 0,-1-1 0 0 0,0 1 1 0 0,0 0-1 0 0,0-1 1 0 0,0 1-1 0 0,1-1 0 0 0,-1 0 1 0 0,0 1-1 0 0,0-1 1 0 0,0 0-1 0 0,0 1 1 0 0,-1-1-1 0 0,1 0 0 0 0,2-2 1 0 0,21-28 58 0 0,-10 12-68 0 0,-13 18-1 0 0,21-26-101 0 0,-18 25 97 0 0,-1 1 0 0 0,1 0 0 0 0,0-1 0 0 0,-1 2 0 0 0,1-1 1 0 0,0 0-1 0 0,0 1 0 0 0,-1 0 0 0 0,1 0 0 0 0,0 0 0 0 0,0 0 1 0 0,0 0-1 0 0,-1 1 0 0 0,1 0 0 0 0,0-1 0 0 0,-1 2 0 0 0,1-1 0 0 0,-1 0 1 0 0,1 1-1 0 0,4 2 0 0 0,2 0-19 0 0,-1 1 0 0 0,0 1 0 0 0,1-1 0 0 0,-2 1 0 0 0,1 1 0 0 0,11 10 0 0 0,-16-13 54 0 0,-1 1 1 0 0,0-1 0 0 0,0 0 0 0 0,0 1 0 0 0,0 0 0 0 0,-1-1 0 0 0,0 1 0 0 0,0 0 0 0 0,0 0 0 0 0,0 0 0 0 0,-1 1 0 0 0,0-1 0 0 0,0 0 0 0 0,-1 1 0 0 0,1-1 0 0 0,-1 0 0 0 0,0 1 0 0 0,0-1 0 0 0,-1 0 0 0 0,0 1 0 0 0,0-1 0 0 0,0 0 0 0 0,0 0 0 0 0,-1 0 0 0 0,-4 9 0 0 0,0-1-203 0 0,-1 0 0 0 0,0 0 0 0 0,-1 0 0 0 0,-1-1 1 0 0,0 0-1 0 0,-1-1 0 0 0,0 0 0 0 0,-12 10 0 0 0,4-9-6195 0 0,13-9 4390 0 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1:51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189 331 940 0 0,'-2'-4'419'0'0,"0"-1"0"0"0,0 1 1 0 0,-1-1-1 0 0,1 1 0 0 0,-1 0 0 0 0,0 0 0 0 0,0 1 0 0 0,-1-1 0 0 0,1 0 1 0 0,-1 1-1 0 0,1 0 0 0 0,-1 0 0 0 0,0 0 0 0 0,0 1 0 0 0,-1-1 0 0 0,1 1 1 0 0,-1 0-1 0 0,1 0 0 0 0,-1 0 0 0 0,1 1 0 0 0,-1-1 0 0 0,0 1 0 0 0,0 0 1 0 0,0 1-1 0 0,0-1 0 0 0,-7 1 0 0 0,9 0-312 0 0,0 0 1 0 0,0 0-1 0 0,0 0 1 0 0,-1 0-1 0 0,1 1 1 0 0,0 0-1 0 0,0-1 1 0 0,0 1-1 0 0,0 0 1 0 0,0 0-1 0 0,0 1 1 0 0,0-1-1 0 0,1 1 0 0 0,-1-1 1 0 0,0 1-1 0 0,1 0 1 0 0,-1 0-1 0 0,1 0 1 0 0,0 0-1 0 0,-1 0 1 0 0,1 1-1 0 0,0-1 1 0 0,1 1-1 0 0,-1-1 0 0 0,0 1 1 0 0,1 0-1 0 0,-1 0 1 0 0,1 0-1 0 0,0 0 1 0 0,0-1-1 0 0,0 2 1 0 0,0-1-1 0 0,1 0 1 0 0,-1 0-1 0 0,1 0 0 0 0,-1 0 1 0 0,1 0-1 0 0,0 0 1 0 0,1 1-1 0 0,-1-1 1 0 0,1 3-1 0 0,3 12 15 0 0,1 0 0 0 0,0 0 0 0 0,1 0 0 0 0,1-1 0 0 0,18 31 0 0 0,13 36-212 0 0,-31-65-13 0 0,-3-8-4 0 0,0-1-1 0 0,0 1 0 0 0,-1 0 1 0 0,-1 0-1 0 0,0 0 0 0 0,0 12 1 0 0,-1-11-20 0 0,-1-11 115 0 0,0 0-1 0 0,0 0 1 0 0,0 0 0 0 0,1 0 0 0 0,-2 1-1 0 0,1-1 1 0 0,0 0 0 0 0,0 0-1 0 0,0 0 1 0 0,0 0 0 0 0,-1 1 0 0 0,1-1-1 0 0,0 0 1 0 0,-1 0 0 0 0,1 0 0 0 0,-1 0-1 0 0,1 0 1 0 0,-1 0 0 0 0,0 0-1 0 0,0 0 1 0 0,1 0 0 0 0,-1 0 0 0 0,0 0-1 0 0,0-1 1 0 0,0 1 0 0 0,0 0 0 0 0,0 0-1 0 0,0-1 1 0 0,-2 2 0 0 0,2-1-23 0 0,-2-2-82 0 0,2 1 94 0 0,1 0-1 0 0,0 1 1 0 0,-1-1-1 0 0,1 0 1 0 0,-1 0-1 0 0,1 0 1 0 0,0 0-1 0 0,-1 0 1 0 0,1 0-1 0 0,-1 0 1 0 0,1 0-1 0 0,0 0 1 0 0,-1 0 0 0 0,1-1-1 0 0,-1 1 1 0 0,1 0-1 0 0,0 0 1 0 0,-1 0-1 0 0,1 0 1 0 0,0 0-1 0 0,-1-1 1 0 0,1 1-1 0 0,0 0 1 0 0,-1 0-1 0 0,1-1 1 0 0,0 1-1 0 0,-1 0 1 0 0,1-1-1 0 0,0 1 1 0 0,0 0 0 0 0,-1-1-1 0 0,1 1 1 0 0,0 0-1 0 0,0-1 1 0 0,0 1-1 0 0,-1-1 1 0 0,6-5-31 0 0,-1 1 0 0 0,1 0 0 0 0,0 0 0 0 0,0 0 1 0 0,1 1-1 0 0,-1-1 0 0 0,1 1 0 0 0,0 1 0 0 0,0-1 0 0 0,13-4 1 0 0,79-29-464 0 0,-49 20 303 0 0,41-18 193 0 0,-2-5 1 0 0,90-55-1 0 0,-166 81 767 0 0,-7 7-29 0 0,-8 4 589 0 0,0 4-1297 0 0,1 0 1 0 0,-1 0-1 0 0,0 1 1 0 0,0-1-1 0 0,1 1 1 0 0,-1-1 0 0 0,1 1-1 0 0,0 0 1 0 0,-1 0-1 0 0,1 0 1 0 0,0 0-1 0 0,0 0 1 0 0,0 1-1 0 0,0-1 1 0 0,0 1-1 0 0,1-1 1 0 0,-1 1-1 0 0,1-1 1 0 0,0 1-1 0 0,0 0 1 0 0,0 0 0 0 0,0 0-1 0 0,0-1 1 0 0,0 1-1 0 0,1 0 1 0 0,-1 6-1 0 0,3-5-49 0 0,-1 0-1 0 0,1 0 1 0 0,0 0-1 0 0,0 0 1 0 0,0 0 0 0 0,1-1-1 0 0,-1 1 1 0 0,7 6-1 0 0,-6-7-56 0 0,1 1 46 0 0,0-1 1 0 0,0 1-1 0 0,0-1 1 0 0,1 0-1 0 0,-1-1 0 0 0,1 1 1 0 0,0-1-1 0 0,0 0 1 0 0,-1 0-1 0 0,1 0 1 0 0,1-1-1 0 0,-1 0 0 0 0,0 0 1 0 0,0 0-1 0 0,8 0 1 0 0,10 0-149 0 0,47-2 0 0 0,-49-1 230 0 0,-1-1 0 0 0,1-1 0 0 0,-1-1 0 0 0,0 0 0 0 0,0-2-1 0 0,-1 0 1 0 0,0-1 0 0 0,0-1 0 0 0,0-1 0 0 0,-2 0 0 0 0,1-2 0 0 0,-1 0 0 0 0,-1-1 0 0 0,0 0 0 0 0,-1-1-1 0 0,0-1 1 0 0,-1-1 0 0 0,-1 0 0 0 0,-1 0 0 0 0,0-2 0 0 0,-1 1 0 0 0,-1-1 0 0 0,0-1 0 0 0,-2 0 0 0 0,9-25-1 0 0,-11 26 344 0 0,-2 0-1 0 0,0 0 1 0 0,0-1-1 0 0,1-35 0 0 0,-11-32 4344 0 0,6 85-4684 0 0,0 1 0 0 0,0 0-1 0 0,0 0 1 0 0,0-1 0 0 0,0 1 0 0 0,0 0-1 0 0,0-1 1 0 0,0 1 0 0 0,0 0-1 0 0,0 0 1 0 0,0-1 0 0 0,0 1 0 0 0,0 0-1 0 0,0 0 1 0 0,0-1 0 0 0,0 1-1 0 0,0 0 1 0 0,0 0 0 0 0,-1-1-1 0 0,1 1 1 0 0,0 0 0 0 0,0 0 0 0 0,0 0-1 0 0,0-1 1 0 0,-1 1 0 0 0,1 0-1 0 0,0 0 1 0 0,0 0 0 0 0,0 0-1 0 0,-1-1 1 0 0,1 1 0 0 0,0 0 0 0 0,0 0-1 0 0,-1 0 1 0 0,1 0 0 0 0,0 0-1 0 0,0 0 1 0 0,-1 0 0 0 0,1 0-1 0 0,0 0 1 0 0,0 0 0 0 0,-1 0 0 0 0,1 0-1 0 0,0 0 1 0 0,0 0 0 0 0,-1 0-1 0 0,1 0 1 0 0,0 0 0 0 0,0 0-1 0 0,-1 0 1 0 0,1 0 0 0 0,0 0 0 0 0,0 0-1 0 0,-1 0 1 0 0,1 0 0 0 0,0 1-1 0 0,0-1 1 0 0,-1 0 0 0 0,1 0 0 0 0,0 0-1 0 0,0 1 1 0 0,-14 18 105 0 0,0 0 0 0 0,2 2 1 0 0,1-1-1 0 0,0 2 0 0 0,2-1 1 0 0,0 1-1 0 0,1 1 0 0 0,2-1 0 0 0,0 1 1 0 0,-3 27-1 0 0,0 25-1334 0 0,-2 144 0 0 0,11-212 414 0 0,-3 39-1521 0 0,-1-30-1618 0 0,-3 1-4279 0 0,2-8 3504 0 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1:51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87 1316 0 0,'7'-7'1168'0'0,"10"-2"-124"0"0,-4-1-136 0 0,4 2-144 0 0,7-5-115 0 0,-2 6-113 0 0,3-1-176 0 0,3 3-200 0 0,1-1-264 0 0,-1 1-268 0 0,0 2-705 0 0,5-1-1155 0 0,7 3 516 0 0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1:52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147 263 240 0 0,'0'0'1404'0'0,"-13"-40"7192"0"0,13 38-7544 0 0,0 2-957 0 0,0-1 0 0 0,0 1 0 0 0,0-1 0 0 0,0 1 0 0 0,0-1 0 0 0,0 1 0 0 0,0-1 0 0 0,0 1 0 0 0,0-1 0 0 0,0 1 0 0 0,0-1 0 0 0,0 1 0 0 0,0-1 0 0 0,0 1 0 0 0,0-1 0 0 0,-1 1 0 0 0,1-1 0 0 0,0 1 0 0 0,0-1 0 0 0,-1 1 0 0 0,1 0 0 0 0,0-1 0 0 0,-1 1 0 0 0,1-1 0 0 0,0 1 0 0 0,-1 0 0 0 0,1-1 0 0 0,0 1 0 0 0,-1 0 0 0 0,1 0 0 0 0,-1-1 0 0 0,1 1 0 0 0,-1 0 0 0 0,1 0 0 0 0,-1-1 0 0 0,1 1 0 0 0,0 0 0 0 0,-1 0 0 0 0,1 0 0 0 0,-1 0 0 0 0,1 0 0 0 0,-1 0 0 0 0,0 0 0 0 0,1 0 0 0 0,-1 0 0 0 0,1 0 0 0 0,-1 0 0 0 0,1 0 0 0 0,0 0 0 0 0,-1 0 0 0 0,1 1 0 0 0,-1-1 0 0 0,1 0 0 0 0,-1 0 0 0 0,1 1 0 0 0,-1-1 0 0 0,1 0 0 0 0,0 0 0 0 0,-2 1 0 0 0,-28 13 712 0 0,22-9-613 0 0,1 1 0 0 0,0 0 1 0 0,0 0-1 0 0,0 1 0 0 0,1 0 0 0 0,-6 8 1 0 0,8-11-139 0 0,1 1-1 0 0,0-1 1 0 0,0 1 0 0 0,0 0 0 0 0,1 0 0 0 0,-1 0 0 0 0,1 0 0 0 0,1 0 0 0 0,-1 0-1 0 0,1 1 1 0 0,-2 7 0 0 0,3-12-54 0 0,0 0 0 0 0,0-1 0 0 0,0 1 0 0 0,0-1 0 0 0,1 1 0 0 0,-1-1-1 0 0,0 1 1 0 0,0 0 0 0 0,0-1 0 0 0,1 1 0 0 0,-1-1 0 0 0,0 1 0 0 0,1-1 0 0 0,-1 1 0 0 0,0-1 0 0 0,1 0-1 0 0,-1 1 1 0 0,0-1 0 0 0,1 1 0 0 0,-1-1 0 0 0,1 0 0 0 0,-1 1 0 0 0,1-1 0 0 0,-1 0 0 0 0,1 1 0 0 0,-1-1-1 0 0,1 0 1 0 0,-1 0 0 0 0,1 0 0 0 0,0 1 0 0 0,25-1 20 0 0,24-11 40 0 0,19-13-17 0 0,-1-4 1 0 0,-1-2-1 0 0,78-49 0 0 0,-118 63 85 0 0,-1-2-1 0 0,0-2 0 0 0,-2 0 1 0 0,37-39-1 0 0,-59 58-69 0 0,-1-1 1 0 0,0 0-1 0 0,0 0 1 0 0,0 0-1 0 0,-1 0 1 0 0,1 0-1 0 0,0 0 1 0 0,-1 0-1 0 0,1 0 1 0 0,-1 0 0 0 0,0 0-1 0 0,1 0 1 0 0,-1 0-1 0 0,0 0 1 0 0,0 0-1 0 0,-1 0 1 0 0,1-3-1 0 0,-1-8 347 0 0,-3 19-382 0 0,-15 22-9 0 0,0 0 0 0 0,2 2 0 0 0,1 0 0 0 0,-15 41 0 0 0,-41 142 43 0 0,28-77-21 0 0,9-28 3 0 0,16-47 27 0 0,-2-1 0 0 0,-3 0 0 0 0,-33 58 0 0 0,56-117 8 0 0,1 0-1 0 0,0 0 0 0 0,-1 0 0 0 0,1 0 1 0 0,0-1-1 0 0,-1 1 0 0 0,1 0 0 0 0,-1 0 1 0 0,0-1-1 0 0,1 1 0 0 0,-1 0 0 0 0,0-1 1 0 0,1 1-1 0 0,-1-1 0 0 0,0 1 0 0 0,1-1 1 0 0,-1 1-1 0 0,0-1 0 0 0,0 1 0 0 0,0-1 1 0 0,0 0-1 0 0,1 1 0 0 0,-1-1 0 0 0,0 0 1 0 0,0 0-1 0 0,-1 0 0 0 0,1 0-39 0 0,0-1 0 0 0,0 1 0 0 0,0-1 0 0 0,1 1 1 0 0,-1-1-1 0 0,0 0 0 0 0,0 0 0 0 0,0 1 0 0 0,1-1 0 0 0,-1 0 0 0 0,1 0 0 0 0,-1 0 0 0 0,0 0 0 0 0,1 1 0 0 0,-1-1 0 0 0,1 0 0 0 0,0 0 1 0 0,-1-2-1 0 0,-10-47 529 0 0,10 35-478 0 0,1-1 0 0 0,0 1 0 0 0,1 0 0 0 0,1 0 0 0 0,1 0 0 0 0,0 0 0 0 0,0 0 0 0 0,2 0 0 0 0,0 1-1 0 0,1 0 1 0 0,0 0 0 0 0,1 0 0 0 0,16-24 0 0 0,-11 22-462 0 0,-1 1 0 0 0,2 0 0 0 0,0 1 1 0 0,20-16-1 0 0,-18 18-756 0 0,0 1 0 0 0,0 1-1 0 0,1 0 1 0 0,25-11 0 0 0,1 3-3187 0 0,-14 7-1904 0 0,-27 10 5962 0 0,22-8-4789 0 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1:59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6 522 276 0 0,'-5'-3'10806'0'0,"87"-39"-9914"0"0,-2-4 0 0 0,-2-4 0 0 0,107-88 1 0 0,-177 130-798 0 0,0 1 0 0 0,-1-1 1 0 0,0 0-1 0 0,0-1 0 0 0,-1 1 1 0 0,0-2-1 0 0,0 1 1 0 0,-1 0-1 0 0,-1-1 0 0 0,1 0 1 0 0,2-10-1 0 0,-6 15-72 0 0,0 1 0 0 0,-1-1 0 0 0,1 1 0 0 0,-1-1-1 0 0,0 0 1 0 0,0 1 0 0 0,0-1 0 0 0,-1 1 0 0 0,0-1 0 0 0,0 1 0 0 0,0 0 0 0 0,0-1 0 0 0,-1 1 0 0 0,0 0-1 0 0,1 0 1 0 0,-2-1 0 0 0,1 2 0 0 0,0-1 0 0 0,-1 0 0 0 0,0 0 0 0 0,1 1 0 0 0,-2-1 0 0 0,1 1 0 0 0,0 0-1 0 0,-1 0 1 0 0,1 0 0 0 0,-1 1 0 0 0,0-1 0 0 0,0 1 0 0 0,-7-3 0 0 0,11 4-36 0 0,-1 1-1 0 0,0-1 1 0 0,0 1 0 0 0,0-1 0 0 0,0 1-1 0 0,0 0 1 0 0,0-1 0 0 0,0 1 0 0 0,1 0-1 0 0,-1 0 1 0 0,0 0 0 0 0,0 0 0 0 0,0 0 0 0 0,0 0-1 0 0,0 0 1 0 0,0 0 0 0 0,0 0 0 0 0,0 0-1 0 0,0 0 1 0 0,0 1 0 0 0,0-1 0 0 0,0 0-1 0 0,0 1 1 0 0,0-1 0 0 0,0 1 0 0 0,1-1-1 0 0,-1 1 1 0 0,0-1 0 0 0,0 1 0 0 0,0-1 0 0 0,1 1-1 0 0,-1 0 1 0 0,0 0 0 0 0,1-1 0 0 0,-1 1-1 0 0,1 0 1 0 0,-1 0 0 0 0,1 0 0 0 0,-1-1-1 0 0,1 1 1 0 0,0 0 0 0 0,-1 0 0 0 0,1 0-1 0 0,0 0 1 0 0,0 0 0 0 0,-1 0 0 0 0,1 0-1 0 0,0 0 1 0 0,0 0 0 0 0,0 1 0 0 0,-3 56-383 0 0,6-35 300 0 0,0 0 0 0 0,1-1 0 0 0,8 23 1 0 0,-8-31 19 0 0,0 1 0 0 0,0-1 1 0 0,-1 1-1 0 0,-1 0 0 0 0,-1-1 1 0 0,0 1-1 0 0,0 0 0 0 0,-2 0 1 0 0,-3 22-1 0 0,4-34 74 0 0,-1 0 0 0 0,-1 0 0 0 0,1 0 0 0 0,0 0-1 0 0,-1 0 1 0 0,1 0 0 0 0,-1 0 0 0 0,0-1 0 0 0,0 1 0 0 0,0-1 0 0 0,0 1 0 0 0,-1-1 0 0 0,1 0-1 0 0,0 0 1 0 0,-1 0 0 0 0,0 0 0 0 0,1 0 0 0 0,-1-1 0 0 0,0 1 0 0 0,0-1 0 0 0,0 0 0 0 0,0 0 0 0 0,0 0-1 0 0,0 0 1 0 0,-1 0 0 0 0,1-1 0 0 0,0 1 0 0 0,-4-1 0 0 0,-6 1-181 0 0,0-1 1 0 0,0-1-1 0 0,0 0 0 0 0,0-1 1 0 0,-22-5-1 0 0,35 7 119 0 0,0-1 0 0 0,0 1 0 0 0,-1 0 0 0 0,1 0 0 0 0,0 0 1 0 0,0-1-1 0 0,0 1 0 0 0,0 0 0 0 0,-1-1 0 0 0,1 1 0 0 0,0 0 0 0 0,0 0 0 0 0,0-1 0 0 0,0 1 0 0 0,0 0 0 0 0,0-1 0 0 0,0 1 0 0 0,0 0 0 0 0,0-1 0 0 0,0 1 0 0 0,0 0 0 0 0,0 0 0 0 0,0-1 0 0 0,0 1 1 0 0,0 0-1 0 0,0-1 0 0 0,0 1 0 0 0,0 0 0 0 0,0-1 0 0 0,1 1 0 0 0,-1 0 0 0 0,0 0 0 0 0,0-1 0 0 0,0 1 0 0 0,0 0 0 0 0,1 0 0 0 0,-1-1 0 0 0,0 1 0 0 0,0 0 0 0 0,0 0 0 0 0,1 0 0 0 0,-1-1 1 0 0,0 1-1 0 0,0 0 0 0 0,1 0 0 0 0,-1 0 0 0 0,1 0 0 0 0,11-12-2121 0 0,-11 11 2179 0 0,11-7-2976 0 0,-1 4 227 0 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2:00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30 340 0 0,'0'0'1041'0'0,"-1"-25"6369"0"0,-2 24-7294 0 0,0 1 0 0 0,0-1 0 0 0,0 1 0 0 0,0-1 0 0 0,0 1 0 0 0,0 0 0 0 0,0 0 0 0 0,0 0 0 0 0,0 1 1 0 0,0-1-1 0 0,0 1 0 0 0,0 0 0 0 0,1-1 0 0 0,-1 1 0 0 0,0 1 0 0 0,0-1 0 0 0,1 0 0 0 0,-1 1 0 0 0,0-1 0 0 0,1 1 0 0 0,0 0 0 0 0,-1 0 0 0 0,1 0 1 0 0,0 0-1 0 0,0 0 0 0 0,0 0 0 0 0,-2 3 0 0 0,-1 1-18 0 0,0 0-1 0 0,0 0 1 0 0,0 0 0 0 0,1 1-1 0 0,0-1 1 0 0,1 1 0 0 0,-1 0-1 0 0,1 0 1 0 0,-4 13 0 0 0,7-18-85 0 0,0 0 1 0 0,0 0 0 0 0,-1 0-1 0 0,1 1 1 0 0,0-1-1 0 0,1 0 1 0 0,-1 0-1 0 0,0 0 1 0 0,1 0 0 0 0,-1 0-1 0 0,1 0 1 0 0,0 0-1 0 0,-1 0 1 0 0,1 0 0 0 0,0 0-1 0 0,0 0 1 0 0,0 0-1 0 0,1-1 1 0 0,-1 1-1 0 0,2 2 1 0 0,0-1-21 0 0,0-1 0 0 0,1 1 0 0 0,-1 0-1 0 0,1-1 1 0 0,-1 0 0 0 0,1 0 0 0 0,0 0 0 0 0,0 0 0 0 0,7 1 0 0 0,1 0-98 0 0,0 0 0 0 0,0-1 0 0 0,0-1 0 0 0,0 0 0 0 0,0 0 0 0 0,16-3 0 0 0,-23 2 82 0 0,0-2-1 0 0,0 1 0 0 0,0-1 1 0 0,0 1-1 0 0,-1-2 0 0 0,1 1 1 0 0,-1 0-1 0 0,1-1 1 0 0,-1 0-1 0 0,0 0 0 0 0,0 0 1 0 0,0 0-1 0 0,0-1 1 0 0,-1 1-1 0 0,6-8 0 0 0,6-9 118 0 0,-1 0-1 0 0,12-25 0 0 0,-6 10 562 0 0,-19 34-508 0 0,8-19 2369 0 0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2:01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143 284 460 0 0,'4'-10'11985'0'0,"-7"8"-11913"0"0,1 0 1 0 0,-1 1-1 0 0,0-1 0 0 0,1 1 0 0 0,-1-1 1 0 0,0 1-1 0 0,0 0 0 0 0,0 0 0 0 0,0 0 1 0 0,0 0-1 0 0,0 1 0 0 0,0-1 0 0 0,0 1 1 0 0,0 0-1 0 0,0 0 0 0 0,0 0 0 0 0,0 0 1 0 0,0 1-1 0 0,0-1 0 0 0,0 1 0 0 0,0 0 1 0 0,0-1-1 0 0,0 1 0 0 0,0 1 0 0 0,1-1 1 0 0,-1 0-1 0 0,-5 4 0 0 0,4-3-44 0 0,1-1 1 0 0,-1 1-1 0 0,0 0 1 0 0,0 1-1 0 0,1-1 1 0 0,0 1-1 0 0,-1 0 1 0 0,1 0-1 0 0,0 0 0 0 0,0 0 1 0 0,1 0-1 0 0,-1 0 1 0 0,1 1-1 0 0,-1 0 1 0 0,1-1-1 0 0,0 1 0 0 0,1 0 1 0 0,-1 0-1 0 0,0 0 1 0 0,1 0-1 0 0,0 0 1 0 0,-1 7-1 0 0,2-6-59 0 0,1 1 1 0 0,-1 0-1 0 0,1-1 1 0 0,0 1-1 0 0,1-1 1 0 0,-1 1-1 0 0,1-1 0 0 0,0 1 1 0 0,0-1-1 0 0,1 0 1 0 0,0 0-1 0 0,0 0 1 0 0,0-1-1 0 0,0 1 0 0 0,1-1 1 0 0,-1 1-1 0 0,1-1 1 0 0,0 0-1 0 0,1-1 1 0 0,-1 1-1 0 0,1-1 0 0 0,-1 0 1 0 0,1 0-1 0 0,0 0 1 0 0,0 0-1 0 0,0-1 0 0 0,1 0 1 0 0,-1 0-1 0 0,1-1 1 0 0,-1 1-1 0 0,1-1 1 0 0,-1 0-1 0 0,1-1 0 0 0,-1 1 1 0 0,8-1-1 0 0,-1-1-9 0 0,0 0-1 0 0,-1 0 1 0 0,1-2-1 0 0,-1 1 0 0 0,0-1 1 0 0,1-1-1 0 0,-1 0 1 0 0,-1 0-1 0 0,1-1 0 0 0,-1-1 1 0 0,1 1-1 0 0,-2-2 1 0 0,1 0-1 0 0,-1 0 1 0 0,0 0-1 0 0,0-1 0 0 0,-1 0 1 0 0,0-1-1 0 0,0 0 1 0 0,-1 0-1 0 0,-1-1 0 0 0,7-11 1 0 0,6-13 312 0 0,-1-1 1 0 0,-2-1-1 0 0,-2 0 0 0 0,-1-2 1 0 0,10-49-1 0 0,-9 16 2237 0 0,-14 70-2078 0 0,-11 30 315 0 0,0 16-673 0 0,1 0 1 0 0,2 1-1 0 0,3 0 0 0 0,-1 57 0 0 0,6-100-94 0 0,0 1 1 0 0,1-1 0 0 0,-1 1 0 0 0,1-1-1 0 0,0 1 1 0 0,0-1 0 0 0,0 1-1 0 0,0-1 1 0 0,1 0 0 0 0,2 5-1 0 0,-4-7 26 0 0,18 2 56 0 0,48-22 55 0 0,-47 12-294 0 0,1 1 1 0 0,0 1-1 0 0,26-3 0 0 0,-38 7-515 0 0,0 1 0 0 0,0 0 0 0 0,1 1 0 0 0,-1 0 0 0 0,0 0 1 0 0,0 0-1 0 0,8 3 0 0 0,4 4-9033 0 0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1:09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365 769 876 0 0,'0'0'1638'0'0,"-2"-3"-892"0"0,1 0-536 0 0,-1 1 0 0 0,0-1 0 0 0,0 1 0 0 0,0-1 0 0 0,0 1 0 0 0,0 0 0 0 0,-1-1 0 0 0,1 1 1 0 0,0 0-1 0 0,-1 1 0 0 0,0-1 0 0 0,0 0 0 0 0,1 1 0 0 0,-1 0 0 0 0,0-1 0 0 0,0 1 0 0 0,-5-1 1 0 0,1 1 2 0 0,0 0 1 0 0,0 0 0 0 0,-1 1 0 0 0,1-1 0 0 0,0 2 0 0 0,-1-1 0 0 0,-10 3 0 0 0,2 0 8 0 0,0 2-1 0 0,0-1 1 0 0,1 2 0 0 0,0 0-1 0 0,0 1 1 0 0,-25 15 0 0 0,25-12-50 0 0,1 1-1 0 0,0 0 1 0 0,0 1-1 0 0,-12 14 1 0 0,23-23-144 0 0,1 0-1 0 0,-1 0 1 0 0,0 0 0 0 0,1 0 0 0 0,0 1-1 0 0,0-1 1 0 0,0 1 0 0 0,0 0-1 0 0,0 0 1 0 0,1-1 0 0 0,-1 1 0 0 0,1 0-1 0 0,0 0 1 0 0,1 0 0 0 0,-1 1 0 0 0,1-1-1 0 0,-1 0 1 0 0,1 0 0 0 0,1 0 0 0 0,-1 0-1 0 0,0 0 1 0 0,1 0 0 0 0,2 7-1 0 0,-2-8-13 0 0,0-1-1 0 0,0 0 0 0 0,0 0 0 0 0,0 0 0 0 0,0 0 0 0 0,1 0 0 0 0,-1 0 0 0 0,1 0 1 0 0,0 0-1 0 0,-1 0 0 0 0,1-1 0 0 0,0 1 0 0 0,0-1 0 0 0,0 1 0 0 0,0-1 1 0 0,0 0-1 0 0,0 0 0 0 0,0 0 0 0 0,1 0 0 0 0,1 1 0 0 0,1-1 6 0 0,0-1-1 0 0,-1 1 1 0 0,1-1-1 0 0,-1 0 1 0 0,1 0-1 0 0,0 0 0 0 0,-1-1 1 0 0,1 1-1 0 0,8-3 1 0 0,0-2 4 0 0,0 0 0 0 0,0 0 0 0 0,0-1 1 0 0,-1 0-1 0 0,0-1 0 0 0,12-10 0 0 0,-4 1 49 0 0,-1-2-1 0 0,-1 0 1 0 0,-1-1-1 0 0,0 0 0 0 0,-1-2 1 0 0,-1 0-1 0 0,16-32 1 0 0,-10 12 137 0 0,-1-1 1 0 0,-3 0 0 0 0,15-57-1 0 0,-25 65 266 0 0,-2 0-1 0 0,-1 0 0 0 0,-1 0 1 0 0,-2 0-1 0 0,-2-1 0 0 0,-5-34 1 0 0,6 67-344 0 0,0 1-119 0 0,0 1-1 0 0,0 0 1 0 0,0-1-1 0 0,0 1 1 0 0,0 0 0 0 0,0-1-1 0 0,0 1 1 0 0,0 0 0 0 0,0 0-1 0 0,0-1 1 0 0,0 1-1 0 0,-1 0 1 0 0,1-1 0 0 0,0 1-1 0 0,0 0 1 0 0,0 0 0 0 0,0-1-1 0 0,0 1 1 0 0,-1 0-1 0 0,1 0 1 0 0,0 0 0 0 0,0-1-1 0 0,0 1 1 0 0,-1 0 0 0 0,1 0-1 0 0,0 0 1 0 0,0-1-1 0 0,-1 1 1 0 0,1 0 0 0 0,0 0-1 0 0,-1 0 1 0 0,1 0 0 0 0,0 0-1 0 0,0 0 1 0 0,-1 0-1 0 0,1 0 1 0 0,0 0 0 0 0,-1 0-1 0 0,1-1 1 0 0,0 2 0 0 0,0-1-1 0 0,-1 0 1 0 0,1 0-1 0 0,0 0 1 0 0,-1 0 0 0 0,-7 10 3 0 0,0 1 0 0 0,0 0 0 0 0,2 1-1 0 0,-1-1 1 0 0,1 1 0 0 0,1 1 0 0 0,0-1 0 0 0,-5 25 0 0 0,-2 11 17 0 0,-6 54 0 0 0,16-84-66 0 0,1-1-1 0 0,0 1 1 0 0,1-1 0 0 0,1 1-1 0 0,0-1 1 0 0,2 0-1 0 0,0 1 1 0 0,1-1-1 0 0,0 0 1 0 0,13 28-1 0 0,-14-38-26 0 0,1 1 0 0 0,0-1-1 0 0,0-1 1 0 0,0 1 0 0 0,1-1 0 0 0,0 1-1 0 0,0-1 1 0 0,1-1 0 0 0,0 1 0 0 0,0-1-1 0 0,0 0 1 0 0,1 0 0 0 0,-1-1-1 0 0,1 0 1 0 0,0 0 0 0 0,1 0 0 0 0,-1-1-1 0 0,0 0 1 0 0,1-1 0 0 0,0 0-1 0 0,0 0 1 0 0,-1 0 0 0 0,1-1 0 0 0,0 0-1 0 0,12-1 1 0 0,-5 0 49 0 0,1-1 1 0 0,-1-1-1 0 0,0 0 0 0 0,0-1 1 0 0,0-1-1 0 0,0 0 0 0 0,-1-1 0 0 0,0-1 1 0 0,0 0-1 0 0,0-1 0 0 0,-1-1 1 0 0,1 0-1 0 0,-2 0 0 0 0,1-1 1 0 0,-2-1-1 0 0,1 0 0 0 0,-1-1 0 0 0,0 0 1 0 0,-1 0-1 0 0,-1-1 0 0 0,0-1 1 0 0,0 0-1 0 0,-1 0 0 0 0,10-25 0 0 0,-21 35 437 0 0,-7 9-400 0 0,9-5-44 0 0,0 0 1 0 0,0 0-1 0 0,0 1 1 0 0,0-1-1 0 0,0 1 1 0 0,0-1 0 0 0,0 1-1 0 0,0-1 1 0 0,1 1-1 0 0,-1-1 1 0 0,1 1 0 0 0,-1 0-1 0 0,1-1 1 0 0,0 1-1 0 0,-1 0 1 0 0,1 0 0 0 0,0-1-1 0 0,0 1 1 0 0,0 0-1 0 0,1-1 1 0 0,-1 4-1 0 0,1-1-36 0 0,0-1 0 0 0,0 1 0 0 0,0-1-1 0 0,0 1 1 0 0,1-1 0 0 0,-1 1 0 0 0,1-1-1 0 0,0 0 1 0 0,0 0 0 0 0,0 0 0 0 0,0 0-1 0 0,1 0 1 0 0,-1 0 0 0 0,1 0 0 0 0,0-1-1 0 0,-1 0 1 0 0,1 1 0 0 0,4 1 0 0 0,-1-1-23 0 0,1 0 0 0 0,-1 0 1 0 0,0-1-1 0 0,1 0 0 0 0,-1 0 1 0 0,1-1-1 0 0,0 0 0 0 0,-1 0 1 0 0,11 0-1 0 0,3-2-65 0 0,-1 0 1 0 0,1-1-1 0 0,-1-1 0 0 0,0-1 1 0 0,0-1-1 0 0,21-8 1 0 0,-1-3 23 0 0,0-1 0 0 0,-1-2 1 0 0,-1-2-1 0 0,-1-1 1 0 0,-1-2-1 0 0,47-41 1 0 0,-64 49 121 0 0,0-1 1 0 0,-2 0 0 0 0,0-1 0 0 0,-1-1-1 0 0,-1 0 1 0 0,0-1 0 0 0,-2-1-1 0 0,-1 0 1 0 0,0-1 0 0 0,-1 0 0 0 0,-2 0-1 0 0,12-46 1 0 0,-17 51 115 0 0,-1 0 1 0 0,-1 0-1 0 0,0 0 1 0 0,-1 0-1 0 0,-3-20 0 0 0,2 29-13 0 0,0 1 0 0 0,-1-1 0 0 0,1 1 0 0 0,-1 0 0 0 0,-1-1 0 0 0,0 1 0 0 0,0 0 0 0 0,0 1 0 0 0,-1-1 0 0 0,0 1 0 0 0,0-1 0 0 0,0 1 0 0 0,-11-10 0 0 0,14 15-91 0 0,0 0 1 0 0,0 0 0 0 0,0 0 0 0 0,0 1-1 0 0,0-1 1 0 0,0 0 0 0 0,-1 1 0 0 0,1-1 0 0 0,0 1-1 0 0,-1-1 1 0 0,1 1 0 0 0,0-1 0 0 0,-1 1-1 0 0,1 0 1 0 0,0 0 0 0 0,-1 0 0 0 0,1 0-1 0 0,-1 0 1 0 0,1 0 0 0 0,0 0 0 0 0,-1 0-1 0 0,1 0 1 0 0,0 1 0 0 0,-3 0 0 0 0,0 0 1 0 0,1 1 0 0 0,0 0 0 0 0,-1 0 0 0 0,1 0 0 0 0,0 1 0 0 0,0-1 0 0 0,0 1 0 0 0,-5 5 1 0 0,-2 5 7 0 0,1 0 1 0 0,0 0 0 0 0,-9 19 0 0 0,5-1 7 0 0,0 0-1 0 0,2 1 1 0 0,2 0-1 0 0,1 1 1 0 0,1 0-1 0 0,1 0 1 0 0,-1 59-1 0 0,19 241 157 0 0,-9-295-170 0 0,2 24 22 0 0,1-7 10 0 0,-3 2 0 0 0,-2-1 1 0 0,-7 63-1 0 0,4-109 22 0 0,1 1 0 0 0,-1-1 0 0 0,-1 0 0 0 0,-7 19 0 0 0,10-27-44 0 0,-2-4-106 0 0,0 1 65 0 0,0-1 0 0 0,0 0 0 0 0,1 0-1 0 0,-1 0 1 0 0,1 0 0 0 0,0 0 0 0 0,-1 0 0 0 0,0-4-1 0 0,0 1-26 0 0,1 0 0 0 0,0-1 0 0 0,0 0 0 0 0,0 1-1 0 0,1-1 1 0 0,-1 1 0 0 0,1-1 0 0 0,1 0-1 0 0,-1 1 1 0 0,1-1 0 0 0,0 0 0 0 0,0 1 0 0 0,1-1-1 0 0,3-8 1 0 0,-3 8 4 0 0,8-26-124 0 0,1 1 0 0 0,2 0 0 0 0,1 0 0 0 0,1 2-1 0 0,2 0 1 0 0,1 0 0 0 0,1 2 0 0 0,1 0 0 0 0,2 2 0 0 0,0 0 0 0 0,51-42 0 0 0,-71 65 154 0 0,1 0 0 0 0,-1 0 1 0 0,1 0-1 0 0,0 0 1 0 0,0 1-1 0 0,0-1 1 0 0,0 1-1 0 0,0-1 0 0 0,0 1 1 0 0,0 0-1 0 0,0 1 1 0 0,0-1-1 0 0,1 0 1 0 0,5 1-1 0 0,-6 0 24 0 0,-1 1 0 0 0,0-1 0 0 0,0 1 0 0 0,0-1-1 0 0,0 1 1 0 0,0 0 0 0 0,1 0 0 0 0,-2 0 0 0 0,1 0 0 0 0,0 1 0 0 0,0-1 0 0 0,0 1 0 0 0,0-1 0 0 0,-1 1 0 0 0,1-1-1 0 0,-1 1 1 0 0,1 0 0 0 0,-1 0 0 0 0,0-1 0 0 0,0 1 0 0 0,2 3 0 0 0,-1-1 42 0 0,-1 0-1 0 0,1 0 1 0 0,-1 0-1 0 0,0 0 1 0 0,0 0 0 0 0,0 0-1 0 0,0 0 1 0 0,-1 0-1 0 0,0 1 1 0 0,0-1 0 0 0,0 0-1 0 0,0 0 1 0 0,-2 9-1 0 0,-18 53-1424 0 0,10-40-2853 0 0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1:09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0 104 432 0 0,'4'-82'10037'0'0,"-3"80"-9104"0"0,2-18-579 0 0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1:10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31 204 0 0,'-12'36'4189'0'0,"9"-31"-3934"0"0,-8 17 1853 0 0,8-9 266 0 0,8-30 1575 0 0,-2 11-3901 0 0,0 1-1 0 0,0-1 0 0 0,1 1 1 0 0,0 0-1 0 0,-1 0 1 0 0,2 0-1 0 0,-1 0 0 0 0,0 1 1 0 0,10-7-1 0 0,-11 9-37 0 0,20-10-57 0 0,-20 12 55 0 0,-1 0-5 0 0,29 24-139 0 0,-26-17 144 0 0,0 0-1 0 0,1-1 1 0 0,-1 0-1 0 0,1 0 1 0 0,0-1-1 0 0,1 1 1 0 0,-1-1-1 0 0,1 0 1 0 0,0-1-1 0 0,0 0 1 0 0,1 0 0 0 0,-1 0-1 0 0,1-1 1 0 0,-1 0-1 0 0,1-1 1 0 0,0 0-1 0 0,1 0 1 0 0,-1 0-1 0 0,0-1 1 0 0,13 0-1 0 0,-12-1-5 0 0,0-1 1 0 0,0 0-1 0 0,0 0 0 0 0,0-1 0 0 0,0 0 1 0 0,0 0-1 0 0,0-1 0 0 0,11-5 0 0 0,-15 5 32 0 0,0 1 0 0 0,-1-1 0 0 0,1 0-1 0 0,-1 0 1 0 0,0 0 0 0 0,0-1 0 0 0,0 1-1 0 0,-1-1 1 0 0,1 0 0 0 0,-1 0 0 0 0,0 0-1 0 0,0-1 1 0 0,0 1 0 0 0,0-1 0 0 0,2-8-1 0 0,-4 12-17 0 0,-1 0-1 0 0,1-1 1 0 0,-1 1-1 0 0,0 0 0 0 0,0 0 1 0 0,0 0-1 0 0,0-1 1 0 0,0 1-1 0 0,0 0 1 0 0,0 0-1 0 0,0 0 0 0 0,0-1 1 0 0,-1 1-1 0 0,1 0 1 0 0,0 0-1 0 0,-1 0 1 0 0,1 0-1 0 0,-1 0 0 0 0,1 0 1 0 0,-1-1-1 0 0,0 1 1 0 0,1 0-1 0 0,-1 1 1 0 0,0-1-1 0 0,0 0 0 0 0,0 0 1 0 0,1 0-1 0 0,-1 0 1 0 0,0 1-1 0 0,0-1 1 0 0,0 0-1 0 0,0 1 0 0 0,-1-1 1 0 0,1 1-1 0 0,0-1 1 0 0,0 1-1 0 0,0-1 1 0 0,0 1-1 0 0,0 0 0 0 0,-1 0 1 0 0,1 0-1 0 0,0-1 1 0 0,-2 1-1 0 0,-4-1 41 0 0,0 0 1 0 0,0 1-1 0 0,0 0 0 0 0,-1 0 1 0 0,-11 2-1 0 0,16-2-28 0 0,0 1 0 0 0,-1 0-1 0 0,1-1 1 0 0,0 2 0 0 0,0-1 0 0 0,0 0 0 0 0,0 1-1 0 0,0-1 1 0 0,0 1 0 0 0,0 0 0 0 0,1 0-1 0 0,-1 0 1 0 0,0 0 0 0 0,1 0 0 0 0,0 1 0 0 0,0-1-1 0 0,-1 1 1 0 0,-1 4 0 0 0,3-6-47 0 0,1 0 1 0 0,-1 0-1 0 0,1 0 1 0 0,0 0-1 0 0,-1 1 1 0 0,1-1-1 0 0,0 0 1 0 0,0 0-1 0 0,0 0 1 0 0,0 0-1 0 0,0 1 1 0 0,0-1-1 0 0,0 0 1 0 0,0 0-1 0 0,1 0 1 0 0,-1 0-1 0 0,0 1 1 0 0,1-1-1 0 0,-1 0 1 0 0,2 2-1 0 0,-1-1-65 0 0,1 0 1 0 0,-1 0-1 0 0,1 0 0 0 0,0-1 0 0 0,0 1 1 0 0,0 0-1 0 0,0-1 0 0 0,0 1 0 0 0,1-1 1 0 0,-1 0-1 0 0,0 0 0 0 0,1 0 0 0 0,1 1 1 0 0,13 4-1055 0 0,0-2 1 0 0,1 0 0 0 0,-1-1-1 0 0,0 0 1 0 0,1-1-1 0 0,24-2 1 0 0,-34 1 91 0 0,20-1-1815 0 0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1:10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155 466 608 0 0,'0'0'1064'0'0,"-1"-3"-14"0"0,0 1-764 0 0,0 1 1 0 0,-1-1 0 0 0,1 1 0 0 0,0-1 0 0 0,0 1 0 0 0,-1 0-1 0 0,1 0 1 0 0,-1 0 0 0 0,1-1 0 0 0,-1 1 0 0 0,1 1 0 0 0,-1-1-1 0 0,1 0 1 0 0,-1 0 0 0 0,0 0 0 0 0,0 1 0 0 0,1-1-1 0 0,-1 1 1 0 0,0 0 0 0 0,0-1 0 0 0,0 1 0 0 0,0 0 0 0 0,-1 0-1 0 0,-18 3 36 0 0,16-2-175 0 0,0 1 0 0 0,0 0 0 0 0,0 0 1 0 0,0 0-1 0 0,0 0 0 0 0,0 1 0 0 0,1 0 0 0 0,-1 0 0 0 0,1 0 0 0 0,-1 0 1 0 0,1 1-1 0 0,0 0 0 0 0,1 0 0 0 0,-1 0 0 0 0,1 0 0 0 0,0 0 1 0 0,0 1-1 0 0,0 0 0 0 0,0-1 0 0 0,1 1 0 0 0,0 0 0 0 0,0 0 0 0 0,-2 7 1 0 0,4-11-169 0 0,0 0 1 0 0,0 0-1 0 0,0 0 1 0 0,0 0-1 0 0,0 0 1 0 0,0 0-1 0 0,0 0 1 0 0,1 0-1 0 0,-1 0 1 0 0,0 0-1 0 0,1 0 1 0 0,-1 0-1 0 0,0-1 1 0 0,1 1-1 0 0,-1 0 1 0 0,1 0-1 0 0,-1 0 1 0 0,1 0-1 0 0,0-1 1 0 0,-1 1-1 0 0,1 0 0 0 0,0-1 1 0 0,0 1-1 0 0,-1 0 1 0 0,1-1-1 0 0,0 1 1 0 0,0-1-1 0 0,0 1 1 0 0,0-1-1 0 0,0 0 1 0 0,0 1-1 0 0,0-1 1 0 0,-1 0-1 0 0,1 0 1 0 0,0 1-1 0 0,0-1 1 0 0,0 0-1 0 0,0 0 1 0 0,0 0-1 0 0,0 0 1 0 0,2-1-1 0 0,40-2-769 0 0,-32 0 707 0 0,-1-2-1 0 0,1 1 1 0 0,-1-2-1 0 0,0 1 1 0 0,0-1 0 0 0,0-1-1 0 0,-1 0 1 0 0,0 0-1 0 0,0-1 1 0 0,-1 0-1 0 0,0 0 1 0 0,9-14 0 0 0,-2 4 96 0 0,-2 0 0 0 0,0-2 0 0 0,-2 0 0 0 0,0 0 0 0 0,10-26 0 0 0,-12 20 159 0 0,-2 1 0 0 0,0-1 0 0 0,-2 0 0 0 0,-1 0 0 0 0,1-31 0 0 0,-6-67 4554 0 0,1 123-4675 0 0,0 1-1 0 0,0 0 1 0 0,0-1 0 0 0,0 1-1 0 0,0 0 1 0 0,0 0 0 0 0,0-1-1 0 0,0 1 1 0 0,0 0 0 0 0,0-1 0 0 0,0 1-1 0 0,0 0 1 0 0,0-1 0 0 0,0 1-1 0 0,0 0 1 0 0,0 0 0 0 0,0-1-1 0 0,-1 1 1 0 0,1 0 0 0 0,0 0 0 0 0,0-1-1 0 0,0 1 1 0 0,0 0 0 0 0,-1 0-1 0 0,1-1 1 0 0,0 1 0 0 0,0 0-1 0 0,0 0 1 0 0,-1-1 0 0 0,1 1 0 0 0,0 0-1 0 0,0 0 1 0 0,-1 0 0 0 0,1 0-1 0 0,0 0 1 0 0,0-1 0 0 0,-1 1 0 0 0,1 0-1 0 0,0 0 1 0 0,-1 0 0 0 0,1 0-1 0 0,0 0 1 0 0,-1 0 0 0 0,1 0-1 0 0,0 0 1 0 0,0 0 0 0 0,-1 0 0 0 0,1 0-1 0 0,0 0 1 0 0,-1 0 0 0 0,1 0-1 0 0,0 0 1 0 0,-1 1 0 0 0,1-1-1 0 0,0 0 1 0 0,0 0 0 0 0,-1 0 0 0 0,1 0-1 0 0,0 0 1 0 0,0 1 0 0 0,-1-1-1 0 0,1 0 1 0 0,0 0 0 0 0,0 0-1 0 0,0 1 1 0 0,-1-1 0 0 0,1 0 0 0 0,0 1-1 0 0,-15 15-364 0 0,15-15 499 0 0,-6 8-95 0 0,0 0-1 0 0,1 1 1 0 0,0 0-1 0 0,1 0 1 0 0,0 0-1 0 0,0 0 1 0 0,-2 12-1 0 0,-11 76 404 0 0,17-98-490 0 0,-5 48-390 0 0,1 0 0 0 0,4 50 0 0 0,5-33-3440 0 0,5-2-4516 0 0,-6-48 3954 0 0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1:13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158 111 728 0 0,'-4'-51'5891'0'0,"1"-9"3656"0"0,0 75-9306 0 0,0 0-1 0 0,0 0 1 0 0,-8 18-1 0 0,-5 22 114 0 0,-35 128 349 0 0,4-65-297 0 0,31-80 95 0 0,15-37-365 0 0,6-3-116 0 0,44-21-82 0 0,-26 11 50 0 0,0 1 0 0 0,44-14 0 0 0,-60 23-2 0 0,-1 1 1 0 0,1-1-1 0 0,-1 1 1 0 0,1 1-1 0 0,-1-1 0 0 0,1 1 1 0 0,0 0-1 0 0,-1 1 1 0 0,1-1-1 0 0,-1 1 1 0 0,1 1-1 0 0,-1-1 1 0 0,1 1-1 0 0,-1 0 1 0 0,0 0-1 0 0,6 4 1 0 0,-9-5 2 0 0,-1 0 0 0 0,0 1 1 0 0,0-1-1 0 0,0 1 1 0 0,0-1-1 0 0,0 1 0 0 0,0 0 1 0 0,0 0-1 0 0,-1 0 0 0 0,1 0 1 0 0,0 0-1 0 0,-1 0 1 0 0,0 0-1 0 0,0 0 0 0 0,1 0 1 0 0,-1 1-1 0 0,0-1 0 0 0,-1 1 1 0 0,1-1-1 0 0,0 1 1 0 0,-1-1-1 0 0,1 5 0 0 0,-1-2 6 0 0,-1-1-1 0 0,1 1 1 0 0,-1-1-1 0 0,0 1 1 0 0,0-1-1 0 0,-1 1 1 0 0,1-1-1 0 0,-1 0 1 0 0,0 0-1 0 0,0 0 1 0 0,-6 8-1 0 0,4-5 3 0 0,-1-1 0 0 0,0 1-1 0 0,0-1 1 0 0,-1 0 0 0 0,0-1-1 0 0,0 1 1 0 0,0-1 0 0 0,-1 0-1 0 0,1-1 1 0 0,-1 0 0 0 0,0 0 0 0 0,-1 0-1 0 0,1-1 1 0 0,-9 3 0 0 0,0-3-1261 0 0,15-2 1051 0 0,-1-1 1 0 0,1 0 0 0 0,-1 1-1 0 0,0-1 1 0 0,1 0 0 0 0,-1 0-1 0 0,0 0 1 0 0,1 0 0 0 0,-1 0-1 0 0,0 0 1 0 0,1 0 0 0 0,-1 0-1 0 0,-2-2 1 0 0,-8-13-7112 0 0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1:13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20 652 0 0,'31'17'4367'0'0,"-17"-13"-4001"0"0,0-1-1 0 0,1 0 1 0 0,-1-1 0 0 0,1-1-1 0 0,0 0 1 0 0,-1-1 0 0 0,1-1-1 0 0,0 0 1 0 0,-1-1 0 0 0,1 0-1 0 0,-1-1 1 0 0,0-1-1 0 0,0 0 1 0 0,0-1 0 0 0,-1-1-1 0 0,16-8 1 0 0,-28 13-164 0 0,1 0 14 0 0,-1 0-179 0 0,0 1-1 0 0,1-1 0 0 0,-1 0 1 0 0,0 1-1 0 0,0-1 0 0 0,0 0 1 0 0,0 1-1 0 0,0 0 0 0 0,1-1 1 0 0,-1 1-1 0 0,0 0 0 0 0,0-1 1 0 0,1 1-1 0 0,-1 0 0 0 0,0 0 1 0 0,2 0-1 0 0,1 8-5 0 0,-1 1 0 0 0,0-1 1 0 0,0 0-1 0 0,0 1 0 0 0,-1 0 0 0 0,-1-1 0 0 0,0 1 0 0 0,0 0 0 0 0,0 0 1 0 0,-2 13-1 0 0,0 8 75 0 0,-10 57 1 0 0,-10 24 80 0 0,3-4-6 0 0,-45 143-1 0 0,53-220-91 0 0,0-1-1 0 0,-2 0 0 0 0,-2-1 1 0 0,0 0-1 0 0,-2-1 0 0 0,-1-1 1 0 0,-1 0-1 0 0,-1-2 0 0 0,-33 34 1 0 0,46-53 89 0 0,1 0-1 0 0,0 0 1 0 0,-1-1 0 0 0,0 1 0 0 0,0-1 0 0 0,-1-1 0 0 0,1 1 0 0 0,-1-1 0 0 0,1 0 0 0 0,-1-1 0 0 0,0 1 0 0 0,0-1 0 0 0,0-1 0 0 0,-10 2 0 0 0,13-4-102 0 0,1 1 0 0 0,0-1 0 0 0,0 0 0 0 0,-1 0 0 0 0,1 0 1 0 0,0 0-1 0 0,0-1 0 0 0,0 1 0 0 0,0-1 0 0 0,0 0 0 0 0,0 0 1 0 0,1 0-1 0 0,-1 0 0 0 0,0 0 0 0 0,1-1 0 0 0,0 1 0 0 0,0-1 1 0 0,0 0-1 0 0,-3-4 0 0 0,0-1 17 0 0,0 1 0 0 0,1-1 0 0 0,0 0-1 0 0,0-1 1 0 0,1 1 0 0 0,-3-10 0 0 0,3 2-184 0 0,0-1 0 0 0,1 0 0 0 0,1 0 0 0 0,0 0-1 0 0,1 0 1 0 0,1 0 0 0 0,1 0 0 0 0,0 0 0 0 0,1 1 0 0 0,1-1 0 0 0,0 1 0 0 0,1 0 0 0 0,1 0-1 0 0,1 0 1 0 0,13-23 0 0 0,-8 19-635 0 0,1 0 0 0 0,1 1-1 0 0,1 1 1 0 0,22-23 0 0 0,-16 21-1141 0 0,1 2-1 0 0,1 0 1 0 0,30-19 0 0 0,-6 9-1812 0 0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1:13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74 780 0 0,'-6'-73'15804'0'0,"8"78"-15358"0"0,11 31 45 0 0,-2 1 0 0 0,-1 0 0 0 0,5 45 0 0 0,7 125 423 0 0,-16-145-641 0 0,-1-9-971 0 0,5 64 1758 0 0,-10-78-5687 0 0,-3-1-5128 0 0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1:14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1 503 324 0 0,'27'-10'990'0'0,"19"-7"748"0"0,44-23 0 0 0,-74 31-1396 0 0,-2 1 0 0 0,1-2 0 0 0,-1 0 0 0 0,0-1 1 0 0,-1 0-1 0 0,19-21 0 0 0,-23 20-25 0 0,0-1 0 0 0,0 0 0 0 0,-1 0 1 0 0,-1-1-1 0 0,0 0 0 0 0,-1 0 1 0 0,-1 0-1 0 0,0-1 0 0 0,-1 0 0 0 0,0 0 1 0 0,-1 0-1 0 0,-1 0 0 0 0,0 0 0 0 0,-1-1 1 0 0,-1 1-1 0 0,-1-1 0 0 0,0 1 0 0 0,-1 0 1 0 0,0-1-1 0 0,-9-26 0 0 0,11 42-297 0 0,0-1 0 0 0,0 1 0 0 0,0-1 0 0 0,0 1 0 0 0,0-1 0 0 0,0 1 0 0 0,0-1 0 0 0,0 1 0 0 0,0-1 0 0 0,0 1 0 0 0,-1-1 0 0 0,1 1 0 0 0,0-1 0 0 0,0 1 0 0 0,-1 0 0 0 0,1-1 0 0 0,0 1 0 0 0,-1-1 0 0 0,1 1 0 0 0,0 0 0 0 0,-1-1 0 0 0,1 1 0 0 0,0 0 0 0 0,-1 0 0 0 0,1-1 0 0 0,-1 1 0 0 0,1 0 0 0 0,-1 0 0 0 0,1-1 0 0 0,0 1 0 0 0,-1 0 0 0 0,1 0 0 0 0,-1 0 0 0 0,1 0 0 0 0,-1 0 0 0 0,1 0 0 0 0,-1 0 0 0 0,1 0 0 0 0,-1 0 0 0 0,1 0 0 0 0,-1 0 0 0 0,1 0 0 0 0,-1 0 0 0 0,1 0 0 0 0,-1 0 0 0 0,0 1 0 0 0,-22 23 203 0 0,-13 43-122 0 0,23-28 23 0 0,0 0 0 0 0,3 1 0 0 0,1 1 0 0 0,2 0 0 0 0,2 0 0 0 0,2 0 0 0 0,4 81 0 0 0,0-67-8 0 0,-1-33 5 0 0,1-1-1 0 0,1 1 1 0 0,7 36 0 0 0,-8-57 15 0 0,-1 4-112 0 0,1 0 84 0 0,-1-3 626 0 0,15-26-686 0 0,10-15-18 0 0,-22 36-58 0 0,0 0 0 0 0,0 1 0 0 0,0-1 0 0 0,0 1 0 0 0,0 0 0 0 0,1 0 0 0 0,-1 0 0 0 0,1 0 0 0 0,-1 0 0 0 0,1 1 0 0 0,0 0 0 0 0,0-1 0 0 0,0 1 0 0 0,-1 1 0 0 0,1-1 0 0 0,0 1 0 0 0,0-1 0 0 0,5 1 0 0 0,8 1-13 0 0,-1 1 0 0 0,1 0-1 0 0,19 6 1 0 0,12 1 12 0 0,-23-5 50 0 0,-10-1 43 0 0,-1-1 0 0 0,1-1 0 0 0,0 0 1 0 0,24-2-1 0 0,-38 0 14 0 0,0 1 1 0 0,-1-1 0 0 0,1 1 0 0 0,0 0 0 0 0,0-1 0 0 0,0 0 0 0 0,0 1-1 0 0,-1-1 1 0 0,1 1 0 0 0,0-1 0 0 0,-1 0 0 0 0,1 0 0 0 0,0 1 0 0 0,-1-1-1 0 0,1 0 1 0 0,-1 0 0 0 0,1 0 0 0 0,-1 0 0 0 0,1 1 0 0 0,-1-1-1 0 0,0 0 1 0 0,1 0 0 0 0,-1 0 0 0 0,0 0 0 0 0,0 0 0 0 0,0 0 0 0 0,0 0-1 0 0,0 0 1 0 0,0 0 0 0 0,0 0 0 0 0,0 0 0 0 0,0 0 0 0 0,0 0 0 0 0,-1 0-1 0 0,1 0 1 0 0,-1-1 0 0 0,1-8 417 0 0,0 8-946 0 0,37 25-5307 0 0,-2-14-1465 0 0,-10-6 3072 0 0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1:38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59 1000 0 0,'-104'12'10864'0'0,"96"-9"-5334"0"0,61-1-5097 0 0,0-3 0 0 0,0-2 0 0 0,94-18 0 0 0,10 0 9 0 0,-51 7-182 0 0,20-2-4207 0 0,-118 19 1856 0 0,-16 3-750 0 0,-10 4 421 0 0,-2-6-807 0 0,3-4 245 0 0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1:38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13 920 0 0,'0'0'970'0'0,"-12"-12"9515"0"0,49 139-8028 0 0,10 38-1832 0 0,-41-132-1350 0 0,7 32-1160 0 0,-2-23-5315 0 0,-8-34 4021 0 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1:39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20 524 0 0,'5'15'12598'0'0,"8"18"-9543"0"0,17 49-3239 0 0,-26-68 290 0 0,2 0-1 0 0,0-1 0 0 0,0 1 1 0 0,1-1-1 0 0,1-1 0 0 0,0 1 0 0 0,1-2 1 0 0,0 1-1 0 0,1-1 0 0 0,17 15 1 0 0,-25-25-109 0 0,0 1 0 0 0,0-1 1 0 0,0 0-1 0 0,1 0 1 0 0,-1 0-1 0 0,0 0 1 0 0,1 0-1 0 0,-1 0 0 0 0,1-1 1 0 0,-1 1-1 0 0,1-1 1 0 0,-1 0-1 0 0,1 0 1 0 0,-1 1-1 0 0,1-2 0 0 0,-1 1 1 0 0,1 0-1 0 0,-1 0 1 0 0,1-1-1 0 0,-1 0 1 0 0,1 1-1 0 0,-1-1 0 0 0,1 0 1 0 0,-1 0-1 0 0,0 0 1 0 0,0-1-1 0 0,1 1 1 0 0,-1 0-1 0 0,0-1 0 0 0,3-3 1 0 0,6-4-53 0 0,-1-1 0 0 0,0 0 1 0 0,-1-1-1 0 0,10-13 0 0 0,-15 18 28 0 0,3-5-23 0 0,0-1 0 0 0,-1 0 1 0 0,0 0-1 0 0,-1-1 0 0 0,-1 1 1 0 0,0-1-1 0 0,4-21 0 0 0,2-4 199 0 0,-10 37-85 0 0,11 9-14 0 0,-7-4-70 0 0,0 1 0 0 0,0-1 1 0 0,0 0-1 0 0,1-1 0 0 0,-1 1 1 0 0,1-1-1 0 0,0 0 0 0 0,0 0 1 0 0,0 0-1 0 0,1 0 0 0 0,8 2 1 0 0,-6-4 48 0 0,0 0 1 0 0,0-1 0 0 0,0 0-1 0 0,-1 0 1 0 0,1 0 0 0 0,0-1-1 0 0,0-1 1 0 0,0 1 0 0 0,-1-1-1 0 0,1 0 1 0 0,-1-1 0 0 0,1 0 0 0 0,-1 0-1 0 0,0-1 1 0 0,0 1 0 0 0,0-2-1 0 0,-1 1 1 0 0,0-1 0 0 0,1 0-1 0 0,-2 0 1 0 0,1 0 0 0 0,0-1 0 0 0,5-9-1 0 0,-10 14 37 0 0,0 0-1 0 0,0-1 1 0 0,-1 1 0 0 0,1 0-1 0 0,-1-1 1 0 0,1 1 0 0 0,-1 0-1 0 0,0-1 1 0 0,1 1-1 0 0,-1-1 1 0 0,0 1 0 0 0,0-1-1 0 0,0 1 1 0 0,0-1-1 0 0,0 1 1 0 0,-1 0 0 0 0,1-1-1 0 0,0 1 1 0 0,-1-1-1 0 0,1 1 1 0 0,0 0 0 0 0,-1-1-1 0 0,0 1 1 0 0,1 0-1 0 0,-1-1 1 0 0,0 1 0 0 0,0 0-1 0 0,0 0 1 0 0,0 0 0 0 0,0 0-1 0 0,0 0 1 0 0,0 0-1 0 0,0 0 1 0 0,0 0 0 0 0,0 0-1 0 0,-2 0 1 0 0,1 0 377 0 0,-2 3-318 0 0,-1 1-115 0 0,1 0 0 0 0,0 0 0 0 0,0 0 0 0 0,0 1 1 0 0,0-1-1 0 0,0 1 0 0 0,1 0 0 0 0,-1 0 0 0 0,1 1 0 0 0,0-1 0 0 0,1 0 1 0 0,-1 1-1 0 0,1 0 0 0 0,0 0 0 0 0,0 0 0 0 0,0 0 0 0 0,1 0 0 0 0,-1 0 1 0 0,1 0-1 0 0,1 0 0 0 0,-1 0 0 0 0,1 1 0 0 0,0-1 0 0 0,0 0 0 0 0,0 1 1 0 0,1-1-1 0 0,0 0 0 0 0,0 0 0 0 0,2 6 0 0 0,-1-2-362 0 0,1 0 0 0 0,0 0-1 0 0,1-1 1 0 0,0 1 0 0 0,0-1 0 0 0,1 0-1 0 0,0 0 1 0 0,0 0 0 0 0,1-1 0 0 0,0 1-1 0 0,0-2 1 0 0,1 1 0 0 0,0-1 0 0 0,0 0-1 0 0,1 0 1 0 0,9 6 0 0 0,45 17-7511 0 0,-37-22 4174 0 0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1:41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167 493 548 0 0,'0'0'4941'0'0,"-2"-7"-4265"0"0,-3-25 263 0 0,1 0-1 0 0,1-1 1 0 0,2 0-1 0 0,5-53 0 0 0,-1 36-222 0 0,-1 13 220 0 0,-2 1-1 0 0,-1 0 1 0 0,-11-70-1 0 0,12 104-805 0 0,-3-1 179 0 0,-2 8-249 0 0,-3 9-56 0 0,-15 55 105 0 0,3 2-1 0 0,3 0 1 0 0,-15 130 0 0 0,21-119-51 0 0,-3 139 161 0 0,9-98-118 0 0,-4 177 92 0 0,11-223-197 0 0,0-56-466 0 0,-1 1 0 0 0,-3 31 0 0 0,-1-25-1575 0 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1:42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0 397 360 0 0,'9'-8'437'0'0,"0"0"0"0"0,0 0-1 0 0,1 1 1 0 0,0 1 0 0 0,1 0 0 0 0,-1 0-1 0 0,1 1 1 0 0,0 0 0 0 0,15-4 0 0 0,15-7 139 0 0,38-19 265 0 0,142-69 1172 0 0,-174 79-1181 0 0,-1-2 1 0 0,67-52-1 0 0,-60 38 2274 0 0,-52 40-2325 0 0,1 31 506 0 0,-1-4-1215 0 0,7 49 0 0 0,-7-74-72 0 0,-1 1-1 0 0,0 0 1 0 0,1 0-1 0 0,-1 0 1 0 0,1 0-1 0 0,0-1 1 0 0,-1 1-1 0 0,1 0 1 0 0,0 0-1 0 0,0-1 1 0 0,0 1-1 0 0,0-1 1 0 0,1 1-1 0 0,-1-1 1 0 0,0 1-1 0 0,1-1 1 0 0,-1 0-1 0 0,1 0 1 0 0,-1 1-1 0 0,1-1 1 0 0,-1 0-1 0 0,1-1 1 0 0,0 1-1 0 0,-1 0 1 0 0,1 0-1 0 0,4 0 0 0 0,-2-1-13 0 0,1 0-1 0 0,-1-1 0 0 0,0 1 0 0 0,1-1 0 0 0,-1 0 0 0 0,1-1 1 0 0,-1 1-1 0 0,0-1 0 0 0,0 0 0 0 0,0 0 0 0 0,5-3 0 0 0,45-30-169 0 0,-40 24 107 0 0,2 1-1 0 0,30-15 1 0 0,-22 12 1 0 0,-16 8 30 0 0,-1 1 0 0 0,1 0 0 0 0,0 1 0 0 0,15-5 0 0 0,-21 7 36 0 0,0 1 1 0 0,-1-1-1 0 0,1 1 1 0 0,0 0-1 0 0,0 0 0 0 0,0 0 1 0 0,0 0-1 0 0,0 0 1 0 0,-1 1-1 0 0,1-1 0 0 0,0 0 1 0 0,0 1-1 0 0,0-1 1 0 0,-1 1-1 0 0,1 0 0 0 0,0 0 1 0 0,-1-1-1 0 0,1 1 0 0 0,0 0 1 0 0,-1 0-1 0 0,1 1 1 0 0,-1-1-1 0 0,0 0 0 0 0,1 0 1 0 0,-1 1-1 0 0,0-1 1 0 0,2 3-1 0 0,23 56-103 0 0,-26-58 106 0 0,6-3 32 0 0,0 1 0 0 0,0-1 0 0 0,0 0 0 0 0,0 0 1 0 0,0-1-1 0 0,-1 1 0 0 0,1-1 0 0 0,0-1 0 0 0,-1 1 0 0 0,1-1 0 0 0,-1 0 0 0 0,0 0 1 0 0,6-5-1 0 0,40-19 92 0 0,-48 27-219 0 0,-1-1 0 0 0,0 1 0 0 0,0 0 0 0 0,1-1 0 0 0,-1 1 0 0 0,0 0 0 0 0,0 1 0 0 0,1-1 0 0 0,-1 0-1 0 0,0 1 1 0 0,0-1 0 0 0,0 1 0 0 0,1 0 0 0 0,-1 0 0 0 0,0-1 0 0 0,0 2 0 0 0,0-1 0 0 0,0 0 0 0 0,-1 0 0 0 0,1 0 0 0 0,0 1 0 0 0,0-1 0 0 0,-1 1 0 0 0,1 0 0 0 0,-1-1 0 0 0,3 4 0 0 0,22 17-6996 0 0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1:42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68 653 840 0 0,'0'0'2502'0'0,"-5"1"-1718"0"0,2-1-617 0 0,0 1 0 0 0,-1 0 0 0 0,1 0 0 0 0,0 1 0 0 0,0-1 0 0 0,0 1 0 0 0,0-1 1 0 0,1 1-1 0 0,-1 0 0 0 0,0 0 0 0 0,1 0 0 0 0,-1 0 0 0 0,1 1 0 0 0,0-1 0 0 0,0 1 0 0 0,0-1 1 0 0,0 1-1 0 0,0 0 0 0 0,0 0 0 0 0,1 0 0 0 0,-1 0 0 0 0,1 0 0 0 0,0 0 0 0 0,0 0 0 0 0,0 0 1 0 0,1 0-1 0 0,-2 6 0 0 0,2-6-93 0 0,-1 1 1 0 0,1-1 0 0 0,0 0-1 0 0,0 0 1 0 0,0 0 0 0 0,0 0-1 0 0,0 0 1 0 0,1 0 0 0 0,0 0-1 0 0,-1 0 1 0 0,1 0 0 0 0,0 0-1 0 0,0 0 1 0 0,1 0 0 0 0,-1 0-1 0 0,1 0 1 0 0,-1-1 0 0 0,1 1-1 0 0,0-1 1 0 0,0 1 0 0 0,0-1-1 0 0,3 3 1 0 0,-1-3-26 0 0,0 0 0 0 0,0 0 0 0 0,1 0 0 0 0,-1 0 0 0 0,1-1 0 0 0,-1 1 0 0 0,1-1 0 0 0,-1 0 0 0 0,1-1 0 0 0,0 1 0 0 0,0-1 0 0 0,-1 0 0 0 0,1 0 0 0 0,8-1 0 0 0,9-3-3 0 0,-1 0 1 0 0,0-1-1 0 0,0-1 0 0 0,0-1 1 0 0,-1-1-1 0 0,0 0 1 0 0,0-2-1 0 0,-1-1 0 0 0,0 0 1 0 0,-1-1-1 0 0,0-1 0 0 0,-1 0 1 0 0,23-25-1 0 0,-15 13-27 0 0,-2-1 0 0 0,0-1 0 0 0,-2-1 0 0 0,-2 0 0 0 0,0-2 0 0 0,-2 0 0 0 0,24-57 0 0 0,-34 67 113 0 0,0-1 0 0 0,-1 0-1 0 0,-2 0 1 0 0,0-1 0 0 0,-1 1 0 0 0,-1-1-1 0 0,-1 1 1 0 0,-1-1 0 0 0,-1 0-1 0 0,0 0 1 0 0,-2 1 0 0 0,-1 0-1 0 0,-9-33 1 0 0,11 50-24 0 0,1 0-1 0 0,-1 1 1 0 0,0-1-1 0 0,0 1 1 0 0,-1-1-1 0 0,1 1 1 0 0,-1 0-1 0 0,1 0 1 0 0,-1 0 0 0 0,0 0-1 0 0,-4-3 1 0 0,5 5-31 0 0,-19 7 112 0 0,16-4-174 0 0,1 1 1 0 0,-1 0-1 0 0,1 0 1 0 0,0 0-1 0 0,0 0 1 0 0,0 1-1 0 0,0-1 1 0 0,1 1-1 0 0,-1 0 1 0 0,1 0-1 0 0,0 0 1 0 0,0 1-1 0 0,1-1 1 0 0,-3 6-1 0 0,-26 71 77 0 0,26-65-76 0 0,-4 12 13 0 0,2 0 1 0 0,1 1 0 0 0,2-1-1 0 0,0 1 1 0 0,2 1 0 0 0,2-1-1 0 0,0 0 1 0 0,2 0-1 0 0,1 0 1 0 0,1 0 0 0 0,2 0-1 0 0,0-1 1 0 0,18 45-1 0 0,-21-64-17 0 0,1 0-1 0 0,0 0 0 0 0,0-1 1 0 0,1 0-1 0 0,0 0 0 0 0,0 0 1 0 0,1 0-1 0 0,0-1 0 0 0,0 0 0 0 0,1 0 1 0 0,0 0-1 0 0,0-1 0 0 0,1 0 1 0 0,0-1-1 0 0,0 1 0 0 0,0-2 1 0 0,0 1-1 0 0,1-1 0 0 0,11 4 1 0 0,-16-8 226 0 0,1 1 1 0 0,-1-1 0 0 0,1 0 0 0 0,0 0 0 0 0,-1-1 0 0 0,1 0 0 0 0,0 1 0 0 0,-1-1 0 0 0,7-3 0 0 0,-7 3 193 0 0,-2 0 159 0 0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1:43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42 1244 0 0,'0'0'2839'0'0,"-1"-5"-2513"0"0,-4-25 9493 0 0,4 24-11409 0 0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1:44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85 680 0 0,'-7'-2'1093'0'0,"-3"-1"-554"0"0,-5-1-80 0 0,-4-5 6798 0 0,17 8-6274 0 0,0-5 3765 0 0,14 3-4727 0 0,0-1-1 0 0,-1 0 1 0 0,18-8-1 0 0,-28 12-23 0 0,10-8 67 0 0,-7 6 1092 0 0,-37 20-1201 0 0,22-13 68 0 0,1 0 1 0 0,0 0 0 0 0,0 1-1 0 0,1 1 1 0 0,-1 0-1 0 0,1 0 1 0 0,1 1 0 0 0,-1 0-1 0 0,-9 12 1 0 0,17-19-15 0 0,0 0 0 0 0,0 1 1 0 0,-1-1-1 0 0,1 1 0 0 0,0 0 0 0 0,0-1 1 0 0,0 1-1 0 0,1 0 0 0 0,-1 0 0 0 0,0 0 0 0 0,1-1 1 0 0,-1 1-1 0 0,1 0 0 0 0,-1 0 0 0 0,1 0 1 0 0,0 0-1 0 0,0 0 0 0 0,0 0 0 0 0,0 0 1 0 0,0 0-1 0 0,1 0 0 0 0,-1 0 0 0 0,0-1 0 0 0,1 1 1 0 0,0 0-1 0 0,-1 0 0 0 0,1 0 0 0 0,0 0 1 0 0,0-1-1 0 0,0 1 0 0 0,0 0 0 0 0,0-1 1 0 0,0 1-1 0 0,0-1 0 0 0,1 1 0 0 0,-1-1 1 0 0,1 0-1 0 0,-1 1 0 0 0,1-1 0 0 0,-1 0 0 0 0,1 0 1 0 0,0 0-1 0 0,-1 0 0 0 0,1-1 0 0 0,0 1 1 0 0,0 0-1 0 0,0-1 0 0 0,-1 1 0 0 0,1-1 1 0 0,0 1-1 0 0,3-1 0 0 0,-4 0 47 0 0,44-26 103 0 0,-8-9-91 0 0,-19 17-123 0 0,0 1 0 0 0,0 1 0 0 0,2 0 0 0 0,0 1-1 0 0,1 1 1 0 0,0 1 0 0 0,28-12 0 0 0,-47 25 41 0 0,1-1 0 0 0,-1 0 1 0 0,1 1-1 0 0,-1-1 0 0 0,1 1 0 0 0,-1 0 1 0 0,1-1-1 0 0,0 1 0 0 0,-1 1 0 0 0,1-1 1 0 0,-1 0-1 0 0,1 1 0 0 0,-1-1 0 0 0,1 1 1 0 0,-1 0-1 0 0,1-1 0 0 0,-1 1 0 0 0,0 1 1 0 0,1-1-1 0 0,-1 0 0 0 0,0 0 0 0 0,0 1 1 0 0,0-1-1 0 0,0 1 0 0 0,0 0 1 0 0,0 0-1 0 0,0 0 0 0 0,-1 0 0 0 0,3 3 1 0 0,-1 0 72 0 0,0 0 1 0 0,0 0 0 0 0,0 0 0 0 0,-1 1-1 0 0,0-1 1 0 0,0 1 0 0 0,0 0 0 0 0,-1 0-1 0 0,0-1 1 0 0,0 1 0 0 0,0 10 0 0 0,23-30 36 0 0,4-6 31 0 0,-21 15-119 0 0,0-1 0 0 0,1 1 1 0 0,0 0-1 0 0,0 1 0 0 0,1-1 1 0 0,17-5-1 0 0,-20 9-14 0 0,0 1 1 0 0,1-1-1 0 0,-1 1 0 0 0,1 0 0 0 0,-1 0 1 0 0,1 1-1 0 0,-1 0 0 0 0,0 0 0 0 0,0 1 0 0 0,1 0 1 0 0,-1 0-1 0 0,0 0 0 0 0,10 6 0 0 0,50 26-2633 0 0,-65-33 1758 0 0,5 3-836 0 0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1:44.3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52 1008 0 0,'-8'-5'4216'0'0,"8"-7"-1435"0"0,20-2-2025 0 0,-5 9-116 0 0,4 1-180 0 0,7-1-204 0 0,0 2-216 0 0,6 0-212 0 0,8 3-188 0 0,2 0-196 0 0,10 3-228 0 0,-5 0-600 0 0,1-3-1493 0 0,1 5 661 0 0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1:15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83 351 1004 0 0,'2'-11'5454'0'0,"-2"11"-5374"0"0,0 0 0 0 0,0 1-1 0 0,1-1 1 0 0,-1 0 0 0 0,0 0 0 0 0,0 0-1 0 0,0 0 1 0 0,0 0 0 0 0,0 0-1 0 0,0 0 1 0 0,0 0 0 0 0,1 0-1 0 0,-1 0 1 0 0,0 1 0 0 0,0-1-1 0 0,0 0 1 0 0,0 0 0 0 0,0 0-1 0 0,1 0 1 0 0,-1 0 0 0 0,0 0-1 0 0,0 0 1 0 0,0 0 0 0 0,0 0-1 0 0,0 0 1 0 0,1 0 0 0 0,-1 0-1 0 0,0 0 1 0 0,0 0 0 0 0,0 0-1 0 0,0-1 1 0 0,0 1 0 0 0,0 0-1 0 0,1 0 1 0 0,-1 0 0 0 0,0 0-1 0 0,0 0 1 0 0,0 0 0 0 0,0 0 0 0 0,0 0-1 0 0,0 0 1 0 0,0 0 0 0 0,1-1-1 0 0,-1 1 1 0 0,0 0 0 0 0,0 0-1 0 0,0 0 1 0 0,0 0 0 0 0,0 0-1 0 0,0 0 1 0 0,0-1 0 0 0,0 1-1 0 0,0 0 1 0 0,0 0 0 0 0,0 0-1 0 0,0 0 1 0 0,0 0 0 0 0,0-1-1 0 0,0 1 1 0 0,114 397 4825 0 0,-89-293-4119 0 0,-7-11 3533 0 0,-23-97-3893 0 0,-7-8-217 0 0,1 0 1 0 0,1-1-1 0 0,0 0 0 0 0,0-1 0 0 0,2 0 0 0 0,0 0 0 0 0,0-1 1 0 0,-9-27-1 0 0,-1-8 138 0 0,-17-77 0 0 0,27 80-270 0 0,2 1 0 0 0,2-1 0 0 0,2 0 1 0 0,6-64-1 0 0,-1 87-94 0 0,0-1 1 0 0,1 1 0 0 0,2 0 0 0 0,12-36 0 0 0,-14 49-53 0 0,0 1-1 0 0,0 0 1 0 0,1 0 0 0 0,1 0 0 0 0,-1 1 0 0 0,1-1 0 0 0,1 2 0 0 0,0-1 0 0 0,0 1 0 0 0,1 0-1 0 0,0 0 1 0 0,11-8 0 0 0,-14 13 8 0 0,0 1 0 0 0,1-1 0 0 0,-1 1 0 0 0,1 0 0 0 0,0 0-1 0 0,-1 0 1 0 0,1 1 0 0 0,0 0 0 0 0,0 0 0 0 0,0 0 0 0 0,0 1 0 0 0,0 0-1 0 0,0 0 1 0 0,9 2 0 0 0,-5 0-17 0 0,0 0 0 0 0,0 1-1 0 0,-1 0 1 0 0,1 1 0 0 0,-1 0-1 0 0,0 0 1 0 0,0 1 0 0 0,12 8-1 0 0,-13-8 14 0 0,0 1 0 0 0,-1 0-1 0 0,0 0 1 0 0,0 0-1 0 0,0 1 1 0 0,-1 0-1 0 0,0 0 1 0 0,0 0-1 0 0,-1 1 1 0 0,0 0-1 0 0,0 0 1 0 0,-1 1 0 0 0,0-1-1 0 0,0 1 1 0 0,-1 0-1 0 0,0 0 1 0 0,-1 0-1 0 0,0 0 1 0 0,-1 0-1 0 0,1 10 1 0 0,-2-14 36 0 0,-2 1 0 0 0,1-1 0 0 0,-1 1 1 0 0,0-1-1 0 0,0 0 0 0 0,0 0 0 0 0,-1 0 0 0 0,1 0 1 0 0,-1 0-1 0 0,0-1 0 0 0,-1 1 0 0 0,1-1 0 0 0,-1 0 1 0 0,0 0-1 0 0,0 0 0 0 0,0 0 0 0 0,-1-1 0 0 0,1 0 1 0 0,-8 4-1 0 0,-7 5-15 0 0,-1-1 1 0 0,0-1-1 0 0,-28 9 0 0 0,16-7-96 0 0,-1-3 0 0 0,1 0 0 0 0,-53 5 0 0 0,65-12-851 0 0,0-1-1 0 0,0-1 0 0 0,-40-4 1 0 0,59 4 528 0 0,0 0 1 0 0,-1-1-1 0 0,1 1 1 0 0,0 0-1 0 0,-1-1 1 0 0,1 1-1 0 0,0-1 1 0 0,0 1-1 0 0,-1-1 1 0 0,1 0-1 0 0,0 1 1 0 0,0-1-1 0 0,0 0 1 0 0,0 0-1 0 0,0 0 1 0 0,0 0-1 0 0,0 0 1 0 0,-1-1-1 0 0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1:16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18 344 0 0,'-1'-11'13802'0'0,"-1"10"-13742"0"0,-1 1 1 0 0,1-1-1 0 0,0 1 0 0 0,-1-1 1 0 0,1 1-1 0 0,-1 0 0 0 0,1 0 1 0 0,-1 0-1 0 0,1 0 0 0 0,-1 0 1 0 0,1 1-1 0 0,0-1 0 0 0,-1 1 1 0 0,1 0-1 0 0,-5 1 0 0 0,-1 2 61 0 0,0 0 0 0 0,1 0-1 0 0,-1 0 1 0 0,-10 9-1 0 0,5-2 25 0 0,0 1 1 0 0,1 0-1 0 0,0 1 0 0 0,-15 20 1 0 0,23-27-80 0 0,0 0 1 0 0,1 0-1 0 0,-1 0 1 0 0,1 0-1 0 0,1 1 1 0 0,-1-1-1 0 0,-2 13 1 0 0,5-18-42 0 0,3 5 7 0 0,7 11 22 0 0,-5-15-60 0 0,0-1 1 0 0,0 1-1 0 0,0-1 0 0 0,0 0 0 0 0,1-1 1 0 0,-1 0-1 0 0,0 1 0 0 0,0-2 0 0 0,1 1 1 0 0,-1 0-1 0 0,0-1 0 0 0,0 0 0 0 0,1-1 0 0 0,-1 1 1 0 0,0-1-1 0 0,0 0 0 0 0,0 0 0 0 0,5-3 1 0 0,13-6-115 0 0,1-2 0 0 0,26-19 0 0 0,-7 2-80 0 0,-42 29 161 0 0,-3 37-366 0 0,2-31 394 0 0,0-1 0 0 0,0 1 0 0 0,0 0 0 0 0,1-1-1 0 0,0 1 1 0 0,-1-1 0 0 0,2 1 0 0 0,-1-1 0 0 0,4 9 0 0 0,-4-11 11 0 0,-1 1-1 0 0,1-1 1 0 0,1 0-1 0 0,-1 0 1 0 0,0 0-1 0 0,0 0 1 0 0,1 0-1 0 0,-1 0 1 0 0,1 0-1 0 0,0 0 1 0 0,-1-1-1 0 0,1 1 1 0 0,0 0-1 0 0,0-1 1 0 0,0 0-1 0 0,0 1 1 0 0,0-1-1 0 0,1 0 1 0 0,-1 0-1 0 0,0 0 1 0 0,0-1-1 0 0,4 2 1 0 0,-2-2 4 0 0,1 0-1 0 0,-1 0 1 0 0,1 0 0 0 0,-1 0 0 0 0,1-1 0 0 0,-1 0-1 0 0,1 0 1 0 0,-1 0 0 0 0,0 0 0 0 0,1-1-1 0 0,4-2 1 0 0,8-5 9 0 0,1-1 0 0 0,-1 0 0 0 0,-1-2 0 0 0,18-15 0 0 0,24-32 7 0 0,-44 43-15 0 0,0 1 1 0 0,24-20-1 0 0,-4 4 133 0 0,-33 30-143 0 0,1 4-3 0 0,0 1-1 0 0,0 0 1 0 0,-1 0 0 0 0,0 1-1 0 0,0-1 1 0 0,0 0-1 0 0,0 0 1 0 0,-1 1 0 0 0,1 5-1 0 0,0 10 17 0 0,1 1 0 0 0,0-1 1 0 0,12 39-1 0 0,-12-51-10 0 0,-2-6 5 0 0,1 0-1 0 0,0-1 0 0 0,0 1 0 0 0,1 0 0 0 0,-1-1 1 0 0,0 1-1 0 0,1-1 0 0 0,-1 1 0 0 0,0-1 0 0 0,1 0 0 0 0,0 0 1 0 0,-1 1-1 0 0,1-1 0 0 0,0 0 0 0 0,-1 0 0 0 0,1-1 0 0 0,0 1 1 0 0,0 0-1 0 0,0-1 0 0 0,0 1 0 0 0,0-1 0 0 0,0 1 1 0 0,0-1-1 0 0,0 0 0 0 0,0 0 0 0 0,0 0 0 0 0,0 0 0 0 0,0 0 1 0 0,0 0-1 0 0,0-1 0 0 0,2 0 0 0 0,8 0-3 0 0,-1-1-1 0 0,1-1 0 0 0,20-7 1 0 0,84-45-105 0 0,-28 12 418 0 0,-86 43-288 0 0,13-1 73 0 0,13 10-88 0 0,10 3-2274 0 0,-13-8-5521 0 0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1:16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85 4 0 0,'-31'-10'9457'0'0,"30"8"-9104"0"0,-1 0 0 0 0,1 1 0 0 0,-1-1 0 0 0,1 0 0 0 0,0 1 0 0 0,0-1 0 0 0,0 0 1 0 0,0 0-1 0 0,0 0 0 0 0,0 0 0 0 0,1 0 0 0 0,-1 0 0 0 0,1 0 0 0 0,-1 0 0 0 0,1-1 0 0 0,0 1 0 0 0,0 0 0 0 0,0 0 0 0 0,0 0 1 0 0,0 0-1 0 0,0-1 0 0 0,0 1 0 0 0,1 0 0 0 0,-1 0 0 0 0,2-3 0 0 0,-1 2-228 0 0,5-9-1415 0 0,-4 8-2088 0 0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1:18.0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1 170 368 0 0,'0'0'7820'0'0,"19"-3"-6685"0"0,-1-13-438 0 0,0-1 1 0 0,-1-1-1 0 0,23-32 0 0 0,-39 47-631 0 0,1 1-1 0 0,-1-1 0 0 0,1 0 0 0 0,-1 0 1 0 0,0 0-1 0 0,0 1 0 0 0,-1-1 0 0 0,1 0 1 0 0,-1 0-1 0 0,1 0 0 0 0,-1 0 0 0 0,0 0 0 0 0,0 0 1 0 0,0 0-1 0 0,0 0 0 0 0,-1 0 0 0 0,1 0 1 0 0,-2-5-1 0 0,1 6-30 0 0,1 2-63 0 0,0-1 0 0 0,0 1 0 0 0,0 0 0 0 0,0 0-1 0 0,0 0 1 0 0,0 0 0 0 0,0 0 0 0 0,0-1 0 0 0,0 1 0 0 0,0 0-1 0 0,0 0 1 0 0,0 0 0 0 0,-1 0 0 0 0,1 0 0 0 0,0 0-1 0 0,0-1 1 0 0,0 1 0 0 0,0 0 0 0 0,0 0 0 0 0,0 0 0 0 0,0 0-1 0 0,0 0 1 0 0,0 0 0 0 0,-1 0 0 0 0,1 0 0 0 0,0 0 0 0 0,0 0-1 0 0,0-1 1 0 0,0 1 0 0 0,0 0 0 0 0,-1 0 0 0 0,1 0 0 0 0,0 0-1 0 0,0 0 1 0 0,0 0 0 0 0,0 0 0 0 0,0 0 0 0 0,0 0 0 0 0,-1 0-1 0 0,1 0 1 0 0,0 0 0 0 0,0 0 0 0 0,0 0 0 0 0,0 0-1 0 0,0 0 1 0 0,-1 1 0 0 0,1-1 0 0 0,0 0 0 0 0,0 0 0 0 0,0 0-1 0 0,0 0 1 0 0,0 0 0 0 0,0 0 0 0 0,-1 0 0 0 0,1 0 0 0 0,0 0-1 0 0,0 0 1 0 0,0 1 0 0 0,0-1 0 0 0,0 0 0 0 0,0 0 0 0 0,0 0-1 0 0,0 0 1 0 0,0 0 0 0 0,0 0 0 0 0,0 1 0 0 0,9 19 26 0 0,-4-15 6 0 0,108 1 60 0 0,-111-5-63 0 0,0-1 0 0 0,-1 1 0 0 0,1 0 0 0 0,0-1 0 0 0,-1 1-1 0 0,1 0 1 0 0,-1 0 0 0 0,1 0 0 0 0,-1 0 0 0 0,0 0 0 0 0,1 0-1 0 0,-1 1 1 0 0,0-1 0 0 0,0 0 0 0 0,0 1 0 0 0,0-1 0 0 0,0 1-1 0 0,0-1 1 0 0,0 1 0 0 0,0-1 0 0 0,-1 1 0 0 0,1-1 0 0 0,-1 1 0 0 0,1 0-1 0 0,-1 0 1 0 0,1-1 0 0 0,-1 1 0 0 0,0 0 0 0 0,0-1 0 0 0,0 1-1 0 0,0 0 1 0 0,0 2 0 0 0,-8 63 414 0 0,7-58-334 0 0,-1-4 28 0 0,1 1 1 0 0,1 0-1 0 0,-1 0 1 0 0,1 0-1 0 0,0 0 1 0 0,0 0-1 0 0,1-1 0 0 0,1 8 1 0 0,-2-11-79 0 0,1 0 0 0 0,0-1 0 0 0,-1 1 0 0 0,1 0 0 0 0,0-1 0 0 0,0 1 0 0 0,0-1-1 0 0,1 1 1 0 0,-1-1 0 0 0,0 1 0 0 0,0-1 0 0 0,1 0 0 0 0,-1 1 0 0 0,1-1 0 0 0,-1 0 0 0 0,1 0 0 0 0,0 0 0 0 0,-1 0 0 0 0,1-1 0 0 0,0 1 0 0 0,0 0 0 0 0,-1-1 0 0 0,1 1 0 0 0,0-1 0 0 0,0 1-1 0 0,0-1 1 0 0,0 0 0 0 0,0 0 0 0 0,2 0 0 0 0,13 0-193 0 0,1-1 0 0 0,-1 0 0 0 0,0-1 0 0 0,1-1-1 0 0,25-8 1 0 0,85-36-5316 0 0,-106 38 3816 0 0,44-18-1652 0 0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1:20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744 61 472 0 0,'-5'-14'1481'0'0,"5"11"-1329"0"0,0 1 0 0 0,-1 0-1 0 0,1 0 1 0 0,-1 0-1 0 0,1 0 1 0 0,-1 0-1 0 0,0 0 1 0 0,1 0-1 0 0,-1 0 1 0 0,0 0-1 0 0,-1 0 1 0 0,1 0 0 0 0,0 0-1 0 0,0 1 1 0 0,-1-1-1 0 0,1 0 1 0 0,-1 1-1 0 0,0-1 1 0 0,1 1-1 0 0,-1 0 1 0 0,0-1-1 0 0,0 1 1 0 0,0 0 0 0 0,0 0-1 0 0,0 0 1 0 0,-2 0-1 0 0,-5 1-11 0 0,0 0-1 0 0,0 1 0 0 0,0 0 1 0 0,0 0-1 0 0,1 1 0 0 0,-1 0 1 0 0,0 1-1 0 0,1 0 0 0 0,0 0 1 0 0,0 1-1 0 0,0 0 0 0 0,0 1 1 0 0,1-1-1 0 0,-14 12 0 0 0,-11 10 284 0 0,-51 53 0 0 0,80-76-391 0 0,-52 56 400 0 0,2 3-1 0 0,3 2 0 0 0,3 2 0 0 0,-45 85 0 0 0,62-95-141 0 0,3 2-1 0 0,3 1 0 0 0,-20 70 0 0 0,37-101-198 0 0,1 1 1 0 0,1 0 0 0 0,2 0-1 0 0,0 1 1 0 0,2-1 0 0 0,2 1-1 0 0,0-1 1 0 0,2 1 0 0 0,1-1-1 0 0,2 0 1 0 0,0-1 0 0 0,2 1-1 0 0,1-1 1 0 0,2-1 0 0 0,0 0-1 0 0,2 0 1 0 0,1-1-1 0 0,1-1 1 0 0,1 0 0 0 0,1-1-1 0 0,1-1 1 0 0,1 0 0 0 0,23 19-1 0 0,-16-17-58 0 0,1-2 0 0 0,0-1 0 0 0,2-2 0 0 0,0 0 1 0 0,2-2-1 0 0,35 15 0 0 0,-46-25-477 0 0,0-1 0 0 0,0 0 0 0 0,1-2 0 0 0,33 4 0 0 0,-35-7-705 0 0,0-1 0 0 0,0-1 0 0 0,0-1 0 0 0,0 0 0 0 0,31-7 0 0 0,-7-3-2026 0 0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1:21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401 61 536 0 0,'-5'-52'10260'0'0,"4"51"-10156"0"0,0 0 0 0 0,0 0 0 0 0,0 1 0 0 0,0-1 1 0 0,-1 0-1 0 0,1 1 0 0 0,0-1 0 0 0,0 1 0 0 0,-1-1 0 0 0,1 1 0 0 0,-1-1 0 0 0,1 1 0 0 0,0 0 0 0 0,-1 0 0 0 0,1 0 0 0 0,-1 0 0 0 0,1 0 0 0 0,0 0 0 0 0,-1 0 0 0 0,1 0 0 0 0,-1 0 0 0 0,1 1 0 0 0,-2 0 0 0 0,-38 12 233 0 0,17 0-261 0 0,1 0-1 0 0,0 1 1 0 0,1 1 0 0 0,1 1-1 0 0,0 1 1 0 0,1 1 0 0 0,1 1-1 0 0,0 1 1 0 0,2 0 0 0 0,0 1 0 0 0,2 1-1 0 0,0 0 1 0 0,1 1 0 0 0,-12 31-1 0 0,21-43-61 0 0,0 1 0 0 0,1 0-1 0 0,1 1 1 0 0,0-1-1 0 0,1 0 1 0 0,0 1 0 0 0,1 0-1 0 0,1-1 1 0 0,-1 1 0 0 0,2 0-1 0 0,0-1 1 0 0,4 22-1 0 0,-3-28 0 0 0,0 0-1 0 0,-1 1 1 0 0,2-1 0 0 0,-1 0-1 0 0,1 0 1 0 0,0-1-1 0 0,0 1 1 0 0,1 0-1 0 0,-1-1 1 0 0,1 0-1 0 0,0 0 1 0 0,1 0-1 0 0,-1-1 1 0 0,1 1-1 0 0,0-1 1 0 0,0 0-1 0 0,1 0 1 0 0,-1-1-1 0 0,1 0 1 0 0,-1 0 0 0 0,1 0-1 0 0,0 0 1 0 0,0-1-1 0 0,0 0 1 0 0,1 0-1 0 0,6 0 1 0 0,-1 0 10 0 0,-1 0 0 0 0,0-1 1 0 0,1 0-1 0 0,-1-1 0 0 0,1 0 0 0 0,12-3 1 0 0,-20 2-14 0 0,0 0 0 0 0,0 0 0 0 0,1-1 0 0 0,-1 1 1 0 0,0-1-1 0 0,0 0 0 0 0,0 0 0 0 0,-1-1 0 0 0,1 1 1 0 0,0-1-1 0 0,-1 1 0 0 0,0-1 0 0 0,1 0 0 0 0,-1-1 1 0 0,0 1-1 0 0,-1-1 0 0 0,1 1 0 0 0,3-7 0 0 0,-5 8-2 0 0,0-1-1 0 0,-1 1 0 0 0,1 0 0 0 0,-1 0 1 0 0,1-1-1 0 0,-1 1 0 0 0,0 0 0 0 0,0-1 0 0 0,0 1 1 0 0,0 0-1 0 0,0-1 0 0 0,-1 1 0 0 0,1 0 1 0 0,-1 0-1 0 0,1-1 0 0 0,-1 1 0 0 0,0 0 0 0 0,-1-2 1 0 0,-19-36 131 0 0,19 38-117 0 0,1 0 30 0 0,1 1-48 0 0,0-1 0 0 0,0 1-1 0 0,0-1 1 0 0,1 0 0 0 0,-1 1-1 0 0,1-1 1 0 0,-1 1 0 0 0,1-1-1 0 0,-1 1 1 0 0,1-1 0 0 0,0 1-1 0 0,0 0 1 0 0,-1-1 0 0 0,1 1 0 0 0,0 0-1 0 0,0-1 1 0 0,0 1 0 0 0,1 0-1 0 0,-1 0 1 0 0,0 0 0 0 0,0 0-1 0 0,1 0 1 0 0,1-1 0 0 0,2 0-8 0 0,-1 0 0 0 0,1 0 1 0 0,0 1-1 0 0,0 0 0 0 0,-1-1 1 0 0,1 2-1 0 0,0-1 0 0 0,5 0 0 0 0,2 1-14 0 0,1 0-1 0 0,-1 1 0 0 0,0 0 1 0 0,0 1-1 0 0,1 0 0 0 0,12 5 1 0 0,-20-5 11 0 0,1 1 0 0 0,-1 0 0 0 0,0 0 0 0 0,-1 0 0 0 0,1 0 0 0 0,-1 1 0 0 0,1 0 0 0 0,-1 0 0 0 0,0 0 0 0 0,0 1 0 0 0,-1-1 0 0 0,0 1 0 0 0,1 0 0 0 0,-1 0 0 0 0,-1 0 0 0 0,1 0 0 0 0,-1 1 0 0 0,0-1 0 0 0,0 1 0 0 0,-1-1 0 0 0,1 1 0 0 0,-1 0 0 0 0,-1-1 1 0 0,1 1-1 0 0,-1 9 0 0 0,1 10 63 0 0,-2 0 0 0 0,-1 0 0 0 0,-1 0-1 0 0,-9 37 1 0 0,-5-1 288 0 0,17-59-223 0 0,-1 6 28 0 0,22-22-11015 0 0,-13 5 7627 0 0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1:22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0 364 0 0,'0'0'14311'0'0,"5"23"-7218"0"0,-3-12-7833 0 0,-2 8 722 0 0,-1-1 0 0 0,0 1 1 0 0,-2 0-1 0 0,0-1 0 0 0,-1 0 0 0 0,-12 35 0 0 0,5-15-25 0 0,11-38 44 0 0,-3 10 20 0 0,0 0 0 0 0,-1 0 0 0 0,0-1 0 0 0,0 0 0 0 0,-1 0 0 0 0,0 0 0 0 0,0 0 0 0 0,-1-1 0 0 0,-13 14 0 0 0,18-20-8 0 0,-4 3 151 0 0,-1 1-606 0 0,-2-18-6084 0 0,7-1-816 0 0,1-13 3440 0 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1:22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222 166 120 0 0,'3'-6'555'0'0,"-1"0"0"0"0,0-1 0 0 0,0 1 0 0 0,-1-1 0 0 0,0 1 0 0 0,0-1 0 0 0,-1 1 0 0 0,0-1 0 0 0,0 0 0 0 0,0 1 0 0 0,-1-1 0 0 0,0 0 0 0 0,0 1 0 0 0,0-1 0 0 0,-1 1 0 0 0,0 0 0 0 0,-1-1 0 0 0,1 1 0 0 0,-1 0 0 0 0,0 0 0 0 0,-1 1 0 0 0,0-1 0 0 0,-4-5 0 0 0,6 10-499 0 0,1 0 1 0 0,0 0-1 0 0,-1 0 1 0 0,1 0-1 0 0,-1 0 1 0 0,1 1-1 0 0,-1-1 1 0 0,0 1-1 0 0,1-1 1 0 0,-1 1-1 0 0,0 0 1 0 0,1-1-1 0 0,-1 1 1 0 0,0 0-1 0 0,1 0 1 0 0,-1 0-1 0 0,0 0 1 0 0,1 1-1 0 0,-1-1 1 0 0,0 0-1 0 0,1 1 1 0 0,-1-1-1 0 0,1 1 1 0 0,-1-1-1 0 0,1 1 1 0 0,-1 0-1 0 0,1 0 1 0 0,-1 0-1 0 0,1 0 1 0 0,0 0-1 0 0,-1 0 1 0 0,1 0-1 0 0,-2 2 1 0 0,-4 3 35 0 0,1 0-1 0 0,-1 0 1 0 0,1 1 0 0 0,-9 12-1 0 0,6-4 17 0 0,1 0 0 0 0,1 1-1 0 0,0-1 1 0 0,2 1 0 0 0,-1 1 0 0 0,2-1-1 0 0,-4 29 1 0 0,1 8 198 0 0,0 59 0 0 0,11 100 336 0 0,-2 26 29 0 0,-3-227-674 0 0,1 7 76 0 0,-1 0 0 0 0,-1 0-1 0 0,-5 23 1 0 0,6-39-87 0 0,-2 16-252 0 0,-4-10-2708 0 0,-13-39-9982 0 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1:23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1 137 64 0 0,'0'0'4722'0'0,"2"-3"-3783"0"0,6-4-514 0 0,0 1 0 0 0,0 0 0 0 0,0 0 0 0 0,0 1 0 0 0,1 0 0 0 0,0 1 0 0 0,0-1-1 0 0,0 2 1 0 0,11-4 0 0 0,97-22 1121 0 0,-87 22-1292 0 0,110-20-651 0 0,-46 13-5929 0 0,-68 12 3483 0 0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1:23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459 34 88 0 0,'-8'-20'2312'0'0,"7"18"-1529"0"0,1-10 3861 0 0,10 15-4459 0 0,0 0 0 0 0,1 1-1 0 0,-1 0 1 0 0,-1 0 0 0 0,1 1 0 0 0,-1 0 0 0 0,1 1 0 0 0,-1 0 0 0 0,-1 0 0 0 0,1 1 0 0 0,10 12 0 0 0,8 8 243 0 0,-1 1 1 0 0,22 32-1 0 0,-25-28-170 0 0,-2 1 1 0 0,-1 0-1 0 0,-1 2 0 0 0,-2 1 1 0 0,-1 0-1 0 0,-2 1 0 0 0,-2 0 1 0 0,15 78-1 0 0,-23-86-144 0 0,0 0 0 0 0,-3 1 0 0 0,0-1 1 0 0,-2 0-1 0 0,-1 1 0 0 0,-1-1 0 0 0,-2 0 0 0 0,0 0 0 0 0,-2 0 1 0 0,-2-1-1 0 0,0 0 0 0 0,-24 46 0 0 0,17-45 20 0 0,-1-1 1 0 0,-1 0-1 0 0,-2-2 1 0 0,-1 0-1 0 0,0-1 0 0 0,-2-2 1 0 0,-1 0-1 0 0,-1-1 0 0 0,-1-1 1 0 0,0-2-1 0 0,-2-1 1 0 0,-48 25-1 0 0,4-10 617 0 0,-1-3 1 0 0,-2-3-1 0 0,-93 21 0 0 0,165-46-960 0 0,0-2 0 0 0,0 1 0 0 0,-1 0 0 0 0,1-1-1 0 0,0 1 1 0 0,0-1 0 0 0,0 0 0 0 0,0 0 0 0 0,0 0-1 0 0,-1-1 1 0 0,1 1 0 0 0,0-1 0 0 0,-4-1 0 0 0,5 1-752 0 0,5-17-2764 0 0,-1 15 3065 0 0,1-1-274 0 0,3-3-3563 0 0,8-9 1018 0 0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1:23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1 16053 0 0,'16'6'3454'0'0,"13"7"-2790"0"0,-28-7-740 0 0,0 1 0 0 0,-1-1 0 0 0,1 1 0 0 0,-1 0 0 0 0,-1-1 0 0 0,1 1 0 0 0,-1-1 0 0 0,-1 1 0 0 0,1-1 0 0 0,-1 0 0 0 0,0 0 0 0 0,0 1 0 0 0,-1-1 0 0 0,0-1 0 0 0,0 1 0 0 0,0 0-1 0 0,-1-1 1 0 0,-7 9 0 0 0,-5 5-946 0 0,-1-1 0 0 0,-1-1-1 0 0,-24 17 1 0 0,-31 14-5502 0 0,25-21 1959 0 0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1:44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200 341 280 0 0,'-10'-20'6071'0'0,"8"19"-5794"0"0,0 0-1 0 0,0 0 1 0 0,0 0 0 0 0,0 0-1 0 0,-1 1 1 0 0,1-1-1 0 0,0 1 1 0 0,0 0 0 0 0,-1 0-1 0 0,1 0 1 0 0,0 0-1 0 0,0 0 1 0 0,-1 0 0 0 0,1 0-1 0 0,0 1 1 0 0,-1-1-1 0 0,1 1 1 0 0,-2 1 0 0 0,-3 0 83 0 0,0 1 0 0 0,0 1 0 0 0,0 0 0 0 0,0 0 0 0 0,-9 7 0 0 0,6-3-74 0 0,-1 1 0 0 0,1 1 0 0 0,1-1 0 0 0,-1 2 0 0 0,2-1 0 0 0,-10 15 0 0 0,16-21-234 0 0,-1 0 0 0 0,1 1 0 0 0,0-1 0 0 0,0 1 0 0 0,0-1-1 0 0,1 1 1 0 0,-1 0 0 0 0,1 0 0 0 0,1 0 0 0 0,-1 0 0 0 0,1-1-1 0 0,-1 1 1 0 0,1 0 0 0 0,1 0 0 0 0,-1 0 0 0 0,1 0 0 0 0,-1 0-1 0 0,2 0 1 0 0,-1-1 0 0 0,0 1 0 0 0,1 0 0 0 0,3 6 0 0 0,-4-10-43 0 0,1 0 0 0 0,-1 0 1 0 0,0-1-1 0 0,1 1 1 0 0,-1 0-1 0 0,1 0 0 0 0,-1-1 1 0 0,1 1-1 0 0,-1-1 1 0 0,1 0-1 0 0,-1 1 0 0 0,1-1 1 0 0,-1 0-1 0 0,1 0 1 0 0,-1 0-1 0 0,1 0 1 0 0,-1 0-1 0 0,1 0 0 0 0,0-1 1 0 0,-1 1-1 0 0,1 0 1 0 0,-1-1-1 0 0,1 1 0 0 0,-1-1 1 0 0,1 1-1 0 0,-1-1 1 0 0,2-1-1 0 0,38-22 348 0 0,-26 13-147 0 0,-1 0 1 0 0,0-2 0 0 0,-1 1 0 0 0,0-2 0 0 0,-2 0 0 0 0,1 0 0 0 0,-2-1 0 0 0,1 0-1 0 0,-2-1 1 0 0,0 0 0 0 0,-2-1 0 0 0,10-27 0 0 0,-12 30-56 0 0,-1-1 0 0 0,0 0 0 0 0,-1 0 1 0 0,-1 0-1 0 0,0-1 0 0 0,-2 1 0 0 0,1 0 0 0 0,-2-1 1 0 0,0 1-1 0 0,-1 0 0 0 0,0-1 0 0 0,-1 1 0 0 0,-1 1 1 0 0,-1-1-1 0 0,-7-17 0 0 0,10 28-231 0 0,0 1 0 0 0,0-1 1 0 0,0 1-1 0 0,-1 0 0 0 0,0 0 0 0 0,1 0 0 0 0,-1 0 0 0 0,0 0 0 0 0,-1 0 1 0 0,1 1-1 0 0,0 0 0 0 0,-1-1 0 0 0,1 1 0 0 0,-1 1 0 0 0,0-1 1 0 0,1 0-1 0 0,-1 1 0 0 0,0 0 0 0 0,0 0 0 0 0,0 0 0 0 0,0 0 0 0 0,0 1 1 0 0,0-1-1 0 0,0 1 0 0 0,-1 0 0 0 0,-3 1 0 0 0,2-1-417 0 0,-1 1-1 0 0,1 0 1 0 0,-1 1 0 0 0,1-1-1 0 0,0 1 1 0 0,0 0-1 0 0,-7 4 1 0 0,8-4-439 0 0,1 1-1 0 0,-1-1 1 0 0,1 1 0 0 0,0 0 0 0 0,0 0 0 0 0,0 1-1 0 0,0-1 1 0 0,1 1 0 0 0,-4 4 0 0 0,2 2-3281 0 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1:45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0 776 156 0 0,'3'2'348'0'0,"0"-1"0"0"0,0 1 0 0 0,0-1 0 0 0,0 1 1 0 0,1-1-1 0 0,-1 0 0 0 0,0 0 0 0 0,1 0 0 0 0,-1-1 0 0 0,1 1 0 0 0,-1-1 0 0 0,0 0 0 0 0,1 0 1 0 0,-1 0-1 0 0,1 0 0 0 0,-1-1 0 0 0,4 0 0 0 0,67-16 2115 0 0,-56 12-1898 0 0,122-37 2054 0 0,-125 36-2372 0 0,1 0-1 0 0,0-1 0 0 0,-1-1 0 0 0,-1-1 0 0 0,1 0 0 0 0,17-15 1 0 0,-29 21-231 0 0,-1 1 1 0 0,0 0-1 0 0,0-1 1 0 0,-1 0-1 0 0,1 1 1 0 0,-1-1-1 0 0,1 0 1 0 0,-1 0-1 0 0,0 0 1 0 0,0 0-1 0 0,1-3 1 0 0,0 2-393 0 0,1 18 111 0 0,-2-8 250 0 0,0-4-3 0 0,-1-1-1 0 0,1 0 0 0 0,-1 0 1 0 0,1 1-1 0 0,0-1 0 0 0,-1 0 1 0 0,1 0-1 0 0,0 0 0 0 0,0 0 1 0 0,0 0-1 0 0,0 0 0 0 0,0 0 1 0 0,0 0-1 0 0,0 0 0 0 0,0 0 1 0 0,0-1-1 0 0,1 1 0 0 0,-1 0 1 0 0,0-1-1 0 0,0 1 1 0 0,1-1-1 0 0,-1 1 0 0 0,0-1 1 0 0,1 0-1 0 0,2 1 0 0 0,37 2-299 0 0,-36-3 254 0 0,16-1-23 0 0,-1-1 0 0 0,1 0 0 0 0,-1-2 0 0 0,0 0 0 0 0,0-1 0 0 0,0-1 0 0 0,-1-1-1 0 0,0 0 1 0 0,0-2 0 0 0,-1 0 0 0 0,0-1 0 0 0,-1-1 0 0 0,0-1 0 0 0,0 0-1 0 0,-1-1 1 0 0,15-17 0 0 0,-20 19 158 0 0,0-1 0 0 0,-1 0 0 0 0,-1-1 0 0 0,0 0 0 0 0,-1 0 0 0 0,0-1 0 0 0,-1 0 0 0 0,0 0 0 0 0,-1-1 0 0 0,-1 0 0 0 0,-1 0 0 0 0,0 0 0 0 0,-1-1 0 0 0,0 1 0 0 0,-1-1 0 0 0,-1 0 0 0 0,0 1 0 0 0,-2-1 0 0 0,0 0 0 0 0,0 0 0 0 0,-5-20 0 0 0,2 19 294 0 0,0 1 1 0 0,0-1-1 0 0,-2 1 0 0 0,0 0 0 0 0,-1 1 0 0 0,0-1 1 0 0,-1 1-1 0 0,-19-25 0 0 0,27 39-343 0 0,-1 0-1 0 0,0 0 0 0 0,0 0 1 0 0,0 1-1 0 0,0-1 1 0 0,0 0-1 0 0,0 1 0 0 0,0-1 1 0 0,0 1-1 0 0,0-1 1 0 0,-1 1-1 0 0,1-1 1 0 0,0 1-1 0 0,0 0 0 0 0,0-1 1 0 0,-1 1-1 0 0,1 0 1 0 0,0 0-1 0 0,0 0 0 0 0,0 0 1 0 0,-1 0-1 0 0,1 0 1 0 0,0 1-1 0 0,0-1 0 0 0,0 0 1 0 0,-1 0-1 0 0,1 1 1 0 0,0-1-1 0 0,0 1 1 0 0,0-1-1 0 0,0 1 0 0 0,0 0 1 0 0,0-1-1 0 0,0 1 1 0 0,0 0-1 0 0,0 0 0 0 0,0-1 1 0 0,0 1-1 0 0,0 0 1 0 0,1 0-1 0 0,-1 0 1 0 0,-1 2-1 0 0,-30 47 209 0 0,30-46-197 0 0,-14 29 93 0 0,2 1 1 0 0,1 0-1 0 0,-14 66 0 0 0,-12 115 227 0 0,33-174-301 0 0,-38 328 364 0 0,9-60-95 0 0,31-284-220 0 0,-1 0 0 0 0,-1 0 0 0 0,-15 34 0 0 0,20-56-33 0 0,0-5-56 0 0,-1 0-1 0 0,1 0 1 0 0,0-1 0 0 0,0 1-1 0 0,-1 0 1 0 0,1 0 0 0 0,1-1-1 0 0,-1 1 1 0 0,0 0 0 0 0,0-1-1 0 0,1 1 1 0 0,0-1 0 0 0,-1 1-1 0 0,1-1 1 0 0,0-4 0 0 0,10-52-52 0 0,1 24-80 0 0,20-43-1 0 0,-11 32-15 0 0,3 1 1 0 0,1 2-1 0 0,2 0 0 0 0,1 2 1 0 0,3 1-1 0 0,1 1 0 0 0,52-50 1 0 0,-80 86 126 0 0,1 0 0 0 0,-1 0 0 0 0,1 1 1 0 0,-1-1-1 0 0,1 1 0 0 0,0 0 0 0 0,0-1 0 0 0,0 2 1 0 0,0-1-1 0 0,0 0 0 0 0,0 1 0 0 0,1 0 1 0 0,-1 0-1 0 0,0 0 0 0 0,1 1 0 0 0,-1-1 1 0 0,7 1-1 0 0,-8 1 28 0 0,-1-1 0 0 0,1 1 0 0 0,0 0-1 0 0,-1 0 1 0 0,1 1 0 0 0,-1-1 0 0 0,1 0 0 0 0,-1 1 0 0 0,0-1 0 0 0,1 1 0 0 0,-1 0 0 0 0,0 0 0 0 0,0 0 0 0 0,0 0-1 0 0,0 0 1 0 0,-1 0 0 0 0,1 1 0 0 0,-1-1 0 0 0,1 1 0 0 0,-1-1 0 0 0,0 1 0 0 0,0-1 0 0 0,0 1 0 0 0,0 0 0 0 0,0-1-1 0 0,0 5 1 0 0,1-2 29 0 0,-1 1 0 0 0,-1-1 0 0 0,1 0 0 0 0,-1 1 0 0 0,1-1 0 0 0,-1 0 0 0 0,-1 1-1 0 0,1-1 1 0 0,-1 0 0 0 0,0 1 0 0 0,-3 7 0 0 0,-1 0-1145 0 0,-1 0 0 0 0,0 0 0 0 0,-9 12-1 0 0,14-23 761 0 0,-15-1-7914 0 0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1:45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1 104 768 0 0,'0'-18'4048'0'0,"2"0"0"0"0,6-37 1327 0 0,-5 52-4749 0 0,9-6-9469 0 0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1:46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18 720 0 0,'1'6'679'0'0,"1"-1"-1"0"0,0 1 1 0 0,0-1-1 0 0,1 1 1 0 0,0-1-1 0 0,0 0 1 0 0,0 0-1 0 0,0 0 1 0 0,1-1-1 0 0,-1 1 1 0 0,1-1 0 0 0,1 0-1 0 0,5 5 1 0 0,-9-8 46 0 0,0-1-527 0 0,3 1 214 0 0,0 1 0 0 0,0-1-1 0 0,0-1 1 0 0,0 1 0 0 0,0-1-1 0 0,0 1 1 0 0,6-2 0 0 0,6-8 402 0 0,-1-1 0 0 0,-1-1 0 0 0,0 0 0 0 0,15-16 1 0 0,-27 24-798 0 0,0 1 0 0 0,1-1 1 0 0,-1 1-1 0 0,1 0 1 0 0,0-1-1 0 0,0 1 0 0 0,0 1 1 0 0,0-1-1 0 0,0 0 0 0 0,0 1 1 0 0,0-1-1 0 0,1 1 0 0 0,-1 0 1 0 0,1 0-1 0 0,-1 0 0 0 0,1 1 1 0 0,-1-1-1 0 0,1 1 1 0 0,-1 0-1 0 0,1 0 0 0 0,-1 0 1 0 0,1 1-1 0 0,-1-1 0 0 0,1 1 1 0 0,-1-1-1 0 0,5 3 0 0 0,-3-1-26 0 0,0 1 0 0 0,-1 0 0 0 0,1 0 0 0 0,-1 0 0 0 0,0 1 0 0 0,0 0 0 0 0,0-1 0 0 0,0 1 0 0 0,-1 1 0 0 0,0-1 0 0 0,0 0 0 0 0,0 1 0 0 0,0 0 0 0 0,0-1 0 0 0,-1 1-1 0 0,2 6 1 0 0,-2-5 8 0 0,1 0-1 0 0,0 0 1 0 0,0 0-1 0 0,1 0 1 0 0,0 0-1 0 0,0-1 1 0 0,0 0-1 0 0,0 0 1 0 0,1 0-1 0 0,0 0 1 0 0,0 0-1 0 0,0-1 1 0 0,1 0-1 0 0,-1 0 1 0 0,1-1-1 0 0,0 0 1 0 0,0 0-1 0 0,0 0 1 0 0,11 3-1 0 0,-11-5 6 0 0,-1 0-1 0 0,1 0 0 0 0,0-1 1 0 0,-1 1-1 0 0,1-1 0 0 0,0-1 1 0 0,-1 1-1 0 0,1-1 0 0 0,0 0 0 0 0,-1 0 1 0 0,1 0-1 0 0,-1-1 0 0 0,0 0 1 0 0,1 0-1 0 0,-1-1 0 0 0,0 1 1 0 0,0-1-1 0 0,0 0 0 0 0,-1 0 1 0 0,1-1-1 0 0,-1 1 0 0 0,0-1 0 0 0,7-8 1 0 0,22-33 25 0 0,-33 43-18 0 0,1 1 1 0 0,0-1 0 0 0,0 1 0 0 0,0-1 0 0 0,-1 0-1 0 0,1 0 1 0 0,-1 1 0 0 0,1-1 0 0 0,-1 0 0 0 0,0 0-1 0 0,0 0 1 0 0,0 0 0 0 0,0 1 0 0 0,0-1 0 0 0,0 0-1 0 0,0 0 1 0 0,-1 0 0 0 0,1 0 0 0 0,-1 1 0 0 0,1-1-1 0 0,-1 0 1 0 0,0 0 0 0 0,1 1 0 0 0,-1-1 0 0 0,0 1-1 0 0,0-1 1 0 0,-2-1 0 0 0,2 2 35 0 0,-12-2 96 0 0,11 2-126 0 0,1 1 0 0 0,-1-1 0 0 0,0 1 0 0 0,1-1 0 0 0,-1 1 0 0 0,0 0 1 0 0,1 0-1 0 0,-1-1 0 0 0,0 1 0 0 0,0 0 0 0 0,1 1 0 0 0,-1-1 0 0 0,0 0 0 0 0,1 0 1 0 0,-1 1-1 0 0,0-1 0 0 0,1 1 0 0 0,-1 0 0 0 0,-1 0 0 0 0,0 1-31 0 0,1-1-1 0 0,-1 1 1 0 0,1 0 0 0 0,-1-1 0 0 0,1 1-1 0 0,0 0 1 0 0,0 0 0 0 0,0 1-1 0 0,0-1 1 0 0,1 0 0 0 0,-1 1-1 0 0,0-1 1 0 0,1 1 0 0 0,0-1-1 0 0,0 1 1 0 0,-1 0 0 0 0,1 0-1 0 0,1-1 1 0 0,-1 1 0 0 0,0 0-1 0 0,1 0 1 0 0,0 0 0 0 0,-1 0-1 0 0,1 4 1 0 0,1-4-156 0 0,-1-1 1 0 0,1 1-1 0 0,0-1 0 0 0,0 1 0 0 0,0-1 0 0 0,0 1 1 0 0,0-1-1 0 0,1 0 0 0 0,-1 1 0 0 0,0-1 1 0 0,1 0-1 0 0,0 0 0 0 0,0 0 0 0 0,-1 0 0 0 0,1 0 1 0 0,0-1-1 0 0,1 1 0 0 0,-1 0 0 0 0,0-1 1 0 0,0 0-1 0 0,1 1 0 0 0,-1-1 0 0 0,1 0 0 0 0,-1 0 1 0 0,1 0-1 0 0,-1-1 0 0 0,5 2 0 0 0,-1-1-282 0 0,55 11-2758 0 0,-17-11-2106 0 0,-19-4 2127 0 0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1:46.8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68 324 400 0 0,'8'-6'1989'0'0,"-7"-1"4487"0"0,-3 6-6277 0 0,-1 0 0 0 0,0 1 1 0 0,0 0-1 0 0,1 0 0 0 0,-1 0 0 0 0,0 0 1 0 0,0 0-1 0 0,0 0 0 0 0,1 1 1 0 0,-1 0-1 0 0,0-1 0 0 0,1 1 0 0 0,-1 0 1 0 0,0 0-1 0 0,1 0 0 0 0,-1 1 1 0 0,1-1-1 0 0,0 1 0 0 0,-1-1 0 0 0,1 1 1 0 0,0 0-1 0 0,0 0 0 0 0,0-1 0 0 0,0 2 1 0 0,0-1-1 0 0,-1 3 0 0 0,2-5-175 0 0,0 1 0 0 0,0 0 0 0 0,1 0 0 0 0,-1-1-1 0 0,1 1 1 0 0,-1 0 0 0 0,0 0 0 0 0,1 0 0 0 0,0 0-1 0 0,-1 0 1 0 0,1 0 0 0 0,-1 0 0 0 0,1 0 0 0 0,0 0-1 0 0,0 0 1 0 0,0 0 0 0 0,0 0 0 0 0,0 0 0 0 0,0 0-1 0 0,0 0 1 0 0,0 0 0 0 0,0 0 0 0 0,0 0 0 0 0,0 1-1 0 0,1-1 1 0 0,-1 0 0 0 0,0 0 0 0 0,1 0 0 0 0,-1-1-1 0 0,1 1 1 0 0,-1 0 0 0 0,1 0 0 0 0,-1 0 0 0 0,1 0-1 0 0,0 0 1 0 0,-1-1 0 0 0,1 1 0 0 0,0 0 0 0 0,0 0 0 0 0,-1-1-1 0 0,1 1 1 0 0,0-1 0 0 0,1 2 0 0 0,0-1-24 0 0,0 0 0 0 0,0 0 0 0 0,1 0 0 0 0,-1-1 0 0 0,0 1 0 0 0,0 0-1 0 0,0-1 1 0 0,1 1 0 0 0,-1-1 0 0 0,0 0 0 0 0,1 0 0 0 0,-1 0 0 0 0,0 0 0 0 0,0 0 0 0 0,1 0 0 0 0,-1-1 0 0 0,0 1 0 0 0,1-1 0 0 0,-1 0 0 0 0,3-1 0 0 0,5-4 57 0 0,-1 0 0 0 0,0-1 0 0 0,-1 0 0 0 0,1-1 0 0 0,-1 0 0 0 0,-1-1 0 0 0,0 1 0 0 0,10-16 0 0 0,-2 1 364 0 0,-1-1 1 0 0,14-35-1 0 0,-13 20 1285 0 0,13-58 1 0 0,-14 43 6368 0 0,-21 73-7978 0 0,-14 53-167 0 0,-15 91 0 0 0,5-18-8746 0 0,24-125 5338 0 0,2-8-2303 0 0,4-10 4375 0 0,-5 7-3675 0 0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1:48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279 105 1264 0 0,'-4'-2'1343'0'0,"-1"-1"-982"0"0,0 0 1 0 0,1 1-1 0 0,-1 0 0 0 0,0 0 1 0 0,0 0-1 0 0,0 1 0 0 0,0-1 1 0 0,-1 1-1 0 0,1 0 1 0 0,0 1-1 0 0,-1 0 0 0 0,1-1 1 0 0,0 2-1 0 0,0-1 0 0 0,-1 0 1 0 0,1 1-1 0 0,0 0 1 0 0,0 0-1 0 0,-1 1 0 0 0,1 0 1 0 0,0 0-1 0 0,1 0 0 0 0,-1 0 1 0 0,0 1-1 0 0,1-1 0 0 0,-8 7 1 0 0,1-1-158 0 0,0 0 0 0 0,1 1 0 0 0,0 0 0 0 0,0 1 0 0 0,1 0 0 0 0,1 0 0 0 0,0 1 0 0 0,0 0 0 0 0,1 1 0 0 0,0-1 0 0 0,1 1 0 0 0,1 1 0 0 0,0-1 0 0 0,-4 14 0 0 0,7-20-155 0 0,1 0 0 0 0,-1-1 0 0 0,1 1 0 0 0,0 0 0 0 0,1 0 0 0 0,-1 0 0 0 0,1 0 0 0 0,0 0 0 0 0,1 0 0 0 0,0-1 0 0 0,0 1 0 0 0,0 0 0 0 0,0 0 0 0 0,1-1 0 0 0,0 1 0 0 0,0 0 0 0 0,1-1 0 0 0,-1 0 0 0 0,1 0 0 0 0,0 0 0 0 0,1 0 0 0 0,-1 0 0 0 0,1 0 0 0 0,0-1 0 0 0,0 0 0 0 0,0 0 0 0 0,1 0 0 0 0,-1 0 0 0 0,1-1 0 0 0,0 1 0 0 0,0-1 0 0 0,0-1 0 0 0,10 5 0 0 0,-6-4-16 0 0,0 0-1 0 0,1-1 0 0 0,-1 0 1 0 0,1-1-1 0 0,0 0 0 0 0,-1 0 1 0 0,1-1-1 0 0,0 0 0 0 0,0-1 1 0 0,-1 0-1 0 0,1 0 0 0 0,-1-1 1 0 0,1-1-1 0 0,17-6 0 0 0,-14 5 2 0 0,-1-2 1 0 0,0 0-1 0 0,1 0 0 0 0,-2-1 0 0 0,1-1 1 0 0,-1 1-1 0 0,0-2 0 0 0,-1 0 0 0 0,0 0 0 0 0,9-11 1 0 0,-12 11-3 0 0,-2 0 0 0 0,1 0 0 0 0,-1-1 0 0 0,0 1 0 0 0,-1-1 0 0 0,0 0 0 0 0,-1-1 0 0 0,0 1 0 0 0,0 0 0 0 0,-1-1 0 0 0,-1 0 1 0 0,0 1-1 0 0,0-1 0 0 0,-1 0 0 0 0,0 1 0 0 0,-1-1 0 0 0,0 0 0 0 0,-1 1 0 0 0,0-1 0 0 0,-1 1 0 0 0,0-1 0 0 0,0 1 0 0 0,-1 0 0 0 0,-1 0 1 0 0,0 1-1 0 0,0 0 0 0 0,-1-1 0 0 0,0 2 0 0 0,0-1 0 0 0,-1 1 0 0 0,0 0 0 0 0,0 0 0 0 0,-1 0 0 0 0,0 1 0 0 0,-10-6 0 0 0,16 12-154 0 0,0 0 1 0 0,-1 0-1 0 0,1 0 0 0 0,0 0 0 0 0,-1 0 0 0 0,1 0 0 0 0,0 1 0 0 0,-1-1 0 0 0,1 1 0 0 0,-1 0 0 0 0,1-1 0 0 0,-1 1 0 0 0,1 0 0 0 0,0 1 0 0 0,-1-1 0 0 0,1 0 0 0 0,-1 1 0 0 0,1-1 0 0 0,-1 1 0 0 0,1 0 0 0 0,0 0 0 0 0,0 0 0 0 0,-1 0 0 0 0,1 0 0 0 0,0 0 1 0 0,0 1-1 0 0,-2 1 0 0 0,-22 23-3152 0 0,10 3-3525 0 0,13-19 3636 0 0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1:49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1 308 0 0,'0'0'1972'0'0,"22"23"1639"0"0,-12-9-2888 0 0,-1 1 0 0 0,-1 0 0 0 0,9 21 1 0 0,17 30 520 0 0,13 23 1218 0 0,-46-88-2055 0 0,-1 0-343 0 0,0-1 0 0 0,0 0 0 0 0,1 0-1 0 0,-1 0 1 0 0,0 1 0 0 0,0-1 0 0 0,0 0 0 0 0,0 0 0 0 0,0 1-1 0 0,0-1 1 0 0,0 0 0 0 0,0 0 0 0 0,1 0 0 0 0,-1 0-1 0 0,0 1 1 0 0,0-1 0 0 0,0 0 0 0 0,0 0 0 0 0,1 0 0 0 0,-1 0-1 0 0,0 1 1 0 0,0-1 0 0 0,0 0 0 0 0,1 0 0 0 0,-1 0-1 0 0,0 0 1 0 0,0 0 0 0 0,1 0 0 0 0,-1 0 0 0 0,0 0 0 0 0,0 0-1 0 0,1 0 1 0 0,-1 0 0 0 0,0 0 0 0 0,0 0 0 0 0,0 0-1 0 0,1 0 1 0 0,-1 0 0 0 0,0 0 0 0 0,0 0 0 0 0,1 0 0 0 0,-1 0-1 0 0,0 0 1 0 0,0 0 0 0 0,0-1 0 0 0,1 1 0 0 0,-1 0-1 0 0,0 0 1 0 0,0 0 0 0 0,0 0 0 0 0,1 0 0 0 0,-1-1-1 0 0,27-59 814 0 0,-12 23-2068 0 0,22-36 0 0 0,-29 60-1020 0 0,0 1 0 0 0,1 0 0 0 0,15-17 1 0 0,-16 22-1129 0 0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1:49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1 116 52 0 0,'0'0'3988'0'0,"21"-9"-2048"0"0,80-83 4535 0 0,-100 91-6066 0 0,4-8 284 0 0,-5 9-660 0 0,0 0 0 0 0,0 0 0 0 0,0 0 0 0 0,-1 0-1 0 0,1 0 1 0 0,0 0 0 0 0,0 0 0 0 0,0 0 0 0 0,0 0 0 0 0,0 0 0 0 0,0 0 0 0 0,-1 0 0 0 0,1 0 0 0 0,0 0 0 0 0,0 0 0 0 0,0 0 0 0 0,0 0 0 0 0,0 0 0 0 0,0 0 0 0 0,0-1 0 0 0,0 1 0 0 0,-1 0 0 0 0,1 0 0 0 0,0 0-1 0 0,0 0 1 0 0,0 0 0 0 0,0 0 0 0 0,0 0 0 0 0,0 0 0 0 0,0-1 0 0 0,0 1 0 0 0,0 0 0 0 0,0 0 0 0 0,0 0 0 0 0,0 0 0 0 0,0 0 0 0 0,0 0 0 0 0,0-1 0 0 0,0 1 0 0 0,0 0 0 0 0,0 0 0 0 0,0 0 0 0 0,0 0 0 0 0,0 0-1 0 0,0 0 1 0 0,0 0 0 0 0,0-1 0 0 0,0 1 0 0 0,0 0 0 0 0,0 0 0 0 0,0 0 0 0 0,0 0 0 0 0,1 0 0 0 0,-13 8 21 0 0,2 0-1 0 0,-1 1 1 0 0,1 1-1 0 0,0-1 1 0 0,1 2-1 0 0,-10 14 1 0 0,16-22-65 0 0,0 1 0 0 0,0 0-1 0 0,1 0 1 0 0,-1 0 0 0 0,1 0 0 0 0,0 1 0 0 0,0-1 0 0 0,0 0 0 0 0,1 1-1 0 0,-1 0 1 0 0,1-1 0 0 0,0 1 0 0 0,1 0 0 0 0,-1-1 0 0 0,1 1 0 0 0,0 0-1 0 0,0 0 1 0 0,0 0 0 0 0,1-1 0 0 0,0 1 0 0 0,0 0 0 0 0,0-1 0 0 0,2 6-1 0 0,-2-9-2 0 0,0 1 0 0 0,0-1 0 0 0,0 0 0 0 0,0 0-1 0 0,1 0 1 0 0,-1 0 0 0 0,0 0 0 0 0,1 0 0 0 0,-1 0-1 0 0,0 0 1 0 0,1 0 0 0 0,-1-1 0 0 0,1 1 0 0 0,-1-1-1 0 0,1 1 1 0 0,-1-1 0 0 0,1 1 0 0 0,0-1 0 0 0,-1 0-1 0 0,1 0 1 0 0,0 0 0 0 0,-1 0 0 0 0,1 0 0 0 0,-1 0-1 0 0,1 0 1 0 0,0-1 0 0 0,-1 1 0 0 0,3-1 0 0 0,47-18-290 0 0,-45 16 228 0 0,65-33-331 0 0,-47 23 175 0 0,0 1-1 0 0,47-16 1 0 0,-69 27 214 0 0,1 0-1 0 0,0 1 1 0 0,-1-1 0 0 0,1 1 0 0 0,0 0-1 0 0,0 0 1 0 0,-1 0 0 0 0,1 0 0 0 0,0 0 0 0 0,-1 1-1 0 0,1-1 1 0 0,0 1 0 0 0,-1-1 0 0 0,1 1-1 0 0,0 0 1 0 0,-1 0 0 0 0,3 2 0 0 0,32 30-940 0 0,-33-28 445 0 0,0-1-1 0 0,1 1 1 0 0,-1-1 0 0 0,1 0-1 0 0,0 0 1 0 0,0-1 0 0 0,0 1-1 0 0,7 3 1 0 0,4-2-2381 0 0,1-2 222 0 0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1:50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24 1424 0 0,'5'-16'5238'0'0,"0"8"865"0"0,-11 79-4280 0 0,-11 263 2119 0 0,15-220-4876 0 0,1-37-5311 0 0,1-75 5070 0 0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1:50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1 567 380 0 0,'27'-15'602'0'0,"0"-1"0"0"0,-2-2-1 0 0,1 0 1 0 0,-2-2 0 0 0,28-28-1 0 0,-42 36-374 0 0,0 0 0 0 0,-1 0 0 0 0,0-1-1 0 0,-1 0 1 0 0,0-1 0 0 0,-1 1 0 0 0,-1-1-1 0 0,0-1 1 0 0,-1 1 0 0 0,-1-1 0 0 0,0 0-1 0 0,3-27 1 0 0,-5 27 94 0 0,-2 0 0 0 0,0 0 1 0 0,-1 0-1 0 0,0 1 0 0 0,-1-1 1 0 0,-5-18-1 0 0,4 24 79 0 0,1 0 0 0 0,-1 0 0 0 0,-1 0 0 0 0,0 0 0 0 0,0 1 0 0 0,-1-1 0 0 0,0 1 0 0 0,0 0 0 0 0,-1 0 0 0 0,-10-10 0 0 0,14 16 33 0 0,0 3-400 0 0,0 0 1 0 0,-1 0-1 0 0,1 1 0 0 0,0-1 1 0 0,0 0-1 0 0,-1 1 1 0 0,1-1-1 0 0,0 1 0 0 0,1 0 1 0 0,-1-1-1 0 0,0 1 1 0 0,0 0-1 0 0,1 0 0 0 0,-1 0 1 0 0,1 0-1 0 0,-1 1 0 0 0,1-1 1 0 0,0 0-1 0 0,-1 3 1 0 0,-21 48 422 0 0,23-52-449 0 0,-10 29 157 0 0,1 1 0 0 0,1 1 1 0 0,2-1-1 0 0,2 1 0 0 0,-2 36 1 0 0,11 163 654 0 0,-2-163-637 0 0,12 57 316 0 0,-15-123-406 0 0,0-1-62 0 0,0-1-1 0 0,0 0 0 0 0,0 0 1 0 0,0 1-1 0 0,0-1 0 0 0,0 0 0 0 0,0 1 1 0 0,0-1-1 0 0,0 0 0 0 0,0 0 1 0 0,0 1-1 0 0,0-1 0 0 0,0 0 1 0 0,0 0-1 0 0,0 1 0 0 0,1-1 1 0 0,-1 0-1 0 0,0 0 0 0 0,0 0 0 0 0,0 1 1 0 0,0-1-1 0 0,0 0 0 0 0,1 0 1 0 0,-1 1-1 0 0,0-1 0 0 0,0 0 1 0 0,0 0-1 0 0,1 0 0 0 0,-1 0 1 0 0,0 0-1 0 0,0 1 0 0 0,0-1 1 0 0,1 0-1 0 0,-1 0 0 0 0,0 0 0 0 0,0 0 1 0 0,1 0-1 0 0,-1 0 0 0 0,0 0 1 0 0,1 0-1 0 0,-1 0 0 0 0,0 0 1 0 0,0 0-1 0 0,1 0 0 0 0,-1 0 1 0 0,0 0-1 0 0,0 0 0 0 0,1 0 0 0 0,42-45 167 0 0,-42 44-211 0 0,0 0 0 0 0,0 1 0 0 0,0 0 0 0 0,0-1 1 0 0,0 1-1 0 0,0 0 0 0 0,0-1 0 0 0,1 1 0 0 0,-1 0 0 0 0,0 0 1 0 0,0 0-1 0 0,0 0 0 0 0,0 0 0 0 0,1 0 0 0 0,-1 0 0 0 0,0 0 1 0 0,0 1-1 0 0,0-1 0 0 0,0 0 0 0 0,0 1 0 0 0,1-1 0 0 0,-1 1 1 0 0,1 0-1 0 0,15 5-137 0 0,32 4-66 0 0,-16-2-30 0 0,0-1-1 0 0,38 1 1 0 0,-62-7 299 0 0,1-1 1 0 0,-1 0 0 0 0,1-1 0 0 0,-1 0 0 0 0,0 0 0 0 0,1-1 0 0 0,-1 0 0 0 0,0-1 0 0 0,0 0 0 0 0,0-1 0 0 0,-1 1 0 0 0,13-8 0 0 0,-20 10 112 0 0,1-1-1 0 0,0 1 1 0 0,-1-1 0 0 0,1 1 0 0 0,-1-1 0 0 0,1 1 0 0 0,-1-1-1 0 0,0 0 1 0 0,0 0 0 0 0,0 0 0 0 0,0 0 0 0 0,0 0 0 0 0,0 0-1 0 0,1-3 1 0 0,-2 4 620 0 0,1-11 374 0 0,3 5-3388 0 0,-2 11 1905 0 0,0 0-1 0 0,0 0 1 0 0,1 0-1 0 0,-1 0 1 0 0,1 0-1 0 0,0-1 1 0 0,0 1-1 0 0,0-1 1 0 0,1 0-1 0 0,-1 0 0 0 0,1 0 1 0 0,0 0-1 0 0,7 3 1 0 0,0-1-1475 0 0,1 0 0 0 0,0 0 0 0 0,1-1 1 0 0,15 3-1 0 0,9 1-2237 0 0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2:24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68 753 880 0 0,'-17'6'2632'0'0,"-18"7"919"0"0,20 0 839 0 0,37-21-3445 0 0,42-22-797 0 0,8-16 292 0 0,-2-2 0 0 0,-2-3 0 0 0,-3-3 0 0 0,-2-3-1 0 0,-2-3 1 0 0,100-129 0 0 0,-143 165-311 0 0,-2 0 0 0 0,15-28 1 0 0,-26 42-46 0 0,-1 1 1 0 0,1-2 0 0 0,-1 1-1 0 0,-1 0 1 0 0,0-1-1 0 0,-1 0 1 0 0,0 1 0 0 0,1-18-1 0 0,-3 27-85 0 0,0-1 0 0 0,0 1 0 0 0,0 0 0 0 0,0 0 0 0 0,0-1 0 0 0,0 1 0 0 0,-1 0 0 0 0,1 0 0 0 0,0 0 0 0 0,-1-1 0 0 0,1 1 0 0 0,-1 0 0 0 0,1 0 0 0 0,-1 0 0 0 0,0 0 0 0 0,0 0 0 0 0,1 0 0 0 0,-1 0 0 0 0,0 0 0 0 0,0 0 0 0 0,0 1 0 0 0,0-1 0 0 0,0 0 0 0 0,0 0 0 0 0,0 1 0 0 0,0-1 0 0 0,0 1 0 0 0,0-1 0 0 0,0 1 0 0 0,0-1 0 0 0,-1 1 0 0 0,1 0 0 0 0,0-1 0 0 0,0 1 0 0 0,-1 0 0 0 0,1 0 0 0 0,0 0 0 0 0,0 0 0 0 0,0 0-1 0 0,-1 0 1 0 0,-1 1 0 0 0,-2-1-23 0 0,0 1-1 0 0,-1 0 1 0 0,1 1-1 0 0,0-1 1 0 0,0 1-1 0 0,1 0 0 0 0,-1 0 1 0 0,-7 4-1 0 0,8-3-5 0 0,0 0 1 0 0,0 1-1 0 0,0-1 0 0 0,1 1 0 0 0,-1 0 0 0 0,1-1 0 0 0,0 2 1 0 0,0-1-1 0 0,0 0 0 0 0,1 0 0 0 0,-1 1 0 0 0,1 0 1 0 0,0-1-1 0 0,1 1 0 0 0,-1 0 0 0 0,1 0 0 0 0,0 0 0 0 0,0 0 1 0 0,0 0-1 0 0,1 0 0 0 0,0 0 0 0 0,0 0 0 0 0,0 0 1 0 0,0 0-1 0 0,3 10 0 0 0,3 11-72 0 0,0-1 1 0 0,2 0-1 0 0,23 48 0 0 0,-6-12-131 0 0,-17-37 98 0 0,-1 0 0 0 0,-2 0 1 0 0,6 43-1 0 0,-10-58 111 0 0,-1 0 1 0 0,1 0-1 0 0,-1 0 0 0 0,-1 0 0 0 0,0 0 1 0 0,0 0-1 0 0,-1 0 0 0 0,0 0 0 0 0,0-1 0 0 0,-1 1 1 0 0,0 0-1 0 0,-1-1 0 0 0,-6 12 0 0 0,9-18 44 0 0,0-1 1 0 0,0 1-1 0 0,0-1 0 0 0,0 0 0 0 0,0 0 0 0 0,0 1 0 0 0,-1-1 0 0 0,1 0 1 0 0,0 0-1 0 0,-1 0 0 0 0,1 0 0 0 0,-1 0 0 0 0,1-1 0 0 0,-1 1 0 0 0,-1 0 1 0 0,2-1-10 0 0,0 1 1 0 0,0-2 0 0 0,0 1 0 0 0,0 0-1 0 0,0 0 1 0 0,0 0 0 0 0,0 0 0 0 0,0-1-1 0 0,0 1 1 0 0,0 0 0 0 0,0-1 0 0 0,0 1-1 0 0,0-1 1 0 0,0 1 0 0 0,1-1 0 0 0,-1 1-1 0 0,0-1 1 0 0,0 1 0 0 0,0-2 0 0 0,0 1-19 0 0,1 0 1 0 0,-1 0-1 0 0,1 0 1 0 0,0 0-1 0 0,-1 0 1 0 0,1 0-1 0 0,0 0 1 0 0,0 0-1 0 0,0 0 1 0 0,0 0-1 0 0,0 0 1 0 0,0 0-1 0 0,0 0 1 0 0,0 0-1 0 0,0 0 1 0 0,0 0-1 0 0,1 0 1 0 0,-1 0-1 0 0,0 0 1 0 0,1 0-1 0 0,-1 0 1 0 0,0 0-1 0 0,1 1 1 0 0,1-3-1 0 0,13-21-131 0 0,-15 23 126 0 0,18-24-184 0 0,2 2 0 0 0,0 0 0 0 0,2 1 0 0 0,38-30 0 0 0,109-67-449 0 0,-75 55 379 0 0,-14 6 1254 0 0,-79 57-854 0 0,-13 25 532 0 0,1-7-628 0 0,1 1-1 0 0,1 0 0 0 0,1 1 1 0 0,-11 37-1 0 0,18-46-23 0 0,1-1 0 0 0,0 1 0 0 0,0 0-1 0 0,4 16 1 0 0,-3-24-7 0 0,-1 0 0 0 0,1 1 0 0 0,0-1-1 0 0,0 0 1 0 0,0 0 0 0 0,0 0-1 0 0,0 0 1 0 0,0 0 0 0 0,1 0 0 0 0,-1 0-1 0 0,1 0 1 0 0,-1 0 0 0 0,1-1-1 0 0,0 1 1 0 0,0-1 0 0 0,-1 1 0 0 0,1-1-1 0 0,0 0 1 0 0,0 0 0 0 0,1 1-1 0 0,-1-1 1 0 0,0-1 0 0 0,0 1 0 0 0,4 1-1 0 0,-2-3 5 0 0,-1 1-1 0 0,1-1 0 0 0,0 0 0 0 0,0 0 0 0 0,0 0 0 0 0,0 0 1 0 0,-1-1-1 0 0,1 0 0 0 0,-1 1 0 0 0,1-1 0 0 0,-1-1 1 0 0,1 1-1 0 0,-1 0 0 0 0,0-1 0 0 0,4-4 0 0 0,-6 6-5 0 0,11-9 21 0 0,-3 4 186 0 0,0-1 0 0 0,-1-1 0 0 0,14-15 0 0 0,-21 22-66 0 0,4-3 44 0 0,-5 3-175 0 0,1 0 1 0 0,-1 1-1 0 0,0-1 1 0 0,1 1-1 0 0,-1-1 0 0 0,0 1 1 0 0,1 0-1 0 0,-1-1 1 0 0,1 1-1 0 0,-1-1 1 0 0,1 1-1 0 0,-1 0 1 0 0,1-1-1 0 0,-1 1 1 0 0,1 0-1 0 0,-1 0 0 0 0,1-1 1 0 0,-1 1-1 0 0,1 0 1 0 0,0 0-1 0 0,-1 0 1 0 0,1 0-1 0 0,-1-1 1 0 0,1 1-1 0 0,0 0 1 0 0,-1 0-1 0 0,2 1 1 0 0,2 3-225 0 0,0 0 1 0 0,-1 0 0 0 0,1 0 0 0 0,-1 1 0 0 0,1 0 0 0 0,-1 0 0 0 0,-1 0 0 0 0,1 0 0 0 0,-1 0 0 0 0,3 8 0 0 0,-3-6-1344 0 0,1 1 0 0 0,1-1 0 0 0,0 0 0 0 0,0 0 0 0 0,7 9 0 0 0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2:24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1 268 0 0,'0'-1'102'0'0,"1"1"0"0"0,-1 0 0 0 0,1 0 1 0 0,-1 0-1 0 0,1 0 0 0 0,-1 0 0 0 0,0 0 0 0 0,1 0 0 0 0,-1 0 0 0 0,1 0 0 0 0,-1 1 1 0 0,1-1-1 0 0,-1 0 0 0 0,0 0 0 0 0,1 0 0 0 0,-1 0 0 0 0,1 1 0 0 0,-1-1 0 0 0,0 0 1 0 0,1 0-1 0 0,-1 1 0 0 0,0-1 0 0 0,1 0 0 0 0,-1 0 0 0 0,0 1 0 0 0,0-1 0 0 0,1 0 1 0 0,-1 1-1 0 0,0-1 0 0 0,0 1 0 0 0,0-1 0 0 0,1 0 0 0 0,-1 1 0 0 0,0-1 0 0 0,0 1 1 0 0,0-1-1 0 0,0 1 0 0 0,5 27 1576 0 0,-7 27-30 0 0,-1-39-1152 0 0,2-9-245 0 0,-1 1 0 0 0,1-1 0 0 0,-1 0 0 0 0,0 0 0 0 0,-1 0 0 0 0,0 0 0 0 0,0 0 0 0 0,0 0 0 0 0,-1-1 0 0 0,0 0 0 0 0,0 0 0 0 0,-10 11 1110 0 0,14-22-1334 0 0,2-1 0 0 0,-1 0 0 0 0,1 1 0 0 0,-1-1 0 0 0,2 1 0 0 0,-1 0 0 0 0,0 0 0 0 0,1 0 1 0 0,0 0-1 0 0,7-9 0 0 0,-3 5 11 0 0,0 1 1 0 0,1-1-1 0 0,-1 1 0 0 0,17-12 1 0 0,-23 19-41 0 0,1 0 0 0 0,0 0 0 0 0,0 0 0 0 0,0 0-1 0 0,-1 0 1 0 0,1 1 0 0 0,0-1 0 0 0,0 1 0 0 0,0-1 0 0 0,0 1 0 0 0,0 0 0 0 0,0 0 0 0 0,1-1 0 0 0,-1 2 0 0 0,0-1 0 0 0,0 0 0 0 0,0 0 0 0 0,0 1-1 0 0,0-1 1 0 0,0 1 0 0 0,0-1 0 0 0,0 1 0 0 0,-1 0 0 0 0,1 0 0 0 0,0 0 0 0 0,0 0 0 0 0,3 2 0 0 0,-1 1 0 0 0,0 0 0 0 0,0 0 0 0 0,0 1 0 0 0,0-1 0 0 0,-1 1 0 0 0,1 0 0 0 0,-1 0 0 0 0,-1 0 0 0 0,1 0 0 0 0,-1 0 0 0 0,1 1 0 0 0,-2-1 0 0 0,3 8 0 0 0,-4-11 3 0 0,3 9-21 0 0,-2-11 21 0 0,0 1-1 0 0,0-1 1 0 0,0 0-1 0 0,0 1 1 0 0,1-1 0 0 0,-1 0-1 0 0,0 0 1 0 0,0 0-1 0 0,0 0 1 0 0,1 0-1 0 0,-1 0 1 0 0,0 0-1 0 0,0 0 1 0 0,0-1-1 0 0,1 1 1 0 0,-1 0-1 0 0,0-1 1 0 0,0 1-1 0 0,0-1 1 0 0,1 0 0 0 0,52-23 19 0 0,-44 18-37 0 0,0 1 1 0 0,1 1 0 0 0,-1-1-1 0 0,1 1 1 0 0,0 1 0 0 0,0 0-1 0 0,0 1 1 0 0,15-2 0 0 0,-24 4 9 0 0,0 0 0 0 0,0 0 0 0 0,0 1 0 0 0,0-1 0 0 0,0 0 0 0 0,-1 1 0 0 0,1-1 0 0 0,0 1 0 0 0,0 0 0 0 0,0-1-1 0 0,0 1 1 0 0,-1 0 0 0 0,1 0 0 0 0,0 0 0 0 0,-1 0 0 0 0,1 1 0 0 0,-1-1 0 0 0,1 0 0 0 0,-1 1 0 0 0,1-1 0 0 0,-1 1 0 0 0,0-1 0 0 0,0 1 0 0 0,2 2 0 0 0,0 3-267 0 0,-1 0 0 0 0,1 0 0 0 0,-1 0 0 0 0,0 1 0 0 0,0 8 1 0 0,7 18-5898 0 0,-3-24 3571 0 0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2:25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76 286 440 0 0,'3'-1'6292'0'0,"-6"7"-2510"0"0,-16 17-1328 0 0,-32 45-2325 0 0,50-67-116 0 0,1 0 1 0 0,-1 1 0 0 0,0-1 0 0 0,1 1 0 0 0,-1-1-1 0 0,1 1 1 0 0,-1-1 0 0 0,1 1 0 0 0,0 0 0 0 0,-1-1 0 0 0,1 1-1 0 0,0-1 1 0 0,0 1 0 0 0,0 0 0 0 0,0-1 0 0 0,1 1-1 0 0,-1 0 1 0 0,0-1 0 0 0,1 1 0 0 0,-1-1 0 0 0,1 1 0 0 0,-1-1-1 0 0,1 1 1 0 0,0-1 0 0 0,-1 1 0 0 0,1-1 0 0 0,0 0-1 0 0,0 1 1 0 0,0-1 0 0 0,3 2 0 0 0,-2-1-3 0 0,0-1 0 0 0,0 0 0 0 0,0 0 0 0 0,1 0 0 0 0,-1 0 0 0 0,0 0 0 0 0,1 0 0 0 0,-1 0 0 0 0,1-1 0 0 0,-1 0 0 0 0,1 1 0 0 0,-1-1 0 0 0,1 0 0 0 0,-1 0 0 0 0,1 0 0 0 0,-1 0 0 0 0,1-1 0 0 0,-1 1 0 0 0,5-2 0 0 0,11-5-67 0 0,0-1 0 0 0,-1-1 0 0 0,0 0 0 0 0,0-2 0 0 0,-1 0 0 0 0,-1 0 0 0 0,0-2 0 0 0,19-19-1 0 0,-29 28 27 0 0,186-149-148 0 0,-191 153 184 0 0,21-16 611 0 0,-22 35-450 0 0,0-15-197 0 0,-33 170 121 0 0,1 2-17 0 0,-66 211-1 0 0,27-125 24 0 0,46-166 13 0 0,-55 135 0 0 0,81-230-82 0 0,-1 0 0 0 0,1 0 0 0 0,0 0 1 0 0,-1 0-1 0 0,1 0 0 0 0,-1 0 0 0 0,1 0 0 0 0,-1 0 1 0 0,1 0-1 0 0,-1 0 0 0 0,0 0 0 0 0,0 0 1 0 0,1-1-1 0 0,-1 1 0 0 0,0 0 0 0 0,0-1 0 0 0,0 1 1 0 0,0 0-1 0 0,0-1 0 0 0,-1 1 0 0 0,2-1-8 0 0,-1 0-1 0 0,0 0 0 0 0,1 0 1 0 0,-1 0-1 0 0,1-1 0 0 0,-1 1 0 0 0,0 0 1 0 0,1-1-1 0 0,-1 1 0 0 0,1 0 1 0 0,-1-1-1 0 0,1 1 0 0 0,-1-1 0 0 0,1 1 1 0 0,0 0-1 0 0,-1-1 0 0 0,1 1 1 0 0,-1-1-1 0 0,1 1 0 0 0,0-1 1 0 0,-1 0-1 0 0,1 1 0 0 0,0-1 0 0 0,-1 0 1 0 0,-1-5 36 0 0,0 1-1 0 0,0-1 1 0 0,1 0 0 0 0,-1 1 0 0 0,1-1 0 0 0,0-8 0 0 0,2-3-8 0 0,0-1 0 0 0,2 0 0 0 0,0 1 0 0 0,1-1 0 0 0,0 1 0 0 0,2 0 1 0 0,0 0-1 0 0,1 1 0 0 0,11-21 0 0 0,13-18 37 0 0,47-62 0 0 0,-26 46-110 0 0,3 3 1 0 0,3 3-1 0 0,2 2 0 0 0,4 2 0 0 0,2 4 1 0 0,126-84-1 0 0,3 21-37 0 0,257-115 1 0 0,-37 43 1921 0 0,-399 184-1295 0 0,-12 5-217 0 0,0 1 0 0 0,0 0 0 0 0,0 0 0 0 0,1 0 0 0 0,-1 0 0 0 0,0 1 0 0 0,1 0 0 0 0,8-2 0 0 0,-12 4-337 0 0,-1-1 1 0 0,1 1-1 0 0,-1 0 1 0 0,1-1-1 0 0,-1 1 1 0 0,1 0-1 0 0,-1-1 1 0 0,0 1-1 0 0,1 0 1 0 0,-1 0-1 0 0,0-1 1 0 0,0 1-1 0 0,1 0 1 0 0,-1 0-1 0 0,0 0 1 0 0,0-1-1 0 0,0 1 1 0 0,0 0-1 0 0,0 0 1 0 0,0 0-1 0 0,0 0 1 0 0,0-1-1 0 0,-1 1 1 0 0,1 1-1 0 0,-3 23 142 0 0,-26 189 351 0 0,23-156-1437 0 0,-13 59 0 0 0,15-100-8 0 0,0 0 1 0 0,-1 0 0 0 0,-1-1 0 0 0,-1 1-1 0 0,0-1 1 0 0,-2-1 0 0 0,-18 28 0 0 0,5-24-5629 0 0,12-14 2793 0 0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2:26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1 688 560 0 0,'112'-42'2731'0'0,"-1"-5"0"0"0,131-77 0 0 0,-209 105-2212 0 0,-2-1-1 0 0,0-2 1 0 0,-1 0-1 0 0,-2-3 0 0 0,44-45 1 0 0,-61 57-272 0 0,0 0 1 0 0,-1-1 0 0 0,0 0-1 0 0,-1-1 1 0 0,0 0 0 0 0,-2 0 0 0 0,0-1-1 0 0,0 0 1 0 0,-2 0 0 0 0,0-1 0 0 0,-1 0-1 0 0,0 1 1 0 0,-1-1 0 0 0,0-27-1 0 0,-3 41-63 0 0,1-22 548 0 0,-3 15-396 0 0,-2 10-81 0 0,-26 39-216 0 0,2 2 0 0 0,2 0 0 0 0,1 2 0 0 0,-18 46 0 0 0,-64 197 96 0 0,93-240-82 0 0,-14 75 0 0 0,28-119-44 0 0,0-2 6 0 0,0 0 0 0 0,-1 0 0 0 0,1 0 0 0 0,0 0 1 0 0,0 1-1 0 0,0-1 0 0 0,0 0 0 0 0,0 0 0 0 0,0 0 0 0 0,0 1 0 0 0,0-1 1 0 0,0 0-1 0 0,0 0 0 0 0,0 0 0 0 0,0 1 0 0 0,0-1 0 0 0,0 0 0 0 0,0 0 0 0 0,0 0 1 0 0,0 1-1 0 0,0-1 0 0 0,0 0 0 0 0,0 0 0 0 0,0 0 0 0 0,0 1 0 0 0,0-1 1 0 0,0 0-1 0 0,0 0 0 0 0,1 0 0 0 0,-1 0 0 0 0,0 1 0 0 0,0-1 0 0 0,0 0 0 0 0,0 0 1 0 0,0 0-1 0 0,1 0 0 0 0,-1 0 0 0 0,0 1 0 0 0,0-1 0 0 0,0 0 0 0 0,0 0 0 0 0,1 0 1 0 0,-1 0-1 0 0,0 0 0 0 0,0 0 0 0 0,11-16-28 0 0,-9 12 0 0 0,14-12-519 0 0,41 35 238 0 0,-18-4 115 0 0,-17-9 165 0 0,1 0 0 0 0,0-1 0 0 0,1-2 0 0 0,-1 0 0 0 0,1-2 0 0 0,0-1 0 0 0,-1 0 0 0 0,1-2 0 0 0,-1 0 0 0 0,1-2 0 0 0,-1-1 0 0 0,43-14 0 0 0,-50 9 2157 0 0,-15 9-2017 0 0,0 0 0 0 0,1 0-1 0 0,-1 0 1 0 0,0 0 0 0 0,1 0-1 0 0,-1 1 1 0 0,0-1 0 0 0,1 0-1 0 0,-1 1 1 0 0,1-1 0 0 0,-1 1 0 0 0,1 0-1 0 0,-1-1 1 0 0,3 1 0 0 0,7 9-2104 0 0,-6-3-737 0 0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2:38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4 868 484 0 0,'0'0'105'0'0,"0"0"0"0"0,-1 1-1 0 0,1-1 1 0 0,0 1 0 0 0,-1-1 0 0 0,1 0 0 0 0,0 1-1 0 0,0-1 1 0 0,-1 1 0 0 0,1-1 0 0 0,0 1 0 0 0,0-1-1 0 0,0 1 1 0 0,-1-1 0 0 0,1 1 0 0 0,0-1 0 0 0,0 1-1 0 0,0-1 1 0 0,0 1 0 0 0,0-1 0 0 0,0 1-1 0 0,0-1 1 0 0,0 1 0 0 0,0-1 0 0 0,0 1 0 0 0,1-1-1 0 0,-1 1 1 0 0,0-1 0 0 0,0 1 0 0 0,0-1 0 0 0,1 0-1 0 0,-1 1 1 0 0,0-1 0 0 0,0 1 0 0 0,1-1 0 0 0,-1 1-1 0 0,0-1 1 0 0,1 0 0 0 0,-1 1 0 0 0,1-1 0 0 0,-1 0-1 0 0,0 1 1 0 0,1-1 0 0 0,-1 0 0 0 0,1 0 0 0 0,-1 1-1 0 0,1-1 1 0 0,-1 0 0 0 0,1 0 0 0 0,-1 0-1 0 0,1 0 1 0 0,-1 0 0 0 0,1 0 0 0 0,-1 0 0 0 0,1 0-1 0 0,-1 0 1 0 0,1 0 0 0 0,-1 0 0 0 0,1 0 0 0 0,-1 0-1 0 0,1 0 1 0 0,35-8 1147 0 0,-32 7-1090 0 0,31-11 150 0 0,-1-2 0 0 0,0-1 0 0 0,-1-1 0 0 0,-1-2-1 0 0,0-2 1 0 0,-2-1 0 0 0,0-1 0 0 0,-1-1 0 0 0,-1-2 0 0 0,-2 0 0 0 0,0-2 0 0 0,-2-1 0 0 0,23-34 0 0 0,-17 18-251 0 0,-2-2 1 0 0,-2 0-1 0 0,-3-2 1 0 0,-1 0-1 0 0,-2-2 0 0 0,-3 0 1 0 0,-1-1-1 0 0,12-79 1 0 0,-25 93 673 0 0,-5 37-719 0 0,0 1 1 0 0,1-1 0 0 0,-1 1 0 0 0,1 0 0 0 0,-1-1 0 0 0,1 1 0 0 0,-1 0 0 0 0,1 0-1 0 0,0 0 1 0 0,-1 0 0 0 0,1 0 0 0 0,0 0 0 0 0,0 0 0 0 0,0 1 0 0 0,-2 1 0 0 0,-2 2-62 0 0,-13 14 63 0 0,1 2 0 0 0,1 0 0 0 0,1 0-1 0 0,0 2 1 0 0,2 0 0 0 0,1 0 0 0 0,-18 49 0 0 0,14-36 1 0 0,-1 1-16 0 0,2 0 1 0 0,2 0-1 0 0,1 1 1 0 0,2 1 0 0 0,1 0-1 0 0,3 0 1 0 0,1 1-1 0 0,1 0 1 0 0,3 46 0 0 0,2-80-86 0 0,-1-1 0 0 0,1 1 1 0 0,0 0-1 0 0,1 0 1 0 0,0-1-1 0 0,-1 1 0 0 0,2-1 1 0 0,-1 1-1 0 0,1-1 1 0 0,0 0-1 0 0,0 0 0 0 0,6 8 1 0 0,-7-12 56 0 0,0 0-1 0 0,0 0 1 0 0,-1 0-1 0 0,1 0 1 0 0,0-1 0 0 0,0 1-1 0 0,0-1 1 0 0,0 1 0 0 0,0-1-1 0 0,0 0 1 0 0,0 0 0 0 0,0 0-1 0 0,0 0 1 0 0,0 0-1 0 0,0 0 1 0 0,0 0 0 0 0,0-1-1 0 0,0 1 1 0 0,0-1 0 0 0,3-1-1 0 0,36-19-215 0 0,-17 4 144 0 0,-2-2-1 0 0,0-1 0 0 0,-1 0 1 0 0,-1-2-1 0 0,-1 0 0 0 0,21-33 1 0 0,87-159 55 0 0,-114 189 122 0 0,4-13 283 0 0,-13 29-58 0 0,0 0 0 0 0,0 0 0 0 0,1 0 0 0 0,9-13 0 0 0,-13 20-163 0 0,-48 127 621 0 0,-4-7-651 0 0,-45 89 53 0 0,95-205-152 0 0,-5 13 670 0 0,14-25-691 0 0,0 0-1 0 0,0 0 1 0 0,1 1-1 0 0,0 1 1 0 0,12-9-1 0 0,-18 15-18 0 0,-3 2-12 0 0,0 0 32 0 0,0 0 0 0 0,0 0-1 0 0,1-1 1 0 0,-1 1 0 0 0,0 0 0 0 0,0 0 0 0 0,0 0 0 0 0,1-1 0 0 0,-1 1 0 0 0,0 0 0 0 0,0 0 0 0 0,1 0 0 0 0,-1 0 0 0 0,0 0-1 0 0,0 0 1 0 0,1 0 0 0 0,-1 0 0 0 0,0-1 0 0 0,1 1 0 0 0,-1 0 0 0 0,0 0 0 0 0,0 0 0 0 0,1 0 0 0 0,-1 0 0 0 0,0 1 0 0 0,1-1-1 0 0,-1 0 1 0 0,0 0 0 0 0,0 0 0 0 0,1 0 0 0 0,-1 0 0 0 0,0 0 0 0 0,0 0 0 0 0,1 0 0 0 0,-1 1 0 0 0,0-1 0 0 0,0 0 0 0 0,0 0-1 0 0,1 0 1 0 0,-1 1 0 0 0,0-1 0 0 0,0 0 0 0 0,0 0 0 0 0,1 0 0 0 0,-1 1 0 0 0,0-1 0 0 0,0 0 0 0 0,0 0 0 0 0,0 1 0 0 0,0-1-1 0 0,0 0 1 0 0,0 1 0 0 0,15 14-45 0 0,-13-12 32 0 0,-1 1 0 0 0,1-1 0 0 0,0 0 0 0 0,1 0 0 0 0,-1 0 0 0 0,1 0 0 0 0,-1 0 0 0 0,1 0 0 0 0,0-1 0 0 0,0 1 0 0 0,0-1 0 0 0,0 0 0 0 0,0 0 0 0 0,1 0 0 0 0,-1 0 0 0 0,1-1 0 0 0,-1 1 0 0 0,1-1 0 0 0,-1 0 0 0 0,1 0 0 0 0,0 0 0 0 0,0-1 0 0 0,-1 1 0 0 0,1-1 0 0 0,0 0 0 0 0,5 0 0 0 0,5-3 102 0 0,0 0 1 0 0,-1-1-1 0 0,0 0 1 0 0,0-1-1 0 0,24-12 1 0 0,-8 4 857 0 0,-28 13-415 0 0,6 0 63 0 0,17 0-1942 0 0,0 7-4778 0 0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2:39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12 944 0 0,'0'0'1208'0'0,"-16"-1"3493"0"0,61 2-4773 0 0,-15-2-200 0 0,13-3-196 0 0,0 4-541 0 0,2-3-1091 0 0,0-1 484 0 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2:40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7 654 568 0 0,'-6'15'3154'0'0,"6"-9"719"0"0,4-5-3699 0 0,0 0 0 0 0,0 0 0 0 0,0 0 0 0 0,0-1 0 0 0,0 1 0 0 0,1-1 1 0 0,-1 0-1 0 0,0 0 0 0 0,0-1 0 0 0,0 1 0 0 0,0-1 0 0 0,0 0 0 0 0,0 0 1 0 0,0 0-1 0 0,7-3 0 0 0,68-29 1214 0 0,-72 30-1203 0 0,21-11 312 0 0,0-1 0 0 0,-1-2 0 0 0,-1 0 0 0 0,-1-2 0 0 0,32-29 0 0 0,-40 31-271 0 0,0 0 0 0 0,-1-1 1 0 0,-1-1-1 0 0,-1 0 0 0 0,0-1 0 0 0,-1-1 0 0 0,15-35 0 0 0,-26 54-208 0 0,-1 0 0 0 0,-1 0 0 0 0,1 1-1 0 0,0-1 1 0 0,0 0 0 0 0,-1 0 0 0 0,1 0 0 0 0,-1 0 0 0 0,0 0 0 0 0,1 0 0 0 0,-1 0 0 0 0,0 0-1 0 0,0 0 1 0 0,0-1 0 0 0,0 1 0 0 0,-1 0 0 0 0,1 0 0 0 0,-1 0 0 0 0,1 0 0 0 0,-1 1-1 0 0,0-1 1 0 0,1 0 0 0 0,-1 0 0 0 0,0 0 0 0 0,0 0 0 0 0,-2-2 0 0 0,0 2-14 0 0,-1 0-1 0 0,1 0 1 0 0,-1 0 0 0 0,1 0 0 0 0,-1 0-1 0 0,0 1 1 0 0,0 0 0 0 0,0 0 0 0 0,1 0 0 0 0,-1 0-1 0 0,0 0 1 0 0,-6 1 0 0 0,-68 1-128 0 0,76-1 98 0 0,-3 3-78 0 0,5-3 80 0 0,-1 1 0 0 0,0-1-1 0 0,0 0 1 0 0,0 1 0 0 0,0-1-1 0 0,1 0 1 0 0,-1 1 0 0 0,0-1-1 0 0,0 1 1 0 0,1 0 0 0 0,-1-1-1 0 0,0 1 1 0 0,1 0 0 0 0,-1-1-1 0 0,1 1 1 0 0,-1 0 0 0 0,1-1-1 0 0,-1 1 1 0 0,0 1 0 0 0,1 2-31 0 0,0 0-1 0 0,0 0 1 0 0,0 0 0 0 0,0-1-1 0 0,0 1 1 0 0,1 0 0 0 0,0 0-1 0 0,0 0 1 0 0,0-1 0 0 0,0 1-1 0 0,0-1 1 0 0,1 1 0 0 0,0-1-1 0 0,0 1 1 0 0,4 5 0 0 0,47 56-457 0 0,-14-18 37 0 0,-25-25 333 0 0,-7-10-25 0 0,0-1-1 0 0,1-1 1 0 0,0 1-1 0 0,14 13 0 0 0,-19-21 124 0 0,0-1 1 0 0,1 1-1 0 0,-1-1 0 0 0,1 1 0 0 0,0-1 1 0 0,0 0-1 0 0,-1 0 0 0 0,1-1 0 0 0,1 1 0 0 0,-1-1 1 0 0,0 0-1 0 0,0 0 0 0 0,0 0 0 0 0,1-1 0 0 0,-1 0 1 0 0,0 1-1 0 0,1-1 0 0 0,5-1 0 0 0,1-1 6 0 0,1 0 0 0 0,-1 0-1 0 0,0-2 1 0 0,0 1 0 0 0,0-1 0 0 0,-1 0 0 0 0,1-1-1 0 0,-1-1 1 0 0,12-8 0 0 0,-4 2 189 0 0,-2-2 1 0 0,0 0-1 0 0,-1-1 1 0 0,19-23 0 0 0,-20 23 218 0 0,6-11 626 0 0,-19 25-794 0 0,7-10 568 0 0,-3 11 79 0 0,-15 76-761 0 0,10-73-81 0 0,7 30 29 0 0,-6-33-38 0 0,-1 1-1 0 0,1 0 1 0 0,-1 0 0 0 0,1-1-1 0 0,-1 1 1 0 0,1 0 0 0 0,0-1-1 0 0,-1 1 1 0 0,1-1 0 0 0,0 1-1 0 0,-1-1 1 0 0,1 1 0 0 0,0-1-1 0 0,0 0 1 0 0,0 1 0 0 0,-1-1-1 0 0,1 0 1 0 0,0 0 0 0 0,0 1 0 0 0,0-1-1 0 0,0 0 1 0 0,0 0 0 0 0,0 0-1 0 0,-1 0 1 0 0,1 0 0 0 0,0 0-1 0 0,2-1 1 0 0,29-6-162 0 0,-21 3 21 0 0,99-29-986 0 0,-108 32 1052 0 0,22 0-137 0 0,-11-1 227 0 0,1-1-1 0 0,-1 0 1 0 0,0-1-1 0 0,0 0 1 0 0,-1-1-1 0 0,1-1 1 0 0,-1 0-1 0 0,0-1 1 0 0,-1 0 0 0 0,0-1-1 0 0,0 0 1 0 0,0 0-1 0 0,-1-1 1 0 0,0-1-1 0 0,-1 0 1 0 0,0 0-1 0 0,-1-1 1 0 0,0 0-1 0 0,0 0 1 0 0,-1-1-1 0 0,7-17 1 0 0,4-11 336 0 0,-1 0 0 0 0,21-83 1 0 0,-29 76 974 0 0,-9 45-1059 0 0,-5 6-229 0 0,-6 6-13 0 0,0 0-1 0 0,1 0 1 0 0,0 1-1 0 0,1 1 1 0 0,0-1-1 0 0,0 2 1 0 0,2-1-1 0 0,-1 1 1 0 0,2 0-1 0 0,0 1 1 0 0,-7 20-1 0 0,10-24-74 0 0,0 1 0 0 0,0-1 0 0 0,1 0 0 0 0,1 1 0 0 0,0-1 0 0 0,0 1 0 0 0,1 0 0 0 0,0-1-1 0 0,1 1 1 0 0,0-1 0 0 0,1 1 0 0 0,0-1 0 0 0,1 1 0 0 0,0-1 0 0 0,0 0 0 0 0,1 0 0 0 0,6 12 0 0 0,-7-18-4 0 0,-1-1 0 0 0,1 1 0 0 0,0 0 0 0 0,0-1-1 0 0,0 0 1 0 0,1 1 0 0 0,-1-1 0 0 0,1 0 0 0 0,-1-1 0 0 0,1 1 0 0 0,0-1 0 0 0,0 0 0 0 0,0 0 0 0 0,1 0 0 0 0,7 2 0 0 0,-5-2 5 0 0,1-1 1 0 0,-1 0 0 0 0,1 0 0 0 0,0-1 0 0 0,-1 1-1 0 0,1-2 1 0 0,0 1 0 0 0,14-4 0 0 0,-8 0 103 0 0,-1 0 0 0 0,1 0 0 0 0,-1-2 0 0 0,0 1 0 0 0,0-2 0 0 0,0 0 0 0 0,-1 0 0 0 0,0-1 0 0 0,18-16-1 0 0,3-18 1517 0 0,-32 40-1293 0 0,-1 3-250 0 0,0-1 1 0 0,0 0 0 0 0,0 0-1 0 0,-1 0 1 0 0,1 0 0 0 0,0 0-1 0 0,0-1 1 0 0,0 1 0 0 0,0 0-1 0 0,-1 0 1 0 0,1 0-1 0 0,0 0 1 0 0,0 0 0 0 0,0 0-1 0 0,0 0 1 0 0,0 0 0 0 0,-1 0-1 0 0,1 0 1 0 0,0 0 0 0 0,0 0-1 0 0,0-1 1 0 0,0 1 0 0 0,0 0-1 0 0,-1 0 1 0 0,1 0 0 0 0,0 0-1 0 0,0 0 1 0 0,0-1-1 0 0,0 1 1 0 0,0 0 0 0 0,0 0-1 0 0,0 0 1 0 0,0 0 0 0 0,0 0-1 0 0,0-1 1 0 0,0 1 0 0 0,0 0-1 0 0,0 0 1 0 0,0 0 0 0 0,0 0-1 0 0,0-1 1 0 0,0 1 0 0 0,0 0-1 0 0,0 0 1 0 0,0 0 0 0 0,0 0-1 0 0,0-1 1 0 0,0 1-1 0 0,0 0 1 0 0,0 0 0 0 0,0 0-1 0 0,0 0 1 0 0,0-1 0 0 0,0 1-1 0 0,1 0 1 0 0,-1 0 0 0 0,0 0-1 0 0,0 0 1 0 0,0 0 0 0 0,0 0-1 0 0,0-1 1 0 0,0 1 0 0 0,1 0-1 0 0,-1 0 1 0 0,0 0-1 0 0,-2 1-40 0 0,0 0 0 0 0,0 0 0 0 0,0 0 0 0 0,0 0-1 0 0,0 1 1 0 0,0-1 0 0 0,0 0 0 0 0,0 1-1 0 0,0 0 1 0 0,1-1 0 0 0,-1 1 0 0 0,1 0 0 0 0,-1 0-1 0 0,1 0 1 0 0,0 0 0 0 0,0 0 0 0 0,0 0-1 0 0,0 0 1 0 0,0 0 0 0 0,0 0 0 0 0,1 1 0 0 0,-1-1-1 0 0,0 5 1 0 0,1-5-113 0 0,18 21-435 0 0,-11-21 486 0 0,-1 0 0 0 0,1 0 0 0 0,-1 0 0 0 0,1 0 0 0 0,0-1 0 0 0,0 0 0 0 0,0-1 0 0 0,11 0 0 0 0,41 6-372 0 0,-50-3 415 0 0,-6-3-1 0 0,0 1 1 0 0,1-1 0 0 0,-1 1 0 0 0,0 0 0 0 0,0 0 0 0 0,0 0 0 0 0,1 1 0 0 0,-1-1-1 0 0,0 1 1 0 0,-1 0 0 0 0,1 0 0 0 0,0 0 0 0 0,0 0 0 0 0,-1 0 0 0 0,0 0-1 0 0,1 1 1 0 0,1 2 0 0 0,-3-3 11 0 0,-1 0-22 0 0,-1-1 0 0 0,1 1 0 0 0,-1-1-1 0 0,1 1 1 0 0,-1 0 0 0 0,0-1 0 0 0,0 1 0 0 0,0-1-1 0 0,0 1 1 0 0,0-1 0 0 0,0 0 0 0 0,0 1-1 0 0,0-1 1 0 0,0 0 0 0 0,-2 1 0 0 0,-2 1-281 0 0,-10 7-1727 0 0,1-6-4949 0 0,2-2 3108 0 0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1:34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486 875 720 0 0,'0'0'805'0'0,"10"-4"7448"0"0,-118-94-5178 0 0,-16-17-1737 0 0,78 64-987 0 0,2-1-1 0 0,-40-62 1 0 0,72 95-286 0 0,1-1 0 0 0,0 0 1 0 0,2-1-1 0 0,0 0 0 0 0,1 0 0 0 0,2-1 0 0 0,0 0 0 0 0,1 0 0 0 0,1 0 0 0 0,-1-29 0 0 0,5 41-45 0 0,1 0 0 0 0,1 0 0 0 0,0 0 0 0 0,0 0-1 0 0,1 0 1 0 0,0 1 0 0 0,1-1 0 0 0,0 1-1 0 0,0 0 1 0 0,1 0 0 0 0,0 0 0 0 0,7-8-1 0 0,-9 13-61 0 0,1-1-1 0 0,-1 1 0 0 0,1 0 0 0 0,0 1 0 0 0,0-1 0 0 0,0 1 0 0 0,1-1 0 0 0,-1 1 0 0 0,1 1 0 0 0,9-5 0 0 0,-11 6-12 0 0,0 0 0 0 0,1 0 0 0 0,-1 0-1 0 0,0 1 1 0 0,1-1 0 0 0,-1 1 0 0 0,0 0-1 0 0,1 0 1 0 0,-1 0 0 0 0,1 1 0 0 0,-1-1-1 0 0,0 1 1 0 0,0 0 0 0 0,1 0 0 0 0,-1 0-1 0 0,0 0 1 0 0,0 0 0 0 0,5 4 0 0 0,-3-2 4 0 0,-1 1 0 0 0,1-1 0 0 0,-1 1 0 0 0,0 1 0 0 0,0-1 0 0 0,0 0 0 0 0,-1 1 0 0 0,1 0 0 0 0,-1 0 1 0 0,-1 0-1 0 0,1 0 0 0 0,0 0 0 0 0,-1 1 0 0 0,0-1 0 0 0,-1 1 0 0 0,1-1 0 0 0,-1 1 0 0 0,0 0 0 0 0,0-1 0 0 0,-1 1 0 0 0,0 7 1 0 0,1 15-65 0 0,-3-1 0 0 0,0 1 1 0 0,-6 27-1 0 0,8-51 97 0 0,-10 43-22 0 0,-2 0 1 0 0,-2-1-1 0 0,-2 0 1 0 0,-2-2-1 0 0,-2 0 1 0 0,-2-1-1 0 0,-1-1 1 0 0,-38 49 0 0 0,59-87 62 0 0,-17 29 308 0 0,18-33-325 0 0,1 1 0 0 0,0-1 1 0 0,0 1-1 0 0,0-1 0 0 0,0 1 1 0 0,0-1-1 0 0,0 0 0 0 0,0 1 1 0 0,0-1-1 0 0,0 1 0 0 0,0-1 1 0 0,0 1-1 0 0,0-1 0 0 0,0 1 1 0 0,0-1-1 0 0,0 1 0 0 0,0-1 1 0 0,1 1-1 0 0,-1-1 0 0 0,0 0 1 0 0,0 1-1 0 0,1-1 0 0 0,-1 1 1 0 0,0-1-1 0 0,0 0 0 0 0,1 1 1 0 0,0 0-1 0 0,0-1 1 0 0,1 1-1 0 0,-1-1 0 0 0,0 0 1 0 0,1 1-1 0 0,-1-1 1 0 0,1 0-1 0 0,-1 0 1 0 0,1 0-1 0 0,-1 0 0 0 0,1 0 1 0 0,-1 0-1 0 0,1 0 1 0 0,-1 0-1 0 0,3-1 1 0 0,154-38-2479 0 0,210-80 1 0 0,-329 105 1662 0 0,32-9-2075 0 0,0 2 221 0 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1:35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316 140 280 0 0,'-9'-27'2899'0'0,"6"19"-2415"0"0,-1 0-1 0 0,0 1 1 0 0,-1 0-1 0 0,0 0 1 0 0,0 1-1 0 0,0-1 1 0 0,-1 1 0 0 0,0 0-1 0 0,0 0 1 0 0,0 1-1 0 0,-1 0 1 0 0,0 0-1 0 0,0 0 1 0 0,0 1 0 0 0,-1 0-1 0 0,1 1 1 0 0,-1-1-1 0 0,0 2 1 0 0,-16-5 0 0 0,21 7-424 0 0,0 0 0 0 0,0 0 0 0 0,0 0 1 0 0,-1 0-1 0 0,1 1 0 0 0,0-1 0 0 0,0 1 1 0 0,0 0-1 0 0,0 0 0 0 0,0 0 0 0 0,0 0 1 0 0,0 0-1 0 0,0 1 0 0 0,0 0 1 0 0,1-1-1 0 0,-1 1 0 0 0,1 0 0 0 0,-1 0 1 0 0,1 0-1 0 0,0 1 0 0 0,-4 3 0 0 0,-3 5 108 0 0,0 0 0 0 0,2 0 0 0 0,-12 20-1 0 0,9-9-10 0 0,0 1-1 0 0,2 0 1 0 0,0 0-1 0 0,2 0 0 0 0,0 1 1 0 0,2 0-1 0 0,1 0 0 0 0,-1 28 1 0 0,12 195 780 0 0,-6-223-869 0 0,66 490 1374 0 0,-57-443-1273 0 0,15 146-934 0 0,-26-216 724 0 0,0-1 1 0 0,0 0-1 0 0,0 0 1 0 0,0 0-1 0 0,0 1 1 0 0,0-1-1 0 0,0 0 1 0 0,0 0-1 0 0,0 1 0 0 0,0-1 1 0 0,0 0-1 0 0,0 0 1 0 0,0 1-1 0 0,0-1 1 0 0,0 0-1 0 0,0 0 1 0 0,0 1-1 0 0,0-1 1 0 0,0 0-1 0 0,0 0 1 0 0,0 0-1 0 0,-1 1 1 0 0,1-1-1 0 0,0 0 1 0 0,0 0-1 0 0,0 0 1 0 0,0 1-1 0 0,0-1 1 0 0,-1 0-1 0 0,1 0 1 0 0,0 0-1 0 0,0 0 1 0 0,0 1-1 0 0,-1-1 1 0 0,1 0-1 0 0,0 0 1 0 0,0 0-1 0 0,0 0 1 0 0,-1 0-1 0 0,1 0 0 0 0,0 0 1 0 0,0 0-1 0 0,-1 0 1 0 0,1 0-1 0 0,-13-5-2697 0 0,-7-9 784 0 0,-7-14-3795 0 0,15 12 2464 0 0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1:35.6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1 203 1052 0 0,'0'0'1038'0'0,"2"-4"-88"0"0,3-4-525 0 0,1 0-1 0 0,0 0 1 0 0,0 1-1 0 0,1 0 1 0 0,0 0-1 0 0,0 0 1 0 0,1 1-1 0 0,-1 0 1 0 0,2 1-1 0 0,-1 0 1 0 0,0 0-1 0 0,17-6 1 0 0,16-6 111 0 0,65-17 1 0 0,-70 24-599 0 0,57-16-1678 0 0,-32 12-2177 0 0,-33 7 1716 0 0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1:36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0 956 0 0,'0'0'9717'0'0,"0"5"-9370"0"0,-7 97 2093 0 0,2-39-717 0 0,5-63-1716 0 0,0 1 0 0 0,1-1 0 0 0,-1 0 0 0 0,1 0 0 0 0,-1 1 0 0 0,1-1 0 0 0,-1 0 0 0 0,1 0 0 0 0,-1 0 1 0 0,1 0-1 0 0,-1 0 0 0 0,1 0 0 0 0,-1 0 0 0 0,1 0 0 0 0,-1 0 0 0 0,1 0 0 0 0,-1 0 0 0 0,1 0 0 0 0,-1 0 0 0 0,1 0 1 0 0,-1 0-1 0 0,1 0 0 0 0,-1-1 0 0 0,1 1 0 0 0,-1 0 0 0 0,1 0 0 0 0,-1-1 0 0 0,0 1 0 0 0,1 0 0 0 0,-1-1 0 0 0,1 1 0 0 0,-1 0 1 0 0,0-1-1 0 0,1 1 0 0 0,18-12 54 0 0,-19 12-57 0 0,19-15 64 0 0,94-61 163 0 0,-102 69-223 0 0,2 0 0 0 0,-1 2 0 0 0,1-1 0 0 0,0 1 0 0 0,0 1-1 0 0,0 1 1 0 0,20-4 0 0 0,-30 7 10 0 0,0-1 0 0 0,0 1 0 0 0,1 0 0 0 0,-1 0 0 0 0,0 0 0 0 0,1 0 0 0 0,-1 0 0 0 0,0 1 0 0 0,0 0 0 0 0,0-1 0 0 0,1 1 0 0 0,-1 0 0 0 0,0 0 0 0 0,0 1 0 0 0,0-1 0 0 0,0 1 0 0 0,-1 0 0 0 0,1-1 0 0 0,0 1 0 0 0,-1 0 0 0 0,1 1 1 0 0,-1-1-1 0 0,1 0 0 0 0,-1 1 0 0 0,0-1 0 0 0,0 1 0 0 0,0 0 0 0 0,-1 0 0 0 0,1-1 0 0 0,1 5 0 0 0,-2-3 21 0 0,0 1 0 0 0,0-1 1 0 0,0 1-1 0 0,0-1 0 0 0,-1 1 1 0 0,1 0-1 0 0,-1-1 0 0 0,-1 1 1 0 0,1 0-1 0 0,0-1 0 0 0,-1 1 1 0 0,0-1-1 0 0,0 1 1 0 0,-1-1-1 0 0,1 1 0 0 0,-1-1 1 0 0,0 0-1 0 0,0 0 0 0 0,-4 6 1 0 0,1-3-262 0 0,0 1 1 0 0,0-2-1 0 0,-1 1 1 0 0,0-1-1 0 0,0 0 1 0 0,-1 0 0 0 0,1 0-1 0 0,-11 6 1 0 0,11-9-917 0 0,1-1 1 0 0,-1 1-1 0 0,0-1 1 0 0,0 0 0 0 0,0 0-1 0 0,0-1 1 0 0,-9 2-1 0 0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1:37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43 228 0 0,'0'0'1159'0'0,"12"-40"6542"0"0,-11 39-7533 0 0,26 0-1287 0 0,-6 4-3212 0 0,-5 1 2189 0 0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2:04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360 98 160 0 0,'2'-27'3697'0'0,"-1"26"-3468"0"0,-1 1-1 0 0,0-1 1 0 0,0 0 0 0 0,1 1-1 0 0,-1-1 1 0 0,0 1 0 0 0,0-1 0 0 0,0 1-1 0 0,0-1 1 0 0,0 0 0 0 0,0 1-1 0 0,0-1 1 0 0,0 1 0 0 0,0-1-1 0 0,0 0 1 0 0,0 1 0 0 0,0-1-1 0 0,0 1 1 0 0,0-1 0 0 0,0 1-1 0 0,-1-1 1 0 0,1 1 0 0 0,0-1 0 0 0,-1 0-1 0 0,1 1 1 0 0,0-1 0 0 0,-1 1-1 0 0,1 0 1 0 0,0-1 0 0 0,-1 1-1 0 0,1-1 1 0 0,-2 0 0 0 0,-13 19 92 0 0,-1 0 1 0 0,2 1-1 0 0,1 0 0 0 0,0 2 1 0 0,-18 38-1 0 0,-41 116 506 0 0,36-82-421 0 0,-66 196 644 0 0,97-272-1016 0 0,-5 11 58 0 0,2 1-1 0 0,1 0 1 0 0,1 0-1 0 0,-3 48 1 0 0,9-74-101 0 0,0 0 1 0 0,-1 0-1 0 0,1-1 1 0 0,1 1 0 0 0,-1 0-1 0 0,0 0 1 0 0,1 0-1 0 0,-1-1 1 0 0,1 1-1 0 0,0 0 1 0 0,0-1-1 0 0,0 1 1 0 0,0 0 0 0 0,0-1-1 0 0,1 0 1 0 0,-1 1-1 0 0,1-1 1 0 0,-1 0-1 0 0,1 1 1 0 0,0-1-1 0 0,0 0 1 0 0,3 2 0 0 0,-3-3-11 0 0,1 0-1 0 0,0 0 1 0 0,0-1 0 0 0,0 1 0 0 0,-1 0 0 0 0,1-1 0 0 0,0 0 0 0 0,0 0 0 0 0,0 0 0 0 0,0 0 0 0 0,0 0 0 0 0,0 0 0 0 0,0-1 0 0 0,0 0 0 0 0,0 1-1 0 0,0-1 1 0 0,3-2 0 0 0,13-5-93 0 0,0-2-1 0 0,0 0 0 0 0,0-1 1 0 0,21-18-1 0 0,-39 28 110 0 0,38-29-216 0 0,-3-2 0 0 0,0-1 0 0 0,-2-2 0 0 0,-2-1 0 0 0,48-69 0 0 0,-28 24-320 0 0,79-167 1 0 0,-105 190 523 0 0,-2 0 1 0 0,-4-2-1 0 0,18-79 1 0 0,-35 124 92 0 0,3-17 1217 0 0,-18 51-692 0 0,-18 63-246 0 0,4 1 0 0 0,-24 131 0 0 0,31-125-158 0 0,-3 24 29 0 0,12-56 61 0 0,-2-1 1 0 0,-25 69-1 0 0,37-124 86 0 0,0-4-376 0 0,0 1-1 0 0,0-1 1 0 0,1 0 0 0 0,-1 1-1 0 0,1-1 1 0 0,0 1 0 0 0,0-1 0 0 0,0 1-1 0 0,0 0 1 0 0,2-5 0 0 0,4-8-8 0 0,-4 4-32 0 0,0-1 0 0 0,1 1 0 0 0,0-1 0 0 0,1 1 1 0 0,0 1-1 0 0,1-1 0 0 0,0 1 0 0 0,1 0 0 0 0,0 0 1 0 0,9-9-1 0 0,-14 18 21 0 0,1 0 0 0 0,-1 0 1 0 0,1 1-1 0 0,-1-1 0 0 0,0 1 0 0 0,1-1 1 0 0,-1 1-1 0 0,1 0 0 0 0,-1 0 0 0 0,1 0 1 0 0,-1 1-1 0 0,1-1 0 0 0,-1 0 0 0 0,1 1 1 0 0,-1 0-1 0 0,1-1 0 0 0,-1 1 0 0 0,0 0 1 0 0,3 2-1 0 0,45 21-276 0 0,-36-17 184 0 0,1-1-1 0 0,0 0 1 0 0,0-1 0 0 0,1-1-1 0 0,-1 0 1 0 0,1-1-1 0 0,0-1 1 0 0,0-1 0 0 0,0 0-1 0 0,0 0 1 0 0,0-2-1 0 0,0 0 1 0 0,0-1-1 0 0,0-1 1 0 0,0 0 0 0 0,-1-1-1 0 0,0-1 1 0 0,1 0-1 0 0,-2-1 1 0 0,1-1 0 0 0,27-16-1 0 0,-36 18 186 0 0,0-1 0 0 0,0 1 0 0 0,0-1 0 0 0,0 0 0 0 0,-1-1-1 0 0,0 1 1 0 0,-1-1 0 0 0,0 0 0 0 0,0 0 0 0 0,0-1 0 0 0,-1 1 0 0 0,0-1-1 0 0,3-9 1 0 0,-5 15 90 0 0,-1-4 84 0 0,1 5-177 0 0,-1 0 0 0 0,0 0 0 0 0,1 0 0 0 0,-1 0 1 0 0,0 0-1 0 0,0 0 0 0 0,0 0 0 0 0,0 0 0 0 0,0 0 1 0 0,0 0-1 0 0,0 0 0 0 0,0 0 0 0 0,0 0 0 0 0,0 0 1 0 0,-1 0-1 0 0,1 0 0 0 0,-1-1 0 0 0,-3 2-60 0 0,1 1 0 0 0,-1-1 0 0 0,1 1-1 0 0,-1 0 1 0 0,1 0 0 0 0,0 0 0 0 0,-1 0 0 0 0,1 1-1 0 0,0 0 1 0 0,0-1 0 0 0,0 1 0 0 0,0 0 0 0 0,0 0-1 0 0,0 1 1 0 0,1-1 0 0 0,-1 1 0 0 0,1-1 0 0 0,0 1-1 0 0,-1 0 1 0 0,1 0 0 0 0,-3 6 0 0 0,-5 5-3 0 0,1 1 0 0 0,0 1 0 0 0,-9 20 0 0 0,9-16 7 0 0,-10 30 22 0 0,14-31-38 0 0,5-12 5 0 0,4 5 17 0 0,-4-12-22 0 0,0 0 0 0 0,0 1 0 0 0,0-1 0 0 0,1 0 0 0 0,-1 1 0 0 0,0-1 0 0 0,0 0 0 0 0,1 1 0 0 0,-1-1 0 0 0,0 0 0 0 0,1 0 0 0 0,-1 1 0 0 0,0-1 0 0 0,1 0 0 0 0,-1 0 0 0 0,0 0 0 0 0,1 1 0 0 0,-1-1 0 0 0,1 0 0 0 0,-1 0 0 0 0,0 0 0 0 0,1 0 0 0 0,-1 0 0 0 0,1 0 0 0 0,-1 0 0 0 0,0 0 0 0 0,1 0 0 0 0,-1 0 0 0 0,1 0 0 0 0,-1 0 0 0 0,1 0 0 0 0,-1 0 0 0 0,0 0 0 0 0,1 0 0 0 0,-1-1 0 0 0,0 1 0 0 0,1 0 0 0 0,-1 0 0 0 0,1 0 0 0 0,-1-1 0 0 0,0 1 0 0 0,1 0 0 0 0,11-8-4 0 0,-3 1-46 0 0,0 0-1 0 0,-1-1 1 0 0,1 0 0 0 0,-2-1 0 0 0,1 0 0 0 0,-1 0-1 0 0,0 0 1 0 0,5-11 0 0 0,29-36-364 0 0,-41 56 356 0 0,1-1 46 0 0,0 1-1 0 0,0 0 0 0 0,0-1 1 0 0,0 1-1 0 0,-1 0 0 0 0,1 0 0 0 0,0 0 1 0 0,0 0-1 0 0,0 0 0 0 0,0 0 1 0 0,0 0-1 0 0,0 0 0 0 0,0 0 1 0 0,0 0-1 0 0,-1 0 0 0 0,1 0 0 0 0,0 1 1 0 0,0-1-1 0 0,0 0 0 0 0,0 1 1 0 0,-1-1-1 0 0,1 1 0 0 0,0-1 1 0 0,0 1-1 0 0,-1-1 0 0 0,1 1 0 0 0,0-1 1 0 0,-1 1-1 0 0,1 0 0 0 0,0-1 1 0 0,0 2-1 0 0,32 34-235 0 0,-8-10-324 0 0,-23-24 531 0 0,0 0-1 0 0,1-1 0 0 0,-1 1 0 0 0,1-1 1 0 0,0 1-1 0 0,-1-1 0 0 0,1 0 0 0 0,0 0 1 0 0,0 0-1 0 0,0-1 0 0 0,-1 1 0 0 0,1-1 1 0 0,0 1-1 0 0,0-1 0 0 0,0 0 0 0 0,0 0 1 0 0,0 0-1 0 0,0-1 0 0 0,0 1 0 0 0,5-2 1 0 0,-4 0 16 0 0,1 0 0 0 0,-1 0 1 0 0,1-1-1 0 0,-1 0 0 0 0,0 1 0 0 0,0-1 1 0 0,0-1-1 0 0,-1 1 0 0 0,1-1 1 0 0,-1 1-1 0 0,4-6 0 0 0,3-5 52 0 0,0-1 0 0 0,-1 0 0 0 0,-1-1 0 0 0,-1 0 0 0 0,10-28 1 0 0,-5-4 378 0 0,-2-1 1 0 0,-2 1 0 0 0,-2-1-1 0 0,-3-1 1 0 0,-3-60 0 0 0,-1 62 1780 0 0,1 45-1447 0 0,-12 29-493 0 0,6-11-176 0 0,1 0 1 0 0,1 1-1 0 0,0-1 1 0 0,1 1-1 0 0,0 0 0 0 0,2 0 1 0 0,0 32-1 0 0,18 111 205 0 0,-16-153-262 0 0,23 110-1068 0 0,-10-56-2358 0 0,-12-54 2708 0 0,1 1-758 0 0,-3 10-8792 0 0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2:04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0 102 388 0 0,'6'-6'824'0'0,"0"0"0"0"0,0 0 0 0 0,1 0 0 0 0,-1 1 0 0 0,1 0 0 0 0,1 0 0 0 0,-1 1-1 0 0,9-5 1 0 0,67-21-380 0 0,-31 13-5152 0 0,-45 14 2717 0 0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2:05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33 384 0 0,'-9'7'1572'0'0,"3"-2"1000"0"0,-7 1-423 0 0,5-2 1191 0 0,42-19-3164 0 0,-17 9-228 0 0,7 0-268 0 0,3-3-264 0 0,-8 4-960 0 0,3-2-1665 0 0,-2 0 741 0 0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2:06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11 404 0 0,'0'0'4011'0'0,"-4"-10"4300"0"0,7 27-8071 0 0,-1 1 0 0 0,-2 0 0 0 0,1 0 0 0 0,-2 0-1 0 0,0 0 1 0 0,-2 0 0 0 0,-6 28 0 0 0,-1 13-3 0 0,6-35-455 0 0,2-15-666 0 0,0 0-1 0 0,1-1 1 0 0,0 1 0 0 0,1 0 0 0 0,0 10-1 0 0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1:37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4 336 0 0,'0'0'8199'0'0,"-6"-2"-7486"0"0,1 1-530 0 0,0 1 1 0 0,0-1 0 0 0,0 1 0 0 0,-1 0-1 0 0,1 1 1 0 0,0-1 0 0 0,0 1 0 0 0,0 0 0 0 0,0 0-1 0 0,0 1 1 0 0,0 0 0 0 0,0 0 0 0 0,1 0-1 0 0,-1 0 1 0 0,1 0 0 0 0,-7 6 0 0 0,8-7-75 0 0,0 0 0 0 0,0 0 0 0 0,1 0 0 0 0,-1 1 0 0 0,0-1 0 0 0,1 1 0 0 0,0 0 0 0 0,-1 0 0 0 0,1 0 0 0 0,0 0 0 0 0,0 0 0 0 0,0 0 0 0 0,0 1 0 0 0,0-1 0 0 0,0 1-1 0 0,1-1 1 0 0,-1 1 0 0 0,1 0 0 0 0,0-1 0 0 0,0 1 0 0 0,-2 5 0 0 0,3-6-3 0 0,9 2 39 0 0,-8-3-139 0 0,0 0 0 0 0,-1-1 1 0 0,1 1-1 0 0,0-1 1 0 0,0 1-1 0 0,0-1 1 0 0,-1 1-1 0 0,1-1 1 0 0,0 0-1 0 0,0 1 1 0 0,0-1-1 0 0,0 0 1 0 0,0 0-1 0 0,0 0 0 0 0,0 0 1 0 0,0 1-1 0 0,0-1 1 0 0,-1 0-1 0 0,3-1 1 0 0,257-2-508 0 0,-184 3-4296 0 0,-62-1 1067 0 0,-2-3 285 0 0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2:07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10 256 0 0,'6'-9'8447'0'0,"-5"32"-4114"0"0,-1-17-5394 0 0,-3 180 3982 0 0,-1-18-1464 0 0,6-127-1268 0 0,-2 0 1 0 0,-10 66 0 0 0,2-46-4007 0 0,8-59 2952 0 0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2:08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0 691 20 0 0,'93'-37'1530'0'0,"308"-141"1432"0"0,-364 159-2698 0 0,4-2-16 0 0,-1-1 0 0 0,-1-2 0 0 0,39-32 1 0 0,-70 50-179 0 0,0-1 0 0 0,0 1 1 0 0,-1-1-1 0 0,0-1 1 0 0,0 1-1 0 0,-1-1 1 0 0,0-1-1 0 0,-1 1 0 0 0,0-1 1 0 0,0 0-1 0 0,-1 0 1 0 0,0 0-1 0 0,0-1 1 0 0,-1 1-1 0 0,0-1 1 0 0,-1 0-1 0 0,0 0 0 0 0,-1 0 1 0 0,1-19-1 0 0,-3 22 113 0 0,1 0 0 0 0,-2 0 0 0 0,1 1 0 0 0,-1-1 0 0 0,0 0 0 0 0,0 1 0 0 0,-1 0 0 0 0,0 0 0 0 0,0 0 0 0 0,0 0 0 0 0,-1 0 0 0 0,0 0 0 0 0,0 1 0 0 0,-1 0 0 0 0,1 0-1 0 0,-1 0 1 0 0,0 0 0 0 0,0 1 0 0 0,-1 0 0 0 0,0 0 0 0 0,1 0 0 0 0,-1 1 0 0 0,0 0 0 0 0,0 0 0 0 0,-1 0 0 0 0,1 1 0 0 0,-13-3 0 0 0,17 5-155 0 0,0 0 0 0 0,0 0-1 0 0,1 0 1 0 0,-1 0 0 0 0,0 0 0 0 0,0 1 0 0 0,1-1 0 0 0,-1 1 0 0 0,0-1-1 0 0,1 1 1 0 0,-1 0 0 0 0,1 0 0 0 0,-1-1 0 0 0,1 1 0 0 0,-1 0 0 0 0,1 0 0 0 0,-1 0-1 0 0,1 1 1 0 0,0-1 0 0 0,0 0 0 0 0,0 1 0 0 0,-2 2 0 0 0,-20 30 384 0 0,10-3-146 0 0,1 1 0 0 0,1-1 0 0 0,2 2 0 0 0,1-1 0 0 0,-6 52 0 0 0,3-18 89 0 0,1 10 87 0 0,4 0 0 0 0,6 118 0 0 0,1-89-120 0 0,0-59-107 0 0,-1-44-192 0 0,0 5-24 0 0,0-7 5 0 0,0 0 0 0 0,0 0 0 0 0,0 0 0 0 0,0 0 0 0 0,0 0 0 0 0,0 0 0 0 0,1 0 0 0 0,-1 0 0 0 0,0 0 0 0 0,0 0 0 0 0,0 0 0 0 0,0 0 0 0 0,0 0-1 0 0,0 0 1 0 0,0 0 0 0 0,0 0 0 0 0,0 0 0 0 0,0 0 0 0 0,0 0 0 0 0,1 0 0 0 0,-1 0 0 0 0,0 0 0 0 0,0 0 0 0 0,0 0 0 0 0,0 0 0 0 0,0 0 0 0 0,0 0 0 0 0,17-46-63 0 0,-16 44 48 0 0,1 0-9 0 0,0 0 1 0 0,0 0-1 0 0,0 0 1 0 0,0 0 0 0 0,0 1-1 0 0,1-1 1 0 0,-1 1 0 0 0,1 0-1 0 0,-1 0 1 0 0,1 0-1 0 0,-1 0 1 0 0,1 0 0 0 0,0 0-1 0 0,4 0 1 0 0,29 4-11 0 0,0-1 0 0 0,0-2 0 0 0,0-2 0 0 0,0-1 0 0 0,36-8 0 0 0,-50 6 40 0 0,0-1 0 0 0,-1 0 0 0 0,1-2 0 0 0,-1 0 0 0 0,-1-2 0 0 0,0 0 0 0 0,0-1-1 0 0,-1-1 1 0 0,24-21 0 0 0,-39 30 174 0 0,-1 0 0 0 0,0-1-1 0 0,0 0 1 0 0,-1 1 0 0 0,1-1-1 0 0,-1 0 1 0 0,1-1 0 0 0,-1 1-1 0 0,0 0 1 0 0,-1 0 0 0 0,1-1-1 0 0,-1 1 1 0 0,1-6 0 0 0,-2 8 314 0 0,2-5 60 0 0,-2 7-518 0 0,0 0 1 0 0,0 0-1 0 0,0 0 0 0 0,-1 0 1 0 0,1 0-1 0 0,0 0 1 0 0,0 0-1 0 0,0 0 0 0 0,0 0 1 0 0,0 0-1 0 0,0 0 1 0 0,0 1-1 0 0,0-1 0 0 0,0 0 1 0 0,-1 0-1 0 0,1 0 1 0 0,0 0-1 0 0,0 0 0 0 0,0 0 1 0 0,0 0-1 0 0,0 0 1 0 0,0 0-1 0 0,0 0 0 0 0,0 0 1 0 0,0 0-1 0 0,-1 0 1 0 0,1 0-1 0 0,0 0 0 0 0,0-1 1 0 0,0 1-1 0 0,0 0 0 0 0,0 0 1 0 0,0 0-1 0 0,0 0 1 0 0,0 0-1 0 0,0 0 0 0 0,-1 0 1 0 0,1 0-1 0 0,0 0 1 0 0,0 0-1 0 0,0 0 0 0 0,0 0 1 0 0,0 0-1 0 0,0 0 1 0 0,0-1-1 0 0,0 1 0 0 0,0 0 1 0 0,0 0-1 0 0,0 0 1 0 0,0 0-1 0 0,0 0 0 0 0,0 0 1 0 0,0 0-1 0 0,0 0 1 0 0,0 0-1 0 0,0-1 0 0 0,0 1 1 0 0,-2 2-147 0 0,0 0 0 0 0,1 0 0 0 0,-1 1 0 0 0,1-1 0 0 0,0 0 0 0 0,0 1 0 0 0,0-1 1 0 0,0 0-1 0 0,0 1 0 0 0,0-1 0 0 0,1 1 0 0 0,-1 0 0 0 0,1 4 0 0 0,-1-1-499 0 0,1 0 0 0 0,0 0 0 0 0,1 0 0 0 0,-1 0 0 0 0,1 0 0 0 0,1 0 0 0 0,1 6 0 0 0,-2-8 207 0 0,5 13-2716 0 0,-1-5-2379 0 0,0-4 1276 0 0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2:43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1 745 104 0 0,'0'0'875'0'0,"0"1"-633"0"0,0 0-1 0 0,0 0 0 0 0,0 0 1 0 0,1 0-1 0 0,-1 0 0 0 0,0-1 0 0 0,1 1 1 0 0,-1 0-1 0 0,0 0 0 0 0,1 0 1 0 0,-1 0-1 0 0,1-1 0 0 0,0 1 0 0 0,-1 0 1 0 0,1-1-1 0 0,-1 1 0 0 0,1 0 1 0 0,0-1-1 0 0,1 2 0 0 0,9-5 21 0 0,-1-1 1 0 0,0 0-1 0 0,0-1 0 0 0,0 0 0 0 0,0 0 0 0 0,16-12 1 0 0,56-49 528 0 0,-54 42-502 0 0,27-24 321 0 0,59-63-1 0 0,-92 86-426 0 0,-1-1 0 0 0,-1 0 0 0 0,-1-2 1 0 0,29-57-1 0 0,-43 72-98 0 0,0-1 0 0 0,0 0 0 0 0,-1 0 0 0 0,-1-1 0 0 0,0 1 1 0 0,-1-1-1 0 0,-1 0 0 0 0,-1-25 0 0 0,0 34-44 0 0,0 1-1 0 0,0-1 1 0 0,-1 1-1 0 0,0-1 1 0 0,0 1 0 0 0,0-1-1 0 0,-1 1 1 0 0,0-1-1 0 0,0 1 1 0 0,0 0-1 0 0,-1 0 1 0 0,0 0 0 0 0,1 1-1 0 0,-2-1 1 0 0,1 0-1 0 0,-1 1 1 0 0,1 0 0 0 0,-1 0-1 0 0,0 0 1 0 0,-1 0-1 0 0,1 1 1 0 0,-1 0-1 0 0,1 0 1 0 0,-1 0 0 0 0,-8-3-1 0 0,9 5-30 0 0,0 0 0 0 0,0 0 0 0 0,0 1 0 0 0,0 0 0 0 0,0 0 0 0 0,0 0 0 0 0,0 0 0 0 0,0 0 0 0 0,0 1 1 0 0,1 0-1 0 0,-1 0 0 0 0,0 0 0 0 0,0 0 0 0 0,0 1 0 0 0,1-1 0 0 0,-1 1 0 0 0,1 0 0 0 0,-1 0 0 0 0,1 1 0 0 0,0-1 0 0 0,0 0 0 0 0,0 1 0 0 0,0 0 0 0 0,-5 5 0 0 0,-3 5-1 0 0,0 1 0 0 0,0 0-1 0 0,1 1 1 0 0,-10 18 0 0 0,9-10-3 0 0,0 0 0 0 0,1 0 0 0 0,2 1-1 0 0,0 0 1 0 0,2 1 0 0 0,0-1 0 0 0,2 1 0 0 0,-2 36 0 0 0,5-43-3 0 0,1-1 0 0 0,1 1 0 0 0,0-1-1 0 0,2 0 1 0 0,0 0 0 0 0,1 0 0 0 0,0 0 0 0 0,2 0 0 0 0,0-1 0 0 0,0 0 0 0 0,2 0-1 0 0,0-1 1 0 0,12 18 0 0 0,-15-26-16 0 0,0-1 1 0 0,1 1-1 0 0,0-1 0 0 0,0 0 0 0 0,1 0 1 0 0,0 0-1 0 0,0-1 0 0 0,12 7 0 0 0,-16-10 6 0 0,0-1 0 0 0,0 1 0 0 0,1-1 0 0 0,-1 0 0 0 0,0 0 0 0 0,1 0 0 0 0,-1 0-1 0 0,1-1 1 0 0,-1 1 0 0 0,1-1 0 0 0,-1 0 0 0 0,1 0 0 0 0,-1 0 0 0 0,1-1 0 0 0,-1 1 0 0 0,1-1-1 0 0,-1 0 1 0 0,0 0 0 0 0,1 0 0 0 0,-1 0 0 0 0,0-1 0 0 0,0 1 0 0 0,0-1 0 0 0,4-2 0 0 0,13-11-19 0 0,-2-2 1 0 0,0 0 0 0 0,0 0-1 0 0,-2-2 1 0 0,0 0 0 0 0,-1-1 0 0 0,15-27-1 0 0,78-166-120 0 0,-51 95 76 0 0,-51 107 55 0 0,7-16 83 0 0,30-43-1 0 0,-39 65-52 0 0,-1-1 0 0 0,1 1 0 0 0,1 1-1 0 0,-1-1 1 0 0,0 1 0 0 0,1 0-1 0 0,0 0 1 0 0,0 0 0 0 0,0 0 0 0 0,1 1-1 0 0,-1 0 1 0 0,1 0 0 0 0,-1 0-1 0 0,12-2 1 0 0,-15 4-11 0 0,0 1 0 0 0,0 0 0 0 0,0 1 0 0 0,0-1 0 0 0,0 0-1 0 0,0 1 1 0 0,-1-1 0 0 0,1 1 0 0 0,0-1 0 0 0,0 1 0 0 0,0 0 0 0 0,0 0 0 0 0,-1 0 0 0 0,1 0-1 0 0,0 0 1 0 0,-1 0 0 0 0,1 0 0 0 0,-1 0 0 0 0,1 1 0 0 0,-1-1 0 0 0,3 4 0 0 0,25 39 62 0 0,-20-30-37 0 0,60 110 103 0 0,-51-88-125 0 0,1-2 0 0 0,1 0-1 0 0,29 37 1 0 0,-46-68-67 0 0,21 21-422 0 0,-23-23 445 0 0,0 0 0 0 0,0 0 0 0 0,-1-1 0 0 0,1 1 0 0 0,0-1 0 0 0,0 1 0 0 0,0-1 0 0 0,0 1 0 0 0,0-1-1 0 0,0 0 1 0 0,1 1 0 0 0,-1-1 0 0 0,0 0 0 0 0,0 0 0 0 0,0 0 0 0 0,0 1 0 0 0,0-1 0 0 0,0-1 0 0 0,0 1 0 0 0,0 0-1 0 0,1 0 1 0 0,-1 0 0 0 0,0 0 0 0 0,0-1 0 0 0,0 1 0 0 0,0-1 0 0 0,0 1 0 0 0,2-2 0 0 0,6-6-174 0 0,0 0 1 0 0,0-1-1 0 0,-1 0 1 0 0,0 0-1 0 0,-1-1 1 0 0,0 0 0 0 0,0 0-1 0 0,-1-1 1 0 0,0 0-1 0 0,-1 0 1 0 0,6-20-1 0 0,-4 9 111 0 0,-1-1-1 0 0,-1 1 1 0 0,-1-1-1 0 0,-1 0 1 0 0,0-33-1 0 0,-3 54 125 0 0,0 1-1 0 0,0 0 1 0 0,0-1-1 0 0,0 1 1 0 0,0 0-1 0 0,0-1 1 0 0,0 1-1 0 0,0 0 1 0 0,-1-1-1 0 0,1 1 1 0 0,0 0-1 0 0,-1 0 1 0 0,1 0-1 0 0,-1-1 1 0 0,0 1-1 0 0,1 0 1 0 0,-1 0-1 0 0,0 0 0 0 0,0 0 1 0 0,0 0-1 0 0,1 0 1 0 0,-1 0-1 0 0,0 0 1 0 0,0 0-1 0 0,-1 0 1 0 0,1 1-1 0 0,0-1 1 0 0,0 0-1 0 0,0 1 1 0 0,0-1-1 0 0,-1 1 1 0 0,1-1-1 0 0,0 1 1 0 0,0 0-1 0 0,-1-1 1 0 0,1 1-1 0 0,0 0 1 0 0,-1 0-1 0 0,1 0 1 0 0,0 0-1 0 0,-1 0 0 0 0,1 0 1 0 0,0 0-1 0 0,-1 1 1 0 0,1-1-1 0 0,0 0 1 0 0,0 1-1 0 0,-1-1 1 0 0,1 1-1 0 0,0-1 1 0 0,-2 2-1 0 0,-5 1 36 0 0,-1 1 0 0 0,0 0 0 0 0,1 1-1 0 0,0-1 1 0 0,-12 11 0 0 0,-2 4 39 0 0,0 2 0 0 0,1 0 0 0 0,2 1 0 0 0,0 2-1 0 0,1-1 1 0 0,-19 36 0 0 0,11-10-1473 0 0,3 1 1 0 0,-26 78-1 0 0,41-107-1058 0 0,1-5 186 0 0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2:44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0 748 0 0,'0'0'2754'0'0,"2"3"-1950"0"0,0 1-641 0 0,-1-1-1 0 0,0 0 1 0 0,0 1-1 0 0,1-1 1 0 0,-2 0-1 0 0,1 1 1 0 0,0 0-1 0 0,-1-1 1 0 0,0 1-1 0 0,0-1 1 0 0,0 1-1 0 0,0 5 1 0 0,-11 51 1137 0 0,2-15-686 0 0,-37 641 3800 0 0,44-655-4153 0 0,0 0 1 0 0,-10 39-1 0 0,13-69-218 0 0,-1 0 1 0 0,0 0-1 0 0,0-1 0 0 0,0 1 0 0 0,0 0 1 0 0,0-1-1 0 0,0 1 0 0 0,0 0 0 0 0,-1 0 0 0 0,1-1 1 0 0,0 1-1 0 0,0 0 0 0 0,0-1 0 0 0,-1 1 1 0 0,1 0-1 0 0,0-1 0 0 0,-1 1 0 0 0,1-1 0 0 0,-1 1 1 0 0,1 0-1 0 0,0-1 0 0 0,-1 1 0 0 0,1-1 1 0 0,-1 1-1 0 0,0-1 0 0 0,1 0 0 0 0,-1 1 0 0 0,1-1 1 0 0,-1 1-1 0 0,0-1 0 0 0,1 0 0 0 0,-1 0 0 0 0,0 1 1 0 0,1-1-1 0 0,-1 0 0 0 0,0 0 0 0 0,-1 0 1 0 0,1-1-5 0 0,-1 0 0 0 0,0-1 0 0 0,1 1 0 0 0,-1-1 0 0 0,1 1 0 0 0,-1-1 1 0 0,1 0-1 0 0,0 0 0 0 0,0 1 0 0 0,0-1 0 0 0,0 0 0 0 0,-1-3 0 0 0,-6-13 47 0 0,1 0-1 0 0,-7-25 1 0 0,2-9-89 0 0,3-1 0 0 0,1 0 1 0 0,3 0-1 0 0,2 0 0 0 0,3-1 1 0 0,2 1-1 0 0,2 0 0 0 0,3 0 1 0 0,2 0-1 0 0,2 1 0 0 0,28-81 1 0 0,-33 117-23 0 0,1 1 0 0 0,1 0 0 0 0,0 0 1 0 0,1 1-1 0 0,0 0 0 0 0,1 0 0 0 0,23-23 0 0 0,-30 34 16 0 0,0 0-1 0 0,1 0 0 0 0,-1 0 0 0 0,1 0 1 0 0,0 1-1 0 0,0-1 0 0 0,0 1 0 0 0,0 0 1 0 0,0 0-1 0 0,0 1 0 0 0,1-1 0 0 0,-1 1 1 0 0,0 0-1 0 0,1 0 0 0 0,-1 0 0 0 0,1 0 1 0 0,0 1-1 0 0,-1 0 0 0 0,1 0 1 0 0,-1 0-1 0 0,1 1 0 0 0,-1 0 0 0 0,1-1 1 0 0,-1 2-1 0 0,1-1 0 0 0,-1 0 0 0 0,0 1 1 0 0,0 0-1 0 0,0 0 0 0 0,0 0 0 0 0,0 0 1 0 0,0 1-1 0 0,0-1 0 0 0,3 5 0 0 0,-1-2 3 0 0,0 0 1 0 0,-1 1-1 0 0,0 0 0 0 0,0 0 0 0 0,-1 0 0 0 0,1 1 0 0 0,-1-1 0 0 0,-1 1 0 0 0,1 0 0 0 0,-1 0 0 0 0,0 0 0 0 0,-1 1 0 0 0,0-1 0 0 0,0 1 1 0 0,-1-1-1 0 0,0 1 0 0 0,0 0 0 0 0,0-1 0 0 0,-1 1 0 0 0,0 0 0 0 0,-1 0 0 0 0,0-1 0 0 0,0 1 0 0 0,-1-1 0 0 0,0 1 0 0 0,0-1 0 0 0,0 1 1 0 0,-1-1-1 0 0,0 0 0 0 0,-1 0 0 0 0,0 0 0 0 0,0-1 0 0 0,0 1 0 0 0,-1-1 0 0 0,0 0 0 0 0,0 0 0 0 0,0-1 0 0 0,-11 9 0 0 0,5-5-21 0 0,0 0 0 0 0,0-1 0 0 0,-1 0 0 0 0,0-1 0 0 0,-1 0 0 0 0,0-1 0 0 0,0 0 0 0 0,0-1-1 0 0,-1-1 1 0 0,1 0 0 0 0,-1-1 0 0 0,0 0 0 0 0,0-1 0 0 0,0-1 0 0 0,0 0 0 0 0,-1-1 0 0 0,1 0 0 0 0,0-1-1 0 0,-20-4 1 0 0,32 5-48 0 0,1-1 0 0 0,0 1 0 0 0,0 0 0 0 0,0 0-1 0 0,0-1 1 0 0,-1 1 0 0 0,1-1 0 0 0,0 1-1 0 0,0-1 1 0 0,0 1 0 0 0,0-1 0 0 0,0 0 0 0 0,0 1-1 0 0,0-1 1 0 0,1 0 0 0 0,-1 0 0 0 0,0 0 0 0 0,0 1-1 0 0,0-1 1 0 0,1 0 0 0 0,-1 0 0 0 0,1 0 0 0 0,-2-2-1 0 0,2 2-14 0 0,0 0 0 0 0,1 0-1 0 0,-1 0 1 0 0,0 0-1 0 0,0 0 1 0 0,0 0 0 0 0,1 0-1 0 0,-1 0 1 0 0,1 0 0 0 0,-1 0-1 0 0,1 0 1 0 0,-1 0-1 0 0,1 0 1 0 0,-1 0 0 0 0,1 0-1 0 0,0 0 1 0 0,0 0 0 0 0,-1 1-1 0 0,2-2 1 0 0,4-3-591 0 0,0 0 0 0 0,0 1 0 0 0,1 0 0 0 0,-1 0 0 0 0,10-4 0 0 0,-1 2-1888 0 0,3 1 197 0 0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2:45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23 852 0 0,'0'0'2667'0'0,"0"-9"-1403"0"0,-7 8 4301 0 0,-4 5-5377 0 0,0 0 0 0 0,0 1 0 0 0,1 1 1 0 0,0-1-1 0 0,0 2 0 0 0,0 0 0 0 0,1 0 1 0 0,0 0-1 0 0,0 1 0 0 0,1 1 0 0 0,0-1 0 0 0,0 1 1 0 0,1 1-1 0 0,-9 15 0 0 0,15-24-185 0 0,0-1 0 0 0,1 1 1 0 0,-1 0-1 0 0,1 0 0 0 0,-1-1 0 0 0,1 1 0 0 0,0 0 0 0 0,-1 0 0 0 0,1 0 0 0 0,0 0 0 0 0,-1 0 1 0 0,1-1-1 0 0,0 1 0 0 0,0 0 0 0 0,0 0 0 0 0,0 0 0 0 0,0 0 0 0 0,0 0 0 0 0,0 0 0 0 0,0 0 1 0 0,0 0-1 0 0,0 0 0 0 0,1-1 0 0 0,-1 1 0 0 0,0 0 0 0 0,1 0 0 0 0,-1 0 0 0 0,0 0 0 0 0,1 0 1 0 0,-1-1-1 0 0,1 1 0 0 0,0 0 0 0 0,-1-1 0 0 0,1 1 0 0 0,-1 0 0 0 0,1-1 0 0 0,0 1 0 0 0,0 0 1 0 0,-1-1-1 0 0,1 1 0 0 0,0-1 0 0 0,0 0 0 0 0,0 1 0 0 0,-1-1 0 0 0,1 0 0 0 0,0 1 0 0 0,0-1 1 0 0,0 0-1 0 0,0 0 0 0 0,1 1 0 0 0,0-1-56 0 0,48-16-277 0 0,-37 8 110 0 0,1 2 0 0 0,-1-1 0 0 0,2 2 0 0 0,13-4-1 0 0,-26 8 135 0 0,5 1 24 0 0,0 1 0 0 0,0 0-1 0 0,0 1 1 0 0,0-1-1 0 0,0 1 1 0 0,9 4-1 0 0,-12-4 36 0 0,1 0 0 0 0,0-1 0 0 0,0 1 0 0 0,0-1 0 0 0,0 0 1 0 0,0 0-1 0 0,0 0 0 0 0,0-1 0 0 0,0 0 0 0 0,0 0 0 0 0,0 0 0 0 0,0-1 0 0 0,8-1 0 0 0,-2-3-9 0 0,0-1 1 0 0,0 0 0 0 0,0 0 0 0 0,-1-1 0 0 0,0 0-1 0 0,-1-1 1 0 0,0 0 0 0 0,0-1 0 0 0,0 0-1 0 0,11-16 1 0 0,14-12-33 0 0,-34 36 70 0 0,1 1 1 0 0,-1-1 0 0 0,1 1 0 0 0,0-1 0 0 0,-1 1-1 0 0,1 0 1 0 0,0-1 0 0 0,-1 1 0 0 0,1 0 0 0 0,0-1-1 0 0,-1 1 1 0 0,1 0 0 0 0,0 0 0 0 0,0 0 0 0 0,-1-1-1 0 0,1 1 1 0 0,0 0 0 0 0,0 0 0 0 0,-1 0 0 0 0,1 0-1 0 0,0 1 1 0 0,0-1 0 0 0,-1 0 0 0 0,1 0-1 0 0,0 0 1 0 0,0 1 0 0 0,-1-1 0 0 0,1 0 0 0 0,0 0-1 0 0,-1 1 1 0 0,1-1 0 0 0,0 1 0 0 0,-1-1 0 0 0,1 1-1 0 0,-1-1 1 0 0,1 1 0 0 0,-1-1 0 0 0,1 1 0 0 0,-1-1-1 0 0,1 1 1 0 0,-1 0 0 0 0,1-1 0 0 0,-1 1 0 0 0,0 0-1 0 0,1-1 1 0 0,-1 1 0 0 0,0 0 0 0 0,1 1 0 0 0,12 36 225 0 0,-13-37-217 0 0,5 24 67 0 0,-5-24-66 0 0,0 0 0 0 0,0 0 0 0 0,1 0 0 0 0,-1 0 0 0 0,0 0 0 0 0,0 0 0 0 0,1 0-1 0 0,-1 0 1 0 0,1 0 0 0 0,-1 0 0 0 0,1 0 0 0 0,-1 0 0 0 0,1 0 0 0 0,-1-1 0 0 0,1 1 0 0 0,0 0 0 0 0,0 0 0 0 0,-1-1 0 0 0,1 1 0 0 0,0 0 0 0 0,0-1 0 0 0,1 2 0 0 0,2-3 1 0 0,1 0 1 0 0,-1 0-1 0 0,0 0 0 0 0,0 0 1 0 0,0 0-1 0 0,0-1 0 0 0,0 0 0 0 0,0 0 1 0 0,-1 0-1 0 0,1 0 0 0 0,4-4 1 0 0,-2 2-5 0 0,-1 0 0 0 0,1 1 0 0 0,0 0 0 0 0,0 0 0 0 0,12-4 0 0 0,37-2-1796 0 0,-20 7-3737 0 0,-32 2 3202 0 0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2:45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94 350 660 0 0,'0'0'5331'0'0,"-4"5"-4740"0"0,-9 10 90 0 0,1 1 0 0 0,1 0 0 0 0,-16 32 0 0 0,22-39-465 0 0,1 0 1 0 0,1 0-1 0 0,-1 1 1 0 0,2-1-1 0 0,-1 1 0 0 0,1-1 1 0 0,1 1-1 0 0,0 0 1 0 0,0 18-1 0 0,1-27-201 0 0,0 0-1 0 0,0 0 0 0 0,0 0 0 0 0,0 0 0 0 0,0 0 1 0 0,0-1-1 0 0,0 1 0 0 0,1 0 0 0 0,-1 0 0 0 0,0 0 0 0 0,0 0 1 0 0,1-1-1 0 0,-1 1 0 0 0,1 0 0 0 0,-1 0 0 0 0,1-1 1 0 0,-1 1-1 0 0,1 0 0 0 0,-1-1 0 0 0,1 1 0 0 0,0 0 1 0 0,-1-1-1 0 0,1 1 0 0 0,0-1 0 0 0,-1 1 0 0 0,1-1 1 0 0,0 1-1 0 0,0-1 0 0 0,-1 0 0 0 0,1 1 0 0 0,0-1 1 0 0,0 0-1 0 0,0 0 0 0 0,0 0 0 0 0,-1 0 0 0 0,1 1 0 0 0,0-1 1 0 0,0 0-1 0 0,0 0 0 0 0,0 0 0 0 0,0-1 0 0 0,0 1 1 0 0,-1 0-1 0 0,1 0 0 0 0,0 0 0 0 0,0-1 0 0 0,0 1 1 0 0,-1 0-1 0 0,1-1 0 0 0,0 1 0 0 0,0-1 0 0 0,-1 1 1 0 0,2-2-1 0 0,42-28 146 0 0,-41 28-130 0 0,22-20 52 0 0,0-2-1 0 0,-2 0 1 0 0,-1-2 0 0 0,36-53-1 0 0,-28 31 3 0 0,-3-2 0 0 0,25-60 0 0 0,-48 103-64 0 0,-1 0 1 0 0,0 0-1 0 0,-1 0 0 0 0,0-1 1 0 0,0 1-1 0 0,-1-1 0 0 0,0 0 0 0 0,0 0 1 0 0,0 1-1 0 0,-1-1 0 0 0,-1 0 1 0 0,1 0-1 0 0,-1 1 0 0 0,0-1 0 0 0,-1 0 1 0 0,0 1-1 0 0,0-1 0 0 0,-4-9 1 0 0,4 16-18 0 0,1 0 1 0 0,0 0 0 0 0,0 0 0 0 0,-1 0 0 0 0,1 0 0 0 0,-1 0-1 0 0,1 1 1 0 0,-1-1 0 0 0,1 0 0 0 0,-1 1 0 0 0,1-1-1 0 0,-1 1 1 0 0,1-1 0 0 0,-1 1 0 0 0,0 0 0 0 0,1 0 0 0 0,-1 0-1 0 0,0 0 1 0 0,1 0 0 0 0,-3 0 0 0 0,-34 4 14 0 0,32-2-21 0 0,0-1 0 0 0,1 1 0 0 0,-1 0 1 0 0,0 1-1 0 0,1-1 0 0 0,-1 1 0 0 0,1 0 1 0 0,0 1-1 0 0,0-1 0 0 0,0 1 0 0 0,1 0 1 0 0,-1 0-1 0 0,1 0 0 0 0,0 1 0 0 0,0 0 1 0 0,-5 7-1 0 0,9-10 2 0 0,0 0 1 0 0,0-1-1 0 0,0 1 1 0 0,0 0-1 0 0,0-1 1 0 0,0 1 0 0 0,1 0-1 0 0,-1-1 1 0 0,0 1-1 0 0,1 0 1 0 0,-1-1-1 0 0,1 1 1 0 0,0-1-1 0 0,0 1 1 0 0,-1-1-1 0 0,1 1 1 0 0,0-1-1 0 0,0 1 1 0 0,0-1-1 0 0,0 0 1 0 0,3 2-1 0 0,24 27 5 0 0,54 32 7 0 0,-54-42-6 0 0,46 40-1 0 0,-67-53-4 0 0,0 0 1 0 0,-1 0-1 0 0,0 1 0 0 0,0-1 0 0 0,0 1 1 0 0,-1 1-1 0 0,-1-1 0 0 0,1 1 0 0 0,-2 0 1 0 0,7 17-1 0 0,-9-18-224 0 0,1 0 1 0 0,-1 1-1 0 0,0-1 0 0 0,-1 0 0 0 0,0 0 1 0 0,0 0-1 0 0,-1 1 0 0 0,0-1 1 0 0,-4 16-1 0 0,5-22-598 0 0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2:45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33 104 0 0,'-2'-9'2387'0'0,"1"-11"7001"0"0,3 16-9128 0 0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2:46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13 596 0 0,'0'0'1922'0'0,"-1"25"2999"0"0,-24 31-1970 0 0,24-54-2654 0 0,-5 14 2154 0 0,10-23-2402 0 0,0 1-1 0 0,0 0 1 0 0,1 0 0 0 0,0 1-1 0 0,0-1 1 0 0,11-8 0 0 0,-14 13-41 0 0,0 1 23 0 0,6 0-36 0 0,70 19-909 0 0,-66-19 803 0 0,0 0 0 0 0,-1-2 0 0 0,1 1 0 0 0,0-2 0 0 0,-1 1 0 0 0,1-2 0 0 0,15-5 0 0 0,-2-4 418 0 0,45-28 1 0 0,-70 41-255 0 0,1-1 1 0 0,-1 1 0 0 0,1 0-1 0 0,-1-1 1 0 0,0 1-1 0 0,1 0 1 0 0,-1-1-1 0 0,1 1 1 0 0,-1 0 0 0 0,1 0-1 0 0,0-1 1 0 0,-1 1-1 0 0,1 0 1 0 0,-1 0-1 0 0,1 0 1 0 0,-1 0 0 0 0,1 0-1 0 0,-1 0 1 0 0,1 0-1 0 0,0 0 1 0 0,-1 0-1 0 0,1 0 1 0 0,-1 0 0 0 0,1 0-1 0 0,-1 0 1 0 0,1 0-1 0 0,-1 1 1 0 0,1-1 0 0 0,0 0-1 0 0,-1 0 1 0 0,1 1-1 0 0,-1-1 1 0 0,0 0-1 0 0,2 1 1 0 0,3 22 656 0 0,-14 39-368 0 0,8-56-153 0 0,-11 44 141 0 0,-1-1 0 0 0,-32 75 0 0 0,-55 93 0 0 0,26-61-728 0 0,23-40-247 0 0,-35 78-2069 0 0,25-66-3402 0 0,27-57 2243 0 0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2:50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293 99 36 0 0,'-8'-42'7669'0'0,"7"39"-7668"0"0,-11-34 5377 0 0,11 36-4735 0 0,0 0-586 0 0,-1-1 0 0 0,0 1 0 0 0,1-1-1 0 0,-1 1 1 0 0,0 0 0 0 0,0 0 0 0 0,0 0-1 0 0,0 0 1 0 0,0 0 0 0 0,0 1 0 0 0,0-1-1 0 0,0 0 1 0 0,0 1 0 0 0,0 0 0 0 0,0-1-1 0 0,0 1 1 0 0,0 0 0 0 0,-4 0 0 0 0,4 0-55 0 0,0 0 53 0 0,-47 15 49 0 0,36-7-72 0 0,-1 0 1 0 0,1 1-1 0 0,1 1 1 0 0,0 0 0 0 0,0 1-1 0 0,1 0 1 0 0,0 1-1 0 0,1 0 1 0 0,0 0 0 0 0,1 1-1 0 0,1 0 1 0 0,0 1-1 0 0,1 0 1 0 0,0 0 0 0 0,1 1-1 0 0,-7 23 1 0 0,13-37-30 0 0,0 0 1 0 0,-1 0 0 0 0,1 0-1 0 0,0 0 1 0 0,0 0 0 0 0,-1 0-1 0 0,1 0 1 0 0,0 0 0 0 0,0 0-1 0 0,0 0 1 0 0,0 0 0 0 0,0 0-1 0 0,1 0 1 0 0,-1 0 0 0 0,0 0-1 0 0,0 0 1 0 0,1 0-1 0 0,-1 0 1 0 0,1 0 0 0 0,-1 0-1 0 0,1 0 1 0 0,-1 0 0 0 0,1-1-1 0 0,-1 1 1 0 0,1 0 0 0 0,0 0-1 0 0,-1 0 1 0 0,1-1 0 0 0,0 1-1 0 0,0 0 1 0 0,0-1 0 0 0,-1 1-1 0 0,1-1 1 0 0,0 1 0 0 0,0-1-1 0 0,0 0 1 0 0,0 1-1 0 0,0-1 1 0 0,0 0 0 0 0,0 1-1 0 0,1-1 1 0 0,1 1 7 0 0,0-1 1 0 0,0 0-1 0 0,0 1 0 0 0,0-1 0 0 0,0 0 0 0 0,0-1 1 0 0,0 1-1 0 0,0 0 0 0 0,0-1 0 0 0,0 0 1 0 0,3 0-1 0 0,10-7 113 0 0,-1 0 0 0 0,0 0 0 0 0,-1-2 0 0 0,0 0 0 0 0,22-20 1 0 0,-35 29-10 0 0,2 1-93 0 0,-1 0 1 0 0,0-1-1 0 0,0 1 0 0 0,1 1 1 0 0,-1-1-1 0 0,0 0 0 0 0,0 1 1 0 0,0-1-1 0 0,0 1 0 0 0,1-1 1 0 0,-1 1-1 0 0,0 0 0 0 0,0 0 1 0 0,0 0-1 0 0,0 0 0 0 0,-1 0 1 0 0,1 1-1 0 0,0-1 0 0 0,0 1 1 0 0,-1-1-1 0 0,1 1 0 0 0,-1-1 1 0 0,1 1-1 0 0,-1 0 0 0 0,0 0 1 0 0,1 0-1 0 0,0 2 0 0 0,12 12-312 0 0,1 0 0 0 0,0-1 0 0 0,1-1 0 0 0,1-1 0 0 0,0 0 0 0 0,30 16 0 0 0,-27-18-2049 0 0,1-1 1 0 0,0-1 0 0 0,29 9 0 0 0,-25-13-989 0 0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2:52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135 470 516 0 0,'-1'-8'10176'0'0,"1"28"-7659"0"0,0 62-2926 0 0,-7 130 1533 0 0,6-109-745 0 0,-16 106 826 0 0,15-196-970 0 0,2-12-201 0 0,0 0 1 0 0,0-1-1 0 0,0 1 1 0 0,1-1-1 0 0,-1 1 1 0 0,0-1-1 0 0,0 1 1 0 0,0-1 0 0 0,-1 1-1 0 0,1 0 1 0 0,0-1-1 0 0,0 1 1 0 0,0-1-1 0 0,0 1 1 0 0,0-1-1 0 0,-1 1 1 0 0,1-1-1 0 0,0 1 1 0 0,0-1-1 0 0,-1 1 1 0 0,1-1-1 0 0,0 1 1 0 0,-1-1 0 0 0,1 0-1 0 0,0 1 1 0 0,-1-1-1 0 0,1 1 1 0 0,-1-1-1 0 0,1 0 1 0 0,-1 0-1 0 0,1 1 1 0 0,-1-1-1 0 0,1 0 1 0 0,-1 0-1 0 0,1 1 1 0 0,-1-1-1 0 0,1 0 1 0 0,-1 0-1 0 0,1 0 1 0 0,-1 0 0 0 0,0 0-1 0 0,1 0 1 0 0,-1 0-1 0 0,1 0 1 0 0,-1 0-1 0 0,1 0 1 0 0,-1 0-1 0 0,1 0 1 0 0,-1 0-1 0 0,0 0 1 0 0,1-1-1 0 0,-1 1 1 0 0,1 0-1 0 0,-1 0 1 0 0,1-1-1 0 0,0 1 1 0 0,-1 0 0 0 0,1-1-1 0 0,-1 1 1 0 0,1 0-1 0 0,-1-1 1 0 0,1 1-1 0 0,0-1 1 0 0,-1 0-1 0 0,-23-28 545 0 0,13 0-533 0 0,0 0 0 0 0,2-1 0 0 0,1 0 0 0 0,1 0 0 0 0,2-1 0 0 0,1 0 0 0 0,1 0 0 0 0,2 0-1 0 0,1-1 1 0 0,5-37 0 0 0,1 19-194 0 0,3 0-1 0 0,1 0 0 0 0,3 1 1 0 0,2 0-1 0 0,33-72 1 0 0,-35 95 47 0 0,1 0 0 0 0,1 2 0 0 0,0 0 0 0 0,2 0 1 0 0,1 2-1 0 0,1 0 0 0 0,1 1 0 0 0,44-36 0 0 0,-49 46 46 0 0,0 0 1 0 0,1 1-1 0 0,0 1 0 0 0,1 0 0 0 0,0 1 0 0 0,0 1 0 0 0,1 0 0 0 0,-1 2 1 0 0,2 0-1 0 0,-1 1 0 0 0,0 0 0 0 0,1 2 0 0 0,0 0 0 0 0,31 2 1 0 0,-38 1-46 0 0,0 1 0 0 0,1 1 0 0 0,-1 0 0 0 0,-1 0 1 0 0,1 2-1 0 0,0-1 0 0 0,-1 1 0 0 0,0 1 0 0 0,0 0 1 0 0,-1 0-1 0 0,19 16 0 0 0,-25-19 60 0 0,0 0 0 0 0,-1 0 0 0 0,1 1 0 0 0,0-1 0 0 0,-1 1 0 0 0,0 0 0 0 0,0 0 0 0 0,0 1 1 0 0,0-1-1 0 0,-1 1 0 0 0,0-1 0 0 0,0 1 0 0 0,0 0 0 0 0,0-1 0 0 0,-1 1 0 0 0,0 0 0 0 0,0 0 0 0 0,0 0 0 0 0,0 0 0 0 0,-1 1 0 0 0,0-1 0 0 0,0 0 0 0 0,0 0 0 0 0,-1 0 1 0 0,0 0-1 0 0,0 0 0 0 0,0 0 0 0 0,0 0 0 0 0,-1 0 0 0 0,-3 5 0 0 0,-2 1 6 0 0,-1-1 0 0 0,0 0 0 0 0,-1-1 0 0 0,-1 0 0 0 0,1 0 0 0 0,-1-1 0 0 0,0-1 0 0 0,-1 1 0 0 0,0-2 0 0 0,0 1 1 0 0,-21 7-1 0 0,5-2 116 0 0,-1-1 1 0 0,1-2 0 0 0,-2-1 0 0 0,1-1 0 0 0,-1-1 0 0 0,0-2-1 0 0,0-1 1 0 0,0-1 0 0 0,-1-1 0 0 0,1-2 0 0 0,0-1 0 0 0,-55-11-1 0 0,64 6-188 0 0,-11-2-3597 0 0,78-12-2641 0 0,-34 18 3794 0 0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2:53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308 550 172 0 0,'0'0'3448'0'0,"-2"-3"-2672"0"0,2 1-631 0 0,-1 1 1 0 0,1 0 0 0 0,-1 0-1 0 0,1 0 1 0 0,-1 0 0 0 0,0 0-1 0 0,1 0 1 0 0,-1 0 0 0 0,0 0 0 0 0,0 0-1 0 0,0 0 1 0 0,0 1 0 0 0,0-1-1 0 0,0 0 1 0 0,0 1 0 0 0,0-1-1 0 0,0 0 1 0 0,0 1 0 0 0,0-1-1 0 0,0 1 1 0 0,-1 0 0 0 0,1-1-1 0 0,0 1 1 0 0,0 0 0 0 0,0 0-1 0 0,-1 0 1 0 0,0 0 0 0 0,-2 0 38 0 0,0 0 1 0 0,0 1-1 0 0,0 0 1 0 0,0 0 0 0 0,0 0-1 0 0,0 1 1 0 0,0-1-1 0 0,-6 5 1 0 0,-10 6 109 0 0,0 2 0 0 0,-23 21 0 0 0,30-25 246 0 0,-8 7-123 0 0,1 1 0 0 0,-22 25 0 0 0,35-35-291 0 0,0 0-1 0 0,1 1 0 0 0,0 0 1 0 0,0 0-1 0 0,1 0 0 0 0,0 1 1 0 0,1 0-1 0 0,-4 14 0 0 0,7-23-125 0 0,1 0 0 0 0,0-1 0 0 0,-1 1 0 0 0,1 0 0 0 0,0 0 0 0 0,-1 0 0 0 0,1 0 0 0 0,0 0 0 0 0,0-1 0 0 0,0 1 0 0 0,0 0 0 0 0,0 0 0 0 0,0 0 0 0 0,0 0 0 0 0,0 0 0 0 0,0 0 0 0 0,0 0 0 0 0,1 0 0 0 0,-1-1 0 0 0,0 1 0 0 0,0 0 0 0 0,1 0-1 0 0,-1 0 1 0 0,1 0 0 0 0,-1-1 0 0 0,1 1 0 0 0,-1 0 0 0 0,1-1 0 0 0,-1 1 0 0 0,1 0 0 0 0,0-1 0 0 0,-1 1 0 0 0,1 0 0 0 0,0-1 0 0 0,0 1 0 0 0,-1-1 0 0 0,1 0 0 0 0,0 1 0 0 0,0-1 0 0 0,0 0 0 0 0,0 1 0 0 0,0-1 0 0 0,-1 0 0 0 0,1 0 0 0 0,0 0 0 0 0,0 1 0 0 0,0-1 0 0 0,0 0 0 0 0,0 0 0 0 0,0 0 0 0 0,0-1-1 0 0,0 1 1 0 0,-1 0 0 0 0,2-1 0 0 0,5 0-35 0 0,0 0-1 0 0,0-1 1 0 0,0 0 0 0 0,-1 0-1 0 0,10-6 1 0 0,1-2-71 0 0,0-1-1 0 0,-1 0 1 0 0,0-2 0 0 0,-1 0 0 0 0,14-15 0 0 0,11-10-21 0 0,-24 25 198 0 0,-14 12-69 0 0,-4 8-6 0 0,2 0 2 0 0,-1-1 1 0 0,1 1-1 0 0,-1 0 0 0 0,2 0 1 0 0,-1 0-1 0 0,1-1 1 0 0,0 1-1 0 0,1 0 1 0 0,-1-1-1 0 0,1 1 1 0 0,5 9-1 0 0,-7-15 5 0 0,1 0 1 0 0,0 0-1 0 0,0 0 0 0 0,0 0 0 0 0,0 0 1 0 0,0 0-1 0 0,0 0 0 0 0,0 0 0 0 0,0 0 1 0 0,0-1-1 0 0,0 1 0 0 0,0 0 0 0 0,0-1 1 0 0,1 1-1 0 0,-1-1 0 0 0,0 1 0 0 0,0-1 1 0 0,1 0-1 0 0,-1 1 0 0 0,0-1 0 0 0,1 0 0 0 0,-1 0 1 0 0,0 0-1 0 0,1 0 0 0 0,-1 0 0 0 0,0 0 1 0 0,1 0-1 0 0,-1-1 0 0 0,0 1 0 0 0,1 0 1 0 0,-1-1-1 0 0,0 1 0 0 0,0-1 0 0 0,1 0 1 0 0,0 0-1 0 0,17-11-47 0 0,0-1 0 0 0,-1-1 1 0 0,-1-1-1 0 0,18-18 0 0 0,-17 15-84 0 0,1 1 1 0 0,0 1-1 0 0,35-23 0 0 0,-53 39 122 0 0,1 0-1 0 0,-1-1 0 0 0,0 1 1 0 0,0 0-1 0 0,0 0 0 0 0,0 0 0 0 0,1 0 1 0 0,-1 0-1 0 0,0 0 0 0 0,0 0 1 0 0,0 0-1 0 0,1 0 0 0 0,-1 0 0 0 0,0 1 1 0 0,0-1-1 0 0,0 0 0 0 0,0 1 1 0 0,0-1-1 0 0,0 1 0 0 0,0-1 0 0 0,0 1 1 0 0,0 0-1 0 0,0 0 0 0 0,0-1 1 0 0,0 1-1 0 0,0 0 0 0 0,0 0 0 0 0,-1 0 1 0 0,1 0-1 0 0,0 0 0 0 0,-1 0 1 0 0,1 0-1 0 0,0 2 0 0 0,24 43-78 0 0,-20-33 46 0 0,-2-8 13 0 0,-1 0-1 0 0,1 0 0 0 0,0 0 0 0 0,0 0 1 0 0,0 0-1 0 0,1-1 0 0 0,0 0 0 0 0,0 1 1 0 0,0-2-1 0 0,0 1 0 0 0,1 0 0 0 0,-1-1 0 0 0,1 0 1 0 0,0 0-1 0 0,0 0 0 0 0,11 4 0 0 0,-11-6 19 0 0,0 0-1 0 0,1-1 0 0 0,-1 0 0 0 0,1 1 0 0 0,-1-2 1 0 0,1 1-1 0 0,-1-1 0 0 0,0 0 0 0 0,1 0 0 0 0,-1 0 1 0 0,0-1-1 0 0,0 1 0 0 0,0-1 0 0 0,0-1 0 0 0,0 1 1 0 0,0-1-1 0 0,7-5 0 0 0,1-1 41 0 0,-1-1 0 0 0,-1-1 0 0 0,0 0 0 0 0,0 0 0 0 0,-1-1 1 0 0,-1 0-1 0 0,0-1 0 0 0,0 0 0 0 0,-2 0 0 0 0,1-1 0 0 0,-2 0 0 0 0,0 0 0 0 0,7-26 0 0 0,0-7 82 0 0,-2-1 0 0 0,9-96 0 0 0,-18 118 39 0 0,-1 1-1 0 0,-1 0 0 0 0,-1-1 0 0 0,-1 1 0 0 0,-1 0 1 0 0,-2 0-1 0 0,-8-30 0 0 0,2 8 607 0 0,11 46-571 0 0,-2 7-177 0 0,-7 25 8 0 0,1-1 0 0 0,2 1 0 0 0,1 0 0 0 0,-2 59 0 0 0,7-32 11 0 0,14 105 0 0 0,-9-138-22 0 0,1 0 0 0 0,1 0 0 0 0,2 0 0 0 0,0-1 0 0 0,1-1 0 0 0,15 24 0 0 0,-21-41-4 0 0,0 0-1 0 0,0 0 1 0 0,1 0 0 0 0,-1 0-1 0 0,2-1 1 0 0,-1 1-1 0 0,0-1 1 0 0,8 5-1 0 0,-12-10 50 0 0,14 17 1640 0 0,-11-15-4655 0 0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2:54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82 968 0 0,'-1'-3'758'0'0,"0"-1"0"0"0,-1 0 0 0 0,1 1 0 0 0,0-1 0 0 0,1 0 0 0 0,-1 0 0 0 0,1 1-1 0 0,0-1 1 0 0,0 0 0 0 0,0 0 0 0 0,0 0 0 0 0,1-5 0 0 0,0 7-950 0 0,-1 1 0 0 0,0-1 0 0 0,1 0 0 0 0,0 0 0 0 0,-1 0 0 0 0,1 0 0 0 0,0 1 1 0 0,0-1-1 0 0,0 0 0 0 0,0 1 0 0 0,0-1 0 0 0,1 1 0 0 0,-1-1 0 0 0,0 1 0 0 0,2-2 0 0 0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2:54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20 111 452 0 0,'-18'-10'4835'0'0,"17"-1"-1116"0"0,3 8-3520 0 0,1 0 1 0 0,0 1 0 0 0,-1 0 0 0 0,1-1-1 0 0,0 1 1 0 0,1 0 0 0 0,-1 1 0 0 0,0-1-1 0 0,4-1 1 0 0,17-7-10 0 0,1 1-1 0 0,0 1 1 0 0,0 1 0 0 0,42-6-1 0 0,106-3-2141 0 0,-155 15 1589 0 0,50-1-4390 0 0,-38 2 2006 0 0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2:55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197 394 844 0 0,'0'0'832'0'0,"-3"-2"-37"0"0,0 0-434 0 0,-1 0-1 0 0,1 0 1 0 0,0 1 0 0 0,0-1 0 0 0,-1 1 0 0 0,1 0-1 0 0,-1-1 1 0 0,1 2 0 0 0,-1-1 0 0 0,1 0-1 0 0,-1 1 1 0 0,0 0 0 0 0,1-1 0 0 0,-1 1 0 0 0,0 1-1 0 0,1-1 1 0 0,-1 1 0 0 0,1-1 0 0 0,-7 3-1 0 0,2 0-94 0 0,0 1-1 0 0,0 0 0 0 0,0 0 1 0 0,1 1-1 0 0,0 0 0 0 0,0 1 1 0 0,-10 8-1 0 0,13-9-186 0 0,-1-1 0 0 0,1 1 0 0 0,0-1 1 0 0,0 1-1 0 0,1 1 0 0 0,-1-1 0 0 0,1 0 0 0 0,0 1 0 0 0,1 0 0 0 0,-1-1 0 0 0,1 1 1 0 0,0 0-1 0 0,-1 10 0 0 0,2-13-77 0 0,1 0-1 0 0,0 0 1 0 0,0 0 0 0 0,0 1 0 0 0,0-1-1 0 0,1 0 1 0 0,-1 0 0 0 0,1 0 0 0 0,0 0 0 0 0,-1 0-1 0 0,2 0 1 0 0,-1 0 0 0 0,0 0 0 0 0,0 0 0 0 0,1 0-1 0 0,0-1 1 0 0,0 1 0 0 0,-1 0 0 0 0,2-1-1 0 0,-1 0 1 0 0,0 1 0 0 0,0-1 0 0 0,1 0 0 0 0,-1 0-1 0 0,1 0 1 0 0,-1-1 0 0 0,1 1 0 0 0,4 1 0 0 0,0 0-47 0 0,-1-1 1 0 0,1 0 0 0 0,0 0-1 0 0,0-1 1 0 0,1 0 0 0 0,-1 0-1 0 0,0-1 1 0 0,0 0 0 0 0,0 0-1 0 0,1-1 1 0 0,-1 0 0 0 0,0 0 0 0 0,0 0-1 0 0,0-1 1 0 0,0 0 0 0 0,-1-1-1 0 0,1 1 1 0 0,0-1 0 0 0,8-5-1 0 0,14-9-101 0 0,0-1 0 0 0,44-36 0 0 0,-71 53 141 0 0,17-13 444 0 0,-2-1 1 0 0,1-1-1 0 0,24-30 1 0 0,-41 45 40 0 0,1-1-99 0 0,-2 3-353 0 0,0-1 0 0 0,0 0 0 0 0,0 0 0 0 0,0 0 0 0 0,0 0 0 0 0,0 0 0 0 0,0 0-1 0 0,0 0 1 0 0,0 1 0 0 0,0-1 0 0 0,0 0 0 0 0,0 0 0 0 0,0 0 0 0 0,0 0 0 0 0,0 0 0 0 0,0 0 0 0 0,1 0 0 0 0,-1 0 0 0 0,0 0 0 0 0,0 0 0 0 0,0 0 0 0 0,0 1-1 0 0,0-1 1 0 0,0 0 0 0 0,0 0 0 0 0,0 0 0 0 0,1 0 0 0 0,-1 0 0 0 0,0 0 0 0 0,0 0 0 0 0,0 0 0 0 0,0 0 0 0 0,0 0 0 0 0,0 0 0 0 0,1 0 0 0 0,-1 0 0 0 0,0 0 0 0 0,0 0-1 0 0,0 0 1 0 0,0 0 0 0 0,0 0 0 0 0,0 0 0 0 0,0-1 0 0 0,1 1 0 0 0,-1 0 0 0 0,0 0 0 0 0,0 0 0 0 0,0 0 0 0 0,0 0 0 0 0,0 0 0 0 0,0 0 0 0 0,0 0 0 0 0,0 0-1 0 0,0 0 1 0 0,0 0 0 0 0,0-1 0 0 0,1 1 0 0 0,-1 0 0 0 0,0 0 0 0 0,0 0 0 0 0,0 0 0 0 0,0 0 0 0 0,0 0 0 0 0,0 0 0 0 0,0-1 0 0 0,0 1 0 0 0,0 0 0 0 0,0 0-1 0 0,-1 61 59 0 0,1-59-121 0 0,3-2-177 0 0,1 0 183 0 0,0-1 0 0 0,-1 1 0 0 0,1-1 0 0 0,0 0 0 0 0,-1 0 0 0 0,1 0 0 0 0,-1 0 0 0 0,1 0 0 0 0,-1-1 0 0 0,0 0-1 0 0,0 0 1 0 0,1 0 0 0 0,-1 0 0 0 0,0 0 0 0 0,4-5 0 0 0,-4 5-21 0 0,-2 1-26 0 0,41-8-1192 0 0,-28 10 1048 0 0,0-1 1 0 0,0-1 0 0 0,0 0 0 0 0,0-1 0 0 0,0 0 0 0 0,0-1 0 0 0,-1-1 0 0 0,1 0-1 0 0,-1-1 1 0 0,0 0 0 0 0,-1-1 0 0 0,21-12 0 0 0,-14 6 220 0 0,-1-1 0 0 0,-1-1 0 0 0,0-1 0 0 0,-1 0 1 0 0,0-1-1 0 0,-1 0 0 0 0,16-26 0 0 0,-25 32 128 0 0,-1 0-1 0 0,0-1 1 0 0,-1 1-1 0 0,0-1 1 0 0,-1 0-1 0 0,0-1 1 0 0,-1 1-1 0 0,0 0 1 0 0,0-20-1 0 0,4-19 911 0 0,-5 49-955 0 0,-1-1 0 0 0,0 0 1 0 0,1 0-1 0 0,-1 1 1 0 0,0-1-1 0 0,0 0 1 0 0,0 0-1 0 0,0 0 1 0 0,-1 1-1 0 0,1-1 1 0 0,0 0-1 0 0,-1 0 0 0 0,1 0 1 0 0,-1 1-1 0 0,0-1 1 0 0,1 0-1 0 0,-1 1 1 0 0,0-1-1 0 0,0 1 1 0 0,0-1-1 0 0,0 1 1 0 0,0-1-1 0 0,0 1 0 0 0,-1 0 1 0 0,1 0-1 0 0,-3-3 1 0 0,-15 24 79 0 0,12-13-172 0 0,1 1-1 0 0,0 0 1 0 0,1 0-1 0 0,-1 1 0 0 0,2 0 1 0 0,-1-1-1 0 0,1 2 1 0 0,1-1-1 0 0,0 0 0 0 0,0 1 1 0 0,1 0-1 0 0,0-1 0 0 0,0 1 1 0 0,1 0-1 0 0,1 0 1 0 0,-1 0-1 0 0,2 0 0 0 0,-1 0 1 0 0,2 0-1 0 0,-1 0 1 0 0,1-1-1 0 0,1 1 0 0 0,-1 0 1 0 0,2-1-1 0 0,-1 0 0 0 0,1 0 1 0 0,1 0-1 0 0,0 0 1 0 0,0-1-1 0 0,0 1 0 0 0,1-1 1 0 0,1-1-1 0 0,-1 1 1 0 0,1-1-1 0 0,0 0 0 0 0,1-1 1 0 0,0 1-1 0 0,8 4 0 0 0,4-1-236 0 0,0-1 0 0 0,1-2-1 0 0,0 0 1 0 0,0 0 0 0 0,1-2-1 0 0,-1-1 1 0 0,1-1-1 0 0,0 0 1 0 0,0-2 0 0 0,31-2-1 0 0,-21-1-145 0 0,0-1-1 0 0,0-2 0 0 0,-1-2 0 0 0,0 0 0 0 0,0-2 0 0 0,48-21 1 0 0,-74 28 522 0 0,0 0 0 0 0,-1 0-1 0 0,1 0 1 0 0,-1 0 0 0 0,0-1 0 0 0,0 0 0 0 0,0 0 0 0 0,0 0 0 0 0,0 0 0 0 0,-1-1 0 0 0,1 1 0 0 0,-1-1 0 0 0,0 0 0 0 0,0 0 0 0 0,0 0 0 0 0,-1 0 0 0 0,1-1 0 0 0,-1 1 0 0 0,3-9 0 0 0,-5 11 168 0 0,0 1 0 0 0,0-1-179 0 0,1 0 1 0 0,-1 1-1 0 0,0-1 1 0 0,-1 0-1 0 0,1 0 1 0 0,0 0-1 0 0,0 1 1 0 0,-1-1-1 0 0,1 0 1 0 0,-1 1 0 0 0,1-1-1 0 0,-1 0 1 0 0,-1-2-1 0 0,-2 4-74 0 0,1 0-1 0 0,0 0 1 0 0,0 0-1 0 0,-1 1 1 0 0,1 0-1 0 0,0-1 1 0 0,0 1-1 0 0,0 0 1 0 0,-1 1-1 0 0,1-1 1 0 0,0 0-1 0 0,1 1 1 0 0,-1 0-1 0 0,-5 3 1 0 0,-33 36-12 0 0,40-40-129 0 0,0-1-54 0 0,1 1 129 0 0,0-1 0 0 0,0 1-1 0 0,0-1 1 0 0,0 1 0 0 0,0-1 0 0 0,1 1 0 0 0,-1-1-1 0 0,0 0 1 0 0,0 1 0 0 0,0-1 0 0 0,0 1-1 0 0,0-1 1 0 0,1 1 0 0 0,-1-1 0 0 0,0 0-1 0 0,0 1 1 0 0,1-1 0 0 0,-1 1 0 0 0,0-1-1 0 0,0 0 1 0 0,1 1 0 0 0,-1-1 0 0 0,0 0-1 0 0,1 1 1 0 0,-1-1 0 0 0,1 0 0 0 0,-1 0 0 0 0,0 0-1 0 0,1 1 1 0 0,-1-1 0 0 0,1 0 0 0 0,-1 0-1 0 0,1 0 1 0 0,-1 0 0 0 0,1 0 0 0 0,-1 0-1 0 0,1 0 1 0 0,-1 0 0 0 0,0 0 0 0 0,1 0-1 0 0,-1 0 1 0 0,1 0 0 0 0,-1 0 0 0 0,1 0-1 0 0,-1 0 1 0 0,1 0 0 0 0,0-1 0 0 0,2 1 87 0 0,1 0-191 0 0,29-14-294 0 0,21-10-493 0 0,-52 23 824 0 0,3 6-149 0 0,-4-5 232 0 0,-1 0-1 0 0,0 0 1 0 0,1 0-1 0 0,-1 1 1 0 0,0-1 0 0 0,1 0-1 0 0,-1 0 1 0 0,0 0 0 0 0,1 0-1 0 0,-1 1 1 0 0,0-1 0 0 0,0 0-1 0 0,1 0 1 0 0,-1 1-1 0 0,0-1 1 0 0,0 0 0 0 0,1 0-1 0 0,-1 1 1 0 0,0-1 0 0 0,0 0-1 0 0,0 1 1 0 0,1-1-1 0 0,-1 0 1 0 0,0 1 0 0 0,0-1-1 0 0,0 0 1 0 0,0 1 0 0 0,0-1-1 0 0,0 1 1 0 0,0-1 0 0 0,0 1-1 0 0,1 7-38 0 0,5 47-102 0 0,-6-52 144 0 0,1-1 1 0 0,-1 0-1 0 0,1 1 1 0 0,0-1-1 0 0,-1 1 0 0 0,1-1 1 0 0,0 0-1 0 0,0 0 1 0 0,0 1-1 0 0,1-1 0 0 0,-1 0 1 0 0,1 0-1 0 0,-1 0 1 0 0,1 0-1 0 0,0-1 1 0 0,-1 1-1 0 0,1 0 0 0 0,3 1 1 0 0,0-2-13 0 0,-1 0 1 0 0,1 0 0 0 0,0 0-1 0 0,0-1 1 0 0,0 0 0 0 0,0 0-1 0 0,0 0 1 0 0,0-1 0 0 0,0 0-1 0 0,0 0 1 0 0,0 0-1 0 0,0 0 1 0 0,-1-1 0 0 0,1 0-1 0 0,-1 0 1 0 0,7-3 0 0 0,71-45-137 0 0,-77 47 146 0 0,90-48 284 0 0,-93 50-221 0 0,9 1 63 0 0,-9 0-92 0 0,0 0 0 0 0,0 0 0 0 0,-1 0 1 0 0,1 0-1 0 0,0 0 0 0 0,0 0 0 0 0,0 1 0 0 0,0-1 0 0 0,-1 1 1 0 0,1-1-1 0 0,0 1 0 0 0,0 0 0 0 0,-1 0 0 0 0,1-1 0 0 0,-1 1 1 0 0,1 0-1 0 0,-1 0 0 0 0,1 1 0 0 0,-1-1 0 0 0,1 0 0 0 0,-1 0 1 0 0,0 1-1 0 0,2 2 0 0 0,2-1-182 0 0,-1-1 0 0 0,0 1 0 0 0,1-1 0 0 0,0 0 0 0 0,-1 0 1 0 0,1 0-1 0 0,0-1 0 0 0,0 1 0 0 0,0-1 0 0 0,0-1 0 0 0,0 1 0 0 0,0-1 0 0 0,0 0 0 0 0,8 0 0 0 0,-5 0-199 0 0,35 0-5035 0 0,-18 0 2276 0 0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2:27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675 505 484 0 0,'0'0'1600'0'0,"-8"15"-316"0"0,5-2-902 0 0,1 0 0 0 0,0 0 0 0 0,1 1 0 0 0,0 22 0 0 0,0 4 43 0 0,-6 76 496 0 0,7-76-460 0 0,-2-1 0 0 0,-2 0 0 0 0,-1 0-1 0 0,-20 73 1 0 0,24-108-329 0 0,-1-1-1 0 0,1 1 0 0 0,0-1 1 0 0,-1 1-1 0 0,0-1 1 0 0,0 0-1 0 0,0 0 0 0 0,0 1 1 0 0,0-1-1 0 0,-1-1 1 0 0,1 1-1 0 0,-1 0 1 0 0,0-1-1 0 0,0 1 0 0 0,0-1 1 0 0,0 0-1 0 0,0 0 1 0 0,0 0-1 0 0,-1 0 0 0 0,-3 1 1 0 0,2-2 3 0 0,0 0 0 0 0,0 0 0 0 0,0-1 0 0 0,0 0 1 0 0,0 0-1 0 0,0 0 0 0 0,0-1 0 0 0,0 1 0 0 0,0-1 0 0 0,0 0 0 0 0,1-1 0 0 0,-1 1 1 0 0,-6-3-1 0 0,-12-8 197 0 0,0 0 0 0 0,1-2 0 0 0,1 0 0 0 0,-32-27 1 0 0,50 39-319 0 0,-28-25 201 0 0,1 0 0 0 0,2-2 0 0 0,0-1 0 0 0,2-1 0 0 0,2-1 0 0 0,0-1 0 0 0,-31-61 0 0 0,43 69-159 0 0,1-1 0 0 0,1 1-1 0 0,1-2 1 0 0,1 1 0 0 0,1-1-1 0 0,2 0 1 0 0,1-1 0 0 0,0 1-1 0 0,3-1 1 0 0,0 1 0 0 0,1-1-1 0 0,6-31 1 0 0,-4 44-48 0 0,1 1 0 0 0,1 0 0 0 0,0 0 0 0 0,1 0 0 0 0,0 0 0 0 0,1 1 0 0 0,1 0 0 0 0,0 0 0 0 0,1 1 0 0 0,0 0 0 0 0,1 0 0 0 0,0 1 0 0 0,19-19 0 0 0,-14 19-14 0 0,0 0 0 0 0,1 0 0 0 0,0 2 0 0 0,0 0 0 0 0,1 0 0 0 0,0 1 0 0 0,1 2 0 0 0,0-1 0 0 0,0 2 0 0 0,25-5 0 0 0,-22 6-56 0 0,0 1 1 0 0,0 1-1 0 0,0 0 1 0 0,0 2-1 0 0,0 0 1 0 0,0 2-1 0 0,0 0 1 0 0,0 1-1 0 0,0 1 1 0 0,0 1-1 0 0,-1 1 1 0 0,0 0-1 0 0,0 2 1 0 0,-1 0-1 0 0,0 1 0 0 0,0 0 1 0 0,-1 2-1 0 0,0 0 1 0 0,-1 1-1 0 0,24 23 1 0 0,-35-30 31 0 0,-1-1 0 0 0,1 2 0 0 0,-1-1 0 0 0,0 0 0 0 0,-1 1 0 0 0,1 0 0 0 0,-1 0 0 0 0,0 0 0 0 0,-1 0 0 0 0,1 0 0 0 0,-1 0 0 0 0,-1 1 0 0 0,1-1 0 0 0,-1 1 0 0 0,0 0 0 0 0,0 7 0 0 0,-2-6 4 0 0,0 0-1 0 0,0 0 1 0 0,0 0-1 0 0,-1-1 1 0 0,-1 1 0 0 0,1-1-1 0 0,-1 1 1 0 0,-1-1 0 0 0,1 0-1 0 0,-1 0 1 0 0,-9 12 0 0 0,-4 2-23 0 0,-2-1 0 0 0,0-1 1 0 0,-1-1-1 0 0,0-1 0 0 0,-2 0 1 0 0,-42 24-1 0 0,13-12 37 0 0,-1-2 0 0 0,-99 37 0 0 0,120-54-313 0 0,-1-1 0 0 0,1-1 1 0 0,-2-2-1 0 0,1-1 0 0 0,-1-2 0 0 0,-50 0 1 0 0,80-3-74 0 0,0 0 1 0 0,0 0 0 0 0,0-1 0 0 0,0 1 0 0 0,1-1-1 0 0,-1 1 1 0 0,0-1 0 0 0,1 0 0 0 0,-1 0 0 0 0,0 0-1 0 0,1-1 1 0 0,-1 1 0 0 0,1 0 0 0 0,-1-1 0 0 0,1 0-1 0 0,0 0 1 0 0,0 1 0 0 0,-2-4 0 0 0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2:28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0 470 156 0 0,'21'10'816'0'0,"0"1"-1"0"0,-1 0 1 0 0,28 22 0 0 0,-39-25-553 0 0,1 0 1 0 0,-1 1-1 0 0,0 0 1 0 0,0 0-1 0 0,-1 1 1 0 0,-1 0-1 0 0,1 0 1 0 0,5 13 0 0 0,-10-19-148 0 0,-1 0 0 0 0,0 0 0 0 0,-1 0 0 0 0,1 1 0 0 0,-1-1 0 0 0,0 0 0 0 0,0 1 0 0 0,0-1 0 0 0,-1 1 1 0 0,1-1-1 0 0,-1 1 0 0 0,0-1 0 0 0,0 1 0 0 0,-1 0 0 0 0,1-1 0 0 0,-1 0 0 0 0,0 1 0 0 0,-1-1 0 0 0,1 1 1 0 0,-1-1-1 0 0,1 0 0 0 0,-1 0 0 0 0,0 0 0 0 0,-1 0 0 0 0,1 0 0 0 0,-1-1 0 0 0,0 1 0 0 0,-6 6 1 0 0,8-9 179 0 0,-1-1-63 0 0,1 0-199 0 0,0 0-1 0 0,0 1 0 0 0,1-1 1 0 0,-1 0-1 0 0,0 0 0 0 0,1 0 1 0 0,-1 0-1 0 0,0 0 0 0 0,0 0 1 0 0,1 0-1 0 0,-1 0 0 0 0,0 0 1 0 0,1 0-1 0 0,-1 0 1 0 0,0 0-1 0 0,0-1 0 0 0,1 1 1 0 0,-1 0-1 0 0,0 0 0 0 0,1-1 1 0 0,-1 1-1 0 0,1 0 0 0 0,-1-1 1 0 0,0 1-1 0 0,1-1 0 0 0,-1 1 1 0 0,1-1-1 0 0,-1 1 1 0 0,1-1-1 0 0,-1 1 0 0 0,1-1 1 0 0,-1 0-1 0 0,1 1 0 0 0,0-1 1 0 0,-1 0-1 0 0,1 1 0 0 0,0-1 1 0 0,0 0-1 0 0,-1 1 0 0 0,1-1 1 0 0,0 0-1 0 0,0 1 1 0 0,0-1-1 0 0,0 0 0 0 0,0 0 1 0 0,0 1-1 0 0,0-1 0 0 0,0-1 1 0 0,4-8 26 0 0,0-1 0 0 0,0 0-1 0 0,1 1 1 0 0,0 0 0 0 0,1 0 0 0 0,0 1 0 0 0,1-1 0 0 0,0 1 0 0 0,0 1 0 0 0,10-10 0 0 0,-5 7-31 0 0,-1 1 0 0 0,1 0 1 0 0,1 1-1 0 0,-1 0 0 0 0,2 1 1 0 0,-1 0-1 0 0,18-6 0 0 0,-26 12-30 0 0,1 0 0 0 0,-1 1 0 0 0,1 0 1 0 0,-1 0-1 0 0,1 1 0 0 0,-1-1 0 0 0,1 1 0 0 0,-1 0 0 0 0,1 1 0 0 0,-1 0 0 0 0,1-1 1 0 0,-1 2-1 0 0,1-1 0 0 0,-1 0 0 0 0,8 4 0 0 0,6 4 3 0 0,0 1 1 0 0,32 22-1 0 0,8 4 44 0 0,-44-26-11 0 0,-13-9 23 0 0,0 1 1 0 0,0-1-1 0 0,0 0 1 0 0,0 1 0 0 0,0-1-1 0 0,0 0 1 0 0,1 0-1 0 0,-1-1 1 0 0,0 1-1 0 0,1 0 1 0 0,-1-1-1 0 0,1 1 1 0 0,1-1 0 0 0,-3 0-50 0 0,-1 0 0 0 0,1 0 1 0 0,-1 0-1 0 0,1 0 0 0 0,-1-1 1 0 0,0 1-1 0 0,1 0 1 0 0,-1 0-1 0 0,0 0 0 0 0,1-1 1 0 0,-1 1-1 0 0,0 0 1 0 0,1 0-1 0 0,-1-1 0 0 0,0 1 1 0 0,1 0-1 0 0,-1-1 1 0 0,0 1-1 0 0,0 0 0 0 0,1-1 1 0 0,-1 1-1 0 0,0 0 0 0 0,0-1 1 0 0,0 1-1 0 0,0-1 1 0 0,1 1-1 0 0,-1 0 0 0 0,0-1 1 0 0,0 1-1 0 0,0-1 1 0 0,0 1-1 0 0,0 0 0 0 0,0-1 1 0 0,0 0-1 0 0,-3-24 416 0 0,-8-14 94 0 0,-8-3 179 0 0,18 40-649 0 0,3-1-291 0 0,1 0 218 0 0,0 1 0 0 0,0-1 0 0 0,0 0 0 0 0,0 1 0 0 0,0 0 0 0 0,1 0 0 0 0,-1 0 0 0 0,1 0 1 0 0,-1 0-1 0 0,1 1 0 0 0,6-3 0 0 0,55-13-181 0 0,-28 8 106 0 0,-9 0 51 0 0,0-1 0 0 0,-1-1 0 0 0,-1-1 0 0 0,1-1 0 0 0,-2-2 0 0 0,0 0 0 0 0,45-38 0 0 0,-61 45 54 0 0,0-1 0 0 0,0 0 0 0 0,-1 0 0 0 0,0-1 0 0 0,-1 0 0 0 0,0 0 0 0 0,-1-1 0 0 0,0 0 0 0 0,0 0 0 0 0,-2 0 0 0 0,1-1 0 0 0,-1 1 0 0 0,-1-1 0 0 0,0 0 0 0 0,0-1 0 0 0,-2 1 0 0 0,1 0 0 0 0,-2-1 0 0 0,1 1 0 0 0,-2 0 0 0 0,-1-16 0 0 0,1 22 24 0 0,-1 0-1 0 0,1 1 1 0 0,-1-1-1 0 0,0 1 1 0 0,0 0 0 0 0,-1-1-1 0 0,0 1 1 0 0,0 0-1 0 0,0 0 1 0 0,0 1-1 0 0,-1-1 1 0 0,-7-7-1 0 0,10 11-26 0 0,-1-1-1 0 0,1 1 1 0 0,-1 0-1 0 0,1 0 1 0 0,-1 0-1 0 0,1 1 1 0 0,-1-1-1 0 0,1 0 1 0 0,-1 0-1 0 0,0 1 1 0 0,1-1-1 0 0,-1 1 1 0 0,0 0-1 0 0,0-1 0 0 0,0 1 1 0 0,1 0-1 0 0,-1 0 1 0 0,0 0-1 0 0,0 0 1 0 0,1 0-1 0 0,-1 1 1 0 0,0-1-1 0 0,0 0 1 0 0,1 1-1 0 0,-1-1 1 0 0,0 1-1 0 0,1 0 1 0 0,-1 0-1 0 0,1-1 1 0 0,-1 1-1 0 0,1 0 1 0 0,-1 0-1 0 0,1 0 0 0 0,-1 1 1 0 0,1-1-1 0 0,0 0 1 0 0,0 1-1 0 0,0-1 1 0 0,0 0-1 0 0,0 1 1 0 0,0-1-1 0 0,0 1 1 0 0,0 0-1 0 0,-1 1 1 0 0,-2 6-8 0 0,-1 0 0 0 0,2 0 0 0 0,-1 0 0 0 0,1 0 1 0 0,0 0-1 0 0,1 1 0 0 0,0-1 0 0 0,1 1 0 0 0,0 0 1 0 0,0 0-1 0 0,1-1 0 0 0,0 1 0 0 0,1 0 0 0 0,4 19 0 0 0,3 10 10 0 0,3-1-1 0 0,20 52 0 0 0,-7-24 18 0 0,-17-47-12 0 0,-1 1 0 0 0,-1 0 0 0 0,-1 1 0 0 0,-1-1-1 0 0,2 41 1 0 0,-5-56-5 0 0,0 0-1 0 0,-1-1 1 0 0,1 1 0 0 0,-1 0-1 0 0,0-1 1 0 0,0 1-1 0 0,-1-1 1 0 0,1 1 0 0 0,-1-1-1 0 0,0 1 1 0 0,0-1-1 0 0,0 0 1 0 0,-1 0 0 0 0,1 0-1 0 0,-1 0 1 0 0,0-1-1 0 0,0 1 1 0 0,-1-1 0 0 0,1 1-1 0 0,-1-1 1 0 0,1 0-1 0 0,-1-1 1 0 0,0 1 0 0 0,0-1-1 0 0,0 1 1 0 0,-1-1-1 0 0,1 0 1 0 0,0-1 0 0 0,-1 1-1 0 0,1-1 1 0 0,-8 1-1 0 0,-1 0-145 0 0,0 0 0 0 0,0-1 1 0 0,0-1-1 0 0,-1 0 0 0 0,1-1 0 0 0,0-1 0 0 0,-18-4 0 0 0,9 2-1208 0 0,20 4 655 0 0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2:29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1168 0 0,'0'0'13503'0'0,"1"7"-11516"0"0,0-3-3603 0 0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2:32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347 91 892 0 0,'0'0'1915'0'0,"-2"-4"-994"0"0,2 2-666 0 0,-1-1 0 0 0,0 1 0 0 0,0-1 0 0 0,0 1 0 0 0,0 0 0 0 0,-1-1 0 0 0,1 1 0 0 0,0 0 0 0 0,-1 0 0 0 0,0 0 0 0 0,1 0 0 0 0,-1 0 0 0 0,0 1 0 0 0,0-1 0 0 0,0 1 0 0 0,0-1 0 0 0,0 1 0 0 0,-1-1 0 0 0,1 1 0 0 0,0 0 0 0 0,-5-1 0 0 0,2 1-82 0 0,1 0-1 0 0,0 1 1 0 0,-1 0-1 0 0,1 0 1 0 0,-1 0-1 0 0,1 1 1 0 0,0-1-1 0 0,-1 1 0 0 0,1 0 1 0 0,0 0-1 0 0,-8 3 1 0 0,-4 4-10 0 0,0 0 0 0 0,1 0-1 0 0,0 2 1 0 0,0 0 0 0 0,-19 17 0 0 0,12-8 138 0 0,-32 36 0 0 0,47-47-243 0 0,1 1 0 0 0,0 0 0 0 0,0 0 0 0 0,0 1 0 0 0,2-1 0 0 0,-1 1 0 0 0,-5 18 0 0 0,8-21-26 0 0,0 0-1 0 0,1-1 1 0 0,0 1-1 0 0,0 0 1 0 0,1 0-1 0 0,0-1 1 0 0,0 1-1 0 0,0 0 1 0 0,1 0-1 0 0,0-1 1 0 0,0 1-1 0 0,4 12 1 0 0,-3-16-27 0 0,-1 0 0 0 0,1 0 0 0 0,0 0 0 0 0,-1 0 1 0 0,1-1-1 0 0,1 1 0 0 0,-1-1 0 0 0,0 1 0 0 0,1-1 1 0 0,-1 0-1 0 0,1 1 0 0 0,-1-1 0 0 0,1-1 0 0 0,0 1 1 0 0,0 0-1 0 0,0-1 0 0 0,0 1 0 0 0,0-1 0 0 0,1 0 1 0 0,-1 0-1 0 0,0 0 0 0 0,0-1 0 0 0,1 1 0 0 0,-1-1 1 0 0,1 0-1 0 0,-1 0 0 0 0,0 0 0 0 0,5 0 0 0 0,4-1-21 0 0,1-1-1 0 0,-1 0 1 0 0,0-1 0 0 0,0 0-1 0 0,0-1 1 0 0,-1 0-1 0 0,1 0 1 0 0,-1-2-1 0 0,0 1 1 0 0,0-1-1 0 0,-1-1 1 0 0,11-8-1 0 0,-8 3-9 0 0,1 1-1 0 0,-2-2 0 0 0,0 0 0 0 0,-1 0 0 0 0,0-1 0 0 0,-1 0 0 0 0,17-31 1 0 0,-15 11 112 0 0,-16 32-90 0 0,-8 17-15 0 0,8-8-4 0 0,0 1 0 0 0,0 0 0 0 0,0 0 0 0 0,1 1 0 0 0,1-1 0 0 0,0 0 0 0 0,0 1 0 0 0,0 0 0 0 0,1-1 0 0 0,0 1 0 0 0,1 0 1 0 0,0 0-1 0 0,0 0 0 0 0,1-1 0 0 0,0 1 0 0 0,1 0 0 0 0,0-1 0 0 0,3 10 0 0 0,-4-16 16 0 0,0-1 0 0 0,0 1 0 0 0,0 0 0 0 0,0 0 0 0 0,0-1 0 0 0,1 1 0 0 0,-1-1 0 0 0,1 1 0 0 0,-1-1 0 0 0,1 0 0 0 0,-1 0 0 0 0,1 0 0 0 0,0 1 0 0 0,-1-1 1 0 0,1-1-1 0 0,0 1 0 0 0,0 0 0 0 0,0 0 0 0 0,0-1 0 0 0,0 1 0 0 0,0-1 0 0 0,0 1 0 0 0,0-1 0 0 0,0 0 0 0 0,0 0 0 0 0,0 0 0 0 0,0 0 0 0 0,0 0 0 0 0,0-1 0 0 0,0 1 0 0 0,0-1 0 0 0,0 1 0 0 0,0-1 0 0 0,2 0 0 0 0,11-4 5 0 0,0 0-1 0 0,-1-1 0 0 0,19-10 1 0 0,-24 12-11 0 0,62-37 127 0 0,-2-3-1 0 0,105-86 1 0 0,-150 111-71 0 0,31-21 60 0 0,42-37 341 0 0,-96 76-399 0 0,5-3 35 0 0,-3 2-78 0 0,-7 3 32 0 0,-1 1-39 0 0,1 0 1 0 0,-1 0 0 0 0,1 1 0 0 0,-1-1 0 0 0,1 1 0 0 0,0 0 0 0 0,0 0 0 0 0,0 1-1 0 0,1-1 1 0 0,-1 1 0 0 0,1 0 0 0 0,0 0 0 0 0,0 0 0 0 0,0 0 0 0 0,0 0 0 0 0,1 1-1 0 0,0-1 1 0 0,0 1 0 0 0,0 0 0 0 0,0-1 0 0 0,1 1 0 0 0,0 0 0 0 0,0 0 0 0 0,0 0-1 0 0,0 0 1 0 0,1 0 0 0 0,0 0 0 0 0,0 0 0 0 0,1 0 0 0 0,-1 0 0 0 0,1 0-1 0 0,0 0 1 0 0,0 0 0 0 0,0 0 0 0 0,4 7 0 0 0,24 54-33 0 0,-20-49-98 0 0,0 0-1 0 0,-2 1 0 0 0,0 0 1 0 0,-1 0-1 0 0,-1 0 0 0 0,-1 1 1 0 0,0 0-1 0 0,1 23 0 0 0,-5-40 120 0 0,-1 0 0 0 0,1 1-1 0 0,-1-1 1 0 0,0 0 0 0 0,0 0-1 0 0,0 0 1 0 0,0 0 0 0 0,0 0-1 0 0,0 0 1 0 0,0 0 0 0 0,0 0-1 0 0,-1 0 1 0 0,1 0 0 0 0,-1-1-1 0 0,0 1 1 0 0,1-1 0 0 0,-1 1-1 0 0,-3 1 1 0 0,-32 17-120 0 0,35-19 145 0 0,1-2-11 0 0,1 1 0 0 0,-1 0 1 0 0,0-1-1 0 0,0 1 0 0 0,1 0 0 0 0,-1-1 0 0 0,0 1 0 0 0,1-1 1 0 0,-1 1-1 0 0,1-1 0 0 0,-1 1 0 0 0,1-1 0 0 0,-1 0 1 0 0,1 1-1 0 0,-1-1 0 0 0,1 0 0 0 0,-1 1 0 0 0,1-1 0 0 0,0 0 1 0 0,-1 1-1 0 0,1-1 0 0 0,0 0 0 0 0,0 0 0 0 0,0 0 0 0 0,-1 1 1 0 0,1-2-1 0 0,30-38-74 0 0,1 2 0 0 0,1 2 0 0 0,2 0 0 0 0,45-34 0 0 0,5-8 17 0 0,-50 45 512 0 0,-2-1-1 0 0,32-45 1 0 0,-54 63 235 0 0,-4 10-51 0 0,-1 21-392 0 0,-3-11-249 0 0,12 55 117 0 0,7 63 0 0 0,-19-110-130 0 0,-1 0 0 0 0,0 0 0 0 0,-1 0 1 0 0,0 0-1 0 0,-1 1 0 0 0,-1-1 0 0 0,0 0 0 0 0,0 0 1 0 0,-1 0-1 0 0,-1-1 0 0 0,-6 16 0 0 0,7-21 4 0 0,-1 0 0 0 0,1 0-1 0 0,-1 0 1 0 0,0 0-1 0 0,-1 0 1 0 0,1-1-1 0 0,-1 0 1 0 0,0 0-1 0 0,0 0 1 0 0,-1-1 0 0 0,0 0-1 0 0,1 0 1 0 0,-1 0-1 0 0,-1 0 1 0 0,1-1-1 0 0,0 0 1 0 0,-1-1 0 0 0,0 1-1 0 0,1-1 1 0 0,-12 1-1 0 0,16-2-84 0 0,1-1-1 0 0,-1 0 0 0 0,1 1 1 0 0,-1-1-1 0 0,1 0 1 0 0,-1 0-1 0 0,0 0 0 0 0,1 0 1 0 0,-1 0-1 0 0,1-1 1 0 0,-1 1-1 0 0,1 0 0 0 0,-1-1 1 0 0,1 1-1 0 0,-1-1 1 0 0,1 0-1 0 0,0 1 0 0 0,-1-1 1 0 0,1 0-1 0 0,0 0 0 0 0,-1 0 1 0 0,1 0-1 0 0,-2-2 1 0 0,3 2-160 0 0,-1 0 1 0 0,1 0 0 0 0,-1 0-1 0 0,1 0 1 0 0,-1 0 0 0 0,1 0-1 0 0,0 0 1 0 0,-1 0 0 0 0,1-1-1 0 0,0 1 1 0 0,0 0 0 0 0,0 0-1 0 0,0 0 1 0 0,0-1 0 0 0,0 1-1 0 0,0 0 1 0 0,1 0-1 0 0,-1 0 1 0 0,0 0 0 0 0,1 0-1 0 0,-1-1 1 0 0,1 1 0 0 0,-1 0-1 0 0,1 0 1 0 0,-1 0 0 0 0,1 0-1 0 0,0-1 1 0 0,7-6-2444 0 0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2:32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4 244 0 0,'-3'1'5294'0'0,"-18"7"-4907"0"0,17-5-227 0 0,1 0-1 0 0,0 0 1 0 0,-1 0 0 0 0,1 0-1 0 0,0 0 1 0 0,0 1 0 0 0,1-1-1 0 0,-1 1 1 0 0,1 0-1 0 0,0 0 1 0 0,0 0 0 0 0,0 0-1 0 0,0 0 1 0 0,1 1 0 0 0,0-1-1 0 0,0 0 1 0 0,0 1-1 0 0,0-1 1 0 0,0 7 0 0 0,1-8-122 0 0,1-1 0 0 0,-1 1 1 0 0,0-1-1 0 0,1 1 0 0 0,-1-1 1 0 0,1 1-1 0 0,0-1 0 0 0,0 0 1 0 0,0 1-1 0 0,0-1 0 0 0,0 0 1 0 0,0 0-1 0 0,1 0 0 0 0,-1 0 0 0 0,1 0 1 0 0,-1 0-1 0 0,1 0 0 0 0,0 0 1 0 0,0-1-1 0 0,0 1 0 0 0,0 0 1 0 0,0-1-1 0 0,0 0 0 0 0,0 0 1 0 0,0 1-1 0 0,1-1 0 0 0,-1 0 1 0 0,0-1-1 0 0,1 1 0 0 0,-1 0 1 0 0,1-1-1 0 0,-1 1 0 0 0,1-1 1 0 0,2 0-1 0 0,-1 0 38 0 0,0 0 0 0 0,0 0 1 0 0,0 0-1 0 0,0 0 0 0 0,0-1 0 0 0,0 0 0 0 0,0 0 1 0 0,0 0-1 0 0,0 0 0 0 0,0-1 0 0 0,0 0 0 0 0,-1 1 1 0 0,1-1-1 0 0,-1-1 0 0 0,1 1 0 0 0,-1 0 0 0 0,0-1 1 0 0,0 0-1 0 0,0 0 0 0 0,0 0 0 0 0,0 0 0 0 0,-1 0 1 0 0,1 0-1 0 0,-1-1 0 0 0,0 1 0 0 0,0-1 0 0 0,0 1 1 0 0,-1-1-1 0 0,1 0 0 0 0,-1 0 0 0 0,0 0 0 0 0,0 0 1 0 0,1-7-1 0 0,-2 9-36 0 0,1-1 0 0 0,-1 1 0 0 0,0 0 0 0 0,0-1 1 0 0,0 1-1 0 0,0 0 0 0 0,0-1 0 0 0,0 1 0 0 0,0 0 0 0 0,-1-1 0 0 0,0 1 0 0 0,1 0 1 0 0,-1 0-1 0 0,0-1 0 0 0,0 1 0 0 0,0 0 0 0 0,0 0 0 0 0,0 0 0 0 0,-1 0 1 0 0,1 0-1 0 0,-1 1 0 0 0,1-1 0 0 0,-1 0 0 0 0,1 1 0 0 0,-5-3 0 0 0,-22-6-2023 0 0,-3 11-4997 0 0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2:32.8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13 920 0 0,'0'0'2265'0'0,"-4"-13"3748"0"0,0 13-5860 0 0,0 0 1 0 0,0 1 0 0 0,1-1 0 0 0,-1 1 0 0 0,0 0 0 0 0,1 0 0 0 0,-1 0 0 0 0,1 0 0 0 0,-1 1 0 0 0,1-1 0 0 0,0 1 0 0 0,0 0 0 0 0,-1 0 0 0 0,1 0 0 0 0,1 0 0 0 0,-1 1 0 0 0,0-1 0 0 0,0 1 0 0 0,1 0 0 0 0,-1-1 0 0 0,1 1 0 0 0,0 0 0 0 0,-3 7 0 0 0,2-7-95 0 0,1 1 0 0 0,0 0 0 0 0,0 0 0 0 0,0 0 0 0 0,0 0 0 0 0,1 0 0 0 0,-1 0 0 0 0,1 1 0 0 0,0-1 0 0 0,0 0 0 0 0,1 1 0 0 0,-1-1 0 0 0,1 0 0 0 0,0 1 0 0 0,0-1 0 0 0,1 1 0 0 0,-1-1 1 0 0,1 0-1 0 0,0 1 0 0 0,3 6 0 0 0,-4-9-61 0 0,2 0 0 0 0,-1 0 0 0 0,0 0 1 0 0,0-1-1 0 0,1 1 0 0 0,-1-1 1 0 0,0 1-1 0 0,1-1 0 0 0,0 0 0 0 0,-1 1 1 0 0,1-1-1 0 0,0 0 0 0 0,0 0 1 0 0,-1 0-1 0 0,1 0 0 0 0,0 0 0 0 0,0-1 1 0 0,0 1-1 0 0,0-1 0 0 0,0 1 0 0 0,4 0 1 0 0,38-5-53 0 0,-39 3 48 0 0,16-5 243 0 0,-1-1-1 0 0,0 0 1 0 0,0-1 0 0 0,-1-1-1 0 0,24-16 1 0 0,-42 25 115 0 0,9-7 907 0 0,-4 5-1004 0 0,-5 5-2801 0 0,-2 2 1791 0 0,-5 11 406 0 0,-4-3-6545 0 0,-1-5 3081 0 0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2:33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73 852 0 0,'7'-60'12262'0'0,"-7"58"-11763"0"0,0-9-832 0 0,24 27-10759 0 0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2:34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185 282 196 0 0,'0'0'9062'0'0,"-6"1"-8635"0"0,-3 1-180 0 0,1 0 1 0 0,-1 1-1 0 0,1 0 0 0 0,0 0 1 0 0,0 1-1 0 0,0 0 0 0 0,1 0 1 0 0,-1 1-1 0 0,1 0 1 0 0,-9 7-1 0 0,-35 23 804 0 0,20-3-212 0 0,30-31-725 0 0,28-14-347 0 0,1 1 0 0 0,0 1 0 0 0,32-8 1 0 0,-55 19 185 0 0,0 0 1 0 0,-1 0-1 0 0,1 1 1 0 0,-1 0-1 0 0,1-1 1 0 0,0 2-1 0 0,-1-1 1 0 0,0 0-1 0 0,1 1 1 0 0,-1 0-1 0 0,8 4 1 0 0,27 9-250 0 0,-23-14 300 0 0,-1-1-1 0 0,1 0 0 0 0,0 0 1 0 0,0-2-1 0 0,0 0 1 0 0,-1-1-1 0 0,1-1 0 0 0,-1 0 1 0 0,0-1-1 0 0,0 0 1 0 0,0-2-1 0 0,-1 1 0 0 0,0-2 1 0 0,20-13-1 0 0,-15 8 134 0 0,-2 0 1 0 0,1-1-1 0 0,-2-1 0 0 0,0-1 0 0 0,0 0 0 0 0,-2-1 0 0 0,0 0 1 0 0,-1-2-1 0 0,20-35 0 0 0,-25 37 111 0 0,-2 7 93 0 0,-1 0 1 0 0,0-1-1 0 0,0 1 0 0 0,-2-1 0 0 0,1 0 1 0 0,-1 0-1 0 0,2-12 0 0 0,-16 31-194 0 0,1 0-1 0 0,0 1 1 0 0,0 0-1 0 0,1 0 1 0 0,0 1-1 0 0,-11 17 1 0 0,13-14-119 0 0,0-1 1 0 0,1 2-1 0 0,0-1 1 0 0,1 1 0 0 0,1-1-1 0 0,0 1 1 0 0,-3 25-1 0 0,6-34-33 0 0,1 0 0 0 0,0 0 0 0 0,0-1 0 0 0,0 1 0 0 0,1 0 0 0 0,0 0 0 0 0,0 0 0 0 0,0 0 0 0 0,0-1 0 0 0,1 1 0 0 0,-1 0 0 0 0,1-1 0 0 0,1 0 0 0 0,-1 1 0 0 0,1-1 0 0 0,-1 0 0 0 0,1 0 0 0 0,0 0 0 0 0,1-1 0 0 0,-1 1 0 0 0,1-1 0 0 0,-1 0 0 0 0,1 0 0 0 0,0 0 0 0 0,0 0 0 0 0,7 3 0 0 0,-1-1-47 0 0,-1-1 1 0 0,0 0-1 0 0,1-1 0 0 0,0 0 0 0 0,0 0 1 0 0,0-1-1 0 0,0-1 0 0 0,13 2 1 0 0,-21-3 93 0 0,29 11 3166 0 0,-30-10-3422 0 0,44 6-2501 0 0,25-1-919 0 0,-19-7-4280 0 0,-32-1 4285 0 0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2:34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107 214 244 0 0,'0'0'4878'0'0,"-15"-11"-1135"0"0,9 12-3446 0 0,0 1-1 0 0,0 0 1 0 0,0 0-1 0 0,0 1 1 0 0,1 0-1 0 0,-1 0 1 0 0,1 0-1 0 0,0 0 0 0 0,0 1 1 0 0,0 0-1 0 0,1 0 1 0 0,-1 0-1 0 0,1 1 1 0 0,0 0-1 0 0,-6 7 1 0 0,10-12-288 0 0,0 1 1 0 0,-1 0-1 0 0,1-1 1 0 0,0 1 0 0 0,-1-1-1 0 0,1 1 1 0 0,0-1-1 0 0,-1 1 1 0 0,1 0 0 0 0,0-1-1 0 0,0 1 1 0 0,0 0-1 0 0,0-1 1 0 0,0 1 0 0 0,0 0-1 0 0,0-1 1 0 0,0 1-1 0 0,0 0 1 0 0,0-1 0 0 0,0 1-1 0 0,0 0 1 0 0,0-1-1 0 0,0 1 1 0 0,1-1 0 0 0,-1 1-1 0 0,0 0 1 0 0,1-1-1 0 0,-1 1 1 0 0,0-1 0 0 0,1 1-1 0 0,-1-1 1 0 0,0 1-1 0 0,1-1 1 0 0,-1 1 0 0 0,1-1-1 0 0,-1 1 1 0 0,1-1-1 0 0,-1 1 1 0 0,1-1 0 0 0,0 0-1 0 0,-1 1 1 0 0,1-1-1 0 0,-1 0 1 0 0,1 0 0 0 0,0 1-1 0 0,-1-1 1 0 0,1 0-1 0 0,0 0 1 0 0,-1 0 0 0 0,1 0-1 0 0,0 0 1 0 0,-1 0-1 0 0,1 0 1 0 0,-1 0 0 0 0,1 0-1 0 0,0 0 1 0 0,-1 0-1 0 0,1-1 1 0 0,1 1 0 0 0,38-9 109 0 0,-29 3-96 0 0,0-1 1 0 0,-1-1-1 0 0,0 1 0 0 0,0-2 1 0 0,-1 1-1 0 0,0-1 0 0 0,0-1 1 0 0,12-17-1 0 0,-10 12 178 0 0,-1-2 1 0 0,0 1-1 0 0,-2-1 0 0 0,1-1 1 0 0,5-20-1 0 0,6-26 3825 0 0,-19 62-3355 0 0,-4 8-575 0 0,-5 19 43 0 0,2 0 0 0 0,0 1 0 0 0,-3 39 0 0 0,0-3-83 0 0,5-26-1136 0 0,-4 19-2878 0 0,7-52 2816 0 0,0 1-1 0 0,-1 0 1 0 0,0-1 0 0 0,0 0-1 0 0,0 1 1 0 0,0-1-1 0 0,-5 6 1 0 0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2:34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54 1272 0 0,'-33'-4'5179'0'0,"47"-4"-2230"0"0,53-8-3219 0 0,20-1-4676 0 0,-57 8 2590 0 0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2:37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77 740 0 0,'50'-77'9771'0'0,"-73"97"-9197"0"0,1 0 1 0 0,1 1-1 0 0,-23 30 1 0 0,32-35-486 0 0,1 1 0 0 0,0 0 0 0 0,-15 32 1 0 0,24-45-77 0 0,0 0 0 0 0,1 0 1 0 0,-1 1-1 0 0,1-1 1 0 0,0 0-1 0 0,0 0 0 0 0,0 1 1 0 0,1-1-1 0 0,-1 0 1 0 0,1 1-1 0 0,0-1 0 0 0,0 1 1 0 0,1-1-1 0 0,-1 0 1 0 0,1 1-1 0 0,0-1 0 0 0,0 0 1 0 0,1 0-1 0 0,-1 0 1 0 0,1 0-1 0 0,0 0 0 0 0,0 0 1 0 0,4 6-1 0 0,-4-8-7 0 0,0 0 0 0 0,1 0 0 0 0,-1-1 0 0 0,1 1 0 0 0,-1-1 1 0 0,1 1-1 0 0,-1-1 0 0 0,1 0 0 0 0,0 0 0 0 0,0 0 0 0 0,-1-1 0 0 0,1 1 0 0 0,0-1 0 0 0,0 1 0 0 0,0-1 0 0 0,0 0 0 0 0,0 0 0 0 0,0 0 0 0 0,-1 0 0 0 0,1-1 0 0 0,4 0 0 0 0,2-1-20 0 0,-1 0 1 0 0,1 0-1 0 0,-1-1 0 0 0,0 0 0 0 0,13-7 0 0 0,-8 3-25 0 0,-1-1 0 0 0,0-1-1 0 0,0 0 1 0 0,-1 0 0 0 0,12-13-1 0 0,-22 21 27 0 0,5-3-15 0 0,-6 3 14 0 0,1 0 0 0 0,-1 1 0 0 0,1-1 0 0 0,-1 1 0 0 0,1-1 0 0 0,-1 1 0 0 0,1-1 0 0 0,0 1 0 0 0,-1-1 0 0 0,1 1 0 0 0,0 0 0 0 0,-1-1 0 0 0,1 1 0 0 0,0 0 0 0 0,-1 0 0 0 0,1-1 0 0 0,0 1 0 0 0,0 0 0 0 0,-1 0 0 0 0,1 0 0 0 0,0 0 0 0 0,0 0 1 0 0,1 0-1 0 0,10 11-29 0 0,-7-6 48 0 0,0 0 1 0 0,0-1-1 0 0,1 1 1 0 0,-1-1-1 0 0,1-1 1 0 0,0 1-1 0 0,1-1 1 0 0,-1 0-1 0 0,0 0 0 0 0,11 3 1 0 0,-14-6-1 0 0,-1 0 0 0 0,1 0 0 0 0,0 0-1 0 0,0 0 1 0 0,0 0 0 0 0,-1-1 0 0 0,1 1 0 0 0,0-1 0 0 0,0 0 0 0 0,-1 0 0 0 0,1 0 0 0 0,-1 0 0 0 0,1 0 0 0 0,-1 0-1 0 0,1-1 1 0 0,-1 0 0 0 0,0 1 0 0 0,1-1 0 0 0,1-2 0 0 0,47-47 54 0 0,-28 27-81 0 0,-10 12-11 0 0,0 0-1 0 0,1 0 1 0 0,0 2-1 0 0,30-18 1 0 0,-43 28 27 0 0,0-1 1 0 0,0 1 0 0 0,0 0-1 0 0,0-1 1 0 0,0 1-1 0 0,0 0 1 0 0,0-1 0 0 0,0 1-1 0 0,0 0 1 0 0,0 0-1 0 0,0 0 1 0 0,0 0 0 0 0,0 0-1 0 0,0 0 1 0 0,0 0-1 0 0,0 0 1 0 0,0 1 0 0 0,0-1-1 0 0,0 0 1 0 0,0 1-1 0 0,0-1 1 0 0,0 0 0 0 0,0 1-1 0 0,0 0 1 0 0,0-1-1 0 0,1 2 1 0 0,0-1 3 0 0,-1 1-1 0 0,0 0 1 0 0,0 0 0 0 0,0 0 0 0 0,0-1-1 0 0,0 1 1 0 0,0 0 0 0 0,0 0-1 0 0,-1 1 1 0 0,1-1 0 0 0,-1 0-1 0 0,1 3 1 0 0,0 4 43 0 0,-1 0-1 0 0,0 1 0 0 0,0-1 1 0 0,-1 0-1 0 0,-2 11 1 0 0,-15 32 137 0 0,17-51-304 0 0,-4 6-121 0 0,0 0-1831 0 0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2:37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124 222 132 0 0,'0'-1'139'0'0,"0"1"0"0"0,0 0-1 0 0,0 0 1 0 0,1-1 0 0 0,-1 1 0 0 0,0 0 0 0 0,0 0 0 0 0,0-1-1 0 0,1 1 1 0 0,-1 0 0 0 0,0 0 0 0 0,0-1 0 0 0,1 1 0 0 0,-1 0-1 0 0,0 0 1 0 0,0 0 0 0 0,1 0 0 0 0,-1 0 0 0 0,0-1 0 0 0,1 1-1 0 0,-1 0 1 0 0,0 0 0 0 0,1 0 0 0 0,-1 0 0 0 0,0 0 0 0 0,1 0-1 0 0,-1 0 1 0 0,0 0 0 0 0,1 0 0 0 0,-1 0 0 0 0,0 0-1 0 0,0 0 1 0 0,1 0 0 0 0,-1 0 0 0 0,0 1 0 0 0,1-1 0 0 0,-1 0-1 0 0,0 0 1 0 0,1 0 0 0 0,-1 0 0 0 0,0 0 0 0 0,0 1 0 0 0,1-1-1 0 0,-1 0 1 0 0,0 0 0 0 0,0 1 0 0 0,0-1 0 0 0,1 0 0 0 0,-1 0-1 0 0,0 1 1 0 0,0-1 0 0 0,0 0 0 0 0,0 0 0 0 0,1 1 0 0 0,5 29 2203 0 0,-5 39-992 0 0,-6 15-182 0 0,5-53-847 0 0,-2-1 0 0 0,-1 1-1 0 0,-9 36 1 0 0,-2-10-27 0 0,7-26-542 0 0,-1 1-1 0 0,-1-1 0 0 0,-20 42 1 0 0,29-71 91 0 0,-1 0 1 0 0,0 0 0 0 0,0 0 0 0 0,0 0 0 0 0,0 0-1 0 0,0 0 1 0 0,-1 0 0 0 0,1-1 0 0 0,-1 1 0 0 0,1 0-1 0 0,-1-1 1 0 0,1 1 0 0 0,-1-1 0 0 0,0 1 0 0 0,0-1-1 0 0,0 0 1 0 0,0 0 0 0 0,0 0 0 0 0,0 0 0 0 0,0 0-1 0 0,-3 0 1 0 0,3-1-400 0 0,-5-12-499 0 0,6 11 970 0 0,0 0 0 0 0,0 0 0 0 0,0 0 1 0 0,0 0-1 0 0,0-1 0 0 0,1 1 0 0 0,-1 0 1 0 0,0 0-1 0 0,1-1 0 0 0,-1 1 0 0 0,1 0 1 0 0,-1-1-1 0 0,1 1 0 0 0,0-1 0 0 0,-1-2 1 0 0,2-2-34 0 0,0 0 0 0 0,0 0 0 0 0,0 0 0 0 0,1 0 0 0 0,0 0 1 0 0,0 0-1 0 0,0 1 0 0 0,1-1 0 0 0,0 1 0 0 0,0-1 0 0 0,0 1 0 0 0,1 0 1 0 0,0 0-1 0 0,0 0 0 0 0,0 1 0 0 0,1-1 0 0 0,4-3 0 0 0,14-11-47 0 0,2 0 0 0 0,33-19 0 0 0,-17 12 24 0 0,-9 5 115 0 0,145-109 239 0 0,-150 106-134 0 0,-1 0 0 0 0,-1-2 1 0 0,-2 0-1 0 0,37-55 0 0 0,-51 67 226 0 0,0-1 0 0 0,-1 1-1 0 0,-1-1 1 0 0,0-1 0 0 0,-1 0 0 0 0,0 0 0 0 0,-2 0 0 0 0,0 0 0 0 0,-1-1 0 0 0,0 1 0 0 0,-2-1 0 0 0,1-20 0 0 0,-7 16 838 0 0,-4 15-407 0 0,7 7-701 0 0,0 0 0 0 0,0 1-1 0 0,0-1 1 0 0,0 0 0 0 0,0 1-1 0 0,0-1 1 0 0,0 1-1 0 0,0-1 1 0 0,0 1 0 0 0,1 0-1 0 0,-4 4 1 0 0,-23 34 163 0 0,2 1 0 0 0,1 2 0 0 0,2 0-1 0 0,-24 68 1 0 0,29-68-78 0 0,-36 113 247 0 0,23-60 6 0 0,30-94-303 0 0,2 12 315 0 0,-1-13-355 0 0,0 0 1 0 0,0 0 0 0 0,0 0 0 0 0,0 0 0 0 0,0 0 0 0 0,0 0 0 0 0,0 0 0 0 0,0 0 0 0 0,0 0 0 0 0,0 0 0 0 0,0 0 0 0 0,1 0 0 0 0,-1 0 0 0 0,0 0 0 0 0,1 0-1 0 0,-1 0 1 0 0,1 0 0 0 0,-1 0 0 0 0,1-1 0 0 0,-1 1 0 0 0,1 0 0 0 0,0 0 0 0 0,-1-1 0 0 0,1 1 0 0 0,0 0 0 0 0,0-1 0 0 0,0 2 0 0 0,9 5-283 0 0,0 0 0 0 0,1 0 0 0 0,0 0 0 0 0,0-2 0 0 0,0 1 0 0 0,1-1 0 0 0,14 3 0 0 0,49 9-6545 0 0,-47-15 3845 0 0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2:58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11 267 724 0 0,'-2'-3'378'0'0,"1"0"0"0"0,0 0 0 0 0,-1 0-1 0 0,1 0 1 0 0,0 0 0 0 0,1 0 0 0 0,-1 0 0 0 0,0 0 0 0 0,1 0 0 0 0,0 0-1 0 0,0 0 1 0 0,0 0 0 0 0,0 0 0 0 0,0 0 0 0 0,0-1 0 0 0,1 1 0 0 0,0 0-1 0 0,1-4 1 0 0,0 1-108 0 0,1 0 0 0 0,0 1 0 0 0,0-1-1 0 0,0 1 1 0 0,1 0 0 0 0,-1-1 0 0 0,2 2 0 0 0,7-9-1 0 0,-3 4-147 0 0,1 1 0 0 0,0 0-1 0 0,1 1 1 0 0,0 0 0 0 0,0 1-1 0 0,0 0 1 0 0,1 0 0 0 0,21-6-1 0 0,-22 10-80 0 0,0 0-1 0 0,0 1 0 0 0,0 0 1 0 0,1 1-1 0 0,-1 0 0 0 0,0 1 1 0 0,1 0-1 0 0,-1 1 0 0 0,0 0 0 0 0,0 1 1 0 0,0 0-1 0 0,-1 1 0 0 0,1 0 1 0 0,-1 1-1 0 0,0 0 0 0 0,0 0 1 0 0,0 1-1 0 0,-1 0 0 0 0,0 1 1 0 0,0 0-1 0 0,-1 1 0 0 0,1-1 0 0 0,-2 2 1 0 0,1-1-1 0 0,-1 1 0 0 0,0 0 1 0 0,-1 0-1 0 0,0 1 0 0 0,-1 0 1 0 0,0 0-1 0 0,0 0 0 0 0,4 18 1 0 0,-7-20-11 0 0,-1-1 1 0 0,1 1-1 0 0,-2 0 1 0 0,1-1-1 0 0,-1 1 1 0 0,0 0 0 0 0,-1 0-1 0 0,0-1 1 0 0,0 1-1 0 0,0 0 1 0 0,-1-1 0 0 0,0 0-1 0 0,-1 1 1 0 0,0-1-1 0 0,0 0 1 0 0,0 0 0 0 0,-1 0-1 0 0,0-1 1 0 0,0 1-1 0 0,-1-1 1 0 0,0 0 0 0 0,0 0-1 0 0,0-1 1 0 0,-1 1-1 0 0,0-1 1 0 0,-10 7 0 0 0,14-11 11 0 0,0 1 0 0 0,0-1 0 0 0,0 0 0 0 0,0 0 1 0 0,0 0-1 0 0,0 0 0 0 0,-1 0 0 0 0,1 0 0 0 0,0-1 1 0 0,-1 1-1 0 0,1-1 0 0 0,0 1 0 0 0,-1-1 1 0 0,1 0-1 0 0,-1 0 0 0 0,1 0 0 0 0,0 0 0 0 0,-1-1 1 0 0,1 1-1 0 0,-4-2 0 0 0,4 1-25 0 0,0 0-1 0 0,0 0 1 0 0,0-1-1 0 0,1 1 1 0 0,-1-1-1 0 0,0 0 1 0 0,1 1-1 0 0,-1-1 1 0 0,1 0-1 0 0,0 0 1 0 0,0 0-1 0 0,0 0 1 0 0,0 0-1 0 0,0 0 1 0 0,0 0 0 0 0,0 0-1 0 0,0-4 1 0 0,-1-3-19 0 0,0 0 1 0 0,1 0 0 0 0,0-1 0 0 0,1 1 0 0 0,0 0-1 0 0,0-1 1 0 0,1 1 0 0 0,0 0 0 0 0,3-10 0 0 0,0 4-24 0 0,0 0 0 0 0,1 1 1 0 0,0 0-1 0 0,2 0 1 0 0,-1 0-1 0 0,2 1 0 0 0,0-1 1 0 0,0 2-1 0 0,1 0 1 0 0,1 0-1 0 0,0 0 0 0 0,1 1 1 0 0,0 1-1 0 0,0 0 0 0 0,1 0 1 0 0,0 1-1 0 0,1 1 1 0 0,0 0-1 0 0,0 0 0 0 0,1 2 1 0 0,0-1-1 0 0,0 2 1 0 0,1 0-1 0 0,14-3 0 0 0,-24 8 12 0 0,-1 0-1 0 0,0 0 0 0 0,1 0 1 0 0,-1 1-1 0 0,0-1 0 0 0,0 1 1 0 0,0 0-1 0 0,1 0 0 0 0,-1 1 1 0 0,0-1-1 0 0,0 1 0 0 0,-1 0 1 0 0,1 0-1 0 0,0 0 0 0 0,-1 0 0 0 0,1 1 1 0 0,-1 0-1 0 0,5 4 0 0 0,2 2-11 0 0,-1 1 1 0 0,0-1-1 0 0,0 2 0 0 0,10 16 0 0 0,-6-6-12 0 0,-2-3-13 0 0,0 0-1 0 0,2 0 1 0 0,0-1 0 0 0,18 18 0 0 0,-28-33 36 0 0,-1-1 0 0 0,1 1 0 0 0,-1-1 1 0 0,1 0-1 0 0,0 1 0 0 0,-1-1 0 0 0,1-1 1 0 0,0 1-1 0 0,0 0 0 0 0,0-1 0 0 0,0 1 1 0 0,0-1-1 0 0,0 0 0 0 0,0 0 1 0 0,3 0-1 0 0,46-8-210 0 0,-40 6 154 0 0,-3-1 6 0 0,1 0 0 0 0,0-1 0 0 0,-1 0 0 0 0,0 0 0 0 0,0-1 0 0 0,0-1 0 0 0,-1 1 0 0 0,1-1 0 0 0,-2-1 0 0 0,12-10 0 0 0,-4-1 19 0 0,0 0-1 0 0,-2 0 1 0 0,0-1 0 0 0,19-40-1 0 0,-32 58 108 0 0,-14 26 342 0 0,11-18-406 0 0,0 0-1 0 0,1 1 1 0 0,-1-1-1 0 0,2 1 1 0 0,-2 10-1 0 0,2-11-13 0 0,1 0 1 0 0,-1 0-1 0 0,2 0 0 0 0,-1 0 0 0 0,1 0 1 0 0,0 0-1 0 0,1 0 0 0 0,-1-1 0 0 0,1 1 0 0 0,1 0 1 0 0,-1-1-1 0 0,1 0 0 0 0,0 1 0 0 0,1-1 1 0 0,-1 0-1 0 0,1-1 0 0 0,0 1 0 0 0,1-1 0 0 0,0 1 1 0 0,-1-1-1 0 0,2-1 0 0 0,-1 1 0 0 0,0-1 1 0 0,1 0-1 0 0,0 0 0 0 0,0 0 0 0 0,0-1 1 0 0,10 4-1 0 0,-11-6 10 0 0,4-1 7 0 0,-7 0 9 0 0,0 0 0 0 0,-1-1 0 0 0,1 1 0 0 0,0 0 0 0 0,-1-1 0 0 0,1 1 0 0 0,0-1 0 0 0,-1 0 0 0 0,1 1 0 0 0,-1-1 0 0 0,1 0 0 0 0,-1 0 0 0 0,1 0 0 0 0,-1 0 0 0 0,0 0 0 0 0,1-1 1 0 0,-1 1-1 0 0,0 0 0 0 0,0-1 0 0 0,0 1 0 0 0,0 0 0 0 0,0-1 0 0 0,0 1 0 0 0,-1-1 0 0 0,1 0 0 0 0,0 1 0 0 0,-1-1 0 0 0,2-3 0 0 0,5-50 253 0 0,-7 48-240 0 0,1-15 12 0 0,1 1 0 0 0,0-1 0 0 0,2 0 1 0 0,10-34-1 0 0,-12 50-39 0 0,1-1 0 0 0,0 1 0 0 0,0 0 1 0 0,0 0-1 0 0,1 1 0 0 0,0-1 0 0 0,0 1 0 0 0,0 0 0 0 0,1 0 1 0 0,0 0-1 0 0,0 1 0 0 0,0-1 0 0 0,0 1 0 0 0,1 0 0 0 0,-1 1 0 0 0,1-1 1 0 0,0 1-1 0 0,0 1 0 0 0,10-4 0 0 0,-11 4-1 0 0,0 1-1 0 0,0 0 1 0 0,0 0-1 0 0,1 1 1 0 0,-1-1-1 0 0,0 1 1 0 0,1 0-1 0 0,-1 1 0 0 0,0-1 1 0 0,1 1-1 0 0,-1 0 1 0 0,0 0-1 0 0,0 1 1 0 0,0-1-1 0 0,0 1 1 0 0,0 1-1 0 0,0-1 1 0 0,-1 0-1 0 0,1 1 1 0 0,-1 0-1 0 0,1 0 1 0 0,-1 1-1 0 0,0-1 1 0 0,0 1-1 0 0,-1 0 1 0 0,1 0-1 0 0,-1 0 1 0 0,0 0-1 0 0,5 9 1 0 0,-3-6 1 0 0,-1 1 1 0 0,0-1 0 0 0,0 1 0 0 0,0 0-1 0 0,-1 0 1 0 0,-1 1 0 0 0,1-1 0 0 0,-1 1 0 0 0,-1-1-1 0 0,1 1 1 0 0,-2-1 0 0 0,1 1 0 0 0,-1 0 0 0 0,0 0-1 0 0,-1-1 1 0 0,0 1 0 0 0,-4 14 0 0 0,-4-1-72 0 0,8-34-223 0 0,2 5 229 0 0,0 0 0 0 0,1 0 0 0 0,0 0 0 0 0,0 0 1 0 0,4-9-1 0 0,-6 16 66 0 0,12-20-222 0 0,1 0-1 0 0,25-30 0 0 0,-35 46 203 0 0,0 1 0 0 0,0-1 0 0 0,0 1-1 0 0,0 0 1 0 0,1 0 0 0 0,-1 0 0 0 0,1 1 0 0 0,-1-1-1 0 0,1 1 1 0 0,0 0 0 0 0,0 0 0 0 0,0 0 0 0 0,1 0-1 0 0,-1 1 1 0 0,0 0 0 0 0,0 0 0 0 0,1 0-1 0 0,-1 0 1 0 0,1 1 0 0 0,-1 0 0 0 0,9 0 0 0 0,-8 1 59 0 0,-1 1 1 0 0,0 0-1 0 0,1 0 1 0 0,-1 0-1 0 0,0 1 1 0 0,0-1-1 0 0,-1 1 1 0 0,1 0-1 0 0,0 0 1 0 0,-1 0 0 0 0,0 1-1 0 0,0-1 1 0 0,4 7-1 0 0,31 50 465 0 0,-36-56-476 0 0,0 1-39 0 0,-1 0 0 0 0,1 0 0 0 0,-1 0 0 0 0,0 0 0 0 0,0 0 0 0 0,-1 0 0 0 0,0 1 0 0 0,0-1 0 0 0,0 0 0 0 0,0 0 1 0 0,-1 1-1 0 0,0-1 0 0 0,0 0 0 0 0,-3 9 0 0 0,-8 19-6677 0 0,7-21 4090 0 0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2:59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41 696 0 0,'0'0'4995'0'0,"42"-20"-760"0"0,-29 16-4428 0 0,-1 0-1 0 0,1 1 1 0 0,0 1-1 0 0,25-3 1 0 0,23 4-4622 0 0,-34 0 2483 0 0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3:00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0 915 20 0 0,'0'0'5546'0'0,"4"-5"-4804"0"0,87-126 3079 0 0,-51 77-2811 0 0,-2-2 0 0 0,-3-1 1 0 0,48-103-1 0 0,-65 111-747 0 0,-1 0 1 0 0,-2-1-1 0 0,-3-1 1 0 0,-2 0-1 0 0,-2-1 1 0 0,2-78-1 0 0,-12 112 104 0 0,-3 17-214 0 0,-7 21-144 0 0,8-12 6 0 0,-12 26-12 0 0,1 1-1 0 0,2 0 0 0 0,1 1 1 0 0,3 1-1 0 0,-11 67 0 0 0,14-69 1 0 0,-1 5 5 0 0,1 0 1 0 0,3 0-1 0 0,1 0 1 0 0,4 52-1 0 0,-1-75-24 0 0,1-1 0 0 0,1-1 0 0 0,0 1 0 0 0,1 0 0 0 0,1-1 0 0 0,0 0 0 0 0,1 0 0 0 0,1 0 0 0 0,0-1 0 0 0,1 0-1 0 0,1 0 1 0 0,0-1 0 0 0,16 19 0 0 0,-20-27-16 0 0,0 0-1 0 0,0-1 0 0 0,0 1 1 0 0,0-1-1 0 0,1 0 0 0 0,0-1 1 0 0,-1 1-1 0 0,1-1 0 0 0,1 0 1 0 0,-1-1-1 0 0,0 1 1 0 0,1-1-1 0 0,-1 0 0 0 0,1-1 1 0 0,0 0-1 0 0,-1 0 0 0 0,1 0 1 0 0,0-1-1 0 0,0 0 1 0 0,-1 0-1 0 0,1-1 0 0 0,0 1 1 0 0,7-3-1 0 0,-2-1 3 0 0,1-1-1 0 0,-1 0 1 0 0,-1 0-1 0 0,1-1 1 0 0,-1-1-1 0 0,0 0 1 0 0,0 0-1 0 0,-1-1 1 0 0,0 0-1 0 0,-1-1 1 0 0,13-14-1 0 0,-12 12 110 0 0,0-1-1 0 0,-1 0 0 0 0,0-1 1 0 0,-1 0-1 0 0,-1 0 0 0 0,0-1 1 0 0,0 0-1 0 0,-1 0 0 0 0,-1 0 1 0 0,-1-1-1 0 0,0 0 0 0 0,-1 0 1 0 0,3-25-1 0 0,-6 40-71 0 0,0-1-1 0 0,0 1 0 0 0,0-1 1 0 0,0 1-1 0 0,0 0 0 0 0,0-1 1 0 0,0 1-1 0 0,0-1 0 0 0,0 1 1 0 0,0-1-1 0 0,0 1 0 0 0,0-1 1 0 0,0 1-1 0 0,0-1 0 0 0,0 1 1 0 0,-1-1-1 0 0,1 1 0 0 0,0 0 1 0 0,0-1-1 0 0,0 1 1 0 0,-1-1-1 0 0,1 1 0 0 0,0 0 1 0 0,-1-1-1 0 0,1 1 0 0 0,0 0 1 0 0,-1-1-1 0 0,1 1 0 0 0,0 0 1 0 0,-1 0-1 0 0,1-1 0 0 0,-1 1 1 0 0,1 0-1 0 0,0 0 0 0 0,-1-1 1 0 0,1 1-1 0 0,-1 0 0 0 0,0 0 1 0 0,-18 10 48 0 0,14-6-58 0 0,1 0 0 0 0,0 0-1 0 0,0 1 1 0 0,0-1 0 0 0,-7 11 0 0 0,7-3-6 0 0,0 0 1 0 0,0 0 0 0 0,2 0-1 0 0,-1 0 1 0 0,1 1 0 0 0,1-1-1 0 0,0 0 1 0 0,1 1 0 0 0,2 22-1 0 0,-1-28-79 0 0,0 0 0 0 0,1 0 0 0 0,0-1 0 0 0,0 1 0 0 0,0 0 0 0 0,1-1 0 0 0,-1 1 0 0 0,2-1 0 0 0,-1 0-1 0 0,1 0 1 0 0,0 0 0 0 0,0 0 0 0 0,1-1 0 0 0,-1 0 0 0 0,1 0 0 0 0,0 0 0 0 0,1 0 0 0 0,10 7 0 0 0,-12-11 41 0 0,0 0-1 0 0,0 1 1 0 0,0-2 0 0 0,1 1 0 0 0,-1 0 0 0 0,0-1 0 0 0,0 0 0 0 0,0 0-1 0 0,1 0 1 0 0,-1 0 0 0 0,0-1 0 0 0,0 0 0 0 0,0 1 0 0 0,0-2-1 0 0,1 1 1 0 0,-2 0 0 0 0,1-1 0 0 0,0 0 0 0 0,0 0 0 0 0,0 0 0 0 0,3-3-1 0 0,9-5-83 0 0,0 0-1 0 0,-2-1 0 0 0,22-20 0 0 0,162-136-895 0 0,-194 164 1040 0 0,0 0-1 0 0,0 1 1 0 0,0-1 0 0 0,0 1-1 0 0,1 0 1 0 0,-1 0 0 0 0,1 0-1 0 0,-1 1 1 0 0,10-3 0 0 0,-13 5 2 0 0,-1-1 0 0 0,1 1-1 0 0,0 0 1 0 0,-1-1 0 0 0,1 1 0 0 0,-1 0 0 0 0,1-1 0 0 0,-1 1 0 0 0,1 0-1 0 0,-1 0 1 0 0,0 0 0 0 0,1-1 0 0 0,-1 1 0 0 0,0 0 0 0 0,1 0 0 0 0,-1 0-1 0 0,0 0 1 0 0,0 0 0 0 0,0-1 0 0 0,0 1 0 0 0,0 0 0 0 0,0 0 0 0 0,0 0-1 0 0,0 0 1 0 0,0 0 0 0 0,-1 1 0 0 0,-4 28 168 0 0,4-26-155 0 0,0 1-3 0 0,0 0 1 0 0,1 0 0 0 0,-1 0-1 0 0,1 0 1 0 0,1 0-1 0 0,-1 0 1 0 0,1 0-1 0 0,-1-1 1 0 0,1 1-1 0 0,1 0 1 0 0,-1 0-1 0 0,1-1 1 0 0,0 1 0 0 0,0-1-1 0 0,0 1 1 0 0,0-1-1 0 0,6 8 1 0 0,-4-8-26 0 0,0-1 0 0 0,0 0 0 0 0,1 1 0 0 0,-1-1 1 0 0,1-1-1 0 0,-1 1 0 0 0,1-1 0 0 0,0 1 0 0 0,0-1 0 0 0,0-1 1 0 0,0 1-1 0 0,0-1 0 0 0,0 0 0 0 0,0 0 0 0 0,1 0 0 0 0,6-1 1 0 0,6 1-352 0 0,-1-1 1 0 0,0-1 0 0 0,0-1-1 0 0,20-4 1 0 0,-23 3-1306 0 0,-1-1 0 0 0,0 0 0 0 0,15-8-1 0 0,-13 4-1211 0 0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3:00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36 106 556 0 0,'0'0'218'0'0,"-22"-4"2062"0"0,22 5-2084 0 0,-1-1 1 0 0,1 0-1 0 0,-1 0 1 0 0,1 0-1 0 0,-1 0 1 0 0,1 0-1 0 0,-1 0 1 0 0,1 0-1 0 0,-1 0 1 0 0,1 0-1 0 0,-1 0 1 0 0,1-1-1 0 0,-1 1 1 0 0,1 0-1 0 0,0 0 1 0 0,-1 0-1 0 0,1 0 1 0 0,-1-1-1 0 0,1 1 1 0 0,-1 0-1 0 0,1 0 1 0 0,0-1-1 0 0,-1 1 1 0 0,1 0-1 0 0,0-1 1 0 0,-1 1-1 0 0,1-1 1 0 0,0 1-1 0 0,0 0 0 0 0,-1-1 1 0 0,1 1-1 0 0,0-1 1 0 0,0 1-1 0 0,-1-1 1 0 0,11-6-143 0 0,0 0 0 0 0,1 1 0 0 0,-1 0 0 0 0,1 0 0 0 0,0 2 0 0 0,0-1 0 0 0,1 1 0 0 0,22-4 0 0 0,109-14-1596 0 0,-97 17 864 0 0,60-6-3375 0 0,-54 7 1721 0 0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3:01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91 752 0 0,'0'0'2772'0'0,"10"33"-197"0"0,-11-23-2348 0 0,-1 1 0 0 0,0 0-1 0 0,0 0 1 0 0,-1-1 0 0 0,0 1-1 0 0,-1-1 1 0 0,0 0 0 0 0,-1 0-1 0 0,0 0 1 0 0,0-1 0 0 0,-1 0-1 0 0,0 0 1 0 0,-1 0 0 0 0,0-1 0 0 0,0 0-1 0 0,-11 10 1 0 0,17-18-202 0 0,1 1 0 0 0,-1 0 0 0 0,0-1 0 0 0,1 1 0 0 0,-1 0 0 0 0,0-1 0 0 0,1 1 0 0 0,-1-1 0 0 0,0 1 0 0 0,0-1 0 0 0,1 0 0 0 0,-1 1 0 0 0,0-1 0 0 0,0 0 0 0 0,0 1 0 0 0,0-1 0 0 0,0 0 0 0 0,0 0 0 0 0,1 0 0 0 0,-1 0 0 0 0,0 0 0 0 0,0 0 0 0 0,0 0 0 0 0,0 0 0 0 0,0 0 0 0 0,0 0 0 0 0,0 0 0 0 0,1-1-1 0 0,-1 1 1 0 0,0 0 0 0 0,0-1 0 0 0,0 1 0 0 0,0 0 0 0 0,1-1 0 0 0,-1 1 0 0 0,0-1 0 0 0,0 0 0 0 0,1 1 0 0 0,-1-1 0 0 0,1 1 0 0 0,-1-1 0 0 0,0 0 0 0 0,1 0 0 0 0,-1 1 0 0 0,1-1 0 0 0,-1 0 0 0 0,1 0 0 0 0,0 0 0 0 0,-1 1 0 0 0,1-1 0 0 0,0 0 0 0 0,0 0 0 0 0,-1 0 0 0 0,1 0 0 0 0,0-1 0 0 0,-1-2-34 0 0,0-1 1 0 0,1 0-1 0 0,-1 0 1 0 0,1 0-1 0 0,0 0 0 0 0,0 1 1 0 0,1-1-1 0 0,-1 0 0 0 0,3-8 1 0 0,2-2-16 0 0,1 0 0 0 0,1 1-1 0 0,0 0 1 0 0,1 0 0 0 0,1 0 0 0 0,0 1 0 0 0,0 0 0 0 0,1 1 0 0 0,1 0 0 0 0,0 1 0 0 0,1 0 0 0 0,0 0 0 0 0,1 2 0 0 0,0-1 0 0 0,0 2-1 0 0,1 0 1 0 0,27-12 0 0 0,-37 19 17 0 0,0 0-1 0 0,0 1 0 0 0,0 0 1 0 0,0-1-1 0 0,0 1 0 0 0,0 1 1 0 0,0-1-1 0 0,-1 1 0 0 0,1-1 1 0 0,0 1-1 0 0,0 0 0 0 0,0 0 1 0 0,0 1-1 0 0,-1-1 0 0 0,1 1 1 0 0,-1 0-1 0 0,1 0 0 0 0,-1 0 1 0 0,0 0-1 0 0,0 1 0 0 0,0-1 1 0 0,0 1-1 0 0,0 0 0 0 0,0 0 1 0 0,-1 0-1 0 0,5 6 0 0 0,-1-1 16 0 0,-1-1 0 0 0,0 1 0 0 0,0 0 0 0 0,-1 1 0 0 0,0-1 0 0 0,-1 1 0 0 0,0-1 0 0 0,0 1 0 0 0,0 0-1 0 0,0 11 1 0 0,-2-13 35 0 0,-1 0 0 0 0,0 0 0 0 0,-1 0 0 0 0,1 0 0 0 0,-2 0 0 0 0,1 0 0 0 0,-1 0 0 0 0,0 0 0 0 0,0-1 0 0 0,-1 1 0 0 0,0-1 0 0 0,0 1 0 0 0,-4 5 0 0 0,1-7 929 0 0,13-25-815 0 0,18-35-239 0 0,-15 39 63 0 0,0 0 0 0 0,2 0 0 0 0,0 1 0 0 0,0 0 0 0 0,1 1 0 0 0,1 1 1 0 0,1 0-1 0 0,0 1 0 0 0,0 1 0 0 0,1 0 0 0 0,27-13 0 0 0,-41 23 11 0 0,1 0 0 0 0,-1 1 1 0 0,0 0-1 0 0,1-1 1 0 0,-1 1-1 0 0,1 0 0 0 0,-1 0 1 0 0,0 1-1 0 0,1-1 0 0 0,-1 0 1 0 0,1 1-1 0 0,-1 0 0 0 0,0-1 1 0 0,0 1-1 0 0,1 0 1 0 0,-1 0-1 0 0,0 0 0 0 0,0 0 1 0 0,0 1-1 0 0,4 2 0 0 0,41 40-34 0 0,-15-14 70 0 0,-26-25-12 0 0,0-1-1 0 0,0 0 1 0 0,0-1-1 0 0,1 1 1 0 0,-1-1-1 0 0,1 0 1 0 0,0-1-1 0 0,0 1 1 0 0,0-2-1 0 0,0 1 1 0 0,0-1-1 0 0,0 0 1 0 0,1 0-1 0 0,-1-1 1 0 0,0 0-1 0 0,1 0 1 0 0,-1-1-1 0 0,0 1 1 0 0,0-2-1 0 0,0 1 1 0 0,0-1-1 0 0,0 0 1 0 0,0-1-1 0 0,0 0 1 0 0,0 0-1 0 0,-1 0 1 0 0,0-1-1 0 0,1 0 1 0 0,-1 0-1 0 0,-1 0 1 0 0,1-1-1 0 0,-1 0 1 0 0,6-6-1 0 0,46-58 3736 0 0,-56 68-2934 0 0,-3 10-683 0 0,0-1 1 0 0,0 1-1 0 0,-1-1 1 0 0,0 0-1 0 0,-6 10 1 0 0,-3 9-4075 0 0,1-8-3718 0 0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3:01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74 396 0 0,'-7'-49'8833'0'0,"7"43"-6993"0"0,-1-9 1003 0 0,1 12-5405 0 0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3:02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129 390 308 0 0,'-10'16'1262'0'0,"2"0"0"0"0,0 0-1 0 0,0 0 1 0 0,-5 21 0 0 0,8-21-435 0 0,-2 0 0 0 0,1 0-1 0 0,-2 0 1 0 0,-18 28 0 0 0,-1-11 2130 0 0,25-32-1549 0 0,11-17-1242 0 0,-1 4-145 0 0,-1 0 1 0 0,1 1-1 0 0,1 0 0 0 0,0 0 1 0 0,1 1-1 0 0,0 0 0 0 0,0 1 1 0 0,1 0-1 0 0,0 1 0 0 0,0 0 1 0 0,1 0-1 0 0,0 2 0 0 0,15-7 1 0 0,-24 12-28 0 0,-1 1 0 0 0,1-1-1 0 0,0 1 1 0 0,0 0 0 0 0,0 0 0 0 0,0 0 0 0 0,0 0 0 0 0,0 0 0 0 0,0 1 0 0 0,0 0 0 0 0,0-1 0 0 0,0 1-1 0 0,0 0 1 0 0,4 2 0 0 0,41 25-186 0 0,-12-8-51 0 0,-27-16 166 0 0,121 43-891 0 0,-113-43 793 0 0,1 0 0 0 0,-1-1 1 0 0,1-1-1 0 0,0 0 0 0 0,30-2 1 0 0,-44 0 154 0 0,26-1-371 0 0,0-2 0 0 0,50-11-1 0 0,-71 11 360 0 0,0 1 0 0 0,-1-1 0 0 0,0-1 0 0 0,1 0 0 0 0,-1 0 0 0 0,0 0 0 0 0,-1-1 0 0 0,1 0 1 0 0,-1 0-1 0 0,0-1 0 0 0,0 0 0 0 0,-1-1 0 0 0,10-11 0 0 0,-13 13 336 0 0,0-1-1 0 0,0 0 1 0 0,0 0 0 0 0,0 0 0 0 0,2-13 0 0 0,-4 17 191 0 0,-2-1-273 0 0,1 2-179 0 0,0 0-1 0 0,0 0 1 0 0,0 0-1 0 0,0 0 0 0 0,0 0 1 0 0,0 0-1 0 0,0 1 1 0 0,-1-1-1 0 0,1 0 1 0 0,0 0-1 0 0,0 0 1 0 0,-1 0-1 0 0,1 1 1 0 0,-1-1-1 0 0,1 0 1 0 0,-1 0-1 0 0,1 1 1 0 0,-1-1-1 0 0,1 0 1 0 0,-1 1-1 0 0,1-1 1 0 0,-1 0-1 0 0,0 1 1 0 0,0-1-1 0 0,1 1 1 0 0,-1-1-1 0 0,0 1 0 0 0,0 0 1 0 0,1-1-1 0 0,-1 1 1 0 0,-2-1-1 0 0,-3 3-5 0 0,0 0 1 0 0,0 1-1 0 0,0-1 0 0 0,0 1 0 0 0,0 0 0 0 0,0 1 0 0 0,1 0 0 0 0,-1-1 0 0 0,1 2 0 0 0,0-1 0 0 0,0 1 1 0 0,1-1-1 0 0,-1 1 0 0 0,1 1 0 0 0,-5 8 0 0 0,-11 9 35 0 0,19-22-62 0 0,0 3 2 0 0,-3 9-10 0 0,3-12-5 0 0,1 0-1 0 0,-1-1 0 0 0,1 1 1 0 0,0 0-1 0 0,0 0 0 0 0,-1 0 0 0 0,1 0 1 0 0,0 0-1 0 0,0 0 0 0 0,0 0 1 0 0,0 0-1 0 0,0 0 0 0 0,0 0 0 0 0,1 0 1 0 0,-1 0-1 0 0,0 0 0 0 0,0 0 1 0 0,1 0-1 0 0,-1 0 0 0 0,0 0 0 0 0,1 0 1 0 0,-1 0-1 0 0,1 0 0 0 0,-1-1 1 0 0,1 1-1 0 0,0 0 0 0 0,-1 0 0 0 0,1-1 1 0 0,0 1-1 0 0,0 0 0 0 0,-1-1 1 0 0,1 1-1 0 0,0 0 0 0 0,0-1 0 0 0,0 0 1 0 0,0 1-1 0 0,0-1 0 0 0,0 1 1 0 0,-1-1-1 0 0,1 0 0 0 0,0 0 0 0 0,0 1 1 0 0,0-1-1 0 0,0 0 0 0 0,0 0 1 0 0,0 0-1 0 0,0 0 0 0 0,0 0 0 0 0,0 0 1 0 0,0 0-1 0 0,2-1 0 0 0,54-9-73 0 0,-54 10 72 0 0,14-5-13 0 0,54-12-95 0 0,0-3-1 0 0,-2-4 0 0 0,70-33 0 0 0,-112 43 54 0 0,-1-1-1 0 0,0-1 1 0 0,-2-1 0 0 0,0-1 0 0 0,0-2 0 0 0,27-29 0 0 0,-41 38 217 0 0,-1 1 0 0 0,-1-1 0 0 0,0 0 0 0 0,0-1 0 0 0,-1 0 0 0 0,-1 0 1 0 0,0 0-1 0 0,-1-1 0 0 0,0 0 0 0 0,0 0 0 0 0,-2 0 0 0 0,0-1 0 0 0,0 1 1 0 0,-1-1-1 0 0,-1 1 0 0 0,0-19 0 0 0,-11-20 2618 0 0,10 51-2754 0 0,0 1 0 0 0,0 0 0 0 0,0 0-1 0 0,0-1 1 0 0,0 1 0 0 0,-1 0 0 0 0,1-1 0 0 0,0 1 0 0 0,0 0 0 0 0,0 0 0 0 0,0-1 0 0 0,-1 1-1 0 0,1 0 1 0 0,0 0 0 0 0,0 0 0 0 0,-1-1 0 0 0,1 1 0 0 0,0 0 0 0 0,0 0 0 0 0,-1 0 0 0 0,1 0-1 0 0,0-1 1 0 0,0 1 0 0 0,-1 0 0 0 0,1 0 0 0 0,0 0 0 0 0,-1 0 0 0 0,1 0 0 0 0,0 0 0 0 0,-1 0-1 0 0,1 0 1 0 0,0 0 0 0 0,-1 0 0 0 0,1 0 0 0 0,0 0 0 0 0,0 0 0 0 0,-1 0 0 0 0,1 0 0 0 0,0 0-1 0 0,-1 0 1 0 0,1 1 0 0 0,0-1 0 0 0,0 0 0 0 0,-1 0 0 0 0,1 0 0 0 0,0 0 0 0 0,0 1 0 0 0,-1-1-1 0 0,1 0 1 0 0,0 1 0 0 0,-19 16 104 0 0,1 1-1 0 0,1 1 0 0 0,0 1 0 0 0,2 0 1 0 0,0 1-1 0 0,2 1 0 0 0,0 0 1 0 0,-17 42-1 0 0,-4 22-1075 0 0,-23 94-1 0 0,54-169 683 0 0,-31 115-3244 0 0,17-41-4290 0 0,11-38 2809 0 0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3:05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0 388 1368 0 0,'0'0'2404'0'0,"2"9"-731"0"0,4-10 2758 0 0,44-30-3377 0 0,-1-3-1 0 0,-2-2 0 0 0,52-51 0 0 0,-79 62-584 0 0,0-1-1 0 0,-2-1 0 0 0,-1 0 0 0 0,-1-2 1 0 0,16-40-1 0 0,-31 67-272 0 0,-1 2-182 0 0,0 0 1 0 0,0-1-1 0 0,0 1 0 0 0,0 0 1 0 0,-1 0-1 0 0,1 0 1 0 0,0 0-1 0 0,0 0 0 0 0,0-1 1 0 0,0 1-1 0 0,-1 0 1 0 0,1 0-1 0 0,0 0 0 0 0,0 0 1 0 0,0 0-1 0 0,-1 0 1 0 0,1 0-1 0 0,0 0 0 0 0,0 0 1 0 0,0 0-1 0 0,-1 0 1 0 0,1 0-1 0 0,0 0 0 0 0,0 0 1 0 0,0 0-1 0 0,-1 0 1 0 0,1 0-1 0 0,0 0 0 0 0,0 0 1 0 0,0 0-1 0 0,-1 0 1 0 0,1 0-1 0 0,0 0 0 0 0,0 0 1 0 0,0 0-1 0 0,0 0 1 0 0,-1 1-1 0 0,1-1 0 0 0,0 0 1 0 0,0 0-1 0 0,0 0 1 0 0,0 0-1 0 0,0 0 0 0 0,-1 1 1 0 0,1-1-1 0 0,0 0 1 0 0,0 0-1 0 0,0 0 0 0 0,0 1 1 0 0,0-1-1 0 0,0 0 0 0 0,0 0 1 0 0,0 0-1 0 0,0 0 1 0 0,0 1-1 0 0,0-1 0 0 0,0 0 1 0 0,0 0-1 0 0,0 0 1 0 0,0 1-1 0 0,-20 23 161 0 0,-14 35-182 0 0,31-53 47 0 0,-9 41-114 0 0,12-45 62 0 0,0-1-1 0 0,0 1 1 0 0,-1-1 0 0 0,1 1-1 0 0,0-1 1 0 0,0 0 0 0 0,0 1-1 0 0,1-1 1 0 0,-1 1 0 0 0,0-1-1 0 0,0 1 1 0 0,1-1 0 0 0,-1 0-1 0 0,1 1 1 0 0,-1-1 0 0 0,1 0-1 0 0,0 1 1 0 0,-1-1 0 0 0,1 0 0 0 0,0 0-1 0 0,0 0 1 0 0,0 0 0 0 0,0 0-1 0 0,0 0 1 0 0,0 0 0 0 0,0 0-1 0 0,0 0 1 0 0,2 1 0 0 0,2-2 0 0 0,-1 0 1 0 0,1 0 0 0 0,-1 0-1 0 0,1 0 1 0 0,-1-1 0 0 0,1 0-1 0 0,-1 0 1 0 0,1 0-1 0 0,6-3 1 0 0,2 0-9 0 0,103-33-78 0 0,14-4-56 0 0,-118 38 133 0 0,1 1-1 0 0,0 0 1 0 0,0 1-1 0 0,-1 0 1 0 0,1 1-1 0 0,0 0 1 0 0,0 1-1 0 0,13 3 1 0 0,-23-3 15 0 0,0-1 1 0 0,0 1-1 0 0,0 0 1 0 0,-1 0 0 0 0,1 0-1 0 0,0 0 1 0 0,-1 1-1 0 0,1-1 1 0 0,-1 1-1 0 0,0-1 1 0 0,1 1-1 0 0,-1 0 1 0 0,0 0-1 0 0,0 0 1 0 0,0 0-1 0 0,0 0 1 0 0,0 0-1 0 0,-1 1 1 0 0,1-1-1 0 0,-1 1 1 0 0,1-1-1 0 0,0 5 1 0 0,-1-4 6 0 0,0-1 1 0 0,-1 1-1 0 0,1 0 0 0 0,-1-1 1 0 0,0 1-1 0 0,0 0 1 0 0,0-1-1 0 0,0 1 0 0 0,0 0 1 0 0,-1-1-1 0 0,1 1 1 0 0,-1 0-1 0 0,0-1 0 0 0,1 1 1 0 0,-1-1-1 0 0,0 1 1 0 0,-3 3-1 0 0,1 0-128 0 0,0-1 1 0 0,0 0-1 0 0,0-1 0 0 0,-1 1 1 0 0,0 0-1 0 0,0-1 0 0 0,-4 4 1 0 0,1-3-306 0 0,-26 20-2073 0 0,8-15-4277 0 0,9-8 3216 0 0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3:05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80 1092 0 0,'3'-42'7639'0'0,"-3"40"-6550"0"0,-1 1-891 0 0,1-1 1 0 0,0 1-1 0 0,0-1 0 0 0,0 1 0 0 0,1-1 1 0 0,-1 1-1 0 0,0-1 0 0 0,1 0 0 0 0,-1 1 1 0 0,0-1-1 0 0,1 1 0 0 0,0 0 0 0 0,-1-1 1 0 0,1 1-1 0 0,0-1 0 0 0,0 1 0 0 0,0 0 1 0 0,1-2-1 0 0,0 2-295 0 0,0 0 1 0 0,0 0-1 0 0,0 0 1 0 0,0 1-1 0 0,0-1 1 0 0,0 1-1 0 0,0-1 0 0 0,0 1 1 0 0,0 0-1 0 0,0 0 1 0 0,0 0-1 0 0,0 0 1 0 0,0 0-1 0 0,0 0 1 0 0,0 0-1 0 0,0 1 1 0 0,2 0-1 0 0,59 14-6286 0 0,-40-8 3309 0 0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3:05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56 636 0 0,'30'-52'13261'0'0,"-22"48"-7640"0"0,-4 11-5407 0 0,-1-1-1 0 0,1 1 1 0 0,-1-1-1 0 0,-1 1 1 0 0,0 0-1 0 0,0 0 1 0 0,0 0-1 0 0,1 13 1 0 0,2 68 717 0 0,-2-31-447 0 0,-1-23-308 0 0,-2 1 0 0 0,-2 0 0 0 0,0 0 0 0 0,-10 41 0 0 0,-7 16-2323 0 0,17-82 982 0 0,-7 31-2258 0 0,-2-20-6668 0 0,5-17 6206 0 0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3:07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77 852 0 0,'0'0'9151'0'0,"-3"-5"-7779"0"0,-3-5-746 0 0,-12-19 3723 0 0,17 27-3327 0 0,-7-19 1617 0 0,3 12-4396 0 0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3:08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5 139 684 0 0,'-4'-2'9198'0'0,"94"1"-8391"0"0,1-4 0 0 0,-1-3 0 0 0,96-23-1 0 0,-14 3-108 0 0,225-25 636 0 0,-342 43-1714 0 0,-53 9 67 0 0,1 2-1252 0 0,3 2 1706 0 0,-34 13-10601 0 0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3:09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62 708 0 0,'-32'-2'7235'0'0,"38"-1"-6650"0"0,25-9-180 0 0,0 2-1 0 0,1 2 1 0 0,0 0-1 0 0,0 2 1 0 0,40-2-1 0 0,171 3 721 0 0,-211 7-966 0 0,-1 1 0 0 0,0 1 0 0 0,56 15 0 0 0,-72-15-116 0 0,-1 1-1 0 0,0 0 1 0 0,-1 1-1 0 0,1 0 1 0 0,-1 1-1 0 0,-1 1 1 0 0,1 0-1 0 0,-1 1 1 0 0,-1 0-1 0 0,13 13 1 0 0,-18-15-23 0 0,1 0 0 0 0,-2 1 0 0 0,1 0 1 0 0,-1 0-1 0 0,0 1 0 0 0,-1-1 0 0 0,0 1 0 0 0,0 0 1 0 0,-1 0-1 0 0,0 1 0 0 0,-1-1 0 0 0,0 1 0 0 0,1 12 1 0 0,-2-8-2 0 0,-1 1 0 0 0,-1 0 0 0 0,0 0 0 0 0,-1 0 0 0 0,0-1 0 0 0,-2 1 0 0 0,-8 26 0 0 0,-4-4 1 0 0,-1-1 0 0 0,-2-1 1 0 0,-1 0-1 0 0,-2-2 1 0 0,-35 42-1 0 0,10-20 33 0 0,-3-2 0 0 0,-2-2 0 0 0,-61 45 0 0 0,-182 118 778 0 0,278-202-756 0 0,-40 26 177 0 0,-195 142 1127 0 0,250-179-1364 0 0,1 0 0 0 0,-1 0 0 0 0,1 0 0 0 0,-1 0 1 0 0,1 0-1 0 0,0 0 0 0 0,-1 1 0 0 0,1-1 0 0 0,0 0 1 0 0,0 1-1 0 0,0-1 0 0 0,0 1 0 0 0,0-1 0 0 0,0 1 1 0 0,0 0-1 0 0,1-1 0 0 0,-1 1 0 0 0,0 0 0 0 0,1-1 1 0 0,0 1-1 0 0,-1 0 0 0 0,1 0 0 0 0,0 0 0 0 0,0-1 1 0 0,0 1-1 0 0,0 0 0 0 0,0 0 0 0 0,0-1 1 0 0,1 1-1 0 0,-1 0 0 0 0,1 2 0 0 0,1-2-5 0 0,0 0 0 0 0,-1 0 0 0 0,1 0 0 0 0,0 0 0 0 0,1 0 0 0 0,-1-1 0 0 0,0 1 0 0 0,0 0 0 0 0,1-1 0 0 0,-1 0 0 0 0,1 0 0 0 0,-1 0 0 0 0,1 0 0 0 0,0 0 0 0 0,-1 0 0 0 0,1-1 0 0 0,0 1 0 0 0,0-1 0 0 0,-1 1 0 0 0,7-1 0 0 0,67-2 67 0 0,0-2 0 0 0,0-4-1 0 0,86-20 1 0 0,-77 12-52 0 0,322-65 71 0 0,82-14 16 0 0,-285 66-27 0 0,137-24 224 0 0,-273 44-246 0 0,-52 8 101 0 0,1-1 0 0 0,-1 0 0 0 0,0-2 1 0 0,17-5-1 0 0,-32 9 80 0 0,4-1-128 0 0,1 1 11 0 0,-62 40-5329 0 0,-9-1-2058 0 0,29-16 3307 0 0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3:09.8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708 32 340 0 0,'1'-19'5680'0'0,"-3"6"572"0"0,-15 36-5840 0 0,-40 57 1145 0 0,-87 93 0 0 0,123-151-1260 0 0,0-1 0 0 0,-2-1 0 0 0,0-2 1 0 0,-1 0-1 0 0,0-1 0 0 0,-2-1 0 0 0,0-2 0 0 0,-53 22 0 0 0,64-31-137 0 0,-1 0 0 0 0,1-1-1 0 0,-1 0 1 0 0,0-1-1 0 0,0-1 1 0 0,-19 0-1 0 0,31-2-140 0 0,1 0-1 0 0,-1 0 0 0 0,0-1 0 0 0,1 1 1 0 0,-1-1-1 0 0,0 0 0 0 0,1 0 0 0 0,-1 0 1 0 0,1-1-1 0 0,-1 1 0 0 0,1-1 0 0 0,0 0 1 0 0,-1 0-1 0 0,1 0 0 0 0,0 0 0 0 0,0 0 0 0 0,0-1 1 0 0,1 1-1 0 0,-1-1 0 0 0,1 0 0 0 0,-1 0 1 0 0,1 0-1 0 0,0 0 0 0 0,0 0 0 0 0,0 0 1 0 0,1-1-1 0 0,-1 1 0 0 0,1-1 0 0 0,0 1 1 0 0,0-1-1 0 0,0 0 0 0 0,-1-4 0 0 0,1-3-20 0 0,0 0 0 0 0,0 0 1 0 0,1-1-1 0 0,0 1 0 0 0,1 0 0 0 0,0-1 0 0 0,1 1 0 0 0,0 0 0 0 0,1 0 1 0 0,0 0-1 0 0,1 1 0 0 0,0-1 0 0 0,0 1 0 0 0,2 0 0 0 0,-1 0 0 0 0,1 0 0 0 0,10-12 1 0 0,-10 14-16 0 0,1 0 0 0 0,0 1 0 0 0,0 0 0 0 0,0 0 0 0 0,1 1 0 0 0,0 0 0 0 0,0 0 0 0 0,0 1 0 0 0,1 0 0 0 0,0 0 0 0 0,0 1 0 0 0,0 0 0 0 0,1 1 0 0 0,-1 0 0 0 0,1 0 0 0 0,0 1 0 0 0,0 0 0 0 0,-1 1 0 0 0,18 0 0 0 0,-3 4-3 0 0,-1 1 1 0 0,1 1-1 0 0,-1 1 0 0 0,0 1 1 0 0,0 2-1 0 0,30 14 1 0 0,36 13-196 0 0,-50-24-483 0 0,0-2-1 0 0,1-1 0 0 0,1-2 1 0 0,48 2-1 0 0,79-10-7687 0 0,-92-5 4119 0 0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3:12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408 1 240 0 0,'-13'9'449'0'0,"0"1"1"0"0,0 0-1 0 0,1 1 0 0 0,1 1 0 0 0,0 0 1 0 0,0 0-1 0 0,2 1 0 0 0,-1 0 1 0 0,1 1-1 0 0,-10 23 0 0 0,-1 5 339 0 0,2 1 0 0 0,-18 64 1 0 0,20-49-266 0 0,3 1-1 0 0,2 0 1 0 0,3 1 0 0 0,2 0 0 0 0,3 0 0 0 0,6 76-1 0 0,7-24 63 0 0,5 97 342 0 0,-15-171-738 0 0,-1-1-1 0 0,-2 0 1 0 0,-11 55 0 0 0,13-85-247 0 0,-1 0 1 0 0,-1 0 0 0 0,1-1 0 0 0,-1 1 0 0 0,0-1 0 0 0,-1 1 0 0 0,0-1 0 0 0,0 0 0 0 0,0-1 0 0 0,0 1 0 0 0,-1-1 0 0 0,-6 6-1 0 0,7-7-226 0 0,0-1 0 0 0,0 0 0 0 0,-1 0 0 0 0,1-1 0 0 0,-1 1 0 0 0,1-1 0 0 0,-8 2-1 0 0,8-2-287 0 0,0-1 0 0 0,0-1 0 0 0,0 1 0 0 0,-1 0-1 0 0,1-1 1 0 0,0 0 0 0 0,0 0 0 0 0,0 0-1 0 0,-7-2 1 0 0,-5-2-2091 0 0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3:13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1 334 596 0 0,'1'-13'3930'0'0,"3"6"-3552"0"0,1 1 1 0 0,1 0-1 0 0,-1 0 1 0 0,1 0-1 0 0,1 1 1 0 0,-1 0-1 0 0,1 0 1 0 0,12-8-1 0 0,71-31 1039 0 0,-56 28-1020 0 0,72-28-181 0 0,170-48 0 0 0,-119 44-5597 0 0,-109 31 2680 0 0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3:13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425 94 384 0 0,'-3'-15'1940'0'0,"0"0"0"0"0,-1 1 1 0 0,-1-1-1 0 0,-9-16 0 0 0,14 31-1890 0 0,0-1 0 0 0,-1 1 0 0 0,1 0-1 0 0,0-1 1 0 0,-1 1 0 0 0,1 0 0 0 0,0 0 0 0 0,-1 0 0 0 0,1-1 0 0 0,-1 1 0 0 0,1 0-1 0 0,-1 0 1 0 0,1 0 0 0 0,0 0 0 0 0,-1 0 0 0 0,1-1 0 0 0,-1 1 0 0 0,1 0 0 0 0,-1 0-1 0 0,1 0 1 0 0,-1 0 0 0 0,1 0 0 0 0,-1 1 0 0 0,1-1 0 0 0,-1 0 0 0 0,1 0 0 0 0,0 0-1 0 0,-1 0 1 0 0,1 0 0 0 0,-1 1 0 0 0,1-1 0 0 0,-1 0 0 0 0,1 0 0 0 0,0 1-1 0 0,-1-1 1 0 0,1 0 0 0 0,0 1 0 0 0,-1-1 0 0 0,-15 14 465 0 0,15-12-473 0 0,-24 24 374 0 0,2 2 1 0 0,1 1-1 0 0,2 0 0 0 0,-27 52 0 0 0,28-49-200 0 0,-14 26 177 0 0,3 2 0 0 0,2 1 0 0 0,3 1 1 0 0,-29 113-1 0 0,42-123-204 0 0,3 1 0 0 0,2 1 0 0 0,2-1 0 0 0,2 1 0 0 0,3 0 0 0 0,9 73 0 0 0,-6-105-252 0 0,1 1-1 0 0,1-1 1 0 0,2 0 0 0 0,0 0-1 0 0,1-1 1 0 0,1 0 0 0 0,1 0 0 0 0,1-1-1 0 0,0 0 1 0 0,22 27 0 0 0,-25-38-189 0 0,0 0 1 0 0,0 0-1 0 0,0-1 1 0 0,1 0 0 0 0,1-1-1 0 0,-1 1 1 0 0,1-2-1 0 0,0 0 1 0 0,1 0 0 0 0,-1 0-1 0 0,1-1 1 0 0,0-1-1 0 0,1 0 1 0 0,-1-1 0 0 0,1 0-1 0 0,-1 0 1 0 0,1-2-1 0 0,0 1 1 0 0,0-1 0 0 0,0-1-1 0 0,17-1 1 0 0,52-13-5654 0 0,-41 2 2508 0 0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3:13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145 183 1136 0 0,'0'-1'310'0'0,"0"0"0"0"0,1 0 0 0 0,-1 0 0 0 0,0 0 0 0 0,0 0 0 0 0,0 0 0 0 0,0 0 0 0 0,0 0 0 0 0,-1 0 0 0 0,1 0 0 0 0,0 0 1 0 0,0 0-1 0 0,-1 0 0 0 0,1 0 0 0 0,0 0 0 0 0,-1 0 0 0 0,1 0 0 0 0,-1 0 0 0 0,0 0 0 0 0,1 1 0 0 0,-1-1 0 0 0,1 0 0 0 0,-1 0 0 0 0,-1 0 0 0 0,-6 25 1454 0 0,-2 51-1303 0 0,-39 458 3430 0 0,46-509-3676 0 0,2-10 13 0 0,-1 1 0 0 0,0-1 0 0 0,-1 0 0 0 0,-1 0 0 0 0,0 0 0 0 0,-1 0 0 0 0,-10 19 0 0 0,15-32 211 0 0,-20-39-164 0 0,15-11-425 0 0,1 0 1 0 0,3 0 0 0 0,2 0-1 0 0,12-86 1 0 0,-5 76 23 0 0,2-1 0 0 0,3 2 0 0 0,2 0 0 0 0,3 0-1 0 0,2 2 1 0 0,3 0 0 0 0,39-70 0 0 0,-60 123 125 0 0,0 0 0 0 0,0 0 0 0 0,0-1 0 0 0,0 1-1 0 0,0 1 1 0 0,1-1 0 0 0,0 0 0 0 0,-1 0 0 0 0,1 1 0 0 0,0 0 0 0 0,0-1-1 0 0,0 1 1 0 0,0 0 0 0 0,1 1 0 0 0,-1-1 0 0 0,1 0 0 0 0,-1 1 0 0 0,1 0-1 0 0,5-2 1 0 0,-5 4 25 0 0,1-1-1 0 0,-1 0 0 0 0,0 1 1 0 0,0-1-1 0 0,0 1 0 0 0,0 1 0 0 0,-1-1 1 0 0,1 0-1 0 0,0 1 0 0 0,0 0 1 0 0,-1 0-1 0 0,1 0 0 0 0,-1 0 1 0 0,0 0-1 0 0,1 1 0 0 0,-1-1 1 0 0,0 1-1 0 0,3 4 0 0 0,8 10 110 0 0,0 1 0 0 0,-2 0 0 0 0,0 1 0 0 0,-1 0 0 0 0,-1 0 0 0 0,7 23 0 0 0,5 4 96 0 0,55 155 463 0 0,-59-149-562 0 0,-8-26-124 0 0,54 172 587 0 0,-56-164-728 0 0,-1 0 0 0 0,-1 0 0 0 0,2 68 1 0 0,-8-96-126 0 0,-1 1 1 0 0,1-1 0 0 0,-2 1-1 0 0,1-1 1 0 0,-1 1 0 0 0,-2 7-1 0 0,-10 10-2547 0 0,-7-9-4353 0 0,11-13 3405 0 0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3:14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11 273 768 0 0,'-1'0'218'0'0,"0"-1"0"0"0,1 0 0 0 0,-1 1 0 0 0,0-1-1 0 0,1 1 1 0 0,-1-1 0 0 0,0 0 0 0 0,1 1 0 0 0,-1-1 0 0 0,1 0 0 0 0,-1 0 0 0 0,1 0-1 0 0,-1 1 1 0 0,1-1 0 0 0,0 0 0 0 0,-1 0 0 0 0,1 0 0 0 0,0 0 0 0 0,0 0-1 0 0,-1 0 1 0 0,1 0 0 0 0,0 0 0 0 0,0 1 0 0 0,0-1 0 0 0,0 0 0 0 0,1-2 0 0 0,-1 1-26 0 0,1 0 0 0 0,0 1 0 0 0,0-1 1 0 0,0 0-1 0 0,0 0 0 0 0,0 1 0 0 0,1-1 1 0 0,-1 0-1 0 0,1 1 0 0 0,-1-1 0 0 0,4-1 1 0 0,4-4 134 0 0,0 1 0 0 0,1 0 0 0 0,17-7 0 0 0,47-17 179 0 0,2 3 1 0 0,86-19 0 0 0,160-20-2937 0 0,-301 62 2113 0 0,74-11-4156 0 0,-49 7 1903 0 0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3:14.5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28 368 448 0 0,'-27'4'12307'0'0,"59"-9"-12084"0"0,559-31 2228 0 0,-339 29-2080 0 0,-42 2-131 0 0,-77 4-223 0 0,229-32 1 0 0,-357 32-35 0 0,-1 1 0 0 0,0-1 0 0 0,0 0 1 0 0,0-1-1 0 0,0 1 0 0 0,0-1 0 0 0,0 0 0 0 0,0 1 1 0 0,-1-2-1 0 0,1 1 0 0 0,-1 0 0 0 0,6-5 0 0 0,-8 5 7 0 0,0 1 1 0 0,0-1-1 0 0,0 1 0 0 0,-1-1 0 0 0,1 0 1 0 0,0 0-1 0 0,-1 1 0 0 0,1-1 0 0 0,-1 0 1 0 0,1 0-1 0 0,-1 1 0 0 0,0-1 0 0 0,0 0 0 0 0,0 0 1 0 0,0 0-1 0 0,0 0 0 0 0,0 1 0 0 0,-1-1 1 0 0,1 0-1 0 0,-1 0 0 0 0,1 0 0 0 0,-1 1 0 0 0,0-1 1 0 0,1 0-1 0 0,-1 1 0 0 0,0-1 0 0 0,0 1 1 0 0,0-1-1 0 0,0 1 0 0 0,0-1 0 0 0,-3-2 0 0 0,-12-13 3 0 0,-1 1 0 0 0,0 1 0 0 0,-1 0-1 0 0,-1 1 1 0 0,0 1 0 0 0,-1 0 0 0 0,-31-13-1 0 0,1-2 284 0 0,25 14 555 0 0,-44-16-1 0 0,67 29-688 0 0,-15 15 29 0 0,14-8-136 0 0,1 1 1 0 0,-1 0-1 0 0,1-1 0 0 0,0 1 0 0 0,1 0 1 0 0,0 1-1 0 0,0-1 0 0 0,0 14 1 0 0,-2 8 5 0 0,-43 182 209 0 0,0-74-4593 0 0,45-133 3473 0 0,-5 9-314 0 0,7-5-4442 0 0,5 4 2069 0 0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3:15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768 11 876 0 0,'54'-10'9083'0'0,"-53"10"-9003"0"0,0 0 1 0 0,0 1-1 0 0,0-1 1 0 0,-1 1-1 0 0,1 0 1 0 0,0-1-1 0 0,0 1 1 0 0,0 0-1 0 0,-1-1 1 0 0,1 1-1 0 0,0 0 1 0 0,-1 0 0 0 0,1 0-1 0 0,0 0 1 0 0,-1 0-1 0 0,1 0 1 0 0,-1-1-1 0 0,0 1 1 0 0,1 0-1 0 0,-1 0 1 0 0,0 0-1 0 0,1 1 1 0 0,-1-1-1 0 0,0 0 1 0 0,0 0-1 0 0,0 0 1 0 0,0 0-1 0 0,0 0 1 0 0,0 0-1 0 0,0 0 1 0 0,-1 0-1 0 0,1 0 1 0 0,0 0-1 0 0,-1 1 1 0 0,-6 44 1206 0 0,6-43-1188 0 0,-6 24 292 0 0,-2 1 0 0 0,0-1-1 0 0,-2-1 1 0 0,-1 0-1 0 0,-1 0 1 0 0,-2-1 0 0 0,-26 36-1 0 0,17-30-132 0 0,-1-2-1 0 0,-2 0 0 0 0,-1-2 1 0 0,-1 0-1 0 0,-32 21 0 0 0,44-36-170 0 0,0-2 0 0 0,-1 0 0 0 0,1-1 0 0 0,-2-1-1 0 0,1 0 1 0 0,-1-1 0 0 0,0-1 0 0 0,-1-1 0 0 0,0-1 0 0 0,1-1-1 0 0,-22 1 1 0 0,27-3-42 0 0,1-2 0 0 0,-1 1 0 0 0,1-2 1 0 0,0 0-1 0 0,-1 0 0 0 0,1-1 0 0 0,0-1 0 0 0,1 0 0 0 0,-17-8 0 0 0,19 7-18 0 0,0-1-1 0 0,0 0 1 0 0,1 0 0 0 0,0-1-1 0 0,1 0 1 0 0,-1-1 0 0 0,-8-10 0 0 0,12 12-23 0 0,1 1 0 0 0,0-1 0 0 0,0 0 0 0 0,0 0 0 0 0,1 0 1 0 0,0-1-1 0 0,0 1 0 0 0,1-1 0 0 0,0 0 0 0 0,0 1 0 0 0,0-1 1 0 0,1 0-1 0 0,0 0 0 0 0,0 0 0 0 0,1 0 0 0 0,0 0 0 0 0,0-1 1 0 0,1 1-1 0 0,0 0 0 0 0,0 0 0 0 0,0 1 0 0 0,1-1 0 0 0,0 0 1 0 0,1 0-1 0 0,-1 1 0 0 0,1-1 0 0 0,0 1 0 0 0,6-9 0 0 0,-4 8-15 0 0,0 0-1 0 0,0 1 0 0 0,0-1 0 0 0,1 1 1 0 0,0 0-1 0 0,0 1 0 0 0,0 0 0 0 0,1 0 1 0 0,0 0-1 0 0,0 0 0 0 0,0 1 0 0 0,0 0 1 0 0,1 1-1 0 0,0 0 0 0 0,-1 0 0 0 0,1 0 0 0 0,0 1 1 0 0,0 1-1 0 0,1-1 0 0 0,-1 1 0 0 0,0 0 1 0 0,1 1-1 0 0,13 1 0 0 0,-6 2 39 0 0,0 0 0 0 0,0 1 0 0 0,-1 1 0 0 0,1 1 0 0 0,-1 0 0 0 0,-1 1 0 0 0,1 0 0 0 0,13 10 0 0 0,15 13 210 0 0,46 41 1 0 0,-20-14-24 0 0,-18-17-171 0 0,78 56 28 0 0,-105-80-1959 0 0,46 21-1 0 0,-42-30-1542 0 0,-8-8-2641 0 0,-7 0 1493 0 0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3:15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911 4 96 0 0,'4'-1'384'0'0,"-1"0"0"0"0,1 0-1 0 0,0 1 1 0 0,0 0 0 0 0,-1 0 0 0 0,1 0-1 0 0,0 0 1 0 0,-1 0 0 0 0,1 1 0 0 0,0-1-1 0 0,-1 1 1 0 0,1 0 0 0 0,0 1 0 0 0,-1-1-1 0 0,0 0 1 0 0,4 3 0 0 0,53 31 1328 0 0,-57-33-1496 0 0,16 12 300 0 0,-1 0-1 0 0,0 1 1 0 0,-1 1 0 0 0,0 0-1 0 0,-2 2 1 0 0,0-1-1 0 0,-1 2 1 0 0,-1 0 0 0 0,0 1-1 0 0,9 21 1 0 0,-9-13-36 0 0,-2 1 0 0 0,-1 0 0 0 0,-1 1 0 0 0,-1 0-1 0 0,-2 1 1 0 0,5 58 0 0 0,-9-40-128 0 0,-3-1-1 0 0,-2 1 0 0 0,-2-1 1 0 0,-1 0-1 0 0,-3-1 1 0 0,-3 0-1 0 0,-1 0 0 0 0,-2-1 1 0 0,-33 69-1 0 0,27-73-184 0 0,-3-2 0 0 0,-1 0 0 0 0,-1-1 0 0 0,-3-2 0 0 0,-1-1 0 0 0,-49 46-1 0 0,31-40-471 0 0,-2-1 0 0 0,-2-3 0 0 0,-2-2 0 0 0,-72 35 0 0 0,41-29-1824 0 0,-135 44 0 0 0,171-72-1957 0 0,-90 14 0 0 0,19-9-584 0 0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3:18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65 524 0 0,'-19'0'19861'0'0,"83"-18"-19818"0"0,1 3 0 0 0,0 3-1 0 0,1 3 1 0 0,74-1 0 0 0,-128 10-823 0 0,49 1-631 0 0,-33 7-1822 0 0,-27-7 2675 0 0,0 0-1 0 0,1 0 1 0 0,-1 0 0 0 0,0 0-1 0 0,1 0 1 0 0,-1 0-1 0 0,0 0 1 0 0,0 0 0 0 0,0 0-1 0 0,0 1 1 0 0,0-1 0 0 0,0 0-1 0 0,1 3 1 0 0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3:18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75 212 0 0,'-34'16'2432'0'0,"26"-13"-1481"0"0,1 0 0 0 0,-1 1 1 0 0,1 0-1 0 0,0 0 0 0 0,0 0 1 0 0,-7 8 2431 0 0,21-12-2920 0 0,59-6 377 0 0,95-21 0 0 0,8-1-1451 0 0,65-11-2769 0 0,-155 25-888 0 0,-10 3 1105 0 0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3:18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18 1440 0 0,'-4'-17'12296'0'0,"9"73"-11029"0"0,20 338 2939 0 0,-23-300-5678 0 0,-5 1 0 0 0,-17 112 0 0 0,15-178-971 0 0,-2-1 1 0 0,-11 30-1 0 0,-2-7-1754 0 0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3:33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78 654 464 0 0,'-33'30'8921'0'0,"51"-28"-8147"0"0,8-3-301 0 0,2-9-243 0 0,0-2 1 0 0,-2-1-1 0 0,1 0 0 0 0,-2-2 1 0 0,0-2-1 0 0,-1 0 1 0 0,0-1-1 0 0,41-42 1 0 0,-53 46-123 0 0,0 1 1 0 0,-1-2-1 0 0,-1 0 0 0 0,0 0 1 0 0,-1-1-1 0 0,0 0 0 0 0,-1 0 1 0 0,-1-1-1 0 0,-1 0 0 0 0,0 0 1 0 0,6-35-1 0 0,-10 40-74 0 0,0-1 1 0 0,-1 0-1 0 0,-1 1 1 0 0,0-1-1 0 0,0 0 1 0 0,-1 1-1 0 0,-1-1 0 0 0,0 1 1 0 0,-1-1-1 0 0,0 1 1 0 0,-1 0-1 0 0,0 0 0 0 0,-1 0 1 0 0,0 1-1 0 0,-1-1 1 0 0,0 1-1 0 0,-16-20 0 0 0,19 27-31 0 0,0 0-1 0 0,-1 0 1 0 0,0 1-1 0 0,0-1 1 0 0,0 1-1 0 0,0 0 1 0 0,0 0-1 0 0,-1 0 1 0 0,1 0-1 0 0,-1 1 1 0 0,0 0-1 0 0,0 0 1 0 0,0 0-1 0 0,0 1 1 0 0,0-1-1 0 0,0 1 1 0 0,-10 0-1 0 0,7 1-5 0 0,1 0 0 0 0,0 1 0 0 0,-1 1 0 0 0,1-1 0 0 0,0 1 1 0 0,0 0-1 0 0,0 1 0 0 0,0 0 0 0 0,1 0 0 0 0,-1 0 0 0 0,-9 7 0 0 0,-1 2-14 0 0,0 1-1 0 0,1 1 1 0 0,1 1 0 0 0,0 0 0 0 0,1 1 0 0 0,0 1 0 0 0,-20 33-1 0 0,19-22 17 0 0,2 1 0 0 0,1 0 0 0 0,1 1 0 0 0,1 0-1 0 0,2 0 1 0 0,1 1 0 0 0,2 0 0 0 0,1 1-1 0 0,1-1 1 0 0,1 1 0 0 0,2-1 0 0 0,2 1 0 0 0,0 0-1 0 0,3-1 1 0 0,0 0 0 0 0,2 0 0 0 0,1-1 0 0 0,2 1-1 0 0,0-2 1 0 0,24 45 0 0 0,-29-64-26 0 0,1-1-1 0 0,0 0 1 0 0,0 0 0 0 0,1-1 0 0 0,1 1-1 0 0,-1-1 1 0 0,11 8 0 0 0,-16-15 23 0 0,0-1 0 0 0,0 1 0 0 0,0 0 0 0 0,0-1 0 0 0,0 1 1 0 0,0-1-1 0 0,1 0 0 0 0,-1 0 0 0 0,0 0 0 0 0,0 0 0 0 0,0 0 0 0 0,0 0 0 0 0,0 0 0 0 0,0-1 0 0 0,0 1 0 0 0,0-1 1 0 0,0 1-1 0 0,0-1 0 0 0,0 0 0 0 0,0 0 0 0 0,0 0 0 0 0,2-2 0 0 0,38-24-19 0 0,-14-2 11 0 0,-1 0 0 0 0,-2-1 0 0 0,0-2 0 0 0,28-50 0 0 0,-43 67-10 0 0,31-48-59 0 0,-2-1-105 0 0,94-112-1 0 0,-132 175 179 0 0,-1 0 0 0 0,1 0 0 0 0,0 0 0 0 0,0 1 0 0 0,-1-1 0 0 0,1 0 0 0 0,0 0 0 0 0,0 1 0 0 0,0-1 0 0 0,0 1 0 0 0,0-1 0 0 0,0 1 0 0 0,0-1 0 0 0,0 1 0 0 0,0 0 0 0 0,0-1 0 0 0,0 1 0 0 0,0 0 0 0 0,0 0 0 0 0,0 0 0 0 0,0 0 0 0 0,0 0 0 0 0,0 0 0 0 0,0 0 0 0 0,0 0 0 0 0,0 0 0 0 0,1 0 0 0 0,1 1 0 0 0,-1 1 2 0 0,0-1 1 0 0,0 1 0 0 0,1-1-1 0 0,-1 1 1 0 0,0 0 0 0 0,0 0-1 0 0,-1 0 1 0 0,1 0 0 0 0,0 0-1 0 0,-1 1 1 0 0,3 2 0 0 0,3 11-2 0 0,0-1 0 0 0,10 31 0 0 0,-16-44 1 0 0,23 68 30 0 0,47 90 1 0 0,14-5-572 0 0,-85-154 474 0 0,0-1 1 0 0,1 1-1 0 0,-1-1 0 0 0,0 1 1 0 0,0-1-1 0 0,1 0 0 0 0,-1 1 1 0 0,0-1-1 0 0,0 1 1 0 0,1-1-1 0 0,-1 0 0 0 0,0 1 1 0 0,1-1-1 0 0,-1 0 0 0 0,1 1 1 0 0,-1-1-1 0 0,0 0 1 0 0,1 0-1 0 0,-1 1 0 0 0,1-1 1 0 0,-1 0-1 0 0,1 0 0 0 0,-1 0 1 0 0,1 0-1 0 0,-1 1 1 0 0,1-1-1 0 0,-1 0 0 0 0,1 0 1 0 0,-1 0-1 0 0,1 0 1 0 0,-1 0-1 0 0,1 0 0 0 0,-1 0 1 0 0,1-1-1 0 0,-1 1 0 0 0,0 0 1 0 0,1 0-1 0 0,-1 0 1 0 0,1 0-1 0 0,-1-1 0 0 0,1 1 1 0 0,0 0-1 0 0,17-25-1402 0 0,9-48 99 0 0,-24 63 835 0 0,8-20 506 0 0,-2-1 0 0 0,-1 0-1 0 0,-1 0 1 0 0,-2-1 0 0 0,2-55-1 0 0,-7 76 526 0 0,0-1-1 0 0,-1 1 0 0 0,0-1 1 0 0,-1 1-1 0 0,0 0 0 0 0,0 0 1 0 0,-6-13-1 0 0,8 23-456 0 0,-1 0 1 0 0,1 1-1 0 0,-1-1 0 0 0,0 0 0 0 0,1 1 1 0 0,-1-1-1 0 0,0 0 0 0 0,1 1 0 0 0,-1-1 1 0 0,0 1-1 0 0,0-1 0 0 0,1 1 0 0 0,-1 0 1 0 0,0-1-1 0 0,0 1 0 0 0,0 0 0 0 0,0 0 1 0 0,1-1-1 0 0,-1 1 0 0 0,0 0 0 0 0,0 0 1 0 0,0 0-1 0 0,0 0 0 0 0,0 0 0 0 0,0 0 1 0 0,0 0-1 0 0,1 0 0 0 0,-1 1 0 0 0,0-1 1 0 0,0 0-1 0 0,0 0 0 0 0,0 1 0 0 0,1-1 1 0 0,-2 1-1 0 0,-25 11 159 0 0,26-11-163 0 0,-22 14 97 0 0,2 0 0 0 0,0 2 1 0 0,0 0-1 0 0,2 2 0 0 0,0 0 0 0 0,-28 38 0 0 0,8-11 12 0 0,-144 175-826 0 0,57-65-6111 0 0,99-126 4048 0 0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3:34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347 59 384 0 0,'-18'-42'7196'0'0,"17"41"-6737"0"0,-23-14 1815 0 0,16 17-2167 0 0,0 0 0 0 0,0 0-1 0 0,1 1 1 0 0,-1 0 0 0 0,1 1 0 0 0,0-1 0 0 0,0 1-1 0 0,0 1 1 0 0,0 0 0 0 0,-10 9 0 0 0,-64 64 426 0 0,75-72-465 0 0,-15 17 186 0 0,0 0 0 0 0,-30 46 1 0 0,47-63-217 0 0,0 0-1 0 0,0 0 1 0 0,1 0 0 0 0,0 1 0 0 0,0-1 0 0 0,0 1 0 0 0,1 0 0 0 0,0 0 0 0 0,1-1 0 0 0,0 1 0 0 0,0 1 0 0 0,0-1-1 0 0,1 0 1 0 0,0 0 0 0 0,0 0 0 0 0,0 0 0 0 0,1 0 0 0 0,3 11 0 0 0,-3-16-44 0 0,0-1 0 0 0,0 1 0 0 0,0 0 0 0 0,0-1 0 0 0,1 1 0 0 0,-1 0 0 0 0,1-1 0 0 0,-1 0 0 0 0,1 1 0 0 0,0-1 0 0 0,-1 0 0 0 0,1 0 0 0 0,0 0 0 0 0,0 0 0 0 0,0 0 0 0 0,-1 0 0 0 0,1 0 0 0 0,0-1 0 0 0,0 1 0 0 0,0-1 0 0 0,1 1 0 0 0,-1-1 0 0 0,0 0-1 0 0,0 0 1 0 0,0 0 0 0 0,0 0 0 0 0,0 0 0 0 0,0 0 0 0 0,0-1 0 0 0,0 1 0 0 0,0-1 0 0 0,0 1 0 0 0,0-1 0 0 0,3-1 0 0 0,6-2-28 0 0,-1 0-1 0 0,0 0 0 0 0,0-1 1 0 0,0 0-1 0 0,9-6 0 0 0,12-11 3 0 0,37-33 0 0 0,-67 54 26 0 0,2 2-69 0 0,0-1 3 0 0,0 1 1 0 0,0 1 0 0 0,0-1-1 0 0,0 0 1 0 0,0 1-1 0 0,0-1 1 0 0,-1 1 0 0 0,1 0-1 0 0,3 3 1 0 0,28 16-2213 0 0,-31-20 1877 0 0,1 0 0 0 0,0-1 0 0 0,-1 1 0 0 0,1-1 0 0 0,0 1 0 0 0,-1-1 0 0 0,1 0 0 0 0,0-1 0 0 0,-1 1 0 0 0,1 0 0 0 0,0-1 0 0 0,-1 0 0 0 0,1 0 0 0 0,0 0 0 0 0,-1 0 0 0 0,5-3 0 0 0,0-2-1332 0 0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3:35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0 682 2660 0 0,'24'-36'657'0'0,"1"1"-1"0"0,1 2 0 0 0,41-41 1 0 0,-66 73-596 0 0,0-1 1 0 0,1 1-1 0 0,-1 0 1 0 0,1-1-1 0 0,-1 1 1 0 0,1 0-1 0 0,0 0 1 0 0,0 0-1 0 0,0 0 1 0 0,-1 0-1 0 0,1 0 1 0 0,0 1-1 0 0,0-1 1 0 0,0 0-1 0 0,0 1 1 0 0,2-1-1 0 0,-3 2-25 0 0,0-1-1 0 0,0 0 1 0 0,0 0-1 0 0,-1 1 0 0 0,1-1 1 0 0,0 0-1 0 0,-1 1 1 0 0,1-1-1 0 0,0 1 1 0 0,-1-1-1 0 0,1 1 1 0 0,0-1-1 0 0,-1 1 0 0 0,1 0 1 0 0,-1-1-1 0 0,1 1 1 0 0,-1 0-1 0 0,1-1 1 0 0,-1 1-1 0 0,1 0 1 0 0,-1-1-1 0 0,0 1 0 0 0,0 0 1 0 0,1 0-1 0 0,-1 0 1 0 0,0 0-1 0 0,1 6 79 0 0,0 0-1 0 0,0 1 0 0 0,-1-1 1 0 0,0 0-1 0 0,0 0 1 0 0,-1 0-1 0 0,-2 11 0 0 0,-3 5 132 0 0,-1 0 0 0 0,-18 37 0 0 0,6-14 599 0 0,19-45-667 0 0,-1-24 2057 0 0,1 19-2238 0 0,0-1 0 0 0,1 0 0 0 0,-1 0 0 0 0,1 0 0 0 0,1 1 0 0 0,-1-1 0 0 0,1 0 1 0 0,-1 1-1 0 0,4-6 0 0 0,12-16 25 0 0,35-45-1 0 0,-43 62-30 0 0,0 0 0 0 0,0 1 0 0 0,0 0 0 0 0,1 0 0 0 0,0 1 0 0 0,1 0 0 0 0,16-8-1 0 0,-25 14 7 0 0,-1 1-1 0 0,1-1 0 0 0,0 0 0 0 0,-1 1 0 0 0,1-1 0 0 0,0 1 0 0 0,0-1 0 0 0,-1 1 0 0 0,1 0 0 0 0,0 0 0 0 0,-1 0 0 0 0,1 0 0 0 0,0 0 0 0 0,0 0 0 0 0,-1 1 0 0 0,1-1 0 0 0,0 0 0 0 0,0 1 0 0 0,-1-1 1 0 0,1 1-1 0 0,-1 0 0 0 0,1 0 0 0 0,0-1 0 0 0,-1 1 0 0 0,1 0 0 0 0,-1 0 0 0 0,0 1 0 0 0,1-1 0 0 0,-1 0 0 0 0,0 0 0 0 0,0 1 0 0 0,0-1 0 0 0,0 0 0 0 0,0 1 0 0 0,0-1 0 0 0,1 3 0 0 0,3 5 5 0 0,-1 1 0 0 0,0 0-1 0 0,0 0 1 0 0,-1 1-1 0 0,2 12 1 0 0,-1 50 129 0 0,-4-71 13 0 0,14-22-382 0 0,-12 17 196 0 0,-1 1 0 0 0,1-1 0 0 0,-1 1 0 0 0,1-1 0 0 0,0 1 0 0 0,0 0-1 0 0,0 0 1 0 0,0 0 0 0 0,1 0 0 0 0,-1 0 0 0 0,0 1 0 0 0,1-1 0 0 0,-1 1-1 0 0,1-1 1 0 0,0 1 0 0 0,-1 0 0 0 0,1 0 0 0 0,0 0 0 0 0,5 0-1 0 0,-3 1-47 0 0,-1 0 0 0 0,1 1-1 0 0,0 0 1 0 0,0 0-1 0 0,-1 0 1 0 0,1 1-1 0 0,-1-1 1 0 0,8 5 0 0 0,34 9-802 0 0,-40-15 857 0 0,0 1 1 0 0,0-1 0 0 0,0 0-1 0 0,0 0 1 0 0,0-1 0 0 0,0 0-1 0 0,0 0 1 0 0,-1-1 0 0 0,1 1-1 0 0,0-1 1 0 0,-1 0 0 0 0,1-1-1 0 0,-1 1 1 0 0,0-1 0 0 0,1 0-1 0 0,-1-1 1 0 0,-1 1 0 0 0,1-1-1 0 0,0 0 1 0 0,-1 0 0 0 0,0 0-1 0 0,0-1 1 0 0,0 1 0 0 0,-1-1-1 0 0,1 0 1 0 0,4-11 0 0 0,1-2 447 0 0,0-1 1 0 0,-2 0 0 0 0,-1 0 0 0 0,0-1 0 0 0,-1 1 0 0 0,4-35 0 0 0,-9 51-225 0 0,0-1-1 0 0,1 1 1 0 0,0 0 0 0 0,0-1 0 0 0,0 1 0 0 0,0 0 0 0 0,0 0 0 0 0,1 0 0 0 0,2-4 0 0 0,-3 6 757 0 0,-2 7-818 0 0,-52 654 706 0 0,33-459-228 0 0,20-199 40 0 0,-4-5-451 0 0,-1-4-130 0 0,0 0 1 0 0,1 0 0 0 0,-1 0 0 0 0,2-1 0 0 0,-1 0 0 0 0,1 1 0 0 0,0-1 0 0 0,0-1 0 0 0,1 1 0 0 0,0 0 0 0 0,1 0-1 0 0,0-1 1 0 0,0 1 0 0 0,1-1 0 0 0,1-14 0 0 0,2-17 2 0 0,2 0 1 0 0,11-42-1 0 0,-8 43-17 0 0,-4 13-33 0 0,7-33 23 0 0,2 1 0 0 0,22-57 0 0 0,-30 101-57 0 0,0 0 1 0 0,1 0-1 0 0,1 1 0 0 0,0 0 1 0 0,0 0-1 0 0,2 1 0 0 0,-1 0 1 0 0,1 1-1 0 0,1 0 0 0 0,0 0 1 0 0,1 1-1 0 0,0 0 0 0 0,23-15 1 0 0,-32 23-18 0 0,1 0 1 0 0,-1 1-1 0 0,1-1 1 0 0,0 1-1 0 0,0 0 1 0 0,-1-1-1 0 0,1 1 1 0 0,0 1 0 0 0,0-1-1 0 0,0 0 1 0 0,0 1-1 0 0,0-1 1 0 0,0 1-1 0 0,0 0 1 0 0,0 0-1 0 0,0 0 1 0 0,0 0 0 0 0,0 1-1 0 0,0-1 1 0 0,0 1-1 0 0,0 0 1 0 0,0 0-1 0 0,0 0 1 0 0,-1 0-1 0 0,1 0 1 0 0,0 1 0 0 0,-1-1-1 0 0,1 1 1 0 0,-1 0-1 0 0,1 0 1 0 0,-1 0-1 0 0,0 0 1 0 0,0 0-1 0 0,0 0 1 0 0,0 1 0 0 0,0-1-1 0 0,0 0 1 0 0,-1 1-1 0 0,1 0 1 0 0,-1-1-1 0 0,1 1 1 0 0,0 5-1 0 0,3 4-110 0 0,-1 1-1 0 0,-1-1 0 0 0,0 0 1 0 0,0 1-1 0 0,-2 0 0 0 0,0-1 0 0 0,0 1 1 0 0,-1 0-1 0 0,-1 13 0 0 0,-1-10-23 0 0,0-1 0 0 0,-1 0-1 0 0,-1 0 1 0 0,0-1 0 0 0,-1 1-1 0 0,-1-1 1 0 0,0 0 0 0 0,-1 0-1 0 0,0-1 1 0 0,-1 0 0 0 0,-10 13-1 0 0,17-24 87 0 0,6-8-693 0 0,155-195-198 0 0,-140 171 1017 0 0,-2 0-1 0 0,-1 0 1 0 0,-2-2-1 0 0,0 0 1 0 0,15-54-1 0 0,-19 39 339 0 0,-1 0 0 0 0,-2 0 1 0 0,2-86-1 0 0,-12 76 499 0 0,2 55-813 0 0,-2 7-55 0 0,-14 31 22 0 0,2 0 0 0 0,1 1 1 0 0,2 1-1 0 0,2 0 0 0 0,-8 66 0 0 0,15-80-20 0 0,0 1 1 0 0,2-1 0 0 0,1 1-1 0 0,1-1 1 0 0,1 0-1 0 0,1 0 1 0 0,1 0-1 0 0,1 0 1 0 0,1-1-1 0 0,16 36 1 0 0,-19-51-62 0 0,0 0 1 0 0,0-1-1 0 0,0 1 1 0 0,1-1-1 0 0,1 0 0 0 0,-1 0 1 0 0,1 0-1 0 0,0-1 1 0 0,0 0-1 0 0,1 0 1 0 0,0-1-1 0 0,0 1 0 0 0,10 4 1 0 0,-16-9 38 0 0,1-1 1 0 0,0 1 0 0 0,0-1-1 0 0,0 0 1 0 0,-1 1 0 0 0,1-1-1 0 0,0 0 1 0 0,0 0-1 0 0,0 0 1 0 0,-1 0 0 0 0,1-1-1 0 0,0 1 1 0 0,0 0-1 0 0,0-1 1 0 0,-1 1 0 0 0,1-1-1 0 0,0 0 1 0 0,0 1 0 0 0,-1-1-1 0 0,1 0 1 0 0,-1 0-1 0 0,1 0 1 0 0,-1 0 0 0 0,1 0-1 0 0,-1-1 1 0 0,0 1-1 0 0,1 0 1 0 0,-1-1 0 0 0,0 1-1 0 0,1-3 1 0 0,1 0 310 0 0,0 0 0 0 0,0 0 1 0 0,0 0-1 0 0,-1-1 0 0 0,0 0 0 0 0,0 1 1 0 0,0-1-1 0 0,2-10 1770 0 0,-6 19-2000 0 0,0-1-136 0 0,1 0 0 0 0,-1 1-1 0 0,1-1 1 0 0,0 1 0 0 0,0-1 0 0 0,0 1 0 0 0,0-1 0 0 0,1 1-1 0 0,0-1 1 0 0,-1 1 0 0 0,1-1 0 0 0,0 1 0 0 0,1 0-1 0 0,-1-1 1 0 0,1 1 0 0 0,0-1 0 0 0,-1 1 0 0 0,3 5 0 0 0,-1-6-348 0 0,-1 0 1 0 0,1-1-1 0 0,0 1 0 0 0,-1 0 1 0 0,1 0-1 0 0,1-1 1 0 0,-1 1-1 0 0,0-1 1 0 0,0 0-1 0 0,1 1 1 0 0,0-1-1 0 0,-1 0 1 0 0,1-1-1 0 0,0 1 1 0 0,3 1-1 0 0,7 2-3313 0 0,2-3 284 0 0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3:36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21 184 708 0 0,'21'-30'12576'0'0,"-19"19"-9799"0"0,-2-1 1 0 0,0 0-1 0 0,0 1 0 0 0,-3-15 1 0 0,1 11-2458 0 0,2 13-310 0 0,-6-20-2749 0 0,-4-1-6383 0 0,-2 14 3206 0 0,1-2 448 0 0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3:36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29 185 748 0 0,'-1'-4'1696'0'0,"-14"-116"13436"0"0,15 118-15211 0 0,-4-35 2107 0 0,1 25-3624 0 0,-2 3-3280 0 0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4:05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64 439 336 0 0,'-50'7'8398'0'0,"48"-7"-7002"0"0,10-4-1092 0 0,18-11-49 0 0,155-94 1026 0 0,-157 92-1097 0 0,0-1 0 0 0,-1-1 0 0 0,-1-1 0 0 0,0-1 0 0 0,21-28 1 0 0,-38 42-144 0 0,-1 0 1 0 0,0 0 0 0 0,0-1-1 0 0,0 0 1 0 0,-1 0 0 0 0,0 0-1 0 0,0 0 1 0 0,-1-1 0 0 0,-1 1-1 0 0,1 0 1 0 0,-1-1 0 0 0,0 1-1 0 0,-2-18 1 0 0,1 24-39 0 0,0 0 0 0 0,0 1-1 0 0,0-1 1 0 0,-1 0 0 0 0,1 0 0 0 0,-1 0 0 0 0,1 0 0 0 0,-1 1 0 0 0,0-1-1 0 0,0 0 1 0 0,1 0 0 0 0,-1 1 0 0 0,-1-1 0 0 0,1 1 0 0 0,0-1-1 0 0,0 1 1 0 0,0-1 0 0 0,-1 1 0 0 0,1 0 0 0 0,-1 0 0 0 0,1 0-1 0 0,-1 0 1 0 0,1 0 0 0 0,-1 0 0 0 0,0 0 0 0 0,0 0 0 0 0,1 0 0 0 0,-1 1-1 0 0,0-1 1 0 0,0 1 0 0 0,0-1 0 0 0,0 1 0 0 0,1 0 0 0 0,-4 0-1 0 0,-3-1-3 0 0,0 1 0 0 0,0 0 0 0 0,0 0 1 0 0,1 1-1 0 0,-1 0 0 0 0,-13 4 0 0 0,6 1-7 0 0,1 0 1 0 0,-1 1 0 0 0,1 0-1 0 0,1 1 1 0 0,0 1 0 0 0,0 0 0 0 0,-16 15-1 0 0,7-3 4 0 0,0 1 1 0 0,-34 43-1 0 0,45-50-3 0 0,0 0 0 0 0,1 1 1 0 0,1 1-1 0 0,0-1 1 0 0,2 1-1 0 0,-1 1 1 0 0,-5 22-1 0 0,12-35 7 0 0,0 0-1 0 0,0 0 1 0 0,0-1 0 0 0,1 1-1 0 0,-1 0 1 0 0,1 0 0 0 0,1 0-1 0 0,-1 0 1 0 0,0 0 0 0 0,1-1-1 0 0,0 1 1 0 0,0 0-1 0 0,1 0 1 0 0,-1-1 0 0 0,1 1-1 0 0,0-1 1 0 0,1 1 0 0 0,-1-1-1 0 0,0 0 1 0 0,1 0 0 0 0,0 0-1 0 0,0 0 1 0 0,1-1 0 0 0,-1 1-1 0 0,0-1 1 0 0,1 0 0 0 0,0 0-1 0 0,0 0 1 0 0,0 0 0 0 0,0-1-1 0 0,1 1 1 0 0,5 1 0 0 0,5 2 1 0 0,-1-1 0 0 0,1-1 1 0 0,0-1-1 0 0,0 0 1 0 0,0 0-1 0 0,1-2 0 0 0,-1 0 1 0 0,0-1-1 0 0,1 0 0 0 0,28-5 1 0 0,-2-3-26 0 0,-1-1-1 0 0,69-25 1 0 0,-70 19-112 0 0,0-2 0 0 0,48-28 0 0 0,-70 34 95 0 0,0 0 0 0 0,-1-1-1 0 0,-1-1 1 0 0,0-1 0 0 0,-1 0 0 0 0,26-31 0 0 0,18-61 889 0 0,-54 77 287 0 0,-34 61-1112 0 0,1 1 0 0 0,-26 43 0 0 0,32-45-16 0 0,22-30-13 0 0,-1 8 21 0 0,0-9-14 0 0,1 1 0 0 0,0-1 1 0 0,0 0-1 0 0,0 0 0 0 0,0 1 1 0 0,0-1-1 0 0,0 0 0 0 0,0 1 1 0 0,0-1-1 0 0,0 0 0 0 0,0 0 1 0 0,0 1-1 0 0,0-1 0 0 0,1 0 1 0 0,-1 1-1 0 0,0-1 0 0 0,0 0 1 0 0,0 0-1 0 0,0 1 0 0 0,0-1 1 0 0,0 0-1 0 0,1 0 0 0 0,-1 1 1 0 0,0-1-1 0 0,0 0 0 0 0,0 0 1 0 0,1 0-1 0 0,-1 1 0 0 0,0-1 1 0 0,0 0-1 0 0,1 0 0 0 0,-1 0 1 0 0,0 0-1 0 0,0 0 0 0 0,1 1 1 0 0,-1-1-1 0 0,1 0 0 0 0,1 1 27 0 0,23-15 14 0 0,-17 10-43 0 0,11-7-11 0 0,1 2-1 0 0,1 0 0 0 0,39-11 0 0 0,-59 19-8 0 0,43 23-640 0 0,-27-15-182 0 0,55 23-2192 0 0,-19-18-2616 0 0,-27-12 2959 0 0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4:05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64 603 584 0 0,'-1'-1'160'0'0,"1"0"-1"0"0,-1 0 1 0 0,0 0 0 0 0,0 1 0 0 0,0-1-1 0 0,0 0 1 0 0,0 0 0 0 0,0 1-1 0 0,0-1 1 0 0,0 0 0 0 0,0 1-1 0 0,0-1 1 0 0,0 1 0 0 0,0-1-1 0 0,0 1 1 0 0,-1 0 0 0 0,1-1 0 0 0,0 1-1 0 0,0 0 1 0 0,0 0 0 0 0,-1 0-1 0 0,1 0 1 0 0,0 0 0 0 0,-2 0-1 0 0,0 0 463 0 0,-20 23 935 0 0,22-20-1466 0 0,-1 0-1 0 0,1 0 1 0 0,0 0-1 0 0,0 0 1 0 0,0 0-1 0 0,0 1 1 0 0,1-1-1 0 0,-1 0 1 0 0,1 0-1 0 0,0 1 1 0 0,0-1-1 0 0,0 0 1 0 0,0 0-1 0 0,1 1 1 0 0,-1-1-1 0 0,1 0 1 0 0,0 0-1 0 0,-1 0 1 0 0,2 0-1 0 0,-1 0 1 0 0,0 0-1 0 0,1 0 1 0 0,-1 0-1 0 0,1 0 0 0 0,0 0 1 0 0,0-1-1 0 0,0 1 1 0 0,0-1-1 0 0,0 0 1 0 0,1 1-1 0 0,-1-1 1 0 0,1 0-1 0 0,2 2 1 0 0,0-1-31 0 0,0 0-1 0 0,0 0 1 0 0,1-1 0 0 0,-1 0-1 0 0,1 0 1 0 0,-1 0 0 0 0,1 0-1 0 0,-1-1 1 0 0,1 0 0 0 0,0 0-1 0 0,0-1 1 0 0,0 1 0 0 0,-1-1-1 0 0,1-1 1 0 0,0 1 0 0 0,0-1-1 0 0,0 0 1 0 0,6-2 0 0 0,9-4 13 0 0,-1-2 1 0 0,1 0-1 0 0,-1-1 1 0 0,-1-2-1 0 0,0 0 1 0 0,0 0-1 0 0,-2-2 1 0 0,1 0-1 0 0,-2-1 1 0 0,0-1-1 0 0,-1 0 1 0 0,0-2-1 0 0,-1 1 1 0 0,-1-2-1 0 0,-1 1 1 0 0,11-26-1 0 0,-9 16-44 0 0,-2-1 1 0 0,0 0-1 0 0,-3-1 0 0 0,0-1 1 0 0,-2 1-1 0 0,-1-1 0 0 0,-2-1 1 0 0,-1 1-1 0 0,-1 0 0 0 0,-5-61 1 0 0,3 85-5 0 0,-11-54 1059 0 0,11 59-976 0 0,0-4 16 0 0,0 6-116 0 0,-1 0-1 0 0,1 1 1 0 0,0-1 0 0 0,0 0 0 0 0,0 0 0 0 0,0 0-1 0 0,0 0 1 0 0,0 0 0 0 0,0 0 0 0 0,0 0-1 0 0,0 0 1 0 0,0 0 0 0 0,0 0 0 0 0,0 0 0 0 0,0 0-1 0 0,0 0 1 0 0,0 0 0 0 0,0 0 0 0 0,0 0-1 0 0,0 0 1 0 0,-1 0 0 0 0,1 0 0 0 0,0 0 0 0 0,0 0-1 0 0,0 0 1 0 0,0 0 0 0 0,0 0 0 0 0,-5 25 20 0 0,0 0 1 0 0,2 0 0 0 0,1 1 0 0 0,1-1 0 0 0,3 40 0 0 0,1-25 13 0 0,3 0 0 0 0,20 77 0 0 0,-18-92 5 0 0,1-1 0 0 0,1 0 0 0 0,1 0 0 0 0,16 25 0 0 0,-25-48-16 0 0,-1 1 1 0 0,1-1 0 0 0,0 1-1 0 0,-1-1 1 0 0,1 0-1 0 0,0 1 1 0 0,0-1 0 0 0,0 0-1 0 0,0 0 1 0 0,0 0-1 0 0,0 0 1 0 0,0-1 0 0 0,0 1-1 0 0,0 0 1 0 0,0-1-1 0 0,1 0 1 0 0,-1 1 0 0 0,3-1-1 0 0,49-2 83 0 0,-25 1-454 0 0,-13 3-332 0 0,0 1-1 0 0,0 0 1 0 0,24 9 0 0 0,-24-7-1706 0 0,1 0 1 0 0,31 4-1 0 0,-23-7-537 0 0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4:06.7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1 234 228 0 0,'17'-29'3376'0'0,"-11"23"-3085"0"0,0 0-1 0 0,1 0 1 0 0,0 1-1 0 0,-1 0 0 0 0,2 1 1 0 0,-1-1-1 0 0,0 1 1 0 0,1 1-1 0 0,0 0 1 0 0,0 0-1 0 0,0 0 0 0 0,0 1 1 0 0,0 0-1 0 0,1 0 1 0 0,-1 1-1 0 0,9 0 1 0 0,-11 0-185 0 0,0 1 1 0 0,0-1 0 0 0,0 2 0 0 0,0-1 0 0 0,0 0 0 0 0,0 1 0 0 0,0 0 0 0 0,0 1 0 0 0,0-1-1 0 0,-1 1 1 0 0,1 0 0 0 0,-1 0 0 0 0,1 1 0 0 0,-1 0 0 0 0,0 0 0 0 0,0 0 0 0 0,0 1 0 0 0,0-1 0 0 0,-1 1-1 0 0,1 0 1 0 0,-1 1 0 0 0,0-1 0 0 0,6 9 0 0 0,-7-7-54 0 0,0 0-1 0 0,0 0 1 0 0,0 1-1 0 0,-1-1 1 0 0,0 1-1 0 0,0 0 1 0 0,-1-1 0 0 0,0 1-1 0 0,0 0 1 0 0,0 0-1 0 0,-1 0 1 0 0,0 0-1 0 0,-1 0 1 0 0,1-1 0 0 0,-1 1-1 0 0,-3 9 1 0 0,1-7 29 0 0,0 0 1 0 0,-1 0-1 0 0,0 0 1 0 0,-1 0 0 0 0,0-1-1 0 0,0 1 1 0 0,-1-1-1 0 0,0-1 1 0 0,0 1 0 0 0,-14 12-1 0 0,19-19-62 0 0,0 0 1 0 0,0 0-1 0 0,0 0 0 0 0,0 0 0 0 0,0-1 1 0 0,0 1-1 0 0,0 0 0 0 0,0 0 0 0 0,0-1 1 0 0,0 1-1 0 0,-1 0 0 0 0,1-1 0 0 0,0 1 1 0 0,0-1-1 0 0,-1 0 0 0 0,1 1 0 0 0,0-1 1 0 0,-1 0-1 0 0,1 0 0 0 0,0 0 0 0 0,-1 0 1 0 0,1 0-1 0 0,0 0 0 0 0,-1 0 0 0 0,1 0 1 0 0,0-1-1 0 0,-1 1 0 0 0,1 0 0 0 0,0-1 1 0 0,0 1-1 0 0,-1-1 0 0 0,1 1 0 0 0,0-1 1 0 0,0 0-1 0 0,0 0 0 0 0,0 1 0 0 0,0-1 1 0 0,0 0-1 0 0,0 0 0 0 0,0 0 0 0 0,0 0 1 0 0,0 0-1 0 0,0 0 0 0 0,1 0 0 0 0,-1 0 1 0 0,0-1-1 0 0,1 1 0 0 0,-1 0 0 0 0,1 0 1 0 0,-1-1-1 0 0,1-1 0 0 0,-3-4-19 0 0,0 0-1 0 0,1 0 1 0 0,0-1 0 0 0,1 1-1 0 0,-1-1 1 0 0,1 1 0 0 0,1-13-1 0 0,1 6-35 0 0,1-1 0 0 0,0 1 0 0 0,1 0-1 0 0,1-1 1 0 0,0 2 0 0 0,1-1 0 0 0,1 0-1 0 0,0 1 1 0 0,1 0 0 0 0,0 0 0 0 0,1 1-1 0 0,0 0 1 0 0,1 0 0 0 0,0 1 0 0 0,1 0-1 0 0,1 1 1 0 0,-1 0 0 0 0,1 1 0 0 0,1 0-1 0 0,0 0 1 0 0,0 1 0 0 0,19-8 0 0 0,-24 13 12 0 0,1 0 0 0 0,-1 0 0 0 0,1 1 1 0 0,0 0-1 0 0,0 0 0 0 0,0 1 0 0 0,0 0 1 0 0,0 1-1 0 0,0-1 0 0 0,0 2 0 0 0,15 1 1 0 0,-16 0 9 0 0,-1 0 1 0 0,0 0-1 0 0,-1 0 1 0 0,1 1-1 0 0,0 0 1 0 0,-1 0-1 0 0,1 0 1 0 0,-1 1-1 0 0,0 0 1 0 0,0 0-1 0 0,-1 0 1 0 0,1 0-1 0 0,-1 1 1 0 0,0 0-1 0 0,6 9 1 0 0,2 3 5 0 0,0 0 1 0 0,1 0-1 0 0,1-1 0 0 0,1-1 1 0 0,0 0-1 0 0,32 23 0 0 0,-40-34-7 0 0,1 1 1 0 0,0-1-1 0 0,0-1 0 0 0,0 0 0 0 0,0 0 0 0 0,1 0 0 0 0,-1-1 1 0 0,1 0-1 0 0,-1-1 0 0 0,1 0 0 0 0,0 0 0 0 0,0-1 0 0 0,-1 0 0 0 0,1 0 1 0 0,0-1-1 0 0,0 0 0 0 0,-1-1 0 0 0,1 0 0 0 0,9-3 0 0 0,-3 0-61 0 0,0 0-1 0 0,0-1 0 0 0,-1 0 0 0 0,0-1 0 0 0,0-1 1 0 0,0 0-1 0 0,-1-1 0 0 0,-1 0 0 0 0,1-1 0 0 0,-1 0 1 0 0,-1-1-1 0 0,12-14 0 0 0,-10 10-23 0 0,-11 14 124 0 0,0-1 0 0 0,0 0 0 0 0,0 0 0 0 0,-1 0-1 0 0,1 0 1 0 0,0 0 0 0 0,-1 0 0 0 0,1-1 0 0 0,-1 1-1 0 0,0 0 1 0 0,0-1 0 0 0,0 1 0 0 0,0-1-1 0 0,0 1 1 0 0,0-6 0 0 0,-1 7 295 0 0,-5 3-293 0 0,2 1-21 0 0,-1-1 1 0 0,1 0 0 0 0,0 1 0 0 0,0 0-1 0 0,0 0 1 0 0,1 0 0 0 0,-1 0-1 0 0,1 0 1 0 0,-1 0 0 0 0,1 1-1 0 0,0-1 1 0 0,1 1 0 0 0,-1 0 0 0 0,0-1-1 0 0,1 1 1 0 0,0 0 0 0 0,0 0-1 0 0,0 0 1 0 0,0 0 0 0 0,1 0-1 0 0,0 0 1 0 0,0 8 0 0 0,0-1 25 0 0,1 1-1 0 0,0-1 1 0 0,1 0 0 0 0,1 1 0 0 0,-1-1 0 0 0,2 0 0 0 0,6 15-1 0 0,-9-24 79 0 0,2-7-79 0 0,19-34 39 0 0,2-3-53 0 0,43-58 0 0 0,-59 90-34 0 0,0 0 0 0 0,0 0 0 0 0,1 1 0 0 0,1 1 0 0 0,-1 0 0 0 0,1 0 0 0 0,0 0-1 0 0,1 2 1 0 0,0-1 0 0 0,23-9 0 0 0,-31 15 12 0 0,0 0 0 0 0,0 1 1 0 0,1-1-1 0 0,-1 1 0 0 0,0-1 0 0 0,1 1 0 0 0,-1 0 0 0 0,0 0 0 0 0,0 1 1 0 0,1-1-1 0 0,-1 1 0 0 0,0 0 0 0 0,0 0 0 0 0,1 0 0 0 0,-1 0 0 0 0,0 0 1 0 0,0 0-1 0 0,0 1 0 0 0,-1 0 0 0 0,1 0 0 0 0,0-1 0 0 0,0 2 1 0 0,-1-1-1 0 0,0 0 0 0 0,1 0 0 0 0,-1 1 0 0 0,0-1 0 0 0,0 1 0 0 0,0 0 1 0 0,0 0-1 0 0,-1-1 0 0 0,1 1 0 0 0,-1 0 0 0 0,2 5 0 0 0,2 4 2 0 0,0 0 1 0 0,-1 0-1 0 0,-1 0 0 0 0,0 0 0 0 0,0 1 1 0 0,-1-1-1 0 0,0 20 0 0 0,-4 18 200 0 0,1-48 189 0 0,20-24-311 0 0,67-54 23 0 0,-84 75-97 0 0,-1 0 0 0 0,1-1 1 0 0,-1 1-1 0 0,1 0 0 0 0,0 0 1 0 0,-1 1-1 0 0,1-1 1 0 0,0 0-1 0 0,-1 0 0 0 0,1 1 1 0 0,0-1-1 0 0,0 1 1 0 0,0 0-1 0 0,0-1 0 0 0,0 1 1 0 0,-1 0-1 0 0,1 0 0 0 0,0 0 1 0 0,0 1-1 0 0,0-1 1 0 0,0 0-1 0 0,0 1 0 0 0,-1-1 1 0 0,4 2-1 0 0,-1-1 18 0 0,1 1 1 0 0,-1-1-1 0 0,0 1 0 0 0,0 1 0 0 0,0-1 0 0 0,0 0 0 0 0,0 1 1 0 0,3 3-1 0 0,-4-2-32 0 0,1 0 0 0 0,-1 0 0 0 0,0 1 1 0 0,0-1-1 0 0,0 1 0 0 0,-1 0 0 0 0,1 0 0 0 0,-1 0 0 0 0,0 0 1 0 0,1 7-1 0 0,2 29-7672 0 0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4:07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60 592 0 0,'37'-28'9004'0'0,"-31"24"-8776"0"0,1 0 0 0 0,-1 1 1 0 0,1 0-1 0 0,0 0 1 0 0,0 1-1 0 0,0-1 0 0 0,0 2 1 0 0,1-1-1 0 0,10 0 1 0 0,69-2-1608 0 0,-75 4 1066 0 0,70 5-5267 0 0,-56-1 2988 0 0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4:07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0 982 20 0 0,'0'0'6315'0'0,"1"-6"-5409"0"0,3-6-403 0 0,1-1 0 0 0,0 1 1 0 0,1 0-1 0 0,0 0 0 0 0,0 0 0 0 0,2 1 1 0 0,-1 0-1 0 0,2 1 0 0 0,10-12 0 0 0,18-25 925 0 0,-10 3-579 0 0,-1 0 1 0 0,-2-2 0 0 0,-2-1 0 0 0,-2-1 0 0 0,19-68 0 0 0,-24 71-575 0 0,-2-1 0 0 0,-3 0 1 0 0,-1-1-1 0 0,-3 0 1 0 0,2-63-1 0 0,-8 82-200 0 0,1 18-110 0 0,0 0 0 0 0,-1 1-1 0 0,-1-1 1 0 0,0 0 0 0 0,0 1 0 0 0,0-1-1 0 0,-4-9 1 0 0,1 23-69 0 0,-6 10 55 0 0,1 0 0 0 0,0 0 0 0 0,0 1 0 0 0,2 0 0 0 0,0 1 0 0 0,-6 21 0 0 0,-26 107-105 0 0,29-97 112 0 0,3 1 0 0 0,1 0 0 0 0,3 0 0 0 0,1 0 0 0 0,3 1 0 0 0,2-1 0 0 0,15 84 0 0 0,-13-112-4 0 0,1 0 0 0 0,1 0 1 0 0,0-1-1 0 0,12 21 0 0 0,-15-33 25 0 0,0 0 0 0 0,0-1 0 0 0,1 1 0 0 0,0-1 0 0 0,0 0 0 0 0,0 0 1 0 0,1-1-1 0 0,-1 0 0 0 0,2 0 0 0 0,-1 0 0 0 0,0 0 0 0 0,1-1 0 0 0,0 0 0 0 0,7 3 0 0 0,-9-6 20 0 0,0 0 1 0 0,1 0-1 0 0,-1-1 0 0 0,0 0 0 0 0,0 1 1 0 0,1-2-1 0 0,-1 1 0 0 0,0-1 1 0 0,1 1-1 0 0,-1-1 0 0 0,0-1 0 0 0,0 1 1 0 0,0-1-1 0 0,0 0 0 0 0,5-2 0 0 0,4-3 14 0 0,-1 0-1 0 0,1-1 0 0 0,22-17 0 0 0,-26 17 0 0 0,1-1 0 0 0,-1-1 1 0 0,-1 1-1 0 0,0-2 0 0 0,0 1 0 0 0,-1-1 1 0 0,0 0-1 0 0,-1-1 0 0 0,0 0 1 0 0,-1 0-1 0 0,-1 0 0 0 0,1-1 0 0 0,5-24 1 0 0,-10 30 64 0 0,0 3-54 0 0,0 0 1 0 0,0 1-1 0 0,0-1 1 0 0,-1 0-1 0 0,1 0 0 0 0,-1 1 1 0 0,0-1-1 0 0,0 0 1 0 0,0 0-1 0 0,-1 0 1 0 0,1 0-1 0 0,-1 1 0 0 0,0-1 1 0 0,0 0-1 0 0,-1 1 1 0 0,-2-6-1 0 0,3 7-32 0 0,-19 5-92 0 0,14 2 91 0 0,0 0 0 0 0,0 0 1 0 0,0 1-1 0 0,0 0 0 0 0,1 0 0 0 0,0 0 0 0 0,1 1 0 0 0,-1-1 0 0 0,1 1 1 0 0,0 0-1 0 0,1 1 0 0 0,0-1 0 0 0,0 1 0 0 0,-3 14 0 0 0,4-16 3 0 0,1 0 1 0 0,0 0-1 0 0,0 0 0 0 0,0 0 0 0 0,1 0 0 0 0,0 0 0 0 0,0 0 0 0 0,0 0 0 0 0,1 0 0 0 0,0 0 0 0 0,0 0 0 0 0,1 0 0 0 0,-1 0 0 0 0,1 0 0 0 0,1 0 0 0 0,-1-1 0 0 0,1 1 1 0 0,0-1-1 0 0,0 0 0 0 0,7 9 0 0 0,-8-13-5 0 0,0 0 1 0 0,0 0-1 0 0,1 0 1 0 0,-1 0-1 0 0,0 0 1 0 0,1 0-1 0 0,-1-1 1 0 0,0 1 0 0 0,1-1-1 0 0,-1 1 1 0 0,1-1-1 0 0,-1 0 1 0 0,1 0-1 0 0,-1 0 1 0 0,0-1-1 0 0,4 0 1 0 0,39-9-234 0 0,35-31-444 0 0,88-59 0 0 0,-160 95 603 0 0,-6 3 69 0 0,0 1 1 0 0,0-1-1 0 0,0 1 1 0 0,0 0-1 0 0,0-1 1 0 0,0 1 0 0 0,0 0-1 0 0,1 1 1 0 0,-1-1-1 0 0,0 0 1 0 0,1 1-1 0 0,3-1 1 0 0,-5 5 19 0 0,1 1 1 0 0,-1 0-1 0 0,0 0 1 0 0,-1 0 0 0 0,1 0-1 0 0,-1 0 1 0 0,0 0-1 0 0,-1 10 1 0 0,1-11 22 0 0,-1 0 3 0 0,1 1 0 0 0,1 0 0 0 0,-1-1 0 0 0,1 1 0 0 0,0-1 0 0 0,0 1-1 0 0,0-1 1 0 0,0 1 0 0 0,1-1 0 0 0,0 1 0 0 0,0-1 0 0 0,0 0 0 0 0,1 0 0 0 0,-1 0 0 0 0,1 0 0 0 0,0-1 0 0 0,0 1 0 0 0,0-1 0 0 0,0 1 0 0 0,1-1 0 0 0,6 4 0 0 0,-3-3-127 0 0,0 0 0 0 0,1 0 0 0 0,0-1 0 0 0,0 0 0 0 0,0-1 0 0 0,0 0 0 0 0,0 0 0 0 0,1 0-1 0 0,-1-1 1 0 0,1-1 0 0 0,10 1 0 0 0,-11-1-266 0 0,2 0-242 0 0,0 0 0 0 0,0-1 0 0 0,-1 0 0 0 0,16-3 0 0 0,-21 3-273 0 0,1-1 0 0 0,-1 0-1 0 0,0 0 1 0 0,0 0-1 0 0,0 0 1 0 0,0-1 0 0 0,6-4-1 0 0,-1-3-2505 0 0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4:08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120 121 14865 0 0,'-28'-10'355'0'0,"15"6"-109"0"0,1-1-1 0 0,0 0 1 0 0,0-1 0 0 0,0 0-1 0 0,-14-10 1 0 0,25 15-234 0 0,1 1 0 0 0,0-1-1 0 0,-1 1 1 0 0,1-1 0 0 0,-1 1 0 0 0,1-1-1 0 0,0 1 1 0 0,0-1 0 0 0,-1 1-1 0 0,1-1 1 0 0,0 0 0 0 0,0 1 0 0 0,0-1-1 0 0,0 1 1 0 0,-1-1 0 0 0,1 0 0 0 0,0 1-1 0 0,0-1 1 0 0,0 1 0 0 0,0-1 0 0 0,0 0-1 0 0,1 1 1 0 0,-1-1 0 0 0,0 1-1 0 0,0-1 1 0 0,0 0 0 0 0,0 1 0 0 0,1-1-1 0 0,-1 1 1 0 0,0-1 0 0 0,1 1 0 0 0,-1-1-1 0 0,0 1 1 0 0,1-1 0 0 0,-1 1-1 0 0,0-1 1 0 0,1 1 0 0 0,-1-1 0 0 0,1 1-1 0 0,-1 0 1 0 0,1-1 0 0 0,-1 1 0 0 0,1 0-1 0 0,0-1 1 0 0,0 1 0 0 0,28-16 45 0 0,-3 9-228 0 0,1 0 1 0 0,-1 2-1 0 0,1 1 0 0 0,0 1 1 0 0,37 1-1 0 0,137 15-2923 0 0,-59 9-4132 0 0,-100-11 3879 0 0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4:08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50 580 0 0,'-8'21'5907'0'0,"7"-11"-5554"0"0,0 0-1 0 0,0 0 0 0 0,-1 0 0 0 0,0-1 1 0 0,0 1-1 0 0,-1 0 0 0 0,-1-1 1 0 0,0 1-1 0 0,0-1 0 0 0,-1 0 0 0 0,0-1 1 0 0,0 1-1 0 0,-1-1 0 0 0,0 0 0 0 0,-11 11 1 0 0,17-19-323 0 0,-1 1 1 0 0,0 0-1 0 0,0-1 0 0 0,1 0 1 0 0,-1 1-1 0 0,0-1 1 0 0,0 0-1 0 0,0 1 1 0 0,0-1-1 0 0,0 0 0 0 0,0 0 1 0 0,1 1-1 0 0,-1-1 1 0 0,0 0-1 0 0,0 0 1 0 0,0 0-1 0 0,0 0 0 0 0,0-1 1 0 0,0 1-1 0 0,0 0 1 0 0,0 0-1 0 0,1 0 1 0 0,-1-1-1 0 0,0 1 0 0 0,0 0 1 0 0,0-1-1 0 0,0 1 1 0 0,1-1-1 0 0,-1 1 1 0 0,0-1-1 0 0,0 1 0 0 0,1-1 1 0 0,-1 0-1 0 0,0 0 1 0 0,-15-24 209 0 0,15 20-235 0 0,1 1 0 0 0,-1-1 0 0 0,1 0 0 0 0,0 0 0 0 0,0 1 0 0 0,1-1 0 0 0,-1 0 0 0 0,1 0 0 0 0,0 1 0 0 0,1-1 0 0 0,-1 1 0 0 0,1-1 0 0 0,0 1 0 0 0,0-1 0 0 0,0 1 0 0 0,0 0 0 0 0,1 0 0 0 0,0 0 0 0 0,0 0 0 0 0,5-5 0 0 0,3-4-50 0 0,1 1 0 0 0,1 0-1 0 0,0 1 1 0 0,18-12 0 0 0,-24 19 31 0 0,0 0-1 0 0,1 0 1 0 0,-1 0 0 0 0,1 1-1 0 0,0 1 1 0 0,0-1 0 0 0,0 1-1 0 0,1 0 1 0 0,-1 1 0 0 0,0 0-1 0 0,1 0 1 0 0,-1 1 0 0 0,1 0-1 0 0,-1 1 1 0 0,1 0 0 0 0,-1 0-1 0 0,0 0 1 0 0,0 1 0 0 0,0 1-1 0 0,0-1 1 0 0,0 1 0 0 0,0 1-1 0 0,0-1 1 0 0,-1 1 0 0 0,0 1-1 0 0,0-1 1 0 0,0 1 0 0 0,0 0-1 0 0,-1 1 1 0 0,0 0 0 0 0,0 0-1 0 0,0 0 1 0 0,-1 0 0 0 0,0 1-1 0 0,0 0 1 0 0,5 10 0 0 0,1 1 0 0 0,-9-15 12 0 0,0 0 0 0 0,0 0 0 0 0,0 1 0 0 0,-1-1 0 0 0,1 1-1 0 0,-1-1 1 0 0,0 1 0 0 0,0-1 0 0 0,0 1 0 0 0,0 0 0 0 0,0 7 0 0 0,3 10 12 0 0,-8 13 292 0 0,13-48-446 0 0,1 1 0 0 0,1 1 0 0 0,0 0 0 0 0,0 1 0 0 0,1 0 0 0 0,20-15 0 0 0,3-2-255 0 0,-33 26 374 0 0,0 1-1 0 0,0 0 0 0 0,-1 0 0 0 0,1 0 1 0 0,0 0-1 0 0,0 0 0 0 0,0 0 0 0 0,1 0 0 0 0,-1 1 1 0 0,0-1-1 0 0,0 1 0 0 0,0-1 0 0 0,0 1 1 0 0,0 0-1 0 0,1 0 0 0 0,-1 0 0 0 0,0 0 1 0 0,0 1-1 0 0,0-1 0 0 0,0 0 0 0 0,1 1 0 0 0,2 1 1 0 0,49 25-216 0 0,-14-6 235 0 0,-32-19 114 0 0,1-1-1 0 0,-1 0 1 0 0,0 0 0 0 0,0-1-1 0 0,1 0 1 0 0,-1 0 0 0 0,0-1-1 0 0,0 0 1 0 0,0 0 0 0 0,1-1-1 0 0,-1 0 1 0 0,11-5 0 0 0,-13 5 296 0 0,0-1 1 0 0,-1 0 0 0 0,1 0-1 0 0,-1 0 1 0 0,1 0-1 0 0,-1-1 1 0 0,0 0 0 0 0,0 0-1 0 0,-1 0 1 0 0,6-6 1321 0 0,-10 9-1712 0 0,0 1-1 0 0,0 0 1 0 0,0 0-1 0 0,0 0 1 0 0,0-1 0 0 0,0 1-1 0 0,0 0 1 0 0,1 0 0 0 0,-1 0-1 0 0,0 0 1 0 0,0-1-1 0 0,0 1 1 0 0,0 0 0 0 0,0 0-1 0 0,0 0 1 0 0,0 0 0 0 0,1 0-1 0 0,-1 0 1 0 0,0-1-1 0 0,0 1 1 0 0,0 0 0 0 0,0 0-1 0 0,0 0 1 0 0,1 0-1 0 0,-1 0 1 0 0,0 0 0 0 0,0 0-1 0 0,0 0 1 0 0,0 0 0 0 0,1 0-1 0 0,-1 0 1 0 0,0 0-1 0 0,0 0 1 0 0,0 0 0 0 0,1 0-1 0 0,-1 0 1 0 0,0 0 0 0 0,0 0-1 0 0,0 0 1 0 0,0 0-1 0 0,1 0 1 0 0,-1 0 0 0 0,0 0-1 0 0,0 0 1 0 0,0 0 0 0 0,0 0-1 0 0,1 0 1 0 0,-1 0-1 0 0,0 0 1 0 0,0 1 0 0 0,0-1-1 0 0,0 0 1 0 0,0 0-1 0 0,1 0 1 0 0,-1 0 0 0 0,0 0-1 0 0,0 1 1 0 0,0-1 0 0 0,0 0-1 0 0,0 0 1 0 0,0 0-1 0 0,0 0 1 0 0,0 1 0 0 0,0-1-1 0 0,0 0 1 0 0,0 0 0 0 0,0 0-1 0 0,0 0 1 0 0,0 1-1 0 0,-13 35-2076 0 0,-2-11-3918 0 0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4:09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1 125 268 0 0,'12'-65'8983'0'0,"-6"29"-5342"0"0,0 12-6006 0 0,-5 29-1619 0 0,6 21 305 0 0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4:09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8 545 4 0 0,'0'0'966'0'0,"-7"53"10534"0"0,29-66-11486 0 0,-13 8-93 0 0,1 0 0 0 0,0 1-1 0 0,-1-1 1 0 0,1 2 0 0 0,1 0-1 0 0,-1 0 1 0 0,0 1 0 0 0,1 0-1 0 0,0 0 1 0 0,18 1-1 0 0,-3 3-222 0 0,0 0 0 0 0,50 14-1 0 0,-59-13 124 0 0,9 3 208 0 0,0-2-1 0 0,0-1 1 0 0,0-2-1 0 0,1 0 1 0 0,-1-2 0 0 0,0 0-1 0 0,0-2 1 0 0,0-1 0 0 0,0-1-1 0 0,0-1 1 0 0,-1-1-1 0 0,0-2 1 0 0,32-15 0 0 0,-54 23 122 0 0,-1 0 1 0 0,0-1-1 0 0,1 1 1 0 0,-1-1-1 0 0,0 0 1 0 0,0 0-1 0 0,0 1 1 0 0,0-1-1 0 0,0-1 1 0 0,0 1-1 0 0,-1 0 1 0 0,1 0-1 0 0,-1-1 1 0 0,1 1-1 0 0,-1 0 1 0 0,0-1-1 0 0,2-5 1 0 0,-3 6 1299 0 0,-4-3-1379 0 0,4 5-67 0 0,0-1 1 0 0,0 1 0 0 0,0 0-1 0 0,0-1 1 0 0,0 1-1 0 0,-1 0 1 0 0,1-1-1 0 0,0 1 1 0 0,0 0 0 0 0,0 0-1 0 0,0-1 1 0 0,0 1-1 0 0,-1 0 1 0 0,1-1-1 0 0,0 1 1 0 0,0 0 0 0 0,-1 0-1 0 0,1 0 1 0 0,0-1-1 0 0,0 1 1 0 0,-1 0 0 0 0,1 0-1 0 0,0 0 1 0 0,0-1-1 0 0,-1 1 1 0 0,1 0-1 0 0,0 0 1 0 0,-1 0 0 0 0,1 0-1 0 0,0 0 1 0 0,-1 0-1 0 0,1 0 1 0 0,0 0-1 0 0,-1 0 1 0 0,1 0 0 0 0,0 0-1 0 0,-1 0 1 0 0,1 0-1 0 0,0 0 1 0 0,-1 0-1 0 0,1 0 1 0 0,-17 6 11 0 0,13-5 6 0 0,-17 15-38 0 0,20-15 17 0 0,-1 0-1 0 0,1 0 1 0 0,0 0 0 0 0,0 1 0 0 0,0-1-1 0 0,0 0 1 0 0,0 0 0 0 0,0 1 0 0 0,0-1 0 0 0,0 1-1 0 0,1-1 1 0 0,-1 1 0 0 0,1-1 0 0 0,-1 1 0 0 0,1-1-1 0 0,-1 1 1 0 0,1 0 0 0 0,0-1 0 0 0,0 1 0 0 0,0 0-1 0 0,0-1 1 0 0,0 1 0 0 0,0 0 0 0 0,0 1 0 0 0,1-2 4 0 0,0 1 0 0 0,0 0 1 0 0,1-1-1 0 0,-1 0 1 0 0,0 1-1 0 0,0-1 1 0 0,1 0-1 0 0,-1 0 1 0 0,1 1-1 0 0,-1-1 1 0 0,1 0-1 0 0,0-1 0 0 0,-1 1 1 0 0,1 0-1 0 0,0 0 1 0 0,-1-1-1 0 0,3 1 1 0 0,9 2 19 0 0,-1 0 1 0 0,0-1-1 0 0,1-1 1 0 0,17 0-1 0 0,-9-1-2 0 0,0-2 0 0 0,0-1 0 0 0,0 0-1 0 0,0-2 1 0 0,0 0 0 0 0,-1-1 0 0 0,0-1 0 0 0,0-1 0 0 0,-1-1 0 0 0,0-1-1 0 0,0 0 1 0 0,-1-1 0 0 0,18-16 0 0 0,-22 16 85 0 0,-1 0 0 0 0,0-1 0 0 0,0-1 0 0 0,-1 0 0 0 0,-1-1 0 0 0,-1 0 0 0 0,0-1 1 0 0,0 0-1 0 0,-2 0 0 0 0,0-1 0 0 0,0 0 0 0 0,-2-1 0 0 0,0 0 0 0 0,-1 0 0 0 0,-1 0 0 0 0,3-18 0 0 0,-4 3 669 0 0,-1 0 0 0 0,-1 0 0 0 0,-5-41 0 0 0,5 72-721 0 0,-1 0 0 0 0,0 1 0 0 0,0-1 1 0 0,0 0-1 0 0,0 1 0 0 0,0-1 0 0 0,0 0 0 0 0,0 1 1 0 0,0-1-1 0 0,0 0 0 0 0,0 1 0 0 0,0-1 0 0 0,0 0 1 0 0,0 1-1 0 0,-1-1 0 0 0,1 0 0 0 0,0 1 0 0 0,0-1 0 0 0,-1 0 1 0 0,1 1-1 0 0,-1-1 0 0 0,1 1 0 0 0,0-1 0 0 0,-1 1 1 0 0,1-1-1 0 0,-1 1 0 0 0,1-1 0 0 0,-1 1 0 0 0,1-1 1 0 0,-1 1-1 0 0,0 0 0 0 0,1-1 0 0 0,-2 1 0 0 0,-12 16 182 0 0,9-8-214 0 0,-8 14 52 0 0,0 1-1 0 0,2 1 1 0 0,1 0 0 0 0,1 1-1 0 0,1 0 1 0 0,1 0 0 0 0,-5 38-1 0 0,12-60-70 0 0,-10 51-509 0 0,3 1 0 0 0,3-1 0 0 0,1 1 1 0 0,6 60-1 0 0,8-4-3678 0 0,5 0-4398 0 0,-10-73 3754 0 0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4:12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301 29 1496 0 0,'-6'-25'10474'0'0,"6"25"-10351"0"0,0-1 1 0 0,0 1-1 0 0,0 0 1 0 0,0 0-1 0 0,0 0 1 0 0,0-1-1 0 0,-1 1 1 0 0,1 0-1 0 0,0 0 1 0 0,0 0-1 0 0,0 0 1 0 0,0-1-1 0 0,-1 1 1 0 0,1 0-1 0 0,0 0 1 0 0,0 0-1 0 0,0 0 1 0 0,0 0-1 0 0,-1 0 1 0 0,1 0-1 0 0,0-1 1 0 0,0 1-1 0 0,-1 0 1 0 0,1 0-1 0 0,0 0 1 0 0,0 0-1 0 0,0 0 1 0 0,-1 0-1 0 0,1 0 1 0 0,0 0-1 0 0,0 0 1 0 0,-1 0-1 0 0,1 0 1 0 0,0 0-1 0 0,0 0 1 0 0,0 1-1 0 0,-1-1 1 0 0,1 0-1 0 0,0 0 1 0 0,0 0-1 0 0,0 0 1 0 0,-1 0-1 0 0,1 0 1 0 0,0 0-1 0 0,0 1 1 0 0,-23 35 2442 0 0,5-4-3000 0 0,-16 16-1261 0 0,-46 51-1 0 0,-10-11-6533 0 0,48-53 3638 0 0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3:56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3 131 200 0 0,'-3'-59'14311'0'0,"25"96"-14283"0"0,1 28-18 0 0,-19-49 6 0 0,1-1 0 0 0,0 0 0 0 0,1 0 0 0 0,0-1 0 0 0,1 0 0 0 0,1 0 0 0 0,0 0 0 0 0,1-1 0 0 0,20 22 0 0 0,-27-34 24 0 0,0 1 0 0 0,0-1 0 0 0,1 1 0 0 0,-1-1-1 0 0,0 0 1 0 0,1 0 0 0 0,-1 0 0 0 0,1-1-1 0 0,-1 1 1 0 0,1-1 0 0 0,0 1 0 0 0,-1-1 0 0 0,1 0-1 0 0,0 0 1 0 0,-1 0 0 0 0,1 0 0 0 0,-1 0 0 0 0,1-1-1 0 0,0 1 1 0 0,-1-1 0 0 0,1 0 0 0 0,-1 0 0 0 0,1 0-1 0 0,-1 0 1 0 0,0 0 0 0 0,1 0 0 0 0,-1 0 0 0 0,3-3-1 0 0,6-3 85 0 0,-1-1 0 0 0,0 0 0 0 0,0 0-1 0 0,12-14 1 0 0,-2-3-24 0 0,-1 0 0 0 0,-1-1 0 0 0,-1-1 0 0 0,-1-1-1 0 0,-2 0 1 0 0,-1-1 0 0 0,16-50 0 0 0,-28 77-1042 0 0,4-13 1289 0 0,12 30-14577 0 0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3:56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0 243 420 0 0,'0'0'807'0'0,"22"-5"1617"0"0,-7-5-1439 0 0,3-1-127 0 0,0-1-1 0 0,-1-1 1 0 0,0-1-1 0 0,-1 0 1 0 0,0-1-1 0 0,-2-1 1 0 0,1 0-1 0 0,20-32 1 0 0,-34 45-782 0 0,1 1 0 0 0,-1-1 0 0 0,0 0 0 0 0,-1 1 0 0 0,1-1 0 0 0,0 0 0 0 0,-1 1 0 0 0,1-1 0 0 0,-1 0 0 0 0,0 0 0 0 0,0 0-1 0 0,0 1 1 0 0,-1-1 0 0 0,1 0 0 0 0,-1-2 0 0 0,-1-17 267 0 0,-1 22-327 0 0,0 0 1 0 0,0 0-1 0 0,0 0 1 0 0,0 0-1 0 0,0 1 1 0 0,0-1-1 0 0,0 1 1 0 0,0-1-1 0 0,0 1 1 0 0,0 0-1 0 0,-5 3 0 0 0,6-3-20 0 0,-3 1 6 0 0,1 0 1 0 0,0 1 0 0 0,0 0-1 0 0,0 0 1 0 0,0 0 0 0 0,1 1-1 0 0,-1-1 1 0 0,1 1 0 0 0,0 0 0 0 0,0 0-1 0 0,0 0 1 0 0,0 0 0 0 0,1 0-1 0 0,0 1 1 0 0,0-1 0 0 0,0 1-1 0 0,0-1 1 0 0,1 1 0 0 0,-2 7-1 0 0,2-8-7 0 0,1 0-1 0 0,-1 0 1 0 0,1 0-1 0 0,-1 0 1 0 0,1 0-1 0 0,1 1 0 0 0,-1-1 1 0 0,0 0-1 0 0,1 0 1 0 0,0 0-1 0 0,0 0 1 0 0,0 0-1 0 0,1 0 0 0 0,-1-1 1 0 0,1 1-1 0 0,0 0 1 0 0,0 0-1 0 0,0-1 1 0 0,0 0-1 0 0,1 1 0 0 0,-1-1 1 0 0,1 0-1 0 0,5 5 1 0 0,-3-5-8 0 0,0 1 1 0 0,1-1 0 0 0,-1 0 0 0 0,0-1 0 0 0,1 1 0 0 0,0-1-1 0 0,-1 0 1 0 0,1 0 0 0 0,0-1 0 0 0,0 0 0 0 0,0 0-1 0 0,0 0 1 0 0,7-1 0 0 0,-2 0-18 0 0,1-1 0 0 0,-1-1 1 0 0,0 0-1 0 0,0 0 0 0 0,0-1 0 0 0,16-6 1 0 0,7-7-102 0 0,-1-1 1 0 0,-1-1-1 0 0,36-27 1 0 0,-67 44 124 0 0,9-5-21 0 0,8-7-78 0 0,0 1 0 0 0,1 0 0 0 0,31-12 0 0 0,-49 23 70 0 0,4 4 23 0 0,-1-1 0 0 0,0 1 0 0 0,0 0-1 0 0,0 0 1 0 0,-1 0 0 0 0,1 0-1 0 0,-1 1 1 0 0,1-1 0 0 0,-1 1 0 0 0,0 0-1 0 0,-1 0 1 0 0,4 6 0 0 0,23 25-33 0 0,-19-28-14 0 0,1 0 0 0 0,-1-1 0 0 0,2 0 0 0 0,-1 0 0 0 0,1-2 0 0 0,-1 1 0 0 0,1-1 0 0 0,0-1 0 0 0,1 0 0 0 0,-1-1 0 0 0,1-1 0 0 0,-1 0 0 0 0,1 0 0 0 0,-1-1 0 0 0,25-3 0 0 0,-22 1 133 0 0,-1 0 0 0 0,0-1 0 0 0,0 0 0 0 0,0-2 0 0 0,0 1-1 0 0,0-2 1 0 0,-1 1 0 0 0,0-2 0 0 0,-1 0 0 0 0,1-1 0 0 0,-1 0 0 0 0,0 0 0 0 0,15-16-1 0 0,-9 11 1040 0 0,-7 17-417 0 0,-7 10-2625 0 0,-7 6-4830 0 0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3:57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1 643 36 0 0,'0'-4'310'0'0,"0"0"0"0"0,0 0 0 0 0,1 0 0 0 0,-1 0 0 0 0,1 0 1 0 0,0 0-1 0 0,0 1 0 0 0,1-1 0 0 0,-1 0 0 0 0,1 0 0 0 0,0 1 0 0 0,0-1 0 0 0,0 1 0 0 0,0-1 0 0 0,1 1 1 0 0,0 0-1 0 0,-1 0 0 0 0,1 0 0 0 0,4-3 0 0 0,3-1-34 0 0,0 1 0 0 0,0 0 0 0 0,0 0 0 0 0,1 1 1 0 0,18-6-1 0 0,-3 2-103 0 0,0-2 1 0 0,-1-1-1 0 0,0-1 1 0 0,-1-1 0 0 0,0-1-1 0 0,27-23 1 0 0,-41 29-101 0 0,-1 0 1 0 0,0 0-1 0 0,0-1 1 0 0,-1 0-1 0 0,0-1 0 0 0,0 0 1 0 0,-2 0-1 0 0,1-1 1 0 0,-1 1-1 0 0,-1-1 1 0 0,0-1-1 0 0,-1 1 1 0 0,0-1-1 0 0,-1 0 0 0 0,3-20 1 0 0,-5 17 97 0 0,-1 0 0 0 0,0 1 0 0 0,-1-1-1 0 0,0 0 1 0 0,-7-24 0 0 0,7 34-71 0 0,0 0 1 0 0,-1 0-1 0 0,0 0 0 0 0,0 0 1 0 0,-1 0-1 0 0,1 1 0 0 0,-1-1 0 0 0,0 1 1 0 0,-1 0-1 0 0,1 0 0 0 0,-1 0 1 0 0,0 0-1 0 0,0 1 0 0 0,-1-1 0 0 0,1 1 1 0 0,-1 0-1 0 0,-5-3 0 0 0,9 6-8 0 0,-1 2-79 0 0,0-1 0 0 0,1 1-1 0 0,-1-1 1 0 0,1 1 0 0 0,0 0 0 0 0,-1-1-1 0 0,1 1 1 0 0,0 0 0 0 0,-1 0 0 0 0,1 0-1 0 0,0 0 1 0 0,0 0 0 0 0,0 0 0 0 0,0 0-1 0 0,0 1 1 0 0,0-1 0 0 0,0 0 0 0 0,0 1-1 0 0,0-1 1 0 0,0 0 0 0 0,1 1 0 0 0,-1-1-1 0 0,0 3 1 0 0,-13 41 184 0 0,11-36-162 0 0,-17 83 242 0 0,4 1-1 0 0,-6 122 1 0 0,20-179-220 0 0,-8 195 289 0 0,21 236 0 0 0,-7-424-300 0 0,0 45-42 0 0,-4-80-24 0 0,-1-1 0 0 0,0 1 0 0 0,0 0 0 0 0,0 0 0 0 0,-1-1 0 0 0,0 1 0 0 0,-1-1-1 0 0,-4 11 1 0 0,7-18 13 0 0,-1 1 0 0 0,1-1-1 0 0,0 0 1 0 0,-1 1 0 0 0,1-1-1 0 0,0 0 1 0 0,-1 0 0 0 0,1 1-1 0 0,0-1 1 0 0,-1 0 0 0 0,1 0-1 0 0,-1 0 1 0 0,1 0 0 0 0,0 0-1 0 0,-1 1 1 0 0,1-1 0 0 0,-1 0-1 0 0,1 0 1 0 0,-1 0 0 0 0,1 0-1 0 0,0 0 1 0 0,-1 0 0 0 0,1 0-1 0 0,-1 0 1 0 0,1 0 0 0 0,-1-1-1 0 0,1 1 1 0 0,0 0 0 0 0,-1 0-1 0 0,1 0 1 0 0,-1 0 0 0 0,1-1-1 0 0,0 1 1 0 0,-1 0 0 0 0,1 0-1 0 0,0-1 1 0 0,-1 1 0 0 0,1 0-1 0 0,0 0 1 0 0,-1-1 0 0 0,1 1-1 0 0,0 0 1 0 0,0-1 0 0 0,-1 1-1 0 0,1-1 1 0 0,0 1 0 0 0,0 0-1 0 0,0-1 1 0 0,0 1 0 0 0,-1-1-1 0 0,-11-22-327 0 0,10 12 211 0 0,1 1 1 0 0,0-1-1 0 0,0 0 1 0 0,1 1-1 0 0,1-1 0 0 0,3-19 1 0 0,18-64-521 0 0,-10 61 437 0 0,2 0 1 0 0,1 1-1 0 0,2 0 1 0 0,1 2 0 0 0,1 0-1 0 0,30-36 1 0 0,93-98 664 0 0,-122 142 70 0 0,-10 11-16 0 0,12-18 1200 0 0,-21 27-1289 0 0,2 3-387 0 0,-1 0 1 0 0,1 1-1 0 0,-1-1 1 0 0,0 1-1 0 0,1-1 1 0 0,-1 1-1 0 0,0 0 1 0 0,0 0-1 0 0,0 0 1 0 0,0 0-1 0 0,0 0 1 0 0,2 4-1 0 0,-2-3-30 0 0,1 1 0 0 0,1 0 1 0 0,-1-1-1 0 0,0 0 0 0 0,1 0 0 0 0,0 0 1 0 0,-1 0-1 0 0,1 0 0 0 0,0-1 0 0 0,7 3 0 0 0,-7-4 8 0 0,1 0-1 0 0,0 0 1 0 0,0-1-1 0 0,0 1 1 0 0,0-1-1 0 0,0 0 1 0 0,0-1-1 0 0,0 0 1 0 0,-1 1-1 0 0,1-1 0 0 0,0-1 1 0 0,0 1-1 0 0,-1-1 1 0 0,1 0-1 0 0,-1 0 1 0 0,1 0-1 0 0,-1 0 1 0 0,6-5-1 0 0,9-7 73 0 0,-1-1 0 0 0,29-31-1 0 0,4-1 17 0 0,-50 46-109 0 0,1-1 0 0 0,0 1 0 0 0,-1-1 0 0 0,1 1 0 0 0,0 0 0 0 0,0 0 1 0 0,0 0-1 0 0,0 0 0 0 0,0 1 0 0 0,0-1 0 0 0,0 0 0 0 0,0 1 0 0 0,0-1 1 0 0,1 1-1 0 0,1 0 0 0 0,-2 0 3 0 0,-1 1 1 0 0,1-1-1 0 0,-1 1 1 0 0,1 0-1 0 0,-1 0 1 0 0,0 0-1 0 0,1-1 1 0 0,-1 1-1 0 0,0 1 1 0 0,1-1-1 0 0,-1 0 1 0 0,0 0-1 0 0,0 0 1 0 0,0 1-1 0 0,0-1 1 0 0,0 0-1 0 0,-1 1 1 0 0,1-1-1 0 0,0 1 1 0 0,-1-1-1 0 0,2 4 1 0 0,5 15-1 0 0,0 1 0 0 0,-1 0 0 0 0,-1 0 0 0 0,-1 0 0 0 0,-1 1 0 0 0,0 33 0 0 0,-10 135 29 0 0,5-157-20 0 0,1-17 22 0 0,-14 134-47 0 0,12-132 80 0 0,-1-1 1 0 0,0 0-1 0 0,-2 0 0 0 0,1 0 0 0 0,-2-1 0 0 0,-12 22 0 0 0,19-37-24 0 0,0 0-1 0 0,0 0 1 0 0,-1 0 0 0 0,1-1 0 0 0,0 1 0 0 0,-1 0-1 0 0,1 0 1 0 0,0 0 0 0 0,-1-1 0 0 0,1 1 0 0 0,-1 0 0 0 0,0-1-1 0 0,1 1 1 0 0,-1 0 0 0 0,1-1 0 0 0,-1 1 0 0 0,0-1-1 0 0,1 1 1 0 0,-1-1 0 0 0,0 1 0 0 0,0-1 0 0 0,0 1-1 0 0,1-1 1 0 0,-1 0 0 0 0,0 1 0 0 0,0-1 0 0 0,0 0-1 0 0,0 0 1 0 0,0 0 0 0 0,1 0 0 0 0,-1 0 0 0 0,0 0-1 0 0,0 0 1 0 0,0 0 0 0 0,0 0 0 0 0,0 0 0 0 0,0 0-1 0 0,1 0 1 0 0,-1-1 0 0 0,0 1 0 0 0,0 0 0 0 0,0-1-1 0 0,0 1 1 0 0,1 0 0 0 0,-1-1 0 0 0,0 1 0 0 0,0-1 0 0 0,1 0-1 0 0,-1 1 1 0 0,1-1 0 0 0,-1 1 0 0 0,0-1 0 0 0,1 0-1 0 0,-1 0 1 0 0,1 1 0 0 0,-1-2 0 0 0,-2-2 18 0 0,1 0 0 0 0,0 0 0 0 0,0-1-1 0 0,1 1 1 0 0,-1 0 0 0 0,1-1 0 0 0,0 1 0 0 0,0-1 0 0 0,-1-7 0 0 0,3-3-236 0 0,1 0 0 0 0,1 0 0 0 0,0 0 0 0 0,0 0-1 0 0,2 1 1 0 0,0-1 0 0 0,0 1 0 0 0,2 0 0 0 0,10-18 0 0 0,32-44-2880 0 0,2 9-3845 0 0,-20 29 2770 0 0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3:59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155 134 1104 0 0,'3'-16'1733'0'0,"-1"0"0"0"0,-1 0 0 0 0,0-1-1 0 0,-2 1 1 0 0,0 0 0 0 0,-3-19 0 0 0,3 34-909 0 0,0 6-461 0 0,-25 80 270 0 0,5 1-1 0 0,3 1 0 0 0,-9 127 0 0 0,10-49-249 0 0,-4-64-4037 0 0,20-99 2914 0 0,-22-30-9787 0 0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4:00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0 709 392 0 0,'39'2'693'0'0,"-1"-1"-1"0"0,1-2 0 0 0,-1-1 1 0 0,57-12-1 0 0,147-43 692 0 0,-175 38-902 0 0,0-3 0 0 0,-2-2 1 0 0,82-44-1 0 0,-121 53-269 0 0,0 0 1 0 0,-1-1 0 0 0,-1-2-1 0 0,-1 0 1 0 0,0-2 0 0 0,-1 0 0 0 0,-2-2-1 0 0,0 0 1 0 0,-1-1 0 0 0,22-35 0 0 0,-35 48-16 0 0,-1 0 0 0 0,1 0 0 0 0,-2 0 0 0 0,0 0 1 0 0,0 0-1 0 0,-1-1 0 0 0,0 0 0 0 0,0 0 0 0 0,-1 0 1 0 0,-1 0-1 0 0,0 0 0 0 0,-1 0 0 0 0,0 0 0 0 0,0 0 1 0 0,-1 0-1 0 0,-1 0 0 0 0,0 0 0 0 0,0 0 0 0 0,-1 0 1 0 0,-1 0-1 0 0,-7-15 0 0 0,11 25-188 0 0,0 1 1 0 0,-1-1-1 0 0,1 1 1 0 0,0-1-1 0 0,-1 1 1 0 0,1 0-1 0 0,-1-1 1 0 0,1 1-1 0 0,0 0 1 0 0,-1 0-1 0 0,1-1 1 0 0,-1 1-1 0 0,1 0 1 0 0,-1 0-1 0 0,1 0 1 0 0,-1-1-1 0 0,1 1 1 0 0,-1 0-1 0 0,1 0 0 0 0,-1 0 1 0 0,1 0-1 0 0,-1 0 1 0 0,1 0-1 0 0,-1 0 1 0 0,0 0-1 0 0,1 0 1 0 0,-1 0-1 0 0,1 0 1 0 0,-1 1-1 0 0,1-1 1 0 0,-1 0-1 0 0,1 0 1 0 0,-1 0-1 0 0,1 1 1 0 0,0-1-1 0 0,-1 0 1 0 0,1 0-1 0 0,-1 1 1 0 0,1-1-1 0 0,0 0 1 0 0,-1 1-1 0 0,1-1 0 0 0,0 1 1 0 0,-1-1-1 0 0,1 1 1 0 0,-1 0-1 0 0,-15 19 11 0 0,-3 18 25 0 0,1-1 0 0 0,2 2 0 0 0,2 0 0 0 0,-10 45 0 0 0,-26 169 104 0 0,16-69-57 0 0,18-107 26 0 0,15-75-91 0 0,0 0 4 0 0,0 14 548 0 0,5-22-605 0 0,1 1-1 0 0,-1 0 1 0 0,1 0-1 0 0,0 0 1 0 0,1 0-1 0 0,-1 1 0 0 0,1 0 1 0 0,0 0-1 0 0,0 0 1 0 0,1 1-1 0 0,-1 0 1 0 0,0 0-1 0 0,1 0 0 0 0,0 1 1 0 0,0 0-1 0 0,0 1 1 0 0,0-1-1 0 0,0 1 1 0 0,9 0-1 0 0,17 2-131 0 0,-1 1 1 0 0,0 2-1 0 0,52 12 0 0 0,-46-8-156 0 0,70 6 1 0 0,-95-13 267 0 0,0-1 0 0 0,-1-1 0 0 0,1 0 0 0 0,0-1 0 0 0,0 0 1 0 0,-1-1-1 0 0,1-1 0 0 0,-1 0 0 0 0,18-8 0 0 0,-21 8 88 0 0,1 0 0 0 0,0-1 0 0 0,-1 0 0 0 0,0 0-1 0 0,0-1 1 0 0,-1 0 0 0 0,1-1 0 0 0,-1 0 0 0 0,-1 0 0 0 0,1-1-1 0 0,-1 0 1 0 0,-1 0 0 0 0,0-1 0 0 0,0 0 0 0 0,0 0-1 0 0,4-11 1 0 0,-9 18 102 0 0,-1 2-128 0 0,0-1 0 0 0,0 1 0 0 0,1 0 0 0 0,-1 0 1 0 0,0-1-1 0 0,0 1 0 0 0,0 0 0 0 0,0 0 0 0 0,1-1 0 0 0,-1 1 0 0 0,0 0 1 0 0,0-1-1 0 0,0 1 0 0 0,0 0 0 0 0,0-1 0 0 0,0 1 0 0 0,0 0 0 0 0,0 0 0 0 0,0-1 1 0 0,0 1-1 0 0,0 0 0 0 0,0-1 0 0 0,0 1 0 0 0,0 0 0 0 0,0-1 0 0 0,-1 1 0 0 0,1 0 1 0 0,0 0-1 0 0,0-1 0 0 0,0 1 0 0 0,0 0 0 0 0,0-1 0 0 0,-1 1 0 0 0,1 0 0 0 0,0 0 1 0 0,0 0-1 0 0,-1-1 0 0 0,1 1 0 0 0,0 0 0 0 0,0 0 0 0 0,-1 0 0 0 0,1-1 0 0 0,0 1 1 0 0,-1 0-1 0 0,-4 2-5 0 0,0 0 0 0 0,0 0 1 0 0,0 0-1 0 0,0 1 0 0 0,0 0 1 0 0,0 0-1 0 0,1 0 0 0 0,0 0 1 0 0,-1 1-1 0 0,1-1 0 0 0,1 1 0 0 0,-1 0 1 0 0,0 1-1 0 0,-3 6 0 0 0,5-10-32 0 0,2 0 14 0 0,1 0 0 0 0,-1 0-1 0 0,0-1 1 0 0,0 1 0 0 0,0 0-1 0 0,0 0 1 0 0,1-1 0 0 0,-1 1 0 0 0,0 0-1 0 0,0 0 1 0 0,1-1 0 0 0,-1 1-1 0 0,1 0 1 0 0,-1-1 0 0 0,1 1-1 0 0,-1-1 1 0 0,1 1 0 0 0,-1-1-1 0 0,1 1 1 0 0,-1-1 0 0 0,1 1-1 0 0,0-1 1 0 0,-1 1 0 0 0,1-1-1 0 0,0 0 1 0 0,0 1 0 0 0,28 4-157 0 0,42-12-155 0 0,-54 4 201 0 0,36-3-285 0 0,0-3-1 0 0,80-24 0 0 0,-117 28 343 0 0,1-1-1 0 0,-1 0 0 0 0,-1-1 0 0 0,1-1 1 0 0,-1-1-1 0 0,-1 0 0 0 0,1-1 1 0 0,-2 0-1 0 0,1-1 0 0 0,-2 0 0 0 0,1-2 1 0 0,10-13-1 0 0,-15 15 199 0 0,-1-1 0 0 0,-1 0 0 0 0,0-1 0 0 0,0 0 0 0 0,-1 0 1 0 0,-1 0-1 0 0,0 0 0 0 0,-1-1 0 0 0,0 0 0 0 0,-1 1 0 0 0,-1-1 0 0 0,0 0 0 0 0,-1 0 1 0 0,0 0-1 0 0,-1 0 0 0 0,-1 0 0 0 0,0 0 0 0 0,-1 1 0 0 0,0-1 0 0 0,-1 1 0 0 0,-1 0 1 0 0,0 0-1 0 0,-9-17 0 0 0,-1 11 920 0 0,15 19-1045 0 0,0 0 1 0 0,-1-1 0 0 0,1 1-1 0 0,0 0 1 0 0,0 0 0 0 0,-1 0-1 0 0,1 0 1 0 0,0 0-1 0 0,0 0 1 0 0,-1 0 0 0 0,1 0-1 0 0,0 0 1 0 0,-1 0-1 0 0,1 0 1 0 0,0 0 0 0 0,0 1-1 0 0,-1-1 1 0 0,1 0 0 0 0,0 0-1 0 0,0 0 1 0 0,-1 0-1 0 0,1 0 1 0 0,0 0 0 0 0,0 1-1 0 0,-1-1 1 0 0,1 0 0 0 0,0 0-1 0 0,0 0 1 0 0,0 1-1 0 0,0-1 1 0 0,-1 0 0 0 0,1 0-1 0 0,0 0 1 0 0,0 1 0 0 0,0-1-1 0 0,0 0 1 0 0,0 0-1 0 0,0 1 1 0 0,-1-1 0 0 0,-6 46 325 0 0,6-11-240 0 0,1-1-1 0 0,2 1 1 0 0,1-1 0 0 0,12 50 0 0 0,44 134-3516 0 0,-58-215 3292 0 0,7 22-1040 0 0,1 1-1479 0 0,-4-8-1974 0 0,-2-4 1110 0 0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4:01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9 201 616 0 0,'-7'-29'5157'0'0,"7"25"-4857"0"0,-1 1 0 0 0,1 0 1 0 0,-1-1-1 0 0,1 1 0 0 0,0-1 1 0 0,0 1-1 0 0,1-1 1 0 0,-1 1-1 0 0,1-1 0 0 0,0 1 1 0 0,-1 0-1 0 0,2-1 1 0 0,-1 1-1 0 0,0 0 0 0 0,1 0 1 0 0,-1 0-1 0 0,1 0 1 0 0,0 0-1 0 0,2-3 0 0 0,2 1-151 0 0,0 0-1 0 0,0 0 1 0 0,0 1 0 0 0,1-1-1 0 0,0 1 1 0 0,-1 1-1 0 0,1 0 1 0 0,11-4-1 0 0,11-3-295 0 0,0 1 0 0 0,0 1 0 0 0,57-6-1 0 0,96 2-2208 0 0,-81 7-239 0 0,-46 2-272 0 0,2 3 217 0 0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4:01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81 886 304 0 0,'0'0'1137'0'0,"4"-1"-96"0"0,15-7 335 0 0,0-1-1 0 0,0-1 1 0 0,34-25-1 0 0,10-5-105 0 0,-33 24-755 0 0,-1-2 1 0 0,0-1-1 0 0,-2-2 1 0 0,0 0-1 0 0,-1-2 1 0 0,-1 0-1 0 0,33-44 1 0 0,-45 50-340 0 0,-1-1 1 0 0,-1-1 0 0 0,0 0 0 0 0,-2 0 0 0 0,0-1 0 0 0,-1 0 0 0 0,-1 0 0 0 0,-1-1 0 0 0,-1 0 0 0 0,-1 0-1 0 0,0-1 1 0 0,-2 1 0 0 0,0-26 0 0 0,-2 19 41 0 0,-1 1-1 0 0,-2-1 0 0 0,-6-28 1 0 0,7 47-140 0 0,0-1 0 0 0,-1 1 0 0 0,0-1 0 0 0,0 1 0 0 0,-1 0 0 0 0,-1 1 0 0 0,1-1 0 0 0,-2 1 0 0 0,1 0 0 0 0,-1 0 0 0 0,0 0 0 0 0,-9-9 0 0 0,14 16-71 0 0,0 0 0 0 0,-1 1 0 0 0,1-1 0 0 0,0 0 0 0 0,0 0 0 0 0,0 1 0 0 0,0-1 0 0 0,-1 1 0 0 0,1-1 0 0 0,0 1 0 0 0,0-1 0 0 0,-1 1 0 0 0,1 0 0 0 0,0 0 0 0 0,-1-1 0 0 0,1 1 0 0 0,-1 0 0 0 0,1 0 0 0 0,0 0 0 0 0,-1 1 0 0 0,1-1 0 0 0,0 0 0 0 0,-1 0 0 0 0,1 1 0 0 0,0-1 0 0 0,0 1 0 0 0,-2 0 0 0 0,-1 1 1 0 0,0 1 0 0 0,1-1 1 0 0,-1 1-1 0 0,1 0 0 0 0,0 0 0 0 0,0 0 1 0 0,0 1-1 0 0,-5 5 0 0 0,-1 6 1 0 0,0-1 0 0 0,1 1-1 0 0,-11 28 1 0 0,-17 70 51 0 0,6 2 0 0 0,-25 188-1 0 0,23-113 15 0 0,-4 90 118 0 0,12-80-43 0 0,15-118-162 0 0,-11 58-76 0 0,17-124-241 0 0,-1-1 1 0 0,-1 0-1 0 0,0-1 0 0 0,-1 1 1 0 0,0-1-1 0 0,-16 24 0 0 0,21-36 173 0 0,0 0 0 0 0,-1 0 0 0 0,1-1 0 0 0,0 1 0 0 0,-1-1-1 0 0,0 1 1 0 0,1-1 0 0 0,-1 1 0 0 0,0-1 0 0 0,0 0 0 0 0,1 0-1 0 0,-1 0 1 0 0,0 0 0 0 0,0 0 0 0 0,0 0 0 0 0,0-1-1 0 0,0 1 1 0 0,-1-1 0 0 0,1 1 0 0 0,0-1 0 0 0,0 0 0 0 0,0 0-1 0 0,0 0 1 0 0,-3 0 0 0 0,-1-1-680 0 0,-1-1 0 0 0,1 1 0 0 0,0-1 0 0 0,0 0 0 0 0,0-1 0 0 0,0 0 0 0 0,-6-3 0 0 0,-9-8-2317 0 0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4:02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22 458 484 0 0,'-1'0'201'0'0,"-1"0"0"0"0,1-1 1 0 0,0 1-1 0 0,0-1 0 0 0,0 1 0 0 0,-1-1 0 0 0,1 1 0 0 0,0-1 1 0 0,0 0-1 0 0,0 0 0 0 0,0 1 0 0 0,0-1 0 0 0,0 0 0 0 0,0 0 1 0 0,1 0-1 0 0,-1 0 0 0 0,0 0 0 0 0,0 0 0 0 0,0-2 0 0 0,1 2-134 0 0,0 1 0 0 0,1-1 0 0 0,-1 0 0 0 0,0 1 0 0 0,1-1 0 0 0,-1 1 0 0 0,1-1 0 0 0,-1 1 0 0 0,1-1 0 0 0,-1 1 0 0 0,1-1 0 0 0,-1 1 0 0 0,1-1 0 0 0,-1 1-1 0 0,1-1 1 0 0,0 1 0 0 0,-1 0 0 0 0,1-1 0 0 0,-1 1 0 0 0,1 0 0 0 0,0 0 0 0 0,0-1 0 0 0,-1 1 0 0 0,2 0 0 0 0,60-11 550 0 0,-54 11-373 0 0,111-15 617 0 0,371-54 1356 0 0,-395 50-1709 0 0,-2-4 1 0 0,0-4 0 0 0,98-43-1 0 0,-169 61-340 0 0,10-5 402 0 0,49-27 0 0 0,-75 38-387 0 0,-1-1 0 0 0,1 1 1 0 0,-1-1-1 0 0,0 0 0 0 0,0 0 1 0 0,0-1-1 0 0,0 0 1 0 0,-1 0-1 0 0,0 0 0 0 0,0 0 1 0 0,0 0-1 0 0,-1-1 0 0 0,0 0 1 0 0,0 0-1 0 0,3-8 1 0 0,-5 13-123 0 0,-1-1 1 0 0,1 1 0 0 0,-1-1 0 0 0,1 0-1 0 0,-1 1 1 0 0,0-1 0 0 0,0 1 0 0 0,0-1-1 0 0,0 0 1 0 0,0 1 0 0 0,0-1 0 0 0,0 0-1 0 0,0 1 1 0 0,-1-1 0 0 0,1 1 0 0 0,-1-1-1 0 0,1 1 1 0 0,-1-1 0 0 0,0 1 0 0 0,1-1 0 0 0,-1 1-1 0 0,0-1 1 0 0,0 1 0 0 0,0 0 0 0 0,-2-2-1 0 0,1 2-31 0 0,0 0-1 0 0,0 0 0 0 0,0 0 0 0 0,0 0 0 0 0,0 1 0 0 0,-1-1 1 0 0,1 1-1 0 0,0-1 0 0 0,-1 1 0 0 0,1 0 0 0 0,0 0 0 0 0,-1 0 1 0 0,1 0-1 0 0,0 0 0 0 0,-4 1 0 0 0,-5 1-2 0 0,-1 1 0 0 0,1 1 0 0 0,0-1 0 0 0,0 2 0 0 0,-16 8 0 0 0,16-7-14 0 0,0 1 0 0 0,0 0 0 0 0,1 0 0 0 0,1 1 1 0 0,-1 1-1 0 0,1-1 0 0 0,1 2 0 0 0,0-1 0 0 0,0 1 1 0 0,0 0-1 0 0,2 1 0 0 0,-11 19 0 0 0,16-29-17 0 0,1 0-1 0 0,0-1 1 0 0,-1 1-1 0 0,1 0 1 0 0,0 0 0 0 0,-1-1-1 0 0,1 1 1 0 0,0 0-1 0 0,0 0 1 0 0,0-1-1 0 0,-1 1 1 0 0,1 0 0 0 0,0 0-1 0 0,0 0 1 0 0,0-1-1 0 0,0 1 1 0 0,1 0-1 0 0,-1 0 1 0 0,0-1 0 0 0,0 1-1 0 0,0 0 1 0 0,1 0-1 0 0,-1-1 1 0 0,0 1 0 0 0,1 0-1 0 0,-1 0 1 0 0,0-1-1 0 0,1 1 1 0 0,-1 0-1 0 0,1-1 1 0 0,-1 1 0 0 0,1-1-1 0 0,0 1 1 0 0,-1-1-1 0 0,1 1 1 0 0,-1-1-1 0 0,1 1 1 0 0,0-1 0 0 0,-1 1-1 0 0,1-1 1 0 0,0 0-1 0 0,0 0 1 0 0,-1 1-1 0 0,1-1 1 0 0,0 0 0 0 0,0 0-1 0 0,-1 0 1 0 0,1 0-1 0 0,0 0 1 0 0,0 0 0 0 0,0 0-1 0 0,-1 0 1 0 0,1 0-1 0 0,0 0 1 0 0,0 0-1 0 0,0 0 1 0 0,0-1 0 0 0,45-11-199 0 0,11-12-88 0 0,-36 13 140 0 0,0 2-1 0 0,1 0 1 0 0,0 1-1 0 0,1 2 1 0 0,-1 0-1 0 0,44-5 1 0 0,-57 12 115 0 0,0 0-1 0 0,-1 1 1 0 0,1 0 0 0 0,-1 0-1 0 0,1 1 1 0 0,-1 0 0 0 0,0 1-1 0 0,0 0 1 0 0,0 0 0 0 0,-1 0-1 0 0,1 1 1 0 0,-1 0 0 0 0,7 7-1 0 0,-4-4 37 0 0,1-1-1 0 0,-1 0 1 0 0,1 0-1 0 0,13 4 1 0 0,-20-9 43 0 0,1-1 1 0 0,-1 1-1 0 0,1-1 0 0 0,0 0 0 0 0,-1-1 1 0 0,1 1-1 0 0,0-1 0 0 0,0 0 0 0 0,-1 0 1 0 0,1-1-1 0 0,0 1 0 0 0,-1-1 0 0 0,1 0 1 0 0,8-3-1 0 0,0-1 23 0 0,-1-1-1 0 0,1 0 1 0 0,-1 0-1 0 0,-1-1 1 0 0,1-1 0 0 0,-1 0-1 0 0,0-1 1 0 0,11-11 0 0 0,8-15-3124 0 0,-6-3-4629 0 0,-20 27 3764 0 0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3:53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275 96 612 0 0,'-8'-31'3794'0'0,"-14"-10"599"0"0,21 40-3889 0 0,-6-4 421 0 0,7 4-904 0 0,-1 1-1 0 0,1-1 1 0 0,0 1 0 0 0,-1 0 0 0 0,1-1 0 0 0,0 1 0 0 0,-1 0 0 0 0,1-1 0 0 0,0 1 0 0 0,-1 0 0 0 0,1-1 0 0 0,-1 1 0 0 0,1 0 0 0 0,-1 0 0 0 0,1-1-1 0 0,0 1 1 0 0,-1 0 0 0 0,1 0 0 0 0,-1 0 0 0 0,1 0 0 0 0,-1 0 0 0 0,1 0 0 0 0,-1 0 0 0 0,1 0 0 0 0,-1 0 0 0 0,1 0 0 0 0,-1 0 0 0 0,1 0 0 0 0,-1 0-1 0 0,1 0 1 0 0,-1 0 0 0 0,1 0 0 0 0,-1 1 0 0 0,1-1 0 0 0,-1 0 0 0 0,1 0 0 0 0,-1 1 0 0 0,1-1 0 0 0,0 0 0 0 0,-1 1 0 0 0,-20 19 132 0 0,0 0 1 0 0,2 2 0 0 0,0 0 0 0 0,2 1 0 0 0,0 1-1 0 0,2 0 1 0 0,0 2 0 0 0,2-1 0 0 0,1 2-1 0 0,-11 32 1 0 0,17-38-80 0 0,0 0 0 0 0,1 1 0 0 0,-3 32 1 0 0,7-46-63 0 0,1 0 1 0 0,0-1-1 0 0,0 1 1 0 0,0 0 0 0 0,1-1-1 0 0,0 1 1 0 0,1-1-1 0 0,0 1 1 0 0,0-1-1 0 0,0 0 1 0 0,1 0 0 0 0,0 0-1 0 0,7 12 1 0 0,-8-17-14 0 0,0 1 0 0 0,0-1 0 0 0,1 0 0 0 0,-1 0 0 0 0,0 0 0 0 0,1-1 0 0 0,-1 1 0 0 0,1 0 0 0 0,-1-1 0 0 0,1 0 0 0 0,0 1 0 0 0,0-1 0 0 0,-1 0 0 0 0,1 0 0 0 0,0-1 0 0 0,0 1 0 0 0,0-1 0 0 0,0 1 0 0 0,0-1 0 0 0,0 0 0 0 0,0 0 0 0 0,0 0 0 0 0,0-1 0 0 0,0 1 0 0 0,0-1 0 0 0,0 0 0 0 0,0 1 0 0 0,3-3 0 0 0,10-2-54 0 0,-1-2-1 0 0,1 0 0 0 0,25-17 0 0 0,-24 14 11 0 0,37-22-189 0 0,-2-3-1 0 0,82-70 0 0 0,-132 104 226 0 0,0-1 0 0 0,0 1-1 0 0,0-1 1 0 0,0 1 0 0 0,0 0-1 0 0,1 0 1 0 0,-1 0 0 0 0,0 0-1 0 0,1 1 1 0 0,-1-1 0 0 0,0 0 0 0 0,1 1-1 0 0,-1 0 1 0 0,1 0 0 0 0,-1-1-1 0 0,1 1 1 0 0,-1 1 0 0 0,1-1-1 0 0,-1 0 1 0 0,4 1 0 0 0,52 22-22 0 0,-11-5 38 0 0,-27-13 12 0 0,0-2-1 0 0,0 0 0 0 0,1-1 0 0 0,-1-1 0 0 0,0-1 0 0 0,29-4 0 0 0,-40 3-3 0 0,1-1-1 0 0,-1 1 1 0 0,0-2 0 0 0,0 1-1 0 0,0-1 1 0 0,-1-1 0 0 0,1 1-1 0 0,-1-1 1 0 0,0-1-1 0 0,0 0 1 0 0,0 0 0 0 0,0 0-1 0 0,-1-1 1 0 0,0 0 0 0 0,0-1-1 0 0,6-8 1 0 0,-10 11-13 0 0,0-1 0 0 0,0 0 1 0 0,0 0-1 0 0,-1 0 0 0 0,0 0 0 0 0,0-1 1 0 0,0 1-1 0 0,-1-1 0 0 0,1 1 0 0 0,-1-1 1 0 0,-1 1-1 0 0,1-1 0 0 0,-1 0 0 0 0,0 1 1 0 0,0-1-1 0 0,-1 0 0 0 0,1 1 1 0 0,-1-1-1 0 0,-1 1 0 0 0,1-1 0 0 0,-1 1 1 0 0,0 0-1 0 0,0-1 0 0 0,0 1 0 0 0,-1 0 1 0 0,0 0-1 0 0,-6-8 0 0 0,7 13-207 0 0,8 9 167 0 0,20 19 30 0 0,-10-19 8 0 0,1-1-1 0 0,1 0 1 0 0,-1-1-1 0 0,1-1 1 0 0,0-1-1 0 0,1 0 0 0 0,-1-1 1 0 0,30 2-1 0 0,-13-4 13 0 0,0-2 0 0 0,0 0 0 0 0,61-11 0 0 0,-60 6-8 0 0,-1-1 0 0 0,1-2 0 0 0,-1-2 0 0 0,-1-1 0 0 0,0-1 0 0 0,0-2 0 0 0,57-34 0 0 0,-86 45 12 0 0,-1 0-1 0 0,1 0 1 0 0,-1-1 0 0 0,0 0-1 0 0,0 1 1 0 0,-1-2 0 0 0,1 1-1 0 0,-1 0 1 0 0,0-1-1 0 0,0 1 1 0 0,0-1 0 0 0,-1 0-1 0 0,1 0 1 0 0,-1 0 0 0 0,0 0-1 0 0,-1 0 1 0 0,1-1 0 0 0,-1 1-1 0 0,1-11 1 0 0,-3 15-11 0 0,1 0 1 0 0,-1 0 0 0 0,1 0-1 0 0,-1 1 1 0 0,1-1 0 0 0,-1 0-1 0 0,0 0 1 0 0,1 0-1 0 0,-1 1 1 0 0,0-1 0 0 0,0 0-1 0 0,1 1 1 0 0,-1-1 0 0 0,0 1-1 0 0,0-1 1 0 0,0 1-1 0 0,0-1 1 0 0,0 1 0 0 0,0 0-1 0 0,0-1 1 0 0,0 1-1 0 0,0 0 1 0 0,0 0 0 0 0,0 0-1 0 0,0 0 1 0 0,0 0 0 0 0,0 0-1 0 0,0 0 1 0 0,0 0-1 0 0,0 0 1 0 0,-2 0 0 0 0,-24 4 94 0 0,27-4-100 0 0,-11 4 47 0 0,-1 1 1 0 0,1 0 0 0 0,1 0-1 0 0,-1 2 1 0 0,1-1-1 0 0,0 1 1 0 0,0 0-1 0 0,1 1 1 0 0,0 0-1 0 0,0 1 1 0 0,1 0 0 0 0,0 0-1 0 0,0 1 1 0 0,1 0-1 0 0,1 0 1 0 0,0 0-1 0 0,0 1 1 0 0,1 0-1 0 0,0 1 1 0 0,-4 15 0 0 0,7-18-49 0 0,0 0 1 0 0,0 0-1 0 0,1 0 1 0 0,0 0-1 0 0,1 0 1 0 0,0 0-1 0 0,1 0 1 0 0,0 0 0 0 0,0 0-1 0 0,1 0 1 0 0,0 0-1 0 0,0 0 1 0 0,7 15-1 0 0,-4-13-43 0 0,1 0-1 0 0,1-1 1 0 0,0 1-1 0 0,0-1 0 0 0,1-1 1 0 0,1 1-1 0 0,-1-1 1 0 0,1-1-1 0 0,12 9 1 0 0,-2-3-435 0 0,1-1 1 0 0,0 0-1 0 0,1-2 0 0 0,27 11 1 0 0,-20-11-1472 0 0,1-1 1 0 0,47 9-1 0 0,-26-10-973 0 0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3:53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502 63 88 0 0,'-3'-4'441'0'0,"0"-1"-1"0"0,0 1 1 0 0,-1-1 0 0 0,0 1-1 0 0,0 0 1 0 0,0 1-1 0 0,0-1 1 0 0,0 1 0 0 0,-1-1-1 0 0,1 1 1 0 0,-1 1 0 0 0,0-1-1 0 0,0 1 1 0 0,0-1-1 0 0,0 1 1 0 0,-11-2 0 0 0,7 3-202 0 0,0 0 1 0 0,-1 0 0 0 0,1 1-1 0 0,0 0 1 0 0,0 1-1 0 0,-1 0 1 0 0,1 0 0 0 0,0 1-1 0 0,-12 4 1 0 0,-7 5-58 0 0,0 0 0 0 0,1 2 0 0 0,0 1 0 0 0,1 2 0 0 0,-27 19 0 0 0,39-25-50 0 0,1 1 1 0 0,0 0-1 0 0,0 1 0 0 0,1 0 1 0 0,-13 18-1 0 0,20-24-93 0 0,1 0-1 0 0,1 0 1 0 0,-1 0-1 0 0,1 1 1 0 0,0-1 0 0 0,0 1-1 0 0,0 0 1 0 0,1-1-1 0 0,0 1 1 0 0,1 0 0 0 0,0 0-1 0 0,0 1 1 0 0,0-1-1 0 0,1 12 1 0 0,1-12-24 0 0,1-1 0 0 0,-1 0 0 0 0,1 0-1 0 0,1 0 1 0 0,-1 0 0 0 0,1 0 0 0 0,0-1 0 0 0,0 1 0 0 0,1-1 0 0 0,-1 0 0 0 0,1 0 0 0 0,1 0 0 0 0,-1 0 0 0 0,1-1 0 0 0,-1 1-1 0 0,1-1 1 0 0,0-1 0 0 0,1 1 0 0 0,-1-1 0 0 0,1 0 0 0 0,8 4 0 0 0,10 4-43 0 0,0-2 0 0 0,0 0 0 0 0,48 9 0 0 0,-35-12-63 0 0,1-1 0 0 0,-1-2-1 0 0,1-1 1 0 0,0-2-1 0 0,44-6 1 0 0,184-39-476 0 0,-238 39 502 0 0,44-10-323 0 0,132-46 1 0 0,-165 46 308 0 0,-1-1-1 0 0,-1-2 1 0 0,0-1-1 0 0,57-44 1 0 0,-90 62 156 0 0,-1-1 1 0 0,0 1 0 0 0,0-1-1 0 0,0 0 1 0 0,0 0 0 0 0,0 0-1 0 0,-1 0 1 0 0,0 0 0 0 0,1-1-1 0 0,-1 1 1 0 0,0-1 0 0 0,-1 0-1 0 0,1 1 1 0 0,-1-1 0 0 0,1 0-1 0 0,-1 0 1 0 0,1-8 0 0 0,-2 10 51 0 0,-8-3 57 0 0,7 4-177 0 0,1 0 0 0 0,-1 0 0 0 0,0 1 0 0 0,1-1 1 0 0,-1 0-1 0 0,0 1 0 0 0,0-1 0 0 0,0 0 0 0 0,0 1 0 0 0,0-1 1 0 0,0 1-1 0 0,0 0 0 0 0,0-1 0 0 0,0 1 0 0 0,0 0 1 0 0,0 0-1 0 0,0-1 0 0 0,-1 1 0 0 0,-10 0 29 0 0,0 0 0 0 0,0 1-1 0 0,0 1 1 0 0,0 0 0 0 0,0 0 0 0 0,0 1 0 0 0,1 1-1 0 0,-1 0 1 0 0,-20 10 0 0 0,26-10-28 0 0,-1-1 0 0 0,0 1 1 0 0,1 0-1 0 0,0 0 0 0 0,0 0 0 0 0,0 1 1 0 0,1 0-1 0 0,-1 1 0 0 0,1-1 0 0 0,0 1 1 0 0,1 0-1 0 0,-1 0 0 0 0,1 0 0 0 0,1 1 0 0 0,-1-1 1 0 0,1 1-1 0 0,-4 12 0 0 0,6-17-11 0 0,0 1 0 0 0,0-1 1 0 0,1 1-1 0 0,-1-1 0 0 0,1 1 0 0 0,0-1 0 0 0,0 1 0 0 0,0-1 0 0 0,0 1 1 0 0,0-1-1 0 0,0 1 0 0 0,1-1 0 0 0,-1 1 0 0 0,1-1 0 0 0,0 0 0 0 0,-1 1 1 0 0,1-1-1 0 0,0 0 0 0 0,1 1 0 0 0,-1-1 0 0 0,0 0 0 0 0,1 0 0 0 0,-1 0 1 0 0,1 0-1 0 0,-1 0 0 0 0,1 0 0 0 0,0-1 0 0 0,4 4 0 0 0,-2-3-42 0 0,1 0 0 0 0,-1-1 0 0 0,1 1 0 0 0,0-1 0 0 0,0 0 0 0 0,-1 0 0 0 0,1-1 0 0 0,0 1 0 0 0,0-1 0 0 0,0 0 0 0 0,0 0 0 0 0,0-1 0 0 0,8-2 0 0 0,172-38-1703 0 0,-180 40 1723 0 0,0 0 0 0 0,0 1 0 0 0,0 0 0 0 0,0 0 0 0 0,0 1 0 0 0,0-1 0 0 0,0 1 0 0 0,0 0 0 0 0,0 0 0 0 0,6 3 0 0 0,-3-2-6 0 0,0 0 1 0 0,0 0-1 0 0,0 0 1 0 0,1-1-1 0 0,-1 0 0 0 0,0-1 1 0 0,1 0-1 0 0,-1 0 1 0 0,11-2-1 0 0,51-18 163 0 0,-68 19-112 0 0,1 0 0 0 0,-1 0-1 0 0,0 0 1 0 0,0 0 0 0 0,0 0 0 0 0,0 0-1 0 0,0-1 1 0 0,0 1 0 0 0,0-1 0 0 0,3-3 0 0 0,20-13 526 0 0,-15 15-342 0 0,-8 2-172 0 0,1 0 1 0 0,0 0 0 0 0,0 0-1 0 0,-1 1 1 0 0,1-1 0 0 0,0 1-1 0 0,0-1 1 0 0,0 1 0 0 0,0 0-1 0 0,-1 0 1 0 0,1 1-1 0 0,0-1 1 0 0,0 0 0 0 0,0 1-1 0 0,0 0 1 0 0,-1 0 0 0 0,4 1-1 0 0,23 6 96 0 0,0-1 1 0 0,1-2-1 0 0,0 0 0 0 0,50 0 0 0 0,-66-6-1877 0 0,1 0 0 0 0,-1 0 1 0 0,24-6-1 0 0,-25 2-1213 0 0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3:55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23 24 0 0,'0'0'3069'0'0,"-8"-22"3019"0"0,10 24-4072 0 0,10 12-1577 0 0,0 1 0 0 0,18 28 0 0 0,-16-18-410 0 0,28 38 0 0 0,-14-24 83 0 0,-28-38-71 0 0,1 0 0 0 0,-1 0 0 0 0,1-1 0 0 0,0 1 0 0 0,0 0 0 0 0,-1 0 0 0 0,1-1 0 0 0,0 1 0 0 0,0 0-1 0 0,0-1 1 0 0,0 1 0 0 0,0-1 0 0 0,0 1 0 0 0,0-1 0 0 0,0 0 0 0 0,0 1 0 0 0,0-1 0 0 0,0 0 0 0 0,0 0-1 0 0,0 1 1 0 0,0-1 0 0 0,0 0 0 0 0,0 0 0 0 0,0 0 0 0 0,0 0 0 0 0,0-1 0 0 0,0 1 0 0 0,0 0 0 0 0,1 0-1 0 0,-1-1 1 0 0,0 1 0 0 0,0 0 0 0 0,-1-1 0 0 0,1 1 0 0 0,0-1 0 0 0,0 1 0 0 0,0-1 0 0 0,0 0 0 0 0,0 1-1 0 0,0-1 1 0 0,-1 0 0 0 0,1 0 0 0 0,1-1 0 0 0,42-50 96 0 0,-22 24 99 0 0,-20 26-235 0 0,1 0 1 0 0,0 0-1 0 0,0 0 1 0 0,1 1 0 0 0,-1-1-1 0 0,0 1 1 0 0,0-1-1 0 0,1 1 1 0 0,-1 0-1 0 0,1 1 1 0 0,-1-1-1 0 0,1 0 1 0 0,-1 1 0 0 0,1 0-1 0 0,-1 0 1 0 0,1 0-1 0 0,-1 0 1 0 0,1 1-1 0 0,6 1 1 0 0,67 20-45 0 0,-46-11-613 0 0,0-3-1 0 0,1 0 1 0 0,48 5-1 0 0,-14-9-5977 0 0,-47-4 3489 0 0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4:13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372 105 11477 0 0,'1'-11'500'0'0,"-1"-1"-1"0"0,-1 1 1 0 0,0-1 0 0 0,-1 1-1 0 0,0-1 1 0 0,-5-15 0 0 0,7 26 60 0 0,-1-1 149 0 0,1 2-673 0 0,0 0-1 0 0,0 0 0 0 0,0 0 1 0 0,0 0-1 0 0,-1 0 0 0 0,1 0 0 0 0,0 0 1 0 0,0 0-1 0 0,0 0 0 0 0,0 1 1 0 0,-1-1-1 0 0,1 0 0 0 0,0 0 0 0 0,0 0 1 0 0,0 0-1 0 0,0 0 0 0 0,-1 0 0 0 0,1 0 1 0 0,0 0-1 0 0,0 0 0 0 0,0 0 1 0 0,-1 0-1 0 0,1 0 0 0 0,0-1 0 0 0,0 1 1 0 0,0 0-1 0 0,0 0 0 0 0,-1 0 1 0 0,1 0-1 0 0,0 0 0 0 0,0 0 0 0 0,0 0 1 0 0,0 0-1 0 0,0 0 0 0 0,-1-1 1 0 0,1 1-1 0 0,0 0 0 0 0,0 0 0 0 0,0 0 1 0 0,0 0-1 0 0,0 0 0 0 0,0-1 0 0 0,0 1 1 0 0,0 0-1 0 0,-1 0 0 0 0,1 0 1 0 0,0 0-1 0 0,0-1 0 0 0,0 1 0 0 0,0 0 1 0 0,0 0-1 0 0,0 0 0 0 0,0-1 1 0 0,0 1-1 0 0,0 0 0 0 0,0 0 0 0 0,0 0 1 0 0,0 0-1 0 0,0-1 0 0 0,0 1 1 0 0,1 0-1 0 0,-1 0 0 0 0,-87 238 712 0 0,37-88-491 0 0,35-110-383 0 0,-59 149-555 0 0,59-158-1045 0 0,0-1 0 0 0,-2 0 0 0 0,-41 52 0 0 0,37-66-4087 0 0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4:14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1 516 72 0 0,'0'0'705'0'0,"6"-1"-57"0"0,417-34 2987 0 0,-308 17-3138 0 0,192-53 0 0 0,-266 59-365 0 0,0-1 1 0 0,0-2-1 0 0,-1-2 0 0 0,-1-2 1 0 0,-1-1-1 0 0,38-28 1 0 0,-70 44-61 0 0,-1 0 0 0 0,-1 0 0 0 0,1 0 0 0 0,-1-1 0 0 0,1 0 0 0 0,-1 0 0 0 0,-1 0 0 0 0,1 0 0 0 0,-1-1 0 0 0,0 1 0 0 0,0-1 0 0 0,0 0 0 0 0,-1 0 0 0 0,0 0 0 0 0,0 0 0 0 0,0 0 0 0 0,-1 0 0 0 0,0-1 0 0 0,0 1 0 0 0,-1-12 0 0 0,-1 12 71 0 0,0 0 1 0 0,0 0-1 0 0,0 0 0 0 0,-1 0 1 0 0,0 0-1 0 0,0 1 0 0 0,-1-1 1 0 0,1 1-1 0 0,-1-1 0 0 0,-1 1 0 0 0,1 0 1 0 0,-1 0-1 0 0,1 1 0 0 0,-2-1 1 0 0,1 1-1 0 0,0 0 0 0 0,-1 0 1 0 0,1 0-1 0 0,-1 0 0 0 0,0 1 0 0 0,-10-5 1 0 0,13 7-102 0 0,0 0 1 0 0,0 0-1 0 0,0 0 1 0 0,0 0-1 0 0,0 0 0 0 0,0 1 1 0 0,0-1-1 0 0,0 1 1 0 0,0-1-1 0 0,0 1 1 0 0,0 0-1 0 0,-1 0 1 0 0,1 0-1 0 0,0 0 0 0 0,0 0 1 0 0,0 0-1 0 0,-1 1 1 0 0,1-1-1 0 0,0 1 1 0 0,0-1-1 0 0,0 1 1 0 0,0 0-1 0 0,0 0 1 0 0,0 0-1 0 0,0 0 0 0 0,0 0 1 0 0,1 0-1 0 0,-1 0 1 0 0,0 1-1 0 0,1-1 1 0 0,-1 1-1 0 0,1-1 1 0 0,-1 1-1 0 0,1 0 0 0 0,0 0 1 0 0,-1-1-1 0 0,1 1 1 0 0,0 0-1 0 0,0 0 1 0 0,-1 4-1 0 0,-4 9 0 0 0,0 1-1 0 0,1 1 0 0 0,1-1 1 0 0,-3 24-1 0 0,2-13 142 0 0,-26 162 373 0 0,-7 29 159 0 0,31-181-556 0 0,-7 22 315 0 0,13-57-262 0 0,0 4-150 0 0,1-6-24 0 0,0 0 0 0 0,0 0 0 0 0,0 0 0 0 0,0 0 0 0 0,0 0 0 0 0,0 0 0 0 0,0 0 0 0 0,1 0 0 0 0,-1-1 0 0 0,0 1 0 0 0,0 0 0 0 0,0 0 0 0 0,0 0 0 0 0,0 0 0 0 0,0 0 0 0 0,0 0 0 0 0,0 0 0 0 0,0 0 0 0 0,0 0 0 0 0,0 1 0 0 0,0-1 0 0 0,0 0 0 0 0,0 0 0 0 0,6-19-101 0 0,1 0 1 0 0,18-33 0 0 0,-24 50 39 0 0,0 1 1 0 0,0 0-1 0 0,0-1 0 0 0,0 1 1 0 0,0 0-1 0 0,0 0 1 0 0,1 0-1 0 0,-1 0 0 0 0,0 0 1 0 0,1 0-1 0 0,-1 0 1 0 0,1 0-1 0 0,0 0 0 0 0,-1 1 1 0 0,1-1-1 0 0,-1 1 1 0 0,1-1-1 0 0,0 1 0 0 0,-1 0 1 0 0,1-1-1 0 0,0 1 1 0 0,-1 0-1 0 0,1 0 0 0 0,0 0 1 0 0,0 1-1 0 0,-1-1 1 0 0,1 0-1 0 0,0 1 0 0 0,-1-1 1 0 0,1 1-1 0 0,-1-1 1 0 0,3 2-1 0 0,8 3-31 0 0,-1 1 0 0 0,0 0-1 0 0,18 14 1 0 0,9 4-155 0 0,-27-20 154 0 0,0 0 1 0 0,1 0 0 0 0,-1-1-1 0 0,1-1 1 0 0,-1 0 0 0 0,1 0-1 0 0,0-1 1 0 0,0-1 0 0 0,22-1-1 0 0,-29 0 99 0 0,1 1 1 0 0,-1-1-1 0 0,0 0 0 0 0,0 0 0 0 0,0-1 0 0 0,-1 1 1 0 0,1-1-1 0 0,0 0 0 0 0,-1 0 0 0 0,1-1 0 0 0,-1 1 1 0 0,1-1-1 0 0,-1 0 0 0 0,0 0 0 0 0,0-1 0 0 0,-1 1 0 0 0,1-1 1 0 0,-1 0-1 0 0,0 0 0 0 0,1 0 0 0 0,-2 0 0 0 0,1-1 1 0 0,0 1-1 0 0,-1-1 0 0 0,2-5 0 0 0,6-12 1516 0 0,-2 18-866 0 0,7 32-1024 0 0,-4-1-461 0 0,-6-20 448 0 0,-1 0 1 0 0,1 0-1 0 0,0-1 1 0 0,1 0-1 0 0,0 0 1 0 0,0-1-1 0 0,0 1 0 0 0,0-1 1 0 0,9 5-1 0 0,38 20-6535 0 0,-25-16 2973 0 0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4:16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911 105 160 0 0,'0'0'2409'0'0,"-2"-4"-1248"0"0,-2-2-644 0 0,1 0 0 0 0,-1 1 1 0 0,0-1-1 0 0,0 1 0 0 0,-1 0 0 0 0,1 0 0 0 0,-1 1 0 0 0,0-1 0 0 0,0 1 0 0 0,-1 0 0 0 0,1 1 0 0 0,-10-5 0 0 0,3 2-50 0 0,-1 1 0 0 0,0 0 1 0 0,0 1-1 0 0,0 1 0 0 0,-24-4 0 0 0,1 4 73 0 0,-1 1-1 0 0,0 2 1 0 0,-64 8-1 0 0,100-7-526 0 0,-114 18 1123 0 0,104-16-1020 0 0,0 0 1 0 0,0 1-1 0 0,1 0 0 0 0,0 1 0 0 0,-1 0 0 0 0,1 0 0 0 0,1 1 0 0 0,-12 9 1 0 0,18-12-86 0 0,0 0 1 0 0,0 0-1 0 0,0 0 1 0 0,0 1 0 0 0,1-1-1 0 0,-1 1 1 0 0,1 0 0 0 0,0-1-1 0 0,0 1 1 0 0,0 0-1 0 0,1 0 1 0 0,-1 1 0 0 0,1-1-1 0 0,0 0 1 0 0,0 7-1 0 0,0-2 2 0 0,1 0-1 0 0,0 0 1 0 0,1 1-1 0 0,0-1 0 0 0,0 0 1 0 0,1 0-1 0 0,3 9 1 0 0,5 13-21 0 0,3-1 0 0 0,0 0 0 0 0,20 31 0 0 0,-30-56-19 0 0,5 9-21 0 0,49 98-347 0 0,-51-98 302 0 0,-1 0 1 0 0,0 0-1 0 0,-1 0 1 0 0,-1 0 0 0 0,0 1-1 0 0,1 21 1 0 0,-4-31 53 0 0,0 0 1 0 0,0-1-1 0 0,0 1 1 0 0,-1 0 0 0 0,0 0-1 0 0,0 0 1 0 0,0-1-1 0 0,0 1 1 0 0,-1-1 0 0 0,0 1-1 0 0,0-1 1 0 0,0 1-1 0 0,0-1 1 0 0,-1 0 0 0 0,1 0-1 0 0,-1 0 1 0 0,0-1 0 0 0,-4 5-1 0 0,1-4 20 0 0,0 1 0 0 0,1-1 0 0 0,-2 0 0 0 0,1-1 0 0 0,0 1 0 0 0,-1-1 0 0 0,0-1 0 0 0,1 1 0 0 0,-1-1 0 0 0,-14 2 0 0 0,3-1 71 0 0,1-2-1 0 0,0 0 0 0 0,0-1 0 0 0,-1 0 1 0 0,1-2-1 0 0,0 0 0 0 0,0-1 1 0 0,0 0-1 0 0,-18-7 0 0 0,20 4 48 0 0,0-1-1 0 0,1 0 0 0 0,-24-15 1 0 0,33 18-153 0 0,-1 0 1 0 0,1 0 0 0 0,0 0 0 0 0,0-1 0 0 0,1 1 0 0 0,-1-1 0 0 0,1 0 0 0 0,0-1 0 0 0,0 1 0 0 0,1-1 0 0 0,-5-9 0 0 0,7 13-84 0 0,1 0-1 0 0,-1 1 1 0 0,1-1-1 0 0,0 0 1 0 0,0 0 0 0 0,0 0-1 0 0,-1 0 1 0 0,2 0 0 0 0,-1 0-1 0 0,0 0 1 0 0,0 1 0 0 0,1-1-1 0 0,-1 0 1 0 0,1 0-1 0 0,-1 0 1 0 0,1 0 0 0 0,0 1-1 0 0,0-1 1 0 0,-1 0 0 0 0,1 1-1 0 0,1-1 1 0 0,-1 1-1 0 0,0-1 1 0 0,0 1 0 0 0,0-1-1 0 0,1 1 1 0 0,-1 0 0 0 0,1 0-1 0 0,-1-1 1 0 0,1 1-1 0 0,-1 0 1 0 0,1 1 0 0 0,0-1-1 0 0,2-1 1 0 0,6-2-1255 0 0,-1 0 0 0 0,1 1 0 0 0,0 0 0 0 0,0 1 0 0 0,12-2 0 0 0,2 1-1787 0 0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4:16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19 1192 0 0,'14'-18'7327'0'0,"-17"28"-3100"0"0,-9 34-2924 0 0,11-39-1253 0 0,1 1-1 0 0,0 0 1 0 0,0-1 0 0 0,1 1 0 0 0,0-1 0 0 0,0 1 0 0 0,0-1 0 0 0,0 0 0 0 0,1 1 0 0 0,0-1 0 0 0,0 0-1 0 0,0 0 1 0 0,1 0 0 0 0,0 0 0 0 0,0 0 0 0 0,0-1 0 0 0,0 1 0 0 0,1-1 0 0 0,4 4 0 0 0,-5-5-72 0 0,1-1 1 0 0,0 1-1 0 0,0-1 1 0 0,0 0 0 0 0,0 0-1 0 0,0 0 1 0 0,0 0-1 0 0,1-1 1 0 0,-1 0 0 0 0,1 0-1 0 0,-1 0 1 0 0,1 0-1 0 0,-1-1 1 0 0,1 1-1 0 0,0-1 1 0 0,-1 0 0 0 0,1-1-1 0 0,-1 1 1 0 0,1-1-1 0 0,-1 0 1 0 0,1 0 0 0 0,-1-1-1 0 0,0 1 1 0 0,5-3-1 0 0,3-1 79 0 0,0-1 0 0 0,0 0 0 0 0,0-1-1 0 0,-1 0 1 0 0,0-1 0 0 0,-1-1-1 0 0,0 1 1 0 0,0-2 0 0 0,15-17 0 0 0,-25 26-22 0 0,1 0 1 0 0,-1 1-1 0 0,1-1 0 0 0,-1 0 1 0 0,1 0-1 0 0,-1 1 1 0 0,1-1-1 0 0,0 0 0 0 0,-1 1 1 0 0,1-1-1 0 0,0 1 1 0 0,0-1-1 0 0,0 1 0 0 0,-1-1 1 0 0,1 1-1 0 0,0 0 1 0 0,0-1-1 0 0,0 1 0 0 0,0 0 1 0 0,0 0-1 0 0,0 0 1 0 0,0-1-1 0 0,0 1 0 0 0,-1 0 1 0 0,1 0-1 0 0,0 0 0 0 0,0 1 1 0 0,0-1-1 0 0,0 0 1 0 0,0 0-1 0 0,0 0 0 0 0,0 1 1 0 0,0-1-1 0 0,-1 0 1 0 0,1 1-1 0 0,0-1 0 0 0,0 1 1 0 0,0-1-1 0 0,-1 1 1 0 0,1-1-1 0 0,1 2 0 0 0,27 36-573 0 0,-15-19-57 0 0,5 3-757 0 0,17 15-945 0 0,-2-19-4450 0 0,-17-12 3915 0 0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4:17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22 556 0 0,'14'-21'6060'0'0,"-7"37"-2027"0"0,-7-11-3917 0 0,0-1 1 0 0,-1 0-1 0 0,0 0 1 0 0,1 0-1 0 0,-1 0 1 0 0,-1 0-1 0 0,1 0 1 0 0,-1 0-1 0 0,1 0 0 0 0,-1 0 1 0 0,0-1-1 0 0,-4 6 1 0 0,5-7-37 0 0,-5 8 197 0 0,0 0 1 0 0,0-1-1 0 0,-1 0 0 0 0,-13 13 0 0 0,19-21-155 0 0,13-22 741 0 0,-6 11-878 0 0,1 1 0 0 0,1 0 1 0 0,-1 0-1 0 0,1 1 0 0 0,1 0 0 0 0,-1 1 0 0 0,2 0 0 0 0,-1 0 1 0 0,1 1-1 0 0,0 0 0 0 0,0 0 0 0 0,12-4 0 0 0,-19 9 10 0 0,-1 0-1 0 0,1 1 0 0 0,0-1 1 0 0,0 0-1 0 0,-1 1 0 0 0,1 0 0 0 0,0 0 1 0 0,0 0-1 0 0,0 0 0 0 0,-1 0 1 0 0,1 0-1 0 0,0 1 0 0 0,0-1 1 0 0,-1 1-1 0 0,1 0 0 0 0,0 0 0 0 0,-1 0 1 0 0,1 0-1 0 0,3 2 0 0 0,44 35-165 0 0,-29-19-93 0 0,-19-18 215 0 0,5-1 34 0 0,1-1 0 0 0,-1 0 1 0 0,1 0-1 0 0,-1-1 1 0 0,0 0-1 0 0,1 0 1 0 0,-1-1-1 0 0,0 0 1 0 0,0 0-1 0 0,-1 0 0 0 0,12-8 1 0 0,9-4-16 0 0,-19 12 45 0 0,0-1 1 0 0,0 1 0 0 0,-1 1-1 0 0,2 0 1 0 0,-1 0-1 0 0,9-1 1 0 0,-15 3-21 0 0,1 0 1 0 0,0 0 0 0 0,-1 0-1 0 0,1 0 1 0 0,0 1 0 0 0,-1-1-1 0 0,1 1 1 0 0,-1-1 0 0 0,1 1-1 0 0,-1 0 1 0 0,1 0 0 0 0,-1 0-1 0 0,1 1 1 0 0,-1-1-1 0 0,0 1 1 0 0,0-1 0 0 0,1 1-1 0 0,-1-1 1 0 0,0 1 0 0 0,-1 0-1 0 0,1 0 1 0 0,0 0 0 0 0,-1 0-1 0 0,3 4 1 0 0,-3-4-100 0 0,37 54-2126 0 0,-5-21-4098 0 0,-20-23 3540 0 0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4:17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45 231 476 0 0,'12'-34'10568'0'0,"-12"34"-10466"0"0,0 0 0 0 0,0 0 0 0 0,0 0-1 0 0,0-1 1 0 0,0 1 0 0 0,-1 0 0 0 0,1 0 0 0 0,0-1 816 0 0,-1 1-816 0 0,1 0 0 0 0,0 0 0 0 0,0 0 0 0 0,0 0-1 0 0,0-1 1 0 0,0 1 0 0 0,0 0 0 0 0,-1 0 0 0 0,1 0 0 0 0,0 0 0 0 0,0 0 0 0 0,0 0 0 0 0,0 0 0 0 0,-1 0 0 0 0,1 0 0 0 0,0 0 0 0 0,0 0 0 0 0,0 0 0 0 0,0 0 0 0 0,0 0 0 0 0,-1 0 0 0 0,1 0-1 0 0,0 0 1 0 0,0 0 0 0 0,0 1 0 0 0,0-1 0 0 0,-1 0 816 0 0,1 1-816 0 0,-1-1 0 0 0,1 0 0 0 0,0 0 0 0 0,0 0 0 0 0,0 0-1 0 0,0 0 1 0 0,0 0 0 0 0,0 1 0 0 0,0-1 0 0 0,-16 15 1252 0 0,-11 25-798 0 0,25-33-423 0 0,-2 27 148 0 0,4-32-298 0 0,0-1 0 0 0,0 0 1 0 0,-1 1-1 0 0,2-1 0 0 0,-1 0 1 0 0,0 1-1 0 0,0-1 0 0 0,0 0 1 0 0,1 1-1 0 0,-1-1 0 0 0,0 0 0 0 0,1 0 1 0 0,-1 1-1 0 0,1-1 0 0 0,0 0 1 0 0,-1 0-1 0 0,1 0 0 0 0,0 0 1 0 0,0 0-1 0 0,0 0 0 0 0,0 0 0 0 0,0 0 1 0 0,0 0-1 0 0,0 0 0 0 0,0 0 1 0 0,0 0-1 0 0,0-1 0 0 0,0 1 0 0 0,0-1 1 0 0,1 1-1 0 0,-1-1 0 0 0,0 1 1 0 0,0-1-1 0 0,1 1 0 0 0,-1-1 1 0 0,0 0-1 0 0,1 0 0 0 0,-1 0 0 0 0,0 0 1 0 0,1 0-1 0 0,0 0 0 0 0,0 0-111 0 0,2-1-16 0 0,1 0 44 0 0,-1 0-1 0 0,1-1 1 0 0,-1 0 0 0 0,1 0 0 0 0,-1 0 0 0 0,0 0 0 0 0,0-1 0 0 0,0 1 0 0 0,0-1 0 0 0,7-6-1 0 0,39-45-1348 0 0,-38 40 1098 0 0,-1 1-1 0 0,2 1 0 0 0,15-13 0 0 0,55-25-510 0 0,-67 42 903 0 0,0 0 1 0 0,-1-1-1 0 0,0-1 1 0 0,0 0-1 0 0,-1-1 1 0 0,-1-1 0 0 0,0 0-1 0 0,-1-1 1 0 0,20-24-1 0 0,-49 175 879 0 0,1-4-837 0 0,-32 205 115 0 0,34-266-182 0 0,-4-1-1 0 0,-41 110 1 0 0,56-174 24 0 0,-9 20-86 0 0,-23 43 1 0 0,33-66 103 0 0,-1-1 0 0 0,1 1 0 0 0,-1 0 0 0 0,-1-1 0 0 0,1 0 0 0 0,-1 0 0 0 0,0 0 0 0 0,1 0 0 0 0,-2 0 0 0 0,1-1 0 0 0,0 0 0 0 0,-1 0 0 0 0,1 0 0 0 0,-1 0 0 0 0,0-1 0 0 0,-8 3 0 0 0,12-5-21 0 0,-1 0 0 0 0,0 0 0 0 0,0-1 0 0 0,1 1 0 0 0,-1-1-1 0 0,0 1 1 0 0,1-1 0 0 0,-1 1 0 0 0,0-1 0 0 0,1 0 0 0 0,-1 0 0 0 0,1 0 0 0 0,-1 0 0 0 0,1 0-1 0 0,0 0 1 0 0,-1 0 0 0 0,1-1 0 0 0,0 1 0 0 0,-1-2 0 0 0,-20-27 436 0 0,14 15-387 0 0,1-1-1 0 0,1 0 1 0 0,0 0 0 0 0,1 0-1 0 0,1-1 1 0 0,0 0 0 0 0,2 0-1 0 0,0 0 1 0 0,0 0 0 0 0,2 0-1 0 0,0 0 1 0 0,1-1 0 0 0,1 1-1 0 0,0 0 1 0 0,1 0 0 0 0,1 1-1 0 0,8-22 1 0 0,-4 16-585 0 0,1 1 0 0 0,1 0 0 0 0,1 0 1 0 0,0 1-1 0 0,18-22 0 0 0,-14 23-1314 0 0,0 1 1 0 0,2 0-1 0 0,0 1 1 0 0,37-28-1 0 0,-15 19-2290 0 0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4:18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196 676 224 0 0,'-24'-44'11331'0'0,"30"67"-11036"0"0,6 22 271 0 0,-1 1 1 0 0,-3 0 0 0 0,5 72 0 0 0,-16-35 70 0 0,0-52 215 0 0,3-30-809 0 0,0-1-1 0 0,0 1 1 0 0,0-1 0 0 0,0 1-1 0 0,-1 0 1 0 0,1-1-1 0 0,0 1 1 0 0,0-1 0 0 0,0 1-1 0 0,-1-1 1 0 0,1 1-1 0 0,0-1 1 0 0,-1 1 0 0 0,1-1-1 0 0,0 1 1 0 0,-1-1 0 0 0,1 1-1 0 0,-1-1 1 0 0,1 1-1 0 0,0-1 1 0 0,-1 0 0 0 0,1 1-1 0 0,-1-1 1 0 0,0 0-1 0 0,1 1 1 0 0,-1-1 0 0 0,1 0-1 0 0,-1 0 1 0 0,1 1 0 0 0,-1-1-1 0 0,0 0 1 0 0,1 0-1 0 0,-1 0 1 0 0,1 0 0 0 0,-1 0-1 0 0,0 0 1 0 0,1 0-1 0 0,-1 0 1 0 0,1 0 0 0 0,-1 0-1 0 0,0 0 1 0 0,1-1 0 0 0,-1 1-1 0 0,1 0 1 0 0,-1 0-1 0 0,1-1 1 0 0,-1 1 0 0 0,1 0-1 0 0,-1 0 1 0 0,1-1-1 0 0,-1 1 1 0 0,1-1 0 0 0,-1 1-1 0 0,0-1 1 0 0,-29-22 533 0 0,13 1-426 0 0,0 0 1 0 0,2-1-1 0 0,1 0 0 0 0,1-2 0 0 0,0 1 0 0 0,2-1 0 0 0,1-1 0 0 0,2 0 0 0 0,0 0 0 0 0,-4-30 0 0 0,3 3-65 0 0,2 1-1 0 0,2-1 0 0 0,3 0 0 0 0,6-68 1 0 0,-2 90-76 0 0,2-1 1 0 0,2 0 0 0 0,15-50 0 0 0,-18 70-32 0 0,2 0 0 0 0,-1 1 0 0 0,2-1 0 0 0,0 1 0 0 0,0 0 0 0 0,1 1 0 0 0,0 0 0 0 0,0 0 0 0 0,1 0 0 0 0,1 1 0 0 0,0 0 0 0 0,14-11 0 0 0,-13 13-1 0 0,-1 1 1 0 0,1-1-1 0 0,1 2 1 0 0,-1 0 0 0 0,1 0-1 0 0,0 1 1 0 0,0 0-1 0 0,0 1 1 0 0,0 0-1 0 0,1 0 1 0 0,-1 2-1 0 0,1-1 1 0 0,0 1-1 0 0,-1 1 1 0 0,1 0 0 0 0,0 1-1 0 0,-1 0 1 0 0,1 1-1 0 0,0 0 1 0 0,-1 1-1 0 0,17 6 1 0 0,-12-3-37 0 0,-1 1-1 0 0,-1 0 1 0 0,1 1 0 0 0,-1 1 0 0 0,0 0 0 0 0,-1 0-1 0 0,0 2 1 0 0,-1 0 0 0 0,0 0 0 0 0,0 1 0 0 0,-1 0 0 0 0,-1 1-1 0 0,0 0 1 0 0,-1 1 0 0 0,0 0 0 0 0,11 26 0 0 0,-16-30 18 0 0,0 0 1 0 0,-1 0 0 0 0,0 0 0 0 0,0 1 0 0 0,-1-1 0 0 0,-1 1 0 0 0,0 0 0 0 0,0-1 0 0 0,-1 1 0 0 0,0 0-1 0 0,-1 0 1 0 0,0-1 0 0 0,-1 1 0 0 0,0 0 0 0 0,-1-1 0 0 0,0 0 0 0 0,0 0 0 0 0,-1 0 0 0 0,0 0 0 0 0,-1 0 0 0 0,0-1-1 0 0,-1 0 1 0 0,0 0 0 0 0,-1 0 0 0 0,1-1 0 0 0,-11 10 0 0 0,4-5 20 0 0,-2-1 0 0 0,1-1 0 0 0,-1 0 0 0 0,-1-1 1 0 0,0-1-1 0 0,0 0 0 0 0,-1-1 0 0 0,0-1 0 0 0,-22 6 0 0 0,10-5-542 0 0,0-1 0 0 0,-1-2 0 0 0,1-1 1 0 0,-55 1-1 0 0,81-5 207 0 0,1 0 0 0 0,-1-1 1 0 0,1 1-1 0 0,-1-1 0 0 0,1 1 1 0 0,-1-1-1 0 0,1 0 0 0 0,0 1 1 0 0,-1-1-1 0 0,1 0 0 0 0,-4-3 1 0 0,-1-4-4196 0 0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4:19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31 306 524 0 0,'4'0'284'0'0,"0"1"-1"0"0,0 0 1 0 0,0 0 0 0 0,0 0-1 0 0,0 1 1 0 0,-1-1-1 0 0,1 1 1 0 0,0 0 0 0 0,-1 0-1 0 0,1 0 1 0 0,-1 1 0 0 0,0-1-1 0 0,0 1 1 0 0,0 0 0 0 0,0-1-1 0 0,0 2 1 0 0,-1-1-1 0 0,1 0 1 0 0,3 7 0 0 0,-4-5-73 0 0,0 0 1 0 0,0 1-1 0 0,0 0 1 0 0,-1-1-1 0 0,1 1 0 0 0,-1 0 1 0 0,-1 0-1 0 0,1 0 1 0 0,-1-1-1 0 0,0 1 1 0 0,-1 0-1 0 0,-1 10 1 0 0,1-8-46 0 0,-1 0-1 0 0,0 1 1 0 0,0-1 0 0 0,-1 0 0 0 0,0 0 0 0 0,-1-1 0 0 0,1 1 0 0 0,-1 0 0 0 0,-1-1-1 0 0,0 0 1 0 0,0 0 0 0 0,0-1 0 0 0,-1 1 0 0 0,0-1 0 0 0,0 0 0 0 0,0-1 0 0 0,-1 0-1 0 0,0 0 1 0 0,-8 5 0 0 0,15-10-156 0 0,0 0-1 0 0,-1 1 1 0 0,1-1 0 0 0,0 0-1 0 0,-1 0 1 0 0,1 0-1 0 0,-1 0 1 0 0,1 1 0 0 0,0-1-1 0 0,-1 0 1 0 0,1 0 0 0 0,-1 0-1 0 0,1 0 1 0 0,0 0-1 0 0,-1 0 1 0 0,1 0 0 0 0,-1 0-1 0 0,1 0 1 0 0,0 0-1 0 0,-1 0 1 0 0,1 0 0 0 0,-1-1-1 0 0,1 1 1 0 0,0 0-1 0 0,-1 0 1 0 0,1 0 0 0 0,0-1-1 0 0,-1 1 1 0 0,1 0 0 0 0,0 0-1 0 0,-1-1 1 0 0,1 1-1 0 0,0 0 1 0 0,-1 0 0 0 0,1-1-1 0 0,0 1 1 0 0,0 0-1 0 0,-1-1 1 0 0,1 1 0 0 0,0 0-1 0 0,0-1 1 0 0,0 1 0 0 0,0-1-1 0 0,-1 1 1 0 0,1 0-1 0 0,0-1 1 0 0,0 1 0 0 0,0-1-1 0 0,0 1 1 0 0,0 0-1 0 0,0-1 1 0 0,0 1 0 0 0,0-1-1 0 0,0 1 1 0 0,0-1 0 0 0,0 1-1 0 0,1 0 1 0 0,-1-1-1 0 0,0 0 1 0 0,7-23-11 0 0,5 5-14 0 0,0 0 0 0 0,2 0 0 0 0,0 2 0 0 0,1 0 0 0 0,1 0-1 0 0,1 2 1 0 0,0 0 0 0 0,1 1 0 0 0,25-16 0 0 0,-35 25 1 0 0,0 1-1 0 0,0-1 1 0 0,1 1 0 0 0,-1 1 0 0 0,1 0-1 0 0,0 0 1 0 0,-1 1 0 0 0,1 0 0 0 0,11-1 0 0 0,-14 3 5 0 0,-1 0-1 0 0,1 1 1 0 0,0 0 0 0 0,0 0 0 0 0,-1 0 0 0 0,1 1 0 0 0,0-1 0 0 0,-1 1 0 0 0,0 1 0 0 0,1-1 0 0 0,-1 1 0 0 0,0 0 0 0 0,0 0 0 0 0,-1 0 0 0 0,6 5 0 0 0,3 3 11 0 0,0 0 41 0 0,1 0-1 0 0,1 0 1 0 0,-1-1 0 0 0,2-1-1 0 0,-1-1 1 0 0,22 9 0 0 0,-36-16-29 0 0,0-1 1 0 0,0 0-1 0 0,-1 1 0 0 0,1-1 1 0 0,0 0-1 0 0,0 0 1 0 0,0 0-1 0 0,-1 0 1 0 0,1 0-1 0 0,0 0 0 0 0,0 0 1 0 0,0 0-1 0 0,-1 0 1 0 0,1 0-1 0 0,0 0 0 0 0,0 0 1 0 0,0-1-1 0 0,-1 1 1 0 0,1 0-1 0 0,0-1 1 0 0,-1 1-1 0 0,1 0 0 0 0,0-1 1 0 0,0 1-1 0 0,-1-1 1 0 0,1 1-1 0 0,-1-1 0 0 0,2 0 1 0 0,4-25 195 0 0,-6 18-162 0 0,-1-1 1 0 0,0 1-1 0 0,-1-1 1 0 0,-4-14-1 0 0,5 22-42 0 0,1 0 1 0 0,-1 1-1 0 0,1-1 0 0 0,-1 1 1 0 0,1-1-1 0 0,0 0 1 0 0,-1 0-1 0 0,1 1 0 0 0,0-1 1 0 0,-1 0-1 0 0,1 0 1 0 0,0 1-1 0 0,0-1 0 0 0,0 0 1 0 0,0 0-1 0 0,0 0 0 0 0,0 1 1 0 0,0-1-1 0 0,0 0 1 0 0,0 0-1 0 0,0 0 0 0 0,0 1 1 0 0,0-1-1 0 0,1 0 1 0 0,-1 0-1 0 0,0 1 0 0 0,0-1 1 0 0,1 0-1 0 0,-1 0 0 0 0,1 1 1 0 0,-1-1-1 0 0,0 1 1 0 0,2-2-1 0 0,24 10-213 0 0,-20-6 180 0 0,-1 1-1 0 0,0-1 0 0 0,1 0 0 0 0,-1-1 0 0 0,1 1 0 0 0,10 0 0 0 0,-4-2 18 0 0,0-1-1 0 0,-1 0 0 0 0,1-1 0 0 0,-1-1 1 0 0,0 1-1 0 0,0-2 0 0 0,0 0 1 0 0,0 0-1 0 0,0-1 0 0 0,-1 0 0 0 0,0 0 1 0 0,0-2-1 0 0,0 1 0 0 0,-1-1 1 0 0,0 0-1 0 0,0-1 0 0 0,9-10 1 0 0,-12 10 45 0 0,1 0 0 0 0,-1 0 0 0 0,0-1 0 0 0,-1 0 0 0 0,0 0 1 0 0,0 0-1 0 0,-1-1 0 0 0,0 1 0 0 0,-1-1 0 0 0,0 0 0 0 0,-1 0 1 0 0,0 0-1 0 0,0-1 0 0 0,-1 1 0 0 0,0 0 0 0 0,-1-1 0 0 0,0 1 1 0 0,-1 0-1 0 0,-2-15 0 0 0,-13-16 258 0 0,15 39-282 0 0,0 0 0 0 0,0 1-1 0 0,0-1 1 0 0,0 1-1 0 0,0-1 1 0 0,0 1 0 0 0,-1 0-1 0 0,1-1 1 0 0,0 1-1 0 0,-1 0 1 0 0,1 0 0 0 0,-1 0-1 0 0,0 0 1 0 0,1 0-1 0 0,-1 1 1 0 0,0-1 0 0 0,1 0-1 0 0,-1 1 1 0 0,0-1-1 0 0,0 1 1 0 0,-2-1 0 0 0,2 1-11 0 0,1 1 0 0 0,-1-1 1 0 0,1 1-1 0 0,-1-1 0 0 0,1 1 0 0 0,-1 0 1 0 0,1-1-1 0 0,-1 1 0 0 0,1 0 1 0 0,0 0-1 0 0,0 0 0 0 0,-1 0 0 0 0,1 0 1 0 0,0 0-1 0 0,0 1 0 0 0,0-1 1 0 0,0 0-1 0 0,0 1 0 0 0,0-1 1 0 0,1 0-1 0 0,-1 1 0 0 0,0-1 0 0 0,1 1 1 0 0,-1-1-1 0 0,1 1 0 0 0,-1-1 1 0 0,1 1-1 0 0,0-1 0 0 0,0 1 0 0 0,0 0 1 0 0,0-1-1 0 0,0 1 0 0 0,0-1 1 0 0,0 3-1 0 0,0 4 1 0 0,0 1-1 0 0,1-1 1 0 0,-1 1-1 0 0,5 15 1 0 0,55 134 16 0 0,-12-38-21 0 0,-46-114 9 0 0,0 0 0 0 0,0 0 0 0 0,-1 0 0 0 0,0 1 0 0 0,0-1-1 0 0,-1 0 1 0 0,1 1 0 0 0,-1-1 0 0 0,-1 1 0 0 0,1-1 0 0 0,-1 0 0 0 0,0 0 0 0 0,0 1 0 0 0,-1-1 0 0 0,-4 10 0 0 0,4-13-1 0 0,0 1-1 0 0,0-1 1 0 0,-1 1-1 0 0,1-1 1 0 0,-1 0-1 0 0,0 0 1 0 0,0 0-1 0 0,0 0 0 0 0,-1 0 1 0 0,1-1-1 0 0,0 1 1 0 0,-1-1-1 0 0,0 0 1 0 0,0 0-1 0 0,1 0 1 0 0,-1-1-1 0 0,0 0 1 0 0,0 1-1 0 0,-1-1 1 0 0,1-1-1 0 0,0 1 1 0 0,0 0-1 0 0,0-1 1 0 0,-1 0-1 0 0,-3 0 1 0 0,6 0-28 0 0,1 0 0 0 0,0 0 1 0 0,-1 0-1 0 0,1 0 0 0 0,-1-1 0 0 0,1 1 1 0 0,-1 0-1 0 0,1-1 0 0 0,0 1 1 0 0,-1 0-1 0 0,1-1 0 0 0,0 0 0 0 0,-1 1 1 0 0,1-1-1 0 0,0 0 0 0 0,0 0 0 0 0,-1 0 1 0 0,1 1-1 0 0,0-1 0 0 0,0 0 1 0 0,0-1-1 0 0,0 1 0 0 0,0 0 0 0 0,1 0 1 0 0,-1 0-1 0 0,0 0 0 0 0,-1-3 1 0 0,2 3-128 0 0,0 0 1 0 0,0 0 0 0 0,0-1 0 0 0,0 1 0 0 0,0 0 0 0 0,0 0 0 0 0,0 0 0 0 0,0 0-1 0 0,0 0 1 0 0,0 0 0 0 0,1 0 0 0 0,-1 0 0 0 0,0 0 0 0 0,1 0 0 0 0,-1 0 0 0 0,2-2-1 0 0,19-16-6070 0 0,-7 11 3306 0 0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4:20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1188 0 0,'0'0'9983'0'0,"5"4"-7333"0"0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4:22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20 664 0 0,'-15'-18'7329'0'0,"14"18"-7197"0"0,1 0-1 0 0,-1-1 0 0 0,1 1 0 0 0,0 0 0 0 0,-1 0 0 0 0,1 0 1 0 0,-1 0-1 0 0,1 0 0 0 0,-1 0 0 0 0,1 0 0 0 0,-1 0 1 0 0,1 0-1 0 0,-1 0 0 0 0,1 0 0 0 0,-1 0 0 0 0,1 0 0 0 0,0 0 1 0 0,-1 0-1 0 0,1 0 0 0 0,-1 0 0 0 0,1 1 0 0 0,-1-1 0 0 0,1 0 1 0 0,0 0-1 0 0,-1 1 0 0 0,0-1 0 0 0,-2 4 28 0 0,0-1 0 0 0,1 1 0 0 0,-1 0 0 0 0,1-1 0 0 0,0 1 0 0 0,0 0 0 0 0,-2 5 0 0 0,-7 15 420 0 0,7-18-443 0 0,1 1-1 0 0,1 0 1 0 0,-1 0 0 0 0,1 0-1 0 0,-2 11 1 0 0,-8 23 613 0 0,12-40-740 0 0,0-1-1 0 0,1 1 0 0 0,-1 0 0 0 0,0-1 0 0 0,1 1 0 0 0,-1 0 0 0 0,1-1 1 0 0,-1 1-1 0 0,0-1 0 0 0,1 1 0 0 0,0-1 0 0 0,-1 1 0 0 0,1-1 0 0 0,-1 1 1 0 0,1-1-1 0 0,-1 1 0 0 0,1-1 0 0 0,0 0 0 0 0,-1 1 0 0 0,1-1 0 0 0,0 0 1 0 0,0 0-1 0 0,-1 1 0 0 0,1-1 0 0 0,0 0 0 0 0,-1 0 0 0 0,1 0 1 0 0,0 0-1 0 0,0 0 0 0 0,-1 0 0 0 0,1 0 0 0 0,0 0 0 0 0,0 0 0 0 0,-1-1 1 0 0,1 1-1 0 0,0 0 0 0 0,-1 0 0 0 0,2-1 0 0 0,31-8 50 0 0,-32 9-52 0 0,89-34 94 0 0,-56 19-111 0 0,2 2-1 0 0,73-17 0 0 0,-107 29 9 0 0,0 1 0 0 0,0-1-1 0 0,0 1 1 0 0,0 0 0 0 0,-1 0 0 0 0,1 0-1 0 0,0 0 1 0 0,0 0 0 0 0,0 0 0 0 0,0 0 0 0 0,0 0-1 0 0,0 1 1 0 0,0-1 0 0 0,0 1 0 0 0,0-1-1 0 0,0 1 1 0 0,-1 0 0 0 0,1 0 0 0 0,0 0 0 0 0,0 0-1 0 0,-1 0 1 0 0,1 0 0 0 0,-1 1 0 0 0,1-1-1 0 0,-1 0 1 0 0,1 1 0 0 0,-1-1 0 0 0,0 1 0 0 0,0-1-1 0 0,0 1 1 0 0,0 0 0 0 0,0-1 0 0 0,0 1-1 0 0,0 0 1 0 0,0 2 0 0 0,0 0-102 0 0,-1-1 0 0 0,1 1-1 0 0,-1-1 1 0 0,0 1 0 0 0,0-1 0 0 0,-1 0 0 0 0,1 1 0 0 0,-1-1-1 0 0,1 1 1 0 0,-1-1 0 0 0,0 0 0 0 0,0 1 0 0 0,-1-1 0 0 0,1 0 0 0 0,-1 0-1 0 0,1 0 1 0 0,-1 0 0 0 0,-4 5 0 0 0,4-6-395 0 0,1 0-1 0 0,-1 0 1 0 0,1 0 0 0 0,-1-1-1 0 0,0 1 1 0 0,0 0 0 0 0,0-1 0 0 0,0 1-1 0 0,0-1 1 0 0,0 0 0 0 0,0 0-1 0 0,0 0 1 0 0,0 0 0 0 0,-1 0-1 0 0,-2 1 1 0 0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4:22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8 157 528 0 0,'-3'-15'1696'0'0,"1"0"-1"0"0,0 0 1 0 0,1-1-1 0 0,1 1 0 0 0,0-1 1 0 0,1 1-1 0 0,6-27 1 0 0,-7 42-1707 0 0,1-1 0 0 0,-1 1 1 0 0,1-1-1 0 0,-1 0 0 0 0,1 1 1 0 0,-1-1-1 0 0,1 1 0 0 0,0 0 0 0 0,-1-1 1 0 0,1 1-1 0 0,0-1 0 0 0,-1 1 0 0 0,1 0 1 0 0,0 0-1 0 0,0-1 0 0 0,-1 1 1 0 0,1 0-1 0 0,0 0 0 0 0,0 0 0 0 0,-1 0 1 0 0,1 0-1 0 0,0 0 0 0 0,0 0 0 0 0,-1 0 1 0 0,1 0-1 0 0,0 0 0 0 0,0 0 0 0 0,-1 0 1 0 0,1 1-1 0 0,0-1 0 0 0,0 0 1 0 0,-1 1-1 0 0,1-1 0 0 0,0 0 0 0 0,-1 1 1 0 0,1-1-1 0 0,0 1 0 0 0,30 17-1319 0 0,-29-17 1158 0 0,72 58-6852 0 0,-52-43 4122 0 0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4:22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21 908 0 0,'10'-13'4417'0'0,"-10"12"-4210"0"0,0 1-1 0 0,1-1 1 0 0,-1 1-1 0 0,0 0 0 0 0,0-1 1 0 0,0 1-1 0 0,0 0 1 0 0,0-1-1 0 0,1 1 0 0 0,-1 0 1 0 0,0 0-1 0 0,0-1 1 0 0,0 1-1 0 0,1 0 0 0 0,-1 0 1 0 0,0-1-1 0 0,0 1 1 0 0,1 0-1 0 0,-1 0 0 0 0,0-1 1 0 0,1 1-1 0 0,-1 0 0 0 0,0 0 1 0 0,1 0-1 0 0,-1 0 1 0 0,0 0-1 0 0,1 0 0 0 0,-1 0 1 0 0,0-1-1 0 0,1 1 1 0 0,-1 0-1 0 0,1 0 0 0 0,-1 0 1 0 0,0 0-1 0 0,1 0 1 0 0,-1 1-1 0 0,0-1 0 0 0,1 0 1 0 0,-1 0-1 0 0,0 0 1 0 0,1 0-1 0 0,4 35 630 0 0,-2 1 0 0 0,-1-1 1 0 0,-5 56-1 0 0,0 22-465 0 0,0 159-2806 0 0,0-138-5532 0 0,2-87 3855 0 0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4:30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345 131 576 0 0,'-21'-41'5371'0'0,"19"35"-5015"0"0,-1 0 0 0 0,0 0 0 0 0,0 0 0 0 0,0 1 0 0 0,-1-1 0 0 0,0 1 0 0 0,0-1 0 0 0,0 1 0 0 0,-1 1 0 0 0,1-1 0 0 0,-1 0 0 0 0,-1 1 0 0 0,1 0 0 0 0,0 1 0 0 0,-1-1 0 0 0,0 1 0 0 0,-7-3-1 0 0,12 5-201 0 0,-22 7 66 0 0,18-4-196 0 0,-1 0-1 0 0,1 1 0 0 0,0 0 1 0 0,-1 0-1 0 0,1 1 0 0 0,1-1 1 0 0,-1 1-1 0 0,0 0 0 0 0,1 1 1 0 0,0-1-1 0 0,0 1 0 0 0,0 0 0 0 0,1 0 1 0 0,-1 0-1 0 0,1 0 0 0 0,1 0 1 0 0,-5 11-1 0 0,-3 9 6 0 0,1 1 1 0 0,-9 38-1 0 0,17-60-22 0 0,-3 17 11 0 0,1 0 0 0 0,0 1 1 0 0,1 0-1 0 0,2-1 0 0 0,3 36 0 0 0,24 107 58 0 0,-11-78-36 0 0,-3-20-13 0 0,8 65 67 0 0,-20-115-86 0 0,0 1 0 0 0,-2 0 0 0 0,0-1 0 0 0,0 1 0 0 0,-8 32 0 0 0,7-44-133 0 0,1 0 1 0 0,-1 0 0 0 0,0 0-1 0 0,0 0 1 0 0,0 0 0 0 0,-1-1-1 0 0,0 1 1 0 0,0-1 0 0 0,0 0-1 0 0,0 1 1 0 0,-1-1 0 0 0,0-1-1 0 0,1 1 1 0 0,-1-1 0 0 0,-1 1-1 0 0,1-1 1 0 0,0 0 0 0 0,-9 4-1 0 0,9-6-330 0 0,0 1 0 0 0,0-1-1 0 0,0 0 1 0 0,0 0 0 0 0,-1-1-1 0 0,1 1 1 0 0,-1-1-1 0 0,1 0 1 0 0,0 0 0 0 0,-1 0-1 0 0,1 0 1 0 0,0-1-1 0 0,-1 0 1 0 0,-5-2 0 0 0,-6-3-2045 0 0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4:30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1 223 448 0 0,'97'-53'4221'0'0,"-3"1"-3081"0"0,95-21-1247 0 0,-95 39-3055 0 0,-68 23 1730 0 0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4:31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54 520 0 0,'-7'-37'6205'0'0,"7"36"-6103"0"0,0 1 0 0 0,0-1 0 0 0,1 1 0 0 0,-1 0 0 0 0,0-1 0 0 0,0 1 0 0 0,0-1 0 0 0,0 1 0 0 0,0-1 0 0 0,0 1 0 0 0,0-1 0 0 0,0 1 0 0 0,0-1 0 0 0,0 1 0 0 0,0-1 0 0 0,0 1 0 0 0,0-1 0 0 0,0 1 0 0 0,0-1 0 0 0,-1 1 0 0 0,1-1 0 0 0,0 1 0 0 0,0-1 0 0 0,-1 1 0 0 0,1 0 0 0 0,0-1 0 0 0,0 1 0 0 0,-1-1 0 0 0,1 1 0 0 0,0 0-1 0 0,-1-1 1 0 0,1 1 0 0 0,-1 0 0 0 0,1 0 0 0 0,0-1 0 0 0,-1 1 0 0 0,1 0 0 0 0,-1 0 0 0 0,1 0 0 0 0,-1-1 0 0 0,-16 18 689 0 0,-13 39-906 0 0,6 1 250 0 0,2 2-1 0 0,3 1 0 0 0,3 0 0 0 0,2 1 0 0 0,3 0 1 0 0,3 1-1 0 0,3 1 0 0 0,2-1 0 0 0,8 102 1 0 0,-2-132-89 0 0,1-1 1 0 0,2 0 0 0 0,1 0-1 0 0,1-1 1 0 0,1 0 0 0 0,2 0-1 0 0,1-1 1 0 0,2-1 0 0 0,0 0-1 0 0,2-1 1 0 0,1 0 0 0 0,27 31-1 0 0,-15-21 39 0 0,3-2-1 0 0,1-1 1 0 0,1-2 0 0 0,2-1-1 0 0,1-2 1 0 0,1-2-1 0 0,2-1 1 0 0,57 28 0 0 0,-89-50 29 0 0,0 0 1 0 0,1-1 0 0 0,-1 0-1 0 0,1-1 1 0 0,0 1 0 0 0,0-2-1 0 0,16 2 1 0 0,-24-3-119 0 0,0 0 1 0 0,0 0-1 0 0,-1 0 0 0 0,1-1 1 0 0,0 1-1 0 0,0 0 0 0 0,-1-1 1 0 0,1 1-1 0 0,0 0 0 0 0,0-1 1 0 0,-1 1-1 0 0,1-1 0 0 0,0 1 1 0 0,-1-1-1 0 0,1 0 0 0 0,-1 1 1 0 0,1-1-1 0 0,-1 0 0 0 0,1 1 0 0 0,-1-1 1 0 0,1 0-1 0 0,-1 1 0 0 0,1-1 1 0 0,-1 0-1 0 0,0 0 0 0 0,0 0 1 0 0,1 1-1 0 0,-1-1 0 0 0,0 0 1 0 0,0 0-1 0 0,0 0 0 0 0,0-1 1 0 0,0-20-1294 0 0,-1 19 648 0 0,-3-18-1039 0 0,2 12-1388 0 0,-2-2-96 0 0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4:33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321 204 720 0 0,'5'-14'1174'0'0,"-1"0"0"0"0,-1 0 0 0 0,0 0-1 0 0,0-1 1 0 0,-2 1 0 0 0,0-1 0 0 0,0 0 0 0 0,-1 1 0 0 0,-3-16-1 0 0,3 28-1105 0 0,0 0 0 0 0,-1 0 0 0 0,0 0 0 0 0,1 0 0 0 0,-1 0 0 0 0,0-1 0 0 0,0 1 0 0 0,0 0 0 0 0,0 1 0 0 0,0-1 0 0 0,0 0 0 0 0,-1 0 0 0 0,1 0 0 0 0,-1 1 0 0 0,1-1 0 0 0,-1 1 0 0 0,0-1 0 0 0,1 1 0 0 0,-1 0 0 0 0,0-1 0 0 0,0 1 0 0 0,0 0 0 0 0,0 0 0 0 0,0 1 0 0 0,0-1 0 0 0,0 0 0 0 0,0 1 0 0 0,0-1 0 0 0,-1 1 0 0 0,1-1 0 0 0,0 1 0 0 0,0 0-1 0 0,0 0 1 0 0,-1 0 0 0 0,-2 1 0 0 0,-8-1-11 0 0,0 1 0 0 0,1 1 0 0 0,-1 0 0 0 0,-17 6 0 0 0,8-1 8 0 0,0 1-1 0 0,0 1 1 0 0,-24 14 0 0 0,39-20-49 0 0,0 1 1 0 0,0 0-1 0 0,0 1 1 0 0,1 0-1 0 0,0 0 1 0 0,0 0 0 0 0,0 1-1 0 0,1-1 1 0 0,0 1-1 0 0,0 1 1 0 0,0-1 0 0 0,-6 14-1 0 0,10-17-21 0 0,0 0 1 0 0,0 0-1 0 0,1 0 0 0 0,0 0 1 0 0,0 0-1 0 0,0 0 0 0 0,0 0 1 0 0,0 0-1 0 0,0 0 0 0 0,1 0 1 0 0,-1 0-1 0 0,1 0 0 0 0,0 0 1 0 0,0 0-1 0 0,0 0 0 0 0,0-1 1 0 0,1 1-1 0 0,-1 0 0 0 0,1-1 1 0 0,0 1-1 0 0,-1-1 0 0 0,1 1 0 0 0,0-1 1 0 0,0 0-1 0 0,1 0 0 0 0,3 3 1 0 0,7 6-41 0 0,0-1 0 0 0,2 0 1 0 0,20 11-1 0 0,-25-16 32 0 0,84 45-185 0 0,64 38-160 0 0,-144-79 257 0 0,1 2 0 0 0,-1 0 0 0 0,-1 0-1 0 0,0 2 1 0 0,-1-1 0 0 0,0 2 0 0 0,18 26 0 0 0,-29-38 89 0 0,0 0 0 0 0,1 0 1 0 0,-1 1-1 0 0,0-1 0 0 0,0 0 1 0 0,0 1-1 0 0,0-1 0 0 0,-1 1 1 0 0,1-1-1 0 0,-1 1 1 0 0,1-1-1 0 0,-1 1 0 0 0,0-1 1 0 0,0 1-1 0 0,0-1 0 0 0,0 1 1 0 0,0-1-1 0 0,-1 1 0 0 0,1-1 1 0 0,-1 1-1 0 0,0-1 1 0 0,0 0-1 0 0,-1 4 0 0 0,-1-2 27 0 0,1 0-1 0 0,-1-1 1 0 0,-1 1 0 0 0,1-1-1 0 0,0 1 1 0 0,-1-1 0 0 0,0 0-1 0 0,0 0 1 0 0,0-1-1 0 0,0 1 1 0 0,-7 2 0 0 0,-5 2 105 0 0,-1-1 0 0 0,0 0 0 0 0,0-2 0 0 0,0 0 0 0 0,-30 3 0 0 0,16-6 223 0 0,0-1 0 0 0,-46-7 1 0 0,75 7-360 0 0,-5-2 736 0 0,2 2-3312 0 0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4:34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16 218 704 0 0,'0'0'971'0'0,"-16"-10"11359"0"0,539-46-11402 0 0,-176 22-421 0 0,-128 12-34 0 0,-171 9 284 0 0,-84 4-839 0 0,1 2 1 0 0,-1 1-1 0 0,-40-1 0 0 0,33 4 34 0 0,0-2 0 0 0,1-2-1 0 0,-49-14 1 0 0,89 21 66 0 0,1-2-4 0 0,-4-4-1 0 0,4 5-9 0 0,8-1 7 0 0,6-1-19 0 0,1 1 1 0 0,0 1-1 0 0,0 0 0 0 0,0 1 0 0 0,0 1 1 0 0,0 0-1 0 0,0 1 0 0 0,-1 0 1 0 0,1 1-1 0 0,0 0 0 0 0,-1 1 0 0 0,15 7 1 0 0,-10-3-5 0 0,0 0 1 0 0,0 1 0 0 0,-1 1 0 0 0,0 1-1 0 0,0 0 1 0 0,-2 2 0 0 0,1-1-1 0 0,17 20 1 0 0,-30-28 10 0 0,0-1 0 0 0,0 1 0 0 0,0 0 0 0 0,-1 0 0 0 0,1 0 0 0 0,-1 0 0 0 0,0 1 0 0 0,0-1 0 0 0,0 1-1 0 0,-1-1 1 0 0,0 1 0 0 0,1-1 0 0 0,-2 1 0 0 0,1 0 0 0 0,0-1 0 0 0,-1 1 0 0 0,0 5 0 0 0,-1-3-5 0 0,-1 1 1 0 0,1-1 0 0 0,-1 0-1 0 0,0 0 1 0 0,-1 0-1 0 0,0-1 1 0 0,0 1-1 0 0,0-1 1 0 0,-1 1 0 0 0,-5 6-1 0 0,-6 6-36 0 0,-2 0 0 0 0,0-1 0 0 0,-1 0-1 0 0,-1-2 1 0 0,-28 20 0 0 0,-68 41-2249 0 0,32-37-4858 0 0,56-31 3641 0 0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4:38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53 162 352 0 0,'-4'-11'4820'0'0,"1"6"-2191"0"0,3 9 1214 0 0,11 85-2938 0 0,28 104 0 0 0,-33-158-746 0 0,4 18 480 0 0,-9-52-480 0 0,-2-1-117 0 0,1 0 1 0 0,0 0-1 0 0,0 0 0 0 0,0 0 1 0 0,0 0-1 0 0,-1 0 1 0 0,1 0-1 0 0,0 0 1 0 0,0 0-1 0 0,0 0 0 0 0,0 0 1 0 0,-1 0-1 0 0,1 0 1 0 0,0 0-1 0 0,0 0 1 0 0,0 1-1 0 0,0-1 0 0 0,0 0 1 0 0,-1 0-1 0 0,1 0 1 0 0,0 0-1 0 0,0 0 1 0 0,0 0-1 0 0,0 0 0 0 0,0 0 1 0 0,0 1-1 0 0,0-1 1 0 0,-1 0-1 0 0,1 0 1 0 0,0 0-1 0 0,0 0 0 0 0,0 0 1 0 0,0 1-1 0 0,0-1 1 0 0,0 0-1 0 0,0 0 1 0 0,0 0-1 0 0,0 0 1 0 0,0 0-1 0 0,0 1 0 0 0,0-1 1 0 0,0 0-1 0 0,0 0 1 0 0,0 0-1 0 0,0 0 1 0 0,0 1-1 0 0,0-1 0 0 0,0 0 1 0 0,0 0-1 0 0,0 0 1 0 0,0 0-1 0 0,0 1 1 0 0,0-1-1 0 0,0 0 0 0 0,1 0 1 0 0,-14-16 35 0 0,1 0 1 0 0,1-1-1 0 0,0-1 0 0 0,1 0 1 0 0,1 0-1 0 0,1-1 1 0 0,1 0-1 0 0,0 0 0 0 0,2-1 1 0 0,0 0-1 0 0,1 0 1 0 0,1 0-1 0 0,-1-24 0 0 0,4 41-101 0 0,0 0-1 0 0,0 0 0 0 0,1 0 0 0 0,-1 1 1 0 0,1-1-1 0 0,-1 0 0 0 0,1 0 1 0 0,0 0-1 0 0,0 1 0 0 0,0-1 0 0 0,0 1 1 0 0,0-1-1 0 0,1 1 0 0 0,-1-1 1 0 0,1 1-1 0 0,0 0 0 0 0,-1-1 1 0 0,1 1-1 0 0,0 0 0 0 0,4-3 0 0 0,-3 4 1 0 0,-1 0-1 0 0,1 0 1 0 0,-1 1-1 0 0,1-1 1 0 0,-1 1-1 0 0,1-1 1 0 0,0 1-1 0 0,-1 0 1 0 0,1 0-1 0 0,0 0 0 0 0,-1 0 1 0 0,1 0-1 0 0,0 1 1 0 0,-1-1-1 0 0,1 1 1 0 0,-1 0-1 0 0,1 0 1 0 0,-1 0-1 0 0,1 0 1 0 0,-1 0-1 0 0,1 0 0 0 0,3 4 1 0 0,202 130-726 0 0,-108-68 263 0 0,-10-13 652 0 0,-88-53 624 0 0,11-26 72 0 0,-17-54 595 0 0,-23-125 0 0 0,8 77-412 0 0,19 126-1163 0 0,0 0 33 0 0,-1 1-1 0 0,1 0 1 0 0,0-1-1 0 0,0 1 0 0 0,0-1 1 0 0,0 1-1 0 0,0-1 1 0 0,0 1-1 0 0,0 0 0 0 0,0-1 1 0 0,0 1-1 0 0,0-1 1 0 0,0 1-1 0 0,0-1 0 0 0,0 1 1 0 0,0 0-1 0 0,0-1 1 0 0,0 1-1 0 0,1-1 0 0 0,-1 1 1 0 0,0 0-1 0 0,0-1 1 0 0,0 1-1 0 0,1-1 1 0 0,-1 1-1 0 0,0 0 0 0 0,0-1 1 0 0,1 1-1 0 0,-1 0 1 0 0,0 0-1 0 0,1-1 0 0 0,-1 1 1 0 0,0 0-1 0 0,1 0 1 0 0,-1-1-1 0 0,1 1 0 0 0,-1 0 1 0 0,0 0-1 0 0,1 0 1 0 0,-1 0-1 0 0,1-1 1 0 0,-1 1-1 0 0,0 0 0 0 0,1 0 1 0 0,-1 0-1 0 0,1 0 1 0 0,-1 0-1 0 0,1 0 0 0 0,-1 0 1 0 0,0 0-1 0 0,1 1 1 0 0,-1-1-1 0 0,1 0 0 0 0,-1 0 1 0 0,1 0-1 0 0,-1 0 1 0 0,0 0-1 0 0,1 1 1 0 0,-1-1-1 0 0,0 0 0 0 0,1 1 1 0 0,42 39-3004 0 0,-13-10-3822 0 0,-19-20 3556 0 0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4:38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12 209 44 0 0,'0'0'1890'0'0,"0"0"-1789"0"0,0-1 1 0 0,0 1 0 0 0,0 0 0 0 0,0 0 0 0 0,1-1 0 0 0,-1 1 0 0 0,0 0 0 0 0,0 0 0 0 0,1-1 0 0 0,-1 1 0 0 0,0 0 0 0 0,0 0 0 0 0,1 0 0 0 0,-1-1 0 0 0,0 1 0 0 0,1 0 0 0 0,-1 0 0 0 0,0 0 0 0 0,0 0 0 0 0,1 0 0 0 0,-1 0 0 0 0,0 0 0 0 0,1 0 0 0 0,-1 0 0 0 0,0 0 0 0 0,1 0 0 0 0,-1 0 0 0 0,0 0 0 0 0,1 0 0 0 0,-1 0 0 0 0,0 0 0 0 0,1 0 0 0 0,0 0-1 0 0,9 12 413 0 0,0 1-1 0 0,-1 0 0 0 0,0 0 0 0 0,-1 1 0 0 0,0 0 0 0 0,-1 1 0 0 0,7 19 0 0 0,6 11 270 0 0,47 127 2738 0 0,-67-172-3452 0 0,-1 0 1 0 0,1 0-1 0 0,0 0 1 0 0,0 0-1 0 0,0 0 0 0 0,0 0 1 0 0,0 0-1 0 0,0 0 1 0 0,-1 0-1 0 0,1 0 1 0 0,0 0-1 0 0,0 0 1 0 0,0 0-1 0 0,0 0 1 0 0,0 0-1 0 0,0 0 1 0 0,0 0-1 0 0,-1 0 1 0 0,1 0-1 0 0,0 1 1 0 0,0-1-1 0 0,0 0 1 0 0,0 0-1 0 0,0 0 1 0 0,0 0-1 0 0,0 0 1 0 0,0 0-1 0 0,0 0 1 0 0,0 0-1 0 0,-1 0 0 0 0,1 0 1 0 0,0 1-1 0 0,0-1 1 0 0,0 0-1 0 0,0 0 1 0 0,0 0-1 0 0,0 0 1 0 0,0 0-1 0 0,0 0 1 0 0,0 0-1 0 0,0 1 1 0 0,0-1-1 0 0,0 0 1 0 0,0 0-1 0 0,0 0 1 0 0,0 0-1 0 0,0 0 1 0 0,0 0-1 0 0,0 0 1 0 0,0 1-1 0 0,0-1 1 0 0,0 0-1 0 0,0 0 1 0 0,0 0-1 0 0,0 0 0 0 0,0 0 1 0 0,1 0-1 0 0,-1 0 1 0 0,0 0-1 0 0,0 1 1 0 0,0-1-1 0 0,0 0 1 0 0,0 0-1 0 0,-13-9 884 0 0,-15-17-667 0 0,10 3-78 0 0,2 0-1 0 0,1-1 0 0 0,1-1 0 0 0,0 0 0 0 0,2-1 0 0 0,2 0 0 0 0,0-1 0 0 0,1 0 0 0 0,-8-48 0 0 0,15 64-221 0 0,1-1 0 0 0,0 1-1 0 0,1-1 1 0 0,0 0-1 0 0,0 1 1 0 0,2-1 0 0 0,-1 1-1 0 0,1-1 1 0 0,1 1 0 0 0,0 0-1 0 0,8-19 1 0 0,-9 26-51 0 0,0 0 0 0 0,0 0 0 0 0,1 0 0 0 0,-1 1 0 0 0,1-1 0 0 0,0 0 0 0 0,0 1 0 0 0,0 0 0 0 0,1 0 0 0 0,-1 0 0 0 0,1 0 0 0 0,0 0 0 0 0,0 1 0 0 0,0 0 0 0 0,0-1 0 0 0,0 1 0 0 0,0 1 0 0 0,0-1 0 0 0,1 1 0 0 0,-1 0 0 0 0,1 0 0 0 0,-1 0 0 0 0,1 0 0 0 0,-1 1 0 0 0,1 0 0 0 0,0 0 0 0 0,-1 0 0 0 0,1 0 0 0 0,-1 1 0 0 0,1 0 0 0 0,-1 0 0 0 0,7 2 0 0 0,-7-2 11 0 0,-1-1 0 0 0,0 1 0 0 0,0 0 0 0 0,0 1 0 0 0,-1-1 1 0 0,1 0-1 0 0,0 1 0 0 0,0-1 0 0 0,-1 1 0 0 0,1 0 0 0 0,-1 0 0 0 0,1 0 1 0 0,-1 0-1 0 0,0 1 0 0 0,0-1 0 0 0,0 1 0 0 0,0-1 0 0 0,0 1 0 0 0,-1 0 0 0 0,1-1 1 0 0,-1 1-1 0 0,1 0 0 0 0,-1 0 0 0 0,0 0 0 0 0,-1 0 0 0 0,2 4 0 0 0,-2-3 12 0 0,0 1-1 0 0,0-1 0 0 0,0 0 0 0 0,0 0 0 0 0,-1 0 1 0 0,0 0-1 0 0,0 0 0 0 0,0 0 0 0 0,0 0 0 0 0,-1 0 1 0 0,1 0-1 0 0,-1 0 0 0 0,0-1 0 0 0,0 1 1 0 0,0-1-1 0 0,-1 1 0 0 0,1-1 0 0 0,-1 0 0 0 0,-6 6 1 0 0,1-2 58 0 0,-1-1 0 0 0,0 0 0 0 0,-1 0 0 0 0,-12 6 1 0 0,-6 3-2534 0 0,0 4-6288 0 0,23-15 5600 0 0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4:39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99 220 0 0,'0'0'2423'0'0,"7"-4"-934"0"0,0 4 674 0 0,7 9-904 0 0,-1 1 0 0 0,22 20 0 0 0,52 63 923 0 0,-46-47-1335 0 0,4 16-34 0 0,-38-49-589 0 0,2-1 0 0 0,0 0 0 0 0,0 0 0 0 0,16 15 0 0 0,-10-18 2334 0 0,-10-20-951 0 0,-4 6-1930 0 0,9-77 1733 0 0,-4 20-859 0 0,22-176 1192 0 0,-29 220-1113 0 0,0 5-3640 0 0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4:40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11 309 168 0 0,'0'0'5986'0'0,"2"19"-3629"0"0,0-5-1715 0 0,50 235 5986 0 0,-51-247-6340 0 0,-10-11 3116 0 0,0-7-3180 0 0,1-1 0 0 0,-10-27 0 0 0,11 15-92 0 0,1 0 0 0 0,2-1 0 0 0,0 1 0 0 0,2-1 0 0 0,2 0 0 0 0,5-55 0 0 0,-4 70-121 0 0,1 1 1 0 0,1 0 0 0 0,0 0-1 0 0,0 0 1 0 0,2 1 0 0 0,0-1 0 0 0,0 1-1 0 0,2 0 1 0 0,-1 1 0 0 0,1-1 0 0 0,1 1-1 0 0,0 0 1 0 0,1 1 0 0 0,1 0-1 0 0,-1 1 1 0 0,14-12 0 0 0,-20 20-29 0 0,0 0 0 0 0,0 0 0 0 0,0 0 0 0 0,0 1 0 0 0,0-1 0 0 0,0 1 0 0 0,1 0 0 0 0,-1 0 0 0 0,0 0 0 0 0,1 0 1 0 0,-1 0-1 0 0,1 1 0 0 0,-1 0 0 0 0,0 0 0 0 0,1 0 0 0 0,-1 0 0 0 0,1 0 0 0 0,-1 1 0 0 0,1-1 0 0 0,-1 1 0 0 0,0 0 0 0 0,1 0 0 0 0,-1 0 0 0 0,0 0 0 0 0,0 1 0 0 0,0-1 0 0 0,0 1 0 0 0,0 0 0 0 0,0 0 0 0 0,0 0 1 0 0,0 0-1 0 0,-1 1 0 0 0,0-1 0 0 0,1 1 0 0 0,-1-1 0 0 0,0 1 0 0 0,0 0 0 0 0,0 0 0 0 0,0 0 0 0 0,-1 0 0 0 0,1 0 0 0 0,-1 0 0 0 0,0 1 0 0 0,0-1 0 0 0,0 0 0 0 0,0 1 0 0 0,0-1 0 0 0,-1 1 0 0 0,0-1 1 0 0,0 0-1 0 0,0 1 0 0 0,0-1 0 0 0,0 1 0 0 0,-1-1 0 0 0,1 1 0 0 0,-1-1 0 0 0,0 0 0 0 0,0 1 0 0 0,0-1 0 0 0,0 0 0 0 0,-1 0 0 0 0,1 0 0 0 0,-5 6 0 0 0,-2 4-516 0 0,-1-1 1 0 0,-1 1-1 0 0,0-1 0 0 0,-1-1 0 0 0,-23 19 0 0 0,24-22-1419 0 0,0-1 0 0 0,0-1 0 0 0,-1 0 0 0 0,-20 9-1 0 0,8-7-2112 0 0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4:45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91 260 0 0,'0'-6'514'0'0,"0"1"0"0"0,0-1 1 0 0,-1 0-1 0 0,0 1 0 0 0,0-1 0 0 0,0 1 1 0 0,0-1-1 0 0,-1 1 0 0 0,0 0 0 0 0,0-1 0 0 0,-5-7 1 0 0,5 12-102 0 0,-1-8 1170 0 0,3 2 2951 0 0,43 38-4253 0 0,-3 2 1 0 0,0 2-1 0 0,55 63 0 0 0,-74-73-192 0 0,-1 1 0 0 0,-1 2 0 0 0,-2 0 0 0 0,0 0 0 0 0,-2 2 0 0 0,-1 0 1 0 0,11 38-1 0 0,-12-26-4 0 0,-3 1 0 0 0,-1 1 0 0 0,-2-1 0 0 0,-2 1 1 0 0,-2 0-1 0 0,-3 60 0 0 0,-3-72 15 0 0,0-1 1 0 0,-2 0-1 0 0,-2 0 0 0 0,0 0 1 0 0,-3 0-1 0 0,0-1 0 0 0,-2-1 1 0 0,-1 0-1 0 0,-28 46 0 0 0,12-32 644 0 0,-2-2-1 0 0,-2-1 0 0 0,-2-2 1 0 0,-1-1-1 0 0,-65 51 1 0 0,49-53 1227 0 0,51-34-1582 0 0,0 1-1580 0 0,-9 2 4920 0 0,4-2-6963 0 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4:48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54 112 464 0 0,'-13'-2'970'0'0,"-26"-6"10743"0"0,37 7-10641 0 0,9 1-946 0 0,64 1 93 0 0,0-4 0 0 0,-1-3 0 0 0,130-28 0 0 0,40-5-77 0 0,-177 31-504 0 0,26-3-137 0 0,-32 12-9646 0 0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4:48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3 844 0 0,'0'0'150'0'0,"-1"-1"0"0"0,1 1-1 0 0,0 0 1 0 0,0 0 0 0 0,-1 0 0 0 0,1-1-1 0 0,0 1 1 0 0,-1 0 0 0 0,1 0-1 0 0,0 0 1 0 0,0 0 0 0 0,-1 0 0 0 0,1-1-1 0 0,0 1 1 0 0,-1 0 0 0 0,1 0 0 0 0,0 0-1 0 0,-1 0 1 0 0,1 0 0 0 0,0 0 0 0 0,-1 0-1 0 0,1 0 1 0 0,0 0 0 0 0,-1 0 0 0 0,1 0-1 0 0,0 1 1 0 0,0-1 0 0 0,-1 0 0 0 0,1 0-1 0 0,0 0 1 0 0,-1 0 0 0 0,1 0-1 0 0,0 0 1 0 0,0 1 0 0 0,-1-1 0 0 0,1 0-1 0 0,0 0 1 0 0,0 1 0 0 0,-1-1 0 0 0,1 0-1 0 0,0 0 1 0 0,0 1 0 0 0,0-1 0 0 0,-1 0-1 0 0,1 0 1 0 0,0 1 0 0 0,0-1 0 0 0,1 25 2427 0 0,19 46-2921 0 0,-13-49 1276 0 0,10 57-612 0 0,11 103 0 0 0,-7-28-4908 0 0,-16-135 1844 0 0,1-5 211 0 0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4:48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220 148 44 0 0,'-7'-21'2037'0'0,"-2"1"-1"0"0,0 0 1 0 0,-13-22 0 0 0,2 4 502 0 0,19 37-2190 0 0,-26-4 1142 0 0,20 12-1400 0 0,1 1 0 0 0,0 0-1 0 0,0 1 1 0 0,0-1 0 0 0,1 1 0 0 0,0 0 0 0 0,1 1 0 0 0,-6 18-1 0 0,-19 85 364 0 0,27-102-412 0 0,-9 45 209 0 0,4 0 1 0 0,2 0 0 0 0,2 85 0 0 0,32 168 523 0 0,-23-262-1074 0 0,-2 1-1 0 0,-1 65 1 0 0,-11-81-1315 0 0,-3-19-670 0 0,-7-11-3529 0 0,1-6 2969 0 0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4:49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0 235 392 0 0,'0'0'879'0'0,"19"-26"1460"0"0,-6 17-1816 0 0,1-1-1 0 0,0 2 1 0 0,0 0-1 0 0,1 0 1 0 0,19-6-1 0 0,81-24 562 0 0,-111 37-1046 0 0,254-62 548 0 0,-85 30-3820 0 0,-135 27 1725 0 0,10-4-581 0 0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4:49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18 768 0 0,'0'0'759'0'0,"-4"-11"702"0"0,4 10-1421 0 0,0 1 1 0 0,0 0 0 0 0,0 0 0 0 0,0 0 0 0 0,0-1-1 0 0,0 1 1 0 0,0 0 0 0 0,0 0 0 0 0,0 0 0 0 0,0-1-1 0 0,0 1 1 0 0,0 0 0 0 0,0 0 0 0 0,0 0-1 0 0,0 0 1 0 0,0-1 0 0 0,0 1 0 0 0,0 0 0 0 0,0 0-1 0 0,0 0 1 0 0,0-1 0 0 0,0 1 0 0 0,0 0 0 0 0,0 0-1 0 0,-1 0 1 0 0,1 0 0 0 0,0 0 0 0 0,0-1-1 0 0,0 1 1 0 0,0 0 0 0 0,0 0 0 0 0,-1 0 0 0 0,1 0-1 0 0,0 0 1 0 0,0 0 0 0 0,0 0 0 0 0,0 0-1 0 0,-1-1 1 0 0,1 1 0 0 0,0 0 0 0 0,0 0 0 0 0,0 0-1 0 0,-1 0 1 0 0,1 0 0 0 0,0 0 0 0 0,0 0 0 0 0,0 0-1 0 0,-1 0 1 0 0,1 0 0 0 0,0 0 0 0 0,0 0-1 0 0,0 0 1 0 0,-1 1 0 0 0,1-1 0 0 0,0 0 0 0 0,0 0-1 0 0,0 0 1 0 0,-25 61 886 0 0,2 1 0 0 0,4 0-1 0 0,2 2 1 0 0,-14 104 0 0 0,26-125-691 0 0,3 0 0 0 0,0 1 0 0 0,3-1 0 0 0,2 0 0 0 0,2 0 0 0 0,1 0 0 0 0,2 0 0 0 0,16 46 0 0 0,-14-62-113 0 0,2 0 0 0 0,0 0 0 0 0,2-1 0 0 0,1-1-1 0 0,1 0 1 0 0,1-1 0 0 0,1-1 0 0 0,1-1 0 0 0,40 37 0 0 0,-38-41-417 0 0,2-1 0 0 0,-1 0 1 0 0,2-2-1 0 0,0-1 1 0 0,1-1-1 0 0,33 13 0 0 0,-48-23-794 0 0,1 0-1 0 0,0-1 0 0 0,0 0 0 0 0,0 0 1 0 0,13-1-1 0 0,-7-2-1583 0 0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4:52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304 72 516 0 0,'-7'-40'5624'0'0,"6"38"-5473"0"0,0 0 1 0 0,-1 0 0 0 0,1 0-1 0 0,0 0 1 0 0,-1 0-1 0 0,1 1 1 0 0,-1-1-1 0 0,1 0 1 0 0,-1 1-1 0 0,0-1 1 0 0,0 1 0 0 0,0 0-1 0 0,0-1 1 0 0,0 1-1 0 0,0 0 1 0 0,0 0-1 0 0,0 0 1 0 0,-1 0-1 0 0,1 1 1 0 0,0-1 0 0 0,0 1-1 0 0,-1-1 1 0 0,1 1-1 0 0,0 0 1 0 0,-1 0-1 0 0,1 0 1 0 0,-1 0 0 0 0,1 0-1 0 0,-5 2 1 0 0,-6-1 48 0 0,0 1 0 0 0,0 1 0 0 0,-20 6 0 0 0,16-3-46 0 0,0 1 0 0 0,0 0 1 0 0,1 1-1 0 0,0 1 0 0 0,1 0 0 0 0,-29 23 0 0 0,43-31-142 0 0,-1 1 0 0 0,1-1-1 0 0,-1 1 1 0 0,1-1 0 0 0,-1 1-1 0 0,1-1 1 0 0,0 1-1 0 0,0 0 1 0 0,0 0 0 0 0,0-1-1 0 0,0 1 1 0 0,0 0-1 0 0,0 0 1 0 0,1 0 0 0 0,-1 0-1 0 0,1 0 1 0 0,-1 0 0 0 0,1 0-1 0 0,0 1 1 0 0,0-1-1 0 0,0 0 1 0 0,0 2 0 0 0,1 0-3 0 0,0-1 1 0 0,0 0-1 0 0,1 0 1 0 0,-1 0-1 0 0,1 0 1 0 0,-1 0-1 0 0,1 0 1 0 0,0 0-1 0 0,0 0 1 0 0,1-1-1 0 0,-1 1 1 0 0,4 2 0 0 0,8 6-1 0 0,0 0 0 0 0,1-1 0 0 0,0-1-1 0 0,17 8 1 0 0,-28-16-7 0 0,42 23-14 0 0,-19-13-105 0 0,0 2 0 0 0,-1 1 0 0 0,-1 1 0 0 0,-1 1 1 0 0,0 1-1 0 0,42 40 0 0 0,-64-55 103 0 0,-1-1 0 0 0,1 1 0 0 0,-1 0 0 0 0,0 0 0 0 0,1-1 0 0 0,-1 1 0 0 0,0 0 0 0 0,0 0 0 0 0,0 1 0 0 0,0-1 0 0 0,-1 0 0 0 0,1 0 0 0 0,-1 0 0 0 0,1 1 0 0 0,-1-1 0 0 0,0 0 0 0 0,1 0 0 0 0,-1 1 0 0 0,0-1 0 0 0,-1 0 0 0 0,1 0 0 0 0,0 1 0 0 0,-1 2-1 0 0,-1-2 12 0 0,0 1-1 0 0,0-1 0 0 0,0 0 0 0 0,0 0 0 0 0,0 0 0 0 0,-1 0 1 0 0,1 0-1 0 0,-1 0 0 0 0,0-1 0 0 0,0 1 0 0 0,0-1 0 0 0,-6 4 0 0 0,-2 0 102 0 0,-1 1-1 0 0,-1-2 1 0 0,1 0-1 0 0,-1 0 0 0 0,0-1 1 0 0,-22 4-1 0 0,9-6 368 0 0,0-1 1 0 0,-39-2-1 0 0,34-1-2930 0 0,-2 2-3950 0 0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4:52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28 208 520 0 0,'-23'-9'7288'0'0,"23"9"-7204"0"0,0 0-1 0 0,0 0 1 0 0,-1 0 0 0 0,1 0-1 0 0,0-1 1 0 0,0 1-1 0 0,-1 0 1 0 0,1 0 0 0 0,0 0-1 0 0,0 0 1 0 0,-1-1 0 0 0,1 1-1 0 0,0 0 1 0 0,0 0-1 0 0,0 0 1 0 0,-1-1 0 0 0,1 1-1 0 0,0 0 1 0 0,0 0 0 0 0,0-1-1 0 0,0 1 1 0 0,0 0 0 0 0,0 0-1 0 0,-1-1 1 0 0,1 1-1 0 0,0 0 1 0 0,0 0 0 0 0,0-1-1 0 0,0 1 1 0 0,0 0 0 0 0,0-1-1 0 0,0 1 1 0 0,0 0-1 0 0,0 0 1 0 0,0-1 0 0 0,0 1-1 0 0,0 0 1 0 0,0-1 0 0 0,1 1-1 0 0,-1 0 1 0 0,0 0-1 0 0,0-1 1 0 0,0 1 0 0 0,20-8 167 0 0,-1 2 1 0 0,1 0 0 0 0,1 1-1 0 0,-1 1 1 0 0,0 1 0 0 0,1 0-1 0 0,23 1 1 0 0,28-4 74 0 0,478-63 981 0 0,-412 44-1120 0 0,-105 16-359 0 0,-52 2-17 0 0,-1 0 0 0 0,-41-8 0 0 0,5 2-275 0 0,54 13 376 0 0,2 0 70 0 0,0 0 0 0 0,0 0 0 0 0,0 0-1 0 0,0 1 1 0 0,-1-1 0 0 0,1 0 0 0 0,0 0 0 0 0,0 1 0 0 0,0-1 0 0 0,0 0-1 0 0,0 1 1 0 0,0-1 0 0 0,0 0 0 0 0,0 0 0 0 0,0 1 0 0 0,0-1 0 0 0,0 0-1 0 0,0 0 1 0 0,0 1 0 0 0,0-1 0 0 0,1 0 0 0 0,-1 0 0 0 0,0 1 0 0 0,0-1-1 0 0,0 0 1 0 0,0 0 0 0 0,0 1 0 0 0,1-1 0 0 0,-1 0 0 0 0,0 0 0 0 0,0 0 0 0 0,0 0-1 0 0,0 1 1 0 0,1-1 0 0 0,-1 0 0 0 0,0 0 0 0 0,0 0 0 0 0,1 0 0 0 0,-1 0-1 0 0,0 1 1 0 0,0-1 0 0 0,1 0 0 0 0,-1 0 0 0 0,0 0 0 0 0,0 0 0 0 0,1 0-1 0 0,-1 0 1 0 0,0 0 0 0 0,0 0 0 0 0,1 0 0 0 0,1 1 7 0 0,0 1 1 0 0,0-1 0 0 0,0 1-1 0 0,0 0 1 0 0,0 0-1 0 0,0 0 1 0 0,0 0 0 0 0,-1 0-1 0 0,1 0 1 0 0,-1 0-1 0 0,0 1 1 0 0,0-1-1 0 0,1 0 1 0 0,-1 1 0 0 0,-1-1-1 0 0,2 5 1 0 0,1 17-70 0 0,-2-19 74 0 0,0-1-1 0 0,-1 1 1 0 0,0 0-1 0 0,1-1 0 0 0,-1 1 1 0 0,-1 0-1 0 0,1-1 1 0 0,-1 1-1 0 0,0-1 0 0 0,0 1 1 0 0,0-1-1 0 0,-3 7 1 0 0,-10 18-230 0 0,-27 39 0 0 0,-2-8-6999 0 0,37-53 4391 0 0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4:53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1 119 472 0 0,'2'-5'594'0'0,"0"-1"0"0"0,0 1-1 0 0,1 0 1 0 0,-1-1 0 0 0,1 2 0 0 0,1-1 0 0 0,-1 0-1 0 0,1 0 1 0 0,-1 1 0 0 0,1 0 0 0 0,7-5 0 0 0,-8 7-442 0 0,0 0 1 0 0,0 1 0 0 0,1-1-1 0 0,-1 1 1 0 0,1 0 0 0 0,-1 0 0 0 0,1 0-1 0 0,-1 1 1 0 0,1-1 0 0 0,0 1-1 0 0,-1 0 1 0 0,1 0 0 0 0,-1 0-1 0 0,1 0 1 0 0,0 1 0 0 0,-1 0 0 0 0,1-1-1 0 0,-1 1 1 0 0,1 1 0 0 0,3 1-1 0 0,6 2 8 0 0,0 0 0 0 0,0 1 0 0 0,-1 1 0 0 0,0 0 0 0 0,-1 1 0 0 0,1 1 0 0 0,-2-1 0 0 0,1 1 0 0 0,-1 1 0 0 0,14 17 0 0 0,4 10 282 0 0,43 73 0 0 0,-37-54-146 0 0,-1-1 2075 0 0,-26-77-1764 0 0,26-142 912 0 0,5-18-1378 0 0,-37 177-1186 0 0,8-22 96 0 0,10 16-12415 0 0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4:53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71 303 220 0 0,'-4'24'2084'0'0,"1"-1"1"0"0,-1 28-1 0 0,4-32-1576 0 0,1-1 0 0 0,0 0 0 0 0,1 1 0 0 0,1-1 0 0 0,1 0 0 0 0,7 20 0 0 0,6 13 1655 0 0,-17-49-1825 0 0,-16-62 3180 0 0,-3-8-3295 0 0,10 35-96 0 0,0 0-1 0 0,2-1 1 0 0,-3-49-1 0 0,9 66-78 0 0,0 1 0 0 0,1 0 0 0 0,1 0 0 0 0,1-1 0 0 0,0 1 0 0 0,1 0 0 0 0,1 0 0 0 0,0 1 0 0 0,9-22 0 0 0,-8 29-33 0 0,0-1 0 0 0,0 1 0 0 0,1 0 0 0 0,0 1 0 0 0,1-1 1 0 0,-1 1-1 0 0,1 1 0 0 0,0-1 0 0 0,1 1 0 0 0,10-7 0 0 0,-14 11-22 0 0,0-1 0 0 0,0 1 0 0 0,1-1 0 0 0,-1 1 0 0 0,0 1-1 0 0,1-1 1 0 0,-1 0 0 0 0,1 1 0 0 0,-1 0 0 0 0,1 0 0 0 0,0 1 0 0 0,0-1 0 0 0,-1 1 0 0 0,1 0-1 0 0,0 0 1 0 0,-1 0 0 0 0,1 1 0 0 0,0 0 0 0 0,0 0 0 0 0,-1 0 0 0 0,1 0 0 0 0,7 4 0 0 0,-9-3 1 0 0,0-1 1 0 0,0 1 0 0 0,0-1-1 0 0,-1 1 1 0 0,1 0-1 0 0,-1 0 1 0 0,1 0 0 0 0,-1 0-1 0 0,0 0 1 0 0,0 1 0 0 0,0-1-1 0 0,0 1 1 0 0,0-1 0 0 0,-1 1-1 0 0,1 0 1 0 0,-1-1-1 0 0,1 1 1 0 0,-1 0 0 0 0,0 0-1 0 0,0 0 1 0 0,0 0 0 0 0,-1 0-1 0 0,1 1 1 0 0,-1-1 0 0 0,0 0-1 0 0,0 0 1 0 0,0 0-1 0 0,0 0 1 0 0,0 0 0 0 0,-1 1-1 0 0,1-1 1 0 0,-1 0 0 0 0,0 0-1 0 0,0 0 1 0 0,0 0 0 0 0,0 0-1 0 0,-4 5 1 0 0,0 0-5 0 0,0 0 1 0 0,-1 0-1 0 0,0 0 1 0 0,0-1-1 0 0,-1 0 1 0 0,0 0-1 0 0,0 0 1 0 0,0-1-1 0 0,-1-1 1 0 0,0 1-1 0 0,-12 6 1 0 0,-7-1-481 0 0,1 0 0 0 0,-53 12 0 0 0,22-9-8711 0 0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4:58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12 368 0 0,'-1'0'213'0'0,"1"0"1"0"0,0 0-1 0 0,-1-1 1 0 0,1 1-1 0 0,0 0 0 0 0,0 0 1 0 0,-1-1-1 0 0,1 1 0 0 0,0 0 1 0 0,0 0-1 0 0,-1-1 0 0 0,1 1 1 0 0,0 0-1 0 0,0-1 1 0 0,0 1-1 0 0,0 0 0 0 0,0-1 1 0 0,-1 1-1 0 0,1 0 0 0 0,0-1 1 0 0,0 1-1 0 0,0 0 1 0 0,0-1-1 0 0,0 1 0 0 0,0-1 1 0 0,0 1-1 0 0,0 0 0 0 0,0-1 1 0 0,0 1-1 0 0,0 0 1 0 0,1-1-1 0 0,-1 1 0 0 0,0 0 1 0 0,0-1-1 0 0,0 0 0 0 0,15 5 1698 0 0,31 20-2975 0 0,-39-20 1808 0 0,85 48 215 0 0,128 95-1 0 0,-193-126-855 0 0,0 2 1 0 0,-1 1 0 0 0,-2 1-1 0 0,0 0 1 0 0,-2 2-1 0 0,-1 1 1 0 0,-1 1 0 0 0,25 47-1 0 0,-35-55-50 0 0,0 2 1 0 0,-2-1-1 0 0,-1 1 0 0 0,0 1 0 0 0,-2-1 0 0 0,0 1 1 0 0,-2 0-1 0 0,1 30 0 0 0,-5-37-27 0 0,0 0 0 0 0,-1 0-1 0 0,0-1 1 0 0,-1 1 0 0 0,-1 0-1 0 0,-1-1 1 0 0,-1 0 0 0 0,0 0 0 0 0,-1 0-1 0 0,0-1 1 0 0,-1 0 0 0 0,-15 21 0 0 0,10-19 133 0 0,1-1 1 0 0,-2 0 0 0 0,0 0-1 0 0,-1-2 1 0 0,-1 0-1 0 0,0 0 1 0 0,0-2 0 0 0,-2 0-1 0 0,1-1 1 0 0,-1-1 0 0 0,-1 0-1 0 0,0-2 1 0 0,0 0 0 0 0,-1-1-1 0 0,0-1 1 0 0,0 0 0 0 0,-1-2-1 0 0,1 0 1 0 0,-31 0 0 0 0,-24-4-111 0 0,73 0-422 0 0,-5 0 353 0 0,33-14-13640 0 0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4:58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69 1064 0 0,'-1'0'268'0'0,"1"-1"-1"0"0,-1 0 1 0 0,0 0-1 0 0,1 0 1 0 0,-1 0-1 0 0,1 0 1 0 0,-1 0-1 0 0,1 0 1 0 0,0 0-1 0 0,-1 0 1 0 0,1 0-1 0 0,0 0 1 0 0,0 0-1 0 0,0 0 1 0 0,0-1-1 0 0,0 1 1 0 0,0 0-1 0 0,0 0 0 0 0,0 0 1 0 0,0 0-1 0 0,0 0 1 0 0,1 0-1 0 0,-1 0 1 0 0,1-2-1 0 0,0 2-95 0 0,0 0 0 0 0,0-1 0 0 0,1 1-1 0 0,-1 0 1 0 0,0 0 0 0 0,1 0 0 0 0,-1 0 0 0 0,1 0-1 0 0,-1 0 1 0 0,1 0 0 0 0,0 0 0 0 0,-1 1-1 0 0,1-1 1 0 0,1 0 0 0 0,11-2-80 0 0,0 0 0 0 0,0 1-1 0 0,19 0 1 0 0,-15 1 570 0 0,0-1-480 0 0,70-6 416 0 0,1 3-1 0 0,103 7 1 0 0,-191-2-648 0 0,60 10-1192 0 0,-58-9 864 0 0,0-1 0 0 0,0 1 1 0 0,-1 1-1 0 0,1-1 0 0 0,-1 0 0 0 0,1 0 1 0 0,-1 1-1 0 0,1 0 0 0 0,-1-1 0 0 0,4 5 1 0 0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4:58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68 372 0 0,'-7'7'6345'0'0,"21"-6"-5903"0"0,-1 0-1 0 0,1-1 0 0 0,0 0 0 0 0,-1-1 1 0 0,1 0-1 0 0,24-6 0 0 0,7-1 85 0 0,313-28 715 0 0,-117 21-5391 0 0,-198 12 1339 0 0,-2-2 215 0 0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4:59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26 532 0 0,'5'-15'4528'0'0,"-5"14"-4330"0"0,0 1-1 0 0,0 0 1 0 0,0-1 0 0 0,0 1 0 0 0,0-1 0 0 0,0 1 0 0 0,1-1 0 0 0,-1 1 0 0 0,0 0 0 0 0,0-1 0 0 0,0 1 0 0 0,0 0-1 0 0,1-1 1 0 0,-1 1 0 0 0,0-1 0 0 0,0 1 0 0 0,1 0 0 0 0,-1-1 0 0 0,0 1 0 0 0,0 0 0 0 0,1 0 0 0 0,-1-1 0 0 0,0 1 0 0 0,1 0-1 0 0,-1 0 1 0 0,0-1 0 0 0,1 1 0 0 0,-1 0 0 0 0,1 0 0 0 0,-1 0 0 0 0,0 0 0 0 0,1 0 0 0 0,-1 0 0 0 0,1-1 0 0 0,-1 1 0 0 0,1 0-1 0 0,3 7 3 0 0,1-1-1 0 0,-1 1 0 0 0,-1 0 1 0 0,1 0-1 0 0,-1 0 0 0 0,-1 1 0 0 0,1-1 1 0 0,-1 1-1 0 0,-1-1 0 0 0,1 1 0 0 0,0 9 1 0 0,1 101 701 0 0,-3-73-567 0 0,0 21-414 0 0,-2-1 0 0 0,-19 104 0 0 0,-1-71-2759 0 0,-8-4-3461 0 0,16-59 2570 0 0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5:02.7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278 137 928 0 0,'-34'-28'2607'0'0,"0"2"1"0"0,-2 1-1 0 0,-56-30 1 0 0,91 55-2567 0 0,0-1 0 0 0,1 1 1 0 0,-1 0-1 0 0,1-1 0 0 0,-1 1 1 0 0,0 0-1 0 0,1 0 0 0 0,-1 0 1 0 0,1 0-1 0 0,-1-1 0 0 0,0 1 1 0 0,1 0-1 0 0,-1 0 0 0 0,0 0 1 0 0,1 0-1 0 0,-1 0 0 0 0,0 0 1 0 0,1 1-1 0 0,-1-1 0 0 0,0 0 1 0 0,1 0-1 0 0,-1 0 0 0 0,0 1 1 0 0,1-1-1 0 0,-1 0 0 0 0,1 1 1 0 0,-1-1-1 0 0,1 0 0 0 0,-1 1 1 0 0,1-1-1 0 0,-1 1 0 0 0,0 0 1 0 0,-11 25 342 0 0,5 31-203 0 0,12 37 155 0 0,19 113-1 0 0,-18-164-281 0 0,-4-31-55 0 0,21 188 285 0 0,-21-165-386 0 0,-2 0 1 0 0,-1 0-1 0 0,-9 59 1 0 0,7-83-106 0 0,0-1 0 0 0,0 0 0 0 0,-1 0 0 0 0,0 0 0 0 0,-1-1 1 0 0,-5 10-1 0 0,-18 16-2130 0 0,26-32 1632 0 0,-1-1 1 0 0,-1 1-1 0 0,1-1 1 0 0,0 1-1 0 0,-1-1 1 0 0,1 0-1 0 0,-7 2 1 0 0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5:03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1 896 48 0 0,'16'-24'2419'0'0,"3"7"-1836"0"0,0 0 0 0 0,1 2 0 0 0,0 0 0 0 0,2 1-1 0 0,36-18 1 0 0,-15 12-310 0 0,1 1-1 0 0,50-13 0 0 0,115-14-4053 0 0,-171 41 2093 0 0</inkml:trace>
  <inkml:trace contextRef="#ctx0" brushRef="#br0" timeOffset="1">1242 24 472 0 0,'-1'-2'292'0'0,"0"1"-1"0"0,0-1 1 0 0,0 0-1 0 0,0 1 0 0 0,0-1 1 0 0,0 0-1 0 0,0 1 1 0 0,-1-1-1 0 0,1 1 1 0 0,-1 0-1 0 0,1-1 1 0 0,-1 1-1 0 0,1 0 1 0 0,-4-2-1 0 0,4 3-235 0 0,0 1 0 0 0,-1-1-1 0 0,1 0 1 0 0,0 0-1 0 0,0 0 1 0 0,0 1 0 0 0,0-1-1 0 0,-1 0 1 0 0,1 1-1 0 0,0-1 1 0 0,0 1 0 0 0,0-1-1 0 0,0 1 1 0 0,0 0-1 0 0,0 0 1 0 0,0-1 0 0 0,0 1-1 0 0,1 0 1 0 0,-1 0-1 0 0,0 0 1 0 0,0 0 0 0 0,1 0-1 0 0,-1 0 1 0 0,0 0-1 0 0,0 1 1 0 0,-11 17 156 0 0,1 0 0 0 0,0 1 0 0 0,1 0 0 0 0,1 0 0 0 0,1 1 0 0 0,-5 24 1 0 0,3-7 50 0 0,2 1 0 0 0,-4 66 0 0 0,11-76-170 0 0,1 0 1 0 0,2 0-1 0 0,1-1 1 0 0,1 1-1 0 0,1 0 0 0 0,2-1 1 0 0,1 0-1 0 0,1 0 1 0 0,1-1-1 0 0,2-1 0 0 0,22 39 1 0 0,-11-27-8 0 0,2-1 0 0 0,2-2 0 0 0,1 0 1 0 0,2-2-1 0 0,1-1 0 0 0,66 51 0 0 0,-57-51-522 0 0,1 0-1072 0 0,-13-11-2988 0 0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5:05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42 216 256 0 0,'-3'-65'4739'0'0,"3"62"-4169"0"0,-2-12 543 0 0,0 9 2138 0 0,39 234-2560 0 0,-12-93-218 0 0,-22-86 540 0 0,-3-47-723 0 0,0-1 288 0 0,-3 4 2829 0 0,-12-37-3196 0 0,3-1-1 0 0,0 0 0 0 0,2 0 0 0 0,-8-49 0 0 0,3 17-112 0 0,10 43-166 0 0,1 0 1 0 0,1 0 0 0 0,1 0 0 0 0,1-1-1 0 0,3-29 1 0 0,-2 51 44 0 0,1 1 0 0 0,-1-1-1 0 0,1 0 1 0 0,-1 1 0 0 0,1-1-1 0 0,-1 0 1 0 0,1 1 0 0 0,0-1-1 0 0,-1 1 1 0 0,1-1 0 0 0,0 1-1 0 0,0-1 1 0 0,-1 1 0 0 0,1-1-1 0 0,0 1 1 0 0,0 0 0 0 0,0-1-1 0 0,0 1 1 0 0,0 0 0 0 0,-1 0-1 0 0,1 0 1 0 0,0 0 0 0 0,0 0-1 0 0,0 0 1 0 0,0 0 0 0 0,0 0-1 0 0,0 0 1 0 0,-1 0 0 0 0,1 0-1 0 0,0 0 1 0 0,0 1 0 0 0,0-1-1 0 0,0 0 1 0 0,1 1 0 0 0,23 6-216 0 0,2 6 56 0 0,-1 2 0 0 0,-1 0 0 0 0,-1 1-1 0 0,0 2 1 0 0,-1 0 0 0 0,-1 2-1 0 0,29 32 1 0 0,-10-13-155 0 0,-11-10 123 0 0,-6-4 5 0 0,2-2 0 0 0,39 29 1 0 0,-63-51 508 0 0,0-3-272 0 0,0-1 1 0 0,0 1 0 0 0,-1 0-1 0 0,1-1 1 0 0,0 1-1 0 0,-1-1 1 0 0,0 1-1 0 0,1-1 1 0 0,-1 0 0 0 0,0 1-1 0 0,0-1 1 0 0,-1 0-1 0 0,1 0 1 0 0,-1 0-1 0 0,1-4 1 0 0,0 2 57 0 0,9-48 485 0 0,5-106 1 0 0,-5 32-199 0 0,-10 116-588 0 0,1-14-193 0 0,-1 24 303 0 0,0 0-1 0 0,0 1 0 0 0,0-1 0 0 0,0 1 0 0 0,0-1 0 0 0,0 1 0 0 0,0-1 0 0 0,0 0 0 0 0,1 1 0 0 0,-1-1 0 0 0,0 1 0 0 0,0-1 0 0 0,0 1 0 0 0,1-1 0 0 0,-1 1 0 0 0,0-1 0 0 0,1 1 0 0 0,-1-1 1 0 0,0 1-1 0 0,1-1 0 0 0,-1 1 0 0 0,1 0 0 0 0,-1-1 0 0 0,1 1 0 0 0,-1 0 0 0 0,1-1 0 0 0,-1 1 0 0 0,1-1 0 0 0,2 2-481 0 0,0 0 0 0 0,0 0 0 0 0,0 0 0 0 0,0 0 0 0 0,0 0-1 0 0,0 1 1 0 0,0-1 0 0 0,-1 1 0 0 0,1 0 0 0 0,-1 0 0 0 0,5 4 0 0 0,3 4-2214 0 0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5:06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36 129 484 0 0,'0'3'7627'0'0,"5"23"-7550"0"0,53 202 1353 0 0,-41-164-1164 0 0,10 63 2416 0 0,-29-130-1006 0 0,-11-15-1106 0 0,0 0 0 0 0,-10-22 0 0 0,6 1-297 0 0,-4-10 49 0 0,-17-58 1 0 0,34 92-303 0 0,0-1 1 0 0,1 0-1 0 0,1 0 0 0 0,0-1 1 0 0,1 1-1 0 0,1 0 1 0 0,1-1-1 0 0,2-17 1 0 0,-1 27-89 0 0,0-1 1 0 0,1 1-1 0 0,0 0 1 0 0,0 0-1 0 0,1 0 1 0 0,-1 0-1 0 0,1 1 1 0 0,1-1-1 0 0,0 1 1 0 0,-1 0 0 0 0,2 0-1 0 0,-1 1 1 0 0,1 0-1 0 0,0 0 1 0 0,0 0-1 0 0,0 0 1 0 0,1 1-1 0 0,-1 0 1 0 0,1 1-1 0 0,12-6 1 0 0,-13 7-14 0 0,-1-1-1 0 0,1 1 1 0 0,0 1-1 0 0,0-1 1 0 0,0 1 0 0 0,0 0-1 0 0,0 0 1 0 0,1 0 0 0 0,-1 1-1 0 0,0 0 1 0 0,0 1-1 0 0,0-1 1 0 0,0 1 0 0 0,0 0-1 0 0,0 1 1 0 0,0-1 0 0 0,0 1-1 0 0,0 0 1 0 0,0 1 0 0 0,-1-1-1 0 0,1 1 1 0 0,-1 0-1 0 0,0 1 1 0 0,0-1 0 0 0,0 1-1 0 0,6 6 1 0 0,-9-9 49 0 0,-1 1-1 0 0,1 0 1 0 0,0 0 0 0 0,-1 0 0 0 0,0 0 0 0 0,1 0-1 0 0,-1 1 1 0 0,0-1 0 0 0,0 0 0 0 0,0 1-1 0 0,0-1 1 0 0,-1 0 0 0 0,1 1 0 0 0,-1-1-1 0 0,1 1 1 0 0,-1-1 0 0 0,0 1 0 0 0,0-1 0 0 0,0 1-1 0 0,0-1 1 0 0,-1 4 0 0 0,0-1 11 0 0,-1-1 0 0 0,0 0 0 0 0,0 0 0 0 0,0 0 0 0 0,0-1 1 0 0,0 1-1 0 0,-1 0 0 0 0,0-1 0 0 0,0 0 0 0 0,0 1 0 0 0,-4 3 0 0 0,-9 5 25 0 0,0 0 0 0 0,0-1-1 0 0,-1-1 1 0 0,-22 10-1 0 0,-55 17-1881 0 0,84-29-205 0 0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5:06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93 1120 0 0,'0'0'13389'0'0,"17"1"-12925"0"0,661-39 691 0 0,-615 31-1096 0 0,54-3 148 0 0,-115 10-89 0 0,-9-2-249 0 0,-150-33-309 0 0,155 34 412 0 0,2 1-5 0 0,-1 1 24 0 0,1-1 0 0 0,0 0 0 0 0,0 0 0 0 0,0 0 0 0 0,0 0 1 0 0,0 0-1 0 0,0 0 0 0 0,0 0 0 0 0,0 0 0 0 0,0 1 0 0 0,0-1 0 0 0,0 0 0 0 0,-1 0 1 0 0,1 0-1 0 0,0 0 0 0 0,0 0 0 0 0,0 0 0 0 0,0 0 0 0 0,0 0 0 0 0,0 0 0 0 0,0 0 0 0 0,-1 0 1 0 0,1 0-1 0 0,0 0 0 0 0,0 0 0 0 0,0 0 0 0 0,0 0 0 0 0,0 0 0 0 0,0 0 0 0 0,0 0 1 0 0,-1 0-1 0 0,1 0 0 0 0,0 0 0 0 0,0 0 0 0 0,0 0 0 0 0,0 0 0 0 0,0 0 0 0 0,0 0 0 0 0,0 0 1 0 0,-1 0-1 0 0,1 0 0 0 0,0 0 0 0 0,0 0 0 0 0,0-1 0 0 0,0 1 0 0 0,0 0 0 0 0,0 0 1 0 0,0 0-1 0 0,0 0 0 0 0,0 0 0 0 0,0 0 0 0 0,-1 0 0 0 0,1 0 0 0 0,0-1 0 0 0,0 1 0 0 0,0 0 1 0 0,0 0-1 0 0,0 0 0 0 0,0 0 0 0 0,0 0 0 0 0,0 0 0 0 0,0 0 0 0 0,0-1 0 0 0,2 7-14 0 0,0 0-1 0 0,0 0 1 0 0,-1 0 0 0 0,1 0-1 0 0,-2 0 1 0 0,1 0-1 0 0,-1 0 1 0 0,1 0-1 0 0,-2 1 1 0 0,1-1-1 0 0,-1 0 1 0 0,0 0-1 0 0,0 0 1 0 0,-1 0-1 0 0,1 0 1 0 0,-1 0 0 0 0,-1-1-1 0 0,1 1 1 0 0,-1 0-1 0 0,-6 8 1 0 0,-2 6-598 0 0,-1-1 0 0 0,-1-1 1 0 0,-27 31-1 0 0,26-34-1604 0 0,-1-1-1 0 0,-21 16 1 0 0,13-14-959 0 0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5:09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67 264 0 0,'0'0'2973'0'0,"2"6"-2567"0"0,13 65 1010 0 0,-2 0 0 0 0,3 94 0 0 0,-16-162-1370 0 0,1 8 611 0 0,-1 1 0 0 0,0-1 0 0 0,0 0 0 0 0,-2 0 1 0 0,-3 21-1 0 0,4-30-16 0 0,-22-15-105 0 0,14 6-394 0 0,0 0 0 0 0,1 0 0 0 0,0-1 0 0 0,1 0 0 0 0,0-1 0 0 0,0 1 0 0 0,-9-18 0 0 0,-33-71 276 0 0,35 67-294 0 0,11 22-108 0 0,-1 0 0 0 0,1 0 0 0 0,1 0-1 0 0,-1 0 1 0 0,1 0 0 0 0,1-1 0 0 0,-1 1-1 0 0,2 0 1 0 0,-1-1 0 0 0,1 1 0 0 0,0-1-1 0 0,1 1 1 0 0,2-13 0 0 0,-1 15-34 0 0,0 0 1 0 0,0 0-1 0 0,0 1 1 0 0,1-1 0 0 0,0 1-1 0 0,0-1 1 0 0,1 1-1 0 0,-1 0 1 0 0,1 0 0 0 0,0 1-1 0 0,0-1 1 0 0,1 1-1 0 0,-1 0 1 0 0,1 0-1 0 0,0 0 1 0 0,0 1 0 0 0,0 0-1 0 0,1 0 1 0 0,6-3-1 0 0,3 0-27 0 0,0 1 0 0 0,0 0 0 0 0,1 1 0 0 0,-1 1 0 0 0,1 0 0 0 0,0 2 0 0 0,0-1 0 0 0,0 2 0 0 0,0 0 0 0 0,-1 1-1 0 0,1 1 1 0 0,0 0 0 0 0,0 1 0 0 0,-1 0 0 0 0,26 10 0 0 0,-24-6 15 0 0,0 0 1 0 0,0 1-1 0 0,0 1 1 0 0,-1 0-1 0 0,-1 1 1 0 0,0 1-1 0 0,0 0 0 0 0,-1 1 1 0 0,0 1-1 0 0,-1 0 1 0 0,-1 1-1 0 0,0 0 0 0 0,13 20 1 0 0,-21-27 24 0 0,0 0 0 0 0,0 0-1 0 0,-1 1 1 0 0,1-1 0 0 0,-2 1 0 0 0,1 0 0 0 0,-1 0 0 0 0,0 0-1 0 0,-1 0 1 0 0,0 0 0 0 0,0 0 0 0 0,-1 0 0 0 0,0 1-1 0 0,0-1 1 0 0,-1 0 0 0 0,0 0 0 0 0,-1 0 0 0 0,-3 13 0 0 0,1-12 29 0 0,1 0 0 0 0,-2-1 1 0 0,1 0-1 0 0,-1 1 1 0 0,-1-2-1 0 0,0 1 1 0 0,0 0-1 0 0,0-1 1 0 0,-1 0-1 0 0,0-1 0 0 0,0 0 1 0 0,0 0-1 0 0,-1 0 1 0 0,0-1-1 0 0,-14 7 1 0 0,4-4 21 0 0,1 0 1 0 0,-2-1 0 0 0,1-1 0 0 0,0-1 0 0 0,-1-1 0 0 0,0 0 0 0 0,0-1 0 0 0,0-2-1 0 0,-21 1 1 0 0,-21-16-2880 0 0,59 14 2029 0 0,-4-7-4951 0 0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5:10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0 743 596 0 0,'0'0'863'0'0,"4"-1"-24"0"0,29-11 127 0 0,-2-2 0 0 0,0-1 1 0 0,-1-1-1 0 0,0-2 1 0 0,-1 0-1 0 0,-1-3 0 0 0,29-26 1 0 0,-55 46-911 0 0,-1 0 0 0 0,1 0 0 0 0,-1 0 0 0 0,0 0 0 0 0,1 0 0 0 0,-1-1 0 0 0,0 1 0 0 0,0 0 0 0 0,0-1 0 0 0,0 1 0 0 0,0 0 0 0 0,0-1 0 0 0,0 1 0 0 0,0-1 0 0 0,-1 0 0 0 0,1 1 0 0 0,0-1 0 0 0,-1 0 0 0 0,1 1 0 0 0,-1-1 0 0 0,0 0 0 0 0,0 1 0 0 0,0-1 0 0 0,0 0 0 0 0,0 0 0 0 0,0 1 0 0 0,0-1 0 0 0,0 0 0 0 0,-1 1 0 0 0,1-1 0 0 0,0 0 0 0 0,-1 1 0 0 0,0-1 0 0 0,1 0 0 0 0,-1 1 0 0 0,0-1 1 0 0,0 1-1 0 0,-1-3 0 0 0,0 3-36 0 0,0-1 1 0 0,0 1-1 0 0,-1 0 1 0 0,1 0-1 0 0,0-1 1 0 0,0 1-1 0 0,-1 1 1 0 0,1-1-1 0 0,-1 0 1 0 0,1 1-1 0 0,0-1 1 0 0,-1 1-1 0 0,1 0 1 0 0,-1-1 0 0 0,1 1-1 0 0,-1 0 1 0 0,1 1-1 0 0,-1-1 1 0 0,1 0-1 0 0,-1 1 1 0 0,1 0-1 0 0,-1-1 1 0 0,1 1-1 0 0,0 0 1 0 0,-1 0-1 0 0,1 0 1 0 0,-3 2 0 0 0,2-2-19 0 0,1 1 1 0 0,-1-1 0 0 0,0 0-1 0 0,1 1 1 0 0,-1 0 0 0 0,1 0-1 0 0,0-1 1 0 0,-1 1 0 0 0,1 1-1 0 0,0-1 1 0 0,0 0 0 0 0,0 0 0 0 0,1 1-1 0 0,-1-1 1 0 0,0 1 0 0 0,1 0-1 0 0,0-1 1 0 0,0 1 0 0 0,0 0-1 0 0,0 0 1 0 0,0 0 0 0 0,0 0 0 0 0,1 0-1 0 0,-1 0 1 0 0,1 0 0 0 0,0 0-1 0 0,0 0 1 0 0,0 0 0 0 0,0 0-1 0 0,0 0 1 0 0,1 0 0 0 0,-1 0 0 0 0,1 0-1 0 0,0-1 1 0 0,0 1 0 0 0,0 0-1 0 0,3 4 1 0 0,-1-1-24 0 0,1 0 0 0 0,0 0 1 0 0,0-1-1 0 0,1 0 0 0 0,0 1 0 0 0,0-1 1 0 0,0-1-1 0 0,0 1 0 0 0,1-1 0 0 0,0 0 0 0 0,0 0 1 0 0,0-1-1 0 0,0 0 0 0 0,0 0 0 0 0,13 4 0 0 0,-10-5 7 0 0,-1-1 0 0 0,1 0 0 0 0,-1 0-1 0 0,1-1 1 0 0,0 0 0 0 0,-1-1-1 0 0,1 0 1 0 0,-1 0 0 0 0,1-1 0 0 0,-1 0-1 0 0,1 0 1 0 0,-1-1 0 0 0,0 0-1 0 0,0-1 1 0 0,-1 1 0 0 0,1-2 0 0 0,-1 1-1 0 0,1-1 1 0 0,-1 0 0 0 0,7-7-1 0 0,0 0 10 0 0,1-1-1 0 0,-2-1 1 0 0,0-1-1 0 0,-1 0 1 0 0,0 0-1 0 0,-1-1 1 0 0,-1-1-1 0 0,9-18 0 0 0,-12 18 9 0 0,-1-1 0 0 0,0-1 0 0 0,-1 1 0 0 0,-1-1 0 0 0,-1 0 0 0 0,-1 0 0 0 0,-1 0 0 0 0,0-1 0 0 0,-1 1-1 0 0,-5-32 1 0 0,1 25 268 0 0,-1 0 0 0 0,-1 0-1 0 0,-1 1 1 0 0,-1 0 0 0 0,-1 0 0 0 0,-2 1-1 0 0,-18-32 1 0 0,16 37 661 0 0,13 19-924 0 0,0 0 0 0 0,0 0 0 0 0,0 0 1 0 0,0 0-1 0 0,0 0 0 0 0,0 0 1 0 0,0 0-1 0 0,0-1 0 0 0,0 1 0 0 0,0 0 1 0 0,-1 0-1 0 0,1 0 0 0 0,0 0 1 0 0,0 0-1 0 0,0 0 0 0 0,0 0 0 0 0,0 0 1 0 0,0 0-1 0 0,0 0 0 0 0,0 0 1 0 0,0 0-1 0 0,-1 0 0 0 0,1 0 0 0 0,0 0 1 0 0,0 0-1 0 0,0 0 0 0 0,0 0 1 0 0,0 0-1 0 0,0 0 0 0 0,0 0 0 0 0,-1 0 1 0 0,1 0-1 0 0,0 0 0 0 0,0 0 1 0 0,0 0-1 0 0,0 0 0 0 0,0 0 0 0 0,0 0 1 0 0,0 0-1 0 0,0 0 0 0 0,-1 0 1 0 0,1 0-1 0 0,0 0 0 0 0,0 0 0 0 0,0 0 1 0 0,0 0-1 0 0,0 1 0 0 0,0-1 1 0 0,0 0-1 0 0,0 0 0 0 0,0 0 0 0 0,0 0 1 0 0,0 0-1 0 0,0 0 0 0 0,0 0 1 0 0,0 0-1 0 0,0 0 0 0 0,0 1 0 0 0,0-1 1 0 0,-1 0-1 0 0,1 0 0 0 0,0 0 1 0 0,0 0-1 0 0,0 0 0 0 0,0 0 0 0 0,0 0 1 0 0,1 1-1 0 0,4 36 348 0 0,-1-15-394 0 0,11 42 150 0 0,3 0 0 0 0,41 97-1 0 0,-42-116-46 0 0,16 37 29 0 0,43 131 10 0 0,-63-176-1387 0 0,-6-20-1278 0 0,-2 0-4617 0 0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5:10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0 160 724 0 0,'8'-17'1938'0'0,"1"6"-1431"0"0,0 0 0 0 0,1 1-1 0 0,0 0 1 0 0,1 0 0 0 0,0 1-1 0 0,1 0 1 0 0,-1 1 0 0 0,2 0-1 0 0,-1 1 1 0 0,1 1-1 0 0,20-8 1 0 0,-16 8-434 0 0,0 0-1 0 0,0 1 1 0 0,0 1-1 0 0,1 1 1 0 0,26-3-1 0 0,46 10-5439 0 0,-70-2 3221 0 0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5:10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29 183 516 0 0,'-14'-41'12805'0'0,"58"185"-11527"0"0,3 4-358 0 0,-38-117 2293 0 0,-23-54-2993 0 0,1 0 0 0 0,1-1 0 0 0,0-1 0 0 0,2 0 0 0 0,1 0 0 0 0,-7-35 0 0 0,7 19-82 0 0,1-1 1 0 0,3 0-1 0 0,0-58 0 0 0,4 98-163 0 0,1 1 1 0 0,0-1-1 0 0,0 1 0 0 0,0-1 1 0 0,0 1-1 0 0,0-1 0 0 0,0 1 0 0 0,0-1 1 0 0,1 1-1 0 0,-1 0 0 0 0,0-1 0 0 0,1 1 1 0 0,0-1-1 0 0,-1 1 0 0 0,1 0 0 0 0,-1-1 1 0 0,1 1-1 0 0,0 0 0 0 0,0 0 0 0 0,0 0 1 0 0,0 0-1 0 0,0-1 0 0 0,1 0 0 0 0,0 2-6 0 0,0 0 0 0 0,0 0 0 0 0,0-1-1 0 0,0 1 1 0 0,0 0 0 0 0,0 1-1 0 0,-1-1 1 0 0,1 0 0 0 0,0 0 0 0 0,0 1-1 0 0,0-1 1 0 0,0 1 0 0 0,-1 0 0 0 0,1 0-1 0 0,0-1 1 0 0,0 1 0 0 0,1 2-1 0 0,31 18-179 0 0,-1 2-1 0 0,-1 2 0 0 0,-1 0 0 0 0,-1 3 1 0 0,43 49-1 0 0,-4-5-336 0 0,-10-10-38 0 0,40 35-821 0 0,-98-96 1426 0 0,-1 0 0 0 0,1 0 0 0 0,0-1-1 0 0,-1 1 1 0 0,1 0 0 0 0,0-1 0 0 0,-1 1-1 0 0,1-1 1 0 0,0 1 0 0 0,0-1-1 0 0,0 1 1 0 0,0-1 0 0 0,-1 1 0 0 0,1-1-1 0 0,0 0 1 0 0,0 0 0 0 0,0 1 0 0 0,0-1-1 0 0,0 0 1 0 0,0 0 0 0 0,2 0-1 0 0,-2-1 8 0 0,0-1 0 0 0,-1 1 0 0 0,1 0 0 0 0,0-1 0 0 0,0 1-1 0 0,-1 0 1 0 0,1-1 0 0 0,-1 1 0 0 0,1-1 0 0 0,-1 1 0 0 0,0-1-1 0 0,0 1 1 0 0,1-1 0 0 0,-1-2 0 0 0,13-166 751 0 0,-12 148-708 0 0,0 4-491 0 0,1 0 1 0 0,0 0-1 0 0,2 0 0 0 0,8-28 1 0 0,-11 45-417 0 0,4-4-688 0 0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5:11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0 76 0 0,'0'0'1707'0'0,"-3"5"-959"0"0,-2 3-484 0 0,1 0 1 0 0,1 0-1 0 0,-1 0 0 0 0,2 1 1 0 0,-1-1-1 0 0,1 1 0 0 0,0 0 1 0 0,1 0-1 0 0,0-1 0 0 0,0 1 1 0 0,1 0-1 0 0,0 0 0 0 0,1 0 1 0 0,0 0-1 0 0,0 0 0 0 0,1-1 1 0 0,0 1-1 0 0,1 0 0 0 0,0-1 1 0 0,0 0-1 0 0,1 1 0 0 0,-1-1 1 0 0,2-1-1 0 0,-1 1 0 0 0,1-1 1 0 0,1 1-1 0 0,-1-1 0 0 0,1-1 1 0 0,9 9-1 0 0,-15-15-197 0 0,1 0-1 0 0,-1 1 1 0 0,1-1-1 0 0,-1 0 1 0 0,1 0 0 0 0,-1 1-1 0 0,1-1 1 0 0,0 0 0 0 0,-1 0-1 0 0,1 0 1 0 0,-1 0-1 0 0,1 1 1 0 0,0-1 0 0 0,-1 0-1 0 0,1 0 1 0 0,0 0 0 0 0,-1-1-1 0 0,1 1 1 0 0,-1 0-1 0 0,1 0 1 0 0,0 0 0 0 0,-1 0-1 0 0,1 0 1 0 0,-1-1 0 0 0,1 1-1 0 0,0 0 1 0 0,-1-1-1 0 0,1 1 1 0 0,-1 0 0 0 0,1-1-1 0 0,-1 1 1 0 0,1-1 0 0 0,-1 1-1 0 0,0-1 1 0 0,1 1-1 0 0,-1-1 1 0 0,0 1 0 0 0,1-1-1 0 0,-1 1 1 0 0,0-1 0 0 0,1 1-1 0 0,-1-1 1 0 0,0 1-1 0 0,0-1 1 0 0,0 0 0 0 0,1 1-1 0 0,-1-2 1 0 0,8-29 815 0 0,-8 30-718 0 0,2-13 103 0 0,-1 0 1 0 0,0 1-1 0 0,-2-1 1 0 0,1 0-1 0 0,-2 0 1 0 0,0 0-1 0 0,0 1 1 0 0,-2-1 0 0 0,1 1-1 0 0,-9-20 1 0 0,11 32-342 0 0,1-1 0 0 0,0 1 0 0 0,-1 0 0 0 0,1 0 0 0 0,-1 0 0 0 0,1 0 0 0 0,-1 0 0 0 0,1 0 0 0 0,-1 1 0 0 0,0-1 0 0 0,1 0 0 0 0,-1 0 0 0 0,0 0 1 0 0,0 0-1 0 0,1 1 0 0 0,-1-1 0 0 0,0 0 0 0 0,0 1 0 0 0,0-1 0 0 0,0 1 0 0 0,0-1 0 0 0,0 1 0 0 0,0 0 0 0 0,0-1 0 0 0,0 1 0 0 0,0 0 0 0 0,0-1 0 0 0,-1 1 1 0 0,1 0-1 0 0,0 0 0 0 0,0 0 0 0 0,0 0 0 0 0,0 0 0 0 0,0 0 0 0 0,0 1 0 0 0,0-1 0 0 0,0 0 0 0 0,0 0 0 0 0,0 1 0 0 0,0-1 0 0 0,0 1 0 0 0,0-1 0 0 0,0 1 1 0 0,0-1-1 0 0,-2 2 0 0 0,-32 29-8608 0 0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5:11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47 964 0 0,'0'0'2998'0'0,"8"16"-1440"0"0,-4-7-1222 0 0,0 0 0 0 0,1 0 0 0 0,0 0 1 0 0,0-1-1 0 0,1 0 0 0 0,0 0 0 0 0,0 0 0 0 0,1-1 1 0 0,0 1-1 0 0,0-2 0 0 0,15 12 0 0 0,-20-18-215 0 0,0 1-1 0 0,-1-1 1 0 0,1 1-1 0 0,0-1 1 0 0,0 0-1 0 0,0 0 1 0 0,0 1 0 0 0,0-1-1 0 0,0-1 1 0 0,0 1-1 0 0,0 0 1 0 0,0 0-1 0 0,0-1 1 0 0,0 1-1 0 0,0-1 1 0 0,-1 0-1 0 0,1 1 1 0 0,0-1-1 0 0,0 0 1 0 0,-1 0 0 0 0,1 0-1 0 0,0 0 1 0 0,-1-1-1 0 0,1 1 1 0 0,-1 0-1 0 0,1-1 1 0 0,-1 1-1 0 0,2-3 1 0 0,0 0 40 0 0,-1-1 0 0 0,1 1 0 0 0,-1-1 0 0 0,0 1 0 0 0,0-1 0 0 0,0 0 0 0 0,-1 0 0 0 0,0 0 0 0 0,0 0 0 0 0,0 0 0 0 0,0 0 0 0 0,-1 0 0 0 0,0-5 0 0 0,0 0-97 0 0,-1-1 0 0 0,0 1 0 0 0,-1-1 0 0 0,0 1 1 0 0,-4-12-1 0 0,5 20-553 0 0,-9-2-2773 0 0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5:12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4 156 0 0,'9'7'5745'0'0,"9"19"-3991"0"0,12 28-319 0 0,-29-52-1321 0 0,-1-2-86 0 0,1 1 1 0 0,0-1 0 0 0,-1 0 0 0 0,1 1 0 0 0,0-1-1 0 0,-1 0 1 0 0,1 1 0 0 0,0-1 0 0 0,0 0 0 0 0,0 0 0 0 0,-1 0-1 0 0,1 0 1 0 0,0 0 0 0 0,0 0 0 0 0,-1 0 0 0 0,1 0 0 0 0,0 0-1 0 0,0 0 1 0 0,0-1 0 0 0,-1 1 0 0 0,1 0 0 0 0,0 0 0 0 0,0-1-1 0 0,-1 1 1 0 0,1 0 0 0 0,0-1 0 0 0,-1 1 0 0 0,1-1 0 0 0,-1 1-1 0 0,1-1 1 0 0,1 0 0 0 0,29-21 112 0 0,-25 17-2 0 0,22-18 48 0 0,-23 17-35 0 0,0 2 0 0 0,0-1 0 0 0,1 1-1 0 0,0-1 1 0 0,0 2 0 0 0,0-1 0 0 0,10-4 0 0 0,-15 8 22 0 0,2 0-163 0 0,-1 0 0 0 0,1 1-1 0 0,-1-1 1 0 0,1 1 0 0 0,-1-1-1 0 0,0 1 1 0 0,0 0-1 0 0,1 0 1 0 0,-1 0 0 0 0,0 1-1 0 0,0-1 1 0 0,0 0 0 0 0,0 1-1 0 0,0-1 1 0 0,0 1-1 0 0,0 0 1 0 0,-1 0 0 0 0,1 0-1 0 0,2 3 1 0 0,15 27-2877 0 0,-9-14-1675 0 0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5:14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9 224 0 0,'-13'-8'5397'0'0,"22"8"-776"0"0,11 6-2048 0 0,-1 3-3416 0 0,-1 4 934 0 0,-1 2 0 0 0,0 0-1 0 0,-1 1 1 0 0,-1 0 0 0 0,0 1 0 0 0,14 22 0 0 0,65 118 252 0 0,-75-116-258 0 0,-2 1 1 0 0,-2 1-1 0 0,-2 1 1 0 0,-2-1-1 0 0,11 91 1 0 0,-20-107 2 0 0,-1 0 0 0 0,-1 0 0 0 0,-1 1 0 0 0,-1-1 0 0 0,-2 0 0 0 0,-1-1 0 0 0,-1 1 0 0 0,-1-1 0 0 0,-1 0 0 0 0,-2-1 0 0 0,0 0 0 0 0,-2 0 0 0 0,0-1 0 0 0,-2-1 0 0 0,-23 32 0 0 0,5-13 110 0 0,-84 102 524 0 0,97-122-389 0 0,-2 0 0 0 0,-1-2 0 0 0,-1-1 0 0 0,-27 18 1 0 0,49-36-370 0 0,-1 0 1 0 0,1 0 0 0 0,0 0 0 0 0,-1 0 0 0 0,1 0 0 0 0,-1-1-1 0 0,1 1 1 0 0,-1 0 0 0 0,0-1 0 0 0,1 1 0 0 0,-1-1-1 0 0,1 0 1 0 0,-1 0 0 0 0,0 1 0 0 0,1-1 0 0 0,-1 0 0 0 0,0 0-1 0 0,1-1 1 0 0,-1 1 0 0 0,0 0 0 0 0,-2-1 0 0 0,-7-10-3410 0 0,7-7-3431 0 0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5:15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31 130 68 0 0,'-21'-20'4258'0'0,"11"10"1659"0"0,43-2-4973 0 0,293-45 928 0 0,-319 56-1879 0 0,62-11-314 0 0,1 3 1 0 0,121 0 0 0 0,-188 9 29 0 0,0 0-1 0 0,-1 1 1 0 0,1-1 0 0 0,0 1-1 0 0,-1-1 1 0 0,1 1 0 0 0,0 0-1 0 0,-1 0 1 0 0,1 0-1 0 0,-1 0 1 0 0,3 3 0 0 0,0-2-420 0 0,-4-2-83 0 0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5:15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9 872 0 0,'-8'-8'1960'0'0,"-1"7"5164"0"0,8 25-6797 0 0,1 0 1 0 0,1 0 0 0 0,2 1 0 0 0,0-2 0 0 0,9 35-1 0 0,3 23-297 0 0,-11-58-414 0 0,1 0 0 0 0,1-1 0 0 0,13 35 0 0 0,21 21-5522 0 0,-29-61 3368 0 0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5:16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219 198 288 0 0,'-4'-16'935'0'0,"-1"0"1"0"0,0 0-1 0 0,-1 1 0 0 0,0 0 1 0 0,-1 0-1 0 0,-1 0 0 0 0,-1 1 0 0 0,0 0 1 0 0,0 1-1 0 0,-1 0 0 0 0,-23-22 1 0 0,32 34-402 0 0,-24 23 56 0 0,14 2-469 0 0,2-1 1 0 0,0 1-1 0 0,2 1 1 0 0,1-1 0 0 0,1 1-1 0 0,1 0 1 0 0,1 0-1 0 0,0 33 1 0 0,4 23 306 0 0,13 101-1 0 0,5-31 18 0 0,12 137 200 0 0,-31-286-665 0 0,1 13 40 0 0,0 0 1 0 0,-1 0 0 0 0,-1 0-1 0 0,-3 18 1 0 0,4-29-354 0 0,-1 0 1 0 0,-1 0-1 0 0,1 0 1 0 0,-1 0-1 0 0,1 0 1 0 0,-1-1-1 0 0,0 1 1 0 0,0-1-1 0 0,-1 1 1 0 0,1-1-1 0 0,-1 0 1 0 0,1 0-1 0 0,-1 0 1 0 0,0 0-1 0 0,0 0 1 0 0,0-1-1 0 0,-1 1 1 0 0,1-1-1 0 0,-8 4 1 0 0,4-6-3116 0 0,-20-1 264 0 0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5:16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0 264 920 0 0,'9'-13'1084'0'0,"9"-4"-52"0"0,3 1-44 0 0,3-1-60 0 0,10-4-71 0 0,6 1-89 0 0,5-1-80 0 0,2 0-68 0 0,20-8-72 0 0,-13 9-152 0 0,16 0-240 0 0,-16 8-264 0 0,18-3-340 0 0,-20 9-960 0 0,-4-1-1521 0 0,-2-1 673 0 0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5:19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276 77 364 0 0,'0'-10'808'0'0,"-2"-30"2443"0"0,1 39-3106 0 0,1-1 0 0 0,0 1 0 0 0,0-1 0 0 0,-1 1 0 0 0,1 0 0 0 0,-1-1 0 0 0,1 1 0 0 0,-1 0 0 0 0,0 0 0 0 0,1 0 0 0 0,-1-1 0 0 0,0 1 0 0 0,0 0 0 0 0,0 0 0 0 0,0 0-1 0 0,0 0 1 0 0,0 0 0 0 0,0 0 0 0 0,0 1 0 0 0,0-1 0 0 0,0 0 0 0 0,-1 0 0 0 0,-1 0 0 0 0,2 1-98 0 0,-1 0 0 0 0,0 0 0 0 0,1 0 0 0 0,-1 0 0 0 0,0 1-1 0 0,0-1 1 0 0,1 0 0 0 0,-1 1 0 0 0,1 0 0 0 0,-1-1 0 0 0,0 1 0 0 0,1 0 0 0 0,-1-1 0 0 0,1 1-1 0 0,0 0 1 0 0,-1 0 0 0 0,1 0 0 0 0,-3 3 0 0 0,-21 22 292 0 0,1 7-166 0 0,1 1 0 0 0,2 0 0 0 0,1 2 0 0 0,2 0 0 0 0,2 1 0 0 0,1 1 0 0 0,2 0 0 0 0,1 1 0 0 0,2 0 0 0 0,2 1 0 0 0,2 0 0 0 0,-2 60 0 0 0,6-50-56 0 0,3-1 0 0 0,2 0 1 0 0,3 0-1 0 0,1 0 1 0 0,3-1-1 0 0,1 0 0 0 0,3-1 1 0 0,1 0-1 0 0,43 86 0 0 0,-35-92-49 0 0,1-1 0 0 0,1-1-1 0 0,32 36 1 0 0,12-6-2806 0 0,-57-62 786 0 0,-5-7-1575 0 0,4-3 935 0 0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5:19.6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6 163 168 0 0,'0'0'5258'0'0,"1"5"-4750"0"0,37 253 2979 0 0,-33-201-1474 0 0,-5-56-979 0 0,-3-5-828 0 0,-4-8-117 0 0,1 0 0 0 0,0-1-1 0 0,1 0 1 0 0,0 1-1 0 0,1-1 1 0 0,1-1-1 0 0,0 1 1 0 0,1-1-1 0 0,0 1 1 0 0,0-15-1 0 0,1-22 35 0 0,6-74-1 0 0,-2 107-93 0 0,0 0 0 0 0,1 0 0 0 0,8-23 0 0 0,2-6-49 0 0,-14 45 17 0 0,1 1 0 0 0,-1-1 0 0 0,0 1 0 0 0,0-1 0 0 0,1 1 0 0 0,-1-1 1 0 0,0 1-1 0 0,1-1 0 0 0,-1 1 0 0 0,1 0 0 0 0,-1-1 0 0 0,1 1 0 0 0,-1 0 1 0 0,0-1-1 0 0,1 1 0 0 0,-1 0 0 0 0,1 0 0 0 0,-1-1 0 0 0,1 1 0 0 0,0 0 1 0 0,-1 0-1 0 0,1 0 0 0 0,-1 0 0 0 0,1 0 0 0 0,-1-1 0 0 0,1 1 0 0 0,-1 0 1 0 0,1 0-1 0 0,-1 1 0 0 0,1-1 0 0 0,0 0 0 0 0,-1 0 0 0 0,1 0 0 0 0,-1 0 1 0 0,1 0-1 0 0,-1 1 0 0 0,1-1 0 0 0,-1 0 0 0 0,1 0 0 0 0,-1 1 0 0 0,1-1 0 0 0,20 13-23 0 0,149 139-87 0 0,6 6 89 0 0,-153-140 26 0 0,-7-4 27 0 0,1-1 0 0 0,27 15 1 0 0,-43-27 4 0 0,0 0 0 0 0,-1 0 0 0 0,1-1 0 0 0,0 1 0 0 0,0 0 0 0 0,0-1 0 0 0,0 1 1 0 0,0-1-1 0 0,0 1 0 0 0,0-1 0 0 0,0 1 0 0 0,0-1 0 0 0,0 0 0 0 0,1 0 0 0 0,-1 1 0 0 0,0-1 1 0 0,0 0-1 0 0,0 0 0 0 0,0 0 0 0 0,0 0 0 0 0,0 0 0 0 0,1 0 0 0 0,-1-1 0 0 0,0 1 1 0 0,0 0-1 0 0,0-1 0 0 0,0 1 0 0 0,0 0 0 0 0,0-1 0 0 0,0 1 0 0 0,0-1 0 0 0,0 0 0 0 0,0 1 1 0 0,0-1-1 0 0,0 0 0 0 0,0 0 0 0 0,-1 1 0 0 0,1-1 0 0 0,0 0 0 0 0,0 0 0 0 0,-1 0 1 0 0,1 0-1 0 0,-1 0 0 0 0,1 0 0 0 0,-1 0 0 0 0,1 0 0 0 0,-1 0 0 0 0,0 0 0 0 0,1 0 0 0 0,-1 0 1 0 0,0-2-1 0 0,6-17 215 0 0,-1 0-1 0 0,-2 0 1 0 0,0 0 0 0 0,0 0-1 0 0,-2-1 1 0 0,-1 1 0 0 0,-2-26 0 0 0,1-1 56 0 0,-10-103-532 0 0,11 147-344 0 0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5:20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57 391 692 0 0,'8'34'3112'0'0,"59"195"3737"0"0,-60-204-2077 0 0,-16-42-3759 0 0,-19-49-783 0 0,-20-103 515 0 0,43 144-674 0 0,1-1-1 0 0,1 0 0 0 0,1 0 0 0 0,3-45 0 0 0,-1 71-69 0 0,1-26 50 0 0,2 1 1 0 0,0 1 0 0 0,2-1 0 0 0,16-47 0 0 0,-20 67-76 0 0,1 0 1 0 0,0 1 0 0 0,0-1-1 0 0,0 1 1 0 0,1 0-1 0 0,0 0 1 0 0,0-1 0 0 0,0 2-1 0 0,0-1 1 0 0,0 0-1 0 0,1 1 1 0 0,0-1 0 0 0,0 1-1 0 0,0 0 1 0 0,0 0-1 0 0,0 1 1 0 0,0-1 0 0 0,1 1-1 0 0,-1 0 1 0 0,1 0-1 0 0,0 1 1 0 0,0-1 0 0 0,-1 1-1 0 0,1 0 1 0 0,0 0-1 0 0,0 1 1 0 0,0-1 0 0 0,0 1-1 0 0,0 0 1 0 0,0 0-1 0 0,0 1 1 0 0,7 1 0 0 0,-9-2-15 0 0,0 1 1 0 0,0 0 0 0 0,1-1 0 0 0,-1 1 0 0 0,0 1 0 0 0,0-1 0 0 0,0 0-1 0 0,0 1 1 0 0,-1-1 0 0 0,1 1 0 0 0,0 0 0 0 0,-1 0 0 0 0,1 0-1 0 0,-1 0 1 0 0,1 1 0 0 0,-1-1 0 0 0,0 0 0 0 0,0 1 0 0 0,0 0 0 0 0,0-1-1 0 0,-1 1 1 0 0,1 0 0 0 0,-1 0 0 0 0,1 0 0 0 0,-1 0 0 0 0,0 0 0 0 0,-1 1-1 0 0,1-1 1 0 0,1 6 0 0 0,-2-3 4 0 0,0-1-1 0 0,0 0 1 0 0,-1 0-1 0 0,1 0 1 0 0,-1 0-1 0 0,0 0 1 0 0,-1 0-1 0 0,1 0 1 0 0,-1 0 0 0 0,0 0-1 0 0,0 0 1 0 0,0-1-1 0 0,-1 1 1 0 0,1-1-1 0 0,-1 1 1 0 0,-1-1-1 0 0,1 0 1 0 0,-4 3-1 0 0,-17 14-287 0 0,-1-1 0 0 0,-1-2-1 0 0,-49 27 1 0 0,23-15-1747 0 0,29-11-428 0 0,12-4-2026 0 0,7-8 1636 0 0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5:20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80 448 0 0,'15'3'12748'0'0,"-6"-4"-12516"0"0,33-9 400 0 0,2 2 0 0 0,-1 1 0 0 0,86-1-1 0 0,-63 5-301 0 0,283-3 608 0 0,-248 7-559 0 0,-80-3-206 0 0,-25-3-102 0 0,-34-7-99 0 0,37 12 26 0 0,-97-19-134 0 0,96 18 132 0 0,1 1-17 0 0,1 0 0 0 0,-1 0 1 0 0,1-1-1 0 0,-1 1 0 0 0,1 0 0 0 0,-1 0 1 0 0,1 0-1 0 0,-1 0 0 0 0,1-1 1 0 0,-1 1-1 0 0,1 0 0 0 0,-1 0 1 0 0,1 0-1 0 0,-1 0 0 0 0,1 0 1 0 0,-1 1-1 0 0,1-1 0 0 0,-1 0 0 0 0,1 0 1 0 0,-1 0-1 0 0,1 0 0 0 0,-1 0 1 0 0,1 1-1 0 0,0-1 0 0 0,-2 1 1 0 0,12 46-146 0 0,-8-42 158 0 0,0 0 1 0 0,-1 0 0 0 0,0 0-1 0 0,1 0 1 0 0,-1 0 0 0 0,-1 0-1 0 0,1 1 1 0 0,-1-1-1 0 0,0 0 1 0 0,0 0 0 0 0,-1 1-1 0 0,0-1 1 0 0,0 0 0 0 0,0 0-1 0 0,0 0 1 0 0,-1 0-1 0 0,1 0 1 0 0,-1 0 0 0 0,-1 0-1 0 0,1 0 1 0 0,-1-1 0 0 0,0 1-1 0 0,-4 5 1 0 0,-11 8-492 0 0,0-1 0 0 0,-1-1 0 0 0,-1 0 0 0 0,-28 17 0 0 0,-42 17-4239 0 0,61-37 1119 0 0,3-4 276 0 0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5:23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34 416 0 0,'1'-20'5442'0'0,"-4"26"-2903"0"0,-8 48-2213 0 0,-4 15 175 0 0,-8 31 131 0 0,13-53-214 0 0,-16 47 1 0 0,23-86-124 0 0,3-6-220 0 0,0-1 0 0 0,-1 0 0 0 0,1 1 1 0 0,0-1-1 0 0,-1 0 0 0 0,1 0 0 0 0,-1 1 1 0 0,0-1-1 0 0,1 0 0 0 0,-1 0 0 0 0,0 0 0 0 0,0 0 1 0 0,0 0-1 0 0,1 0 0 0 0,-1 0 0 0 0,0 0 1 0 0,-2 1-1 0 0,2-2 626 0 0,-12-22-337 0 0,11 15-305 0 0,-1-1 0 0 0,2 1 0 0 0,-1-1 0 0 0,1 1 0 0 0,0-1 0 0 0,1 0 0 0 0,-1 1 0 0 0,1-1 0 0 0,2-8 0 0 0,13-72 239 0 0,-11 68-243 0 0,-3 17-51 0 0,22-93 168 0 0,-20 86-168 0 0,1 0-1 0 0,0-1 0 0 0,0 2 1 0 0,1-1-1 0 0,0 0 1 0 0,13-16-1 0 0,-16 25-25 0 0,-1-1 1 0 0,1 1-1 0 0,0 0 1 0 0,0-1-1 0 0,0 1 1 0 0,0 0-1 0 0,0 0 1 0 0,0 0-1 0 0,0 0 1 0 0,0 1-1 0 0,0-1 1 0 0,0 0-1 0 0,0 1 1 0 0,0 0-1 0 0,1-1 0 0 0,-1 1 1 0 0,0 0-1 0 0,0 0 1 0 0,0 0-1 0 0,1 0 1 0 0,-1 1-1 0 0,0-1 1 0 0,0 1-1 0 0,0-1 1 0 0,0 1-1 0 0,1 0 1 0 0,-1 0-1 0 0,0 0 1 0 0,0 0-1 0 0,-1 0 1 0 0,1 0-1 0 0,0 0 0 0 0,3 3 1 0 0,8 6-35 0 0,1 0 0 0 0,-2 1 0 0 0,17 18 0 0 0,-17-17-2 0 0,62 64-109 0 0,-34-34 84 0 0,1-2 0 0 0,1-2 1 0 0,72 50-1 0 0,-79-70 43 0 0,15 11 177 0 0,-49-29-117 0 0,-1 1 0 0 0,1-1 1 0 0,0 1-1 0 0,-1-1 1 0 0,1 1-1 0 0,0-1 1 0 0,0 0-1 0 0,0 1 1 0 0,-1-1-1 0 0,1 0 1 0 0,0 0-1 0 0,0 0 1 0 0,0 0-1 0 0,-1 1 1 0 0,1-1-1 0 0,0 0 1 0 0,0-1-1 0 0,0 1 1 0 0,0 0-1 0 0,0 0 1 0 0,-1 0-1 0 0,1 0 1 0 0,0-1-1 0 0,0 1 0 0 0,0 0 1 0 0,-1-1-1 0 0,1 1 1 0 0,0 0-1 0 0,-1-1 1 0 0,1 1-1 0 0,0-1 1 0 0,-1 0-1 0 0,1 1 1 0 0,0-1-1 0 0,-1 1 1 0 0,1-1-1 0 0,-1 0 1 0 0,1 1-1 0 0,-1-1 1 0 0,1 0-1 0 0,-1 0 1 0 0,1-1-1 0 0,13-33 635 0 0,-11 11-395 0 0,-2 0 0 0 0,0 0 1 0 0,-2-1-1 0 0,-4-30 0 0 0,2 30-230 0 0,1-1 0 0 0,2 1 0 0 0,3-42 0 0 0,-3 60-641 0 0,2-19-389 0 0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5:23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36 112 0 0,'0'0'949'0'0,"-15"1"2903"0"0,11 4-3630 0 0,-1 2 0 0 0,1-1-1 0 0,1 0 1 0 0,-1 1 0 0 0,1 0 0 0 0,0 0-1 0 0,1 0 1 0 0,0 0 0 0 0,0 0 0 0 0,0 0-1 0 0,1 0 1 0 0,0 1 0 0 0,1-1 0 0 0,-1 1-1 0 0,1-1 1 0 0,1 0 0 0 0,-1 1 0 0 0,3 10-1 0 0,-1-9-91 0 0,0 0-1 0 0,0 0 0 0 0,1 1 0 0 0,0-1 1 0 0,1-1-1 0 0,0 1 0 0 0,0 0 0 0 0,1-1 1 0 0,0 0-1 0 0,0 0 0 0 0,1-1 0 0 0,0 1 1 0 0,1-1-1 0 0,9 9 0 0 0,-14-15 164 0 0,0-1-187 0 0,0 0-1 0 0,0 0 0 0 0,0-1 0 0 0,0 1 1 0 0,0 0-1 0 0,0-1 0 0 0,0 1 0 0 0,0-1 1 0 0,0 0-1 0 0,0 1 0 0 0,0-1 0 0 0,0 0 1 0 0,-1 0-1 0 0,1 0 0 0 0,0-1 1 0 0,0 1-1 0 0,-1 0 0 0 0,1-1 0 0 0,-1 1 1 0 0,1-1-1 0 0,-1 1 0 0 0,2-3 0 0 0,-1 0 31 0 0,0-1-1 0 0,0 1 0 0 0,-1 0 0 0 0,1-1 0 0 0,-1 1 1 0 0,0-1-1 0 0,0 1 0 0 0,-1-1 0 0 0,1-8 1 0 0,-2-8 199 0 0,0-1 1 0 0,-2 1 0 0 0,-6-30 0 0 0,7 45-224 0 0,-2-8-41 0 0,0 0 0 0 0,-1 0-1 0 0,-1 1 1 0 0,0 0 0 0 0,-1 0 0 0 0,-14-19 0 0 0,21 31-151 0 0,-1 1-1 0 0,1 0 1 0 0,-1-1-1 0 0,0 1 1 0 0,1-1 0 0 0,-1 1-1 0 0,1 0 1 0 0,-1-1-1 0 0,0 1 1 0 0,1 0 0 0 0,-1 0-1 0 0,1-1 1 0 0,-1 1 0 0 0,0 0-1 0 0,1 0 1 0 0,-1 0-1 0 0,0 0 1 0 0,0 0 0 0 0,1 0-1 0 0,-1 0 1 0 0,0 0-1 0 0,1 0 1 0 0,-1 0 0 0 0,0 0-1 0 0,1 1 1 0 0,-1-1 0 0 0,1 0-1 0 0,-1 0 1 0 0,0 1-1 0 0,1-1 1 0 0,-1 0 0 0 0,1 1-1 0 0,-1-1 1 0 0,0 0-1 0 0,1 1 1 0 0,-1 0 0 0 0,-1 1-145 0 0,0-1 0 0 0,1 0 0 0 0,-1 0 0 0 0,1 1 1 0 0,0-1-1 0 0,-1 1 0 0 0,1 0 0 0 0,0-1 0 0 0,0 1 0 0 0,0 0 1 0 0,0 0-1 0 0,0-1 0 0 0,0 5 0 0 0,-7 26-5200 0 0,7-18 2309 0 0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5:23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1 112 300 0 0,'0'0'213'0'0,"0"-1"-1"0"0,0 1 1 0 0,1-1-1 0 0,-1 0 1 0 0,0 1-1 0 0,0-1 1 0 0,1 1 0 0 0,-1-1-1 0 0,0 1 1 0 0,1-1-1 0 0,-1 1 1 0 0,1-1 0 0 0,-1 1-1 0 0,0-1 1 0 0,1 1-1 0 0,-1-1 1 0 0,1 1-1 0 0,-1 0 1 0 0,1-1 0 0 0,-1 1-1 0 0,1 0 1 0 0,0 0-1 0 0,-1-1 1 0 0,1 1-1 0 0,-1 0 1 0 0,1 0 0 0 0,0 0-1 0 0,-1 0 1 0 0,1 0-1 0 0,-1-1 1 0 0,1 1-1 0 0,0 0 1 0 0,-1 1 0 0 0,1-1-1 0 0,0 0 1 0 0,-1 0-1 0 0,2 0 1 0 0,11 27 1928 0 0,-12-25-2276 0 0,5 12 380 0 0,1 0-1 0 0,1 0 0 0 0,0 0 0 0 0,0-1 0 0 0,21 24 1 0 0,-23-30-132 0 0,-1-1 0 0 0,1 0 0 0 0,0-1 0 0 0,1 1 1 0 0,-1-1-1 0 0,1-1 0 0 0,0 1 0 0 0,0-1 0 0 0,1 0 1 0 0,-1-1-1 0 0,1 1 0 0 0,15 3 0 0 0,-21-7 201 0 0,17-10 493 0 0,-16 9-716 0 0,-1 0 0 0 0,1 0-1 0 0,-1 0 1 0 0,1 0 0 0 0,-1 0 0 0 0,0-1 0 0 0,0 1 0 0 0,0-1 0 0 0,1 1 0 0 0,-2-1 0 0 0,3-2 0 0 0,1-3 113 0 0,0 0 1 0 0,-1 0-1 0 0,0-1 1 0 0,0 0-1 0 0,-1 0 1 0 0,0 0-1 0 0,0 0 1 0 0,-1 0-1 0 0,0 0 1 0 0,-1-1-1 0 0,1-8 1 0 0,1-19 355 0 0,-3-46 0 0 0,-1 41-464 0 0,1 39-459 0 0,-2-5-18 0 0,1 4-606 0 0,-1 17-5599 0 0,0 2 5524 0 0,2 0-2914 0 0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5:24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27 324 0 0,'0'-1'184'0'0,"0"0"0"0"0,0 1 1 0 0,1-1-1 0 0,-1 0 0 0 0,0 0 0 0 0,0 1 1 0 0,0-1-1 0 0,1 0 0 0 0,-1 1 0 0 0,0-1 0 0 0,1 0 1 0 0,-1 1-1 0 0,1-1 0 0 0,-1 0 0 0 0,1 1 0 0 0,-1-1 1 0 0,1 1-1 0 0,-1-1 0 0 0,1 1 0 0 0,-1-1 1 0 0,1 1-1 0 0,0 0 0 0 0,-1-1 0 0 0,1 1 0 0 0,0-1 1 0 0,-1 1-1 0 0,1 0 0 0 0,0 0 0 0 0,0 0 0 0 0,-1-1 1 0 0,1 1-1 0 0,0 0 0 0 0,0 0 0 0 0,0 0 1 0 0,1 1-31 0 0,0-1 0 0 0,0 1 0 0 0,0 0 0 0 0,0 0 0 0 0,-1 0 0 0 0,1 0 0 0 0,0 1 0 0 0,0-1 0 0 0,-1 0 0 0 0,1 1 0 0 0,-1-1 0 0 0,3 3 1 0 0,0 2-48 0 0,0-1 1 0 0,0 1-1 0 0,0-1 1 0 0,-1 1-1 0 0,1 0 1 0 0,-1 1-1 0 0,-1-1 1 0 0,3 8-1 0 0,15 63 3979 0 0,-17-82-3859 0 0,21-27 161 0 0,-14 17-257 0 0,0 0 1 0 0,1 1-1 0 0,1 1 0 0 0,0-1 1 0 0,0 2-1 0 0,2 0 1 0 0,26-19-1 0 0,-38 31-132 0 0,-1-1 1 0 0,0 1-1 0 0,1 0 1 0 0,-1 0-1 0 0,0 0 0 0 0,1 0 1 0 0,-1 0-1 0 0,1 0 0 0 0,-1 0 1 0 0,0 0-1 0 0,1 1 0 0 0,-1-1 1 0 0,0 0-1 0 0,1 1 1 0 0,-1-1-1 0 0,0 1 0 0 0,0 0 1 0 0,1-1-1 0 0,-1 1 0 0 0,0 0 1 0 0,0 0-1 0 0,0 0 0 0 0,0-1 1 0 0,0 1-1 0 0,0 0 1 0 0,0 0-1 0 0,0 1 0 0 0,0-1 1 0 0,-1 0-1 0 0,1 0 0 0 0,0 0 1 0 0,0 3-1 0 0,25 45-40 0 0,-24-43 38 0 0,4 10-104 0 0,0 1 0 0 0,5 25-1 0 0,-2-2-2187 0 0,5-4-4907 0 0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5:24.8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291 0 540 0 0,'0'0'1694'0'0,"6"2"-890"0"0,9 4-433 0 0,0 1 0 0 0,0 0 1 0 0,0 1-1 0 0,-1 0 0 0 0,-1 2 1 0 0,1-1-1 0 0,-1 2 0 0 0,14 14 1 0 0,-3-1 127 0 0,-2 0 0 0 0,-1 1 0 0 0,27 42 0 0 0,-34-42-286 0 0,0 0 0 0 0,-2 1 1 0 0,0 0-1 0 0,-2 1 0 0 0,-1 0 0 0 0,-2 1 0 0 0,0 0 1 0 0,-2 0-1 0 0,-1 1 0 0 0,-1-1 0 0 0,-2 1 0 0 0,0 0 0 0 0,-2-1 1 0 0,-6 35-1 0 0,2-21 59 0 0,-3 1 0 0 0,-1-2-1 0 0,-2 1 1 0 0,-1-2 0 0 0,-3 0 0 0 0,-1 0 0 0 0,-2-1 0 0 0,-2-1 0 0 0,-1-1 0 0 0,-2-1 0 0 0,-1-1 0 0 0,-2-1 0 0 0,-2-1 0 0 0,0-2 0 0 0,-2-1-1 0 0,-2-1 1 0 0,-1-1 0 0 0,-49 31 0 0 0,32-28-85 0 0,-85 38 0 0 0,134-69-787 0 0,-3 2 70 0 0,-9 8-9103 0 0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5:27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10 134 832 0 0,'0'-1'287'0'0,"-1"1"0"0"0,0-1 0 0 0,1 1 0 0 0,-1-1 0 0 0,0 1 0 0 0,1-1 0 0 0,-1 0 0 0 0,1 1 0 0 0,-1-1 0 0 0,1 0-1 0 0,-1 0 1 0 0,1 1 0 0 0,0-1 0 0 0,-1 0 0 0 0,1 0 0 0 0,0 1 0 0 0,-1-1 0 0 0,1 0 0 0 0,0 0 0 0 0,0 0 0 0 0,0 0 0 0 0,0 1 0 0 0,0-1 0 0 0,0 0 0 0 0,0 0 0 0 0,0 0 0 0 0,0 0 0 0 0,0 0 0 0 0,1 1-1 0 0,-1-2 1 0 0,27-3 427 0 0,-4 3-390 0 0,186-22 719 0 0,207-32 172 0 0,-320 36-1295 0 0,-93 19-165 0 0,4-1 356 0 0,-3 3-2205 0 0,-24 25-6849 0 0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5:27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43 236 0 0,'-38'-37'6784'0'0,"37"35"-6103"0"0,1 2-641 0 0,0 0 0 0 0,0 0-1 0 0,0 0 1 0 0,0 0-1 0 0,0-1 1 0 0,0 1 0 0 0,0 0-1 0 0,0 0 1 0 0,0 0-1 0 0,0 0 1 0 0,0 0 0 0 0,0-1-1 0 0,0 1 1 0 0,0 0-1 0 0,0 0 1 0 0,-1 0 0 0 0,1 0-1 0 0,0 0 1 0 0,0 0-1 0 0,0-1 1 0 0,0 1 0 0 0,0 0-1 0 0,0 0 1 0 0,0 0-1 0 0,-1 0 1 0 0,1 0 0 0 0,0 0-1 0 0,0 0 1 0 0,0 0-1 0 0,0 0 1 0 0,0 0 0 0 0,-1 0-1 0 0,1 0 1 0 0,0 0-1 0 0,0 0 1 0 0,0 0 0 0 0,0 0-1 0 0,-1 0 1 0 0,1 0 0 0 0,0 0-1 0 0,0 0 1 0 0,0 0-1 0 0,0 0 1 0 0,0 0 0 0 0,-1 0-1 0 0,1 0 1 0 0,0 0-1 0 0,0 0 1 0 0,0 0 0 0 0,0 0-1 0 0,0 0 1 0 0,-1 0-1 0 0,1 0 1 0 0,0 0 0 0 0,0 1-1 0 0,0-1 1 0 0,0 0-1 0 0,0 0 1 0 0,0 0 0 0 0,0 0-1 0 0,0 0 1 0 0,0 0-1 0 0,-1 1 1 0 0,1-1 0 0 0,0 0-1 0 0,0 0 1 0 0,0 0-1 0 0,0 0 1 0 0,0 1 0 0 0,13 165 1814 0 0,7 50-2614 0 0,-18-203 324 0 0,0-1 1 0 0,1 1 0 0 0,9 23 0 0 0,-10-32 43 0 0,0 0 0 0 0,0 0 0 0 0,1 0 0 0 0,-1-1 1 0 0,1 1-1 0 0,-1 0 0 0 0,1-1 0 0 0,1 0 0 0 0,-1 0 1 0 0,0 0-1 0 0,1 0 0 0 0,-1 0 0 0 0,1 0 0 0 0,7 3 1 0 0,5 1-1831 0 0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5:27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365 193 8049 0 0,'1'-8'35'0'0,"-1"0"0"0"0,0-1 1 0 0,-1 1-1 0 0,0 0 0 0 0,0-1 0 0 0,-1 1 1 0 0,0 0-1 0 0,-1 0 0 0 0,1 0 1 0 0,-1 1-1 0 0,-1-1 0 0 0,0 1 1 0 0,0-1-1 0 0,0 1 0 0 0,-11-13 0 0 0,10 15 97 0 0,-1-1-1 0 0,1 1 1 0 0,-1 0-1 0 0,-1 0 1 0 0,1 0-1 0 0,-1 1 1 0 0,1 0-1 0 0,-1 0 1 0 0,0 1-1 0 0,-13-5 1 0 0,18 8-115 0 0,0 0 0 0 0,0 0 0 0 0,1 1 0 0 0,-1-1 0 0 0,0 0 0 0 0,1 1 1 0 0,-1-1-1 0 0,0 1 0 0 0,1-1 0 0 0,-1 1 0 0 0,1 0 0 0 0,-1 0 0 0 0,1 0 1 0 0,-1 0-1 0 0,1 0 0 0 0,-1 0 0 0 0,1 0 0 0 0,-1 1 0 0 0,-23 24 154 0 0,15-13-94 0 0,1 1 0 0 0,0 1 0 0 0,1 0 0 0 0,1 0 0 0 0,0 0 0 0 0,1 1-1 0 0,1 0 1 0 0,1 0 0 0 0,-5 28 0 0 0,3 0 102 0 0,1 1-1 0 0,3 63 1 0 0,29 234 535 0 0,-2-54-238 0 0,-24-262-411 0 0,-2 0 1 0 0,-1 0-1 0 0,-5 26 0 0 0,6-42-154 0 0,-1 0 1 0 0,-1 0-1 0 0,0 0 0 0 0,0 0 0 0 0,-1-1 1 0 0,0 1-1 0 0,0-1 0 0 0,-1 0 0 0 0,-1-1 1 0 0,-7 12-1 0 0,5-12-421 0 0,0-1 0 0 0,0 1 0 0 0,0-1 0 0 0,-12 7 0 0 0,18-12 28 0 0,-1-1 1 0 0,0 1-1 0 0,0-1 0 0 0,0 0 1 0 0,0 0-1 0 0,0 0 0 0 0,0 0 1 0 0,-1 0-1 0 0,1-1 0 0 0,-4 1 1 0 0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5:28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0 135 444 0 0,'11'-10'632'0'0,"2"0"-44"0"0,6-1-48 0 0,7 1-76 0 0,1 0-56 0 0,11-3-40 0 0,4 5-76 0 0,5-1-104 0 0,0 2-108 0 0,8-1-104 0 0,-2-1-116 0 0,1 2-112 0 0,4 0-348 0 0,-9 0-648 0 0,6-2 288 0 0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5:28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13 232 0 0,'0'0'62'0'0,"0"-1"0"0"0,0 1 0 0 0,0-1 0 0 0,0 1 0 0 0,0-1 1 0 0,0 1-1 0 0,0-1 0 0 0,-1 1 0 0 0,1-1 0 0 0,0 1 0 0 0,0-1 0 0 0,0 1 0 0 0,-1 0 0 0 0,1-1 0 0 0,0 1 0 0 0,0-1 1 0 0,-1 1-1 0 0,1 0 0 0 0,0-1 0 0 0,-1 1 0 0 0,1 0 0 0 0,-1-1 0 0 0,1 1 0 0 0,0 0 0 0 0,-1-1 0 0 0,1 1 0 0 0,-1 0 1 0 0,1 0-1 0 0,-1 0 0 0 0,1-1 0 0 0,-1 1 0 0 0,1 0 0 0 0,-1 0 0 0 0,1 0 0 0 0,-1 0 0 0 0,1 0 0 0 0,-1 0 0 0 0,1 0 0 0 0,-1 0 1 0 0,1 0-1 0 0,-1 0 0 0 0,1 0 0 0 0,-1 0 0 0 0,1 0 0 0 0,-1 1 0 0 0,1-1 0 0 0,0 0 0 0 0,-1 0 0 0 0,1 0 0 0 0,-1 1 1 0 0,1-1-1 0 0,-1 0 0 0 0,1 1 0 0 0,0-1 0 0 0,-1 0 0 0 0,1 1 0 0 0,0-1 0 0 0,-1 0 0 0 0,1 1 0 0 0,0-1 0 0 0,-1 1 1 0 0,1-1-1 0 0,0 1 0 0 0,0-1 0 0 0,0 0 0 0 0,-1 2 0 0 0,-18 40 460 0 0,14-31-200 0 0,-35 84 350 0 0,4 2 0 0 0,5 1 0 0 0,3 2-1 0 0,5 0 1 0 0,-19 202 0 0 0,41-262-629 0 0,2 0 1 0 0,1 1-1 0 0,2-1 1 0 0,2-1-1 0 0,1 1 1 0 0,2-1-1 0 0,2-1 1 0 0,2 1-1 0 0,1-2 1 0 0,2 0-1 0 0,1-1 1 0 0,2 0-1 0 0,1-2 1 0 0,2 0-1 0 0,2-2 1 0 0,1 0-1 0 0,1-2 1 0 0,1 0-1 0 0,40 31 1 0 0,-19-27-1581 0 0,-13-16-2612 0 0,-17-12 1642 0 0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5:30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98 352 0 0,'-10'-36'5921'0'0,"10"34"-5125"0"0,-8-1 3313 0 0,-3 71-3524 0 0,3 1-1 0 0,3-1 1 0 0,4 83 0 0 0,1-122-407 0 0,-1-9 2623 0 0,0-41-2185 0 0,0-45-459 0 0,14-292-412 0 0,-8 342-666 0 0,7 19 445 0 0,11 23 173 0 0,7 16 80 0 0,25 40-316 0 0,4-3 0 0 0,128 132 1 0 0,-137-162 265 0 0,-48-48 348 0 0,-1-2-56 0 0,1 1 1 0 0,0-1 0 0 0,-1 1 0 0 0,1-1-1 0 0,-1 0 1 0 0,1 0 0 0 0,-1 1 0 0 0,0-1-1 0 0,1 0 1 0 0,-1-1 0 0 0,0 1 0 0 0,0 0-1 0 0,1 0 1 0 0,-1 0 0 0 0,0-1 0 0 0,0 1-1 0 0,-1-1 1 0 0,1 1 0 0 0,0 0 0 0 0,0-1-1 0 0,-1 0 1 0 0,1 1 0 0 0,-1-1 0 0 0,1 1-1 0 0,-1-1 1 0 0,1-2 0 0 0,9-53 364 0 0,-9 46-320 0 0,8-71 398 0 0,-4-97 1 0 0,-6 170-630 0 0,0-6-679 0 0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5:30.9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47 342 432 0 0,'3'9'906'0'0,"0"1"0"0"0,-1-1 0 0 0,0 1-1 0 0,0 0 1 0 0,0 18 0 0 0,-1-23-666 0 0,21 135 2466 0 0,-12-88-1353 0 0,-10-51-1032 0 0,1 8-50 0 0,-1-9-208 0 0,0 0-1 0 0,0 0 1 0 0,0 0-1 0 0,0 0 1 0 0,-1 0 0 0 0,1 0-1 0 0,0-1 1 0 0,0 1-1 0 0,0 0 1 0 0,0 0-1 0 0,0 0 1 0 0,0 0 0 0 0,0 0-1 0 0,-1 0 1 0 0,1 0-1 0 0,0 0 1 0 0,0 0 0 0 0,0 0-1 0 0,0 0 1 0 0,0 0-1 0 0,0 0 1 0 0,-1 0 0 0 0,1 0-1 0 0,0 0 1 0 0,0 0-1 0 0,0 0 1 0 0,0 0-1 0 0,0 0 1 0 0,0 0 0 0 0,-1 0-1 0 0,1 0 1 0 0,0 1-1 0 0,0-1 1 0 0,0 0 0 0 0,0 0-1 0 0,0 0 1 0 0,0 0-1 0 0,0 0 1 0 0,-1 0-1 0 0,1 0 1 0 0,0 0 0 0 0,0 0-1 0 0,0 1 1 0 0,0-1-1 0 0,0 0 1 0 0,0 0 0 0 0,0 0-1 0 0,0 0 1 0 0,0 0-1 0 0,0 0 1 0 0,0 0-1 0 0,0 1 1 0 0,0-1 0 0 0,0 0-1 0 0,0 0 1 0 0,0 0-1 0 0,0 0 1 0 0,0 0 0 0 0,0 0-1 0 0,0 1 1 0 0,0-1-1 0 0,0 0 1 0 0,0 0-1 0 0,0 0 1 0 0,0 0 0 0 0,-7-9 97 0 0,0 0 1 0 0,1 0-1 0 0,0-1 1 0 0,0 0 0 0 0,1 0-1 0 0,0-1 1 0 0,1 0-1 0 0,0 0 1 0 0,-2-11 0 0 0,-4-17 184 0 0,-7-58 1 0 0,14 68-246 0 0,1-1 0 0 0,1 1 0 0 0,1 0 0 0 0,2 0 0 0 0,7-40 0 0 0,-8 60-130 0 0,1 1 0 0 0,0-1 0 0 0,0 1-1 0 0,1 0 1 0 0,0 0 0 0 0,1 0-1 0 0,-1 0 1 0 0,1 0 0 0 0,1 1-1 0 0,0 0 1 0 0,0 0 0 0 0,0 0 0 0 0,1 0-1 0 0,0 1 1 0 0,0 0 0 0 0,0 0-1 0 0,1 1 1 0 0,0 0 0 0 0,0 0-1 0 0,1 0 1 0 0,-1 1 0 0 0,13-5 0 0 0,-16 8-15 0 0,0 0 1 0 0,0 0 0 0 0,1 0-1 0 0,-1 1 1 0 0,0-1-1 0 0,1 1 1 0 0,-1 0 0 0 0,0 0-1 0 0,1 1 1 0 0,-1-1 0 0 0,0 1-1 0 0,1 0 1 0 0,-1 0 0 0 0,0 0-1 0 0,0 1 1 0 0,0 0 0 0 0,0 0-1 0 0,0 0 1 0 0,0 0 0 0 0,-1 0-1 0 0,1 1 1 0 0,-1-1 0 0 0,1 1-1 0 0,-1 0 1 0 0,0 0 0 0 0,0 0-1 0 0,0 1 1 0 0,-1-1 0 0 0,1 1-1 0 0,-1-1 1 0 0,0 1 0 0 0,0 0-1 0 0,0 0 1 0 0,0 0 0 0 0,-1 0-1 0 0,0 0 1 0 0,1 1-1 0 0,-1-1 1 0 0,-1 0 0 0 0,1 0-1 0 0,-1 1 1 0 0,0-1 0 0 0,0 1-1 0 0,-1 6 1 0 0,-1-4-24 0 0,-1 0 0 0 0,0-1 0 0 0,-1 1 1 0 0,1-1-1 0 0,-1 1 0 0 0,0-1 0 0 0,-1-1 0 0 0,0 1 0 0 0,0 0 0 0 0,0-1 1 0 0,0 0-1 0 0,-12 8 0 0 0,-16 16-2629 0 0,9 6-3943 0 0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5:31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0 103 548 0 0,'43'6'4715'0'0,"32"-12"-1929"0"0,-34 1-1633 0 0,481-11 3223 0 0,-511 16-4313 0 0,30 1 251 0 0,1-3 1 0 0,57-8-1 0 0,-96 9-269 0 0,-3 1-42 0 0,0 0-1 0 0,0 1 1 0 0,0-1-1 0 0,1 0 1 0 0,-1 0-1 0 0,0 0 1 0 0,0 0-1 0 0,0 0 1 0 0,1 0-1 0 0,-1 0 1 0 0,0 0-1 0 0,0 0 1 0 0,0 0-1 0 0,1 0 1 0 0,-1 0 0 0 0,0 0-1 0 0,0 0 1 0 0,1 0-1 0 0,-1 0 1 0 0,0 0-1 0 0,0 0 1 0 0,0 0-1 0 0,1 0 1 0 0,-1-1-1 0 0,0 1 1 0 0,0 0-1 0 0,0 0 1 0 0,0 0-1 0 0,1 0 1 0 0,-1 0-1 0 0,0-1 1 0 0,0 1-1 0 0,0 0 1 0 0,0 0-1 0 0,0 0 1 0 0,1 0-1 0 0,-1-1 1 0 0,0 1-1 0 0,0 0 1 0 0,0 0-1 0 0,0 0 1 0 0,0-1-1 0 0,0 1 1 0 0,0 0-1 0 0,0 0 1 0 0,0 0-1 0 0,0-1 1 0 0,0 1-1 0 0,0 0 1 0 0,0 0-1 0 0,0-1 1 0 0,0 1-1 0 0,0 0 1 0 0,0 0-1 0 0,0 0 1 0 0,0-1-1 0 0,0 1 1 0 0,0 0-1 0 0,0 0 1 0 0,0 0-1 0 0,0-1 1 0 0,-1 1 0 0 0,1 0-1 0 0,-91-61-149 0 0,89 60 125 0 0,1 1-18 0 0,-1 1 23 0 0,1 0 0 0 0,-1-1 0 0 0,1 1 0 0 0,0 0 0 0 0,-1 0 0 0 0,1 0 0 0 0,0 0 0 0 0,-1 1 0 0 0,1-1 0 0 0,0 0 0 0 0,0 0 0 0 0,0 1 0 0 0,0-1 0 0 0,0 0 0 0 0,1 1 0 0 0,-1-1 0 0 0,0 1 0 0 0,0 3 0 0 0,-21 48-34 0 0,6-13-249 0 0,-35 44-2945 0 0,31-53-2145 0 0,12-17 2422 0 0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5:31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166 737 864 0 0,'0'0'1256'0'0,"9"-1"4057"0"0,-1 35-4446 0 0,-2 1-1 0 0,-1 0 0 0 0,-2 0 0 0 0,-1 36 1 0 0,-1-42-412 0 0,-2 38 1286 0 0,1-67-1704 0 0,1 1 0 0 0,-1-1 1 0 0,0 0-1 0 0,0 1 0 0 0,-1-1 0 0 0,1 0 1 0 0,0 0-1 0 0,0 1 0 0 0,0-1 1 0 0,0 0-1 0 0,0 0 0 0 0,0 0 1 0 0,0 1-1 0 0,0-1 0 0 0,0 0 0 0 0,0 0 1 0 0,-1 1-1 0 0,1-1 0 0 0,0 0 1 0 0,0 0-1 0 0,0 0 0 0 0,-1 1 1 0 0,1-1-1 0 0,0 0 0 0 0,0 0 1 0 0,0 0-1 0 0,-1 0 0 0 0,1 0 0 0 0,0 0 1 0 0,0 1-1 0 0,-1-1 0 0 0,1 0 1 0 0,0 0-1 0 0,0 0 0 0 0,0 0 1 0 0,-1 0-1 0 0,1 0 0 0 0,0 0 1 0 0,-1 0-1 0 0,1 0 0 0 0,0 0 0 0 0,0 0 1 0 0,-1 0-1 0 0,1 0 0 0 0,0 0 1 0 0,0 0-1 0 0,-1 0 0 0 0,1-1 1 0 0,0 1-1 0 0,0 0 0 0 0,0 0 0 0 0,-1 0 1 0 0,1 0-1 0 0,0 0 0 0 0,0-1 1 0 0,0 1-1 0 0,-1 0 0 0 0,1 0 1 0 0,0 0-1 0 0,0 0 0 0 0,0-1 1 0 0,-1 1-1 0 0,-13-16 193 0 0,0 0 1 0 0,1-1-1 0 0,0-1 1 0 0,2 0-1 0 0,0 0 1 0 0,1-1-1 0 0,1-1 1 0 0,-10-29-1 0 0,0-8 102 0 0,-21-111-1 0 0,34 120-187 0 0,-1-63 1 0 0,6 79-95 0 0,1 6-28 0 0,2 0 0 0 0,0-1 0 0 0,2 2 0 0 0,1-1-1 0 0,1 0 1 0 0,2 1 0 0 0,0 0 0 0 0,1 1 0 0 0,2 0 0 0 0,0 0-1 0 0,2 1 1 0 0,25-36 0 0 0,-33 52-61 0 0,1 1 0 0 0,0 0 0 0 0,0 0 1 0 0,0 0-1 0 0,0 0 0 0 0,1 1 0 0 0,0 0 0 0 0,0 1 0 0 0,1-1 0 0 0,-1 2 0 0 0,1-1 0 0 0,0 1 0 0 0,0 0 0 0 0,0 0 1 0 0,0 1-1 0 0,10-1 0 0 0,-12 2-7 0 0,0 1 1 0 0,1 0-1 0 0,-1 0 1 0 0,0 1-1 0 0,0 0 0 0 0,1 0 1 0 0,-1 0-1 0 0,0 1 1 0 0,0 0-1 0 0,0 0 1 0 0,0 0-1 0 0,-1 1 1 0 0,1 0-1 0 0,-1 0 1 0 0,1 0-1 0 0,-1 1 1 0 0,0 0-1 0 0,-1 0 0 0 0,1 0 1 0 0,0 1-1 0 0,-1-1 1 0 0,4 7-1 0 0,0-1-10 0 0,0 1 1 0 0,-1 0-1 0 0,0 0 0 0 0,-1 1 0 0 0,-1-1 0 0 0,0 1 0 0 0,0 1 0 0 0,-1-1 0 0 0,0 1 0 0 0,-1-1 0 0 0,-1 1 0 0 0,1 18 1 0 0,-2-22 27 0 0,-2-1 0 0 0,1 1 1 0 0,-1-1-1 0 0,-1 1 1 0 0,1-1-1 0 0,-1 1 1 0 0,-1-1-1 0 0,0 0 1 0 0,0 0-1 0 0,0 0 1 0 0,-1 0-1 0 0,0-1 1 0 0,-1 1-1 0 0,0-1 1 0 0,0 0-1 0 0,0 0 0 0 0,-1-1 1 0 0,0 0-1 0 0,-9 8 1 0 0,-3-1-318 0 0,-2-1 1 0 0,0-1-1 0 0,0 0 1 0 0,-1-1-1 0 0,0-2 1 0 0,-1 0-1 0 0,-24 6 1 0 0,-21 7-7716 0 0,56-18 4759 0 0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5:32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0 548 0 0,'33'31'2582'0'0,"68"69"1356"0"0,-89-87-3648 0 0,-1 2-1 0 0,0 0 1 0 0,-1 0 0 0 0,0 1-1 0 0,12 29 1 0 0,-20-40-214 0 0,-1 0-1 0 0,1 0 1 0 0,-1 0-1 0 0,0 0 1 0 0,-1 0-1 0 0,1 0 1 0 0,-1 1 0 0 0,0-1-1 0 0,-1 7 1 0 0,1-10-31 0 0,0 0 0 0 0,0 0 0 0 0,-1 0 0 0 0,1 0 0 0 0,-1 0 1 0 0,0 0-1 0 0,1 0 0 0 0,-1 0 0 0 0,0 0 0 0 0,0 0 0 0 0,0 0 1 0 0,-1 0-1 0 0,1-1 0 0 0,0 1 0 0 0,-1 0 0 0 0,1-1 0 0 0,-1 1 1 0 0,1-1-1 0 0,-1 0 0 0 0,0 1 0 0 0,1-1 0 0 0,-1 0 0 0 0,-3 1 1 0 0,4-1-12 0 0,-1-1 0 0 0,1 1 1 0 0,-1-1-1 0 0,1 0 0 0 0,-1 0 1 0 0,1 1-1 0 0,-1-1 0 0 0,1 0 1 0 0,-1 0-1 0 0,1-1 1 0 0,-1 1-1 0 0,1 0 0 0 0,-1 0 1 0 0,1-1-1 0 0,-1 1 0 0 0,1-1 1 0 0,-1 1-1 0 0,1-1 0 0 0,0 0 1 0 0,-1 1-1 0 0,1-1 0 0 0,0 0 1 0 0,-1 0-1 0 0,1 0 0 0 0,0 0 1 0 0,0 0-1 0 0,0 0 0 0 0,0 0 1 0 0,0-1-1 0 0,0 1 1 0 0,0 0-1 0 0,1 0 0 0 0,-1-1 1 0 0,0 1-1 0 0,1-1 0 0 0,-1 1 1 0 0,1-1-1 0 0,-1 1 0 0 0,1 0 1 0 0,0-1-1 0 0,-1 1 0 0 0,1-1 1 0 0,0-2-1 0 0,-1-5 39 0 0,0 1-1 0 0,0 0 1 0 0,1-1-1 0 0,0 1 1 0 0,1-1-1 0 0,1-11 0 0 0,1 10-29 0 0,0 0-1 0 0,1 0 0 0 0,0 0 1 0 0,0 0-1 0 0,1 1 0 0 0,0-1 1 0 0,1 1-1 0 0,0 1 0 0 0,0-1 0 0 0,14-13 1 0 0,-15 17-295 0 0,1 0 1 0 0,0 0-1 0 0,0 1 0 0 0,1-1 1 0 0,-1 2-1 0 0,13-7 0 0 0,-14 8-428 0 0,0 0 0 0 0,1 1 0 0 0,0-1 0 0 0,-1 1 0 0 0,1 0 0 0 0,0 0-1 0 0,0 1 1 0 0,0 0 0 0 0,8 0 0 0 0,-1 2-1891 0 0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5:32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10 4 0 0,'-31'-9'885'0'0,"29"9"-714"0"0,0 0 0 0 0,0 0 1 0 0,0 0-1 0 0,-1 0 0 0 0,1 0 1 0 0,0 0-1 0 0,0 1 0 0 0,0-1 1 0 0,0 1-1 0 0,0 0 0 0 0,0-1 1 0 0,0 1-1 0 0,0 0 0 0 0,0 0 1 0 0,0 0-1 0 0,0 1 0 0 0,-3 2 0 0 0,-22 21 1548 0 0,24-20-1541 0 0,-1 0 1 0 0,1 0 0 0 0,0 0 0 0 0,1 1 0 0 0,-1-1 0 0 0,1 1 0 0 0,0 0 0 0 0,1 0 0 0 0,-1 0 0 0 0,1 0 0 0 0,0 0 0 0 0,1 0 0 0 0,-1 0 0 0 0,1 0 0 0 0,1 8 0 0 0,-1-10-110 0 0,0 0 0 0 0,1 0-1 0 0,-1 0 1 0 0,1 0 0 0 0,0-1 0 0 0,0 1 0 0 0,1 0 0 0 0,-1-1 0 0 0,1 1 0 0 0,-1-1 0 0 0,1 1 0 0 0,0-1 0 0 0,0 0 0 0 0,1 0 0 0 0,-1 0 0 0 0,1 0 0 0 0,0 0 0 0 0,-1 0 0 0 0,1-1 0 0 0,0 1 0 0 0,0-1 0 0 0,1 0 0 0 0,-1 0 0 0 0,6 2 0 0 0,-7-3-3 0 0,0 0 0 0 0,0-1 1 0 0,0 1-1 0 0,1-1 0 0 0,-1 1 1 0 0,0-1-1 0 0,0 0 0 0 0,1 0 1 0 0,-1 0-1 0 0,0-1 0 0 0,0 1 1 0 0,1 0-1 0 0,-1-1 0 0 0,0 1 1 0 0,0-1-1 0 0,0 0 0 0 0,0 0 1 0 0,0 0-1 0 0,0 0 0 0 0,0 0 1 0 0,0 0-1 0 0,0 0 0 0 0,0-1 1 0 0,-1 1-1 0 0,1-1 0 0 0,0 1 0 0 0,-1-1 1 0 0,1 0-1 0 0,-1 0 0 0 0,0 1 1 0 0,0-1-1 0 0,1 0 0 0 0,-1 0 1 0 0,-1 0-1 0 0,1 0 0 0 0,0-1 1 0 0,0 1-1 0 0,-1 0 0 0 0,1-4 1 0 0,2-5 92 0 0,0 0 0 0 0,-1 0 0 0 0,-1 0 0 0 0,0 0 0 0 0,-1 0 0 0 0,0-16 1 0 0,-10-21 97 0 0,9 46-348 0 0,1 1 1 0 0,-1 0-1 0 0,1 0 0 0 0,-1-1 1 0 0,1 1-1 0 0,-1 0 0 0 0,0 0 1 0 0,1 0-1 0 0,-1 0 0 0 0,0 0 1 0 0,0 0-1 0 0,0 0 0 0 0,0 0 1 0 0,0 0-1 0 0,0 1 0 0 0,0-1 0 0 0,0 0 1 0 0,0 0-1 0 0,0 1 0 0 0,-1-1 1 0 0,1 1-1 0 0,0-1 0 0 0,0 1 1 0 0,-1 0-1 0 0,1-1 0 0 0,0 1 1 0 0,-1 0-1 0 0,1 0 0 0 0,0 0 1 0 0,-3 0-1 0 0,2 0-790 0 0,-24 13-4932 0 0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5:33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61 120 0 0,'0'0'2230'0'0,"8"-5"-629"0"0,-2 7 3169 0 0,0 7-4540 0 0,1-1 1 0 0,-1 1-1 0 0,-1 1 1 0 0,0-1-1 0 0,0 1 1 0 0,-1 0-1 0 0,-1 0 1 0 0,1 0-1 0 0,-1 0 1 0 0,-1 1-1 0 0,0 0 1 0 0,-1-1-1 0 0,1 21 1 0 0,-2-28-121 0 0,-1-1 1 0 0,1 1 0 0 0,-1-1-1 0 0,0 1 1 0 0,1-1 0 0 0,-1 1-1 0 0,0-1 1 0 0,-1 0-1 0 0,1 0 1 0 0,0 1 0 0 0,-1-1-1 0 0,-1 2 1 0 0,2-8-108 0 0,-1 0-1 0 0,1 0 1 0 0,1 0 0 0 0,-1-1-1 0 0,1 1 1 0 0,-1 0 0 0 0,1-1 0 0 0,1 1-1 0 0,-1 0 1 0 0,1-1 0 0 0,-1 1-1 0 0,1 0 1 0 0,0 0 0 0 0,1 0-1 0 0,-1 0 1 0 0,1 0 0 0 0,4-8 0 0 0,2-4-54 0 0,1 1 0 0 0,1 0 0 0 0,0 1 0 0 0,1 0 0 0 0,0 0 0 0 0,2 2 1 0 0,-1-1-1 0 0,1 1 0 0 0,1 1 0 0 0,22-14 0 0 0,-35 24 43 0 0,0 1 1 0 0,1-1-1 0 0,-1 1 0 0 0,0-1 0 0 0,1 1 1 0 0,-1-1-1 0 0,1 1 0 0 0,-1 0 0 0 0,0 0 0 0 0,1 0 1 0 0,-1 0-1 0 0,1 0 0 0 0,-1 0 0 0 0,1 0 1 0 0,-1 0-1 0 0,1 0 0 0 0,-1 1 0 0 0,1-1 1 0 0,-1 1-1 0 0,0-1 0 0 0,1 1 0 0 0,-1-1 0 0 0,0 1 1 0 0,1 0-1 0 0,-1 0 0 0 0,0 0 0 0 0,0-1 1 0 0,0 1-1 0 0,0 0 0 0 0,0 0 0 0 0,0 1 1 0 0,0-1-1 0 0,0 0 0 0 0,0 0 0 0 0,0 0 0 0 0,-1 1 1 0 0,1-1-1 0 0,1 3 0 0 0,3 7-20 0 0,1 0-1 0 0,-1 0 0 0 0,5 17 1 0 0,-8-21 22 0 0,3 9-173 0 0,-1 1-1 0 0,0-1 0 0 0,-1 1 0 0 0,0 21 1 0 0,-1 8-7067 0 0,-2-38 4822 0 0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5:33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8 904 0 0,'0'0'962'0'0,"-1"0"-843"0"0,1-1 0 0 0,0 1 0 0 0,-1-1 0 0 0,1 1 0 0 0,0 0 0 0 0,-1 0 0 0 0,1-1 0 0 0,0 1 0 0 0,-1 0 0 0 0,1-1 0 0 0,-1 1 0 0 0,1 0 0 0 0,0 0 0 0 0,-1 0 0 0 0,1-1 0 0 0,-1 1 0 0 0,1 0 0 0 0,-1 0 0 0 0,1 0 0 0 0,-1 0 0 0 0,1 0 0 0 0,-1 0 0 0 0,1 0 0 0 0,-1 0 0 0 0,1 0 0 0 0,-1 0 0 0 0,1 0 0 0 0,0 0 0 0 0,-1 0 0 0 0,1 1 0 0 0,-1-1 0 0 0,-5 4 56 0 0,1 1 0 0 0,0 0 0 0 0,0 0 0 0 0,0 0 1 0 0,1 0-1 0 0,-1 1 0 0 0,1 0 0 0 0,1 0 0 0 0,-1 0 0 0 0,1 0 0 0 0,0 0 1 0 0,1 1-1 0 0,-1-1 0 0 0,1 1 0 0 0,1 0 0 0 0,-1 0 0 0 0,1-1 0 0 0,0 1 1 0 0,1 0-1 0 0,-1 0 0 0 0,1 0 0 0 0,1 0 0 0 0,-1 0 0 0 0,1 0 0 0 0,2 7 1 0 0,-2-12-125 0 0,-1 1 1 0 0,1-1 0 0 0,-1 0 0 0 0,1 1-1 0 0,0-1 1 0 0,0 0 0 0 0,0 0 0 0 0,0 0-1 0 0,0 0 1 0 0,1 0 0 0 0,-1 0 0 0 0,1 0-1 0 0,-1 0 1 0 0,1 0 0 0 0,0-1 0 0 0,-1 1-1 0 0,1 0 1 0 0,0-1 0 0 0,0 0 0 0 0,0 1-1 0 0,0-1 1 0 0,1 0 0 0 0,3 1 0 0 0,-3-1 30 0 0,0-1 0 0 0,-1 0 0 0 0,1 0 0 0 0,0-1 0 0 0,0 1 0 0 0,0-1 0 0 0,0 1 0 0 0,0-1 0 0 0,-1 0 0 0 0,1 0 0 0 0,0 0 0 0 0,-1 0 0 0 0,1 0 0 0 0,-1-1 0 0 0,1 1 0 0 0,-1-1 0 0 0,0 0 0 0 0,1 0 0 0 0,2-3 0 0 0,0 0 77 0 0,-1 0 0 0 0,0-1-1 0 0,0 1 1 0 0,0-1 0 0 0,-1 0 0 0 0,1 1 0 0 0,-1-1 0 0 0,-1-1 0 0 0,1 1 0 0 0,1-8-1 0 0,10-64 1092 0 0,-14 76-1236 0 0,0-1 0 0 0,1 1 1 0 0,-1 0-1 0 0,0 0 0 0 0,0-1 0 0 0,0 1 1 0 0,-1 0-1 0 0,1 0 0 0 0,-1-1 1 0 0,1 1-1 0 0,-1 0 0 0 0,0 0 0 0 0,0 0 1 0 0,1 0-1 0 0,-3-3 0 0 0,2 4-78 0 0,1 1 0 0 0,-1-1 1 0 0,0 0-1 0 0,0 0 0 0 0,0 1 0 0 0,0-1 0 0 0,0 1 0 0 0,0-1 0 0 0,0 1 0 0 0,0-1 0 0 0,0 1 0 0 0,0-1 1 0 0,0 1-1 0 0,0 0 0 0 0,0 0 0 0 0,0-1 0 0 0,0 1 0 0 0,0 0 0 0 0,0 0 0 0 0,-1 0 0 0 0,0 1 0 0 0,-3 0-416 0 0,1 0 0 0 0,0 0-1 0 0,-1 0 1 0 0,1 1-1 0 0,0 0 1 0 0,0 0-1 0 0,0 0 1 0 0,0 0-1 0 0,1 1 1 0 0,-1-1-1 0 0,1 1 1 0 0,-5 4-1 0 0,0 1-2806 0 0,2-1 251 0 0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5:34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31 224 0 0,'3'-13'8901'0'0,"-6"24"-7347"0"0,2-6-1596 0 0,0 0 0 0 0,0 0 0 0 0,1 0 0 0 0,0 0 0 0 0,0 0 0 0 0,0 0 0 0 0,1 6 1 0 0,0-4 125 0 0,1 0 1 0 0,0-1-1 0 0,1 0 1 0 0,-1 1-1 0 0,1-1 1 0 0,0 0 0 0 0,1 0-1 0 0,0-1 1 0 0,8 11-1 0 0,-10-14-26 0 0,-1 0-1 0 0,1-1 0 0 0,0 1 1 0 0,0-1-1 0 0,1 1 1 0 0,-1-1-1 0 0,0 0 0 0 0,0 0 1 0 0,1 0-1 0 0,-1 0 1 0 0,0 0-1 0 0,1-1 0 0 0,-1 1 1 0 0,1-1-1 0 0,-1 1 1 0 0,1-1-1 0 0,-1 0 0 0 0,1 0 1 0 0,-1 0-1 0 0,1 0 1 0 0,-1-1-1 0 0,1 1 0 0 0,-1-1 1 0 0,1 1-1 0 0,-1-1 1 0 0,1 0-1 0 0,-1 0 0 0 0,0 0 1 0 0,3-2-1 0 0,3-2 111 0 0,-1 0 1 0 0,0-1-1 0 0,0 0 0 0 0,-1 0 0 0 0,0 0 0 0 0,0-1 1 0 0,0 0-1 0 0,-1 0 0 0 0,0-1 0 0 0,0 1 0 0 0,0-1 1 0 0,-1 0-1 0 0,-1 0 0 0 0,6-17 0 0 0,-1 6 165 0 0,-3 1-1371 0 0,-25 27-8438 0 0,19-8 9821 0 0,-3 3-3495 0 0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5:34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1 636 0 0,'0'0'5585'0'0,"1"3"-5204"0"0,-1 56 1529 0 0,-3-16 186 0 0,4-42-2045 0 0,-1-1-1 0 0,1 1 0 0 0,-1-1 1 0 0,1 1-1 0 0,-1-1 0 0 0,1 1 0 0 0,-1-1 1 0 0,1 1-1 0 0,0-1 0 0 0,-1 1 1 0 0,1-1-1 0 0,0 0 0 0 0,-1 1 1 0 0,1-1-1 0 0,0 0 0 0 0,-1 0 1 0 0,1 1-1 0 0,0-1 0 0 0,0 0 0 0 0,-1 0 1 0 0,1 0-1 0 0,0 0 0 0 0,0 0 1 0 0,-1 0-1 0 0,1 0 0 0 0,0 0 1 0 0,-1 0-1 0 0,1-1 0 0 0,0 1 1 0 0,0 0-1 0 0,-1 0 0 0 0,1-1 0 0 0,0 1 1 0 0,-1 0-1 0 0,2-1 0 0 0,21-7 166 0 0,23-12 367 0 0,-28 11 104 0 0,0 2-1 0 0,31-9 0 0 0,-48 15-680 0 0,0 1 0 0 0,1 0 0 0 0,-1 0 0 0 0,0 1-1 0 0,0-1 1 0 0,1 0 0 0 0,-1 0 0 0 0,0 0 0 0 0,0 1-1 0 0,0-1 1 0 0,0 1 0 0 0,0-1 0 0 0,1 1-1 0 0,-1-1 1 0 0,0 1 0 0 0,0 0 0 0 0,0-1 0 0 0,0 1-1 0 0,-1 0 1 0 0,1 0 0 0 0,0 0 0 0 0,0 0 0 0 0,0-1-1 0 0,-1 1 1 0 0,1 0 0 0 0,0 1 0 0 0,-1-1 0 0 0,1 0-1 0 0,0 2 1 0 0,16 44-1839 0 0,-10-25-1759 0 0,-6-20 3059 0 0,0 1-206 0 0,2 1-2959 0 0,2 4 854 0 0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5:34.9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414 7 292 0 0,'0'0'841'0'0,"0"0"-788"0"0,1 0-1 0 0,-1 0 0 0 0,0 1 0 0 0,0-1 0 0 0,0 0 0 0 0,0 0 0 0 0,1 0 0 0 0,-1 0 0 0 0,0 0 0 0 0,0 0 0 0 0,0 0 0 0 0,1 0 0 0 0,-1 0 0 0 0,0 0 0 0 0,0 0 0 0 0,0 0 1 0 0,1 0-1 0 0,-1 0 0 0 0,0 0 0 0 0,0 0 0 0 0,0 0 0 0 0,1 0 0 0 0,-1 0 0 0 0,0 0 0 0 0,0-1 0 0 0,0 1 0 0 0,0 0 0 0 0,1 0 0 0 0,-1 0 0 0 0,0 0 0 0 0,0 0 1 0 0,0 0-1 0 0,0-1 0 0 0,0 1 0 0 0,0 0 0 0 0,1 0 0 0 0,-1 0 0 0 0,0 0 0 0 0,0-1 0 0 0,0 1 0 0 0,0 0 0 0 0,0 0 0 0 0,0 0 0 0 0,0 0 0 0 0,0-1 0 0 0,0 1 1 0 0,0 0-1 0 0,0 0 0 0 0,0 0 0 0 0,0-1 0 0 0,0 1 0 0 0,0 0 0 0 0,0 0 0 0 0,0 0 0 0 0,0-1 0 0 0,0 1 0 0 0,0 0 0 0 0,0 0 0 0 0,0 0 0 0 0,0 0 0 0 0,0-1 0 0 0,0 1 1 0 0,0 0-1 0 0,-1 0 0 0 0,1 0 0 0 0,14 7 194 0 0,0 2 1 0 0,-1 0-1 0 0,-1 0 1 0 0,1 1-1 0 0,-2 1 1 0 0,1 0-1 0 0,-1 0 1 0 0,-1 1-1 0 0,0 1 0 0 0,-1 0 1 0 0,0 0-1 0 0,-1 1 1 0 0,-1 0-1 0 0,0 0 1 0 0,9 27-1 0 0,-2-1 142 0 0,-2 1 0 0 0,-2 1 1 0 0,-2 0-1 0 0,6 75 0 0 0,-12-71-197 0 0,-1 0 0 0 0,-3 0 0 0 0,-2 0 0 0 0,-1 0 0 0 0,-3-1 0 0 0,-2 0 0 0 0,-1 0 0 0 0,-3-1 0 0 0,-1 0 0 0 0,-3-2 1 0 0,-1 0-1 0 0,-2-1 0 0 0,-2-1 0 0 0,-34 47 0 0 0,37-65-244 0 0,-1 0 1 0 0,-1-1 0 0 0,0-2-1 0 0,-2 0 1 0 0,0-1-1 0 0,-1-1 1 0 0,-1-2 0 0 0,-1-1-1 0 0,0 0 1 0 0,0-2-1 0 0,-2-2 1 0 0,-42 12-1 0 0,42-13-1517 0 0,-10 4-4143 0 0,23-11 2698 0 0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5:39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4 139 480 0 0,'-4'-42'8323'0'0,"4"33"-6282"0"0,1 8-1940 0 0,0 1-1 0 0,-1-1 0 0 0,1 0 1 0 0,0 1-1 0 0,-1-1 1 0 0,1 1-1 0 0,0-1 0 0 0,0 0 1 0 0,0 1-1 0 0,0 0 1 0 0,0-1-1 0 0,0 1 0 0 0,-1 0 1 0 0,1-1-1 0 0,0 1 0 0 0,0 0 1 0 0,0 0-1 0 0,0 0 1 0 0,0 0-1 0 0,0 0 0 0 0,0 0 1 0 0,2 0-1 0 0,41-2-333 0 0,-15 1 346 0 0,219-15-41 0 0,306-30-450 0 0,-519 39 684 0 0,-5 1-1349 0 0,-11 4-6143 0 0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5:39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5 452 0 0,'0'0'167'0'0,"-1"-1"-1"0"0,1 1 1 0 0,0 0-1 0 0,0-1 1 0 0,-1 1-1 0 0,1 0 1 0 0,0-1-1 0 0,-1 1 1 0 0,1 0-1 0 0,0 0 1 0 0,-1-1 0 0 0,1 1-1 0 0,-1 0 1 0 0,1 0-1 0 0,0 0 1 0 0,-1 0-1 0 0,1 0 1 0 0,-1-1-1 0 0,1 1 1 0 0,0 0-1 0 0,-1 0 1 0 0,1 0-1 0 0,-1 0 1 0 0,1 0 0 0 0,0 0-1 0 0,-1 0 1 0 0,1 0-1 0 0,-1 1 1 0 0,1-1-1 0 0,-1 0 1 0 0,1 0-1 0 0,0 0 1 0 0,-1 0-1 0 0,1 0 1 0 0,0 1-1 0 0,-1-1 1 0 0,1 0 0 0 0,0 0-1 0 0,-1 1 1 0 0,-4 21 2286 0 0,10 48-2422 0 0,-3-46 932 0 0,7 248 340 0 0,-10-90-5482 0 0,1-148 1270 0 0,1-6 221 0 0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5:39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303 151 556 0 0,'-26'-56'3574'0'0,"-26"-20"1532"0"0,46 68-4446 0 0,6 8-597 0 0,0-1 1 0 0,-1 0 0 0 0,1 0 0 0 0,-1 1 0 0 0,1-1-1 0 0,-1 1 1 0 0,1-1 0 0 0,-1 0 0 0 0,0 1 0 0 0,1-1-1 0 0,-1 1 1 0 0,0-1 0 0 0,1 1 0 0 0,-1-1 0 0 0,0 1-1 0 0,0 0 1 0 0,1-1 0 0 0,-1 1 0 0 0,0 0 0 0 0,0 0-1 0 0,0 0 1 0 0,0-1 0 0 0,1 1 0 0 0,-1 0 0 0 0,0 0-1 0 0,0 0 1 0 0,0 0 0 0 0,0 0 0 0 0,1 0 0 0 0,-1 1-1 0 0,0-1 1 0 0,0 0 0 0 0,0 0 0 0 0,1 1 0 0 0,-1-1-1 0 0,-1 1 1 0 0,-1 1 12 0 0,0 1-1 0 0,1-1 0 0 0,-1 1 1 0 0,1-1-1 0 0,0 1 0 0 0,0 0 1 0 0,-1 0-1 0 0,2 0 0 0 0,-3 4 1 0 0,-28 73 295 0 0,18-28-101 0 0,1 1 0 0 0,-9 106 0 0 0,11 111-167 0 0,2-37-208 0 0,8-222-279 0 0,0 0 0 0 0,-1 0 0 0 0,0-1 0 0 0,-1 1 0 0 0,0-1 0 0 0,-1 1 0 0 0,0-1 0 0 0,0 0 0 0 0,-1-1 1 0 0,-1 1-1 0 0,-10 14 0 0 0,6-16-1551 0 0,5-7-1384 0 0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5:40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0 130 280 0 0,'5'-5'295'0'0,"0"-1"-1"0"0,0 1 1 0 0,0 1 0 0 0,1-1-1 0 0,0 1 1 0 0,0 0-1 0 0,0 0 1 0 0,0 0 0 0 0,0 1-1 0 0,1 0 1 0 0,0 0 0 0 0,-1 1-1 0 0,9-2 1 0 0,17-4 192 0 0,50-6 1 0 0,-60 11-300 0 0,409-42-3404 0 0,-379 41 1892 0 0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5:40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26 716 0 0,'-3'-26'6519'0'0,"-2"32"-6016"0"0,-3 6-346 0 0,0 0-1 0 0,0 0 1 0 0,1 1-1 0 0,1 0 1 0 0,0 0 0 0 0,1 0-1 0 0,0 1 1 0 0,1 0-1 0 0,1 0 1 0 0,0 0-1 0 0,1 0 1 0 0,0 0 0 0 0,1 29-1 0 0,1-13 14 0 0,2-1 0 0 0,0 1 0 0 0,2-1 0 0 0,2 0 0 0 0,0 0 0 0 0,13 32 0 0 0,-2-23-256 0 0,1-1 0 0 0,3 0 1 0 0,0-1-1 0 0,3-2 0 0 0,1 0 1 0 0,1-1-1 0 0,1-2 0 0 0,2-1 1 0 0,62 49-1 0 0,-35-37-5450 0 0,-38-34 2877 0 0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5:42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0 189 64 0 0,'21'-74'11143'0'0,"-21"73"-10141"0"0,1 6-863 0 0,12 122 599 0 0,-8-54-337 0 0,-5-72-327 0 0,-9-96 3505 0 0,4 23-3291 0 0,4 64-280 0 0,0-1 1 0 0,0 1-1 0 0,1-1 0 0 0,0 1 0 0 0,2-17 1 0 0,-1 23-41 0 0,-3 3-1190 0 0,2 0 1289 0 0,0-1 0 0 0,-1 0 0 0 0,1 0 0 0 0,0 1 0 0 0,-1-1 0 0 0,1 0 0 0 0,0 1 1 0 0,0-1-1 0 0,-1 0 0 0 0,1 1 0 0 0,0-1 0 0 0,0 1 0 0 0,0-1 0 0 0,0 0 0 0 0,-1 1 0 0 0,1-1 0 0 0,0 1 0 0 0,0-1 1 0 0,0 1-1 0 0,0-1 0 0 0,0 0 0 0 0,0 1 0 0 0,0-1 0 0 0,0 1 0 0 0,0-1 0 0 0,0 0 0 0 0,1 1 0 0 0,2 30 698 0 0,15 50-1155 0 0,-8-39 511 0 0,2 7-123 0 0,-7-36 232 0 0,-2 1 0 0 0,0 0 0 0 0,0 0 0 0 0,0 17 0 0 0,9-108 44 0 0,-3 10-416 0 0,26-89 0 0 0,-31 138 127 0 0,-2 9-10 0 0,-1 7-32 0 0,-1-1 0 0 0,1 0 0 0 0,-1 1 0 0 0,1-1 0 0 0,0 1 0 0 0,0-1 0 0 0,0 1 0 0 0,0 0 0 0 0,0-1 0 0 0,1 1 1 0 0,-1 0-1 0 0,3-3 0 0 0,-3 4-126 0 0,15 1-368 0 0,1 16 373 0 0,-1 1-1 0 0,0 0 1 0 0,-1 1-1 0 0,-1 0 0 0 0,-1 1 1 0 0,16 32-1 0 0,5 4-37 0 0,-21-37 96 0 0,0 1 0 0 0,1-2 0 0 0,1 1 0 0 0,18 15 0 0 0,-32-32 154 0 0,2-2 15 0 0,0 0-1 0 0,0 1 1 0 0,0-1-1 0 0,0 0 1 0 0,-1 0-1 0 0,1-1 1 0 0,0 1-1 0 0,-1-1 1 0 0,1 1 0 0 0,-1-1-1 0 0,1 0 1 0 0,-1 0-1 0 0,0 0 1 0 0,0 0-1 0 0,0 0 1 0 0,0 0-1 0 0,0-1 1 0 0,0 1-1 0 0,-1-1 1 0 0,1 1-1 0 0,-1-1 1 0 0,0 1-1 0 0,0-1 1 0 0,0 0 0 0 0,0 0-1 0 0,0 0 1 0 0,1-4-1 0 0,4-17 97 0 0,-1 0-1 0 0,3-36 1 0 0,-4 28-77 0 0,-1 5-198 0 0,-2 0 0 0 0,0-28-1 0 0,-2 24-5875 0 0,3 37 4877 0 0,1 3 474 0 0,3 8-418 0 0,-4 1-2410 0 0,-1-7 493 0 0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5:43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0 276 740 0 0,'1'0'132'0'0,"-1"0"-1"0"0,0-1 1 0 0,0 1-1 0 0,0 0 1 0 0,1 0 0 0 0,-1 0-1 0 0,0 0 1 0 0,0 0-1 0 0,0 0 1 0 0,1 0-1 0 0,-1 0 1 0 0,0 0 0 0 0,0 0-1 0 0,1 0 1 0 0,-1 0-1 0 0,0 0 1 0 0,0 0 0 0 0,1 0-1 0 0,-1 0 1 0 0,0 0-1 0 0,0 0 1 0 0,1 0-1 0 0,-1 0 1 0 0,0 0 0 0 0,0 0-1 0 0,0 0 1 0 0,1 0-1 0 0,-1 1 1 0 0,0-1 0 0 0,0 0-1 0 0,0 0 1 0 0,1 0-1 0 0,-1 0 1 0 0,0 1-1 0 0,0-1 1 0 0,0 0 0 0 0,0 0-1 0 0,1 0 1 0 0,-1 1-1 0 0,0-1 1 0 0,0 0-1 0 0,0 0 1 0 0,0 0 0 0 0,0 1-1 0 0,0-1 1 0 0,0 0-1 0 0,0 0 1 0 0,0 1 0 0 0,0-1-1 0 0,0 0 1 0 0,0 0-1 0 0,0 1 1 0 0,0-1-1 0 0,8 28 1481 0 0,1 29-1235 0 0,4 16 483 0 0,-3-24 11 0 0,-9-47-660 0 0,-6-53 5154 0 0,-3-55-5029 0 0,10 65-97 0 0,15-78-1 0 0,-13 103-261 0 0,0 0-1 0 0,1 1 1 0 0,1 0-1 0 0,0 0 1 0 0,1 0-1 0 0,1 1 1 0 0,17-26-1 0 0,-24 38-8 0 0,1 0 0 0 0,0 0 0 0 0,-1 0 0 0 0,1 0 0 0 0,0 0 0 0 0,0 1-1 0 0,0-1 1 0 0,0 1 0 0 0,0-1 0 0 0,0 1 0 0 0,0 0 0 0 0,0 0 0 0 0,1 0 0 0 0,-1 0-1 0 0,1 0 1 0 0,-1 0 0 0 0,0 1 0 0 0,1-1 0 0 0,-1 1 0 0 0,1 0 0 0 0,-1-1 0 0 0,1 1-1 0 0,-1 0 1 0 0,1 1 0 0 0,0-1 0 0 0,-1 0 0 0 0,1 1 0 0 0,-1-1 0 0 0,0 1 0 0 0,1 0 0 0 0,-1 0-1 0 0,0 0 1 0 0,1 0 0 0 0,-1 0 0 0 0,0 1 0 0 0,0-1 0 0 0,0 0 0 0 0,0 1 0 0 0,0 0-1 0 0,0-1 1 0 0,0 1 0 0 0,2 4 0 0 0,1-1-30 0 0,0 0-1 0 0,0 1 1 0 0,-1 0-1 0 0,0 0 1 0 0,0 0 0 0 0,-1 1-1 0 0,1-1 1 0 0,-1 1-1 0 0,-1 0 1 0 0,1-1-1 0 0,-1 1 1 0 0,0 1 0 0 0,-1-1-1 0 0,1 7 1 0 0,-2-8 39 0 0,-1 0-1 0 0,0 0 1 0 0,0-1 0 0 0,0 1 0 0 0,-1-1 0 0 0,0 1 0 0 0,0-1-1 0 0,-1 0 1 0 0,1 0 0 0 0,-1 0 0 0 0,0 0 0 0 0,0 0-1 0 0,-1 0 1 0 0,1-1 0 0 0,-1 0 0 0 0,0 1 0 0 0,-8 5 0 0 0,-9 7-733 0 0,-1-1 1 0 0,-39 21-1 0 0,2-1-6414 0 0,48-28 4023 0 0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5:43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6 100 1036 0 0,'-1'-2'931'0'0,"0"-1"0"0"0,0 1 0 0 0,1 0 0 0 0,-1 0 0 0 0,0 0-1 0 0,1 0 1 0 0,0 0 0 0 0,-1-1 0 0 0,1 1 0 0 0,0 0 0 0 0,0 0 0 0 0,0-1 0 0 0,1-1 0 0 0,342 2 1151 0 0,-38 4-1589 0 0,-245-3-418 0 0,-37 2-23 0 0,-1-1 1 0 0,1-1-1 0 0,0-1 0 0 0,-1-1 0 0 0,1-1 1 0 0,34-12-1 0 0,-55 16-42 0 0,-3-2-112 0 0,-1 0 83 0 0,1 0-1 0 0,0 0 0 0 0,-1 0 0 0 0,1 1 1 0 0,-1-1-1 0 0,0 1 0 0 0,0-1 1 0 0,1 1-1 0 0,-1-1 0 0 0,0 1 1 0 0,0 0-1 0 0,0 0 0 0 0,0 0 1 0 0,-1 0-1 0 0,1 0 0 0 0,0 0 1 0 0,0 1-1 0 0,0-1 0 0 0,-5 1 1 0 0,-45-11-368 0 0,50 10 357 0 0,-1 0 0 0 0,1 1 0 0 0,-1 0 0 0 0,0 0-1 0 0,1-1 1 0 0,-1 1 0 0 0,1 1 0 0 0,-1-1 0 0 0,1 0-1 0 0,-1 1 1 0 0,1-1 0 0 0,-1 1 0 0 0,1 0-1 0 0,-1 0 1 0 0,1 0 0 0 0,0 0 0 0 0,-3 2 0 0 0,3-1 15 0 0,0 0 0 0 0,1 0 0 0 0,-1 0 0 0 0,1 0 0 0 0,0 1 0 0 0,-1-1 0 0 0,1 1 0 0 0,0-1 0 0 0,1 0 0 0 0,-1 1 0 0 0,0 0 0 0 0,1-1 0 0 0,-1 1 0 0 0,1-1 0 0 0,0 6 0 0 0,-1 2-171 0 0,-1 0-1 0 0,0 0 1 0 0,-1 0 0 0 0,0 0-1 0 0,-1 0 1 0 0,0-1 0 0 0,0 1-1 0 0,-1-1 1 0 0,0 0 0 0 0,0 0-1 0 0,-13 14 1 0 0,8-12-1342 0 0,0 0-1 0 0,0-1 1 0 0,-1 0 0 0 0,-18 12 0 0 0,12-11-1597 0 0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5:46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72 210 6965 0 0,'-11'-22'294'0'0,"-23"-61"2202"0"0,33 81-1916 0 0,1 3-329 0 0,-2 21-22 0 0,2 0-1 0 0,3 38 0 0 0,5-19-134 0 0,-2-15-19 0 0,-1 0 1 0 0,1 38 0 0 0,-4-40 1170 0 0,-6-49-808 0 0,-6-7-354 0 0,1-1 0 0 0,2 0 0 0 0,1-1 0 0 0,2 0-1 0 0,1 0 1 0 0,3-56 0 0 0,1 86-104 0 0,-1 1 1 0 0,0 0-1 0 0,1 0 0 0 0,0-1 0 0 0,0 1 1 0 0,0 0-1 0 0,0 0 0 0 0,0 0 0 0 0,1 0 1 0 0,-1 0-1 0 0,1 0 0 0 0,0 0 0 0 0,0 1 0 0 0,0-1 1 0 0,0 1-1 0 0,1-1 0 0 0,-1 1 0 0 0,0 0 1 0 0,1 0-1 0 0,0 0 0 0 0,0 0 0 0 0,-1 0 1 0 0,1 0-1 0 0,0 1 0 0 0,0 0 0 0 0,0-1 0 0 0,1 1 1 0 0,-1 0-1 0 0,0 1 0 0 0,0-1 0 0 0,1 0 1 0 0,-1 1-1 0 0,0 0 0 0 0,0 0 0 0 0,1 0 0 0 0,-1 0 1 0 0,5 1-1 0 0,7 1-53 0 0,0 0 1 0 0,0 1-1 0 0,0 0 1 0 0,-1 2-1 0 0,1-1 0 0 0,23 13 1 0 0,-19-7-1 0 0,0 0 0 0 0,-2 1 0 0 0,1 1 0 0 0,-1 0 0 0 0,-1 1 0 0 0,0 1 0 0 0,-1 1 0 0 0,-1 0 0 0 0,0 1 0 0 0,-1 1 1 0 0,-1 0-1 0 0,0 0 0 0 0,-1 1 0 0 0,-1 1 0 0 0,-1 0 0 0 0,-1 0 0 0 0,9 31 0 0 0,-16-46 50 0 0,0 1-1 0 0,0 0 1 0 0,-1 0 0 0 0,1 0-1 0 0,-1 0 1 0 0,0 0 0 0 0,-1 0 0 0 0,1 0-1 0 0,-1 0 1 0 0,0 0 0 0 0,0 0-1 0 0,-1 0 1 0 0,1 0 0 0 0,-1-1-1 0 0,0 1 1 0 0,0-1 0 0 0,-4 5-1 0 0,1-2 11 0 0,0-1 0 0 0,0 0 0 0 0,-1 0 0 0 0,1-1 0 0 0,-1 0 0 0 0,-1 0 0 0 0,1 0 0 0 0,-1-1 0 0 0,-14 7 0 0 0,0-2 66 0 0,0 0 0 0 0,-1-2 0 0 0,0-1 0 0 0,0-1 0 0 0,0-1 0 0 0,-40 3 0 0 0,41-5-102 0 0,-1-2 0 0 0,1 0 0 0 0,0-1 0 0 0,-1-1 0 0 0,1-1 0 0 0,0-1 0 0 0,-33-11 0 0 0,52 14-530 0 0,6-1-1715 0 0,-2 0 1942 0 0,0 1-1 0 0,0 0 1 0 0,0 0-1 0 0,0 0 0 0 0,0 0 1 0 0,0 0-1 0 0,0 1 1 0 0,3-2-1 0 0,-4 2-1 0 0,16-4-2078 0 0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5:47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0 583 540 0 0,'0'0'660'0'0,"24"-4"1095"0"0,0-3-1080 0 0,0-1 0 0 0,-1-1 0 0 0,0 0 0 0 0,0-2 0 0 0,-1-1 0 0 0,32-23 0 0 0,-18 0 917 0 0,-35 34-1395 0 0,0 0-28 0 0,4-4-129 0 0,-6 5-24 0 0,1 0 0 0 0,0 0 0 0 0,0 0 0 0 0,0 0 0 0 0,0 0 0 0 0,0 0 0 0 0,0 0 1 0 0,0 0-1 0 0,0 0 0 0 0,0 0 0 0 0,0 0 0 0 0,0 0 0 0 0,0 0 0 0 0,0 0 0 0 0,0 0 0 0 0,0 0 1 0 0,0 0-1 0 0,0-1 0 0 0,0 1 0 0 0,-1 0 0 0 0,1 0 0 0 0,0 0 0 0 0,0 0 0 0 0,0 0 0 0 0,0 0 1 0 0,0 0-1 0 0,0 0 0 0 0,0 0 0 0 0,0 0 0 0 0,0 0 0 0 0,0 0 0 0 0,0 0 0 0 0,0 0 0 0 0,0 0 1 0 0,0 0-1 0 0,0 0 0 0 0,0-1 0 0 0,0 1 0 0 0,0 0 0 0 0,0 0 0 0 0,0 0 0 0 0,-3 2-9 0 0,0 0 1 0 0,0 0-1 0 0,0 0 0 0 0,0 0 0 0 0,0 0 0 0 0,0 1 0 0 0,0-1 1 0 0,1 1-1 0 0,-1 0 0 0 0,1 0 0 0 0,0 0 0 0 0,0 0 0 0 0,0 0 1 0 0,0 0-1 0 0,1 0 0 0 0,-1 1 0 0 0,1-1 0 0 0,0 1 0 0 0,0-1 1 0 0,0 1-1 0 0,0-1 0 0 0,1 1 0 0 0,-1 0 0 0 0,1-1 0 0 0,0 1 0 0 0,0 0 1 0 0,0-1-1 0 0,1 1 0 0 0,-1 0 0 0 0,2 4 0 0 0,-1-5-16 0 0,0 0 0 0 0,0 0-1 0 0,0 0 1 0 0,0 0-1 0 0,1 0 1 0 0,-1 0 0 0 0,1 0-1 0 0,0 0 1 0 0,0-1 0 0 0,0 1-1 0 0,0-1 1 0 0,1 1-1 0 0,-1-1 1 0 0,0 0 0 0 0,1 0-1 0 0,0 0 1 0 0,-1 0 0 0 0,1 0-1 0 0,0-1 1 0 0,0 1-1 0 0,5 1 1 0 0,-3-2 1 0 0,0 0-1 0 0,0-1 1 0 0,0 1-1 0 0,0-1 1 0 0,1 0-1 0 0,-1 0 1 0 0,0-1-1 0 0,0 0 1 0 0,0 0-1 0 0,0 0 0 0 0,0 0 1 0 0,8-4-1 0 0,0 0 2 0 0,0-1-1 0 0,-1-1 0 0 0,1 0 0 0 0,-1-1 1 0 0,0 0-1 0 0,-1-1 0 0 0,0 0 0 0 0,0-1 0 0 0,10-13 1 0 0,-3-3 86 0 0,-1-1 1 0 0,-2 0-1 0 0,-1-1 1 0 0,-1-1-1 0 0,-1 0 0 0 0,-1-1 1 0 0,-2 0-1 0 0,-1-1 1 0 0,-2 0-1 0 0,-1 0 1 0 0,-1 0-1 0 0,-1-1 1 0 0,-3-33-1 0 0,-3 15 1381 0 0,1 48-983 0 0,0 24-501 0 0,4 45 192 0 0,2 0 1 0 0,3-1 0 0 0,4 0 0 0 0,26 94 0 0 0,-32-138-120 0 0,9 46-44 0 0,-7-26-2880 0 0,-6-40 2260 0 0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5:48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51 156 0 0,'0'0'836'0'0,"26"-14"1465"0"0,-4 6-1650 0 0,1 1-1 0 0,1 1 1 0 0,-1 1 0 0 0,1 1-1 0 0,0 1 1 0 0,31 0 0 0 0,1 3-2982 0 0,88 14 0 0 0,-116-10 537 0 0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5:48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45 173 368 0 0,'-6'-1'6998'0'0,"8"70"-5948"0"0,0-27-408 0 0,-2 0 0 0 0,-6 45 0 0 0,6-85-468 0 0,0 6-44 0 0,0-9-69 0 0,0 1 0 0 0,0 0 0 0 0,0 0 0 0 0,0 0 0 0 0,0 0 0 0 0,0 0 0 0 0,0 0 0 0 0,0 0 0 0 0,-1 0 0 0 0,1 0 0 0 0,0 0 0 0 0,0 0 0 0 0,0 0 0 0 0,0-1 0 0 0,0 1 0 0 0,0 0 1 0 0,0 0-1 0 0,0 0 0 0 0,0 0 0 0 0,-1 0 0 0 0,1 0 0 0 0,0 0 0 0 0,0 0 0 0 0,0 0 0 0 0,0 0 0 0 0,0 0 0 0 0,0 0 0 0 0,0 0 0 0 0,0 0 0 0 0,-1 0 0 0 0,1 0 0 0 0,0 0 0 0 0,0 0 0 0 0,0 0 0 0 0,0 1 0 0 0,0-1 0 0 0,0 0 1 0 0,0 0-1 0 0,0 0 0 0 0,0 0 0 0 0,0 0 0 0 0,-1 0 0 0 0,1 0 0 0 0,0 0 0 0 0,0 0 0 0 0,-6-16 41 0 0,0 0 1 0 0,1-1-1 0 0,0 0 0 0 0,1 0 1 0 0,2-1-1 0 0,-1 1 1 0 0,2 0-1 0 0,1-31 0 0 0,3-5 50 0 0,16-88 0 0 0,-17 127-104 0 0,-2 12-67 0 0,0 1 1 0 0,0-1 0 0 0,0 1 0 0 0,0-1 0 0 0,0 1 0 0 0,1-1 0 0 0,-1 1 0 0 0,0-1 0 0 0,1 1 0 0 0,0 0-1 0 0,-1-1 1 0 0,1 1 0 0 0,0-1 0 0 0,-1 1 0 0 0,1 0 0 0 0,0 0 0 0 0,0 0 0 0 0,2-2 0 0 0,-2 2-90 0 0,4 3-134 0 0,4 6 181 0 0,1 0-1 0 0,-1 0 1 0 0,0 0 0 0 0,0 2 0 0 0,-1-1 0 0 0,0 1 0 0 0,-1 0 0 0 0,0 0 0 0 0,5 12 0 0 0,36 46-162 0 0,-1-9-6 0 0,-33-40 129 0 0,0 0 0 0 0,1-1 0 0 0,1-1-1 0 0,1-1 1 0 0,0 0 0 0 0,1-1-1 0 0,0 0 1 0 0,34 18 0 0 0,-50-32 120 0 0,0 0 0 0 0,0 0 0 0 0,0 0 1 0 0,0 0-1 0 0,0-1 0 0 0,0 1 0 0 0,1-1 0 0 0,-1 1 0 0 0,0-1 1 0 0,0 0-1 0 0,0 0 0 0 0,1 0 0 0 0,-1 0 0 0 0,0 0 1 0 0,0-1-1 0 0,0 1 0 0 0,1-1 0 0 0,-1 1 0 0 0,0-1 0 0 0,0 0 1 0 0,0 0-1 0 0,3-1 0 0 0,-2-1 30 0 0,1 0-1 0 0,-1 1 1 0 0,0-1 0 0 0,0-1 0 0 0,-1 1-1 0 0,1 0 1 0 0,0-1 0 0 0,-1 1-1 0 0,0-1 1 0 0,3-8 0 0 0,2-6 106 0 0,-1 0 0 0 0,0 0 0 0 0,-2-1 1 0 0,2-20-1 0 0,1-14-281 0 0,1-73 0 0 0,-8 125-399 0 0,3-7-480 0 0,7 31-6360 0 0,-4-11 4710 0 0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5:48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31 528 0 0,'0'0'670'0'0,"-1"3"-34"0"0,-3 6-360 0 0,0-1 1 0 0,0 0-1 0 0,1 1 1 0 0,0 0-1 0 0,0 0 1 0 0,1 0-1 0 0,1 0 1 0 0,-1 0-1 0 0,1 0 1 0 0,1 0 0 0 0,0 0-1 0 0,0 0 1 0 0,1 1-1 0 0,0-1 1 0 0,0 0-1 0 0,1 0 1 0 0,1 0-1 0 0,5 15 1 0 0,-7-22-187 0 0,-1-1-1 0 0,0 0 1 0 0,1 0-1 0 0,-1 0 1 0 0,1 0-1 0 0,0 0 1 0 0,-1 0-1 0 0,1 0 1 0 0,0 0-1 0 0,-1 0 1 0 0,1 0-1 0 0,0 0 1 0 0,0 0-1 0 0,0 0 1 0 0,0-1-1 0 0,0 1 1 0 0,0 0-1 0 0,0-1 1 0 0,0 1-1 0 0,0-1 1 0 0,0 1 0 0 0,1-1-1 0 0,-1 1 1 0 0,0-1-1 0 0,0 0 1 0 0,0 1-1 0 0,2-1 1 0 0,-1-1-35 0 0,-1 1 0 0 0,1-1 0 0 0,-1 0 1 0 0,0 0-1 0 0,1 0 0 0 0,-1 0 0 0 0,0 0 1 0 0,0 0-1 0 0,1 0 0 0 0,-1 0 0 0 0,0 0 1 0 0,0 0-1 0 0,0-1 0 0 0,0 1 1 0 0,-1-1-1 0 0,1 1 0 0 0,0 0 0 0 0,0-1 1 0 0,-1 1-1 0 0,1-1 0 0 0,0-1 0 0 0,3-8 46 0 0,0 1 0 0 0,-1-1 0 0 0,0 1 0 0 0,-1-1 0 0 0,0 0 0 0 0,-1 0 0 0 0,0 0 0 0 0,0 0 0 0 0,-1 0 0 0 0,-1 0 0 0 0,0 0 0 0 0,0 0 0 0 0,-1 0 0 0 0,0 0 0 0 0,-1 1 0 0 0,-1-1 0 0 0,-7-16 0 0 0,10 25-459 0 0,0 2-293 0 0,0 0 446 0 0,0 0 0 0 0,-1 0 1 0 0,1 0-1 0 0,0 0 1 0 0,0 1-1 0 0,0-1 1 0 0,0 0-1 0 0,-1 1 1 0 0,1-1-1 0 0,0 1 0 0 0,0-1 1 0 0,0 1-1 0 0,0-1 1 0 0,0 1-1 0 0,0 0 1 0 0,0 0-1 0 0,0-1 1 0 0,1 1-1 0 0,-1 0 0 0 0,0 0 1 0 0,0 0-1 0 0,1 0 1 0 0,-2 1-1 0 0,-1 6-2333 0 0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5:49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52 648 0 0,'0'0'1703'0'0,"-1"5"-1254"0"0,0 2-272 0 0,1 0-1 0 0,-1 0 0 0 0,1 0 1 0 0,1-1-1 0 0,-1 1 0 0 0,1 0 1 0 0,0 0-1 0 0,1 0 1 0 0,0-1-1 0 0,0 1 0 0 0,0-1 1 0 0,1 0-1 0 0,0 1 0 0 0,0-1 1 0 0,1 0-1 0 0,-1-1 0 0 0,1 1 1 0 0,0-1-1 0 0,1 1 1 0 0,0-1-1 0 0,-1 0 0 0 0,2-1 1 0 0,-1 1-1 0 0,8 4 0 0 0,-11-8-91 0 0,0 0-1 0 0,1-1 0 0 0,-1 1 0 0 0,0-1 1 0 0,0 0-1 0 0,0 1 0 0 0,1-1 0 0 0,-1 0 1 0 0,0 0-1 0 0,0 0 0 0 0,1-1 1 0 0,-1 1-1 0 0,0 0 0 0 0,0-1 0 0 0,0 1 1 0 0,1-1-1 0 0,-1 0 0 0 0,0 0 0 0 0,0 0 1 0 0,0 0-1 0 0,0 0 0 0 0,0 0 0 0 0,-1-1 1 0 0,1 1-1 0 0,0-1 0 0 0,-1 1 1 0 0,1-1-1 0 0,-1 0 0 0 0,1 1 0 0 0,-1-1 1 0 0,0 0-1 0 0,3-4 0 0 0,2-3 228 0 0,-1-1 1 0 0,0 1-1 0 0,0-2 0 0 0,6-20 1 0 0,-8 17-91 0 0,-1 0 0 0 0,0-1 0 0 0,-1 0 0 0 0,-1-20 0 0 0,0 20-402 0 0,0 13-128 0 0,-1 0-602 0 0,-1-3 941 0 0,-18 21-9418 0 0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5:49.6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0 144 0 0,'0'0'2026'0'0,"28"29"744"0"0,-3 10-929 0 0,-24-37-1610 0 0,3 2 137 0 0,-4-3-317 0 0,0-1 0 0 0,0 0 0 0 0,0 1-1 0 0,1-1 1 0 0,-1 1 0 0 0,0-1-1 0 0,0 0 1 0 0,0 1 0 0 0,1-1-1 0 0,-1 0 1 0 0,0 1 0 0 0,1-1-1 0 0,-1 0 1 0 0,0 1 0 0 0,0-1 0 0 0,1 0-1 0 0,-1 0 1 0 0,1 1 0 0 0,-1-1-1 0 0,0 0 1 0 0,1 0 0 0 0,-1 0-1 0 0,0 0 1 0 0,1 0 0 0 0,-1 1-1 0 0,1-1 1 0 0,-1 0 0 0 0,1 0 0 0 0,-1 0-1 0 0,0 0 1 0 0,1 0 0 0 0,-1 0-1 0 0,1 0 1 0 0,-1 0 0 0 0,0 0-1 0 0,1 0 1 0 0,-1-1 0 0 0,1 1-1 0 0,-1 0 1 0 0,0 0 0 0 0,1 0-1 0 0,-1 0 1 0 0,1-1 0 0 0,42-22 894 0 0,-37 18-756 0 0,1 1 1 0 0,-1 0 0 0 0,1 0-1 0 0,0 1 1 0 0,0 0-1 0 0,0 0 1 0 0,0 1 0 0 0,1 0-1 0 0,-1 0 1 0 0,1 0 0 0 0,9 0-1 0 0,-13 3-271 0 0,0 0 1 0 0,0 1-1 0 0,-1-1 0 0 0,1 1 1 0 0,0 0-1 0 0,-1 0 0 0 0,1 0 1 0 0,-1 0-1 0 0,0 1 0 0 0,0-1 1 0 0,1 1-1 0 0,-2 0 0 0 0,1 0 0 0 0,0 0 1 0 0,-1 0-1 0 0,4 6 0 0 0,10 10-1509 0 0,13 10-4133 0 0,-23-22 3401 0 0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5:50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24 528 48 0 0,'0'0'2457'0'0,"0"6"-1914"0"0,1 17 432 0 0,1-1 0 0 0,1 0-1 0 0,1 0 1 0 0,1 0 0 0 0,8 22-1 0 0,-13-42-666 0 0,0 4 4388 0 0,-13-46-4433 0 0,2 1 0 0 0,2-2-1 0 0,2 1 1 0 0,1-1 0 0 0,2 0 0 0 0,2-1 0 0 0,2 1-1 0 0,2 0 1 0 0,1 0 0 0 0,11-49 0 0 0,-14 87-259 0 0,3-15 22 0 0,1 0 0 0 0,0 1 0 0 0,1 0 0 0 0,1 0 0 0 0,0 0 0 0 0,2 1 0 0 0,-1 0 0 0 0,18-25 1 0 0,-24 39-53 0 0,0 1 0 0 0,0-1 0 0 0,1 1 1 0 0,-1 0-1 0 0,0-1 0 0 0,1 1 0 0 0,-1 0 1 0 0,0 0-1 0 0,1 0 0 0 0,0 0 1 0 0,-1 0-1 0 0,1 0 0 0 0,-1 1 0 0 0,1-1 1 0 0,0 0-1 0 0,0 1 0 0 0,-1-1 0 0 0,1 1 1 0 0,0 0-1 0 0,0 0 0 0 0,0 0 1 0 0,-1 0-1 0 0,1 0 0 0 0,2 0 0 0 0,-1 1-7 0 0,0 0 0 0 0,-1 0 0 0 0,1 0-1 0 0,-1 1 1 0 0,1-1 0 0 0,-1 1-1 0 0,0 0 1 0 0,0-1 0 0 0,1 1-1 0 0,-1 0 1 0 0,0 0 0 0 0,-1 0 0 0 0,1 1-1 0 0,2 2 1 0 0,0 2-19 0 0,1 1 0 0 0,-1 0 1 0 0,0 0-1 0 0,0 1 0 0 0,-1-1 0 0 0,0 1 0 0 0,-1-1 0 0 0,0 1 1 0 0,2 10-1 0 0,-3-10 15 0 0,0-1 0 0 0,-1 1 0 0 0,0 0 1 0 0,0 0-1 0 0,0 0 0 0 0,-2 0 0 0 0,1-1 0 0 0,-1 1 1 0 0,0 0-1 0 0,0-1 0 0 0,-1 1 0 0 0,-1-1 0 0 0,1 0 1 0 0,-1 0-1 0 0,-7 9 0 0 0,-68 72-5325 0 0,71-75 692 0 0,4-6 1998 0 0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5:50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0 314 604 0 0,'11'21'1286'0'0,"-1"1"1"0"0,-1 0-1 0 0,-1 0 0 0 0,9 43 1 0 0,10 25 773 0 0,-17-60 19 0 0,-14-41 445 0 0,-15-50-1001 0 0,12 23-1213 0 0,1 0 0 0 0,0-72 0 0 0,6 90-246 0 0,2-1 0 0 0,0 1-1 0 0,1-1 1 0 0,1 1 0 0 0,1 0-1 0 0,14-38 1 0 0,-13 45-44 0 0,0 0 0 0 0,1 1-1 0 0,1 0 1 0 0,0 0 0 0 0,0 0-1 0 0,1 1 1 0 0,1 0 0 0 0,11-10 0 0 0,-18 18-24 0 0,0 0 0 0 0,1 0 0 0 0,0 0 0 0 0,-1 1 1 0 0,1-1-1 0 0,0 1 0 0 0,0 0 0 0 0,0 0 0 0 0,0 1 1 0 0,1-1-1 0 0,-1 1 0 0 0,0 0 0 0 0,1 0 0 0 0,-1 0 1 0 0,0 1-1 0 0,1-1 0 0 0,-1 1 0 0 0,1 0 0 0 0,-1 1 1 0 0,1-1-1 0 0,-1 1 0 0 0,1-1 0 0 0,-1 1 0 0 0,0 1 1 0 0,1-1-1 0 0,-1 1 0 0 0,0-1 0 0 0,0 1 0 0 0,6 4 1 0 0,-7-4-3 0 0,1 0 0 0 0,0 1 0 0 0,-1-1 1 0 0,0 1-1 0 0,0 0 0 0 0,0 0 1 0 0,0 0-1 0 0,0 0 0 0 0,-1 1 1 0 0,1-1-1 0 0,-1 1 0 0 0,0-1 0 0 0,0 1 1 0 0,0 0-1 0 0,0 0 0 0 0,-1 0 1 0 0,0 0-1 0 0,1 0 0 0 0,-1 0 1 0 0,-1 0-1 0 0,1 0 0 0 0,-1 1 0 0 0,0-1 1 0 0,0 0-1 0 0,0 0 0 0 0,0 1 1 0 0,-1-1-1 0 0,1 0 0 0 0,-1 0 1 0 0,0 0-1 0 0,-1 0 0 0 0,-1 6 0 0 0,-1-2-22 0 0,0 1-1 0 0,-1-1 0 0 0,0 0 0 0 0,0 0 1 0 0,-1-1-1 0 0,0 1 0 0 0,0-1 0 0 0,0-1 1 0 0,-1 1-1 0 0,0-1 0 0 0,-1 0 0 0 0,1-1 1 0 0,-14 8-1 0 0,-70 28-2039 0 0,30-24-6296 0 0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5:51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432 1 436 0 0,'0'0'5660'0'0,"4"4"-5207"0"0,5 6-231 0 0,0 1 0 0 0,0 0 1 0 0,-1 1-1 0 0,0 0 0 0 0,-1 0 1 0 0,-1 0-1 0 0,0 1 0 0 0,0 0 1 0 0,7 28-1 0 0,-2 2 413 0 0,11 87 1 0 0,-18-88-441 0 0,-1 1 1 0 0,-3-1 0 0 0,-1 1-1 0 0,-2-1 1 0 0,-2 0-1 0 0,-2 0 1 0 0,-2-1-1 0 0,-2 1 1 0 0,-1-2-1 0 0,-2 0 1 0 0,-2 0-1 0 0,-1-2 1 0 0,-2 0 0 0 0,-2-1-1 0 0,-2-1 1 0 0,-1-1-1 0 0,-1-1 1 0 0,-2-1-1 0 0,-1-2 1 0 0,-2 0-1 0 0,-1-2 1 0 0,-1-1-1 0 0,-52 33 1 0 0,8-11 1325 0 0,74-49-1257 0 0,-4 1 195 0 0,5-2-393 0 0,1 0-1 0 0,-1 1 1 0 0,1-1 0 0 0,-1 1-1 0 0,0-1 1 0 0,1 0-1 0 0,-1 0 1 0 0,0 1 0 0 0,1-1-1 0 0,-1 0 1 0 0,0 0-1 0 0,1 0 1 0 0,-1 0-1 0 0,0 0 1 0 0,1 0 0 0 0,-1 0-1 0 0,0 0 1 0 0,1 0-1 0 0,-1 0 1 0 0,0 0 0 0 0,1 0-1 0 0,-1-1 1 0 0,0 1-1 0 0,-2-4-71 0 0,-8-12-3662 0 0,7 1-5141 0 0,4 1 5394 0 0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5:53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67 113 236 0 0,'0'0'1055'0'0,"-17"-35"3825"0"0,-26-14 1221 0 0,42 48-5116 0 0,-1-1-367 0 0,2 2-573 0 0,0 0 0 0 0,0 0 0 0 0,-1 0 0 0 0,1 0 0 0 0,0 0 0 0 0,0 0 1 0 0,0-1-1 0 0,0 1 0 0 0,-1 0 0 0 0,1 0 0 0 0,0 0 0 0 0,0 0 0 0 0,0 0 0 0 0,0 0 0 0 0,0-1 0 0 0,-1 1 1 0 0,1 0-1 0 0,0 0 0 0 0,0 0 0 0 0,0 0 0 0 0,0 0 0 0 0,0-1 0 0 0,0 1 0 0 0,0 0 0 0 0,0 0 1 0 0,0 0-1 0 0,0-1 0 0 0,0 1 0 0 0,0 0 0 0 0,0 0 0 0 0,-1 0 0 0 0,2-1 0 0 0,-1 1 0 0 0,0 0 1 0 0,0 0-1 0 0,0 0 0 0 0,0-1 0 0 0,0 1 0 0 0,0 0 0 0 0,0 0 0 0 0,0 0 0 0 0,0 0 0 0 0,0-1 0 0 0,0 1 1 0 0,0 0-1 0 0,0 0 0 0 0,1 0 0 0 0,-1 0 0 0 0,0-1 0 0 0,14-3 69 0 0,1 0 0 0 0,0 1 0 0 0,0 0 0 0 0,-1 2 0 0 0,1-1 0 0 0,1 2 0 0 0,-1 0 0 0 0,20 3 0 0 0,13-1 32 0 0,-4-2-619 0 0,48 8 1 0 0,-73-5-770 0 0,0 0 0 0 0,29 11 0 0 0,-24 2-5630 0 0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5:53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 4 0 0,'2'0'6895'0'0,"27"-4"-6537"0"0,158-16 2169 0 0,-66 14-4334 0 0,-48 4-2516 0 0,-52 1 2265 0 0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5:54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15 892 0 0,'4'-10'5762'0'0,"-4"10"-5702"0"0,0 0 0 0 0,0 0 0 0 0,0 0 0 0 0,0 0 0 0 0,0 0 0 0 0,0-1 0 0 0,0 1 1 0 0,0 0-1 0 0,0 0 0 0 0,0 0 0 0 0,0 0 0 0 0,0 0 0 0 0,0-1 0 0 0,0 1 0 0 0,0 0 0 0 0,0 0 1 0 0,0 0-1 0 0,0 0 0 0 0,0 0 0 0 0,1 0 0 0 0,-1-1 0 0 0,0 1 0 0 0,0 0 0 0 0,0 0 0 0 0,0 0 1 0 0,0 0-1 0 0,0 0 0 0 0,0 0 0 0 0,0 0 0 0 0,1 0 0 0 0,-1-1 0 0 0,0 1 0 0 0,0 0 0 0 0,0 0 1 0 0,0 0-1 0 0,0 0 0 0 0,0 0 0 0 0,1 0 0 0 0,-1 0 0 0 0,0 0 0 0 0,0 0 0 0 0,0 0 0 0 0,0 0 1 0 0,0 0-1 0 0,1 0 0 0 0,-1 0 0 0 0,0 0 0 0 0,0 0 0 0 0,0 0 0 0 0,0 0 0 0 0,0 0 0 0 0,1 0 1 0 0,-1 0-1 0 0,0 0 0 0 0,0 0 0 0 0,0 0 0 0 0,0 0 0 0 0,0 1 0 0 0,0-1 0 0 0,1 0 0 0 0,-1 0 1 0 0,0 0-1 0 0,0 0 0 0 0,0 0 0 0 0,0 0 0 0 0,11 67 954 0 0,-3 0 0 0 0,-2 109 0 0 0,-6-146-1709 0 0,-1 1 1 0 0,-10 52 0 0 0,6-58-2345 0 0,-16 43 0 0 0,7-33-59 0 0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5:58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334 158 540 0 0,'-12'-27'2698'0'0,"-3"-7"-171"0"0,12 25-1948 0 0,0 1 0 0 0,-1 0 0 0 0,0 1 0 0 0,0-1 0 0 0,0 1 0 0 0,-1-1 0 0 0,0 1 0 0 0,0 1 0 0 0,-1-1 0 0 0,0 1 0 0 0,-9-7 0 0 0,14 12-541 0 0,-1 1 1 0 0,0-1 0 0 0,1 1 0 0 0,-1 0-1 0 0,0 0 1 0 0,1 0 0 0 0,-1 0 0 0 0,0 0 0 0 0,1 0-1 0 0,-1 1 1 0 0,0-1 0 0 0,1 0 0 0 0,-1 1 0 0 0,1 0-1 0 0,-1-1 1 0 0,1 1 0 0 0,-1 0 0 0 0,1-1 0 0 0,-1 1-1 0 0,1 0 1 0 0,0 0 0 0 0,-1 0 0 0 0,1 0 0 0 0,0 1-1 0 0,0-1 1 0 0,0 0 0 0 0,-2 3 0 0 0,-30 36 149 0 0,18-16-134 0 0,0 0 1 0 0,2 1 0 0 0,1 0 0 0 0,1 1-1 0 0,1 0 1 0 0,1 1 0 0 0,1 0 0 0 0,-6 44-1 0 0,9-25 115 0 0,1 1-1 0 0,3-1 1 0 0,1 1-1 0 0,10 63 0 0 0,-6-75-108 0 0,-2 0-1 0 0,-1 1 1 0 0,-6 46-1 0 0,5-80-196 0 0,0-1-1 0 0,-1 1 1 0 0,1-1 0 0 0,-1 1-1 0 0,1-1 1 0 0,-1 0-1 0 0,0 1 1 0 0,1-1-1 0 0,-1 0 1 0 0,0 1-1 0 0,0-1 1 0 0,0 0-1 0 0,0 0 1 0 0,0 0-1 0 0,0 0 1 0 0,0 0-1 0 0,0 0 1 0 0,-1 0-1 0 0,1 0 1 0 0,0-1-1 0 0,-1 1 1 0 0,1 0-1 0 0,0-1 1 0 0,-4 2-1 0 0,-31 1-6760 0 0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5:58.5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1 179 192 0 0,'0'0'1027'0'0,"2"-13"1610"0"0,9 3-2164 0 0,1 0 0 0 0,1 1 0 0 0,-1 0 1 0 0,1 1-1 0 0,1 1 0 0 0,28-12 0 0 0,92-27 514 0 0,-133 46-967 0 0,124-32-279 0 0,-41 18-4106 0 0,-67 12 2366 0 0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6:00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80 572 0 0,'-9'-32'2599'0'0,"7"25"-1788"0"0,1 1 0 0 0,-1-1-1 0 0,-1 1 1 0 0,1 0 0 0 0,-5-8-1 0 0,6 12-409 0 0,-3 4-38 0 0,-4 4-255 0 0,0 0 0 0 0,1 0-1 0 0,-1 0 1 0 0,1 1 0 0 0,1 0-1 0 0,-1 0 1 0 0,1 1 0 0 0,0 0-1 0 0,1 0 1 0 0,-8 15 0 0 0,-7 16 157 0 0,-14 41-1 0 0,28-65-201 0 0,-5 17 38 0 0,0 1-1 0 0,3 0 1 0 0,0 0-1 0 0,2 0 1 0 0,2 1-1 0 0,1 0 1 0 0,2 0-1 0 0,1-1 1 0 0,1 1-1 0 0,8 41 1 0 0,-4-44-88 0 0,1-1 1 0 0,2 0-1 0 0,2 0 1 0 0,0-1-1 0 0,2 0 1 0 0,1 0-1 0 0,1-2 1 0 0,2 0-1 0 0,0 0 1 0 0,2-2-1 0 0,25 29 1 0 0,-28-37-265 0 0,1-2 1 0 0,34 27-1 0 0,0-15-1601 0 0,-46-25 1279 0 0,1-1 1 0 0,0 1-1 0 0,-1-1 0 0 0,1 0 1 0 0,0-1-1 0 0,0 1 0 0 0,0-1 0 0 0,8 0 1 0 0,0-3-1730 0 0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6:01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2 218 10081 0 0,'-1'-7'257'0'0,"1"1"0"0"0,0 0 0 0 0,0-1-1 0 0,0 1 1 0 0,1 0 0 0 0,2-13 0 0 0,-2 17-238 0 0,1-1-25 0 0,-2 2 5 0 0,0 1 1 0 0,0 0-1 0 0,0 0 1 0 0,0-1-1 0 0,1 1 0 0 0,-1 0 1 0 0,0 0-1 0 0,0-1 1 0 0,0 1-1 0 0,0 0 1 0 0,0 0-1 0 0,0 0 1 0 0,0-1-1 0 0,1 1 1 0 0,-1 0-1 0 0,0 0 1 0 0,0 0-1 0 0,0-1 1 0 0,0 1-1 0 0,1 0 1 0 0,-1 0-1 0 0,0 0 0 0 0,0 0 1 0 0,0 0-1 0 0,1 0 1 0 0,-1-1-1 0 0,0 1 1 0 0,0 0-1 0 0,1 0 1 0 0,-1 0-1 0 0,0 0 1 0 0,0 0-1 0 0,1 0 1 0 0,-1 0-1 0 0,0 0 1 0 0,0 0-1 0 0,1 0 0 0 0,-1 0 1 0 0,0 0-1 0 0,0 0 1 0 0,1 0-1 0 0,-1 0 1 0 0,0 0-1 0 0,0 1 1 0 0,0-1-1 0 0,1 0 1 0 0,-1 0-1 0 0,0 0 1 0 0,1 0-1 0 0,13 8-8 0 0,-1 1 0 0 0,1 0-1 0 0,-1 1 1 0 0,-1 0 0 0 0,0 1 0 0 0,0 0-1 0 0,10 13 1 0 0,74 99 22 0 0,-78-98-9 0 0,5 9 4 0 0,-16-24 85 0 0,-1 1 1 0 0,2-2 0 0 0,-1 1-1 0 0,13 11 1 0 0,-19-20 1347 0 0,15-38-579 0 0,-9-28-320 0 0,12-171 368 0 0,-12 97-2077 0 0,-6 136 431 0 0,3-4-593 0 0,18 36-9210 0 0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6:01.6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26 237 308 0 0,'0'0'1819'0'0,"3"3"-1045"0"0,4 10-151 0 0,0 0 0 0 0,-1 1 0 0 0,0 0-1 0 0,-1 0 1 0 0,7 28 0 0 0,4 12 211 0 0,0-8 413 0 0,-2 0 0 0 0,13 87 0 0 0,-27-131-923 0 0,-1 2 159 0 0,1-3-409 0 0,0-1 1 0 0,0 0 0 0 0,0 1 0 0 0,0-1 0 0 0,0 0 0 0 0,0 1 0 0 0,0-1 0 0 0,0 0 0 0 0,0 0 0 0 0,0 1 0 0 0,0-1 0 0 0,0 0 0 0 0,0 1 0 0 0,0-1 0 0 0,0 0 0 0 0,0 0 0 0 0,0 1-1 0 0,0-1 1 0 0,0 0 0 0 0,-1 0 0 0 0,1 1 0 0 0,0-1 0 0 0,0 0 0 0 0,0 0 0 0 0,-1 1 0 0 0,1-1 0 0 0,0 0 0 0 0,0 0 0 0 0,-1 0 0 0 0,1 1 0 0 0,0-1 0 0 0,0 0 0 0 0,-1 0-1 0 0,1 0 1 0 0,0 0 0 0 0,-5-2 43 0 0,1 0-1 0 0,1 0 0 0 0,-1 0 0 0 0,0-1 0 0 0,1 1 1 0 0,-1-1-1 0 0,1 0 0 0 0,0 0 0 0 0,-1-1 1 0 0,2 1-1 0 0,-1-1 0 0 0,0 1 0 0 0,1-1 0 0 0,0 0 1 0 0,-1 0-1 0 0,-1-6 0 0 0,-7-11 146 0 0,2-1 0 0 0,-8-22-1 0 0,5 5-1 0 0,2 0 0 0 0,1-1 0 0 0,-4-55-1 0 0,12 76-193 0 0,0-1 0 0 0,1 1 0 0 0,1-1 0 0 0,1 1-1 0 0,1 0 1 0 0,0-1 0 0 0,2 1 0 0 0,0 1-1 0 0,9-24 1 0 0,-12 38-92 0 0,1-1-1 0 0,-1 1 1 0 0,1-1 0 0 0,0 1-1 0 0,0 0 1 0 0,0 0-1 0 0,0 0 1 0 0,1 1 0 0 0,-1-1-1 0 0,1 1 1 0 0,0 0 0 0 0,0 0-1 0 0,1 0 1 0 0,-1 0-1 0 0,0 1 1 0 0,1 0 0 0 0,0 0-1 0 0,-1 0 1 0 0,1 0 0 0 0,0 1-1 0 0,10-2 1 0 0,-11 3-13 0 0,0-1 1 0 0,0 1-1 0 0,0 1 1 0 0,1-1-1 0 0,-1 1 1 0 0,0 0-1 0 0,0 0 1 0 0,0 0-1 0 0,0 0 1 0 0,0 0-1 0 0,0 1 1 0 0,-1 0-1 0 0,1 0 1 0 0,0 0-1 0 0,-1 0 1 0 0,1 1-1 0 0,-1-1 1 0 0,0 1-1 0 0,0 0 1 0 0,0 0-1 0 0,0 0 1 0 0,0 0-1 0 0,-1 1 1 0 0,0-1-1 0 0,1 1 1 0 0,2 6-1 0 0,-2-3 4 0 0,0 1 0 0 0,-1-1 0 0 0,0 0 0 0 0,0 1-1 0 0,-1-1 1 0 0,0 1 0 0 0,0-1 0 0 0,0 1 0 0 0,-1 0-1 0 0,0-1 1 0 0,-1 1 0 0 0,0-1 0 0 0,0 1 0 0 0,-1-1-1 0 0,0 1 1 0 0,0-1 0 0 0,0 0 0 0 0,-1 0 0 0 0,0 0-1 0 0,-1 0 1 0 0,-5 8 0 0 0,0 0-137 0 0,-1 0-1 0 0,-1-2 1 0 0,0 1 0 0 0,0-1-1 0 0,-2-1 1 0 0,0 0 0 0 0,0-1-1 0 0,-19 12 1 0 0,16-7-1547 0 0,5-4-562 0 0,2-7-3427 0 0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6:02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25 194 264 0 0,'-25'-12'20975'0'0,"72"14"-20902"0"0,92-9 0 0 0,-55 1-38 0 0,180-18-215 0 0,68-12-1571 0 0,-312 35 1425 0 0,-17 1 283 0 0,-1 0 1 0 0,0 0 0 0 0,1 0 0 0 0,-1 0 0 0 0,0-1 0 0 0,0 1 0 0 0,0-1 0 0 0,1 0 0 0 0,-1 1 0 0 0,0-1 0 0 0,0 0 0 0 0,0 0 0 0 0,2-2 0 0 0,-2 2-24 0 0,-7-3-100 0 0,-8-7 103 0 0,-1 1 1 0 0,-25-15-1 0 0,-29-21-229 0 0,67 44 209 0 0,1 3 76 0 0,0-1 0 0 0,-1 0 0 0 0,1 0 0 0 0,0 0 0 0 0,0 0 0 0 0,0 1 0 0 0,0-1 0 0 0,0 0 0 0 0,0 0 0 0 0,0 0 0 0 0,0 0 0 0 0,-1 0 0 0 0,1 0 0 0 0,0 1 0 0 0,0-1 0 0 0,0 0 0 0 0,0 0 0 0 0,0 0 0 0 0,-1 0 0 0 0,1 0 0 0 0,0 0 0 0 0,0 0 0 0 0,0 0 0 0 0,-1 0 0 0 0,1 0 0 0 0,0 0 0 0 0,0 0 0 0 0,0 0 0 0 0,0 0 0 0 0,-1 0 0 0 0,1 0 0 0 0,0 0 0 0 0,0 0 0 0 0,0 0 0 0 0,-1 0 0 0 0,1 0 0 0 0,0 0 0 0 0,0 0 0 0 0,0 0 0 0 0,0 0-1 0 0,-1 0 1 0 0,1 0 0 0 0,0 0 0 0 0,0 0 0 0 0,0-1 0 0 0,0 1 0 0 0,0 0 0 0 0,-1 0 0 0 0,1 0 0 0 0,0 0 0 0 0,0 0 0 0 0,0-1 0 0 0,0 1 0 0 0,0 0 0 0 0,0 0 0 0 0,0 0 0 0 0,0 0 0 0 0,0-1 0 0 0,-1 1 0 0 0,1 0 0 0 0,0 0 0 0 0,0 0 0 0 0,0 0 0 0 0,0-1 0 0 0,0 1 0 0 0,3 16-98 0 0,-1 0 0 0 0,-1 1 0 0 0,0-1 0 0 0,-1 1 0 0 0,-1-1-1 0 0,-1 1 1 0 0,0-1 0 0 0,-1 0 0 0 0,-1 0 0 0 0,0 0 0 0 0,-1 0-1 0 0,-1-1 1 0 0,-1 0 0 0 0,0 0 0 0 0,-1-1 0 0 0,-13 20 0 0 0,5-9-525 0 0,-29 42-2205 0 0,11-26-2764 0 0,12-20 1962 0 0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6:11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23 192 0 0,'-15'-23'9325'0'0,"28"73"-8805"0"0,3-1 0 0 0,29 62 1 0 0,19 57 304 0 0,-44-114 489 0 0,-20-52-993 0 0,1-24 1945 0 0,-3-56-1733 0 0,2-67 470 0 0,1 131-1280 0 0,0 1 0 0 0,2-1 1 0 0,-1 1-1 0 0,2-1 0 0 0,0 1 0 0 0,0 0 1 0 0,13-24-1 0 0,10 17-2283 0 0,-16 16-3836 0 0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6:12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0 351 676 0 0,'0'0'6261'0'0,"4"-4"-5825"0"0,2-2-147 0 0,-1 0 0 0 0,0-1-1 0 0,0 0 1 0 0,0 0 0 0 0,-1-1-1 0 0,0 1 1 0 0,0-1 0 0 0,-1 0-1 0 0,0 0 1 0 0,-1 0 0 0 0,1 0-1 0 0,-1 0 1 0 0,-1 0 0 0 0,0-1-1 0 0,0 1 1 0 0,-1-11-1 0 0,0 15-127 0 0,-2-12 229 0 0,-1 7-101 0 0,-2 11-86 0 0,1 7-203 0 0,0 0 1 0 0,0 0 0 0 0,1 0 0 0 0,0 1 0 0 0,0-1 0 0 0,1 1 0 0 0,1-1-1 0 0,-1 1 1 0 0,2 0 0 0 0,-1 0 0 0 0,1 0 0 0 0,1-1 0 0 0,0 1 0 0 0,0 0 0 0 0,1-1-1 0 0,0 1 1 0 0,1-1 0 0 0,0 1 0 0 0,5 10 0 0 0,-7-18-5 0 0,-1-1 1 0 0,1 1-1 0 0,0-1 1 0 0,0 1-1 0 0,0-1 1 0 0,0 0-1 0 0,0 0 1 0 0,0 0-1 0 0,0 1 0 0 0,1-1 1 0 0,-1 0-1 0 0,0 0 1 0 0,1-1-1 0 0,-1 1 1 0 0,0 0-1 0 0,1 0 1 0 0,-1-1-1 0 0,1 1 1 0 0,-1-1-1 0 0,1 1 1 0 0,0-1-1 0 0,-1 1 0 0 0,1-1 1 0 0,-1 0-1 0 0,1 0 1 0 0,0 0-1 0 0,-1 0 1 0 0,1 0-1 0 0,0 0 1 0 0,-1-1-1 0 0,1 1 1 0 0,-1 0-1 0 0,1-1 1 0 0,-1 1-1 0 0,1-1 0 0 0,-1 0 1 0 0,1 1-1 0 0,1-2 1 0 0,63-44-50 0 0,-47 31-44 0 0,1 2 0 0 0,28-16 1 0 0,-46 28 78 0 0,0 1 1 0 0,0-1 0 0 0,0 1 0 0 0,0 0 0 0 0,-1-1 0 0 0,1 1 0 0 0,0 0 0 0 0,0 0 0 0 0,0 1 0 0 0,0-1 0 0 0,0 0 0 0 0,0 1 0 0 0,-1-1-1 0 0,1 1 1 0 0,0-1 0 0 0,0 1 0 0 0,0 0 0 0 0,-1 0 0 0 0,1 0 0 0 0,1 1 0 0 0,35 27-356 0 0,-26-19 152 0 0,-6-6 120 0 0,-1 0-1 0 0,1 0 0 0 0,0 0 0 0 0,0-1 0 0 0,1 0 0 0 0,-1 0 0 0 0,1 0 1 0 0,-1-1-1 0 0,1 0 0 0 0,0 0 0 0 0,0-1 0 0 0,0 0 0 0 0,0 0 0 0 0,8 0 1 0 0,-12-2 89 0 0,1 1 0 0 0,0-1 0 0 0,0 0 0 0 0,-1 0 0 0 0,1 0 0 0 0,-1 0 0 0 0,1 0 1 0 0,-1-1-1 0 0,1 0 0 0 0,-1 0 0 0 0,0 0 0 0 0,0 0 0 0 0,0 0 0 0 0,0 0 1 0 0,0-1-1 0 0,0 0 0 0 0,-1 1 0 0 0,1-1 0 0 0,-1 0 0 0 0,0 0 0 0 0,0 0 0 0 0,0-1 1 0 0,0 1-1 0 0,0 0 0 0 0,-1-1 0 0 0,0 0 0 0 0,2-3 0 0 0,3-20 225 0 0,-1 0 0 0 0,-1 0-1 0 0,-2-1 1 0 0,0 1 0 0 0,-2-1-1 0 0,-1 1 1 0 0,-8-49 0 0 0,5 31 2063 0 0,39 319-1963 0 0,-35-273-330 0 0,1 1 0 0 0,-1 0 0 0 0,1 0 0 0 0,-1-1 0 0 0,1 1 0 0 0,0 0 0 0 0,0-1 0 0 0,-1 1 0 0 0,1-1 0 0 0,0 1 0 0 0,1-1 0 0 0,-1 1 0 0 0,0-1 0 0 0,0 0 0 0 0,0 1 0 0 0,1-1 0 0 0,-1 0 0 0 0,1 0 0 0 0,-1 0 0 0 0,1 0 0 0 0,-1 0 0 0 0,1 0 0 0 0,0-1 0 0 0,-1 1 0 0 0,1 0 0 0 0,0-1 0 0 0,0 0 0 0 0,-1 1 0 0 0,4-1-1 0 0,5 0-14 0 0,-1 0-1 0 0,1 0 0 0 0,-1-1 0 0 0,18-5 0 0 0,11 0-57 0 0,-28 5 2 0 0,0 1-1 0 0,0 0 1 0 0,-1 0 0 0 0,1 1 0 0 0,0 0-1 0 0,-1 1 1 0 0,1 0 0 0 0,-1 0-1 0 0,19 8 1 0 0,-28-10 80 0 0,1 1 1 0 0,-1-1-1 0 0,1 1 0 0 0,0-1 1 0 0,-1 1-1 0 0,1 0 0 0 0,-1-1 0 0 0,0 1 1 0 0,1 0-1 0 0,-1-1 0 0 0,1 1 0 0 0,-1 0 1 0 0,0-1-1 0 0,1 1 0 0 0,-1 0 1 0 0,0 0-1 0 0,0-1 0 0 0,0 1 0 0 0,0 0 1 0 0,0 0-1 0 0,0 0 0 0 0,0-1 0 0 0,0 1 1 0 0,0 0-1 0 0,0 0 0 0 0,0 0 0 0 0,0-1 1 0 0,0 1-1 0 0,-1 0 0 0 0,1 0 1 0 0,0-1-1 0 0,-1 1 0 0 0,1 0 0 0 0,0-1 1 0 0,-1 1-1 0 0,1 0 0 0 0,-1-1 0 0 0,1 1 1 0 0,-2 0-1 0 0,-17 23-65 0 0,8-16-66 0 0,0 0 0 0 0,-1 0-1 0 0,-24 11 1 0 0,10-11-6942 0 0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6:13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92 276 0 0,'0'0'1279'0'0,"-8"-12"4403"0"0,2 7-3141 0 0,6 9-837 0 0,29 89-583 0 0,-9-35-488 0 0,-3 0 1 0 0,13 84 0 0 0,-30-141-609 0 0,0-1 1 0 0,0 0-1 0 0,0 1 1 0 0,0-1-1 0 0,0 0 1 0 0,0 1-1 0 0,0-1 1 0 0,0 0-1 0 0,0 1 1 0 0,0-1-1 0 0,-1 0 1 0 0,1 0-1 0 0,0 1 1 0 0,0-1-1 0 0,0 0 1 0 0,0 1-1 0 0,-1-1 1 0 0,1 0-1 0 0,0 0 0 0 0,0 0 1 0 0,-1 1-1 0 0,1-1 1 0 0,0 0-1 0 0,0 0 1 0 0,-1 0-1 0 0,1 1 1 0 0,0-1-1 0 0,0 0 1 0 0,-1 0-1 0 0,1 0 1 0 0,0 0-1 0 0,-1 0 1 0 0,1 0-1 0 0,0 0 1 0 0,-1 0-1 0 0,1 0 1 0 0,0 0-1 0 0,-1 0 0 0 0,1 0 1 0 0,0 0-1 0 0,-1 0 1 0 0,1 0-1 0 0,0 0 1 0 0,0 0-1 0 0,-1 0 1 0 0,1 0-1 0 0,0 0 1 0 0,-1 0-1 0 0,1-1 1 0 0,0 1-1 0 0,0 0 1 0 0,-1 0-1 0 0,1 0 1 0 0,0-1-1 0 0,0 1 1 0 0,-1 0-1 0 0,1 0 0 0 0,0 0 1 0 0,0-1-1 0 0,0 1 1 0 0,-1 0-1 0 0,1-1 1 0 0,0 1-1 0 0,0-1 1 0 0,-17-11-82 0 0,10 3 91 0 0,0 0 0 0 0,0-1 0 0 0,1 0 1 0 0,1 0-1 0 0,0 0 0 0 0,0 0 0 0 0,1-1 0 0 0,0 0 0 0 0,1 0 0 0 0,0 0 0 0 0,-2-14 0 0 0,-5-17-28 0 0,0 13-22 0 0,1 0-1 0 0,2-1 1 0 0,1 1-1 0 0,1-1 0 0 0,-1-48 1 0 0,7 75-66 0 0,3-2-5 0 0,-4 5 79 0 0,0-1 0 0 0,0 1 0 0 0,0 0 0 0 0,0-1 0 0 0,0 1 0 0 0,0 0 0 0 0,0-1 0 0 0,0 1 0 0 0,0 0 0 0 0,1-1 0 0 0,-1 1 0 0 0,0 0 0 0 0,0 0 0 0 0,0-1 0 0 0,0 1 0 0 0,1 0 0 0 0,-1-1 0 0 0,0 1 0 0 0,0 0 0 0 0,1 0 0 0 0,-1 0 0 0 0,0-1 0 0 0,1 1 0 0 0,-1 0 0 0 0,0 0 0 0 0,0 0 0 0 0,1 0 0 0 0,-1-1 0 0 0,0 1 0 0 0,1 0 0 0 0,-1 0 0 0 0,0 0 0 0 0,1 0 0 0 0,-1 0 0 0 0,1 0 0 0 0,4 1-29 0 0,0 0 1 0 0,0 0-1 0 0,0 0 0 0 0,0 1 0 0 0,0-1 0 0 0,-1 1 1 0 0,1 0-1 0 0,-1 1 0 0 0,1-1 0 0 0,-1 1 0 0 0,0 0 1 0 0,0 0-1 0 0,0 0 0 0 0,5 7 0 0 0,56 64-418 0 0,-37-41 180 0 0,29 34-308 0 0,-18-21-126 0 0,46 43 0 0 0,-84-88 1161 0 0,-1-6-275 0 0,1-20 160 0 0,-1 0 0 0 0,-6-41 0 0 0,3 35-102 0 0,0-43 0 0 0,-1 31-84 0 0,3 38-406 0 0,0 1 0 0 0,0-1 0 0 0,1 0 0 0 0,0 0 1 0 0,0 0-1 0 0,0 0 0 0 0,0 0 0 0 0,1 0 0 0 0,0 0 0 0 0,0 0 1 0 0,2-7-1 0 0,-2 9-944 0 0,15 0-4146 0 0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6:13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43 316 660 0 0,'3'13'2329'0'0,"4"4"-1117"0"0,-1-1-1 0 0,2 0 1 0 0,0-1 0 0 0,14 20-1 0 0,-30-38 3411 0 0,-12-17-4569 0 0,9 1 165 0 0,1-1 0 0 0,1 0 0 0 0,1-1 0 0 0,1 0 1 0 0,-8-32-1 0 0,12 38-148 0 0,1-1 0 0 0,0 1 0 0 0,1 0 0 0 0,0-1 0 0 0,1 1 0 0 0,1-1 0 0 0,1 1 0 0 0,5-26 0 0 0,-5 36-68 0 0,-1 0 1 0 0,1 0 0 0 0,0 1 0 0 0,0-1-1 0 0,1 0 1 0 0,-1 1 0 0 0,1 0 0 0 0,0 0-1 0 0,0 0 1 0 0,0 0 0 0 0,1 0-1 0 0,-1 1 1 0 0,1-1 0 0 0,0 1 0 0 0,0 0-1 0 0,0 0 1 0 0,1 0 0 0 0,-1 1 0 0 0,1 0-1 0 0,-1-1 1 0 0,10-1 0 0 0,-10 3-21 0 0,0 0 0 0 0,0 0 0 0 0,0 1 0 0 0,0-1 0 0 0,0 1 0 0 0,0 1 0 0 0,1-1 0 0 0,-1 0 0 0 0,0 1 0 0 0,0 0 0 0 0,0 0 0 0 0,0 0 0 0 0,0 0 0 0 0,0 1 0 0 0,-1-1 0 0 0,1 1 0 0 0,0 0 0 0 0,-1 1 0 0 0,1-1 0 0 0,-1 0 0 0 0,0 1 0 0 0,0 0 0 0 0,0 0 0 0 0,0 0 0 0 0,0 0 0 0 0,3 5 0 0 0,-4-6 12 0 0,0 1 0 0 0,0 0-1 0 0,0 0 1 0 0,-1 0 0 0 0,1 0 0 0 0,-1 0 0 0 0,0 0 0 0 0,0 0 0 0 0,0 1 0 0 0,0-1 0 0 0,0 0 0 0 0,-1 1-1 0 0,0-1 1 0 0,1 0 0 0 0,-1 1 0 0 0,-1-1 0 0 0,1 0 0 0 0,0 1 0 0 0,-1-1 0 0 0,1 0 0 0 0,-1 1 0 0 0,0-1-1 0 0,-3 6 1 0 0,-2 2-78 0 0,0-1 0 0 0,-1 0 0 0 0,0 0 0 0 0,-1-1-1 0 0,-11 11 1 0 0,-12 18-3420 0 0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6:15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22 604 0 0,'0'0'1059'0'0,"0"-9"467"0"0,2 5 1515 0 0,3 2-2878 0 0,0 0 0 0 0,0 1 0 0 0,0 0 0 0 0,0 0 0 0 0,0 1 0 0 0,0-1 0 0 0,0 1 0 0 0,0 0 0 0 0,1 0 1 0 0,-1 1-1 0 0,8 1 0 0 0,61 15 547 0 0,-73-17-697 0 0,25 9 155 0 0,0 0 1 0 0,0 2-1 0 0,-1 0 0 0 0,0 2 1 0 0,-1 1-1 0 0,0 1 0 0 0,-2 0 0 0 0,1 2 1 0 0,36 37-1 0 0,-35-28-68 0 0,0 1-1 0 0,-2 1 1 0 0,-1 2 0 0 0,-1 0-1 0 0,-1 1 1 0 0,-2 0 0 0 0,13 37-1 0 0,-21-44-22 0 0,-1 1 0 0 0,-2 0 0 0 0,0 0 0 0 0,-2 0 0 0 0,-1 1 0 0 0,0 0 0 0 0,-2 0 0 0 0,-2-1 0 0 0,0 1 0 0 0,-1 0 0 0 0,-2 0 0 0 0,0-1 0 0 0,-2 0 0 0 0,-1 0 0 0 0,-1 0 0 0 0,-1-1 0 0 0,-1 0 0 0 0,-14 25 0 0 0,11-27 142 0 0,0-1-1 0 0,-1 0 0 0 0,-1-1 0 0 0,-1-1 0 0 0,0 0 0 0 0,-2-1 0 0 0,0-1 0 0 0,-1-1 0 0 0,0-1 0 0 0,-2 0 0 0 0,-37 20 0 0 0,53-32-152 0 0,-1 1 0 0 0,0-1 0 0 0,1-1 0 0 0,-1 1 0 0 0,-1-1 0 0 0,1 0 0 0 0,0 0-1 0 0,-1-1 1 0 0,1 0 0 0 0,0 0 0 0 0,-1 0 0 0 0,1-1 0 0 0,-1 0 0 0 0,-9-1 0 0 0,13 0-439 0 0,22-22-4562 0 0,0 8-589 0 0,-8 8 2357 0 0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6:16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1 155 1000 0 0,'0'0'1326'0'0,"15"-20"2842"0"0,2 9-3553 0 0,1 0 0 0 0,1 2 0 0 0,-1 0 0 0 0,1 1 0 0 0,1 0-1 0 0,21-4 1 0 0,131-24 573 0 0,-134 29-758 0 0,164-13-522 0 0,-200 20-300 0 0,3-1-94 0 0,11-1 356 0 0,-3 1-1322 0 0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6:16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13 284 0 0,'-1'-1'235'0'0,"1"1"0"0"0,0-1-1 0 0,-1 0 1 0 0,1 0 0 0 0,-1 1 0 0 0,0-1 0 0 0,1 0 0 0 0,-1 0-1 0 0,0 1 1 0 0,1-1 0 0 0,-1 1 0 0 0,0-1 0 0 0,0 1-1 0 0,1-1 1 0 0,-1 1 0 0 0,0-1 0 0 0,0 1 0 0 0,0 0 0 0 0,0-1-1 0 0,1 1 1 0 0,-1 0 0 0 0,0 0 0 0 0,0 0 0 0 0,0 0-1 0 0,0 0 1 0 0,0 0 0 0 0,0 0 0 0 0,0 0 0 0 0,0 0 0 0 0,0 0-1 0 0,0 0 1 0 0,0 1 0 0 0,-1 1-102 0 0,1 0 0 0 0,0-1 0 0 0,0 1-1 0 0,1 0 1 0 0,-1 0 0 0 0,0 1 0 0 0,1-1 0 0 0,-1 0 0 0 0,1 0-1 0 0,0 0 1 0 0,-1 0 0 0 0,1 0 0 0 0,0 1 0 0 0,1 2 0 0 0,8 171 1946 0 0,-5-144-2408 0 0,2 1 0 0 0,1-2 0 0 0,15 44 0 0 0,-18-66-358 0 0,0 0 0 0 0,0 0-1 0 0,1 0 1 0 0,0 0 0 0 0,0-1 0 0 0,1 0 0 0 0,0 0 0 0 0,10 9-1 0 0,3 0-1900 0 0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6:16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523 118 10001 0 0,'-7'-14'236'0'0,"-1"0"1"0"0,0 0-1 0 0,-1 1 1 0 0,0 1-1 0 0,-2-1 1 0 0,-16-15-1 0 0,27 27-204 0 0,-1 1-1 0 0,0-1 0 0 0,1 0 0 0 0,-1 0 0 0 0,0 1 1 0 0,0-1-1 0 0,0 0 0 0 0,0 1 0 0 0,0-1 0 0 0,0 1 0 0 0,0-1 1 0 0,0 1-1 0 0,0 0 0 0 0,0-1 0 0 0,0 1 0 0 0,0 0 1 0 0,0 0-1 0 0,0 0 0 0 0,0 0 0 0 0,0 0 0 0 0,0 0 1 0 0,0 0-1 0 0,0 0 0 0 0,-1 0 0 0 0,1 0 0 0 0,-1 1 1 0 0,0 0-17 0 0,0 0 1 0 0,1 1 0 0 0,-1-1 0 0 0,1 0-1 0 0,0 1 1 0 0,-1-1 0 0 0,1 1 0 0 0,0-1-1 0 0,0 1 1 0 0,0 0 0 0 0,0 0 0 0 0,0-1-1 0 0,0 1 1 0 0,0 0 0 0 0,0 3 0 0 0,-7 23 136 0 0,1 0 1 0 0,2 0-1 0 0,1 0 1 0 0,-2 48-1 0 0,10 120 670 0 0,-2-164-677 0 0,1 20 32 0 0,4 246 674 0 0,-9-245-781 0 0,-2 0 0 0 0,-2 0-1 0 0,-20 80 1 0 0,25-133-86 0 0,-23 73-795 0 0,23-69 436 0 0,-1-1 1 0 0,1 1-1 0 0,-1 0 0 0 0,0 0 1 0 0,0-1-1 0 0,-1 1 0 0 0,1-1 1 0 0,-1 0-1 0 0,0 0 0 0 0,0 0 1 0 0,0 0-1 0 0,0 0 0 0 0,0-1 1 0 0,0 1-1 0 0,-5 1 1 0 0,3-3-3019 0 0,-13-1 260 0 0</inkml:trace>
  <inkml:trace contextRef="#ctx0" brushRef="#br0" timeOffset="1">1 964 1032 0 0,'0'0'1036'0'0,"9"-17"-112"0"0,3 5-84 0 0,1-1-88 0 0,7 2-80 0 0,4-5-59 0 0,2 3-73 0 0,10-2-136 0 0,4 0-168 0 0,6 3-196 0 0,-1 0-260 0 0,1-1-232 0 0,2 5-621 0 0,-1-2-1155 0 0,2-1 508 0 0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6:17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32 12 0 0,'-2'-24'5553'0'0,"-5"17"-2401"0"0,5 7-3041 0 0,1 1 0 0 0,-1-1 0 0 0,0 1 0 0 0,0 0 1 0 0,1 0-1 0 0,-1 0 0 0 0,0 0 0 0 0,1 0 0 0 0,-1 0 0 0 0,1 0 0 0 0,-1 1 0 0 0,1-1 0 0 0,0 1 0 0 0,0-1 0 0 0,-2 2 0 0 0,-50 73 273 0 0,25-26 34 0 0,2 0-1 0 0,3 2 1 0 0,1 1-1 0 0,3 0 1 0 0,2 2 0 0 0,3 0-1 0 0,-11 80 1 0 0,21-101-282 0 0,1 1 0 0 0,1 0 0 0 0,3 0 1 0 0,0 0-1 0 0,3 0 0 0 0,0 0 0 0 0,3-1 1 0 0,0 1-1 0 0,3-2 0 0 0,0 1 0 0 0,3-2 1 0 0,0 1-1 0 0,23 37 0 0 0,-20-44-54 0 0,0-2 1 0 0,2 0-1 0 0,1 0 0 0 0,1-2 1 0 0,1-1-1 0 0,0 0 0 0 0,30 21 0 0 0,-33-30-154 0 0,0 0-1 0 0,1-2 0 0 0,0 0 1 0 0,1-1-1 0 0,0-1 0 0 0,0 0 1 0 0,0-2-1 0 0,1 0 0 0 0,0-2 0 0 0,37 4 1 0 0,2-6-1597 0 0,-24-7-6449 0 0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6:20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73 776 0 0,'-1'-1'125'0'0,"1"1"0"0"0,0 0-1 0 0,0-1 1 0 0,-1 1 0 0 0,1 0-1 0 0,0 0 1 0 0,0-1 0 0 0,-1 1 0 0 0,1 0-1 0 0,0 0 1 0 0,-1-1 0 0 0,1 1 0 0 0,0 0-1 0 0,-1 0 1 0 0,1 0 0 0 0,0-1-1 0 0,-1 1 1 0 0,1 0 0 0 0,0 0 0 0 0,-1 0-1 0 0,1 0 1 0 0,0 0 0 0 0,-1 0 0 0 0,1 0-1 0 0,-1 0 1 0 0,1 0 0 0 0,0 0-1 0 0,-1 0 1 0 0,1 0 0 0 0,-1 0 0 0 0,1 0-1 0 0,0 0 1 0 0,-1 0 0 0 0,1 1 0 0 0,0-1-1 0 0,-1 0 1 0 0,1 0 0 0 0,0 0-1 0 0,-1 1 1 0 0,1-1 0 0 0,0 0 0 0 0,-1 0-1 0 0,1 1 1 0 0,0-1 0 0 0,0 0 0 0 0,-1 0-1 0 0,1 1 1 0 0,0-1 0 0 0,0 0-1 0 0,0 1 1 0 0,0-1 0 0 0,-1 0 0 0 0,1 1-1 0 0,0 0 1 0 0,-9 36 1445 0 0,6 49-1320 0 0,3-20 453 0 0,4 0 0 0 0,15 86 1 0 0,-30-171 3305 0 0,-6-27-3965 0 0,-16-177 817 0 0,25 149-722 0 0,5 64-88 0 0,-1-21-200 0 0,4 30 141 0 0,0 1-1 0 0,0-1 0 0 0,1 0 1 0 0,-1 1-1 0 0,0-1 1 0 0,1 1-1 0 0,-1-1 1 0 0,0 1-1 0 0,1-1 1 0 0,-1 1-1 0 0,1-1 1 0 0,-1 1-1 0 0,0-1 0 0 0,1 1 1 0 0,0 0-1 0 0,-1-1 1 0 0,1 1-1 0 0,-1 0 1 0 0,1-1-1 0 0,-1 1 1 0 0,1 0-1 0 0,0 0 1 0 0,-1-1-1 0 0,1 1 0 0 0,-1 0 1 0 0,1 0-1 0 0,0 0 1 0 0,-1 0-1 0 0,1 0 1 0 0,0 0-1 0 0,-1 0 1 0 0,1 0-1 0 0,0 0 0 0 0,-1 0 1 0 0,1 0-1 0 0,-1 1 1 0 0,1-1-1 0 0,0 0 1 0 0,-1 0-1 0 0,1 1 1 0 0,-1-1-1 0 0,1 0 1 0 0,-1 1-1 0 0,1-1 0 0 0,-1 0 1 0 0,1 1-1 0 0,0 0 1 0 0,15 7-52 0 0,0 2 1 0 0,0 0-1 0 0,-1 0 1 0 0,26 25-1 0 0,41 28-176 0 0,-14-19-28 0 0,62 37-407 0 0,-124-78 539 0 0,25 10 360 0 0,-31-13-216 0 0,1 0 0 0 0,0 0 0 0 0,0 0 0 0 0,-1 0 0 0 0,1 0 0 0 0,0 0 0 0 0,-1 0 0 0 0,1 0 0 0 0,-1-1 0 0 0,1 1 0 0 0,0 0 0 0 0,-1 0 0 0 0,1-1 0 0 0,0 1 0 0 0,-1 0 0 0 0,1-1 0 0 0,-1 1 0 0 0,1-1-1 0 0,-1 1 1 0 0,1-1 0 0 0,-1 1 0 0 0,0-1 0 0 0,1 1 0 0 0,-1-1 0 0 0,1 0 0 0 0,-1 1 0 0 0,0-1 0 0 0,0 1 0 0 0,1-1 0 0 0,-1 0 0 0 0,0 1 0 0 0,0-1 0 0 0,0 0 0 0 0,0 1 0 0 0,1-1 0 0 0,-1 0 0 0 0,0 1 0 0 0,0-1 0 0 0,-1 0 0 0 0,1 1 0 0 0,0-1 0 0 0,0 0 0 0 0,0 1 0 0 0,0-1 0 0 0,0 0 0 0 0,-1 1 0 0 0,1-1 0 0 0,-1-1 0 0 0,-6-67 521 0 0,4 27-312 0 0,-2 1-1 0 0,-17-70 1 0 0,14 57-1040 0 0,8 52 410 0 0,5-5-891 0 0,1 10-2813 0 0,0 1 3597 0 0,8 6 217 0 0,-4 6-4293 0 0,-2-1 2076 0 0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6:22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80 236 0 0,'0'0'3925'0'0,"0"6"-3506"0"0,29 282 2587 0 0,-24-255-2780 0 0,1 0 306 0 0,4 67 0 0 0,-9-66 287 0 0,1-16 2377 0 0,-22-38-2745 0 0,12 10-333 0 0,0 0 1 0 0,1 0-1 0 0,0-1 1 0 0,1 0-1 0 0,0 0 1 0 0,1-1-1 0 0,-5-12 0 0 0,-20-89 221 0 0,20 73-253 0 0,7 27-63 0 0,0 0 1 0 0,1-1-1 0 0,1 0 0 0 0,0 1 1 0 0,1-1-1 0 0,0 0 0 0 0,1 1 1 0 0,1-1-1 0 0,0 1 0 0 0,0-1 1 0 0,2 1-1 0 0,0 0 0 0 0,7-17 1 0 0,-8 22-50 0 0,1 1-1 0 0,0 0 1 0 0,1 0 0 0 0,0 0 0 0 0,0 0 0 0 0,0 1 0 0 0,1 0 0 0 0,-1 0 0 0 0,2 0 0 0 0,-1 1 0 0 0,0 0 0 0 0,1 0 0 0 0,0 1 0 0 0,0 0 0 0 0,1 0 0 0 0,-1 0 0 0 0,1 1 0 0 0,0 0 0 0 0,0 1-1 0 0,0 0 1 0 0,0 0 0 0 0,16-2 0 0 0,-13 4-35 0 0,-1-1 0 0 0,1 1 0 0 0,0 1 0 0 0,-1 0-1 0 0,1 0 1 0 0,-1 1 0 0 0,12 4 0 0 0,-19-5 41 0 0,0-1-1 0 0,-1 1 1 0 0,1 0 0 0 0,0 0 0 0 0,-1 1-1 0 0,1-1 1 0 0,-1 0 0 0 0,0 1 0 0 0,0 0-1 0 0,1-1 1 0 0,-1 1 0 0 0,0 0 0 0 0,0 0-1 0 0,0 0 1 0 0,-1 1 0 0 0,1-1 0 0 0,0 0-1 0 0,-1 1 1 0 0,0-1 0 0 0,1 1 0 0 0,-1-1-1 0 0,0 1 1 0 0,0-1 0 0 0,-1 1 0 0 0,1 0-1 0 0,0 0 1 0 0,-1-1 0 0 0,0 1 0 0 0,0 0-1 0 0,0 0 1 0 0,0 3 0 0 0,-1-1 5 0 0,0 0 0 0 0,0 1 0 0 0,0-1 0 0 0,-1 0 0 0 0,0 0 0 0 0,0 0 0 0 0,0-1 0 0 0,-1 1 0 0 0,0 0 0 0 0,0-1 1 0 0,0 0-1 0 0,0 0 0 0 0,-1 0 0 0 0,1 0 0 0 0,-8 6 0 0 0,-6 3-18 0 0,1-1 1 0 0,-34 17 0 0 0,10-6-39 0 0,23-13-431 0 0,-11 7-703 0 0,18-1-5123 0 0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6:23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0 102 1224 0 0,'0'0'12870'0'0,"6"-1"-12495"0"0,36-6 86 0 0,1 3 1 0 0,56-1 0 0 0,-3 2-79 0 0,119-8 245 0 0,59-4-214 0 0,-157 6-746 0 0,-133 8 209 0 0,1 0 1 0 0,0-2-1 0 0,0 0 1 0 0,0 0-1 0 0,-21-9 1 0 0,-39-9-380 0 0,70 20 526 0 0,4 1-36 0 0,1 0 0 0 0,0 0 0 0 0,-1-1 0 0 0,1 1 0 0 0,-1 0 0 0 0,1 0 0 0 0,-1 0 0 0 0,1 0 0 0 0,0-1 0 0 0,-1 1 0 0 0,1 0 1 0 0,-1 0-1 0 0,1 0 0 0 0,-1 0 0 0 0,1 0 0 0 0,-1 0 0 0 0,1 0 0 0 0,-1 0 0 0 0,1 1 0 0 0,-1-1 0 0 0,1 0 0 0 0,-1 0 0 0 0,1 0 0 0 0,-1 0 0 0 0,1 1 0 0 0,0-1 0 0 0,-1 0 0 0 0,1 0 0 0 0,-1 1 0 0 0,1-1 0 0 0,0 0 0 0 0,-1 1 0 0 0,1-1 0 0 0,0 0 0 0 0,-1 1 1 0 0,1-1-1 0 0,0 0 0 0 0,0 1 0 0 0,-1-1 0 0 0,1 1 0 0 0,0-1 0 0 0,0 1 0 0 0,0-1 0 0 0,0 1 0 0 0,-1-1 0 0 0,1 0 0 0 0,0 1 0 0 0,0 0 0 0 0,0 2-39 0 0,11 37-74 0 0,-8-26 79 0 0,-1-1-1 0 0,0 1 1 0 0,-1 0 0 0 0,-1-1-1 0 0,0 1 1 0 0,-1 0 0 0 0,0-1-1 0 0,-5 18 1 0 0,-13 36-2329 0 0,-7-2-4663 0 0,21-54 4144 0 0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6:23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1 122 11153 0 0,'34'-89'1280'0'0,"-32"87"-1259"0"0,0 0 9 0 0,-2 2-25 0 0,0-1-1 0 0,0 1 0 0 0,1 0 0 0 0,-1-1 0 0 0,0 1 0 0 0,1 0 0 0 0,-1-1 0 0 0,0 1 0 0 0,1 0 0 0 0,-1-1 0 0 0,1 1 0 0 0,-1 0 0 0 0,0 0 0 0 0,1-1 0 0 0,-1 1 0 0 0,1 0 0 0 0,-1 0 0 0 0,1 0 0 0 0,-1 0 0 0 0,1 0 0 0 0,-1 0 0 0 0,0 0 0 0 0,1 0 0 0 0,-1 0 0 0 0,1 0 0 0 0,-1 0 0 0 0,1 0 0 0 0,-1 0 0 0 0,1 0 1 0 0,-1 0-1 0 0,1 0 0 0 0,-1 0 0 0 0,1 0 0 0 0,-1 1 0 0 0,0-1 0 0 0,1 0 0 0 0,0 1 0 0 0,9 7 28 0 0,-1 2 0 0 0,0-1 1 0 0,0 1-1 0 0,-1 1 0 0 0,-1 0 1 0 0,1 0-1 0 0,-2 0 0 0 0,7 16 0 0 0,43 112 143 0 0,-30-69-89 0 0,-20-55-26 0 0,0 0 0 0 0,-1 1 0 0 0,-1 0 1 0 0,3 20-1 0 0,-1-18 1373 0 0,2-29-694 0 0,5-33-346 0 0,-9 28-361 0 0,40-166 937 0 0,-33 147-1470 0 0,1 1 0 0 0,1 0-1 0 0,21-36 1 0 0,-33 68 305 0 0,12-19-1934 0 0,-2 12-4562 0 0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6:24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1 471 864 0 0,'0'0'960'0'0,"4"-1"-6"0"0,10-8 51 0 0,-1 1 0 0 0,0-2 0 0 0,-1 1 0 0 0,0-2 0 0 0,0 0 0 0 0,19-23 1 0 0,-23 24-432 0 0,-1 0 0 0 0,0 0 0 0 0,0-1 1 0 0,-2 1-1 0 0,10-24 0 0 0,-14 32-254 0 0,0-5 78 0 0,-1 7-369 0 0,1 0 0 0 0,-1-1 1 0 0,0 1-1 0 0,0 0 0 0 0,1-1 1 0 0,-1 1-1 0 0,0 0 0 0 0,0-1 1 0 0,0 1-1 0 0,0 0 0 0 0,1-1 0 0 0,-1 1 1 0 0,0 0-1 0 0,0-1 0 0 0,0 1 1 0 0,0-1-1 0 0,0 1 0 0 0,0 0 1 0 0,0-1-1 0 0,0 1 0 0 0,0-1 1 0 0,0 1-1 0 0,0 0 0 0 0,0-1 1 0 0,0 1-1 0 0,0 0 0 0 0,-1-1 0 0 0,1 1 1 0 0,0-1-1 0 0,0 1 0 0 0,0 0 1 0 0,-1-1-1 0 0,1 1 0 0 0,0-1 1 0 0,-1 1-20 0 0,0-1 1 0 0,1 0-1 0 0,-1 1 1 0 0,0-1 0 0 0,1 1-1 0 0,-1-1 1 0 0,0 1-1 0 0,0-1 1 0 0,1 1-1 0 0,-1-1 1 0 0,0 1 0 0 0,0 0-1 0 0,0 0 1 0 0,0-1-1 0 0,1 1 1 0 0,-1 0-1 0 0,0 0 1 0 0,0 0 0 0 0,0 0-1 0 0,0 0 1 0 0,0 0-1 0 0,0 0 1 0 0,0 0-1 0 0,1 0 1 0 0,-1 0 0 0 0,0 1-1 0 0,0-1 1 0 0,0 0-1 0 0,0 1 1 0 0,0-1-1 0 0,1 0 1 0 0,-2 2 0 0 0,-2 0 11 0 0,0 1 0 0 0,0 0 1 0 0,1 0-1 0 0,-1 1 0 0 0,1-1 1 0 0,0 1-1 0 0,-3 3 0 0 0,-39 71 130 0 0,41-70-142 0 0,0 2 1 0 0,0-1-1 0 0,1 0 1 0 0,1 0-1 0 0,0 1 0 0 0,0 0 1 0 0,1-1-1 0 0,0 1 1 0 0,0 13-1 0 0,1-18-15 0 0,1 1 0 0 0,-1-1 0 0 0,1 0 0 0 0,0 1 1 0 0,1-1-1 0 0,-1 0 0 0 0,1 0 0 0 0,0 0 0 0 0,0 0 0 0 0,1-1 0 0 0,-1 1 1 0 0,1 0-1 0 0,0-1 0 0 0,0 0 0 0 0,1 1 0 0 0,-1-2 0 0 0,1 1 0 0 0,4 4 0 0 0,-5-7 8 0 0,-1 0-1 0 0,0 0 1 0 0,1 0-1 0 0,-1 0 0 0 0,1-1 1 0 0,-1 1-1 0 0,1-1 1 0 0,-1 1-1 0 0,1-1 1 0 0,0 0-1 0 0,-1 0 0 0 0,1 0 1 0 0,-1 0-1 0 0,1-1 1 0 0,-1 1-1 0 0,1-1 0 0 0,-1 1 1 0 0,1-1-1 0 0,-1 0 1 0 0,1 0-1 0 0,3-2 0 0 0,46-28 75 0 0,16-34-36 0 0,-54 49-43 0 0,1 1 1 0 0,0 1-1 0 0,1 1 0 0 0,1 0 1 0 0,19-12-1 0 0,-33 23-9 0 0,-1 1 0 0 0,0 0-1 0 0,1-1 1 0 0,-1 1 0 0 0,1 0 0 0 0,0 0 0 0 0,-1 0-1 0 0,1 0 1 0 0,0 1 0 0 0,-1-1 0 0 0,1 1 0 0 0,0 0-1 0 0,0-1 1 0 0,0 1 0 0 0,-1 0 0 0 0,1 1 0 0 0,0-1-1 0 0,3 1 1 0 0,-3 1 4 0 0,0 0 1 0 0,-1 0-1 0 0,1 1 0 0 0,-1-1 0 0 0,0 0 0 0 0,0 1 0 0 0,0-1 1 0 0,0 1-1 0 0,0 0 0 0 0,0 0 0 0 0,-1 0 0 0 0,1 0 1 0 0,-1 0-1 0 0,0 0 0 0 0,1 4 0 0 0,0-2-9 0 0,0 0 0 0 0,0 1 0 0 0,1-1 0 0 0,-1-1 0 0 0,1 1 0 0 0,1 0 0 0 0,-1-1 1 0 0,0 1-1 0 0,1-1 0 0 0,0 0 0 0 0,0 0 0 0 0,9 6 0 0 0,-10-9 7 0 0,0 1 1 0 0,0-1-1 0 0,0 0 0 0 0,0 0 1 0 0,0 0-1 0 0,0 0 1 0 0,0 0-1 0 0,1-1 0 0 0,-1 0 1 0 0,0 0-1 0 0,1 1 0 0 0,-1-2 1 0 0,0 1-1 0 0,0 0 1 0 0,1-1-1 0 0,-1 1 0 0 0,0-1 1 0 0,0 0-1 0 0,0 0 1 0 0,0 0-1 0 0,0-1 0 0 0,6-2 1 0 0,5-5-9 0 0,-1 0 0 0 0,1 0 1 0 0,-2-2-1 0 0,1 1 0 0 0,-1-1 0 0 0,-1-1 1 0 0,0 0-1 0 0,-1-1 0 0 0,10-15 1 0 0,5-12-18 0 0,36-82 1 0 0,-47 87 185 0 0,-3-1 0 0 0,10-44 1 0 0,-16 58 312 0 0,-2-1 1092 0 0,-15 46-1288 0 0,-17 53-316 0 0,16-23 139 0 0,-9 63 0 0 0,13-59-146 0 0,9-56 39 0 0,-1 1 1 0 0,1 0 0 0 0,0 0 0 0 0,0 0 0 0 0,0-1 0 0 0,0 1 0 0 0,0 0 0 0 0,0 0-1 0 0,1 0 1 0 0,-1-1 0 0 0,1 1 0 0 0,-1 0 0 0 0,1 0 0 0 0,-1-1 0 0 0,1 1-1 0 0,0 0 1 0 0,0-1 0 0 0,0 1 0 0 0,0-1 0 0 0,0 1 0 0 0,0-1 0 0 0,1 0-1 0 0,-1 1 1 0 0,0-1 0 0 0,1 0 0 0 0,-1 0 0 0 0,1 0 0 0 0,-1 0 0 0 0,1 0 0 0 0,1 1-1 0 0,6 1-35 0 0,0 1 0 0 0,0-1 0 0 0,1-1 0 0 0,16 3-1 0 0,10 3-107 0 0,-33-7 185 0 0,0 0-63 0 0,0 0 1 0 0,0 0-1 0 0,0 0 1 0 0,0 0-1 0 0,-1 0 0 0 0,1 0 1 0 0,0 1-1 0 0,-1-1 1 0 0,1 1-1 0 0,-1 0 0 0 0,0 0 1 0 0,1 0-1 0 0,-1 0 1 0 0,0 0-1 0 0,0 0 1 0 0,0 1-1 0 0,-1-1 0 0 0,3 5 1 0 0,-3-6-18 0 0,-23 21-122 0 0,8-15 134 0 0,-1 0-1 0 0,0-1 1 0 0,0-1-1 0 0,0 0 1 0 0,-17 2-1 0 0,-14-3-3452 0 0,43-4 1213 0 0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6:26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48 164 0 0,'2'-19'2338'0'0,"-1"-9"6462"0"0,21 46-8631 0 0,-11-7-114 0 0,-1 1-1 0 0,0 0 1 0 0,-1 0-1 0 0,0 1 1 0 0,-1 0 0 0 0,-1 0-1 0 0,9 20 1 0 0,-3 2 76 0 0,17 66 0 0 0,-17-45-58 0 0,-2 1 0 0 0,-2-1 1 0 0,-4 1-1 0 0,-1 79 1 0 0,-5-103-40 0 0,-2-1 1 0 0,-1 0 0 0 0,-2 0 0 0 0,-1 0 0 0 0,-2 0 0 0 0,-1-1 0 0 0,-1-1-1 0 0,-1 0 1 0 0,-21 36 0 0 0,-68 89 537 0 0,86-135-215 0 0,-1-1 0 0 0,-1-1 0 0 0,0-1 0 0 0,-1 0 0 0 0,-32 21 0 0 0,12-11 1896 0 0,36-26-1915 0 0,-2 5 204 0 0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6:27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69 824 0 0,'0'0'949'0'0,"-10"-6"3502"0"0,10 6-4398 0 0,0 0 0 0 0,0 0 0 0 0,0-1 0 0 0,0 1 1 0 0,0 0-1 0 0,1 0 0 0 0,-1 0 0 0 0,0 0 0 0 0,0 0 1 0 0,0 0-1 0 0,0 0 0 0 0,0 0 0 0 0,0 0 0 0 0,1-1 1 0 0,-1 1-1 0 0,0 0 0 0 0,0 0 0 0 0,0 0 0 0 0,0 0 1 0 0,0 0-1 0 0,0-1 0 0 0,0 1 0 0 0,0 0 0 0 0,0 0 1 0 0,0 0-1 0 0,0 0 0 0 0,0-1 0 0 0,0 1 0 0 0,0 0 1 0 0,0 0-1 0 0,0 0 0 0 0,0 0 0 0 0,0 0 0 0 0,0-1 1 0 0,0 1-1 0 0,0 0 0 0 0,0 0 0 0 0,0 0 0 0 0,0 0 1 0 0,0-1-1 0 0,0 1 0 0 0,0 0 0 0 0,0 0 0 0 0,0 0 1 0 0,-1 0-1 0 0,1 0 0 0 0,0 0 0 0 0,0-1 0 0 0,0 1 1 0 0,0 0-1 0 0,0 0 0 0 0,0 0 0 0 0,0 0 0 0 0,-1 0 1 0 0,1 0-1 0 0,0 0 0 0 0,0 0 0 0 0,0 0 0 0 0,0 0 1 0 0,-1 0-1 0 0,257-27 1745 0 0,67-1-1595 0 0,-309 28-295 0 0,28 1-1241 0 0,-40-1 1162 0 0,0 0 1 0 0,0 0-1 0 0,-1 1 0 0 0,1-1 1 0 0,0 1-1 0 0,-1-1 0 0 0,1 1 1 0 0,0-1-1 0 0,-1 1 0 0 0,1 0 0 0 0,-1 0 1 0 0,1 0-1 0 0,-1 0 0 0 0,1 0 1 0 0,-1 0-1 0 0,0 0 0 0 0,2 3 1 0 0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6:27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8 132 0 0,'-2'-1'295'0'0,"1"0"0"0"0,0 0 0 0 0,-1 1 0 0 0,1-1 0 0 0,-1 0 1 0 0,1 1-1 0 0,-1-1 0 0 0,0 1 0 0 0,1-1 0 0 0,-1 1 0 0 0,0 0 0 0 0,1 0 0 0 0,-1 0 0 0 0,0 0 0 0 0,1 0 0 0 0,-1 0 0 0 0,0 0 1 0 0,1 0-1 0 0,-1 1 0 0 0,1-1 0 0 0,-1 1 0 0 0,-1 0 0 0 0,2 0-196 0 0,0 1 0 0 0,0 0 0 0 0,1-1 0 0 0,-1 1 0 0 0,1 0 0 0 0,-1-1 0 0 0,1 1 0 0 0,0 0 0 0 0,-1-1 0 0 0,1 1 0 0 0,0 0 0 0 0,0 0 0 0 0,0-1 0 0 0,1 1 0 0 0,-1 0 0 0 0,0 0 0 0 0,0-1 0 0 0,1 1 0 0 0,-1 0 0 0 0,1-1 0 0 0,1 4 1 0 0,15 54 135 0 0,29 85-1309 0 0,-37-122-509 0 0,1 0 0 0 0,15 23 0 0 0,-11-27-395 0 0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6:28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62 820 0 0,'-4'-12'1338'0'0,"4"9"-863"0"0,-1-1 0 0 0,0 0 0 0 0,0 1 1 0 0,0-1-1 0 0,-1 1 0 0 0,1 0 0 0 0,-1-1 1 0 0,0 1-1 0 0,0 0 0 0 0,0 0 1 0 0,0 0-1 0 0,-1 0 0 0 0,-4-4 0 0 0,5 13-138 0 0,-9 24-48 0 0,1 1 0 0 0,1 0 1 0 0,2 1-1 0 0,1 0 1 0 0,2 0-1 0 0,-1 51 1 0 0,5 10 254 0 0,13 99 1 0 0,-8-147-452 0 0,8 112 389 0 0,-13-137-525 0 0,0 1 0 0 0,-2 0 0 0 0,0-1-1 0 0,-1 0 1 0 0,-9 29 0 0 0,10-42-149 0 0,-1 0 0 0 0,0 0 0 0 0,0 0 0 0 0,0 0 0 0 0,-1-1 1 0 0,-8 10-1 0 0,10-13-205 0 0,0-1 0 0 0,0 1 1 0 0,-1-1-1 0 0,1 0 0 0 0,-1 0 1 0 0,0 0-1 0 0,1 0 0 0 0,-1 0 1 0 0,0 0-1 0 0,0-1 0 0 0,0 0 1 0 0,0 1-1 0 0,0-1 0 0 0,0 0 1 0 0,0 0-1 0 0,-4 0 0 0 0,4-1-2131 0 0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6:28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1 781 140 0 0,'7'-9'684'0'0,"1"-2"-36"0"0,0-1-72 0 0,5 3-52 0 0,1-3-56 0 0,10 1-44 0 0,2 1-48 0 0,1 0-100 0 0,9-4-84 0 0,6 2-164 0 0,1 3-176 0 0,4 0-224 0 0,-3 3-264 0 0,1 1-692 0 0,-1-1 304 0 0</inkml:trace>
  <inkml:trace contextRef="#ctx0" brushRef="#br0" timeOffset="1">882 0 32 0 0,'-20'2'2448'0'0,"15"2"-2238"0"0,0 0-1 0 0,0 0 0 0 0,1 0 1 0 0,-1 1-1 0 0,1-1 1 0 0,0 1-1 0 0,0 0 1 0 0,1 0-1 0 0,0 1 0 0 0,0-1 1 0 0,0 1-1 0 0,0 0 1 0 0,1-1-1 0 0,-2 9 0 0 0,-6 18 511 0 0,-8 45 0 0 0,17-71-640 0 0,-7 44 349 0 0,1 1-1 0 0,3 0 1 0 0,3 0-1 0 0,1 0 1 0 0,3 0-1 0 0,10 61 1 0 0,-1-49-378 0 0,3-1 1 0 0,2 0 0 0 0,3-2-1 0 0,45 95 1 0 0,-65-154-102 0 0,23 34-1508 0 0,-8-28-3131 0 0,-5-7 2379 0 0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6:29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13 144 0 0,'-1'-10'1060'0'0,"2"8"-322"0"0,2 9 3637 0 0,18 56-3302 0 0,3-1 1 0 0,2-1-1 0 0,63 104 1 0 0,-78-149-1148 0 0,-10-14 299 0 0,0 0 0 0 0,0 1 0 0 0,1-1-1 0 0,-1 0 1 0 0,1 0 0 0 0,0 0 0 0 0,0 0 0 0 0,0 0-1 0 0,0 0 1 0 0,3 2 0 0 0,-4-4-178 0 0,0-1 0 0 0,0 1 0 0 0,0 0 0 0 0,0 0 0 0 0,0 0 0 0 0,0-1 0 0 0,0 1 0 0 0,0 0 0 0 0,0-1 0 0 0,0 1 0 0 0,0-1 1 0 0,0 1-1 0 0,0-1 0 0 0,0 0 0 0 0,0 1 0 0 0,-1-1 0 0 0,1 0 0 0 0,0 1 0 0 0,0-1 0 0 0,-1 0 0 0 0,1 0 0 0 0,0 0 0 0 0,-1 0 0 0 0,1 0 0 0 0,-1 0 0 0 0,1 0 0 0 0,0-1 0 0 0,2-5 20 0 0,1 1 0 0 0,-1-1-1 0 0,-1 1 1 0 0,1-1 0 0 0,-1 0-1 0 0,0 0 1 0 0,0-7 0 0 0,6-16 97 0 0,29-114 482 0 0,-11 36-603 0 0,-25 106-407 0 0,0-1 0 0 0,0 1 0 0 0,0-1 0 0 0,0 1 0 0 0,0 0 0 0 0,1 0 0 0 0,-1-1 0 0 0,1 1 0 0 0,-1 0 0 0 0,1 0 0 0 0,0 0 0 0 0,0 0 0 0 0,2-1 0 0 0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6:29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35 246 400 0 0,'8'19'4350'0'0,"2"29"-1588"0"0,5 80 0 0 0,-14-110-2396 0 0,5 64 1749 0 0,-6-80-1767 0 0,0 0 268 0 0,0 5-672 0 0,-5-8 2957 0 0,-3-8-2799 0 0,1 0 0 0 0,0-1 0 0 0,1 0 0 0 0,0 0 0 0 0,0 0 0 0 0,1-1 0 0 0,1 0 0 0 0,-1 0 1 0 0,2 0-1 0 0,0 0 0 0 0,0-1 0 0 0,1 1 0 0 0,0-1 0 0 0,1 0 0 0 0,0-12 0 0 0,0-4 9 0 0,1-1 0 0 0,2 0 1 0 0,0 1-1 0 0,2-1 0 0 0,11-39 0 0 0,-12 58-99 0 0,1-1 0 0 0,0 1 0 0 0,0 0 0 0 0,1 0 0 0 0,0 1-1 0 0,1 0 1 0 0,0-1 0 0 0,0 2 0 0 0,1-1 0 0 0,1 1 0 0 0,-1 0 0 0 0,1 0-1 0 0,0 1 1 0 0,1 0 0 0 0,0 1 0 0 0,10-6 0 0 0,-18 11-26 0 0,1 1 1 0 0,-1-1 0 0 0,0 1 0 0 0,1 0-1 0 0,-1-1 1 0 0,0 1 0 0 0,1 0 0 0 0,-1 0-1 0 0,1 0 1 0 0,-1 0 0 0 0,1 0 0 0 0,-1 0-1 0 0,0 0 1 0 0,1 0 0 0 0,-1 1 0 0 0,1-1-1 0 0,-1 1 1 0 0,0-1 0 0 0,1 1 0 0 0,-1-1-1 0 0,0 1 1 0 0,0 0 0 0 0,1-1 0 0 0,0 3-1 0 0,1-2-17 0 0,-1 2-1 0 0,1-1 0 0 0,-1 0 1 0 0,0 0-1 0 0,1 1 1 0 0,-1-1-1 0 0,0 1 0 0 0,-1 0 1 0 0,1 0-1 0 0,1 3 0 0 0,-1-1 14 0 0,-1-1 0 0 0,0 1 0 0 0,-1 0 0 0 0,1-1 0 0 0,-1 1 0 0 0,1 0 1 0 0,-2 0-1 0 0,1 0 0 0 0,0-1 0 0 0,-1 1 0 0 0,0 0 0 0 0,0-1 0 0 0,0 1 0 0 0,-1 0 0 0 0,1-1 0 0 0,-1 1 0 0 0,0-1 0 0 0,-1 0 0 0 0,1 0 0 0 0,-1 0 0 0 0,0 0 0 0 0,0 0 0 0 0,0 0 0 0 0,0-1 0 0 0,-4 4 0 0 0,-12 11-838 0 0,0-1 0 0 0,-1-1 0 0 0,-28 18 0 0 0,35-26-406 0 0,-10 11-5945 0 0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6:30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1 106 448 0 0,'10'-6'12400'0'0,"-2"2"-11987"0"0,-1 1 0 0 0,1 0 0 0 0,0 0 0 0 0,0 1 0 0 0,0 0 0 0 0,0 1 0 0 0,12-1 0 0 0,73-3 428 0 0,-48 4-496 0 0,107-5 273 0 0,151-16-10 0 0,-285 17-1772 0 0,-15-1 404 0 0,-30-7 70 0 0,11 8 504 0 0,0 1-1 0 0,0 1 0 0 0,-17-1 0 0 0,4 0-218 0 0,27 3 337 0 0,-5 24-50 0 0,8-12 54 0 0,-1 0 1 0 0,0 0-1 0 0,-1 1 0 0 0,0-1 0 0 0,0 0 1 0 0,-1 0-1 0 0,-1 0 0 0 0,0 0 0 0 0,0-1 1 0 0,-1 1-1 0 0,-10 18 0 0 0,7-19-563 0 0,1-1 0 0 0,-1 0 0 0 0,-1 0 0 0 0,0 0 0 0 0,0-1-1 0 0,-1-1 1 0 0,-14 11 0 0 0,1-4-2716 0 0,2 2 256 0 0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6:32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64 0 0,'2'-19'9846'0'0,"16"79"-9338"0"0,3-1 0 0 0,2-1 0 0 0,2-1 0 0 0,44 70 0 0 0,-65-120-359 0 0,0-1-1 0 0,1 1 1 0 0,0-1 0 0 0,0 0 0 0 0,0 0-1 0 0,1 0 1 0 0,0-1 0 0 0,8 6 0 0 0,-13-10 395 0 0,2-4-298 0 0,4-4-135 0 0,-1 1 1 0 0,0-1 0 0 0,0 0-1 0 0,-1-1 1 0 0,0 0-1 0 0,0 1 1 0 0,0-2 0 0 0,-1 1-1 0 0,5-14 1 0 0,22-90 373 0 0,-12 40-203 0 0,4-13-1527 0 0,-22 84 571 0 0,14 10-3528 0 0,-11-1-278 0 0,1 7 1183 0 0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6:33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43 298 800 0 0,'0'0'3495'0'0,"5"34"-1124"0"0,15 42-526 0 0,-13-55-1004 0 0,-2 0 0 0 0,6 34 0 0 0,-11-52-482 0 0,1 2 680 0 0,-1-5-977 0 0,0 0 0 0 0,0 0 1 0 0,0 0-1 0 0,0 0 0 0 0,0 0 1 0 0,0 0-1 0 0,0 0 0 0 0,0 0 0 0 0,0 0 1 0 0,0 0-1 0 0,-1 0 0 0 0,0 1 935 0 0,1-1-935 0 0,-9-14 111 0 0,1 0 1 0 0,0 0-1 0 0,1 0 1 0 0,0-1-1 0 0,2 0 1 0 0,-1 0-1 0 0,2-1 1 0 0,0 0-1 0 0,-2-18 1 0 0,0 0 64 0 0,2-1 0 0 0,0-67 0 0 0,4 91-184 0 0,1 0-1 0 0,0 0 1 0 0,1 0-1 0 0,0 0 1 0 0,1 1-1 0 0,0-1 1 0 0,0 0 0 0 0,1 1-1 0 0,1 0 1 0 0,-1 0-1 0 0,2 0 1 0 0,-1 0-1 0 0,9-9 1 0 0,-13 18-61 0 0,0-1 0 0 0,0 1 0 0 0,0-1 0 0 0,0 1 0 0 0,1 0 0 0 0,-1-1 0 0 0,1 1 0 0 0,-1 0 1 0 0,1 0-1 0 0,-1 0 0 0 0,1 0 0 0 0,0 0 0 0 0,0 1 0 0 0,-1-1 0 0 0,1 0 0 0 0,0 1 0 0 0,0-1 0 0 0,0 1 0 0 0,-1 0 0 0 0,1-1 0 0 0,0 1 0 0 0,0 0 0 0 0,0 0 1 0 0,0 0-1 0 0,0 0 0 0 0,0 1 0 0 0,-1-1 0 0 0,1 0 0 0 0,0 1 0 0 0,0 0 0 0 0,0-1 0 0 0,-1 1 0 0 0,1 0 0 0 0,0 0 0 0 0,-1 0 0 0 0,1 0 0 0 0,0 0 0 0 0,-1 0 1 0 0,1 0-1 0 0,-1 1 0 0 0,0-1 0 0 0,0 0 0 0 0,1 1 0 0 0,-1-1 0 0 0,1 3 0 0 0,2 1-39 0 0,-1-1 0 0 0,0 1 0 0 0,0 0 0 0 0,0 1 0 0 0,-1-1 0 0 0,1 0-1 0 0,-1 1 1 0 0,-1-1 0 0 0,1 1 0 0 0,-1 0 0 0 0,0 0 0 0 0,0-1 0 0 0,0 11 0 0 0,-2-9 25 0 0,-1 1 0 0 0,1-1 1 0 0,-1 0-1 0 0,0 0 0 0 0,-1 0 0 0 0,1 0 0 0 0,-2 0 1 0 0,1 0-1 0 0,-1-1 0 0 0,0 1 0 0 0,0-1 1 0 0,0 0-1 0 0,-1-1 0 0 0,-6 7 0 0 0,-6 3-1060 0 0,-1 0 0 0 0,-1-1 0 0 0,-23 13 0 0 0,22-14-1868 0 0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6:33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0 247 324 0 0,'21'17'3022'0'0,"-8"1"-2283"0"0,-2 1 0 0 0,0-1-1 0 0,-1 2 1 0 0,-1 0 0 0 0,-1 0 0 0 0,0 0 0 0 0,-2 1 0 0 0,0 0 0 0 0,3 28 0 0 0,-10-38 1467 0 0,-4-12-893 0 0,-13-24-514 0 0,-17-47-541 0 0,28 45-163 0 0,1 0 0 0 0,1 0-1 0 0,2 0 1 0 0,1-1 0 0 0,1 1-1 0 0,1-1 1 0 0,1 1 0 0 0,2-1-1 0 0,9-43 1 0 0,-10 66-90 0 0,-1 0 0 0 0,1 0 0 0 0,1 0 1 0 0,-1 0-1 0 0,1 0 0 0 0,0 0 0 0 0,0 1 0 0 0,0-1 0 0 0,1 1 0 0 0,-1 0 0 0 0,1 0 0 0 0,0 0 0 0 0,0 1 1 0 0,6-5-1 0 0,-7 6-12 0 0,0 1 0 0 0,0-1 1 0 0,0 0-1 0 0,0 1 1 0 0,0-1-1 0 0,0 1 0 0 0,0 0 1 0 0,1 0-1 0 0,-1 1 1 0 0,0-1-1 0 0,1 1 0 0 0,-1-1 1 0 0,0 1-1 0 0,1 0 1 0 0,-1 0-1 0 0,1 1 0 0 0,-1-1 1 0 0,0 1-1 0 0,1-1 1 0 0,-1 1-1 0 0,0 0 0 0 0,7 3 1 0 0,-7-3-8 0 0,0 1 0 0 0,-1-1 0 0 0,1 1 0 0 0,0 0 0 0 0,0 0 0 0 0,-1 0-1 0 0,1 0 1 0 0,-1 1 0 0 0,0-1 0 0 0,0 1 0 0 0,1-1 0 0 0,-2 1 0 0 0,1 0 0 0 0,0 0 0 0 0,0 0 0 0 0,-1 0 0 0 0,0 0 0 0 0,0 0 0 0 0,0 0 0 0 0,0 0 0 0 0,0 0 0 0 0,0 1 0 0 0,-1-1 0 0 0,0 0 0 0 0,1 0 0 0 0,-1 1 0 0 0,0-1-1 0 0,-1 0 1 0 0,1 1 0 0 0,-1-1 0 0 0,1 0 0 0 0,-1 0 0 0 0,0 1 0 0 0,0-1 0 0 0,0 0 0 0 0,-1 0 0 0 0,1 0 0 0 0,-3 3 0 0 0,-1 2-27 0 0,1 0-1 0 0,-1 0 1 0 0,-1-1-1 0 0,1 0 1 0 0,-1 0 0 0 0,0 0-1 0 0,-1-1 1 0 0,0 0-1 0 0,0 0 1 0 0,0 0 0 0 0,-1-1-1 0 0,-12 7 1 0 0,1 0-428 0 0,-2 2-1413 0 0,8-10-5332 0 0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6:34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21 252 400 0 0,'0'0'832'0'0,"26"23"2844"0"0,-18-5-3022 0 0,-1 0 0 0 0,-1 0-1 0 0,0 1 1 0 0,-1 0 0 0 0,-2 0 0 0 0,0 0 0 0 0,0 1 0 0 0,-2-1 0 0 0,-1 27-1 0 0,0-44-465 0 0,-1 12 327 0 0,1-14-466 0 0,0 1 1 0 0,0-1-1 0 0,0 0 1 0 0,0 0-1 0 0,0 1 1 0 0,0-1-1 0 0,0 0 1 0 0,0 1-1 0 0,0-1 1 0 0,0 0 0 0 0,-1 1-1 0 0,1-1 1 0 0,0 0-1 0 0,0 0 1 0 0,0 1-1 0 0,0-1 1 0 0,0 0-1 0 0,-1 0 1 0 0,1 1-1 0 0,0-1 1 0 0,0 0 0 0 0,-1 0-1 0 0,1 0 1 0 0,0 1-1 0 0,0-1 1 0 0,-1 0-1 0 0,1 0 1 0 0,0 0-1 0 0,0 0 1 0 0,-1 0-1 0 0,1 0 1 0 0,0 1 0 0 0,-1-1-1 0 0,1 0 1 0 0,0 0-1 0 0,-1 0 1 0 0,1 0-1 0 0,0 0 1 0 0,0 0-1 0 0,-1 0 1 0 0,1 0-1 0 0,0 0 1 0 0,-1 0 0 0 0,1-1-1 0 0,0 1 1 0 0,-1 0-1 0 0,1 0 1 0 0,0 0-1 0 0,0 0 1 0 0,-1-1-1 0 0,-8-8 64 0 0,1-2 0 0 0,1 1-1 0 0,-1-1 1 0 0,2 0 0 0 0,0-1-1 0 0,0 0 1 0 0,1 0 0 0 0,0 0 0 0 0,1 0-1 0 0,0-1 1 0 0,1 0 0 0 0,1 1-1 0 0,0-1 1 0 0,1 0 0 0 0,0-26-1 0 0,1 22-78 0 0,1-1 0 0 0,0 0-1 0 0,2 1 1 0 0,0 0-1 0 0,1-1 1 0 0,0 1 0 0 0,1 1-1 0 0,1-1 1 0 0,1 1-1 0 0,1 0 1 0 0,16-26 0 0 0,-20 36-39 0 0,0 1 1 0 0,1 0 0 0 0,-1 0 0 0 0,1 0 0 0 0,0 0 0 0 0,1 1 0 0 0,-1 0 0 0 0,1 0 0 0 0,0 1 0 0 0,0 0 0 0 0,0 0 0 0 0,0 0 0 0 0,0 0-1 0 0,1 1 1 0 0,-1 0 0 0 0,1 1 0 0 0,0-1 0 0 0,0 1 0 0 0,-1 0 0 0 0,1 1 0 0 0,0 0 0 0 0,0 0 0 0 0,0 0 0 0 0,-1 1 0 0 0,8 2 0 0 0,-12-3-4 0 0,0 1 0 0 0,0 0 1 0 0,-1 0-1 0 0,1 0 1 0 0,0 1-1 0 0,-1-1 1 0 0,1 0-1 0 0,0 0 1 0 0,-1 1-1 0 0,0-1 1 0 0,1 1-1 0 0,-1 0 0 0 0,0-1 1 0 0,0 1-1 0 0,0 0 1 0 0,1 3-1 0 0,11 25-128 0 0,-12-25 119 0 0,0-1 0 0 0,0 0 0 0 0,-1 1 0 0 0,1-1 0 0 0,-1 0 0 0 0,0 1 1 0 0,-1-1-1 0 0,1 1 0 0 0,-1-1 0 0 0,0 0 0 0 0,0 1 0 0 0,0-1 0 0 0,0 0 0 0 0,-1 0 0 0 0,0 0 0 0 0,0 0 0 0 0,0 0 1 0 0,0 0-1 0 0,0 0 0 0 0,-1-1 0 0 0,0 1 0 0 0,0-1 0 0 0,0 0 0 0 0,0 0 0 0 0,0 0 0 0 0,-7 4 0 0 0,-5 4-741 0 0,-2-1-1 0 0,1-1 1 0 0,-2-1-1 0 0,-28 11 0 0 0,37-15-130 0 0,5-2 335 0 0,1-1-554 0 0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6:34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276 18 44 0 0,'33'-16'5045'0'0,"-27"15"-4802"0"0,1 1 0 0 0,-1 0-1 0 0,0 0 1 0 0,1 0 0 0 0,-1 1-1 0 0,0 0 1 0 0,0 0 0 0 0,0 1 0 0 0,0 0-1 0 0,0 0 1 0 0,0 0 0 0 0,0 1-1 0 0,-1-1 1 0 0,1 1 0 0 0,-1 1 0 0 0,0-1-1 0 0,0 1 1 0 0,0 0 0 0 0,0 0-1 0 0,-1 1 1 0 0,1-1 0 0 0,-1 1-1 0 0,5 7 1 0 0,2 3 11 0 0,0 1-1 0 0,-2 0 1 0 0,1 0-1 0 0,-2 0 1 0 0,0 1-1 0 0,8 30 0 0 0,-10-22-77 0 0,-1 1 0 0 0,-1 0-1 0 0,-1-1 1 0 0,-1 1-1 0 0,-2 0 1 0 0,-1 0-1 0 0,0 0 1 0 0,-2 0-1 0 0,-1 0 1 0 0,-1-1-1 0 0,-2 1 1 0 0,-14 37-1 0 0,5-22 88 0 0,-3-1 0 0 0,-1 0 0 0 0,-2-2 0 0 0,-1 0 0 0 0,-2-2 0 0 0,-47 53 1 0 0,48-62 2 0 0,-16 19 727 0 0,-1-2 0 0 0,-72 58-1 0 0,112-101-713 0 0,-22 18 728 0 0,21-18-1141 0 0,0 0 0 0 0,0 0-1 0 0,0-1 1 0 0,0 1 0 0 0,0-1 0 0 0,0 0 0 0 0,0 1 0 0 0,-1-1-1 0 0,1 0 1 0 0,0 0 0 0 0,0 0 0 0 0,0-1 0 0 0,0 1 0 0 0,0 0-1 0 0,0-1 1 0 0,-1 0 0 0 0,1 1 0 0 0,0-1 0 0 0,1 0 0 0 0,-3-1-1 0 0,2 1-633 0 0,-10-1-4182 0 0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6:36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54 640 0 0,'-62'-19'10092'0'0,"53"17"-6865"0"0,9 2-3112 0 0,257-31 1147 0 0,-226 30-1783 0 0,-1 1-1 0 0,1 1 0 0 0,-1 1 0 0 0,1 2 0 0 0,-1 2 0 0 0,48 13 0 0 0,-74-17-185 0 0,1 0 1 0 0,-1 0-1 0 0,1 0 0 0 0,-1 1 1 0 0,1-1-1 0 0,-1 1 0 0 0,0 0 1 0 0,6 7-1 0 0,-1 1-2288 0 0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6:36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16 824 0 0,'0'0'3786'0'0,"9"0"-3096"0"0,139-7 1449 0 0,125-1-293 0 0,-91 19-4622 0 0,-153-8 311 0 0,3-1 189 0 0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6:36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86 12309 0 0,'-6'-73'2454'0'0,"6"70"-1605"0"0,0-5-579 0 0,0 8-247 0 0,0 0 1 0 0,0 0-1 0 0,0 0 1 0 0,0 0 0 0 0,1 0-1 0 0,-1 0 1 0 0,0 0 0 0 0,0 0-1 0 0,0 0 1 0 0,0 0 0 0 0,0 0-1 0 0,0 0 1 0 0,0 0-1 0 0,0 0 1 0 0,0 0 0 0 0,0 0-1 0 0,0 0 1 0 0,1 0 0 0 0,-1-1-1 0 0,0 1 1 0 0,0 0-1 0 0,0 0 1 0 0,0 0 0 0 0,0 0-1 0 0,0 0 1 0 0,0 0 0 0 0,0 0-1 0 0,0 0 1 0 0,0 0 0 0 0,0 0-1 0 0,0 0 1 0 0,0 0-1 0 0,0 0 1 0 0,0 0 0 0 0,0 0-1 0 0,0-1 1 0 0,1 1 0 0 0,10 29 84 0 0,1 0 37 0 0,-1-1-1 0 0,8 34 1 0 0,-14-37-135 0 0,1 2-69 0 0,-1 1 0 0 0,-1-1 0 0 0,-1 1 0 0 0,-1-1 0 0 0,-4 50 0 0 0,-9-1-2981 0 0,4-40-5238 0 0,4-26 5094 0 0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02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1 440 0 0,'0'0'4140'0'0,"8"1"-1923"0"0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1044 0 0,'0'0'4601'0'0,"18"-8"-4161"0"0,1 11-624 0 0,3 1-2853 0 0,-4-3 1461 0 0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0 372 0 0,'1'4'2535'0'0,"2"1"1849"0"0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10:20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1 824 0 0,'0'12'2168'0'0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8:28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18 20 0 0,'-6'-9'788'0'0,"0"1"-964"0"0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6:42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309 80 824 0 0,'-8'-9'840'0'0,"0"0"0"0"0,-1 1-1 0 0,1 0 1 0 0,-1 0 0 0 0,-1 1 0 0 0,0 1 0 0 0,0-1-1 0 0,-18-7 1 0 0,26 13-705 0 0,0 1 1 0 0,0-1-1 0 0,0 1 0 0 0,0-1 0 0 0,0 1 1 0 0,0 0-1 0 0,0 0 0 0 0,0 0 0 0 0,0 0 1 0 0,0 0-1 0 0,0 1 0 0 0,0-1 1 0 0,-3 1-1 0 0,2 1-21 0 0,-1-1 0 0 0,1 1 1 0 0,0 0-1 0 0,0 0 1 0 0,0 0-1 0 0,0 1 0 0 0,0-1 1 0 0,0 1-1 0 0,1-1 0 0 0,-1 1 1 0 0,-2 4-1 0 0,-4 7 73 0 0,0 1 0 0 0,1 0-1 0 0,-8 21 1 0 0,11-26-14 0 0,-14 40 149 0 0,2 0-1 0 0,2 2 0 0 0,2 0 0 0 0,3 0 0 0 0,2 1 0 0 0,-2 82 0 0 0,25 326 853 0 0,-11-405-1051 0 0,18 116 188 0 0,2 18-326 0 0,-22-161-699 0 0,-1-1 0 0 0,-2 1 0 0 0,-1-1 0 0 0,-8 44 0 0 0,9-68 97 0 0,-6 20-388 0 0,-6-13-4857 0 0,-5-5 2847 0 0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6:42.7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0 384 528 0 0,'0'-18'4024'0'0,"1"14"-3769"0"0,0-1 0 0 0,0 1-1 0 0,1 0 1 0 0,-1-1-1 0 0,1 1 1 0 0,0 0-1 0 0,0 0 1 0 0,0 0-1 0 0,0 0 1 0 0,1 0 0 0 0,0 1-1 0 0,0-1 1 0 0,0 1-1 0 0,0 0 1 0 0,0 0-1 0 0,5-4 1 0 0,66-46 1408 0 0,-68 49-1540 0 0,50-28 6 0 0,2 3 0 0 0,1 3 0 0 0,1 2 0 0 0,69-17 0 0 0,66-26-6718 0 0,-150 47 3931 0 0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6:43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83 236 0 0,'-35'-81'7182'0'0,"34"80"-6610"0"0,-1 2-441 0 0,1 0 1 0 0,0 0-1 0 0,-1 1 0 0 0,1-1 0 0 0,0 0 1 0 0,0 1-1 0 0,-1 0 0 0 0,1-1 1 0 0,0 1-1 0 0,1-1 0 0 0,-1 1 0 0 0,0 0 1 0 0,0 0-1 0 0,1 0 0 0 0,-1-1 1 0 0,1 1-1 0 0,-1 3 0 0 0,-14 57 139 0 0,10-40 61 0 0,-107 598 1797 0 0,105-547-1915 0 0,4 1-1 0 0,2-1 1 0 0,4 1 0 0 0,4-1-1 0 0,2 0 1 0 0,27 103 0 0 0,-25-141-269 0 0,1 0 0 0 0,2-1 0 0 0,1 0 0 0 0,2-1 0 0 0,1 0 0 0 0,1-2 0 0 0,2 0 0 0 0,1-2 1 0 0,2 0-1 0 0,1-1 0 0 0,0-2 0 0 0,41 33 0 0 0,-5-20-1403 0 0,-56-36 874 0 0,0-1 0 0 0,0 0 0 0 0,0 0 0 0 0,1 0 0 0 0,-1-1 0 0 0,1 1-1 0 0,-1-1 1 0 0,1-1 0 0 0,-1 1 0 0 0,1-1 0 0 0,5 0 0 0 0,10-3-2431 0 0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6:43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74 191 268 0 0,'-7'-9'2490'0'0,"7"9"-2383"0"0,0 0 1 0 0,0 0-1 0 0,0-1 1 0 0,0 1-1 0 0,0 0 0 0 0,0 0 1 0 0,-1 0-1 0 0,1-1 0 0 0,0 1 1 0 0,0 0-1 0 0,0 0 1 0 0,0 0-1 0 0,0 0 0 0 0,-1-1 1 0 0,1 1-1 0 0,0 0 0 0 0,0 0 1 0 0,0 0-1 0 0,0 0 1 0 0,-1 0-1 0 0,1 0 0 0 0,0-1 1 0 0,0 1-1 0 0,-1 0 0 0 0,1 0 1 0 0,0 0-1 0 0,0 0 0 0 0,0 0 1 0 0,-1 0-1 0 0,1 0 1 0 0,0 0-1 0 0,0 0 0 0 0,-1 0 1 0 0,1 0-1 0 0,0 0 0 0 0,0 0 1 0 0,0 0-1 0 0,-1 0 1 0 0,1 1-1 0 0,0-1 0 0 0,0 0 1 0 0,0 0-1 0 0,-1 0 0 0 0,1 0 1 0 0,0 0-1 0 0,0 0 1 0 0,0 1-1 0 0,0-1 0 0 0,-1 0 1 0 0,1 0-1 0 0,0 0 0 0 0,0 1 1 0 0,-3 20 286 0 0,0 0 0 0 0,2 0 0 0 0,1 0 1 0 0,0 0-1 0 0,2 0 0 0 0,0 0 0 0 0,7 27 0 0 0,0 12 203 0 0,20 88 616 0 0,-17-102-425 0 0,7 77 0 0 0,-19-123-755 0 0,0 0 1 0 0,0 0-1 0 0,0 0 1 0 0,0 0-1 0 0,0 0 1 0 0,0-1-1 0 0,0 1 1 0 0,0 0-1 0 0,0 0 0 0 0,0 0 1 0 0,0 0-1 0 0,0 0 1 0 0,0 0-1 0 0,0 0 1 0 0,-1 0-1 0 0,1 0 0 0 0,0-1 1 0 0,0 1-1 0 0,0 0 1 0 0,0 0-1 0 0,0 0 1 0 0,0 0-1 0 0,0 0 0 0 0,0 0 1 0 0,-1 0-1 0 0,1 0 1 0 0,0 0-1 0 0,0 0 1 0 0,0 0-1 0 0,0 0 1 0 0,0 0-1 0 0,0 0 0 0 0,0 0 1 0 0,-1 0-1 0 0,1 0 1 0 0,0 0-1 0 0,0 0 1 0 0,0 0-1 0 0,0 0 0 0 0,0 0 1 0 0,0 0-1 0 0,0 0 1 0 0,-1 0-1 0 0,1 0 1 0 0,0 0-1 0 0,0 1 1 0 0,0-1-1 0 0,0 0 0 0 0,0 0 1 0 0,0 0-1 0 0,-13-21 327 0 0,-12-32-331 0 0,5 2 26 0 0,-25-100 1 0 0,37 112-74 0 0,1 0-1 0 0,2 0 1 0 0,1-1-1 0 0,3 0 1 0 0,1 0-1 0 0,6-44 1 0 0,-5 75 10 0 0,0 0 0 0 0,1 0 0 0 0,0 0 1 0 0,1 0-1 0 0,0 1 0 0 0,1-1 0 0 0,-1 1 1 0 0,2 0-1 0 0,-1 0 0 0 0,1 0 1 0 0,0 0-1 0 0,9-9 0 0 0,-10 14-1 0 0,0-1 0 0 0,0 1-1 0 0,0 0 1 0 0,0 0 0 0 0,1 0 0 0 0,-1 1-1 0 0,1-1 1 0 0,-1 1 0 0 0,1 0 0 0 0,0 1-1 0 0,0-1 1 0 0,0 1 0 0 0,0 0-1 0 0,0 0 1 0 0,0 0 0 0 0,0 1 0 0 0,1 0-1 0 0,-1 0 1 0 0,0 0 0 0 0,0 1 0 0 0,0 0-1 0 0,0 0 1 0 0,7 2 0 0 0,1 1 3 0 0,0 1 0 0 0,0 1 0 0 0,0 0 0 0 0,-1 0 0 0 0,0 2-1 0 0,0-1 1 0 0,-1 2 0 0 0,0-1 0 0 0,0 1 0 0 0,-1 1 0 0 0,0 0 0 0 0,-1 1 0 0 0,0-1 0 0 0,0 2 0 0 0,-1-1 0 0 0,-1 1 0 0 0,0 0 0 0 0,7 18 0 0 0,-3-2 8 0 0,0 0 0 0 0,-2 1 1 0 0,-1 0-1 0 0,-1 0 1 0 0,-1 1-1 0 0,-2-1 0 0 0,1 47 1 0 0,-6-52 8 0 0,0-1 0 0 0,-2 1 0 0 0,0 0-1 0 0,-1-1 1 0 0,-2 0 0 0 0,0 0 0 0 0,-2 0 0 0 0,-19 41 0 0 0,18-47 50 0 0,0-1 0 0 0,-1 0 0 0 0,-1 0 0 0 0,-1-1-1 0 0,0-1 1 0 0,0 0 0 0 0,-2 0 0 0 0,0-2 0 0 0,0 1 0 0 0,-1-2 0 0 0,-30 18 0 0 0,40-26-83 0 0,-1 0 0 0 0,1-1 0 0 0,-1 0 0 0 0,0 0 0 0 0,0 0 0 0 0,0-1 1 0 0,-1 0-1 0 0,1 0 0 0 0,0 0 0 0 0,0-1 0 0 0,-9 0 0 0 0,13 0-131 0 0,-1-1 0 0 0,1 1 0 0 0,0-1 0 0 0,-1 1-1 0 0,1-1 1 0 0,0 0 0 0 0,-1 0 0 0 0,1 0 0 0 0,0 0-1 0 0,0 0 1 0 0,0 0 0 0 0,0-1 0 0 0,0 1 0 0 0,0-1 0 0 0,0 1-1 0 0,0-1 1 0 0,1 0 0 0 0,-1 0 0 0 0,1 0 0 0 0,-1 0-1 0 0,1 0 1 0 0,0 0 0 0 0,-1 0 0 0 0,1 0 0 0 0,0 0-1 0 0,1-1 1 0 0,-1 1 0 0 0,0 0 0 0 0,1-1 0 0 0,-1-4-1 0 0,-3-29-6003 0 0,5 14 2608 0 0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6:44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0 638 896 0 0,'0'0'1874'0'0,"8"11"4571"0"0,3-14-6147 0 0,-1-1 0 0 0,1-1 0 0 0,-1 0 1 0 0,0 0-1 0 0,-1-1 0 0 0,1 0 0 0 0,-1 0 0 0 0,0-1 1 0 0,-1-1-1 0 0,0 1 0 0 0,0-1 0 0 0,0-1 0 0 0,-1 1 1 0 0,-1-1-1 0 0,12-19 0 0 0,-5-5 913 0 0,-11 22-735 0 0,-1 9 269 0 0,-5 6-657 0 0,-2 3-60 0 0,1 1 1 0 0,-1 0 0 0 0,1 0 0 0 0,1 0 0 0 0,0 0 0 0 0,0 1 0 0 0,1 0 0 0 0,0-1 0 0 0,0 1 0 0 0,1 1 0 0 0,-2 14 0 0 0,3-20-81 0 0,0 0 0 0 0,0 0 0 0 0,1 0 0 0 0,0 0 0 0 0,0 0 0 0 0,0 0 0 0 0,0 0 0 0 0,0 0 0 0 0,1 0 0 0 0,0 0 0 0 0,0 0 0 0 0,0-1 0 0 0,0 1 0 0 0,1 0 0 0 0,-1 0 0 0 0,1-1 0 0 0,0 1 0 0 0,0-1 0 0 0,1 1 0 0 0,-1-1 0 0 0,1 0 0 0 0,-1 0 0 0 0,1 0 0 0 0,0 0 0 0 0,0-1 0 0 0,0 1 0 0 0,0-1 0 0 0,1 0 0 0 0,-1 1 0 0 0,6 1 0 0 0,-4-3 10 0 0,-1 0 0 0 0,0 0 0 0 0,1-1 0 0 0,-1 1 0 0 0,1-1-1 0 0,-1 0 1 0 0,1 0 0 0 0,-1-1 0 0 0,0 1 0 0 0,1-1 0 0 0,-1 0-1 0 0,0-1 1 0 0,1 1 0 0 0,-1 0 0 0 0,0-1 0 0 0,0 0 0 0 0,0 0 0 0 0,0 0-1 0 0,-1-1 1 0 0,1 0 0 0 0,3-2 0 0 0,8-8-39 0 0,0 0-1 0 0,-1-1 1 0 0,15-19 0 0 0,-29 33 78 0 0,14-18-36 0 0,-1-1-1 0 0,-1 0 1 0 0,0-1-1 0 0,-2 0 1 0 0,0-1 0 0 0,-2 0-1 0 0,0 0 1 0 0,-1-1 0 0 0,-1 0-1 0 0,5-41 1 0 0,-5 14 668 0 0,-3 0-1 0 0,-2-1 1 0 0,-11-92-1 0 0,-3 94 2003 0 0,13 46-2309 0 0,-1 0 56 0 0,1 2-363 0 0,0 0-1 0 0,0 0 0 0 0,0 0 0 0 0,0 0 0 0 0,-1 0 0 0 0,1 0 0 0 0,0 0 0 0 0,0 1 0 0 0,0-1 0 0 0,0 0 0 0 0,0 0 0 0 0,0 0 0 0 0,-1 0 1 0 0,1 0-1 0 0,0 0 0 0 0,0 0 0 0 0,0 0 0 0 0,0 0 0 0 0,0 0 0 0 0,0 0 0 0 0,-1 0 0 0 0,1 0 0 0 0,0-1 0 0 0,0 1 0 0 0,0 0 0 0 0,0 0 1 0 0,0 0-1 0 0,0 0 0 0 0,-1 0 0 0 0,1 0 0 0 0,0 0 0 0 0,0 0 0 0 0,0 0 0 0 0,0 0 0 0 0,0 0 0 0 0,0 0 0 0 0,0-1 0 0 0,0 1 0 0 0,0 0 1 0 0,0 0-1 0 0,-1 0 0 0 0,1 0 0 0 0,0 0 0 0 0,0 0 0 0 0,0 0 0 0 0,0-1 0 0 0,0 1 0 0 0,0 0 0 0 0,0 0 0 0 0,0 0 0 0 0,0 0 0 0 0,0 0 0 0 0,0 0 1 0 0,0-1-1 0 0,0 1 0 0 0,0 0 0 0 0,0 0 0 0 0,0 0 0 0 0,0 0 0 0 0,0 0 0 0 0,1-1 0 0 0,-8 39 256 0 0,3 1 0 0 0,1-1 1 0 0,2 1-1 0 0,6 64 0 0 0,-2-60-114 0 0,1-4-24 0 0,3 0 1 0 0,1 0-1 0 0,19 49 1 0 0,-12-35-28 0 0,28 83-3026 0 0,-37-109 74 0 0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6:44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1 119 1400 0 0,'2'-5'731'0'0,"1"1"0"0"0,0 0-1 0 0,0 0 1 0 0,0 1 0 0 0,0-1 0 0 0,1 1-1 0 0,0-1 1 0 0,-1 1 0 0 0,7-3 0 0 0,45-20 1604 0 0,-24 17-3128 0 0,58-7 0 0 0,-67 12 659 0 0,68-12-4919 0 0,-54 8 2647 0 0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6:45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3 151 524 0 0,'0'0'7524'0'0,"-3"9"-1001"0"0,23-3-6301 0 0,0-2 0 0 0,1 0 0 0 0,-1-1 0 0 0,1-1 0 0 0,0-1 0 0 0,0-1 0 0 0,21-3 0 0 0,-12 2-93 0 0,379-30 523 0 0,-136 6-589 0 0,-101 2-286 0 0,-172 23 217 0 0,0 0 1 0 0,-1 0-1 0 0,1 0 0 0 0,0 0 0 0 0,0-1 1 0 0,-1 1-1 0 0,1 0 0 0 0,0 0 0 0 0,0 0 0 0 0,-1 0 1 0 0,1-1-1 0 0,0 1 0 0 0,0 0 0 0 0,0 0 1 0 0,-1-1-1 0 0,1 1 0 0 0,0 0 0 0 0,0 0 1 0 0,0-1-1 0 0,0 1 0 0 0,0 0 0 0 0,0-1 0 0 0,0 1 1 0 0,-1 0-1 0 0,1 0 0 0 0,0-1 0 0 0,0 1 1 0 0,0 0-1 0 0,0-1 0 0 0,0 1 0 0 0,0 0 0 0 0,0 0 1 0 0,1-1-1 0 0,-1 1 0 0 0,0 0 0 0 0,0-1 1 0 0,0 1-1 0 0,0 0 0 0 0,0 0 0 0 0,0-1 1 0 0,0 1-1 0 0,1 0 0 0 0,-1 0 0 0 0,0-1 0 0 0,0 1 1 0 0,0 0-1 0 0,1 0 0 0 0,-1-1 0 0 0,0 1 1 0 0,0 0-1 0 0,1 0 0 0 0,-1 0 0 0 0,0 0 0 0 0,0-1 1 0 0,1 1-1 0 0,-1 0 0 0 0,0 0 0 0 0,0 0 1 0 0,1 0-1 0 0,-1 0 0 0 0,0 0 0 0 0,1 0 0 0 0,-21-13-144 0 0,20 13 169 0 0,-22-9-77 0 0,0 1 0 0 0,-1 1 0 0 0,0 1 0 0 0,-24-3 0 0 0,20 4 95 0 0,-50-16 0 0 0,49 16 65 0 0,39 12-79 0 0,0 0-1 0 0,0 1 0 0 0,-1 0 0 0 0,0 1 0 0 0,0 0 1 0 0,-1 0-1 0 0,14 20 0 0 0,-19-24-35 0 0,0 0-1 0 0,-1 0 1 0 0,0 1 0 0 0,1 0 0 0 0,-2-1-1 0 0,1 1 1 0 0,-1 0 0 0 0,0 1 0 0 0,0-1 0 0 0,-1 0-1 0 0,1 0 1 0 0,-2 1 0 0 0,1-1 0 0 0,-1 1-1 0 0,1-1 1 0 0,-2 1 0 0 0,1-1 0 0 0,-1 0 0 0 0,-2 9-1 0 0,0-5-246 0 0,0-1-1 0 0,-1 1 1 0 0,-1-1-1 0 0,1 0 0 0 0,-2-1 1 0 0,1 1-1 0 0,-1-1 1 0 0,0 0-1 0 0,-1 0 0 0 0,0-1 1 0 0,-12 11-1 0 0,-48 35-6234 0 0,33-30 2753 0 0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6:47.5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71 416 0 0,'-5'-19'2083'0'0,"-5"-32"12112"0"0,11 59-13779 0 0,9 54 322 0 0,48 262 1287 0 0,-16-108-1206 0 0,-40-198-986 0 0,1 0-1 0 0,-2 33 1 0 0,-1-45-361 0 0,0 0 1 0 0,-1 0-1 0 0,1-1 1 0 0,-1 1-1 0 0,-1 0 0 0 0,-3 10 1 0 0,4-15 369 0 0,0-1 0 0 0,1 1 1 0 0,-1 0-1 0 0,0-1 0 0 0,0 1 0 0 0,0 0 1 0 0,1-1-1 0 0,-1 1 0 0 0,0-1 1 0 0,0 0-1 0 0,0 1 0 0 0,0-1 0 0 0,0 0 1 0 0,0 1-1 0 0,0-1 0 0 0,0 0 0 0 0,0 0 1 0 0,0 0-1 0 0,0 0 0 0 0,0 0 1 0 0,0 0-1 0 0,0 0 0 0 0,0 0 0 0 0,0 0 1 0 0,0-1-1 0 0,0 1 0 0 0,0 0 1 0 0,0-1-1 0 0,-1 1 0 0 0,-35-15-3820 0 0,29 11 1546 0 0,-10-4-583 0 0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6:48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4 670 560 0 0,'-1'-1'75'0'0,"1"1"-1"0"0,0 0 1 0 0,0 0-1 0 0,0 0 1 0 0,-1 0 0 0 0,1 0-1 0 0,0-1 1 0 0,0 1-1 0 0,0 0 1 0 0,0 0 0 0 0,0 0-1 0 0,-1-1 1 0 0,1 1-1 0 0,0 0 1 0 0,0 0 0 0 0,0-1-1 0 0,0 1 1 0 0,0 0-1 0 0,0 0 1 0 0,0-1 0 0 0,0 1-1 0 0,0 0 1 0 0,0 0-1 0 0,0-1 1 0 0,0 1 0 0 0,0 0-1 0 0,0 0 1 0 0,0 0-1 0 0,0-1 1 0 0,0 1 0 0 0,0 0-1 0 0,0 0 1 0 0,0-1-1 0 0,1 1 1 0 0,-1 0 0 0 0,0 0-1 0 0,0 0 1 0 0,0-1-1 0 0,0 1 1 0 0,0 0 0 0 0,1 0-1 0 0,-1 0 1 0 0,0-1-1 0 0,0 1 1 0 0,0 0 0 0 0,1 0-1 0 0,-1 0 1 0 0,0 0-1 0 0,0 0 1 0 0,0 0 0 0 0,1 0-1 0 0,-1-1 1 0 0,0 1-1 0 0,0 0 1 0 0,1 0 0 0 0,-1 0-1 0 0,0 0 1 0 0,1 0-1 0 0,27-11 1083 0 0,33-6-610 0 0,20 0 80 0 0,-1-4 1 0 0,0-3-1 0 0,-2-4 1 0 0,-1-3-1 0 0,143-81 1 0 0,-205 103-468 0 0,-1-1 1 0 0,-1-1 0 0 0,0 0 0 0 0,0-1 0 0 0,-1 0 0 0 0,0-1 0 0 0,-1-1-1 0 0,-1 1 1 0 0,0-2 0 0 0,14-28 0 0 0,-21 37-56 0 0,0-1 0 0 0,0 0 0 0 0,-1 0 1 0 0,0 0-1 0 0,0 0 0 0 0,0 0 0 0 0,-1 0 0 0 0,0-1 1 0 0,-1 1-1 0 0,0 0 0 0 0,0 0 0 0 0,0-1 0 0 0,-1 1 0 0 0,0 0 1 0 0,0-1-1 0 0,-1 1 0 0 0,0 0 0 0 0,0 0 0 0 0,-1 0 1 0 0,0 1-1 0 0,0-1 0 0 0,-1 1 0 0 0,1-1 0 0 0,-2 1 0 0 0,1 0 1 0 0,0 1-1 0 0,-10-10 0 0 0,-31-19 1351 0 0,44 34-1454 0 0,0 0 1 0 0,1 0-1 0 0,-1 1 0 0 0,0-1 0 0 0,1 0 0 0 0,-1 1 1 0 0,0-1-1 0 0,1 0 0 0 0,-1 1 0 0 0,1-1 1 0 0,-1 1-1 0 0,1-1 0 0 0,-1 0 0 0 0,1 1 0 0 0,-1 0 1 0 0,1-1-1 0 0,0 1 0 0 0,-1-1 0 0 0,1 1 1 0 0,0-1-1 0 0,-1 1 0 0 0,1 0 0 0 0,0-1 0 0 0,0 1 1 0 0,-1 0-1 0 0,1-1 0 0 0,0 1 0 0 0,0 0 0 0 0,0-1 1 0 0,0 2-1 0 0,-8 23 93 0 0,4-1 80 0 0,1-1 1 0 0,2 1-1 0 0,0 0 1 0 0,4 44-1 0 0,23 99 520 0 0,-15-112-500 0 0,16 65 122 0 0,5 12 112 0 0,-23-106 383 0 0,-7-53 469 0 0,0-15-1170 0 0,0 34-123 0 0,0 0-1 0 0,1 0 1 0 0,-1 0 0 0 0,1 0-1 0 0,1 0 1 0 0,0 1-1 0 0,0 0 1 0 0,0 0-1 0 0,1 0 1 0 0,0 0 0 0 0,0 1-1 0 0,1-1 1 0 0,7-5-1 0 0,-11 11 0 0 0,0-1-1 0 0,0 1 1 0 0,1 1 0 0 0,-1-1-1 0 0,0 0 1 0 0,1 0-1 0 0,-1 1 1 0 0,0 0 0 0 0,1-1-1 0 0,-1 1 1 0 0,1 0-1 0 0,-1 0 1 0 0,0 0 0 0 0,1 0-1 0 0,-1 1 1 0 0,1-1-1 0 0,-1 1 1 0 0,0-1-1 0 0,1 1 1 0 0,3 2 0 0 0,53 27-126 0 0,-30-14 143 0 0,-12-8 0 0 0,-1-1 0 0 0,1-1 1 0 0,0 0-1 0 0,34 5 1 0 0,-45-10 9 0 0,1 0 0 0 0,0 0 0 0 0,-1-1 0 0 0,1 0 0 0 0,0 0 0 0 0,-1-1 1 0 0,1 0-1 0 0,-1 0 0 0 0,1 0 0 0 0,-1-1 0 0 0,1 0 0 0 0,-1 0 0 0 0,0 0 0 0 0,0-1 0 0 0,0 0 0 0 0,7-5 1 0 0,-9 4-11 0 0,-1 1 1 0 0,1-1-1 0 0,-1 0 1 0 0,0 0 0 0 0,0 0-1 0 0,-1 0 1 0 0,1 0-1 0 0,-1-1 1 0 0,0 1-1 0 0,0-1 1 0 0,-1 0 0 0 0,1 1-1 0 0,-1-1 1 0 0,1-5-1 0 0,-2 8 10 0 0,5-9 9 0 0,-1 5-126 0 0,-2 8-249 0 0,0 15 306 0 0,-1-13-1 0 0,-1-2-39 0 0,1-1 48 0 0,0 0 1 0 0,-1 0-1 0 0,1 0 1 0 0,0 0-1 0 0,0 0 1 0 0,0 0-1 0 0,0 0 1 0 0,0 0-1 0 0,0 0 1 0 0,0 0-1 0 0,0 0 1 0 0,0-1-1 0 0,2 2 1 0 0,20-6-96 0 0,1 0 1 0 0,28-10-1 0 0,42-9-130 0 0,-90 23 250 0 0,0 0 0 0 0,0 0 0 0 0,0 0 0 0 0,0 0 0 0 0,0 1 0 0 0,0-1-1 0 0,0 1 1 0 0,0 0 0 0 0,0 0 0 0 0,0 1 0 0 0,0-1 0 0 0,-1 1 0 0 0,1 0-1 0 0,-1 0 1 0 0,1 0 0 0 0,-1 0 0 0 0,0 1 0 0 0,0-1 0 0 0,0 1 0 0 0,0 0-1 0 0,0 0 1 0 0,-1 0 0 0 0,1 0 0 0 0,-1 0 0 0 0,0 1 0 0 0,0-1 0 0 0,3 6-1 0 0,-4-7-33 0 0,-1-1-1 0 0,1 0 0 0 0,-1 1 1 0 0,0-1-1 0 0,1 1 0 0 0,-1-1 0 0 0,0 1 1 0 0,0-1-1 0 0,0 1 0 0 0,0-1 1 0 0,0 1-1 0 0,0-1 0 0 0,0 1 1 0 0,0-1-1 0 0,-1 1 0 0 0,1-1 0 0 0,0 1 1 0 0,-1-1-1 0 0,1 0 0 0 0,-1 1 1 0 0,0-1-1 0 0,0 0 0 0 0,1 1 0 0 0,-1-1 1 0 0,0 0-1 0 0,0 0 0 0 0,0 0 1 0 0,-2 2-1 0 0,-16 12-3048 0 0,2-8-4635 0 0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6:49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86 496 0 0,'-4'-71'14100'0'0,"4"69"-13162"0"0,2-2-474 0 0,-2-1-945 0 0,7 2-3916 0 0,-3 3 3514 0 0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6:49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10 612 0 0,'0'0'2852'0'0,"-2"-10"-1513"0"0,8 11 3926 0 0,9 10-5061 0 0,0 0 1 0 0,-1 0 0 0 0,0 1-1 0 0,-1 1 1 0 0,-1 1 0 0 0,0-1 0 0 0,-1 2-1 0 0,0 0 1 0 0,-1 0 0 0 0,12 25 0 0 0,5 15 354 0 0,38 110 1 0 0,-41-88-256 0 0,-3 0 0 0 0,-4 1 0 0 0,8 87-1 0 0,-20-110 11 0 0,-2 1-1 0 0,-3-1 1 0 0,-2 1-1 0 0,-2-1 0 0 0,-16 74 1 0 0,10-98 185 0 0,0 1 0 0 0,-2-2 0 0 0,-2 1 0 0 0,0-2 1 0 0,-2 0-1 0 0,-1-1 0 0 0,-2 0 0 0 0,-33 38 0 0 0,46-56-69 0 0,2-3 899 0 0,1-3-3302 0 0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6:53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0 159 680 0 0,'0'0'11690'0'0,"6"-3"-11443"0"0,37-16 77 0 0,0 2-1 0 0,2 2 1 0 0,88-17 0 0 0,-26 6-43 0 0,120-16-462 0 0,-226 42 170 0 0,7-1-279 0 0,-7 0 167 0 0,1 0 1 0 0,-1 1-1 0 0,0-1 1 0 0,0 1-1 0 0,1 0 1 0 0,-1 0-1 0 0,0-1 1 0 0,1 1 0 0 0,-1 0-1 0 0,1 0 1 0 0,-1 0-1 0 0,0 0 1 0 0,1 0-1 0 0,-1 0 1 0 0,0 1-1 0 0,1-1 1 0 0,-1 0 0 0 0,0 1-1 0 0,1-1 1 0 0,-1 1-1 0 0,0 0 1 0 0,0-1-1 0 0,0 1 1 0 0,1 0-1 0 0,-1-1 1 0 0,0 1-1 0 0,0 0 1 0 0,1 2 0 0 0,-1-2-546 0 0,-5 1-977 0 0,-28 14-2248 0 0,20-13 1667 0 0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6:53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17 384 0 0,'0'0'912'0'0,"-4"-17"7558"0"0,14 44-7629 0 0,-1-1 1 0 0,9 46-1 0 0,-11-39-266 0 0,19 52 0 0 0,-17-60-389 0 0,-2 0-1 0 0,6 38 1 0 0,-9-42-650 0 0,0 0 0 0 0,1-1 0 0 0,2 1 0 0 0,12 29 0 0 0,-2-23-1381 0 0,-3-13-3009 0 0,-5-8 2052 0 0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6:53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171 115 1136 0 0,'-8'-12'1030'0'0,"0"-1"1"0"0,0 1-1 0 0,-18-19 0 0 0,-3-5 2298 0 0,28 35-3232 0 0,1 1 0 0 0,0-1 0 0 0,-1 0 0 0 0,1 1 0 0 0,0-1 0 0 0,-1 1 0 0 0,1-1 0 0 0,-1 1 0 0 0,1-1 0 0 0,-1 1 0 0 0,1-1 0 0 0,-1 1 0 0 0,1-1 0 0 0,-1 1 0 0 0,0 0 0 0 0,1-1 0 0 0,-1 1 0 0 0,0 0 0 0 0,1 0 0 0 0,-1-1 0 0 0,0 1 0 0 0,1 0 0 0 0,-1 0 0 0 0,0 0 0 0 0,1 0 0 0 0,-1 0 0 0 0,0 0-1 0 0,1 0 1 0 0,-1 0 0 0 0,0 0 0 0 0,0 0 0 0 0,1 0 0 0 0,-1 1 0 0 0,0-1 0 0 0,1 0 0 0 0,-2 1 0 0 0,0 1 0 0 0,0 0 1 0 0,0 0-1 0 0,0 0 0 0 0,0 0 0 0 0,1 0 1 0 0,-1 0-1 0 0,0 1 0 0 0,1-1 0 0 0,0 1 1 0 0,-1 2-1 0 0,-21 65 429 0 0,23-69-463 0 0,-10 48 317 0 0,2-1 1 0 0,3 2-1 0 0,1-1 1 0 0,4 53-1 0 0,25 194 687 0 0,9-64-338 0 0,9 116-1030 0 0,-48-296-1293 0 0,-8-28-1311 0 0,13-23 2647 0 0,-1-1-1 0 0,0 1 0 0 0,1-1 1 0 0,-1 1-1 0 0,0-1 0 0 0,0 1 1 0 0,0-1-1 0 0,1 1 1 0 0,-1-1-1 0 0,0 0 0 0 0,0 0 1 0 0,0 1-1 0 0,0-1 0 0 0,0 0 1 0 0,0 0-1 0 0,0 0 1 0 0,0 0-1 0 0,1 0 0 0 0,-1 0 1 0 0,0 0-1 0 0,0-1 0 0 0,0 1 1 0 0,0 0-1 0 0,0 0 1 0 0,-1-1-1 0 0,-17-6-3068 0 0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6:54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7 305 112 0 0,'-7'-15'3686'0'0,"8"10"-3381"0"0,0 1 1 0 0,0-1 0 0 0,0 0-1 0 0,0 0 1 0 0,1 0 0 0 0,0 1 0 0 0,0-1-1 0 0,0 1 1 0 0,1 0 0 0 0,0-1-1 0 0,-1 1 1 0 0,1 0 0 0 0,1 0-1 0 0,-1 1 1 0 0,0-1 0 0 0,1 1-1 0 0,0 0 1 0 0,0 0 0 0 0,0 0 0 0 0,9-5-1 0 0,12-6-34 0 0,0 1 0 0 0,41-15 1 0 0,-35 15 29 0 0,160-55-1089 0 0,-61 31-2674 0 0,-83 24 885 0 0,-1 0 44 0 0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6:54.5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274 64 188 0 0,'-1'-13'2792'0'0,"-6"-37"6506"0"0,3 54-9090 0 0,-17 30 47 0 0,0 1 1 0 0,3 1 0 0 0,1 1-1 0 0,-23 71 1 0 0,20-55-75 0 0,-8 23 106 0 0,3 2 0 0 0,4 1 0 0 0,-22 156-1 0 0,39-195-190 0 0,1 0-1 0 0,3 0 1 0 0,1 1-1 0 0,2-1 1 0 0,2 0-1 0 0,1 0 0 0 0,3-1 1 0 0,0 1-1 0 0,31 74 1 0 0,-18-66 65 0 0,2 0-1 0 0,59 84 1 0 0,-69-113-332 0 0,1 0 0 0 0,1-1 0 0 0,0-1 0 0 0,1-1 0 0 0,1-1 0 0 0,0 0 0 0 0,1-1 0 0 0,1-1 0 0 0,22 12 0 0 0,-35-22-90 0 0,0 0 0 0 0,1-1 1 0 0,-1 1-1 0 0,1-1 0 0 0,-1-1 1 0 0,1 0-1 0 0,-1 0 0 0 0,1 0 1 0 0,0-1-1 0 0,11-1 0 0 0,-10 0-777 0 0,-1 0 1 0 0,1-1-1 0 0,-1 0 0 0 0,0 0 0 0 0,13-6 1 0 0,4-5-2184 0 0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6:55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77 219 108 0 0,'0'0'1275'0'0,"-1"1"-943"0"0,-1 0 0 0 0,1-1-1 0 0,0 1 1 0 0,0 0-1 0 0,-1 0 1 0 0,1 0-1 0 0,0 0 1 0 0,0 0-1 0 0,0 0 1 0 0,0 0 0 0 0,0 0-1 0 0,0 0 1 0 0,-1 3-1 0 0,-1 12 140 0 0,0 1 1 0 0,0-1-1 0 0,2 1 0 0 0,0-1 0 0 0,1 1 0 0 0,0 0 0 0 0,6 29 0 0 0,-3-16-80 0 0,23 147 1265 0 0,-11-87 2496 0 0,-19-98-3942 0 0,-12-22-179 0 0,2-1-1 0 0,1 0 0 0 0,2-1 0 0 0,1 0 0 0 0,1-1 1 0 0,2 0-1 0 0,1 0 0 0 0,2-1 0 0 0,1 1 0 0 0,2-1 0 0 0,1 0 1 0 0,2 0-1 0 0,1 1 0 0 0,1-1 0 0 0,11-35 0 0 0,-14 62-39 0 0,1 1-1 0 0,0-1 1 0 0,0 1-1 0 0,0 0 1 0 0,1 0-1 0 0,0 0 1 0 0,0 0-1 0 0,1 0 1 0 0,0 0-1 0 0,0 1 1 0 0,0 0-1 0 0,1 0 1 0 0,-1 0-1 0 0,1 1 1 0 0,0-1-1 0 0,1 1 1 0 0,-1 0-1 0 0,1 0 1 0 0,-1 1 0 0 0,1 0-1 0 0,0 0 1 0 0,0 0-1 0 0,1 1 1 0 0,-1 0-1 0 0,1 0 1 0 0,-1 0-1 0 0,1 1 1 0 0,-1 0-1 0 0,1 1 1 0 0,0-1-1 0 0,-1 1 1 0 0,1 0-1 0 0,0 1 1 0 0,-1 0-1 0 0,1 0 1 0 0,0 0-1 0 0,-1 1 1 0 0,1 0-1 0 0,10 5 1 0 0,0 1-3 0 0,-1 0 1 0 0,0 2-1 0 0,-1 0 0 0 0,0 0 1 0 0,-1 2-1 0 0,0-1 0 0 0,-1 2 1 0 0,0 0-1 0 0,-1 1 0 0 0,0 0 1 0 0,-1 0-1 0 0,13 25 1 0 0,-13-21 8 0 0,-1 0 1 0 0,-2 1 0 0 0,0 0 0 0 0,0 0 0 0 0,-2 1-1 0 0,0 0 1 0 0,-2 0 0 0 0,0 1 0 0 0,-1-1 0 0 0,0 40-1 0 0,-4-46 17 0 0,-1-1 0 0 0,-1 0 0 0 0,0 0 0 0 0,-1-1 0 0 0,0 1-1 0 0,-1-1 1 0 0,0 0 0 0 0,-1 0 0 0 0,0 0 0 0 0,-1-1 0 0 0,0 0-1 0 0,-1 0 1 0 0,0 0 0 0 0,-1-1 0 0 0,0-1 0 0 0,-1 0-1 0 0,-14 12 1 0 0,13-12-53 0 0,-1 0 0 0 0,0-1 0 0 0,-1-1 0 0 0,0 0 0 0 0,0 0 0 0 0,0-1 0 0 0,-1-1 1 0 0,0 0-1 0 0,0-1 0 0 0,-1 0 0 0 0,1-1 0 0 0,-1-1 0 0 0,1-1 0 0 0,-1 0 0 0 0,-22-1 0 0 0,34 0-153 0 0,-1-1 1 0 0,1 0-1 0 0,0 0 1 0 0,-1 0 0 0 0,1 0-1 0 0,0-1 1 0 0,0 1-1 0 0,0-1 1 0 0,0 1-1 0 0,0-1 1 0 0,0 0 0 0 0,-4-4-1 0 0,5 4-464 0 0,0 0-1 0 0,1 0 0 0 0,-1 0 1 0 0,1 0-1 0 0,-1 0 1 0 0,1 0-1 0 0,0 0 1 0 0,-1-1-1 0 0,1 1 0 0 0,-1-4 1 0 0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6:55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0 666 60 0 0,'16'-5'1007'0'0,"-1"0"0"0"0,0-1 0 0 0,0-1 0 0 0,-1 0 0 0 0,1-1-1 0 0,-2 0 1 0 0,1-1 0 0 0,-1-1 0 0 0,-1 0 0 0 0,1-1 0 0 0,-2 0 0 0 0,18-21 0 0 0,-29 31-498 0 0,1 1-462 0 0,-1 0-1 0 0,0-1 1 0 0,0 1-1 0 0,0 0 1 0 0,0 0 0 0 0,1 0-1 0 0,-1-1 1 0 0,0 1-1 0 0,0 0 1 0 0,0 0-1 0 0,0 0 1 0 0,0-1-1 0 0,1 1 1 0 0,-1 0 0 0 0,0 0-1 0 0,0-1 1 0 0,0 1-1 0 0,0 0 1 0 0,0 0-1 0 0,0-1 1 0 0,0 1-1 0 0,0 0 1 0 0,0-1-1 0 0,0 1 1 0 0,0 0 0 0 0,0 0-1 0 0,0-1 1 0 0,0 1-1 0 0,0 0 1 0 0,0 0-1 0 0,-1-1 1 0 0,1 1-1 0 0,0 0 1 0 0,0 0 0 0 0,0-1-1 0 0,0 1 1 0 0,0 0-1 0 0,-1 0 1 0 0,1 0-1 0 0,0-1 1 0 0,0 1-1 0 0,0 0 1 0 0,-1 0 0 0 0,1 0-1 0 0,0 0 1 0 0,0-1-1 0 0,0 1 1 0 0,-1 0-1 0 0,1 0 1 0 0,-5 1-24 0 0,1 0-1 0 0,-1 1 1 0 0,1-1 0 0 0,0 1 0 0 0,0 0 0 0 0,0 0 0 0 0,0 1 0 0 0,0-1-1 0 0,0 1 1 0 0,1 0 0 0 0,-1 0 0 0 0,1 0 0 0 0,0 0 0 0 0,0 1 0 0 0,0-1-1 0 0,0 1 1 0 0,1 0 0 0 0,-1 0 0 0 0,1 0 0 0 0,0 0 0 0 0,0 0 0 0 0,0 0-1 0 0,1 0 1 0 0,0 1 0 0 0,0-1 0 0 0,0 1 0 0 0,0-1 0 0 0,0 1-1 0 0,1-1 1 0 0,0 1 0 0 0,0-1 0 0 0,0 1 0 0 0,2 5 0 0 0,-2-6-57 0 0,0 1 0 0 0,0-1 0 0 0,1 1 0 0 0,0-1 1 0 0,-1 0-1 0 0,2 1 0 0 0,-1-1 0 0 0,0 0 0 0 0,1 1 1 0 0,0-1-1 0 0,0 0 0 0 0,0 0 0 0 0,1 0 0 0 0,-1-1 1 0 0,1 1-1 0 0,0-1 0 0 0,0 1 0 0 0,0-1 0 0 0,1 0 1 0 0,-1 0-1 0 0,1 0 0 0 0,-1-1 0 0 0,1 1 0 0 0,0-1 1 0 0,0 0-1 0 0,0 0 0 0 0,0 0 0 0 0,1-1 0 0 0,-1 1 1 0 0,0-1-1 0 0,1 0 0 0 0,-1 0 0 0 0,1-1 0 0 0,-1 1 1 0 0,7-1-1 0 0,5-2-38 0 0,-1 0 0 0 0,1-2 1 0 0,-1 1-1 0 0,1-2 1 0 0,-1 0-1 0 0,-1-1 0 0 0,1-1 1 0 0,-1 0-1 0 0,0 0 0 0 0,-1-2 1 0 0,0 0-1 0 0,0 0 0 0 0,13-13 1 0 0,-10 8 17 0 0,-1-1 1 0 0,0-1-1 0 0,-1 0 1 0 0,-1-1-1 0 0,-1 0 1 0 0,0-1 0 0 0,-1 0-1 0 0,-1-1 1 0 0,10-26-1 0 0,-8 12-26 0 0,-2-1 0 0 0,-1 0 0 0 0,-2-1 0 0 0,4-59 0 0 0,-10 73 484 0 0,-1 0 0 0 0,-1 0 0 0 0,-1 1 0 0 0,-1-1 0 0 0,0 1 0 0 0,-2-1 0 0 0,0 1 1 0 0,-2 1-1 0 0,-10-25 0 0 0,16 42 119 0 0,-24 39 120 0 0,13 2-326 0 0,1 1 0 0 0,2 0 1 0 0,1 1-1 0 0,3 0 0 0 0,1 0 0 0 0,2 57 1 0 0,2-55-163 0 0,-1-5-61 0 0,1 0 0 0 0,1 0 0 0 0,3-1 1 0 0,1 1-1 0 0,11 43 0 0 0,-9-46-3395 0 0,-7-34 2353 0 0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6:55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91 32 0 0,'0'0'6157'0'0,"4"-2"-5233"0"0,10-6-90 0 0,0 0 1 0 0,1 1-1 0 0,0 1 1 0 0,0 0-1 0 0,29-6 1 0 0,86-11-210 0 0,35 10-3820 0 0,-97 9-1460 0 0,-37 2 1900 0 0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6:56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60 1056 0 0,'3'-1'11650'0'0,"26"-1"-11437"0"0,521-53 2908 0 0,-491 54-5096 0 0,-57 1 1479 0 0,3 2-721 0 0,0-2-514 0 0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6:57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12 1160 0 0,'-20'-12'11853'0'0,"39"21"-9538"0"0,40 23-2342 0 0,13 13 907 0 0,-20-14-184 0 0,86 70-1 0 0,-113-83-512 0 0,14 13-18 0 0,-37-30-146 0 0,-1 1 0 0 0,1-1-1 0 0,-1 1 1 0 0,0 0 0 0 0,0 0 0 0 0,1 0 0 0 0,-1 0-1 0 0,0 0 1 0 0,-1 0 0 0 0,1 0 0 0 0,0 0 0 0 0,0 0-1 0 0,-1 0 1 0 0,1 0 0 0 0,-1 0 0 0 0,0 0-1 0 0,0 1 1 0 0,0 2 0 0 0,-1-3-7 0 0,1 0 0 0 0,-1 0-1 0 0,0-1 1 0 0,0 1 0 0 0,0 0 0 0 0,0 0-1 0 0,0-1 1 0 0,-1 1 0 0 0,1 0 0 0 0,0-1-1 0 0,-1 1 1 0 0,1-1 0 0 0,-1 0 0 0 0,0 1 0 0 0,1-1-1 0 0,-1 0 1 0 0,-3 1 0 0 0,-33 17 178 0 0,35-18-181 0 0,-170 82 550 0 0,160-77-505 0 0,0 2-1 0 0,0-1 1 0 0,1 2-1 0 0,-16 13 0 0 0,27-21 105 0 0,-3 2-1992 0 0,-17 16 7377 0 0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6:57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28 284 0 0,'0'0'1265'0'0,"3"-27"14603"0"0,4 64-15116 0 0,4 69 0 0 0,-8-63-66 0 0,14 69 0 0 0,-1-34 257 0 0,8 84-1 0 0,-19-105-3718 0 0,-4-56 2046 0 0,-32-29-15018 0 0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6:58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0 429 692 0 0,'0'0'3840'0'0,"6"1"-3204"0"0,29 1-152 0 0,1-2 1 0 0,-1-1-1 0 0,0-2 0 0 0,0-1 1 0 0,0-2-1 0 0,-1-1 1 0 0,1-2-1 0 0,-2-1 0 0 0,1-2 1 0 0,48-24-1 0 0,-74 31-397 0 0,0 0 0 0 0,-1 0-1 0 0,1 0 1 0 0,-1-1 0 0 0,0 0 0 0 0,-1-1-1 0 0,0 1 1 0 0,0-1 0 0 0,0-1 0 0 0,-1 1-1 0 0,0-1 1 0 0,0 0 0 0 0,-1 0-1 0 0,0 0 1 0 0,0 0 0 0 0,-1-1 0 0 0,0 0-1 0 0,2-11 1 0 0,-2 3 265 0 0,-1 1 0 0 0,-1-1 0 0 0,0 1 1 0 0,-1-1-1 0 0,-1 1 0 0 0,0-1 0 0 0,-2 1 0 0 0,0 0 0 0 0,-5-17 0 0 0,8 31-102 0 0,-3-13 760 0 0,-2 22-499 0 0,-3 20-341 0 0,-8 59 308 0 0,4 0 0 0 0,3 1-1 0 0,5 137 1 0 0,9-70 100 0 0,-5-151-529 0 0,2-8 833 0 0,20-51-215 0 0,-21 51-692 0 0,1 1 0 0 0,1-1 0 0 0,-1 1 0 0 0,1 0 0 0 0,0 0 0 0 0,-1 0 1 0 0,2 0-1 0 0,-1 0 0 0 0,0 1 0 0 0,1-1 0 0 0,6-4 0 0 0,-7 8 11 0 0,-1-1 1 0 0,1 1-1 0 0,-1-1 0 0 0,1 1 0 0 0,-1 0 1 0 0,1 0-1 0 0,-1 0 0 0 0,1 0 1 0 0,-1 1-1 0 0,1-1 0 0 0,-1 1 1 0 0,1 0-1 0 0,-1-1 0 0 0,1 1 0 0 0,3 2 1 0 0,50 26-685 0 0,-7-4-1611 0 0,-30-18 580 0 0,16 4-488 0 0,-6-8-5372 0 0,-5-3 3856 0 0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6:58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88 355 244 0 0,'7'-17'14774'0'0,"-10"18"-14700"0"0,0 0 0 0 0,-1 0 0 0 0,1 1 1 0 0,0-1-1 0 0,0 1 0 0 0,0 0 0 0 0,0 0 0 0 0,0 0 0 0 0,0 1 0 0 0,0-1 0 0 0,1 0 1 0 0,-4 5-1 0 0,-34 39 1225 0 0,34-38-1096 0 0,5-7 111 0 0,0-1-298 0 0,1 0 1 0 0,0 0-1 0 0,0 0 0 0 0,-1 0 0 0 0,1 0 1 0 0,0 1-1 0 0,0-1 0 0 0,-1 0 0 0 0,1 0 0 0 0,0 0 1 0 0,0 0-1 0 0,0 1 0 0 0,-1-1 0 0 0,1 0 0 0 0,0 0 1 0 0,0 0-1 0 0,0 1 0 0 0,0-1 0 0 0,-1 0 0 0 0,1 0 1 0 0,0 1-1 0 0,0-1 0 0 0,0 0 0 0 0,0 0 0 0 0,0 1 1 0 0,0-1-1 0 0,0 0 0 0 0,0 1 0 0 0,0-1 0 0 0,0 0 1 0 0,0 0-1 0 0,0 1 0 0 0,0-1 0 0 0,0 0 0 0 0,0 1 1 0 0,0-1-1 0 0,0 0 0 0 0,0 0 0 0 0,0 1 0 0 0,0-1 1 0 0,1 0-1 0 0,-1 0 0 0 0,0 1 0 0 0,0-1 0 0 0,0 0 1 0 0,1 0-1 0 0,11-3-245 0 0,1 0 1 0 0,0 1 0 0 0,1 0-1 0 0,-1 1 1 0 0,21 0 0 0 0,-5 2-393 0 0,-1-2 0 0 0,1-1 1 0 0,41-9-1 0 0,-61 9 554 0 0,-1 0 0 0 0,0-1 1 0 0,0 0-1 0 0,0 0 0 0 0,0-1 0 0 0,0 0 0 0 0,0 0 0 0 0,-1-1 1 0 0,0 0-1 0 0,0 0 0 0 0,0-1 0 0 0,-1 0 0 0 0,0 0 1 0 0,0-1-1 0 0,9-13 0 0 0,-4 2 153 0 0,0-1 0 0 0,-1 0 0 0 0,-2-1 0 0 0,0 0 0 0 0,-1 0 0 0 0,0-1 0 0 0,3-23 0 0 0,-7 24 850 0 0,-1 1 0 0 0,-1-1 0 0 0,0 1 0 0 0,-4-33 0 0 0,1 42 1237 0 0,-2 13-883 0 0,-4 27-523 0 0,-4 51-605 0 0,8 119-983 0 0,10-170-2608 0 0,-2-17-1489 0 0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6:59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86 368 0 0,'0'0'2512'0'0,"19"-22"445"0"0,-7 14-2255 0 0,0 1 0 0 0,1 1 0 0 0,0 1 1 0 0,0 0-1 0 0,1 0 0 0 0,0 1 0 0 0,16-2 1 0 0,101-7-3288 0 0,-84 11-1481 0 0,-27 0 1362 0 0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6:59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960 1 788 0 0,'2'4'1234'0'0,"9"19"49"0"0,-2 0 1 0 0,-1 1-1 0 0,-1 0 0 0 0,-1 0 1 0 0,-1 0-1 0 0,4 46 0 0 0,-8-33-325 0 0,-1 0 0 0 0,-2-1 0 0 0,-1 1-1 0 0,-11 44 1 0 0,2-32-308 0 0,-2 0 0 0 0,-2-1-1 0 0,-2 0 1 0 0,-2-1 0 0 0,-2-2 0 0 0,-55 85 0 0 0,47-89-394 0 0,-2-2 0 0 0,-1 0 0 0 0,-2-3 0 0 0,-2-1 0 0 0,-1-1 0 0 0,-82 55 0 0 0,83-66-866 0 0,-1-2 0 0 0,-1-2 0 0 0,-50 18 1 0 0,55-26-867 0 0,-1-1 1 0 0,0-1 0 0 0,0-3 0 0 0,-45 4 0 0 0,46-9-3188 0 0,-5-3 354 0 0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7:01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34 150 720 0 0,'-30'-6'7451'0'0,"30"6"-7394"0"0,0 0 1 0 0,0 0-1 0 0,-1 0 0 0 0,1 0 1 0 0,0 0-1 0 0,0 0 0 0 0,0 0 1 0 0,0 0-1 0 0,-1 0 0 0 0,1 0 0 0 0,0 0 1 0 0,0-1-1 0 0,0 1 0 0 0,0 0 1 0 0,0 0-1 0 0,0 0 0 0 0,0 0 1 0 0,-1 0-1 0 0,1 0 0 0 0,0 0 0 0 0,0-1 1 0 0,0 1-1 0 0,0 0 0 0 0,0 0 1 0 0,0 0-1 0 0,0 0 0 0 0,0-1 1 0 0,0 1-1 0 0,0 0 0 0 0,0 0 0 0 0,0 0 1 0 0,0 0-1 0 0,0 0 0 0 0,0-1 1 0 0,0 1-1 0 0,0 0 0 0 0,0 0 0 0 0,0 0 1 0 0,0 0-1 0 0,0-1 0 0 0,0 1 1 0 0,0 0-1 0 0,0 0 0 0 0,0 0 1 0 0,0 0-1 0 0,0 0 0 0 0,1-1 0 0 0,-1 1 1 0 0,0 0-1 0 0,0 0 0 0 0,0 0 1 0 0,0 0-1 0 0,0 0 0 0 0,0 0 1 0 0,0 0-1 0 0,1-1 0 0 0,-1 1 0 0 0,0 0 1 0 0,0 0-1 0 0,0 0 0 0 0,0 0 1 0 0,1 0-1 0 0,47-16 1187 0 0,-18 7-837 0 0,75-21-199 0 0,1 4 0 0 0,2 5 0 0 0,194-14 0 0 0,-231 35-2590 0 0,-44 3-4112 0 0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7:01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8 616 0 0,'-10'-7'3542'0'0,"1"7"3725"0"0,18 47-6267 0 0,27 82 0 0 0,-7-31-1292 0 0,-29-98 285 0 0,31 107-1868 0 0,-4-39-4296 0 0,-17-51 3315 0 0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7:02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314 54 1172 0 0,'-11'-9'935'0'0,"5"4"-355"0"0,0 0-1 0 0,0 0 0 0 0,0 1 0 0 0,-1 0 1 0 0,1 0-1 0 0,-1 0 0 0 0,0 1 1 0 0,0 0-1 0 0,0 0 0 0 0,-10-2 0 0 0,15 6-490 0 0,0-1 0 0 0,0 1 0 0 0,0-1 0 0 0,0 1 0 0 0,0-1 0 0 0,0 1 0 0 0,0 0 0 0 0,0 0 0 0 0,0 0 0 0 0,0 0 0 0 0,1 0 0 0 0,-1 1 0 0 0,0-1-1 0 0,1 0 1 0 0,-1 1 0 0 0,1-1 0 0 0,-1 1 0 0 0,1 0 0 0 0,0-1 0 0 0,0 1 0 0 0,-1 2 0 0 0,-22 40 782 0 0,23-42-796 0 0,-12 31 289 0 0,1 0 0 0 0,2 0-1 0 0,1 1 1 0 0,2 0 0 0 0,1 0-1 0 0,2 0 1 0 0,0 40-1 0 0,21 249 1109 0 0,-1-4-771 0 0,-16-317-735 0 0,-1 29-374 0 0,-1 1 1 0 0,-13 61-1 0 0,12-84 9 0 0,0 1 0 0 0,0-1 0 0 0,-1 0 0 0 0,0-1 0 0 0,0 1 0 0 0,-7 9 0 0 0,8-14-118 0 0,0 0 1 0 0,0 0-1 0 0,-1-1 0 0 0,1 1 0 0 0,-1-1 1 0 0,1 0-1 0 0,-1 0 0 0 0,0-1 0 0 0,0 1 1 0 0,-1-1-1 0 0,1 0 0 0 0,0 0 1 0 0,-7 2-1 0 0,-6 0-2395 0 0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7:02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1 260 632 0 0,'0'-3'1236'0'0,"1"-2"-1004"0"0,0 0 1 0 0,0 0 0 0 0,1 0 0 0 0,-1 0 0 0 0,1 0 0 0 0,0 1 0 0 0,1-1 0 0 0,-1 1 0 0 0,1-1 0 0 0,0 1 0 0 0,0 0 0 0 0,0 0 0 0 0,1 0 0 0 0,-1 1 0 0 0,1-1 0 0 0,0 1 0 0 0,0 0-1 0 0,0 0 1 0 0,1 0 0 0 0,5-2 0 0 0,15-10 296 0 0,1 1 0 0 0,33-12 0 0 0,-58 26-506 0 0,56-20-126 0 0,1 3 1 0 0,1 2 0 0 0,85-11 0 0 0,-6 2-4040 0 0,-87 13 1992 0 0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7:02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43 1180 0 0,'-26'-42'6461'0'0,"22"46"-5937"0"0,-7 13-165 0 0,-1 0-1 0 0,2 0 1 0 0,0 1-1 0 0,-13 37 1 0 0,-24 86 550 0 0,40-117-778 0 0,-25 84 486 0 0,6 1 0 0 0,-20 166 0 0 0,40-213-449 0 0,3 0 1 0 0,3 1-1 0 0,3-1 0 0 0,2 1 1 0 0,3-1-1 0 0,16 61 0 0 0,-13-83-184 0 0,2 0 0 0 0,18 38-1 0 0,-24-61-186 0 0,2 0 0 0 0,1 0 0 0 0,0 0 1 0 0,1-1-1 0 0,0-1 0 0 0,21 21 0 0 0,-25-30-83 0 0,-1 0 0 0 0,2 0 0 0 0,-1-1 0 0 0,1 0 0 0 0,-1-1 0 0 0,2 0 0 0 0,14 6 1 0 0,33 1-4878 0 0,-28-9 2287 0 0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7:03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191 177 628 0 0,'0'-1'147'0'0,"-1"1"0"0"0,1 0 0 0 0,-1-1-1 0 0,0 1 1 0 0,1 0 0 0 0,-1 0 0 0 0,1 0 0 0 0,-1-1 0 0 0,1 1 0 0 0,-1 0-1 0 0,0 0 1 0 0,1 0 0 0 0,-1 0 0 0 0,0 0 0 0 0,1 0 0 0 0,-1 0 0 0 0,1 0-1 0 0,-1 0 1 0 0,0 0 0 0 0,1 1 0 0 0,-1-1 0 0 0,1 0 0 0 0,-1 0 0 0 0,1 1-1 0 0,-1-1 1 0 0,0 1 0 0 0,-7 10 247 0 0,1 1-1 0 0,1 1 1 0 0,0 0-1 0 0,0-1 1 0 0,1 2-1 0 0,1-1 1 0 0,0 1-1 0 0,1-1 1 0 0,-1 16-1 0 0,-3 20 437 0 0,1 64-1 0 0,17 147 1961 0 0,-11-258-1372 0 0,-2-7-1258 0 0,-9-32-153 0 0,1-1 1 0 0,2 0-1 0 0,2 0 0 0 0,1-1 0 0 0,2 0 0 0 0,2 1 0 0 0,1-1 0 0 0,2 0 0 0 0,2 0 0 0 0,2 1 1 0 0,15-56-1 0 0,-16 78-27 0 0,1 0 1 0 0,1 0 0 0 0,0 1 0 0 0,1 0-1 0 0,1 0 1 0 0,0 1 0 0 0,1 0-1 0 0,1 1 1 0 0,0 0 0 0 0,23-20 0 0 0,-29 28 9 0 0,0 1 1 0 0,0 0 0 0 0,1 0-1 0 0,-1 0 1 0 0,1 1 0 0 0,0-1-1 0 0,1 2 1 0 0,-1-1 0 0 0,0 1-1 0 0,1 0 1 0 0,-1 0 0 0 0,1 0-1 0 0,0 1 1 0 0,-1 0 0 0 0,1 1-1 0 0,0-1 1 0 0,0 1 0 0 0,0 1-1 0 0,-1-1 1 0 0,1 1 0 0 0,0 0-1 0 0,0 1 1 0 0,-1-1 0 0 0,1 1-1 0 0,-1 1 1 0 0,0-1 0 0 0,0 1-1 0 0,1 0 1 0 0,7 7 0 0 0,-1-1 5 0 0,-1 1 1 0 0,-1 1 0 0 0,0 0 0 0 0,0 1 0 0 0,-1 0 0 0 0,-1 0 0 0 0,0 1-1 0 0,-1 1 1 0 0,0-1 0 0 0,-1 1 0 0 0,0 0 0 0 0,-1 1 0 0 0,-1 0 0 0 0,-1 0-1 0 0,0 0 1 0 0,0 0 0 0 0,-2 0 0 0 0,2 30 0 0 0,-3-32 29 0 0,0-1 0 0 0,-2 0 0 0 0,1 1 1 0 0,-1-1-1 0 0,-1 0 0 0 0,0 0 0 0 0,-1 0 0 0 0,0 0 1 0 0,-1 0-1 0 0,0 0 0 0 0,-1-1 0 0 0,0 0 1 0 0,-1 0-1 0 0,0 0 0 0 0,-1-1 0 0 0,0 0 0 0 0,-1 0 1 0 0,0-1-1 0 0,0 0 0 0 0,-1 0 0 0 0,0-1 0 0 0,-1 0 1 0 0,0 0-1 0 0,-12 7 0 0 0,-12 2 244 0 0,-1-1 0 0 0,0-1-1 0 0,-63 17 1 0 0,80-28-402 0 0,1 0-1 0 0,-2-2 0 0 0,1 0 0 0 0,0 0 1 0 0,0-2-1 0 0,0 0 0 0 0,0-2 0 0 0,-1 0 1 0 0,-30-7-1 0 0,35 0-2076 0 0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7:03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0 735 512 0 0,'0'0'1143'0'0,"42"5"4771"0"0,-31-7-5517 0 0,20-5 681 0 0,1-1 0 0 0,33-13-1 0 0,-56 17-900 0 0,0 0-1 0 0,0-1 0 0 0,0 0 1 0 0,-1 0-1 0 0,0 0 0 0 0,0-1 1 0 0,0-1-1 0 0,-1 1 0 0 0,1-1 1 0 0,-2-1-1 0 0,10-12 0 0 0,-14 19-104 0 0,-1 0 0 0 0,0-1 0 0 0,0 1-1 0 0,0-1 1 0 0,-1 1 0 0 0,1-1 0 0 0,0 1-1 0 0,-1-1 1 0 0,1 0 0 0 0,-1 1 0 0 0,1-1-1 0 0,-1 0 1 0 0,0 0 0 0 0,1-2 0 0 0,-2 4-58 0 0,1-1 0 0 0,0 1 0 0 0,0-1 0 0 0,0 1 1 0 0,-1 0-1 0 0,1-1 0 0 0,0 1 0 0 0,-1 0 0 0 0,1-1 0 0 0,0 1 1 0 0,-1 0-1 0 0,1 0 0 0 0,0-1 0 0 0,-1 1 0 0 0,1 0 0 0 0,0 0 1 0 0,-1-1-1 0 0,1 1 0 0 0,-1 0 0 0 0,1 0 0 0 0,-1 0 0 0 0,1 0 1 0 0,0 0-1 0 0,-1 0 0 0 0,1 0 0 0 0,-1 0 0 0 0,1 0 0 0 0,-1 0 1 0 0,1 0-1 0 0,0 0 0 0 0,-1 0 0 0 0,1 0 0 0 0,-1 0 0 0 0,-3 1 4 0 0,0 0-1 0 0,0 0 1 0 0,0 1 0 0 0,0-1-1 0 0,1 1 1 0 0,-1 0-1 0 0,1 0 1 0 0,-1 0-1 0 0,1 1 1 0 0,0-1-1 0 0,-3 4 1 0 0,2-3-30 0 0,1 1 0 0 0,-1 1 1 0 0,1-1-1 0 0,0 0 0 0 0,1 1 0 0 0,-1 0 1 0 0,1-1-1 0 0,0 1 0 0 0,0 0 0 0 0,0 0 0 0 0,1 0 1 0 0,0 0-1 0 0,0 0 0 0 0,0 1 0 0 0,0-1 0 0 0,1 7 1 0 0,0-10-19 0 0,0 1 1 0 0,1-1-1 0 0,-1 1 1 0 0,1-1 0 0 0,-1 1-1 0 0,1-1 1 0 0,0 0-1 0 0,0 1 1 0 0,0-1-1 0 0,0 0 1 0 0,1 0 0 0 0,-1 1-1 0 0,0-1 1 0 0,1 0-1 0 0,0-1 1 0 0,-1 1 0 0 0,1 0-1 0 0,0 0 1 0 0,0-1-1 0 0,0 1 1 0 0,0-1-1 0 0,0 1 1 0 0,0-1 0 0 0,1 0-1 0 0,-1 0 1 0 0,0 0-1 0 0,0 0 1 0 0,1 0-1 0 0,-1-1 1 0 0,1 1 0 0 0,-1-1-1 0 0,1 1 1 0 0,-1-1-1 0 0,5 0 1 0 0,4 0-57 0 0,0 0 1 0 0,0-1-1 0 0,1 0 1 0 0,-1 0-1 0 0,-1-1 1 0 0,1-1-1 0 0,0 0 0 0 0,0 0 1 0 0,-1-1-1 0 0,0-1 1 0 0,11-6-1 0 0,-6 2 27 0 0,-1 0-1 0 0,0-1 0 0 0,-1-1 1 0 0,0 0-1 0 0,-1-1 1 0 0,20-24-1 0 0,-15 13 44 0 0,-1 0 1 0 0,-2-1-1 0 0,0-1 0 0 0,-1-1 1 0 0,-1 0-1 0 0,-2 0 0 0 0,-1-1 1 0 0,10-45-1 0 0,-12 33 142 0 0,-2 1 1 0 0,-2-1-1 0 0,-2-51 0 0 0,-4 49 1779 0 0,-10-53-1 0 0,10 84-119 0 0,-1 11-731 0 0,-4 26-430 0 0,-3 44-396 0 0,5 383 1783 0 0,10-403-1889 0 0,0-1-1458 0 0,-6-6-3686 0 0,2-42 3801 0 0,-8 3-1740 0 0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7:04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52 10441 0 0,'0'0'2678'0'0,"5"-2"-2600"0"0,20-8 180 0 0,1 2-1 0 0,0 0 1 0 0,0 2-1 0 0,49-5 1 0 0,-11 6-2693 0 0,0 4-3934 0 0,-45 2 3172 0 0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7:04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0 170 1120 0 0,'29'-1'7988'0'0,"17"1"-5640"0"0,72-3-1814 0 0,120-11 801 0 0,211-20 292 0 0,-436 33-1450 0 0,-11 2-113 0 0,0-1 0 0 0,-1 0 1 0 0,1-1-1 0 0,0 1 0 0 0,0 0 0 0 0,0 0 0 0 0,0-1 1 0 0,0 1-1 0 0,0-1 0 0 0,-1 0 0 0 0,1 1 1 0 0,0-1-1 0 0,0 0 0 0 0,-1 0 0 0 0,1 0 0 0 0,-1 0 1 0 0,2-2-1 0 0,-2 2 230 0 0,-21-27-94 0 0,1 18-150 0 0,-1 0 0 0 0,0 2 1 0 0,0 0-1 0 0,-1 1 0 0 0,-35-7 0 0 0,-7-3 75 0 0,63 17-125 0 0,0 0 0 0 0,-1-1 0 0 0,1 1 0 0 0,-1 0 0 0 0,1 0 0 0 0,-1-1 0 0 0,1 1 0 0 0,0 0 0 0 0,-1 0-1 0 0,1 0 1 0 0,-1-1 0 0 0,1 1 0 0 0,-1 0 0 0 0,1 0 0 0 0,-1 0 0 0 0,1 0 0 0 0,-1 0 0 0 0,1 0 0 0 0,-1 0 0 0 0,1 0 0 0 0,-1 0 0 0 0,1 0 0 0 0,-1 1 0 0 0,1-1 0 0 0,-1 0 0 0 0,1 0 0 0 0,-1 0 0 0 0,1 0 0 0 0,-1 1 0 0 0,1-1 0 0 0,-1 0-1 0 0,1 1 1 0 0,-1 0 0 0 0,12 15 1 0 0,39 30-2 0 0,-39-37-3 0 0,-3-2-1 0 0,62 62-24 0 0,-65-63 21 0 0,0 0 1 0 0,0 0-1 0 0,-1 1 1 0 0,0 0-1 0 0,0 0 1 0 0,0 0-1 0 0,-1 1 1 0 0,0-1-1 0 0,3 14 1 0 0,-6-19-33 0 0,0 1 0 0 0,0-1 0 0 0,0 1 0 0 0,0-1 0 0 0,-1 0 1 0 0,1 1-1 0 0,-1-1 0 0 0,0 0 0 0 0,0 1 0 0 0,0-1 1 0 0,0 0-1 0 0,0 0 0 0 0,0 0 0 0 0,0 0 0 0 0,-1 0 0 0 0,1 0 1 0 0,-1 0-1 0 0,1 0 0 0 0,-1 0 0 0 0,0-1 0 0 0,0 1 1 0 0,0-1-1 0 0,0 1 0 0 0,0-1 0 0 0,-3 2 0 0 0,-7 4-674 0 0,-1-1-1 0 0,1 0 1 0 0,-16 5 0 0 0,15-7-917 0 0,-1 0 1 0 0,0-1-1 0 0,-19 2 1 0 0,2-4-2125 0 0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7:07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335 161 736 0 0,'-23'-36'6432'0'0,"9"-36"489"0"0,13 70-6696 0 0,-14-29 1532 0 0,13 29-1717 0 0,0 0 1 0 0,-1 0-1 0 0,1 1 1 0 0,-1-1 0 0 0,1 0-1 0 0,-1 1 1 0 0,0 0-1 0 0,1-1 1 0 0,-1 1-1 0 0,0 0 1 0 0,0 0-1 0 0,0 1 1 0 0,0-1-1 0 0,0 1 1 0 0,0-1 0 0 0,0 1-1 0 0,0 0 1 0 0,0 0-1 0 0,-3 1 1 0 0,0 0-22 0 0,0 0 0 0 0,1 1 0 0 0,-1 0 0 0 0,0 0 0 0 0,1 1 0 0 0,-1-1 0 0 0,1 1 0 0 0,0 0 0 0 0,-6 5-1 0 0,-4 4-14 0 0,1 1-1 0 0,0 0 0 0 0,1 1 0 0 0,0 0 1 0 0,-11 19-1 0 0,12-18 5 0 0,2 1 1 0 0,0 1 0 0 0,0 0-1 0 0,-8 22 1 0 0,16-32-6 0 0,0 1 0 0 0,0 0 0 0 0,1-1 0 0 0,0 1 0 0 0,0 0 0 0 0,0 0 0 0 0,1-1 0 0 0,1 1 0 0 0,-1 0 1 0 0,1 0-1 0 0,0 0 0 0 0,1-1 0 0 0,3 10 0 0 0,-5-15-4 0 0,1 0 0 0 0,0 0-1 0 0,0 0 1 0 0,0 0 0 0 0,0-1 0 0 0,0 1 0 0 0,0 0 0 0 0,0-1 0 0 0,1 1-1 0 0,-1 0 1 0 0,0-1 0 0 0,1 0 0 0 0,0 1 0 0 0,-1-1 0 0 0,1 0 0 0 0,0 0-1 0 0,-1 0 1 0 0,1 0 0 0 0,0 0 0 0 0,0 0 0 0 0,0 0 0 0 0,0-1 0 0 0,0 1-1 0 0,0-1 1 0 0,0 1 0 0 0,0-1 0 0 0,0 0 0 0 0,0 0 0 0 0,0 0 0 0 0,0 0-1 0 0,0 0 1 0 0,0 0 0 0 0,4-1 0 0 0,1-1-11 0 0,1 1 0 0 0,-1-1 0 0 0,0-1 0 0 0,0 1 0 0 0,1-1 0 0 0,7-6 0 0 0,-6 5 6 0 0,-1-2-1 0 0,0 1 1 0 0,0-1-1 0 0,-1 0 1 0 0,0-1 0 0 0,0 0-1 0 0,-1 0 1 0 0,1 0-1 0 0,-2-1 1 0 0,1 0-1 0 0,7-14 1 0 0,-12 19 51 0 0,1 0 0 0 0,0-1-1 0 0,0 1 1 0 0,0 0 0 0 0,1 0 0 0 0,-1 0 0 0 0,1 1-1 0 0,4-5 1 0 0,-6 6-49 0 0,19 15-9 0 0,-5 6-10 0 0,1 0 0 0 0,2-2 0 0 0,0 0 0 0 0,0 0-1 0 0,40 26 1 0 0,1-11-3259 0 0,5-10-4729 0 0,-52-22 4672 0 0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7:07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689 1 72 0 0,'18'4'2058'0'0,"-4"0"-1591"0"0,-1 1 0 0 0,0 1 0 0 0,0 0 0 0 0,-1 0 0 0 0,0 1 0 0 0,0 1-1 0 0,-1 0 1 0 0,1 1 0 0 0,-2 0 0 0 0,1 1 0 0 0,14 18 0 0 0,-5-5 127 0 0,-2 1 0 0 0,-1 1 0 0 0,-1 1 1 0 0,19 43-1 0 0,-23-41-357 0 0,-1 1 0 0 0,-2 0 0 0 0,0 1 0 0 0,-3 0 0 0 0,0 1 0 0 0,-2-1 1 0 0,-1 1-1 0 0,-2 0 0 0 0,0 0 0 0 0,-3-1 0 0 0,0 1 0 0 0,-2 0 0 0 0,-1-1 1 0 0,-11 36-1 0 0,3-25-58 0 0,-2-1 0 0 0,-1 0-1 0 0,-2-1 1 0 0,-2-1 0 0 0,-1 0 0 0 0,-2-2 0 0 0,-2-1 0 0 0,-1-1 0 0 0,-52 53-1 0 0,13-24 183 0 0,-3-2 0 0 0,-100 67-1 0 0,123-98-834 0 0,-1-2-1 0 0,-1-3 1 0 0,-1-1 0 0 0,-1-3 0 0 0,-68 20-1 0 0,105-37-1453 0 0,-1-2-1 0 0,0 1 1 0 0,-26 0-1 0 0,20-5-1770 0 0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7:09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98 120 0 0,'-21'-6'2784'0'0,"7"1"6435"0"0,18 2-8830 0 0,2-2-277 0 0,1 1-1 0 0,0-1 0 0 0,0 1 0 0 0,0 1 0 0 0,1-1 0 0 0,-1 1 0 0 0,1 1 0 0 0,12-4 0 0 0,75-10 337 0 0,-31 5-201 0 0,-21 3-303 0 0,1 2 0 0 0,-1 2 0 0 0,61 1 0 0 0,-62 6-1712 0 0,74 13-1 0 0,-90-11 448 0 0,-15-4-3636 0 0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7:10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14 488 0 0,'-11'-13'9642'0'0,"27"250"-7379"0"0,6-77-4213 0 0,-20-151 754 0 0,-1 1 0 0 0,1-1 0 0 0,1 0 1 0 0,7 18-1 0 0,-3-15-1316 0 0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7:10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322 95 100 0 0,'-9'-12'971'0'0,"-1"0"-1"0"0,-1 1 1 0 0,-14-13-1 0 0,20 19-575 0 0,0 1-1 0 0,0 1 0 0 0,0-1 1 0 0,-1 1-1 0 0,1 0 0 0 0,-1 0 1 0 0,0 0-1 0 0,0 1 0 0 0,0 0 1 0 0,-10-2-1 0 0,12 4-268 0 0,1 0-1 0 0,-1 1 1 0 0,1-1 0 0 0,-1 1-1 0 0,1 0 1 0 0,0 0-1 0 0,-1 0 1 0 0,1 0 0 0 0,0 1-1 0 0,0-1 1 0 0,0 1 0 0 0,0 0-1 0 0,0 0 1 0 0,0 0 0 0 0,1 0-1 0 0,-1 0 1 0 0,0 1-1 0 0,1-1 1 0 0,0 1 0 0 0,0-1-1 0 0,-3 5 1 0 0,-5 6 179 0 0,1 1 0 0 0,1 0 0 0 0,-8 17 0 0 0,4-5 50 0 0,2 0 0 0 0,1 1 1 0 0,2 0-1 0 0,0 1 0 0 0,2 0 0 0 0,0 0 1 0 0,2 0-1 0 0,1 30 0 0 0,5 28 663 0 0,17 111-1 0 0,2 14-8 0 0,-20-169-879 0 0,1-8-22 0 0,-3 55-1 0 0,-1-80-435 0 0,0-1 0 0 0,0 1 0 0 0,0-1 0 0 0,-1 1 0 0 0,-1-1 0 0 0,0 0 0 0 0,0 0 0 0 0,0 0 0 0 0,-1 0 0 0 0,0 0 0 0 0,-7 9 0 0 0,9-15-101 0 0,1-1 0 0 0,0 1 0 0 0,-1-1-1 0 0,1 0 1 0 0,-1 0 0 0 0,0 0 0 0 0,1 1 0 0 0,-1-1-1 0 0,0-1 1 0 0,0 1 0 0 0,1 0 0 0 0,-1 0 0 0 0,0-1 0 0 0,0 1-1 0 0,0-1 1 0 0,0 0 0 0 0,0 1 0 0 0,0-1 0 0 0,-3 0 0 0 0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7:10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3 266 792 0 0,'-3'-13'4631'0'0,"7"6"-4367"0"0,0 1 0 0 0,0 0 0 0 0,0 0 0 0 0,1 0 0 0 0,0 0 0 0 0,0 1 0 0 0,0 0 0 0 0,1 0-1 0 0,0 0 1 0 0,0 1 0 0 0,0 0 0 0 0,1 0 0 0 0,-1 0 0 0 0,10-3 0 0 0,19-8 325 0 0,49-16 0 0 0,-81 30-560 0 0,289-78-994 0 0,-156 44-4298 0 0,-90 24 2810 0 0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7:11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56 980 0 0,'-26'-53'5144'0'0,"25"51"-3961"0"0,-1 3-1103 0 0,0 0 0 0 0,0 1 0 0 0,0-1 0 0 0,0 0 0 0 0,0 1 0 0 0,0 0 0 0 0,1-1 0 0 0,-1 1 0 0 0,1 0 0 0 0,-1 0 0 0 0,1 0 0 0 0,-1 0 0 0 0,1 0 0 0 0,0 0 0 0 0,0 0-1 0 0,0 1 1 0 0,-1 3 0 0 0,0-1 78 0 0,-30 70 659 0 0,4 0 0 0 0,-24 99 0 0 0,-15 163 353 0 0,51-225-645 0 0,-1 143-1 0 0,16-187-306 0 0,4 0 1 0 0,3 0-1 0 0,21 95 1 0 0,-21-134-256 0 0,2 0-1 0 0,1-1 1 0 0,1 0 0 0 0,26 49 0 0 0,-31-69-222 0 0,0 0 1 0 0,0 0-1 0 0,1 0 1 0 0,1-1-1 0 0,-1 0 1 0 0,1 0 0 0 0,0-1-1 0 0,11 8 1 0 0,-13-11-207 0 0,0 0 1 0 0,0 0 0 0 0,1 0-1 0 0,-1-1 1 0 0,0 0-1 0 0,1-1 1 0 0,0 1 0 0 0,-1-1-1 0 0,1 0 1 0 0,0 0-1 0 0,0-1 1 0 0,0 1 0 0 0,-1-1-1 0 0,13-2 1 0 0,8-1-2334 0 0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7:11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91 217 788 0 0,'0'0'174'0'0,"0"-1"-1"0"0,0 1 1 0 0,0-1 0 0 0,0 0 0 0 0,-1 1-1 0 0,1-1 1 0 0,0 1 0 0 0,0-1-1 0 0,0 1 1 0 0,-1-1 0 0 0,1 1 0 0 0,0-1-1 0 0,0 1 1 0 0,-1-1 0 0 0,1 1-1 0 0,0-1 1 0 0,-1 1 0 0 0,1-1-1 0 0,-1 1 1 0 0,1-1 0 0 0,-1 1 0 0 0,1 0-1 0 0,-1-1 1 0 0,1 1 0 0 0,-1 0-1 0 0,1 0 1 0 0,-1-1 0 0 0,1 1 0 0 0,-1 0-1 0 0,1 0 1 0 0,-1 0 0 0 0,1 0-1 0 0,-1-1 1 0 0,0 1 0 0 0,1 0-1 0 0,-1 0 1 0 0,0 0 0 0 0,-10 24 2084 0 0,-1 60-2269 0 0,10-67 769 0 0,-2 41-120 0 0,3-1 0 0 0,6 70 0 0 0,1 9 602 0 0,-6-134-1075 0 0,-1 6 98 0 0,1-9-249 0 0,0 1-1 0 0,0 0 0 0 0,0 0 0 0 0,0 0 1 0 0,0 0-1 0 0,0 0 0 0 0,0 0 0 0 0,0 0 0 0 0,0-1 1 0 0,0 1-1 0 0,-1 0 0 0 0,1 0 0 0 0,0 0 0 0 0,0 0 1 0 0,0 0-1 0 0,0 0 0 0 0,0 0 0 0 0,0 0 0 0 0,0 0 1 0 0,0-1-1 0 0,0 1 0 0 0,0 0 0 0 0,0 0 1 0 0,-1 0-1 0 0,1 0 0 0 0,0 0 0 0 0,0 0 0 0 0,0 0 1 0 0,0 0-1 0 0,0 0 0 0 0,0 0 0 0 0,0 0 0 0 0,-1 0 1 0 0,1 0-1 0 0,0 0 0 0 0,0 0 0 0 0,0 0 1 0 0,0 0-1 0 0,0 0 0 0 0,0 0 0 0 0,0 0 0 0 0,-1 0 1 0 0,1 0-1 0 0,0 0 0 0 0,0 0 0 0 0,0 0 0 0 0,0 0 1 0 0,-10-36 17 0 0,2-1 0 0 0,1 0-1 0 0,-4-74 1 0 0,11-124-292 0 0,0 217 251 0 0,0 1 3 0 0,1 0 0 0 0,1 1 0 0 0,0 0 0 0 0,1-1 0 0 0,1 1 0 0 0,1 0 0 0 0,0 1 0 0 0,8-18 0 0 0,-10 28 2 0 0,-1 0 0 0 0,1 0 0 0 0,0 1 0 0 0,0-1 0 0 0,1 1 0 0 0,0-1 0 0 0,-1 1 0 0 0,2 0-1 0 0,-1 1 1 0 0,0-1 0 0 0,1 1 0 0 0,-1 0 0 0 0,1 0 0 0 0,0 0 0 0 0,0 0 0 0 0,0 1 0 0 0,0 0 0 0 0,1 0 0 0 0,-1 1 0 0 0,1-1 0 0 0,-1 1-1 0 0,1 0 1 0 0,-1 0 0 0 0,1 1 0 0 0,-1 0 0 0 0,1 0 0 0 0,9 1 0 0 0,0 2-6 0 0,-1 1 0 0 0,1 0 0 0 0,-1 0 0 0 0,0 2 0 0 0,0-1 1 0 0,0 2-1 0 0,-1 0 0 0 0,0 1 0 0 0,0 0 0 0 0,-1 1 0 0 0,0 0 0 0 0,-1 1 0 0 0,15 16 0 0 0,7 9-4 0 0,-2 1 1 0 0,49 78-1 0 0,-71-99 16 0 0,0-1-1 0 0,-1 1 1 0 0,-1 1 0 0 0,-1-1 0 0 0,0 1 0 0 0,-1 1 0 0 0,-1-1 0 0 0,0 1 0 0 0,-1-1 0 0 0,-1 1 0 0 0,0 0 0 0 0,-2 0 0 0 0,-1 27 0 0 0,-1-29 15 0 0,-1 0 0 0 0,0-1 0 0 0,-1 1 0 0 0,-1-1 0 0 0,0 0 0 0 0,0-1 0 0 0,-2 1 0 0 0,0-1 0 0 0,0 0 0 0 0,-1-1 0 0 0,-1 0 0 0 0,0 0 0 0 0,0 0 1 0 0,-1-2-1 0 0,-20 18 0 0 0,13-15 100 0 0,0 0 1 0 0,-1-2-1 0 0,0 0 0 0 0,-1 0 1 0 0,0-2-1 0 0,-1 0 1 0 0,0-2-1 0 0,0 0 1 0 0,-1-1-1 0 0,0-1 0 0 0,0-1 1 0 0,0-1-1 0 0,0-1 1 0 0,-1-1-1 0 0,1 0 1 0 0,0-2-1 0 0,-1 0 0 0 0,-35-8 1 0 0,54 9-192 0 0,1-1-1 0 0,-1 1 1 0 0,0-1 0 0 0,1 0-1 0 0,-1 0 1 0 0,0 0 0 0 0,1 0-1 0 0,-1 0 1 0 0,1-1 0 0 0,0 1-1 0 0,-1-1 1 0 0,1 1 0 0 0,0-1 0 0 0,0 0-1 0 0,0 0 1 0 0,0 0 0 0 0,0 0-1 0 0,1 0 1 0 0,-1-1 0 0 0,1 1-1 0 0,-1 0 1 0 0,1-1 0 0 0,0 1-1 0 0,0-1 1 0 0,0 1 0 0 0,0-1 0 0 0,0 0-1 0 0,0 0 1 0 0,1 1 0 0 0,-1-5-1 0 0,2 1-463 0 0,-1 1-1 0 0,1 0 0 0 0,0 0 1 0 0,1 0-1 0 0,-1 0 0 0 0,1 0 0 0 0,0 0 1 0 0,0 0-1 0 0,1 0 0 0 0,-1 1 1 0 0,1-1-1 0 0,0 1 0 0 0,0 0 1 0 0,1 0-1 0 0,4-5 0 0 0,11-9-2593 0 0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7:12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0 809 664 0 0,'0'0'1133'0'0,"17"4"5476"0"0,-10-3-6225 0 0,31-11 467 0 0,0-1 0 0 0,-1-2 0 0 0,51-27 0 0 0,-75 35-555 0 0,0-2-1 0 0,-1 0 1 0 0,0 0-1 0 0,0-1 0 0 0,-1 0 1 0 0,17-17-1 0 0,-27 25-265 0 0,-1-1-1 0 0,1 0 1 0 0,0 0-1 0 0,-1 1 1 0 0,0-1 0 0 0,1 0-1 0 0,-1 0 1 0 0,1 0-1 0 0,-1 1 1 0 0,0-1 0 0 0,0 0-1 0 0,1 0 1 0 0,-1 0 0 0 0,0 0-1 0 0,0 0 1 0 0,0 0-1 0 0,0 0 1 0 0,0 0 0 0 0,0 1-1 0 0,0-1 1 0 0,0 0-1 0 0,0 0 1 0 0,-1 0 0 0 0,1 0-1 0 0,0 0 1 0 0,-1 0-1 0 0,1 1 1 0 0,0-1 0 0 0,-1 0-1 0 0,1 0 1 0 0,-1 0 0 0 0,1 1-1 0 0,-1-1 1 0 0,0 0-1 0 0,1 1 1 0 0,-1-1 0 0 0,0 0-1 0 0,1 1 1 0 0,-1-1-1 0 0,0 1 1 0 0,0-1 0 0 0,1 1-1 0 0,-1 0 1 0 0,0-1-1 0 0,0 1 1 0 0,0 0 0 0 0,-1-1-1 0 0,-1 0 9 0 0,0-1-1 0 0,0 1 0 0 0,0 0 1 0 0,-1 0-1 0 0,1 1 0 0 0,0-1 1 0 0,0 1-1 0 0,0-1 0 0 0,-1 1 1 0 0,1 0-1 0 0,0 0 0 0 0,-5 1 1 0 0,3 1-12 0 0,-1 0 0 0 0,1 1-1 0 0,-1-1 1 0 0,1 1 0 0 0,0 0 0 0 0,0 1 0 0 0,0-1 0 0 0,0 1 0 0 0,0 0 0 0 0,1 0-1 0 0,0 1 1 0 0,0-1 0 0 0,0 1 0 0 0,0 0 0 0 0,1 0 0 0 0,-3 6 0 0 0,4-7-19 0 0,0 1 1 0 0,0-1 0 0 0,1 1 0 0 0,0 0 0 0 0,0-1-1 0 0,0 1 1 0 0,1 0 0 0 0,-1 0 0 0 0,1 0-1 0 0,0 0 1 0 0,1-1 0 0 0,-1 1 0 0 0,1 0-1 0 0,0 0 1 0 0,0 0 0 0 0,0-1 0 0 0,1 1-1 0 0,-1-1 1 0 0,1 1 0 0 0,1-1 0 0 0,2 6 0 0 0,-2-4-47 0 0,1-1 1 0 0,0 1 0 0 0,0-1 0 0 0,0 1-1 0 0,1-1 1 0 0,-1-1 0 0 0,1 1 0 0 0,0 0-1 0 0,1-1 1 0 0,-1 0 0 0 0,1-1 0 0 0,0 1 0 0 0,0-1-1 0 0,0 0 1 0 0,0 0 0 0 0,9 2 0 0 0,-5-3-5 0 0,-1-1 0 0 0,0 0 0 0 0,1 0 0 0 0,-1-1 0 0 0,1 0-1 0 0,-1 0 1 0 0,1-1 0 0 0,-1-1 0 0 0,1 1 0 0 0,13-6 0 0 0,1-2-30 0 0,0 0-1 0 0,0-2 0 0 0,-1-1 0 0 0,0-1 0 0 0,-1-1 1 0 0,-1-1-1 0 0,30-27 0 0 0,-35 27 31 0 0,0-2 1 0 0,-2 0-1 0 0,0-1 1 0 0,0 0-1 0 0,-2-1 1 0 0,-1-1-1 0 0,0 0 0 0 0,-1 0 1 0 0,-1-1-1 0 0,-1 0 1 0 0,-1-1-1 0 0,8-44 0 0 0,-8 22 287 0 0,-2-1-1 0 0,-2 0 0 0 0,-3 0 1 0 0,-1 0-1 0 0,-11-71 0 0 0,-13 9 2924 0 0,24 105-2884 0 0,0-1 29 0 0,2 3-299 0 0,-1 0 1 0 0,0 0-1 0 0,0 0 0 0 0,0 0 0 0 0,0-1 0 0 0,0 1 1 0 0,0 0-1 0 0,0 0 0 0 0,0 0 0 0 0,0-1 0 0 0,0 1 1 0 0,0 0-1 0 0,0 0 0 0 0,0 0 0 0 0,0 0 0 0 0,0-1 1 0 0,0 1-1 0 0,0 0 0 0 0,0 0 0 0 0,0 0 0 0 0,0-1 1 0 0,0 1-1 0 0,0 0 0 0 0,0 0 0 0 0,0 0 1 0 0,0 0-1 0 0,0-1 0 0 0,0 1 0 0 0,0 0 0 0 0,-1 0 1 0 0,1 0-1 0 0,0 0 0 0 0,0-1 0 0 0,0 1 0 0 0,0 0 1 0 0,0 0-1 0 0,-1 0 0 0 0,1 0 0 0 0,0 0 0 0 0,0 0 1 0 0,0 0-1 0 0,0 0 0 0 0,-1-1 0 0 0,1 1 0 0 0,0 0 1 0 0,0 0-1 0 0,0 0 0 0 0,0 0 0 0 0,-1 0 1 0 0,1 0-1 0 0,0 0 0 0 0,0 0 0 0 0,0 0 0 0 0,-1 0 1 0 0,1 0-1 0 0,0 0 0 0 0,0 0 0 0 0,0 0 0 0 0,-1 1 1 0 0,1-1-1 0 0,-9 25 90 0 0,1 1 1 0 0,2 1-1 0 0,0-1 0 0 0,-1 34 1 0 0,-3 119 354 0 0,6-61-148 0 0,3-56-67 0 0,12 100 0 0 0,-1 9 41 0 0,-4-113-474 0 0,-6-57 33 0 0,2 11 82 0 0,0-7-2478 0 0,4-56-13927 0 0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7:12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18 764 0 0,'35'-6'9113'0'0,"25"1"-5529"0"0,29 1-4527 0 0,37 2-6309 0 0,-102 2 4290 0 0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7:13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95 844 0 0,'-14'6'18076'0'0,"79"0"-17739"0"0,82-2 0 0 0,-68-4-221 0 0,360-12 449 0 0,-438 12-562 0 0,-1 0-1 0 0,1 0 0 0 0,-1 0 1 0 0,1 1-1 0 0,0-1 1 0 0,-1 0-1 0 0,1 0 1 0 0,-1 0-1 0 0,1 0 0 0 0,-1 0 1 0 0,1-1-1 0 0,0 1 1 0 0,-1 0-1 0 0,1 0 1 0 0,-1 0-1 0 0,1 0 0 0 0,-1-1 1 0 0,1 1-1 0 0,-1 0 1 0 0,1 0-1 0 0,-1-1 1 0 0,1 1-1 0 0,-1 0 0 0 0,1-1 1 0 0,-1 1-1 0 0,0 0 1 0 0,1-1-1 0 0,-1 1 1 0 0,1-1-1 0 0,-1 1 0 0 0,0-1 1 0 0,0 1-1 0 0,1-1 1 0 0,-1 1-1 0 0,0-1 1 0 0,0 1-1 0 0,1-1 0 0 0,-1 1 1 0 0,0-1-1 0 0,0-1 1 0 0,-19-18-16 0 0,-41-14-42 0 0,56 33 43 0 0,-7-3-23 0 0,0-1-1 0 0,0 0 1 0 0,-16-10 0 0 0,26 14 9 0 0,-12 0-182 0 0,2 68 210 0 0,9-47 38 0 0,-1 1 1 0 0,-7 24-1 0 0,6-32-243 0 0,-1-1 0 0 0,-1 0-1 0 0,0 0 1 0 0,-1 0 0 0 0,0-1 0 0 0,0 0 0 0 0,-1 0-1 0 0,-16 15 1 0 0,-12 6-3359 0 0,-4-7-3647 0 0,22-16 3022 0 0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7:15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60 324 0 0,'7'-42'4990'0'0,"-5"37"-4443"0"0,6-8 4183 0 0,-7 22-1208 0 0,0 8-4294 0 0,0 12 1275 0 0,22 235 2470 0 0,-10-198-2459 0 0,1 3-87 0 0,14 54 207 0 0,-18-77-2378 0 0,-10-45 1243 0 0,-4 2-1712 0 0,-1 0 1506 0 0,-24-17-10072 0 0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7:15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0 533 340 0 0,'0'0'702'0'0,"7"0"-66"0"0,49-2 943 0 0,88-14-1 0 0,-86 6-1133 0 0,-1-3 0 0 0,0-2 0 0 0,73-30 0 0 0,-118 40-368 0 0,-1 0 0 0 0,1-1 0 0 0,-1-1 0 0 0,0 0 0 0 0,0 0 1 0 0,-1-1-1 0 0,15-14 0 0 0,-20 16-2 0 0,0 0 0 0 0,-1 0 0 0 0,0 0 0 0 0,0 0 0 0 0,0-1 0 0 0,-1 1 0 0 0,1-1 0 0 0,-2 0-1 0 0,1 0 1 0 0,-1 0 0 0 0,0 0 0 0 0,0-1 0 0 0,-1 1 0 0 0,1-10 0 0 0,-2-2 292 0 0,-1 0 0 0 0,0 0-1 0 0,-2 0 1 0 0,0 0 0 0 0,-1 1 0 0 0,0-1-1 0 0,-2 1 1 0 0,0 0 0 0 0,-1 0 0 0 0,-1 1-1 0 0,-16-27 1 0 0,23 43-198 0 0,1 0-158 0 0,0 1-1 0 0,0 0 1 0 0,0 0 0 0 0,0 0 0 0 0,0 0 0 0 0,0-1-1 0 0,0 1 1 0 0,0 0 0 0 0,0 0 0 0 0,0 0 0 0 0,0-1-1 0 0,0 1 1 0 0,0 0 0 0 0,0 0 0 0 0,0 0 0 0 0,0 0-1 0 0,0-1 1 0 0,0 1 0 0 0,-1 0 0 0 0,1 0 0 0 0,0 0-1 0 0,0 0 1 0 0,0-1 0 0 0,0 1 0 0 0,0 0-1 0 0,0 0 1 0 0,-1 0 0 0 0,1 0 0 0 0,0 0 0 0 0,0 0-1 0 0,0-1 1 0 0,0 1 0 0 0,-1 0 0 0 0,1 0 0 0 0,0 0-1 0 0,0 0 1 0 0,0 0 0 0 0,0 0 0 0 0,-1 0 0 0 0,1 0-1 0 0,0 0 1 0 0,0 0 0 0 0,0 0 0 0 0,-1 0 0 0 0,1 0-1 0 0,0 0 1 0 0,0 0 0 0 0,0 0 0 0 0,0 0 0 0 0,-1 0-1 0 0,1 0 1 0 0,0 0 0 0 0,0 0 0 0 0,0 0-1 0 0,-1 0 1 0 0,1 1 0 0 0,0-1 0 0 0,0 0 0 0 0,0 0-1 0 0,0 0 1 0 0,0 0 0 0 0,-1 0 0 0 0,1 0 0 0 0,0 1-1 0 0,0-1 1 0 0,0 0 0 0 0,0 0 0 0 0,0 1 0 0 0,-9 26 150 0 0,2 0 1 0 0,1 1 0 0 0,1 0 0 0 0,1 0 0 0 0,1 49 0 0 0,-1-17 45 0 0,3-4 116 0 0,6 64 0 0 0,1 2 85 0 0,0-68-87 0 0,-6-53 1043 0 0,2-6-1338 0 0,4-14-11 0 0,-5 14 6 0 0,16-30 48 0 0,-16 34-76 0 0,11-15-175 0 0,0 16 162 0 0,-1 0 1 0 0,0 1 0 0 0,1 1-1 0 0,-1 0 1 0 0,0 0 0 0 0,0 1 0 0 0,0 1-1 0 0,16 7 1 0 0,-11-4 10 0 0,0-2-1 0 0,1 0 1 0 0,18 3-1 0 0,-34-8 10 0 0,22 3-4 0 0,0 0 0 0 0,1-2 0 0 0,23-2 0 0 0,-41 1 9 0 0,1-1 0 0 0,-1 0-1 0 0,0 0 1 0 0,0-1 0 0 0,0 1-1 0 0,0-1 1 0 0,-1-1 0 0 0,1 1 0 0 0,0-1-1 0 0,-1 0 1 0 0,0 0 0 0 0,0-1-1 0 0,0 1 1 0 0,0-1 0 0 0,0 0 0 0 0,5-6-1 0 0,-8 4 97 0 0,0 0-1 0 0,0 0 1 0 0,0 0-1 0 0,-1 0 1 0 0,1 0-1 0 0,-2 0 0 0 0,1 0 1 0 0,-1-10-1 0 0,0 14 252 0 0,0-1-220 0 0,-2-4-120 0 0,1 8 227 0 0,0 3-355 0 0,1 0 0 0 0,0 0 0 0 0,-1-1 0 0 0,1 1 0 0 0,1 0-1 0 0,-1-1 1 0 0,0 1 0 0 0,1 0 0 0 0,0-1 0 0 0,0 1 0 0 0,0 0 0 0 0,0-1 0 0 0,1 0 0 0 0,-1 1 0 0 0,1-1-1 0 0,0 0 1 0 0,0 0 0 0 0,0 0 0 0 0,0 0 0 0 0,1 0 0 0 0,-1 0 0 0 0,1 0 0 0 0,0-1 0 0 0,0 0 0 0 0,0 1-1 0 0,0-1 1 0 0,0 0 0 0 0,4 2 0 0 0,1 0-829 0 0,1 0 0 0 0,0-1 0 0 0,1 0 0 0 0,13 3 0 0 0,1-2-4143 0 0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7:16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1100 0 0,'0'0'4083'0'0,"6"3"-3507"0"0,10 4-310 0 0,0 1 1 0 0,0 0 0 0 0,-1 1 0 0 0,0 1 0 0 0,0 1 0 0 0,-1 0 0 0 0,-1 1 0 0 0,15 16-1 0 0,96 119 974 0 0,-117-137-1162 0 0,27 34 169 0 0,-2 2 0 0 0,-2 2 0 0 0,-3 1 0 0 0,-1 1 0 0 0,-2 1 0 0 0,-3 1 0 0 0,-2 1-1 0 0,-3 0 1 0 0,-2 2 0 0 0,-2-1 0 0 0,-2 2 0 0 0,-3-1 0 0 0,-3 1 0 0 0,-4 103 0 0 0,-3-134-144 0 0,0 0 1 0 0,-2-1-1 0 0,-1 1 0 0 0,-1-1 1 0 0,-1-1-1 0 0,-1 1 0 0 0,-1-1 1 0 0,-1-1-1 0 0,-1 0 0 0 0,-1 0 1 0 0,0-1-1 0 0,-30 33 0 0 0,22-31 229 0 0,-2 0-1 0 0,-1-2 1 0 0,0 0-1 0 0,-2-2 1 0 0,0-1-1 0 0,-1-1 1 0 0,-1-1-1 0 0,0-1 1 0 0,-44 15-1 0 0,-6-5 604 0 0,75-25-1178 0 0,5-6-3718 0 0,16-33 1650 0 0,6 12-3822 0 0,-6 10 2686 0 0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7:16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32 588 0 0,'0'0'8612'0'0,"6"-1"-8090"0"0,36-9 892 0 0,83-6-1 0 0,-10 11-3338 0 0,-103 11-125 0 0,-10 4-4400 0 0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7:17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8 440 0 0,'-1'1'194'0'0,"-10"21"5619"0"0,11-21-5739 0 0,1 0-1 0 0,-1-1 0 0 0,1 1 1 0 0,-1 0-1 0 0,0 0 1 0 0,1-1-1 0 0,-1 1 0 0 0,1-1 1 0 0,0 1-1 0 0,-1 0 0 0 0,1-1 1 0 0,-1 1-1 0 0,1-1 1 0 0,0 1-1 0 0,0-1 0 0 0,-1 0 1 0 0,1 1-1 0 0,0-1 0 0 0,0 0 1 0 0,-1 1-1 0 0,1-1 1 0 0,0 0-1 0 0,0 0 0 0 0,0 0 1 0 0,-1 1-1 0 0,1-1 0 0 0,0 0 1 0 0,0 0-1 0 0,0 0 1 0 0,0-1-1 0 0,-1 1 0 0 0,1 0 1 0 0,0 0-1 0 0,1-1 0 0 0,29 0-8 0 0,-1-1-1 0 0,32-7 0 0 0,21-13-5418 0 0,-64 14 3184 0 0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7:17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4 668 0 0,'-6'-4'11404'0'0,"-2"60"-9597"0"0,2 0 0 0 0,2 0 0 0 0,7 93-1 0 0,0-35-880 0 0,0-79-1955 0 0,0-21-2123 0 0,-2 1-6455 0 0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7:17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64 1452 0 0,'0'0'1388'0'0,"6"-26"7840"0"0,-3 16-8367 0 0,11-5-2214 0 0,0 6-4909 0 0,-3 6 3272 0 0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7:18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7 1052 0 0,'0'0'1164'0'0,"-14"-7"6818"0"0,8 17-7671 0 0,0 0-1 0 0,1 1 0 0 0,0-1 1 0 0,1 1-1 0 0,0 0 1 0 0,0 0-1 0 0,1 0 1 0 0,1 0-1 0 0,0 1 0 0 0,1-1 1 0 0,0 1-1 0 0,0 0 1 0 0,2 16-1 0 0,-1-25-275 0 0,0-1-1 0 0,0 0 1 0 0,0 0 0 0 0,0 0-1 0 0,0 0 1 0 0,1 0 0 0 0,-1 1-1 0 0,1-1 1 0 0,-1 0 0 0 0,1 0-1 0 0,0 0 1 0 0,0 0-1 0 0,0 0 1 0 0,0-1 0 0 0,0 1-1 0 0,0 0 1 0 0,1 0 0 0 0,-1-1-1 0 0,0 1 1 0 0,1-1 0 0 0,0 1-1 0 0,-1-1 1 0 0,1 1 0 0 0,0-1-1 0 0,-1 0 1 0 0,1 0 0 0 0,0 0-1 0 0,0 0 1 0 0,0 0 0 0 0,0 0-1 0 0,0-1 1 0 0,0 1 0 0 0,0-1-1 0 0,1 1 1 0 0,-1-1-1 0 0,0 0 1 0 0,0 0 0 0 0,0 0-1 0 0,0 0 1 0 0,0 0 0 0 0,1 0-1 0 0,-1-1 1 0 0,0 1 0 0 0,0-1-1 0 0,3 0 1 0 0,6-3 156 0 0,0 1 1 0 0,-1-2-1 0 0,1 1 1 0 0,-1-2-1 0 0,0 1 1 0 0,18-14-1 0 0,-24 16-151 0 0,-1 0-1 0 0,0 0 1 0 0,0 0 0 0 0,0 0-1 0 0,0 0 1 0 0,0-1-1 0 0,-1 1 1 0 0,0-1-1 0 0,0 0 1 0 0,0 0 0 0 0,0 0-1 0 0,0 0 1 0 0,-1 0-1 0 0,0 0 1 0 0,0 0-1 0 0,1-5 1 0 0,-2 6-76 0 0,0 1-1 0 0,0 0 1 0 0,0-1 0 0 0,0 1-1 0 0,0-1 1 0 0,-1 1-1 0 0,1 0 1 0 0,-1-1 0 0 0,0 1-1 0 0,1 0 1 0 0,-1-1 0 0 0,0 1-1 0 0,-1 0 1 0 0,1 0 0 0 0,0 0-1 0 0,0 0 1 0 0,-1 0 0 0 0,0 0-1 0 0,1 0 1 0 0,-1 1-1 0 0,0-1 1 0 0,0 0 0 0 0,0 1-1 0 0,0 0 1 0 0,0-1 0 0 0,0 1-1 0 0,0 0 1 0 0,0 0 0 0 0,-5-1-1 0 0,-20-6-1056 0 0,0 1 0 0 0,-1 1 0 0 0,0 2 0 0 0,0 1 0 0 0,-46 0-1 0 0,15 1-2358 0 0,-18-4-513 0 0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7:27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71 168 0 0,'-9'-17'2734'0'0,"7"12"-2210"0"0,-1 1 0 0 0,0 0 0 0 0,0-1 0 0 0,-1 1 0 0 0,1 0-1 0 0,-1 1 1 0 0,1-1 0 0 0,-1 1 0 0 0,-1-1 0 0 0,1 1 0 0 0,-7-4-1 0 0,9 7-456 0 0,0-1 0 0 0,0 0 0 0 0,-1 1 0 0 0,1-1 0 0 0,0 1-1 0 0,0-1 1 0 0,0 1 0 0 0,-1 0 0 0 0,1 0 0 0 0,0 0 0 0 0,0 0-1 0 0,0 1 1 0 0,-1-1 0 0 0,1 1 0 0 0,0-1 0 0 0,0 1 0 0 0,0 0-1 0 0,0-1 1 0 0,0 1 0 0 0,0 0 0 0 0,0 1 0 0 0,0-1 0 0 0,0 0-1 0 0,1 0 1 0 0,-1 1 0 0 0,0-1 0 0 0,1 1 0 0 0,-1-1 0 0 0,1 1-1 0 0,-1 0 1 0 0,0 2 0 0 0,-9 11 13 0 0,1 2 0 0 0,0-1 0 0 0,1 1 0 0 0,1 1 0 0 0,1-1 0 0 0,0 1 0 0 0,1 0 0 0 0,1 1 0 0 0,1 0 0 0 0,1-1 0 0 0,-2 37 0 0 0,3 4 48 0 0,3-1 0 0 0,13 92 0 0 0,18 29-3 0 0,4 46-125 0 0,-33-195-567 0 0,-2 1 0 0 0,-1 0 0 0 0,-1-1 0 0 0,-1 1 0 0 0,-10 41 0 0 0,10-66-168 0 0,0 1 0 0 0,0-1 0 0 0,0 1 0 0 0,-1-1 0 0 0,0 0 0 0 0,-6 9 0 0 0,-2-3-1658 0 0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7:28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1 300 516 0 0,'0'0'1793'0'0,"3"-3"-1008"0"0,22-20 271 0 0,1 2 0 0 0,2 0 0 0 0,39-22-1 0 0,-15 14-823 0 0,2 3 0 0 0,95-31-1 0 0,24-3-4725 0 0,-133 44 2516 0 0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7:28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36 520 0 0,'-4'-17'2646'0'0,"4"16"-2496"0"0,0 0 0 0 0,0 0 0 0 0,0 0 0 0 0,-1 0-1 0 0,1 0 1 0 0,0 0 0 0 0,-1 1 0 0 0,1-1 0 0 0,-1 0 0 0 0,1 0-1 0 0,-1 0 1 0 0,0 1 0 0 0,1-1 0 0 0,-1 0 0 0 0,0 1 0 0 0,1-1-1 0 0,-1 0 1 0 0,0 1 0 0 0,0-1 0 0 0,1 1 0 0 0,-1-1 0 0 0,0 1-1 0 0,0 0 1 0 0,0-1 0 0 0,0 1 0 0 0,0 0 0 0 0,0 0 0 0 0,1-1-1 0 0,-3 1 1 0 0,-11 35 1113 0 0,14-34-1306 0 0,-23 78 390 0 0,5 1 1 0 0,2 1 0 0 0,4 0-1 0 0,4 1 1 0 0,2 85 0 0 0,8-102-223 0 0,2 0 1 0 0,4 0-1 0 0,2-1 1 0 0,3-1-1 0 0,3 0 1 0 0,44 113-1 0 0,-44-139-116 0 0,3 0 0 0 0,1-1 0 0 0,1-1 1 0 0,37 45-1 0 0,-41-59-234 0 0,2 0 0 0 0,0-2 1 0 0,1 0-1 0 0,1-1 1 0 0,1-1-1 0 0,0-1 0 0 0,34 18 1 0 0,-50-31-224 0 0,1 0 1 0 0,-1-1 0 0 0,1 1 0 0 0,0-2-1 0 0,0 1 1 0 0,0-1 0 0 0,0 0 0 0 0,0 0 0 0 0,1-1-1 0 0,-1 0 1 0 0,0 0 0 0 0,11-2 0 0 0,2-3-1961 0 0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7:29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98 484 0 0,'0'0'2741'0'0,"-3"-6"-2038"0"0,3 6-662 0 0,0 0 1 0 0,0 0 0 0 0,0 0 0 0 0,0 0 0 0 0,0 1-1 0 0,0-1 1 0 0,0 0 0 0 0,0 0 0 0 0,0 0 0 0 0,0 0-1 0 0,0 0 1 0 0,0 0 0 0 0,0 0 0 0 0,0 0 0 0 0,0 1 0 0 0,0-1-1 0 0,0 0 1 0 0,0 0 0 0 0,0 0 0 0 0,0 0 0 0 0,0 0-1 0 0,0 0 1 0 0,0 0 0 0 0,0 0 0 0 0,0 0 0 0 0,0 0-1 0 0,0 0 1 0 0,0 1 0 0 0,-1-1 0 0 0,1 0 0 0 0,0 0 0 0 0,0 0-1 0 0,0 0 1 0 0,0 0 0 0 0,0 0 0 0 0,0 0 0 0 0,0 0-1 0 0,0 0 1 0 0,0 0 0 0 0,-1 0 0 0 0,1 0 0 0 0,0 0-1 0 0,0 0 1 0 0,0 0 0 0 0,0 0 0 0 0,0 0 0 0 0,0 0 0 0 0,19 193 2527 0 0,1-5-1109 0 0,-17-145-692 0 0,-3-41-572 0 0,2 6 44 0 0,-1-6-35 0 0,-2-6 1008 0 0,-12-51-1068 0 0,2-2 0 0 0,-4-72-1 0 0,-1 2-155 0 0,13 108-7 0 0,1-1 1 0 0,1 1 0 0 0,2-38 0 0 0,-1 56 13 0 0,0 0 1 0 0,0 0-1 0 0,0 0 0 0 0,1-1 1 0 0,-1 1-1 0 0,0 0 0 0 0,1 0 1 0 0,-1 0-1 0 0,1 0 1 0 0,-1 0-1 0 0,1 0 0 0 0,-1 0 1 0 0,1 0-1 0 0,0 0 0 0 0,-1 1 1 0 0,1-1-1 0 0,0 0 1 0 0,0 0-1 0 0,0 0 0 0 0,0 1 1 0 0,0-1-1 0 0,0 0 0 0 0,0 1 1 0 0,0-1-1 0 0,0 1 1 0 0,0 0-1 0 0,0-1 0 0 0,0 1 1 0 0,0 0-1 0 0,0-1 0 0 0,0 1 1 0 0,0 0-1 0 0,1 0 1 0 0,-1 0-1 0 0,0 0 0 0 0,0 0 1 0 0,0 0-1 0 0,0 0 0 0 0,0 0 1 0 0,1 1-1 0 0,-1-1 1 0 0,0 0-1 0 0,0 1 0 0 0,0-1 1 0 0,0 1-1 0 0,0-1 0 0 0,0 1 1 0 0,0 0-1 0 0,0-1 1 0 0,1 2-1 0 0,8 4-13 0 0,0 0 0 0 0,-1 1 0 0 0,15 13 0 0 0,16 20-13 0 0,-1 1 1 0 0,35 51 0 0 0,19 21 22 0 0,-77-95 32 0 0,-6-5 20 0 0,1-1 1 0 0,0-1 0 0 0,1 1 0 0 0,0-2-1 0 0,19 13 1 0 0,-30-23 274 0 0,0-1-311 0 0,-1 1-1 0 0,1-1 1 0 0,0 0 0 0 0,0 1-1 0 0,0-1 1 0 0,-1 0-1 0 0,1 0 1 0 0,0 0 0 0 0,-1 0-1 0 0,1 0 1 0 0,-1 0-1 0 0,1 0 1 0 0,-1 0 0 0 0,1 0-1 0 0,-1 0 1 0 0,0 0-1 0 0,0 0 1 0 0,1 0 0 0 0,-1 0-1 0 0,0 0 1 0 0,0-1-1 0 0,4-26 152 0 0,-5-71 328 0 0,-20-157-1 0 0,17 234-215 0 0,1 9-2246 0 0,2 2-6371 0 0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7:29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0 640 0 0,'0'0'4368'0'0,"-1"4"-3817"0"0,1 16-82 0 0,0 0 0 0 0,1-1 1 0 0,1 1-1 0 0,0-1 1 0 0,2 1-1 0 0,11 35 1 0 0,-13-47-397 0 0,1 0 0 0 0,0 1 1 0 0,1-1-1 0 0,0 0 0 0 0,0-1 0 0 0,1 1 1 0 0,0-1-1 0 0,0 0 0 0 0,1 0 0 0 0,0-1 1 0 0,0 1-1 0 0,0-1 0 0 0,1 0 1 0 0,0-1-1 0 0,0 0 0 0 0,0 0 0 0 0,1 0 1 0 0,8 3-1 0 0,-14-7-45 0 0,-1-1 0 0 0,1 1 1 0 0,0 0-1 0 0,0-1 0 0 0,0 1 0 0 0,0-1 0 0 0,0 0 1 0 0,0 0-1 0 0,0 0 0 0 0,1 0 0 0 0,-1 0 0 0 0,0 0 1 0 0,0 0-1 0 0,0-1 0 0 0,0 1 0 0 0,0-1 1 0 0,0 1-1 0 0,0-1 0 0 0,-1 0 0 0 0,1 0 0 0 0,0 0 1 0 0,2-1-1 0 0,-1 0 31 0 0,-1-1 0 0 0,0 1 0 0 0,1-1 0 0 0,-1 0 0 0 0,0 1 0 0 0,-1-1 0 0 0,1 0 0 0 0,0 0 0 0 0,-1 0 0 0 0,1-1 0 0 0,-1 1 0 0 0,1-4 0 0 0,0-3 95 0 0,0 1 1 0 0,0 0-1 0 0,-1-1 1 0 0,-1 1-1 0 0,1 0 0 0 0,-2-1 1 0 0,1 1-1 0 0,-4-16 1 0 0,0 12 22 0 0,0 0 1 0 0,-2 0-1 0 0,0 1 1 0 0,0-1 0 0 0,-1 1-1 0 0,0 1 1 0 0,-1-1-1 0 0,0 1 1 0 0,-18-17 0 0 0,24 26-282 0 0,0 0 1 0 0,0 0-1 0 0,0 0 1 0 0,0 1-1 0 0,0-1 1 0 0,0 0-1 0 0,-1 1 1 0 0,1 0 0 0 0,-1-1-1 0 0,1 1 1 0 0,-1 0-1 0 0,-3-1 1 0 0,4 2-105 0 0,1 0 0 0 0,0 0 0 0 0,0 0-1 0 0,-1 0 1 0 0,1 0 0 0 0,0 0 0 0 0,-1 0 0 0 0,1 1 0 0 0,0-1 0 0 0,0 0 0 0 0,0 1 0 0 0,-1-1 0 0 0,1 1 0 0 0,0 0 0 0 0,0-1 0 0 0,0 1 0 0 0,0 0 0 0 0,-1 0 0 0 0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7:30.1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77 692 0 0,'3'2'355'0'0,"0"1"0"0"0,0 0 0 0 0,-1 0-1 0 0,1 0 1 0 0,-1 0 0 0 0,1 0 0 0 0,-1 1 0 0 0,0-1 0 0 0,0 1-1 0 0,-1 0 1 0 0,3 6 0 0 0,14 25 734 0 0,18 9 222 0 0,-22-27-801 0 0,0 0 1 0 0,28 26-1 0 0,-37-39-410 0 0,0 0-1 0 0,0 0 0 0 0,0-1 0 0 0,1 1 1 0 0,-1-1-1 0 0,1 0 0 0 0,0-1 0 0 0,0 0 1 0 0,0 1-1 0 0,0-2 0 0 0,0 1 0 0 0,0-1 0 0 0,1 0 1 0 0,7 0-1 0 0,-11-1-48 0 0,0 0 0 0 0,0-1 0 0 0,1 1 1 0 0,-1-1-1 0 0,0 0 0 0 0,0 0 0 0 0,0 0 0 0 0,0 0 0 0 0,0-1 1 0 0,0 1-1 0 0,-1-1 0 0 0,1 0 0 0 0,0 0 0 0 0,-1 0 0 0 0,1 0 1 0 0,-1 0-1 0 0,0 0 0 0 0,0-1 0 0 0,0 1 0 0 0,0-1 1 0 0,0 0-1 0 0,0 1 0 0 0,-1-1 0 0 0,1 0 0 0 0,-1 0 0 0 0,0 0 1 0 0,0 0-1 0 0,0 0 0 0 0,1-6 0 0 0,18-91 1062 0 0,-19 90-946 0 0,0 0 0 0 0,-1 0-1 0 0,0 0 1 0 0,0 0 0 0 0,-1 0-1 0 0,0 0 1 0 0,-1 1 0 0 0,-3-11 0 0 0,1-3 457 0 0,-4-6-860 0 0,7 28-194 0 0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7:30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57 972 0 0,'0'0'928'0'0,"12"20"3054"0"0,-3 0-2640 0 0,-1-6-639 0 0,-2 1-1 0 0,0 0 1 0 0,0 0 0 0 0,-2 1 0 0 0,0 0 0 0 0,3 23 0 0 0,-3-27-383 0 0,-4-9 2307 0 0,-9-22-2493 0 0,1 0 0 0 0,0 0 0 0 0,2 0 0 0 0,0-1 0 0 0,-6-36 0 0 0,10 40-82 0 0,1 11-52 0 0,0 0 1 0 0,0 0-1 0 0,1 0 0 0 0,0 0 1 0 0,0 0-1 0 0,0 0 1 0 0,2-8-1 0 0,-2 11-25 0 0,1 2-3 0 0,-1 0 23 0 0,1-1 0 0 0,-1 1 0 0 0,1-1 0 0 0,-1 1 1 0 0,1 0-1 0 0,0 0 0 0 0,-1-1 0 0 0,1 1 0 0 0,-1 0 1 0 0,1 0-1 0 0,0 0 0 0 0,-1 0 0 0 0,1-1 0 0 0,-1 1 1 0 0,1 0-1 0 0,0 0 0 0 0,-1 0 0 0 0,1 1 0 0 0,0-1 1 0 0,-1 0-1 0 0,1 0 0 0 0,-1 0 0 0 0,1 0 0 0 0,0 0 1 0 0,-1 1-1 0 0,1-1 0 0 0,0 1 0 0 0,87 74-272 0 0,-68-55 49 0 0,2 0 0 0 0,0-2-1 0 0,1-1 1 0 0,0 0 0 0 0,2-2 0 0 0,26 13-1 0 0,-50-27 235 0 0,1-1-1 0 0,-1 1 1 0 0,1-1-1 0 0,-1 1 0 0 0,0-1 1 0 0,1 1-1 0 0,-1-1 1 0 0,1 0-1 0 0,-1 0 0 0 0,1 0 1 0 0,-1 0-1 0 0,1 0 1 0 0,-1 0-1 0 0,0 0 1 0 0,1 0-1 0 0,-1-1 0 0 0,1 1 1 0 0,-1 0-1 0 0,1-1 1 0 0,-1 0-1 0 0,0 1 1 0 0,1-1-1 0 0,-1 0 0 0 0,0 1 1 0 0,2-3-1 0 0,-1 1 40 0 0,0 0-1 0 0,0 0 1 0 0,-1-1 0 0 0,1 1-1 0 0,-1-1 1 0 0,0 1-1 0 0,1-1 1 0 0,-1 0 0 0 0,0 0-1 0 0,-1 1 1 0 0,1-1 0 0 0,0-4-1 0 0,1-4 168 0 0,-1 0-1 0 0,0-1 1 0 0,-1 0 0 0 0,-1 1-1 0 0,-2-20 1 0 0,-17-55-1508 0 0,20 84 357 0 0,3-14-9968 0 0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7:31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1 161 804 0 0,'0'0'11646'0'0,"23"8"-9483"0"0,529-73-1183 0 0,-295 38-840 0 0,-230 18 62 0 0,-26 9-198 0 0,-1 0 0 0 0,0 0 0 0 0,0 0 0 0 0,0-1 0 0 0,0 1 0 0 0,0 0 0 0 0,1-1 0 0 0,-1 1 0 0 0,0 0 0 0 0,0 0 0 0 0,0-1-1 0 0,0 1 1 0 0,0 0 0 0 0,0-1 0 0 0,0 1 0 0 0,0 0 0 0 0,0 0 0 0 0,0-1 0 0 0,0 1 0 0 0,0 0 0 0 0,0-1 0 0 0,0 1 0 0 0,0 0 0 0 0,-1 0 0 0 0,1-1 0 0 0,0 1 0 0 0,0 0 0 0 0,0 0 0 0 0,0-1 0 0 0,0 1 0 0 0,-1 0 0 0 0,1 0 0 0 0,0 0 0 0 0,0-1 0 0 0,0 1 0 0 0,-1 0 0 0 0,1 0 0 0 0,0 0 0 0 0,0-1 0 0 0,-1 1 0 0 0,1 0 0 0 0,0 0 0 0 0,-1 0 0 0 0,-48-22 109 0 0,-35-9 75 0 0,83 30-161 0 0,0 1-31 0 0,1 0 0 0 0,0-1 0 0 0,0 1 0 0 0,0 0-1 0 0,0 0 1 0 0,-1-1 0 0 0,1 1 0 0 0,0 0 0 0 0,0 0 0 0 0,-1 0 0 0 0,1 0-1 0 0,0-1 1 0 0,0 1 0 0 0,-1 0 0 0 0,1 0 0 0 0,0 0 0 0 0,0 0 0 0 0,-1 0-1 0 0,1 0 1 0 0,0-1 0 0 0,-1 1 0 0 0,1 0 0 0 0,0 0 0 0 0,0 0 0 0 0,-1 0-1 0 0,1 0 1 0 0,0 0 0 0 0,-1 0 0 0 0,1 0 0 0 0,0 1 0 0 0,0-1 0 0 0,-1 0-1 0 0,1 0 1 0 0,0 0 0 0 0,-1 0 0 0 0,1 0 0 0 0,0 0 0 0 0,0 1 0 0 0,-1-1-1 0 0,1 0 1 0 0,0 0 0 0 0,2 51-7 0 0,-2-49 8 0 0,1 1-1 0 0,-1-1 0 0 0,0 1 1 0 0,0-1-1 0 0,0 1 1 0 0,0 0-1 0 0,0-1 1 0 0,-1 1-1 0 0,1-1 0 0 0,-1 1 1 0 0,0 2-1 0 0,-5 8-310 0 0,1 1 1 0 0,-2-1-1 0 0,0-1 0 0 0,-1 1 1 0 0,0-1-1 0 0,0-1 0 0 0,-15 15 1 0 0,15-17-965 0 0,0-1 0 0 0,-1 0 0 0 0,0-1 0 0 0,0 0 0 0 0,-16 9 0 0 0,0-5-2115 0 0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7:33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139 284 732 0 0,'-8'-25'6136'0'0,"10"36"-4004"0"0,7 35-1721 0 0,45 453 1677 0 0,-49-453-1303 0 0,-4-44 806 0 0,-5-6-1379 0 0,-16-23-55 0 0,0 0 0 0 0,2-1 0 0 0,2-1-1 0 0,0-1 1 0 0,2 0 0 0 0,-16-49 0 0 0,14 27-77 0 0,2-1 1 0 0,2 0 0 0 0,-7-74 0 0 0,18 106-77 0 0,0 0 1 0 0,1-1-1 0 0,1 1 0 0 0,1-1 0 0 0,2 1 1 0 0,0 0-1 0 0,0 0 0 0 0,10-23 0 0 0,-11 36-10 0 0,1 0 0 0 0,-1 1 0 0 0,1 0 1 0 0,1 0-1 0 0,-1 0 0 0 0,1 0 0 0 0,0 1 0 0 0,1 0 0 0 0,0 0 0 0 0,10-9 0 0 0,-11 12-2 0 0,0 0 0 0 0,1 0-1 0 0,-1 0 1 0 0,1 1 0 0 0,0-1 0 0 0,0 1-1 0 0,-1 1 1 0 0,1-1 0 0 0,0 1 0 0 0,1 0 0 0 0,-1 0-1 0 0,0 1 1 0 0,0 0 0 0 0,0 0 0 0 0,12 2-1 0 0,-9-1-17 0 0,-1 1-1 0 0,1 1 1 0 0,0 0-1 0 0,-1 0 1 0 0,0 1-1 0 0,0 0 1 0 0,0 0-1 0 0,0 1 1 0 0,0 0-1 0 0,-1 0 1 0 0,7 7-1 0 0,-10-9 8 0 0,0 0-1 0 0,0 1 0 0 0,-1-1 1 0 0,0 1-1 0 0,0 0 1 0 0,0 0-1 0 0,0 0 1 0 0,0 1-1 0 0,-1-1 0 0 0,1 1 1 0 0,-1-1-1 0 0,-1 1 1 0 0,1 0-1 0 0,0 0 1 0 0,-1-1-1 0 0,0 1 1 0 0,0 0-1 0 0,-1 0 0 0 0,0 0 1 0 0,1 0-1 0 0,-2 6 1 0 0,0-6 19 0 0,-1 1-1 0 0,0-1 1 0 0,0 0 0 0 0,-1 0 0 0 0,1 0 0 0 0,-1 0 0 0 0,0 0 0 0 0,0-1-1 0 0,-1 1 1 0 0,1-1 0 0 0,-1 0 0 0 0,0 0 0 0 0,0 0 0 0 0,-1-1 0 0 0,1 1-1 0 0,-1-1 1 0 0,1 0 0 0 0,-1 0 0 0 0,0-1 0 0 0,0 1 0 0 0,0-1 0 0 0,-1 0 0 0 0,1-1-1 0 0,-1 1 1 0 0,-5 0 0 0 0,-4 1-133 0 0,1 0 0 0 0,-1-1 0 0 0,0-1 0 0 0,0 0 0 0 0,0-1 0 0 0,0 0-1 0 0,0-2 1 0 0,-15-2 0 0 0,19 0-651 0 0,-2 0-446 0 0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7:35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176 258 308 0 0,'1'-9'1253'0'0,"-2"3"3149"0"0,1 5-4283 0 0,0 1 0 0 0,-1-1 0 0 0,1 0 0 0 0,-1 0-1 0 0,1 1 1 0 0,-1-1 0 0 0,1 0 0 0 0,-1 1 0 0 0,0-1-1 0 0,1 1 1 0 0,-1-1 0 0 0,0 1 0 0 0,1-1 0 0 0,-1 1 0 0 0,0-1-1 0 0,1 1 1 0 0,-1 0 0 0 0,0-1 0 0 0,0 1 0 0 0,0 0 0 0 0,1 0-1 0 0,-1 0 1 0 0,0-1 0 0 0,0 1 0 0 0,0 0 0 0 0,0 0-1 0 0,1 0 1 0 0,-1 0 0 0 0,0 0 0 0 0,0 1 0 0 0,0-1 0 0 0,0 0-1 0 0,1 0 1 0 0,-2 1 0 0 0,-2 0 15 0 0,-1 1 1 0 0,1 0-1 0 0,0 1 0 0 0,0-1 1 0 0,0 1-1 0 0,0-1 0 0 0,-3 5 1 0 0,-4 2-62 0 0,1 2 1 0 0,0-1-1 0 0,1 1 1 0 0,-9 12-1 0 0,4-1 94 0 0,9-16-121 0 0,1 1-1 0 0,-1 0 1 0 0,1-1-1 0 0,0 1 0 0 0,1 0 1 0 0,-1 1-1 0 0,1-1 0 0 0,1 1 1 0 0,0-1-1 0 0,0 1 0 0 0,0 0 1 0 0,1 0-1 0 0,0 0 0 0 0,0 9 1 0 0,1-16-41 0 0,1 0 0 0 0,-1-1 1 0 0,0 1-1 0 0,1 0 0 0 0,-1 0 1 0 0,1 0-1 0 0,-1-1 0 0 0,1 1 1 0 0,-1 0-1 0 0,1 0 0 0 0,-1-1 1 0 0,1 1-1 0 0,0 0 0 0 0,-1-1 1 0 0,1 1-1 0 0,0-1 0 0 0,0 1 1 0 0,-1-1-1 0 0,1 1 0 0 0,0-1 1 0 0,0 0-1 0 0,0 1 0 0 0,0-1 1 0 0,0 0-1 0 0,-1 0 0 0 0,1 0 1 0 0,0 1-1 0 0,0-1 0 0 0,0 0 1 0 0,0 0-1 0 0,0 0 0 0 0,0 0 1 0 0,0-1-1 0 0,0 1 0 0 0,-1 0 1 0 0,1 0-1 0 0,0 0 0 0 0,1-1 1 0 0,35-11 56 0 0,-28 6-54 0 0,0 0 1 0 0,0-1-1 0 0,0 1 1 0 0,-1-2-1 0 0,0 1 0 0 0,0-1 1 0 0,-1 0-1 0 0,0-1 1 0 0,-1 0-1 0 0,0 0 1 0 0,0 0-1 0 0,-1-1 0 0 0,7-15 1 0 0,-11 24-10 0 0,14-12-216 0 0,-11 28 212 0 0,-3-11 3 0 0,0 0-1 0 0,0 0 1 0 0,0 0 0 0 0,1 0-1 0 0,-1 0 1 0 0,1 0 0 0 0,0-1-1 0 0,0 1 1 0 0,0-1 0 0 0,1 1 0 0 0,-1-1-1 0 0,1 0 1 0 0,0 0 0 0 0,-1 0-1 0 0,2 0 1 0 0,-1-1 0 0 0,0 1 0 0 0,0-1-1 0 0,1 1 1 0 0,-1-1 0 0 0,1 0-1 0 0,0-1 1 0 0,0 1 0 0 0,0-1-1 0 0,5 2 1 0 0,-6-2 4 0 0,-1-1 0 0 0,1 1 0 0 0,0-1 0 0 0,0 1-1 0 0,-1-1 1 0 0,1 0 0 0 0,0 0 0 0 0,-1-1 0 0 0,1 1 0 0 0,0 0 0 0 0,-1-1 0 0 0,1 0-1 0 0,0 1 1 0 0,-1-1 0 0 0,1 0 0 0 0,-1 0 0 0 0,4-3 0 0 0,0 1 2 0 0,0-1 1 0 0,-1-1-1 0 0,1 1 1 0 0,-1-1 0 0 0,0 0-1 0 0,7-9 1 0 0,0-4 4 0 0,0 0 0 0 0,-1-1 1 0 0,13-30-1 0 0,-17 36 9 0 0,-6 11-13 0 0,-1 0-1 0 0,1 0 0 0 0,0 0 0 0 0,0 0 0 0 0,-1-1 0 0 0,1 1 0 0 0,-1 0 0 0 0,0 0 0 0 0,0 0 1 0 0,0 0-1 0 0,0 0 0 0 0,0-5 0 0 0,0 5-10 0 0,-3 8-39 0 0,-1 2 42 0 0,2-4 0 0 0,0 0-1 0 0,0-1 1 0 0,0 1 0 0 0,0 0 0 0 0,1 0 0 0 0,0 0 0 0 0,0 0 0 0 0,0 0 0 0 0,0 0-1 0 0,1 0 1 0 0,-1 0 0 0 0,1 0 0 0 0,0 0 0 0 0,1 0 0 0 0,-1 1 0 0 0,0-1 0 0 0,1 0-1 0 0,0 0 1 0 0,2 5 0 0 0,-3-7-17 0 0,1 1 0 0 0,-1 0 0 0 0,1-1-1 0 0,0 1 1 0 0,0 0 0 0 0,0-1 0 0 0,0 1 0 0 0,0-1-1 0 0,1 0 1 0 0,-1 1 0 0 0,1-1 0 0 0,-1 0 0 0 0,1 0-1 0 0,0 0 1 0 0,0 0 0 0 0,0 0 0 0 0,0 0 0 0 0,0 0-1 0 0,0-1 1 0 0,1 1 0 0 0,-1-1 0 0 0,1 0 0 0 0,-1 0-1 0 0,1 1 1 0 0,-1-2 0 0 0,1 1 0 0 0,0 0 0 0 0,-1 0-1 0 0,1-1 1 0 0,0 0 0 0 0,-1 1 0 0 0,1-1 0 0 0,0 0-1 0 0,0 0 1 0 0,-1-1 0 0 0,1 1 0 0 0,0 0 0 0 0,-1-1-1 0 0,1 0 1 0 0,0 0 0 0 0,-1 0 0 0 0,1 0 0 0 0,-1 0-1 0 0,5-2 1 0 0,6-4-99 0 0,-1-1-1 0 0,0 0 1 0 0,0-1 0 0 0,0-1-1 0 0,-1 1 1 0 0,16-20-1 0 0,6-13 23 0 0,-32 41 101 0 0,-1 1-2 0 0,0 0 0 0 0,0 0 0 0 0,0-1-1 0 0,0 1 1 0 0,0 0 0 0 0,0-1 0 0 0,0 1 0 0 0,0 0 0 0 0,0-1 0 0 0,0 1 0 0 0,1 0 0 0 0,-1 0-1 0 0,0-1 1 0 0,0 1 0 0 0,0 0 0 0 0,0 0 0 0 0,0-1 0 0 0,1 1 0 0 0,-1 0 0 0 0,0 0-1 0 0,0 0 1 0 0,1-1 0 0 0,-1 1 0 0 0,0 0 0 0 0,0 0 0 0 0,0 0 0 0 0,1 0 0 0 0,-1-1-1 0 0,0 1 1 0 0,1 0 0 0 0,-1 0 0 0 0,0 0 0 0 0,0 0 0 0 0,1 0 0 0 0,-1 0 0 0 0,0 0 0 0 0,1 0-1 0 0,-1 0 1 0 0,0 0 0 0 0,1 0 0 0 0,-1 0 0 0 0,0 0 0 0 0,1 0 0 0 0,4 7 38 0 0,0 0 0 0 0,-1 1 0 0 0,1-1 0 0 0,-1 1 0 0 0,-1 0 1 0 0,0 0-1 0 0,0 1 0 0 0,3 14 0 0 0,4 22 148 0 0,-9-43 429 0 0,1-3-609 0 0,-1-1 0 0 0,1 1-1 0 0,-1 0 1 0 0,0-1 0 0 0,0 1-1 0 0,1-1 1 0 0,-1 0 0 0 0,0 1-1 0 0,0-1 1 0 0,0 0 0 0 0,-1 0 0 0 0,1 1-1 0 0,0-1 1 0 0,-1 0 0 0 0,1-3-1 0 0,4-6 79 0 0,-5 10-86 0 0,0 0 0 0 0,1-1-1 0 0,0 1 1 0 0,-1 0 0 0 0,1 0 0 0 0,0-1-1 0 0,0 1 1 0 0,0 0 0 0 0,0 0 0 0 0,0 0-1 0 0,0 0 1 0 0,0 0 0 0 0,0 0 0 0 0,0 0-1 0 0,0 0 1 0 0,0 1 0 0 0,1-1 0 0 0,-1 0-1 0 0,0 1 1 0 0,1-1 0 0 0,-1 1 0 0 0,0-1-1 0 0,1 1 1 0 0,-1 0 0 0 0,1 0 0 0 0,1-1-1 0 0,26 11-66 0 0,31 6-204 0 0,-57-15 272 0 0,0-1 0 0 0,1 0 0 0 0,-1 0 1 0 0,0 0-1 0 0,0 0 0 0 0,1-1 0 0 0,-1 1 0 0 0,0-1 0 0 0,0 0 0 0 0,0 0 0 0 0,0 0 1 0 0,0 0-1 0 0,0 0 0 0 0,0-1 0 0 0,0 1 0 0 0,4-4 0 0 0,-4 2 53 0 0,0-1-1 0 0,1 1 1 0 0,-1-1-1 0 0,-1 0 0 0 0,1 0 1 0 0,-1 0-1 0 0,1-1 1 0 0,-1 1-1 0 0,0 0 1 0 0,-1-1-1 0 0,1 1 1 0 0,-1-1-1 0 0,0 0 1 0 0,0 1-1 0 0,0-10 1 0 0,0-1 163 0 0,0 0 1 0 0,-1-1 0 0 0,-4-22-1 0 0,3 30-119 0 0,-3-24 801 0 0,-1 1 0 0 0,-13-43 0 0 0,15 68-35 0 0,3 10-370 0 0,6 28-260 0 0,17 49-300 0 0,7-14-420 0 0,34 108 0 0 0,-60-160-381 0 0,5 18-385 0 0,-6-10-8205 0 0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7:35.7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74 292 0 0,'35'-13'2694'0'0,"123"-41"1103"0"0,-149 48-4385 0 0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7:36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63 708 0 0,'-85'-20'5884'0'0,"31"2"953"0"0,36 7-4187 0 0,27 3-3322 0 0,33 2-2142 0 0,-16 8 452 0 0,-8 2-2074 0 0,-2-1 1177 0 0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7:36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20 664 0 0,'-23'-14'4035'0'0,"15"8"2317"0"0,32 18-6184 0 0,-1 2 0 0 0,0 0-1 0 0,-1 1 1 0 0,0 1 0 0 0,-1 1 0 0 0,-1 1-1 0 0,34 41 1 0 0,-31-30-58 0 0,-1 1-1 0 0,-2 1 1 0 0,-1 1-1 0 0,-2 1 1 0 0,19 48-1 0 0,-19-34-36 0 0,-3 0 0 0 0,-1 1-1 0 0,-3 1 1 0 0,-1 0 0 0 0,-3 0 0 0 0,-2 0-1 0 0,-2 1 1 0 0,-3-1 0 0 0,-7 59-1 0 0,5-85 104 0 0,-1-1-1 0 0,-1 0 1 0 0,-1 0-1 0 0,-1 0 1 0 0,-1-1-1 0 0,-1 0 1 0 0,0 0-1 0 0,-2-1 1 0 0,-1 0 0 0 0,0-1-1 0 0,-1 0 1 0 0,-1-1-1 0 0,-1-1 1 0 0,0 0-1 0 0,-2-1 1 0 0,1 0-1 0 0,-2-2 1 0 0,-21 14-1 0 0,5-9 366 0 0,33-19-598 0 0,-5 2-2322 0 0,1-1 21 0 0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7:43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61 788 0 0,'0'0'2444'0'0,"-1"-21"6874"0"0,71 21-9073 0 0,1-2 0 0 0,113-21 0 0 0,-64 11-592 0 0,-39 10-3095 0 0,-80 2 2532 0 0,9 1-3340 0 0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7:44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6 660 0 0,'0'-1'184'0'0,"-1"1"1"0"0,1-1-1 0 0,-1 1 0 0 0,1 0 0 0 0,-1-1 1 0 0,1 1-1 0 0,-1-1 0 0 0,0 1 0 0 0,1 0 0 0 0,-1 0 1 0 0,0-1-1 0 0,1 1 0 0 0,-1 0 0 0 0,0 0 1 0 0,1 0-1 0 0,-1 0 0 0 0,0 0 0 0 0,0 0 1 0 0,1 0-1 0 0,-1 0 0 0 0,0 0 0 0 0,1 0 1 0 0,-1 0-1 0 0,0 0 0 0 0,1 0 0 0 0,-1 1 1 0 0,0-1-1 0 0,1 0 0 0 0,-1 1 0 0 0,0-1 1 0 0,1 0-1 0 0,-1 1 0 0 0,1-1 0 0 0,-1 0 1 0 0,1 1-1 0 0,-1-1 0 0 0,1 1 0 0 0,-1-1 1 0 0,1 1-1 0 0,-1 0 0 0 0,1-1 0 0 0,-1 2 1 0 0,5 34 2263 0 0,-3-31-2789 0 0,0 0 316 0 0,33 125-709 0 0,-28-113-663 0 0,1-1 1 0 0,0 0-1 0 0,11 16 0 0 0,-5-11-1047 0 0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7:44.3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176 170 11533 0 0,'-4'-16'82'0'0,"0"1"0"0"0,0 0-1 0 0,-1 0 1 0 0,-1 0 0 0 0,-1 0 0 0 0,0 1 0 0 0,-15-22-1 0 0,20 33-46 0 0,2 2-3 0 0,-1-1-1 0 0,1 1 1 0 0,-1-1 0 0 0,0 1 0 0 0,0 0 0 0 0,1-1-1 0 0,-1 1 1 0 0,0 0 0 0 0,0 0 0 0 0,0-1 0 0 0,-1 1-1 0 0,1 0 1 0 0,0 0 0 0 0,0 0 0 0 0,-1 1 0 0 0,1-1-1 0 0,0 0 1 0 0,-1 0 0 0 0,1 1 0 0 0,-1-1 0 0 0,1 1 0 0 0,-1-1-1 0 0,1 1 1 0 0,-1-1 0 0 0,1 1 0 0 0,-3 0 0 0 0,2 1-20 0 0,0 0 1 0 0,0 0 0 0 0,0 0 0 0 0,0 0 0 0 0,0 0 0 0 0,1 1 0 0 0,-1-1 0 0 0,0 0 0 0 0,1 1 0 0 0,-1 0 0 0 0,1-1 0 0 0,0 1-1 0 0,0 0 1 0 0,-1 0 0 0 0,1-1 0 0 0,-1 5 0 0 0,-5 10 2 0 0,0 0-1 0 0,1 1 0 0 0,-6 28 1 0 0,4-1 40 0 0,1 1-1 0 0,3 0 1 0 0,2 78 0 0 0,23 137 109 0 0,0-20-39 0 0,-21-164-926 0 0,-3-27-2524 0 0,-6-41-1488 0 0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7:44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1 168 172 0 0,'0'0'1056'0'0,"10"-23"2246"0"0,1 12-2849 0 0,2 1 1 0 0,-1 0-1 0 0,1 1 1 0 0,1 0-1 0 0,0 1 0 0 0,0 1 1 0 0,21-8-1 0 0,116-35-3111 0 0,-112 38 279 0 0,-21 8 619 0 0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7:45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54 736 0 0,'9'-36'6293'0'0,"-6"27"-3208"0"0,-1 1 1982 0 0,-4 13-4997 0 0,-20 56 31 0 0,3 1 0 0 0,2 1 0 0 0,-16 126-1 0 0,27-149-95 0 0,-1 10 32 0 0,2 1-1 0 0,3-1 0 0 0,1 1 1 0 0,3 0-1 0 0,14 87 0 0 0,-9-102-19 0 0,2 0-1 0 0,1-1 1 0 0,2 0 0 0 0,1 0-1 0 0,2-2 1 0 0,1 0 0 0 0,2 0-1 0 0,34 47 1 0 0,73 69 18 0 0,-105-128 49 0 0,0-1-1 0 0,2-1 1 0 0,1-1-1 0 0,40 24 1 0 0,-61-41-26 0 0,6 4 1117 0 0,-6-1-2416 0 0,-11-2-4568 0 0,-5-1 5038 0 0,-2-3-3433 0 0,-2-3 1004 0 0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7:46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75 244 532 0 0,'-9'-25'2791'0'0,"-21"-74"3408"0"0,30 97-5763 0 0,0-5 20 0 0,0 7-411 0 0,0 0 0 0 0,0 0 0 0 0,0 0 0 0 0,0 0 0 0 0,-1 0 0 0 0,1 0 0 0 0,0 0 1 0 0,0 0-1 0 0,0 0 0 0 0,0 1 0 0 0,0-1 0 0 0,0 0 0 0 0,0 0 0 0 0,0 0 0 0 0,0 0 0 0 0,0 0 0 0 0,0 0 0 0 0,-1 0 0 0 0,1 0 0 0 0,0 0 0 0 0,0 0 0 0 0,0 0 0 0 0,0 0 0 0 0,0 0 0 0 0,0 0 0 0 0,0 0 0 0 0,0 0 0 0 0,0 0 0 0 0,0 0 0 0 0,-1 0 0 0 0,1 0 0 0 0,0 0 0 0 0,0 0 0 0 0,0 0 0 0 0,0 0 0 0 0,0 0 0 0 0,0 0 0 0 0,0 0 0 0 0,0 0 0 0 0,0-1 0 0 0,0 1 0 0 0,-1 0 0 0 0,-4 20 66 0 0,1-1 0 0 0,1 1 0 0 0,0-1 0 0 0,1 1 0 0 0,2 34 0 0 0,-4 33 140 0 0,7-28 844 0 0,-3-54-227 0 0,-2-18-430 0 0,0 3-459 0 0,-3-32 170 0 0,2 0 0 0 0,2 0 0 0 0,1-1 0 0 0,2 1 0 0 0,2 0 0 0 0,17-73 0 0 0,-21 114-151 0 0,0 0-1 0 0,0 0 0 0 0,0 0 1 0 0,1 0-1 0 0,-1 0 1 0 0,0 0-1 0 0,1 0 1 0 0,-1 0-1 0 0,1 0 0 0 0,-1 0 1 0 0,1 1-1 0 0,0-1 1 0 0,-1 0-1 0 0,1 0 0 0 0,0 0 1 0 0,-1 1-1 0 0,1-1 1 0 0,0 0-1 0 0,0 1 1 0 0,0-1-1 0 0,-1 0 0 0 0,1 1 1 0 0,0-1-1 0 0,0 1 1 0 0,0 0-1 0 0,0-1 1 0 0,0 1-1 0 0,0 0 0 0 0,0-1 1 0 0,0 1-1 0 0,0 0 1 0 0,0 0-1 0 0,0 0 0 0 0,1 0 1 0 0,-1 0-1 0 0,0 0 1 0 0,0 0-1 0 0,0 0 1 0 0,0 1-1 0 0,0-1 0 0 0,0 0 1 0 0,0 1-1 0 0,0-1 1 0 0,0 0-1 0 0,0 1 1 0 0,-1 0-1 0 0,1-1 0 0 0,0 1 1 0 0,0-1-1 0 0,0 1 1 0 0,1 1-1 0 0,7 5-10 0 0,1 1 1 0 0,-2-1-1 0 0,14 16 1 0 0,-16-17 14 0 0,5 6-7 0 0,36 39-124 0 0,1-2 0 0 0,3-2 1 0 0,97 68-1 0 0,-147-114 145 0 0,0-1 0 0 0,-1 1 0 0 0,1-1-1 0 0,0 0 1 0 0,-1 1 0 0 0,1-1 0 0 0,0 0 0 0 0,-1 1-1 0 0,1-1 1 0 0,0 0 0 0 0,-1 0 0 0 0,1 0 0 0 0,0 0-1 0 0,0 0 1 0 0,-1 0 0 0 0,1 0 0 0 0,0 0 0 0 0,0 0-1 0 0,-1 0 1 0 0,1 0 0 0 0,0 0 0 0 0,0-1 0 0 0,-1 1-1 0 0,1 0 1 0 0,0 0 0 0 0,-1-1 0 0 0,1 1 0 0 0,0 0-1 0 0,0-2 1 0 0,13-22 204 0 0,-2-48-97 0 0,-10 54-34 0 0,4-24-528 0 0,1-66 1 0 0,-7 106-44 0 0,0 1 366 0 0,0 0 0 0 0,-1 1 0 0 0,1-1 0 0 0,0 0 1 0 0,0 1-1 0 0,0-1 0 0 0,0 1 0 0 0,0-1 0 0 0,0 0 0 0 0,0 1 1 0 0,0-1-1 0 0,0 0 0 0 0,0 1 0 0 0,0-1 0 0 0,0 0 0 0 0,0 1 0 0 0,1-1 1 0 0,-1 0-1 0 0,0 1 0 0 0,0-1 0 0 0,1 1 0 0 0,-1-1 0 0 0,0 1 1 0 0,1-1-1 0 0,-1 1 0 0 0,1-1 0 0 0,-1 1 0 0 0,0-1 0 0 0,1 1 1 0 0,-1-1-1 0 0,2 0 0 0 0,-2 1-145 0 0,0 0 0 0 0,1-1 0 0 0,-1 1 0 0 0,0-1 0 0 0,1 1 0 0 0,-1 0 0 0 0,1-1 0 0 0,-1 1 0 0 0,1 0-1 0 0,-1-1 1 0 0,1 1 0 0 0,-1 0 0 0 0,1 0 0 0 0,-1 0 0 0 0,1-1 0 0 0,-1 1 0 0 0,1 0 0 0 0,-1 0 0 0 0,1 0 0 0 0,-1 0 0 0 0,1 0 0 0 0,-1 0 0 0 0,1 0 0 0 0,-1 0 0 0 0,1 0 0 0 0,1 1 0 0 0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7:47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0 76 0 0,'0'0'4453'0'0,"-3"5"-3885"0"0,-2 4-400 0 0,1 0 0 0 0,0 1 0 0 0,0 0 0 0 0,1 0 0 0 0,1 0-1 0 0,0 0 1 0 0,0 0 0 0 0,1 0 0 0 0,0 0 0 0 0,0 1 0 0 0,1-1 0 0 0,1 0 0 0 0,0 0 0 0 0,0 1 0 0 0,1-1-1 0 0,1 0 1 0 0,-1 0 0 0 0,1-1 0 0 0,1 1 0 0 0,0 0 0 0 0,0-1 0 0 0,1 0 0 0 0,0 0 0 0 0,1-1-1 0 0,0 1 1 0 0,8 8 0 0 0,-13-16-109 0 0,0 1-1 0 0,0-1 0 0 0,1 1 0 0 0,-1-1 1 0 0,0 0-1 0 0,1 1 0 0 0,-1-1 1 0 0,1 0-1 0 0,0 0 0 0 0,-1 0 1 0 0,1 0-1 0 0,0 0 0 0 0,-1-1 0 0 0,1 1 1 0 0,0 0-1 0 0,0-1 0 0 0,0 1 1 0 0,0-1-1 0 0,3 1 0 0 0,-3-2 183 0 0,19-28 868 0 0,-18 22-990 0 0,-2 0 0 0 0,1-1 0 0 0,-1 1 0 0 0,0 0 0 0 0,0 0 0 0 0,-1-1 0 0 0,1 1 0 0 0,-2 0 0 0 0,1 0 0 0 0,-1-1 0 0 0,0 1 0 0 0,-1 0 0 0 0,0 0 0 0 0,0 0 0 0 0,-4-10 0 0 0,1 8-36 0 0,1-1 0 0 0,-1 1 1 0 0,-1 0-1 0 0,1 0 0 0 0,-1 0 0 0 0,-1 1 0 0 0,0 0 1 0 0,0 0-1 0 0,-16-13 0 0 0,21 20-194 0 0,0 0 1 0 0,0 1-1 0 0,1-1 0 0 0,-1 0 0 0 0,0 0 1 0 0,0 1-1 0 0,0-1 0 0 0,0 1 0 0 0,0 0 1 0 0,0-1-1 0 0,0 1 0 0 0,0 0 0 0 0,0 0 1 0 0,0 0-1 0 0,0 1 0 0 0,0-1 0 0 0,0 0 1 0 0,0 1-1 0 0,0-1 0 0 0,0 1 1 0 0,0 0-1 0 0,0 0 0 0 0,-2 1 0 0 0,-21 16-7287 0 0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7:47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9 340 0 0,'17'31'4910'0'0,"-12"-17"-4375"0"0,2 7 58 0 0,1-2 0 0 0,1 1-1 0 0,12 21 1 0 0,-17-35-484 0 0,1 0 1 0 0,-1 0-1 0 0,1-1 0 0 0,0 0 1 0 0,0 0-1 0 0,0 0 1 0 0,0-1-1 0 0,1 0 1 0 0,0 0-1 0 0,0 0 0 0 0,0 0 1 0 0,1-1-1 0 0,8 3 1 0 0,-13-5-47 0 0,-1 0 0 0 0,1-1 1 0 0,0 1-1 0 0,0-1 1 0 0,-1 1-1 0 0,1-1 1 0 0,0 0-1 0 0,0 0 1 0 0,0 0-1 0 0,0 0 0 0 0,-1 0 1 0 0,1 0-1 0 0,0 0 1 0 0,0 0-1 0 0,0-1 1 0 0,-1 1-1 0 0,1-1 0 0 0,0 1 1 0 0,0-1-1 0 0,-1 0 1 0 0,1 0-1 0 0,0 0 1 0 0,2-1-1 0 0,-2-1 31 0 0,0 1-1 0 0,0-1 1 0 0,0 1 0 0 0,0-1 0 0 0,-1 0-1 0 0,1 1 1 0 0,-1-1 0 0 0,0 0-1 0 0,1 0 1 0 0,-1 0 0 0 0,-1 0-1 0 0,2-5 1 0 0,0-4 103 0 0,-1 1 0 0 0,0 0-1 0 0,-1-1 1 0 0,0 1 0 0 0,-1 0 0 0 0,-3-17-1 0 0,-15-42 682 0 0,18 68-941 0 0,-2-7-125 0 0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7:47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0 636 0 0,'13'17'4262'0'0,"-5"-2"-3586"0"0,-1 1-1 0 0,0 0 1 0 0,-2 0 0 0 0,0 0 0 0 0,4 23 0 0 0,-9-37-570 0 0,0-2-57 0 0,0 1-1 0 0,1-1 1 0 0,-1 1 0 0 0,0 0-1 0 0,0-1 1 0 0,0 1 0 0 0,0-1 0 0 0,1 1-1 0 0,-1-1 1 0 0,0 1 0 0 0,0-1 0 0 0,1 1-1 0 0,-1-1 1 0 0,0 1 0 0 0,1-1-1 0 0,-1 0 1 0 0,1 1 0 0 0,-1-1 0 0 0,0 1-1 0 0,1-1 1 0 0,-1 0 0 0 0,1 0 0 0 0,-1 1-1 0 0,1-1 1 0 0,-1 0 0 0 0,1 0-1 0 0,-1 1 1 0 0,1-1 0 0 0,-1 0 0 0 0,1 0-1 0 0,0 0 1 0 0,-1 0 0 0 0,1 0 0 0 0,-1 0-1 0 0,2 0 1 0 0,41-41 482 0 0,-17 20-182 0 0,-24 20-309 0 0,1-1 0 0 0,-1 1 0 0 0,1 0 1 0 0,-1-1-1 0 0,1 1 0 0 0,-1 0 0 0 0,1 1 0 0 0,0-1 0 0 0,5 0 0 0 0,-5 0 10 0 0,-2 1 0 0 0,31 10 161 0 0,-22 0-200 0 0,0 0-1 0 0,-1 1 0 0 0,9 13 1 0 0,5 6-1892 0 0,2-2-3839 0 0,-13-18 2990 0 0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7:48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0 111 444 0 0,'0'0'11810'0'0,"7"-3"-11429"0"0,12-4-128 0 0,1 1 0 0 0,-1 2 0 0 0,1 0 0 0 0,0 1 0 0 0,21-1 0 0 0,114 2 501 0 0,-37 1-438 0 0,159 0 242 0 0,-272 1-618 0 0,21 1 154 0 0,-25-1-114 0 0,-1 0 0 0 0,1 0 0 0 0,0 0 0 0 0,-1 0 1 0 0,1 0-1 0 0,-1 0 0 0 0,1 0 0 0 0,0 0 0 0 0,-1 0 0 0 0,1 0 1 0 0,-1-1-1 0 0,1 1 0 0 0,-1 0 0 0 0,1 0 0 0 0,-1-1 1 0 0,1 1-1 0 0,-1 0 0 0 0,1-1 0 0 0,-1 1 0 0 0,1 0 1 0 0,-1-1-1 0 0,1 1 0 0 0,-1-1 0 0 0,1 1 0 0 0,-1 0 0 0 0,0-1 1 0 0,1 1-1 0 0,-1-1 0 0 0,0 0 0 0 0,0 1 0 0 0,1-1 1 0 0,-1 0-1 0 0,-2-1-2 0 0,1 0 1 0 0,-1 0 0 0 0,0 0-1 0 0,1 1 1 0 0,-1-1 0 0 0,0 0-1 0 0,0 1 1 0 0,-1-1 0 0 0,-1 0-1 0 0,-73-45-372 0 0,75 46 361 0 0,4 35-222 0 0,-1-31 233 0 0,0 0-1 0 0,0 0 0 0 0,0 0 1 0 0,-1 0-1 0 0,1 1 0 0 0,-1-1 1 0 0,0 0-1 0 0,0 0 0 0 0,0 1 1 0 0,-1-1-1 0 0,1 0 0 0 0,-1 0 1 0 0,1 1-1 0 0,-1-1 0 0 0,0 0 1 0 0,0 0-1 0 0,-1 0 0 0 0,1 0 1 0 0,-4 5-1 0 0,-16 20-2165 0 0,-2-6-4068 0 0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7:48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6 1148 0 0,'2'-1'445'0'0,"-1"1"-1"0"0,0-1 1 0 0,0 1 0 0 0,1-1-1 0 0,-1 1 1 0 0,0-1 0 0 0,1 1-1 0 0,-1-1 1 0 0,1 1 0 0 0,-1 0-1 0 0,0 0 1 0 0,1 0 0 0 0,-1 0-1 0 0,1 0 1 0 0,-1 0-1 0 0,0 0 1 0 0,1 1 0 0 0,-1-1-1 0 0,1 0 1 0 0,0 1 0 0 0,1 0-202 0 0,-1 1 1 0 0,0-1 0 0 0,0 0-1 0 0,0 1 1 0 0,-1 0-1 0 0,1-1 1 0 0,0 1 0 0 0,-1 0-1 0 0,1 0 1 0 0,-1 0 0 0 0,2 2-1 0 0,4 8-242 0 0,-2 0 1 0 0,1 0-1 0 0,5 22 0 0 0,-7-23 756 0 0,57 204 841 0 0,-57-203-1458 0 0,0 0 1 0 0,-1 0-1 0 0,2 18 1 0 0,-5-28 1013 0 0,-3-7-1175 0 0,-5-9-129 0 0,-1 1-1 0 0,-1 0 1 0 0,1 0-1 0 0,-2 1 1 0 0,0 0-1 0 0,-14-12 1 0 0,18 20 91 0 0,1-1 1 0 0,0 1 0 0 0,-1 1 0 0 0,0-1-1 0 0,0 1 1 0 0,0 0 0 0 0,0 1-1 0 0,0 0 1 0 0,-1 0 0 0 0,1 0-1 0 0,-1 1 1 0 0,1 0 0 0 0,-1 1-1 0 0,1 0 1 0 0,-1 0 0 0 0,-9 1-1 0 0,8 0 17 0 0,0 1 0 0 0,-1 0 0 0 0,1 1 0 0 0,0-1-1 0 0,0 2 1 0 0,0-1 0 0 0,-13 9 0 0 0,17-10 22 0 0,1 1 1 0 0,-1 0-1 0 0,1 1 1 0 0,0-1 0 0 0,0 1-1 0 0,0-1 1 0 0,0 1-1 0 0,1 0 1 0 0,-1 1-1 0 0,1-1 1 0 0,0 1-1 0 0,1-1 1 0 0,-1 1-1 0 0,-2 5 1 0 0,5-8 20 0 0,0-1 0 0 0,0 1-1 0 0,0 0 1 0 0,0-1 0 0 0,0 1 0 0 0,0-1 0 0 0,0 1-1 0 0,1-1 1 0 0,-1 1 0 0 0,0-1 0 0 0,1 0 0 0 0,0 1-1 0 0,-1-1 1 0 0,1 1 0 0 0,0-1 0 0 0,-1 0-1 0 0,1 0 1 0 0,0 1 0 0 0,0-1 0 0 0,0 0 0 0 0,0 0-1 0 0,0 0 1 0 0,0 0 0 0 0,1 0 0 0 0,-1 0 0 0 0,0 0-1 0 0,0 0 1 0 0,3 1 0 0 0,38 16-52 0 0,-20-12-328 0 0,0-2 0 0 0,1-1 1 0 0,-1 0-1 0 0,1-2 0 0 0,-1-1 0 0 0,1 0 1 0 0,29-6-1 0 0,-12 0-3121 0 0,57-17-1 0 0,-69 15 838 0 0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7:49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40 720 0 0,'0'0'2690'0'0,"-3"-2"-1824"0"0,0 0-626 0 0,0 1 1 0 0,0-1-1 0 0,0 1 0 0 0,0 0 1 0 0,0 0-1 0 0,0 0 0 0 0,-1 1 1 0 0,1-1-1 0 0,0 1 1 0 0,0 0-1 0 0,0-1 0 0 0,-1 2 1 0 0,1-1-1 0 0,0 0 1 0 0,0 1-1 0 0,0-1 0 0 0,-1 1 1 0 0,1 0-1 0 0,0 0 1 0 0,0 0-1 0 0,0 0 0 0 0,-5 4 1 0 0,4-3-84 0 0,0 1 1 0 0,0 0-1 0 0,0 0 1 0 0,0 0-1 0 0,0 1 1 0 0,1-1-1 0 0,-1 1 1 0 0,1 0-1 0 0,0 0 1 0 0,0 0-1 0 0,1 0 1 0 0,-1 1-1 0 0,1-1 1 0 0,-3 9-1 0 0,4-11-146 0 0,0 0-1 0 0,1 0 1 0 0,-1 1-1 0 0,1-1 0 0 0,0 0 1 0 0,0 0-1 0 0,0 0 1 0 0,0 0-1 0 0,0 0 1 0 0,0 1-1 0 0,0-1 1 0 0,1 0-1 0 0,-1 0 1 0 0,1 0-1 0 0,0 0 1 0 0,-1 0-1 0 0,1 0 1 0 0,0 0-1 0 0,0 0 0 0 0,0 0 1 0 0,0 0-1 0 0,1-1 1 0 0,-1 1-1 0 0,0 0 1 0 0,1-1-1 0 0,-1 1 1 0 0,1-1-1 0 0,0 1 1 0 0,-1-1-1 0 0,1 0 1 0 0,0 0-1 0 0,0 0 1 0 0,0 0-1 0 0,0 0 0 0 0,0 0 1 0 0,3 1-1 0 0,0-1-14 0 0,0 1 0 0 0,0-1 0 0 0,-1 0 0 0 0,1 0 0 0 0,0 0 0 0 0,0-1 0 0 0,0 0 0 0 0,1 0 0 0 0,-1 0 0 0 0,0 0 0 0 0,0-1 0 0 0,0 0 0 0 0,-1 0 0 0 0,7-2 0 0 0,-7 1 87 0 0,0 0 1 0 0,0 0 0 0 0,0-1 0 0 0,0 0-1 0 0,0 1 1 0 0,-1-1 0 0 0,1 0-1 0 0,-1-1 1 0 0,0 1 0 0 0,0 0-1 0 0,0-1 1 0 0,0 0 0 0 0,-1 0-1 0 0,1 0 1 0 0,-1 0 0 0 0,0 0-1 0 0,0 0 1 0 0,0-1 0 0 0,-1 1-1 0 0,0-1 1 0 0,0 1 0 0 0,0-1-1 0 0,0 1 1 0 0,-1-1 0 0 0,1 1-1 0 0,-1-1 1 0 0,-1-5 0 0 0,0 7-46 0 0,1 0 0 0 0,-1 0 0 0 0,0 0 1 0 0,0 0-1 0 0,-1 1 0 0 0,1-1 1 0 0,0 0-1 0 0,-1 1 0 0 0,0-1 0 0 0,1 1 1 0 0,-1-1-1 0 0,0 1 0 0 0,0 0 0 0 0,-1 0 1 0 0,1 0-1 0 0,0 0 0 0 0,-1 0 1 0 0,1 1-1 0 0,-1-1 0 0 0,1 1 0 0 0,-6-3 1 0 0,6 3-171 0 0,0 0 1 0 0,0 0 0 0 0,0 0 0 0 0,-1 1 0 0 0,1-1 0 0 0,0 1-1 0 0,0-1 1 0 0,-1 1 0 0 0,1-1 0 0 0,0 1 0 0 0,-1 0-1 0 0,1 0 1 0 0,0 1 0 0 0,-1-1 0 0 0,1 0 0 0 0,-4 1 0 0 0,-4 6-1345 0 0,-6 5-5146 0 0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7:49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76 752 0 0,'0'0'3904'0'0,"-3"5"-3321"0"0,3-4-588 0 0,-3 2 177 0 0,0 0 0 0 0,1 0 0 0 0,0 1 1 0 0,-1-1-1 0 0,1 1 0 0 0,1 0 0 0 0,-1 0 0 0 0,1-1 1 0 0,-1 1-1 0 0,1 0 0 0 0,0 0 0 0 0,0 0 1 0 0,1 0-1 0 0,-1 1 0 0 0,1-1 0 0 0,0 0 0 0 0,0 0 1 0 0,0 0-1 0 0,2 8 0 0 0,-1-9-90 0 0,0-1-1 0 0,0 0 1 0 0,1 0 0 0 0,-1 0 0 0 0,0 0-1 0 0,1 0 1 0 0,-1 0 0 0 0,1 0-1 0 0,0 0 1 0 0,0 0 0 0 0,0-1-1 0 0,0 1 1 0 0,0-1 0 0 0,0 0-1 0 0,0 1 1 0 0,0-1 0 0 0,0 0-1 0 0,1 0 1 0 0,-1 0 0 0 0,0 0-1 0 0,1-1 1 0 0,-1 1 0 0 0,1-1-1 0 0,-1 1 1 0 0,1-1 0 0 0,-1 0-1 0 0,1 0 1 0 0,-1 0 0 0 0,1 0 0 0 0,-1-1-1 0 0,1 1 1 0 0,-1-1 0 0 0,0 1-1 0 0,1-1 1 0 0,-1 0 0 0 0,0 0-1 0 0,1 0 1 0 0,-1 0 0 0 0,0 0-1 0 0,0-1 1 0 0,0 1 0 0 0,0-1-1 0 0,0 1 1 0 0,0-1 0 0 0,0 0-1 0 0,0 1 1 0 0,-1-1 0 0 0,1 0-1 0 0,-1 0 1 0 0,0 0 0 0 0,1-1-1 0 0,-1 1 1 0 0,0 0 0 0 0,1-3 0 0 0,0-1 21 0 0,-1 0 0 0 0,1 0 0 0 0,-1 0 0 0 0,-1 0 0 0 0,1 0 1 0 0,-1 0-1 0 0,0 0 0 0 0,0 0 0 0 0,-1 0 0 0 0,0 0 1 0 0,0 0-1 0 0,0 0 0 0 0,-1 0 0 0 0,0 0 0 0 0,0 0 0 0 0,0 1 1 0 0,-1-1-1 0 0,1 1 0 0 0,-2 0 0 0 0,1 0 0 0 0,0 0 1 0 0,-1 0-1 0 0,0 0 0 0 0,0 1 0 0 0,0-1 0 0 0,-1 1 0 0 0,0 0 1 0 0,-8-5-1 0 0,10 9-781 0 0,0-1 0 0 0,-1 1 0 0 0,1 0 0 0 0,-1 0 0 0 0,1 0 0 0 0,0 1 0 0 0,-1-1 0 0 0,1 1-1 0 0,0 0 1 0 0,-1 0 0 0 0,1 0 0 0 0,0 0 0 0 0,-4 2 0 0 0,6-3-45 0 0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7:50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 4 0 0,'26'2'3633'0'0,"-21"-1"-3381"0"0,0 1 0 0 0,0-1 0 0 0,0 1 0 0 0,-1 0 0 0 0,1 0 0 0 0,-1 1 0 0 0,1-1 0 0 0,-1 1 0 0 0,0 0 0 0 0,0 0 0 0 0,0 1 0 0 0,0-1 0 0 0,-1 1 0 0 0,1 0 0 0 0,-1 0 0 0 0,0 0 0 0 0,2 4-1 0 0,6 11 448 0 0,-1 0-1 0 0,14 35 0 0 0,-13-25 113 0 0,-10-27-578 0 0,1 7 653 0 0,-2-9-807 0 0,0 0-1 0 0,0 0 0 0 0,0 0 1 0 0,0 0-1 0 0,1 0 0 0 0,-1 0 0 0 0,0-1 1 0 0,0 1-1 0 0,0 0 0 0 0,0 0 1 0 0,0 0-1 0 0,0 0 0 0 0,0 0 1 0 0,1 0-1 0 0,-1 0 0 0 0,0 0 1 0 0,0 0-1 0 0,0 0 0 0 0,0 0 1 0 0,0 0-1 0 0,0 0 0 0 0,1 0 1 0 0,-1 0-1 0 0,0 0 0 0 0,0 0 0 0 0,0 0 1 0 0,0 0-1 0 0,0 1 0 0 0,0-1 1 0 0,0 0-1 0 0,1 0 0 0 0,-1 0 1 0 0,0 0-1 0 0,0 0 79 0 0,0 0-79 0 0,0 0 0 0 0,0 0 1 0 0,0 0-1 0 0,0 1 0 0 0,0-1 1 0 0,0 0-1 0 0,0 0 0 0 0,1 0 0 0 0,-1 0 1 0 0,0 0-1 0 0,0 0 0 0 0,0 0 1 0 0,0 1-1 0 0,0-1 0 0 0,0 0 1 0 0,0 0-1 0 0,0 0 0 0 0,0 0 1 0 0,0 0-1 0 0,0 0 0 0 0,0 1 1 0 0,0-1-1 0 0,0 0 0 0 0,0 0 1 0 0,-1 0-1 0 0,3-9-42 0 0,0-1 0 0 0,0 0 0 0 0,1 1-1 0 0,0 0 1 0 0,0 0 0 0 0,1 0 0 0 0,1 0 0 0 0,6-11 0 0 0,54-71-4575 0 0,-31 46-1957 0 0,-22 29 2927 0 0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7:50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 9 404 0 0,'7'-9'8392'0'0,"3"20"-8039"0"0,0-1-1 0 0,-1 1 1 0 0,0 1-1 0 0,-1-1 1 0 0,-1 2-1 0 0,0-1 1 0 0,0 1-1 0 0,-1 0 1 0 0,-1 0-1 0 0,0 0 1 0 0,-1 1-1 0 0,4 25 1 0 0,-1-2 103 0 0,-2 0 1 0 0,-2 0-1 0 0,-3 71 0 0 0,-2-85-395 0 0,-1 0 1 0 0,-1 0-1 0 0,-1-1 0 0 0,-1 1 1 0 0,-1-1-1 0 0,-1 0 1 0 0,0-1-1 0 0,-2 0 0 0 0,-1-1 1 0 0,0 0-1 0 0,-1 0 0 0 0,-2-1 1 0 0,0-1-1 0 0,-22 23 0 0 0,18-23-786 0 0,0-1 0 0 0,-1-2 0 0 0,-23 16 0 0 0,21-18-964 0 0,-1-1-1 0 0,0-1 0 0 0,-27 10 0 0 0,2-6-1947 0 0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7:52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43 268 0 0,'-27'-8'3741'0'0,"5"2"7448"0"0,74-5-10856 0 0,93-6 0 0 0,-40 19-1734 0 0,-87 0 167 0 0,0 0 1 0 0,0 2-1 0 0,25 8 0 0 0,-40-10 758 0 0,0-1-428 0 0,1 0-2432 0 0,5 1 628 0 0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7:53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31 108 0 0,'-30'-31'11837'0'0,"28"38"-11702"0"0,1-1 0 0 0,-1 1-1 0 0,1-1 1 0 0,1 1 0 0 0,0-1 0 0 0,0 1 0 0 0,0 0-1 0 0,0-1 1 0 0,3 8 0 0 0,-3-6-11 0 0,5 56-332 0 0,13 65 0 0 0,-12-103-1548 0 0,1 0 1 0 0,18 45 0 0 0,-16-57-1175 0 0,1-1 225 0 0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7:53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87 1216 0 0,'-4'-9'963'0'0,"-1"0"-1"0"0,0 0 1 0 0,-1 1-1 0 0,0 0 1 0 0,0 0-1 0 0,-1 0 1 0 0,0 1-1 0 0,-16-14 1160 0 0,21 23-2038 0 0,0 1 1 0 0,0-1-1 0 0,1 1 0 0 0,-1-1 0 0 0,1 1 0 0 0,0-1 0 0 0,0 1 0 0 0,0 0 0 0 0,0-1 0 0 0,0 1 1 0 0,0 0-1 0 0,1 0 0 0 0,-1 4 0 0 0,0-3 60 0 0,-11 56 489 0 0,3 2 1 0 0,-2 98 0 0 0,17 124 191 0 0,13-28-199 0 0,4 124-608 0 0,-23-369-489 0 0,0 1 0 0 0,-1-1 0 0 0,0 1 0 0 0,-1-1 0 0 0,0 1 0 0 0,-1-1 0 0 0,-6 18 0 0 0,-2-21-1814 0 0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7:53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15 330 920 0 0,'-2'-3'280'0'0,"0"0"-1"0"0,0 1 0 0 0,1-1 1 0 0,0-1-1 0 0,-1 1 1 0 0,1 0-1 0 0,0 0 1 0 0,1 0-1 0 0,-1-1 1 0 0,0 1-1 0 0,1 0 1 0 0,0-1-1 0 0,0 1 0 0 0,0 0 1 0 0,0-1-1 0 0,0 1 1 0 0,1-1-1 0 0,0 1 1 0 0,-1 0-1 0 0,3-4 1 0 0,-1 1-110 0 0,1 2 0 0 0,0-1 0 0 0,0 0 1 0 0,1 0-1 0 0,-1 1 0 0 0,1 0 0 0 0,0 0 1 0 0,0 0-1 0 0,0 0 0 0 0,1 0 0 0 0,7-4 0 0 0,35-19-268 0 0,1 3 0 0 0,2 1-1 0 0,0 3 1 0 0,103-27-1 0 0,-59 18-1866 0 0,-41 13-447 0 0,3 0 182 0 0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7:54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48 408 0 0,'-18'-47'10686'0'0,"18"49"-10628"0"0,0 1 0 0 0,-1-1 0 0 0,0 1 0 0 0,1-1 0 0 0,-1 0 0 0 0,0 1 0 0 0,0-1 0 0 0,0 0 0 0 0,0 0 0 0 0,0 1 0 0 0,-2 1 0 0 0,-3 6 88 0 0,-118 295 1917 0 0,96-224-1495 0 0,-33 157 1 0 0,54-193-440 0 0,1 1 1 0 0,2 1-1 0 0,2-1 0 0 0,9 90 0 0 0,-2-101-55 0 0,2-1-1 0 0,1 0 1 0 0,1 0-1 0 0,2-1 1 0 0,2 0-1 0 0,0-1 1 0 0,28 45-1 0 0,-22-44-187 0 0,2-1-1 0 0,42 48 1 0 0,-52-68-339 0 0,1-1 1 0 0,0 0-1 0 0,22 15 1 0 0,-27-21-204 0 0,1 0 0 0 0,0-1 0 0 0,0 0 0 0 0,0-1 0 0 0,0 0 0 0 0,1 0 0 0 0,14 3 0 0 0,-7-6-2739 0 0,-5 0 261 0 0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7:56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173 123 424 0 0,'-36'-17'5118'0'0,"19"8"146"0"0,14 13-4782 0 0,-7 14-142 0 0,1 0 0 0 0,0 1 0 0 0,1 0-1 0 0,1 0 1 0 0,-8 39 0 0 0,-10 110 733 0 0,1-5 26 0 0,24-160-1031 0 0,-1 5-36 0 0,0-5 148 0 0,0-7 887 0 0,-3-41-1060 0 0,2 0 0 0 0,1 0 1 0 0,3 0-1 0 0,11-66 1 0 0,0-4-89 0 0,-10 91 31 0 0,1-1 1 0 0,1 1 0 0 0,11-29 0 0 0,-16 52 44 0 0,0 0 0 0 0,0 1 0 0 0,0-1 0 0 0,0 1 0 0 0,1-1 0 0 0,-1 0 0 0 0,0 1 0 0 0,0-1 0 0 0,1 1 0 0 0,-1-1 0 0 0,0 1 0 0 0,1-1 0 0 0,-1 1 0 0 0,1 0 0 0 0,-1-1 1 0 0,1 1-1 0 0,-1-1 0 0 0,1 1 0 0 0,-1 0 0 0 0,1-1 0 0 0,-1 1 0 0 0,1 0 0 0 0,-1 0 0 0 0,1-1 0 0 0,-1 1 0 0 0,1 0 0 0 0,0 0 0 0 0,-1 0 0 0 0,1 0 0 0 0,-1 0 0 0 0,1 0 0 0 0,0 0 0 0 0,0 0 0 0 0,20 13-79 0 0,16 30 10 0 0,-35-39 60 0 0,56 80-39 0 0,-31-44 43 0 0,1-2-1 0 0,45 50 0 0 0,-61-76 23 0 0,24 24-20 0 0,42 34 0 0 0,-67-62 42 0 0,0 0-1 0 0,1 0 1 0 0,0-1-1 0 0,0 0 1 0 0,0-1 0 0 0,1-1-1 0 0,0 0 1 0 0,26 7 0 0 0,-37-12 5 0 0,0 0 0 0 0,0 1 0 0 0,0-1 0 0 0,0 0 0 0 0,0 0 0 0 0,0 0 0 0 0,0-1 0 0 0,0 1 1 0 0,0 0-1 0 0,0-1 0 0 0,0 1 0 0 0,0-1 0 0 0,0 0 0 0 0,0 0 0 0 0,0 1 0 0 0,0-1 1 0 0,-1-1-1 0 0,1 1 0 0 0,0 0 0 0 0,-1 0 0 0 0,1 0 0 0 0,1-3 0 0 0,0 0 20 0 0,0 0 0 0 0,0 0-1 0 0,-1 0 1 0 0,0 0-1 0 0,1 0 1 0 0,-2-1-1 0 0,1 0 1 0 0,0 1 0 0 0,0-6-1 0 0,2-8 69 0 0,-2 0 1 0 0,0 0-1 0 0,-1 1 0 0 0,-1-22 0 0 0,-2 4-7 0 0,1-15 70 0 0,-2 1 1 0 0,-3 0 0 0 0,-13-55 0 0 0,6 27-2313 0 0,13 75 1299 0 0,10-2-3787 0 0,-3 6-1572 0 0,13 13 2949 0 0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7:56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50 492 0 0,'2'23'3093'0'0,"-14"20"-927"0"0,1 7-752 0 0,11-41-1247 0 0,1 0 0 0 0,0 0 0 0 0,0 0 0 0 0,1-1 0 0 0,1 1 0 0 0,-1-1 0 0 0,1 1 0 0 0,1-1 0 0 0,-1 0 0 0 0,2 0 0 0 0,-1 0 0 0 0,1-1 0 0 0,0 1 0 0 0,0-1 0 0 0,1 0 0 0 0,7 6 0 0 0,-12-12-95 0 0,-1 0 0 0 0,1 0 0 0 0,-1 0 0 0 0,1 0 1 0 0,0-1-1 0 0,0 1 0 0 0,-1 0 0 0 0,1-1 1 0 0,0 1-1 0 0,0-1 0 0 0,0 1 0 0 0,-1-1 1 0 0,1 1-1 0 0,0-1 0 0 0,0 1 0 0 0,0-1 0 0 0,0 0 1 0 0,0 0-1 0 0,0 1 0 0 0,0-1 0 0 0,0 0 1 0 0,0 0-1 0 0,0 0 0 0 0,0 0 0 0 0,0 0 1 0 0,0 0-1 0 0,2-1 0 0 0,-2 0-7 0 0,0 1 1 0 0,0-1-1 0 0,0-1 0 0 0,1 1 1 0 0,-1 0-1 0 0,0 0 0 0 0,0 0 1 0 0,-1 0-1 0 0,1-1 0 0 0,0 1 1 0 0,0 0-1 0 0,-1-1 0 0 0,1 1 1 0 0,0-1-1 0 0,0-2 0 0 0,1-5 190 0 0,0 0-1 0 0,0 0 0 0 0,-1-1 0 0 0,0-15 1 0 0,-4-3 290 0 0,-1 0 1 0 0,-1 1 0 0 0,-1-1-1 0 0,-20-51 1 0 0,13 34-1280 0 0,12 43 138 0 0,-1 6-2601 0 0,-4 6 2431 0 0,-2 13-5258 0 0,8-13 2790 0 0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7:57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75 376 0 0,'3'6'606'0'0,"1"-1"0"0"0,-1 1 1 0 0,-1 0-1 0 0,1 0 0 0 0,3 11 0 0 0,7 19 529 0 0,-8-27-958 0 0,1 0 1 0 0,0-1 0 0 0,0 1 0 0 0,1-1-1 0 0,-1 0 1 0 0,2-1 0 0 0,9 8-1 0 0,-13-11-42 0 0,1 0 0 0 0,0 0 0 0 0,1-1 0 0 0,-1 0-1 0 0,1 0 1 0 0,-1-1 0 0 0,1 1 0 0 0,0-1 0 0 0,0 0-1 0 0,0-1 1 0 0,0 1 0 0 0,0-1 0 0 0,10 0 0 0 0,-15-1-66 0 0,1 0 0 0 0,-1 0 0 0 0,1 0-1 0 0,-1 0 1 0 0,1-1 0 0 0,-1 1 0 0 0,1 0 0 0 0,-1-1 0 0 0,0 1 0 0 0,1-1 0 0 0,-1 1 0 0 0,1-1 0 0 0,-1 0 0 0 0,0 0 0 0 0,0 0 0 0 0,1 1 0 0 0,-1-1 0 0 0,0 0-1 0 0,0 0 1 0 0,0-1 0 0 0,0 1 0 0 0,1-2 0 0 0,0 0 35 0 0,-1 0 1 0 0,0 0-1 0 0,0 0 0 0 0,0 0 0 0 0,0 0 1 0 0,0-1-1 0 0,-1 1 0 0 0,1 0 0 0 0,-1 0 1 0 0,0-5-1 0 0,-1-8 310 0 0,-1-1 1 0 0,0 0-1 0 0,-7-21 1 0 0,6 26-88 0 0,2 6-142 0 0,-1 0 0 0 0,2 0 0 0 0,-1 0 0 0 0,1-1 0 0 0,-1 1 0 0 0,2 0 0 0 0,-1 0 0 0 0,1 0 0 0 0,0 0 0 0 0,2-9-1 0 0,-2 13-165 0 0,0 0-1 0 0,0 0 0 0 0,0 0 0 0 0,0 0 0 0 0,1 0 0 0 0,-1 0 0 0 0,1 0 0 0 0,-1 1 0 0 0,1-1 1 0 0,-1 0-1 0 0,1 1 0 0 0,0-1 0 0 0,0 1 0 0 0,0 0 0 0 0,0 0 0 0 0,0 0 0 0 0,0 0 0 0 0,0 0 1 0 0,0 0-1 0 0,1 0 0 0 0,-1 1 0 0 0,0-1 0 0 0,0 1 0 0 0,1-1 0 0 0,-1 1 0 0 0,0 0 0 0 0,1 0 0 0 0,-1 0 1 0 0,0 0-1 0 0,1 1 0 0 0,-1-1 0 0 0,0 1 0 0 0,5 1 0 0 0,-1-1-30 0 0,1 1-1 0 0,-1 0 1 0 0,1 0-1 0 0,-1 1 1 0 0,0 0-1 0 0,0 0 1 0 0,0 1 0 0 0,0-1-1 0 0,0 1 1 0 0,-1 0-1 0 0,0 1 1 0 0,0-1-1 0 0,0 1 1 0 0,0 0-1 0 0,-1 1 1 0 0,6 8 0 0 0,-4-4-52 0 0,0 0 1 0 0,-1 1 0 0 0,0 0-1 0 0,0 0 1 0 0,-2 0 0 0 0,1 0-1 0 0,-1 1 1 0 0,2 22 0 0 0,-1 0-635 0 0,18-66 468 0 0,49-50 1 0 0,-69 80 220 0 0,0-1-1 0 0,0 1 1 0 0,0-1-1 0 0,1 1 1 0 0,-1 0-1 0 0,1 0 1 0 0,-1 0 0 0 0,1 0-1 0 0,0 0 1 0 0,0 1-1 0 0,0-1 1 0 0,0 1-1 0 0,0 0 1 0 0,0 0 0 0 0,0 0-1 0 0,0 0 1 0 0,0 1-1 0 0,1-1 1 0 0,-1 1-1 0 0,0 0 1 0 0,1 0 0 0 0,4 0-1 0 0,-4 2 26 0 0,0 0 0 0 0,0 1-1 0 0,-1-1 1 0 0,1 1 0 0 0,-1 0 0 0 0,0 0-1 0 0,0 0 1 0 0,0 0 0 0 0,0 0-1 0 0,0 1 1 0 0,-1-1 0 0 0,1 1 0 0 0,-1 0-1 0 0,0 0 1 0 0,0 0 0 0 0,0 0-1 0 0,-1 0 1 0 0,2 8 0 0 0,3 5-379 0 0,1 5-1315 0 0,0-6-4705 0 0,-2-6 3263 0 0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7:57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0 129 688 0 0,'4'0'7734'0'0,"10"0"-3865"0"0,89-5-2625 0 0,317-29 1156 0 0,-319 27-1895 0 0,-93 7-460 0 0,-6 0-15 0 0,0 0 1 0 0,0 0 0 0 0,0 0-1 0 0,0 0 1 0 0,0 0 0 0 0,0 0-1 0 0,0-1 1 0 0,0 1 0 0 0,0-1-1 0 0,-1 1 1 0 0,1-1 0 0 0,0 0 0 0 0,0 0-1 0 0,0 0 1 0 0,-1 0 0 0 0,1 0-1 0 0,-1 0 1 0 0,3-2 0 0 0,-3 1 11 0 0,-4-2-45 0 0,-48-41-6 0 0,41 37 0 0 0,9 7 12 0 0,-10-6-20 0 0,11 7 11 0 0,0 0 0 0 0,0-1 0 0 0,-1 1 0 0 0,1 0 0 0 0,0 0 0 0 0,0 0 0 0 0,0-1 0 0 0,0 1 0 0 0,-1 0 0 0 0,1 0 0 0 0,0 0 0 0 0,0 0 0 0 0,0-1 0 0 0,-1 1 0 0 0,1 0 0 0 0,0 0 0 0 0,0 0 0 0 0,-1 0 0 0 0,1 0 0 0 0,0 0 0 0 0,0 0 0 0 0,-1 0 0 0 0,1 0 0 0 0,0 0 1 0 0,0 0-1 0 0,-1 0 0 0 0,1 0 0 0 0,0 0 0 0 0,0 0 0 0 0,-1 0 0 0 0,1 0 0 0 0,0 0 0 0 0,0 0 0 0 0,-1 0 0 0 0,1 0 0 0 0,0 0 0 0 0,0 1 0 0 0,-1-1 0 0 0,1 0 0 0 0,0 0 0 0 0,0 0 0 0 0,0 0 0 0 0,0 0 0 0 0,-1 1 0 0 0,1-1 0 0 0,0 0 0 0 0,0 1 0 0 0,1 8-53 0 0,0 0-1 0 0,-1 1 0 0 0,0-1 1 0 0,0 1-1 0 0,-1-1 0 0 0,0 1 1 0 0,-1-1-1 0 0,0 1 0 0 0,0-1 1 0 0,-1 0-1 0 0,0 0 0 0 0,-1 0 1 0 0,0-1-1 0 0,0 1 0 0 0,-1-1 1 0 0,-6 9-1 0 0,5-11-274 0 0,1 1 1 0 0,-1-2-1 0 0,-1 1 0 0 0,1-1 1 0 0,-1 1-1 0 0,-11 6 0 0 0,-26 9-7605 0 0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7:59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80 376 0 0,'-34'-79'14089'0'0,"20"197"-12785"0"0,-11 359 479 0 0,20-433-1342 0 0,0-38-58 0 0,-1-25-357 0 0,4 13-74 0 0,1-1 0 0 0,0 0 1 0 0,0 1-1 0 0,1-1 0 0 0,0 0 0 0 0,0 1 1 0 0,1-1-1 0 0,0 0 0 0 0,0 1 1 0 0,1-1-1 0 0,-1 1 0 0 0,1-1 0 0 0,1 1 1 0 0,-1 0-1 0 0,1 0 0 0 0,0 0 1 0 0,0 0-1 0 0,1 0 0 0 0,0 1 1 0 0,0-1-1 0 0,0 1 0 0 0,1 0 0 0 0,0 0 1 0 0,0 1-1 0 0,0 0 0 0 0,0-1 1 0 0,1 2-1 0 0,-1-1 0 0 0,1 1 0 0 0,0 0 1 0 0,0 0-1 0 0,0 0 0 0 0,1 1 1 0 0,-1 0-1 0 0,1 0 0 0 0,-1 1 0 0 0,1-1 1 0 0,-1 2-1 0 0,1-1 0 0 0,0 1 1 0 0,0 0-1 0 0,10 1 0 0 0,-5 2-23 0 0,-1 0-1 0 0,1 1 1 0 0,-1 1-1 0 0,1 0 1 0 0,-1 0 0 0 0,-1 1-1 0 0,1 1 1 0 0,-1-1-1 0 0,0 2 1 0 0,-1-1-1 0 0,1 1 1 0 0,11 14-1 0 0,-18-19 61 0 0,0 0 0 0 0,-1 0 0 0 0,1 0 0 0 0,-1 0 0 0 0,0 1 0 0 0,0-1 0 0 0,0 1 0 0 0,0-1-1 0 0,0 1 1 0 0,-1 0 0 0 0,1-1 0 0 0,-1 1 0 0 0,0 0 0 0 0,-1 0 0 0 0,1 0 0 0 0,-1 0 0 0 0,1 0-1 0 0,-1 0 1 0 0,0 0 0 0 0,-1 0 0 0 0,1 0 0 0 0,-1 0 0 0 0,1 0 0 0 0,-1 0 0 0 0,0 0-1 0 0,-1-1 1 0 0,1 1 0 0 0,-1 0 0 0 0,0-1 0 0 0,0 1 0 0 0,0-1 0 0 0,0 1 0 0 0,0-1 0 0 0,-1 0-1 0 0,1 0 1 0 0,-1 0 0 0 0,0 0 0 0 0,0-1 0 0 0,0 1 0 0 0,0-1 0 0 0,-5 3 0 0 0,-9 6-28 0 0,0 0 0 0 0,0-2 1 0 0,-1 0-1 0 0,0-1 0 0 0,0-1 0 0 0,-1-1 1 0 0,0 0-1 0 0,0-1 0 0 0,-1-2 0 0 0,1 0 1 0 0,-32 1-1 0 0,47-4-142 0 0,1 0 0 0 0,-1-1 1 0 0,0 1-1 0 0,0-1 0 0 0,1 0 1 0 0,-1 0-1 0 0,0 0 0 0 0,1-1 0 0 0,-1 1 1 0 0,-3-3-1 0 0,-7-5-3314 0 0,12 5 86 0 0,2-9 259 0 0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8:00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1 336 0 0,'0'0'900'0'0,"28"19"3752"0"0,-18-6-3934 0 0,-1 1-1 0 0,0-1 1 0 0,-1 1 0 0 0,0 1-1 0 0,-1-1 1 0 0,-1 1 0 0 0,0 1-1 0 0,5 22 1 0 0,-10-35-611 0 0,0-3-99 0 0,-1 1 0 0 0,1 0 1 0 0,-1 0-1 0 0,1 0 1 0 0,-1 0-1 0 0,1 0 0 0 0,-1 0 1 0 0,0 0-1 0 0,0 0 0 0 0,1 0 1 0 0,-1 0-1 0 0,0 0 0 0 0,0 1 1 0 0,0-1-1 0 0,0 0 0 0 0,0 0 1 0 0,0 0-1 0 0,-1 0 0 0 0,1 0 1 0 0,-1 1-1 0 0,-3 3-1470 0 0,-21-29-7809 0 0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8:00.6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66 468 0 0,'3'-16'2699'0'0,"1"-1"-434"0"0,-4 14-1854 0 0,0 1-1 0 0,1-1 1 0 0,-1 1 0 0 0,1-1-1 0 0,0 1 1 0 0,0 0 0 0 0,0-1 0 0 0,0 1-1 0 0,0 0 1 0 0,0 0 0 0 0,3-3-1 0 0,-3 4 118 0 0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8:01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96 0 0,'9'11'679'0'0,"-1"1"0"0"0,-1 0 0 0 0,0 0 0 0 0,0 0 0 0 0,-1 1 1 0 0,-1 0-1 0 0,0 0 0 0 0,-1 1 0 0 0,0-1 0 0 0,3 28 0 0 0,-7-39-460 0 0,-1 11 379 0 0,-3-7 2799 0 0,3-10-3356 0 0,0 0 1 0 0,0 0-1 0 0,0-1 0 0 0,0 1 1 0 0,1 0-1 0 0,-1 0 1 0 0,1 0-1 0 0,1-1 1 0 0,-1 1-1 0 0,0 0 1 0 0,1 0-1 0 0,0 0 0 0 0,0 0 1 0 0,0 0-1 0 0,0 0 1 0 0,1 0-1 0 0,0 0 1 0 0,0 0-1 0 0,3-5 0 0 0,0 1-192 0 0,1 0-1 0 0,0 1 1 0 0,0-1-1 0 0,0 1 0 0 0,1 1 1 0 0,13-11-1 0 0,30-13-6787 0 0,-40 25 4347 0 0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8:01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92 195 124 0 0,'0'0'2333'0'0,"-3"3"-1580"0"0,-9 7 82 0 0,1 0 1 0 0,1 2-1 0 0,0-1 1 0 0,-13 19-1 0 0,20-25-660 0 0,0 1 0 0 0,0-1 1 0 0,1 0-1 0 0,0 1 0 0 0,0 0 0 0 0,0-1 0 0 0,0 1 0 0 0,1 0 0 0 0,0 0 1 0 0,0 0-1 0 0,1 0 0 0 0,0 0 0 0 0,0 0 0 0 0,1 11 0 0 0,-1-16-152 0 0,0 1-1 0 0,1-1 0 0 0,-1 0 0 0 0,0 1 1 0 0,0-1-1 0 0,1 0 0 0 0,-1 0 0 0 0,0 1 1 0 0,1-1-1 0 0,0 0 0 0 0,-1 0 0 0 0,1 0 1 0 0,0 1-1 0 0,-1-1 0 0 0,1 0 0 0 0,0 0 1 0 0,0 0-1 0 0,0-1 0 0 0,0 1 0 0 0,0 0 1 0 0,0 0-1 0 0,0 0 0 0 0,0-1 1 0 0,0 1-1 0 0,0 0 0 0 0,1-1 0 0 0,-1 1 1 0 0,0-1-1 0 0,0 1 0 0 0,1-1 0 0 0,-1 0 1 0 0,0 0-1 0 0,0 1 0 0 0,1-1 0 0 0,-1 0 1 0 0,0 0-1 0 0,1 0 0 0 0,-1 0 0 0 0,0-1 1 0 0,1 1-1 0 0,-1 0 0 0 0,0-1 0 0 0,0 1 1 0 0,1 0-1 0 0,-1-1 0 0 0,2 0 1 0 0,2-2 16 0 0,0 1 0 0 0,0-1 0 0 0,0 0 0 0 0,0 0 0 0 0,0 0 1 0 0,-1-1-1 0 0,1 1 0 0 0,7-9 0 0 0,-4-1-24 0 0,1 0-1 0 0,-2-1 1 0 0,0 0-1 0 0,0 0 1 0 0,-1 0 0 0 0,-1-1-1 0 0,-1 0 1 0 0,6-28-1 0 0,-7 21 394 0 0,0 0-1 0 0,-1 0 0 0 0,-2-1 0 0 0,0 1 1 0 0,-5-34-1 0 0,-3 20 3673 0 0,4 54-4259 0 0,0 1-1 0 0,1-1 1 0 0,1 1-1 0 0,1 0 1 0 0,1 0-1 0 0,0 0 1 0 0,2 0-1 0 0,0 0 1 0 0,5 21-1 0 0,2-5-1630 0 0,-5-18-467 0 0,0 2-4164 0 0,-1-7 3208 0 0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8:01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334 0 1124 0 0,'0'0'2912'0'0,"3"5"-2095"0"0,34 47 218 0 0,-3 1 0 0 0,-2 2 0 0 0,-3 2 0 0 0,-2 0-1 0 0,-3 2 1 0 0,21 75 0 0 0,-39-112-822 0 0,-1 0-1 0 0,-1 1 1 0 0,-1 0 0 0 0,0 42-1 0 0,-13 92 714 0 0,7-131-764 0 0,-1-1-1 0 0,-2 1 1 0 0,0-1 0 0 0,-2 0 0 0 0,-1-1-1 0 0,0 0 1 0 0,-2 0 0 0 0,-1-1-1 0 0,-1 0 1 0 0,-1-1 0 0 0,-16 20 0 0 0,0-7 174 0 0,-1 0 1 0 0,-2-2 0 0 0,-1-2 0 0 0,-1-1-1 0 0,-51 33 1 0 0,56-42-245 0 0,-57 37 117 0 0,26-25-3016 0 0,37-31-5537 0 0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8:04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62 500 0 0,'-59'6'4010'0'0,"-3"-1"3731"0"0,104-19-7214 0 0,-20 5-292 0 0,24-6 113 0 0,52-9 1 0 0,-79 20-1035 0 0,-1 1-1 0 0,1 1 1 0 0,0 1-1 0 0,0 1 1 0 0,35 3 0 0 0,-50-2 195 0 0,3 2-3764 0 0,4-1 1525 0 0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8:04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6 1004 0 0,'-1'0'204'0'0,"1"0"1"0"0,0-1-1 0 0,-1 1 0 0 0,1-1 0 0 0,-1 1 0 0 0,1-1 1 0 0,0 1-1 0 0,-1 0 0 0 0,1-1 0 0 0,-1 1 0 0 0,1 0 1 0 0,-1 0-1 0 0,0-1 0 0 0,1 1 0 0 0,-1 0 0 0 0,1 0 1 0 0,-1 0-1 0 0,1 0 0 0 0,-1 0 0 0 0,0 0 0 0 0,1 0 1 0 0,-1 0-1 0 0,1 0 0 0 0,-1 0 0 0 0,1 0 0 0 0,-1 0 1 0 0,0 0-1 0 0,1 0 0 0 0,-1 0 0 0 0,1 0 0 0 0,-1 1 1 0 0,1-1-1 0 0,-1 0 0 0 0,1 0 0 0 0,-1 1 1 0 0,1-1-1 0 0,-1 0 0 0 0,1 1 0 0 0,-1 0 0 0 0,2 25 3525 0 0,2-8-4267 0 0,1 37 380 0 0,8 56-1730 0 0,-9-99 409 0 0,0 0 0 0 0,0 0 0 0 0,11 21 0 0 0,-6-20-998 0 0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8:04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93 612 0 0,'-54'-87'8359'0'0,"53"86"-7743"0"0,-1-1 134 0 0,2 2-724 0 0,0 0 1 0 0,-1 0 0 0 0,1 0 0 0 0,0-1-1 0 0,0 1 1 0 0,0 0 0 0 0,-1 0 0 0 0,1 0-1 0 0,0-1 1 0 0,0 1 0 0 0,0 0-1 0 0,-1 0 1 0 0,1 0 0 0 0,0 0 0 0 0,0 0-1 0 0,-1 0 1 0 0,1 0 0 0 0,0-1 0 0 0,-1 1-1 0 0,1 0 1 0 0,0 0 0 0 0,0 0 0 0 0,-1 0-1 0 0,1 0 1 0 0,0 0 0 0 0,0 0 0 0 0,-1 0-1 0 0,1 1 1 0 0,0-1 0 0 0,-1 0 0 0 0,1 0-1 0 0,0 0 1 0 0,0 0 0 0 0,-1 0 0 0 0,1 0-1 0 0,0 0 1 0 0,0 1 0 0 0,0-1-1 0 0,-1 0 1 0 0,1 0 0 0 0,0 1 0 0 0,-6 9 156 0 0,0 1 1 0 0,2 1 0 0 0,-1-1 0 0 0,1 1 0 0 0,1-1-1 0 0,-3 16 1 0 0,-9 79 364 0 0,15-100-511 0 0,-31 502 1237 0 0,30-420-1177 0 0,1-11-558 0 0,-13 105 1 0 0,-2-124-3709 0 0,5-53-589 0 0</inkml:trace>
  <inkml:trace contextRef="#ctx0" brushRef="#br0" timeOffset="1">1 846 584 0 0,'0'0'868'0'0,"3"-17"-112"0"0,0 6-80 0 0,1 2-68 0 0,5-2-68 0 0,3-3-44 0 0,0 3-48 0 0,1 0-52 0 0,3 0-83 0 0,6-3-113 0 0,2 2-48 0 0,2 0-148 0 0,3-1-100 0 0,8-2-116 0 0,1 1-145 0 0,-10 4-539 0 0,1 2-972 0 0,0-5 428 0 0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8:05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312 68 68 0 0,'-2'-12'2428'0'0,"-4"-27"1834"0"0,5 23 194 0 0,-14 35-3978 0 0,11-15-392 0 0,-23 36 220 0 0,3 0 0 0 0,1 2 0 0 0,-19 50 0 0 0,-39 135 261 0 0,59-160-375 0 0,3 2 0 0 0,3-1 0 0 0,-11 109 0 0 0,25-150-154 0 0,1 0-1 0 0,1 0 1 0 0,2 1-1 0 0,0-2 1 0 0,2 1-1 0 0,1 0 1 0 0,1-1 0 0 0,1 0-1 0 0,1 0 1 0 0,2 0-1 0 0,0-2 1 0 0,20 34-1 0 0,-24-48-141 0 0,1 0 0 0 0,0-1 0 0 0,0 1 1 0 0,1-2-1 0 0,1 1 0 0 0,0-1 0 0 0,0 0 0 0 0,0-1 0 0 0,1 0 0 0 0,17 10 0 0 0,-19-14-255 0 0,-1 0 0 0 0,1 0 0 0 0,0 0 0 0 0,0-1 1 0 0,0 0-1 0 0,14 1 0 0 0,-14-3-319 0 0,-1 1 1 0 0,1-2-1 0 0,-1 1 0 0 0,1-1 1 0 0,-1 0-1 0 0,0-1 0 0 0,1 0 1 0 0,6-3-1 0 0,9-5-2177 0 0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8:05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96 113 448 0 0,'-11'-14'3223'0'0,"11"13"-3052"0"0,-1 1-1 0 0,1-1 1 0 0,0 0-1 0 0,-1 1 1 0 0,1-1-1 0 0,0 1 1 0 0,-1 0-1 0 0,1-1 1 0 0,-1 1-1 0 0,1-1 1 0 0,-1 1 0 0 0,1-1-1 0 0,-1 1 1 0 0,1 0-1 0 0,-1-1 1 0 0,1 1-1 0 0,-1 0 1 0 0,1 0-1 0 0,-1 0 1 0 0,0-1-1 0 0,1 1 1 0 0,-1 0-1 0 0,1 0 1 0 0,-1 0-1 0 0,0 0 1 0 0,1 0 0 0 0,-2 0-1 0 0,-7 20 209 0 0,1-1 0 0 0,0 2-1 0 0,2-1 1 0 0,0 1 0 0 0,1 0-1 0 0,1 0 1 0 0,-1 28 0 0 0,-4 16 231 0 0,2-1 206 0 0,7-62-625 0 0,-1 4 3378 0 0,0-48-3384 0 0,1 1 0 0 0,3-1 0 0 0,1 1 0 0 0,13-53 0 0 0,-7 29-149 0 0,0 27-22 0 0,1-13-341 0 0,-11 51 321 0 0,0 0-1 0 0,0 0 1 0 0,0-1-1 0 0,0 1 1 0 0,0 0-1 0 0,0 0 1 0 0,0 0-1 0 0,0-1 1 0 0,1 1-1 0 0,-1 0 1 0 0,0 0-1 0 0,0 0 1 0 0,0 0-1 0 0,0-1 1 0 0,0 1-1 0 0,0 0 1 0 0,1 0-1 0 0,-1 0 1 0 0,0 0-1 0 0,0 0 1 0 0,0-1 0 0 0,0 1-1 0 0,1 0 1 0 0,-1 0-1 0 0,0 0 1 0 0,0 0-1 0 0,0 0 1 0 0,1 0-1 0 0,-1 0 1 0 0,0 0-1 0 0,0 0 1 0 0,0 0-1 0 0,1 0 1 0 0,-1 0-1 0 0,0 0 1 0 0,0 0-1 0 0,0 0 1 0 0,1 0-1 0 0,-1 0 1 0 0,0 0-1 0 0,0 0 1 0 0,0 0-1 0 0,1 0 1 0 0,-1 0-1 0 0,0 0 1 0 0,0 1-1 0 0,0-1 1 0 0,0 0-1 0 0,1 0 1 0 0,-1 0-1 0 0,0 0 1 0 0,0 0-1 0 0,0 0 1 0 0,0 1-1 0 0,0-1 1 0 0,1 0-1 0 0,-1 0 1 0 0,0 0-1 0 0,0 0 1 0 0,0 1-1 0 0,0-1 1 0 0,0 0-1 0 0,0 0 1 0 0,0 0 0 0 0,0 1-1 0 0,0-1 1 0 0,0 0-1 0 0,0 0 1 0 0,0 1-1 0 0,10 10-99 0 0,5 16-24 0 0,-1 1 0 0 0,11 32 0 0 0,-14-31 43 0 0,2-1-1 0 0,17 30 0 0 0,-1-15-49 0 0,41 45 1 0 0,-70-87 461 0 0,3-5-236 0 0,3-2-29 0 0,-1-1 0 0 0,0 1 1 0 0,0-2-1 0 0,-1 1 0 0 0,0 0 0 0 0,0-1 0 0 0,-1 0 0 0 0,0 1 0 0 0,0-1 0 0 0,2-15 1 0 0,2-15 107 0 0,2-44 0 0 0,3-13-40 0 0,-11 53-1834 0 0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8:06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1 584 0 0,'0'0'853'0'0,"-4"3"-38"0"0,-2 3-500 0 0,0 0 0 0 0,0 0-1 0 0,1 1 1 0 0,0 0 0 0 0,0 0-1 0 0,1 1 1 0 0,0-1 0 0 0,0 1-1 0 0,1 0 1 0 0,-1 0 0 0 0,2 0-1 0 0,-1 0 1 0 0,1 1 0 0 0,1-1-1 0 0,-1 1 1 0 0,2-1 0 0 0,-1 1-1 0 0,1-1 1 0 0,0 1 0 0 0,1 0-1 0 0,0-1 1 0 0,2 11 0 0 0,-2-16-252 0 0,0-1 0 0 0,0 1 0 0 0,0-1 1 0 0,0 1-1 0 0,0-1 0 0 0,0 1 1 0 0,1-1-1 0 0,-1 0 0 0 0,1 0 1 0 0,0 0-1 0 0,0 0 0 0 0,0 0 1 0 0,0 0-1 0 0,0 0 0 0 0,0-1 1 0 0,0 1-1 0 0,0-1 0 0 0,1 0 0 0 0,-1 1 1 0 0,0-1-1 0 0,1 0 0 0 0,3 1 1 0 0,-3-2 110 0 0,27-10 682 0 0,-26 4-744 0 0,1 1 0 0 0,-1-1 0 0 0,-1 0-1 0 0,1-1 1 0 0,-1 1 0 0 0,0 0 0 0 0,-1-1 0 0 0,0 0 0 0 0,0 0 0 0 0,0 1 0 0 0,0-1 0 0 0,-1 0 0 0 0,-1 0 0 0 0,1-1 0 0 0,-1 1 0 0 0,0 0-1 0 0,-1 0 1 0 0,1 0 0 0 0,-2 0 0 0 0,1 0 0 0 0,-1 0 0 0 0,0 1 0 0 0,0-1 0 0 0,0 0 0 0 0,-1 1 0 0 0,0-1 0 0 0,-1 1 0 0 0,0 0-1 0 0,-7-10 1 0 0,10 15-222 0 0,0 0-1 0 0,-1 0 1 0 0,1 0-1 0 0,0 0 1 0 0,0 0-1 0 0,-1 0 1 0 0,1 1-1 0 0,0-1 1 0 0,-1 0-1 0 0,1 1 1 0 0,-1-1-1 0 0,1 1 1 0 0,-1-1-1 0 0,1 1 1 0 0,-1 0-1 0 0,1 0 1 0 0,-1 0-1 0 0,1 0 1 0 0,-1 0-1 0 0,1 0 0 0 0,-1 0 1 0 0,1 0-1 0 0,-1 0 1 0 0,1 1-1 0 0,-4 0 1 0 0,-17 11-7121 0 0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8:06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1096 0 0,'0'0'1958'0'0,"6"34"1960"0"0,-5-24-3652 0 0,1 0 0 0 0,0 0 0 0 0,0 0 0 0 0,1 0 0 0 0,0 0 0 0 0,1-1 0 0 0,0 1 0 0 0,1-1 0 0 0,0 0 0 0 0,0 0 0 0 0,1-1 0 0 0,0 1 0 0 0,0-1 0 0 0,1-1 0 0 0,0 1 0 0 0,1-1 0 0 0,0 0 0 0 0,0-1 0 0 0,14 9 0 0 0,-21-14-22 0 0,2-2-156 0 0,0 1-1 0 0,-1-1 0 0 0,1 0 1 0 0,-1 0-1 0 0,1 0 0 0 0,-1 0 0 0 0,1 0 1 0 0,-1 0-1 0 0,0-1 0 0 0,1 1 0 0 0,-1-1 1 0 0,0 0-1 0 0,0 0 0 0 0,0 0 1 0 0,0 0-1 0 0,-1 0 0 0 0,1 0 0 0 0,-1 0 1 0 0,1 0-1 0 0,-1-1 0 0 0,1 1 0 0 0,-1 0 1 0 0,0-1-1 0 0,1-4 0 0 0,18-64 1110 0 0,-19 68-1144 0 0,6-55 307 0 0,-6 56-596 0 0,-2-9-421 0 0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8:07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24 696 0 0,'11'5'3665'0'0,"-11"11"-2715"0"0,1-1 0 0 0,-2 0 0 0 0,0 0 0 0 0,0 0-1 0 0,-8 26 1 0 0,5-25-172 0 0,1-7 1107 0 0,2-14-432 0 0,0-10-1798 0 0,1 2 458 0 0,0 0 0 0 0,1 0 0 0 0,0 0 0 0 0,1 1-1 0 0,6-22 1 0 0,-5 21-45 0 0,-3 12-69 0 0,0 0 0 0 0,0 0 0 0 0,1 0 0 0 0,-1 0 0 0 0,0 0 0 0 0,0 0 0 0 0,0 0 0 0 0,1 0 0 0 0,-1 0 0 0 0,1 0 0 0 0,-1 0 0 0 0,0 1 0 0 0,1-1 0 0 0,0 0 0 0 0,-1 0 0 0 0,1 0 0 0 0,-1 1 0 0 0,1-1 0 0 0,0 0 0 0 0,0 1 0 0 0,-1-1 0 0 0,1 1 0 0 0,0-1 0 0 0,0 1 0 0 0,0-1 0 0 0,-1 1 0 0 0,1-1 0 0 0,0 1 0 0 0,0 0 0 0 0,0-1 0 0 0,0 1 0 0 0,0 0 0 0 0,0 0 0 0 0,0 0 0 0 0,0 0 0 0 0,0 0 0 0 0,0 0 0 0 0,0 0 0 0 0,0 0 0 0 0,0 0 0 0 0,0 0 0 0 0,0 1-1 0 0,0-1 1 0 0,1 1 0 0 0,4 2-9 0 0,1 0-1 0 0,-1 1 0 0 0,1 0 0 0 0,-1 1 0 0 0,6 4 0 0 0,6 5 13 0 0,11 4 20 0 0,-11-6 147 0 0,0-2-1 0 0,1 0 0 0 0,38 15 0 0 0,-56-25 23 0 0,2-4-2 0 0,0-1-1 0 0,0 0 0 0 0,-1 0 0 0 0,1 0 0 0 0,-1 0 0 0 0,0 0 0 0 0,1-10 0 0 0,12-56-362 0 0,-15 68-257 0 0,3-10-3096 0 0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8:09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1 170 520 0 0,'0'0'20204'0'0,"7"0"-20180"0"0,273-26 143 0 0,-60 4-110 0 0,-151 14-26 0 0,30 0 67 0 0,-97 8-43 0 0,0-1-74 0 0,-1 2 10 0 0,-1-1 0 0 0,0 0-1 0 0,0 0 1 0 0,1 0 0 0 0,-1 0-1 0 0,0 0 1 0 0,0 0 0 0 0,0 0-1 0 0,1 0 1 0 0,-1 0 0 0 0,0 0-1 0 0,0 0 1 0 0,1 0 0 0 0,-1 0-1 0 0,0 0 1 0 0,0 0 0 0 0,0 0-1 0 0,1 0 1 0 0,-1 0 0 0 0,0 0-1 0 0,0-1 1 0 0,1 1 0 0 0,-1 0 0 0 0,0 0-1 0 0,0 0 1 0 0,0 0 0 0 0,0 0-1 0 0,1-1 1 0 0,-1 1 0 0 0,0 0-1 0 0,0 0 1 0 0,0 0 0 0 0,0 0-1 0 0,0-1 1 0 0,1 1 0 0 0,-1 0-1 0 0,0 0 1 0 0,0 0 0 0 0,0-1-1 0 0,0 1 1 0 0,0 0 0 0 0,0 0-1 0 0,0-1 1 0 0,0 1 0 0 0,0 0-1 0 0,0 0 1 0 0,0 0 0 0 0,0-1 0 0 0,0 1-1 0 0,-15-10-278 0 0,0 2 1 0 0,0 0-1 0 0,-1 0 0 0 0,0 2 0 0 0,0 0 0 0 0,-28-7 0 0 0,-39-14-647 0 0,59 14 99 0 0,50 19 569 0 0,-23-5 307 0 0,3 2-33 0 0,0 0-1 0 0,0 0 0 0 0,-1 0 1 0 0,1 1-1 0 0,-1 0 0 0 0,0 1 1 0 0,0-1-1 0 0,0 1 0 0 0,-1 0 1 0 0,0 0-1 0 0,0 0 1 0 0,0 1-1 0 0,0-1 0 0 0,-1 1 1 0 0,0 0-1 0 0,0 0 0 0 0,0 0 1 0 0,-1 0-1 0 0,2 10 1 0 0,-3-11 36 0 0,0 1 0 0 0,-1-1 0 0 0,0 1 0 0 0,0-1 0 0 0,0 1 0 0 0,-1-1 0 0 0,0 0 0 0 0,0 1 1 0 0,0-1-1 0 0,-1 0 0 0 0,0 1 0 0 0,0-1 0 0 0,0 0 0 0 0,0 0 0 0 0,-1 0 0 0 0,0-1 1 0 0,0 1-1 0 0,0-1 0 0 0,0 1 0 0 0,-1-1 0 0 0,0 0 0 0 0,0-1 0 0 0,0 1 0 0 0,0 0 0 0 0,-7 3 1 0 0,-5 4-436 0 0,-1-1 0 0 0,0 0 0 0 0,0-1 0 0 0,-1-1 0 0 0,-36 11 0 0 0,47-17-414 0 0,-14 4-883 0 0,6-6-4828 0 0,0-1 2838 0 0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8:11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1 724 44 0 0,'0'0'5843'0'0,"4"0"-5369"0"0,7-1-188 0 0,0 0-1 0 0,-1-1 0 0 0,1-1 0 0 0,-1 0 1 0 0,1 0-1 0 0,-1-1 0 0 0,0 0 1 0 0,0-1-1 0 0,-1 0 0 0 0,1-1 0 0 0,-1 0 1 0 0,0 0-1 0 0,8-8 0 0 0,0-1-15 0 0,-1 0 1 0 0,0 0-1 0 0,-2-2 0 0 0,0 1 0 0 0,21-33 0 0 0,-23 24-167 0 0,0-1 0 0 0,-1 0 0 0 0,-2 0 0 0 0,0-1 0 0 0,-2 0-1 0 0,-1-1 1 0 0,-1 1 0 0 0,-2-1 0 0 0,-1 0 0 0 0,0 0 0 0 0,-3 0 0 0 0,0 0-1 0 0,-1 0 1 0 0,-2 0 0 0 0,-9-33 0 0 0,1 34 201 0 0,-2-11 130 0 0,-4 58-446 0 0,15-17 11 0 0,-5 9-1 0 0,1 1 1 0 0,1 0-1 0 0,0 0 1 0 0,1 1 0 0 0,0 0-1 0 0,1-1 1 0 0,-3 18-1 0 0,2-7 4 0 0,-6 28 59 0 0,-6 71-1 0 0,8-44 0 0 0,-3 125 97 0 0,11-154-111 0 0,2 20 25 0 0,-3 31 92 0 0,2-82 49 0 0,5-21 580 0 0,14-31 836 0 0,-9 14-1881 0 0,-3 8 237 0 0,1 0-1 0 0,0 1 1 0 0,1 0-1 0 0,0 0 1 0 0,15-11 0 0 0,-23 20-13 0 0,-1 1 23 0 0,0-1 1 0 0,0 1 0 0 0,1-1-1 0 0,-1 1 1 0 0,0-1-1 0 0,1 1 1 0 0,-1-1 0 0 0,0 1-1 0 0,1 0 1 0 0,-1-1-1 0 0,1 1 1 0 0,-1-1-1 0 0,1 1 1 0 0,-1 0 0 0 0,1 0-1 0 0,-1-1 1 0 0,1 1-1 0 0,-1 0 1 0 0,1 0 0 0 0,-1 0-1 0 0,1 0 1 0 0,-1-1-1 0 0,1 1 1 0 0,0 0-1 0 0,-1 0 1 0 0,1 0 0 0 0,-1 0-1 0 0,1 0 1 0 0,-1 1-1 0 0,1-1 1 0 0,0 0-1 0 0,-1 0 1 0 0,1 0 0 0 0,0 1-1 0 0,23 4-122 0 0,-17-1 114 0 0,0-1 1 0 0,-1 1-1 0 0,1 0 0 0 0,-1 1 1 0 0,0 0-1 0 0,5 5 1 0 0,-5-5-39 0 0,-1 1 1 0 0,1-2 0 0 0,0 1-1 0 0,0-1 1 0 0,1 0 0 0 0,0 0 0 0 0,-1 0-1 0 0,1-1 1 0 0,9 3 0 0 0,-9-4-48 0 0,1-1 0 0 0,-1 1 0 0 0,0-1 0 0 0,1 0 0 0 0,-1-1 0 0 0,1 0 0 0 0,-1 0 0 0 0,1-1 0 0 0,-1 1 0 0 0,0-2 0 0 0,1 1 0 0 0,-1-1 0 0 0,0 0 0 0 0,0 0 0 0 0,0-1 0 0 0,0 0 0 0 0,0-1 0 0 0,-1 1 0 0 0,1-1 0 0 0,-1 0 0 0 0,0-1 1 0 0,0 0-1 0 0,-1 1 0 0 0,9-11 0 0 0,-7 7 288 0 0,-1 1 1 0 0,0-1-1 0 0,-1 0 0 0 0,1-1 1 0 0,3-8-1 0 0,-9 15 672 0 0,0 8-838 0 0,0 23 39 0 0,3-2-20 0 0,7-5-10 0 0,-10-22-28 0 0,1 0-1 0 0,-1 1 1 0 0,0-1 0 0 0,0 1 0 0 0,1-1-1 0 0,-1 0 1 0 0,0 1 0 0 0,1-1 0 0 0,-1 1-1 0 0,0-1 1 0 0,1 0 0 0 0,-1 1 0 0 0,0-1-1 0 0,1 0 1 0 0,-1 0 0 0 0,1 1 0 0 0,-1-1 0 0 0,0 0-1 0 0,1 0 1 0 0,-1 0 0 0 0,1 0 0 0 0,-1 1-1 0 0,1-1 1 0 0,-1 0 0 0 0,1 0 0 0 0,-1 0-1 0 0,1 0 1 0 0,-1 0 0 0 0,1 0 0 0 0,-1 0-1 0 0,1 0 1 0 0,-1 0 0 0 0,1 0 0 0 0,-1-1-1 0 0,1 1 1 0 0,-1 0 0 0 0,0 0 0 0 0,1 0 0 0 0,-1-1-1 0 0,1 1 1 0 0,-1 0 0 0 0,0 0 0 0 0,1-1-1 0 0,-1 1 1 0 0,1 0 0 0 0,-1-1 0 0 0,0 1-1 0 0,1 0 1 0 0,-1-1 0 0 0,1 0 0 0 0,15-18 168 0 0,4-15-67 0 0,-2-2 1 0 0,-2 0 0 0 0,-1-1-1 0 0,-2 0 1 0 0,10-45-1 0 0,-18 62-79 0 0,14-48 14 0 0,-9 27-39 0 0,1 1 1 0 0,34-74-1 0 0,-43 110-24 0 0,2-1-6 0 0,-1 29-137 0 0,-1 0 0 0 0,-2 45 0 0 0,-8 23 123 0 0,2-20 40 0 0,3 77 0 0 0,3-132 0 0 0,1 1 1 0 0,1-1 0 0 0,1 0-1 0 0,7 24 1 0 0,-9-36-4 0 0,0-1-1 0 0,1-1 1 0 0,-1 1-1 0 0,1 0 1 0 0,0 0-1 0 0,0-1 1 0 0,0 1 0 0 0,1-1-1 0 0,-1 1 1 0 0,1-1-1 0 0,0 0 1 0 0,0 0 0 0 0,0 0-1 0 0,0-1 1 0 0,1 1-1 0 0,-1-1 1 0 0,1 0 0 0 0,-1 1-1 0 0,1-2 1 0 0,0 1-1 0 0,0 0 1 0 0,0-1 0 0 0,0 0-1 0 0,6 2 1 0 0,-2-3 10 0 0,0 1 0 0 0,0-1 1 0 0,0-1-1 0 0,0 0 0 0 0,0 0 1 0 0,-1 0-1 0 0,1-1 0 0 0,0 0 1 0 0,-1-1-1 0 0,0 1 0 0 0,1-1 1 0 0,-1-1-1 0 0,8-4 0 0 0,-10 3 66 0 0,0 1-1 0 0,0 0 1 0 0,-1-1-1 0 0,1 0 0 0 0,-1 0 1 0 0,0-1-1 0 0,0 1 0 0 0,3-8 1 0 0,-3 7 98 0 0,-4 5 100 0 0,1-18 976 0 0,2 9-429 0 0,-1 11-344 0 0,-3 5-636 0 0,0 0 0 0 0,1-1-1 0 0,0 1 1 0 0,1 0 0 0 0,-1 0-1 0 0,1 0 1 0 0,0 0 0 0 0,1 0-1 0 0,1 6 1 0 0,-1-9-219 0 0,-1-1-1 0 0,0 1 1 0 0,1-1 0 0 0,-1 0 0 0 0,1 0-1 0 0,0 0 1 0 0,-1 0 0 0 0,1 0 0 0 0,4 3-1 0 0,-2-2-453 0 0,-1-1 0 0 0,0 0-1 0 0,1-1 1 0 0,0 1-1 0 0,-1-1 1 0 0,1 1-1 0 0,0-1 1 0 0,4 1 0 0 0,10 1-3027 0 0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8:14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57 48 0 0,'-30'-21'2122'0'0,"-13"-13"2743"0"0,41 32-4255 0 0,26 27 2373 0 0,54 57-2511 0 0,-48-44-286 0 0,-2 1 1 0 0,-1 1 0 0 0,-3 1-1 0 0,-1 1 1 0 0,-2 1-1 0 0,-2 1 1 0 0,-2 1 0 0 0,-2 0-1 0 0,11 56 1 0 0,-19-58-67 0 0,-2-1 0 0 0,-2 1 0 0 0,-2 0 0 0 0,-2 0 0 0 0,-1 0 1 0 0,-3 0-1 0 0,-1-1 0 0 0,-20 68 0 0 0,18-81-4 0 0,-2-1 1 0 0,-1 0-1 0 0,-1 0 1 0 0,-1-1 0 0 0,-2-1-1 0 0,-1-1 1 0 0,0 0-1 0 0,-2-1 1 0 0,-1 0-1 0 0,-1-2 1 0 0,-1 0-1 0 0,0-2 1 0 0,-28 21-1 0 0,-147 83 2381 0 0,169-113-2555 0 0,19-16-1415 0 0,11-14-258 0 0,17-15-1334 0 0,-2 10-2420 0 0,-3 6 1906 0 0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8:14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90 16 0 0,'0'0'2205'0'0,"-1"0"-2056"0"0,1-1 0 0 0,0 1 1 0 0,-1-1-1 0 0,1 1 0 0 0,0-1 0 0 0,0 1 1 0 0,-1-1-1 0 0,1 1 0 0 0,0-1 0 0 0,0 1 1 0 0,0-1-1 0 0,0 1 0 0 0,-1-1 0 0 0,1 1 1 0 0,0-1-1 0 0,0 1 0 0 0,0-1 0 0 0,0 1 1 0 0,0-1-1 0 0,0 1 0 0 0,1-1 0 0 0,-1 0 1 0 0,0 1-1 0 0,0-1 0 0 0,0 1 1 0 0,0-1-1 0 0,1 1 0 0 0,-1-1 0 0 0,16-9 331 0 0,0 0 0 0 0,1 1 0 0 0,1 1-1 0 0,-1 1 1 0 0,1 0 0 0 0,0 1 0 0 0,0 1-1 0 0,1 1 1 0 0,0 1 0 0 0,-1 0 0 0 0,39 0-1 0 0,-53 3-600 0 0,0 1 0 0 0,0-1 0 0 0,0 0 0 0 0,0 1 0 0 0,0 0 0 0 0,0 0-1 0 0,0 0 1 0 0,-1 1 0 0 0,1-1 0 0 0,5 4 0 0 0,-8-4-220 0 0,0 0-1 0 0,1-1 1 0 0,-1 1 0 0 0,0 0 0 0 0,0 0 0 0 0,0 1 0 0 0,0-1 0 0 0,0 0 0 0 0,0 0 0 0 0,0 0-1 0 0,-1 1 1 0 0,1-1 0 0 0,0 0 0 0 0,-1 1 0 0 0,1-1 0 0 0,-1 0 0 0 0,1 1 0 0 0,0 1-1 0 0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8:14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1 196 0 0,'-1'2'361'0'0,"-7"19"4821"0"0,8-20-5120 0 0,1 0-1 0 0,0-1 0 0 0,0 1 1 0 0,0 0-1 0 0,0-1 0 0 0,1 1 1 0 0,-1-1-1 0 0,0 1 0 0 0,0-1 1 0 0,0 0-1 0 0,0 1 0 0 0,0-1 1 0 0,1 0-1 0 0,-1 0 0 0 0,0 0 1 0 0,0 0-1 0 0,0 0 0 0 0,1 0 1 0 0,-1 0-1 0 0,0 0 0 0 0,0 0 1 0 0,2-1-1 0 0,29-1 70 0 0,57-3-700 0 0,-30-3-2901 0 0,-38 6 1644 0 0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8:15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5 892 0 0,'0'0'142'0'0,"0"-1"1"0"0,0 1-1 0 0,0 0 1 0 0,0 0-1 0 0,0 0 1 0 0,-1-1-1 0 0,1 1 0 0 0,0 0 1 0 0,0 0-1 0 0,0-1 1 0 0,0 1-1 0 0,0 0 0 0 0,-1 0 1 0 0,1 0-1 0 0,0 0 1 0 0,0 0-1 0 0,0-1 1 0 0,0 1-1 0 0,-1 0 0 0 0,1 0 1 0 0,0 0-1 0 0,0 0 1 0 0,-1 0-1 0 0,1 0 0 0 0,0 0 1 0 0,0 0-1 0 0,0 0 1 0 0,-1-1-1 0 0,1 1 0 0 0,0 0 1 0 0,0 0-1 0 0,-1 0 1 0 0,1 0-1 0 0,0 1 1 0 0,0-1-1 0 0,-1 0 0 0 0,1 0 1 0 0,0 0-1 0 0,0 0 1 0 0,-1 0-1 0 0,1 0 0 0 0,0 0 1 0 0,0 0-1 0 0,0 0 1 0 0,-1 1-1 0 0,1-1 0 0 0,0 0 1 0 0,0 0-1 0 0,0 0 1 0 0,0 0-1 0 0,-1 1 1 0 0,1-1-1 0 0,0 0 0 0 0,0 0 1 0 0,0 0-1 0 0,0 1 1 0 0,0-1-1 0 0,0 0 0 0 0,-1 0 1 0 0,1 0-1 0 0,0 1 1 0 0,0-1-1 0 0,-8 29 2977 0 0,-3 53-2881 0 0,9-68 844 0 0,-24 313 2316 0 0,20-270-7315 0 0,5-46-7 0 0</inkml:trace>
  <inkml:trace contextRef="#ctx0" brushRef="#br0" timeOffset="1">186 362 1136 0 0,'0'0'4761'0'0,"7"-24"2796"0"0,-3 17-7962 0 0,25-4-7248 0 0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8:15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1 492 0 0,'0'0'915'0'0,"-18"3"1520"0"0,12 3-2163 0 0,0-1 1 0 0,0 1-1 0 0,1 0 0 0 0,0 0 1 0 0,0 1-1 0 0,0 0 1 0 0,1 0-1 0 0,0 0 1 0 0,0 0-1 0 0,1 1 1 0 0,0-1-1 0 0,0 1 1 0 0,1 0-1 0 0,0 0 0 0 0,1 0 1 0 0,-1 0-1 0 0,1 0 1 0 0,1 0-1 0 0,0 0 1 0 0,0 0-1 0 0,0 0 1 0 0,2 9-1 0 0,-1-11-192 0 0,0-1 0 0 0,0 1 0 0 0,0-1 0 0 0,1 1 0 0 0,0-1 0 0 0,0 1-1 0 0,0-1 1 0 0,1 0 0 0 0,0 0 0 0 0,0 0 0 0 0,0 0 0 0 0,0-1 0 0 0,1 1 0 0 0,0-1 0 0 0,0 0 0 0 0,0 0 0 0 0,0 0-1 0 0,0-1 1 0 0,1 1 0 0 0,0-1 0 0 0,0 0 0 0 0,0-1 0 0 0,0 1 0 0 0,0-1 0 0 0,0 0 0 0 0,1 0 0 0 0,-1 0 0 0 0,1-1 0 0 0,-1 0-1 0 0,1 0 1 0 0,0 0 0 0 0,9-1 0 0 0,-11 0 0 0 0,-1 0 0 0 0,1 0-1 0 0,0 0 1 0 0,-1 0 0 0 0,1-1 0 0 0,-1 0-1 0 0,1 0 1 0 0,0 0 0 0 0,-1 0-1 0 0,0 0 1 0 0,1-1 0 0 0,-1 1 0 0 0,0-1-1 0 0,0 0 1 0 0,0 0 0 0 0,0 0-1 0 0,0 0 1 0 0,0-1 0 0 0,0 1 0 0 0,-1-1-1 0 0,0 0 1 0 0,1 1 0 0 0,-1-1 0 0 0,0 0-1 0 0,0-1 1 0 0,0 1 0 0 0,-1 0-1 0 0,1 0 1 0 0,-1-1 0 0 0,0 1 0 0 0,0-1-1 0 0,0 1 1 0 0,0-1 0 0 0,-1 1-1 0 0,1-1 1 0 0,-1 0 0 0 0,0 1 0 0 0,0-7-1 0 0,-1 1-133 0 0,1 1 0 0 0,-1-1 0 0 0,-1 0 0 0 0,0 1 0 0 0,0-1 0 0 0,0 1 0 0 0,-1-1 0 0 0,-1 1 0 0 0,1 0 0 0 0,-1 0 0 0 0,-1 0 0 0 0,1 1 0 0 0,-1 0-1 0 0,-1 0 1 0 0,-6-8 0 0 0,6 10-374 0 0,0 0 0 0 0,-1 0-1 0 0,1 1 1 0 0,-1 0 0 0 0,0 1-1 0 0,-11-5 1 0 0,-24-6-5053 0 0,13 7 1819 0 0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8:40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0 972 456 0 0,'0'0'6799'0'0,"6"2"-6780"0"0,9 1 2 0 0,-1-1 1 0 0,1 0-1 0 0,0-1 0 0 0,-1 0 0 0 0,27-3 1 0 0,83-15 60 0 0,-69 8-31 0 0,214-44 30 0 0,-239 47-77 0 0,112-20 43 0 0,246-12 1 0 0,-110 13 8 0 0,99-22 90 0 0,23 6 14 0 0,-292 32-123 0 0,158-18 55 0 0,-106 7 104 0 0,1 8-1 0 0,205 10 1 0 0,86 6-16 0 0,-229-10-156 0 0,50 1 2 0 0,-16-1 25 0 0,196-5 35 0 0,87-9 27 0 0,-395 12-98 0 0,-16 2-1 0 0,788-16 98 0 0,-585 16-37 0 0,-84-1-18 0 0,199-6 44 0 0,-89 0-29 0 0,319-11 90 0 0,-217 0-106 0 0,-350 18-40 0 0,814-57 182 0 0,-378 33-54 0 0,-347 20-87 0 0,700-21 329 0 0,-458 18-193 0 0,-141 5-101 0 0,533-27 101 0 0,-451 19-132 0 0,-59 3-44 0 0,490-21 104 0 0,-355 18 13 0 0,937-15 256 0 0,-601 41-223 0 0,304 16 205 0 0,-224-6-124 0 0,-624-15-177 0 0,604 8 143 0 0,-218-4-61 0 0,170-1 18 0 0,-46-5-93 0 0,-428 1-36 0 0,1319 16 105 0 0,-1572-20-144 0 0,1245-6 149 0 0,-965-3-91 0 0,587-11 538 0 0,-608 9-372 0 0,1149-38 404 0 0,-1139 45-583 0 0,-34 0 4 0 0,1245-22 228 0 0,-1443 24-259 0 0,631-30 468 0 0,442-73 141 0 0,-1074 91-628 0 0,202 3 0 0 0,-236 13 54 0 0,-46-3-3250 0 0,-68 15 898 0 0,0 0-3984 0 0,24-12 3419 0 0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8:44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392 71 512 0 0,'5'-40'7215'0'0,"-5"38"-7063"0"0,-1 0 1 0 0,1 1-1 0 0,-1-1 0 0 0,1 1 0 0 0,-1-1 0 0 0,0 1 0 0 0,0-1 0 0 0,0 1 0 0 0,0-1 1 0 0,0 1-1 0 0,0 0 0 0 0,0-1 0 0 0,0 1 0 0 0,-1 0 0 0 0,1 0 0 0 0,0 0 0 0 0,-1 0 0 0 0,1 0 1 0 0,-1 0-1 0 0,1 1 0 0 0,-1-1 0 0 0,1 0 0 0 0,-1 1 0 0 0,0-1 0 0 0,-2 0 0 0 0,1 1 0 0 0,-38 0 333 0 0,26 2-422 0 0,0 1 0 0 0,0 0 0 0 0,1 1 0 0 0,-1 1 0 0 0,1 0 0 0 0,0 1 0 0 0,-16 9 0 0 0,-9 8-2 0 0,-37 30 0 0 0,39-27-47 0 0,33-23-22 0 0,1 0 1 0 0,0 1-1 0 0,0-1 1 0 0,0 1 0 0 0,0 0-1 0 0,1-1 1 0 0,-1 1-1 0 0,1 0 1 0 0,0 0 0 0 0,0 1-1 0 0,0-1 1 0 0,1 0 0 0 0,-2 9-1 0 0,2-11 0 0 0,16 24 29 0 0,-8-20-22 0 0,1 0 1 0 0,0 0-1 0 0,0-1 1 0 0,1 0-1 0 0,0-1 1 0 0,0 0-1 0 0,15 5 1 0 0,76 16-23 0 0,-23-7-146 0 0,-29-5 14 0 0,-32-10 66 0 0,-1 1 0 0 0,1 1 0 0 0,-1 0 0 0 0,0 1 0 0 0,0 0 1 0 0,-1 1-1 0 0,19 13 0 0 0,-32-20 79 0 0,1 1 1 0 0,-1 0-1 0 0,0 0 0 0 0,0 0 1 0 0,0 0-1 0 0,0 0 1 0 0,-1 0-1 0 0,1 0 0 0 0,0 1 1 0 0,0-1-1 0 0,-1 0 1 0 0,1 0-1 0 0,-1 1 1 0 0,1-1-1 0 0,-1 0 0 0 0,1 0 1 0 0,-1 1-1 0 0,0-1 1 0 0,0 1-1 0 0,1-1 0 0 0,-1 0 1 0 0,0 1-1 0 0,0-1 1 0 0,0 1-1 0 0,-1 1 1 0 0,0 0 1 0 0,0 0 1 0 0,0 0-1 0 0,-1 0 1 0 0,1 0-1 0 0,-1 0 1 0 0,0-1-1 0 0,0 1 1 0 0,0 0-1 0 0,0-1 1 0 0,-4 4-1 0 0,-7 5 13 0 0,0 0 1 0 0,-1-1-1 0 0,-18 10 0 0 0,29-18-6 0 0,-22 11 126 0 0,-1-2 1 0 0,-1-1 0 0 0,1-1-1 0 0,-2-1 1 0 0,1-1 0 0 0,-1-1-1 0 0,-52 2 1 0 0,53-5 107 0 0,2 0-294 0 0,7-3-8360 0 0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8:44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0 160 420 0 0,'0'0'12641'0'0,"15"-7"-12611"0"0,362-66 48 0 0,-202 34-55 0 0,-128 28-43 0 0,-28 5 140 0 0,-1 2 0 0 0,1 0 1 0 0,24-1-1 0 0,-41 5 155 0 0,-10 0-610 0 0,-225 8-1175 0 0,172-18 1203 0 0,64 8 306 0 0,-1 1-1 0 0,1 0 1 0 0,0 0-1 0 0,0 0 1 0 0,0 0-1 0 0,0 1 1 0 0,0-1-1 0 0,0 1 1 0 0,0 0-1 0 0,0 0 1 0 0,0 0-1 0 0,0 0 1 0 0,0 0-1 0 0,0 1 1 0 0,0-1-1 0 0,0 1 1 0 0,0 0-1 0 0,0 0 1 0 0,-1 0-1 0 0,1 0 0 0 0,0 1 1 0 0,0-1-1 0 0,-1 1 1 0 0,1-1-1 0 0,-1 1 1 0 0,0 0-1 0 0,1 0 1 0 0,-1 0-1 0 0,0 0 1 0 0,0 0-1 0 0,3 6 1 0 0,-1-3 20 0 0,-1 0 0 0 0,0 0 0 0 0,0 0 0 0 0,-1 1 0 0 0,1 0 0 0 0,-1-1 0 0 0,0 1 0 0 0,-1 0 0 0 0,0 0 0 0 0,0 0 0 0 0,0 0 0 0 0,0 0 0 0 0,-1 1 0 0 0,0-1 0 0 0,0 0 0 0 0,-1 0 0 0 0,0 0 0 0 0,0 0 0 0 0,-2 7 0 0 0,-3 8 54 0 0,-1 0 1 0 0,-2 0-1 0 0,-19 35 0 0 0,-18 11-941 0 0,13-28-3755 0 0,27-34 2008 0 0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8:46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19 146 316 0 0,'0'0'1251'0'0,"-18"-28"5373"0"0,18 24-3183 0 0,4 11-1502 0 0,13 32-1120 0 0,17 52-1330 0 0,12 65 583 0 0,-40-137 1026 0 0,-9-47-973 0 0,-4-43-152 0 0,20-134-349 0 0,-13 204 365 0 0,0-1 1 0 0,0 1 0 0 0,1-1 0 0 0,-1 1 0 0 0,0-1-1 0 0,0 1 1 0 0,1-1 0 0 0,-1 1 0 0 0,1-1 0 0 0,-1 1-1 0 0,1 0 1 0 0,0-1 0 0 0,0 1 0 0 0,-1 0-1 0 0,1 0 1 0 0,0-1 0 0 0,0 1 0 0 0,0 0 0 0 0,0 0-1 0 0,1 0 1 0 0,-1 0 0 0 0,0 0 0 0 0,0 0 0 0 0,0 0-1 0 0,1 1 1 0 0,-1-1 0 0 0,3 0 0 0 0,-2 0-26 0 0,34 34-62 0 0,33 44 43 0 0,-54-58 45 0 0,0-1 0 0 0,1 0-1 0 0,1-1 1 0 0,1-1 0 0 0,29 21 0 0 0,-19-18 31 0 0,-23-15-3 0 0,1 1 0 0 0,0-1 0 0 0,1 0-1 0 0,-1-1 1 0 0,1 1 0 0 0,-1-1 0 0 0,1-1 0 0 0,8 3 0 0 0,-14-5 38 0 0,0 1-34 0 0,0-1-1 0 0,0 0 0 0 0,0 1 0 0 0,-1-1 0 0 0,1 0 0 0 0,0 0 1 0 0,0 0-1 0 0,0 0 0 0 0,0 1 0 0 0,0-1 0 0 0,-1-1 1 0 0,1 1-1 0 0,0 0 0 0 0,0 0 0 0 0,0 0 0 0 0,0 0 1 0 0,-1 0-1 0 0,1-1 0 0 0,0 1 0 0 0,0 0 0 0 0,0-1 1 0 0,-1 1-1 0 0,1-1 0 0 0,0 1 0 0 0,-1-1 0 0 0,1 1 1 0 0,0-1-1 0 0,-1 1 0 0 0,1-1 0 0 0,-1 0 0 0 0,1 1 1 0 0,0-2-1 0 0,4-31 190 0 0,-1 0 1 0 0,-2 0 0 0 0,-1-1 0 0 0,-6-52-1 0 0,2 52-156 0 0,1 13-25 0 0,0 1-1 0 0,-10-34 1 0 0,11 34-1182 0 0,14 39-11855 0 0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8:47.2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21 165 348 0 0,'-15'-8'4426'0'0,"10"14"-1224"0"0,9 30-1613 0 0,-4-33-1786 0 0,31 109 936 0 0,-21-82-564 0 0,-2 1 0 0 0,8 44 0 0 0,-6-38 1857 0 0,-33-108-2030 0 0,-29-148 1 0 0,50 208-13 0 0,1 0 0 0 0,0-1-1 0 0,1 0 1 0 0,0 1 0 0 0,0-1 0 0 0,1 1-1 0 0,4-18 1 0 0,-4 24 2 0 0,0 0 0 0 0,1 1 0 0 0,-1-1 0 0 0,1 0 0 0 0,0 1 0 0 0,1-1 0 0 0,-1 1 0 0 0,1-1 0 0 0,-1 1 0 0 0,1 0 0 0 0,1 0 0 0 0,-1 0 0 0 0,1 1 0 0 0,-1-1 0 0 0,1 1 0 0 0,0 0 0 0 0,0 0 0 0 0,0 0 0 0 0,8-3-1 0 0,-10 5 3 0 0,1 0 0 0 0,-1 0 0 0 0,1 1-1 0 0,0-1 1 0 0,0 1 0 0 0,-1 0 0 0 0,1 0-1 0 0,0 0 1 0 0,0 0 0 0 0,-1 0 0 0 0,1 1-1 0 0,0-1 1 0 0,-1 1 0 0 0,1 0 0 0 0,0-1-1 0 0,-1 1 1 0 0,1 1 0 0 0,-1-1 0 0 0,1 0-1 0 0,-1 0 1 0 0,0 1 0 0 0,1 0 0 0 0,-1-1-1 0 0,0 1 1 0 0,0 0 0 0 0,0 0 0 0 0,0 0-1 0 0,-1 0 1 0 0,1 0 0 0 0,0 1 0 0 0,1 3-1 0 0,0-2 5 0 0,0 1 0 0 0,0 0 0 0 0,-1 0 0 0 0,1 0 0 0 0,-1 0 0 0 0,0 0-1 0 0,-1 1 1 0 0,1-1 0 0 0,-1 1 0 0 0,0-1 0 0 0,-1 1 0 0 0,1-1 0 0 0,-1 1 0 0 0,0 6-1 0 0,-2-5 8 0 0,0 0 0 0 0,-1 0 0 0 0,1-1 0 0 0,-1 1-1 0 0,0-1 1 0 0,-1 0 0 0 0,0 0 0 0 0,0 0-1 0 0,0 0 1 0 0,-10 10 0 0 0,-58 45-660 0 0,69-59 589 0 0,-32 17-1627 0 0,18-11-3479 0 0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8:48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37 184 0 0,'0'0'1037'0'0,"-12"-4"6085"0"0,21 7-4879 0 0,13 19-1714 0 0,21 28-213 0 0,2 17 312 0 0,49 97 0 0 0,-88-154-580 0 0,13 13 100 0 0,-15-20 2504 0 0,0-56-2400 0 0,3 1-1 0 0,2-1 0 0 0,17-53 1 0 0,-15 61-206 0 0,-6 25-24 0 0,2-15-194 0 0,-7 33 61 0 0,4-6-562 0 0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8:48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95 227 100 0 0,'26'98'6896'0'0,"-1"-4"-4544"0"0,-23-86-2104 0 0,0 0 0 0 0,0 1 0 0 0,-1-1 0 0 0,0 1 0 0 0,-1 13 0 0 0,2-74 2915 0 0,-9-119-2765 0 0,6 127-361 0 0,5-53 0 0 0,11 10-59 0 0,-14 85 19 0 0,0 1 0 0 0,0-1 0 0 0,0 0 0 0 0,0 1 1 0 0,0-1-1 0 0,0 1 0 0 0,1-1 0 0 0,-1 1 0 0 0,0-1 1 0 0,1 1-1 0 0,-1 0 0 0 0,1 0 0 0 0,0-1 0 0 0,-1 1 1 0 0,1 1-1 0 0,0-1 0 0 0,0 0 0 0 0,-1 0 0 0 0,1 1 1 0 0,0-1-1 0 0,0 1 0 0 0,3-1 0 0 0,0-1-10 0 0,0 1 0 0 0,0 1 0 0 0,0-1 0 0 0,0 1 0 0 0,1-1 0 0 0,-1 1 0 0 0,0 1 0 0 0,6 0 0 0 0,-3 1 4 0 0,0 1-1 0 0,1 0 1 0 0,-1 0-1 0 0,-1 1 0 0 0,1 0 1 0 0,0 0-1 0 0,13 11 1 0 0,-18-13 6 0 0,0 1 1 0 0,1 0-1 0 0,-1 0 0 0 0,-1 0 1 0 0,1 0-1 0 0,0 1 1 0 0,-1-1-1 0 0,0 1 1 0 0,1-1-1 0 0,-1 1 1 0 0,-1 0-1 0 0,1 0 0 0 0,-1 0 1 0 0,1 0-1 0 0,-1 0 1 0 0,0 0-1 0 0,-1 0 1 0 0,1 7-1 0 0,-1-6 7 0 0,-1 0 1 0 0,0-1-1 0 0,0 1 0 0 0,0-1 1 0 0,-1 1-1 0 0,1-1 0 0 0,-1 0 1 0 0,0 1-1 0 0,-1-1 0 0 0,1 0 1 0 0,-1 0-1 0 0,0-1 0 0 0,0 1 1 0 0,0 0-1 0 0,0-1 0 0 0,-6 5 1 0 0,-8 6-51 0 0,1-1 0 0 0,-24 13 1 0 0,31-20-19 0 0,-19 11-812 0 0,-1 0-1 0 0,-34 13 0 0 0,47-24-565 0 0,-1 0-1 0 0,1-1 0 0 0,-22 3 1 0 0,-5-4-1717 0 0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8:55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44 320 0 0,'0'0'6091'0'0,"9"-26"-3067"0"0,-11 24-2979 0 0,0 0 0 0 0,1 1 0 0 0,-1 0 0 0 0,0-1 0 0 0,1 1 1 0 0,-1 0-1 0 0,0 0 0 0 0,0 0 0 0 0,0 0 0 0 0,0 0 0 0 0,0 0 0 0 0,0 1 0 0 0,0-1 0 0 0,0 0 1 0 0,-1 1-1 0 0,1 0 0 0 0,0 0 0 0 0,0 0 0 0 0,0 0 0 0 0,-1 0 0 0 0,1 0 0 0 0,0 0 1 0 0,0 0-1 0 0,0 1 0 0 0,0 0 0 0 0,0-1 0 0 0,-1 1 0 0 0,1 0 0 0 0,-2 1 0 0 0,-7 2-35 0 0,-1 1 0 0 0,1 0 0 0 0,1 1-1 0 0,-12 7 1 0 0,17-8-6 0 0,-1-1 0 0 0,1 1 0 0 0,0 0 1 0 0,0 1-1 0 0,1-1 0 0 0,-1 1 0 0 0,1 0 0 0 0,0 0 0 0 0,1 0 1 0 0,0 0-1 0 0,0 1 0 0 0,0-1 0 0 0,1 1 0 0 0,0 0 0 0 0,0 0 1 0 0,-1 9-1 0 0,2-4 6 0 0,1 0 0 0 0,0-1 0 0 0,1 1 0 0 0,1 0 0 0 0,0 0 0 0 0,0-1 0 0 0,1 1 0 0 0,1-1 0 0 0,0 0 0 0 0,0 0 0 0 0,1 0 0 0 0,0-1 0 0 0,1 1 0 0 0,0-1 0 0 0,1-1 0 0 0,0 1 0 0 0,1-1 1 0 0,-1 0-1 0 0,2-1 0 0 0,-1 0 0 0 0,1 0 0 0 0,1-1 0 0 0,-1 0 0 0 0,1 0 0 0 0,0-1 0 0 0,1-1 0 0 0,14 6 0 0 0,-18-9 16 0 0,1-1 0 0 0,0 0 1 0 0,0 0-1 0 0,-1-1 0 0 0,1 0 0 0 0,0-1 1 0 0,-1 0-1 0 0,1 0 0 0 0,0 0 0 0 0,-1-1 0 0 0,1 0 1 0 0,-1-1-1 0 0,0 1 0 0 0,13-8 0 0 0,-14 6 0 0 0,0 0-1 0 0,0 0 0 0 0,-1-1 0 0 0,0 1 1 0 0,0-1-1 0 0,0-1 0 0 0,-1 1 0 0 0,1-1 1 0 0,-1 1-1 0 0,0-1 0 0 0,-1 0 1 0 0,0-1-1 0 0,0 1 0 0 0,0-1 0 0 0,0 1 1 0 0,-1-1-1 0 0,2-10 0 0 0,-2 5 5 0 0,1-1 0 0 0,-2-1 0 0 0,0 1 0 0 0,0 0-1 0 0,-1 0 1 0 0,-1 0 0 0 0,0 0 0 0 0,-4-16 0 0 0,3 22 22 0 0,0 0 0 0 0,-1 1-1 0 0,1-1 1 0 0,-1 1 0 0 0,-1-1 0 0 0,1 1 0 0 0,-1 0 0 0 0,0 1 0 0 0,0-1-1 0 0,-1 1 1 0 0,0-1 0 0 0,0 1 0 0 0,0 1 0 0 0,-8-7 0 0 0,4 5-10 0 0,0 0 0 0 0,-1 1 1 0 0,1 0-1 0 0,-1 1 0 0 0,0 0 0 0 0,0 0 0 0 0,-1 1 1 0 0,-14-3-1 0 0,23 6-35 0 0,-12-3 63 0 0,13 3-138 0 0,1 0 0 0 0,-1-1 0 0 0,1 1 0 0 0,-1 0 0 0 0,0 0 0 0 0,1 0 0 0 0,-1 0 0 0 0,0-1 0 0 0,1 1 0 0 0,-1 0 0 0 0,0 0 0 0 0,1 0 0 0 0,-1 0 1 0 0,0 1-1 0 0,1-1 0 0 0,-1 0 0 0 0,0 0 0 0 0,1 0 0 0 0,-1 0 0 0 0,1 1 0 0 0,-1-1 0 0 0,0 0 0 0 0,1 1 0 0 0,-1-1 0 0 0,1 0 0 0 0,-1 1 0 0 0,0 0 0 0 0,-1 0-492 0 0,12 29-6030 0 0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8:55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1 119 608 0 0,'0'0'6457'0'0,"13"-29"-1142"0"0,-10-17-2263 0 0,-3 45-2881 0 0,7-22-1842 0 0,-1 10-6634 0 0,-1 7 5138 0 0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8:56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103 213 648 0 0,'53'-41'4581'0'0,"-44"35"-4005"0"0,0 0 0 0 0,0-1 0 0 0,-1 1 0 0 0,1-2 0 0 0,-2 1 0 0 0,1-1 1 0 0,10-14-1 0 0,-5-5 592 0 0,-12 26-933 0 0,-11-33 597 0 0,7 30-798 0 0,0 1 1 0 0,-1 0-1 0 0,1-1 1 0 0,-1 2-1 0 0,1-1 0 0 0,-1 0 1 0 0,0 1-1 0 0,0-1 1 0 0,-1 1-1 0 0,1 0 0 0 0,0 0 1 0 0,-1 1-1 0 0,1-1 1 0 0,-1 1-1 0 0,1 0 0 0 0,-1 0 1 0 0,1 1-1 0 0,-1-1 1 0 0,0 1-1 0 0,1 0 0 0 0,-1 0 1 0 0,0 1-1 0 0,1 0 1 0 0,-1-1-1 0 0,-4 3 0 0 0,0-1-34 0 0,0 1 0 0 0,1 0 0 0 0,0 0-1 0 0,-1 1 1 0 0,1 0 0 0 0,1 0 0 0 0,-1 1 0 0 0,1 0-1 0 0,-1 0 1 0 0,1 1 0 0 0,1 0 0 0 0,-10 11 0 0 0,13-15-4 0 0,-5 15-23 0 0,8-14 27 0 0,-1-1 0 0 0,1 0 0 0 0,0 1 1 0 0,0-1-1 0 0,0 0 0 0 0,0 1 0 0 0,0-1 0 0 0,0 0 0 0 0,1 0 1 0 0,-1 1-1 0 0,1-1 0 0 0,0 0 0 0 0,-1 0 0 0 0,1 0 0 0 0,0 1 1 0 0,0-1-1 0 0,0 0 0 0 0,1 0 0 0 0,-1-1 0 0 0,0 1 0 0 0,1 0 1 0 0,-1 0-1 0 0,1-1 0 0 0,3 4 0 0 0,-4-4 3 0 0,11 7 3 0 0,0 0 1 0 0,1 0 0 0 0,0-1 0 0 0,0 0 0 0 0,0-1 0 0 0,1-1-1 0 0,0 0 1 0 0,0-1 0 0 0,18 3 0 0 0,-10-2-5 0 0,-1 1 1 0 0,40 18-1 0 0,-55-21-6 0 0,-1 0 1 0 0,1 0 0 0 0,-1 1-1 0 0,0 0 1 0 0,0 0 0 0 0,-1 0-1 0 0,1 1 1 0 0,-1-1 0 0 0,0 1-1 0 0,0 0 1 0 0,0 0-1 0 0,-1 1 1 0 0,0-1 0 0 0,0 1-1 0 0,0 0 1 0 0,2 7 0 0 0,-4-9 5 0 0,0 0 1 0 0,0 1 0 0 0,-1-1-1 0 0,1 0 1 0 0,-1 1 0 0 0,0-1 0 0 0,0 1-1 0 0,0-1 1 0 0,-1 1 0 0 0,1-1-1 0 0,-1 0 1 0 0,0 1 0 0 0,-1-1 0 0 0,1 0-1 0 0,-1 0 1 0 0,1 0 0 0 0,-1 0-1 0 0,-1 0 1 0 0,1 0 0 0 0,0 0 0 0 0,-1-1-1 0 0,0 1 1 0 0,0-1 0 0 0,-4 4 0 0 0,4-5 33 0 0,0 0 1 0 0,0 0 0 0 0,0 0-1 0 0,0 0 1 0 0,-1 0 0 0 0,1-1-1 0 0,-1 1 1 0 0,1-1 0 0 0,-1 0-1 0 0,0 0 1 0 0,1 0 0 0 0,-1-1-1 0 0,0 1 1 0 0,0-1 0 0 0,1 0-1 0 0,-1 0 1 0 0,0 0 0 0 0,0-1-1 0 0,1 1 1 0 0,-1-1 0 0 0,0 0-1 0 0,1 0 1 0 0,-1 0 0 0 0,0 0-1 0 0,-5-4 1 0 0,4 3 19 0 0,0-1 0 0 0,0 0 0 0 0,0 1 0 0 0,1-1 0 0 0,-1-1 0 0 0,1 1 0 0 0,0-1 0 0 0,0 0 0 0 0,0 0 0 0 0,1 0 0 0 0,-1 0 0 0 0,1 0 0 0 0,0-1 0 0 0,0 0 0 0 0,0 1 0 0 0,1-1 0 0 0,-3-7 0 0 0,4 6-52 0 0,-1-1 0 0 0,1 1 0 0 0,1 0 0 0 0,-1 0 1 0 0,1-1-1 0 0,0 1 0 0 0,1 0 0 0 0,-1-1 0 0 0,1 1 0 0 0,0 0 0 0 0,1 0 0 0 0,0 0 0 0 0,0 0 0 0 0,0 0 1 0 0,0 0-1 0 0,1 0 0 0 0,3-5 0 0 0,0 3-443 0 0,-1 1 1 0 0,1-1-1 0 0,0 1 1 0 0,10-8-1 0 0,33-23-6396 0 0,-32 28 3441 0 0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9:03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31 376 0 0,'0'0'2309'0'0,"3"-17"-488"0"0,-5 6 2310 0 0,0 10-4104 0 0,-1 1-1 0 0,1-1 0 0 0,0 1 0 0 0,-1 0 0 0 0,1 0 0 0 0,-1 0 0 0 0,1 0 0 0 0,-1 0 0 0 0,1 1 0 0 0,0-1 0 0 0,-1 1 0 0 0,1 0 0 0 0,0 0 0 0 0,-1-1 0 0 0,1 1 1 0 0,0 1-1 0 0,-4 1 0 0 0,-49 30 82 0 0,31-18-35 0 0,21-13-76 0 0,1 0 0 0 0,-1-1 0 0 0,0 1 0 0 0,0 0 0 0 0,1 0 1 0 0,0 1-1 0 0,-1-1 0 0 0,1 0 0 0 0,0 1 0 0 0,0 0 0 0 0,0-1 1 0 0,0 1-1 0 0,1 0 0 0 0,-1 0 0 0 0,1 0 0 0 0,-1 0 0 0 0,1 0 1 0 0,0 0-1 0 0,0 4 0 0 0,1-4 4 0 0,1-1-1 0 0,-1 0 1 0 0,1 0 0 0 0,0 0 0 0 0,0 0-1 0 0,0 1 1 0 0,0-1 0 0 0,0 0 0 0 0,0-1-1 0 0,1 1 1 0 0,-1 0 0 0 0,1 0 0 0 0,-1 0-1 0 0,1-1 1 0 0,0 1 0 0 0,0-1 0 0 0,-1 0-1 0 0,1 1 1 0 0,0-1 0 0 0,0 0 0 0 0,3 1-1 0 0,40 8 15 0 0,-37-8-9 0 0,64 6 34 0 0,71 14 0 0 0,-127-19-43 0 0,0 1-1 0 0,0 1 1 0 0,-1 1-1 0 0,0 0 1 0 0,0 1 0 0 0,21 13-1 0 0,-35-20 5 0 0,0 1 0 0 0,0-1-1 0 0,0 1 1 0 0,0 0-1 0 0,0-1 1 0 0,0 1 0 0 0,0 0-1 0 0,0 0 1 0 0,0 0 0 0 0,0 0-1 0 0,-1 0 1 0 0,1 0 0 0 0,0 0-1 0 0,-1 0 1 0 0,1 0 0 0 0,-1 0-1 0 0,1 0 1 0 0,-1 0 0 0 0,1 0-1 0 0,-1 1 1 0 0,0-1 0 0 0,1 0-1 0 0,-1 0 1 0 0,0 1 0 0 0,0-1-1 0 0,0 0 1 0 0,0 0 0 0 0,0 1-1 0 0,0-1 1 0 0,0 0 0 0 0,-1 0-1 0 0,1 0 1 0 0,0 1 0 0 0,-1-1-1 0 0,1 0 1 0 0,-1 0 0 0 0,1 0-1 0 0,-1 0 1 0 0,0 0 0 0 0,1 0-1 0 0,-1 0 1 0 0,0 0 0 0 0,0 0-1 0 0,0 0 1 0 0,1 0 0 0 0,-1 0-1 0 0,0 0 1 0 0,0-1 0 0 0,0 1-1 0 0,-2 0 1 0 0,-3 4 41 0 0,-1 0 0 0 0,0-1 0 0 0,0 0 0 0 0,0 0 0 0 0,-9 3 0 0 0,-12 1 230 0 0,1 0 1 0 0,-1-3-1 0 0,0 0 1 0 0,-1-2-1 0 0,1 0 1 0 0,-37-3-1 0 0,25-5 788 0 0,16 1-3007 0 0,9 3-4836 0 0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9:03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1 149 540 0 0,'1'-3'236'0'0,"0"2"218"0"0,-1 0 0 0 0,0 0 0 0 0,0 0 0 0 0,1 0 0 0 0,-1 0 0 0 0,1 1 1 0 0,-1-1-1 0 0,1 0 0 0 0,-1 0 0 0 0,1 1 0 0 0,-1-1 0 0 0,1 0 0 0 0,0 1 1 0 0,-1-1-1 0 0,1 0 0 0 0,0 1 0 0 0,1-1 0 0 0,360-37 309 0 0,-286 30-703 0 0,-29 4 33 0 0,80-17-1 0 0,-126 21-48 0 0,1-1 49 0 0,4-1-121 0 0,-8 0 504 0 0,-29-6-428 0 0,-46-4 0 0 0,-19-4 15 0 0,79 16-56 0 0,15 1-7 0 0,0-1 1 0 0,0 0 0 0 0,0 0-1 0 0,0 0 1 0 0,0 0-1 0 0,0 0 1 0 0,0 0-1 0 0,0-1 1 0 0,0 1 0 0 0,0-1-1 0 0,0 1 1 0 0,0-1-1 0 0,0 0 1 0 0,0 1 0 0 0,0-1-1 0 0,0 0 1 0 0,1 0-1 0 0,-1-1 1 0 0,0 1-1 0 0,-1-2 1 0 0,1 2-12 0 0,0 0 13 0 0,-5-4-12 0 0,6 4-3 0 0,8 3-78 0 0,-3-1 93 0 0,1 0-1 0 0,-1 1 1 0 0,1-1 0 0 0,-1 1 0 0 0,0 0 0 0 0,0 0 0 0 0,0 1 0 0 0,0-1 0 0 0,0 1 0 0 0,0 0 0 0 0,-1 0 0 0 0,1 0-1 0 0,-1 0 1 0 0,0 1 0 0 0,0 0 0 0 0,0-1 0 0 0,0 1 0 0 0,-1 0 0 0 0,1 0 0 0 0,-1 0 0 0 0,0 1 0 0 0,-1-1-1 0 0,1 0 1 0 0,-1 1 0 0 0,1-1 0 0 0,-1 1 0 0 0,0 7 0 0 0,-1-4 32 0 0,-1-1 1 0 0,1 0-1 0 0,-1 0 0 0 0,-1 0 0 0 0,0 0 1 0 0,0 0-1 0 0,0 0 0 0 0,-1 0 1 0 0,0 0-1 0 0,-6 10 0 0 0,-3 0-82 0 0,-1 0 0 0 0,-18 20 0 0 0,-3 2-2088 0 0,29-30-2182 0 0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9:04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94 208 0 0,'0'0'1533'0'0,"0"-14"5256"0"0,0 14-6757 0 0,1-1 1 0 0,-1 1-1 0 0,1 0 0 0 0,-1 0 0 0 0,1 0 0 0 0,-1-1 1 0 0,1 1-1 0 0,-1 0 0 0 0,0 0 0 0 0,1 0 0 0 0,-1 0 1 0 0,1 0-1 0 0,-1 0 0 0 0,1 0 0 0 0,-1 0 0 0 0,1 0 1 0 0,-1 0-1 0 0,1 0 0 0 0,-1 0 0 0 0,1 0 0 0 0,-1 1 1 0 0,1-1-1 0 0,-1 0 0 0 0,1 0 0 0 0,-1 0 0 0 0,0 1 1 0 0,1-1-1 0 0,-1 0 0 0 0,1 0 0 0 0,-1 1 0 0 0,0-1 1 0 0,1 0-1 0 0,-1 1 0 0 0,0-1 0 0 0,1 1 1 0 0,27 24 413 0 0,23 30-85 0 0,-16-18-42 0 0,48 41-1 0 0,-82-77-227 0 0,0 0-1 0 0,0 0 0 0 0,0 0 0 0 0,0-1 0 0 0,1 1 1 0 0,-1 0-1 0 0,0-1 0 0 0,0 1 0 0 0,0-1 0 0 0,1 1 1 0 0,-1-1-1 0 0,0 1 0 0 0,0-1 0 0 0,1 0 1 0 0,-1 0-1 0 0,0 0 0 0 0,1 0 0 0 0,-1 0 0 0 0,1 0 1 0 0,-1 0-1 0 0,0 0 0 0 0,2-1 0 0 0,0 1 141 0 0,4-29 517 0 0,-1 4-496 0 0,-1 0-1 0 0,-1 0 1 0 0,0-48 0 0 0,2-23 53 0 0,-5 94-362 0 0,-1-1-328 0 0,0-4 216 0 0,15 7-5512 0 0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9:05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0 186 852 0 0,'0'0'2150'0'0,"13"32"1107"0"0,21 42-684 0 0,10 29-793 0 0,-24-53 1847 0 0,-20-52-3611 0 0,-1 0 0 0 0,1 0 0 0 0,-1-1 0 0 0,0 1 0 0 0,1 0 0 0 0,-1 0 0 0 0,0 0 0 0 0,0 0 0 0 0,-1 0 0 0 0,1 1 0 0 0,-2-4 0 0 0,1 3 14 0 0,-6-21 76 0 0,0 0 0 0 0,2-1 1 0 0,0 0-1 0 0,2-1 0 0 0,0 1 1 0 0,2-1-1 0 0,1 1 0 0 0,2-33 1 0 0,-1 41-73 0 0,0 8-30 0 0,0-1 0 0 0,1 1 0 0 0,0 0 0 0 0,0-1-1 0 0,1 1 1 0 0,0 0 0 0 0,1 0 0 0 0,-1 0 0 0 0,6-9 0 0 0,-6 13-9 0 0,0 0-1 0 0,1 0 1 0 0,0 0 0 0 0,0 0-1 0 0,0 1 1 0 0,0-1 0 0 0,1 1-1 0 0,-1 0 1 0 0,1 0 0 0 0,0 0 0 0 0,0 0-1 0 0,7-3 1 0 0,-6 4-3 0 0,0 0 0 0 0,1 0 0 0 0,-1 1 0 0 0,1-1-1 0 0,0 1 1 0 0,0 1 0 0 0,-1-1 0 0 0,1 1 0 0 0,0 0 0 0 0,0 0 0 0 0,-1 1 0 0 0,1 0-1 0 0,0 0 1 0 0,-1 0 0 0 0,1 0 0 0 0,-1 1 0 0 0,1 0 0 0 0,-1 0 0 0 0,0 1 0 0 0,0 0 0 0 0,7 4-1 0 0,-5-2-6 0 0,0 0 0 0 0,0 0 0 0 0,-1 1 0 0 0,1 0 0 0 0,-1 0 0 0 0,-1 1 0 0 0,1-1 0 0 0,7 14 0 0 0,-11-17 19 0 0,0 0-1 0 0,-1 0 1 0 0,0 0-1 0 0,1 0 0 0 0,-1 0 1 0 0,0 1-1 0 0,-1-1 1 0 0,1 0-1 0 0,-1 1 1 0 0,1-1-1 0 0,-1 1 0 0 0,0-1 1 0 0,0 1-1 0 0,0-1 1 0 0,-1 0-1 0 0,1 1 0 0 0,-1-1 1 0 0,0 1-1 0 0,0-1 1 0 0,0 0-1 0 0,0 0 1 0 0,-1 0-1 0 0,1 0 0 0 0,-1 0 1 0 0,0 0-1 0 0,0 0 1 0 0,-4 5-1 0 0,1-2 37 0 0,-1-1 0 0 0,1 0 0 0 0,-1-1 0 0 0,0 1 0 0 0,0-1 0 0 0,0 0 0 0 0,-1 0 1 0 0,1-1-1 0 0,-1 0 0 0 0,0 0 0 0 0,0 0 0 0 0,0-1 0 0 0,0 0 0 0 0,0-1 0 0 0,-1 0 0 0 0,1 0 0 0 0,-10 0 0 0 0,-57-5-1801 0 0,1-10-7035 0 0,61 12 5776 0 0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9:09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21 488 0 0,'0'0'7398'0'0,"-4"-3"-7249"0"0,2 1-107 0 0,1 1-1 0 0,-1-1 0 0 0,1 1 0 0 0,-1 0 1 0 0,0-1-1 0 0,1 1 0 0 0,-1 0 1 0 0,0 0-1 0 0,0 0 0 0 0,0 0 0 0 0,0 1 1 0 0,0-1-1 0 0,0 0 0 0 0,0 1 0 0 0,0-1 1 0 0,0 1-1 0 0,0 0 0 0 0,0 0 0 0 0,0 0 1 0 0,-1 0-1 0 0,1 0 0 0 0,0 0 1 0 0,0 0-1 0 0,0 1 0 0 0,0-1 0 0 0,0 1 1 0 0,0 0-1 0 0,-3 1 0 0 0,-2 0-3 0 0,1 0-1 0 0,-1 1 0 0 0,1 0 1 0 0,0 0-1 0 0,0 1 1 0 0,1 0-1 0 0,-1 0 0 0 0,1 0 1 0 0,-1 0-1 0 0,1 1 0 0 0,1 0 1 0 0,-1 0-1 0 0,1 0 1 0 0,0 1-1 0 0,0-1 0 0 0,0 1 1 0 0,1 0-1 0 0,0 0 1 0 0,0 1-1 0 0,0-1 0 0 0,1 1 1 0 0,0-1-1 0 0,0 1 1 0 0,1-1-1 0 0,0 1 0 0 0,0 0 1 0 0,0 0-1 0 0,1 0 0 0 0,0 0 1 0 0,1-1-1 0 0,-1 1 1 0 0,1 0-1 0 0,1 0 0 0 0,-1 0 1 0 0,1-1-1 0 0,0 1 1 0 0,1-1-1 0 0,-1 0 0 0 0,1 1 1 0 0,1-1-1 0 0,-1 0 0 0 0,1-1 1 0 0,0 1-1 0 0,0-1 1 0 0,1 0-1 0 0,-1 0 0 0 0,1 0 1 0 0,0 0-1 0 0,1-1 1 0 0,-1 0-1 0 0,11 6 0 0 0,-7-5 1 0 0,0-1 0 0 0,0 0 0 0 0,0 0 0 0 0,0-1 0 0 0,1-1 0 0 0,-1 1 0 0 0,1-2-1 0 0,0 1 1 0 0,0-1 0 0 0,0-1 0 0 0,-1 0 0 0 0,1 0 0 0 0,0-1 0 0 0,0 0 0 0 0,0 0 0 0 0,13-5-1 0 0,-17 3 2 0 0,0 0 0 0 0,0 0 0 0 0,-1 0 0 0 0,1-1 0 0 0,-1 0 0 0 0,0 0 0 0 0,0-1 0 0 0,0 1 0 0 0,-1-1 0 0 0,0 0 0 0 0,0 0 0 0 0,0-1 0 0 0,0 1 0 0 0,-1-1 0 0 0,0 0 0 0 0,0 0-1 0 0,0 0 1 0 0,-1 0 0 0 0,0 0 0 0 0,0 0 0 0 0,1-13 0 0 0,-2 14-2 0 0,0 0 0 0 0,-1-1 1 0 0,0 1-1 0 0,0 0 0 0 0,-1 0 0 0 0,0 0 0 0 0,1 0 0 0 0,-2-1 0 0 0,1 1 0 0 0,-1 0 1 0 0,1 1-1 0 0,-1-1 0 0 0,-1 0 0 0 0,1 0 0 0 0,-1 1 0 0 0,-5-8 0 0 0,-2 0 27 0 0,-1 0 0 0 0,1 1 0 0 0,-2 1-1 0 0,-14-11 1 0 0,-28-5-46 0 0,53 25-90 0 0,-4 3-344 0 0,5-2 169 0 0,-1 0 0 0 0,0 1 0 0 0,0-1 0 0 0,0 0 0 0 0,0 1 0 0 0,0-1 0 0 0,0 1 0 0 0,1-1 0 0 0,-1 1 0 0 0,0-1 0 0 0,0 1 0 0 0,1-1 0 0 0,-1 1 0 0 0,0 0 0 0 0,1-1 0 0 0,-1 1 0 0 0,1 0 0 0 0,-1 0 0 0 0,1-1 0 0 0,-1 1 0 0 0,1 0 0 0 0,-1 0 0 0 0,1 0 0 0 0,0 0 0 0 0,-1-1 0 0 0,1 1 0 0 0,0 0 0 0 0,0 0 0 0 0,0 0 0 0 0,0 0 0 0 0,0 0 0 0 0,0 1 0 0 0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9:09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82 908 0 0,'13'-45'11639'0'0,"-14"43"-11331"0"0,0-1-1 0 0,1 0 1 0 0,-1 1 0 0 0,1-1-1 0 0,0 1 1 0 0,0-1 0 0 0,0 0-1 0 0,0 1 1 0 0,0-1 0 0 0,0 0-1 0 0,2-3 1 0 0,-2 4-342 0 0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9:10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81 788 0 0,'2'-5'412'0'0,"0"1"0"0"0,0 0 1 0 0,1-1-1 0 0,0 1 0 0 0,0 0 0 0 0,0 0 1 0 0,0 0-1 0 0,0 1 0 0 0,1-1 0 0 0,0 1 0 0 0,-1 0 1 0 0,1 0-1 0 0,1 0 0 0 0,-1 0 0 0 0,0 1 0 0 0,1 0 1 0 0,-1 0-1 0 0,6-2 0 0 0,0 1-186 0 0,-1 0-1 0 0,1 0 1 0 0,-1 1-1 0 0,1 1 1 0 0,0 0-1 0 0,0 0 1 0 0,19 1-1 0 0,-25 0-198 0 0,0 1-1 0 0,0-1 0 0 0,0 1 1 0 0,0 0-1 0 0,0 0 0 0 0,-1 0 1 0 0,1 0-1 0 0,0 1 1 0 0,0 0-1 0 0,-1-1 0 0 0,1 1 1 0 0,-1 1-1 0 0,0-1 0 0 0,1 0 1 0 0,-1 1-1 0 0,0 0 0 0 0,0-1 1 0 0,-1 1-1 0 0,1 1 0 0 0,-1-1 1 0 0,1 0-1 0 0,-1 0 1 0 0,0 1-1 0 0,0-1 0 0 0,0 1 1 0 0,-1 0-1 0 0,2 6 0 0 0,-3-4-13 0 0,0 0 0 0 0,-1 0 0 0 0,0 0 0 0 0,0 1-1 0 0,-1-1 1 0 0,1 0 0 0 0,-1 0 0 0 0,-1-1 0 0 0,1 1 0 0 0,-7 10-1 0 0,6-10 5 0 0,-10 15 2 0 0,-1-1-1 0 0,-1 0 1 0 0,-1-1 0 0 0,0-1 0 0 0,-32 27 0 0 0,21-19-2 0 0,-15 18 11 0 0,41-43-23 0 0,2-1-1 0 0,-1 1 0 0 0,0-1 0 0 0,0 0 0 0 0,0 0 0 0 0,0 0 1 0 0,0 0-1 0 0,0 0 0 0 0,0 0 0 0 0,0 0 0 0 0,0 0 0 0 0,1 0 0 0 0,-1 1 0 0 0,0-1 0 0 0,0 0 0 0 0,0 0 0 0 0,0 0 0 0 0,0 0 1 0 0,0 0-1 0 0,0 0 0 0 0,0 0 0 0 0,0 1 0 0 0,0-1 0 0 0,0 0 0 0 0,0 0 0 0 0,0 0 0 0 0,0 0 0 0 0,0 0 0 0 0,0 0 0 0 0,0 1 1 0 0,0-1-1 0 0,0 0 0 0 0,0 0 0 0 0,0 0 0 0 0,0 0 0 0 0,0 0 0 0 0,-1 0 0 0 0,1 0 0 0 0,0 1 0 0 0,0-1 0 0 0,0 0 0 0 0,0 0 1 0 0,0 0-1 0 0,0 0 0 0 0,0 0 0 0 0,0 0 0 0 0,0 0 0 0 0,0 0 0 0 0,-1 0 0 0 0,1 0 0 0 0,0 0 0 0 0,0 0 0 0 0,0 1 0 0 0,0-1 1 0 0,0 0-1 0 0,0 0 0 0 0,-1 0 0 0 0,1 0 0 0 0,1 0 8 0 0,1 1-1 0 0,-1-1 1 0 0,0 0-1 0 0,0 0 1 0 0,0 1 0 0 0,1-1-1 0 0,-1 0 1 0 0,0 0-1 0 0,1 0 1 0 0,-1 0 0 0 0,0 0-1 0 0,0 0 1 0 0,0-1 0 0 0,1 1-1 0 0,1-1 1 0 0,60-15 300 0 0,0 2 0 0 0,94-7 0 0 0,-36 6 398 0 0,-87 14-276 0 0,5-3 324 0 0,-38 3-477 0 0,10-1 454 0 0,-54 17-10116 0 0,27-13 5794 0 0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9:13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54 28 0 0,'0'0'1444'0'0,"2"-15"8089"0"0,-1 25-9500 0 0,18 244 457 0 0,-14-171 1797 0 0,-5-84-2282 0 0,0 0 0 0 0,0 1 0 0 0,0-1 0 0 0,0 1 0 0 0,0-1 0 0 0,0 1 0 0 0,-1-1-1 0 0,1 0 1 0 0,0 1 0 0 0,0-1 0 0 0,0 1 0 0 0,-1-1 0 0 0,1 1 0 0 0,0-1 0 0 0,-1 1 0 0 0,1-1 0 0 0,0 1 0 0 0,-1 0 0 0 0,1-1 0 0 0,-1 1 0 0 0,1-1 0 0 0,0 1 0 0 0,-1 0 0 0 0,1-1 0 0 0,-1 1 0 0 0,1 0 0 0 0,-2-1 0 0 0,2 1 0 0 0,-1 0-1 0 0,0-1 0 0 0,1 1 1 0 0,-1-1-1 0 0,0 1 0 0 0,1-1 0 0 0,-1 1 1 0 0,0-1-1 0 0,1 0 0 0 0,-1 1 1 0 0,1-1-1 0 0,-1 0 0 0 0,1 1 1 0 0,0-1-1 0 0,-1 0 0 0 0,1 1 1 0 0,-1-1-1 0 0,1 0 0 0 0,0 0 1 0 0,0 0-1 0 0,0 1 0 0 0,-1-1 1 0 0,1-2-1 0 0,-5-33 167 0 0,2 17-88 0 0,1 0 1 0 0,1-33-1 0 0,1 4-36 0 0,0 33-38 0 0,-1 1 1 0 0,2-1 0 0 0,0 1 0 0 0,0-1 0 0 0,2 1 0 0 0,0-1-1 0 0,0 1 1 0 0,9-20 0 0 0,-9 25-24 0 0,-3 8 7 0 0,0 0 0 0 0,0 1 1 0 0,0-1-1 0 0,0 0 0 0 0,0 0 0 0 0,1 0 0 0 0,-1 0 1 0 0,0 1-1 0 0,0-1 0 0 0,1 0 0 0 0,-1 0 1 0 0,0 0-1 0 0,1 1 0 0 0,-1-1 0 0 0,1 0 0 0 0,-1 0 1 0 0,1 1-1 0 0,-1-1 0 0 0,1 1 0 0 0,0-1 0 0 0,-1 0 1 0 0,1 1-1 0 0,0-1 0 0 0,-1 1 0 0 0,1-1 0 0 0,0 1 1 0 0,0 0-1 0 0,-1-1 0 0 0,1 1 0 0 0,0 0 1 0 0,0 0-1 0 0,0-1 0 0 0,0 1 0 0 0,-1 0 0 0 0,1 0 1 0 0,0 0-1 0 0,0 0 0 0 0,0 0 0 0 0,0 0 0 0 0,0 0 1 0 0,-1 0-1 0 0,1 0 0 0 0,0 1 0 0 0,0-1 0 0 0,0 0 1 0 0,0 1-1 0 0,-1-1 0 0 0,2 1 0 0 0,10 6-25 0 0,0 2-1 0 0,-1 0 1 0 0,0 0-1 0 0,-1 0 1 0 0,16 19-1 0 0,46 66-32 0 0,-42-54 25 0 0,63 68 40 0 0,-92-106 897 0 0,1-7-752 0 0,1-10-19 0 0,-1 0 0 0 0,-1 0 0 0 0,0 0 0 0 0,-1 0 0 0 0,0 0 0 0 0,-4-21 0 0 0,2 19-72 0 0,1 0 1 0 0,0 0-1 0 0,2 0 0 0 0,3-29 1 0 0,-2 2-293 0 0,-2 29-3642 0 0,3 15 2617 0 0,5 0 824 0 0,9 15-7668 0 0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9:14.4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0 166 20 0 0,'0'0'4163'0'0,"3"14"-3025"0"0,25 75 1433 0 0,-19-66-1937 0 0,-2 0 1 0 0,10 45 0 0 0,-17-66-373 0 0,-4-9 3266 0 0,-21-54-2998 0 0,19 45-478 0 0,1-1 0 0 0,1 0-1 0 0,1 0 1 0 0,0 0 0 0 0,2 0 0 0 0,-1-1 0 0 0,2 1-1 0 0,0-1 1 0 0,2 1 0 0 0,0 0 0 0 0,0-1 0 0 0,7-19-1 0 0,-7 32-56 0 0,0 0-1 0 0,1 0 1 0 0,0 1 0 0 0,0-1-1 0 0,0 1 1 0 0,0 0-1 0 0,1 0 1 0 0,0 0-1 0 0,-1 0 1 0 0,2 1 0 0 0,-1-1-1 0 0,0 1 1 0 0,1 0-1 0 0,-1 0 1 0 0,1 1-1 0 0,0-1 1 0 0,0 1 0 0 0,0 0-1 0 0,0 0 1 0 0,6-1-1 0 0,-9 3-21 0 0,31 17-203 0 0,-31-13 223 0 0,-1-1 0 0 0,0 0 0 0 0,-1 1 0 0 0,1-1 0 0 0,-1 0 1 0 0,1 1-1 0 0,-1-1 0 0 0,0 1 0 0 0,0-1 0 0 0,0 1 0 0 0,-1-1 0 0 0,1 1 0 0 0,-1-1 0 0 0,0 1 0 0 0,0-1 0 0 0,0 0 1 0 0,0 0-1 0 0,-1 1 0 0 0,1-1 0 0 0,-1 0 0 0 0,0 0 0 0 0,0 0 0 0 0,0-1 0 0 0,0 1 0 0 0,-1 0 0 0 0,1-1 0 0 0,-1 0 1 0 0,1 1-1 0 0,-1-1 0 0 0,0 0 0 0 0,0 0 0 0 0,-4 2 0 0 0,-22 11-108 0 0,-15 10-3956 0 0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9:34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85 256 56 0 0,'-25'-34'6320'0'0,"23"32"-5931"0"0,-41-23 3440 0 0,29 20-2758 0 0,22 7-661 0 0,17 3-398 0 0,28-4 5 0 0,0-2-1 0 0,0-3 1 0 0,94-18 0 0 0,-65 9 1 0 0,36-7-24 0 0,143-43 0 0 0,-261 63 2 0 0,1-1 0 0 0,-1 1 0 0 0,0 0 0 0 0,1 0 0 0 0,-1 0 1 0 0,0 0-1 0 0,0 0 0 0 0,1 0 0 0 0,-1-1 0 0 0,0 1 0 0 0,1 0 0 0 0,-1 0 0 0 0,0 0 0 0 0,0-1 0 0 0,0 1 0 0 0,1 0 0 0 0,-1 0 0 0 0,0-1 0 0 0,0 1 0 0 0,0 0 0 0 0,1 0 0 0 0,-1-1 0 0 0,0 1 0 0 0,0 0 0 0 0,0-1 0 0 0,0 1 0 0 0,0 0 0 0 0,0 0 0 0 0,0-1 0 0 0,0 1 0 0 0,0 0 0 0 0,0-1 0 0 0,0 1 0 0 0,0 0 0 0 0,0-1 0 0 0,0 1 0 0 0,0 0 0 0 0,0-1 0 0 0,0 1 0 0 0,0 0 0 0 0,0 0 0 0 0,0-1 0 0 0,-1 1 0 0 0,1 0 0 0 0,0-1 0 0 0,0 1 0 0 0,0 0 0 0 0,0 0 0 0 0,-1-1 0 0 0,1 1 0 0 0,0 0 0 0 0,0 0 0 0 0,-1 0 0 0 0,1-1 0 0 0,-13-10-118 0 0,13 11 135 0 0,-8-5-44 0 0,-1 1-1 0 0,1 0 1 0 0,-1 1-1 0 0,0 0 1 0 0,0 0-1 0 0,0 1 1 0 0,0 0-1 0 0,-13-1 1 0 0,-8-2-50 0 0,-1 1 21 0 0,25 3 2 0 0,-1 1 1 0 0,1-1-1 0 0,-1-1 1 0 0,1 1-1 0 0,-12-5 1 0 0,18 12 27 0 0,0-6 29 0 0,0 1 0 0 0,-1-1 1 0 0,1 1-1 0 0,0 0 0 0 0,0-1 0 0 0,0 1 0 0 0,0-1 1 0 0,-1 1-1 0 0,1-1 0 0 0,0 1 0 0 0,0 0 0 0 0,0-1 1 0 0,0 1-1 0 0,0-1 0 0 0,0 1 0 0 0,1-1 0 0 0,-1 1 1 0 0,0 0-1 0 0,0-1 0 0 0,0 1 0 0 0,1-1 0 0 0,-1 1 1 0 0,0-1-1 0 0,1 1 0 0 0,7 9-1 0 0,1 1-1 0 0,-2 0 1 0 0,1 0-1 0 0,-2 1 1 0 0,11 24-1 0 0,-15-31-1 0 0,-1 0 0 0 0,1 1 0 0 0,-1-1 0 0 0,-1 1 0 0 0,1-1-1 0 0,-1 1 1 0 0,0 0 0 0 0,0-1 0 0 0,-1 1 0 0 0,1-1 0 0 0,-1 1 0 0 0,0-1-1 0 0,-1 1 1 0 0,1-1 0 0 0,-1 0 0 0 0,0 1 0 0 0,-5 7 0 0 0,-34 51-1255 0 0,11-25-3585 0 0,19-26 2131 0 0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9:38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69 140 128 0 0,'-25'-42'4712'0'0,"8"-10"1838"0"0,18 57-6513 0 0,21 91 81 0 0,19 72 12 0 0,-28-126 28 0 0,-13-41 253 0 0,1 7-156 0 0,-1-9-233 0 0,0 1 0 0 0,0 0 0 0 0,0 0 0 0 0,0 0 0 0 0,0 0 0 0 0,0 0 0 0 0,0 0 0 0 0,0 0 0 0 0,0 0 0 0 0,-1 0 0 0 0,1 0 0 0 0,0 0 0 0 0,0 0 0 0 0,0 0 0 0 0,0-1 0 0 0,0 1 0 0 0,0 0 0 0 0,0 0 0 0 0,0 0 0 0 0,-1 0 0 0 0,1 0 0 0 0,0 0 0 0 0,0 0 0 0 0,0 0 0 0 0,0 0 0 0 0,0 0 0 0 0,0 0 1 0 0,0 0-1 0 0,0 0 0 0 0,-1 0 0 0 0,1 0 0 0 0,0 0 0 0 0,0 1 0 0 0,0-1 0 0 0,0 0 0 0 0,0 0 0 0 0,0 0 0 0 0,0 0 0 0 0,0 0 0 0 0,0 0 0 0 0,0 0 0 0 0,-1 0 0 0 0,1 0 0 0 0,0 0 0 0 0,0 0 0 0 0,0 0 0 0 0,0 0 0 0 0,0 1 0 0 0,0-1 0 0 0,0 0 0 0 0,0 0 0 0 0,0 0 0 0 0,0 0 0 0 0,0 0 0 0 0,-15-22 65 0 0,2-1-1 0 0,0 0 1 0 0,2-1 0 0 0,0 0-1 0 0,2-1 1 0 0,0 0 0 0 0,-6-36-1 0 0,14 57-118 0 0,0-1-1 0 0,0 0 1 0 0,0 1-1 0 0,1-1 1 0 0,0 0-1 0 0,0 1 1 0 0,0-1-1 0 0,0 0 1 0 0,1 0-1 0 0,0 1 1 0 0,0-1-1 0 0,0 1 0 0 0,0-1 1 0 0,1 1-1 0 0,0-1 1 0 0,0 1-1 0 0,0 0 1 0 0,0 0-1 0 0,1 0 1 0 0,5-7-1 0 0,-3 7-26 0 0,0 0 0 0 0,0 0 0 0 0,0 1-1 0 0,1 0 1 0 0,-1 0 0 0 0,1 0 0 0 0,0 0-1 0 0,-1 1 1 0 0,1 0 0 0 0,0 0 0 0 0,1 1-1 0 0,-1 0 1 0 0,0 0 0 0 0,0 0 0 0 0,9 1 0 0 0,-3 0-16 0 0,0 1 0 0 0,1 1 0 0 0,-1 0 0 0 0,0 0 0 0 0,0 2 0 0 0,0-1 1 0 0,-1 1-1 0 0,1 1 0 0 0,-1 0 0 0 0,0 1 0 0 0,15 10 0 0 0,-17-11 34 0 0,-1 1 0 0 0,0-1-1 0 0,0 2 1 0 0,-1-1-1 0 0,0 1 1 0 0,0 1-1 0 0,0-1 1 0 0,-1 1 0 0 0,0 0-1 0 0,-1 0 1 0 0,0 1-1 0 0,0 0 1 0 0,0 0-1 0 0,4 15 1 0 0,-8-18 31 0 0,0 0 0 0 0,0 1 0 0 0,-1-1 1 0 0,0 0-1 0 0,0 0 0 0 0,0 1 0 0 0,-1-1 0 0 0,0 0 0 0 0,0 1 0 0 0,-1-1 1 0 0,1 0-1 0 0,-1 0 0 0 0,-1 0 0 0 0,1-1 0 0 0,-1 1 0 0 0,0 0 0 0 0,0-1 0 0 0,-1 0 1 0 0,0 0-1 0 0,0 0 0 0 0,0 0 0 0 0,0-1 0 0 0,-1 1 0 0 0,0-1 0 0 0,0 0 1 0 0,0 0-1 0 0,0-1 0 0 0,-9 5 0 0 0,1-1 49 0 0,0 0 0 0 0,-1 0 1 0 0,0-2-1 0 0,0 1 0 0 0,0-2 1 0 0,-1 0-1 0 0,1-1 0 0 0,-1 0 0 0 0,0-1 1 0 0,-27 0-1 0 0,36-2-121 0 0,1-1-1 0 0,-1 1 1 0 0,0-1 0 0 0,0-1-1 0 0,1 1 1 0 0,-1-1 0 0 0,1 0-1 0 0,0 0 1 0 0,-8-3 0 0 0,12 4-369 0 0,-3-7-558 0 0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9:39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1 523 52 0 0,'36'-9'3447'0'0,"-14"-1"-2487"0"0,80-38 1060 0 0,-93 43-1815 0 0,0-1 1 0 0,0 0-1 0 0,0 0 0 0 0,-1-1 0 0 0,0 0 0 0 0,0-1 0 0 0,-1 1 0 0 0,8-11 0 0 0,-15 18-186 0 0,0-1-1 0 0,1 0 1 0 0,-1 0-1 0 0,0 0 1 0 0,0 1-1 0 0,0-1 1 0 0,0 0-1 0 0,0 0 1 0 0,0 0-1 0 0,0 0 0 0 0,0 1 1 0 0,0-1-1 0 0,0 0 1 0 0,-1 0-1 0 0,1 0 1 0 0,0 1-1 0 0,0-1 1 0 0,-1 0-1 0 0,1 0 1 0 0,0 1-1 0 0,-1-1 1 0 0,1 0-1 0 0,-1 1 0 0 0,1-1 1 0 0,-1 0-1 0 0,1 1 1 0 0,-1-1-1 0 0,0 1 1 0 0,1-1-1 0 0,-1 1 1 0 0,0-1-1 0 0,1 1 1 0 0,-1 0-1 0 0,0-1 1 0 0,0 1-1 0 0,1 0 0 0 0,-1-1 1 0 0,0 1-1 0 0,0 0 1 0 0,1 0-1 0 0,-1 0 1 0 0,0 0-1 0 0,0-1 1 0 0,0 1-1 0 0,0 1 1 0 0,1-1-1 0 0,-2 0 1 0 0,0 0 15 0 0,-2 1 1 0 0,-2 1-28 0 0,0 1 1 0 0,1 0-1 0 0,0-1 1 0 0,-1 2 0 0 0,1-1-1 0 0,0 1 1 0 0,0-1-1 0 0,1 1 1 0 0,-8 8-1 0 0,11-10-6 0 0,0 0 0 0 0,1 0-1 0 0,-1 0 1 0 0,0 0 0 0 0,0 0-1 0 0,1 0 1 0 0,-1 0 0 0 0,1 0 0 0 0,0 0-1 0 0,0 1 1 0 0,0-1 0 0 0,0 0-1 0 0,0 0 1 0 0,0 0 0 0 0,0 0 0 0 0,1 0-1 0 0,-1 0 1 0 0,1 1 0 0 0,-1-1-1 0 0,1 0 1 0 0,0 0 0 0 0,0-1 0 0 0,0 1-1 0 0,0 0 1 0 0,0 0 0 0 0,0 0-1 0 0,1-1 1 0 0,2 4 0 0 0,-1-2-3 0 0,0 0 0 0 0,0-1 0 0 0,0 1 0 0 0,0-1 0 0 0,0 1 0 0 0,1-1 1 0 0,-1 0-1 0 0,1-1 0 0 0,-1 1 0 0 0,1 0 0 0 0,0-1 0 0 0,-1 0 0 0 0,1 0 0 0 0,0 0 0 0 0,0 0 1 0 0,0-1-1 0 0,0 0 0 0 0,0 0 0 0 0,0 0 0 0 0,0 0 0 0 0,0 0 0 0 0,0-1 0 0 0,0 1 0 0 0,0-1 0 0 0,7-3 1 0 0,-5 2 2 0 0,0 0 0 0 0,0-1 0 0 0,-1 0 0 0 0,1 0 1 0 0,-1 0-1 0 0,1-1 0 0 0,-1 0 0 0 0,0 0 0 0 0,-1 0 1 0 0,1 0-1 0 0,-1-1 0 0 0,1 0 0 0 0,-1 0 0 0 0,6-10 1 0 0,-3 0 8 0 0,-1-1 0 0 0,-1 1 0 0 0,0-1 0 0 0,-1 0 1 0 0,-1 0-1 0 0,0 0 0 0 0,-1-1 0 0 0,-1 1 0 0 0,-1-20 1 0 0,-1 6 127 0 0,-2 0 0 0 0,-1 0 0 0 0,-2 1 1 0 0,-9-32-1 0 0,11 40 188 0 0,-5-8 223 0 0,8 27-468 0 0,-1-5 5 0 0,0 5-53 0 0,1 7 172 0 0,2 38-191 0 0,1 0 0 0 0,3-1 0 0 0,1 0 0 0 0,2 0 0 0 0,2 0 0 0 0,1-1 1 0 0,3-1-1 0 0,1 0 0 0 0,31 59 0 0 0,-37-80 131 0 0,3 5-619 0 0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9:39.8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72 424 0 0,'0'0'4762'0'0,"5"-4"-4193"0"0,6-3-256 0 0,0 0 0 0 0,1 1 0 0 0,-1 0 0 0 0,1 1 0 0 0,1 1 0 0 0,21-6 0 0 0,27-3-854 0 0,-1 5-3326 0 0,-41 6 1877 0 0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9:40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99 80 0 0,'5'-14'339'0'0,"4"-6"4737"0"0,-8 21-5010 0 0,0-1-1 0 0,0 1 1 0 0,0-1 0 0 0,0 1 0 0 0,0 0 0 0 0,0-1 0 0 0,0 1 0 0 0,0 0 0 0 0,0 0-1 0 0,-1 0 1 0 0,1 0 0 0 0,0 0 0 0 0,0-1 0 0 0,-1 1 0 0 0,1 1 0 0 0,-1-1 0 0 0,1 0 0 0 0,-1 0-1 0 0,1 0 1 0 0,-1 0 0 0 0,0 0 0 0 0,1 2 0 0 0,6 15 165 0 0,-1 0 1 0 0,-1 0-1 0 0,4 24 0 0 0,1 5 105 0 0,15 45 759 0 0,-24-90-303 0 0,-3-5-601 0 0,0 0-1 0 0,0 0 0 0 0,0 0 0 0 0,1 0 0 0 0,-1 0 1 0 0,1 0-1 0 0,0-1 0 0 0,0 1 0 0 0,0 0 1 0 0,1 0-1 0 0,-1-1 0 0 0,1 1 0 0 0,-1-1 1 0 0,1-5-1 0 0,-8-85-235 0 0,6 69 217 0 0,2 21-176 0 0,-3-61 70 0 0,2 60-84 0 0,1-1 1 0 0,1 1-1 0 0,-1-1 1 0 0,1 1 0 0 0,0 0-1 0 0,0 0 1 0 0,0-1-1 0 0,1 1 1 0 0,0 0 0 0 0,2-5-1 0 0,-3 9-49 0 0,3 2-87 0 0,-1-1 138 0 0,1 1-1 0 0,-1 0 1 0 0,1 1-1 0 0,-1-1 1 0 0,0 0-1 0 0,0 1 1 0 0,0 0-1 0 0,0 0 1 0 0,0 0-1 0 0,0 0 1 0 0,0 0-1 0 0,0 0 1 0 0,2 4 0 0 0,39 44-159 0 0,-33-36 136 0 0,6 6-22 0 0,1-1 0 0 0,0-1-1 0 0,2 0 1 0 0,0-2-1 0 0,41 27 1 0 0,-59-42 347 0 0,-1-2-268 0 0,0 1 0 0 0,0 0 1 0 0,1-1-1 0 0,-1 1 0 0 0,0-1 1 0 0,0 0-1 0 0,0 1 0 0 0,0-1 1 0 0,0 0-1 0 0,0 0 0 0 0,0 0 1 0 0,0 1-1 0 0,0-1 0 0 0,0 0 1 0 0,0 0-1 0 0,0-1 0 0 0,-1 1 1 0 0,1 0-1 0 0,0 0 0 0 0,-1 0 0 0 0,1 0 1 0 0,-1-1-1 0 0,1 1 0 0 0,-1 0 1 0 0,0 0-1 0 0,1-1 0 0 0,-1 1 1 0 0,0 0-1 0 0,0-1 0 0 0,0-1 1 0 0,3-50 272 0 0,-3 39-220 0 0,-6-76-22 0 0,4 37-3121 0 0,2 51 2039 0 0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9:41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30 224 0 0,'0'0'4092'0'0,"-3"4"-3779"0"0,0 1-220 0 0,1-1-1 0 0,0 1 1 0 0,0 0-1 0 0,1 0 1 0 0,-1-1 0 0 0,1 1-1 0 0,0 0 1 0 0,0 0-1 0 0,1 0 1 0 0,-1 0-1 0 0,1 0 1 0 0,0 0 0 0 0,0 1-1 0 0,1-1 1 0 0,0 0-1 0 0,0 0 1 0 0,0-1-1 0 0,2 7 1 0 0,-1-4 12 0 0,0-1 1 0 0,1 1-1 0 0,-1 0 0 0 0,1-1 1 0 0,1 0-1 0 0,-1 1 0 0 0,1-1 1 0 0,0-1-1 0 0,1 1 0 0 0,-1-1 1 0 0,1 1-1 0 0,0-1 0 0 0,7 5 1 0 0,-12-10-70 0 0,1 1 1 0 0,-1-1 0 0 0,1 0-1 0 0,-1 1 1 0 0,1-1 0 0 0,-1 0-1 0 0,1 0 1 0 0,-1 0 0 0 0,1 1-1 0 0,-1-1 1 0 0,1 0 0 0 0,-1 0-1 0 0,1 0 1 0 0,-1 0 0 0 0,1 0-1 0 0,-1 0 1 0 0,1 0-1 0 0,-1 0 1 0 0,1 0 0 0 0,0 0-1 0 0,-1 0 1 0 0,1 0 0 0 0,-1 0-1 0 0,1-1 1 0 0,-1 1 0 0 0,1 0-1 0 0,-1 0 1 0 0,1 0 0 0 0,-1-1-1 0 0,1 1 1 0 0,-1 0 0 0 0,0-1-1 0 0,1 1 1 0 0,-1 0 0 0 0,1-1-1 0 0,9-23 918 0 0,-5-20 4 0 0,-6 34-861 0 0,-1 0-1 0 0,-1 0 1 0 0,1 1 0 0 0,-2-1 0 0 0,1 1 0 0 0,-2-1 0 0 0,1 1-1 0 0,-1 0 1 0 0,0 0 0 0 0,-1 1 0 0 0,0 0 0 0 0,0 0 0 0 0,-1 0-1 0 0,0 1 1 0 0,-9-8 0 0 0,15 15-254 0 0,0-1-1 0 0,0 1 1 0 0,0-1 0 0 0,0 1-1 0 0,0 0 1 0 0,0-1 0 0 0,0 1-1 0 0,0 0 1 0 0,0 0 0 0 0,0 0-1 0 0,0 0 1 0 0,0 0 0 0 0,0 0-1 0 0,0 0 1 0 0,0 0 0 0 0,0 0-1 0 0,0 0 1 0 0,0 1 0 0 0,0-1-1 0 0,0 0 1 0 0,1 1 0 0 0,-1-1-1 0 0,0 0 1 0 0,0 1-1 0 0,0 0 1 0 0,0-1 0 0 0,0 1-1 0 0,1-1 1 0 0,-1 1 0 0 0,0 0-1 0 0,0-1 1 0 0,1 1 0 0 0,-1 0-1 0 0,1 0 1 0 0,-1 0 0 0 0,0 0-1 0 0,0 1 1 0 0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9:41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12 584 0 0,'0'0'1587'0'0,"7"14"-416"0"0,0-1-859 0 0,1-1 0 0 0,1-1 0 0 0,0 0-1 0 0,0 0 1 0 0,1 0 0 0 0,1-1 0 0 0,0-1-1 0 0,0 0 1 0 0,0 0 0 0 0,1-1 0 0 0,17 8 1635 0 0,-28-16-1910 0 0,0-1 1 0 0,0 1-1 0 0,0 0 1 0 0,0-1-1 0 0,-1 1 1 0 0,1 0-1 0 0,0-1 1 0 0,0 1-1 0 0,0-1 1 0 0,-1 1 0 0 0,1-1-1 0 0,0 0 1 0 0,-1 1-1 0 0,1-1 1 0 0,-1 0-1 0 0,1 1 1 0 0,-1-1-1 0 0,1 0 1 0 0,-1 0-1 0 0,1 1 1 0 0,-1-1-1 0 0,1 0 1 0 0,-1 0-1 0 0,0 0 1 0 0,0 0-1 0 0,1 0 1 0 0,-1 1-1 0 0,0-1 1 0 0,0 0-1 0 0,0 0 1 0 0,0 0-1 0 0,0-1 1 0 0,-1-32 964 0 0,1 29-1006 0 0,-5-45 1589 0 0,2 27-2525 0 0,1 2-6048 0 0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9:41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0 408 0 0,'0'0'1644'0'0,"2"15"163"0"0,1 6-828 0 0,-1-10-462 0 0,0 1 0 0 0,0-1 0 0 0,1 0 0 0 0,9 21 0 0 0,-11-31-195 0 0,-1 0-303 0 0,0-1 0 0 0,0 0 0 0 0,0 0 0 0 0,0 1 0 0 0,0-1 0 0 0,0 0 0 0 0,0 1 0 0 0,0-1 0 0 0,0 0 0 0 0,0 0 0 0 0,0 1 0 0 0,0-1 0 0 0,1 0 0 0 0,-1 1 0 0 0,0-1 0 0 0,0 0 0 0 0,0 0 0 0 0,1 0 0 0 0,-1 1 0 0 0,0-1 0 0 0,0 0 0 0 0,0 0 0 0 0,1 0 0 0 0,-1 1 0 0 0,0-1 0 0 0,1 0 0 0 0,-1 0 0 0 0,0 0 0 0 0,0 0 0 0 0,1 0 0 0 0,-1 0 0 0 0,0 0 0 0 0,1 0 0 0 0,-1 0 0 0 0,0 0 0 0 0,0 0 0 0 0,1 0 0 0 0,-1 0 0 0 0,0 0 0 0 0,1 0 0 0 0,-1 0 0 0 0,0 0 0 0 0,1 0 0 0 0,12-9 109 0 0,2-2 176 0 0,0 1 1 0 0,1 0-1 0 0,24-10 1 0 0,-38 20-247 0 0,14 0 130 0 0,31 27-203 0 0,-18-5-5894 0 0,-22-18 3516 0 0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9:44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83 484 0 0,'0'0'1785'0'0,"14"-44"4799"0"0,-14 43-6500 0 0,0-1-1 0 0,0 1 1 0 0,0 0 0 0 0,0 0-1 0 0,0-1 1 0 0,0 1 0 0 0,0 0-1 0 0,0 0 1 0 0,0-1 0 0 0,-1 1-1 0 0,1 0 1 0 0,0 0 0 0 0,-1 0 0 0 0,1-1-1 0 0,-1 1 1 0 0,0 0 0 0 0,1 0-1 0 0,-1 0 1 0 0,0 0 0 0 0,1 0-1 0 0,-1 0 1 0 0,0 0 0 0 0,0 0-1 0 0,0 0 1 0 0,0 1 0 0 0,0-1 0 0 0,0 0-1 0 0,0 1 1 0 0,0-1 0 0 0,0 0-1 0 0,-1 1 1 0 0,1-1 0 0 0,-2 1-1 0 0,2-1 45 0 0,0 0-123 0 0,1 1-1 0 0,-1-1 1 0 0,1 1 0 0 0,-1 0 0 0 0,1 0 0 0 0,-1-1-1 0 0,1 1 1 0 0,-1 0 0 0 0,0 0 0 0 0,1-1 0 0 0,-1 1-1 0 0,1 0 1 0 0,-1 0 0 0 0,0 0 0 0 0,1 0 0 0 0,-1 0-1 0 0,1 0 1 0 0,-1 0 0 0 0,0 0 0 0 0,1 0 0 0 0,-1 0-1 0 0,0 1 1 0 0,1-1 0 0 0,-1 0 0 0 0,1 0 0 0 0,-1 0-1 0 0,1 1 1 0 0,-1-1 0 0 0,1 0 0 0 0,-1 1 0 0 0,1-1 0 0 0,-1 1-1 0 0,1-1 1 0 0,-1 0 0 0 0,1 1 0 0 0,-1-1 0 0 0,0 2-1 0 0,-21 12 53 0 0,22-14-60 0 0,-6 5 5 0 0,1 1 0 0 0,0-1 0 0 0,0 1 0 0 0,1 0 0 0 0,-1 1 1 0 0,1-1-1 0 0,1 1 0 0 0,-1 0 0 0 0,1-1 0 0 0,0 2 0 0 0,1-1 0 0 0,0 0 1 0 0,0 0-1 0 0,1 1 0 0 0,-2 10 0 0 0,1 4 0 0 0,2-1-1 0 0,0 1 1 0 0,1 0 0 0 0,4 22-1 0 0,-4-38 6 0 0,0-1-1 0 0,1 0 0 0 0,0 0 0 0 0,0 1 0 0 0,0-1 0 0 0,0 0 0 0 0,1-1 0 0 0,0 1 0 0 0,0 0 0 0 0,0-1 0 0 0,1 1 0 0 0,0-1 0 0 0,0 0 0 0 0,0-1 1 0 0,0 1-1 0 0,0 0 0 0 0,1-1 0 0 0,-1 0 0 0 0,1 0 0 0 0,0-1 0 0 0,0 1 0 0 0,0-1 0 0 0,0 0 0 0 0,1 0 0 0 0,-1-1 0 0 0,9 2 0 0 0,-9-2 35 0 0,-1 0-1 0 0,1-1 1 0 0,0 1-1 0 0,0-1 0 0 0,0 0 1 0 0,-1 0-1 0 0,1-1 1 0 0,0 1-1 0 0,0-1 1 0 0,-1 0-1 0 0,1 0 0 0 0,-1-1 1 0 0,1 1-1 0 0,-1-1 1 0 0,1 0-1 0 0,-1 0 0 0 0,0-1 1 0 0,0 1-1 0 0,0-1 1 0 0,0 0-1 0 0,0 0 1 0 0,-1 0-1 0 0,1-1 0 0 0,-1 1 1 0 0,0-1-1 0 0,0 0 1 0 0,0 0-1 0 0,-1 0 0 0 0,1 0 1 0 0,2-8-1 0 0,-2 3 14 0 0,0 0 1 0 0,-1 0-1 0 0,0 0 0 0 0,-1 0 0 0 0,0 0 1 0 0,0-1-1 0 0,-1 1 0 0 0,-1 0 0 0 0,1 0 0 0 0,-1-1 1 0 0,-1 1-1 0 0,0 0 0 0 0,0 0 0 0 0,0 0 1 0 0,-2 1-1 0 0,1-1 0 0 0,-1 0 0 0 0,0 1 0 0 0,0 0 1 0 0,-1 0-1 0 0,0 0 0 0 0,-1 1 0 0 0,0 0 0 0 0,0 0 1 0 0,0 0-1 0 0,-1 1 0 0 0,-8-6 0 0 0,9 7-92 0 0,4 2-116 0 0,-1 0 0 0 0,0 1 0 0 0,0 0 0 0 0,0-1 0 0 0,0 1 0 0 0,0 0 0 0 0,0 1 0 0 0,0-1 0 0 0,-1 0 0 0 0,1 1 0 0 0,-1 0 0 0 0,1 0 0 0 0,-1 0 0 0 0,-5-1-1 0 0,8 3 39 0 0,0-1-1 0 0,0 0 0 0 0,0 0 0 0 0,1 1 0 0 0,-1-1 0 0 0,0 1 0 0 0,0-1 0 0 0,1 1 0 0 0,-1-1 0 0 0,0 1 0 0 0,0 0 0 0 0,1-1 0 0 0,-1 1 0 0 0,1 0 0 0 0,-1-1 0 0 0,1 1 0 0 0,-1 0 0 0 0,1 0 0 0 0,-1-1 0 0 0,0 2 0 0 0,-2 8-4889 0 0,0 1 2066 0 0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9:45.2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77 12 0 0,'0'0'3490'0'0,"0"-5"-2350"0"0,0-57 7960 0 0,0 59-8281 0 0,4-3-4458 0 0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9:45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62 756 0 0,'6'-61'12517'0'0,"0"84"-12397"0"0,-3-11-66 0 0,-1 0 0 0 0,0 1 1 0 0,-1 0-1 0 0,-1-1 0 0 0,-1 18 1 0 0,1 17 39 0 0,4 52 40 0 0,-3-62-84 0 0,-1-34-54 0 0,0 0 0 0 0,0 0 1 0 0,0 0-1 0 0,0 0 0 0 0,0 1 1 0 0,1-1-1 0 0,-1 0 0 0 0,1 0 1 0 0,0 0-1 0 0,0 0 0 0 0,1 2 1 0 0,-1-3-30 0 0,4 2-22 0 0,-4-2 40 0 0,1-1 1 0 0,-1 0-1 0 0,1 1 0 0 0,-1-1 1 0 0,1 0-1 0 0,-1 0 0 0 0,1 0 1 0 0,0 0-1 0 0,0 0 1 0 0,-1 0-1 0 0,5 1 0 0 0,12-1-165 0 0,0-1-1 0 0,0-1 1 0 0,0 0-1 0 0,-1-1 1 0 0,1-1-1 0 0,0-1 1 0 0,-1-1-1 0 0,0 0 1 0 0,0-1-1 0 0,0-1 1 0 0,26-14-1 0 0,-40 18 216 0 0,0 1 0 0 0,0-1 0 0 0,0 0 0 0 0,0 0 0 0 0,0 0 0 0 0,0 0 0 0 0,-1-1 0 0 0,0 1 0 0 0,0-1 1 0 0,0 1-1 0 0,0-1 0 0 0,0 0 0 0 0,-1 0 0 0 0,1 0 0 0 0,-1 0 0 0 0,0 0 0 0 0,0 0 0 0 0,-1 0 0 0 0,1 0 0 0 0,-1 0 0 0 0,0 0 0 0 0,0 0 0 0 0,0-1 0 0 0,-1 1 0 0 0,1 0 0 0 0,-1 0 0 0 0,0 0 0 0 0,0 0 0 0 0,-3-6 0 0 0,3 8 175 0 0,0-14 885 0 0,-1 25-683 0 0,-2 20-365 0 0,11 93 87 0 0,-4-85-842 0 0,-1-1 1 0 0,-6 73-1 0 0,-8 3-5974 0 0,6-82 3491 0 0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9:49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52 222 492 0 0,'-6'-15'4604'0'0,"-1"10"643"0"0,10 161-4420 0 0,1-34-447 0 0,-4-121-353 0 0,1 21 1225 0 0,-15-78-1105 0 0,3-2 0 0 0,2 1 0 0 0,-4-115 0 0 0,19 49 165 0 0,-6 121-318 0 0,0 1 4 0 0,1 1 0 0 0,-1-1-1 0 0,0 0 1 0 0,0 1 0 0 0,0-1-1 0 0,0 1 1 0 0,1-1-1 0 0,-1 1 1 0 0,0-1 0 0 0,0 1-1 0 0,1-1 1 0 0,-1 1 0 0 0,0-1-1 0 0,1 1 1 0 0,-1-1 0 0 0,1 1-1 0 0,-1 0 1 0 0,1-1 0 0 0,-1 1-1 0 0,1 0 1 0 0,-1-1 0 0 0,1 1-1 0 0,-1 0 1 0 0,1 0 0 0 0,-1-1-1 0 0,1 1 1 0 0,-1 0-1 0 0,1 0 1 0 0,-1 0 0 0 0,1 0-1 0 0,0 0 1 0 0,-1 0 0 0 0,1 0-1 0 0,-1 0 1 0 0,2 0 0 0 0,23 12-60 0 0,20 29-28 0 0,-6 3 22 0 0,33 54 1 0 0,-46-60 29 0 0,3 0 0 0 0,59 61 0 0 0,-72-83 25 0 0,-13-12 29 0 0,0-1 1 0 0,0 1 0 0 0,0-1 0 0 0,1 0-1 0 0,0 0 1 0 0,0 0 0 0 0,6 4 0 0 0,-8-7 74 0 0,3-4-80 0 0,-4 3-16 0 0,0 1 1 0 0,0-1-1 0 0,0 1 0 0 0,0 0 1 0 0,-1-1-1 0 0,1 1 0 0 0,0-1 1 0 0,0 0-1 0 0,-1 1 0 0 0,1-1 0 0 0,0 0 1 0 0,-1 1-1 0 0,1-1 0 0 0,-1 0 1 0 0,1 0-1 0 0,-1 0 0 0 0,1 1 1 0 0,-1-1-1 0 0,0 0 0 0 0,1 0 1 0 0,-1-1-1 0 0,20-44-472 0 0,-11-1 397 0 0,-6 35 149 0 0,-1-1-1 0 0,0 1 1 0 0,1-18 0 0 0,-3 13 18 0 0,0-18 137 0 0,-1-1 1 0 0,-1 0 0 0 0,-2 1-1 0 0,-11-43 1 0 0,15 76-997 0 0,-3-12 2332 0 0,3 9-3691 0 0,26 24-8932 0 0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9:49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58 235 144 0 0,'0'0'1651'0'0,"6"41"1618"0"0,3 37-1696 0 0,24 99-1 0 0,-29-147-1048 0 0,-5-22 2791 0 0,-19-49-2896 0 0,2-1-1 0 0,1-1 0 0 0,3-1 1 0 0,-13-65-1 0 0,22 88-288 0 0,2 0-1 0 0,0 0 1 0 0,2-1-1 0 0,0 1 1 0 0,1 0-1 0 0,4-26 1 0 0,-3 40-109 0 0,1 0 1 0 0,-1 0-1 0 0,1 0 1 0 0,1 0-1 0 0,-1 0 1 0 0,1 1-1 0 0,1-1 1 0 0,-1 1-1 0 0,7-10 1 0 0,-7 13-41 0 0,1-1 0 0 0,-1 1 0 0 0,0 0 0 0 0,1 0 1 0 0,0 0-1 0 0,-1 1 0 0 0,1-1 0 0 0,0 1 0 0 0,1 0 1 0 0,-1 0-1 0 0,0 0 0 0 0,0 1 0 0 0,1-1 0 0 0,-1 1 1 0 0,1 0-1 0 0,5 0 0 0 0,-5 0-30 0 0,0 1-1 0 0,0 0 1 0 0,1 0 0 0 0,-1 1 0 0 0,0-1-1 0 0,0 1 1 0 0,0 0 0 0 0,0 1 0 0 0,-1-1-1 0 0,1 1 1 0 0,0 0 0 0 0,-1 0-1 0 0,1 1 1 0 0,-1-1 0 0 0,1 1 0 0 0,-1 0-1 0 0,0 0 1 0 0,6 6 0 0 0,-8-6 26 0 0,1-1 1 0 0,-1 1-1 0 0,0-1 0 0 0,-1 1 1 0 0,1-1-1 0 0,0 1 0 0 0,-1 0 1 0 0,1 0-1 0 0,-1 0 0 0 0,0 0 1 0 0,0 0-1 0 0,0 0 0 0 0,0 0 1 0 0,-1 1-1 0 0,1-1 0 0 0,-1 0 1 0 0,0 0-1 0 0,0 1 0 0 0,0-1 1 0 0,0 0-1 0 0,-1 0 0 0 0,1 0 1 0 0,-1 1-1 0 0,0-1 0 0 0,0 0 1 0 0,0 0-1 0 0,0 0 0 0 0,0 0 1 0 0,-3 3-1 0 0,-8 11-379 0 0,0 0-1 0 0,-1-1 1 0 0,-18 16 0 0 0,-5 7-3610 0 0,27-29 1095 0 0,2-3 225 0 0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9:50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0 155 656 0 0,'0'0'5693'0'0,"34"-9"1883"0"0,-22 6-7884 0 0,58-12 626 0 0,75-5 1 0 0,-31 5-162 0 0,-5 2-33 0 0,-56 9-104 0 0,0-4 1 0 0,66-17 0 0 0,-119 25-26 0 0,0 0 1 0 0,0 0-1 0 0,0 0 1 0 0,0 0-1 0 0,0 0 1 0 0,0 0-1 0 0,0 0 1 0 0,-1 0-1 0 0,1 0 1 0 0,0 0-1 0 0,0 0 1 0 0,0 0-1 0 0,0-1 1 0 0,0 1-1 0 0,0 0 1 0 0,0 0-1 0 0,0 0 1 0 0,0 0-1 0 0,0 0 1 0 0,0 0-1 0 0,0 0 1 0 0,0 0-1 0 0,-1-1 1 0 0,1 1-1 0 0,0 0 1 0 0,0 0-1 0 0,0 0 1 0 0,0 0-1 0 0,0 0 1 0 0,0 0-1 0 0,0-1 1 0 0,0 1-1 0 0,0 0 1 0 0,0 0-1 0 0,0 0 1 0 0,1 0 0 0 0,-1 0-1 0 0,0 0 1 0 0,0 0-1 0 0,0-1 1 0 0,0 1-1 0 0,0 0 1 0 0,0 0-1 0 0,0 0 1 0 0,0 0-1 0 0,0 0 1 0 0,0 0-1 0 0,0 0 1 0 0,0 0-1 0 0,0 0 1 0 0,1-1-1 0 0,-1 1 1 0 0,0 0-1 0 0,0 0 1 0 0,0 0-1 0 0,0 0 1 0 0,0 0-1 0 0,0 0 1 0 0,0 0-1 0 0,0 0 1 0 0,1 0-1 0 0,-1 0 1 0 0,0 0-1 0 0,0 0 1 0 0,0 0-1 0 0,0 0 1 0 0,0 0-1 0 0,1 0 1 0 0,-18-7-112 0 0,-25-2-168 0 0,28 9 145 0 0,1-1 1 0 0,-1 0-1 0 0,1-1 0 0 0,0-1 0 0 0,-24-7 1 0 0,36 9 78 0 0,-15-2-53 0 0,7 2-2 0 0,8 5-276 0 0,15 11 321 0 0,-8-9 64 0 0,-1 0 1 0 0,1 1-1 0 0,-1-1 1 0 0,0 1 0 0 0,-1 0-1 0 0,5 9 1 0 0,-8-12-23 0 0,0-1 1 0 0,0 0-1 0 0,0 0 1 0 0,0 1-1 0 0,-1-1 1 0 0,0 0 0 0 0,0 0-1 0 0,1 1 1 0 0,-2-1-1 0 0,1 1 1 0 0,0-1 0 0 0,-1 0-1 0 0,0 0 1 0 0,1 1-1 0 0,-1-1 1 0 0,-1 0-1 0 0,1 0 1 0 0,0 0 0 0 0,-1 0-1 0 0,-3 5 1 0 0,-3 4-542 0 0,0-1 0 0 0,-1 0 1 0 0,-16 16-1 0 0,-15 8-4007 0 0,18-18 1851 0 0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9:53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99 109 156 0 0,'0'0'852'0'0,"-7"-8"919"0"0,7 8-1675 0 0,0-1 0 0 0,0 1 0 0 0,0 0 0 0 0,0 0-1 0 0,0 0 1 0 0,0-1 0 0 0,0 1 0 0 0,0 0 0 0 0,-1 0-1 0 0,1 0 1 0 0,0 0 0 0 0,0 0 0 0 0,0-1 0 0 0,0 1-1 0 0,0 0 1 0 0,0 0 0 0 0,-1 0 0 0 0,1 0 0 0 0,0 0-1 0 0,0 0 1 0 0,0-1 0 0 0,0 1 0 0 0,0 0-1 0 0,-1 0 1 0 0,1 0 0 0 0,0 0 0 0 0,0 0 0 0 0,0 0-1 0 0,-1 0 1 0 0,1 0 0 0 0,0 0 0 0 0,0 0 0 0 0,0 0-1 0 0,0 0 1 0 0,-1 0 0 0 0,1 0 0 0 0,0 0 0 0 0,0 0-1 0 0,0 0 1 0 0,-1 0 0 0 0,1 0 0 0 0,0 0 0 0 0,0 0-1 0 0,0 0 1 0 0,0 1 0 0 0,-1-1 0 0 0,1 0 0 0 0,0 0-1 0 0,0 0 1 0 0,0 0 0 0 0,0 0 0 0 0,0 0-1 0 0,0 1 1 0 0,-1-1 0 0 0,1 0 0 0 0,0 0 0 0 0,0 0-1 0 0,-9 55 518 0 0,2 0-1 0 0,2 95 1 0 0,3-137 1277 0 0,-1-12-779 0 0,-8-22-476 0 0,-9-41-481 0 0,9-8 175 0 0,-5-136 0 0 0,16 204-357 0 0,0 1 20 0 0,1 0 0 0 0,-1 1 0 0 0,1-1 0 0 0,-1 0 0 0 0,1 0 0 0 0,-1 1 0 0 0,1-1 1 0 0,-1 1-1 0 0,1-1 0 0 0,-1 1 0 0 0,1-1 0 0 0,0 1 0 0 0,-1-1 0 0 0,1 1 0 0 0,0-1 0 0 0,0 1 0 0 0,-1 0 0 0 0,1-1 0 0 0,0 1 0 0 0,0 0 0 0 0,-1 0 0 0 0,1 0 0 0 0,0-1 0 0 0,0 1 0 0 0,0 0 0 0 0,0 0 0 0 0,1 0 0 0 0,5 2-9 0 0,0-1 0 0 0,-1 1 1 0 0,1 1-1 0 0,0-1 0 0 0,-1 1 0 0 0,1 0 1 0 0,-1 1-1 0 0,0-1 0 0 0,0 1 0 0 0,0 0 0 0 0,7 7 1 0 0,64 65-89 0 0,-41-38 35 0 0,126 134-495 0 0,-161-170 586 0 0,0-1 0 0 0,0 1 0 0 0,0-1 0 0 0,0 1 0 0 0,0-1 0 0 0,1 0 0 0 0,-1 1 0 0 0,0-1 0 0 0,1 0 0 0 0,-1 0 0 0 0,1 0-1 0 0,-1 0 1 0 0,1-1 0 0 0,0 1 0 0 0,-1 0 0 0 0,1 0 0 0 0,0-1 0 0 0,-1 1 0 0 0,1-1 0 0 0,0 0 0 0 0,0 0 0 0 0,-1 1 0 0 0,3-1 0 0 0,-2-2 12 0 0,-1 0 1 0 0,1 0-1 0 0,-1-1 1 0 0,0 1 0 0 0,0 0-1 0 0,0 0 1 0 0,0-1-1 0 0,0 1 1 0 0,-1-1 0 0 0,1 1-1 0 0,-1-1 1 0 0,1 1-1 0 0,-1-1 1 0 0,0 1-1 0 0,0-1 1 0 0,0-2 0 0 0,2-24 158 0 0,2-12 12 0 0,-2 0 0 0 0,-6-77 0 0 0,3 112-934 0 0,-3-26 2267 0 0,5 19-4106 0 0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9:53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50 524 0 0,'0'0'2141'0'0,"5"33"-99"0"0,-5-23-1865 0 0,1-1 0 0 0,1 1 1 0 0,0-1-1 0 0,0 0 0 0 0,1 0 0 0 0,0 1 0 0 0,0-2 0 0 0,1 1 0 0 0,0 0 0 0 0,1-1 1 0 0,0 0-1 0 0,0 0 0 0 0,1 0 0 0 0,0-1 0 0 0,0 1 0 0 0,1-2 0 0 0,0 1 1 0 0,8 6-1 0 0,-14-12-102 0 0,0-1 0 0 0,0 1 0 0 0,0 0 0 0 0,0 0-1 0 0,1-1 1 0 0,-1 1 0 0 0,0 0 0 0 0,0-1 0 0 0,1 1 0 0 0,-1-1 0 0 0,0 0 0 0 0,0 1 0 0 0,1-1 0 0 0,-1 0 0 0 0,1 0 0 0 0,-1 0 0 0 0,0 0 0 0 0,1 0 0 0 0,-1 0 0 0 0,0 0 0 0 0,1-1 0 0 0,-1 1 0 0 0,0 0 0 0 0,1-1-1 0 0,-1 1 1 0 0,0-1 0 0 0,2 0 0 0 0,-1-1 16 0 0,0 0-1 0 0,-1 0 0 0 0,1 0 1 0 0,-1 0-1 0 0,1 0 1 0 0,-1 0-1 0 0,0 0 0 0 0,0-1 1 0 0,0 1-1 0 0,0 0 1 0 0,0-1-1 0 0,0 1 0 0 0,0-5 1 0 0,0-2 77 0 0,1 1 0 0 0,-2-1 1 0 0,1 0-1 0 0,-1 0 0 0 0,-1 1 1 0 0,1-1-1 0 0,-5-17 0 0 0,1 14-108 0 0,-1-1 0 0 0,-1 1 0 0 0,0 0 0 0 0,0 1 1 0 0,-1-1-1 0 0,-1 1 0 0 0,0 1 0 0 0,0-1 0 0 0,-12-10 0 0 0,20 21-153 0 0,-1-1 1 0 0,0 1 0 0 0,1-1-1 0 0,-1 1 1 0 0,1-1-1 0 0,-1 1 1 0 0,0 0 0 0 0,1-1-1 0 0,-1 1 1 0 0,0 0-1 0 0,0 0 1 0 0,1 0 0 0 0,-1-1-1 0 0,0 1 1 0 0,0 0-1 0 0,1 0 1 0 0,-1 0 0 0 0,0 0-1 0 0,0 0 1 0 0,1 0-1 0 0,-1 1 1 0 0,0-1 0 0 0,1 0-1 0 0,-1 0 1 0 0,0 0-1 0 0,0 1 1 0 0,1-1 0 0 0,-1 0-1 0 0,0 1 1 0 0,1-1-1 0 0,-1 0 1 0 0,1 1 0 0 0,-1-1-1 0 0,0 1 1 0 0,1-1-1 0 0,-1 1 1 0 0,1 0 0 0 0,-1-1-1 0 0,1 1 1 0 0,0-1-1 0 0,-1 2 1 0 0,-13 22-5079 0 0,13-15 2731 0 0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9:53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44 356 0 0,'0'0'4730'0'0,"21"34"-3224"0"0,-11-16-1241 0 0,1-1 1 0 0,1 0-1 0 0,0-1 0 0 0,1-1 1 0 0,1 0-1 0 0,1 0 0 0 0,23 18 1 0 0,-37-32-121 0 0,-1-1-112 0 0,0 0-1 0 0,0 1 0 0 0,0-1 1 0 0,1 0-1 0 0,-1 0 0 0 0,0 0 1 0 0,0 1-1 0 0,0-1 1 0 0,0 0-1 0 0,0 0 0 0 0,0 0 1 0 0,0 0-1 0 0,0 1 0 0 0,1-1 1 0 0,-1 0-1 0 0,0 0 1 0 0,0 0-1 0 0,0 0 0 0 0,0 0 1 0 0,1 0-1 0 0,-1 1 0 0 0,0-1 1 0 0,0 0-1 0 0,0 0 1 0 0,1 0-1 0 0,-1 0 0 0 0,0 0 1 0 0,0 0-1 0 0,0 0 0 0 0,1 0 1 0 0,-1 0-1 0 0,0 0 1 0 0,0 0-1 0 0,0 0 0 0 0,1 0 1 0 0,-1 0-1 0 0,0 0 0 0 0,0 0 1 0 0,0 0-1 0 0,1 0 1 0 0,-1 0-1 0 0,0 0 0 0 0,0 0 1 0 0,0-1-1 0 0,0 1 0 0 0,1 0 1 0 0,-1 0-1 0 0,0 0 1 0 0,0 0-1 0 0,3-4 59 0 0,-1 0-1 0 0,0 0 1 0 0,0 0 0 0 0,0 0-1 0 0,-1 0 1 0 0,1 0 0 0 0,-1-1-1 0 0,0 1 1 0 0,-1 0 0 0 0,1-1-1 0 0,-1 1 1 0 0,1 0 0 0 0,-1-1 0 0 0,-1 1-1 0 0,1-1 1 0 0,0 1 0 0 0,-1 0-1 0 0,-2-7 1 0 0,-3-10 179 0 0,-1 0 0 0 0,-15-32 1 0 0,6 15-121 0 0,15 37-333 0 0,-6-5-231 0 0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09:54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5 380 0 0,'0'0'1532'0'0,"5"-5"-435"0"0,-1 7 1763 0 0,4 12-2498 0 0,-1-1 0 0 0,0 1 0 0 0,-1 0 0 0 0,0 0 0 0 0,-1 1 0 0 0,-1 0 0 0 0,4 27 0 0 0,-7-41-308 0 0,-1 1 170 0 0,0-2-191 0 0,0 0 0 0 0,0 0 0 0 0,-1 0 0 0 0,1 0 0 0 0,0 1 0 0 0,0-1 1 0 0,0 0-1 0 0,0 0 0 0 0,0 0 0 0 0,0 0 0 0 0,0 0 0 0 0,0 1 0 0 0,0-1 0 0 0,0 0 0 0 0,0 0 0 0 0,0 0 0 0 0,0 0 0 0 0,0 0 0 0 0,0 1 0 0 0,0-1 0 0 0,0 0 0 0 0,0 0 0 0 0,0 0 0 0 0,0 0 0 0 0,0 0 0 0 0,0 1 1 0 0,0-1-1 0 0,0 0 0 0 0,1 0 0 0 0,-1 0 0 0 0,0 0 0 0 0,0 0 0 0 0,0 0 0 0 0,0 1 0 0 0,0-1 0 0 0,0 0 0 0 0,0 0 0 0 0,1 0 0 0 0,-1 0 0 0 0,0 0 0 0 0,0 0 0 0 0,0 0 0 0 0,0 0 0 0 0,0 0 0 0 0,0 0 0 0 0,1 0 1 0 0,-1 0-1 0 0,0 0 0 0 0,0 0 0 0 0,0 0 0 0 0,0 0 0 0 0,0 0 0 0 0,1 0 0 0 0,-1 0 0 0 0,0 0 0 0 0,0 0 0 0 0,0 0 0 0 0,0 0 0 0 0,0 0 0 0 0,1 0 0 0 0,-1 0 0 0 0,0 0 0 0 0,0 0 0 0 0,10-12 27 0 0,-4 3-8 0 0,1 0 1 0 0,0 1-1 0 0,0 0 1 0 0,1 0-1 0 0,0 1 1 0 0,1 0-1 0 0,15-10 1 0 0,-20 15-53 0 0,0 0 1 0 0,1-1-1 0 0,0 2 0 0 0,-1-1 1 0 0,1 0-1 0 0,0 1 1 0 0,0 0-1 0 0,0 0 1 0 0,0 1-1 0 0,0-1 1 0 0,0 1-1 0 0,7 0 0 0 0,-6 2 0 0 0,0-1-1 0 0,-1 1 0 0 0,1 0 1 0 0,-1 1-1 0 0,0-1 1 0 0,1 1-1 0 0,-1 0 0 0 0,0 1 1 0 0,-1-1-1 0 0,9 8 0 0 0,-9-7-134 0 0,-1 0-1 0 0,0 0 1 0 0,0 0-1 0 0,0 1 0 0 0,0-1 1 0 0,3 9-1 0 0,6 10-5590 0 0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0:00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85 632 0 0,'3'-15'3300'0'0,"6"-44"2752"0"0,-8 57-4807 0 0,-1 0-739 0 0,0 2-482 0 0,0 0 0 0 0,0 0 0 0 0,0 0 0 0 0,0 1 0 0 0,-1-1 0 0 0,1 0 0 0 0,0 0 0 0 0,0 0 0 0 0,0 0 0 0 0,0 0 0 0 0,-1 0 0 0 0,1 0-1 0 0,0 0 1 0 0,0 0 0 0 0,0 0 0 0 0,0 0 0 0 0,-1 0 0 0 0,1 0 0 0 0,0 0 0 0 0,0 0 0 0 0,0 0 0 0 0,0 0 0 0 0,-1 0 0 0 0,1 0 0 0 0,0-1 0 0 0,0 1-1 0 0,0 0 1 0 0,0 0 0 0 0,-1 0 0 0 0,1 0 0 0 0,0 0 0 0 0,0 0 0 0 0,0 0 0 0 0,0-1 0 0 0,0 1 0 0 0,0 0 0 0 0,0 0 0 0 0,-1 0 0 0 0,1 0 0 0 0,0 0 0 0 0,0-1-1 0 0,0 1 1 0 0,0 0 0 0 0,0 0 0 0 0,0 0 0 0 0,0 0 0 0 0,0-1 0 0 0,0 1 0 0 0,0 0 0 0 0,0 0 0 0 0,0 0 0 0 0,0-1 0 0 0,0 1 0 0 0,0 0 0 0 0,0 0 0 0 0,0 0-1 0 0,0 0 1 0 0,0-1 0 0 0,0 1 0 0 0,0 0 0 0 0,0 0 0 0 0,1 0 0 0 0,-1 0 0 0 0,0 0 0 0 0,0-1 0 0 0,0 1 0 0 0,0 0 0 0 0,0 0 0 0 0,1 0 0 0 0,-14 6 17 0 0,1 0 1 0 0,1 1 0 0 0,0 1-1 0 0,0 0 1 0 0,0 0 0 0 0,1 1-1 0 0,0 0 1 0 0,1 1 0 0 0,0 0-1 0 0,0 1 1 0 0,1 0 0 0 0,1 0 0 0 0,0 1-1 0 0,-6 12 1 0 0,7-14-31 0 0,1 0 1 0 0,1 0-1 0 0,-1 0 1 0 0,2 1-1 0 0,-1-1 1 0 0,2 1-1 0 0,-1 0 1 0 0,1 0 0 0 0,1 0-1 0 0,0 0 1 0 0,1 0-1 0 0,0 0 1 0 0,0 0-1 0 0,2 0 1 0 0,-1 0-1 0 0,1 0 1 0 0,1 0-1 0 0,4 13 1 0 0,-6-21-10 0 0,1 0 0 0 0,-1 0 0 0 0,1 0 0 0 0,0 0 0 0 0,0 0 0 0 0,0-1 0 0 0,0 1 0 0 0,0-1 0 0 0,0 1 0 0 0,1-1 0 0 0,-1 0 0 0 0,1 0 0 0 0,0 0 0 0 0,0 0 0 0 0,-1 0-1 0 0,1-1 1 0 0,0 1 0 0 0,1-1 0 0 0,-1 0 0 0 0,0 0 0 0 0,0 0 0 0 0,0 0 0 0 0,1-1 0 0 0,-1 1 0 0 0,0-1 0 0 0,1 0 0 0 0,-1 0 0 0 0,0 0 0 0 0,1 0 0 0 0,-1-1 0 0 0,0 1 0 0 0,0-1 0 0 0,1 0 0 0 0,-1 0 0 0 0,0 0 0 0 0,0 0 0 0 0,0-1 0 0 0,5-2 0 0 0,0 0 20 0 0,1-1 0 0 0,-1 0-1 0 0,0-1 1 0 0,0 1 0 0 0,-1-1 0 0 0,0-1-1 0 0,0 1 1 0 0,0-1 0 0 0,-1-1 0 0 0,0 1-1 0 0,-1-1 1 0 0,8-12 0 0 0,-8 8 9 0 0,-1-1 1 0 0,0 1 0 0 0,-1-1 0 0 0,-1 0 0 0 0,0 0-1 0 0,0 0 1 0 0,-1 0 0 0 0,-1 0 0 0 0,0 0-1 0 0,-1 0 1 0 0,0 0 0 0 0,-1 0 0 0 0,-1 0-1 0 0,0 0 1 0 0,0 1 0 0 0,-1-1 0 0 0,-1 1 0 0 0,0 0-1 0 0,-14-22 1 0 0,3 8-1018 0 0,10 22-3134 0 0,7 16-407 0 0,2 1 4352 0 0,5 3-2887 0 0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0:00.4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0 106 228 0 0,'0'0'1339'0'0,"4"-57"8480"0"0,-2 47-8824 0 0,3-15 2599 0 0,-4 11-10045 0 0,20 31-481 0 0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0:00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93 608 0 0,'20'-36'5973'0'0,"-12"29"-5538"0"0,0 1-1 0 0,1 0 0 0 0,0 1 1 0 0,0 0-1 0 0,0 1 0 0 0,1-1 1 0 0,-1 2-1 0 0,1-1 0 0 0,0 1 1 0 0,0 1-1 0 0,1 0 0 0 0,16-1 1 0 0,-22 2-387 0 0,0 1 0 0 0,0-1 1 0 0,0 1-1 0 0,-1 0 1 0 0,1 1-1 0 0,0-1 0 0 0,0 1 1 0 0,0 0-1 0 0,-1 0 0 0 0,1 1 1 0 0,0-1-1 0 0,-1 1 1 0 0,0 0-1 0 0,1 0 0 0 0,-1 1 1 0 0,0-1-1 0 0,0 1 1 0 0,0 0-1 0 0,0 0 0 0 0,-1 0 1 0 0,1 1-1 0 0,-1-1 1 0 0,0 1-1 0 0,0 0 0 0 0,0 0 1 0 0,0 0-1 0 0,-1 0 0 0 0,1 0 1 0 0,1 5-1 0 0,-2-2-18 0 0,-1 0 1 0 0,1 0-1 0 0,-1 0 0 0 0,-1 1 0 0 0,1-1 1 0 0,-1 0-1 0 0,0 0 0 0 0,-1 0 0 0 0,0 0 0 0 0,0 0 1 0 0,0 0-1 0 0,-4 9 0 0 0,-4 12 70 0 0,-23 45 0 0 0,10-22-23 0 0,21-50-69 0 0,0 0 0 0 0,0 1 1 0 0,0 0-1 0 0,0-1 0 0 0,1 1 0 0 0,-1-1 0 0 0,1 1 0 0 0,-1 0 0 0 0,1 0 0 0 0,0-1 0 0 0,0 1 0 0 0,-1 0 0 0 0,1 0 0 0 0,0-1 1 0 0,1 1-1 0 0,-1 0 0 0 0,0-1 0 0 0,0 1 0 0 0,1 0 0 0 0,-1 0 0 0 0,1-1 0 0 0,-1 1 0 0 0,2 2 0 0 0,1-3 3 0 0,-1 0-1 0 0,0 0 1 0 0,0 0-1 0 0,0-1 0 0 0,1 1 1 0 0,-1-1-1 0 0,0 1 1 0 0,1-1-1 0 0,-1 0 1 0 0,0 0-1 0 0,1 0 1 0 0,-1 0-1 0 0,0 0 1 0 0,1-1-1 0 0,-1 1 0 0 0,0-1 1 0 0,4 0-1 0 0,105-26-1893 0 0,-40 2-5194 0 0,-54 16 3830 0 0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0:43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29 32 0 0,'-16'-27'8159'0'0,"16"27"-8108"0"0,0 0-1 0 0,0-1 0 0 0,-1 1 0 0 0,1 0 1 0 0,0 0-1 0 0,-1 0 0 0 0,1 0 0 0 0,0 0 1 0 0,0 0-1 0 0,-1 0 0 0 0,1 0 0 0 0,0 0 1 0 0,0 0-1 0 0,-1 0 0 0 0,1 0 0 0 0,0 0 1 0 0,-1 0-1 0 0,1 0 0 0 0,0 0 0 0 0,0 0 1 0 0,-1 1-1 0 0,1-1 0 0 0,0 0 0 0 0,0 0 1 0 0,-1 0-1 0 0,1 0 0 0 0,0 0 0 0 0,0 1 1 0 0,0-1-1 0 0,-1 0 0 0 0,1 0 0 0 0,0 0 0 0 0,0 1 1 0 0,0-1-1 0 0,0 0 0 0 0,-1 0 0 0 0,1 1 1 0 0,0-1-1 0 0,0 0 0 0 0,0 0 0 0 0,0 1 1 0 0,0-1-1 0 0,0 0 0 0 0,0 1 0 0 0,0-1 1 0 0,0 1-1 0 0,-11 26 448 0 0,-4 29-457 0 0,-2 46 266 0 0,16-100-280 0 0,-1 9-141 0 0,-1-6 438 0 0,2-8 1528 0 0,-2-24-1708 0 0,2 0 1 0 0,0 0 0 0 0,2 0-1 0 0,9-53 1 0 0,-10 78-126 0 0,0 2-31 0 0,0 0 1 0 0,0 0-1 0 0,0-1 0 0 0,0 1 0 0 0,0 0 1 0 0,0 0-1 0 0,0 0 0 0 0,-1-1 1 0 0,1 1-1 0 0,0 0 0 0 0,0-1 1 0 0,0 1-1 0 0,0 0 0 0 0,0 0 0 0 0,0-1 1 0 0,0 1-1 0 0,0 0 0 0 0,0 0 1 0 0,1-1-1 0 0,-1 1 0 0 0,0 0 1 0 0,0 0-1 0 0,0-1 0 0 0,0 1 0 0 0,0 0 1 0 0,0 0-1 0 0,0 0 0 0 0,1-1 1 0 0,-1 1-1 0 0,0 0 0 0 0,0 0 1 0 0,0 0-1 0 0,0-1 0 0 0,1 1 1 0 0,-1 0-1 0 0,0 0 0 0 0,0 0 0 0 0,0 0 1 0 0,1 0-1 0 0,-1-1 0 0 0,0 1 1 0 0,0 0-1 0 0,1 0 0 0 0,-1 0 1 0 0,0 0-1 0 0,0 0 0 0 0,1 0 0 0 0,-1 0 1 0 0,0 0-1 0 0,0 0 0 0 0,1 0 1 0 0,-1 0-1 0 0,15 12-75 0 0,-1 0 1 0 0,0 0-1 0 0,-1 2 1 0 0,14 18-1 0 0,25 25-181 0 0,-42-48 233 0 0,15 17-112 0 0,1-2 1 0 0,1-1-1 0 0,1-2 1 0 0,40 24-1 0 0,-67-44 228 0 0,4-7 6 0 0,-1 0-1 0 0,1 0 1 0 0,-1 0-1 0 0,-1-1 0 0 0,1 1 1 0 0,-1-1-1 0 0,0 0 1 0 0,-1 0-1 0 0,0 0 0 0 0,0-1 1 0 0,0 1-1 0 0,-1 0 0 0 0,0-1 1 0 0,-1-11-1 0 0,1-1 59 0 0,-2 1 0 0 0,-1-1 0 0 0,0 1 0 0 0,-8-30 0 0 0,10 48-119 0 0,-2-16 485 0 0,-1-1-2627 0 0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0:43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27 264 696 0 0,'0'0'2595'0'0,"17"40"182"0"0,-13-29-2495 0 0,0 0 1 0 0,0 0-1 0 0,1-1 0 0 0,1 1 1 0 0,9 13-1 0 0,-14-23-168 0 0,3 11 3160 0 0,-15-26-3163 0 0,1-2 0 0 0,0 1 0 0 0,2-1 0 0 0,0-1 0 0 0,0 0 0 0 0,2 0 0 0 0,0 0 1 0 0,1-1-1 0 0,0 1 0 0 0,2-1 0 0 0,0 0 0 0 0,1-1 0 0 0,1 1 0 0 0,1 0 0 0 0,0 0 0 0 0,5-32 1 0 0,-4 46-115 0 0,0 1-1 0 0,0-1 1 0 0,0 1 0 0 0,0 0 0 0 0,0-1 0 0 0,1 1 0 0 0,-1 0 0 0 0,1-1 0 0 0,0 1 0 0 0,0 0 0 0 0,0 1 0 0 0,1-1 0 0 0,-1 0 0 0 0,1 0 0 0 0,-1 1 0 0 0,1 0 0 0 0,0-1 0 0 0,0 1 0 0 0,0 0 0 0 0,0 0 0 0 0,0 1 0 0 0,1-1 0 0 0,-1 1 0 0 0,0-1 0 0 0,1 1 0 0 0,-1 0 0 0 0,1 1 0 0 0,-1-1 0 0 0,1 0 0 0 0,0 1 0 0 0,-1 0 0 0 0,1 0 0 0 0,-1 0 0 0 0,1 0 0 0 0,0 1 0 0 0,-1-1 0 0 0,7 3 0 0 0,-6-2-16 0 0,0 0 0 0 0,-1 0 0 0 0,1 0 0 0 0,-1 0 0 0 0,1 1 0 0 0,-1-1 0 0 0,0 1 0 0 0,1 0 1 0 0,-1 0-1 0 0,0 1 0 0 0,0-1 0 0 0,-1 1 0 0 0,1-1 0 0 0,0 1 0 0 0,-1 0 0 0 0,1 0 0 0 0,-1 0 0 0 0,0 0 1 0 0,0 0-1 0 0,0 0 0 0 0,-1 1 0 0 0,1-1 0 0 0,-1 1 0 0 0,0-1 0 0 0,0 1 0 0 0,0 0 0 0 0,0-1 0 0 0,-1 1 0 0 0,1 0 1 0 0,-1-1-1 0 0,0 1 0 0 0,0 0 0 0 0,0 0 0 0 0,-1-1 0 0 0,-1 7 0 0 0,0-4 16 0 0,-1 1 0 0 0,0 0 0 0 0,0-1 0 0 0,-1 1 0 0 0,0-1 0 0 0,0 0 0 0 0,0 0 0 0 0,-1-1 0 0 0,-6 7 0 0 0,-21 18-1007 0 0,1-5-3314 0 0,23-19 2306 0 0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0:44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18 142 144 0 0,'-18'-9'9283'0'0,"28"5"-5490"0"0,52 4-4581 0 0,-2 0 1162 0 0,45-8-232 0 0,266-28 193 0 0,-101-9 47 0 0,-268 45-364 0 0,-1-1 4 0 0,3-4-2 0 0,-9 2-21 0 0,-14-4-33 0 0,-1 1 0 0 0,1 1 0 0 0,-1 1 0 0 0,0 0 0 0 0,0 2 0 0 0,-22 0 0 0 0,16 6-446 0 0,25-3 470 0 0,0 0 1 0 0,1 1-1 0 0,-1-1 1 0 0,0 1-1 0 0,1-1 1 0 0,-1 1-1 0 0,1-1 1 0 0,-1 1-1 0 0,1-1 1 0 0,0 1-1 0 0,0-1 1 0 0,0 1-1 0 0,0-1 1 0 0,0 3-1 0 0,-1 9-144 0 0,-1 0-1 0 0,-1 0 1 0 0,0-1-1 0 0,0 1 0 0 0,-1-1 1 0 0,-1 1-1 0 0,0-1 1 0 0,-8 14-1 0 0,-4 1-2201 0 0,-2 0-1 0 0,-23 27 0 0 0,26-36-121 0 0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0:46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36 321 68 0 0,'-11'-41'5749'0'0,"4"11"1361"0"0,43 218-6396 0 0,-6-14-502 0 0,-22-123 147 0 0,-10-40 158 0 0,-8-29-323 0 0,-1-18-124 0 0,1-1 0 0 0,-7-51 0 0 0,9 45-47 0 0,6 34-17 0 0,-26-169-24 0 0,26 152 0 0 0,0-1 1 0 0,2 1-1 0 0,1 0 1 0 0,8-48-1 0 0,-8 68-22 0 0,0 0-1 0 0,1 0 1 0 0,-1 0-1 0 0,1 1 1 0 0,1-1-1 0 0,-1 1 1 0 0,1-1-1 0 0,0 1 1 0 0,0 0 0 0 0,1 0-1 0 0,-1 0 1 0 0,1 0-1 0 0,0 1 1 0 0,5-5-1 0 0,-7 8 13 0 0,1 1-1 0 0,0 0 0 0 0,-1 0 0 0 0,1-1 1 0 0,-1 1-1 0 0,1 1 0 0 0,0-1 0 0 0,-1 0 0 0 0,1 1 1 0 0,-1-1-1 0 0,1 1 0 0 0,-1 0 0 0 0,1 0 1 0 0,-1 0-1 0 0,0 0 0 0 0,1 0 0 0 0,-1 1 1 0 0,0-1-1 0 0,0 0 0 0 0,0 1 0 0 0,3 3 1 0 0,0 0 7 0 0,0 0 0 0 0,-1 0 0 0 0,0 0 0 0 0,0 1 0 0 0,-1 0 1 0 0,1 0-1 0 0,-1 0 0 0 0,0 0 0 0 0,-1 0 0 0 0,1 0 0 0 0,-1 1 0 0 0,-1 0 1 0 0,1-1-1 0 0,-1 1 0 0 0,0 0 0 0 0,-1-1 0 0 0,0 1 0 0 0,0 0 1 0 0,0 0-1 0 0,-1-1 0 0 0,0 1 0 0 0,0 0 0 0 0,-2 7 0 0 0,-2-1-200 0 0,0 0 0 0 0,0-1 1 0 0,-1 0-1 0 0,-1 0 0 0 0,0 0 0 0 0,-1-1 0 0 0,0 0 0 0 0,0 0 0 0 0,-1-1 0 0 0,-18 16 0 0 0,2 2-6287 0 0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0:47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2 224 0 0,'0'0'1717'0'0,"39"13"1020"0"0,-33-11-2635 0 0,0 0 0 0 0,-1 0 0 0 0,1 1 0 0 0,-1 0 0 0 0,0 0 0 0 0,0 0 0 0 0,0 0 0 0 0,0 1 0 0 0,-1 0 0 0 0,1 0 0 0 0,-1 0 1 0 0,0 1-1 0 0,0-1 0 0 0,0 1 0 0 0,-1 0 0 0 0,0 0 0 0 0,5 9 0 0 0,-5-8-14 0 0,0 0-1 0 0,-1 1 1 0 0,1-1 0 0 0,-1 1-1 0 0,0-1 1 0 0,-1 1 0 0 0,1 0 0 0 0,-1-1-1 0 0,-1 1 1 0 0,1 0 0 0 0,-1 0-1 0 0,-1 0 1 0 0,1 0 0 0 0,-1-1-1 0 0,-2 11 1 0 0,2-16 3 0 0,1 1-1 0 0,0-1 1 0 0,-1 0 0 0 0,1 1-1 0 0,-1-1 1 0 0,1 0-1 0 0,-1 1 1 0 0,0-1 0 0 0,0 0-1 0 0,1 0 1 0 0,-1 0 0 0 0,0 0-1 0 0,0 1 1 0 0,0-1-1 0 0,0 0 1 0 0,-1-1 0 0 0,1 1-1 0 0,-2 1 1 0 0,2-1-42 0 0,0-1-1 0 0,1 0 1 0 0,-1 0 0 0 0,0 0 0 0 0,0 0-1 0 0,0 0 1 0 0,0 0 0 0 0,1-1 0 0 0,-1 1-1 0 0,0 0 1 0 0,0 0 0 0 0,1 0-1 0 0,-1-1 1 0 0,0 1 0 0 0,0-1 0 0 0,1 1-1 0 0,-1 0 1 0 0,0-1 0 0 0,1 1 0 0 0,-1-1-1 0 0,0 1 1 0 0,1-1 0 0 0,-1 0 0 0 0,-2-2 22 0 0,1 0 0 0 0,0 0 0 0 0,0 0 0 0 0,0 0 1 0 0,0 0-1 0 0,0-1 0 0 0,1 1 0 0 0,0-1 0 0 0,-1 1 0 0 0,1-1 1 0 0,1 1-1 0 0,-2-6 0 0 0,2 0-180 0 0,-1 1 0 0 0,2 0 0 0 0,-1 0 0 0 0,1 0 0 0 0,1 0 0 0 0,-1 0 0 0 0,1 0 0 0 0,1 0 0 0 0,-1 1 0 0 0,1-1 0 0 0,1 1 0 0 0,0-1 0 0 0,0 1-1 0 0,0 0 1 0 0,0 1 0 0 0,1-1 0 0 0,0 1 0 0 0,1 0 0 0 0,9-8 0 0 0,-9 11-645 0 0,0 0 0 0 0,0 0 0 0 0,1 1 0 0 0,-1 0 0 0 0,1 1 0 0 0,-1 0 0 0 0,8-1 0 0 0,-4 0-1228 0 0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0:47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1 4 0 0,'0'0'1281'0'0,"-6"2"-694"0"0,2-2-454 0 0,0 2 0 0 0,0-1 0 0 0,1 0 1 0 0,-1 1-1 0 0,0-1 0 0 0,1 1 1 0 0,-1 0-1 0 0,1 1 0 0 0,0-1 0 0 0,0 0 1 0 0,0 1-1 0 0,0 0 0 0 0,0 0 1 0 0,0 0-1 0 0,1 0 0 0 0,-1 0 1 0 0,1 0-1 0 0,0 1 0 0 0,0-1 0 0 0,0 1 1 0 0,1-1-1 0 0,-1 1 0 0 0,1 0 1 0 0,0 0-1 0 0,0-1 0 0 0,-1 8 1 0 0,1-5-28 0 0,1 0 1 0 0,0 0-1 0 0,0 0 1 0 0,0 0 0 0 0,1 0-1 0 0,0 0 1 0 0,0 0-1 0 0,0 0 1 0 0,1 0 0 0 0,0 0-1 0 0,0-1 1 0 0,1 1 0 0 0,-1-1-1 0 0,1 1 1 0 0,5 6-1 0 0,-6-9 4 0 0,1 1-1 0 0,0 0 1 0 0,0-1-1 0 0,1 0 1 0 0,-1 0-1 0 0,1 0 1 0 0,-1 0-1 0 0,1 0 1 0 0,0-1-1 0 0,0 1 0 0 0,0-1 1 0 0,0 0-1 0 0,0-1 1 0 0,1 1-1 0 0,-1-1 1 0 0,1 1-1 0 0,-1-1 1 0 0,1-1-1 0 0,9 2 1 0 0,-13-2-46 0 0,1 0 1 0 0,-1 0-1 0 0,1 0 0 0 0,-1 0 1 0 0,1-1-1 0 0,-1 1 1 0 0,1 0-1 0 0,-1-1 1 0 0,1 1-1 0 0,-1-1 1 0 0,1 1-1 0 0,-1-1 1 0 0,1 0-1 0 0,-1 1 1 0 0,0-1-1 0 0,1 0 1 0 0,-1 0-1 0 0,0 0 1 0 0,0 0-1 0 0,0 0 1 0 0,0 0-1 0 0,0-1 1 0 0,0 1-1 0 0,1-2 1 0 0,-1 1 25 0 0,0-1 0 0 0,0 0 0 0 0,0 0 0 0 0,-1 1 0 0 0,1-1 0 0 0,-1 0 1 0 0,1 0-1 0 0,-1 0 0 0 0,0 0 0 0 0,0 0 0 0 0,-1 0 0 0 0,1-2 0 0 0,-2-4 68 0 0,0 0 0 0 0,0 1 0 0 0,-1-1 0 0 0,0 1 0 0 0,0 0 0 0 0,-9-15 0 0 0,10 19-277 0 0,0 0 1 0 0,-1 0-1 0 0,1 1 0 0 0,-1-1 1 0 0,0 1-1 0 0,0 0 0 0 0,0-1 0 0 0,-1 2 1 0 0,1-1-1 0 0,-1 0 0 0 0,1 1 1 0 0,-1-1-1 0 0,0 1 0 0 0,0 0 0 0 0,0 0 1 0 0,-8-2-1 0 0,10 4-566 0 0,-23 13-5703 0 0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0:47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0 580 0 0,'0'0'670'0'0,"45"1"3225"0"0,-40 3-3764 0 0,0-1 0 0 0,0 1 1 0 0,0 0-1 0 0,-1 1 0 0 0,1-1 0 0 0,-1 1 0 0 0,0 0 1 0 0,0 0-1 0 0,-1 0 0 0 0,0 0 0 0 0,0 1 0 0 0,0-1 0 0 0,0 1 1 0 0,-1 0-1 0 0,0 0 0 0 0,0 0 0 0 0,0 0 0 0 0,-1 0 1 0 0,0 0-1 0 0,0 1 0 0 0,-1-1 0 0 0,0 0 0 0 0,-1 11 0 0 0,1-15 675 0 0,-2-5-673 0 0,1 0 0 0 0,0 0 0 0 0,0 0 0 0 0,0-1 0 0 0,0 1 0 0 0,0 0 0 0 0,1-1 0 0 0,-1 1 1 0 0,1-1-1 0 0,0 1 0 0 0,0 0 0 0 0,0-1 0 0 0,1 1 0 0 0,-1-1 0 0 0,2-6 0 0 0,-1 6-125 0 0,0-1-1 0 0,1 1 1 0 0,-1 0-1 0 0,1 0 1 0 0,-1 0-1 0 0,1 0 1 0 0,0 0-1 0 0,1 0 1 0 0,-1 0-1 0 0,1 0 1 0 0,0 1-1 0 0,-1-1 1 0 0,2 1-1 0 0,-1 0 0 0 0,0 0 1 0 0,1 0-1 0 0,-1 0 1 0 0,6-2-1 0 0,-8 4-18 0 0,15 0-63 0 0,-11 3 73 0 0,-1 0 0 0 0,0 0-1 0 0,-1 1 1 0 0,1-1 0 0 0,0 1 0 0 0,-1 0 0 0 0,1 0 0 0 0,-1 0-1 0 0,0 0 1 0 0,0 0 0 0 0,0 1 0 0 0,-1 0 0 0 0,1-1 0 0 0,-1 1-1 0 0,3 4 1 0 0,-2-1-167 0 0,0 0 0 0 0,0-1 0 0 0,-1 1-1 0 0,1 0 1 0 0,-2 0 0 0 0,1 0 0 0 0,-1 1-1 0 0,1 12 1 0 0,-2-19-268 0 0,6 17-1477 0 0,-3-13-2001 0 0,5-3 1949 0 0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0:48.3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36 104 0 0,'0'0'1157'0'0,"-5"3"-650"0"0,-16 10-25 0 0,20-12-407 0 0,0 0 0 0 0,0 0 0 0 0,1 0-1 0 0,-1 0 1 0 0,0 0 0 0 0,1 0 0 0 0,-1 0 0 0 0,1 1-1 0 0,-1-1 1 0 0,1 0 0 0 0,0 0 0 0 0,-1 1 0 0 0,1-1 0 0 0,0 0-1 0 0,0 0 1 0 0,0 1 0 0 0,0-1 0 0 0,0 0 0 0 0,0 1-1 0 0,0-1 1 0 0,0 0 0 0 0,1 0 0 0 0,-1 1 0 0 0,1-1-1 0 0,-1 0 1 0 0,0 0 0 0 0,1 0 0 0 0,1 2 0 0 0,16 29 809 0 0,-14-28-637 0 0,1 0 1 0 0,0 0 0 0 0,0 0-1 0 0,1-1 1 0 0,-1 0-1 0 0,1 0 1 0 0,0 0 0 0 0,0-1-1 0 0,11 4 1 0 0,-16-6-146 0 0,1 0 0 0 0,-1 1 0 0 0,1-1 0 0 0,-1 0 0 0 0,1 0 0 0 0,-1-1 0 0 0,1 1 0 0 0,-1 0 0 0 0,1 0 0 0 0,-1-1 0 0 0,1 1 1 0 0,-1-1-1 0 0,1 1 0 0 0,-1-1 0 0 0,0 0 0 0 0,1 0 0 0 0,-1 1 0 0 0,2-3 0 0 0,-1 1 29 0 0,0 0 0 0 0,0-1-1 0 0,0 1 1 0 0,-1-1 0 0 0,1 1 0 0 0,-1-1-1 0 0,0 1 1 0 0,0-1 0 0 0,0 0 0 0 0,0 0-1 0 0,0 0 1 0 0,0 1 0 0 0,0-6 0 0 0,-1 3 1 0 0,0-1 0 0 0,0 0 1 0 0,-1 0-1 0 0,1 1 1 0 0,-1-1-1 0 0,0 0 0 0 0,-1 0 1 0 0,1 1-1 0 0,-1-1 1 0 0,0 1-1 0 0,-1 0 0 0 0,1 0 1 0 0,-1-1-1 0 0,0 2 1 0 0,-5-8-1 0 0,7 11-119 0 0,0 0-98 0 0,1 0-1 0 0,0 0 1 0 0,0 1 0 0 0,-1-1-1 0 0,1 1 1 0 0,-1-1-1 0 0,1 0 1 0 0,-1 1 0 0 0,1-1-1 0 0,-1 1 1 0 0,1-1-1 0 0,-1 1 1 0 0,1-1 0 0 0,-1 1-1 0 0,0 0 1 0 0,1-1-1 0 0,-1 1 1 0 0,1 0 0 0 0,-1-1-1 0 0,0 1 1 0 0,0 0-1 0 0,1 0 1 0 0,-1 0 0 0 0,0-1-1 0 0,1 1 1 0 0,-1 0-1 0 0,0 0 1 0 0,0 0 0 0 0,1 0-1 0 0,-1 0 1 0 0,0 0-1 0 0,1 1 1 0 0,-1-1 0 0 0,0 0-1 0 0,0 0 1 0 0,1 0-1 0 0,-1 1 1 0 0,0-1 0 0 0,1 0-1 0 0,-1 1 1 0 0,0-1-1 0 0,1 1 1 0 0,-1-1 0 0 0,1 0-1 0 0,-1 1 1 0 0,1-1-1 0 0,-1 1 1 0 0,1 0 0 0 0,-1-1-1 0 0,1 1 1 0 0,-1-1-1 0 0,1 1 1 0 0,0 0 0 0 0,-1-1-1 0 0,1 1 1 0 0,0 1-1 0 0,-1-1-388 0 0,0 2-82 0 0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0:48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30 340 0 0,'3'8'290'0'0,"0"0"-1"0"0,1-1 0 0 0,1 0 1 0 0,-1 0-1 0 0,1 0 1 0 0,0-1-1 0 0,1 1 1 0 0,-1-1-1 0 0,1-1 1 0 0,1 1-1 0 0,-1-1 1 0 0,1 0-1 0 0,0 0 1 0 0,0-1-1 0 0,0 0 1 0 0,0 0-1 0 0,1-1 1 0 0,0 0-1 0 0,0 0 1 0 0,0 0-1 0 0,9 1 1 0 0,-15-4 120 0 0,26-11 1681 0 0,-26 6-1887 0 0,0 1 0 0 0,-1-1 0 0 0,0 0 0 0 0,1 0 0 0 0,-2 0 1 0 0,1 0-1 0 0,-1 0 0 0 0,0 0 0 0 0,0 0 0 0 0,0 0 0 0 0,0 1 0 0 0,-1-1 0 0 0,0 0 0 0 0,0 0 0 0 0,-1 0 0 0 0,1 0 0 0 0,-4-6 0 0 0,-2-14 456 0 0,7 23-549 0 0,-7-12 513 0 0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0:49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0 256 0 0,'4'4'622'0'0,"1"0"-1"0"0,-1 0 1 0 0,-1 1 0 0 0,1-1 0 0 0,0 1-1 0 0,4 8 1 0 0,-5-8-293 0 0,0 0-1 0 0,0-1 1 0 0,0 1 0 0 0,1-1-1 0 0,-1 0 1 0 0,7 5 0 0 0,-8-7-234 0 0,0-1 0 0 0,0 0 1 0 0,0 0-1 0 0,0 0 1 0 0,0 0-1 0 0,0-1 0 0 0,1 1 1 0 0,-1-1-1 0 0,0 1 1 0 0,0-1-1 0 0,1 0 1 0 0,-1 1-1 0 0,0-1 0 0 0,1 0 1 0 0,-1-1-1 0 0,0 1 1 0 0,1 0-1 0 0,-1-1 0 0 0,4-1 1 0 0,21-6 1963 0 0,47-22 1 0 0,-73 29-1777 0 0,12 1 1 0 0,-11 0-376 0 0,0-1 0 0 0,0 1 0 0 0,1 0 0 0 0,-1 0 0 0 0,0 1 0 0 0,0-1 0 0 0,0 0 0 0 0,0 1 0 0 0,1 0 0 0 0,-1-1 0 0 0,2 2 0 0 0,20 15-7078 0 0,-15-10 4229 0 0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0:51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266 123 348 0 0,'0'0'1880'0'0,"-6"-2"-947"0"0,-17-7-23 0 0,18 7-49 0 0,4 1-636 0 0,1 0 0 0 0,-1-1-1 0 0,0 1 1 0 0,1-1 0 0 0,-1 1 0 0 0,0 0 0 0 0,0 0 0 0 0,0 0 0 0 0,0-1 0 0 0,0 1 0 0 0,0 0 0 0 0,0 0-1 0 0,0 0 1 0 0,0 0 0 0 0,-1 1 0 0 0,1-1 0 0 0,0 0 0 0 0,-3-1 0 0 0,-23-9 2001 0 0,21 10-2135 0 0,0 1 0 0 0,0 0 0 0 0,0 1 1 0 0,1-1-1 0 0,-1 1 0 0 0,0 0 0 0 0,0 0 0 0 0,1 1 0 0 0,-1 0 0 0 0,1 0 1 0 0,0 0-1 0 0,-1 1 0 0 0,1 0 0 0 0,0 0 0 0 0,0 0 0 0 0,1 0 0 0 0,-6 6 1 0 0,2-3-72 0 0,0 0 1 0 0,1 1-1 0 0,0 0 1 0 0,1 0-1 0 0,0 0 1 0 0,0 1-1 0 0,0 0 1 0 0,1 1-1 0 0,-6 11 1 0 0,9-14-11 0 0,0-1 1 0 0,0 1 0 0 0,1 0-1 0 0,-1 0 1 0 0,1 0 0 0 0,1 0-1 0 0,-1 0 1 0 0,1 0 0 0 0,0-1-1 0 0,1 1 1 0 0,-1 0 0 0 0,1 0-1 0 0,0 0 1 0 0,1 0 0 0 0,-1 0-1 0 0,1-1 1 0 0,0 1 0 0 0,1-1-1 0 0,4 10 1 0 0,-4-12-3 0 0,0 1-1 0 0,0 0 1 0 0,0-1 0 0 0,1 1-1 0 0,-1-1 1 0 0,1 0 0 0 0,0 0-1 0 0,0-1 1 0 0,0 1 0 0 0,0-1-1 0 0,0 0 1 0 0,1 0 0 0 0,-1 0-1 0 0,0-1 1 0 0,1 1 0 0 0,0-1-1 0 0,-1 0 1 0 0,1 0 0 0 0,0-1-1 0 0,0 1 1 0 0,-1-1 0 0 0,1 0-1 0 0,0-1 1 0 0,0 1 0 0 0,4-2-1 0 0,-2 1 15 0 0,0 0-1 0 0,-1-1 1 0 0,1 0-1 0 0,-1 0 1 0 0,0 0-1 0 0,1-1 1 0 0,-1 0-1 0 0,0-1 1 0 0,-1 1-1 0 0,1-1 1 0 0,0 0-1 0 0,-1 0 0 0 0,0-1 1 0 0,0 1-1 0 0,0-1 1 0 0,-1 0-1 0 0,0-1 1 0 0,0 1-1 0 0,5-10 1 0 0,-5 7 37 0 0,0 0 1 0 0,-1-1-1 0 0,0 1 0 0 0,0-1 1 0 0,-1 1-1 0 0,0-1 0 0 0,-1 0 1 0 0,0 0-1 0 0,0 0 1 0 0,-1 0-1 0 0,0 0 0 0 0,-1 0 1 0 0,0 0-1 0 0,-2-12 0 0 0,-1 8 31 0 0,0 1 0 0 0,-1-1 0 0 0,-1 1-1 0 0,0 0 1 0 0,0 0 0 0 0,-1 1 0 0 0,-15-19 0 0 0,15 21-58 0 0,7 7-78 0 0,-1 1-1 0 0,0 0 1 0 0,0-1-1 0 0,0 1 1 0 0,0 0 0 0 0,0 0-1 0 0,0 0 1 0 0,-1 0-1 0 0,1 0 1 0 0,0 0-1 0 0,-1 0 1 0 0,1 0 0 0 0,0 0-1 0 0,-1 1 1 0 0,1-1-1 0 0,-1 1 1 0 0,-2-2 0 0 0,3 2-39 0 0,0 0 1 0 0,0 1 0 0 0,0-1 0 0 0,0 0 0 0 0,0 0 0 0 0,0 0 0 0 0,0 1 0 0 0,0-1 0 0 0,0 1-1 0 0,0-1 1 0 0,0 1 0 0 0,0-1 0 0 0,0 1 0 0 0,0-1 0 0 0,0 1 0 0 0,1 0 0 0 0,-1-1-1 0 0,0 1 1 0 0,-1 2 0 0 0,-1 0-628 0 0,1 1 0 0 0,0 0 0 0 0,0 0 0 0 0,0 0 0 0 0,0 0 0 0 0,0 0 0 0 0,1 1 0 0 0,0-1 0 0 0,0 0 0 0 0,-1 6 0 0 0,2 5-2330 0 0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0:52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0 121 32 0 0,'13'-54'9719'0'0,"-4"-10"-3803"0"0,-8 62-6312 0 0,3 2-2426 0 0,2 0 2695 0 0,1 3-6226 0 0,10 7 2996 0 0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0:52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76 180 0 0,'7'-13'2863'0'0,"-2"7"-2522"0"0,0 1-1 0 0,0 0 1 0 0,1 0 0 0 0,0 0-1 0 0,0 0 1 0 0,0 1-1 0 0,0 0 1 0 0,1 1 0 0 0,-1-1-1 0 0,1 1 1 0 0,0 0 0 0 0,0 1-1 0 0,1 0 1 0 0,-1 0 0 0 0,0 0-1 0 0,1 1 1 0 0,-1 0 0 0 0,0 1-1 0 0,1-1 1 0 0,-1 1 0 0 0,11 2-1 0 0,-11-2-278 0 0,0 0 0 0 0,1 1 0 0 0,-1 0 0 0 0,0 1-1 0 0,0-1 1 0 0,0 2 0 0 0,0-1 0 0 0,0 0 0 0 0,0 1-1 0 0,-1 1 1 0 0,1-1 0 0 0,-1 1 0 0 0,0 0 0 0 0,0 0 0 0 0,0 1-1 0 0,-1 0 1 0 0,0 0 0 0 0,0 0 0 0 0,0 0 0 0 0,0 1-1 0 0,-1 0 1 0 0,5 7 0 0 0,-8-7-46 0 0,1-1-1 0 0,-1 1 1 0 0,0 0 0 0 0,0-1-1 0 0,-1 1 1 0 0,0-1-1 0 0,0 1 1 0 0,0 0 0 0 0,0 0-1 0 0,-1-1 1 0 0,0 1 0 0 0,0-1-1 0 0,-1 1 1 0 0,0-1-1 0 0,0 1 1 0 0,0-1 0 0 0,0 0-1 0 0,-1 0 1 0 0,-6 9-1 0 0,0 0 23 0 0,-1 1 0 0 0,-1-2 0 0 0,0 1-1 0 0,-1-2 1 0 0,-17 16 0 0 0,-15 17 489 0 0,43-44-442 0 0,1-1-75 0 0,0 0 1 0 0,0 0 0 0 0,0 0-1 0 0,-1 0 1 0 0,1 0 0 0 0,0 0-1 0 0,0 0 1 0 0,0 1-1 0 0,0-1 1 0 0,0 0 0 0 0,-1 0-1 0 0,1 0 1 0 0,0 0 0 0 0,0 0-1 0 0,0 0 1 0 0,0 0-1 0 0,0 0 1 0 0,0 1 0 0 0,-1-1-1 0 0,1 0 1 0 0,0 0 0 0 0,0 0-1 0 0,0 0 1 0 0,0 0-1 0 0,0 1 1 0 0,0-1 0 0 0,0 0-1 0 0,0 0 1 0 0,0 0 0 0 0,0 0-1 0 0,0 1 1 0 0,0-1-1 0 0,0 0 1 0 0,0 0 0 0 0,0 0-1 0 0,0 0 1 0 0,0 1 0 0 0,0-1-1 0 0,0 0 1 0 0,0 0-1 0 0,0 0 1 0 0,0 0 0 0 0,0 1-1 0 0,0-1 1 0 0,0 0 0 0 0,0 0-1 0 0,1 0 1 0 0,-1 0-1 0 0,0 0 1 0 0,0 0 0 0 0,0 1-1 0 0,0-1 1 0 0,0 0 0 0 0,0 0-1 0 0,0 0 1 0 0,1 0-1 0 0,-1 0 1 0 0,0 0 0 0 0,0 0-1 0 0,0 0 1 0 0,1 1 0 0 0,24-1 104 0 0,0-1 1 0 0,0-1 0 0 0,-1-1 0 0 0,1-1 0 0 0,37-11 0 0 0,-35 8-436 0 0,0 1 1 0 0,1 1-1 0 0,-1 1 0 0 0,53 0 1 0 0,-73 4-496 0 0,7 1-1039 0 0,-6 2-2724 0 0,0 2 1415 0 0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0:55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95 128 700 0 0,'0'0'7889'0'0,"-5"-2"-7503"0"0,3 0-235 0 0,1 1-59 0 0,0-1-1 0 0,-1 1 1 0 0,1 0-1 0 0,0 0 1 0 0,-1 0-1 0 0,1 0 1 0 0,-1 0-1 0 0,1 0 1 0 0,-1 1 0 0 0,1-1-1 0 0,-1 0 1 0 0,-3 0-1 0 0,-8 43 567 0 0,5-4-340 0 0,-3 47 1 0 0,-5 25 165 0 0,15-108-385 0 0,1 6-32 0 0,-1-6 267 0 0,0-8 1685 0 0,-5-33-1966 0 0,1-1 1 0 0,2 0-1 0 0,2 1 1 0 0,8-72-1 0 0,-6 98-72 0 0,-1 9-10 0 0,0 1 0 0 0,1-1 1 0 0,-1 0-1 0 0,1 1 0 0 0,0-1 1 0 0,0 0-1 0 0,0 1 1 0 0,1-1-1 0 0,2-5 0 0 0,-3 7-61 0 0,2 2 54 0 0,-1 1 1 0 0,1-1-1 0 0,-1 0 0 0 0,1 0 0 0 0,-1 1 0 0 0,1 0 0 0 0,-1-1 1 0 0,1 1-1 0 0,-1 0 0 0 0,0 0 0 0 0,5 2 0 0 0,-7-2 44 0 0,33 17-233 0 0,-1 2 0 0 0,33 26 1 0 0,11 7-138 0 0,-75-52 391 0 0,0 0 1 0 0,0 0-1 0 0,0 0 0 0 0,0 0 1 0 0,0-1-1 0 0,1 1 0 0 0,-1 0 0 0 0,0-1 1 0 0,0 1-1 0 0,1-1 0 0 0,-1 1 1 0 0,0-1-1 0 0,1 0 0 0 0,-1 1 0 0 0,0-1 1 0 0,1 0-1 0 0,-1 0 0 0 0,0 0 1 0 0,1 0-1 0 0,1-1 0 0 0,1-17 679 0 0,-2-1-451 0 0,-2 10-158 0 0,0 0 1 0 0,-1 1 0 0 0,0-1 0 0 0,0 1-1 0 0,-1-1 1 0 0,-5-13 0 0 0,4 9 22 0 0,-3-22 142 0 0,-3-8-240 0 0,8 41-224 0 0,0 2 170 0 0,1 0-1 0 0,0 0 1 0 0,0 0 0 0 0,0-1 0 0 0,-1 1 0 0 0,1 0-1 0 0,0 0 1 0 0,0 0 0 0 0,0 0 0 0 0,0-1 0 0 0,-1 1-1 0 0,1 0 1 0 0,0 0 0 0 0,0 0 0 0 0,0-1 0 0 0,0 1-1 0 0,0 0 1 0 0,0 0 0 0 0,-1-1 0 0 0,1 1 0 0 0,0 0 0 0 0,0 0-1 0 0,0-1 1 0 0,0 1 0 0 0,0 0 0 0 0,0 0 0 0 0,0-1-1 0 0,0 1 1 0 0,0 0 0 0 0,0 0 0 0 0,0-1 0 0 0,0 1-1 0 0,0 0 1 0 0,1 0 0 0 0,-1-1 0 0 0,0 1 0 0 0,0 0-1 0 0,0 0 1 0 0,0 0 0 0 0,0-1 0 0 0,0 1 0 0 0,1 0-1 0 0,-1 0 1 0 0,0 0 0 0 0,0-1 0 0 0,0 1 0 0 0,0 0 0 0 0,1 0-1 0 0,-1 0 1 0 0,0 0 0 0 0,0 0 0 0 0,1-1 0 0 0,9-5-3018 0 0,-8 5 1923 0 0,2 2-713 0 0,12 5-1154 0 0,-13-5 228 0 0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0:55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46 203 784 0 0,'0'0'2192'0'0,"6"33"620"0"0,-4-23-2539 0 0,0 0-1 0 0,1-1 1 0 0,0 0 0 0 0,1 1 0 0 0,4 8-1 0 0,11 31 648 0 0,-10-21 2975 0 0,-20-41-3678 0 0,0 0 0 0 0,1-1-1 0 0,1 0 1 0 0,0 0 0 0 0,1-1-1 0 0,1 0 1 0 0,-12-32 0 0 0,15 35-155 0 0,1-1 1 0 0,-1 0-1 0 0,2 0 0 0 0,0 0 1 0 0,0 0-1 0 0,1-1 0 0 0,1 1 1 0 0,0 0-1 0 0,1 0 1 0 0,1 0-1 0 0,3-15 0 0 0,-4 24-75 0 0,0 1-1 0 0,1-1 1 0 0,0 1-1 0 0,0-1 1 0 0,0 1-1 0 0,0-1 0 0 0,0 1 1 0 0,1 0-1 0 0,-1 0 1 0 0,1 0-1 0 0,0 1 1 0 0,0-1-1 0 0,0 1 0 0 0,0-1 1 0 0,1 1-1 0 0,-1 0 1 0 0,1 0-1 0 0,-1 1 1 0 0,1-1-1 0 0,-1 1 0 0 0,1-1 1 0 0,0 1-1 0 0,0 0 1 0 0,0 1-1 0 0,0-1 1 0 0,-1 1-1 0 0,1-1 1 0 0,0 1-1 0 0,0 0 0 0 0,0 1 1 0 0,0-1-1 0 0,7 2 1 0 0,-6-1-31 0 0,0-1 1 0 0,1 2-1 0 0,-1-1 1 0 0,0 0-1 0 0,1 1 1 0 0,-1 0-1 0 0,0 0 1 0 0,0 1-1 0 0,-1-1 1 0 0,1 1 0 0 0,0 0-1 0 0,-1 0 1 0 0,1 1-1 0 0,-1-1 1 0 0,0 1-1 0 0,-1 0 1 0 0,1 0-1 0 0,0 0 1 0 0,-1 1-1 0 0,0-1 1 0 0,0 1-1 0 0,-1 0 1 0 0,3 5 0 0 0,-4-8 30 0 0,-1 1 0 0 0,0-1 1 0 0,1 1-1 0 0,-1-1 0 0 0,0 1 1 0 0,0-1-1 0 0,-1 1 1 0 0,1-1-1 0 0,0 1 0 0 0,-1-1 1 0 0,0 0-1 0 0,1 1 1 0 0,-1-1-1 0 0,0 0 0 0 0,0 1 1 0 0,0-1-1 0 0,-1 0 1 0 0,1 0-1 0 0,0 0 0 0 0,-1 0 1 0 0,1 0-1 0 0,-3 2 0 0 0,-48 38-430 0 0,24-21-699 0 0,3-1-5688 0 0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0:56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1 102 788 0 0,'0'0'7063'0'0,"10"0"-5867"0"0,-4 0 2365 0 0,81-11-2057 0 0,-18 1-1097 0 0,76 0 1 0 0,-39 9-222 0 0,152 6 67 0 0,-229-9-380 0 0,-31 3 113 0 0,0 0-1 0 0,1 0 1 0 0,-1 0 0 0 0,0 0 0 0 0,0 0 0 0 0,1-1 0 0 0,-1 1 0 0 0,1-1-1 0 0,-1 1 1 0 0,1-1 0 0 0,-2-2 0 0 0,1 1-20 0 0,-5-1-47 0 0,0-1-1 0 0,0 2 0 0 0,-1-1 1 0 0,1 1-1 0 0,-1 0 1 0 0,1 0-1 0 0,-1 1 0 0 0,-9-1 1 0 0,-23-9-365 0 0,39 11 411 0 0,0 0 1 0 0,0 1-1 0 0,0-1 0 0 0,0 0 0 0 0,0 1 0 0 0,-1-1 1 0 0,1 0-1 0 0,0 1 0 0 0,0 0 0 0 0,-1-1 0 0 0,1 1 0 0 0,0 0 1 0 0,0-1-1 0 0,-1 1 0 0 0,1 0 0 0 0,0 0 0 0 0,-1 0 1 0 0,1 0-1 0 0,0 1 0 0 0,-3-1 0 0 0,21 20-394 0 0,-13-16 392 0 0,0-1 0 0 0,0 1 0 0 0,-1 0 0 0 0,1 0 0 0 0,-1 0 0 0 0,0 0-1 0 0,0 1 1 0 0,-1-1 0 0 0,1 1 0 0 0,1 6 0 0 0,-4-7-49 0 0,0 0 1 0 0,-1 0-1 0 0,0 0 1 0 0,1 0-1 0 0,-1 0 0 0 0,-1 0 1 0 0,1 0-1 0 0,-1 0 0 0 0,1 0 1 0 0,-1 0-1 0 0,0-1 1 0 0,-1 1-1 0 0,1-1 0 0 0,-6 6 1 0 0,0 1-1429 0 0,-1-1 1 0 0,0 0-1 0 0,-20 14 1 0 0,10-9-1272 0 0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0:59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100 105 608 0 0,'0'0'916'0'0,"-18"-39"9066"0"0,18 37-9011 0 0,0 9-861 0 0,0 14-20 0 0,-1 16 184 0 0,2 1 0 0 0,11 69 0 0 0,-12-106-254 0 0,1 1 1 0 0,0-1 0 0 0,-1 1 0 0 0,1-1 0 0 0,-1 1 0 0 0,0 0 0 0 0,0-1 0 0 0,1 1 0 0 0,-1 0-1 0 0,0-1 1 0 0,0 1 0 0 0,-1-1 0 0 0,1 1 0 0 0,0 0 0 0 0,0-1 0 0 0,-1 3 0 0 0,-12-23 283 0 0,-21-59-393 0 0,25 60 56 0 0,0 1 0 0 0,2-1 0 0 0,0-1 0 0 0,1 1 0 0 0,-4-27 0 0 0,9 42 19 0 0,1 1-1 0 0,1-1 0 0 0,-1 1 1 0 0,0-1-1 0 0,0 1 1 0 0,1-1-1 0 0,0 1 0 0 0,-1 0 1 0 0,1-1-1 0 0,0 1 0 0 0,0 0 1 0 0,0 0-1 0 0,1 0 1 0 0,-1 0-1 0 0,0 0 0 0 0,1 0 1 0 0,-1 0-1 0 0,1 0 1 0 0,0 0-1 0 0,-1 1 0 0 0,1-1 1 0 0,0 1-1 0 0,0-1 0 0 0,0 1 1 0 0,0 0-1 0 0,1 0 1 0 0,-1-1-1 0 0,0 2 0 0 0,0-1 1 0 0,4-1-1 0 0,2-1-28 0 0,-1 1 1 0 0,1 0-1 0 0,0 0 0 0 0,0 1 0 0 0,0 0 0 0 0,0 1 1 0 0,14 0-1 0 0,-12 2 20 0 0,1 0 0 0 0,-1 1 0 0 0,0 1 1 0 0,0 0-1 0 0,-1 0 0 0 0,1 1 0 0 0,-1 0 0 0 0,0 0 1 0 0,0 1-1 0 0,-1 1 0 0 0,1-1 0 0 0,-1 1 0 0 0,-1 1 1 0 0,0-1-1 0 0,0 1 0 0 0,0 1 0 0 0,-1-1 1 0 0,0 1-1 0 0,-1 0 0 0 0,1 1 0 0 0,-2-1 0 0 0,0 1 1 0 0,0 0-1 0 0,0 0 0 0 0,2 17 0 0 0,-5-22 24 0 0,-1 1-1 0 0,0-1 1 0 0,0 0-1 0 0,-1 1 0 0 0,0-1 1 0 0,0 0-1 0 0,0 0 1 0 0,0 1-1 0 0,-1-1 1 0 0,0 0-1 0 0,0 0 1 0 0,0-1-1 0 0,0 1 1 0 0,-1 0-1 0 0,0-1 1 0 0,0 1-1 0 0,0-1 1 0 0,-1 0-1 0 0,0 0 1 0 0,-7 6-1 0 0,5-4 41 0 0,0-1 0 0 0,-1 0 0 0 0,0 0 0 0 0,0-1 0 0 0,0 1 1 0 0,-1-2-1 0 0,1 1 0 0 0,-1-1 0 0 0,0 0 0 0 0,0-1 0 0 0,0 1 0 0 0,-12 0 0 0 0,-67-6 267 0 0,85 3-441 0 0,-10-5-102 0 0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1:00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0 379 412 0 0,'0'0'2192'0'0,"14"4"1227"0"0,-4-8-3074 0 0,0 0 1 0 0,0-1 0 0 0,-1-1 0 0 0,0 1 0 0 0,0-1 0 0 0,0-1 0 0 0,-1 0 0 0 0,0 0 0 0 0,0 0 0 0 0,-1-1 0 0 0,0 0 0 0 0,0-1 0 0 0,6-10 0 0 0,-12 18 120 0 0,-8 3-456 0 0,4-2-15 0 0,0 1 0 0 0,0 1 0 0 0,0-1 0 0 0,1 0 0 0 0,-1 1 0 0 0,0-1-1 0 0,0 1 1 0 0,1 0 0 0 0,-1 0 0 0 0,1 0 0 0 0,0 0 0 0 0,0 0 0 0 0,-4 5-1 0 0,5-6-7 0 0,0 0-1 0 0,0 1 1 0 0,1-1-1 0 0,-1 1 0 0 0,0 0 1 0 0,1-1-1 0 0,-1 1 0 0 0,1 0 1 0 0,-1-1-1 0 0,1 1 1 0 0,0 0-1 0 0,0-1 0 0 0,0 1 1 0 0,0 0-1 0 0,0-1 1 0 0,0 1-1 0 0,0 0 0 0 0,1-1 1 0 0,-1 1-1 0 0,0 0 0 0 0,1-1 1 0 0,-1 1-1 0 0,1 0 1 0 0,0-1-1 0 0,0 1 0 0 0,-1-1 1 0 0,1 1-1 0 0,0-1 0 0 0,0 0 1 0 0,1 1-1 0 0,-1-1 1 0 0,1 1-1 0 0,1 1-17 0 0,-1 0 1 0 0,0-1-1 0 0,1 1 0 0 0,0-1 1 0 0,0 0-1 0 0,-1 0 0 0 0,1 0 0 0 0,1 0 1 0 0,-1 0-1 0 0,0-1 0 0 0,0 1 1 0 0,0-1-1 0 0,1 0 0 0 0,-1 0 1 0 0,1 0-1 0 0,-1 0 0 0 0,1-1 1 0 0,-1 1-1 0 0,7-1 0 0 0,-5-1 7 0 0,0 0 0 0 0,-1 0 0 0 0,1-1 0 0 0,0 1 0 0 0,-1-1 0 0 0,1 0 0 0 0,-1 0 0 0 0,0 0 0 0 0,1-1 0 0 0,-1 0 0 0 0,0 0 0 0 0,6-6 0 0 0,-1 0 5 0 0,0 0 0 0 0,-1 0 0 0 0,0-1 0 0 0,-1-1 0 0 0,0 1 1 0 0,-1-1-1 0 0,0 0 0 0 0,0-1 0 0 0,-1 0 0 0 0,4-15 1 0 0,-7 15 118 0 0,0 0 0 0 0,0-1 1 0 0,-1 1-1 0 0,-1 0 1 0 0,0-1-1 0 0,-1 1 0 0 0,0-1 1 0 0,-1 1-1 0 0,-1 0 1 0 0,1 0-1 0 0,-2 0 0 0 0,0 0 1 0 0,0 0-1 0 0,-1 1 1 0 0,-1 0-1 0 0,-7-12 0 0 0,13 22-63 0 0,-1 0-1 0 0,1 0 0 0 0,0 1 1 0 0,-1-1-1 0 0,1 0 1 0 0,-1 0-1 0 0,1 1 0 0 0,-1-1 1 0 0,0 0-1 0 0,1 0 0 0 0,-1 1 1 0 0,0-1-1 0 0,1 1 0 0 0,-1-1 1 0 0,0 1-1 0 0,0-1 1 0 0,0 1-1 0 0,1-1 0 0 0,-3 0 1 0 0,2 2-34 0 0,1 0 0 0 0,-1-1 0 0 0,1 1 0 0 0,-1-1 0 0 0,1 1 0 0 0,-1 0 0 0 0,1-1 0 0 0,-1 1 1 0 0,1 0-1 0 0,-1 0 0 0 0,1-1 0 0 0,0 1 0 0 0,0 0 0 0 0,-1 0 0 0 0,1 0 0 0 0,0-1 0 0 0,0 1 1 0 0,0 0-1 0 0,0 0 0 0 0,0 0 0 0 0,0 0 0 0 0,0-1 0 0 0,0 1 0 0 0,0 0 0 0 0,1 1 0 0 0,0 19 71 0 0,1 0 0 0 0,1 0 0 0 0,0 0 0 0 0,2 0 0 0 0,11 30-1 0 0,48 101 456 0 0,-43-105-378 0 0,-14-33-532 0 0,1 6 983 0 0,-6-5-9708 0 0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1:00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68 536 0 0,'0'0'805'0'0,"8"-13"1451"0"0,9 5-1290 0 0,1 0 1 0 0,1 2-1 0 0,30-8 1 0 0,23-2-5081 0 0,-70 16 3851 0 0,9-2-1475 0 0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1:03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81 416 0 0,'0'0'6089'0'0,"3"-11"-1356"0"0,4 149-4318 0 0,5 55 34 0 0,-12-184 2672 0 0,-6-34-2526 0 0,-5-46-688 0 0,11 62 97 0 0,-4-19 7 0 0,2-1 0 0 0,2 1 0 0 0,0-1 1 0 0,8-48-1 0 0,-6 69-75 0 0,5-20 45 0 0,-7 27-14 0 0,0 0 1 0 0,0 1-1 0 0,0-1 1 0 0,1 0-1 0 0,-1 0 1 0 0,0 0-1 0 0,1 1 1 0 0,-1-1-1 0 0,0 0 1 0 0,1 1-1 0 0,-1-1 1 0 0,1 0-1 0 0,0 1 1 0 0,-1-1-1 0 0,1 0 1 0 0,-1 1-1 0 0,1-1 1 0 0,0 1-1 0 0,-1-1 1 0 0,1 1-1 0 0,0 0 1 0 0,0-1-1 0 0,-1 1 1 0 0,3-1-1 0 0,1 4 6 0 0,-1 0 0 0 0,1 0 0 0 0,0 0 0 0 0,-1 0 0 0 0,0 1 0 0 0,1-1 0 0 0,-1 1 0 0 0,-1 0 0 0 0,1 0 0 0 0,-1 0 0 0 0,5 8 0 0 0,-5-6-13 0 0,17 24-115 0 0,1-1 0 0 0,47 53 1 0 0,-66-80 164 0 0,1-4 46 0 0,-1 1 0 0 0,0-1 1 0 0,1 1-1 0 0,-1-1 0 0 0,0 0 1 0 0,0 1-1 0 0,0-1 0 0 0,0 0 0 0 0,-1 0 1 0 0,1 0-1 0 0,0 1 0 0 0,-1-1 1 0 0,0 0-1 0 0,1 0 0 0 0,-1 0 1 0 0,0 0-1 0 0,0 0 0 0 0,0 0 1 0 0,0 0-1 0 0,0 0 0 0 0,-1-3 1 0 0,1-73 113 0 0,-1 50-17 0 0,1 13-113 0 0,1 1-11 0 0,-1 0 0 0 0,-1 0 1 0 0,-4-25-1 0 0,4 37-174 0 0,3-2-42 0 0,-1-2-401 0 0,4 3-3199 0 0,-4 3 3442 0 0,0 0-1 0 0,1 0 1 0 0,-1 0 0 0 0,0 0 0 0 0,0 0 0 0 0,1 0 0 0 0,-1 1 0 0 0,0-1 0 0 0,0 0 0 0 0,1 1 0 0 0,-1-1 0 0 0,0 1 0 0 0,0-1-1 0 0,0 1 1 0 0,0 0 0 0 0,0-1 0 0 0,2 2 0 0 0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1:03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15 504 0 0,'0'0'974'0'0,"-2"4"-510"0"0,0 1-270 0 0,1 0-1 0 0,-1 0 1 0 0,1 0 0 0 0,0-1-1 0 0,0 1 1 0 0,1 0 0 0 0,-1 0-1 0 0,1 0 1 0 0,0 0-1 0 0,1 0 1 0 0,-1 0 0 0 0,1 0-1 0 0,2 8 1 0 0,0-1 126 0 0,1 0 0 0 0,0-1 0 0 0,1 1 0 0 0,10 16 0 0 0,-14-27-255 0 0,-1 1-1 0 0,1 0 0 0 0,0-1 1 0 0,0 1-1 0 0,0-1 0 0 0,0 0 1 0 0,0 1-1 0 0,0-1 0 0 0,0 0 1 0 0,0 0-1 0 0,1 1 0 0 0,-1-1 0 0 0,0 0 1 0 0,1 0-1 0 0,-1 0 0 0 0,1-1 1 0 0,-1 1-1 0 0,1 0 0 0 0,-1 0 1 0 0,1-1-1 0 0,0 1 0 0 0,-1-1 1 0 0,1 0-1 0 0,0 1 0 0 0,-1-1 1 0 0,4 0-1 0 0,-3 0 239 0 0,28-22 1224 0 0,-27 16-1427 0 0,-1 0 0 0 0,1 0 0 0 0,-1-1 0 0 0,-1 1 1 0 0,1-1-1 0 0,-1 1 0 0 0,0-1 0 0 0,0 0 0 0 0,-1 0 0 0 0,0 1 1 0 0,-1-1-1 0 0,1 0 0 0 0,-1 0 0 0 0,0 1 0 0 0,-1-1 1 0 0,1 1-1 0 0,-1-1 0 0 0,-1 1 0 0 0,1 0 0 0 0,-1 0 1 0 0,0 0-1 0 0,-1 0 0 0 0,1 0 0 0 0,-1 1 0 0 0,-8-10 0 0 0,11 14-382 0 0,-21 14-2935 0 0,12 2-1680 0 0,10-3 2633 0 0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1:03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21 376 0 0,'0'0'3362'0'0,"2"4"-3040"0"0,3 10 104 0 0,1-1 1 0 0,0 0-1 0 0,13 20 1 0 0,-17-30-282 0 0,0 1 0 0 0,0-1 1 0 0,0 0-1 0 0,1 0 0 0 0,-1 0 1 0 0,1 0-1 0 0,0-1 0 0 0,0 1 1 0 0,0-1-1 0 0,0 0 0 0 0,0 0 1 0 0,0 0-1 0 0,1 0 0 0 0,-1 0 1 0 0,1-1-1 0 0,0 1 0 0 0,-1-1 1 0 0,1 0-1 0 0,0 0 0 0 0,4 0 0 0 0,-7-1-84 0 0,0 0-1 0 0,1 0 0 0 0,-1 0 1 0 0,1 0-1 0 0,-1-1 0 0 0,0 1 1 0 0,1 0-1 0 0,-1-1 0 0 0,0 1 1 0 0,1-1-1 0 0,-1 0 0 0 0,0 1 1 0 0,0-1-1 0 0,1 0 0 0 0,-1 0 0 0 0,0 1 1 0 0,0-1-1 0 0,0 0 0 0 0,0 0 1 0 0,0 0-1 0 0,0 0 0 0 0,-1-1 1 0 0,2 0-1 0 0,0-2 48 0 0,-1 1-1 0 0,0 0 1 0 0,0 0-1 0 0,0 0 1 0 0,0-1-1 0 0,0 1 1 0 0,-1-1 0 0 0,1 1-1 0 0,-1-5 1 0 0,0-1 58 0 0,-1 0-1 0 0,0 0 1 0 0,0 0 0 0 0,-1 0 0 0 0,0 1 0 0 0,-3-10 0 0 0,4 18-395 0 0,-8-19-408 0 0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1:04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0 432 0 0,'0'0'1972'0'0,"14"25"55"0"0,-12-11-1356 0 0,0 1 0 0 0,1-1 0 0 0,7 19 0 0 0,-9-31-535 0 0,3 27 1989 0 0,0-38-2076 0 0,0 0 10 0 0,0-1 0 0 0,1 1 1 0 0,-1 0-1 0 0,2 0 0 0 0,-1 1 0 0 0,1 0 1 0 0,0 0-1 0 0,9-9 0 0 0,-11 15-53 0 0,8-4-9 0 0,-2 4-15 0 0,-3 1 7 0 0,-2 1-7 0 0,-3 1 23 0 0,1-1 0 0 0,-1 0 0 0 0,0 1 0 0 0,1-1-1 0 0,-1 1 1 0 0,0 0 0 0 0,0 0 0 0 0,1 0 0 0 0,-1 0 0 0 0,0 0 0 0 0,0 0-1 0 0,0 1 1 0 0,0-1 0 0 0,0 1 0 0 0,-1-1 0 0 0,1 1 0 0 0,0 0-1 0 0,-1-1 1 0 0,1 1 0 0 0,1 3 0 0 0,6 7 95 0 0,24 26-49 0 0,-17-13-6025 0 0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1:07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1 146 336 0 0,'0'0'6601'0'0,"2"5"-6500"0"0,9 38 316 0 0,-1 1 1 0 0,5 60-1 0 0,-6-44-152 0 0,-4-30 16 0 0,-3-19 2195 0 0,-10-39-1340 0 0,-9-54-710 0 0,-11-113 1 0 0,28 186-424 0 0,0 0 1 0 0,0 0 0 0 0,1 1-1 0 0,0-1 1 0 0,0 1 0 0 0,1-1-1 0 0,3-9 1 0 0,4-17-11 0 0,-9 34 1 0 0,0 0 0 0 0,0 0 1 0 0,0 0-1 0 0,0 0 1 0 0,0 0-1 0 0,0 0 1 0 0,0 0-1 0 0,1 0 1 0 0,-1 1-1 0 0,0-1 0 0 0,1 0 1 0 0,-1 0-1 0 0,0 0 1 0 0,1 0-1 0 0,-1 0 1 0 0,1 1-1 0 0,0-1 1 0 0,-1 0-1 0 0,1 1 0 0 0,0-1 1 0 0,-1 0-1 0 0,1 1 1 0 0,0-1-1 0 0,0 1 1 0 0,-1-1-1 0 0,1 1 1 0 0,0-1-1 0 0,0 1 1 0 0,0-1-1 0 0,0 1 0 0 0,0 0 1 0 0,0 0-1 0 0,0-1 1 0 0,-1 1-1 0 0,1 0 1 0 0,0 0-1 0 0,0 0 1 0 0,0 0-1 0 0,0 0 0 0 0,2 1 1 0 0,-1-1-8 0 0,0 1 0 0 0,0 0 0 0 0,0 0 1 0 0,0 1-1 0 0,0-1 0 0 0,0 0 0 0 0,0 1 1 0 0,0-1-1 0 0,0 1 0 0 0,-1-1 0 0 0,1 1 0 0 0,2 4 1 0 0,-1-3 1 0 0,0 1 1 0 0,-1 1 0 0 0,1-1 0 0 0,-1 0 0 0 0,0 1-1 0 0,0-1 1 0 0,0 1 0 0 0,-1-1 0 0 0,1 1 0 0 0,-1 0-1 0 0,0 0 1 0 0,-1 0 0 0 0,1 8 0 0 0,-1-11 7 0 0,0-1 4 0 0,1 0 1 0 0,-1-1-1 0 0,0 1 0 0 0,0 0 1 0 0,0 0-1 0 0,1 0 0 0 0,-1 0 1 0 0,0-1-1 0 0,0 1 0 0 0,0 0 1 0 0,0 0-1 0 0,0 0 0 0 0,-1-1 1 0 0,1 1-1 0 0,0 0 0 0 0,0 0 1 0 0,-1 0-1 0 0,1-1 0 0 0,0 1 0 0 0,-1 0 1 0 0,1 0-1 0 0,0-1 0 0 0,-1 1 1 0 0,1 0-1 0 0,-1-1 0 0 0,1 1 1 0 0,-1 0-1 0 0,0-1 0 0 0,0 1 1 0 0,-17 26-76 0 0,16-26-71 0 0,-5 1-130 0 0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1:07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161 222 588 0 0,'3'16'1787'0'0,"63"189"3272"0"0,-43-144-3801 0 0,-23-59-1107 0 0,4 11 2471 0 0,-15-26-2474 0 0,1 0 1 0 0,0 0-1 0 0,1-2 0 0 0,1 1 0 0 0,0-1 1 0 0,1 0-1 0 0,-9-25 0 0 0,4 4-33 0 0,2 0 0 0 0,-8-56-1 0 0,17 79-100 0 0,0 0 0 0 0,1 0-1 0 0,0-1 1 0 0,2 1 0 0 0,-1 0-1 0 0,1 0 1 0 0,1 0 0 0 0,6-16-1 0 0,-8 25-17 0 0,0 0 0 0 0,0-1-1 0 0,1 1 1 0 0,0 0-1 0 0,-1 0 1 0 0,2 0 0 0 0,-1 0-1 0 0,0 0 1 0 0,1 1 0 0 0,0-1-1 0 0,0 1 1 0 0,0-1-1 0 0,0 1 1 0 0,0 0 0 0 0,1 0-1 0 0,-1 1 1 0 0,1-1 0 0 0,0 1-1 0 0,0-1 1 0 0,0 1-1 0 0,0 0 1 0 0,0 1 0 0 0,1-1-1 0 0,-1 1 1 0 0,0 0 0 0 0,1 0-1 0 0,4 0 1 0 0,-6 0-3 0 0,-1 1 1 0 0,1 0-1 0 0,-1 0 1 0 0,1 0 0 0 0,-1 0-1 0 0,1 1 1 0 0,-1-1-1 0 0,1 1 1 0 0,-1-1-1 0 0,1 1 1 0 0,-1 0-1 0 0,0 0 1 0 0,1 0-1 0 0,-1 0 1 0 0,0 1-1 0 0,0-1 1 0 0,0 0 0 0 0,0 1-1 0 0,0 0 1 0 0,0-1-1 0 0,0 1 1 0 0,0 0-1 0 0,-1 0 1 0 0,1 0-1 0 0,-1 0 1 0 0,1 0-1 0 0,-1 1 1 0 0,0-1-1 0 0,0 0 1 0 0,0 0 0 0 0,0 1-1 0 0,0-1 1 0 0,0 4-1 0 0,-1-2 2 0 0,0 0 0 0 0,0 0-1 0 0,0 0 1 0 0,-1 1 0 0 0,1-1-1 0 0,-1 0 1 0 0,0 0 0 0 0,0 0 0 0 0,0 0-1 0 0,-1 0 1 0 0,1-1 0 0 0,-1 1-1 0 0,0 0 1 0 0,0-1 0 0 0,-1 1 0 0 0,1-1-1 0 0,-1 0 1 0 0,1 1 0 0 0,-7 4 0 0 0,-10 7-246 0 0,0 0 0 0 0,-1-1 0 0 0,-1-1 0 0 0,-43 21 0 0 0,39-24-1915 0 0,0 0 1 0 0,-32 7-1 0 0,30-11-601 0 0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1:12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61 260 0 0,'-1'-4'603'0'0,"0"0"-1"0"0,-1 0 1 0 0,0 0-1 0 0,1 0 1 0 0,-1 0 0 0 0,-1 0-1 0 0,1 1 1 0 0,0-1-1 0 0,-1 1 1 0 0,0 0 0 0 0,0-1-1 0 0,0 1 1 0 0,0 0-1 0 0,-1 1 1 0 0,-3-4 0 0 0,5 5-316 0 0,-16 1 591 0 0,10 2-818 0 0,0 0 1 0 0,1 0-1 0 0,-1 1 0 0 0,1-1 1 0 0,-1 2-1 0 0,1-1 0 0 0,0 1 1 0 0,0 0-1 0 0,0 1 0 0 0,1-1 1 0 0,0 1-1 0 0,0 1 0 0 0,0-1 1 0 0,0 1-1 0 0,1 0 0 0 0,-5 8 1 0 0,1-3-23 0 0,1 0 1 0 0,1 1 0 0 0,0 0-1 0 0,0 1 1 0 0,2-1 0 0 0,-1 1-1 0 0,1 1 1 0 0,-4 21-1 0 0,7-25-20 0 0,1 0-1 0 0,1-1 0 0 0,0 1 1 0 0,0 0-1 0 0,1-1 0 0 0,0 1 1 0 0,1-1-1 0 0,4 18 0 0 0,-4-21-1 0 0,0-1-1 0 0,0 0 1 0 0,0 0-1 0 0,0 0 0 0 0,1 0 1 0 0,0 0-1 0 0,0-1 0 0 0,0 1 1 0 0,1-1-1 0 0,-1 0 1 0 0,1 0-1 0 0,0 0 0 0 0,0 0 1 0 0,1-1-1 0 0,8 7 1 0 0,-9-10-4 0 0,0 0 1 0 0,0 0 0 0 0,0 0 0 0 0,-1-1 0 0 0,1 1 0 0 0,0-1 0 0 0,0 0 0 0 0,-1 0 0 0 0,1 0 0 0 0,-1-1 0 0 0,1 1 0 0 0,-1-1 0 0 0,1 0 0 0 0,-1 0 0 0 0,0 0 0 0 0,6-5 0 0 0,-2 1 55 0 0,0-1-1 0 0,-1 1 0 0 0,1-2 1 0 0,-1 1-1 0 0,-1-1 0 0 0,1 1 1 0 0,-1-2-1 0 0,-1 1 1 0 0,0 0-1 0 0,0-1 0 0 0,0 0 1 0 0,-1 0-1 0 0,0 0 0 0 0,2-19 1 0 0,-4 21-12 0 0,-1 0 1 0 0,0 0 0 0 0,0 0 0 0 0,-1-1-1 0 0,1 1 1 0 0,-2 0 0 0 0,1 1 0 0 0,-1-1-1 0 0,0 0 1 0 0,0 0 0 0 0,-1 1 0 0 0,0-1-1 0 0,0 1 1 0 0,0 0 0 0 0,-1 0 0 0 0,0 0-1 0 0,0 0 1 0 0,-1 1 0 0 0,0-1 0 0 0,-6-5-1 0 0,2 3-46 0 0,8 6-59 0 0,0 1 0 0 0,0-1 0 0 0,-1 1 0 0 0,1 0 0 0 0,-1 0 0 0 0,1-1 0 0 0,-1 1 1 0 0,1 0-1 0 0,-1 0 0 0 0,1 0 0 0 0,-1 1 0 0 0,0-1 0 0 0,0 0 0 0 0,1 1 0 0 0,-4-1 0 0 0,4 1-47 0 0,0 0-1 0 0,-1 0 1 0 0,1 0-1 0 0,0 1 1 0 0,-1-1-1 0 0,1 1 1 0 0,0-1-1 0 0,0 1 1 0 0,0-1-1 0 0,-1 1 1 0 0,1 0-1 0 0,0 0 1 0 0,0-1-1 0 0,0 1 1 0 0,0 0-1 0 0,0 0 1 0 0,0 0-1 0 0,1 0 1 0 0,-1 0-1 0 0,0 0 1 0 0,0 1 0 0 0,1-1-1 0 0,-1 0 1 0 0,0 0-1 0 0,1 0 1 0 0,0 1-1 0 0,-1-1 1 0 0,1 0-1 0 0,0 1 1 0 0,-1 2-1 0 0,1-2-382 0 0,0 0 0 0 0,0 0 0 0 0,0 0-1 0 0,0 0 1 0 0,0 1 0 0 0,0-1 0 0 0,1 0 0 0 0,-1 0-1 0 0,1 0 1 0 0,-1 0 0 0 0,1 0 0 0 0,0 0 0 0 0,1 2-1 0 0,6 10-2216 0 0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1:12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54 976 0 0,'0'0'2444'0'0,"9"-24"7939"0"0,-10 11-8123 0 0,0 13-2488 0 0,1 0-1 0 0,0-1 0 0 0,0 1 1 0 0,0-1-1 0 0,-1 1 1 0 0,1-1-1 0 0,0 1 0 0 0,0 0 1 0 0,0-1-1 0 0,0 1 1 0 0,0-1-1 0 0,0 1 1 0 0,0-1-1 0 0,0 1 0 0 0,0-1 1 0 0,0 1-1 0 0,0-1 1 0 0,0 1-1 0 0,0-1 0 0 0,0 1 1 0 0,0-1-1 0 0,1 1 1 0 0,-1 0-1 0 0,0-1 0 0 0,0 1 1 0 0,0-1-1 0 0,1 1 1 0 0,-1 0-1 0 0,0-1 0 0 0,1 1 1 0 0,-1-1-1 0 0,0 1 1 0 0,1 0-1 0 0,-1 0 1 0 0,0-1-1 0 0,1 1 0 0 0,-1 0 1 0 0,1 0-1 0 0,-1-1 1 0 0,1 1-1 0 0,-1 0 0 0 0,0 0 1 0 0,2 0-1 0 0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1:12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98 16 0 0,'13'-31'6215'0'0,"-8"25"-5904"0"0,0 0 0 0 0,1 1 0 0 0,-1 0 0 0 0,1 0 0 0 0,0 0 1 0 0,1 1-1 0 0,-1 0 0 0 0,1 0 0 0 0,0 1 0 0 0,0 0 0 0 0,0 0 1 0 0,0 0-1 0 0,0 1 0 0 0,0 0 0 0 0,1 0 0 0 0,-1 1 0 0 0,9 0 0 0 0,-10 0-272 0 0,0 0-1 0 0,0 0 0 0 0,0 1 0 0 0,0 0 0 0 0,0 1 0 0 0,0-1 0 0 0,0 1 0 0 0,0 0 0 0 0,0 0 1 0 0,-1 1-1 0 0,1 0 0 0 0,0 0 0 0 0,-1 0 0 0 0,1 1 0 0 0,-1 0 0 0 0,0 0 0 0 0,0 0 0 0 0,0 1 0 0 0,0-1 1 0 0,0 1-1 0 0,-1 0 0 0 0,7 8 0 0 0,-8-7-31 0 0,-1-1 1 0 0,0 1-1 0 0,0 0 0 0 0,0-1 1 0 0,0 1-1 0 0,-1 0 1 0 0,0 0-1 0 0,0 0 1 0 0,0 0-1 0 0,-1 0 0 0 0,1 1 1 0 0,-1-1-1 0 0,-1 0 1 0 0,1 0-1 0 0,-1 0 0 0 0,1 0 1 0 0,-2 0-1 0 0,1 0 1 0 0,0 0-1 0 0,-1 0 1 0 0,0 0-1 0 0,0-1 0 0 0,-5 9 1 0 0,-6 8 1 0 0,-1-1 1 0 0,0-1-1 0 0,-30 32 0 0 0,34-41-1 0 0,-86 89 30 0 0,95-98-42 0 0,0 0 13 0 0,1-1 0 0 0,-1 1 0 0 0,0-1 0 0 0,1 1 0 0 0,-1-1 0 0 0,1 1 0 0 0,-1 0 1 0 0,1-1-1 0 0,-1 1 0 0 0,1 0 0 0 0,0-1 0 0 0,-1 1 0 0 0,1 0 0 0 0,0 0 0 0 0,-1-1 0 0 0,1 1 0 0 0,0 0 0 0 0,0 0 0 0 0,0-1 0 0 0,0 1 0 0 0,0 0 0 0 0,0 0 0 0 0,0 0 0 0 0,0 1 0 0 0,7 0 32 0 0,0 0 0 0 0,0-1-1 0 0,1 0 1 0 0,-1 0 0 0 0,0 0-1 0 0,0-1 1 0 0,14-1 0 0 0,62-9 104 0 0,-50 5-91 0 0,360-37 495 0 0,-369 38 403 0 0,5 0-2399 0 0,-28 8-187 0 0,-15 7-303 0 0,0-2-1924 0 0,1-4 295 0 0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1:16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28 852 0 0,'-3'-8'5832'0'0,"8"13"-2476"0"0,18 28-1700 0 0,32 51-2148 0 0,-6 2 695 0 0,-26-44-46 0 0,31 42 0 0 0,-54-83-133 0 0,1-1 0 0 0,-1 1 0 0 0,0-1 0 0 0,0 0 0 0 0,0 1 0 0 0,1-1 0 0 0,-1 1 0 0 0,0-1 0 0 0,1 0 0 0 0,-1 0-1 0 0,0 1 1 0 0,1-1 0 0 0,-1 0 0 0 0,0 1 0 0 0,1-1 0 0 0,-1 0 0 0 0,1 0 0 0 0,-1 0 0 0 0,1 1 0 0 0,-1-1 0 0 0,0 0 0 0 0,1 0 0 0 0,-1 0 0 0 0,1 0 0 0 0,-1 0 0 0 0,1 0 0 0 0,-1 0-1 0 0,1 0 1 0 0,-1 0 0 0 0,1 0 0 0 0,-1 0 0 0 0,0 0 0 0 0,1 0 0 0 0,-1 0 0 0 0,1-1 0 0 0,-1 1 0 0 0,1 0 0 0 0,-1 0 0 0 0,0 0 0 0 0,1-1 0 0 0,-1 1 0 0 0,0 0 0 0 0,1-1 0 0 0,0 1 0 0 0,14-28 395 0 0,4-45-236 0 0,-18 67-103 0 0,10-58 72 0 0,-8 40-88 0 0,2 0-1 0 0,12-43 0 0 0,-5 16 25 0 0,-9 30-3901 0 0,0 22 3204 0 0,0 0 1 0 0,0 0 0 0 0,0 1 0 0 0,0 0 0 0 0,0-1-1 0 0,0 1 1 0 0,0 0 0 0 0,0 0 0 0 0,3 4 0 0 0,0 0-1652 0 0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1:16.8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0 229 388 0 0,'0'0'2869'0'0,"23"49"346"0"0,2-3-2240 0 0,-14-28-390 0 0,-1 1 0 0 0,9 26 2745 0 0,-34-65-567 0 0,6 7-2658 0 0,0-2 0 0 0,0 1 0 0 0,-6-18 0 0 0,9 18-30 0 0,2-1 0 0 0,0 0 0 0 0,1-1 1 0 0,0 1-1 0 0,2 0 0 0 0,-1-1 0 0 0,2 0 0 0 0,0 1 0 0 0,3-21 0 0 0,-2 29-81 0 0,1 0 1 0 0,0 0-1 0 0,0 0 0 0 0,0 1 0 0 0,1-1 0 0 0,0 1 0 0 0,0 0 1 0 0,1-1-1 0 0,-1 2 0 0 0,2-1 0 0 0,-1 0 0 0 0,0 1 1 0 0,1 0-1 0 0,0 0 0 0 0,0 0 0 0 0,1 0 0 0 0,-1 1 0 0 0,1 0 1 0 0,0 0-1 0 0,0 1 0 0 0,0 0 0 0 0,1 0 0 0 0,6-3 0 0 0,-8 5-24 0 0,-1-1-1 0 0,1 0 1 0 0,-1 1-1 0 0,1 0 1 0 0,0 0-1 0 0,-1 1 1 0 0,1-1-1 0 0,0 1 0 0 0,0 0 1 0 0,-1 0-1 0 0,1 1 1 0 0,5 0-1 0 0,-6 0 5 0 0,-1 0 0 0 0,0 1 1 0 0,0-1-1 0 0,0 1 0 0 0,0-1 0 0 0,0 1 0 0 0,-1 0 0 0 0,1 0 0 0 0,0 0 0 0 0,-1 1 0 0 0,0-1 1 0 0,1 1-1 0 0,-1-1 0 0 0,0 1 0 0 0,0 0 0 0 0,2 4 0 0 0,-4-6 21 0 0,1 1-1 0 0,-1 0 1 0 0,0 0-1 0 0,0 0 1 0 0,1 0 0 0 0,-1 0-1 0 0,-1 0 1 0 0,1-1-1 0 0,0 1 1 0 0,0 0-1 0 0,-1 0 1 0 0,1 0 0 0 0,-1 0-1 0 0,1-1 1 0 0,-1 1-1 0 0,0 0 1 0 0,0 0-1 0 0,0-1 1 0 0,0 1 0 0 0,0-1-1 0 0,0 1 1 0 0,-2 1-1 0 0,-28 32-46 0 0,12-19-354 0 0,0 0-1 0 0,0-2 1 0 0,-2 0-1 0 0,0-2 1 0 0,-29 14-1 0 0,50-26 70 0 0,-1 0-1 0 0,0 1 1 0 0,0-1-1 0 0,0 1 1 0 0,1-1-1 0 0,-1 1 1 0 0,0-1-1 0 0,0 1 1 0 0,1 0-1 0 0,-1-1 1 0 0,1 1-1 0 0,-1 0 0 0 0,0-1 1 0 0,1 1-1 0 0,-1 0 1 0 0,1 0-1 0 0,0-1 1 0 0,-1 1-1 0 0,1 0 1 0 0,0 0-1 0 0,-1 1 1 0 0,1-1 295 0 0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1:17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90 480 0 0,'13'8'17227'0'0,"-10"-6"-16245"0"0,0-2-3283 0 0,279-14 2700 0 0,-49 4-366 0 0,-181 5-41 0 0,40-2-29 0 0,-100 5-5 0 0,0 1 1 0 0,0-1-1 0 0,1 0 0 0 0,-1-1 1 0 0,-10-5-1 0 0,-15-4-73 0 0,23 10 76 0 0,0-1 1 0 0,0 0-1 0 0,0-1 0 0 0,0 0 1 0 0,1-1-1 0 0,-13-7 0 0 0,21 11 5 0 0,2 1 3 0 0,1 1 0 0 0,0-1 0 0 0,-1 0 0 0 0,1 1 0 0 0,-1-1 0 0 0,1 1 0 0 0,-1 0 0 0 0,1-1 0 0 0,-1 1 0 0 0,1 0 0 0 0,-1 0 0 0 0,0 0 0 0 0,1 0 0 0 0,-1 0 0 0 0,0 0-1 0 0,0 1 1 0 0,0-1 0 0 0,0 0 0 0 0,0 0 0 0 0,0 1 0 0 0,0-1 0 0 0,0 1 0 0 0,0-1 0 0 0,-1 1 0 0 0,1-1 0 0 0,-1 1 0 0 0,1 0 0 0 0,-1-1 0 0 0,1 1 0 0 0,-1-1 0 0 0,0 1 0 0 0,0 0-1 0 0,0-1 1 0 0,0 1 0 0 0,0 0 0 0 0,0-1 0 0 0,-1 1 0 0 0,1 0 0 0 0,0-1 0 0 0,-1 1 0 0 0,1-1 0 0 0,-1 1 0 0 0,0-1 0 0 0,1 1 0 0 0,-1-1 0 0 0,0 1 0 0 0,0-1 0 0 0,0 1-1 0 0,0-1 1 0 0,-2 2 0 0 0,-11 13-699 0 0,-2-1 0 0 0,1-1 0 0 0,-30 20-1 0 0,-22 11-4790 0 0,64-43 5196 0 0,-33 21-2909 0 0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1:26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3 104 696 0 0,'-2'-2'6196'0'0,"5"11"-3037"0"0,17 31-2371 0 0,9 22-727 0 0,-20-41 62 0 0,5 14 57 0 0,1-1 0 0 0,2 0 0 0 0,32 47 0 0 0,-48-80 778 0 0,2-3-913 0 0,-1-1 0 0 0,1 1 0 0 0,-1-1-1 0 0,0 0 1 0 0,0 0 0 0 0,0 0 0 0 0,0 0 0 0 0,0 0 0 0 0,-1-1-1 0 0,1 1 1 0 0,-1 0 0 0 0,2-8 0 0 0,22-81 417 0 0,-9 36-220 0 0,13-82 1 0 0,-25 111-364 0 0,1-8-364 0 0,-4 11-8381 0 0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1:27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0 410 584 0 0,'0'0'2285'0'0,"4"-2"-1601"0"0,3-3-242 0 0,1-1 1 0 0,-1 1-1 0 0,0-1 0 0 0,0-1 0 0 0,-1 1 1 0 0,0-1-1 0 0,0 0 0 0 0,0-1 1 0 0,-1 1-1 0 0,0-1 0 0 0,-1 0 0 0 0,0 0 1 0 0,0-1-1 0 0,0 1 0 0 0,2-14 1 0 0,-5 20-279 0 0,-1 0-104 0 0,-1 0-1 0 0,1 0 0 0 0,-1 0 0 0 0,0 0 0 0 0,1 0 1 0 0,-1 0-1 0 0,0 0 0 0 0,0 0 0 0 0,0 1 1 0 0,0-1-1 0 0,0 0 0 0 0,-1 0 0 0 0,-2-2 0 0 0,1-1-46 0 0,2 4 67 0 0,-28 19 2 0 0,26-15-79 0 0,0 0 0 0 0,0 1 0 0 0,1 0 0 0 0,-1-1 1 0 0,1 1-1 0 0,0 0 0 0 0,0 0 0 0 0,1 1 0 0 0,-1-1 0 0 0,1 0 0 0 0,0 1 0 0 0,0-1 0 0 0,0 0 0 0 0,0 1 0 0 0,1-1 0 0 0,0 1 0 0 0,0-1 0 0 0,0 1 0 0 0,2 6 0 0 0,-2-7-3 0 0,0 0 1 0 0,0 0-1 0 0,1 0 1 0 0,0 0-1 0 0,0 0 0 0 0,0-1 1 0 0,0 1-1 0 0,0 0 1 0 0,1-1-1 0 0,0 1 1 0 0,-1-1-1 0 0,1 1 0 0 0,1-1 1 0 0,-1 0-1 0 0,0 0 1 0 0,1 0-1 0 0,0 0 1 0 0,0 0-1 0 0,-1 0 1 0 0,2-1-1 0 0,3 4 0 0 0,-4-6 1 0 0,0 0 0 0 0,-1 0-1 0 0,1 0 1 0 0,0 0 0 0 0,-1 0-1 0 0,1 0 1 0 0,-1-1 0 0 0,1 0-1 0 0,-1 1 1 0 0,1-1-1 0 0,-1 0 1 0 0,1 0 0 0 0,-1 0-1 0 0,0 0 1 0 0,4-3 0 0 0,34-22-35 0 0,-37 24 34 0 0,123-101-227 0 0,-125 103 219 0 0,0-1-1 0 0,0 0 1 0 0,0 1-1 0 0,1-1 0 0 0,-1 1 1 0 0,0-1-1 0 0,0 1 1 0 0,0 0-1 0 0,0-1 1 0 0,1 1-1 0 0,-1 0 0 0 0,0 0 1 0 0,0 0-1 0 0,1 0 1 0 0,-1 0-1 0 0,0 0 1 0 0,0 0-1 0 0,0 0 0 0 0,1 0 1 0 0,-1 1-1 0 0,0-1 1 0 0,0 1-1 0 0,0-1 0 0 0,1 1 1 0 0,-1-1-1 0 0,0 1 1 0 0,0-1-1 0 0,0 1 1 0 0,1 1-1 0 0,34 34-186 0 0,-32-30 117 0 0,1-1 0 0 0,0 0 0 0 0,0 0 0 0 0,0 0 0 0 0,12 7 0 0 0,-14-10 57 0 0,-1-1-1 0 0,1 1 0 0 0,0-1 1 0 0,0 0-1 0 0,0 0 1 0 0,0-1-1 0 0,0 1 0 0 0,0 0 1 0 0,0-1-1 0 0,1 0 0 0 0,-1 0 1 0 0,0 0-1 0 0,0 0 1 0 0,0 0-1 0 0,0-1 0 0 0,5-1 1 0 0,-3 0 12 0 0,0 0-1 0 0,-1 0 1 0 0,1-1 0 0 0,-1 0 0 0 0,1 0 0 0 0,-1 0-1 0 0,0 0 1 0 0,0-1 0 0 0,6-7 0 0 0,0 0-4 0 0,-1-1 0 0 0,-1 0-1 0 0,0 0 1 0 0,0-1 0 0 0,-2-1 0 0 0,9-22 0 0 0,24-91 109 0 0,-29 89 53 0 0,2-15 917 0 0,-13 48-344 0 0,-7 28-667 0 0,1 3-28 0 0,2 1 1 0 0,2-1-1 0 0,0 1 1 0 0,1 0-1 0 0,4 48 0 0 0,0-16-246 0 0,-2-58 212 0 0,0 0 1 0 0,0-1-1 0 0,0 1 1 0 0,1 0-1 0 0,-1-1 1 0 0,0 1-1 0 0,1 0 1 0 0,-1-1 0 0 0,1 1-1 0 0,-1-1 1 0 0,1 1-1 0 0,-1-1 1 0 0,1 1-1 0 0,-1-1 1 0 0,1 1-1 0 0,-1-1 1 0 0,1 1-1 0 0,0-1 1 0 0,-1 0-1 0 0,1 1 1 0 0,-1-1-1 0 0,1 0 1 0 0,0 1-1 0 0,0-1 1 0 0,-1 0-1 0 0,1 0 1 0 0,0 0 0 0 0,-1 0-1 0 0,1 0 1 0 0,0 0-1 0 0,0 0 1 0 0,-1 0-1 0 0,1 0 1 0 0,0 0-1 0 0,0 0 1 0 0,0 0-1 0 0,34-5-42 0 0,-26 4 15 0 0,8-1-24 0 0,0 0 0 0 0,0 1 0 0 0,1 2 0 0 0,-1-1 0 0 0,23 5 0 0 0,-40-5 57 0 0,1 0-1 0 0,-1 0 1 0 0,1 0 0 0 0,0 0-1 0 0,-1 0 1 0 0,1 0 0 0 0,-1 1-1 0 0,1-1 1 0 0,-1 0 0 0 0,1 0-1 0 0,0 0 1 0 0,-1 1 0 0 0,1-1-1 0 0,-1 0 1 0 0,1 1 0 0 0,-1-1-1 0 0,1 0 1 0 0,-1 1 0 0 0,0-1-1 0 0,1 0 1 0 0,-1 1 0 0 0,1-1-1 0 0,-1 1 1 0 0,0-1-1 0 0,1 1 1 0 0,-1-1 0 0 0,0 1-1 0 0,0-1 1 0 0,1 1 0 0 0,-1 0-1 0 0,0-1 1 0 0,0 1 0 0 0,0-1-1 0 0,0 1 1 0 0,0 0 0 0 0,1-1-1 0 0,-1 1 1 0 0,0-1 0 0 0,0 1-1 0 0,-1 0 1 0 0,1-1 0 0 0,0 1-1 0 0,0-1 1 0 0,0 1 0 0 0,0-1-1 0 0,0 1 1 0 0,-1 0 0 0 0,1-1-1 0 0,0 1 1 0 0,-1-1 0 0 0,1 1-1 0 0,0-1 1 0 0,-1 1 0 0 0,1-1-1 0 0,0 0 1 0 0,-1 1 0 0 0,1-1-1 0 0,-1 1 1 0 0,1-1-1 0 0,-1 1 1 0 0,-29 22 97 0 0,10-12 131 0 0,-1-2-1 0 0,-31 11 1 0 0,45-18-555 0 0,1 0 1 0 0,-1 0-1 0 0,0-1 1 0 0,0 0-1 0 0,0 0 0 0 0,0-1 1 0 0,0 1-1 0 0,0-2 0 0 0,0 1 1 0 0,0-1-1 0 0,-13-3 0 0 0,15 3-2802 0 0,-6-5 237 0 0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1:29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91 101 368 0 0,'-7'-6'10641'0'0,"-4"35"-10452"0"0,1 1 0 0 0,2 0 0 0 0,1 1 0 0 0,1 0 0 0 0,-2 35-1 0 0,7-65-160 0 0,0 2 1329 0 0,-5-12-1076 0 0,-4-18-247 0 0,3-15 67 0 0,4 33-92 0 0,1 0 0 0 0,1 0 1 0 0,0 0-1 0 0,0-1 0 0 0,1 1 0 0 0,0 0 0 0 0,0-1 0 0 0,4-13 0 0 0,-4 20-43 0 0,1 0-47 0 0,2-7-316 0 0,1 11 372 0 0,-1-1-1 0 0,1 1 1 0 0,0 0-1 0 0,-1 0 1 0 0,1 0-1 0 0,-1 1 1 0 0,0-1-1 0 0,1 1 1 0 0,-1 0-1 0 0,0 0 1 0 0,0 0-1 0 0,5 4 1 0 0,40 39-218 0 0,-9-9 63 0 0,85 42-309 0 0,-123-77 508 0 0,0-1 0 0 0,-1 0 0 0 0,1 1 0 0 0,0-1-1 0 0,0 0 1 0 0,-1 0 0 0 0,1 1 0 0 0,0-1 0 0 0,0 0 0 0 0,-1 0 0 0 0,1 0 0 0 0,0 0 0 0 0,0 0 0 0 0,0 0 0 0 0,-1 0 0 0 0,1-1 0 0 0,0 1 0 0 0,0 0 0 0 0,-1 0 0 0 0,1-1 0 0 0,0 1-1 0 0,0 0 1 0 0,-1-1 0 0 0,1 1 0 0 0,0 0 0 0 0,-1-1 0 0 0,1 1 0 0 0,-1-1 0 0 0,1 1 0 0 0,0-1 0 0 0,-1 0 0 0 0,1 1 0 0 0,-1-1 0 0 0,1 0 0 0 0,-1 1 0 0 0,0-1 0 0 0,1 0 0 0 0,-1 1-1 0 0,0-1 1 0 0,1 0 0 0 0,-1 0 0 0 0,0 1 0 0 0,0-1 0 0 0,0 0 0 0 0,0-1 0 0 0,9-42 470 0 0,-8 37-368 0 0,1-14 57 0 0,-1 0 0 0 0,-1 1 1 0 0,-3-26-1 0 0,0 3 49 0 0,-1-44-179 0 0,4 85-302 0 0,14 3-6012 0 0,7 16 2695 0 0,-15-9 955 0 0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1:30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164 247 88 0 0,'15'29'2630'0'0,"15"41"0"0"0,-11-25-1847 0 0,6 15 3308 0 0,-29-65-3857 0 0,-9-10-29 0 0,0 0 0 0 0,2-2 0 0 0,0 1 0 0 0,0-1 0 0 0,2 0 0 0 0,0-1-1 0 0,-8-26 1 0 0,12 33-149 0 0,1-1-1 0 0,1 1 1 0 0,0-1-1 0 0,1 0 1 0 0,0 0-1 0 0,1 0 1 0 0,0 0-1 0 0,1 0 0 0 0,0 0 1 0 0,1 0-1 0 0,0 0 1 0 0,1 0-1 0 0,7-22 1 0 0,-6 27-44 0 0,1 1-1 0 0,0-1 1 0 0,0 1 0 0 0,0 0 0 0 0,1 1-1 0 0,0-1 1 0 0,0 1 0 0 0,1 0-1 0 0,0 0 1 0 0,-1 1 0 0 0,1 0 0 0 0,1 0-1 0 0,-1 0 1 0 0,1 0 0 0 0,11-3 0 0 0,-13 4-30 0 0,0 1 0 0 0,0 0 0 0 0,1 1 0 0 0,-1-1 1 0 0,1 1-1 0 0,0 0 0 0 0,-1 1 0 0 0,1-1 0 0 0,-1 1 1 0 0,1 0-1 0 0,0 0 0 0 0,-1 1 0 0 0,1 0 0 0 0,0 0 1 0 0,-1 0-1 0 0,1 0 0 0 0,-1 1 0 0 0,0 0 0 0 0,1 0 1 0 0,8 6-1 0 0,-13-7 10 0 0,0-1-1 0 0,0 1 1 0 0,-1 0 0 0 0,1-1 0 0 0,0 1 0 0 0,-1 0-1 0 0,1-1 1 0 0,0 1 0 0 0,-1 0 0 0 0,1 0 0 0 0,-1 0-1 0 0,0 0 1 0 0,1-1 0 0 0,-1 1 0 0 0,1 0 0 0 0,-1 0-1 0 0,0 0 1 0 0,0 0 0 0 0,0 0 0 0 0,0 0 0 0 0,0 0-1 0 0,0 0 1 0 0,0 0 0 0 0,0 0 0 0 0,0 0 0 0 0,0 0-1 0 0,0 0 1 0 0,0 0 0 0 0,-1 1 0 0 0,0 1-10 0 0,-1 1 0 0 0,0-1 0 0 0,0 0-1 0 0,0 0 1 0 0,0 0 0 0 0,0 0 0 0 0,-1 0 0 0 0,-3 3 0 0 0,-56 42-304 0 0,58-45 275 0 0,-35 22-967 0 0,-68 33 0 0 0,78-45-1653 0 0,-46 14 0 0 0,38-17 109 0 0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1:32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89 180 0 0,'-30'-50'6867'0'0,"29"48"-6279"0"0,0-1-219 0 0,-1 0 1 0 0,0-1 0 0 0,1 1-1 0 0,-1 1 1 0 0,-1-1-1 0 0,1 0 1 0 0,0 0 0 0 0,-1 1-1 0 0,1-1 1 0 0,-6-3-1 0 0,6 5-149 0 0,-13 1 383 0 0,7 5-562 0 0,0 0 0 0 0,0 0-1 0 0,0 1 1 0 0,1 0 0 0 0,0 1-1 0 0,0-1 1 0 0,1 2 0 0 0,0-1-1 0 0,0 0 1 0 0,0 1 0 0 0,1 0-1 0 0,0 1 1 0 0,1-1 0 0 0,0 1-1 0 0,0 0 1 0 0,1 0 0 0 0,-3 12-1 0 0,3-12-35 0 0,1 1 0 0 0,1-1 0 0 0,-1 0 0 0 0,1 0-1 0 0,1 0 1 0 0,0 1 0 0 0,0-1 0 0 0,1 0 0 0 0,0 0-1 0 0,1 1 1 0 0,0-1 0 0 0,0 0 0 0 0,1 0 0 0 0,0-1-1 0 0,0 1 1 0 0,1-1 0 0 0,0 1 0 0 0,7 9 0 0 0,-8-15-9 0 0,0 1 0 0 0,1 0 0 0 0,-1 0 0 0 0,1-1-1 0 0,0 0 1 0 0,0 0 0 0 0,0 0 0 0 0,0 0 0 0 0,0-1 0 0 0,0 1 0 0 0,1-1 0 0 0,-1 0 0 0 0,1-1 0 0 0,0 1 0 0 0,-1-1 0 0 0,1 0 0 0 0,0 0 0 0 0,0 0 0 0 0,0-1 0 0 0,0 1 0 0 0,0-1 0 0 0,0 0 0 0 0,0-1 0 0 0,0 1 0 0 0,-1-1 0 0 0,1 0 0 0 0,0 0 0 0 0,0-1 0 0 0,0 0 0 0 0,-1 1 0 0 0,1-1 0 0 0,-1-1 0 0 0,0 1 0 0 0,6-4 0 0 0,-3 1 38 0 0,0 1 1 0 0,0-1-1 0 0,-1 0 1 0 0,1-1-1 0 0,-1 0 0 0 0,0 0 1 0 0,-1 0-1 0 0,1-1 0 0 0,-1 1 1 0 0,0-1-1 0 0,-1-1 0 0 0,0 1 1 0 0,0-1-1 0 0,-1 1 0 0 0,1-1 1 0 0,-2 0-1 0 0,1 0 1 0 0,-1 0-1 0 0,2-15 0 0 0,-4 14-3 0 0,-1 1 0 0 0,0-1-1 0 0,0 0 1 0 0,-1 0-1 0 0,0 1 1 0 0,0-1 0 0 0,-1 1-1 0 0,0-1 1 0 0,-1 1 0 0 0,0 0-1 0 0,0 0 1 0 0,-1 1 0 0 0,1-1-1 0 0,-2 1 1 0 0,1 0 0 0 0,-1 1-1 0 0,0-1 1 0 0,-1 1-1 0 0,1 0 1 0 0,-1 0 0 0 0,0 1-1 0 0,-15-8 1 0 0,21 12-98 0 0,0 0 0 0 0,0 0 0 0 0,0 1-1 0 0,0-1 1 0 0,0 1 0 0 0,0-1 0 0 0,0 1 0 0 0,0-1 0 0 0,0 1-1 0 0,0 0 1 0 0,0-1 0 0 0,0 1 0 0 0,0 0 0 0 0,0 0 0 0 0,-1 0-1 0 0,1 0 1 0 0,0 0 0 0 0,0 0 0 0 0,0 0 0 0 0,0 0 0 0 0,0 0-1 0 0,-1 0 1 0 0,1 1 0 0 0,0-1 0 0 0,0 1 0 0 0,0-1 0 0 0,0 0-1 0 0,0 1 1 0 0,0 0 0 0 0,0-1 0 0 0,0 1 0 0 0,0 0 0 0 0,0-1-1 0 0,1 1 1 0 0,-2 1 0 0 0,-5 20-6847 0 0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1:33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88 820 0 0,'1'-2'375'0'0,"0"1"1"0"0,0-1-1 0 0,0 1 0 0 0,0-1 1 0 0,0 1-1 0 0,0-1 0 0 0,0 0 1 0 0,-1 1-1 0 0,1-1 0 0 0,-1 0 1 0 0,1 1-1 0 0,-1-1 0 0 0,1-3 1 0 0,-1 3 888 0 0,-8-49 7226 0 0,8 49-7651 0 0,2-3-4558 0 0,0 3 2048 0 0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1:33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8 524 0 0,'0'-7'11697'0'0,"-2"11"-11708"0"0,0-1 95 0 0,0 1-1 0 0,0 0 1 0 0,0-1-1 0 0,1 1 1 0 0,0 0 0 0 0,0 0-1 0 0,0 0 1 0 0,-1 6-1 0 0,2-8-65 0 0,0 0 0 0 0,0-1 0 0 0,1 1 0 0 0,-1 0 0 0 0,1 0 0 0 0,-1-1 0 0 0,1 1 0 0 0,0 0 0 0 0,0-1 0 0 0,-1 1 0 0 0,1-1 0 0 0,0 1 0 0 0,0-1 0 0 0,1 1 0 0 0,-1-1 0 0 0,0 0 0 0 0,0 1 0 0 0,1-1 0 0 0,-1 0 0 0 0,1 0 0 0 0,-1 0 0 0 0,1 0 0 0 0,-1 0 0 0 0,1-1 0 0 0,0 1 0 0 0,-1 0 0 0 0,4 0 0 0 0,70 19 31 0 0,-59-17-72 0 0,-1 0-1 0 0,0 1 0 0 0,0 1 1 0 0,0 0-1 0 0,16 9 0 0 0,-28-13 14 0 0,0 0 0 0 0,-1 1 0 0 0,1-1 0 0 0,-1 0 0 0 0,0 1 0 0 0,1 0 0 0 0,-1-1 0 0 0,0 1 0 0 0,0 0 0 0 0,0 0 0 0 0,0 0 0 0 0,-1 1 0 0 0,1-1 0 0 0,-1 0 0 0 0,1 1 0 0 0,-1-1 0 0 0,0 1 0 0 0,0-1 0 0 0,0 1 0 0 0,0-1-1 0 0,0 1 1 0 0,0 0 0 0 0,-1 0 0 0 0,1-1 0 0 0,-1 1 0 0 0,0 0 0 0 0,0 5 0 0 0,-1-5 13 0 0,-1 1 1 0 0,1 0-1 0 0,-1 0 0 0 0,0-1 0 0 0,0 1 0 0 0,0-1 0 0 0,-1 1 1 0 0,1-1-1 0 0,-1 0 0 0 0,0 0 0 0 0,0 0 0 0 0,0 0 1 0 0,0-1-1 0 0,0 1 0 0 0,-1-1 0 0 0,1 0 0 0 0,-1 0 1 0 0,0 0-1 0 0,-3 1 0 0 0,-9 3 158 0 0,1-1 1 0 0,-1 0-1 0 0,0-1 0 0 0,0-1 1 0 0,-20 1-1 0 0,29-3-37 0 0,3-1-46 0 0,0-1 1 0 0,-1 0-1 0 0,1 1 1 0 0,0-1 0 0 0,-1-1-1 0 0,1 1 1 0 0,0-1-1 0 0,0 0 1 0 0,-6-3-1 0 0,-1 0 114 0 0,9 4-126 0 0,-4-2 145 0 0,21 19-10909 0 0,-12-12 7994 0 0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1:34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42 652 0 0,'-1'-3'6253'0'0,"12"-1"-2516"0"0,32-5-1328 0 0,53-2-1933 0 0,-51 6-216 0 0,61-4 382 0 0,-94 9-1805 0 0,-1 0-1 0 0,1 1 0 0 0,19 5 1 0 0,-22-1-5956 0 0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1:38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4 100 0 0,'0'0'2424'0'0,"-5"-4"587"0"0,5 4-2935 0 0,0 0 0 0 0,0 0 1 0 0,0 0-1 0 0,0 0 0 0 0,0 0 1 0 0,-1 0-1 0 0,1 0 0 0 0,9 42 293 0 0,2-1 0 0 0,2 0-1 0 0,1-1 1 0 0,2-1 0 0 0,2 0-1 0 0,35 57 1 0 0,-21-59 1887 0 0,-31-37-2233 0 0,0-1-1 0 0,0 1 1 0 0,0-1-1 0 0,0 0 0 0 0,0 1 1 0 0,0-1-1 0 0,0 0 1 0 0,0 0-1 0 0,-1 0 0 0 0,1 1 1 0 0,0-1-1 0 0,0 0 1 0 0,-1 0-1 0 0,1 0 1 0 0,-1 0-1 0 0,1-1 0 0 0,-1 1 1 0 0,1 0-1 0 0,-1 0 1 0 0,1 0-1 0 0,-1-2 0 0 0,9-30 300 0 0,-8 30-249 0 0,22-151 824 0 0,-14 87-623 0 0,-2-11-586 0 0,-7 76-89 0 0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1:39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1 279 296 0 0,'7'35'1965'0'0,"1"0"-1"0"0,26 66 1 0 0,-3-39 4104 0 0,-33-67-5759 0 0,-13-31 75 0 0,2-1 0 0 0,2-1-1 0 0,2 0 1 0 0,-6-42 0 0 0,13 68-372 0 0,2 0 0 0 0,-1 1 0 0 0,1-1 0 0 0,1 0-1 0 0,0 0 1 0 0,1 1 0 0 0,0-1 0 0 0,1 1 0 0 0,0-1 0 0 0,1 1 0 0 0,0 0 0 0 0,0 0 0 0 0,1 1 0 0 0,1 0 0 0 0,0-1 0 0 0,0 2 0 0 0,1-1 0 0 0,14-14 0 0 0,-14 18-53 0 0,0 0 0 0 0,0 1-1 0 0,0 0 1 0 0,1 0 0 0 0,-1 1 0 0 0,1 0-1 0 0,0 0 1 0 0,1 1 0 0 0,-1 0-1 0 0,13-2 1 0 0,-18 4 19 0 0,-1 0 1 0 0,0 1-1 0 0,0-1 0 0 0,1 1 1 0 0,-1 0-1 0 0,0-1 0 0 0,1 1 1 0 0,-1 0-1 0 0,1 0 0 0 0,-1 1 1 0 0,0-1-1 0 0,1 1 0 0 0,-1-1 0 0 0,0 1 1 0 0,0-1-1 0 0,1 1 0 0 0,-1 0 1 0 0,0 0-1 0 0,0 0 0 0 0,0 1 1 0 0,0-1-1 0 0,0 0 0 0 0,0 1 1 0 0,0-1-1 0 0,-1 1 0 0 0,1 0 1 0 0,-1-1-1 0 0,1 1 0 0 0,-1 0 0 0 0,1 0 1 0 0,-1 0-1 0 0,0 0 0 0 0,0 0 1 0 0,0 0-1 0 0,0 1 0 0 0,0-1 1 0 0,-1 0-1 0 0,1 0 0 0 0,-1 1 1 0 0,1-1-1 0 0,-1 0 0 0 0,0 1 1 0 0,0 1-1 0 0,0 3 4 0 0,-1-1 0 0 0,0 0 0 0 0,0 0 0 0 0,0 0-1 0 0,-1 0 1 0 0,0 0 0 0 0,0 0 0 0 0,-1 0 0 0 0,0-1 0 0 0,0 1 0 0 0,0-1 0 0 0,0 0 0 0 0,-1 0 0 0 0,0 0 0 0 0,-4 4 0 0 0,-6 6-30 0 0,0 0 0 0 0,-1-2 0 0 0,-22 17 0 0 0,-31 15-1131 0 0,35-23-5677 0 0,25-17 4103 0 0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1:39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32 153 540 0 0,'-18'-4'3576'0'0,"4"2"4650"0"0,93-13-7824 0 0,136-9 0 0 0,-127 16-274 0 0,309-26 65 0 0,-378 33-227 0 0,7-3 36 0 0,-46-2-20 0 0,-56-5-271 0 0,51 9 141 0 0,-1-1 0 0 0,1-2 0 0 0,-39-12 0 0 0,63 17 128 0 0,0 0-1 0 0,0 0 1 0 0,0-1-1 0 0,0 1 1 0 0,0 0-1 0 0,0-1 1 0 0,0 1-1 0 0,0-1 1 0 0,0 1-1 0 0,0-1 1 0 0,0 1-1 0 0,0-1 0 0 0,0 0 1 0 0,0 1-1 0 0,0-1 1 0 0,0 0-1 0 0,1 0 1 0 0,-1 0-1 0 0,-1-1 1 0 0,19-3-109 0 0,-10 5 113 0 0,-1 0-1 0 0,1 1 1 0 0,-1 0-1 0 0,1 0 1 0 0,-1 0 0 0 0,1 1-1 0 0,10 3 1 0 0,-13-3 7 0 0,0 0 0 0 0,0 1-1 0 0,0-1 1 0 0,-1 1 0 0 0,1 0 0 0 0,-1 0 0 0 0,1 0 0 0 0,-1 0 0 0 0,0 1 0 0 0,0-1 0 0 0,0 1-1 0 0,-1 0 1 0 0,1 0 0 0 0,-1 0 0 0 0,0 0 0 0 0,0 0 0 0 0,0 0 0 0 0,-1 1 0 0 0,0-1-1 0 0,2 6 1 0 0,-3-4-12 0 0,0 0-1 0 0,-1 0 0 0 0,1-1 0 0 0,-1 1 0 0 0,0 0 1 0 0,-1 0-1 0 0,1-1 0 0 0,-1 1 0 0 0,0-1 0 0 0,0 0 1 0 0,-1 0-1 0 0,0 1 0 0 0,0-1 0 0 0,0-1 1 0 0,-7 10-1 0 0,-6 5-530 0 0,-1 1 0 0 0,-34 28 1 0 0,-15 0-4451 0 0,40-32 2377 0 0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1:42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8 109 816 0 0,'0'0'830'0'0,"-7"-16"3207"0"0,6 5 2982 0 0,29 38-6770 0 0,-1 1 0 0 0,24 33 0 0 0,6 7-23 0 0,-31-39-129 0 0,-14-14-47 0 0,0-1 1 0 0,1 0-1 0 0,1-1 0 0 0,23 17 0 0 0,-35-29-11 0 0,0-1 147 0 0,-1 1-172 0 0,-1-1 1 0 0,1 0-1 0 0,-1 0 1 0 0,1 1-1 0 0,-1-1 1 0 0,1 0-1 0 0,0 0 0 0 0,-1 0 1 0 0,1 0-1 0 0,-1 0 1 0 0,1 0-1 0 0,0 0 1 0 0,-1 0-1 0 0,1 0 1 0 0,-1 0-1 0 0,1 0 0 0 0,0 0 1 0 0,-1 0-1 0 0,1-1 1 0 0,-1 1-1 0 0,1 0 1 0 0,-1 0-1 0 0,1-1 0 0 0,-1 1 1 0 0,1 0-1 0 0,-1-1 1 0 0,1 1-1 0 0,-1 0 1 0 0,1-1-1 0 0,-1 1 1 0 0,0-1-1 0 0,1 1 0 0 0,-1-1 1 0 0,0 1-1 0 0,1-1 1 0 0,-1 1-1 0 0,0-1 1 0 0,0 1-1 0 0,1-1 1 0 0,-1-1-1 0 0,12-26 84 0 0,-2-1 0 0 0,-1-1 0 0 0,-2 0 0 0 0,6-44 0 0 0,4-16-139 0 0,7 10-2884 0 0,-24 78 2273 0 0,22-8-6391 0 0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1:43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0 319 660 0 0,'0'0'1456'0'0,"27"0"2830"0"0,-18-5-3894 0 0,0-1-1 0 0,-1 1 1 0 0,1-2-1 0 0,-1 1 1 0 0,0-1 0 0 0,-1 0-1 0 0,0-1 1 0 0,0 1 0 0 0,-1-1-1 0 0,0-1 1 0 0,0 1 0 0 0,0-1-1 0 0,-1 0 1 0 0,-1-1 0 0 0,0 1-1 0 0,5-17 1 0 0,-8 25-225 0 0,-1-1-131 0 0,0 1 0 0 0,0 0 0 0 0,0 0 0 0 0,1 0 0 0 0,-1-1 0 0 0,0 1 0 0 0,0 0 0 0 0,-1 0 0 0 0,1 0 0 0 0,0-1 0 0 0,0 1 0 0 0,0 0 0 0 0,-1 0 0 0 0,1 0 0 0 0,-1 0 0 0 0,1 0 0 0 0,-1 0 0 0 0,1 0 0 0 0,-1 0 0 0 0,0 0 0 0 0,-1-2 0 0 0,0 3-32 0 0,0 0 0 0 0,-1 0 0 0 0,1 1 1 0 0,0-1-1 0 0,0 1 0 0 0,-1 0 0 0 0,1-1 0 0 0,0 1 1 0 0,0 0-1 0 0,0 0 0 0 0,0 0 0 0 0,0 1 1 0 0,0-1-1 0 0,0 0 0 0 0,1 1 0 0 0,-1-1 1 0 0,0 1-1 0 0,1 0 0 0 0,-1-1 0 0 0,1 1 1 0 0,0 0-1 0 0,-1 0 0 0 0,0 3 0 0 0,-4 4-4 0 0,1-1 1 0 0,0 1-1 0 0,0 0 0 0 0,-4 16 0 0 0,6-19-3 0 0,2 1 0 0 0,-1 0-1 0 0,1 0 1 0 0,0 0 0 0 0,0 0-1 0 0,1 0 1 0 0,0 0 0 0 0,0 0-1 0 0,1 0 1 0 0,0 0 0 0 0,0-1-1 0 0,0 1 1 0 0,1 0 0 0 0,0 0-1 0 0,5 10 1 0 0,20 3-12 0 0,-26-20 16 0 0,0 1 1 0 0,1-1-1 0 0,-1 1 0 0 0,1-1 0 0 0,-1 0 0 0 0,0 0 0 0 0,1 0 0 0 0,-1 0 1 0 0,1 0-1 0 0,-1 0 0 0 0,1 0 0 0 0,-1 0 0 0 0,0-1 0 0 0,1 1 0 0 0,-1-1 1 0 0,0 1-1 0 0,1-1 0 0 0,-1 1 0 0 0,2-2 0 0 0,33-17 9 0 0,-26 10-15 0 0,0 1-1 0 0,0-1 1 0 0,10-13 0 0 0,23-19-27 0 0,-14 15-7 0 0,4-1-16 0 0,-32 26 38 0 0,1 0 8 0 0,-1 1-1 0 0,1-1 1 0 0,-1 0-1 0 0,1 1 1 0 0,-1 0 0 0 0,1-1-1 0 0,-1 1 1 0 0,1 0-1 0 0,-1-1 1 0 0,1 1 0 0 0,0 0-1 0 0,-1 0 1 0 0,1 1-1 0 0,-1-1 1 0 0,1 0 0 0 0,-1 0-1 0 0,1 1 1 0 0,0-1 0 0 0,-1 1-1 0 0,0-1 1 0 0,1 1-1 0 0,-1 0 1 0 0,3 1 0 0 0,74 79-492 0 0,-76-79 473 0 0,0-1 0 0 0,0 1 0 0 0,0-1 0 0 0,0 0-1 0 0,0 1 1 0 0,0-1 0 0 0,0 0 0 0 0,0 0 0 0 0,0 0 0 0 0,0-1 0 0 0,1 1 0 0 0,-1 0 0 0 0,0-1 0 0 0,1 0 0 0 0,-1 1 0 0 0,0-1 0 0 0,1 0-1 0 0,-1 0 1 0 0,4-1 0 0 0,-2 0 17 0 0,0-1-1 0 0,0 0 0 0 0,-1 0 1 0 0,1 0-1 0 0,-1 0 1 0 0,1-1-1 0 0,-1 1 1 0 0,0-1-1 0 0,0 0 0 0 0,0 0 1 0 0,4-5-1 0 0,3-6 143 0 0,0 0-1 0 0,-1-1 1 0 0,0 0-1 0 0,-1-1 1 0 0,-1 0-1 0 0,-1 0 1 0 0,0 0 0 0 0,-1-1-1 0 0,-1 0 1 0 0,0 0-1 0 0,-1 0 1 0 0,-1 0-1 0 0,-1-1 1 0 0,-1-30-1 0 0,0 47 124 0 0,2 157 313 0 0,4-81-538 0 0,-6-73-45 0 0,0 2-18 0 0,0-3 22 0 0,0 0 0 0 0,0-1 1 0 0,-1 1-1 0 0,1 0 0 0 0,0-1 0 0 0,0 1 1 0 0,0 0-1 0 0,0-1 0 0 0,0 1 0 0 0,0 0 1 0 0,0-1-1 0 0,1 1 0 0 0,-1-1 1 0 0,0 1-1 0 0,0 0 0 0 0,0-1 0 0 0,1 1 1 0 0,-1 0-1 0 0,0-1 0 0 0,1 1 0 0 0,-1-1 1 0 0,0 1-1 0 0,1-1 0 0 0,-1 1 1 0 0,1-1-1 0 0,-1 1 0 0 0,1-1 0 0 0,0 1 1 0 0,16 1-69 0 0,-1-1 1 0 0,1-1-1 0 0,0 0 1 0 0,18-4-1 0 0,-20 2 9 0 0,-1 0 0 0 0,1 2 0 0 0,0-1 0 0 0,0 2 0 0 0,0 0 0 0 0,24 5 0 0 0,-35-5 29 0 0,1 0 0 0 0,-1 1 0 0 0,0-1 0 0 0,1 1 0 0 0,-1 0 0 0 0,0 0 0 0 0,6 4 0 0 0,-10-6 39 0 0,1 1-1 0 0,-1-1 0 0 0,0 0 1 0 0,1 1-1 0 0,-1-1 0 0 0,0 1 1 0 0,1-1-1 0 0,-1 1 0 0 0,0-1 1 0 0,0 1-1 0 0,1-1 0 0 0,-1 1 1 0 0,0-1-1 0 0,0 1 0 0 0,0-1 1 0 0,0 1-1 0 0,0-1 0 0 0,0 1 1 0 0,0-1-1 0 0,0 1 0 0 0,0 0 1 0 0,0-1-1 0 0,0 1 0 0 0,0 0 1 0 0,-15 18-26 0 0,4-10 41 0 0,-1-1 1 0 0,0-1 0 0 0,0 0-1 0 0,-1-1 1 0 0,1 0-1 0 0,-1-1 1 0 0,-21 6-1 0 0,13-6-307 0 0,0 0 0 0 0,-1-1 0 0 0,1-1 0 0 0,-24 0-1 0 0,39-3-790 0 0,-10-2 430 0 0,4-5-4601 0 0,1-1 2338 0 0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1:45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47 628 0 0,'0'-3'288'0'0,"-3"-22"3760"0"0,3 24-3767 0 0,0 0 0 0 0,0 0 0 0 0,0 0 0 0 0,0 1 0 0 0,0-1 0 0 0,0 0 0 0 0,0 0 0 0 0,0 1 0 0 0,-1-1 0 0 0,1 0 0 0 0,0 0 0 0 0,-1 1 0 0 0,1-1 0 0 0,-1 0 0 0 0,1 1 0 0 0,0-1 0 0 0,-1 0 0 0 0,1 1 0 0 0,-1-1 0 0 0,0 1 0 0 0,1-1 0 0 0,-1 1 0 0 0,1-1 0 0 0,-2 0 0 0 0,-6 4-206 0 0,1 1 0 0 0,0 0 0 0 0,0 0-1 0 0,1 0 1 0 0,-1 1 0 0 0,-9 10 0 0 0,11-11-22 0 0,-3 3-20 0 0,0 0 0 0 0,0 1-1 0 0,1 0 1 0 0,1 0 0 0 0,-1 1 0 0 0,1 0 0 0 0,0 0 0 0 0,1 0 0 0 0,0 1 0 0 0,1 0-1 0 0,0 0 1 0 0,0 0 0 0 0,-3 17 0 0 0,6-22-23 0 0,0 0-1 0 0,1 1 1 0 0,-1-1-1 0 0,1 1 1 0 0,0-1-1 0 0,0 1 1 0 0,1-1 0 0 0,0 1-1 0 0,0-1 1 0 0,0 0-1 0 0,0 1 1 0 0,1-1-1 0 0,0 0 1 0 0,0 0 0 0 0,1 0-1 0 0,-1 0 1 0 0,1 0-1 0 0,0-1 1 0 0,0 1-1 0 0,1-1 1 0 0,-1 0 0 0 0,1 0-1 0 0,0 0 1 0 0,0 0-1 0 0,0-1 1 0 0,1 1-1 0 0,4 2 1 0 0,-3-3 6 0 0,-1 0 1 0 0,1-1-1 0 0,0 1 1 0 0,0-1-1 0 0,0 0 0 0 0,0-1 1 0 0,0 1-1 0 0,0-1 1 0 0,0-1-1 0 0,1 1 0 0 0,-1-1 1 0 0,0 0-1 0 0,0 0 1 0 0,1-1-1 0 0,-1 0 1 0 0,0 0-1 0 0,0 0 0 0 0,0-1 1 0 0,0 0-1 0 0,0 0 1 0 0,0-1-1 0 0,-1 1 0 0 0,1-1 1 0 0,-1-1-1 0 0,1 1 1 0 0,-1-1-1 0 0,0 0 0 0 0,-1 0 1 0 0,1 0-1 0 0,-1 0 1 0 0,1-1-1 0 0,-1 0 1 0 0,-1 0-1 0 0,1 0 0 0 0,-1 0 1 0 0,0-1-1 0 0,0 1 1 0 0,0-1-1 0 0,-1 0 0 0 0,0 0 1 0 0,0 0-1 0 0,-1 0 1 0 0,1 0-1 0 0,-1 0 1 0 0,0-1-1 0 0,-1 1 0 0 0,0 0 1 0 0,0 0-1 0 0,-1-11 1 0 0,-1 9 9 0 0,1 0 1 0 0,-1 0 0 0 0,-1 0 0 0 0,0 0 0 0 0,0 0-1 0 0,0 1 1 0 0,-1-1 0 0 0,0 1 0 0 0,0 0 0 0 0,-1 0-1 0 0,0 1 1 0 0,0-1 0 0 0,-1 1 0 0 0,0 0 0 0 0,0 0-1 0 0,0 1 1 0 0,-1 0 0 0 0,1 0 0 0 0,-1 0 0 0 0,-11-4-1 0 0,17 8-131 0 0,-1 1 0 0 0,0-1-1 0 0,1 1 1 0 0,-1-1-1 0 0,0 1 1 0 0,0 0 0 0 0,1 0-1 0 0,-1 0 1 0 0,0 0 0 0 0,0 0-1 0 0,1 0 1 0 0,-1 0 0 0 0,0 0-1 0 0,0 1 1 0 0,1-1-1 0 0,-1 1 1 0 0,1-1 0 0 0,-1 1-1 0 0,0 0 1 0 0,1 0 0 0 0,-1 0-1 0 0,1-1 1 0 0,-1 2-1 0 0,1-1 1 0 0,0 0 0 0 0,-1 0-1 0 0,1 0 1 0 0,0 0 0 0 0,0 1-1 0 0,-2 2 1 0 0,2-2-425 0 0,-1 1 0 0 0,1-1 0 0 0,0 0 0 0 0,0 1 0 0 0,0-1 0 0 0,0 1 0 0 0,1 0 0 0 0,-1-1 0 0 0,1 1 0 0 0,-1-1 0 0 0,1 4 0 0 0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1:46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79 224 0 0,'0'0'5297'0'0,"7"-35"3851"0"0,-7 33-9174 0 0,-1 0 1 0 0,1 1 0 0 0,0-1 0 0 0,0 1 0 0 0,0-1 0 0 0,0 1-1 0 0,1-1 1 0 0,-1 0 0 0 0,0 1 0 0 0,0-1 0 0 0,1 1 0 0 0,-1-1-1 0 0,1 1 1 0 0,0-1 0 0 0,-1 1 0 0 0,1 0 0 0 0,2-3 0 0 0,16-10-8650 0 0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1:46.6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108 172 236 0 0,'0'0'900'0'0,"11"-49"10388"0"0,-9 44-11043 0 0,-1 0 1 0 0,1 0-1 0 0,0 0 0 0 0,0 1 1 0 0,0-1-1 0 0,0 0 0 0 0,1 1 1 0 0,0-1-1 0 0,0 1 0 0 0,0 0 1 0 0,0 0-1 0 0,1 0 1 0 0,0 1-1 0 0,0-1 0 0 0,0 1 1 0 0,0 0-1 0 0,0 0 0 0 0,1 0 1 0 0,7-3-1 0 0,5-2-171 0 0,2 1 1 0 0,-1 1-1 0 0,37-6 0 0 0,-42 9 77 0 0,-12 2-156 0 0,0 1 1 0 0,1 0 0 0 0,-1-1-1 0 0,0 1 1 0 0,1 0-1 0 0,-1 0 1 0 0,1 0-1 0 0,-1 0 1 0 0,0 0-1 0 0,1 0 1 0 0,-1 0-1 0 0,0 0 1 0 0,1 1-1 0 0,-1-1 1 0 0,0 1-1 0 0,1-1 1 0 0,-1 1-1 0 0,0-1 1 0 0,0 1 0 0 0,1-1-1 0 0,-1 1 1 0 0,0 0-1 0 0,0 0 1 0 0,0 0-1 0 0,0 0 1 0 0,0 0-1 0 0,0 0 1 0 0,0 0-1 0 0,-1 0 1 0 0,1 0-1 0 0,0 0 1 0 0,0 0-1 0 0,-1 0 1 0 0,1 1-1 0 0,-1-1 1 0 0,1 0-1 0 0,-1 1 1 0 0,1-1 0 0 0,-1 0-1 0 0,0 1 1 0 0,0-1-1 0 0,0 0 1 0 0,0 1-1 0 0,0 1 1 0 0,0 2-22 0 0,0 1 1 0 0,0-1-1 0 0,-1 0 1 0 0,1 0 0 0 0,-1 0-1 0 0,-1 1 1 0 0,1-1-1 0 0,-1 0 1 0 0,0 0 0 0 0,-3 5-1 0 0,-18 26-82 0 0,17-29-43 0 0,0 1 0 0 0,1 1 0 0 0,0-1 0 0 0,0 0 0 0 0,1 1 0 0 0,0 0 0 0 0,0 0 0 0 0,-2 14 0 0 0,6-21 130 0 0,0-1 0 0 0,0 1 0 0 0,1 0-1 0 0,-1 0 1 0 0,1-1 0 0 0,-1 1 0 0 0,1 0 0 0 0,0-1 0 0 0,-1 1 0 0 0,1 0 0 0 0,0-1 0 0 0,0 1 0 0 0,0-1 0 0 0,0 1 0 0 0,0-1 0 0 0,1 0 0 0 0,-1 0-1 0 0,0 1 1 0 0,1-1 0 0 0,1 1 0 0 0,36 23-187 0 0,-27-18 131 0 0,-3-1-8 0 0,1 0 0 0 0,-2 1-1 0 0,1 0 1 0 0,11 12 0 0 0,-20-18 84 0 0,1-1-1 0 0,-1 1 0 0 0,0 0 1 0 0,0-1-1 0 0,1 1 1 0 0,-1-1-1 0 0,0 1 0 0 0,0 0 1 0 0,0-1-1 0 0,0 1 0 0 0,0 0 1 0 0,0-1-1 0 0,0 1 0 0 0,0 0 1 0 0,0-1-1 0 0,0 1 1 0 0,0-1-1 0 0,0 1 0 0 0,0 0 1 0 0,-1-1-1 0 0,1 1 0 0 0,0 0 1 0 0,0-1-1 0 0,-1 1 0 0 0,1-1 1 0 0,0 1-1 0 0,-1-1 1 0 0,1 1-1 0 0,-1-1 0 0 0,1 1 1 0 0,-1-1-1 0 0,1 1 0 0 0,-1-1 1 0 0,1 0-1 0 0,-1 1 1 0 0,-20 13-31 0 0,-48 16-469 0 0,-101 29 0 0 0,64-35-7115 0 0,81-20 4259 0 0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1:50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87 236 0 0,'0'0'763'0'0,"-3"-15"7630"0"0,18 44-8194 0 0,-1 1 0 0 0,10 32 1 0 0,-15-35-107 0 0,1-1 0 0 0,2 0 0 0 0,0-1 0 0 0,21 30 0 0 0,-13-18 60 0 0,-20-35-76 0 0,0-2 20 0 0,0 1 0 0 0,1 0 1 0 0,-1-1-1 0 0,0 1 0 0 0,1-1 0 0 0,-1 1 1 0 0,0-1-1 0 0,1 1 0 0 0,-1-1 0 0 0,1 1 1 0 0,-1-1-1 0 0,1 1 0 0 0,-1-1 0 0 0,1 1 1 0 0,-1-1-1 0 0,1 0 0 0 0,0 1 0 0 0,-1-1 1 0 0,1 0-1 0 0,-1 0 0 0 0,1 1 0 0 0,0-1 1 0 0,-1 0-1 0 0,1 0 0 0 0,0 0 0 0 0,-1 0 1 0 0,1 0-1 0 0,1 0 0 0 0,12-31 182 0 0,-1-1 0 0 0,-2 0 0 0 0,-1-1 0 0 0,-1 0 0 0 0,6-59 0 0 0,-5 39-142 0 0,4-31-771 0 0,-14 82 309 0 0,0-7-950 0 0,15 23-7397 0 0,-12-10 6190 0 0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1:51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0 194 64 0 0,'25'75'4247'0'0,"40"101"4016"0"0,-70-193-6580 0 0,-18-69-1469 0 0,20 67-115 0 0,0 2-36 0 0,0 0-1 0 0,1 0 1 0 0,0 0 0 0 0,1 0-1 0 0,2-1 1 0 0,-1 1 0 0 0,2 0-1 0 0,0 0 1 0 0,1 0 0 0 0,9-26-1 0 0,-9 35-68 0 0,1-1 0 0 0,1 1-1 0 0,0 0 1 0 0,0 0 0 0 0,1 0-1 0 0,0 1 1 0 0,0 0 0 0 0,0 0-1 0 0,1 0 1 0 0,11-7 0 0 0,-16 12-19 0 0,1 0 1 0 0,-1 0-1 0 0,1 0 0 0 0,-1 1 1 0 0,1 0-1 0 0,0-1 1 0 0,-1 1-1 0 0,1 0 0 0 0,0 0 1 0 0,0 0-1 0 0,0 1 0 0 0,0-1 1 0 0,0 1-1 0 0,0 0 1 0 0,0 0-1 0 0,0 0 0 0 0,0 0 1 0 0,0 0-1 0 0,0 0 1 0 0,0 1-1 0 0,0 0 0 0 0,0-1 1 0 0,0 1-1 0 0,-1 0 1 0 0,1 1-1 0 0,0-1 0 0 0,0 0 1 0 0,-1 1-1 0 0,1-1 1 0 0,-1 1-1 0 0,1 0 0 0 0,-1 0 1 0 0,0 0-1 0 0,0 0 1 0 0,0 0-1 0 0,3 4 0 0 0,-4-4 13 0 0,1 0 1 0 0,-1 0-1 0 0,0 0 0 0 0,1 0 0 0 0,-1 1 0 0 0,0-1 1 0 0,0 0-1 0 0,0 1 0 0 0,-1-1 0 0 0,1 0 0 0 0,-1 1 0 0 0,1-1 1 0 0,-1 1-1 0 0,0-1 0 0 0,0 1 0 0 0,0-1 0 0 0,0 1 0 0 0,0 0 1 0 0,-1-1-1 0 0,1 0 0 0 0,-1 1 0 0 0,1-1 0 0 0,-1 1 0 0 0,0-1 1 0 0,0 0-1 0 0,0 1 0 0 0,0-1 0 0 0,-3 4 0 0 0,-4 5-7 0 0,-1 0 0 0 0,0-1 0 0 0,0 1 0 0 0,-14 10-1 0 0,-5 6-159 0 0,6-12-1367 0 0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1:52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1 124 76 0 0,'8'9'13780'0'0,"-4"-6"-14255"0"0,10-3 725 0 0,1 0 0 0 0,-1-1 0 0 0,0-1 0 0 0,0 0 0 0 0,19-5 0 0 0,26-4-20 0 0,93-5 149 0 0,361-22 316 0 0,-463 31-258 0 0,-203-44-413 0 0,156 57-1083 0 0,-1-1 1036 0 0,0-1 0 0 0,1 1 1 0 0,-2 0-1 0 0,1 0 1 0 0,0 0-1 0 0,-1 0 0 0 0,0 0 1 0 0,0 0-1 0 0,-1 1 1 0 0,1-1-1 0 0,-1 0 0 0 0,-1 8 1 0 0,-3 0-107 0 0,0-1 1 0 0,-1 0 0 0 0,0-1 0 0 0,-1 1 0 0 0,0-1-1 0 0,-1 0 1 0 0,-1 0 0 0 0,-9 11 0 0 0,-76 75-3916 0 0,89-93 3731 0 0,-28 25-3390 0 0,-1-4 280 0 0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1:54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16 106 20 0 0,'0'0'1641'0'0,"-16"-6"6317"0"0,129 157-7106 0 0,-59-83-664 0 0,41 36 2554 0 0,-85-158-1686 0 0,-17-299 38 0 0,7 351-1545 0 0,5-5-1041 0 0,-5 7 1445 0 0,0-1 0 0 0,0 1 0 0 0,1 0 0 0 0,-1-1 0 0 0,0 1 0 0 0,0 0 0 0 0,0-1 0 0 0,0 1 0 0 0,1 0 0 0 0,-1-1 0 0 0,0 1 0 0 0,0 0 0 0 0,1 0 1 0 0,-1-1-1 0 0,0 1 0 0 0,1 0 0 0 0,-1 0 0 0 0,0 0 0 0 0,1 0 0 0 0,-1-1 0 0 0,0 1 0 0 0,1 0 0 0 0,-1 0 0 0 0,0 0 0 0 0,1 0 0 0 0,-1 0 0 0 0,0 0 0 0 0,1 0 1 0 0,-1 0-1 0 0,1 0 0 0 0,-1 0 0 0 0,0 0 0 0 0,1 0 0 0 0,-1 0 0 0 0,0 0 0 0 0,1 0 0 0 0,-1 0 0 0 0,0 1 0 0 0,1-1 0 0 0,-1 0 0 0 0,0 0 0 0 0,1 0 0 0 0,-1 0 1 0 0,0 1-1 0 0,1-1 0 0 0,-1 0 0 0 0,0 0 0 0 0,0 1 0 0 0,1-1 0 0 0,-1 0 0 0 0,0 1 0 0 0,23 14-1952 0 0,-7-3-2459 0 0,-8-6 1808 0 0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1:55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51 299 656 0 0,'0'0'1726'0'0,"19"7"2117"0"0,5 32-1994 0 0,-15-26-1393 0 0,0 1 1 0 0,-1 1 0 0 0,8 20-1 0 0,-11-20-219 0 0,0 2 4591 0 0,-16-29-4671 0 0,0 0 0 0 0,0 0-1 0 0,1-1 1 0 0,1-1 0 0 0,0 0-1 0 0,1 0 1 0 0,1 0-1 0 0,0-1 1 0 0,1 0 0 0 0,0-1-1 0 0,-5-23 1 0 0,9 30-135 0 0,0-1-1 0 0,0 0 1 0 0,1 0-1 0 0,0 0 1 0 0,0-1-1 0 0,1 1 1 0 0,1 0-1 0 0,0 0 1 0 0,0 0 0 0 0,1 0-1 0 0,0 0 1 0 0,1 0-1 0 0,0 1 1 0 0,1-1-1 0 0,0 1 1 0 0,0 0-1 0 0,1 0 1 0 0,0 0-1 0 0,0 1 1 0 0,8-9 0 0 0,-8 11-65 0 0,0 1 1 0 0,1 0 0 0 0,-1 0 0 0 0,1 1 0 0 0,0 0 0 0 0,0 0 0 0 0,0 0-1 0 0,1 1 1 0 0,-1 0 0 0 0,14-4 0 0 0,-17 6-3 0 0,0 0-1 0 0,0 0 1 0 0,0 1 0 0 0,1-1-1 0 0,-1 1 1 0 0,0 0 0 0 0,1 0-1 0 0,-1 0 1 0 0,0 1 0 0 0,1-1-1 0 0,-1 1 1 0 0,0 0 0 0 0,0 0-1 0 0,0 0 1 0 0,0 0 0 0 0,1 0-1 0 0,-2 1 1 0 0,1-1 0 0 0,0 1-1 0 0,0 0 1 0 0,0 0 0 0 0,-1 0-1 0 0,1 0 1 0 0,-1 0 0 0 0,4 4-1 0 0,-5-4 35 0 0,-1-1 0 0 0,1 1-1 0 0,0-1 1 0 0,0 1-1 0 0,-1-1 1 0 0,1 1 0 0 0,-1-1-1 0 0,1 1 1 0 0,-1 0-1 0 0,1-1 1 0 0,-1 1 0 0 0,0 0-1 0 0,0-1 1 0 0,0 1-1 0 0,0 0 1 0 0,0-1 0 0 0,0 1-1 0 0,-1 0 1 0 0,1-1-1 0 0,-1 1 1 0 0,1 0 0 0 0,-1-1-1 0 0,1 1 1 0 0,-1-1-1 0 0,0 1 1 0 0,0-1 0 0 0,0 1-1 0 0,0-1 1 0 0,-1 2-1 0 0,-36 37-122 0 0,22-28 103 0 0,0-1-1 0 0,0 0 1 0 0,-1-2 0 0 0,0 0 0 0 0,-1 0 0 0 0,-20 5 0 0 0,-24 6-2416 0 0,60-19 1599 0 0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1:55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0 249 200 0 0,'0'0'5512'0'0,"21"21"-2549"0"0,-2 6-2131 0 0,-2 0-1 0 0,16 33 0 0 0,-15-27-392 0 0,1 4 3140 0 0,-23-41-3351 0 0,-9-14-74 0 0,0 1 0 0 0,1-2 0 0 0,0 0 0 0 0,2 0 0 0 0,0-1 0 0 0,2-1 0 0 0,0 1 0 0 0,1-1 0 0 0,1 0 0 0 0,-5-35 1 0 0,10 46-116 0 0,0 0 1 0 0,1 0 0 0 0,0 0-1 0 0,0 0 1 0 0,1 0 0 0 0,1 0 0 0 0,0 0-1 0 0,0 0 1 0 0,1 1 0 0 0,6-16-1 0 0,-7 21-47 0 0,0-1-1 0 0,0 0 1 0 0,1 1-1 0 0,0-1 1 0 0,0 1-1 0 0,0 0 1 0 0,0 0-1 0 0,1 0 0 0 0,0 0 1 0 0,-1 1-1 0 0,1-1 1 0 0,1 1-1 0 0,-1 0 1 0 0,0 0-1 0 0,1 1 1 0 0,0-1-1 0 0,-1 1 0 0 0,1 0 1 0 0,0 0-1 0 0,0 1 1 0 0,7-2-1 0 0,-8 3-31 0 0,-1 0-1 0 0,0 0 0 0 0,1 0 1 0 0,-1 1-1 0 0,0-1 0 0 0,1 1 1 0 0,-1 0-1 0 0,0 0 0 0 0,0 0 1 0 0,0 0-1 0 0,0 0 0 0 0,0 1 1 0 0,0-1-1 0 0,0 1 0 0 0,0 0 1 0 0,0 0-1 0 0,-1 0 0 0 0,1 1 1 0 0,-1-1-1 0 0,0 0 0 0 0,1 1 1 0 0,-1-1-1 0 0,2 5 0 0 0,-2-5 22 0 0,-1 0-1 0 0,1 1 0 0 0,-1-1 1 0 0,0 0-1 0 0,0 1 1 0 0,0-1-1 0 0,0 1 0 0 0,0-1 1 0 0,0 1-1 0 0,-1-1 0 0 0,1 1 1 0 0,-1 0-1 0 0,0-1 1 0 0,0 1-1 0 0,0 0 0 0 0,0-1 1 0 0,0 1-1 0 0,0-1 0 0 0,-1 1 1 0 0,1 0-1 0 0,-1-1 0 0 0,0 1 1 0 0,0-1-1 0 0,0 1 1 0 0,0-1-1 0 0,0 1 0 0 0,-1-1 1 0 0,1 0-1 0 0,-3 3 0 0 0,-5 4-164 0 0,0-1 0 0 0,-1 0 0 0 0,0 0 0 0 0,0-1 0 0 0,-1-1 0 0 0,0 0 0 0 0,0 0 0 0 0,0-1 0 0 0,-1 0 0 0 0,1-1 0 0 0,-1 0 0 0 0,-14 2 0 0 0,16-2-494 0 0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1:56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33 165 220 0 0,'19'28'3220'0'0,"-5"4"-1580"0"0,-1 2 1 0 0,-1 0-1 0 0,13 68 0 0 0,-25-101-1427 0 0,-2 11 1228 0 0,2-11-1400 0 0,0-1-1 0 0,0 0 0 0 0,0 1 0 0 0,0-1 0 0 0,0 0 0 0 0,0 1 0 0 0,0-1 0 0 0,0 0 0 0 0,0 1 0 0 0,0-1 0 0 0,0 0 0 0 0,0 0 0 0 0,0 1 0 0 0,0-1 1 0 0,-1 0-1 0 0,1 1 0 0 0,0-1 0 0 0,0 0 0 0 0,0 0 0 0 0,-1 1 0 0 0,1-1 0 0 0,0 0 0 0 0,0 0 0 0 0,-1 0 0 0 0,1 1 0 0 0,0-1 0 0 0,0 0 0 0 0,-1 0 1 0 0,1 0-1 0 0,0 0 0 0 0,-1 0 0 0 0,1 1 0 0 0,0-1 0 0 0,-1 0 0 0 0,1 0 0 0 0,0 0 0 0 0,0 0 0 0 0,-1 0 0 0 0,1 0 0 0 0,0 0 0 0 0,-1 0 0 0 0,0 0 1 0 0,-7-6 50 0 0,0 0 0 0 0,1 0 0 0 0,-1 0 1 0 0,1-1-1 0 0,0 0 0 0 0,1-1 1 0 0,-1 0-1 0 0,1 0 0 0 0,1 0 1 0 0,0 0-1 0 0,0-1 0 0 0,1 0 0 0 0,0 0 1 0 0,0 0-1 0 0,1-1 0 0 0,0 1 1 0 0,1-1-1 0 0,0 1 0 0 0,0-1 1 0 0,1 0-1 0 0,1 0 0 0 0,0-19 1 0 0,0 20-86 0 0,0 0 1 0 0,1 0 0 0 0,0 0-1 0 0,1 0 1 0 0,0 0 0 0 0,0 1-1 0 0,0-1 1 0 0,1 0 0 0 0,1 1-1 0 0,0 0 1 0 0,0 0 0 0 0,0 0-1 0 0,1 0 1 0 0,0 1 0 0 0,0-1-1 0 0,1 1 1 0 0,0 1 0 0 0,1-1-1 0 0,-1 1 1 0 0,1 0 0 0 0,0 0-1 0 0,1 1 1 0 0,-1 0 0 0 0,1 0-1 0 0,16-6 1 0 0,-19 9-19 0 0,0 1 0 0 0,0 0 0 0 0,0 0 0 0 0,0 0 0 0 0,0 1-1 0 0,1-1 1 0 0,-1 1 0 0 0,0 0 0 0 0,0 1 0 0 0,1-1 0 0 0,-1 1 0 0 0,0 0 0 0 0,0 1 0 0 0,0-1 0 0 0,0 1-1 0 0,0 0 1 0 0,0 0 0 0 0,-1 0 0 0 0,1 1 0 0 0,-1 0 0 0 0,1 0 0 0 0,-1 0 0 0 0,0 0 0 0 0,0 1-1 0 0,4 4 1 0 0,-7-5 13 0 0,-1-1-1 0 0,0 0 0 0 0,1 0 0 0 0,-1 1 1 0 0,0-1-1 0 0,-1 0 0 0 0,1 0 0 0 0,0 1 1 0 0,0-1-1 0 0,-1 0 0 0 0,0 0 0 0 0,1 0 1 0 0,-1 1-1 0 0,0-1 0 0 0,0 0 0 0 0,0 0 1 0 0,0 0-1 0 0,0 0 0 0 0,-1-1 0 0 0,1 1 0 0 0,-4 3 1 0 0,-2 3-16 0 0,-1-1 0 0 0,-1 1 0 0 0,0-2 0 0 0,0 1 0 0 0,0-1 0 0 0,0-1 0 0 0,-1 0 0 0 0,-13 5 0 0 0,-7 2-2441 0 0,-48 10-1 0 0,60-20-1439 0 0,2-1 297 0 0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2:00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86 548 0 0,'0'0'1145'0'0,"-2"-6"-36"0"0,-17-58 6530 0 0,19 62-6940 0 0,0 2-568 0 0,0-1-1 0 0,-1 1 1 0 0,1-1-1 0 0,0 1 1 0 0,0-1 0 0 0,0 1-1 0 0,0-1 1 0 0,0 0-1 0 0,0 1 1 0 0,-1-1-1 0 0,1 1 1 0 0,0-1-1 0 0,0 1 1 0 0,-1-1-1 0 0,1 1 1 0 0,0 0-1 0 0,-1-1 1 0 0,1 1-1 0 0,-1-1 1 0 0,1 1 0 0 0,-1 0-1 0 0,1-1 1 0 0,0 1-1 0 0,-1 0 1 0 0,1-1-1 0 0,-1 1 1 0 0,1 0-1 0 0,-1 0 1 0 0,0-1-1 0 0,1 1 1 0 0,-1 0-1 0 0,1 0 1 0 0,-2 0-1 0 0,-15 12 701 0 0,-10 30-897 0 0,21-30 121 0 0,2 0-1 0 0,-1 1 1 0 0,2 0 0 0 0,-1 0 0 0 0,2 1-1 0 0,0-1 1 0 0,-1 20 0 0 0,3-29-77 0 0,0 1-1 0 0,-1-1 1 0 0,1 1 0 0 0,1-1-1 0 0,-1 1 1 0 0,1-1 0 0 0,0 0 0 0 0,0 1-1 0 0,0-1 1 0 0,0 0 0 0 0,1 1-1 0 0,0-1 1 0 0,0 0 0 0 0,0 0 0 0 0,0 0-1 0 0,0-1 1 0 0,1 1 0 0 0,0 0-1 0 0,0-1 1 0 0,0 0 0 0 0,0 1 0 0 0,0-1-1 0 0,1-1 1 0 0,-1 1 0 0 0,6 3-1 0 0,-6-5 25 0 0,0 1-1 0 0,0-1 0 0 0,0 0 0 0 0,0 0 1 0 0,0 0-1 0 0,0-1 0 0 0,0 1 1 0 0,0-1-1 0 0,0 0 0 0 0,0 1 0 0 0,1-1 1 0 0,-1-1-1 0 0,0 1 0 0 0,0 0 0 0 0,0-1 1 0 0,0 0-1 0 0,0 1 0 0 0,0-1 0 0 0,0 0 1 0 0,0-1-1 0 0,0 1 0 0 0,0 0 0 0 0,-1-1 1 0 0,1 0-1 0 0,-1 0 0 0 0,1 1 0 0 0,-1-2 1 0 0,1 1-1 0 0,-1 0 0 0 0,0 0 0 0 0,3-5 1 0 0,-1 2 71 0 0,-1-1 1 0 0,0 0-1 0 0,0 0 0 0 0,0-1 1 0 0,-1 1-1 0 0,1-1 1 0 0,-2 1-1 0 0,1-1 1 0 0,-1 0-1 0 0,0 1 1 0 0,0-1-1 0 0,-1 0 1 0 0,0-9-1 0 0,-1 6-11 0 0,-1 1 0 0 0,0-1 0 0 0,0 1-1 0 0,-1-1 1 0 0,0 1 0 0 0,0 0 0 0 0,-1 0 0 0 0,-1 0-1 0 0,1 1 1 0 0,-2 0 0 0 0,-10-15 0 0 0,14 21-385 0 0,2 2 242 0 0,0 0 0 0 0,0 0-1 0 0,0-1 1 0 0,0 1 0 0 0,0 0 0 0 0,0 0 0 0 0,-1-1-1 0 0,1 1 1 0 0,0 0 0 0 0,0 0 0 0 0,0 0 0 0 0,-1 0-1 0 0,1-1 1 0 0,0 1 0 0 0,0 0 0 0 0,-1 0 0 0 0,1 0-1 0 0,0 0 1 0 0,0 0 0 0 0,-1 0 0 0 0,1 0 0 0 0,0 0-1 0 0,0 0 1 0 0,-1 0 0 0 0,1 0 0 0 0,0 0 0 0 0,0 0 0 0 0,-1 0-1 0 0,1 0 1 0 0,0 0 0 0 0,0 0 0 0 0,-1 0 0 0 0,1 0-1 0 0,0 0 1 0 0,0 0 0 0 0,-1 0 0 0 0,1 0 0 0 0,0 0-1 0 0,0 0 1 0 0,-1 1 0 0 0,-6 13-1566 0 0,1-1-5040 0 0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2:01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1 118 256 0 0,'11'-50'10251'0'0,"-11"43"-9516"0"0,2-1-1 0 0,-1 1 1 0 0,1 0 0 0 0,0 0 0 0 0,3-7 0 0 0,-4 12-1119 0 0,-1 2 219 0 0,0-1 1 0 0,1 0-1 0 0,-1 0 1 0 0,1 1-1 0 0,0-1 0 0 0,-1 0 1 0 0,1 1-1 0 0,-1-1 0 0 0,1 1 1 0 0,0-1-1 0 0,-1 1 1 0 0,1-1-1 0 0,0 1 0 0 0,0-1 1 0 0,-1 1-1 0 0,1 0 1 0 0,0-1-1 0 0,0 1 0 0 0,0 0 1 0 0,1-1-1 0 0,6-1-4933 0 0,4-1 1733 0 0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2:01.6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0 102 960 0 0,'15'-31'6397'0'0,"-9"24"-6015"0"0,1 1 0 0 0,0 0 0 0 0,0 0 0 0 0,0 1 0 0 0,0 0 0 0 0,1 0 0 0 0,0 1-1 0 0,0 0 1 0 0,0 0 0 0 0,1 0 0 0 0,-1 1 0 0 0,1 1 0 0 0,12-3 0 0 0,-15 4-335 0 0,0 0 1 0 0,-1 0 0 0 0,1 0-1 0 0,0 1 1 0 0,0 0 0 0 0,-1 0-1 0 0,1 0 1 0 0,0 1-1 0 0,-1 0 1 0 0,1 0 0 0 0,0 1-1 0 0,-1-1 1 0 0,1 1 0 0 0,-1 0-1 0 0,0 1 1 0 0,0-1-1 0 0,0 1 1 0 0,0 0 0 0 0,0 0-1 0 0,0 1 1 0 0,-1-1 0 0 0,5 6-1 0 0,-7-6-41 0 0,0-1 1 0 0,-1 1-1 0 0,0 0 0 0 0,1 0 0 0 0,-1 0 0 0 0,0-1 0 0 0,0 1 1 0 0,-1 0-1 0 0,1 0 0 0 0,-1 0 0 0 0,1 0 0 0 0,-1 1 0 0 0,0-1 0 0 0,0 0 1 0 0,-1 0-1 0 0,1 0 0 0 0,0 0 0 0 0,-1 0 0 0 0,0 0 0 0 0,0 0 1 0 0,0 0-1 0 0,0-1 0 0 0,-2 5 0 0 0,-4 8 29 0 0,0 0 1 0 0,-20 27-1 0 0,20-32-20 0 0,-8 10 4 0 0,-1 0 0 0 0,-31 29 1 0 0,30-33-8 0 0,1 1 0 0 0,1 0 1 0 0,-18 27-1 0 0,30-40-7 0 0,1-1-1 0 0,0 1 1 0 0,0-1 0 0 0,0 1-1 0 0,1 0 1 0 0,-1-1-1 0 0,1 1 1 0 0,0 0 0 0 0,-1 6-1 0 0,2-10 1 0 0,0 1-1 0 0,0 0 0 0 0,0 0 1 0 0,1 0-1 0 0,-1-1 1 0 0,0 1-1 0 0,0 0 1 0 0,0 0-1 0 0,1-1 0 0 0,-1 1 1 0 0,0 0-1 0 0,1 0 1 0 0,-1-1-1 0 0,1 1 1 0 0,-1 0-1 0 0,1-1 0 0 0,-1 1 1 0 0,1-1-1 0 0,-1 1 1 0 0,2 0-1 0 0,27 7 150 0 0,50-9-10 0 0,0-3-1 0 0,97-17 1 0 0,-82 9 62 0 0,-62 6 1057 0 0,-24 5-4144 0 0,-33 6-4355 0 0,18-3 3721 0 0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2:17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39 292 0 0,'3'-38'12014'0'0,"-1"43"-11822"0"0,15 48 534 0 0,-2 2 0 0 0,-3 0 1 0 0,8 82-1 0 0,-18-122-292 0 0,0-1-1340 0 0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2:18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65 820 0 0,'30'-20'8393'0'0,"-27"17"-7636"0"0,-1 0 0 0 0,1 0 0 0 0,0 0 0 0 0,-1 0 1 0 0,0-1-1 0 0,0 1 0 0 0,0-1 0 0 0,0 1 0 0 0,2-7 0 0 0,-4 9-403 0 0,2-4 106 0 0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2:18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34 788 0 0,'0'0'955'0'0,"-5"-32"6747"0"0,3 30-7000 0 0,-1 2-617 0 0,0 1 1 0 0,0-1-1 0 0,0 1 0 0 0,0-1 1 0 0,0 1-1 0 0,0 0 0 0 0,0 0 1 0 0,1 0-1 0 0,-1 1 0 0 0,0-1 1 0 0,1 1-1 0 0,-1-1 0 0 0,1 1 1 0 0,-1 0-1 0 0,1 0 0 0 0,0 0 0 0 0,-4 5 1 0 0,-28 44 329 0 0,30-42-314 0 0,1-5-78 0 0,1 1 0 0 0,0 0 0 0 0,0 0 0 0 0,1 0 0 0 0,0 0 0 0 0,-1 0 0 0 0,2 0 0 0 0,-1 1 0 0 0,0-1 0 0 0,1 0 0 0 0,0 0-1 0 0,1 1 1 0 0,-1-1 0 0 0,1 0 0 0 0,0 0 0 0 0,0 1 0 0 0,0-1 0 0 0,1 0 0 0 0,0 0 0 0 0,0-1 0 0 0,0 1 0 0 0,0 0 0 0 0,1-1 0 0 0,0 1 0 0 0,3 4 0 0 0,-1-3-19 0 0,0 0 0 0 0,0 0 0 0 0,1-1 1 0 0,0 0-1 0 0,0 0 0 0 0,0 0 0 0 0,0 0 0 0 0,1-1 1 0 0,0 0-1 0 0,0 0 0 0 0,0-1 0 0 0,0 0 0 0 0,1 0 1 0 0,-1-1-1 0 0,1 0 0 0 0,8 1 0 0 0,-4-2 3 0 0,-1-1 0 0 0,1-1 1 0 0,-1 0-1 0 0,1 0 0 0 0,-1-1 0 0 0,0 0 0 0 0,1-1 0 0 0,-1-1 0 0 0,0 0 0 0 0,-1 0 0 0 0,1-1 1 0 0,13-9-1 0 0,-17 11 61 0 0,-1-1 0 0 0,0 0 0 0 0,-1 0 1 0 0,1 0-1 0 0,-1-1 0 0 0,0 0 0 0 0,0 0 0 0 0,0 0 1 0 0,-1 0-1 0 0,0-1 0 0 0,0 0 0 0 0,0 0 1 0 0,-1 0-1 0 0,1 0 0 0 0,-1-1 0 0 0,-1 1 1 0 0,0-1-1 0 0,0 0 0 0 0,0 0 0 0 0,0 0 0 0 0,0-10 1 0 0,-2 13-79 0 0,0 0 1 0 0,-1 0 0 0 0,1 0 0 0 0,-1 0-1 0 0,0 0 1 0 0,0 0 0 0 0,0 1 0 0 0,0-1 0 0 0,0 0-1 0 0,-1 1 1 0 0,0-1 0 0 0,0 1 0 0 0,0 0-1 0 0,0-1 1 0 0,0 1 0 0 0,-1 0 0 0 0,1 0-1 0 0,-1 1 1 0 0,0-1 0 0 0,0 0 0 0 0,0 1-1 0 0,0 0 1 0 0,-1 0 0 0 0,1 0 0 0 0,0 0 0 0 0,-1 0-1 0 0,0 1 1 0 0,1-1 0 0 0,-1 1 0 0 0,0 0-1 0 0,1 0 1 0 0,-1 0 0 0 0,-8 0 0 0 0,-10-1-859 0 0,0 1 0 0 0,0 1 0 0 0,0 1 0 0 0,-35 5 1 0 0,46-4 221 0 0,-34 4-2820 0 0,3 4 262 0 0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2:04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51 223 216 0 0,'-1'-3'1005'0'0,"-3"-10"7592"0"0,2 163-7413 0 0,20 85-114 0 0,-17-219-990 0 0,1 29 4895 0 0,-9-63-4760 0 0,-4-16 22 0 0,1-1 1 0 0,1 0 0 0 0,2 0-1 0 0,2-1 1 0 0,-2-51-1 0 0,2 27-164 0 0,3 31-88 0 0,1 0-1 0 0,1 0 1 0 0,4-33-1 0 0,-3 51-25 0 0,1 0 0 0 0,0 0 0 0 0,1 1 0 0 0,0-1 0 0 0,0 1 0 0 0,1-1 0 0 0,1 1 0 0 0,-1 1 0 0 0,2-1 0 0 0,-1 1 0 0 0,10-12 0 0 0,-13 18-5 0 0,0 1 0 0 0,0-1 0 0 0,0 1 0 0 0,1 0 0 0 0,-1 0 0 0 0,1 0 0 0 0,-1 0 0 0 0,1 1 0 0 0,0-1 0 0 0,0 1 0 0 0,-1-1 0 0 0,1 1 0 0 0,0 0 0 0 0,0 0-1 0 0,0 0 1 0 0,1 1 0 0 0,-1-1 0 0 0,0 1 0 0 0,0 0 0 0 0,0 0 0 0 0,0 0 0 0 0,0 0 0 0 0,1 0 0 0 0,-1 0 0 0 0,0 1 0 0 0,0 0 0 0 0,0 0 0 0 0,0 0 0 0 0,0 0 0 0 0,0 0 0 0 0,0 0-1 0 0,-1 1 1 0 0,1-1 0 0 0,0 1 0 0 0,-1 0 0 0 0,1 0 0 0 0,-1 0 0 0 0,1 0 0 0 0,-1 0 0 0 0,0 1 0 0 0,0-1 0 0 0,3 5 0 0 0,-1-2 8 0 0,-1 0 1 0 0,1 0 0 0 0,-1 0-1 0 0,0 0 1 0 0,0 0 0 0 0,-1 1-1 0 0,1-1 1 0 0,-1 1 0 0 0,-1 0-1 0 0,1 0 1 0 0,-1-1 0 0 0,0 1-1 0 0,0 0 1 0 0,-1 0 0 0 0,1 0-1 0 0,-1 0 1 0 0,-1 1 0 0 0,1-1-1 0 0,-1 0 1 0 0,0-1-1 0 0,0 1 1 0 0,-4 8 0 0 0,-1-4 1 0 0,0-1 1 0 0,0 0-1 0 0,-1 0 1 0 0,0-1-1 0 0,-1 0 1 0 0,0 0-1 0 0,0-1 1 0 0,-1 0-1 0 0,0 0 1 0 0,-13 7-1 0 0,-3 3-3144 0 0,1 2-3279 0 0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2:04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5 188 364 0 0,'59'218'6837'0'0,"-50"-156"-4708"0"0,-9-60-1815 0 0,0 4 3530 0 0,0-6-3742 0 0,-9-11 46 0 0,1-1 0 0 0,1-1 0 0 0,-1 1 0 0 0,2-1 0 0 0,0 0 0 0 0,0-1 0 0 0,2 0 0 0 0,-1 1 0 0 0,2-1 0 0 0,0-1 0 0 0,-1-16 0 0 0,1 9-99 0 0,2 1 1 0 0,1-1 0 0 0,1 0 0 0 0,0 0-1 0 0,2 1 1 0 0,1-1 0 0 0,6-21-1 0 0,-8 36-85 0 0,0 1 0 0 0,1 0-1 0 0,0 0 1 0 0,0-1 0 0 0,0 2-1 0 0,1-1 1 0 0,-1 0-1 0 0,2 1 1 0 0,-1 0 0 0 0,0 0-1 0 0,1 0 1 0 0,0 0 0 0 0,0 1-1 0 0,1 0 1 0 0,-1 0 0 0 0,1 0-1 0 0,0 1 1 0 0,0-1-1 0 0,12-3 1 0 0,-16 6 9 0 0,1 1 1 0 0,-1 0-1 0 0,0-1 0 0 0,1 1 0 0 0,-1 1 1 0 0,1-1-1 0 0,-1 0 0 0 0,0 0 1 0 0,1 1-1 0 0,-1-1 0 0 0,0 1 0 0 0,1 0 1 0 0,-1 0-1 0 0,0 0 0 0 0,0 0 0 0 0,0 0 1 0 0,0 0-1 0 0,0 1 0 0 0,0-1 1 0 0,0 1-1 0 0,0-1 0 0 0,0 1 0 0 0,-1 0 1 0 0,1-1-1 0 0,-1 1 0 0 0,1 0 0 0 0,-1 0 1 0 0,0 0-1 0 0,1 0 0 0 0,-1 1 1 0 0,0-1-1 0 0,-1 0 0 0 0,1 0 0 0 0,0 1 1 0 0,0 3-1 0 0,1 0-4 0 0,-1 0 0 0 0,0 0 0 0 0,0 0 0 0 0,-1 0 0 0 0,0 0 0 0 0,0 0 0 0 0,0 0 0 0 0,0 0 0 0 0,-1-1 0 0 0,0 1 0 0 0,-1 0 0 0 0,-3 11 0 0 0,-1-6-23 0 0,-1-1 1 0 0,0 0-1 0 0,-1 0 1 0 0,0 0 0 0 0,0-1-1 0 0,-1 0 1 0 0,-15 10 0 0 0,-27 32-5911 0 0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2:05.5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71 388 0 0,'0'0'14389'0'0,"20"-14"-14137"0"0,404 0 25 0 0,-265 3-578 0 0,-156 11 300 0 0,-1 0 8 0 0,6 0-3 0 0,-5 0 2 0 0,-70-12-1101 0 0,22 3 655 0 0,-2-1-337 0 0,62 10 753 0 0,1 1-1 0 0,-1 1 1 0 0,27 6 0 0 0,-38-8 21 0 0,-1 1 0 0 0,0 0 0 0 0,1 0 0 0 0,-1 0 1 0 0,1 0-1 0 0,-1 0 0 0 0,0 1 0 0 0,0 0 0 0 0,0-1 1 0 0,0 1-1 0 0,0 0 0 0 0,0 1 0 0 0,0-1 0 0 0,-1 0 0 0 0,1 1 1 0 0,-1-1-1 0 0,0 1 0 0 0,0 0 0 0 0,0 0 0 0 0,0 0 1 0 0,0 0-1 0 0,0 0 0 0 0,-1 0 0 0 0,0 0 0 0 0,2 6 0 0 0,-3-6 0 0 0,0 0-1 0 0,-1 0 0 0 0,1 0 1 0 0,-1 0-1 0 0,0 0 0 0 0,0 0 1 0 0,0 0-1 0 0,0 0 0 0 0,-1 0 1 0 0,1 0-1 0 0,-1 0 0 0 0,0 0 1 0 0,0-1-1 0 0,0 1 0 0 0,0-1 1 0 0,-4 5-1 0 0,-40 31-642 0 0,46-38 645 0 0,-33 26-970 0 0,13-10-1881 0 0,-41 24 0 0 0,34-26-50 0 0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2:08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0 306 168 0 0,'5'-3'870'0'0,"0"1"-354"0"0,13-9 7044 0 0,-6 54-6844 0 0,-1 30-269 0 0,6 31-106 0 0,1-19-117 0 0,-11-47 300 0 0,20 61 0 0 0,-31-108 3320 0 0,-8-14-3058 0 0,-15-45 0 0 0,12 14-712 0 0,3-2 0 0 0,2 0 0 0 0,2 0 0 0 0,3-1-1 0 0,3 1 1 0 0,4-60 0 0 0,0 101-121 0 0,1-1 1 0 0,0 0-1 0 0,1 1 0 0 0,1 0 1 0 0,8-18-1 0 0,-12 29-21 0 0,1-1 0 0 0,0 1 0 0 0,0 0 0 0 0,1 0 0 0 0,-1 0 0 0 0,1 0 0 0 0,0 0 0 0 0,0 0 0 0 0,1 1 1 0 0,-1-1-1 0 0,1 1 0 0 0,-1 0 0 0 0,1 0 0 0 0,0 0 0 0 0,0 1 0 0 0,0-1 0 0 0,0 1 0 0 0,1 0 0 0 0,-1 0 0 0 0,9-2 0 0 0,-10 4 19 0 0,0 1 0 0 0,0-1 0 0 0,0 0 0 0 0,0 1-1 0 0,0-1 1 0 0,-1 1 0 0 0,1 0 0 0 0,0 0 0 0 0,0 0 0 0 0,0 0 0 0 0,-1 0 0 0 0,1 1-1 0 0,-1 0 1 0 0,1-1 0 0 0,-1 1 0 0 0,1 0 0 0 0,-1 0 0 0 0,0 0 0 0 0,0 0 0 0 0,0 0-1 0 0,0 1 1 0 0,0-1 0 0 0,-1 1 0 0 0,1-1 0 0 0,1 5 0 0 0,1 0-11 0 0,-1-1 1 0 0,0 1 0 0 0,0 0 0 0 0,-1 0-1 0 0,1 0 1 0 0,-2 1 0 0 0,1-1 0 0 0,0 14-1 0 0,-2-13 48 0 0,0 0-1 0 0,-1 0 0 0 0,-1 0 0 0 0,1 0 0 0 0,-1 0 1 0 0,-1 0-1 0 0,0-1 0 0 0,0 1 0 0 0,0-1 1 0 0,-6 10-1 0 0,-4 3-1108 0 0,-1-1 0 0 0,-18 19 1 0 0,21-24-786 0 0,6-6-2495 0 0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2:09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0 588 0 0,'25'24'2241'0'0,"-16"-14"-1883"0"0,-2 0 0 0 0,1 0 1 0 0,-1 0-1 0 0,-1 1 0 0 0,0 0 0 0 0,0 0 0 0 0,-1 1 1 0 0,-1 0-1 0 0,0 0 0 0 0,3 17 0 0 0,-4 16 1576 0 0,-8-36 312 0 0,-3-32-1463 0 0,7 14-707 0 0,0-1 0 0 0,1 1 0 0 0,0-1 0 0 0,0 1 0 0 0,1-1 1 0 0,1 1-1 0 0,-1 0 0 0 0,2-1 0 0 0,2-8 0 0 0,-4 13-312 0 0,0 1-1 0 0,1 0 1 0 0,-1 0 0 0 0,1 0-1 0 0,-1 0 1 0 0,1 0 0 0 0,1 0-1 0 0,-1 0 1 0 0,0 1-1 0 0,1-1 1 0 0,0 1 0 0 0,0-1-1 0 0,0 1 1 0 0,0 0 0 0 0,0 0-1 0 0,1 1 1 0 0,-1-1 0 0 0,1 1-1 0 0,0 0 1 0 0,0 0-1 0 0,0 0 1 0 0,4-2 0 0 0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2:09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1 137 156 0 0,'22'3'5650'0'0,"-16"-5"-5367"0"0,-1-1 0 0 0,0 0-1 0 0,0 0 1 0 0,-1-1 0 0 0,1 1 0 0 0,-1-1 0 0 0,1 0-1 0 0,-1 0 1 0 0,-1-1 0 0 0,1 1 0 0 0,0-1 0 0 0,-1 0 0 0 0,0 0-1 0 0,3-7 1 0 0,-4-1 322 0 0,-2 11-567 0 0,0 1 1 0 0,-1 0 0 0 0,1-1 0 0 0,1 1 0 0 0,-1 0-1 0 0,0-1 1 0 0,0 1 0 0 0,0 0 0 0 0,1-1 0 0 0,-1 1-1 0 0,1 0 1 0 0,-1 0 0 0 0,1-1 0 0 0,-1 1 0 0 0,1 0-1 0 0,0 0 1 0 0,0-1 0 0 0,-18-34 816 0 0,16 35-768 0 0,-33 21-52 0 0,31-18-36 0 0,1 0-1 0 0,0 0 0 0 0,0 1 0 0 0,0-1 0 0 0,1 0 0 0 0,-1 1 0 0 0,0 0 0 0 0,1-1 0 0 0,0 1 0 0 0,0 0 0 0 0,0 0 0 0 0,0 0 1 0 0,0 0-1 0 0,0 0 0 0 0,1 0 0 0 0,-1 0 0 0 0,1 0 0 0 0,0 0 0 0 0,0 0 0 0 0,0 0 0 0 0,0 0 0 0 0,1 0 0 0 0,-1 0 0 0 0,1 0 0 0 0,0 0 1 0 0,0 0-1 0 0,0 0 0 0 0,0-1 0 0 0,0 1 0 0 0,1 0 0 0 0,-1 0 0 0 0,1-1 0 0 0,3 4 0 0 0,-1-1-57 0 0,0 0 1 0 0,1-1-1 0 0,-1 0 0 0 0,1 0 0 0 0,0 0 1 0 0,0-1-1 0 0,1 0 0 0 0,-1 0 0 0 0,1 0 1 0 0,-1 0-1 0 0,1-1 0 0 0,0 0 0 0 0,0 0 1 0 0,0-1-1 0 0,8 2 0 0 0,64-1-1925 0 0,-26-10-3392 0 0,-39 4 3145 0 0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2:10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40 852 0 0,'0'0'9054'0'0,"2"6"-8857"0"0,74 220 1184 0 0,-60-174-1227 0 0,-12-42-69 0 0,2 23 2545 0 0,-9-35-2580 0 0,0-1-1 0 0,-1 0 0 0 0,1 0 0 0 0,0-1 0 0 0,1 1 1 0 0,-1 0-1 0 0,0-1 0 0 0,1 0 0 0 0,0 0 0 0 0,-3-5 1 0 0,-2-7 18 0 0,1-1 1 0 0,0-1-1 0 0,1 1 1 0 0,0 0-1 0 0,2-1 0 0 0,0 0 1 0 0,0-25-1 0 0,2 35-100 0 0,1 0 0 0 0,0 0-1 0 0,1 0 1 0 0,0 0 0 0 0,0 1-1 0 0,1-1 1 0 0,0 0 0 0 0,0 1 0 0 0,0-1-1 0 0,1 1 1 0 0,1 0 0 0 0,-1 0-1 0 0,1 0 1 0 0,0 0 0 0 0,1 1-1 0 0,-1-1 1 0 0,1 1 0 0 0,1 0-1 0 0,6-5 1 0 0,-11 9 0 0 0,0 1 0 0 0,1 0 0 0 0,-1 0 1 0 0,0 0-1 0 0,1 0 0 0 0,-1 0 0 0 0,1 1 0 0 0,0-1 0 0 0,-1 0 0 0 0,1 1 1 0 0,0-1-1 0 0,-1 1 0 0 0,1 0 0 0 0,0-1 0 0 0,0 1 0 0 0,-1 0 0 0 0,1 0 1 0 0,0 0-1 0 0,-1 0 0 0 0,1 1 0 0 0,0-1 0 0 0,0 0 0 0 0,-1 1 0 0 0,1-1 1 0 0,0 1-1 0 0,-1-1 0 0 0,1 1 0 0 0,-1 0 0 0 0,1 0 0 0 0,-1 0 0 0 0,1 0 1 0 0,1 1-1 0 0,-2 0 13 0 0,1-1 1 0 0,-1 1-1 0 0,1 0 1 0 0,-1 0-1 0 0,0 0 1 0 0,0 0-1 0 0,0 0 1 0 0,0 0 0 0 0,0 0-1 0 0,0 0 1 0 0,-1 1-1 0 0,1-1 1 0 0,-1 0-1 0 0,1 0 1 0 0,-1 1-1 0 0,0-1 1 0 0,0 0-1 0 0,0 0 1 0 0,0 1-1 0 0,0-1 1 0 0,-1 0-1 0 0,1 1 1 0 0,-1-1-1 0 0,1 0 1 0 0,-2 3 0 0 0,-2 3-86 0 0,0 1 1 0 0,0-1 0 0 0,-1 1 0 0 0,-1-1-1 0 0,-11 14 1 0 0,-21 11-5659 0 0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2:10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0 492 0 0,'0'4'264'0'0,"1"0"0"0"0,0 0 1 0 0,0 0-1 0 0,1-1 0 0 0,-1 1 0 0 0,1 0 0 0 0,-1-1 1 0 0,1 1-1 0 0,0-1 0 0 0,1 0 0 0 0,-1 0 0 0 0,1 0 0 0 0,-1 0 1 0 0,1 0-1 0 0,0 0 0 0 0,0-1 0 0 0,0 1 0 0 0,0-1 1 0 0,0 0-1 0 0,1 0 0 0 0,-1 0 0 0 0,1 0 0 0 0,-1-1 0 0 0,9 3 2242 0 0,-11-4-2434 0 0,-1-1 1 0 0,1 1 0 0 0,-1-1 0 0 0,1 1 0 0 0,-1-1 0 0 0,1 1 0 0 0,-1-1 0 0 0,1 1 0 0 0,-1-1 0 0 0,1 0 0 0 0,-1 1 0 0 0,0-1 0 0 0,1 0 0 0 0,-1 1 0 0 0,0-1 0 0 0,0 0 0 0 0,1 1-1 0 0,-1-1 1 0 0,0 0 0 0 0,0 1 0 0 0,0-1 0 0 0,0 0 0 0 0,0 0 0 0 0,0-1 0 0 0,-1-1-217 0 0,-17-30 1258 0 0,17 32-1223 0 0,0-1 1 0 0,0 1-1 0 0,0-1 0 0 0,-1 1 1 0 0,1-1-1 0 0,0 1 1 0 0,-1 0-1 0 0,1 0 0 0 0,0-1 1 0 0,-1 1-1 0 0,0 0 1 0 0,1 0-1 0 0,-1 0 1 0 0,1 1-1 0 0,-1-1 0 0 0,0 0 1 0 0,0 1-1 0 0,-3-2 1 0 0,3 3-278 0 0,0-1 1 0 0,1 0 0 0 0,-1 1 0 0 0,0-1 0 0 0,0 1 0 0 0,1 0 0 0 0,-1 0 0 0 0,1-1 0 0 0,-1 1 0 0 0,1 0-1 0 0,-1 0 1 0 0,1 0 0 0 0,-1 1 0 0 0,-1 0 0 0 0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2:11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17 744 0 0,'0'0'3415'0'0,"-6"-11"-1587"0"0,6 11-1748 0 0,0 0-1 0 0,0 0 0 0 0,0-1 0 0 0,0 1 1 0 0,0 0-1 0 0,0 0 0 0 0,0 0 0 0 0,0-1 1 0 0,0 1-1 0 0,-1 0 0 0 0,1 0 0 0 0,0 0 1 0 0,0-1-1 0 0,0 1 0 0 0,0 0 0 0 0,0 0 1 0 0,0 0-1 0 0,0-1 0 0 0,-1 1 0 0 0,1 0 1 0 0,0 0-1 0 0,0 0 0 0 0,0 0 0 0 0,0 0 1 0 0,-1-1-1 0 0,1 1 0 0 0,0 0 0 0 0,0 0 1 0 0,0 0-1 0 0,-1 0 0 0 0,1 0 0 0 0,0 0 1 0 0,0 0-1 0 0,-1 0 0 0 0,1 0 0 0 0,0 0 1 0 0,0 0-1 0 0,0 0 0 0 0,-1 0 0 0 0,1 0 1 0 0,0 0-1 0 0,0 0 0 0 0,-1 0 0 0 0,1 0 1 0 0,0 0-1 0 0,0 0 0 0 0,0 0 0 0 0,-1 0 1 0 0,1 0-1 0 0,0 0 0 0 0,0 1 0 0 0,-1 2-42 0 0,1 1 0 0 0,-1 0 0 0 0,1 0 0 0 0,0-1 0 0 0,0 1 0 0 0,1 0 0 0 0,-1 0 0 0 0,1-1 0 0 0,0 1 0 0 0,0 0 0 0 0,0-1 0 0 0,0 1 0 0 0,1-1 0 0 0,3 7 0 0 0,37 55 216 0 0,-3-2-56 0 0,-29-44 2 0 0,-6-29-37 0 0,0-11-250 0 0,-1 12 66 0 0,-1 0 0 0 0,1 0 0 0 0,1 0 0 0 0,0 1 0 0 0,0-1 0 0 0,1 1 0 0 0,0 0 0 0 0,0 0 0 0 0,1 1 0 0 0,0 0 0 0 0,0 0 0 0 0,9-8 0 0 0,-14 15-4 0 0,4 0-8 0 0,21 4-86 0 0,-24-2 120 0 0,0 0 0 0 0,0 0 0 0 0,0 0-1 0 0,0 0 1 0 0,-1 0 0 0 0,1 1 0 0 0,-1-1 0 0 0,1 0-1 0 0,-1 1 1 0 0,0-1 0 0 0,0 1 0 0 0,1 3 0 0 0,-1-4-38 0 0,-1 0 0 0 0,1-1 0 0 0,-1 1 1 0 0,1 0-1 0 0,-1 0 0 0 0,0 0 0 0 0,0-1 0 0 0,0 1 1 0 0,0 0-1 0 0,0 0 0 0 0,0 0 0 0 0,0-1 1 0 0,0 1-1 0 0,-1 2 0 0 0,-8 13-3958 0 0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2:11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92 136 0 0,'4'-41'7761'0'0,"-3"39"-7257"0"0,0-1-1 0 0,0 1 0 0 0,0-1 1 0 0,-1 1-1 0 0,0-1 0 0 0,1 0 1 0 0,-1 1-1 0 0,0-1 0 0 0,-1-4 1 0 0,2-14 5133 0 0,5 68-5823 0 0,1-1 0 0 0,3-1-1 0 0,2 0 1 0 0,2 0-1 0 0,1-1 1 0 0,29 54 0 0 0,-21-67-844 0 0,-22-30 1014 0 0,0-1 0 0 0,-1 1 0 0 0,1-1 0 0 0,0 1-1 0 0,0-1 1 0 0,-1 0 0 0 0,1 1 0 0 0,0-1 0 0 0,0 0 0 0 0,-1 0 0 0 0,1 0 0 0 0,0 1-1 0 0,0-1 1 0 0,0 0 0 0 0,0 0 0 0 0,-1 0 0 0 0,1-1 0 0 0,0 1 0 0 0,0 0-1 0 0,0 0 1 0 0,-1 0 0 0 0,1 0 0 0 0,0-1 0 0 0,0 1 0 0 0,0 0 0 0 0,-1-1-1 0 0,1 1 1 0 0,0-1 0 0 0,0 0 0 0 0,21-15-209 0 0,-10-1 491 0 0,3-1-738 0 0,-14 18 446 0 0,-1 0 0 0 0,0 0 0 0 0,1 0 0 0 0,-1 0 0 0 0,0 0 0 0 0,1 0 0 0 0,-1 0 0 0 0,0 1-1 0 0,1-1 1 0 0,-1 0 0 0 0,0 0 0 0 0,1 0 0 0 0,-1 0 0 0 0,0 1 0 0 0,1-1 0 0 0,-1 0 0 0 0,0 0 0 0 0,0 1-1 0 0,1-1 1 0 0,-1 0 0 0 0,0 0 0 0 0,0 1 0 0 0,0-1 0 0 0,1 0 0 0 0,-1 1 0 0 0,0-1 0 0 0,0 0 0 0 0,0 1 0 0 0,0-1-1 0 0,0 0 1 0 0,0 1 0 0 0,0-1 0 0 0,0 0 0 0 0,1 1 0 0 0,-1-1 0 0 0,0 0 0 0 0,0 1 0 0 0,-1-1 0 0 0,1 1-1 0 0,0-1 1 0 0,0 0 0 0 0,0 1 0 0 0,0-1 0 0 0,0 0 0 0 0,0 1 0 0 0,0-1 0 0 0,-1 0 0 0 0,1 1 0 0 0,0 3-816 0 0,-1 26-6776 0 0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2:11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94 408 0 0,'3'-66'9790'0'0,"-2"63"-9023"0"0,-1 2 138 0 0,0-8-762 0 0,0-5-3454 0 0,16 32-998 0 0,-13-14 1836 0 0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2:12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0 388 0 0,'0'0'8377'0'0,"7"0"-3505"0"0,-7 0-4773 0 0,-2 3-117 0 0,-19 31 457 0 0,21-33-430 0 0,-1 1 0 0 0,0-1 0 0 0,0 0 1 0 0,1 1-1 0 0,-1-1 0 0 0,1 1 0 0 0,-1-1 1 0 0,1 1-1 0 0,0-1 0 0 0,0 1 0 0 0,-1-1 1 0 0,1 1-1 0 0,0 0 0 0 0,0-1 0 0 0,0 1 1 0 0,1-1-1 0 0,-1 1 0 0 0,0-1 0 0 0,1 1 1 0 0,-1-1-1 0 0,1 1 0 0 0,0 1 0 0 0,1-2-15 0 0,0 0 0 0 0,1-1-1 0 0,-1 1 1 0 0,0-1 0 0 0,0 1-1 0 0,1-1 1 0 0,-1 0 0 0 0,0 0-1 0 0,1 0 1 0 0,-1 0 0 0 0,0 0-1 0 0,1 0 1 0 0,-1-1 0 0 0,0 1-1 0 0,0-1 1 0 0,3 0 0 0 0,7-2-11 0 0,4 2 187 0 0,0-1 1 0 0,0-1-1 0 0,-1 0 0 0 0,21-8 0 0 0,-35 11-83 0 0,37-8-1614 0 0,-37 7 641 0 0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2:12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84 1332 0 0,'0'0'1244'0'0,"1"-13"-72"0"0,4 2-72 0 0,-2 3-91 0 0,3 0-113 0 0,2-2-116 0 0,-3 4-184 0 0,1-3-208 0 0,2 4-260 0 0,6-7-756 0 0,-4 10-708 0 0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2:14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2 242 524 0 0,'0'0'889'0'0,"-2"-16"3302"0"0,2 16-4122 0 0,0 0 0 0 0,0 0 0 0 0,0 0 0 0 0,1 0 0 0 0,-1 0 0 0 0,0 0 0 0 0,0 0 0 0 0,0 0 0 0 0,0 1 0 0 0,0-1 0 0 0,0 0 0 0 0,0 0 0 0 0,1 0 0 0 0,-1 0 0 0 0,0 0 0 0 0,0 0 0 0 0,0 0 1 0 0,0 0-1 0 0,0 0 0 0 0,0 0 0 0 0,0-1 0 0 0,1 1 0 0 0,-1 0 0 0 0,0 0 0 0 0,0 0 0 0 0,0 0 0 0 0,0 0 0 0 0,0 0 0 0 0,0 0 0 0 0,0 0 0 0 0,0 0 0 0 0,1 0 0 0 0,-1 0 0 0 0,0 0 0 0 0,0 0 0 0 0,0 0 0 0 0,0-1 0 0 0,0 1 0 0 0,0 0 0 0 0,0 0 0 0 0,0 0 0 0 0,0 0 0 0 0,0 0 0 0 0,0 0 1 0 0,0 0-1 0 0,0-1 0 0 0,0 1 0 0 0,0 0 0 0 0,0 0 0 0 0,0 0 0 0 0,0 0 0 0 0,0 0 0 0 0,0 0 0 0 0,0 0 0 0 0,0-1 0 0 0,0 1 0 0 0,0 0 0 0 0,0 0 0 0 0,0 0 0 0 0,0 0 0 0 0,0 0 0 0 0,0 0 0 0 0,0 0 0 0 0,0-1 0 0 0,5 17 2033 0 0,8 49-1938 0 0,1 4 53 0 0,21 59 2898 0 0,-25-150-2999 0 0,-2-18 168 0 0,-2 1 0 0 0,1-61 0 0 0,5-26-113 0 0,-8 50-225 0 0,-4 74 22 0 0,5 7-441 0 0,6 8 441 0 0,0 0-1 0 0,-1 1 1 0 0,-1 0 0 0 0,0 1-1 0 0,7 16 1 0 0,21 35-130 0 0,-20-37 66 0 0,-12-20 67 0 0,-1-1 0 0 0,2 1-1 0 0,-1-1 1 0 0,1 0 0 0 0,1-1-1 0 0,-1 1 1 0 0,1-1 0 0 0,9 6-1 0 0,-15-11 876 0 0,0-7-737 0 0,4-15 69 0 0,-1 0-1 0 0,-1-1 1 0 0,-1 0-1 0 0,-1-37 1 0 0,-13-88 252 0 0,6 66-1916 0 0,5 78 764 0 0,19 19-4514 0 0,1 2-70 0 0,-11-12 2450 0 0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2:15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41 259 372 0 0,'0'0'821'0'0,"18"23"3307"0"0,24 128-294 0 0,-4-12-1671 0 0,-35-132 2463 0 0,-10-29-3596 0 0,-13-44-689 0 0,7 7 16 0 0,2-1 0 0 0,4 0 0 0 0,-1-86 0 0 0,8 133-330 0 0,1 0 1 0 0,1 1-1 0 0,0-1 0 0 0,1 0 1 0 0,0 0-1 0 0,1 1 0 0 0,1 0 1 0 0,0 0-1 0 0,0 0 0 0 0,10-15 1 0 0,-14 26-41 0 0,-1 0 1 0 0,1 0-1 0 0,0 0 1 0 0,0 0 0 0 0,0 0-1 0 0,0 1 1 0 0,-1-1-1 0 0,1 0 1 0 0,1 0-1 0 0,-1 1 1 0 0,0-1-1 0 0,0 0 1 0 0,0 1 0 0 0,0-1-1 0 0,0 1 1 0 0,1 0-1 0 0,-1-1 1 0 0,0 1-1 0 0,0 0 1 0 0,0 0-1 0 0,1 0 1 0 0,-1 0 0 0 0,0 0-1 0 0,0 0 1 0 0,1 0-1 0 0,-1 0 1 0 0,0 0-1 0 0,0 0 1 0 0,1 1-1 0 0,-1-1 1 0 0,0 1 0 0 0,0-1-1 0 0,0 1 1 0 0,0-1-1 0 0,1 1 1 0 0,-1-1-1 0 0,0 1 1 0 0,0 0-1 0 0,0 0 1 0 0,0 0 0 0 0,1 1-1 0 0,1 1-31 0 0,0 0 0 0 0,0 1 0 0 0,0-1 0 0 0,-1 1 0 0 0,1-1 0 0 0,-1 1 0 0 0,0 0 0 0 0,0-1 0 0 0,0 1-1 0 0,-1 0 1 0 0,2 5 0 0 0,-3-3-20 0 0,1 0 0 0 0,-1 0-1 0 0,-1-1 1 0 0,1 1 0 0 0,-1 0-1 0 0,0-1 1 0 0,0 1 0 0 0,-1-1-1 0 0,1 1 1 0 0,-1-1 0 0 0,-1 1-1 0 0,1-1 1 0 0,-1 0 0 0 0,0 0-1 0 0,0 0 1 0 0,-5 6 0 0 0,-9 11-751 0 0,-2-1 1 0 0,-23 21-1 0 0,19-19-460 0 0,-20 17-5230 0 0,21-24 2750 0 0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2:21.3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53 178 492 0 0,'-2'-5'11660'0'0,"60"207"-10396"0"0,-57-200-1211 0 0,-60-146 1781 0 0,48 119-1873 0 0,2 1-1 0 0,1-1 0 0 0,1-1 0 0 0,-7-45 1 0 0,13 69 7 0 0,1 0 1 0 0,0 0 0 0 0,0 0 0 0 0,0-1 0 0 0,0 1-1 0 0,0 0 1 0 0,0 0 0 0 0,1 0 0 0 0,-1 0-1 0 0,1 0 1 0 0,-1 0 0 0 0,1 0 0 0 0,0 0-1 0 0,0 0 1 0 0,0 0 0 0 0,0 0 0 0 0,0 0-1 0 0,0 0 1 0 0,0 0 0 0 0,1 1 0 0 0,-1-1 0 0 0,4-2-1 0 0,-2 2-8 0 0,0 0 0 0 0,0 1 0 0 0,0-1 0 0 0,1 1 0 0 0,-1-1 1 0 0,1 1-1 0 0,-1 1 0 0 0,1-1 0 0 0,0 0 0 0 0,-1 1 0 0 0,1 0 0 0 0,5 0 0 0 0,3 0-42 0 0,0 1 0 0 0,-1 1 0 0 0,1 0 0 0 0,0 0 0 0 0,0 2 0 0 0,20 7 0 0 0,-16-2 20 0 0,0-1 0 0 0,-1 2 0 0 0,0 0 0 0 0,-1 1 0 0 0,0 1 0 0 0,0 0 0 0 0,-2 1 0 0 0,1 0 0 0 0,-2 1 1 0 0,0 0-1 0 0,11 19 0 0 0,-18-27 44 0 0,-1-1 1 0 0,0 1 0 0 0,0 0 0 0 0,0-1 0 0 0,-1 2 0 0 0,0-1 0 0 0,0 0 0 0 0,-1 0 0 0 0,1 0-1 0 0,-2 1 1 0 0,1-1 0 0 0,-1 1 0 0 0,1-1 0 0 0,-2 1 0 0 0,1-1 0 0 0,-1 0 0 0 0,0 1 0 0 0,0-1-1 0 0,-1 0 1 0 0,0 1 0 0 0,0-1 0 0 0,0 0 0 0 0,-1 0 0 0 0,0-1 0 0 0,0 1 0 0 0,0-1 0 0 0,-1 1-1 0 0,0-1 1 0 0,0 0 0 0 0,0 0 0 0 0,0-1 0 0 0,-1 1 0 0 0,-9 6 0 0 0,0-1 67 0 0,-1 1 1 0 0,-1-2-1 0 0,0 0 1 0 0,0-1-1 0 0,-1 0 0 0 0,0-2 1 0 0,0 0-1 0 0,-26 6 1 0 0,26-9-847 0 0,0-1 0 0 0,-29 1 0 0 0,35-4-1154 0 0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2:22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0 413 236 0 0,'35'-18'2552'0'0,"-18"7"-1812"0"0,0 2-226 0 0,-1-1 1 0 0,0 0 0 0 0,-1-2 0 0 0,-1 0-1 0 0,0 0 1 0 0,0-1 0 0 0,14-19-1 0 0,-27 31-476 0 0,0 0-1 0 0,-1 1 0 0 0,1-1 1 0 0,-1 0-1 0 0,1 0 0 0 0,-1 0 1 0 0,0 1-1 0 0,1-1 0 0 0,-1 0 1 0 0,0 0-1 0 0,1 0 0 0 0,-1 0 1 0 0,0 0-1 0 0,0 0 0 0 0,0 0 1 0 0,0 0-1 0 0,0 0 0 0 0,0 0 1 0 0,0 1-1 0 0,0-1 0 0 0,0 0 1 0 0,-1 0-1 0 0,1 0 0 0 0,0 0 1 0 0,0 0-1 0 0,-1 0 0 0 0,1 0 1 0 0,-1 1-1 0 0,1-1 0 0 0,-1 0 1 0 0,1 0-1 0 0,-1 1 0 0 0,1-1 1 0 0,-1 0-1 0 0,0 0 0 0 0,1 1 1 0 0,-1-1-1 0 0,-1 0 1 0 0,0-1 117 0 0,-2 5-114 0 0,2-2-38 0 0,0 1 1 0 0,0 0 0 0 0,0-1 0 0 0,0 1 0 0 0,0 0 0 0 0,0 0 0 0 0,1 0 0 0 0,-1 0 0 0 0,0 1 0 0 0,1-1 0 0 0,0 0 0 0 0,0 1 0 0 0,0-1 0 0 0,0 1 0 0 0,0-1 0 0 0,0 1 0 0 0,0-1 0 0 0,1 1 0 0 0,-1-1 0 0 0,1 1 0 0 0,0 0 0 0 0,0-1 0 0 0,0 1 0 0 0,0 0 0 0 0,0-1 0 0 0,1 1 0 0 0,0 3 0 0 0,1-1 6 0 0,0 1 1 0 0,1 0-1 0 0,-1-1 1 0 0,1 0-1 0 0,0 0 1 0 0,1 0-1 0 0,-1 0 1 0 0,1 0-1 0 0,0 0 1 0 0,0-1 0 0 0,0 0-1 0 0,1 0 1 0 0,0 0-1 0 0,8 5 1 0 0,-10-7-3 0 0,0-1 1 0 0,0 1-1 0 0,0 0 1 0 0,1-1-1 0 0,-1 0 1 0 0,0 0 0 0 0,1 0-1 0 0,-1 0 1 0 0,1 0-1 0 0,-1-1 1 0 0,1 0 0 0 0,0 0-1 0 0,-1 0 1 0 0,1 0-1 0 0,-1 0 1 0 0,1-1-1 0 0,-1 1 1 0 0,1-1 0 0 0,-1 0-1 0 0,1 0 1 0 0,-1 0-1 0 0,0-1 1 0 0,1 1 0 0 0,-1-1-1 0 0,0 0 1 0 0,0 1-1 0 0,4-4 1 0 0,-2 0 2 0 0,1 0 1 0 0,-1 0 0 0 0,0 0-1 0 0,0 0 1 0 0,-1-1-1 0 0,1 1 1 0 0,-1-1-1 0 0,0 0 1 0 0,-1-1-1 0 0,4-7 1 0 0,-2-1 0 0 0,-1-1 1 0 0,0 1-1 0 0,3-28 1 0 0,-6 22 161 0 0,-1-1 1 0 0,-1 1 0 0 0,0-1 0 0 0,-2 1-1 0 0,-1 0 1 0 0,-11-40 0 0 0,8 35 733 0 0,7 24-661 0 0,-3-4 1196 0 0,79 183-1137 0 0,-7-22-81 0 0,-50-111-192 0 0,-19-42-127 0 0,6 6-18 0 0,-3-3-1858 0 0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2:22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64 356 0 0,'0'0'6752'0'0,"4"-3"-6198"0"0,3-3-319 0 0,0 1-1 0 0,1 0 1 0 0,0 0-1 0 0,0 1 1 0 0,0 0-1 0 0,0 0 1 0 0,1 1-1 0 0,14-4 1 0 0,79-9-5852 0 0,-79 14 3277 0 0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2:22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4 127 560 0 0,'0'0'2890'0'0,"-4"-2"-2000"0"0,32-3 6059 0 0,84-7-6900 0 0,-60 6 503 0 0,292-28 26 0 0,-342 34-557 0 0,0 0-30 0 0,-2 0 5 0 0,0 0 0 0 0,0 0 0 0 0,0 0 1 0 0,1 0-1 0 0,-1 0 0 0 0,0 0 1 0 0,0 0-1 0 0,0 1 0 0 0,0-1 0 0 0,1 0 1 0 0,-1 0-1 0 0,0 0 0 0 0,0 0 1 0 0,0 0-1 0 0,0 0 0 0 0,1 0 0 0 0,-1 0 1 0 0,0 0-1 0 0,0 0 0 0 0,0 0 1 0 0,1 0-1 0 0,-1 0 0 0 0,0-1 1 0 0,0 1-1 0 0,0 0 0 0 0,0 0 0 0 0,1 0 1 0 0,-1 0-1 0 0,0 0 0 0 0,0 0 1 0 0,0 0-1 0 0,0 0 0 0 0,0-1 0 0 0,1 1 1 0 0,-1 0-1 0 0,0 0 0 0 0,0 0 1 0 0,0 0-1 0 0,0 0 0 0 0,0-1 0 0 0,0 1 1 0 0,0 0-1 0 0,0 0 0 0 0,0 0 1 0 0,0 0-1 0 0,1-1 0 0 0,-1 1 1 0 0,0 0-1 0 0,0 0 0 0 0,0 0 0 0 0,0 0 1 0 0,0-1-1 0 0,0 1 0 0 0,0 0 1 0 0,0 0-1 0 0,-1 0 0 0 0,1-1 0 0 0,-11-7-65 0 0,-1 0 0 0 0,0 1-1 0 0,0 1 1 0 0,-15-6-1 0 0,-11-6-25 0 0,36 17 85 0 0,-3-2-296 0 0,8 5 299 0 0,0-1 0 0 0,0 1 0 0 0,-1 0 0 0 0,1 0 0 0 0,0 0 0 0 0,-1 0 0 0 0,1 1 0 0 0,-1-1 0 0 0,0 1 0 0 0,0-1 0 0 0,0 1 0 0 0,0 0 0 0 0,0 0 0 0 0,-1 0 0 0 0,1 0 0 0 0,-1 0 0 0 0,0 0 0 0 0,0 0 0 0 0,0 1 0 0 0,0-1 0 0 0,0 0 0 0 0,-1 1 1 0 0,0-1-1 0 0,1 0 0 0 0,-2 6 0 0 0,0 1-48 0 0,-1-1 0 0 0,0 1 0 0 0,-1-1 0 0 0,0 0 0 0 0,0 0 0 0 0,-1 0 0 0 0,0 0 0 0 0,-8 11 0 0 0,-20 29-1327 0 0,2-3-4038 0 0,24-35 3156 0 0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2:23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1176 0 0,'1'-12'3748'0'0,"2"5"890"0"0,0 9-2359 0 0,12 29-1701 0 0,0 1-1 0 0,-2 1 1 0 0,13 52-1 0 0,5 11-89 0 0,-27-82-925 0 0,0-1 0 0 0,0 1 0 0 0,-1 0 0 0 0,1 22 0 0 0,-4-33-144 0 0,4 7-402 0 0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2:24.3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1 326 280 0 0,'27'-11'792'0'0,"0"-2"0"0"0,-1 0-1 0 0,38-27 1 0 0,-57 35-570 0 0,-1 0 1 0 0,0 0-1 0 0,0-1 0 0 0,0 0 0 0 0,0 0 1 0 0,-1 0-1 0 0,0-1 0 0 0,-1 1 0 0 0,1-1 1 0 0,-1-1-1 0 0,-1 1 0 0 0,1 0 0 0 0,-1-1 0 0 0,-1 0 1 0 0,1 0-1 0 0,-1 1 0 0 0,1-13 0 0 0,-3 14-38 0 0,-1 0 0 0 0,0 0-1 0 0,0 0 1 0 0,0 0 0 0 0,-1 0-1 0 0,1 0 1 0 0,-2 1 0 0 0,1-1-1 0 0,-1 1 1 0 0,1-1 0 0 0,-1 1-1 0 0,-1 0 1 0 0,1 0 0 0 0,-8-8-1 0 0,3 2 321 0 0,7 10-281 0 0,-6-8 533 0 0,7 9-741 0 0,0 0 1 0 0,0 0-1 0 0,0-1 0 0 0,0 1 1 0 0,0 0-1 0 0,-1 0 0 0 0,1 0 1 0 0,0-1-1 0 0,0 1 0 0 0,0 0 1 0 0,0 0-1 0 0,0 0 0 0 0,0 0 1 0 0,0 0-1 0 0,-1-1 0 0 0,1 1 1 0 0,0 0-1 0 0,0 0 0 0 0,0 0 0 0 0,0 0 1 0 0,-1 0-1 0 0,1 0 0 0 0,0-1 1 0 0,0 1-1 0 0,0 0 0 0 0,-1 0 1 0 0,1 0-1 0 0,0 0 0 0 0,0 0 1 0 0,0 0-1 0 0,-1 0 0 0 0,1 0 1 0 0,0 0-1 0 0,0 0 0 0 0,0 0 1 0 0,-1 0-1 0 0,1 0 0 0 0,0 0 1 0 0,0 0-1 0 0,0 0 0 0 0,-1 0 1 0 0,1 1-1 0 0,0-1 0 0 0,0 0 1 0 0,0 0-1 0 0,0 0 0 0 0,-1 0 1 0 0,1 0-1 0 0,0 0 0 0 0,0 0 1 0 0,0 1-1 0 0,0-1 0 0 0,-1 0 1 0 0,1 0-1 0 0,-2 13 9 0 0,1 0 0 0 0,0 0 0 0 0,1 0 0 0 0,1 0 1 0 0,0 0-1 0 0,0 0 0 0 0,6 19 0 0 0,3 6 58 0 0,18 49 0 0 0,29 91 3 0 0,-44-140-29 0 0,-13-37 31 0 0,2 1-5 0 0,-2-2-61 0 0,0 0 1 0 0,0 0-1 0 0,0 1 1 0 0,0-1-1 0 0,0 0 1 0 0,0 0-1 0 0,0 0 0 0 0,0 0 1 0 0,0 0-1 0 0,0 0 1 0 0,0 1-1 0 0,0-1 0 0 0,0 0 1 0 0,0 0-1 0 0,1 0 1 0 0,-1 0-1 0 0,0 0 1 0 0,0 0-1 0 0,0 0 0 0 0,0 1 1 0 0,0-1-1 0 0,0 0 1 0 0,0 0-1 0 0,1 0 1 0 0,-1 0-1 0 0,0 0 0 0 0,0 0 1 0 0,0 0-1 0 0,0 0 1 0 0,0 0-1 0 0,1 0 0 0 0,-1 0 1 0 0,0 0-1 0 0,0 0 1 0 0,0 0-1 0 0,0 0 1 0 0,0 0-1 0 0,1 0 0 0 0,-1 0 1 0 0,0 0-1 0 0,0 0 1 0 0,0 0-1 0 0,0 0 0 0 0,0 0 1 0 0,1 0-1 0 0,-1 0 1 0 0,0 0-1 0 0,0 0 1 0 0,0 0-1 0 0,0-1 0 0 0,0 1 1 0 0,0 0-1 0 0,0 0 1 0 0,1 0-1 0 0,-1 0 1 0 0,0 0-1 0 0,0 0 0 0 0,44-60 184 0 0,-19 29-248 0 0,-24 30 31 0 0,0 0 1 0 0,0 0 0 0 0,0 0 0 0 0,0 0-1 0 0,0 0 1 0 0,1 0 0 0 0,-1 0 0 0 0,0 1 0 0 0,1-1-1 0 0,-1 0 1 0 0,0 1 0 0 0,1-1 0 0 0,-1 1-1 0 0,1 0 1 0 0,-1-1 0 0 0,1 1 0 0 0,-1 0-1 0 0,1 0 1 0 0,-1 0 0 0 0,0 0 0 0 0,1 0-1 0 0,-1 0 1 0 0,1 0 0 0 0,-1 0 0 0 0,1 1 0 0 0,-1-1-1 0 0,1 1 1 0 0,-1-1 0 0 0,1 1 0 0 0,-1-1-1 0 0,0 1 1 0 0,3 1 0 0 0,7 5-13 0 0,0 0 0 0 0,-1 1-1 0 0,13 11 1 0 0,18 11 32 0 0,-37-28 24 0 0,1 0-1 0 0,0 0 0 0 0,0 0 1 0 0,0-1-1 0 0,0 0 0 0 0,0 0 0 0 0,0 0 1 0 0,0 0-1 0 0,0-1 0 0 0,0 0 1 0 0,0 0-1 0 0,1 0 0 0 0,-1-1 1 0 0,0 0-1 0 0,0 0 0 0 0,0 0 1 0 0,0 0-1 0 0,0-1 0 0 0,0 0 1 0 0,-1 0-1 0 0,1 0 0 0 0,-1-1 0 0 0,1 1 1 0 0,-1-1-1 0 0,5-5 0 0 0,47-39 821 0 0,-55 46-276 0 0,-1 1-543 0 0,0 0-1 0 0,1-1 0 0 0,-1 1 0 0 0,0-1 0 0 0,0 1 0 0 0,0 0 0 0 0,1-1 0 0 0,-1 1 0 0 0,0 0 0 0 0,1-1 0 0 0,-1 1 1 0 0,0 0-1 0 0,1 0 0 0 0,-1-1 0 0 0,0 1 0 0 0,1 0 0 0 0,-1 0 0 0 0,0-1 0 0 0,1 1 0 0 0,-1 0 0 0 0,1 0 0 0 0,-1 0 1 0 0,0 0-1 0 0,1 0 0 0 0,-1 0 0 0 0,1-1 0 0 0,-1 1 0 0 0,1 0 0 0 0,-1 0 0 0 0,1 1 0 0 0,2 2-82 0 0,-1 1 1 0 0,1 0-1 0 0,-1 0 0 0 0,0 0 0 0 0,0 0 0 0 0,0 0 0 0 0,-1 1 0 0 0,2 6 1 0 0,-3-10-221 0 0,0 16-1755 0 0,-4-2-2463 0 0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2:24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91 412 0 0,'15'-81'11186'0'0,"-14"79"-10998"0"0,0 0-516 0 0,1-3 300 0 0,4 9-3295 0 0,0 1 2723 0 0,-1 4-2587 0 0,1 2 755 0 0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2:25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19 32 0 0,'0'0'987'0'0,"-1"-12"5261"0"0,-1 11-6144 0 0,1 0 1 0 0,0 1 0 0 0,0-1-1 0 0,-1 0 1 0 0,1 1 0 0 0,0-1-1 0 0,-1 1 1 0 0,1 0 0 0 0,0-1-1 0 0,-1 1 1 0 0,1 0 0 0 0,-1 0-1 0 0,1 0 1 0 0,0 0 0 0 0,-1 0-1 0 0,1 0 1 0 0,-1 0 0 0 0,1 0 0 0 0,-3 1-1 0 0,1 0 187 0 0,-6 6 247 0 0,8-7-518 0 0,0 1 0 0 0,0-1 0 0 0,1 0 0 0 0,-1 1 0 0 0,0-1 0 0 0,0 0 0 0 0,1 1 0 0 0,-1-1 0 0 0,0 1 0 0 0,0-1 0 0 0,1 1 0 0 0,-1-1 0 0 0,0 1 0 0 0,1-1 0 0 0,-1 1 0 0 0,1 0 0 0 0,-1-1 0 0 0,1 1 0 0 0,-1 0 0 0 0,1 0 0 0 0,0-1 0 0 0,-1 1 0 0 0,1 0 0 0 0,0 0 0 0 0,-1 0 0 0 0,1-1-1 0 0,0 1 1 0 0,0 0 0 0 0,0 0 0 0 0,0 0 0 0 0,0 0 0 0 0,0 1 0 0 0,8 19 152 0 0,2 0 0 0 0,0-1 0 0 0,1 0 0 0 0,1-1 0 0 0,19 23 0 0 0,-30-40-160 0 0,0 0-1 0 0,0-1 0 0 0,0 1 1 0 0,0 0-1 0 0,-1 0 0 0 0,1 0 1 0 0,0-1-1 0 0,-1 1 0 0 0,1 0 0 0 0,-1 0 1 0 0,0 0-1 0 0,0 0 0 0 0,0 0 1 0 0,0 0-1 0 0,0 0 0 0 0,0 0 0 0 0,0 0 1 0 0,0 0-1 0 0,-1-1 0 0 0,1 1 1 0 0,-1 0-1 0 0,0 0 0 0 0,1 0 1 0 0,-1 0-1 0 0,0-1 0 0 0,0 1 0 0 0,0 0 1 0 0,0-1-1 0 0,-1 1 0 0 0,1-1 1 0 0,0 1-1 0 0,-3 2 0 0 0,-5 4-7 0 0,0-1 0 0 0,0 1 0 0 0,-1-1-1 0 0,-12 6 1 0 0,14-8-106 0 0,-36 20-1772 0 0,13-13-3202 0 0,17-10 2140 0 0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2:27.5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202 114 360 0 0,'0'0'1419'0'0,"3"-45"4139"0"0,-2 43-5402 0 0,-1 0 0 0 0,1 1 0 0 0,-1-1 0 0 0,0 0 1 0 0,0 0-1 0 0,0 0 0 0 0,0 1 0 0 0,0-1 0 0 0,0 0 0 0 0,0 0 1 0 0,-1 1-1 0 0,1-1 0 0 0,0 0 0 0 0,-1 0 0 0 0,0 1 1 0 0,1-1-1 0 0,-1 0 0 0 0,0 1 0 0 0,0-1 0 0 0,0 1 0 0 0,0-1 1 0 0,0 1-1 0 0,-3-3 0 0 0,3 3 44 0 0,1 0-171 0 0,-1 0-1 0 0,0 0 1 0 0,1 0-1 0 0,-1 0 1 0 0,0 1 0 0 0,1-1-1 0 0,-1 0 1 0 0,0 0-1 0 0,0 1 1 0 0,0-1 0 0 0,1 1-1 0 0,-1-1 1 0 0,0 1-1 0 0,0-1 1 0 0,0 1 0 0 0,0-1-1 0 0,0 1 1 0 0,0 0-1 0 0,0-1 1 0 0,0 1-1 0 0,0 0 1 0 0,0 0 0 0 0,0 0-1 0 0,-2 0 1 0 0,-28-1 345 0 0,22 3-306 0 0,1 0-1 0 0,-1 1 1 0 0,1 0 0 0 0,-1 1-1 0 0,1 0 1 0 0,0 0 0 0 0,1 1-1 0 0,-1 0 1 0 0,1 0 0 0 0,0 1 0 0 0,0-1-1 0 0,0 2 1 0 0,-6 7 0 0 0,10-11-59 0 0,1 0 1 0 0,0 0-1 0 0,0 0 0 0 0,0 0 1 0 0,0 0-1 0 0,0 1 1 0 0,1-1-1 0 0,-1 1 0 0 0,1 0 1 0 0,0-1-1 0 0,0 1 1 0 0,0 0-1 0 0,1-1 1 0 0,-1 1-1 0 0,1 0 0 0 0,0 0 1 0 0,0 0-1 0 0,0-1 1 0 0,0 1-1 0 0,1 0 0 0 0,0 0 1 0 0,0-1-1 0 0,0 1 1 0 0,0 0-1 0 0,0-1 1 0 0,1 1-1 0 0,-1-1 0 0 0,1 1 1 0 0,0-1-1 0 0,0 0 1 0 0,0 0-1 0 0,1 0 0 0 0,-1 0 1 0 0,4 3-1 0 0,0-1-32 0 0,0 1 0 0 0,0-1 0 0 0,1-1 0 0 0,-1 1 1 0 0,1-1-1 0 0,0 0 0 0 0,1-1 0 0 0,-1 0 0 0 0,1 0 0 0 0,-1 0 0 0 0,1-1 0 0 0,0 0 0 0 0,0-1 0 0 0,0 0 0 0 0,0 0 0 0 0,0 0 0 0 0,0-1 0 0 0,0 0 0 0 0,0-1 0 0 0,0 0 0 0 0,0 0 1 0 0,0-1-1 0 0,9-3 0 0 0,-10 4 58 0 0,-1-1 1 0 0,0-1 0 0 0,1 1-1 0 0,-1-1 1 0 0,0 0-1 0 0,-1 0 1 0 0,1-1 0 0 0,-1 0-1 0 0,1 0 1 0 0,-1 0 0 0 0,0 0-1 0 0,0-1 1 0 0,-1 0-1 0 0,0 0 1 0 0,0 0 0 0 0,0-1-1 0 0,0 1 1 0 0,-1-1 0 0 0,0 0-1 0 0,0 0 1 0 0,0 0 0 0 0,-1-1-1 0 0,0 1 1 0 0,0 0-1 0 0,-1-1 1 0 0,0 1 0 0 0,0-1-1 0 0,0-7 1 0 0,-1 8 60 0 0,0-1 0 0 0,-1 0 0 0 0,0 0 0 0 0,-1 1 0 0 0,1-1 0 0 0,-1 1 0 0 0,-5-12 0 0 0,6 16-95 0 0,0 0 1 0 0,0-1 0 0 0,0 1 0 0 0,-1 0 0 0 0,1-1 0 0 0,-1 1-1 0 0,1 0 1 0 0,-1 0 0 0 0,0 0 0 0 0,0 0 0 0 0,0 1 0 0 0,0-1-1 0 0,0 0 1 0 0,0 1 0 0 0,-1 0 0 0 0,1-1 0 0 0,-1 1 0 0 0,1 0-1 0 0,0 0 1 0 0,-4 0 0 0 0,4 0-259 0 0,-18 11-1059 0 0,17-7 718 0 0,1 0-1 0 0,-1 1 0 0 0,1-1 0 0 0,0 1 1 0 0,0-1-1 0 0,0 1 0 0 0,0 0 0 0 0,1-1 1 0 0,0 1-1 0 0,0 0 0 0 0,0 0 1 0 0,0 0-1 0 0,0 7 0 0 0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2:27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84 1304 0 0,'19'-48'9526'0'0,"-18"46"-8670"0"0,6-26 2326 0 0,-6 23-6037 0 0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2:28.2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52 156 0 0,'32'-26'5430'0'0,"-23"22"-5188"0"0,-1 0 1 0 0,1 0-1 0 0,0 1 0 0 0,0 0 1 0 0,0 1-1 0 0,0 0 1 0 0,0 1-1 0 0,0-1 0 0 0,1 2 1 0 0,-1-1-1 0 0,0 1 1 0 0,1 1-1 0 0,-1 0 0 0 0,0 0 1 0 0,0 1-1 0 0,1 0 1 0 0,-1 0-1 0 0,-1 1 1 0 0,1 0-1 0 0,11 7 0 0 0,-17-8-215 0 0,0 0-1 0 0,0 1 1 0 0,0 0-1 0 0,-1-1 1 0 0,0 1-1 0 0,1 0 1 0 0,-1 0-1 0 0,0 0 1 0 0,0 1-1 0 0,-1-1 1 0 0,1 0-1 0 0,-1 1 1 0 0,0-1-1 0 0,1 1 1 0 0,-2-1-1 0 0,1 1 1 0 0,0 0-1 0 0,-1-1 1 0 0,1 1-1 0 0,-1 0 1 0 0,0 0-1 0 0,0-1 1 0 0,-1 1-1 0 0,1 0 1 0 0,-1-1-1 0 0,0 1 1 0 0,0 0-1 0 0,-2 4 1 0 0,-4 13 62 0 0,-1-1 0 0 0,-1-1 0 0 0,-19 33 1 0 0,18-34 44 0 0,-18 29 771 0 0,28-46-435 0 0,11 5 226 0 0,-10-5-657 0 0,0 0 0 0 0,0 0 0 0 0,0 0 0 0 0,1 0 0 0 0,-1-1 0 0 0,0 1 1 0 0,0 0-1 0 0,1-1 0 0 0,-1 1 0 0 0,0-1 0 0 0,1 1 0 0 0,-1-1 0 0 0,0 0 0 0 0,1 0 1 0 0,2 1-1 0 0,74-9 926 0 0,116-27 1 0 0,15-3-4133 0 0,-197 41 1065 0 0,-3-1-3110 0 0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2:31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15 122 732 0 0,'0'0'5900'0'0,"0"-2"-5097"0"0,0-4-959 0 0,0 3 605 0 0,2 7 2297 0 0,45 146-1735 0 0,-30-102-610 0 0,-16-46-323 0 0,0-32-1842 0 0,-6 6 1200 0 0,-1 0 1 0 0,-1 0 0 0 0,-1 1 0 0 0,-1 0 0 0 0,-18-33 0 0 0,11 25 463 0 0,14 26 133 0 0,1 0-21 0 0,0-19 55 0 0,1 22-67 0 0,0 1 0 0 0,0-1 0 0 0,0 1 0 0 0,0 0-1 0 0,0-1 1 0 0,1 1 0 0 0,-1 0 0 0 0,0-1 0 0 0,1 1 0 0 0,-1 0-1 0 0,1-1 1 0 0,0 1 0 0 0,-1 0 0 0 0,1 0 0 0 0,0 0-1 0 0,0-1 1 0 0,-1 1 0 0 0,1 0 0 0 0,0 0 0 0 0,0 0 0 0 0,0 0-1 0 0,2-1 1 0 0,0 0-1 0 0,1 0-1 0 0,-1 1 1 0 0,1-1 0 0 0,-1 1-1 0 0,1 0 1 0 0,-1 0-1 0 0,1 0 1 0 0,5-1-1 0 0,3 1-5 0 0,1 0 0 0 0,-1 1 0 0 0,1 0 0 0 0,13 2 0 0 0,-4 2 4 0 0,-1 0-1 0 0,1 2 1 0 0,-1 0-1 0 0,0 2 0 0 0,33 16 1 0 0,-43-18 3 0 0,0 0 1 0 0,-1 0 0 0 0,1 1-1 0 0,-1 0 1 0 0,-1 1-1 0 0,0 1 1 0 0,0-1-1 0 0,0 1 1 0 0,-1 1 0 0 0,0-1-1 0 0,10 18 1 0 0,-16-23 21 0 0,0 1 0 0 0,1-1-1 0 0,-2 1 1 0 0,1 0 0 0 0,0-1 0 0 0,-1 1 0 0 0,0 0 0 0 0,0 0 0 0 0,-1 0 0 0 0,1 0 0 0 0,-1 0 0 0 0,0 0 0 0 0,0 0 0 0 0,-1 0 0 0 0,1 0 0 0 0,-1 0 0 0 0,0 0 0 0 0,-4 8 0 0 0,2-6 65 0 0,0-1 1 0 0,-1 0-1 0 0,0 0 1 0 0,-1 0-1 0 0,1 0 1 0 0,-1-1 0 0 0,0 1-1 0 0,0-1 1 0 0,-1-1-1 0 0,0 1 1 0 0,-10 6-1 0 0,-1-1 159 0 0,0-1 0 0 0,-1-1 0 0 0,0-1 0 0 0,0 0 0 0 0,-1-1 0 0 0,0-1 0 0 0,0-1 0 0 0,-37 3 0 0 0,-38-10-1820 0 0,92 2 676 0 0,-6-5-3058 0 0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2:31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1 320 604 0 0,'19'-11'1757'0'0,"1"0"0"0"0,35-12-1 0 0,-35 15-1247 0 0,-9 3-110 0 0,-3 2 1 0 0,0 0 1 0 0,0-1-1 0 0,0 0 0 0 0,14-9 0 0 0,-21 12-170 0 0,1-1 75 0 0,-2 2-286 0 0,0 0 0 0 0,0 0 0 0 0,0 0 0 0 0,1 0 1 0 0,-1 0-1 0 0,0 0 0 0 0,0 0 0 0 0,0 0 0 0 0,0 0 0 0 0,0 0 0 0 0,1 0 0 0 0,-1 0 0 0 0,0-1 0 0 0,0 1 0 0 0,0 0 0 0 0,0 0 0 0 0,0 0 0 0 0,0 0 0 0 0,0 0 0 0 0,1 0 0 0 0,-1 0 0 0 0,0-1 0 0 0,0 1 0 0 0,0 0 0 0 0,0 0 0 0 0,0 0 0 0 0,0 0 0 0 0,0 0 0 0 0,0-1 0 0 0,0 1 0 0 0,0 0 0 0 0,0 0 0 0 0,0 0 1 0 0,0 0-1 0 0,0 0 0 0 0,0-1 0 0 0,0 1 0 0 0,0 0 0 0 0,0 0 0 0 0,0 0 0 0 0,0 0 0 0 0,0 0 0 0 0,0-1 0 0 0,0 1 0 0 0,0 0 0 0 0,0 0 0 0 0,0 0 0 0 0,0 0 0 0 0,0 0 0 0 0,-1-1 0 0 0,1 1 0 0 0,0 0 0 0 0,0 0 0 0 0,0 0 0 0 0,0 0 0 0 0,-1-1-16 0 0,1 1-1 0 0,-1-1 1 0 0,0 1-1 0 0,1-1 0 0 0,-1 1 1 0 0,0 0-1 0 0,1-1 1 0 0,-1 1-1 0 0,0 0 0 0 0,0-1 1 0 0,1 1-1 0 0,-1 0 1 0 0,0 0-1 0 0,0 0 1 0 0,1 0-1 0 0,-1-1 0 0 0,0 1 1 0 0,0 0-1 0 0,1 1 1 0 0,-1-1-1 0 0,0 0 0 0 0,0 0 1 0 0,0 0-1 0 0,1 0 1 0 0,-1 0-1 0 0,0 1 1 0 0,1-1-1 0 0,-1 0 0 0 0,0 1 1 0 0,0-1-1 0 0,1 1 1 0 0,-1-1-1 0 0,1 1 0 0 0,-1-1 1 0 0,0 1-1 0 0,1-1 1 0 0,-1 1-1 0 0,1-1 1 0 0,-1 1-1 0 0,1 0 0 0 0,0-1 1 0 0,-1 1-1 0 0,1 0 1 0 0,-1-1-1 0 0,1 1 1 0 0,0 0-1 0 0,0 0 0 0 0,0-1 1 0 0,-1 1-1 0 0,1 0 1 0 0,0 0-1 0 0,0-1 0 0 0,0 1 1 0 0,0 0-1 0 0,0 0 1 0 0,0 0-1 0 0,0-1 1 0 0,0 1-1 0 0,1 0 0 0 0,-1 0 1 0 0,0-1-1 0 0,0 1 1 0 0,1 1-1 0 0,-1 1 0 0 0,1 1 0 0 0,0-1 0 0 0,-1 1 0 0 0,1-1-1 0 0,0 1 1 0 0,1-1 0 0 0,-1 0 0 0 0,1 1 0 0 0,-1-1 0 0 0,1 0 0 0 0,0 0-1 0 0,0 0 1 0 0,0 0 0 0 0,1-1 0 0 0,3 4 0 0 0,-2-2-12 0 0,0-1 0 0 0,1-1 0 0 0,0 1 0 0 0,0-1 0 0 0,-1 0 0 0 0,1 0 0 0 0,0 0 0 0 0,1 0 0 0 0,-1-1-1 0 0,0 0 1 0 0,0 0 0 0 0,1-1 0 0 0,-1 1 0 0 0,0-1 0 0 0,1 0 0 0 0,-1-1 0 0 0,0 1 0 0 0,1-1 0 0 0,-1 0 0 0 0,0 0 0 0 0,0-1 0 0 0,0 0 0 0 0,0 1 0 0 0,7-5 0 0 0,-6 2 7 0 0,-1 1 1 0 0,1-1 0 0 0,-1 0 0 0 0,0-1-1 0 0,-1 1 1 0 0,1-1 0 0 0,-1 0 0 0 0,0 0 0 0 0,0 0-1 0 0,0-1 1 0 0,-1 1 0 0 0,0-1 0 0 0,0 0-1 0 0,0 0 1 0 0,-1 0 0 0 0,1-1 0 0 0,-2 1-1 0 0,1 0 1 0 0,1-11 0 0 0,-2-5 191 0 0,-1 0 0 0 0,-1 0 0 0 0,0 0 0 0 0,-10-43 0 0 0,5 31 858 0 0,6 33-644 0 0,-1-8-193 0 0,1 9-193 0 0,0 1 0 0 0,0-1 0 0 0,0 0 0 0 0,0 0 1 0 0,0 0-1 0 0,1 0 0 0 0,-1 0 0 0 0,0 0 0 0 0,0 0 0 0 0,0 0 1 0 0,0 0-1 0 0,0 0 0 0 0,0 0 0 0 0,0 0 0 0 0,0 0 0 0 0,0 0 0 0 0,1 0 1 0 0,-1 0-1 0 0,0 0 0 0 0,0 0 0 0 0,0 0 0 0 0,0 0 0 0 0,0 0 1 0 0,0 0-1 0 0,0 0 0 0 0,0 0 0 0 0,0 0 0 0 0,1 0 0 0 0,-1 0 0 0 0,0 0 1 0 0,0 0-1 0 0,0 0 0 0 0,0 0 0 0 0,0 0 0 0 0,0 0 0 0 0,0-1 1 0 0,114 229 298 0 0,-103-208-305 0 0,-8-15-223 0 0,0 1-1 0 0,0 0 1 0 0,-1 0 0 0 0,1 0 0 0 0,-1 0 0 0 0,2 12-1 0 0,-4-17-219 0 0,4 6-360 0 0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2:32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51 348 0 0,'0'0'2428'0'0,"32"-27"736"0"0,-23 23-3220 0 0,1 1 0 0 0,0 0 0 0 0,0 0 1 0 0,0 1-1 0 0,1 1 0 0 0,-1-1 0 0 0,17 1 0 0 0,13-1-2799 0 0,-21 0 1369 0 0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2:32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84 124 0 0,'23'-2'7981'0'0,"55"2"-6313"0"0,2 0-1454 0 0,-52-1-115 0 0,35 1 114 0 0,-1-3 0 0 0,1-3 0 0 0,110-26 0 0 0,-172 32-202 0 0,1 0 0 0 0,0-1 0 0 0,-1 1 1 0 0,1-1-1 0 0,-1 1 0 0 0,1-1 1 0 0,-1 0-1 0 0,1 1 0 0 0,-1-1 0 0 0,0 0 1 0 0,1 0-1 0 0,-1 0 0 0 0,0 0 0 0 0,0 0 1 0 0,0 0-1 0 0,2-2 0 0 0,-3 2 0 0 0,0 0-1 0 0,0 0 1 0 0,0 0-1 0 0,0 1 1 0 0,0-1-1 0 0,0 0 1 0 0,0 0 0 0 0,0 0-1 0 0,-1 0 1 0 0,1 1-1 0 0,0-1 1 0 0,0 0-1 0 0,-1 0 1 0 0,1 0-1 0 0,0 1 1 0 0,-1-1-1 0 0,1 0 1 0 0,-1 0 0 0 0,1 1-1 0 0,-1-1 1 0 0,1 0-1 0 0,-2 0 1 0 0,0-2 98 0 0,2 3-103 0 0,0 0 0 0 0,0 0 0 0 0,0-1 0 0 0,0 1 0 0 0,0 0-1 0 0,0 0 1 0 0,0 0 0 0 0,-1-1 0 0 0,1 1 0 0 0,0 0 0 0 0,0 0 0 0 0,0 0 0 0 0,0 0 0 0 0,0-1 0 0 0,-1 1-1 0 0,1 0 1 0 0,0 0 0 0 0,0 0 0 0 0,0 0 0 0 0,0 0 0 0 0,-1 0 0 0 0,1 0 0 0 0,0-1 0 0 0,0 1 0 0 0,0 0-1 0 0,-1 0 1 0 0,1 0 0 0 0,0 0 0 0 0,0 0 0 0 0,0 0 0 0 0,-1 0 0 0 0,1 0 0 0 0,0 0 0 0 0,0 0-1 0 0,0 0 1 0 0,-1 0 0 0 0,1 0 0 0 0,0 0 0 0 0,0 0 0 0 0,0 0 0 0 0,-1 1 0 0 0,1-1 0 0 0,0 0 0 0 0,0 0-1 0 0,0 0 1 0 0,-1 0 0 0 0,1 0 0 0 0,0 0 0 0 0,0 0 0 0 0,0 1 0 0 0,-1-1 0 0 0,-6 20-1231 0 0,1 0 0 0 0,-8 39-1 0 0,6-24-2722 0 0,4-18 1604 0 0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2:33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1 716 0 0,'0'2'12284'0'0,"2"21"-12288"0"0,4-3 292 0 0,1 1 0 0 0,1 0 0 0 0,17 33 0 0 0,-16-36-200 0 0,0 0 0 0 0,-1 1 0 0 0,9 35 1 0 0,-17-51-162 0 0,8 50-1487 0 0,-8-51 1362 0 0,1 0 1 0 0,-1-1-1 0 0,0 1 0 0 0,0 0 1 0 0,0-1-1 0 0,0 1 0 0 0,-1 0 1 0 0,1 0-1 0 0,0-1 1 0 0,-1 1-1 0 0,1 0 0 0 0,-1-1 1 0 0,1 1-1 0 0,-1-1 0 0 0,0 1 1 0 0,0-1-1 0 0,0 1 0 0 0,0-1 1 0 0,0 1-1 0 0,0-1 0 0 0,0 0 1 0 0,0 0-1 0 0,0 1 0 0 0,-1-1 1 0 0,1 0-1 0 0,-3 1 0 0 0,1-1-2653 0 0,-8 0 215 0 0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2:34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1 303 204 0 0,'14'-7'526'0'0,"1"0"0"0"0,0 0 1 0 0,0 1-1 0 0,1 1 0 0 0,19-4 0 0 0,5-2-29 0 0,69-17 510 0 0,-69 19-423 0 0,0-2-1 0 0,0-1 1 0 0,-2-2 0 0 0,61-31-1 0 0,-97 44-510 0 0,1-1 0 0 0,-1 1 0 0 0,1-1 0 0 0,-1 0 0 0 0,0 0 0 0 0,1 0 0 0 0,-1 0-1 0 0,0 0 1 0 0,0-1 0 0 0,-1 1 0 0 0,1 0 0 0 0,0-1 0 0 0,-1 0 0 0 0,1 1 0 0 0,-1-1-1 0 0,0 0 1 0 0,0 1 0 0 0,0-1 0 0 0,0 0 0 0 0,-1 0 0 0 0,1 0 0 0 0,-1 0 0 0 0,0 0-1 0 0,0 0 1 0 0,0 0 0 0 0,0 0 0 0 0,0 0 0 0 0,0 0 0 0 0,-1 0 0 0 0,0 0 0 0 0,1 1-1 0 0,-1-1 1 0 0,0 0 0 0 0,0 0 0 0 0,-1 0 0 0 0,1 1 0 0 0,-1-1 0 0 0,1 1 0 0 0,-1-1-1 0 0,0 1 1 0 0,0 0 0 0 0,0 0 0 0 0,0-1 0 0 0,0 1 0 0 0,-3-1 0 0 0,-2-3 248 0 0,-11-3 396 0 0,18 11-713 0 0,-1-1-1 0 0,1 1 1 0 0,-1 0 0 0 0,1 0-1 0 0,0 0 1 0 0,0 0 0 0 0,0 0-1 0 0,0 0 1 0 0,0 0 0 0 0,0 0-1 0 0,0 0 1 0 0,1-1-1 0 0,0 5 1 0 0,51 274 211 0 0,-39-228-32 0 0,-13-50 1172 0 0,2-3-1340 0 0,0 0 1 0 0,-1-1-1 0 0,1 1 0 0 0,0-1 1 0 0,-1 1-1 0 0,0-1 0 0 0,1 1 0 0 0,-1-1 1 0 0,0 0-1 0 0,0 0 0 0 0,0 0 1 0 0,1-3-1 0 0,5-5 105 0 0,-5 7-154 0 0,1-1 1 0 0,0 1-1 0 0,1 0 1 0 0,-1 1 0 0 0,0-1-1 0 0,1 1 1 0 0,-1-1-1 0 0,1 1 1 0 0,0 0-1 0 0,0 1 1 0 0,0-1 0 0 0,0 0-1 0 0,0 1 1 0 0,0 0-1 0 0,0 0 1 0 0,0 0-1 0 0,1 1 1 0 0,-1 0 0 0 0,7-1-1 0 0,11 2-239 0 0,-1 0-1 0 0,38 8 1 0 0,-27-4-25 0 0,-11-2 173 0 0,-1-1 1 0 0,1-1 0 0 0,-1-1-1 0 0,1 0 1 0 0,-1-2 0 0 0,1 0-1 0 0,-1-2 1 0 0,0 0-1 0 0,0-1 1 0 0,24-10 0 0 0,-40 14 230 0 0,0-1 0 0 0,-1 0 1 0 0,1 0-1 0 0,-1 0 0 0 0,0 0 1 0 0,0-1-1 0 0,0 1 1 0 0,0-1-1 0 0,0 0 0 0 0,0 0 1 0 0,0 0-1 0 0,-1 0 0 0 0,0-1 1 0 0,0 1-1 0 0,0-1 0 0 0,0 1 1 0 0,0-1-1 0 0,1-5 1 0 0,-2 7 647 0 0,-6 5-762 0 0,-12 8 8 0 0,16-11-5 0 0,1 1 1 0 0,-1-1-1 0 0,1 1 1 0 0,-1-1 0 0 0,1 1-1 0 0,0-1 1 0 0,-1 1-1 0 0,1 0 1 0 0,0-1 0 0 0,-1 1-1 0 0,1-1 1 0 0,0 1-1 0 0,0 0 1 0 0,0-1 0 0 0,0 1-1 0 0,-1 0 1 0 0,1-1-1 0 0,0 1 1 0 0,0 0 0 0 0,0-1-1 0 0,1 1 1 0 0,-1 0-1 0 0,0-1 1 0 0,0 1 0 0 0,0 0-1 0 0,0-1 1 0 0,0 1-1 0 0,1-1 1 0 0,-1 1 0 0 0,0 0-1 0 0,1-1 1 0 0,-1 1-1 0 0,0-1 1 0 0,1 1 0 0 0,-1-1-1 0 0,1 1 1 0 0,-1-1-1 0 0,1 1 1 0 0,-1-1 0 0 0,1 0-1 0 0,-1 1 1 0 0,1-1-1 0 0,-1 1 1 0 0,2-1 0 0 0,21 16-235 0 0,-12-15 167 0 0,0 0 0 0 0,0-1 0 0 0,0 0 0 0 0,0-1-1 0 0,0 0 1 0 0,0-1 0 0 0,0 0 0 0 0,-1-1 0 0 0,1 0 0 0 0,-1-1 0 0 0,1 0 0 0 0,-1 0 0 0 0,0-1 0 0 0,-1 0 0 0 0,10-8-1 0 0,-14 10 85 0 0,0 0-1 0 0,0 0 0 0 0,-1-1 0 0 0,1 0 0 0 0,-1 1 1 0 0,0-2-1 0 0,0 1 0 0 0,0 0 0 0 0,-1-1 0 0 0,0 0 0 0 0,0 0 1 0 0,0 0-1 0 0,0 0 0 0 0,-1 0 0 0 0,0-1 0 0 0,0 1 0 0 0,0-1 1 0 0,-1 0-1 0 0,1 1 0 0 0,-1-1 0 0 0,-1 0 0 0 0,1 0 1 0 0,-1 1-1 0 0,0-1 0 0 0,-1 0 0 0 0,1 0 0 0 0,-1 1 0 0 0,0-1 1 0 0,-3-9-1 0 0,-20-38 1972 0 0,23 51-795 0 0,1 9-1127 0 0,5 20 26 0 0,1-1-1 0 0,1 1 0 0 0,1-2 1 0 0,2 1-1 0 0,0-1 0 0 0,24 41 1 0 0,-32-62-366 0 0,21 38-97 0 0,-19-27-2801 0 0,-2-1-4072 0 0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2:34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1 113 520 0 0,'11'-18'2072'0'0,"-1"8"-1184"0"0,-3 2-68 0 0,5 0-88 0 0,3-2-55 0 0,2 3-97 0 0,2 0-140 0 0,5-1-196 0 0,4 3-228 0 0,0-6-352 0 0,10 1-776 0 0,-8 5-1201 0 0,14 0 533 0 0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2:35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3 304 0 0,'0'0'987'0'0,"-17"-3"2417"0"0,14 4-3290 0 0,0-1 0 0 0,1 1 0 0 0,-1-1 0 0 0,1 1 0 0 0,-1 0 0 0 0,1 0 0 0 0,-1 0 0 0 0,1 0 0 0 0,0 0 0 0 0,-1 1 0 0 0,1-1 0 0 0,0 1 0 0 0,0 0 0 0 0,0-1 0 0 0,0 1 0 0 0,0 0 0 0 0,1 0 0 0 0,-1 0 0 0 0,1 1 0 0 0,-1-1 1 0 0,1 0-1 0 0,0 0 0 0 0,-1 1 0 0 0,1-1 0 0 0,0 1 0 0 0,1-1 0 0 0,-1 1 0 0 0,0-1 0 0 0,1 1 0 0 0,-1 0 0 0 0,1-1 0 0 0,0 1 0 0 0,0 0 0 0 0,0-1 0 0 0,0 1 0 0 0,1-1 0 0 0,0 4 0 0 0,0 1-26 0 0,-1 0 0 0 0,2-1 0 0 0,-1 1 0 0 0,1-1 0 0 0,0 1 1 0 0,0-1-1 0 0,1 0 0 0 0,0 0 0 0 0,0 0 0 0 0,1 0 0 0 0,-1 0 0 0 0,1-1 0 0 0,0 1 0 0 0,7 5 1 0 0,-6-6-24 0 0,0-1 0 0 0,1-1 1 0 0,-1 1-1 0 0,1-1 1 0 0,0 0-1 0 0,0 0 1 0 0,0-1-1 0 0,0 0 1 0 0,0 0-1 0 0,0 0 0 0 0,8 1 1 0 0,-12-3-26 0 0,1 0 0 0 0,-1 0 0 0 0,0 0 0 0 0,0-1 1 0 0,0 1-1 0 0,1 0 0 0 0,-1-1 0 0 0,0 1 0 0 0,0-1 0 0 0,0 0 1 0 0,0 0-1 0 0,0 0 0 0 0,0 0 0 0 0,0 0 0 0 0,-1 0 0 0 0,1 0 1 0 0,0-1-1 0 0,0 1 0 0 0,-1-1 0 0 0,1 1 0 0 0,-1-1 0 0 0,0 0 1 0 0,1 1-1 0 0,-1-1 0 0 0,0 0 0 0 0,0 0 0 0 0,0 0 0 0 0,0 0 1 0 0,0 0-1 0 0,0 0 0 0 0,-1 0 0 0 0,1 0 0 0 0,-1 0 0 0 0,1 0 1 0 0,-1-1-1 0 0,0 1 0 0 0,0 0 0 0 0,0-3 0 0 0,0-4 134 0 0,0-1 0 0 0,-1 1 0 0 0,0 0-1 0 0,0 0 1 0 0,-1-1 0 0 0,0 1 0 0 0,0 0 0 0 0,-1 0-1 0 0,-1 1 1 0 0,1-1 0 0 0,-1 0 0 0 0,-1 1-1 0 0,0 0 1 0 0,-6-9 0 0 0,10 16-330 0 0,-11 17-4920 0 0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2:35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87 1172 0 0,'4'-4'823'0'0,"0"1"1"0"0,-1-1-1 0 0,1 1 0 0 0,-1-1 0 0 0,1 0 1 0 0,-1-1-1 0 0,-1 1 0 0 0,1 0 0 0 0,2-7 1 0 0,6-7 1213 0 0,-10 16-2027 0 0,0 1 0 0 0,0-1 0 0 0,1 0 0 0 0,-1 1-1 0 0,0-1 1 0 0,1 1 0 0 0,-1-1 0 0 0,1 1 0 0 0,-1 0 0 0 0,1 0 0 0 0,0 0 0 0 0,3-2 0 0 0,17 1-6842 0 0,-2 3 4165 0 0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2:35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94 1000 0 0,'5'-6'863'0'0,"0"-1"1"0"0,0 1-1 0 0,1 0 0 0 0,0 0 0 0 0,0 1 1 0 0,11-9-1 0 0,-7 8-429 0 0,-1 1 0 0 0,1 0 0 0 0,0 0 0 0 0,0 0 0 0 0,11-2 0 0 0,-14 5-325 0 0,0 0 1 0 0,0 0 0 0 0,0 0-1 0 0,0 1 1 0 0,0 0 0 0 0,0 1-1 0 0,1 0 1 0 0,-1 0 0 0 0,0 0-1 0 0,0 1 1 0 0,1 0 0 0 0,-1 1-1 0 0,0-1 1 0 0,0 1 0 0 0,0 1-1 0 0,-1-1 1 0 0,1 1 0 0 0,8 5-1 0 0,-12-6-89 0 0,-1 0 0 0 0,0-1 0 0 0,0 1-1 0 0,0 0 1 0 0,0 0 0 0 0,0 1-1 0 0,0-1 1 0 0,-1 0 0 0 0,1 1 0 0 0,-1-1-1 0 0,0 0 1 0 0,1 1 0 0 0,-1 0-1 0 0,0-1 1 0 0,0 1 0 0 0,-1 0-1 0 0,1 0 1 0 0,-1-1 0 0 0,1 5 0 0 0,-1 0 6 0 0,0 0-1 0 0,-1 0 1 0 0,0-1 0 0 0,0 1 0 0 0,0-1 0 0 0,-1 1 0 0 0,0-1 0 0 0,-3 7 0 0 0,-5 8 52 0 0,0-1 0 0 0,-2 0 0 0 0,-26 35 0 0 0,18-22 115 0 0,19-33-180 0 0,1 1-1 0 0,0-1 0 0 0,0 1 0 0 0,-1-1 1 0 0,1 1-1 0 0,0-1 0 0 0,0 1 0 0 0,0-1 1 0 0,0 1-1 0 0,0-1 0 0 0,0 1 0 0 0,0 0 1 0 0,0-1-1 0 0,0 1 0 0 0,0-1 0 0 0,0 1 1 0 0,0-1-1 0 0,0 1 0 0 0,1 0 0 0 0,-1-1 1 0 0,0 1-1 0 0,0-1 0 0 0,1 1 0 0 0,-1-1 1 0 0,0 1-1 0 0,0-1 0 0 0,1 0 0 0 0,-1 1 1 0 0,1-1-1 0 0,-1 1 0 0 0,0-1 0 0 0,1 0 1 0 0,-1 1-1 0 0,1-1 0 0 0,-1 0 0 0 0,1 1 0 0 0,-1-1 1 0 0,1 0-1 0 0,-1 0 0 0 0,1 1 0 0 0,-1-1 1 0 0,1 0-1 0 0,-1 0 0 0 0,1 0 0 0 0,0 0 1 0 0,-1 0-1 0 0,1 0 0 0 0,-1 0 0 0 0,1 0 1 0 0,0 0-1 0 0,22 0 187 0 0,-1 0 0 0 0,1-2 0 0 0,-1 0 0 0 0,1-2 1 0 0,30-9-1 0 0,29-4 275 0 0,58-14 550 0 0,-30 5 1008 0 0,-90 26-3224 0 0,-39 10-2877 0 0,5-2 4308 0 0,-35 18-6763 0 0,24-16 2773 0 0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2:44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28 848 0 0,'0'0'911'0'0,"-23"-25"5795"0"0,21 24-6604 0 0,0 1 0 0 0,0-1 0 0 0,0 1 0 0 0,0 0 1 0 0,0 0-1 0 0,0 0 0 0 0,-1 0 0 0 0,1 0 0 0 0,0 0 1 0 0,0 0-1 0 0,0 1 0 0 0,0-1 0 0 0,0 1 0 0 0,0 0 0 0 0,0-1 1 0 0,0 1-1 0 0,0 0 0 0 0,0 0 0 0 0,0 0 0 0 0,-3 3 1 0 0,2-1-18 0 0,0 0 1 0 0,0 0 0 0 0,0 1-1 0 0,0-1 1 0 0,1 1 0 0 0,-1 0-1 0 0,1 0 1 0 0,0-1 0 0 0,0 1-1 0 0,-1 5 1 0 0,1-3-38 0 0,0 0-1 0 0,0 0 1 0 0,0 0-1 0 0,1 0 1 0 0,0 1-1 0 0,1-1 1 0 0,-1 0 0 0 0,1 1-1 0 0,0-1 1 0 0,1 0-1 0 0,-1 1 1 0 0,1-1-1 0 0,1 0 1 0 0,3 12-1 0 0,-2-12-29 0 0,0 0 0 0 0,1 0 0 0 0,0 0 0 0 0,0-1 0 0 0,0 1 0 0 0,1-1 0 0 0,-1 0 0 0 0,2 0 0 0 0,-1-1 0 0 0,0 1 0 0 0,1-1 0 0 0,0 0 0 0 0,0-1 0 0 0,0 1 0 0 0,0-1 0 0 0,0 0 0 0 0,1-1 0 0 0,-1 0 0 0 0,1 0-1 0 0,0 0 1 0 0,0-1 0 0 0,-1 0 0 0 0,1 0 0 0 0,0 0 0 0 0,11-2 0 0 0,-16 1-4 0 0,0 0 0 0 0,0-1 0 0 0,0 0 1 0 0,0 1-1 0 0,-1-1 0 0 0,1 0 0 0 0,0 0 0 0 0,0 0 0 0 0,-1 0 0 0 0,1 0 0 0 0,-1 0 0 0 0,1 0 0 0 0,-1-1 0 0 0,0 1 0 0 0,1 0 1 0 0,-1-1-1 0 0,0 0 0 0 0,0 1 0 0 0,0-1 0 0 0,0 1 0 0 0,0-1 0 0 0,0 0 0 0 0,0 0 0 0 0,-1 0 0 0 0,1 1 0 0 0,-1-1 1 0 0,1 0-1 0 0,-1 0 0 0 0,0 0 0 0 0,0 0 0 0 0,0-3 0 0 0,0-4 72 0 0,0-1-1 0 0,-1 0 1 0 0,-1 0 0 0 0,-3-15-1 0 0,3 19-47 0 0,1-1 1 0 0,-1 0 0 0 0,-1 0-1 0 0,0 0 1 0 0,0 1 0 0 0,0-1 0 0 0,-1 1 0 0 0,1 0 0 0 0,-1 0 0 0 0,-1 0-1 0 0,-9-10 1 0 0,13 14-180 0 0,-3-4-145 0 0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2:44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50 648 0 0,'6'-20'6015'0'0,"3"-8"-1486"0"0,-8 26-4834 0 0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2:45.1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0 107 696 0 0,'0'0'1054'0'0,"11"-35"4231"0"0,-7 29-5031 0 0,2 0-1 0 0,-1 1 1 0 0,0-1 0 0 0,1 1 0 0 0,0 0 0 0 0,0 1 0 0 0,1-1 0 0 0,-1 1-1 0 0,1 1 1 0 0,0-1 0 0 0,0 1 0 0 0,0 0 0 0 0,1 1 0 0 0,-1-1 0 0 0,1 2-1 0 0,10-3 1 0 0,-14 4-229 0 0,-1-1 0 0 0,0 0-1 0 0,1 1 1 0 0,-1 0 0 0 0,1 0-1 0 0,-1 0 1 0 0,0 0 0 0 0,1 0 0 0 0,-1 1-1 0 0,0 0 1 0 0,1-1 0 0 0,-1 1-1 0 0,0 0 1 0 0,0 1 0 0 0,1-1-1 0 0,-1 1 1 0 0,0-1 0 0 0,-1 1-1 0 0,1 0 1 0 0,0 0 0 0 0,0 0-1 0 0,-1 0 1 0 0,1 1 0 0 0,-1-1-1 0 0,0 1 1 0 0,0-1 0 0 0,0 1 0 0 0,0 0-1 0 0,0 0 1 0 0,0 0 0 0 0,-1 0-1 0 0,1 0 1 0 0,-1 0 0 0 0,0 0-1 0 0,0 1 1 0 0,0-1 0 0 0,-1 0-1 0 0,1 1 1 0 0,-1 3 0 0 0,1 5-33 0 0,-1 1 1 0 0,0-1 0 0 0,-2 0-1 0 0,1 1 1 0 0,-1-1 0 0 0,-1 0-1 0 0,0 0 1 0 0,-1 0-1 0 0,0-1 1 0 0,-1 1 0 0 0,0-1-1 0 0,-1 0 1 0 0,0 0 0 0 0,-13 16-1 0 0,7-6 96 0 0,15-13 153 0 0,29-14 20 0 0,-7-1-733 0 0,34-5-1662 0 0,-20 2-3136 0 0,-21 3 2489 0 0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2:45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20 980 0 0,'-41'-19'7538'0'0,"39"19"-6204"0"0,2 0-1295 0 0,-1 0 0 0 0,0-1 0 0 0,1 1 0 0 0,-1 0 0 0 0,0 0 0 0 0,0 0 0 0 0,1 0 0 0 0,-1 0 0 0 0,0 0 0 0 0,1 1 0 0 0,-1-1 0 0 0,0 0 0 0 0,1 0 0 0 0,-1 0 0 0 0,0 1 0 0 0,1-1 0 0 0,-1 0 0 0 0,1 1 0 0 0,-1-1 0 0 0,0 1 0 0 0,1-1 0 0 0,-1 0 0 0 0,1 1 0 0 0,-1-1 0 0 0,1 1 0 0 0,-1-1 1 0 0,1 1-1 0 0,0 0 0 0 0,-1-1 0 0 0,1 1 0 0 0,-1 0 0 0 0,9 21 577 0 0,27 17-137 0 0,35 10-101 0 0,-43-31-315 0 0,-1 1 1 0 0,31 28 0 0 0,-54-44-68 0 0,0 1 1 0 0,0-1 0 0 0,0 0 0 0 0,-1 1 0 0 0,1-1 0 0 0,-1 1 0 0 0,0 0 0 0 0,0-1 0 0 0,-1 1 0 0 0,1 0-1 0 0,-1 0 1 0 0,0 0 0 0 0,1 5 0 0 0,-2-7 5 0 0,-5 2 12 0 0,0 0-1 0 0,-1 0 1 0 0,0-1-1 0 0,1 1 0 0 0,-1-2 1 0 0,0 1-1 0 0,-1 0 1 0 0,1-1-1 0 0,0 0 1 0 0,-1-1-1 0 0,-9 2 1 0 0,-1 0-1165 0 0,0-2 0 0 0,-29 0 1 0 0,23-7-3531 0 0,20 5 2009 0 0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2:45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0 158 9161 0 0,'32'-24'184'0'0,"2"2"1"0"0,0 1-1 0 0,1 1 1 0 0,1 3-1 0 0,1 0 1 0 0,39-11-1 0 0,-67 26-915 0 0,1 0 0 0 0,0 0 0 0 0,0 1 0 0 0,12 0 0 0 0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2:53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37 416 0 0,'-2'-36'10398'0'0,"-1"36"-10324"0"0,0 0 0 0 0,0 0 0 0 0,0 0 0 0 0,0 0 0 0 0,0 1 0 0 0,0 0 0 0 0,1-1 0 0 0,-1 1 0 0 0,0 0 0 0 0,0 1 0 0 0,1-1 0 0 0,-1 0 0 0 0,0 1 0 0 0,1-1 0 0 0,-1 1 0 0 0,1 0 0 0 0,0 0 0 0 0,0 0 0 0 0,0 0 0 0 0,-3 3 0 0 0,-4 3 2 0 0,1 0 0 0 0,0 1 1 0 0,0 0-1 0 0,-8 13 0 0 0,10-11-28 0 0,1 1 1 0 0,0-1-1 0 0,1 1 0 0 0,0 0 0 0 0,1 0 0 0 0,-2 13 0 0 0,4-21-48 0 0,0-1 0 0 0,1 0 0 0 0,-1 1 0 0 0,1-1 0 0 0,0 0 0 0 0,0 1-1 0 0,0-1 1 0 0,0 1 0 0 0,1-1 0 0 0,-1 0 0 0 0,1 1 0 0 0,0-1 0 0 0,0 0-1 0 0,0 1 1 0 0,0-1 0 0 0,1 0 0 0 0,0 0 0 0 0,-1 0 0 0 0,1 0 0 0 0,0-1 0 0 0,0 1-1 0 0,0 0 1 0 0,1-1 0 0 0,-1 1 0 0 0,1-1 0 0 0,-1 0 0 0 0,4 2 0 0 0,-2-2-8 0 0,0 0 0 0 0,1-1 1 0 0,-1 0-1 0 0,1 1 1 0 0,-1-2-1 0 0,1 1 1 0 0,0 0-1 0 0,-1-1 1 0 0,1 0-1 0 0,-1 0 1 0 0,1 0-1 0 0,0-1 1 0 0,-1 0-1 0 0,1 0 1 0 0,-1 0-1 0 0,1 0 1 0 0,-1-1-1 0 0,0 1 1 0 0,1-1-1 0 0,-1 0 1 0 0,0 0-1 0 0,0-1 1 0 0,0 1-1 0 0,-1-1 1 0 0,1 0-1 0 0,5-6 0 0 0,-4 5 5 0 0,0-1 0 0 0,0-1 0 0 0,0 1 0 0 0,0-1-1 0 0,-1 0 1 0 0,0 0 0 0 0,0 0 0 0 0,-1-1-1 0 0,0 1 1 0 0,0-1 0 0 0,0 0 0 0 0,-1 1 0 0 0,0-1-1 0 0,-1-1 1 0 0,3-13 0 0 0,-14-29 218 0 0,9 47-339 0 0,1 1 0 0 0,0 0 1 0 0,-1 0-1 0 0,0 0 0 0 0,0 0 1 0 0,0 0-1 0 0,1 0 1 0 0,-2 0-1 0 0,1 1 0 0 0,0-1 1 0 0,0 0-1 0 0,0 1 1 0 0,-1-1-1 0 0,1 0 0 0 0,-1 1 1 0 0,0 0-1 0 0,1-1 1 0 0,-1 1-1 0 0,0 0 0 0 0,0 0 1 0 0,0 0-1 0 0,-3-2 1 0 0,-3 9-1389 0 0,0 0-2507 0 0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2:53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62 1036 0 0,'0'-36'10831'0'0,"0"24"-10525"0"0,0-2-3880 0 0,6 16 319 0 0,22 7 251 0 0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2:54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86 472 0 0,'-2'-2'599'0'0,"1"1"0"0"0,-1-1 1 0 0,1 0-1 0 0,0 1 0 0 0,0-1 0 0 0,0 0 0 0 0,0 0 1 0 0,0 0-1 0 0,0 0 0 0 0,0 0 0 0 0,1 0 0 0 0,-1 0 0 0 0,1 0 1 0 0,-1 0-1 0 0,1 0 0 0 0,0-1 0 0 0,0-1 0 0 0,0 2-312 0 0,1 0 0 0 0,-1 0-1 0 0,1 0 1 0 0,-1 1-1 0 0,1-1 1 0 0,0 0-1 0 0,0 1 1 0 0,0-1-1 0 0,0 1 1 0 0,0-1-1 0 0,0 1 1 0 0,0-1 0 0 0,0 1-1 0 0,1 0 1 0 0,-1-1-1 0 0,3 0 1 0 0,0-1-201 0 0,1 0 0 0 0,-1 1 1 0 0,1 0-1 0 0,0 0 0 0 0,0 0 1 0 0,0 0-1 0 0,-1 1 0 0 0,2 0 1 0 0,-1 0-1 0 0,0 0 0 0 0,0 1 1 0 0,0 0-1 0 0,0 0 0 0 0,7 0 1 0 0,-10 0-93 0 0,0 0 1 0 0,0 1 0 0 0,1-1 0 0 0,-1 0 0 0 0,0 1 0 0 0,0-1 0 0 0,0 1 0 0 0,0 0-1 0 0,0-1 1 0 0,-1 1 0 0 0,1 0 0 0 0,0 0 0 0 0,0 1 0 0 0,0-1 0 0 0,-1 0-1 0 0,1 0 1 0 0,-1 1 0 0 0,1-1 0 0 0,-1 1 0 0 0,1-1 0 0 0,-1 1 0 0 0,0 0-1 0 0,0 0 1 0 0,0-1 0 0 0,0 1 0 0 0,0 0 0 0 0,1 4 0 0 0,-1 0-31 0 0,0 0-1 0 0,-1 1 1 0 0,0-1 0 0 0,0 1 0 0 0,-1-1 0 0 0,1 0 0 0 0,-1 1-1 0 0,-2 5 1 0 0,2-9-72 0 0,1 0 0 0 0,-1 0 0 0 0,1 0-1 0 0,0-1 1 0 0,0 1 0 0 0,1 0 0 0 0,-1 0-1 0 0,1 0 1 0 0,-1 0 0 0 0,1-1 0 0 0,0 1-1 0 0,0 0 1 0 0,0-1 0 0 0,0 1 0 0 0,0 0-1 0 0,1-1 1 0 0,-1 0 0 0 0,3 3 0 0 0,39 37-1242 0 0,-5-5 26 0 0,-29-27 996 0 0,-7-9 278 0 0,-1 1-1 0 0,0-1 0 0 0,1 1 0 0 0,-1-1 0 0 0,0 1 1 0 0,0-1-1 0 0,0 1 0 0 0,0 0 0 0 0,0-1 0 0 0,0 1 1 0 0,0 0-1 0 0,-1 0 0 0 0,1 0 0 0 0,-1-1 0 0 0,1 4 1 0 0,-1-4 6 0 0,-5 5 29 0 0,4-4 51 0 0,0-1 0 0 0,0 1 1 0 0,-1-1-1 0 0,1 0 0 0 0,0 1 0 0 0,-1-1 0 0 0,1 0 0 0 0,0 0 0 0 0,-1 0 0 0 0,1 0 0 0 0,-1-1 1 0 0,0 1-1 0 0,1 0 0 0 0,-1 0 0 0 0,0-1 0 0 0,1 1 0 0 0,-1-1 0 0 0,0 0 0 0 0,0 1 0 0 0,1-1 0 0 0,-1 0 1 0 0,0 0-1 0 0,-3-1 0 0 0,-23-2-206 0 0,-1-3-1 0 0,-38-11 1 0 0,65 16-581 0 0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2:54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9 652 0 0,'0'0'2011'0'0,"-13"-8"5806"0"0,18 16-7716 0 0,0 0 0 0 0,0-1 0 0 0,0 1-1 0 0,1-1 1 0 0,0-1 0 0 0,1 1 0 0 0,-1-1 0 0 0,1 0-1 0 0,0 0 1 0 0,11 6 0 0 0,38 34 270 0 0,-53-43-353 0 0,0 0 0 0 0,0 0 1 0 0,-1 0-1 0 0,1 0 0 0 0,-1 0 1 0 0,0 1-1 0 0,0 0 0 0 0,0-1 1 0 0,0 1-1 0 0,-1 0 0 0 0,0 0 1 0 0,0-1-1 0 0,0 1 0 0 0,0 0 1 0 0,0 5-1 0 0,-1-6-7 0 0,0-1 0 0 0,-1 0 1 0 0,0 0-1 0 0,1 0 0 0 0,-1 0 0 0 0,0 0 0 0 0,0 0 1 0 0,0 0-1 0 0,0 0 0 0 0,-1 0 0 0 0,1 0 0 0 0,0 0 0 0 0,-1-1 1 0 0,1 1-1 0 0,-1 0 0 0 0,0-1 0 0 0,0 0 0 0 0,1 1 0 0 0,-1-1 1 0 0,0 0-1 0 0,0 0 0 0 0,-4 2 0 0 0,-51 18-256 0 0,41-16-312 0 0,-3-5-2120 0 0,6-2-1595 0 0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2:55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0 116 936 0 0,'13'-7'932'0'0,"110"-58"5369"0"0,-104 56-5741 0 0,1 0 0 0 0,0 2 0 0 0,0 0 0 0 0,28-4 1 0 0,-46 11-1047 0 0,12 4-3551 0 0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2:39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51 108 516 0 0,'-16'-34'5017'0'0,"14"27"-2563"0"0,3 12-1012 0 0,8 29-640 0 0,16 50-785 0 0,-14-58 81 0 0,1 2 130 0 0,15 54 0 0 0,-27-81-109 0 0,1 6-14 0 0,-1-5 39 0 0,-3-5 704 0 0,-34-68-922 0 0,-32-65-256 0 0,67 131 319 0 0,0 0-1 0 0,1 0 0 0 0,0 0 1 0 0,-1 0-1 0 0,2 0 0 0 0,-1 0 0 0 0,1 0 1 0 0,-1 0-1 0 0,2 0 0 0 0,0-10 0 0 0,-1 12 3 0 0,1 0 0 0 0,0 1 0 0 0,-1-1 0 0 0,1 0 0 0 0,0 1 1 0 0,0-1-1 0 0,0 1 0 0 0,1 0 0 0 0,-1-1 0 0 0,1 1 0 0 0,-1 0 0 0 0,1 0 0 0 0,0 0 0 0 0,0 0 0 0 0,-1 0 0 0 0,1 0 0 0 0,1 0 0 0 0,-1 1 0 0 0,0-1 0 0 0,0 1 0 0 0,4-2 0 0 0,3 0-13 0 0,-1 1 1 0 0,1 0 0 0 0,0 0 0 0 0,0 1-1 0 0,1 0 1 0 0,-1 0 0 0 0,0 1-1 0 0,0 0 1 0 0,0 1 0 0 0,0 0 0 0 0,0 1-1 0 0,0 0 1 0 0,0 0 0 0 0,0 1-1 0 0,0 0 1 0 0,11 6 0 0 0,-2-1-10 0 0,-1 1 0 0 0,0 1 0 0 0,-1 0 0 0 0,0 2 0 0 0,-1-1 1 0 0,26 27-1 0 0,-36-33 22 0 0,0 0 0 0 0,-1 0 0 0 0,1 1 0 0 0,-1 0 1 0 0,0-1-1 0 0,0 2 0 0 0,-1-1 0 0 0,0 0 0 0 0,0 1 1 0 0,-1 0-1 0 0,1-1 0 0 0,-1 1 0 0 0,-1 0 0 0 0,2 8 1 0 0,-3-11 21 0 0,-1 1 0 0 0,1-1 0 0 0,-1 1 0 0 0,0-1 1 0 0,0 1-1 0 0,0-1 0 0 0,0 1 0 0 0,-1-1 1 0 0,0 0-1 0 0,0 0 0 0 0,0 0 0 0 0,0 0 0 0 0,-1 0 1 0 0,1 0-1 0 0,-1-1 0 0 0,0 1 0 0 0,0-1 1 0 0,0 1-1 0 0,-1-1 0 0 0,1 0 0 0 0,-1-1 0 0 0,-6 4 1 0 0,-6 5 37 0 0,0-2 0 0 0,0 0 0 0 0,-2-1 1 0 0,1 0-1 0 0,-1-2 0 0 0,0 0 0 0 0,0-1 1 0 0,0-1-1 0 0,-1 0 0 0 0,1-1 0 0 0,-1-2 0 0 0,-21 0 1 0 0,37-1-500 0 0,-2-2-93 0 0,0 1-935 0 0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2:40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0 348 308 0 0,'5'0'459'0'0,"1"-1"-1"0"0,-1 0 1 0 0,0 0 0 0 0,0-1 0 0 0,0 1-1 0 0,-1-1 1 0 0,1 0 0 0 0,0-1-1 0 0,-1 1 1 0 0,9-6 0 0 0,44-38 997 0 0,-38 30-859 0 0,-13 12-393 0 0,-1-1 0 0 0,-1 0 0 0 0,1 0 0 0 0,-1-1 0 0 0,0 1 0 0 0,0-1-1 0 0,0 0 1 0 0,4-12 0 0 0,-7 17-48 0 0,1-9 8 0 0,-15 33 458 0 0,13-21-620 0 0,-1 1 0 0 0,1-1 0 0 0,0 1 0 0 0,0-1 1 0 0,0 1-1 0 0,0-1 0 0 0,0 1 0 0 0,1-1 0 0 0,-1 1 0 0 0,1-1 1 0 0,-1 1-1 0 0,1-1 0 0 0,0 0 0 0 0,0 1 0 0 0,0-1 1 0 0,0 0-1 0 0,0 1 0 0 0,1-1 0 0 0,-1 0 0 0 0,1 0 1 0 0,-1 0-1 0 0,1-1 0 0 0,0 1 0 0 0,0 0 0 0 0,0 0 1 0 0,0-1-1 0 0,0 0 0 0 0,3 2 0 0 0,0 1 7 0 0,0-1-1 0 0,0 0 1 0 0,0 0 0 0 0,0 0-1 0 0,1-1 1 0 0,0 0 0 0 0,-1 0-1 0 0,1 0 1 0 0,0-1 0 0 0,10 2-1 0 0,-10-3-12 0 0,0 0 1 0 0,0-1-1 0 0,0 0 0 0 0,0 0 0 0 0,-1 0 0 0 0,1-1 1 0 0,0 0-1 0 0,0 0 0 0 0,-1-1 0 0 0,1 1 0 0 0,-1-1 1 0 0,0 0-1 0 0,0-1 0 0 0,0 1 0 0 0,0-1 0 0 0,-1 0 0 0 0,0 0 1 0 0,1 0-1 0 0,-1-1 0 0 0,-1 1 0 0 0,1-1 0 0 0,-1 0 1 0 0,1 0-1 0 0,-2-1 0 0 0,1 1 0 0 0,0-1 0 0 0,-1 1 1 0 0,0-1-1 0 0,1-7 0 0 0,1-2 208 0 0,-1 0 1 0 0,0 0-1 0 0,-1 0 1 0 0,-1 0-1 0 0,0 0 0 0 0,-1 0 1 0 0,-1 0-1 0 0,-1 0 1 0 0,0 0-1 0 0,-5-22 0 0 0,6 36 564 0 0,2-1-607 0 0,0-5-174 0 0,2 7 534 0 0,63 137-237 0 0,-7-22-672 0 0,-50-95-237 0 0,-5-13-190 0 0,-1 0 0 0 0,0-1-1 0 0,0 1 1 0 0,-1 0 0 0 0,3 11 0 0 0,-5-16-750 0 0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2:40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0 106 504 0 0,'0'0'1528'0'0,"8"-10"-848"0"0,-2 4-84 0 0,0-1-56 0 0,4 0-60 0 0,4 1-44 0 0,2-2-40 0 0,1 1-39 0 0,8-1-113 0 0,-1-1-128 0 0,4 2-100 0 0,0 0-164 0 0,2 2-161 0 0,10-4-139 0 0,-12 6-388 0 0,1-2-896 0 0,2 3 400 0 0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2:41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1 117 764 0 0,'0'0'6863'0'0,"7"-2"-6601"0"0,55-8 501 0 0,109-6-1 0 0,-13 4-384 0 0,80-22 259 0 0,-236 33-560 0 0,-2 1-75 0 0,0 0-1 0 0,0 0 1 0 0,0 0-1 0 0,1 0 1 0 0,-1 0-1 0 0,0 0 1 0 0,0-1-1 0 0,0 1 1 0 0,0 0-1 0 0,1 0 1 0 0,-1 0 0 0 0,0 0-1 0 0,0-1 1 0 0,0 1-1 0 0,0 0 1 0 0,0 0-1 0 0,0 0 1 0 0,0 0-1 0 0,1-1 1 0 0,-1 1-1 0 0,0 0 1 0 0,0 0-1 0 0,0 0 1 0 0,0-1-1 0 0,0 1 1 0 0,0 0-1 0 0,0 0 1 0 0,0-1-1 0 0,0 1 1 0 0,0 0-1 0 0,0 0 1 0 0,0 0-1 0 0,-1-1 1 0 0,1 1-1 0 0,0 0 1 0 0,0 0-1 0 0,0 0 1 0 0,0-1-1 0 0,0 1 1 0 0,0 0 0 0 0,0 0-1 0 0,0 0 1 0 0,-1 0-1 0 0,1-1 1 0 0,0 1-1 0 0,0 0 1 0 0,-17-7 35 0 0,0 1 1 0 0,-32-6 0 0 0,18 4 149 0 0,29 8-179 0 0,10 21-111 0 0,4 6 23 0 0,-10-24 46 0 0,-1-1 0 0 0,1 1 1 0 0,-1 0-1 0 0,0 0 0 0 0,0 0 1 0 0,0 0-1 0 0,0 0 0 0 0,-1 0 0 0 0,1 0 1 0 0,-1 0-1 0 0,0 0 0 0 0,1 1 1 0 0,-2 3-1 0 0,-11 58-1057 0 0,-5-17-4448 0 0,13-35 3514 0 0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2:41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351 51 424 0 0,'-1'-2'307'0'0,"0"-1"-1"0"0,0 0 1 0 0,0 1 0 0 0,0-1-1 0 0,-1 1 1 0 0,1-1 0 0 0,0 1-1 0 0,-1 0 1 0 0,0-1 0 0 0,0 1 0 0 0,1 0-1 0 0,-1 0 1 0 0,-1 0 0 0 0,1 1-1 0 0,0-1 1 0 0,0 0 0 0 0,0 1-1 0 0,-1-1 1 0 0,1 1 0 0 0,-1 0-1 0 0,1 0 1 0 0,-1 0 0 0 0,0 0-1 0 0,1 0 1 0 0,-1 1 0 0 0,0-1-1 0 0,0 1 1 0 0,1 0 0 0 0,-5 0 0 0 0,-4-2 19 0 0,1 2 1 0 0,-1-1 0 0 0,1 2 0 0 0,-1-1 0 0 0,0 1 0 0 0,-16 4-1 0 0,12 0-125 0 0,0 0 0 0 0,0 1 0 0 0,0 1 0 0 0,1 0 0 0 0,0 1 0 0 0,-18 13-1 0 0,26-16-153 0 0,0-1 0 0 0,0 1-1 0 0,1 0 1 0 0,-1 1 0 0 0,1-1-1 0 0,0 1 1 0 0,1 0-1 0 0,-1 1 1 0 0,1-1 0 0 0,1 1-1 0 0,-1-1 1 0 0,1 1 0 0 0,0 0-1 0 0,0 1 1 0 0,-1 9 0 0 0,3-15-36 0 0,1 0 0 0 0,-1 0 0 0 0,1 0 1 0 0,0 1-1 0 0,0-1 0 0 0,0 0 1 0 0,0 0-1 0 0,0 0 0 0 0,1 1 1 0 0,-1-1-1 0 0,1 0 0 0 0,-1 0 0 0 0,1 0 1 0 0,0 0-1 0 0,0 0 0 0 0,0 0 1 0 0,0 0-1 0 0,0 0 0 0 0,0 0 0 0 0,0 0 1 0 0,1 0-1 0 0,-1-1 0 0 0,3 3 1 0 0,0-2-8 0 0,-1 0 1 0 0,0 0-1 0 0,1 0 1 0 0,0-1 0 0 0,-1 1-1 0 0,1-1 1 0 0,0 0 0 0 0,-1 0-1 0 0,1 0 1 0 0,0-1-1 0 0,0 0 1 0 0,5 1 0 0 0,5-2-12 0 0,-1 0 0 0 0,0 0 0 0 0,0-1 0 0 0,0-1 1 0 0,0 0-1 0 0,22-9 0 0 0,36-11 1000 0 0,-68 22-982 0 0,-1 0 0 0 0,1 0 0 0 0,0 0 0 0 0,0 1 0 0 0,-1-1 0 0 0,1 1 0 0 0,0-1 0 0 0,0 1 0 0 0,0 0 0 0 0,0 0 0 0 0,-1 0 0 0 0,1 0 0 0 0,0 1 0 0 0,0-1 0 0 0,0 1 0 0 0,-1 0 0 0 0,1 0-1 0 0,0 0 1 0 0,2 1 0 0 0,52 33-2515 0 0,-19-11-4510 0 0,-20-17 3616 0 0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2:48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 48 0 0,'0'0'2982'0'0,"-4"33"-1238"0"0,7-14-1419 0 0,0 0-1 0 0,2-1 1 0 0,0 1-1 0 0,9 20 1 0 0,-3 13 5156 0 0,-15-56-5262 0 0,-2-3-71 0 0,-1 0-1 0 0,1-1 1 0 0,0 0-1 0 0,1 0 1 0 0,0 0-1 0 0,-7-15 1 0 0,11 20-136 0 0,-1 0 0 0 0,1 0 1 0 0,0 0-1 0 0,0-1 0 0 0,1 1 0 0 0,-1 0 0 0 0,1 0 1 0 0,-1-1-1 0 0,1 1 0 0 0,0 0 0 0 0,0-1 0 0 0,0 1 1 0 0,1 0-1 0 0,-1-1 0 0 0,1 1 0 0 0,0 0 1 0 0,0 0-1 0 0,0 0 0 0 0,0-1 0 0 0,1 1 0 0 0,-1 0 1 0 0,1 1-1 0 0,-1-1 0 0 0,3-3 0 0 0,-1 4-39 0 0,-1 0 0 0 0,0 0 0 0 0,0 0 0 0 0,1 1 0 0 0,-1-1 0 0 0,1 0-1 0 0,0 1 1 0 0,-1 0 0 0 0,1 0 0 0 0,0 0 0 0 0,0 0 0 0 0,0 0 0 0 0,0 0 0 0 0,-1 1-1 0 0,1-1 1 0 0,0 1 0 0 0,0 0 0 0 0,0 0 0 0 0,0 0 0 0 0,0 0 0 0 0,0 1 0 0 0,0-1-1 0 0,0 1 1 0 0,0-1 0 0 0,0 1 0 0 0,0 0 0 0 0,0 1 0 0 0,-1-1 0 0 0,1 0 0 0 0,-1 1 0 0 0,1-1-1 0 0,-1 1 1 0 0,4 2 0 0 0,1 1-17 0 0,-1-1 0 0 0,0 1 0 0 0,0 0 0 0 0,0 1 0 0 0,-1-1 0 0 0,0 1 0 0 0,0 0 0 0 0,0 0 0 0 0,-1 1 0 0 0,0 0 0 0 0,6 12 0 0 0,-9-16 40 0 0,0 0 0 0 0,-1 0 1 0 0,1 0-1 0 0,-1 0 0 0 0,0 0 0 0 0,0 0 0 0 0,0 0 1 0 0,0 1-1 0 0,0-1 0 0 0,-1 0 0 0 0,1 0 0 0 0,-1 0 1 0 0,0 0-1 0 0,0 0 0 0 0,0 0 0 0 0,-1 0 0 0 0,1-1 1 0 0,0 1-1 0 0,-1 0 0 0 0,0-1 0 0 0,0 1 0 0 0,0-1 1 0 0,-2 3-1 0 0,-1 0-77 0 0,0 0-1 0 0,0 0 1 0 0,-1-1 0 0 0,0 0-1 0 0,0 0 1 0 0,0 0 0 0 0,0-1 0 0 0,-13 6-1 0 0,17-9-606 0 0,-5 1 378 0 0,-12-10-7838 0 0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2:49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0 290 600 0 0,'38'-12'1369'0'0,"-1"-2"1"0"0,0-2-1 0 0,49-30 0 0 0,-81 42-1119 0 0,1 0 0 0 0,-1-1-1 0 0,0 1 1 0 0,0-1 0 0 0,8-11-1 0 0,-12 15-71 0 0,2-4 614 0 0,-3 5-725 0 0,-1 2-61 0 0,1 1 0 0 0,-1 0 0 0 0,0 0 0 0 0,1-1 1 0 0,0 1-1 0 0,0 0 0 0 0,0 0 0 0 0,0 0 0 0 0,0-1 0 0 0,1 1 0 0 0,-1 0 0 0 0,1 0 0 0 0,-1 0 0 0 0,1-1 0 0 0,0 1 1 0 0,0 0-1 0 0,1-1 0 0 0,-1 1 0 0 0,0-1 0 0 0,1 0 0 0 0,-1 1 0 0 0,1-1 0 0 0,0 0 0 0 0,0 0 0 0 0,0 0 0 0 0,0 0 0 0 0,0 0 1 0 0,0 0-1 0 0,1-1 0 0 0,4 3 0 0 0,-4-2-5 0 0,0 0-1 0 0,0 0 1 0 0,0-1 0 0 0,0 1 0 0 0,1-1 0 0 0,-1 0-1 0 0,0 0 1 0 0,1-1 0 0 0,-1 1 0 0 0,1 0 0 0 0,-1-1-1 0 0,0 0 1 0 0,1 0 0 0 0,-1 0 0 0 0,1 0 0 0 0,-1-1 0 0 0,1 1-1 0 0,-1-1 1 0 0,0 0 0 0 0,1 0 0 0 0,-1 0 0 0 0,0-1-1 0 0,0 1 1 0 0,0-1 0 0 0,0 1 0 0 0,0-1 0 0 0,0 0-1 0 0,0 0 1 0 0,0-1 0 0 0,-1 1 0 0 0,1 0 0 0 0,-1-1-1 0 0,3-3 1 0 0,0 0 35 0 0,0-1 0 0 0,0 0 1 0 0,0 0-1 0 0,-1 0 0 0 0,0-1 0 0 0,0 0 0 0 0,-1 0 0 0 0,0 1 0 0 0,-1-2 0 0 0,1 1 0 0 0,-1 0 0 0 0,1-13 1 0 0,-3 12 65 0 0,1 2 140 0 0,-1 0-1 0 0,0 0 1 0 0,0 0 0 0 0,0 0-1 0 0,-1 0 1 0 0,-2-8 0 0 0,2 14 157 0 0,1-37 3703 0 0,99 224-3833 0 0,-84-154-1388 0 0,-15-18-1439 0 0,-6-1-4593 0 0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2:49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83 312 0 0,'0'0'2908'0'0,"13"-24"-1884"0"0,4 15-236 0 0,6-2-584 0 0,-9 6-136 0 0,1 0-172 0 0,2 0-176 0 0,10-2-136 0 0,-7 4-336 0 0,-4-3-816 0 0,9-2 364 0 0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2:50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99 900 0 0,'0'0'9479'0'0,"6"-2"-9098"0"0,48-15 376 0 0,1 3 1 0 0,83-12 0 0 0,5 0-166 0 0,-95 19-623 0 0,-46 6 21 0 0,-8 0-176 0 0,-45-3 122 0 0,37 7 2 0 0,7 0 42 0 0,5-2-11 0 0,0 0 20 0 0,1 0 1 0 0,-1 0 0 0 0,0 0-1 0 0,1 0 1 0 0,-1 1 0 0 0,1-1-1 0 0,-1 0 1 0 0,1 1 0 0 0,0-1-1 0 0,-1 1 1 0 0,1 0 0 0 0,0-1-1 0 0,-1 4 1 0 0,-8 50-170 0 0,-1 4-1970 0 0,-2-24-3750 0 0,9-26 3170 0 0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2:50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33 956 0 0,'1'-19'4920'0'0,"-1"19"-4645"0"0,0-1 1 0 0,0 1 0 0 0,0 0 0 0 0,0-1 0 0 0,0 1 0 0 0,0-1-1 0 0,0 1 1 0 0,0-1 0 0 0,0 1 0 0 0,0-1 0 0 0,0 1-1 0 0,0-1 1 0 0,0 1 0 0 0,0-1 0 0 0,0 1 0 0 0,0 0 0 0 0,1-1-1 0 0,-1 1 1 0 0,0-1 0 0 0,0 1 0 0 0,1-1 0 0 0,-1 1-1 0 0,0 0 1 0 0,0-1 0 0 0,1 1 0 0 0,-1 0 0 0 0,0-1-1 0 0,1 1 1 0 0,-1 0 0 0 0,1-1 0 0 0,-1 1 0 0 0,0 0 0 0 0,1 0-1 0 0,-1 0 1 0 0,1-1 0 0 0,0 1 0 0 0,7 8-86 0 0,-1-1 1 0 0,1 2 0 0 0,-1-1-1 0 0,-1 1 1 0 0,0 0-1 0 0,0 0 1 0 0,0 1 0 0 0,-2 0-1 0 0,5 10 1 0 0,34 101-142 0 0,-40-111-1107 0 0,-1 1 0 0 0,0-1 1 0 0,0 1-1 0 0,0 12 0 0 0,-2-20 133 0 0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2:51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1 275 568 0 0,'10'-5'397'0'0,"-1"1"0"0"0,2 0 0 0 0,-1 0 0 0 0,0 1 0 0 0,17-3 0 0 0,22-7 285 0 0,-2-5 97 0 0,59-31 0 0 0,-103 48-762 0 0,10-6 303 0 0,-1 0 0 0 0,1 0 1 0 0,20-19-1 0 0,-30 24-165 0 0,0-1 1 0 0,0 0-1 0 0,-1-1 0 0 0,1 1 1 0 0,-1 0-1 0 0,0-1 0 0 0,0 1 1 0 0,0-1-1 0 0,0 0 0 0 0,-1 0 1 0 0,0 0-1 0 0,1 0 0 0 0,-1 0 1 0 0,-1 0-1 0 0,1 0 0 0 0,-1 0 1 0 0,1-6-1 0 0,-1 8 125 0 0,-17-32 1316 0 0,16 32-1334 0 0,1 2-196 0 0,0-1 0 0 0,-1 0 1 0 0,1 1-1 0 0,0-1 1 0 0,-1 0-1 0 0,1 1 0 0 0,0-1 1 0 0,-1 1-1 0 0,1-1 0 0 0,-1 1 1 0 0,1-1-1 0 0,-1 1 1 0 0,1-1-1 0 0,-1 1 0 0 0,1 0 1 0 0,-1-1-1 0 0,0 1 0 0 0,1-1 1 0 0,-1 1-1 0 0,1 0 1 0 0,-1 0-1 0 0,0-1 0 0 0,1 1 1 0 0,-1 0-1 0 0,0 0 0 0 0,1 0 1 0 0,-1 0-1 0 0,-1 0 1 0 0,0 6-49 0 0,-1 1 1 0 0,1-1-1 0 0,0 1 1 0 0,0-1-1 0 0,1 1 1 0 0,0 0-1 0 0,0 0 1 0 0,1-1 0 0 0,0 1-1 0 0,0 8 1 0 0,11 83 71 0 0,-5-52-49 0 0,8 32 33 0 0,3-37 611 0 0,-13-43-675 0 0,0 0 0 0 0,0 0 0 0 0,-1 0-1 0 0,1-1 1 0 0,0 1 0 0 0,-1-1 0 0 0,0 0 0 0 0,1 0-1 0 0,-1 0 1 0 0,4-5 0 0 0,16-15 31 0 0,-22 22-39 0 0,43 12-139 0 0,-18-2-53 0 0,1-2-1 0 0,0-1 0 0 0,45 5 0 0 0,-64-11 170 0 0,1 1-1 0 0,0-1 1 0 0,-1-1-1 0 0,1 1 1 0 0,-1-1-1 0 0,1-1 1 0 0,-1 0-1 0 0,1 0 1 0 0,-1 0-1 0 0,0-1 1 0 0,0-1-1 0 0,0 1 1 0 0,-1-1 0 0 0,1 0-1 0 0,10-9 1 0 0,-17 12 174 0 0,12-22 1819 0 0,-8 8-1487 0 0,-1 14-3027 0 0,17 24 288 0 0,-11-9-6445 0 0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2:58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152 107 120 0 0,'-27'7'7813'0'0,"25"-1"-7612"0"0,-1 0 0 0 0,1 0 0 0 0,0 0 0 0 0,0 0 0 0 0,0 1 0 0 0,1-1 0 0 0,-1 10 0 0 0,-2 13 363 0 0,3-27-461 0 0,-1 16 478 0 0,2-17-511 0 0,0-1-1 0 0,0 0 0 0 0,0 1 1 0 0,0-1-1 0 0,1 1 1 0 0,-1-1-1 0 0,0 1 0 0 0,0-1 1 0 0,0 0-1 0 0,0 1 1 0 0,-1-1-1 0 0,1 1 0 0 0,0-1 1 0 0,0 0-1 0 0,0 1 1 0 0,0-1-1 0 0,0 1 0 0 0,0-1 1 0 0,-1 0-1 0 0,1 1 1 0 0,0-1-1 0 0,0 0 0 0 0,0 1 1 0 0,-1-1-1 0 0,1 0 1 0 0,0 1-1 0 0,-1-1 0 0 0,1 0 1 0 0,0 0-1 0 0,-1 1 1 0 0,1-1-1 0 0,0 0 0 0 0,-1 0 1 0 0,1 0-1 0 0,0 1 1 0 0,-1-1-1 0 0,1 0 0 0 0,-1 0 1 0 0,0 0-1 0 0,-11-16 101 0 0,1-1-1 0 0,0 0 0 0 0,1-1 0 0 0,1 0 1 0 0,0 0-1 0 0,2-1 0 0 0,-8-26 0 0 0,7 22-55 0 0,7 21-94 0 0,1-1-1 0 0,0 3-21 0 0,0-1 1 0 0,0 0-1 0 0,0 1 0 0 0,0-1 1 0 0,0 0-1 0 0,0 1 0 0 0,0-1 1 0 0,0 0-1 0 0,0 1 0 0 0,0-1 0 0 0,0 0 1 0 0,0 1-1 0 0,1-1 0 0 0,-1 1 1 0 0,0-1-1 0 0,0 0 0 0 0,1 1 1 0 0,-1-1-1 0 0,0 1 0 0 0,1-1 1 0 0,-1 1-1 0 0,0-1 0 0 0,1 1 0 0 0,-1-1 1 0 0,1 1-1 0 0,-1-1 0 0 0,1 1 1 0 0,-1-1-1 0 0,1 1 0 0 0,-1 0 1 0 0,1-1-1 0 0,0 1 0 0 0,-1 0 0 0 0,1 0 1 0 0,-1-1-1 0 0,1 1 0 0 0,0 0 1 0 0,0 0-1 0 0,28 10-81 0 0,0 1 0 0 0,-1 2 0 0 0,0 1 0 0 0,-1 1 0 0 0,35 26 0 0 0,-1-3-166 0 0,-1-3-33 0 0,-20-13-34 0 0,37 28 0 0 0,-76-50 348 0 0,-1 1 1 0 0,1-1-1 0 0,-1 1 1 0 0,1-1-1 0 0,-1 1 1 0 0,1-1-1 0 0,0 1 1 0 0,-1-1 0 0 0,1 1-1 0 0,0-1 1 0 0,-1 0-1 0 0,1 1 1 0 0,0-1-1 0 0,-1 0 1 0 0,1 0-1 0 0,0 1 1 0 0,0-1-1 0 0,-1 0 1 0 0,1 0 0 0 0,0 0-1 0 0,0 0 1 0 0,-1 0-1 0 0,1 0 1 0 0,0 0-1 0 0,0 0 1 0 0,-1-1-1 0 0,1 1 1 0 0,0 0 0 0 0,0 0-1 0 0,-1 0 1 0 0,1-1-1 0 0,0 1 1 0 0,-1-1-1 0 0,2 1 1 0 0,-1-2 11 0 0,0 0-1 0 0,-1 1 1 0 0,1-1 0 0 0,0 0 0 0 0,-1 0 0 0 0,1 0 0 0 0,-1 0-1 0 0,1 0 1 0 0,-1 1 0 0 0,0-1 0 0 0,1 0 0 0 0,-2-4-1 0 0,-7-61 478 0 0,-4 22-539 0 0,-8-33 432 0 0,15 26-4651 0 0,13 51 3053 0 0,-2 0-225 0 0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2:58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7 224 0 0,'0'0'1553'0'0,"-5"4"-896"0"0,-14 13-53 0 0,14-13-60 0 0,17 53 1995 0 0,-5-47-2176 0 0,0-1 1 0 0,0 0-1 0 0,1-1 0 0 0,0 1 1 0 0,17 12-1 0 0,-24-20-83 0 0,0-1-200 0 0,0 0 0 0 0,0 0 0 0 0,0 0 0 0 0,0 0 0 0 0,0 0-1 0 0,1 0 1 0 0,-1-1 0 0 0,0 1 0 0 0,0 0 0 0 0,-1-1 0 0 0,1 1 0 0 0,0-1-1 0 0,0 1 1 0 0,0-1 0 0 0,0 1 0 0 0,0-1 0 0 0,0 0 0 0 0,-1 1-1 0 0,1-1 1 0 0,0 0 0 0 0,0 0 0 0 0,-1 1 0 0 0,1-1 0 0 0,-1 0-1 0 0,1 0 1 0 0,-1 0 0 0 0,1-2 0 0 0,0-4 73 0 0,-1-1 1 0 0,0 1-1 0 0,0-1 1 0 0,-1 1-1 0 0,0-1 1 0 0,0 1-1 0 0,-1 0 0 0 0,1-1 1 0 0,-2 1-1 0 0,1 0 1 0 0,-1 0-1 0 0,0 0 1 0 0,-1 0-1 0 0,0 1 0 0 0,-5-8 1 0 0,0-2-162 0 0,8 15-281 0 0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2:59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41 764 0 0,'0'0'8740'0'0,"4"6"-8622"0"0,39 48 266 0 0,-38-49-325 0 0,0 1 1 0 0,0-1-1 0 0,0-1 1 0 0,0 1-1 0 0,1-1 1 0 0,0 0-1 0 0,0 0 1 0 0,12 6-1 0 0,-16-10-11 0 0,-1 1-36 0 0,-1-1 1 0 0,1 0-1 0 0,0 1 1 0 0,0-1 0 0 0,0 0-1 0 0,0 0 1 0 0,-1 1-1 0 0,1-1 1 0 0,0 0-1 0 0,0 0 1 0 0,0 0-1 0 0,0 0 1 0 0,0 0-1 0 0,-1 0 1 0 0,1 0-1 0 0,0 0 1 0 0,0 0-1 0 0,0-1 1 0 0,0 1-1 0 0,0 0 1 0 0,-1-1-1 0 0,1 1 1 0 0,0 0-1 0 0,0-1 1 0 0,-1 1-1 0 0,1-1 1 0 0,0 1-1 0 0,-1-1 1 0 0,1 1-1 0 0,1-2 1 0 0,20-20 496 0 0,-20 19-424 0 0,1 0-1 0 0,-1-1 1 0 0,0 1 0 0 0,0-1 0 0 0,-1 1 0 0 0,1-1 0 0 0,-1 0-1 0 0,1 0 1 0 0,-1 0 0 0 0,-1 0 0 0 0,1 0 0 0 0,0-6-1 0 0,0 7 70 0 0,-15-50 759 0 0,13 45-370 0 0,-1 5-2869 0 0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2:59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52 0 0,'0'0'4796'0'0,"3"4"-4434"0"0,41 46 1663 0 0,-43-49-1949 0 0,0-1 0 0 0,0 1 0 0 0,0 0 0 0 0,0 0-1 0 0,0 0 1 0 0,1-1 0 0 0,-1 1 0 0 0,0 0 0 0 0,0-1-1 0 0,1 1 1 0 0,-1-1 0 0 0,1 0 0 0 0,-1 1 0 0 0,0-1-1 0 0,1 0 1 0 0,-1 0 0 0 0,1 0 0 0 0,-1 0 0 0 0,1 0-1 0 0,-1 0 1 0 0,0 0 0 0 0,1-1 0 0 0,-1 1 0 0 0,2-1-1 0 0,24-21 174 0 0,-3-1 160 0 0,-23 23-369 0 0,0-1-36 0 0,0 0 1 0 0,-1 1-1 0 0,1-1 1 0 0,0 1 0 0 0,-1-1-1 0 0,1 1 1 0 0,0 0 0 0 0,0-1-1 0 0,0 1 1 0 0,-1 0-1 0 0,1 0 1 0 0,0-1 0 0 0,0 1-1 0 0,0 0 1 0 0,-1 0 0 0 0,1 0-1 0 0,0 0 1 0 0,0 0-1 0 0,0 0 1 0 0,0 0 0 0 0,0 0-1 0 0,-1 0 1 0 0,2 1 0 0 0,20 2-20 0 0,13 17-1181 0 0,-10-3-3726 0 0,-8-7 2780 0 0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3:00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51 596 0 0,'0'0'12216'0'0,"5"-2"-11906"0"0,21-2 47 0 0,0 1 1 0 0,0 2 0 0 0,42 1-1 0 0,20 0-39 0 0,220-11 545 0 0,-249 9-528 0 0,-70-5-333 0 0,8 4-1 0 0,-1 1 0 0 0,0 0 0 0 0,1 0 0 0 0,-1 0 0 0 0,0 0 0 0 0,0 1 0 0 0,0-1 0 0 0,0 1 0 0 0,0 0 0 0 0,0 0 0 0 0,-6 0 0 0 0,7 1-18 0 0,3 4-325 0 0,0 16 300 0 0,0-15-47 0 0,1-1-78 0 0,0 3-35 0 0,-1-1-1 0 0,0 1 0 0 0,0 0 0 0 0,0-1 0 0 0,-1 1 0 0 0,0-1 1 0 0,0 1-1 0 0,-3 6 0 0 0,-10 31-4609 0 0,9-31 1979 0 0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3:01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230 467 788 0 0,'-8'-2'8199'0'0,"25"126"-6281"0"0,-17-122-1571 0 0,-8 22 2732 0 0,6-24-2989 0 0,0 0 0 0 0,0 0 0 0 0,0-1 0 0 0,0 1 0 0 0,0-1 0 0 0,1 0 0 0 0,-1 1 0 0 0,0-1 0 0 0,0 0 0 0 0,0 0 0 0 0,0 0 0 0 0,1 0 0 0 0,-1-1-1 0 0,1 1 1 0 0,-1 0 0 0 0,1-1 0 0 0,-1 1 0 0 0,1-1 0 0 0,-2-2 0 0 0,-34-43 477 0 0,25 31-352 0 0,-8-12-90 0 0,1-1 0 0 0,2 0 0 0 0,1-1 0 0 0,1-1 0 0 0,2-1 1 0 0,1 0-1 0 0,-14-62 0 0 0,24 85-140 0 0,0 0 0 0 0,1 0 0 0 0,0 0 0 0 0,0 0 0 0 0,1 0 0 0 0,0 0 0 0 0,1 0 0 0 0,0-1 0 0 0,0 1 0 0 0,1 0 0 0 0,0 0 0 0 0,1 1 0 0 0,0-1 0 0 0,0 0 0 0 0,5-7 0 0 0,-5 10-39 0 0,1 1 0 0 0,0-1 0 0 0,0 1 1 0 0,1 0-1 0 0,0 0 0 0 0,0 1 0 0 0,0 0 1 0 0,0 0-1 0 0,0 0 0 0 0,1 0 0 0 0,0 1 1 0 0,0 0-1 0 0,0 0 0 0 0,0 0 0 0 0,0 1 1 0 0,0 0-1 0 0,1 0 0 0 0,-1 1 0 0 0,1-1 1 0 0,-1 2-1 0 0,9-1 0 0 0,-7 0-53 0 0,1 1 0 0 0,-1 1 0 0 0,1-1 0 0 0,-1 1 0 0 0,1 1 0 0 0,-1 0 0 0 0,0 0 0 0 0,0 0 0 0 0,0 1 0 0 0,0 0 0 0 0,0 1 0 0 0,0 0 0 0 0,-1 0-1 0 0,0 1 1 0 0,0-1 0 0 0,0 2 0 0 0,0-1 0 0 0,-1 1 0 0 0,0 0 0 0 0,0 0 0 0 0,-1 1 0 0 0,1-1 0 0 0,-2 1 0 0 0,7 10 0 0 0,-11-14 89 0 0,1 0-1 0 0,-1-1 1 0 0,1 1-1 0 0,-1 0 1 0 0,0 0 0 0 0,0 0-1 0 0,0-1 1 0 0,-1 1 0 0 0,1 0-1 0 0,-1 0 1 0 0,1-1-1 0 0,-1 1 1 0 0,0 0 0 0 0,0-1-1 0 0,0 1 1 0 0,0-1 0 0 0,-1 1-1 0 0,1-1 1 0 0,-1 1-1 0 0,1-1 1 0 0,-1 0 0 0 0,0 0-1 0 0,0 0 1 0 0,0 0-1 0 0,0 0 1 0 0,0 0 0 0 0,-1-1-1 0 0,-2 3 1 0 0,-7 4-26 0 0,1 0 1 0 0,-2 0-1 0 0,-25 11 1 0 0,24-13-13 0 0,1-1 0 0 0,-2 0 1 0 0,1-1-1 0 0,0-1 1 0 0,-27 3-1 0 0,38-6-141 0 0,-15 1-1475 0 0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3:03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93 120 872 0 0,'-2'-7'8120'0'0,"-8"18"-7948"0"0,0 0 0 0 0,1 1 0 0 0,1 1 0 0 0,0 0 0 0 0,1 0 0 0 0,0 0 0 0 0,1 1-1 0 0,0 0 1 0 0,2 0 0 0 0,-1 0 0 0 0,2 1 0 0 0,-4 26 0 0 0,7-40-151 0 0,-1 1 0 0 0,1-1-1 0 0,0 1 1 0 0,0-1 0 0 0,0 1 0 0 0,0-1-1 0 0,0 0 1 0 0,1 1 0 0 0,-1-1 0 0 0,0 1-1 0 0,1-1 1 0 0,-1 0 0 0 0,1 0 0 0 0,-1 1-1 0 0,1-1 1 0 0,0 0 0 0 0,0 0 0 0 0,-1 1 0 0 0,1-1-1 0 0,0 0 1 0 0,0 0 0 0 0,0 0 0 0 0,0 0-1 0 0,0 0 1 0 0,2 1 0 0 0,-1-2-3 0 0,-1 0-1 0 0,1 1 1 0 0,0-1 0 0 0,-1 0-1 0 0,1 0 1 0 0,0 0 0 0 0,0 0-1 0 0,-1 0 1 0 0,1-1 0 0 0,0 1-1 0 0,-1-1 1 0 0,1 1 0 0 0,0-1-1 0 0,-1 1 1 0 0,1-1 0 0 0,-1 0-1 0 0,3-1 1 0 0,2-2-1 0 0,0 0 0 0 0,1 0 0 0 0,-1-1 0 0 0,-1 1 1 0 0,1-1-1 0 0,-1-1 0 0 0,0 1 0 0 0,5-8 0 0 0,1-5-20 0 0,-6 11 9 0 0,-1 0-1 0 0,0 0 0 0 0,0-1 0 0 0,4-12 0 0 0,-8 18-21 0 0,0 2 13 0 0,0-1 0 0 0,0 1 1 0 0,0 0-1 0 0,0-1 1 0 0,0 1-1 0 0,0-1 0 0 0,0 1 1 0 0,0-1-1 0 0,0 1 0 0 0,0-1 1 0 0,1 1-1 0 0,-1-1 0 0 0,0 1 1 0 0,0 0-1 0 0,0-1 0 0 0,1 1 1 0 0,-1-1-1 0 0,0 1 0 0 0,1 0 1 0 0,-1-1-1 0 0,0 1 0 0 0,1 0 1 0 0,-1-1-1 0 0,0 1 1 0 0,1 0-1 0 0,-1 0 0 0 0,0-1 1 0 0,1 1-1 0 0,-1 0 0 0 0,1 0 1 0 0,-1 0-1 0 0,1-1 0 0 0,-1 1 1 0 0,0 0-1 0 0,1 0 0 0 0,-1 0 1 0 0,1 0-1 0 0,-1 0 0 0 0,1 0 1 0 0,-1 0-1 0 0,1 0 0 0 0,-1 0 1 0 0,1 0-1 0 0,-1 0 1 0 0,0 0-1 0 0,1 1 0 0 0,-1-1 1 0 0,1 0-1 0 0,28 12-186 0 0,-19-7 154 0 0,-6-2 39 0 0,29 3 26 0 0,-27-6-11 0 0,-1 1 0 0 0,1-2-1 0 0,-1 1 1 0 0,1 0 0 0 0,-1-1-1 0 0,1 0 1 0 0,-1-1 0 0 0,1 1-1 0 0,-1-1 1 0 0,0 0 0 0 0,0 0-1 0 0,0-1 1 0 0,0 1-1 0 0,0-1 1 0 0,0 0 0 0 0,-1-1-1 0 0,0 1 1 0 0,1-1 0 0 0,-1 1-1 0 0,0-1 1 0 0,-1-1 0 0 0,1 1-1 0 0,-1 0 1 0 0,0-1 0 0 0,0 0-1 0 0,0 0 1 0 0,-1 0 0 0 0,1 0-1 0 0,2-10 1 0 0,-5 14 199 0 0,3-7-151 0 0,-10 34 3 0 0,4-17-74 0 0,3-7 4 0 0,-1-1-1 0 0,0 1 1 0 0,1-1-1 0 0,-1 1 1 0 0,1-1-1 0 0,0 1 1 0 0,-1-1-1 0 0,1 1 1 0 0,0-1-1 0 0,0 1 1 0 0,0 0-1 0 0,0-1 1 0 0,0 1-1 0 0,1-1 1 0 0,-1 1-1 0 0,0 0 1 0 0,1-1-1 0 0,0 3 1 0 0,5 13-34 0 0,-5-13 15 0 0,0 0 1 0 0,1 0-1 0 0,-1 0 0 0 0,1-1 1 0 0,0 1-1 0 0,0-1 0 0 0,0 1 1 0 0,1-1-1 0 0,-1 0 0 0 0,1 0 1 0 0,0 0-1 0 0,0 0 1 0 0,0 0-1 0 0,0-1 0 0 0,0 1 1 0 0,0-1-1 0 0,1 0 0 0 0,0 0 1 0 0,-1 0-1 0 0,1 0 0 0 0,0-1 1 0 0,-1 0-1 0 0,1 1 1 0 0,0-1-1 0 0,0-1 0 0 0,0 1 1 0 0,0-1-1 0 0,0 1 0 0 0,1-1 1 0 0,-1 0-1 0 0,0 0 0 0 0,0-1 1 0 0,0 1-1 0 0,0-1 0 0 0,0 0 1 0 0,0 0-1 0 0,-1-1 1 0 0,1 1-1 0 0,0-1 0 0 0,0 1 1 0 0,-1-1-1 0 0,1 0 0 0 0,-1-1 1 0 0,0 1-1 0 0,6-6 0 0 0,-3 4 29 0 0,-1 0 0 0 0,0 0 0 0 0,0-1 0 0 0,0 0 0 0 0,-1 0-1 0 0,0 0 1 0 0,0-1 0 0 0,0 0 0 0 0,0 1 0 0 0,-1-1 0 0 0,4-10-1 0 0,-5 11 63 0 0,-1 4 10 0 0,4-7 395 0 0,-5 8-469 0 0,0 0 1 0 0,0-1-1 0 0,0 1 1 0 0,0 0 0 0 0,0 0-1 0 0,0-1 1 0 0,0 1-1 0 0,0 0 1 0 0,1-1-1 0 0,-1 1 1 0 0,0 0 0 0 0,0 0-1 0 0,0-1 1 0 0,0 1-1 0 0,0 0 1 0 0,1 0-1 0 0,-1-1 1 0 0,0 1 0 0 0,0 0-1 0 0,0 0 1 0 0,1 0-1 0 0,-1-1 1 0 0,0 1-1 0 0,0 0 1 0 0,0 0 0 0 0,1 0-1 0 0,-1 0 1 0 0,0-1-1 0 0,1 1 1 0 0,-1 0-1 0 0,0 0 1 0 0,0 0 0 0 0,1 0-1 0 0,-1 0 1 0 0,0 0-1 0 0,1 0 1 0 0,-1 0 0 0 0,8 9-13 0 0,-1 0 1 0 0,0 1 0 0 0,-1 0 0 0 0,0 0 0 0 0,0 0 0 0 0,-1 1 0 0 0,4 12 0 0 0,-8-21 6 0 0,-1 0 25 0 0,0-2-25 0 0,0 0 0 0 0,0 0 1 0 0,0 0-1 0 0,0 1 0 0 0,0-1 1 0 0,0 0-1 0 0,0 0 1 0 0,0 0-1 0 0,0 1 0 0 0,0-1 1 0 0,0 0-1 0 0,0 0 0 0 0,0 0 1 0 0,0 1-1 0 0,0-1 0 0 0,1 0 1 0 0,-1 0-1 0 0,0 0 0 0 0,0 1 1 0 0,0-1-1 0 0,0 0 1 0 0,0 0-1 0 0,0 0 0 0 0,0 0 1 0 0,1 0-1 0 0,-1 1 0 0 0,0-1 1 0 0,0 0-1 0 0,0 0 0 0 0,0 0 1 0 0,1 0-1 0 0,-1 0 0 0 0,0 0 1 0 0,0 0-1 0 0,0 0 0 0 0,0 1 1 0 0,1-1-1 0 0,-1 0 1 0 0,0 0-1 0 0,0 0 0 0 0,0 0 1 0 0,1 0-1 0 0,-1 0 0 0 0,0 0 1 0 0,0 0-1 0 0,0 0 0 0 0,1 0 1 0 0,-1 0-1 0 0,0 0 0 0 0,0-1 1 0 0,0 1-1 0 0,1 0 1 0 0,3-4-11 0 0,14-11-72 0 0,-16 15 55 0 0,50 8-559 0 0,-47-7 556 0 0,0-1 0 0 0,-1 1 0 0 0,1-1-1 0 0,-1 0 1 0 0,1 0 0 0 0,-1-1-1 0 0,1 1 1 0 0,-1-1 0 0 0,1 0-1 0 0,-1 0 1 0 0,1 0 0 0 0,-1-1 0 0 0,0 0-1 0 0,0 0 1 0 0,0 0 0 0 0,0 0-1 0 0,0 0 1 0 0,0-1 0 0 0,6-5-1 0 0,-6 4 86 0 0,-1-1 0 0 0,0 1-1 0 0,-1-1 1 0 0,1 1-1 0 0,-1-1 1 0 0,0 0-1 0 0,0 0 1 0 0,0 0 0 0 0,-1 0-1 0 0,1 0 1 0 0,-1 0-1 0 0,-1 0 1 0 0,1 0-1 0 0,-1-1 1 0 0,0 1 0 0 0,-1-10-1 0 0,-20-104 3197 0 0,21 117-2973 0 0,-9-15 2343 0 0,49 110-2488 0 0,-9-26-762 0 0,5-4-1276 0 0,-4-8-1673 0 0,-20-15-1848 0 0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3:03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72 864 0 0,'0'0'6145'0'0,"2"-3"-5451"0"0,3-1-440 0 0,-1 0-1 0 0,1 0 1 0 0,0 0-1 0 0,0 1 1 0 0,0-1-1 0 0,0 1 1 0 0,1 1-1 0 0,-1-1 1 0 0,1 1-1 0 0,0 0 1 0 0,6-2-1 0 0,71-15 251 0 0,-61 14-900 0 0,-2 0-1010 0 0,-5 4-4231 0 0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3:03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145 116 9497 0 0,'-15'-4'980'0'0,"0"0"-1"0"0,0-2 1 0 0,1 1 0 0 0,-1-2 0 0 0,2 0-1 0 0,-1-1 1 0 0,-22-16 0 0 0,35 23-925 0 0,1 0 0 0 0,-1 0 0 0 0,0 1 0 0 0,1-1-1 0 0,-1 0 1 0 0,1 0 0 0 0,-1 1 0 0 0,1-1 0 0 0,-1 0 0 0 0,1 0 0 0 0,0 0 0 0 0,-1 0 0 0 0,1 0 0 0 0,0 0 0 0 0,0 0-1 0 0,0 0 1 0 0,0 0 0 0 0,0 0 0 0 0,0 0 0 0 0,0 0 0 0 0,0 0 0 0 0,0 0 0 0 0,0 0 0 0 0,0 1 0 0 0,0-1-1 0 0,1 0 1 0 0,-1 0 0 0 0,1 0 0 0 0,-1 0 0 0 0,0 0 0 0 0,1 0 0 0 0,-1 0 0 0 0,2 0 0 0 0,-1-1-243 0 0,0 0 0 0 0,1 1 0 0 0,-1-1 0 0 0,1 0 0 0 0,-1 1 0 0 0,1 0 0 0 0,-1-1 1 0 0,1 1-1 0 0,0 0 0 0 0,0 0 0 0 0,3-2 0 0 0,-3 3-838 0 0,9 6-744 0 0,-4-2 349 0 0,1 5-4630 0 0,0 4 2296 0 0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3:06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26 548 0 0,'-28'-20'5423'0'0,"25"19"-5303"0"0,0-1 1 0 0,0 2 0 0 0,-1-1-1 0 0,1 0 1 0 0,0 1 0 0 0,-1 0-1 0 0,1-1 1 0 0,-1 1 0 0 0,1 1-1 0 0,0-1 1 0 0,-1 0 0 0 0,1 1-1 0 0,0 0 1 0 0,-1 0 0 0 0,1 0-1 0 0,0 0 1 0 0,0 0 0 0 0,-5 3-1 0 0,3-1-27 0 0,0 1 0 0 0,0-1 0 0 0,1 1-1 0 0,-1 0 1 0 0,1 1 0 0 0,0-1 0 0 0,0 1 0 0 0,0-1 0 0 0,1 1-1 0 0,-4 6 1 0 0,3-4-53 0 0,1 0 0 0 0,-1 0-1 0 0,1 0 1 0 0,1 0 0 0 0,-1 0 0 0 0,1 1-1 0 0,0-1 1 0 0,1 1 0 0 0,0 0-1 0 0,0-1 1 0 0,0 1 0 0 0,1 0 0 0 0,1-1-1 0 0,-1 1 1 0 0,1 0 0 0 0,4 14 0 0 0,-2-14-14 0 0,1-1 0 0 0,1 0 1 0 0,-1 0-1 0 0,1 0 0 0 0,1-1 1 0 0,-1 0-1 0 0,1 0 1 0 0,0 0-1 0 0,0-1 0 0 0,1 1 1 0 0,0-2-1 0 0,-1 1 1 0 0,2-1-1 0 0,-1 0 0 0 0,0 0 1 0 0,1-1-1 0 0,0 0 0 0 0,0 0 1 0 0,8 1-1 0 0,-11-3-2 0 0,0 1 1 0 0,0-1-1 0 0,0-1 0 0 0,0 1 0 0 0,0-1 1 0 0,0 0-1 0 0,1 0 0 0 0,-1 0 0 0 0,0-1 1 0 0,0 0-1 0 0,0 0 0 0 0,0 0 0 0 0,-1 0 1 0 0,1-1-1 0 0,0 0 0 0 0,0 0 0 0 0,-1 0 1 0 0,1-1-1 0 0,-1 1 0 0 0,0-1 0 0 0,0 0 1 0 0,0 0-1 0 0,0-1 0 0 0,0 1 0 0 0,-1-1 1 0 0,0 0-1 0 0,0 0 0 0 0,0 0 0 0 0,0 0 1 0 0,0 0-1 0 0,4-10 0 0 0,-5 6 55 0 0,0 1 1 0 0,-1-1-1 0 0,0 0 0 0 0,0 0 1 0 0,0 1-1 0 0,-1-1 0 0 0,0 0 1 0 0,-1 0-1 0 0,1 0 0 0 0,-2 0 1 0 0,1 1-1 0 0,-1-1 0 0 0,0 0 1 0 0,-1 1-1 0 0,1 0 0 0 0,-2-1 1 0 0,1 1-1 0 0,-1 0 0 0 0,0 1 1 0 0,0-1-1 0 0,-1 1 1 0 0,0-1-1 0 0,0 1 0 0 0,-10-8 1 0 0,14 13-288 0 0,1 1 91 0 0,-1 0 1 0 0,1-1-1 0 0,-1 1 1 0 0,1 0-1 0 0,-1 0 1 0 0,1 0-1 0 0,-1 0 1 0 0,1 0-1 0 0,0 0 1 0 0,-1 0-1 0 0,1 0 1 0 0,-1 0-1 0 0,1 0 1 0 0,-1 0 0 0 0,1 0-1 0 0,-1 0 1 0 0,1 0-1 0 0,0 1 1 0 0,-1-1-1 0 0,1 0 1 0 0,-1 0-1 0 0,1 0 1 0 0,0 1-1 0 0,-1-1 1 0 0,1 0-1 0 0,-1 0 1 0 0,1 1-1 0 0,0-1 1 0 0,0 0-1 0 0,-1 1 1 0 0,1-1 0 0 0,0 0-1 0 0,-1 1 1 0 0,1-1-1 0 0,0 1 1 0 0,0-1-1 0 0,0 1 1 0 0,-1-1-1 0 0,1 0 1 0 0,0 1-1 0 0,0-1 1 0 0,0 1-1 0 0,0-1 1 0 0,0 1-1 0 0,0-1 1 0 0,0 0 0 0 0,0 1-1 0 0,-1 3 207 0 0,-1 0-2946 0 0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3:06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 1108 0 0,'13'-14'6065'0'0,"-13"12"-4565"0"0,10-19-1295 0 0,-4 21-1180 0 0,-1 0-2436 0 0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3:07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1 123 796 0 0,'0'0'2040'0'0,"11"-48"4168"0"0,-9 43-6074 0 0,0 0 0 0 0,1 1 0 0 0,0-1 0 0 0,0 1 0 0 0,0 0 0 0 0,0-1 0 0 0,1 1 0 0 0,-1 1 0 0 0,1-1 0 0 0,0 0 0 0 0,0 1 0 0 0,0 0 0 0 0,1 0 0 0 0,-1 0-1 0 0,1 1 1 0 0,0-1 0 0 0,0 1 0 0 0,0 0 0 0 0,0 0 0 0 0,0 1 0 0 0,0 0 0 0 0,7-1 0 0 0,-10 2-127 0 0,0 0 0 0 0,-1 0 0 0 0,1 0 0 0 0,-1 0 0 0 0,1 1 0 0 0,0-1 0 0 0,-1 1 0 0 0,1-1 0 0 0,-1 1 0 0 0,1 0 0 0 0,-1-1 0 0 0,0 1 0 0 0,1 0 0 0 0,-1 0 0 0 0,0 0 0 0 0,1 0 0 0 0,-1 0 0 0 0,0 0 0 0 0,0 1 0 0 0,0-1 0 0 0,0 0 0 0 0,1 2 0 0 0,19 34 48 0 0,-17-28-38 0 0,0 1-4 0 0,-1 0 0 0 0,0 1 0 0 0,0 0 0 0 0,-1 0 1 0 0,0 0-1 0 0,-1 0 0 0 0,-1 0 0 0 0,1 0 0 0 0,-2 0 0 0 0,1 0 1 0 0,-2 0-1 0 0,1 0 0 0 0,-2-1 0 0 0,1 1 0 0 0,-1 0 0 0 0,-1-1 1 0 0,0 1-1 0 0,-1-1 0 0 0,0 0 0 0 0,0-1 0 0 0,-1 1 0 0 0,0-1 1 0 0,-9 11-1 0 0,12-17 88 0 0,0 1 1 0 0,-1 0-1 0 0,1-1 1 0 0,-1 1-1 0 0,0-1 1 0 0,1 0-1 0 0,-1 0 1 0 0,-1-1-1 0 0,1 1 1 0 0,0-1-1 0 0,-1 0 1 0 0,1 0-1 0 0,-1 0 1 0 0,1-1-1 0 0,-1 1 1 0 0,-8 0-1 0 0,12-3-80 0 0,0 1-1 0 0,0-1 0 0 0,1 0 1 0 0,-1 0-1 0 0,0 0 0 0 0,0 0 1 0 0,1 0-1 0 0,-1 0 1 0 0,0 0-1 0 0,1 0 0 0 0,-1 0 1 0 0,1 0-1 0 0,-1 0 0 0 0,1 0 1 0 0,0 0-1 0 0,0 0 0 0 0,-1 0 1 0 0,1-1-1 0 0,0 1 1 0 0,0 0-1 0 0,0 0 0 0 0,0 0 1 0 0,0 0-1 0 0,0-1 0 0 0,0 1 1 0 0,1 0-1 0 0,-1 0 0 0 0,0 0 1 0 0,1 0-1 0 0,-1 0 0 0 0,1 0 1 0 0,-1-1-1 0 0,1 1 1 0 0,-1 0-1 0 0,1 1 0 0 0,0-1 1 0 0,-1 0-1 0 0,1 0 0 0 0,0 0 1 0 0,1-1-1 0 0,2-1 0 0 0,25-4 51 0 0,-19 6-290 0 0,0 1 1 0 0,0 0-1 0 0,1 0 1 0 0,-1 1-1 0 0,0 1 1 0 0,0 0 0 0 0,0 0-1 0 0,-1 1 1 0 0,1 0-1 0 0,12 6 1 0 0,-12-5-1184 0 0,0 0 0 0 0,0-1-1 0 0,1 0 1 0 0,-1-1 0 0 0,12 2 0 0 0,-3-3-1135 0 0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3:07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14 584 0 0,'-8'-13'10678'0'0,"16"22"-10599"0"0,0 1 1 0 0,0-1 0 0 0,1-1 0 0 0,0 1 0 0 0,1-2-1 0 0,0 1 1 0 0,0-1 0 0 0,1-1 0 0 0,21 11-1 0 0,-13-7-20 0 0,-2 0 0 0 0,1 1-1 0 0,16 15 1 0 0,-30-23-50 0 0,0 1 0 0 0,-1-1 1 0 0,1 1-1 0 0,-1 0 0 0 0,1 0 0 0 0,-1 0 1 0 0,-1 0-1 0 0,1 1 0 0 0,0-1 0 0 0,-1 1 1 0 0,3 6-1 0 0,-5-8-5 0 0,0-1 0 0 0,0 0 0 0 0,0 0 1 0 0,0 0-1 0 0,0 0 0 0 0,-1 0 0 0 0,1 0 0 0 0,-1 0 0 0 0,1 1 0 0 0,-1-1 1 0 0,0 0-1 0 0,0 0 0 0 0,0-1 0 0 0,0 1 0 0 0,0 0 0 0 0,0 0 0 0 0,0 0 1 0 0,0-1-1 0 0,-1 1 0 0 0,1-1 0 0 0,-1 1 0 0 0,1-1 0 0 0,-1 1 0 0 0,0-1 1 0 0,0 0-1 0 0,1 0 0 0 0,-1 0 0 0 0,-4 2 0 0 0,-6 4-54 0 0,0 0-1 0 0,0-1 0 0 0,-1-1 1 0 0,-26 9-1 0 0,33-13-477 0 0,0 0 1 0 0,-1 0-1 0 0,1 0 0 0 0,0-1 1 0 0,-1 0-1 0 0,1 0 0 0 0,0-1 0 0 0,-7-1 1 0 0,3-2-2322 0 0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3:07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68 932 0 0,'20'-12'884'0'0,"0"0"-68"0"0,-3 3-92 0 0,1-1-80 0 0,-1 3-152 0 0,-3-2-212 0 0,1 6-296 0 0,3-1-340 0 0,-8 4-380 0 0,7-1-792 0 0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3:27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37 520 0 0,'0'0'7717'0'0,"3"-8"-3142"0"0,-3 7-4475 0 0,54 181 337 0 0,-46-149-377 0 0,-8-30-60 0 0,7 29 1240 0 0,-5-68-1081 0 0,1 1 0 0 0,13-54 1 0 0,-15 87-166 0 0,0 0 1 0 0,1 0 0 0 0,-1 0 0 0 0,1 0-1 0 0,0 0 1 0 0,0 1 0 0 0,0-1-1 0 0,1 1 1 0 0,-1-1 0 0 0,1 1 0 0 0,0 0-1 0 0,0 0 1 0 0,4-3 0 0 0,-5 5-12 0 0,-1 1 14 0 0,0-1-1 0 0,-1 1 1 0 0,1 0-1 0 0,0-1 1 0 0,0 1 0 0 0,-1 0-1 0 0,1 0 1 0 0,0 0-1 0 0,0-1 1 0 0,0 1 0 0 0,0 0-1 0 0,-1 0 1 0 0,1 0-1 0 0,0 0 1 0 0,0 1 0 0 0,0-1-1 0 0,-1 0 1 0 0,1 0 0 0 0,0 0-1 0 0,0 1 1 0 0,0-1-1 0 0,-1 0 1 0 0,1 1 0 0 0,0-1-1 0 0,-1 0 1 0 0,1 1-1 0 0,0-1 1 0 0,0 2 0 0 0,26 11-72 0 0,57 57 24 0 0,-60-48 47 0 0,0-1 0 0 0,2-1 0 0 0,31 18 0 0 0,-43-30-7 0 0,-7-4 43 0 0,0 0 0 0 0,0 0 1 0 0,1 0-1 0 0,-1-1 0 0 0,1 0 1 0 0,13 3-1 0 0,-19-6-12 0 0,1 0 1 0 0,-1 0-1 0 0,1 0 0 0 0,-1 0 1 0 0,0-1-1 0 0,1 1 0 0 0,-1-1 0 0 0,1 1 1 0 0,-1-1-1 0 0,0 0 0 0 0,0 0 0 0 0,1 0 1 0 0,-1 0-1 0 0,0 0 0 0 0,0 0 1 0 0,0-1-1 0 0,0 1 0 0 0,0-1 0 0 0,0 1 1 0 0,-1-1-1 0 0,1 0 0 0 0,-1 0 0 0 0,1 0 1 0 0,-1 0-1 0 0,1 0 0 0 0,-1 0 0 0 0,2-4 1 0 0,4-11 84 0 0,-2 1 0 0 0,1-1 0 0 0,-2 0 0 0 0,0-1 1 0 0,-1 1-1 0 0,-1-1 0 0 0,0-32 0 0 0,2-5-248 0 0,-4 53-57 0 0,1-8-243 0 0,8 14-6264 0 0,-2 2 6047 0 0,3 0-2847 0 0,-1-2 827 0 0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3:27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0 592 0 0,'0'0'5485'0'0,"-3"5"-4995"0"0,0 2-316 0 0,1 1-1 0 0,-1-1 1 0 0,1 0-1 0 0,0 1 1 0 0,1 0 0 0 0,-1-1-1 0 0,2 1 1 0 0,-1 0-1 0 0,1 0 1 0 0,0-1-1 0 0,1 1 1 0 0,0 0 0 0 0,0 0-1 0 0,0-1 1 0 0,1 1-1 0 0,3 7 1 0 0,-4-10-107 0 0,1-1 0 0 0,0 1 1 0 0,0 0-1 0 0,0-1 1 0 0,0 0-1 0 0,1 1 0 0 0,-1-1 1 0 0,1 0-1 0 0,0 0 0 0 0,1-1 1 0 0,-1 1-1 0 0,0-1 0 0 0,1 1 1 0 0,0-1-1 0 0,0 0 0 0 0,0-1 1 0 0,0 1-1 0 0,0-1 1 0 0,1 1-1 0 0,-1-1 0 0 0,1-1 1 0 0,0 1-1 0 0,-1-1 0 0 0,1 1 1 0 0,0-1-1 0 0,0-1 0 0 0,7 1 1 0 0,-10-1 116 0 0,28-12 421 0 0,-27 9-499 0 0,0 0 0 0 0,0-1 1 0 0,0 0-1 0 0,0 1 0 0 0,-1-1 0 0 0,1 0 0 0 0,-1-1 0 0 0,0 1 0 0 0,0 0 1 0 0,-1 0-1 0 0,1-1 0 0 0,-1 1 0 0 0,0-1 0 0 0,0 1 0 0 0,-1-1 0 0 0,1 0 1 0 0,-1 1-1 0 0,0-1 0 0 0,0 0 0 0 0,0 1 0 0 0,-2-8 0 0 0,0 2 4 0 0,1 1 0 0 0,-1 0-1 0 0,-1 0 1 0 0,0-1 0 0 0,0 2 0 0 0,-1-1-1 0 0,0 0 1 0 0,0 1 0 0 0,-8-11-1 0 0,11 17-299 0 0,-6-3-213 0 0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3:27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53 252 0 0,'0'0'921'0'0,"16"25"3841"0"0,-14-19-4624 0 0,0 0 1 0 0,1 0 0 0 0,0 0 0 0 0,0-1-1 0 0,1 1 1 0 0,0-1 0 0 0,0 0 0 0 0,0 0-1 0 0,0 0 1 0 0,1-1 0 0 0,0 1 0 0 0,0-1 0 0 0,0 0-1 0 0,0 0 1 0 0,0-1 0 0 0,1 0 0 0 0,0 0-1 0 0,0 0 1 0 0,0-1 0 0 0,9 3 0 0 0,-7-2-31 0 0,0 0 0 0 0,0-1 0 0 0,1-1 1 0 0,-1 0-1 0 0,0 0 0 0 0,1 0 0 0 0,-1-1 0 0 0,0 0 1 0 0,1-1-1 0 0,-1 1 0 0 0,0-2 0 0 0,0 1 1 0 0,1-1-1 0 0,-1-1 0 0 0,8-2 0 0 0,-14 3-2 0 0,1 0 0 0 0,0 0 0 0 0,0 0-1 0 0,0 0 1 0 0,-1-1 0 0 0,1 1 0 0 0,-1-1 0 0 0,0 1-1 0 0,0-1 1 0 0,0 0 0 0 0,0 0 0 0 0,0 0 0 0 0,-1 0-1 0 0,1 0 1 0 0,-1 0 0 0 0,0 0 0 0 0,0-1 0 0 0,1-5-1 0 0,0 1 131 0 0,-1 1-1 0 0,-1-1 1 0 0,1 0-1 0 0,-1 0 1 0 0,0 0-1 0 0,-3-11 1 0 0,3 16-176 0 0,-1 0 1 0 0,0 0 0 0 0,-1 1 0 0 0,1-1 0 0 0,-1 0 0 0 0,1 1-1 0 0,-1-1 1 0 0,0 1 0 0 0,1-1 0 0 0,-4-2 0 0 0,-1-2-8 0 0,5 6-101 0 0,-4-6-98 0 0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3:28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0 107 952 0 0,'0'0'942'0'0,"8"3"1660"0"0,6 5-563 0 0,21 108 1982 0 0,-31-104-2015 0 0,-1-15-971 0 0,-1-30-771 0 0,5-30-239 0 0,-5 45 94 0 0,-1 14-108 0 0,-1 1 1 0 0,0 0-1 0 0,1-1 1 0 0,0 1-1 0 0,-1 0 1 0 0,1 0-1 0 0,1 0 1 0 0,-1 0-1 0 0,0 0 1 0 0,1 0-1 0 0,2-4 1 0 0,2-1 4 0 0,-5 7-19 0 0,0 1 0 0 0,0-1-1 0 0,0 0 1 0 0,0 0 0 0 0,0 1-1 0 0,0-1 1 0 0,0 0-1 0 0,0 1 1 0 0,1 0 0 0 0,-1-1-1 0 0,0 1 1 0 0,1 0 0 0 0,-1-1-1 0 0,0 1 1 0 0,0 0 0 0 0,1 0-1 0 0,-1 0 1 0 0,0 0 0 0 0,1 0-1 0 0,-1 0 1 0 0,0 1 0 0 0,1-1-1 0 0,-1 0 1 0 0,0 1 0 0 0,0-1-1 0 0,1 1 1 0 0,-1-1-1 0 0,0 1 1 0 0,0-1 0 0 0,0 1-1 0 0,0 0 1 0 0,0 0 0 0 0,2 1-1 0 0,40 37-240 0 0,-26-22 30 0 0,-10-10 118 0 0,2 0 0 0 0,-1 0 1 0 0,1-1-1 0 0,0 0 0 0 0,0-1 1 0 0,1 0-1 0 0,-1 0 0 0 0,1-1 0 0 0,0 0 1 0 0,1-1-1 0 0,-1 0 0 0 0,1 0 1 0 0,11 0-1 0 0,-20-3 147 0 0,23-14 434 0 0,-22 6-323 0 0,-1 1 0 0 0,1 0 0 0 0,-1-1 0 0 0,-1 1 1 0 0,1-1-1 0 0,-1 0 0 0 0,-1 1 0 0 0,1-1 1 0 0,-2 0-1 0 0,0-7 0 0 0,0-7 24 0 0,-2 1 1 0 0,-8-33-1 0 0,10 52-741 0 0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3:31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11 127 144 0 0,'-10'-20'6475'0'0,"10"20"-6379"0"0,0 0 0 0 0,0-1 0 0 0,0 1 1 0 0,0 0-1 0 0,0-1 0 0 0,0 1 1 0 0,0 0-1 0 0,0-1 0 0 0,0 1 0 0 0,1 0 1 0 0,-1-1-1 0 0,0 1 0 0 0,0 0 0 0 0,0-1 1 0 0,0 1-1 0 0,1 0 0 0 0,-1 0 0 0 0,0-1 1 0 0,0 1-1 0 0,0 0 0 0 0,1 0 0 0 0,-1-1 1 0 0,0 1-1 0 0,1 0 0 0 0,-1 0 1 0 0,0 0-1 0 0,0 0 0 0 0,1-1 0 0 0,-1 1 1 0 0,0 0-1 0 0,1 0 0 0 0,-1 0 0 0 0,1 0 1 0 0,41 3 1179 0 0,-13 1-1112 0 0,411-24 1005 0 0,-290 8-978 0 0,-22 1 144 0 0,-126 11-271 0 0,-25-16-750 0 0,-27-8-137 0 0,-7 2 116 0 0,56 22 648 0 0,19 8-237 0 0,-15-6 308 0 0,0 0 0 0 0,0 0 0 0 0,0 0 0 0 0,-1 1 1 0 0,1-1-1 0 0,-1 1 0 0 0,1 0 0 0 0,-1-1 0 0 0,0 1 1 0 0,0 0-1 0 0,0 1 0 0 0,0-1 0 0 0,-1 0 1 0 0,1 0-1 0 0,-1 1 0 0 0,0-1 0 0 0,0 1 0 0 0,0-1 1 0 0,-1 1-1 0 0,1-1 0 0 0,-1 1 0 0 0,0-1 0 0 0,0 1 1 0 0,0 0-1 0 0,0-1 0 0 0,-1 1 0 0 0,1-1 0 0 0,-1 1 1 0 0,-1 4-1 0 0,0 0-29 0 0,-1 0-1 0 0,0 0 1 0 0,0 0 0 0 0,-1-1-1 0 0,0 1 1 0 0,0-1 0 0 0,-1 0-1 0 0,0 0 1 0 0,0 0 0 0 0,0-1 0 0 0,-8 7-1 0 0,-10 9-802 0 0,-5 6-1024 0 0,7-16-2240 0 0,10-8 1874 0 0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3:32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3 944 0 0,'0'0'5909'0'0,"0"0"-5842"0"0,0 0 1 0 0,1 0-1 0 0,-1 0 0 0 0,0-1 0 0 0,0 1 0 0 0,0 0 0 0 0,1 0 0 0 0,-1 0 0 0 0,0 0 1 0 0,0-1-1 0 0,1 1 0 0 0,-1 0 0 0 0,0 0 0 0 0,0 0 0 0 0,1 0 0 0 0,-1 0 0 0 0,0 0 0 0 0,0 0 1 0 0,1 0-1 0 0,-1 0 0 0 0,0 0 0 0 0,0 0 0 0 0,1 0 0 0 0,-1 0 0 0 0,0 0 0 0 0,1 0 1 0 0,-1 0-1 0 0,0 0 0 0 0,0 0 0 0 0,1 0 0 0 0,-1 0 0 0 0,0 1 0 0 0,0-1 0 0 0,1 0 1 0 0,-1 0-1 0 0,0 0 0 0 0,0 0 0 0 0,0 0 0 0 0,1 1 0 0 0,-1-1 0 0 0,0 0 0 0 0,0 1 1 0 0,10 31 486 0 0,-1 0 0 0 0,-2 1 0 0 0,-1 0 1 0 0,2 57-1 0 0,0-11-81 0 0,-10-30 1087 0 0,-10-88-1588 0 0,8 23-26 0 0,0 0 0 0 0,-2 0 0 0 0,0 1 0 0 0,-13-25 0 0 0,18 37 42 0 0,-1 0-1 0 0,0 0 0 0 0,0 0 0 0 0,0 1 0 0 0,-1-1 0 0 0,1 0 0 0 0,-1 1 1 0 0,0 0-1 0 0,1-1 0 0 0,-1 1 0 0 0,0 0 0 0 0,0 1 0 0 0,0-1 1 0 0,-1 0-1 0 0,1 1 0 0 0,0 0 0 0 0,-1-1 0 0 0,1 1 0 0 0,0 1 0 0 0,-1-1 1 0 0,1 0-1 0 0,-1 1 0 0 0,0 0 0 0 0,1 0 0 0 0,-1 0 0 0 0,1 0 0 0 0,-7 1 1 0 0,2 1-5 0 0,-1 0 0 0 0,1 0 0 0 0,-1 1 1 0 0,1 0-1 0 0,0 0 0 0 0,0 1 0 0 0,0 0 1 0 0,0 0-1 0 0,1 1 0 0 0,0 0 0 0 0,0 0 1 0 0,0 1-1 0 0,0 0 0 0 0,1 0 0 0 0,0 1 1 0 0,-5 7-1 0 0,10-13 13 0 0,0 1 0 0 0,0-1 0 0 0,0 1 0 0 0,1 0 0 0 0,-1-1 1 0 0,0 1-1 0 0,1-1 0 0 0,0 1 0 0 0,-1 0 0 0 0,1 0 0 0 0,0-1 0 0 0,0 1 0 0 0,0 0 1 0 0,0 0-1 0 0,0-1 0 0 0,0 1 0 0 0,0 0 0 0 0,1-1 0 0 0,-1 1 0 0 0,1 0 0 0 0,-1-1 0 0 0,1 1 1 0 0,0 0-1 0 0,-1-1 0 0 0,1 1 0 0 0,0-1 0 0 0,0 1 0 0 0,0-1 0 0 0,0 0 0 0 0,0 1 1 0 0,1-1-1 0 0,-1 0 0 0 0,2 2 0 0 0,1 1-86 0 0,1-1 0 0 0,-1 0 0 0 0,0 0 1 0 0,1 0-1 0 0,0 0 0 0 0,0-1 0 0 0,0 1 0 0 0,0-1 1 0 0,6 1-1 0 0,51 5-2227 0 0,-20-11-2982 0 0,-24-2 2511 0 0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3:32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17 16 0 0,'0'0'1651'0'0,"-1"-1"-1393"0"0,0 0 0 0 0,0 0 0 0 0,0 0 0 0 0,-1 1 0 0 0,1-1-1 0 0,0 0 1 0 0,-1 1 0 0 0,1 0 0 0 0,0-1 0 0 0,-1 1 0 0 0,1 0-1 0 0,0-1 1 0 0,-3 1 0 0 0,0 1-67 0 0,0 1 0 0 0,1 0 1 0 0,-1-1-1 0 0,0 1 0 0 0,1 0 0 0 0,-1 1 0 0 0,1-1 0 0 0,-1 1 0 0 0,1-1 0 0 0,0 1 1 0 0,0 0-1 0 0,1 0 0 0 0,-1 1 0 0 0,0-1 0 0 0,1 0 0 0 0,0 1 0 0 0,0 0 0 0 0,0-1 1 0 0,0 1-1 0 0,1 0 0 0 0,-1 0 0 0 0,1 0 0 0 0,-1 4 0 0 0,2-6-170 0 0,0 0 0 0 0,0 0 0 0 0,0 0 0 0 0,0 0 0 0 0,1 0 0 0 0,-1 0 0 0 0,0 0-1 0 0,1 0 1 0 0,0 0 0 0 0,-1 0 0 0 0,1 0 0 0 0,0 0 0 0 0,0 0 0 0 0,0-1 0 0 0,0 1 0 0 0,0 0 0 0 0,0-1 0 0 0,1 1-1 0 0,-1-1 1 0 0,1 1 0 0 0,-1-1 0 0 0,3 2 0 0 0,0 1-15 0 0,0-1 0 0 0,0 0 0 0 0,0 0 0 0 0,0 0 0 0 0,1-1-1 0 0,-1 1 1 0 0,7 1 0 0 0,-7-3 16 0 0,0-1-1 0 0,0 1 1 0 0,1-1 0 0 0,-1 0-1 0 0,0 0 1 0 0,0 0-1 0 0,0-1 1 0 0,1 0-1 0 0,-1 1 1 0 0,0-2-1 0 0,0 1 1 0 0,0 0 0 0 0,0-1-1 0 0,0 1 1 0 0,-1-1-1 0 0,1 0 1 0 0,0-1-1 0 0,5-4 1 0 0,-7 6 29 0 0,0-1 0 0 0,0 0 0 0 0,0 1 1 0 0,0-1-1 0 0,0 0 0 0 0,-1 0 0 0 0,1-1 0 0 0,-1 1 0 0 0,1 0 1 0 0,-1-1-1 0 0,0 1 0 0 0,0 0 0 0 0,0-1 0 0 0,0 1 0 0 0,0-1 0 0 0,0 0 1 0 0,-1 1-1 0 0,1-1 0 0 0,-1 0 0 0 0,0 1 0 0 0,0-1 0 0 0,0 0 1 0 0,0 1-1 0 0,0-1 0 0 0,-1 0 0 0 0,1 1 0 0 0,-1-1 0 0 0,0 0 1 0 0,0 1-1 0 0,-1-4 0 0 0,-1 1 36 0 0,0 0 1 0 0,0 0 0 0 0,-1 0-1 0 0,1 1 1 0 0,-1-1 0 0 0,-8-6-1 0 0,7 6-71 0 0,3 3-121 0 0,-4-4-550 0 0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3:32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13 732 0 0,'0'0'3630'0'0,"8"13"-1553"0"0,-9-11-1909 0 0,1 1 1 0 0,-1 0 0 0 0,1 0 0 0 0,0 0-1 0 0,0-1 1 0 0,1 1 0 0 0,-1 0 0 0 0,1 0 0 0 0,-1-1-1 0 0,1 1 1 0 0,0 0 0 0 0,0-1 0 0 0,0 1-1 0 0,0 0 1 0 0,0-1 0 0 0,1 0 0 0 0,-1 1 0 0 0,1-1-1 0 0,0 0 1 0 0,-1 1 0 0 0,4 2 0 0 0,1 2 279 0 0,-5-6-216 0 0,1-1-172 0 0,-1 1 52 0 0,0-1 1 0 0,0 0 0 0 0,0 0 0 0 0,0 0 0 0 0,0 0-1 0 0,0 0 1 0 0,0 0 0 0 0,0 0 0 0 0,0-1 0 0 0,0 1-1 0 0,0 0 1 0 0,-1-1 0 0 0,1 1 0 0 0,0 0 0 0 0,0-1-1 0 0,0 1 1 0 0,0-1 0 0 0,0 1 0 0 0,0-1 0 0 0,-1 0-1 0 0,2 0 1 0 0,1-2 213 0 0,-3-1-38 0 0,0-1 0 0 0,-1 0 0 0 0,1 1 0 0 0,-1-1 0 0 0,0 1 0 0 0,0-1 0 0 0,-4-8 0 0 0,-32-27 58 0 0,21 47-3068 0 0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3:33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92 0 0,'29'18'4217'0'0,"-14"-2"-2770"0"0,-1 0-1 0 0,-1 1 1 0 0,19 31 0 0 0,-10-15 5536 0 0,-20-37-6568 0 0,5-9-317 0 0,-1 0 1 0 0,-1 0-1 0 0,0 0 0 0 0,-1-1 0 0 0,3-15 0 0 0,7-40-4222 0 0,-13 45-2778 0 0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3:37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56 168 0 0,'2'-27'6936'0'0,"-9"8"-4845"0"0,0 10 2219 0 0,8 108-3743 0 0,22 154 1 0 0,-15-181-173 0 0,21 121 1500 0 0,-29-191-1762 0 0,3 8 750 0 0,0-4-1521 0 0,2-17-2930 0 0,0 0 1938 0 0,-1-1-3979 0 0,1-3 1952 0 0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3:40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30 556 0 0,'-2'-20'4398'0'0,"0"11"2496"0"0,25 235-5667 0 0,-18-183-870 0 0,0 64 0 0 0,-1-111-201 0 0,0 0 0 0 0,0 0 0 0 0,0 0 0 0 0,0 1 0 0 0,0 0 0 0 0,1 0 0 0 0,0 0 0 0 0,8-4 0 0 0,58-29-310 0 0,-67 35 145 0 0,0-1-1 0 0,-1 1 0 0 0,1 0 1 0 0,0-1-1 0 0,0 2 1 0 0,0-1-1 0 0,0 0 0 0 0,0 1 1 0 0,0 0-1 0 0,0 0 0 0 0,0 0 1 0 0,0 0-1 0 0,0 1 0 0 0,0-1 1 0 0,0 1-1 0 0,0 0 1 0 0,0 1-1 0 0,0-1 0 0 0,0 0 1 0 0,-1 1-1 0 0,1 0 0 0 0,-1 0 1 0 0,1 0-1 0 0,-1 0 0 0 0,0 1 1 0 0,0-1-1 0 0,0 1 1 0 0,0 0-1 0 0,0 0 0 0 0,4 6 1 0 0,-6-7 8 0 0,-1-1 0 0 0,1 0 1 0 0,-1 0-1 0 0,0 0 0 0 0,0 0 1 0 0,0 1-1 0 0,0-1 1 0 0,0 0-1 0 0,0 0 0 0 0,0 0 1 0 0,0 1-1 0 0,0-1 0 0 0,-1 0 1 0 0,1 0-1 0 0,0 0 0 0 0,-1 0 1 0 0,1 0-1 0 0,-1 0 1 0 0,1 0-1 0 0,-1 0 0 0 0,-1 2 1 0 0,-17 22 33 0 0,17-22-13 0 0,-4 3-19 0 0,0 0 0 0 0,0-1 0 0 0,0 1-1 0 0,-1-1 1 0 0,1-1 0 0 0,-1 1 0 0 0,-1-1 0 0 0,1 0 0 0 0,-13 4-1 0 0,-71 16-31 0 0,82-22 10 0 0,6-1-142 0 0,1-1 0 0 0,0 0 0 0 0,-1 0 0 0 0,1 0 0 0 0,0-1 0 0 0,0 1 0 0 0,-1 0 1 0 0,1-1-1 0 0,0 0 0 0 0,0 1 0 0 0,0-1 0 0 0,0 0 0 0 0,0 0 0 0 0,0 0 0 0 0,-4-3 0 0 0,5 3-701 0 0,2-13-1355 0 0,1 8-1705 0 0,7-5 1042 0 0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3:40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0 184 0 0,'2'1'459'0'0,"0"1"1"0"0,0-1-1 0 0,0 0 0 0 0,-1 1 1 0 0,1-1-1 0 0,0 1 0 0 0,-1 0 1 0 0,1-1-1 0 0,-1 1 0 0 0,0 0 1 0 0,0 0-1 0 0,1 0 0 0 0,-1 0 1 0 0,0 0-1 0 0,-1 0 0 0 0,2 4 1 0 0,8 44 1752 0 0,2 1-765 0 0,-12-50-1385 0 0,-1 18-1741 0 0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3:40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65 716 0 0,'0'-57'8835'0'0,"6"49"-9838"0"0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3:41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65 588 0 0,'8'8'995'0'0,"5"6"802"0"0,0 1 0 0 0,18 29 1249 0 0,-27-38-2485 0 0,-2-10 2634 0 0,0-8-2967 0 0,0 0 1 0 0,0-1-1 0 0,1 1 0 0 0,9-23 1 0 0,-10 30-469 0 0,1 1 0 0 0,-1-1 0 0 0,1 1 0 0 0,0 0 0 0 0,0 0 0 0 0,7-6 0 0 0,-7 7-427 0 0,0 0 1 0 0,1 1-1 0 0,-1-1 1 0 0,1 1-1 0 0,0 0 1 0 0,-1 0-1 0 0,1 0 1 0 0,0 0-1 0 0,5 0 1 0 0,5-2-2022 0 0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3:41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77 114 32 0 0,'-4'3'795'0'0,"-2"1"-772"0"0,-37 27 4168 0 0,41-30-3971 0 0,0 1 0 0 0,0 0 0 0 0,0 1 0 0 0,0-1 0 0 0,0 0 0 0 0,1 0 0 0 0,-1 1 0 0 0,1-1 0 0 0,-1 1 0 0 0,1 0 0 0 0,0-1 0 0 0,0 1 0 0 0,0 0 0 0 0,1 0 0 0 0,-1-1 0 0 0,0 6 0 0 0,1-6 14 0 0,6 5 199 0 0,-5-6-375 0 0,1 1-1 0 0,-1 0 1 0 0,1 0 0 0 0,-1-1 0 0 0,1 1 0 0 0,0-1 0 0 0,-1 1 0 0 0,1-1 0 0 0,0 0-1 0 0,3 2 1 0 0,-2-3-23 0 0,0 0 0 0 0,0 1-1 0 0,0-2 1 0 0,-1 1 0 0 0,1 0 0 0 0,0 0-1 0 0,0-1 1 0 0,0 0 0 0 0,-1 1-1 0 0,1-1 1 0 0,0 0 0 0 0,-1 0-1 0 0,1-1 1 0 0,-1 1 0 0 0,1 0 0 0 0,-1-1-1 0 0,0 0 1 0 0,3-1 0 0 0,0-2-22 0 0,-1 0 1 0 0,1 0-1 0 0,-1 0 0 0 0,-1 0 1 0 0,1 0-1 0 0,-1-1 1 0 0,6-11-1 0 0,-4 4 322 0 0,0-1 1 0 0,-1 0-1 0 0,0 0 0 0 0,-1-1 0 0 0,0 1 1 0 0,0-27-1 0 0,-7 11 2179 0 0,2 36-2586 0 0,-1 1 0 0 0,1 0 0 0 0,0-1 0 0 0,1 1 0 0 0,0 0 0 0 0,0 0 0 0 0,0 0 0 0 0,1 0 0 0 0,0 0 0 0 0,0 0 0 0 0,2 9 0 0 0,8 34-2540 0 0,7-2-3882 0 0,-11-34 3264 0 0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3:42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7 724 0 0,'3'-6'10296'0'0,"16"66"-9566"0"0,-3 0-1 0 0,-2 1 1 0 0,9 100 0 0 0,-9-59-175 0 0,-3-26 252 0 0,1 92-1 0 0,-16-99 845 0 0,4-67-803 0 0,-1-12-4032 0 0,2-16 62 0 0,-3 4-2401 0 0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3:44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43 832 0 0,'-1'-43'10628'0'0,"1"107"-7766"0"0,1 45-2711 0 0,6-38 74 0 0,-3-28 27 0 0,14 69-1 0 0,-18-77-27 0 0,0-33 883 0 0,4-7-1086 0 0,13-16-27 0 0,-7 8-35 0 0,-1 0 1 0 0,2 1-1 0 0,0 0 0 0 0,0 0 0 0 0,1 2 0 0 0,0-1 0 0 0,1 1 0 0 0,22-12 0 0 0,-33 21 30 0 0,-1 1-1 0 0,1-1 1 0 0,0 1 0 0 0,0-1-1 0 0,0 1 1 0 0,-1 0 0 0 0,1 0 0 0 0,0 0-1 0 0,0 0 1 0 0,0 0 0 0 0,0 0 0 0 0,0 1-1 0 0,-1-1 1 0 0,1 1 0 0 0,0-1-1 0 0,0 1 1 0 0,-1 0 0 0 0,1-1 0 0 0,0 1-1 0 0,-1 0 1 0 0,1 0 0 0 0,0 0-1 0 0,-1 0 1 0 0,0 1 0 0 0,1-1 0 0 0,-1 0-1 0 0,0 1 1 0 0,1-1 0 0 0,-1 0 0 0 0,0 1-1 0 0,0 0 1 0 0,1 2 0 0 0,4 7-18 0 0,0 1 1 0 0,0 0 0 0 0,6 21 0 0 0,-3-8 12 0 0,-5-9-390 0 0,5 11-1546 0 0,-9-26 1675 0 0,0 0 0 0 0,1-1 0 0 0,-1 1 0 0 0,1 0 0 0 0,-1 0 0 0 0,1-1 0 0 0,-1 1 0 0 0,1-1 0 0 0,-1 1 0 0 0,1 0 0 0 0,0-1 0 0 0,-1 1 0 0 0,1-1 0 0 0,0 0 0 0 0,-1 1 0 0 0,1-1 0 0 0,0 1 0 0 0,0-1 0 0 0,-1 0 0 0 0,1 0 0 0 0,0 1 0 0 0,0-1 0 0 0,0 0 0 0 0,-1 0 0 0 0,1 0 0 0 0,0 0 0 0 0,0 0 0 0 0,1 0-1 0 0,9-1-2696 0 0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3:45.4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29 346 444 0 0,'0'0'3320'0'0,"-2"-7"-2452"0"0,-3 7 3735 0 0,2 4-4517 0 0,0 1 1 0 0,1 0 0 0 0,-1 0-1 0 0,1-1 1 0 0,0 2 0 0 0,1-1-1 0 0,-1 0 1 0 0,1 0-1 0 0,0 1 1 0 0,0-1 0 0 0,1 0-1 0 0,-1 1 1 0 0,1-1-1 0 0,1 0 1 0 0,-1 1 0 0 0,1-1-1 0 0,0 1 1 0 0,0-1-1 0 0,0 0 1 0 0,4 10 0 0 0,-3-11-32 0 0,-1 0 1 0 0,1-1-1 0 0,0 1 1 0 0,0 0 0 0 0,1-1-1 0 0,-1 1 1 0 0,1-1-1 0 0,-1 0 1 0 0,1 0 0 0 0,0 0-1 0 0,0 0 1 0 0,6 3-1 0 0,-8-5 59 0 0,1-1-73 0 0,-1 0-1 0 0,1 0 0 0 0,-1 0 0 0 0,1-1 0 0 0,0 1 0 0 0,-1 0 0 0 0,1-1 0 0 0,-1 1 0 0 0,1-1 0 0 0,-1 0 0 0 0,0 1 0 0 0,1-1 0 0 0,-1 0 1 0 0,1 0-1 0 0,-1 0 0 0 0,2-2 0 0 0,1-4 60 0 0,0-1 0 0 0,0 1 0 0 0,-1-1 0 0 0,0 0 0 0 0,0 0-1 0 0,-1 0 1 0 0,0 0 0 0 0,-1-1 0 0 0,1-14 0 0 0,-4-83 367 0 0,-1 40-280 0 0,3 41-139 0 0,0 5-5 0 0,0 1 0 0 0,1 0 0 0 0,5-27 0 0 0,-4 39-46 0 0,0 1 0 0 0,0-1 0 0 0,0 0 0 0 0,1 1 0 0 0,0 0 1 0 0,1 0-1 0 0,-1 0 0 0 0,1 0 0 0 0,0 0 0 0 0,1 1 0 0 0,-1 0 0 0 0,1-1 1 0 0,6-3-1 0 0,-10 8-1 0 0,0 0 0 0 0,1 0-1 0 0,-1 0 1 0 0,1 0 0 0 0,-1 0 0 0 0,1 0 0 0 0,-1 0 0 0 0,1 1 0 0 0,0-1 0 0 0,-1 1 0 0 0,1-1 0 0 0,0 1 0 0 0,-1 0 0 0 0,1 0 0 0 0,0 0 0 0 0,0 0 0 0 0,-1 0 0 0 0,1 0 0 0 0,0 0 0 0 0,0 0 0 0 0,-1 1 0 0 0,1-1-1 0 0,0 1 1 0 0,-1-1 0 0 0,1 1 0 0 0,-1-1 0 0 0,1 1 0 0 0,-1 0 0 0 0,1 0 0 0 0,-1 0 0 0 0,1 0 0 0 0,-1 0 0 0 0,0 0 0 0 0,1 0 0 0 0,-1 1 0 0 0,0-1 0 0 0,0 0 0 0 0,2 4 0 0 0,4 4-11 0 0,0 0 0 0 0,-1 1 1 0 0,0 0-1 0 0,5 13 0 0 0,-10-20 11 0 0,10 23-7 0 0,-2 1 0 0 0,-1 0 0 0 0,0 0 0 0 0,-3 1 0 0 0,5 41 0 0 0,10 57-4 0 0,-19-123 21 0 0,-1-1 0 0 0,1 1 0 0 0,-1-1 0 0 0,1 1 0 0 0,0-1 0 0 0,0 0 1 0 0,0 1-1 0 0,0-1 0 0 0,0 0 0 0 0,1 0 0 0 0,-1 1 0 0 0,1-1 0 0 0,0 0 0 0 0,-1 0 0 0 0,1-1 0 0 0,0 1 0 0 0,0 0 0 0 0,0-1 0 0 0,0 1 1 0 0,0-1-1 0 0,1 1 0 0 0,-1-1 0 0 0,0 0 0 0 0,1 0 0 0 0,4 1 0 0 0,-3-1 4 0 0,1-1 1 0 0,-1 0-1 0 0,1 0 1 0 0,-1 0-1 0 0,1-1 0 0 0,-1 1 1 0 0,1-1-1 0 0,-1 0 1 0 0,1 0-1 0 0,-1-1 0 0 0,0 1 1 0 0,1-1-1 0 0,-1 0 1 0 0,6-4-1 0 0,3-2 62 0 0,1-1-1 0 0,-2-1 1 0 0,1 0 0 0 0,-2-1-1 0 0,1 0 1 0 0,-1 0 0 0 0,18-26-1 0 0,-29 37-58 0 0,0-1 1 0 0,0 1-1 0 0,1 0 0 0 0,-1 0 0 0 0,0 0 0 0 0,0-1 0 0 0,0 1 0 0 0,1 0 0 0 0,-1 0 0 0 0,0-1 1 0 0,0 1-1 0 0,0 0 0 0 0,0-1 0 0 0,0 1 0 0 0,0 0 0 0 0,0-1 0 0 0,1 1 0 0 0,-1 0 0 0 0,0 0 1 0 0,0-1-1 0 0,0 1 0 0 0,0 0 0 0 0,0-1 0 0 0,0 1 0 0 0,0 0 0 0 0,-1-1 0 0 0,1 1 0 0 0,0 0 1 0 0,0-1-1 0 0,0 1 0 0 0,0 0 0 0 0,0 0 0 0 0,0-1 0 0 0,-1 1 0 0 0,1 0 0 0 0,0 0 0 0 0,0-1 1 0 0,0 1-1 0 0,-1 0 0 0 0,1 0 0 0 0,0-1 0 0 0,0 1 0 0 0,-1 0 0 0 0,1 0 0 0 0,0 0 0 0 0,0 0 0 0 0,-1-1 1 0 0,1 1-1 0 0,0 0 0 0 0,-1 0 0 0 0,1 0 0 0 0,-1 0 0 0 0,-10-2 162 0 0,8 2-93 0 0,-11 18-22 0 0,14-16-142 0 0,-1 1-1 0 0,1 0 1 0 0,0 0-1 0 0,1 0 1 0 0,-1 0-1 0 0,0 0 1 0 0,1 0-1 0 0,0 0 1 0 0,-1-1-1 0 0,1 1 1 0 0,0 0-1 0 0,1-1 1 0 0,-1 1-1 0 0,0 0 1 0 0,1-1-1 0 0,-1 1 1 0 0,1-1-1 0 0,0 0 1 0 0,0 0-1 0 0,0 0 0 0 0,0 0 1 0 0,0 0-1 0 0,4 3 1 0 0,1-1-810 0 0,-1 0-1 0 0,1-1 1 0 0,0 1-1 0 0,1-1 1 0 0,-1-1-1 0 0,1 1 1 0 0,-1-1 0 0 0,9 1-1 0 0,15 2-2470 0 0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3:56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52 476 0 0,'0'0'2700'0'0,"-1"-13"4989"0"0,14 28-7486 0 0,-2 0 0 0 0,1 1 0 0 0,15 32 1 0 0,10 12 82 0 0,79 110 505 0 0,-116-169-735 0 0,0-1 0 0 0,1 1 0 0 0,-1-1 0 0 0,0 1 0 0 0,0-1 0 0 0,1 1 0 0 0,-1-1 0 0 0,0 1 0 0 0,1-1 0 0 0,-1 1 0 0 0,0-1 0 0 0,1 0 0 0 0,-1 1 1 0 0,1-1-1 0 0,-1 0 0 0 0,1 1 0 0 0,-1-1 0 0 0,0 0 0 0 0,1 0 0 0 0,-1 1 0 0 0,1-1 0 0 0,0 0 0 0 0,-1 0 0 0 0,1 0 0 0 0,-1 0 0 0 0,1 1 0 0 0,-1-1 1 0 0,1 0-1 0 0,-1 0 0 0 0,1 0 0 0 0,-1 0 0 0 0,1 0 0 0 0,-1-1 0 0 0,1 1 0 0 0,0 0 0 0 0,-1 0 0 0 0,1 0 0 0 0,-1 0 0 0 0,1-1 0 0 0,0 1 1 0 0,18-25 759 0 0,9-49-579 0 0,-25 65-25 0 0,14-42-694 0 0,-2-2-1 0 0,13-90 1 0 0,-23 128-1809 0 0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3:57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0 154 520 0 0,'0'0'2243'0'0,"15"0"1242"0"0,-4-5-2835 0 0,1 0 1 0 0,-1-2-1 0 0,0 1 0 0 0,0-1 0 0 0,-1-1 1 0 0,0 0-1 0 0,17-17 0 0 0,-23 21-440 0 0,-1 0 0 0 0,0 0-1 0 0,0 0 1 0 0,0 0-1 0 0,0-1 1 0 0,0 1 0 0 0,-1-1-1 0 0,0 0 1 0 0,2-8 0 0 0,-3 11 262 0 0,-19-1-309 0 0,17 3-154 0 0,0-1 0 0 0,-1 1 1 0 0,1-1-1 0 0,0 1 0 0 0,-1 0 1 0 0,1 0-1 0 0,0-1 0 0 0,-1 1 0 0 0,1 0 1 0 0,-1 0-1 0 0,1 0 0 0 0,0 0 0 0 0,-1 1 1 0 0,1-1-1 0 0,-1 0 0 0 0,1 1 1 0 0,0-1-1 0 0,-1 1 0 0 0,1-1 0 0 0,0 1 1 0 0,0-1-1 0 0,-1 1 0 0 0,1 0 0 0 0,0 0 1 0 0,0-1-1 0 0,0 1 0 0 0,0 0 1 0 0,0 0-1 0 0,0 0 0 0 0,-1 2 0 0 0,-4 5 1 0 0,3-6-12 0 0,1 1 0 0 0,-1 0 1 0 0,1 0-1 0 0,0 0 0 0 0,0 0 0 0 0,0 1 0 0 0,0-1 1 0 0,1 1-1 0 0,-1-1 0 0 0,1 1 0 0 0,0-1 0 0 0,0 1 1 0 0,0 0-1 0 0,1-1 0 0 0,-1 1 0 0 0,1 0 1 0 0,0 0-1 0 0,0-1 0 0 0,0 1 0 0 0,0 0 0 0 0,1 0 1 0 0,0-1-1 0 0,1 6 0 0 0,-1-5-16 0 0,0 1 1 0 0,1-1-1 0 0,-1-1 1 0 0,1 1-1 0 0,0 0 1 0 0,0 0-1 0 0,1-1 0 0 0,-1 1 1 0 0,1-1-1 0 0,-1 1 1 0 0,1-1-1 0 0,0 0 1 0 0,0 0-1 0 0,0-1 0 0 0,1 1 1 0 0,-1-1-1 0 0,1 1 1 0 0,0-1-1 0 0,-1 0 0 0 0,1 0 1 0 0,0-1-1 0 0,0 1 1 0 0,0-1-1 0 0,0 0 1 0 0,0 0-1 0 0,7 1 0 0 0,-5-2 5 0 0,1 1 0 0 0,-1-1 0 0 0,1 0 0 0 0,-1-1 0 0 0,1 1-1 0 0,-1-1 1 0 0,1-1 0 0 0,-1 1 0 0 0,1-1 0 0 0,-1 0-1 0 0,0-1 1 0 0,0 1 0 0 0,0-1 0 0 0,0 0 0 0 0,-1-1-1 0 0,8-5 1 0 0,9-12-83 0 0,-1-1 1 0 0,-1-1-1 0 0,32-47 0 0 0,-51 69 65 0 0,2 1-22 0 0,0 1 38 0 0,0 0-1 0 0,0 1 1 0 0,0-1-1 0 0,0 0 1 0 0,0 1-1 0 0,0 0 0 0 0,0 0 1 0 0,-1 0-1 0 0,1 0 1 0 0,-1 0-1 0 0,1 0 1 0 0,-1 0-1 0 0,0 1 1 0 0,0-1-1 0 0,3 6 0 0 0,1-1 20 0 0,0 0-1 0 0,0-1 0 0 0,1 0 0 0 0,0 0 0 0 0,11 7 0 0 0,-16-12 0 0 0,-1 0 1 0 0,1-1-1 0 0,0 1 1 0 0,-1-1-1 0 0,1 0 1 0 0,-1 1-1 0 0,1-1 1 0 0,0 0-1 0 0,-1 0 0 0 0,1 0 1 0 0,0 0-1 0 0,-1 0 1 0 0,1 0-1 0 0,-1-1 1 0 0,1 1-1 0 0,0-1 1 0 0,-1 1-1 0 0,1-1 1 0 0,-1 1-1 0 0,1-1 0 0 0,-1 0 1 0 0,0 0-1 0 0,1 0 1 0 0,-1 0-1 0 0,0 0 1 0 0,1 0-1 0 0,-1 0 1 0 0,0 0-1 0 0,0 0 1 0 0,0 0-1 0 0,0-1 0 0 0,1-1 1 0 0,5-7-76 0 0,-1 0 0 0 0,0 0 0 0 0,7-18 0 0 0,-4 8-146 0 0,-5 12-288 0 0,4-10 574 0 0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3:57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21 932 0 0,'-2'-20'9900'0'0,"29"326"-7241"0"0,-19-253-2198 0 0,-8-53-452 0 0,0 0 0 0 0,0 1 0 0 0,0-1 0 0 0,1 0 0 0 0,-1 0 0 0 0,0 1 0 0 0,0-1 0 0 0,0 0 0 0 0,0 0 0 0 0,1 1 1 0 0,-1-1-1 0 0,0 0 0 0 0,0 0 0 0 0,0 1 0 0 0,1-1 0 0 0,-1 0 0 0 0,0 0 0 0 0,0 0 0 0 0,1 0 0 0 0,-1 1 0 0 0,0-1 0 0 0,1 0 0 0 0,-1 0 0 0 0,0 0 0 0 0,1 0 0 0 0,-1 0 0 0 0,0 0 0 0 0,0 0 0 0 0,1 0 0 0 0,-1 0 1 0 0,0 0-1 0 0,1 0 0 0 0,-1 0 0 0 0,0 0 0 0 0,1 0 0 0 0,-1 0 0 0 0,0 0 0 0 0,0 0 0 0 0,1-1 0 0 0,33-16 23 0 0,-24 11-39 0 0,0 0 1 0 0,0 1-1 0 0,1 1 0 0 0,-1 0 1 0 0,1 0-1 0 0,0 1 0 0 0,16-3 1 0 0,-25 6-2 0 0,1 0 0 0 0,0-1 1 0 0,-1 1-1 0 0,1 0 0 0 0,0 0 0 0 0,-1 1 1 0 0,1-1-1 0 0,0 1 0 0 0,-1-1 1 0 0,1 1-1 0 0,-1 0 0 0 0,1 0 1 0 0,-1 0-1 0 0,1 0 0 0 0,-1 0 0 0 0,0 0 1 0 0,1 1-1 0 0,-1-1 0 0 0,0 1 1 0 0,0 0-1 0 0,2 2 0 0 0,-3-3 2 0 0,-18 28 46 0 0,8-22-194 0 0,0 0 0 0 0,-1-1 0 0 0,0 0 0 0 0,0 0 0 0 0,0-1 0 0 0,-1 0 0 0 0,1-1 0 0 0,-1-1 0 0 0,0 1 1 0 0,-1-2-1 0 0,-16 3 0 0 0,25-5-905 0 0,-9-4-4495 0 0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3:58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37 111 264 0 0,'0'0'751'0'0,"-23"1"2843"0"0,10 3 5028 0 0,13-3-8513 0 0,22 5 55 0 0,0-1-1 0 0,1-1 1 0 0,0-1-1 0 0,45 0 1 0 0,106-10 295 0 0,-121 4-365 0 0,329-38 538 0 0,-376 40-591 0 0,-4 2-29 0 0,-1-1 1 0 0,1 0-1 0 0,0 0 0 0 0,-1 0 0 0 0,1 0 1 0 0,-1 0-1 0 0,1-1 0 0 0,0 1 0 0 0,-1 0 1 0 0,1-1-1 0 0,-1 1 0 0 0,1-1 0 0 0,-1 1 1 0 0,1-1-1 0 0,-1 0 0 0 0,0 0 0 0 0,1 0 1 0 0,-1 0-1 0 0,0 0 0 0 0,1 0 0 0 0,-1 0 1 0 0,0 0-1 0 0,2-2 0 0 0,-4 0-9 0 0,0 1 1 0 0,0 0-1 0 0,0 0 0 0 0,0 0 1 0 0,0 0-1 0 0,0 0 0 0 0,0 0 0 0 0,-1 0 1 0 0,1 1-1 0 0,-1-1 0 0 0,1 0 1 0 0,-1 1-1 0 0,0-1 0 0 0,1 1 1 0 0,-1-1-1 0 0,0 1 0 0 0,-3-1 0 0 0,-43-26 39 0 0,36 22-36 0 0,11 5-14 0 0,0 0 3 0 0,1 1 1 0 0,0 0-1 0 0,-1 0 0 0 0,1 0 0 0 0,0-1 0 0 0,0 1 0 0 0,-1 0 0 0 0,1 0 0 0 0,0 0 0 0 0,-1-1 0 0 0,1 1 0 0 0,0 0 0 0 0,-1 0 0 0 0,1 0 0 0 0,-1 0 0 0 0,1 0 0 0 0,0 0 0 0 0,-1 0 0 0 0,1 0 0 0 0,0 0 0 0 0,-1 0 1 0 0,1 0-1 0 0,-1 0 0 0 0,1 0 0 0 0,0 0 0 0 0,-1 0 0 0 0,1 1 0 0 0,0-1 0 0 0,-1 0 0 0 0,1 0 0 0 0,0 0 0 0 0,-1 1 0 0 0,1 8-160 0 0,1-1 0 0 0,-2 1 0 0 0,1 0 0 0 0,-1 0 0 0 0,-1 0 0 0 0,0-1 0 0 0,0 1 0 0 0,0-1 0 0 0,-1 1 0 0 0,0-1 0 0 0,-1 0 0 0 0,0 0 0 0 0,0 0 0 0 0,-1-1 0 0 0,0 1 0 0 0,0-1 0 0 0,-1 0 0 0 0,0-1 0 0 0,-11 11 0 0 0,-16 9-5913 0 0,19-16 2570 0 0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4:01.2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331 7 540 0 0,'11'-2'9340'0'0,"-17"1"-9245"0"0,0 0 0 0 0,0 0 0 0 0,1 0 0 0 0,-1 1 0 0 0,0-1 0 0 0,0 2 0 0 0,0-1 0 0 0,0 0 0 0 0,1 1 0 0 0,-1 0 0 0 0,0 1 0 0 0,-6 2 0 0 0,4-3-80 0 0,-10 4 118 0 0,1 1 1 0 0,-1 0-1 0 0,1 1 0 0 0,0 1 1 0 0,1 0-1 0 0,-31 22 1 0 0,46-30-128 0 0,-1 1-1 0 0,1 0 1 0 0,0 0 0 0 0,0 0 0 0 0,-1 0 0 0 0,1 0-1 0 0,0 1 1 0 0,0-1 0 0 0,0 0 0 0 0,1 0 0 0 0,-1 1-1 0 0,0-1 1 0 0,0 1 0 0 0,1-1 0 0 0,-1 0 0 0 0,1 1 0 0 0,-1-1-1 0 0,1 1 1 0 0,-1-1 0 0 0,1 1 0 0 0,0 0 0 0 0,0-1-1 0 0,0 4 1 0 0,1-3-3 0 0,-1 1 0 0 0,1-1 0 0 0,0 1 0 0 0,0-1 0 0 0,1 0 0 0 0,-1 1 0 0 0,0-1 0 0 0,1 0 0 0 0,-1 0 0 0 0,1 0 0 0 0,0 0 0 0 0,3 3 0 0 0,6 4-12 0 0,-1-1-1 0 0,2-1 0 0 0,-1 0 0 0 0,15 7 1 0 0,-11-7-14 0 0,-1-1-41 0 0,-1 0 0 0 0,1 1 0 0 0,-1 1 0 0 0,-1 0-1 0 0,0 0 1 0 0,0 1 0 0 0,12 13 0 0 0,-23-21 58 0 0,-1-1 1 0 0,1 1-1 0 0,-1 0 1 0 0,0 0-1 0 0,0 0 1 0 0,1-1-1 0 0,-1 1 1 0 0,0 0-1 0 0,0 0 1 0 0,0 0-1 0 0,0 0 1 0 0,0-1-1 0 0,0 1 1 0 0,0 0 0 0 0,0 0-1 0 0,-1 0 1 0 0,1 0-1 0 0,0-1 1 0 0,0 1-1 0 0,-1 0 1 0 0,1 0-1 0 0,0-1 1 0 0,-1 1-1 0 0,1 0 1 0 0,-1 0-1 0 0,1-1 1 0 0,-1 1-1 0 0,1 0 1 0 0,-1-1-1 0 0,1 1 1 0 0,-1-1-1 0 0,0 1 1 0 0,1-1-1 0 0,-1 1 1 0 0,0-1-1 0 0,0 1 1 0 0,-27 14-6 0 0,9-10-40 0 0,0 0-1 0 0,0-1 1 0 0,0-2-1 0 0,0 0 1 0 0,-1 0-1 0 0,1-2 0 0 0,-1-1 1 0 0,1 0-1 0 0,0-1 1 0 0,0-2-1 0 0,-29-7 1 0 0,47 10-406 0 0,-5-4-442 0 0,19-16-6735 0 0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4:03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10 384 0 0,'9'-10'9670'0'0,"-9"10"-9452"0"0,-7 39 33 0 0,2-1-1 0 0,2 1 1 0 0,1 0-1 0 0,2 0 0 0 0,2 0 1 0 0,1 0-1 0 0,14 58 1 0 0,-12-82-212 0 0,1 0 0 0 0,0 0 0 0 0,1-1 0 0 0,15 21 0 0 0,-20-32-38 0 0,1-1 0 0 0,-1 0 0 0 0,1-1 0 0 0,-1 1-1 0 0,1 0 1 0 0,0-1 0 0 0,-1 1 0 0 0,1-1 0 0 0,0 0 0 0 0,0 0-1 0 0,0 0 1 0 0,0 0 0 0 0,0-1 0 0 0,0 1 0 0 0,0-1 0 0 0,0 0-1 0 0,1 0 1 0 0,-1 0 0 0 0,5-1 0 0 0,2 1-11 0 0,1-1 1 0 0,-1 0-1 0 0,1-1 1 0 0,18-6-1 0 0,-18 5 10 0 0,0-1 0 0 0,0 0 0 0 0,-1-1 0 0 0,0-1 0 0 0,0 1 0 0 0,0-2 0 0 0,-1 1 0 0 0,0-1 0 0 0,0-1 0 0 0,-1 0 0 0 0,0 0 0 0 0,0 0 0 0 0,-1-1 0 0 0,0 0 0 0 0,10-17 0 0 0,-17 25 21 0 0,1 0 0 0 0,0 0 1 0 0,-1-1-1 0 0,1 1 0 0 0,-1 0 1 0 0,0 0-1 0 0,1-1 0 0 0,-1 1 1 0 0,0 0-1 0 0,0-1 0 0 0,0 1 1 0 0,0 0-1 0 0,0-1 0 0 0,0 1 1 0 0,0 0-1 0 0,0-1 0 0 0,0 1 1 0 0,-1 0-1 0 0,1-1 0 0 0,-1 1 0 0 0,1 0 1 0 0,-1 0-1 0 0,1-1 0 0 0,-1 1 1 0 0,0 0-1 0 0,1 0 0 0 0,-1 0 1 0 0,0 0-1 0 0,0 0 0 0 0,0 0 1 0 0,0 0-1 0 0,0 0 0 0 0,0 0 1 0 0,0 0-1 0 0,0 1 0 0 0,-2-2 1 0 0,-2 2-1 0 0,4 0-20 0 0,-1 0 1 0 0,1 0 0 0 0,0 1-1 0 0,-1-1 1 0 0,1 0 0 0 0,-1 1-1 0 0,1-1 1 0 0,-1 1 0 0 0,1-1-1 0 0,0 1 1 0 0,-1 0 0 0 0,1 0-1 0 0,0 0 1 0 0,0 0 0 0 0,0 0-1 0 0,-1 0 1 0 0,1 0 0 0 0,0 0 0 0 0,-1 2-1 0 0,-1-1-6 0 0,1 0 0 0 0,-1 0 0 0 0,1 0 0 0 0,0 0-1 0 0,0 0 1 0 0,-1 1 0 0 0,2-1 0 0 0,-1 1 0 0 0,0-1 0 0 0,0 1-1 0 0,1 0 1 0 0,-1 0 0 0 0,1 0 0 0 0,0 0 0 0 0,0 0 0 0 0,0 0-1 0 0,1 0 1 0 0,-1 0 0 0 0,0 0 0 0 0,1 0 0 0 0,0 0 0 0 0,0 0-1 0 0,0 0 1 0 0,0 1 0 0 0,1-1 0 0 0,-1 0 0 0 0,1 0 0 0 0,0 0-1 0 0,-1 0 1 0 0,1 0 0 0 0,2 3 0 0 0,0-2-17 0 0,-1 0 0 0 0,1 0 0 0 0,0 0 0 0 0,1 0 1 0 0,-1 0-1 0 0,1-1 0 0 0,-1 0 0 0 0,1 1 0 0 0,0-1 0 0 0,0-1 0 0 0,0 1 0 0 0,1-1 1 0 0,-1 1-1 0 0,1-1 0 0 0,-1-1 0 0 0,1 1 0 0 0,0 0 0 0 0,0-1 0 0 0,5 1 1 0 0,4-1-20 0 0,0 0 1 0 0,1 0 0 0 0,-1-1 0 0 0,0-1 0 0 0,0 0 0 0 0,1-1 0 0 0,-1-1 0 0 0,0 0 0 0 0,-1-1 0 0 0,1-1 0 0 0,-1 0 0 0 0,0 0 0 0 0,0-1 0 0 0,0-1 0 0 0,15-11 0 0 0,-22 13 61 0 0,-1 1-1 0 0,0-2 0 0 0,0 1 0 0 0,0 0 0 0 0,0-1 1 0 0,-1 0-1 0 0,0 0 0 0 0,0-1 0 0 0,2-6 0 0 0,-5 12 50 0 0,-1 0-54 0 0,0 1-1 0 0,1 0 1 0 0,-1-1-1 0 0,0 1 1 0 0,0 0-1 0 0,0-1 1 0 0,0 1-1 0 0,0 0 1 0 0,0-1-1 0 0,0 1 0 0 0,0 0 1 0 0,0-1-1 0 0,0 1 1 0 0,0-1-1 0 0,0 1 1 0 0,0 0-1 0 0,0-1 1 0 0,0 1-1 0 0,0 0 1 0 0,0-1-1 0 0,0 1 0 0 0,0 0 1 0 0,0-1-1 0 0,-1 1 1 0 0,1 0-1 0 0,0-1 1 0 0,0 1-1 0 0,0 0 1 0 0,-1 0-1 0 0,1-1 0 0 0,0 1 1 0 0,0 0-1 0 0,-1-1 1 0 0,-1 0-12 0 0,1 1-2 0 0,0-1 0 0 0,0 1 0 0 0,0-1 0 0 0,0 1 0 0 0,0-1 0 0 0,0 1 0 0 0,0 0 0 0 0,0-1 0 0 0,-1 1 0 0 0,1 0 0 0 0,0 0 0 0 0,0 0 0 0 0,0 0 1 0 0,0 0-1 0 0,0 0 0 0 0,-1 0 0 0 0,1 1 0 0 0,0-1 0 0 0,0 0 0 0 0,0 0 0 0 0,0 1 0 0 0,0-1 0 0 0,0 1 0 0 0,0-1 0 0 0,0 1 0 0 0,0-1 0 0 0,0 1 0 0 0,0 0 0 0 0,0 0 0 0 0,1-1 0 0 0,-1 1 0 0 0,0 0 0 0 0,0 0 0 0 0,1 0 0 0 0,-1 0 0 0 0,0 0 0 0 0,1 0 0 0 0,-1 0 0 0 0,1 0 0 0 0,-1 0 0 0 0,1 1 0 0 0,-2 0-10 0 0,1 0-1 0 0,0-1 0 0 0,0 1 1 0 0,0 0-1 0 0,0 0 0 0 0,1-1 1 0 0,-1 1-1 0 0,0 0 0 0 0,1 0 1 0 0,-1 0-1 0 0,1 0 0 0 0,0 0 1 0 0,-1 0-1 0 0,1 0 0 0 0,0 0 1 0 0,0 0-1 0 0,1 0 1 0 0,-1 0-1 0 0,0 0 0 0 0,1 0 1 0 0,-1 0-1 0 0,1 0 0 0 0,-1-1 1 0 0,1 1-1 0 0,0 0 0 0 0,0 0 1 0 0,0 0-1 0 0,0-1 0 0 0,0 1 1 0 0,0 0-1 0 0,1-1 1 0 0,-1 1-1 0 0,0-1 0 0 0,1 0 1 0 0,-1 1-1 0 0,1-1 0 0 0,0 0 1 0 0,-1 0-1 0 0,1 0 0 0 0,0 0 1 0 0,-1 0-1 0 0,4 1 0 0 0,4 1-49 0 0,-1 0 0 0 0,1-1-1 0 0,-1 0 1 0 0,1 0-1 0 0,-1-1 1 0 0,17 0-1 0 0,-18 0 34 0 0,1-2-1 0 0,-1 1 1 0 0,0-1-1 0 0,0 0 1 0 0,0 0-1 0 0,0-1 1 0 0,0 0-1 0 0,0 0 0 0 0,0-1 1 0 0,0 0-1 0 0,-1 0 1 0 0,0 0-1 0 0,1-1 1 0 0,-1 0-1 0 0,6-5 1 0 0,-3 0 170 0 0,-1 0 0 0 0,-1 0 0 0 0,1-1 0 0 0,-1 0 0 0 0,-1 0 0 0 0,0-1 1 0 0,0 0-1 0 0,4-13 0 0 0,-9 13 264 0 0,-1 10-361 0 0,0 0 0 0 0,0 0 0 0 0,0 0 0 0 0,0 0 0 0 0,1 0 0 0 0,-1 0 1 0 0,0 0-1 0 0,0 0 0 0 0,0 0 0 0 0,1 0 0 0 0,-1 0 0 0 0,1 0 0 0 0,-1 1 1 0 0,0-1-1 0 0,1 0 0 0 0,0 0 0 0 0,-1 0 0 0 0,1 0 0 0 0,0 0 0 0 0,1 0 358 0 0,5 29-380 0 0,13 176 94 0 0,-14-168-104 0 0,17 125 128 0 0,-22-142 111 0 0,0-20-30 0 0,-5-24-118 0 0,-2 2-116 0 0,0 0 1 0 0,1-1-1 0 0,2 0 1 0 0,0 1-1 0 0,2-1 0 0 0,0 0 1 0 0,5-36-1 0 0,-3 50-6 0 0,0 0 0 0 0,1 0 0 0 0,0 1 0 0 0,0-1 0 0 0,1 0 0 0 0,1 1-1 0 0,0 0 1 0 0,0 0 0 0 0,0 0 0 0 0,1 0 0 0 0,1 1 0 0 0,0 0 0 0 0,0 0 0 0 0,0 0 0 0 0,1 1 0 0 0,0 0 0 0 0,0 0 0 0 0,1 0-1 0 0,13-8 1 0 0,-18 14 4 0 0,-1 0 0 0 0,0-1 0 0 0,1 1-1 0 0,-1 1 1 0 0,1-1 0 0 0,-1 0-1 0 0,1 0 1 0 0,0 1 0 0 0,-1 0 0 0 0,1-1-1 0 0,0 1 1 0 0,-1 0 0 0 0,1 0-1 0 0,-1 1 1 0 0,1-1 0 0 0,0 0 0 0 0,-1 1-1 0 0,1 0 1 0 0,-1-1 0 0 0,1 1-1 0 0,-1 0 1 0 0,1 0 0 0 0,-1 1-1 0 0,0-1 1 0 0,1 0 0 0 0,-1 1 0 0 0,0-1-1 0 0,0 1 1 0 0,0 0 0 0 0,0 0-1 0 0,0 0 1 0 0,-1 0 0 0 0,1 0 0 0 0,0 0-1 0 0,-1 0 1 0 0,2 3 0 0 0,-2-2-4 0 0,1-1 1 0 0,-1 1-1 0 0,1 0 1 0 0,-1 0-1 0 0,0 0 0 0 0,0 0 1 0 0,0 0-1 0 0,-1 0 1 0 0,1 0-1 0 0,-1 1 1 0 0,0-1-1 0 0,0 0 1 0 0,0 0-1 0 0,0 0 1 0 0,0 0-1 0 0,0 1 0 0 0,-1-1 1 0 0,0 0-1 0 0,0 0 1 0 0,0 0-1 0 0,0 0 1 0 0,0 0-1 0 0,0 0 1 0 0,-1-1-1 0 0,1 1 1 0 0,-1 0-1 0 0,0-1 0 0 0,0 1 1 0 0,-4 3-1 0 0,1-1-17 0 0,0-1 0 0 0,-1 1 0 0 0,1-2 0 0 0,-1 1 0 0 0,0 0 0 0 0,-1-1 0 0 0,1 0 0 0 0,-1-1 0 0 0,1 1 0 0 0,-1-1 0 0 0,-7 1 0 0 0,12-2-52 0 0,-7-3-167 0 0,8 2 230 0 0,1 0 0 0 0,0 0 0 0 0,0 0 0 0 0,0 0 0 0 0,-1 0 0 0 0,1 0 0 0 0,0 0 0 0 0,0 0 0 0 0,0 0 0 0 0,-1 0 0 0 0,1 0 0 0 0,0 0 0 0 0,0 0 0 0 0,0-1 0 0 0,-1 1 0 0 0,1 0 0 0 0,0 0 0 0 0,0 0 0 0 0,0 0 0 0 0,0 0 0 0 0,-1 0 0 0 0,1-1 0 0 0,0 1 0 0 0,0 0 0 0 0,0 0 0 0 0,0 0 0 0 0,0 0 0 0 0,0-1 0 0 0,-1 1 0 0 0,1 0 0 0 0,0 0 0 0 0,0 0 0 0 0,0 0 0 0 0,0-1 0 0 0,0 1 0 0 0,0 0 0 0 0,0 0 0 0 0,0 0 0 0 0,0-1 0 0 0,0 1 0 0 0,0 0 0 0 0,0 0 0 0 0,0 0 0 0 0,0-1 0 0 0,0 1 0 0 0,0 0 0 0 0,0 0 0 0 0,0 0 0 0 0,0-1 0 0 0,0 1 0 0 0,1 0-1 0 0,-1 0 1 0 0,8-7-49 0 0,1 0 0 0 0,1 1-1 0 0,-1 0 1 0 0,1 1 0 0 0,0 0-1 0 0,0 1 1 0 0,0 0 0 0 0,0 0-1 0 0,12-2 1 0 0,-3 0 2 0 0,0 0 1 0 0,27-15-1 0 0,-22 6 282 0 0,-1 0-1 0 0,-1-1 0 0 0,0-1 1 0 0,-1-1-1 0 0,-1-1 1 0 0,27-33-1 0 0,-39 39 395 0 0,-14 14-179 0 0,5 0-421 0 0,0 0 0 0 0,-1 0 0 0 0,1 0 0 0 0,0 0-1 0 0,1 0 1 0 0,-1 0 0 0 0,0 0 0 0 0,0 0-1 0 0,0 0 1 0 0,0 0 0 0 0,1 0 0 0 0,-1 1 0 0 0,1-1-1 0 0,-1 0 1 0 0,1 0 0 0 0,-1 1 0 0 0,1-1 0 0 0,-1 3-1 0 0,2 5-3 0 0,1-1 1 0 0,0 1-1 0 0,0 0 0 0 0,0-1 0 0 0,1 0 0 0 0,1 0 0 0 0,-1 0 0 0 0,1 0 0 0 0,1 0 1 0 0,-1-1-1 0 0,1 0 0 0 0,0 0 0 0 0,7 7 0 0 0,-6-7-50 0 0,-1 0-1 0 0,1 0 1 0 0,-2 0-1 0 0,1 1 1 0 0,5 12 0 0 0,-10-19 26 0 0,1 1 1 0 0,-1-1 0 0 0,0 0-1 0 0,0 0 1 0 0,0 1 0 0 0,0-1-1 0 0,0 0 1 0 0,0 0 0 0 0,0 0 0 0 0,-1 1-1 0 0,1-1 1 0 0,0 0 0 0 0,-1 0-1 0 0,1 0 1 0 0,0 1 0 0 0,-1-1-1 0 0,0 0 1 0 0,1 0 0 0 0,-1 0-1 0 0,0 0 1 0 0,1 0 0 0 0,-1 0-1 0 0,0 0 1 0 0,0 0 0 0 0,0-1-1 0 0,0 1 1 0 0,0 0 0 0 0,0 0 0 0 0,0-1-1 0 0,0 1 1 0 0,0 0 0 0 0,0-1-1 0 0,0 1 1 0 0,-2-1 0 0 0,-41 15-1181 0 0,38-14 639 0 0,-22 1-1602 0 0,13-5-2461 0 0,-3-2 1819 0 0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4:22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6 624 0 0,'-3'-5'9117'0'0,"32"190"-8673"0"0,-9-32 12 0 0,18 28 198 0 0,10 56 279 0 0,-45-221-808 0 0,-1 0 1 0 0,0 0-1 0 0,-1 0 1 0 0,-3 31-1 0 0,2-45-61 0 0,3-11-6812 0 0,-2-2 5381 0 0,5-7-1337 0 0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4:22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34 776 0 0,'0'-1'208'0'0,"0"0"0"0"0,1 0 0 0 0,-1 0 0 0 0,0-1-1 0 0,0 1 1 0 0,-1 0 0 0 0,1 0 0 0 0,0 0 0 0 0,0 0 0 0 0,0 0 0 0 0,-1 0 0 0 0,1 0-1 0 0,-1 0 1 0 0,1 0 0 0 0,-1 0 0 0 0,1 0 0 0 0,-1 0 0 0 0,1 0 0 0 0,-1 0 0 0 0,0 0-1 0 0,0 0 1 0 0,1 0 0 0 0,-1 1 0 0 0,0-1 0 0 0,-1 0 0 0 0,0-1-47 0 0,0 2 0 0 0,0-1 0 0 0,0 0 0 0 0,0 0 0 0 0,-1 0 0 0 0,1 1 0 0 0,0 0 0 0 0,0-1 0 0 0,0 1 0 0 0,-1 0 0 0 0,1 0 0 0 0,-4 0 1 0 0,3 0-105 0 0,0 1 1 0 0,0-1-1 0 0,-1 1 1 0 0,1-1 0 0 0,0 1-1 0 0,0 0 1 0 0,0 0-1 0 0,0 1 1 0 0,0-1 0 0 0,0 0-1 0 0,0 1 1 0 0,0 0-1 0 0,1 0 1 0 0,-1 0 0 0 0,1 0-1 0 0,-1 0 1 0 0,1 0-1 0 0,0 1 1 0 0,-1-1 0 0 0,-1 4-1 0 0,3-2-36 0 0,0-1 0 0 0,-1 1 0 0 0,1-1-1 0 0,1 1 1 0 0,-1-1 0 0 0,0 1 0 0 0,1 0 0 0 0,0 0 0 0 0,0-1-1 0 0,0 1 1 0 0,0 0 0 0 0,1-1 0 0 0,-1 1 0 0 0,1 0-1 0 0,0-1 1 0 0,0 1 0 0 0,0-1 0 0 0,1 1 0 0 0,1 3-1 0 0,6 8 37 0 0,0 0 0 0 0,0-1 0 0 0,15 15 0 0 0,-14-17-21 0 0,-1-1-1 0 0,-1 1 0 0 0,0 0 0 0 0,9 18 0 0 0,-16-29-29 0 0,-1 1 0 0 0,0-1-1 0 0,1 0 1 0 0,-1 0-1 0 0,0 0 1 0 0,1 0 0 0 0,-1 0-1 0 0,0 0 1 0 0,0 0 0 0 0,0 1-1 0 0,0-1 1 0 0,0 0 0 0 0,0 0-1 0 0,0 0 1 0 0,-1 0-1 0 0,1 0 1 0 0,0 0 0 0 0,-1 1-1 0 0,1-1 1 0 0,0 0 0 0 0,-1 0-1 0 0,1 0 1 0 0,-1 0 0 0 0,0 0-1 0 0,1 0 1 0 0,-2 1-1 0 0,-1 0 14 0 0,1 0 0 0 0,0-1 0 0 0,-1 1 0 0 0,0-1 0 0 0,1 1 0 0 0,-1-1 0 0 0,0 0 0 0 0,0 0 0 0 0,0 0 0 0 0,-3 1 0 0 0,-6 0 71 0 0,0 0 0 0 0,-1 0 0 0 0,1-2 0 0 0,-16 0-1 0 0,14 0-150 0 0,1-1-1 0 0,0-1 0 0 0,0 0 0 0 0,0-1 1 0 0,1 0-1 0 0,-1-1 0 0 0,1-1 0 0 0,-1 0 1 0 0,-12-7-1 0 0,24 11-432 0 0,-2-1-1087 0 0,-1-1 1162 0 0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4:23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57 404 0 0,'3'-13'7353'0'0,"-14"11"-5923"0"0,-16 10-1641 0 0,16 0 326 0 0,-1-1-1 0 0,1 2 1 0 0,1 0-1 0 0,0 0 1 0 0,0 0-1 0 0,1 2 1 0 0,0-1-1 0 0,0 1 1 0 0,1 0-1 0 0,1 1 1 0 0,0 0-1 0 0,1 0 1 0 0,0 0-1 0 0,1 1 1 0 0,-5 16-1 0 0,9-27-28 0 0,14 18 216 0 0,-7-21-292 0 0,1 0 0 0 0,-1-1 1 0 0,0 0-1 0 0,0 1 0 0 0,0-2 0 0 0,-1 1 0 0 0,1-1 0 0 0,0 0 0 0 0,-1 0 0 0 0,0 0 0 0 0,0-1 0 0 0,0 0 0 0 0,0 0 0 0 0,0 0 0 0 0,6-9 0 0 0,18-13 9 0 0,-28 25-23 0 0,9 0-101 0 0,-10 1 101 0 0,1 0 0 0 0,-1-1 0 0 0,0 1 0 0 0,1 0 0 0 0,-1 0 0 0 0,0 0 0 0 0,1 0 0 0 0,-1 0 0 0 0,0 0 0 0 0,1 0 0 0 0,-1 0 0 0 0,0 0 0 0 0,1 1 0 0 0,-1-1 0 0 0,0 0 0 0 0,1 0 0 0 0,-1 0 0 0 0,0 0 0 0 0,0 0-1 0 0,1 0 1 0 0,-1 1 0 0 0,0-1 0 0 0,1 0 0 0 0,-1 0 0 0 0,0 0 0 0 0,0 1 0 0 0,0-1 0 0 0,1 0 0 0 0,-1 0 0 0 0,0 1 0 0 0,0-1 0 0 0,0 0 0 0 0,1 1 0 0 0,1 1-10 0 0,7 21-14 0 0,-8-22 34 0 0,-1 1-1 0 0,1-1 0 0 0,-1 0 0 0 0,1 0 0 0 0,-1 0 0 0 0,1 0 0 0 0,0 1 1 0 0,-1-1-1 0 0,1 0 0 0 0,0 0 0 0 0,0 0 0 0 0,0-1 0 0 0,0 1 0 0 0,0 0 1 0 0,0 0-1 0 0,0 0 0 0 0,0-1 0 0 0,0 1 0 0 0,0 0 0 0 0,1-1 1 0 0,-1 1-1 0 0,0-1 0 0 0,0 0 0 0 0,1 1 0 0 0,-1-1 0 0 0,0 0 0 0 0,0 0 1 0 0,1 0-1 0 0,-1 0 0 0 0,0 0 0 0 0,1 0 0 0 0,-1 0 0 0 0,0 0 0 0 0,1 0 1 0 0,-1-1-1 0 0,0 1 0 0 0,0 0 0 0 0,0-1 0 0 0,1 1 0 0 0,0-2 1 0 0,3-1 12 0 0,1 0 1 0 0,-2-1-1 0 0,1 0 1 0 0,0 0-1 0 0,-1-1 1 0 0,5-5 0 0 0,-4 4 1 0 0,5-5 37 0 0,-1-1-1 0 0,-1-1 1 0 0,0 0 0 0 0,7-14 0 0 0,21-33 387 0 0,-35 59-426 0 0,-1 0 0 0 0,0 1 0 0 0,1-1 0 0 0,-1 0 0 0 0,1 0 0 0 0,-1 0 0 0 0,1 1 0 0 0,-1-1 0 0 0,1 0-1 0 0,-1 1 1 0 0,1-1 0 0 0,0 0 0 0 0,-1 1 0 0 0,1-1 0 0 0,0 1 0 0 0,0-1 0 0 0,-1 1 0 0 0,1-1 0 0 0,0 1 0 0 0,0-1 0 0 0,0 1 0 0 0,0 0 0 0 0,0 0 0 0 0,-1-1 0 0 0,1 1 0 0 0,0 0 0 0 0,0 0 0 0 0,1 0 0 0 0,7 25 31 0 0,-2 3-28 0 0,11 68 77 0 0,-18-95-87 0 0,0 0-1 0 0,0 0 1 0 0,0 0-1 0 0,1 0 1 0 0,-1 0 0 0 0,0 0-1 0 0,0 0 1 0 0,1 0-1 0 0,-1 0 1 0 0,1-1-1 0 0,-1 1 1 0 0,1 0 0 0 0,-1 0-1 0 0,1 0 1 0 0,0-1-1 0 0,-1 1 1 0 0,1 0-1 0 0,0 0 1 0 0,-1-1-1 0 0,1 1 1 0 0,0-1 0 0 0,0 1-1 0 0,0-1 1 0 0,0 1-1 0 0,-1-1 1 0 0,1 1-1 0 0,0-1 1 0 0,0 0 0 0 0,0 1-1 0 0,0-1 1 0 0,0 0-1 0 0,0 0 1 0 0,0 0-1 0 0,0 0 1 0 0,0 0 0 0 0,0 0-1 0 0,0 0 1 0 0,0 0-1 0 0,0 0 1 0 0,0 0-1 0 0,0-1 1 0 0,1 0-1 0 0,5-2 3 0 0,-1 0-1 0 0,0-1 1 0 0,0 0-1 0 0,0 0 1 0 0,6-7-1 0 0,19-12 67 0 0,-16 15-92 0 0,-14 6 10 0 0,0 1-7 0 0,13-2-30 0 0,39 13-3 0 0,-42-7 88 0 0,0-1 1 0 0,1 0-1 0 0,-1 0 0 0 0,1-1 1 0 0,-1 0-1 0 0,14-2 0 0 0,-22 0 22 0 0,0 0 1 0 0,0 0-1 0 0,0 0 0 0 0,0-1 0 0 0,0 1 1 0 0,0-1-1 0 0,0 0 0 0 0,-1 0 0 0 0,1 0 0 0 0,-1 0 1 0 0,0 0-1 0 0,1 0 0 0 0,-1-1 0 0 0,0 1 1 0 0,0-1-1 0 0,2-3 0 0 0,-1 1 129 0 0,1-1 1 0 0,-1 0-1 0 0,-1 1 0 0 0,1-1 1 0 0,-1 0-1 0 0,3-9 0 0 0,6-42 724 0 0,-11 55-1053 0 0,0-4 620 0 0,0 1-3166 0 0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4:24.5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72 360 0 0,'-16'-33'4639'0'0,"3"-6"2673"0"0,-26 451-6399 0 0,29-252-546 0 0,-23 182 518 0 0,26-284-846 0 0,6-56-123 0 0,1 1-308 0 0,-1 3 734 0 0,0-17-5273 0 0,6-32 529 0 0,-1 22 1562 0 0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4:25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0 240 156 0 0,'0'0'804'0'0,"7"-7"387"0"0,-2 9 2345 0 0,3 12-2984 0 0,0 1 0 0 0,-1 0 0 0 0,0 0 0 0 0,-1 0 0 0 0,7 30 0 0 0,14 89 1286 0 0,-25-125-1695 0 0,11 74 1133 0 0,-13-82-844 0 0,-3 9 3072 0 0,-7-25-3378 0 0,1 0 0 0 0,0 0-1 0 0,1 0 1 0 0,1-1 0 0 0,1-1 0 0 0,0 1-1 0 0,1-1 1 0 0,1 0 0 0 0,0 0 0 0 0,-1-20-1 0 0,3 10-138 0 0,0 1 0 0 0,2 0 0 0 0,0 0 0 0 0,2-1-1 0 0,1 1 1 0 0,8-34 0 0 0,-7 48-29 0 0,0-1 1 0 0,1 1-1 0 0,0 0 1 0 0,1 0-1 0 0,0 1 1 0 0,1-1-1 0 0,0 2 1 0 0,1-1-1 0 0,18-19 1 0 0,-23 27-1 0 0,1-1 0 0 0,0 0 0 0 0,0 1 1 0 0,0 0-1 0 0,0 0 0 0 0,1 0 0 0 0,-1 0 0 0 0,1 1 1 0 0,0 0-1 0 0,-1 0 0 0 0,1 0 0 0 0,0 1 0 0 0,0-1 0 0 0,1 1 1 0 0,-1 0-1 0 0,0 0 0 0 0,0 1 0 0 0,0 0 0 0 0,0 0 0 0 0,1 0 1 0 0,-1 0-1 0 0,0 1 0 0 0,0 0 0 0 0,0 0 0 0 0,0 1 0 0 0,0-1 1 0 0,8 4-1 0 0,-11-4 19 0 0,0 0-1 0 0,1 0 1 0 0,-1 0 0 0 0,0 1 0 0 0,1-1 0 0 0,-1 0-1 0 0,0 1 1 0 0,0 0 0 0 0,0-1 0 0 0,0 1 0 0 0,-1 0-1 0 0,1 0 1 0 0,0 0 0 0 0,-1 0 0 0 0,1 1 0 0 0,-1-1-1 0 0,0 0 1 0 0,0 1 0 0 0,0-1 0 0 0,0 0 0 0 0,0 1-1 0 0,0-1 1 0 0,-1 1 0 0 0,1 0 0 0 0,-1-1 0 0 0,0 1-1 0 0,1-1 1 0 0,-1 1 0 0 0,-1 0 0 0 0,1-1 0 0 0,0 1 0 0 0,-1-1-1 0 0,1 1 1 0 0,-1-1 0 0 0,1 1 0 0 0,-1-1 0 0 0,0 1-1 0 0,0-1 1 0 0,-1 1 0 0 0,1-1 0 0 0,0 0 0 0 0,-1 0-1 0 0,1 0 1 0 0,-3 2 0 0 0,-3 6-11 0 0,-1-1 1 0 0,0 0-1 0 0,0 0 1 0 0,0-1-1 0 0,-1 0 1 0 0,-1 0-1 0 0,1-1 1 0 0,-15 8-1 0 0,-34 8-848 0 0,34-19-7880 0 0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4:26.8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227 173 384 0 0,'0'0'3181'0'0,"-12"-30"2845"0"0,8 29-5942 0 0,0 1 0 0 0,-1-1 0 0 0,1 1 0 0 0,-1 0 0 0 0,1 0 0 0 0,0 1 1 0 0,-1-1-1 0 0,1 1 0 0 0,0 0 0 0 0,-1 0 0 0 0,1 0 0 0 0,0 1 0 0 0,0-1 0 0 0,0 1 0 0 0,0 0 0 0 0,0 1 0 0 0,-6 4 1 0 0,-64 48 590 0 0,69-50-624 0 0,0-1 0 0 0,0 1 0 0 0,0-1 0 0 0,1 1 0 0 0,-1 1 0 0 0,1-1 0 0 0,0 1 0 0 0,1-1 0 0 0,-1 1 0 0 0,1 0 1 0 0,0 0-1 0 0,1 1 0 0 0,0-1 0 0 0,-3 9 0 0 0,5-13-46 0 0,1 0 0 0 0,-1-1 0 0 0,0 1-1 0 0,0 0 1 0 0,1-1 0 0 0,-1 1 0 0 0,1 0 0 0 0,0-1 0 0 0,-1 1 0 0 0,1-1 0 0 0,0 1 0 0 0,0-1 0 0 0,0 0 0 0 0,0 1-1 0 0,0-1 1 0 0,0 0 0 0 0,0 1 0 0 0,0-1 0 0 0,1 0 0 0 0,-1 0 0 0 0,0 0 0 0 0,1 0 0 0 0,-1 0 0 0 0,1-1 0 0 0,-1 1 0 0 0,1 0-1 0 0,-1-1 1 0 0,1 1 0 0 0,-1-1 0 0 0,1 1 0 0 0,0-1 0 0 0,-1 0 0 0 0,1 0 0 0 0,0 0 0 0 0,-1 0 0 0 0,1 0 0 0 0,0 0-1 0 0,-1 0 1 0 0,1 0 0 0 0,2-1 0 0 0,4 0-19 0 0,0 0-1 0 0,0-1 1 0 0,-1 1 0 0 0,1-2-1 0 0,-1 1 1 0 0,14-7-1 0 0,52-52-160 0 0,-67 53 266 0 0,13-10 196 0 0,-18 17-281 0 0,-1 5-95 0 0,0-3 78 0 0,0 1 0 0 0,1 0 1 0 0,-1-1-1 0 0,0 1 0 0 0,1 0 0 0 0,-1-1 0 0 0,1 1 1 0 0,-1 0-1 0 0,1-1 0 0 0,0 1 0 0 0,0-1 1 0 0,0 1-1 0 0,0-1 0 0 0,0 0 0 0 0,0 1 0 0 0,0-1 1 0 0,0 0-1 0 0,0 0 0 0 0,1 0 0 0 0,-1 0 1 0 0,0 0-1 0 0,1 0 0 0 0,-1 0 0 0 0,1 0 1 0 0,-1 0-1 0 0,1-1 0 0 0,-1 1 0 0 0,1-1 0 0 0,0 1 1 0 0,-1-1-1 0 0,1 0 0 0 0,0 1 0 0 0,-1-1 1 0 0,1 0-1 0 0,0 0 0 0 0,-1 0 0 0 0,3-1 0 0 0,4 1 13 0 0,-1 0-1 0 0,1-1 0 0 0,-1 0 0 0 0,1-1 0 0 0,-1 0 0 0 0,1 0 1 0 0,-1 0-1 0 0,0-1 0 0 0,0 0 0 0 0,0-1 0 0 0,-1 1 0 0 0,1-1 1 0 0,-1 0-1 0 0,0-1 0 0 0,0 0 0 0 0,0 0 0 0 0,-1 0 0 0 0,1-1 1 0 0,-1 1-1 0 0,-1-1 0 0 0,1 0 0 0 0,-1-1 0 0 0,0 1 0 0 0,0-1 1 0 0,-1 0-1 0 0,0 0 0 0 0,3-10 0 0 0,-5 15 54 0 0,-3-11 150 0 0,1 13-205 0 0,1-1 1 0 0,0 1-1 0 0,-1 0 0 0 0,1-1 1 0 0,-1 1-1 0 0,1 0 0 0 0,-1-1 1 0 0,1 1-1 0 0,-1 0 0 0 0,0 0 1 0 0,1-1-1 0 0,-1 1 0 0 0,1 0 1 0 0,-1 0-1 0 0,1 0 0 0 0,-1 0 1 0 0,0 0-1 0 0,1 0 0 0 0,-1-1 1 0 0,1 2-1 0 0,-1-1 0 0 0,0 0 1 0 0,1 0-1 0 0,-1 0 0 0 0,1 0 1 0 0,-1 0-1 0 0,0 0 0 0 0,1 1 1 0 0,-1-1-1 0 0,1 0 0 0 0,-1 0 1 0 0,1 1-1 0 0,-1 0 0 0 0,-13 21-22 0 0,12-17 18 0 0,0 0 0 0 0,1 1 1 0 0,0-1-1 0 0,0 1 0 0 0,0-1 1 0 0,1 1-1 0 0,0 9 0 0 0,0-12-3 0 0,1 0-1 0 0,-1 0 1 0 0,1 0-1 0 0,0 0 0 0 0,0 0 1 0 0,0 0-1 0 0,0 0 0 0 0,1 0 1 0 0,-1 0-1 0 0,1 0 1 0 0,0-1-1 0 0,-1 1 0 0 0,1-1 1 0 0,0 1-1 0 0,1-1 0 0 0,-1 0 1 0 0,0 0-1 0 0,1 0 0 0 0,-1 0 1 0 0,6 3-1 0 0,-4-4 6 0 0,-1 0 0 0 0,1 0 0 0 0,0-1 0 0 0,-1 1 0 0 0,1-1 0 0 0,-1 0 0 0 0,1 0 0 0 0,0 0 0 0 0,-1-1 0 0 0,1 1 0 0 0,0-1 0 0 0,-1 0 0 0 0,1 0 0 0 0,-1 0 0 0 0,4-2 0 0 0,10-4 11 0 0,-1-2-1 0 0,0 0 1 0 0,-1-1-1 0 0,0 0 1 0 0,18-17-1 0 0,9-8 112 0 0,-41 34-92 0 0,0 0-26 0 0,-1 0 0 0 0,1 1 0 0 0,-1-1 0 0 0,1 1 0 0 0,-1-1 0 0 0,1 1 0 0 0,0-1 0 0 0,-1 1 0 0 0,1-1 0 0 0,0 1 0 0 0,-1 0 0 0 0,1-1 0 0 0,0 1 0 0 0,0 0 0 0 0,-1 0 0 0 0,1-1 0 0 0,0 1 0 0 0,0 0 0 0 0,0 0 0 0 0,-1 0 0 0 0,1 0 0 0 0,0 0 0 0 0,0 0 0 0 0,-1 0 0 0 0,1 0 0 0 0,0 0 0 0 0,0 1 0 0 0,-1-1 0 0 0,1 0 0 0 0,0 0 0 0 0,0 1 0 0 0,-1-1 0 0 0,1 0 0 0 0,0 1 0 0 0,-1-1 0 0 0,1 1 0 0 0,0-1 0 0 0,-1 1 0 0 0,1-1 0 0 0,-1 1 0 0 0,1 0 0 0 0,-1-1 0 0 0,1 1 0 0 0,0 0 0 0 0,0 9 60 0 0,1 0 0 0 0,-1 1 0 0 0,-1-1-1 0 0,0 15 1 0 0,1 26 205 0 0,-1-49-203 0 0,2 1 5 0 0,-2-3-49 0 0,0 0 0 0 0,-1 1 1 0 0,1-1-1 0 0,0 0 0 0 0,1 0 1 0 0,-1 0-1 0 0,0 1 0 0 0,0-1 1 0 0,0 0-1 0 0,0 0 1 0 0,0 0-1 0 0,0 1 0 0 0,0-1 1 0 0,0 0-1 0 0,0 0 0 0 0,0 0 1 0 0,0 1-1 0 0,1-1 0 0 0,-1 0 1 0 0,0 0-1 0 0,0 0 0 0 0,0 0 1 0 0,0 1-1 0 0,0-1 0 0 0,1 0 1 0 0,-1 0-1 0 0,0 0 1 0 0,0 0-1 0 0,0 0 0 0 0,1 0 1 0 0,-1 0-1 0 0,0 0 0 0 0,0 1 1 0 0,0-1-1 0 0,1 0 0 0 0,-1 0 1 0 0,0 0-1 0 0,0 0 0 0 0,1 0 1 0 0,-1 0-1 0 0,0 0 0 0 0,0 0 1 0 0,0 0-1 0 0,1 0 1 0 0,-1-1-1 0 0,0 1 0 0 0,0 0 1 0 0,0 0-1 0 0,1 0 0 0 0,-1 0 1 0 0,0 0-1 0 0,27-29 177 0 0,-16 16-100 0 0,2 0-1 0 0,-1 1 1 0 0,26-19 0 0 0,-37 30-112 0 0,-1 1-4 0 0,0 0 17 0 0,0-1 1 0 0,0 1 0 0 0,0 0-1 0 0,0 0 1 0 0,0 0-1 0 0,0 0 1 0 0,1-1-1 0 0,-1 1 1 0 0,0 0-1 0 0,0 0 1 0 0,0 0-1 0 0,0 0 1 0 0,0-1-1 0 0,0 1 1 0 0,0 0-1 0 0,0 0 1 0 0,0 0-1 0 0,1 0 1 0 0,-1 0 0 0 0,0 0-1 0 0,0-1 1 0 0,0 1-1 0 0,0 0 1 0 0,0 0-1 0 0,1 0 1 0 0,-1 0-1 0 0,0 0 1 0 0,0 0-1 0 0,0 0 1 0 0,0 0-1 0 0,1 0 1 0 0,-1 0-1 0 0,0 0 1 0 0,0 0 0 0 0,0 0-1 0 0,0 0 1 0 0,1 0-1 0 0,-1 0 1 0 0,0 0-1 0 0,0 0 1 0 0,0 0-1 0 0,0 0 1 0 0,1 0-1 0 0,-1 0 1 0 0,0 0-1 0 0,0 0 1 0 0,0 0-1 0 0,0 0 1 0 0,0 0 0 0 0,1 0-1 0 0,-1 1 1 0 0,0-1-1 0 0,0 0 1 0 0,0 0-1 0 0,0 0 1 0 0,13 8-55 0 0,-10-5 71 0 0,3 1-9 0 0,0 0-1 0 0,0 0 1 0 0,0 0 0 0 0,0-1 0 0 0,1 0 0 0 0,-1 0-1 0 0,1-1 1 0 0,0 0 0 0 0,0 0 0 0 0,0 0 0 0 0,0-1-1 0 0,0 0 1 0 0,8 0 0 0 0,-11-3 9 0 0,0 0 1 0 0,-1 0-1 0 0,1-1 0 0 0,-1 1 0 0 0,1-1 1 0 0,-1 0-1 0 0,0 0 0 0 0,3-3 1 0 0,-3 3-3 0 0,0-1 23 0 0,0 0 1 0 0,1-1 0 0 0,-1 1-1 0 0,0-1 1 0 0,-1 1-1 0 0,1-1 1 0 0,-1 0 0 0 0,0 0-1 0 0,0 0 1 0 0,-1 0-1 0 0,0 0 1 0 0,2-7 0 0 0,2-67 940 0 0,-4 31 421 0 0,-1 46-1209 0 0,1-4 1 0 0,-1 6-170 0 0,0 0 1 0 0,-1 0 0 0 0,1 0-1 0 0,0 0 1 0 0,0 0 0 0 0,0 0-1 0 0,0 0 1 0 0,0 0 0 0 0,0 0 0 0 0,0 0-1 0 0,0 0 1 0 0,0 0 0 0 0,0 0-1 0 0,0 0 1 0 0,0 0 0 0 0,0 0-1 0 0,0 0 1 0 0,-1 0 0 0 0,1 0 0 0 0,0 0-1 0 0,0 0 1 0 0,0 0 0 0 0,0 0-1 0 0,0 0 1 0 0,0 0 0 0 0,0 0-1 0 0,0 0 1 0 0,0 0 0 0 0,0 0-1 0 0,0 0 1 0 0,0 0 0 0 0,0 0 0 0 0,0 0-1 0 0,0 0 1 0 0,0 0 0 0 0,0 0-1 0 0,0 0 1 0 0,-6 24 5 0 0,1 2 0 0 0,1-1 0 0 0,1 0 0 0 0,2 1 0 0 0,2 47 0 0 0,9 0-1204 0 0,-5-41-1748 0 0,-5-31 2168 0 0,0 9-558 0 0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4:27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66 788 0 0,'17'-9'1761'0'0,"0"1"-1"0"0,1 0 1 0 0,23-5 0 0 0,55-10 1259 0 0,-88 21-2896 0 0,27-1-2290 0 0,-26 3-2241 0 0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4:27.6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47 52 0 0,'-56'-36'9005'0'0,"54"36"-8222"0"0,-4-5 81 0 0,-4-1-1599 0 0,3 9-4315 0 0,-4 8 2283 0 0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4:29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49 356 0 0,'0'0'2128'0'0,"-7"-40"4966"0"0,3 38-7032 0 0,1 1 1 0 0,-1 0-1 0 0,1 0 1 0 0,-1 0-1 0 0,1 0 1 0 0,-1 0-1 0 0,0 1 1 0 0,1 0-1 0 0,-1-1 1 0 0,0 1 0 0 0,0 1-1 0 0,1-1 1 0 0,-1 0-1 0 0,0 1 1 0 0,1 0-1 0 0,-1 0 1 0 0,1 0-1 0 0,-1 0 1 0 0,1 1-1 0 0,-1-1 1 0 0,1 1 0 0 0,0 0-1 0 0,0 0 1 0 0,-4 3-1 0 0,-3 1-25 0 0,0 1-1 0 0,1 0 1 0 0,0 0-1 0 0,0 1 0 0 0,0 0 1 0 0,-12 16-1 0 0,15-14-13 0 0,-1 0-1 0 0,1 0 0 0 0,1 0 1 0 0,0 1-1 0 0,0 0 1 0 0,1 0-1 0 0,1 1 0 0 0,0-1 1 0 0,0 1-1 0 0,-1 14 0 0 0,4-19-11 0 0,0-1-1 0 0,0 1 1 0 0,0-1-1 0 0,1 1 1 0 0,0-1-1 0 0,0 1 1 0 0,1-1-1 0 0,0 0 1 0 0,0 1-1 0 0,0-1 1 0 0,1 0-1 0 0,0 0 1 0 0,0-1-1 0 0,0 1 1 0 0,1-1-1 0 0,0 1 0 0 0,0-1 1 0 0,0 0-1 0 0,1-1 1 0 0,6 6-1 0 0,-4-3 12 0 0,1-2 0 0 0,0 1-1 0 0,0-1 1 0 0,0 0 0 0 0,1 0-1 0 0,0-1 1 0 0,0 0 0 0 0,0-1-1 0 0,0 0 1 0 0,0-1 0 0 0,1 0-1 0 0,-1 0 1 0 0,1-1 0 0 0,-1 0-1 0 0,1 0 1 0 0,0-1 0 0 0,-1-1-1 0 0,1 1 1 0 0,-1-2 0 0 0,1 1-1 0 0,-1-1 1 0 0,1-1 0 0 0,-1 0-1 0 0,0 0 1 0 0,0 0 0 0 0,0-2-1 0 0,14-8 1 0 0,-17 8 54 0 0,-1 0-1 0 0,-1 0 1 0 0,1-1-1 0 0,-1 1 1 0 0,0-1-1 0 0,0 0 1 0 0,0-1 0 0 0,-1 1-1 0 0,0-1 1 0 0,0 1-1 0 0,-1-1 1 0 0,0 0-1 0 0,0 0 1 0 0,0 0-1 0 0,-1 0 1 0 0,0 0 0 0 0,-1 0-1 0 0,1-13 1 0 0,-1 8 30 0 0,-1-1 0 0 0,0 0 0 0 0,0 1 0 0 0,-2-1 0 0 0,1 1 0 0 0,-1 0 1 0 0,-1 0-1 0 0,0 0 0 0 0,-11-21 0 0 0,-5-11 234 0 0,20 42-381 0 0,-2 0-416 0 0,-1-3 649 0 0,-2 28-10236 0 0,4-18 7256 0 0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4:30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1 133 692 0 0,'0'-127'18152'0'0,"3"121"-17987"0"0,12 14-8827 0 0,-6-2 4307 0 0,-1 0 983 0 0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4:30.3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43 228 0 0,'0'0'1023'0'0,"24"-27"5759"0"0,-19 25-6605 0 0,0-1 0 0 0,0 1 0 0 0,0 0 0 0 0,0 1 0 0 0,1-1 0 0 0,-1 1 0 0 0,1 0 0 0 0,-1 0 0 0 0,1 0 1 0 0,-1 1-1 0 0,1 0 0 0 0,-1 0 0 0 0,1 1 0 0 0,-1-1 0 0 0,1 1 0 0 0,-1 1 0 0 0,1-1 0 0 0,-1 1 0 0 0,0-1 0 0 0,0 1 0 0 0,1 1 1 0 0,-2-1-1 0 0,7 5 0 0 0,-3-3-133 0 0,1 2 1 0 0,-2-1-1 0 0,1 1 1 0 0,-1 0-1 0 0,1 0 1 0 0,-2 1 0 0 0,1 0-1 0 0,-1 1 1 0 0,0-1-1 0 0,-1 1 1 0 0,1 0-1 0 0,6 15 1 0 0,-10-18-31 0 0,-1 1 0 0 0,0-1 0 0 0,0 1 0 0 0,0-1 1 0 0,0 1-1 0 0,-1-1 0 0 0,0 1 0 0 0,0-1 0 0 0,-1 1 0 0 0,1-1 1 0 0,-1 1-1 0 0,-1-1 0 0 0,1 1 0 0 0,-1-1 0 0 0,1 0 0 0 0,-5 8 0 0 0,-5 8 61 0 0,0-1 0 0 0,-24 32 0 0 0,11-16 169 0 0,23-35 133 0 0,7 4-124 0 0,-6-4-245 0 0,0-1 0 0 0,0 1 0 0 0,0-1 0 0 0,0 1 0 0 0,1-1-1 0 0,-1 0 1 0 0,0 1 0 0 0,0-1 0 0 0,0 0 0 0 0,1 1 0 0 0,-1-1 0 0 0,0 0 0 0 0,1 1 0 0 0,-1-1 0 0 0,0 0 0 0 0,0 0 0 0 0,1 1 0 0 0,-1-1 0 0 0,1 0 0 0 0,-1 0 0 0 0,0 1-1 0 0,1-1 1 0 0,-1 0 0 0 0,1 0 0 0 0,-1 0 0 0 0,0 0 0 0 0,1 0 0 0 0,-1 0 0 0 0,1 0 0 0 0,-1 0 0 0 0,0 0 0 0 0,1 0 0 0 0,0 0 0 0 0,67-4-131 0 0,96-18 1 0 0,-100 12-1868 0 0,-11 0-4047 0 0,-30 3 2550 0 0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4:35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57 308 0 0,'-10'-52'8591'0'0,"10"51"-7942"0"0,-13-2 282 0 0,0 7-838 0 0,0 1 0 0 0,1 0 0 0 0,-1 1 1 0 0,1 1-1 0 0,1-1 0 0 0,-1 2 0 0 0,1 0 0 0 0,0 0 0 0 0,1 1 1 0 0,0 0-1 0 0,1 1 0 0 0,-1 0 0 0 0,2 1 0 0 0,-11 15 0 0 0,12-16-59 0 0,1-1 0 0 0,1 1-1 0 0,0 0 1 0 0,0 0-1 0 0,1 1 1 0 0,0 0-1 0 0,1 0 1 0 0,0-1-1 0 0,1 2 1 0 0,0-1 0 0 0,1 0-1 0 0,0 0 1 0 0,0 1-1 0 0,1-1 1 0 0,1 0-1 0 0,0 0 1 0 0,5 20-1 0 0,-5-27-4 0 0,0 0 0 0 0,1 0-1 0 0,0 0 1 0 0,0 1-1 0 0,0-2 1 0 0,1 1-1 0 0,-1 0 1 0 0,1 0 0 0 0,0-1-1 0 0,0 0 1 0 0,0 1-1 0 0,1-1 1 0 0,-1 0-1 0 0,1-1 1 0 0,-1 1 0 0 0,1 0-1 0 0,0-1 1 0 0,0 0-1 0 0,0 0 1 0 0,1 0-1 0 0,-1-1 1 0 0,0 1-1 0 0,1-1 1 0 0,-1 0 0 0 0,0 0-1 0 0,1-1 1 0 0,-1 1-1 0 0,1-1 1 0 0,0 0-1 0 0,-1 0 1 0 0,1-1 0 0 0,-1 1-1 0 0,8-3 1 0 0,-5 2 42 0 0,0-1 1 0 0,0 1-1 0 0,0-2 0 0 0,0 1 1 0 0,0-1-1 0 0,-1 0 1 0 0,1 0-1 0 0,-1-1 1 0 0,0 1-1 0 0,0-1 1 0 0,0-1-1 0 0,-1 1 0 0 0,1-1 1 0 0,-1 0-1 0 0,0-1 1 0 0,0 1-1 0 0,-1-1 1 0 0,0 0-1 0 0,0 0 1 0 0,6-13-1 0 0,-3 1 54 0 0,0-2 148 0 0,0-1 0 0 0,7-32 0 0 0,-13 45-219 0 0,0 0-1 0 0,-1 0 1 0 0,0-1-1 0 0,0 1 1 0 0,-1 0-1 0 0,0 0 1 0 0,0 0-1 0 0,-1 0 1 0 0,0 0-1 0 0,-4-10 1 0 0,2 5 16 0 0,-2 0 0 0 0,0 0 0 0 0,-13-20 0 0 0,18 31-49 0 0,-5-10 167 0 0,-8-5-1993 0 0,9 12 1556 0 0,3 3 166 0 0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4:35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1124 0 0,'0'0'2204'0'0,"15"6"10218"0"0,-13-5-14272 0 0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4:36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77 8 0 0,'6'-19'7625'0'0,"1"7"-4712"0"0,-7 10-2303 0 0,23-21 1414 0 0,-13 19-1982 0 0,-1 0 0 0 0,1 1 1 0 0,0 1-1 0 0,-1-1 0 0 0,1 2 0 0 0,0-1 0 0 0,1 1 1 0 0,-1 1-1 0 0,0 0 0 0 0,0 0 0 0 0,0 1 1 0 0,0 0-1 0 0,0 1 0 0 0,0 0 0 0 0,0 1 0 0 0,-1 0 1 0 0,18 7-1 0 0,-25-8-43 0 0,1-1-1 0 0,-1 1 1 0 0,0-1-1 0 0,0 1 1 0 0,0-1 0 0 0,0 1-1 0 0,0 0 1 0 0,0 0-1 0 0,-1 0 1 0 0,1 0 0 0 0,0 0-1 0 0,-1 1 1 0 0,0-1-1 0 0,1 0 1 0 0,-1 1 0 0 0,0-1-1 0 0,0 1 1 0 0,-1-1 0 0 0,2 5-1 0 0,-2-2 4 0 0,1 0 0 0 0,-1 1-1 0 0,0-1 1 0 0,-1 1 0 0 0,1-1 0 0 0,-1 0 0 0 0,0 1-1 0 0,0-1 1 0 0,-3 6 0 0 0,-2 4 4 0 0,0 0-1 0 0,-1 0 1 0 0,-1-1 0 0 0,-1 0 0 0 0,-14 18 0 0 0,-35 48-38 0 0,57-78 22 0 0,1-2 14 0 0,-1 0 0 0 0,1 0 0 0 0,0 0 0 0 0,0 0 0 0 0,0 0 0 0 0,-1 0 0 0 0,1 0 0 0 0,0 1 0 0 0,0-1 0 0 0,0 0 0 0 0,-1 0 0 0 0,1 0 0 0 0,0 0 0 0 0,0 1 0 0 0,0-1 0 0 0,0 0 0 0 0,0 0 0 0 0,-1 0 0 0 0,1 1 0 0 0,0-1 0 0 0,0 0 0 0 0,0 0 0 0 0,0 0 0 0 0,0 1 1 0 0,0-1-1 0 0,0 0 0 0 0,0 0 0 0 0,0 1 0 0 0,0-1 0 0 0,0 0 0 0 0,0 0 0 0 0,0 1 0 0 0,0-1 0 0 0,0 0 0 0 0,0 0 0 0 0,0 1 0 0 0,0-1 0 0 0,0 0 0 0 0,0 0 0 0 0,0 0 0 0 0,0 1 0 0 0,1-1 0 0 0,-1 0 0 0 0,0 0 0 0 0,0 0 0 0 0,0 1 0 0 0,0-1 0 0 0,1 0 0 0 0,-1 0 0 0 0,0 1 10 0 0,1 0-1 0 0,-1-1 0 0 0,1 1 0 0 0,-1 0 0 0 0,1-1 1 0 0,0 1-1 0 0,-1-1 0 0 0,1 1 0 0 0,0-1 0 0 0,-1 1 1 0 0,1-1-1 0 0,0 1 0 0 0,-1-1 0 0 0,1 1 0 0 0,0-1 1 0 0,0 0-1 0 0,0 0 0 0 0,-1 1 0 0 0,1-1 0 0 0,0 0 0 0 0,2 0 1 0 0,58-3 416 0 0,63-11 1 0 0,-31 3-278 0 0,-80 10-281 0 0,13-1-446 0 0,-12-2-3760 0 0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4:37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21 628 0 0,'5'-14'4386'0'0,"-5"14"-4276"0"0,0 0 1 0 0,0 0-1 0 0,0-1 0 0 0,0 1 1 0 0,0 0-1 0 0,0 0 1 0 0,0-1-1 0 0,0 1 0 0 0,0 0 1 0 0,0 0-1 0 0,0 0 1 0 0,0-1-1 0 0,0 1 0 0 0,0 0 1 0 0,0 0-1 0 0,0 0 1 0 0,-1-1-1 0 0,1 1 0 0 0,0 0 1 0 0,0 0-1 0 0,0 0 1 0 0,0-1-1 0 0,0 1 0 0 0,-1 0 1 0 0,1 0-1 0 0,0 0 1 0 0,0 0-1 0 0,0 0 0 0 0,0 0 1 0 0,-1-1-1 0 0,1 1 1 0 0,0 0-1 0 0,0 0 0 0 0,0 0 1 0 0,-1 0-1 0 0,1 0 1 0 0,0 0-1 0 0,0 0 0 0 0,-1 0 1 0 0,1 0-1 0 0,0 0 1 0 0,0 0-1 0 0,0 0 0 0 0,-1 0 1 0 0,1 0-1 0 0,0 0 1 0 0,-15 9 878 0 0,13-8-973 0 0,0 1 1 0 0,0 0-1 0 0,0 0 0 0 0,0 1 1 0 0,1-1-1 0 0,-1 0 0 0 0,0 1 1 0 0,1-1-1 0 0,0 1 0 0 0,0-1 1 0 0,0 1-1 0 0,0-1 0 0 0,0 1 1 0 0,-1 3-1 0 0,3-2 13 0 0,-1-1-1 0 0,1 1 1 0 0,0-1 0 0 0,-1 1 0 0 0,1-1-1 0 0,1 1 1 0 0,-1-1 0 0 0,1 1-1 0 0,-1-1 1 0 0,1 0 0 0 0,0 0-1 0 0,0 0 1 0 0,0 0 0 0 0,0 0-1 0 0,1 0 1 0 0,-1-1 0 0 0,1 1-1 0 0,0-1 1 0 0,0 0 0 0 0,0 0 0 0 0,3 3-1 0 0,13 7 139 0 0,0-1 0 0 0,26 12 1 0 0,-30-16-62 0 0,24 11 83 0 0,37 18 89 0 0,-69-32-254 0 0,-1 0 0 0 0,0 0 0 0 0,0 0-1 0 0,0 1 1 0 0,-1 0 0 0 0,1 0 0 0 0,-1 0 0 0 0,6 9 0 0 0,-10-13-8 0 0,1 1 1 0 0,-1-1-1 0 0,0 1 1 0 0,0-1-1 0 0,-1 1 0 0 0,1-1 1 0 0,0 1-1 0 0,0-1 1 0 0,-1 1-1 0 0,1 0 1 0 0,-1-1-1 0 0,1 1 1 0 0,-1 0-1 0 0,0-1 0 0 0,0 1 1 0 0,0 0-1 0 0,0 0 1 0 0,0-1-1 0 0,0 1 1 0 0,0 0-1 0 0,0-1 0 0 0,-1 1 1 0 0,1 0-1 0 0,-1-1 1 0 0,1 1-1 0 0,-1 0 1 0 0,0-1-1 0 0,1 1 0 0 0,-1-1 1 0 0,0 1-1 0 0,0-1 1 0 0,0 1-1 0 0,0-1 1 0 0,-1 0-1 0 0,1 0 0 0 0,-2 2 1 0 0,-4 2 65 0 0,0-1 0 0 0,0 0 0 0 0,-1 0-1 0 0,0-1 1 0 0,0 0 0 0 0,-9 2 0 0 0,16-4-80 0 0,-13 3-281 0 0,-2 0 0 0 0,1-1 0 0 0,0 0 0 0 0,-1-1 0 0 0,-16 0 0 0 0,14-11-1812 0 0,12 3-3140 0 0,-3-4 2110 0 0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4:37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1 109 1488 0 0,'127'-32'8297'0'0,"102"-18"-1304"0"0,-153 37-5092 0 0,4 0-2644 0 0,-78 12-53 0 0,-2 3-641 0 0,0-1 1173 0 0,0 0 1 0 0,0 0-1 0 0,0 0 0 0 0,0-1 1 0 0,-1 1-1 0 0,1 0 1 0 0,0 0-1 0 0,0 0 0 0 0,-1 0 1 0 0,1-1-1 0 0,-1 1 0 0 0,1 0 1 0 0,-1 0-1 0 0,1-1 1 0 0,-1 1-1 0 0,1 0 0 0 0,-1-1 1 0 0,1 1-1 0 0,-1-1 0 0 0,0 1 1 0 0,1-1-1 0 0,-1 1 1 0 0,0-1-1 0 0,0 1 0 0 0,1-1 1 0 0,-1 1-1 0 0,0-1 0 0 0,0 0 1 0 0,0 0-1 0 0,0 1 1 0 0,1-1-1 0 0,-3 0 0 0 0,-14 4-3675 0 0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4:42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35 372 372 0 0,'0'0'6021'0'0,"7"-13"-60"0"0,0 32-5793 0 0,0 1 0 0 0,-2-1 0 0 0,6 35 0 0 0,3 11-13 0 0,-4-16 6 0 0,6 59 0 0 0,-9-49 47 0 0,-9-53 2371 0 0,-8-12-2127 0 0,-11-23-462 0 0,5-5 103 0 0,2-2 1 0 0,2 0-1 0 0,0-1 1 0 0,3 0 0 0 0,1 0-1 0 0,-5-67 1 0 0,12 82-130 0 0,0 0-1 0 0,2 0 1 0 0,0-1 0 0 0,2 1 0 0 0,0 0-1 0 0,2 0 1 0 0,0 1 0 0 0,1-1 0 0 0,1 1-1 0 0,2 1 1 0 0,0-1 0 0 0,0 1 0 0 0,14-19 0 0 0,-18 31-5 0 0,1 1 0 0 0,-1 0 0 0 0,1 1 0 0 0,1 0 0 0 0,-1 0 1 0 0,1 0-1 0 0,0 0 0 0 0,0 1 0 0 0,0 1 0 0 0,1-1 0 0 0,10-4 1 0 0,-14 7 11 0 0,0 1 0 0 0,0 0 1 0 0,0 0-1 0 0,1 0 1 0 0,-1 0-1 0 0,0 1 1 0 0,0 0-1 0 0,0-1 0 0 0,1 1 1 0 0,-1 1-1 0 0,0-1 1 0 0,0 1-1 0 0,0 0 1 0 0,0 0-1 0 0,0 0 0 0 0,0 0 1 0 0,0 1-1 0 0,0-1 1 0 0,0 1-1 0 0,0 0 1 0 0,-1 0-1 0 0,1 1 0 0 0,-1-1 1 0 0,1 1-1 0 0,4 4 1 0 0,-2 0 5 0 0,1 0 0 0 0,-2 1 0 0 0,1-1 0 0 0,-1 1 0 0 0,0 0 0 0 0,0 0 0 0 0,-1 0 0 0 0,0 1 0 0 0,-1 0 0 0 0,0 0 0 0 0,0 0 0 0 0,-1 0 0 0 0,0 0 0 0 0,-1 0 0 0 0,0 0 0 0 0,0 1 0 0 0,-1-1 1 0 0,0 1-1 0 0,0-1 0 0 0,-1 0 0 0 0,-1 0 0 0 0,0 1 0 0 0,0-1 0 0 0,0 0 0 0 0,-1 0 0 0 0,-1-1 0 0 0,1 1 0 0 0,-2-1 0 0 0,1 1 0 0 0,-1-1 0 0 0,0 0 0 0 0,-1-1 0 0 0,1 0 0 0 0,-2 0 0 0 0,1 0 0 0 0,-8 7 0 0 0,7-8-261 0 0,0-1 0 0 0,0 1 0 0 0,0-1 0 0 0,-1-1 0 0 0,1 1 0 0 0,-1-1 0 0 0,-9 3 0 0 0,15-6-554 0 0,-11-15-8509 0 0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4:42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2 628 0 0,'18'5'1020'0'0,"0"1"0"0"0,-1 1 0 0 0,0 0 0 0 0,0 2 0 0 0,17 10 0 0 0,-28-15-900 0 0,-1-1 0 0 0,0 1 0 0 0,0 0 0 0 0,0 1 0 0 0,0-1 0 0 0,0 1 0 0 0,-1 0-1 0 0,0 0 1 0 0,0 0 0 0 0,-1 0 0 0 0,1 1 0 0 0,-1 0 0 0 0,0 0 0 0 0,-1 0 0 0 0,1 0-1 0 0,-1 0 1 0 0,2 11 0 0 0,-3-14-72 0 0,-1-1-1 0 0,0 1 1 0 0,0-1-1 0 0,0 1 1 0 0,-1-1-1 0 0,1 0 0 0 0,-1 1 1 0 0,1-1-1 0 0,-1 1 1 0 0,0-1-1 0 0,0 0 1 0 0,0 0-1 0 0,0 1 1 0 0,0-1-1 0 0,0 0 1 0 0,0 0-1 0 0,-1 0 1 0 0,1 0-1 0 0,-1 0 1 0 0,0-1-1 0 0,0 1 1 0 0,1 0-1 0 0,-4 1 0 0 0,1 0 108 0 0,0-1 0 0 0,0 1 0 0 0,-1-1-1 0 0,0 0 1 0 0,1 0 0 0 0,-1 0-1 0 0,0-1 1 0 0,0 0 0 0 0,-7 2-1 0 0,11-3-132 0 0,0 0 0 0 0,0-1 0 0 0,0 1 0 0 0,0 0-1 0 0,0 0 1 0 0,0 0 0 0 0,1-1 0 0 0,-1 1 0 0 0,0 0 0 0 0,0-1-1 0 0,0 1 1 0 0,1-1 0 0 0,-1 1 0 0 0,0-1 0 0 0,1 1-1 0 0,-1-1 1 0 0,0 0 0 0 0,1 1 0 0 0,-1-1 0 0 0,1 0 0 0 0,-1 1-1 0 0,1-1 1 0 0,-1 0 0 0 0,1 0 0 0 0,-1 1 0 0 0,1-1-1 0 0,0 0 1 0 0,-1 0 0 0 0,1 0 0 0 0,0 0 0 0 0,0 1-1 0 0,0-1 1 0 0,0-2 0 0 0,-1-27 210 0 0,3 22-264 0 0,1-1 0 0 0,0 1 1 0 0,1 0-1 0 0,0 0 0 0 0,0 0 1 0 0,0 0-1 0 0,1 1 0 0 0,1-1 0 0 0,-1 1 1 0 0,1 1-1 0 0,13-13 0 0 0,32-22-1979 0 0,1 11-3588 0 0,-42 24 3024 0 0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4:43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0 310 540 0 0,'8'-1'489'0'0,"-1"0"0"0"0,1 0-1 0 0,-1 0 1 0 0,1-1 0 0 0,-1 0 0 0 0,0-1-1 0 0,0 1 1 0 0,0-1 0 0 0,0-1 0 0 0,13-8-1 0 0,-8 4 133 0 0,0-1-1 0 0,-1 0 0 0 0,0-1 1 0 0,15-18-1 0 0,-25 27-582 0 0,0 0-1 0 0,0 0 0 0 0,0 0 1 0 0,-1 0-1 0 0,1 0 0 0 0,-1 0 1 0 0,1 0-1 0 0,-1 0 0 0 0,1 0 1 0 0,-1 0-1 0 0,1-1 0 0 0,-1 1 1 0 0,0 0-1 0 0,0 0 1 0 0,1 0-1 0 0,-1 0 0 0 0,0-1 1 0 0,0 1-1 0 0,0 0 0 0 0,-1 0 1 0 0,1 0-1 0 0,0-1 0 0 0,0 1 1 0 0,-1 0-1 0 0,1 0 1 0 0,0 0-1 0 0,-1 0 0 0 0,1 0 1 0 0,-1 0-1 0 0,1 0 0 0 0,-1 0 1 0 0,0 0-1 0 0,0 0 0 0 0,1 0 1 0 0,-1 0-1 0 0,0 0 0 0 0,0 0 1 0 0,0 0-1 0 0,0 1 1 0 0,0-1-1 0 0,0 0 0 0 0,0 1 1 0 0,0-1-1 0 0,0 1 0 0 0,0-1 1 0 0,0 1-1 0 0,0 0 0 0 0,-1-1 1 0 0,1 1-1 0 0,0 0 1 0 0,0 0-1 0 0,0 0 0 0 0,-1 0 1 0 0,1 0-1 0 0,0 0 0 0 0,-2 0 1 0 0,0 0 41 0 0,-17 11 42 0 0,16-9-115 0 0,1 0 0 0 0,0 1-1 0 0,0-1 1 0 0,0 1 0 0 0,0 0-1 0 0,1 0 1 0 0,-1 0 0 0 0,1 1-1 0 0,-1-1 1 0 0,1 1 0 0 0,0-1-1 0 0,1 1 1 0 0,-1-1 0 0 0,1 1-1 0 0,-1 0 1 0 0,1 0 0 0 0,0 0-1 0 0,1 0 1 0 0,-1 0 0 0 0,1 0-1 0 0,-1 0 1 0 0,1 0 0 0 0,0 0-1 0 0,1 0 1 0 0,-1 0 0 0 0,1 0-1 0 0,0 0 1 0 0,-1 0 0 0 0,2 0-1 0 0,-1-1 1 0 0,0 1 0 0 0,1 0-1 0 0,0-1 1 0 0,0 1 0 0 0,0-1-1 0 0,0 1 1 0 0,1-1 0 0 0,-1 0-1 0 0,1 0 1 0 0,0 0 0 0 0,0 0-1 0 0,0-1 1 0 0,0 1 0 0 0,0-1-1 0 0,0 1 1 0 0,1-1 0 0 0,-1 0-1 0 0,1-1 1 0 0,4 2 0 0 0,0 0-34 0 0,1 0 0 0 0,0-1 0 0 0,-1-1-1 0 0,1 1 1 0 0,0-1 0 0 0,0-1 0 0 0,0 0 0 0 0,0 0 0 0 0,0-1 0 0 0,0 0 0 0 0,0 0 0 0 0,0-1 0 0 0,-1 0 0 0 0,1-1 0 0 0,-1 0 0 0 0,1 0 0 0 0,-1-1 0 0 0,0 0 0 0 0,0 0-1 0 0,-1-1 1 0 0,1 0 0 0 0,-1 0 0 0 0,0-1 0 0 0,0 0 0 0 0,-1 0 0 0 0,0-1 0 0 0,0 1 0 0 0,0-1 0 0 0,-1-1 0 0 0,0 1 0 0 0,-1-1 0 0 0,8-15 0 0 0,-10 17 105 0 0,1 1-1 0 0,-1-1 1 0 0,0 0 0 0 0,0 0 0 0 0,0 0 0 0 0,-1 0 0 0 0,0 0-1 0 0,0 0 1 0 0,-1 0 0 0 0,0-9 0 0 0,0 13 114 0 0,4-10 170 0 0,-1 7-97 0 0,-2 6 250 0 0,-5 51-419 0 0,1 0-1 0 0,3-1 0 0 0,7 64 1 0 0,5-30 89 0 0,4 0 1 0 0,30 94-1 0 0,-29-118 43 0 0,8 14 2084 0 0,-27-81-2111 0 0,-13-58-89 0 0,2 0 0 0 0,4-1-1 0 0,2 0 1 0 0,3 0 0 0 0,3-1-1 0 0,8-71 1 0 0,-3 105-155 0 0,1-1 0 0 0,2 1-1 0 0,1 0 1 0 0,2 1 0 0 0,0 0 0 0 0,3 1 0 0 0,28-53 0 0 0,-38 79 32 0 0,-1 0 1 0 0,1 0 0 0 0,0 0-1 0 0,0 1 1 0 0,1-1 0 0 0,-1 1-1 0 0,1 0 1 0 0,0 0 0 0 0,0 0-1 0 0,0 0 1 0 0,0 1 0 0 0,0 0-1 0 0,0 0 1 0 0,1 0 0 0 0,-1 0-1 0 0,1 1 1 0 0,-1-1 0 0 0,10 0-1 0 0,-10 2 1 0 0,-1 0 0 0 0,0 0 0 0 0,1 1 0 0 0,-1-1 0 0 0,1 1 0 0 0,-1 0-1 0 0,0 0 1 0 0,0 0 0 0 0,0 1 0 0 0,0-1 0 0 0,0 1 0 0 0,0-1 0 0 0,0 1 0 0 0,0 0-1 0 0,0 0 1 0 0,-1 1 0 0 0,1-1 0 0 0,-1 0 0 0 0,0 1 0 0 0,1 0 0 0 0,-1-1 0 0 0,0 1-1 0 0,-1 0 1 0 0,1 0 0 0 0,0 0 0 0 0,-1 0 0 0 0,2 6 0 0 0,-1-4 6 0 0,0-1 1 0 0,0 1-1 0 0,-1-1 1 0 0,1 1-1 0 0,-1 0 1 0 0,0 0 0 0 0,-1-1-1 0 0,1 1 1 0 0,-1 0-1 0 0,0 0 1 0 0,0 0-1 0 0,-1 0 1 0 0,1 0-1 0 0,-1-1 1 0 0,0 1-1 0 0,0 0 1 0 0,-1 0-1 0 0,1-1 1 0 0,-1 1-1 0 0,0-1 1 0 0,0 0-1 0 0,-4 6 1 0 0,0-2-70 0 0,-1-1 0 0 0,1 0 1 0 0,-1-1-1 0 0,0 0 0 0 0,-1 0 0 0 0,0-1 0 0 0,1 1 0 0 0,-2-2 1 0 0,1 1-1 0 0,0-1 0 0 0,-11 3 0 0 0,-16 2-2616 0 0,18-5-4659 0 0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4:43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1 864 0 0,'1'0'173'0'0,"-1"0"0"0"0,1 0 1 0 0,0 0-1 0 0,-1 0 0 0 0,1 0 0 0 0,0-1 0 0 0,-1 1 0 0 0,1 1 1 0 0,0-1-1 0 0,-1 0 0 0 0,1 0 0 0 0,0 0 0 0 0,-1 0 0 0 0,1 0 0 0 0,0 1 1 0 0,-1-1-1 0 0,1 0 0 0 0,0 0 0 0 0,-1 1 0 0 0,2 0 0 0 0,-3 21 1169 0 0,1-11-913 0 0,-1 0 1 0 0,2-1-1 0 0,-1 1 0 0 0,2 0 0 0 0,4 19 0 0 0,-5-25-292 0 0,1 0-1 0 0,1 0 1 0 0,-1 0-1 0 0,1 0 1 0 0,0 0-1 0 0,0 0 1 0 0,0-1-1 0 0,1 0 0 0 0,-1 0 1 0 0,1 0-1 0 0,0 0 1 0 0,0 0-1 0 0,1-1 1 0 0,-1 1-1 0 0,1-1 1 0 0,8 4-1 0 0,-12-7-87 0 0,1 1-1 0 0,-1-1 1 0 0,1 0-1 0 0,-1 1 1 0 0,1-1 0 0 0,-1 0-1 0 0,1 0 1 0 0,-1 0-1 0 0,1 0 1 0 0,-1-1 0 0 0,1 1-1 0 0,-1 0 1 0 0,1 0 0 0 0,-1-1-1 0 0,1 1 1 0 0,-1-1-1 0 0,1 0 1 0 0,-1 1 0 0 0,0-1-1 0 0,1 0 1 0 0,-1 0-1 0 0,0 0 1 0 0,0 0 0 0 0,0 0-1 0 0,1 0 1 0 0,-1 0-1 0 0,0 0 1 0 0,0 0 0 0 0,1-3-1 0 0,1 1 47 0 0,-1 0-1 0 0,0 0 1 0 0,1-1 0 0 0,-1 1-1 0 0,0-1 1 0 0,-1 1-1 0 0,1-1 1 0 0,-1 0 0 0 0,1 1-1 0 0,0-7 1 0 0,-2 4-15 0 0,0 1 0 0 0,0-1 0 0 0,-1 1 0 0 0,1-1 0 0 0,-1 1 0 0 0,-1-1 1 0 0,1 1-1 0 0,-4-8 0 0 0,4 11-207 0 0,0-1 0 0 0,0 1 0 0 0,0-1 0 0 0,-1 1 0 0 0,1 0 0 0 0,-1 0 0 0 0,1-1 1 0 0,-1 1-1 0 0,0 0 0 0 0,0 0 0 0 0,0 1 0 0 0,0-1 0 0 0,0 0 0 0 0,0 1 0 0 0,-1-1 0 0 0,1 1 1 0 0,0 0-1 0 0,-4-2 0 0 0,4 3-630 0 0,-16 7-5064 0 0,14-6 3025 0 0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4:44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26 612 0 0,'0'0'3517'0'0,"-17"-21"-359"0"0,16 21-3085 0 0,0-1 0 0 0,0 1-1 0 0,0-1 1 0 0,0 1-1 0 0,0-1 1 0 0,0 1-1 0 0,0 0 1 0 0,0-1 0 0 0,0 1-1 0 0,-1 0 1 0 0,1 0-1 0 0,0 0 1 0 0,0 0 0 0 0,0 0-1 0 0,0 0 1 0 0,0 0-1 0 0,0 0 1 0 0,0 0 0 0 0,0 1-1 0 0,0-1 1 0 0,-1 0-1 0 0,1 1 1 0 0,0-1-1 0 0,0 1 1 0 0,0-1 0 0 0,1 1-1 0 0,-1-1 1 0 0,0 1-1 0 0,0 0 1 0 0,0-1 0 0 0,0 1-1 0 0,0 0 1 0 0,1 0-1 0 0,-1 0 1 0 0,0 0 0 0 0,1-1-1 0 0,-1 1 1 0 0,1 0-1 0 0,-1 0 1 0 0,1 0 0 0 0,-1 0-1 0 0,1 0 1 0 0,-1 2-1 0 0,1-1-36 0 0,0 1 0 0 0,-1-1-1 0 0,1 1 1 0 0,0 0 0 0 0,1-1 0 0 0,-1 1-1 0 0,0-1 1 0 0,1 1 0 0 0,-1-1 0 0 0,1 1-1 0 0,0-1 1 0 0,0 1 0 0 0,0-1-1 0 0,0 0 1 0 0,0 1 0 0 0,1-1 0 0 0,1 2-1 0 0,52 56 359 0 0,-40-46-345 0 0,0 1-1 0 0,-1 0 0 0 0,-1 1 1 0 0,-1 1-1 0 0,18 31 0 0 0,-29-47-43 0 0,0 0-1 0 0,0 0 1 0 0,-1 0 0 0 0,1 0-1 0 0,0 0 1 0 0,-1 0-1 0 0,1 0 1 0 0,-1 0-1 0 0,1 0 1 0 0,-1 1-1 0 0,0-1 1 0 0,0 0-1 0 0,1 0 1 0 0,-1 1-1 0 0,0-1 1 0 0,0 0 0 0 0,0 1-1 0 0,0-1 1 0 0,0 0-1 0 0,-1 0 1 0 0,1 1-1 0 0,0-1 1 0 0,-1 0-1 0 0,1 0 1 0 0,0 0-1 0 0,-1 0 1 0 0,0 1-1 0 0,0 0 1 0 0,0-1-7 0 0,3-9-9 0 0,1-1-1 0 0,0 1 1 0 0,0 0-1 0 0,1 0 1 0 0,-1 0-1 0 0,2 1 1 0 0,-1-1-1 0 0,1 1 1 0 0,0 0-1 0 0,1 0 1 0 0,10-9-1 0 0,-5 4-2 0 0,0 2-1 0 0,0-1 0 0 0,1 2 1 0 0,22-15-1 0 0,-32 24 27 0 0,-1-1 0 0 0,1 1-1 0 0,0 0 1 0 0,-1-1 0 0 0,1 1 0 0 0,-1 0-1 0 0,1 0 1 0 0,0 0 0 0 0,-1 0-1 0 0,1 1 1 0 0,-1-1 0 0 0,1 0 0 0 0,-1 1-1 0 0,1-1 1 0 0,-1 1 0 0 0,1-1 0 0 0,-1 1-1 0 0,1 0 1 0 0,-1 0 0 0 0,0 0 0 0 0,1-1-1 0 0,-1 1 1 0 0,0 0 0 0 0,0 1 0 0 0,0-1-1 0 0,0 0 1 0 0,0 0 0 0 0,0 0 0 0 0,0 1-1 0 0,0-1 1 0 0,1 2 0 0 0,1 1 59 0 0,-1 0 0 0 0,1 0 1 0 0,-1 1-1 0 0,1-1 0 0 0,-1 1 1 0 0,-1 0-1 0 0,1-1 0 0 0,-1 1 1 0 0,2 6-1 0 0,-3-6-141 0 0,0 1 0 0 0,0 0 0 0 0,0-1 0 0 0,-1 1-1 0 0,1 0 1 0 0,-1-1 0 0 0,-1 1 0 0 0,-1 6 0 0 0,2-10-441 0 0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4:44.6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86 88 0 0,'4'-68'10626'0'0,"-4"66"-10046"0"0,5-13 654 0 0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4:44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25 520 0 0,'4'-25'8810'0'0,"-5"42"-5346"0"0,0 15-3923 0 0,2-18 660 0 0,1 67 552 0 0,3 1 1 0 0,20 95-1 0 0,-18-147-553 0 0,2 0 0 0 0,22 52 0 0 0,-24-67-173 0 0,0-1 0 0 0,1 0 0 0 0,1 0 0 0 0,0-1 0 0 0,1 0 0 0 0,0-1 1 0 0,14 13-1 0 0,-23-24-17 0 0,1 1 0 0 0,-1-1 0 0 0,1 1 0 0 0,-1-1 0 0 0,1 0 0 0 0,0 1 0 0 0,0-1 0 0 0,0 0 0 0 0,0 0 0 0 0,0 0 0 0 0,0-1 0 0 0,0 1 0 0 0,0 0 0 0 0,0-1 0 0 0,0 1 0 0 0,0-1 0 0 0,0 0 0 0 0,0 0 0 0 0,1 0 0 0 0,-1 0 0 0 0,0 0 0 0 0,0 0 0 0 0,0 0 0 0 0,0-1 0 0 0,0 1 0 0 0,0-1 0 0 0,1 0 0 0 0,-1 1 0 0 0,0-1 0 0 0,-1 0 0 0 0,3-1 0 0 0,3-3 253 0 0,-1 0 0 0 0,0-1 1 0 0,-1 0-1 0 0,0 1 0 0 0,1-2 0 0 0,5-10 1 0 0,-10 16-202 0 0,0 0 273 0 0,1-19 1380 0 0,-2 6-2548 0 0,-18 20-5185 0 0,4 6-497 0 0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4:45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74 200 0 0,'6'-63'9378'0'0,"-6"61"-8972"0"0,9-7-508 0 0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4:45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53 144 0 0,'0'0'4241'0'0,"-1"-5"-3233"0"0,-8-31 2951 0 0,9 33-2241 0 0,-10-5 743 0 0,6 8-2389 0 0,1 1-1 0 0,0 0 0 0 0,0 0 0 0 0,-1 0 1 0 0,1 0-1 0 0,0 1 0 0 0,0-1 0 0 0,0 1 1 0 0,0 0-1 0 0,1 0 0 0 0,-1 0 1 0 0,0 0-1 0 0,1 0 0 0 0,-1 0 0 0 0,1 1 1 0 0,0-1-1 0 0,0 1 0 0 0,0 0 0 0 0,-3 5 1 0 0,1-2-32 0 0,0 1 0 0 0,1-1 0 0 0,0 1-1 0 0,0 0 1 0 0,0 0 0 0 0,1 0 0 0 0,0 0 0 0 0,-1 8 0 0 0,3-13-37 0 0,1 2-40 0 0,0 0 1 0 0,0 1 0 0 0,0-1-1 0 0,1 0 1 0 0,0 0-1 0 0,0-1 1 0 0,0 1 0 0 0,3 4-1 0 0,-2-7 29 0 0,0 0-1 0 0,-1-1 0 0 0,1 1 1 0 0,0-1-1 0 0,0 0 1 0 0,0 0-1 0 0,-1 0 0 0 0,1 0 1 0 0,0 0-1 0 0,0-1 0 0 0,-1 1 1 0 0,1-1-1 0 0,0 0 0 0 0,-1 1 1 0 0,1-1-1 0 0,0-1 0 0 0,-1 1 1 0 0,1 0-1 0 0,-1-1 1 0 0,0 1-1 0 0,4-3 0 0 0,52-38-124 0 0,-45 31 88 0 0,-6 5 9 0 0,0-1 0 0 0,0 1 0 0 0,1 0 1 0 0,-1 1-1 0 0,1 0 0 0 0,1 0 0 0 0,-1 1 1 0 0,1 0-1 0 0,18-6 0 0 0,-26 10 30 0 0,1 0 0 0 0,-1 0 0 0 0,1 0 0 0 0,-1 1 0 0 0,1-1 0 0 0,-1 0 0 0 0,1 1 0 0 0,-1-1 0 0 0,1 1 0 0 0,-1 0 0 0 0,0-1 0 0 0,1 1 0 0 0,-1 0 0 0 0,0 0 0 0 0,0 0 0 0 0,0 0 0 0 0,1 0 1 0 0,-1 0-1 0 0,0 0 0 0 0,0 0 0 0 0,0 1 0 0 0,-1-1 0 0 0,1 0 0 0 0,0 1 0 0 0,0-1 0 0 0,0 2 0 0 0,11 44-47 0 0,-11-41 59 0 0,-1-4 24 0 0,11 2 82 0 0,37-23-8 0 0,-39 15-70 0 0,0 0-1 0 0,0 0 1 0 0,0 1-1 0 0,0 0 1 0 0,11-2 0 0 0,-18 4-22 0 0,-1 1-10 0 0,0 0-1 0 0,-1-1 0 0 0,1 1 1 0 0,0-1-1 0 0,-1 1 1 0 0,1 0-1 0 0,0-1 0 0 0,0 1 1 0 0,-1 0-1 0 0,1 0 0 0 0,0 0 1 0 0,0 0-1 0 0,-1 0 1 0 0,1-1-1 0 0,0 1 0 0 0,0 0 1 0 0,0 1-1 0 0,-1-1 1 0 0,1 0-1 0 0,0 0 0 0 0,0 0 1 0 0,-1 0-1 0 0,1 1 0 0 0,0-1 1 0 0,0 0-1 0 0,1 1 1 0 0,24 11-412 0 0,-16 0-1076 0 0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4:46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42 916 0 0,'0'0'2744'0'0,"-9"-7"1917"0"0,9-5-1945 0 0,16-1-2480 0 0,-6 9-196 0 0,10 0-676 0 0,-10 3-96 0 0,6 1-928 0 0,-2 1-4457 0 0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4:53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213 79 400 0 0,'2'-1'440'0'0,"-1"0"0"0"0,0-1 0 0 0,0 1 0 0 0,0 0 0 0 0,0 0 1 0 0,0-1-1 0 0,0 1 0 0 0,-1-1 0 0 0,1 1 0 0 0,0-1 0 0 0,-1 1 0 0 0,1-1 0 0 0,-1 0 0 0 0,1 1 0 0 0,-1-1 0 0 0,0 0 0 0 0,0-1 0 0 0,0 1-196 0 0,0 1 0 0 0,0-1-1 0 0,0 1 1 0 0,-1-1-1 0 0,1 1 1 0 0,-1-1-1 0 0,1 1 1 0 0,-1 0 0 0 0,0-1-1 0 0,1 1 1 0 0,-1 0-1 0 0,0-1 1 0 0,0 1-1 0 0,0 0 1 0 0,-2-2 0 0 0,0 1-171 0 0,1 0 0 0 0,0 0 1 0 0,-1 1-1 0 0,0-1 1 0 0,1 1-1 0 0,-1-1 1 0 0,0 1-1 0 0,0 0 1 0 0,0 0-1 0 0,0 1 1 0 0,0-1-1 0 0,1 0 1 0 0,-1 1-1 0 0,-1 0 1 0 0,1 0-1 0 0,0 0 1 0 0,0 0-1 0 0,0 0 1 0 0,0 0-1 0 0,-4 2 1 0 0,-5 1-46 0 0,0 1 0 0 0,1 0-1 0 0,-1 0 1 0 0,1 2 0 0 0,0-1 0 0 0,1 1 0 0 0,-1 1-1 0 0,-18 15 1 0 0,26-20-26 0 0,1 1 0 0 0,-1-1-1 0 0,0 1 1 0 0,1 0 0 0 0,0 0 0 0 0,0 0-1 0 0,0 0 1 0 0,0 1 0 0 0,0-1 0 0 0,1 1-1 0 0,-1-1 1 0 0,1 1 0 0 0,0-1 0 0 0,0 1-1 0 0,0 0 1 0 0,0-1 0 0 0,1 1 0 0 0,0 0-1 0 0,0 0 1 0 0,0 0 0 0 0,0-1-1 0 0,0 1 1 0 0,1 0 0 0 0,-1 0 0 0 0,1-1-1 0 0,0 1 1 0 0,0 0 0 0 0,1-1 0 0 0,-1 1-1 0 0,1-1 1 0 0,0 0 0 0 0,0 1 0 0 0,4 4-1 0 0,1 1 12 0 0,1 0-1 0 0,0 0 1 0 0,0 0 0 0 0,1-2-1 0 0,0 1 1 0 0,1-1-1 0 0,0 0 1 0 0,0-1 0 0 0,0 0-1 0 0,1 0 1 0 0,0-2-1 0 0,0 1 1 0 0,0-1 0 0 0,1-1-1 0 0,-1 0 1 0 0,1 0-1 0 0,0-1 1 0 0,-1-1 0 0 0,1 0-1 0 0,0-1 1 0 0,0 0-1 0 0,0 0 1 0 0,0-2 0 0 0,0 1-1 0 0,0-1 1 0 0,13-5-1 0 0,-21 6 61 0 0,0-1-1 0 0,0 1 1 0 0,0-1-1 0 0,-1 0 1 0 0,1 0-1 0 0,-1 0 1 0 0,1-1-1 0 0,-1 1 1 0 0,0-1 0 0 0,0 1-1 0 0,0-1 1 0 0,0 0-1 0 0,0-1 1 0 0,-1 1-1 0 0,1 0 1 0 0,-1-1-1 0 0,0 1 1 0 0,0-1-1 0 0,0 0 1 0 0,-1 0-1 0 0,1 1 1 0 0,-1-1-1 0 0,0 0 1 0 0,0 0-1 0 0,0 0 1 0 0,-1-1-1 0 0,1 1 1 0 0,-1 0-1 0 0,0 0 1 0 0,0 0-1 0 0,0 0 1 0 0,-1 0-1 0 0,0 0 1 0 0,-1-6 0 0 0,-1-1 70 0 0,0 0 0 0 0,-1 0 0 0 0,-1 0 0 0 0,0 0 0 0 0,0 1 0 0 0,-1 0 0 0 0,0 0 0 0 0,-1 0 0 0 0,0 1 0 0 0,-16-17 0 0 0,17 20-133 0 0,-1 1 1 0 0,1 0-1 0 0,-1 0 1 0 0,0 0-1 0 0,-9-4 0 0 0,14 8-159 0 0,1 1 0 0 0,0-1 0 0 0,-1 0 0 0 0,1 0 0 0 0,-1 1 0 0 0,1-1 0 0 0,-1 1 0 0 0,1 0 0 0 0,-1-1 1 0 0,1 1-1 0 0,-1 0 0 0 0,0 0 0 0 0,1 0 0 0 0,-1 0 0 0 0,1 0 0 0 0,-1 0 0 0 0,1 0 0 0 0,-1 1 0 0 0,0-1 0 0 0,1 1 0 0 0,-1-1 0 0 0,1 1 0 0 0,0-1 0 0 0,-1 1 0 0 0,1 0 0 0 0,-1 0 0 0 0,1 0 0 0 0,0-1 0 0 0,0 1 0 0 0,-1 1 0 0 0,1-1 0 0 0,0 0 0 0 0,-1 2 0 0 0,-3 9-2500 0 0,6-6-2065 0 0,1 5 1249 0 0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4:54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 1220 0 0,'6'-4'1590'0'0,"1"-1"1"0"0,-1 0-1 0 0,1 0 0 0 0,-2 0 1 0 0,1-1-1 0 0,0 0 0 0 0,-1 0 0 0 0,8-13 1 0 0,-12 18-1634 0 0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4:54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97 656 0 0,'38'-37'7719'0'0,"-30"31"-7045"0"0,0 0 1 0 0,0 0 0 0 0,1 1 0 0 0,0 0 0 0 0,16-6 0 0 0,37-7 1122 0 0,-58 17-1702 0 0,0 1-1 0 0,0-1 0 0 0,0 1 1 0 0,1 0-1 0 0,-1 0 1 0 0,0 0-1 0 0,0 0 0 0 0,0 1 1 0 0,0 0-1 0 0,0 0 1 0 0,0 0-1 0 0,0 0 0 0 0,4 2 1 0 0,-7-2-78 0 0,0 0 1 0 0,0 0-1 0 0,0 1 0 0 0,-1-1 1 0 0,1 0-1 0 0,0 0 1 0 0,-1 1-1 0 0,1-1 0 0 0,0 0 1 0 0,-1 1-1 0 0,1-1 1 0 0,-1 1-1 0 0,0-1 0 0 0,0 0 1 0 0,1 1-1 0 0,-1-1 1 0 0,0 1-1 0 0,0-1 0 0 0,0 1 1 0 0,-1-1-1 0 0,1 1 1 0 0,0-1-1 0 0,0 1 1 0 0,-1-1-1 0 0,1 0 0 0 0,-1 1 1 0 0,1-1-1 0 0,-2 3 1 0 0,-20 44 144 0 0,18-42-109 0 0,2-1-60 0 0,-1-1 0 0 0,0 0 0 0 0,1 1 0 0 0,0-1 0 0 0,0 1 0 0 0,1 0 0 0 0,-1-1 0 0 0,1 1 0 0 0,0 0 0 0 0,0 0 0 0 0,0 0 0 0 0,1 0 0 0 0,0 0 0 0 0,0 0 0 0 0,0 0 0 0 0,1 0 0 0 0,-1 0 0 0 0,1 0 0 0 0,0 0 0 0 0,1 0 0 0 0,-1-1 0 0 0,1 1 0 0 0,0 0 0 0 0,0-1 0 0 0,1 1 0 0 0,-1-1 0 0 0,1 0 0 0 0,5 7 0 0 0,26 25-88 0 0,-28-31 73 0 0,0 1 0 0 0,0 0 0 0 0,-1 0 0 0 0,1 0-1 0 0,-1 1 1 0 0,-1-1 0 0 0,1 1 0 0 0,-1 1 0 0 0,4 9 0 0 0,-8-16 22 0 0,0 1 0 0 0,0-1-1 0 0,0 1 1 0 0,0-1 0 0 0,0 1-1 0 0,-1 0 1 0 0,1-1 0 0 0,0 1-1 0 0,-1-1 1 0 0,1 1 0 0 0,-1-1-1 0 0,1 1 1 0 0,-1-1 0 0 0,0 0 0 0 0,0 1-1 0 0,0-1 1 0 0,0 0 0 0 0,0 1-1 0 0,0-1 1 0 0,0 0 0 0 0,0 0-1 0 0,0 0 1 0 0,0 0 0 0 0,-1 0-1 0 0,1 0 1 0 0,0 0 0 0 0,-1-1 0 0 0,1 1-1 0 0,-2 0 1 0 0,-51 21-18 0 0,40-17 13 0 0,-85 25-1768 0 0,33-21-5557 0 0,39-9 3613 0 0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4:59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35 201 448 0 0,'-4'0'5281'0'0,"3"10"-1975"0"0,5 32-829 0 0,12 62-3392 0 0,-13-85 1800 0 0,53 250 503 0 0,-48-220-267 0 0,-8-47-815 0 0,-4-9 153 0 0,0 0-1 0 0,0 0 1 0 0,0 0 0 0 0,1 0-1 0 0,0-1 1 0 0,-4-15-1 0 0,-21-74-173 0 0,15 46-102 0 0,-3-15-23 0 0,-10-82-1 0 0,24 129-163 0 0,0 0 0 0 0,2 0-1 0 0,0 1 1 0 0,1-1 0 0 0,1 0-1 0 0,1 0 1 0 0,1 1 0 0 0,0-1-1 0 0,9-21 1 0 0,-12 37-16 0 0,0-1 0 0 0,1 1 0 0 0,-1-1 0 0 0,1 1 0 0 0,0 0 0 0 0,0 0-1 0 0,0 0 1 0 0,1 0 0 0 0,-1 0 0 0 0,1 0 0 0 0,-1 0 0 0 0,1 1 0 0 0,0-1 0 0 0,0 1 0 0 0,0 0 0 0 0,0 0 0 0 0,0 0 0 0 0,1 1 0 0 0,-1-1 0 0 0,6-1-1 0 0,-5 2-13 0 0,1 1 0 0 0,-1-1 0 0 0,1 1 0 0 0,-1 1 0 0 0,0-1 0 0 0,1 0 0 0 0,-1 1 0 0 0,0 0 0 0 0,1 0 0 0 0,-1 0 0 0 0,0 1 0 0 0,0-1 0 0 0,0 1 0 0 0,0 0 0 0 0,4 3 0 0 0,0 0-19 0 0,0 0 0 0 0,-1 0 1 0 0,0 1-1 0 0,0 0 0 0 0,0 1 1 0 0,-1-1-1 0 0,0 1 0 0 0,0 1 1 0 0,-1-1-1 0 0,0 1 0 0 0,0 0 1 0 0,-1 0-1 0 0,0 0 0 0 0,0 0 1 0 0,-1 1-1 0 0,3 9 1 0 0,-6-13 21 0 0,0 0 0 0 0,0 0 0 0 0,0-1 0 0 0,0 1 0 0 0,-1 0 0 0 0,0-1 0 0 0,0 1 0 0 0,0-1 0 0 0,0 1 1 0 0,-1-1-1 0 0,0 1 0 0 0,0-1 0 0 0,0 0 0 0 0,0 0 0 0 0,-6 8 0 0 0,3-6-607 0 0,0 0-1 0 0,-1 0 1 0 0,1-1-1 0 0,-1 1 0 0 0,0-1 1 0 0,0 0-1 0 0,-1-1 1 0 0,-11 7-1 0 0,4-10-4387 0 0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4:59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1 256 0 0,'17'11'753'0'0,"-1"1"0"0"0,0 0 0 0 0,0 2-1 0 0,-2-1 1 0 0,0 2 0 0 0,0 0 0 0 0,-1 1 0 0 0,-1 0 0 0 0,-1 0 0 0 0,13 26-1 0 0,-18-17 411 0 0,-6-24-1081 0 0,0 0 0 0 0,0-1 1 0 0,0 1-1 0 0,0 0 0 0 0,0-1 0 0 0,1 1 0 0 0,-1 0 0 0 0,0-1 0 0 0,0 1 0 0 0,-1 0 0 0 0,1-1 0 0 0,0 1 0 0 0,0 0 0 0 0,0-1 0 0 0,0 1 0 0 0,0 0 0 0 0,-1-1 0 0 0,1 1 0 0 0,0-1 0 0 0,-1 1 0 0 0,1 0 0 0 0,0-1 0 0 0,-1 1 0 0 0,1-1 0 0 0,-1 1 1 0 0,1-1-1 0 0,-1 1 0 0 0,1-1 0 0 0,-1 0 0 0 0,1 1 0 0 0,-2 0 0 0 0,0-2-51 0 0,0 0 0 0 0,1 0 0 0 0,-1 0 1 0 0,0-1-1 0 0,0 1 0 0 0,1 0 0 0 0,-1-1 1 0 0,1 1-1 0 0,-1-1 0 0 0,1 0 0 0 0,-2-2 1 0 0,2 3 14 0 0,-1-2-51 0 0,0 1 0 0 0,0-1 0 0 0,0 0 1 0 0,0 0-1 0 0,0 0 0 0 0,0 0 1 0 0,1 0-1 0 0,0 0 0 0 0,0-1 0 0 0,0 1 1 0 0,0 0-1 0 0,0-1 0 0 0,0 1 1 0 0,1-1-1 0 0,0 1 0 0 0,0 0 0 0 0,0-1 1 0 0,0 1-1 0 0,0-1 0 0 0,2-4 1 0 0,-1 0-669 0 0,1 0-1 0 0,0 0 1 0 0,0 0 0 0 0,1 0 0 0 0,0 1 0 0 0,7-14 0 0 0,-2 10-2331 0 0,1 2 232 0 0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5:00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1 127 344 0 0,'0'0'726'0'0,"3"-2"-15"0"0,10-5 176 0 0,-1-1-1 0 0,0-1 1 0 0,0 0-1 0 0,-1 0 1 0 0,0-1-1 0 0,0-1 0 0 0,-1 0 1 0 0,-1 0-1 0 0,9-13 1 0 0,-14 10 474 0 0,-11 12-516 0 0,-19 18-472 0 0,23-13-360 0 0,1 0 0 0 0,-1 0 0 0 0,0-1 0 0 0,1 1 0 0 0,0 1 0 0 0,-1-1 0 0 0,1 0 0 0 0,0 1 0 0 0,1-1 0 0 0,-1 1 1 0 0,1-1-1 0 0,-1 1 0 0 0,1 0 0 0 0,0-1 0 0 0,1 1 0 0 0,-1 0 0 0 0,1 0 0 0 0,-1 0 0 0 0,1 0 0 0 0,0 0 0 0 0,1 0 0 0 0,-1-1 0 0 0,1 1 0 0 0,-1 0 0 0 0,1 0 0 0 0,2 5 0 0 0,0-4-51 0 0,-1-1 0 0 0,1 1-1 0 0,0-1 1 0 0,0 0 0 0 0,0 0 0 0 0,1-1 0 0 0,-1 1-1 0 0,1-1 1 0 0,0 1 0 0 0,0-1 0 0 0,0 0 0 0 0,1-1-1 0 0,-1 1 1 0 0,0-1 0 0 0,1 0 0 0 0,0 0 0 0 0,0 0 0 0 0,-1-1-1 0 0,11 3 1 0 0,-8-3 40 0 0,1 0-1 0 0,-1 0 1 0 0,1-1 0 0 0,0 1-1 0 0,-1-2 1 0 0,1 1 0 0 0,0-1-1 0 0,-1 0 1 0 0,1-1 0 0 0,-1 1-1 0 0,0-2 1 0 0,1 1 0 0 0,-1-1-1 0 0,0 0 1 0 0,0 0 0 0 0,-1-1-1 0 0,1 0 1 0 0,-1 0 0 0 0,0-1-1 0 0,0 0 1 0 0,0 0 0 0 0,-1 0-1 0 0,1 0 1 0 0,-1-1 0 0 0,0 0-1 0 0,-1 0 1 0 0,0-1 0 0 0,0 1-1 0 0,0-1 1 0 0,-1 0 0 0 0,0 0-1 0 0,4-13 1 0 0,-7 19 66 0 0,0 0 0 0 0,1 0 0 0 0,-1 0 0 0 0,0 1 0 0 0,0-1-1 0 0,0 0 1 0 0,1 0 0 0 0,-1 1 0 0 0,0-1 0 0 0,1 0 0 0 0,-1 1 0 0 0,0-1 0 0 0,1 0 0 0 0,-1 1 0 0 0,1-1 0 0 0,-1 1 0 0 0,1-1 0 0 0,-1 1 0 0 0,1-1 0 0 0,0 1-1 0 0,-1-1 1 0 0,1 1 0 0 0,0-1 0 0 0,-1 1 0 0 0,1 0 0 0 0,0-1 0 0 0,1 1 0 0 0,9 16 414 0 0,5 50-685 0 0,-14-58 377 0 0,151 562 414 0 0,-131-495-427 0 0,-21-74-74 0 0,-1 8 112 0 0,-1-5-28 0 0,0-5 785 0 0,-15-45-851 0 0,2 0 0 0 0,2-1 0 0 0,2 0-1 0 0,2-1 1 0 0,2 0 0 0 0,2 0 0 0 0,3-1 0 0 0,1 1 0 0 0,3 0 0 0 0,14-78-1 0 0,-12 105-102 0 0,0 1 0 0 0,16-38 0 0 0,-19 53-18 0 0,0 0 0 0 0,1 0 0 0 0,0 0 0 0 0,0 0 0 0 0,0 1 0 0 0,0-1 0 0 0,1 1 0 0 0,-1 0 0 0 0,1 0 0 0 0,0 0 0 0 0,0 1 0 0 0,1-1 0 0 0,-1 1 0 0 0,1 0 0 0 0,8-4 0 0 0,-11 6-4 0 0,1 1 1 0 0,-1 0-1 0 0,1-1 0 0 0,-1 1 0 0 0,1 0 0 0 0,-1 0 0 0 0,1 1 0 0 0,-1-1 1 0 0,1 0-1 0 0,-1 1 0 0 0,1-1 0 0 0,-1 1 0 0 0,0 0 0 0 0,1 0 1 0 0,-1 0-1 0 0,0 0 0 0 0,0 0 0 0 0,0 1 0 0 0,1-1 0 0 0,-1 1 0 0 0,-1-1 1 0 0,1 1-1 0 0,0 0 0 0 0,0 0 0 0 0,2 4 0 0 0,1-2-35 0 0,-2 1 0 0 0,1 0 0 0 0,0 1 0 0 0,-1-1 0 0 0,0 1 0 0 0,0-1-1 0 0,-1 1 1 0 0,4 10 0 0 0,-6-12 32 0 0,1 0 1 0 0,0 0-1 0 0,-1 0 0 0 0,0 0 0 0 0,0 1 0 0 0,0-1 1 0 0,-1 0-1 0 0,1 0 0 0 0,-1 0 0 0 0,0 0 0 0 0,0-1 0 0 0,0 1 1 0 0,-1 0-1 0 0,1 0 0 0 0,-1-1 0 0 0,0 1 0 0 0,0-1 1 0 0,0 1-1 0 0,-3 3 0 0 0,-1-1-354 0 0,0 0-1 0 0,0-1 1 0 0,0 0-1 0 0,0 0 1 0 0,-1 0-1 0 0,0-1 1 0 0,0 0 0 0 0,-9 4-1 0 0,14-7-543 0 0,-14-15-9085 0 0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5:00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17 664 0 0,'0'0'1472'0'0,"-3"4"-802"0"0,1-2-514 0 0,0 1 0 0 0,0 0 0 0 0,1 0 0 0 0,-1 0 0 0 0,1 0 0 0 0,0 1 1 0 0,-1-1-1 0 0,1 0 0 0 0,1 1 0 0 0,-1-1 0 0 0,0 1 0 0 0,1-1 1 0 0,0 0-1 0 0,0 1 0 0 0,0-1 0 0 0,0 1 0 0 0,0-1 0 0 0,1 1 0 0 0,0-1 1 0 0,-1 1-1 0 0,1-1 0 0 0,0 0 0 0 0,1 0 0 0 0,-1 1 0 0 0,1-1 0 0 0,-1 0 1 0 0,1 0-1 0 0,0 0 0 0 0,0-1 0 0 0,0 1 0 0 0,1 0 0 0 0,-1-1 0 0 0,0 1 1 0 0,6 3-1 0 0,-7-5-62 0 0,0 0 0 0 0,1-1 0 0 0,-1 1-1 0 0,0 0 1 0 0,0-1 0 0 0,0 1 0 0 0,1-1 0 0 0,-1 0 0 0 0,0 1 0 0 0,0-1 0 0 0,1 0 0 0 0,-1 0 0 0 0,0 0 0 0 0,1 0 0 0 0,-1 0 0 0 0,0 0 0 0 0,1 0-1 0 0,-1 0 1 0 0,0 0 0 0 0,0-1 0 0 0,1 1 0 0 0,-1 0 0 0 0,0-1 0 0 0,0 1 0 0 0,1-1 0 0 0,-1 1 0 0 0,2-3 0 0 0,-1 1 32 0 0,0 0 1 0 0,0 0 0 0 0,-1 0 0 0 0,1-1-1 0 0,-1 1 1 0 0,1-1 0 0 0,-1 1-1 0 0,0-1 1 0 0,0 0 0 0 0,0 1-1 0 0,-1-1 1 0 0,2-4 0 0 0,-1 0 63 0 0,0-1 1 0 0,0 1 0 0 0,0-1-1 0 0,-1 1 1 0 0,-1 0 0 0 0,1-1-1 0 0,-1 1 1 0 0,0-1-1 0 0,-3-7 1 0 0,4 14-264 0 0,0 0 0 0 0,0 0 0 0 0,0 0 0 0 0,-1 1 0 0 0,1-1 0 0 0,0 0 0 0 0,-1 1 0 0 0,1-1 0 0 0,0 0 0 0 0,-1 1 0 0 0,1-1 0 0 0,-1 0 0 0 0,1 1 0 0 0,-1-1 0 0 0,0 1-1 0 0,1-1 1 0 0,-1 1 0 0 0,1-1 0 0 0,-1 1 0 0 0,0-1 0 0 0,1 1 0 0 0,-1 0 0 0 0,0-1 0 0 0,0 1 0 0 0,1 0 0 0 0,-1 0 0 0 0,-1-1 0 0 0,-13 14-4696 0 0,10-7 2299 0 0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5:01.5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28 740 0 0,'-10'-20'4660'0'0,"10"20"-4578"0"0,0-1 1 0 0,0 1 0 0 0,-1-1 0 0 0,1 1-1 0 0,0-1 1 0 0,-1 1 0 0 0,1-1-1 0 0,0 1 1 0 0,-1 0 0 0 0,1-1-1 0 0,-1 1 1 0 0,1 0 0 0 0,-1-1-1 0 0,1 1 1 0 0,-1 0 0 0 0,1 0 0 0 0,-1-1-1 0 0,1 1 1 0 0,-1 0 0 0 0,1 0-1 0 0,-1 0 1 0 0,1 0 0 0 0,-1 0-1 0 0,1 0 1 0 0,-1 0 0 0 0,1 0-1 0 0,-1 0 1 0 0,1 0 0 0 0,-1 0 0 0 0,0 0-1 0 0,1 0 1 0 0,-1 0 0 0 0,1 0-1 0 0,-1 1 1 0 0,1-1 0 0 0,-1 0-1 0 0,1 0 1 0 0,-1 1 0 0 0,1-1-1 0 0,0 0 1 0 0,-2 1 552 0 0,1 0-577 0 0,-1 0 1 0 0,1 0 0 0 0,0 0-1 0 0,-1 0 1 0 0,1 0 0 0 0,0 0-1 0 0,-1 0 1 0 0,1 1 0 0 0,0-1-1 0 0,0 0 1 0 0,0 1-1 0 0,0-1 1 0 0,1 1 0 0 0,-1-1-1 0 0,-1 4 1 0 0,2 1 18 0 0,0 0 0 0 0,0 0 0 0 0,1 0 0 0 0,0 0 0 0 0,0 1 0 0 0,0-1 0 0 0,1-1 0 0 0,0 1 0 0 0,0 0 0 0 0,4 7 0 0 0,36 61 126 0 0,-15-29-151 0 0,-9-15-229 0 0,0 1-122 0 0,-18-28 230 0 0,-12-15 121 0 0,12 10-46 0 0,-1 0-1 0 0,0 1 0 0 0,1-1 0 0 0,-1 0 0 0 0,1 1 0 0 0,-1-1 1 0 0,1 0-1 0 0,0 0 0 0 0,0 0 0 0 0,0 1 0 0 0,0-1 1 0 0,0 0-1 0 0,0 0 0 0 0,0 0 0 0 0,1 1 0 0 0,-1-1 1 0 0,1 0-1 0 0,0-2 0 0 0,13-28 19 0 0,-7 21-25 0 0,1 1-1 0 0,0 0 1 0 0,0 1-1 0 0,1-1 1 0 0,1 1 0 0 0,0 1-1 0 0,0 0 1 0 0,0 1-1 0 0,20-11 1 0 0,-29 18-3 0 0,1-1 0 0 0,-1 1 1 0 0,1 0-1 0 0,0 0 0 0 0,-1 0 0 0 0,1 0 0 0 0,0 0 1 0 0,-1 0-1 0 0,1 0 0 0 0,0 1 0 0 0,-1-1 0 0 0,1 1 1 0 0,-1-1-1 0 0,1 1 0 0 0,0-1 0 0 0,-1 1 0 0 0,1 0 1 0 0,-1 0-1 0 0,0 0 0 0 0,1 0 0 0 0,1 2 0 0 0,27 23 95 0 0,-26-22-19 0 0,-1 1 0 0 0,0 0-1 0 0,0 0 1 0 0,0 0 0 0 0,-1 0-1 0 0,0 1 1 0 0,3 8 0 0 0,-5-13 107 0 0,0 2-338 0 0,-1-1 1 0 0,0 1-1 0 0,0 0 1 0 0,0-1-1 0 0,-1 0 0 0 0,1 1 1 0 0,0-1-1 0 0,-1 0 0 0 0,0 0 1 0 0,0 0-1 0 0,1 0 1 0 0,-4 2-1 0 0,-2-1-905 0 0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5:02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36 528 0 0,'-3'-21'4892'0'0,"4"7"4568"0"0,70 195-6965 0 0,-1-4-1592 0 0,-55-141-768 0 0,19 34 24 0 0,-32-65-201 0 0,2 0-1 0 0,-1 0 1 0 0,1 0 0 0 0,-1-1 0 0 0,2 1 0 0 0,-1-1-1 0 0,0 0 1 0 0,1 0 0 0 0,-1-1 0 0 0,8 5 0 0 0,-10-7 7 0 0,27-14-32 0 0,21-46 795 0 0,-49 58-514 0 0,6-8 1245 0 0,-2 5-2094 0 0,0 23-7985 0 0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5:02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89 960 0 0,'-2'-68'12013'0'0,"1"65"-11180"0"0,2-8 900 0 0,-1 11-1799 0 0,0 0 0 0 0,0 0-1 0 0,0 0 1 0 0,0-1 0 0 0,0 1-1 0 0,-1 0 1 0 0,1 0 0 0 0,0 0 0 0 0,0-1-1 0 0,0 1 1 0 0,0 0 0 0 0,0 0 0 0 0,0 0-1 0 0,0-1 1 0 0,1 1 0 0 0,-1 0 0 0 0,0 0-1 0 0,0-1 1 0 0,0 1 0 0 0,0 0 0 0 0,0 0-1 0 0,0 0 1 0 0,0 0 0 0 0,0-1 0 0 0,0 1-1 0 0,1 0 1 0 0,-1 0 0 0 0,0 0 0 0 0,0 0-1 0 0,0-1 1 0 0,0 1 0 0 0,0 0 0 0 0,1 0-1 0 0,-1 0 1 0 0,0 0 0 0 0,0 0 0 0 0,0 0-1 0 0,1 0 1 0 0,-1 0 0 0 0,0-1-1 0 0,0 1 1 0 0,0 0 0 0 0,1 0 0 0 0,-1 0-1 0 0,0 0 1 0 0,0 0 0 0 0,0 0 0 0 0,1 0-1 0 0,-1 0 1 0 0,0 0 0 0 0,0 0 0 0 0,0 0-1 0 0,1 1 1 0 0,1 0 241 0 0,25 20-6845 0 0,-16-15 3596 0 0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5:02.7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24 256 0 0,'0'0'1914'0'0,"3"-18"8643"0"0,-6 13-9173 0 0,-15 5-1236 0 0,14 0 34 0 0,-51 30 486 0 0,49-27-641 0 0,1 0-1 0 0,0 1 0 0 0,0 0 0 0 0,0 0 0 0 0,1 0 0 0 0,0 1 1 0 0,-1-1-1 0 0,1 1 0 0 0,1 0 0 0 0,-1 0 0 0 0,1 1 1 0 0,0-1-1 0 0,0 1 0 0 0,0-1 0 0 0,1 1 0 0 0,0 0 1 0 0,0 0-1 0 0,1 0 0 0 0,0 0 0 0 0,0 1 0 0 0,-1 7 0 0 0,2-12-34 0 0,13 9 11 0 0,-11-11-4 0 0,6-3 5 0 0,-1-2-1 0 0,1 1 0 0 0,-1-1 0 0 0,0 0 0 0 0,-1-1 0 0 0,1 0 0 0 0,9-11 0 0 0,66-58-141 0 0,-81 74 135 0 0,1 0 1 0 0,-1 0-1 0 0,1 1 0 0 0,0-1 1 0 0,-1 0-1 0 0,1 1 0 0 0,0-1 1 0 0,0 1-1 0 0,-1-1 0 0 0,1 1 0 0 0,0 0 1 0 0,0 0-1 0 0,0 0 0 0 0,-1 0 1 0 0,1 0-1 0 0,0 0 0 0 0,0 1 1 0 0,0-1-1 0 0,3 1 0 0 0,37 15 120 0 0,-31-12 52 0 0,-6-2-130 0 0,0-1 0 0 0,-1 0-1 0 0,1 0 1 0 0,0 0 0 0 0,0-1 0 0 0,0 1-1 0 0,0-1 1 0 0,0 0 0 0 0,0-1 0 0 0,0 1-1 0 0,0-1 1 0 0,0 0 0 0 0,0 0 0 0 0,0-1-1 0 0,0 0 1 0 0,5-2 0 0 0,6-7-3436 0 0,-3-5-3378 0 0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5:03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24 1208 0 0,'-1'0'200'0'0,"1"0"-1"0"0,-1 0 1 0 0,1 0-1 0 0,-1-1 1 0 0,1 1-1 0 0,-1 0 1 0 0,1 0-1 0 0,-1 0 1 0 0,1-1-1 0 0,0 1 1 0 0,-1 0-1 0 0,1 0 1 0 0,-1-1-1 0 0,1 1 1 0 0,0 0-1 0 0,-1-1 1 0 0,1 1-1 0 0,0 0 1 0 0,-1-1-1 0 0,1 1 1 0 0,0-1-1 0 0,-1 1 1 0 0,1 0-1 0 0,0-1 1 0 0,0 1 0 0 0,0-1-1 0 0,0 1 1 0 0,-1-1-1 0 0,1 1 1 0 0,0-1-1 0 0,0 1 1 0 0,0-1-1 0 0,0 1 1 0 0,0-1-1 0 0,0 1 1 0 0,0-1-1 0 0,0 0 1 0 0,20-6 1185 0 0,39 4-2571 0 0,51 14-3955 0 0,-72-8 2977 0 0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5:03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8 227 1040 0 0,'0'0'10878'0'0,"-2"-6"-10029"0"0,-2-17-77 0 0,2 18 3087 0 0,246 10-1058 0 0,226-3-2799 0 0,-352-6-15 0 0,121-9 27 0 0,-187 8 13 0 0,1-3-1 0 0,75-21 1 0 0,-125 28-28 0 0,0 1 1 0 0,-1-1-1 0 0,1 0 0 0 0,0 0 1 0 0,-1 0-1 0 0,1 0 1 0 0,0-1-1 0 0,-1 1 0 0 0,0-1 1 0 0,1 1-1 0 0,-1-1 0 0 0,0 0 1 0 0,0 0-1 0 0,0 0 1 0 0,0 0-1 0 0,0 0 0 0 0,0-1 1 0 0,0 1-1 0 0,-1 0 0 0 0,0-1 1 0 0,1 0-1 0 0,-1 1 1 0 0,0-1-1 0 0,0 1 0 0 0,0-1 1 0 0,0 0-1 0 0,0-5 1 0 0,-1 6-19 0 0,0 0 0 0 0,0 0 0 0 0,0 0 0 0 0,-1 0 0 0 0,1 0 0 0 0,-1 0 1 0 0,1 1-1 0 0,-1-1 0 0 0,0 0 0 0 0,0 0 0 0 0,0 0 0 0 0,1 1 1 0 0,-2-1-1 0 0,1 0 0 0 0,0 1 0 0 0,0-1 0 0 0,-1 1 0 0 0,1-1 1 0 0,-3-1-1 0 0,-36-26-356 0 0,15 12 100 0 0,25 17 255 0 0,0 0-1 0 0,0 1 0 0 0,0-1 0 0 0,0 0 0 0 0,0 0 0 0 0,0 0 1 0 0,0 1-1 0 0,0-1 0 0 0,0 0 0 0 0,0 0 0 0 0,-1 0 0 0 0,1 1 1 0 0,0-1-1 0 0,0 0 0 0 0,0 0 0 0 0,0 0 0 0 0,0 0 0 0 0,-1 0 1 0 0,1 1-1 0 0,0-1 0 0 0,0 0 0 0 0,0 0 0 0 0,0 0 0 0 0,-1 0 1 0 0,1 0-1 0 0,0 0 0 0 0,0 0 0 0 0,0 0 0 0 0,-1 0 0 0 0,1 0 1 0 0,0 0-1 0 0,0 0 0 0 0,0 0 0 0 0,-1 0 0 0 0,1 0 1 0 0,0 0-1 0 0,0 0 0 0 0,0 0 0 0 0,-1 0 0 0 0,1 0 0 0 0,0 0 1 0 0,0 0-1 0 0,0 0 0 0 0,-1 0 0 0 0,1 0 0 0 0,0 0 0 0 0,0 0 1 0 0,0-1-1 0 0,0 1 0 0 0,-1 0 0 0 0,1 0 0 0 0,0 0 0 0 0,0 0 1 0 0,0 0-1 0 0,0-1 0 0 0,7 34-190 0 0,-4-26 179 0 0,-1 0-1 0 0,0 0 1 0 0,-1 0-1 0 0,0 0 0 0 0,0 1 1 0 0,0 10-1 0 0,-3-12-149 0 0,0 0 0 0 0,-1-1 1 0 0,0 1-1 0 0,0-1 0 0 0,0 0 0 0 0,0 0 0 0 0,-1 0 1 0 0,0 0-1 0 0,0 0 0 0 0,0-1 0 0 0,-1 0 0 0 0,-5 5 1 0 0,0-2-1268 0 0,1 0 1 0 0,-1-1 0 0 0,0-1-1 0 0,0 1 1 0 0,-19 5 0 0 0,4-2-2252 0 0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4:14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126 239 340 0 0,'0'0'1552'0'0,"3"-25"7644"0"0,-3 24-9155 0 0,-1 1 0 0 0,0-1 0 0 0,0 0 1 0 0,0 1-1 0 0,0-1 0 0 0,-1 1 0 0 0,1-1 1 0 0,0 1-1 0 0,0 0 0 0 0,0-1 0 0 0,0 1 1 0 0,0 0-1 0 0,-1 0 0 0 0,1 0 0 0 0,0 0 1 0 0,0 0-1 0 0,0 0 0 0 0,0 0 1 0 0,-1 0-1 0 0,1 0 0 0 0,0 1 0 0 0,0-1 1 0 0,0 0-1 0 0,0 1 0 0 0,0-1 0 0 0,-2 1 1 0 0,-2 2 8 0 0,0 0 0 0 0,0 0 0 0 0,1 0 0 0 0,-1 0 0 0 0,1 1 1 0 0,-6 5-1 0 0,3-3-26 0 0,1 1 1 0 0,0 0-1 0 0,0 1 1 0 0,0-1-1 0 0,1 1 1 0 0,0 0-1 0 0,0 1 1 0 0,-3 10-1 0 0,6-13-11 0 0,1 0 1 0 0,0 0-1 0 0,0 0 0 0 0,1 1 1 0 0,-1-1-1 0 0,2 0 0 0 0,0 8 1 0 0,-1-11 4 0 0,0 0 1 0 0,1-1 0 0 0,0 1 0 0 0,0 0 0 0 0,0 0 0 0 0,0 0-1 0 0,0 0 1 0 0,0-1 0 0 0,1 1 0 0 0,-1-1 0 0 0,1 1 0 0 0,0-1-1 0 0,0 1 1 0 0,0-1 0 0 0,0 0 0 0 0,0 0 0 0 0,5 4 0 0 0,-6-6 25 0 0,-1 1-41 0 0,0-1-1 0 0,0 0 1 0 0,0 0 0 0 0,0 0 0 0 0,0 1 0 0 0,0-1 0 0 0,0 0 0 0 0,1 0 0 0 0,-1 0 0 0 0,0 0 0 0 0,0 1 0 0 0,0-1 0 0 0,0 0 0 0 0,0 0 0 0 0,1 0 0 0 0,-1 0 0 0 0,0 0 0 0 0,0 1 0 0 0,0-1 0 0 0,1 0 0 0 0,-1 0 0 0 0,0 0 0 0 0,0 0 0 0 0,0 0-1 0 0,1 0 1 0 0,-1 0 0 0 0,0 0 0 0 0,0 0 0 0 0,0 0 0 0 0,1 0 0 0 0,-1 0 0 0 0,0 0 0 0 0,0 0 0 0 0,0 0 0 0 0,1 0 0 0 0,-1 0 0 0 0,0 0 0 0 0,0 0 0 0 0,0 0 0 0 0,1 0 0 0 0,-1 0 0 0 0,0 0 0 0 0,0 0 0 0 0,0-1 0 0 0,1 1 0 0 0,-1 0 0 0 0,0 0 0 0 0,0 0-1 0 0,0 0 1 0 0,0 0 0 0 0,1-1 0 0 0,-1 1 0 0 0,0 0 0 0 0,18-7 101 0 0,-14 6-113 0 0,-1-1 24 0 0,0 0 1 0 0,0 0 0 0 0,0-1 0 0 0,-1 1-1 0 0,1-1 1 0 0,-1 0 0 0 0,0 0 0 0 0,1 0-1 0 0,-1 0 1 0 0,-1 0 0 0 0,1 0-1 0 0,0 0 1 0 0,-1-1 0 0 0,1 1 0 0 0,0-5-1 0 0,1-4-2 0 0,-1 0-1 0 0,0 1 0 0 0,-1-1 1 0 0,-1-18-1 0 0,0-34-313 0 0,28 74 56 0 0,-21-9 223 0 0,0 1-1 0 0,0-1 1 0 0,0-1 0 0 0,0 1-1 0 0,0-1 1 0 0,0 0 0 0 0,0-1 0 0 0,0 0-1 0 0,0 0 1 0 0,0 0 0 0 0,0-1-1 0 0,0 0 1 0 0,0-1 0 0 0,-1 1 0 0 0,1-1-1 0 0,-1 0 1 0 0,0-1 0 0 0,0 0-1 0 0,0 0 1 0 0,10-8 0 0 0,-16 11 21 0 0,8-6-3 0 0,-1-1-1 0 0,0 0 1 0 0,-1-1-1 0 0,0 1 1 0 0,0-1-1 0 0,-1-1 1 0 0,0 1-1 0 0,-1-1 1 0 0,0 1-1 0 0,5-20 1 0 0,-3-31 549 0 0,-6 58-419 0 0,0-8 107 0 0,-1 0 372 0 0,20 312-533 0 0,-6-139 16 0 0,-5-83 136 0 0,-8-78 298 0 0,1-9-494 0 0,0-7-64 0 0,0 0-1 0 0,2 0 1 0 0,-1 1-1 0 0,2-1 1 0 0,0 1-1 0 0,0 0 1 0 0,1 0-1 0 0,1 0 0 0 0,0 1 1 0 0,1 0-1 0 0,0 0 1 0 0,1 0-1 0 0,0 1 1 0 0,1 0-1 0 0,0 1 1 0 0,1 0-1 0 0,0 0 1 0 0,1 1-1 0 0,0 1 0 0 0,0 0 1 0 0,23-13-1 0 0,-29 20 18 0 0,-1 0 0 0 0,1 1-1 0 0,0 0 1 0 0,-1 0-1 0 0,1 0 1 0 0,0 0 0 0 0,-1 1-1 0 0,1 0 1 0 0,-1 0-1 0 0,6 1 1 0 0,-9-1 18 0 0,-1-1 0 0 0,1 0 1 0 0,0 0-1 0 0,-1 0 0 0 0,1 0 0 0 0,-1 1 0 0 0,1-1 1 0 0,-1 0-1 0 0,1 1 0 0 0,-1-1 0 0 0,1 0 1 0 0,-1 1-1 0 0,1-1 0 0 0,-1 0 0 0 0,1 1 0 0 0,-1-1 1 0 0,0 1-1 0 0,1-1 0 0 0,-1 1 0 0 0,0-1 0 0 0,1 1 1 0 0,-1-1-1 0 0,0 1 0 0 0,0-1 0 0 0,0 1 0 0 0,1-1 1 0 0,-1 1-1 0 0,0 0 0 0 0,0-1 0 0 0,0 1 1 0 0,0-1-1 0 0,0 1 0 0 0,0 0 0 0 0,0-1 0 0 0,0 1 1 0 0,0-1-1 0 0,0 1 0 0 0,0-1 0 0 0,-1 1 0 0 0,1 0 1 0 0,0-1-1 0 0,0 1 0 0 0,-1-1 0 0 0,1 1 1 0 0,0-1-1 0 0,0 1 0 0 0,-1-1 0 0 0,1 1 0 0 0,-1-1 1 0 0,1 0-1 0 0,0 1 0 0 0,-1-1 0 0 0,1 1 0 0 0,-1-1 1 0 0,1 0-1 0 0,-1 1 0 0 0,-31 27-763 0 0,27-25 56 0 0,-11 6-7171 0 0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4:14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1 101 80 0 0,'0'0'676'0'0,"28"0"5046"0"0,-20-3-5376 0 0,-1 0-1 0 0,-1-1 1 0 0,1 0 0 0 0,0 0-1 0 0,-1-1 1 0 0,0 0 0 0 0,0 0 0 0 0,0 0-1 0 0,-1-1 1 0 0,0 1 0 0 0,0-1-1 0 0,0-1 1 0 0,5-10 0 0 0,-1-4 2010 0 0,-14 40-1881 0 0,3-13-475 0 0,4 10 46 0 0,18 20-286 0 0,3-26-17 0 0,-17-9 229 0 0,-4 0-15 0 0,16-4-86 0 0,3-2 25 0 0,0-1 0 0 0,-1-2-1 0 0,24-10 1 0 0,-42 17 88 0 0,35 5-209 0 0,25 6 210 0 0,-16-5 109 0 0,-41-6-76 0 0,6-4-12 0 0,3 0-198 0 0,1-2-7293 0 0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4:08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7 816 0 0,'11'-7'12821'0'0,"-11"7"-12684"0"0,-1 21-209 0 0,15 345 777 0 0,8-65 135 0 0,-18-255-485 0 0,-4-36-7726 0 0,3-40 4254 0 0,1 12 239 0 0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4:08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 32 72 0 0,'9'-19'3391'0'0,"-9"7"1818"0"0,-4 12-5132 0 0,-1 0 0 0 0,1 0 0 0 0,0 0 0 0 0,-1 0-1 0 0,1 1 1 0 0,0-1 0 0 0,-1 1 0 0 0,1 0 0 0 0,0 1 0 0 0,0-1 0 0 0,0 1 0 0 0,0-1-1 0 0,0 1 1 0 0,0 0 0 0 0,0 1 0 0 0,1-1 0 0 0,-1 1 0 0 0,1 0 0 0 0,0-1-1 0 0,0 2 1 0 0,-5 4 0 0 0,4-4-36 0 0,-1 0 0 0 0,1 1 1 0 0,0-1-1 0 0,0 1 0 0 0,0 0 0 0 0,1 0 0 0 0,0 1 0 0 0,0-1 0 0 0,0 1 0 0 0,0-1 1 0 0,1 1-1 0 0,0 0 0 0 0,0 0 0 0 0,1 0 0 0 0,0 0 0 0 0,-1 7 0 0 0,2-6-18 0 0,1-1 0 0 0,0 0 0 0 0,1 0 0 0 0,0 0 0 0 0,0 0 0 0 0,0 0 0 0 0,0 0 0 0 0,1 0 0 0 0,0-1 0 0 0,0 1 0 0 0,5 5 0 0 0,48 49 163 0 0,-42-48-148 0 0,0 2 0 0 0,16 22 0 0 0,-29-35-34 0 0,0 0 0 0 0,-1-1 0 0 0,1 1-1 0 0,-1 0 1 0 0,1 0 0 0 0,-1 0 0 0 0,0 0-1 0 0,1 1 1 0 0,-1-1 0 0 0,0 0-1 0 0,0 0 1 0 0,0 0 0 0 0,0 0 0 0 0,0 0-1 0 0,0 0 1 0 0,0 0 0 0 0,0 0 0 0 0,0 0-1 0 0,0 1 1 0 0,-1-1 0 0 0,1 0 0 0 0,0 0-1 0 0,-1 0 1 0 0,1 0 0 0 0,-1 0 0 0 0,1 0-1 0 0,-1 0 1 0 0,1-1 0 0 0,-1 1-1 0 0,0 0 1 0 0,1 0 0 0 0,-1 0 0 0 0,0-1-1 0 0,0 1 1 0 0,0 0 0 0 0,0 0 0 0 0,0-1-1 0 0,1 1 1 0 0,-1-1 0 0 0,0 1 0 0 0,0-1-1 0 0,0 0 1 0 0,-1 1 0 0 0,1-1-1 0 0,0 0 1 0 0,-2 1 0 0 0,-53 12 64 0 0,43-12-274 0 0,0-1 1 0 0,-1 0 0 0 0,1-1 0 0 0,0 0-1 0 0,0-1 1 0 0,-16-4 0 0 0,28 5-33 0 0,1 1-1 0 0,-1-1 1 0 0,0 1 0 0 0,1-1-1 0 0,-1 1 1 0 0,0-1 0 0 0,1 0-1 0 0,-1 1 1 0 0,1-1 0 0 0,-1 0-1 0 0,1 1 1 0 0,-1-1 0 0 0,1 0-1 0 0,0 0 1 0 0,-1 1 0 0 0,1-1-1 0 0,0 0 1 0 0,0 0 0 0 0,0 0-1 0 0,-1 0 1 0 0,1 1 0 0 0,0-1-1 0 0,0-1 1 0 0,0 2-6 0 0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4:09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1 160 0 0,'0'0'1851'0'0,"0"0"-1683"0"0,1 0-1 0 0,0 0 1 0 0,-1-1 0 0 0,1 1 0 0 0,0 1 0 0 0,-1-1-1 0 0,1 0 1 0 0,0 0 0 0 0,-1 0 0 0 0,1 0 0 0 0,0 0-1 0 0,-1 1 1 0 0,1-1 0 0 0,0 0 0 0 0,-1 0 0 0 0,1 1-1 0 0,-1-1 1 0 0,1 1 0 0 0,-1-1 0 0 0,1 1 0 0 0,11 170 6931 0 0,-12-169-7021 0 0,-1 9 256 0 0,-3-5-1490 0 0,-9-31-6212 0 0,8 7 4826 0 0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4:09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34 292 0 0,'0'-4'147'0'0,"0"-20"7998"0"0,-1 18-8626 0 0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4:10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44 0 0,'1'7'867'0'0,"1"1"0"0"0,0-1-1 0 0,0 0 1 0 0,1 1 0 0 0,0-1 0 0 0,5 9 0 0 0,5 11 1184 0 0,-13-26-1536 0 0,0-1-479 0 0,0 0-1 0 0,0 0 1 0 0,1 0-1 0 0,-1-1 1 0 0,0 1 0 0 0,0 0-1 0 0,0 0 1 0 0,0 0-1 0 0,1 0 1 0 0,-1 0 0 0 0,0 0-1 0 0,0-1 1 0 0,0 1-1 0 0,1 0 1 0 0,-1 0-1 0 0,0 0 1 0 0,0 0 0 0 0,0 0-1 0 0,1 0 1 0 0,-1 0-1 0 0,0 0 1 0 0,0 0 0 0 0,0 0-1 0 0,1 0 1 0 0,-1 0-1 0 0,0 0 1 0 0,0 0-1 0 0,0 0 1 0 0,1 0 0 0 0,-1 0-1 0 0,0 0 1 0 0,0 1-1 0 0,0-1 1 0 0,1 0 0 0 0,-1 0-1 0 0,0 0 1 0 0,0 0-1 0 0,0 0 1 0 0,0 0-1 0 0,1 1 1 0 0,-1-1 0 0 0,0 0-1 0 0,0 0 1 0 0,0 0-1 0 0,0 0 1 0 0,0 1 0 0 0,0-1-1 0 0,0 0 1 0 0,1 0-1 0 0,-1 0 1 0 0,0 0-1 0 0,0 1 1 0 0,0-1 0 0 0,0 0-1 0 0,0 0 1 0 0,0 1-1 0 0,0-1 1 0 0,0 0 0 0 0,0 0-1 0 0,0 0 1 0 0,0 1-1 0 0,0-1 1 0 0,0 0-1 0 0,0 0 1 0 0,0 0 0 0 0,0 1-1 0 0,-1-1 1 0 0,21-12 802 0 0,-18 9-816 0 0,0 0 0 0 0,0 0 0 0 0,1 0 0 0 0,0 0 0 0 0,-1 1 0 0 0,1-1-1 0 0,0 1 1 0 0,1 0 0 0 0,-1-1 0 0 0,0 2 0 0 0,0-1 0 0 0,1 0 0 0 0,0 0 0 0 0,-1 1-1 0 0,1 0 1 0 0,-1 0 0 0 0,1 0 0 0 0,0 0 0 0 0,0 1 0 0 0,0-1 0 0 0,0 1-1 0 0,-1 0 1 0 0,8 1 0 0 0,13 1-17 0 0,-4 1-30 0 0,0-2 1 0 0,-1 0-1 0 0,1-1 1 0 0,0 0 0 0 0,-1-2-1 0 0,39-8 1 0 0,-3-9 16 0 0,-54 18 23 0 0,1-1 29 0 0,-1 1-1 0 0,0-1 0 0 0,0 0 0 0 0,0 1 1 0 0,0-1-1 0 0,0 0 0 0 0,0 0 0 0 0,0 0 0 0 0,-1 0 1 0 0,1 0-1 0 0,0-3 0 0 0,-3 4-31 0 0,0-1 1 0 0,1 1-1 0 0,-1 0 0 0 0,0 0 0 0 0,0 0 1 0 0,0 0-1 0 0,0 0 0 0 0,0 0 0 0 0,0 0 1 0 0,0 1-1 0 0,-1-1 0 0 0,1 1 0 0 0,0 0 1 0 0,0-1-1 0 0,-4 1 0 0 0,4 0 15 0 0,1 1-40 0 0,0 0 0 0 0,0 0 0 0 0,0 0 0 0 0,0 0 0 0 0,0 0 0 0 0,0 0-1 0 0,0 0 1 0 0,0 1 0 0 0,1-1 0 0 0,-1 0 0 0 0,0 0 0 0 0,1 1 0 0 0,-1-1 0 0 0,1 0 0 0 0,-1 1 0 0 0,1 0 0 0 0,0-1 10 0 0,8 10-2 0 0,-6-10 5 0 0,-1-1 1 0 0,1 1-1 0 0,-1-1 0 0 0,1 0 0 0 0,-1 1 0 0 0,1-1 0 0 0,0 0 0 0 0,-1 0 0 0 0,1 0 0 0 0,-1 0 0 0 0,1 0 0 0 0,-1-1 0 0 0,1 1 0 0 0,0 0 0 0 0,-1-1 1 0 0,1 1-1 0 0,-1-1 0 0 0,1 1 0 0 0,1-2 0 0 0,-2 1 4 0 0,1 1 0 0 0,-1-1 0 0 0,0 1 0 0 0,1-1 0 0 0,-1 1 0 0 0,0 0 1 0 0,1 0-1 0 0,-1 0 0 0 0,0 0 0 0 0,1 0 0 0 0,-1 0 0 0 0,0 0 0 0 0,1 0 0 0 0,-1 1 0 0 0,0-1 1 0 0,0 0-1 0 0,1 1 0 0 0,-1-1 0 0 0,0 1 0 0 0,0-1 0 0 0,0 1 0 0 0,1 0 0 0 0,-1 0 0 0 0,0-1 1 0 0,0 1-1 0 0,0 0 0 0 0,0 0 0 0 0,0 0 0 0 0,-1 0 0 0 0,1 0 0 0 0,0 0 0 0 0,0 0 0 0 0,-1 0 1 0 0,1 1-1 0 0,0-1 0 0 0,-1 0 0 0 0,1 0 0 0 0,-1 0 0 0 0,0 1 0 0 0,1 1 0 0 0,3 11 65 0 0,0-1 0 0 0,-2 1-1 0 0,3 19 1 0 0,-1-3-1 0 0,9 40 163 0 0,6 140 0 0 0,-18-196-194 0 0,-1 0 0 0 0,-1 0 0 0 0,-3 28 0 0 0,3-41-19 0 0,1 0-10 0 0,1 0 0 0 0,-1 0-1 0 0,0 0 1 0 0,0 0 0 0 0,1 0-1 0 0,-1 0 1 0 0,0 0-1 0 0,0 0 1 0 0,0 0 0 0 0,0 0-1 0 0,-1 0 1 0 0,1 0 0 0 0,0 0-1 0 0,0 0 1 0 0,0 0 0 0 0,-1 0-1 0 0,1 0 1 0 0,0-1 0 0 0,-1 1-1 0 0,1 0 1 0 0,-1 0 0 0 0,-1 1-1 0 0,2-1 0 0 0,0-1 0 0 0,0 0-1 0 0,0 1 1 0 0,0-1 0 0 0,0 1-1 0 0,-1-1 1 0 0,1 0 0 0 0,0 1 0 0 0,0-1-1 0 0,0 0 1 0 0,-1 1 0 0 0,1-1-1 0 0,0 0 1 0 0,0 0 0 0 0,-1 1-1 0 0,1-1 1 0 0,0 0 0 0 0,-1 0 0 0 0,1 1-1 0 0,0-1 1 0 0,-1 0 0 0 0,1 0-1 0 0,-1 0 1 0 0,1 0 0 0 0,0 0 0 0 0,-1 0-1 0 0,1 1 1 0 0,0-1 0 0 0,-1 0-1 0 0,1 0 1 0 0,-1 0 0 0 0,1 0-1 0 0,0 0 1 0 0,-1 0 0 0 0,1 0 0 0 0,-1-1-1 0 0,1 1 1 0 0,0 0 0 0 0,-1 0-1 0 0,1 0 1 0 0,0 0 0 0 0,-1 0-1 0 0,1-1 1 0 0,0 1 0 0 0,-1 0 0 0 0,1 0-1 0 0,0-1 1 0 0,-1 1 0 0 0,1 0-1 0 0,0 0 1 0 0,-1-1 0 0 0,1 1-1 0 0,0 0 1 0 0,0-1 0 0 0,0 1 0 0 0,-1 0-1 0 0,1-1 1 0 0,-6-12 41 0 0,2 1-1 0 0,-1-1 1 0 0,1 0-1 0 0,1 0 1 0 0,0 0-1 0 0,1 0 1 0 0,1 0-1 0 0,0-1 1 0 0,0 1 0 0 0,2 0-1 0 0,-1-1 1 0 0,2 1-1 0 0,0 0 1 0 0,0-1-1 0 0,5-12 1 0 0,2-2-11 0 0,1 1 0 0 0,1 0 1 0 0,1 1-1 0 0,2 0 0 0 0,0 1 0 0 0,20-25 0 0 0,-26 40-36 0 0,0 1-1 0 0,1-1 0 0 0,0 2 1 0 0,1-1-1 0 0,0 1 0 0 0,0 0 0 0 0,1 1 1 0 0,0 1-1 0 0,0-1 0 0 0,13-4 0 0 0,-19 9-9 0 0,1-1 0 0 0,-1 1 0 0 0,1 0 0 0 0,0 0-1 0 0,-1 1 1 0 0,1 0 0 0 0,0 0 0 0 0,0 0 0 0 0,0 1-1 0 0,0 0 1 0 0,-1 0 0 0 0,1 0 0 0 0,0 1-1 0 0,0 0 1 0 0,0 0 0 0 0,0 0 0 0 0,-1 1 0 0 0,1 0-1 0 0,-1 0 1 0 0,1 0 0 0 0,-1 1 0 0 0,0 0 0 0 0,9 5-1 0 0,-12-6 10 0 0,1 1-1 0 0,-1-1 0 0 0,1 1 0 0 0,-1-1 1 0 0,0 1-1 0 0,0 0 0 0 0,0-1 0 0 0,-1 1 1 0 0,1 0-1 0 0,0 0 0 0 0,-1 0 0 0 0,0 1 1 0 0,0-1-1 0 0,0 0 0 0 0,0 0 0 0 0,-1 1 1 0 0,1-1-1 0 0,-1 0 0 0 0,1 1 0 0 0,-1-1 0 0 0,-1 1 1 0 0,1-1-1 0 0,0 0 0 0 0,-1 1 0 0 0,1-1 1 0 0,-1 0-1 0 0,0 1 0 0 0,0-1 0 0 0,-1 0 1 0 0,1 0-1 0 0,-1 0 0 0 0,1 0 0 0 0,-1 0 1 0 0,0 0-1 0 0,0-1 0 0 0,0 1 0 0 0,0 0 1 0 0,-1-1-1 0 0,1 0 0 0 0,-1 1 0 0 0,1-1 1 0 0,-1 0-1 0 0,-3 1 0 0 0,4-1-34 0 0,-6 2-762 0 0,3-2-1338 0 0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4:10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20 0 0,'2'-11'2446'0'0,"-2"10"-2329"0"0,0 1-1 0 0,0 0 1 0 0,0 0 0 0 0,0 0 0 0 0,0 0 0 0 0,-1-1 0 0 0,1 1 0 0 0,0 0 0 0 0,0 0-1 0 0,0 0 1 0 0,0 0 0 0 0,0-1 0 0 0,0 1 0 0 0,0 0 0 0 0,0 0 0 0 0,0 0 0 0 0,0 0-1 0 0,0-1 1 0 0,0 1 0 0 0,1 0 0 0 0,-1 0 0 0 0,0 0 0 0 0,0 0 0 0 0,0-1 0 0 0,1 0 934 0 0,-1 1-934 0 0,0 0 0 0 0,0 0 0 0 0,0 0 0 0 0,1 0 0 0 0,-1 0 0 0 0,0 0-1 0 0,0 0 1 0 0,0-1 0 0 0,0 1 0 0 0,0 0 0 0 0,1 0 0 0 0,-1 0 0 0 0,0 0 0 0 0,0 0-1 0 0,0 0 1 0 0,1 0 0 0 0,-1 0 0 0 0,0 0 0 0 0,0 0 0 0 0,0 0 0 0 0,0 0 0 0 0,1 0-1 0 0,-1 1 1 0 0,0-1 0 0 0,0 0 0 0 0,0 0 0 0 0,17 38 969 0 0,-3 2 0 0 0,-1-1 0 0 0,13 72-1 0 0,-7-26-326 0 0,2-5 134 0 0,18 148 1 0 0,-32-159-411 0 0,-7-66-336 0 0,0-3-176 0 0,0 0 0 0 0,1 0 0 0 0,-1 0 0 0 0,0 0 0 0 0,0 0 0 0 0,0 0 0 0 0,1 0 0 0 0,-1 0 1 0 0,0 0-1 0 0,0 0 0 0 0,0 0 0 0 0,0 1 0 0 0,0-1 0 0 0,1 0 0 0 0,-1 0 0 0 0,0 0 0 0 0,0 0 0 0 0,0 0 1 0 0,0 1-1 0 0,0-1 0 0 0,0 0 0 0 0,0 0 0 0 0,1 0 0 0 0,-1 0 0 0 0,0 1 0 0 0,0-1 0 0 0,0 0 0 0 0,0 0 1 0 0,0 0-1 0 0,0 1 0 0 0,0-1 0 0 0,0 0 0 0 0,0 0 0 0 0,0 0 0 0 0,0 1 0 0 0,0-1 0 0 0,0 0 1 0 0,0 0-1 0 0,0 0 0 0 0,0 0 0 0 0,-1 1 0 0 0,1-1 0 0 0,0 0 0 0 0,0 0 0 0 0,0 0 0 0 0,0 0 0 0 0,0 1 1 0 0,0-1-1 0 0,0 0 0 0 0,0 0 0 0 0,-1 0 0 0 0,1 0 0 0 0,0 0 0 0 0,0 1 0 0 0,0-1 0 0 0,0 0 1 0 0,-1 0-1 0 0,1 0 0 0 0,0 0 0 0 0,0 0 0 0 0,0 0 0 0 0,0 0 0 0 0,-1 0 0 0 0,1 0 0 0 0,0 0 0 0 0,0 0 1 0 0,-1 0-1 0 0,-40-10-2689 0 0,10-1-3592 0 0,16 6 2865 0 0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4:48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92 205 740 0 0,'0'0'749'0'0,"-38"-9"5975"0"0,38 9-6715 0 0,-28 5 787 0 0,27-5-740 0 0,-1 0 0 0 0,1 0 0 0 0,0 0 0 0 0,-1 1 0 0 0,1-1 0 0 0,0 0 0 0 0,-1 1 0 0 0,1-1 0 0 0,0 1 0 0 0,0-1 0 0 0,-1 1 0 0 0,1 0 0 0 0,0 0 0 0 0,0-1 0 0 0,0 1 0 0 0,0 0 0 0 0,0 0 0 0 0,0 0 0 0 0,0 0 0 0 0,-1 2 0 0 0,3-2-49 0 0,-1 0-1 0 0,1 1 1 0 0,0-1-1 0 0,0 0 1 0 0,0 0-1 0 0,0 0 1 0 0,0 0-1 0 0,0 0 1 0 0,0 0-1 0 0,0 0 0 0 0,0 0 1 0 0,0-1-1 0 0,1 1 1 0 0,-1 0-1 0 0,0-1 1 0 0,0 1-1 0 0,1-1 1 0 0,-1 1-1 0 0,0-1 1 0 0,1 0-1 0 0,-1 1 1 0 0,1-1-1 0 0,-1 0 1 0 0,0 0-1 0 0,3 0 1 0 0,37 3 91 0 0,59-8 74 0 0,162-29 1 0 0,-89 8-93 0 0,522-77 112 0 0,-662 96-178 0 0,-16 3-2 0 0,0 1 0 0 0,0 1 0 0 0,29-1 0 0 0,-64 3-30 0 0,0-1-1 0 0,1 0 1 0 0,-1-2 0 0 0,0 0 0 0 0,1-1 0 0 0,-1-1 0 0 0,1 0-1 0 0,-20-10 1 0 0,35 14 68 0 0,-6-3 18 0 0,13 0-60 0 0,18 2 54 0 0,-20 2-63 0 0,0 0-1 0 0,0 0 0 0 0,0 1 0 0 0,0-1 0 0 0,0 1 0 0 0,0-1 1 0 0,0 1-1 0 0,0 0 0 0 0,0 1 0 0 0,-1-1 0 0 0,1 0 1 0 0,0 1-1 0 0,-1-1 0 0 0,1 1 0 0 0,-1 0 0 0 0,0 0 0 0 0,1 0 1 0 0,-1 0-1 0 0,0 0 0 0 0,0 1 0 0 0,0-1 0 0 0,-1 1 1 0 0,1-1-1 0 0,0 1 0 0 0,-1-1 0 0 0,0 1 0 0 0,0 0 0 0 0,0 0 1 0 0,0 0-1 0 0,1 4 0 0 0,-1-2 8 0 0,0 0-1 0 0,0 0 1 0 0,-1 0-1 0 0,1 0 1 0 0,-1 0-1 0 0,-1 0 1 0 0,1 0 0 0 0,0 0-1 0 0,-1 0 1 0 0,0 0-1 0 0,-1-1 1 0 0,1 1-1 0 0,-1 0 1 0 0,0 0 0 0 0,0-1-1 0 0,0 1 1 0 0,-3 4-1 0 0,-7 6-88 0 0,0 0-1 0 0,-24 22 1 0 0,29-31-1209 0 0,0 0-1 0 0,-1-1 1 0 0,1 0 0 0 0,-15 7-1 0 0,13-9-1239 0 0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4:49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0 515 356 0 0,'0'0'1031'0'0,"4"12"3671"0"0,18-15-4210 0 0,0-1 0 0 0,-1-1 1 0 0,1-1-1 0 0,-1-1 1 0 0,0 0-1 0 0,-1-2 1 0 0,34-19-1 0 0,-43 22-389 0 0,0 0-1 0 0,-1-1 1 0 0,0 0-1 0 0,0 0 1 0 0,0-1-1 0 0,-1-1 1 0 0,-1 1 0 0 0,1-1-1 0 0,-1-1 1 0 0,-1 0-1 0 0,0 0 1 0 0,0 0-1 0 0,-1-1 1 0 0,0 0-1 0 0,-1 0 1 0 0,0 0-1 0 0,-1-1 1 0 0,0 0-1 0 0,-1 0 1 0 0,0 0-1 0 0,-1 0 1 0 0,0 0-1 0 0,-1 0 1 0 0,-1-1 0 0 0,0 1-1 0 0,0 0 1 0 0,-1-1-1 0 0,-1 1 1 0 0,0 0-1 0 0,-1 0 1 0 0,0 0-1 0 0,-1 0 1 0 0,0 0-1 0 0,0 1 1 0 0,-2 0-1 0 0,-12-21 1 0 0,11 20 9 0 0,6 9-105 0 0,0 1 1 0 0,-1-1-1 0 0,1 0 1 0 0,-1 1-1 0 0,0-1 1 0 0,0 1-1 0 0,0 0 1 0 0,0 0-1 0 0,0 0 1 0 0,-1 0-1 0 0,1 0 1 0 0,-1 0-1 0 0,-4-2 1 0 0,-16 35-53 0 0,17-19 56 0 0,2 1 1 0 0,-1 1-1 0 0,1-1 0 0 0,1 1 1 0 0,0-1-1 0 0,-1 23 0 0 0,3 85 184 0 0,2-78-124 0 0,50 480 672 0 0,-22-307-466 0 0,-17-77 124 0 0,-12-138-201 0 0,-2-1-1394 0 0,0-1 1103 0 0,0 0-1 0 0,0 0 0 0 0,0 0 0 0 0,0 0 1 0 0,1-1-1 0 0,-1 1 0 0 0,0 0 1 0 0,1-1-1 0 0,-1 1 0 0 0,1-1 0 0 0,-3-2 1 0 0,2 2-106 0 0,-2-2-441 0 0,0 0 0 0 0,1 0 0 0 0,-1 0 0 0 0,1 0-1 0 0,0-1 1 0 0,0 1 0 0 0,0-1 0 0 0,-2-6 0 0 0,1 4-1427 0 0,-4-10-1120 0 0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4:49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8 168 336 0 0,'-7'-24'9394'0'0,"11"19"-9157"0"0,0-1 1 0 0,1 1 0 0 0,-1-1-1 0 0,1 1 1 0 0,1 1 0 0 0,-1-1-1 0 0,1 1 1 0 0,-1 0 0 0 0,1 0-1 0 0,0 1 1 0 0,1-1 0 0 0,-1 1-1 0 0,12-3 1 0 0,17-6 143 0 0,47-10 0 0 0,-56 16-141 0 0,-2 1-151 0 0,0 0 1 0 0,0 1 0 0 0,1 2-1 0 0,-1 0 1 0 0,1 2 0 0 0,25 2 0 0 0,-43-1-84 0 0,1-1 0 0 0,-1 1 1 0 0,0 1-1 0 0,1-1 1 0 0,-1 1-1 0 0,0 1 1 0 0,0-1-1 0 0,0 1 1 0 0,0 0-1 0 0,-1 1 1 0 0,1 0-1 0 0,-1 0 1 0 0,0 0-1 0 0,0 1 1 0 0,-1 0-1 0 0,1 0 1 0 0,-1 0-1 0 0,0 1 1 0 0,0-1-1 0 0,-1 1 1 0 0,0 0-1 0 0,0 1 1 0 0,6 12-1 0 0,-8-16-4 0 0,-1 1 1 0 0,0 0-1 0 0,0 0 0 0 0,0-1 1 0 0,-1 1-1 0 0,0 0 0 0 0,1 0 1 0 0,-1 0-1 0 0,0 0 0 0 0,-1-1 1 0 0,1 1-1 0 0,-1 0 0 0 0,1 0 1 0 0,-1 0-1 0 0,0-1 0 0 0,-1 1 1 0 0,1 0-1 0 0,-1-1 0 0 0,1 1 1 0 0,-1-1-1 0 0,0 0 1 0 0,-4 5-1 0 0,-1 0 25 0 0,0-1 0 0 0,0 1 1 0 0,-1-1-1 0 0,0 0 0 0 0,-1-1 0 0 0,-15 9 1 0 0,22-14 49 0 0,2-1-84 0 0,-1 0 0 0 0,0 0-1 0 0,1-1 1 0 0,-1 1 0 0 0,0 0 0 0 0,1-1 0 0 0,-1 1 0 0 0,1-1-1 0 0,-1 1 1 0 0,1-1 0 0 0,-1 1 0 0 0,1-1 0 0 0,-1 1-1 0 0,1-1 1 0 0,-1 1 0 0 0,1-1 0 0 0,0 0 0 0 0,-1 1-1 0 0,1-1 1 0 0,0 1 0 0 0,-1-1 0 0 0,1 0 0 0 0,0 0 0 0 0,0 1-1 0 0,0-1 1 0 0,0 0 0 0 0,0 1 0 0 0,0-1 0 0 0,0 0-1 0 0,0 1 1 0 0,0-2 0 0 0,78-113-649 0 0,-67 102 530 0 0,0 1 0 0 0,0 0-1 0 0,1 0 1 0 0,0 1 0 0 0,1 0-1 0 0,22-13 1 0 0,-33 23 110 0 0,0 1 0 0 0,0 0 0 0 0,0-1-1 0 0,0 1 1 0 0,0 0 0 0 0,0 0 0 0 0,0 0 0 0 0,-1 0 0 0 0,1 0 0 0 0,0 1 0 0 0,0-1-1 0 0,0 1 1 0 0,0-1 0 0 0,0 1 0 0 0,0-1 0 0 0,-1 1 0 0 0,1 0 0 0 0,2 1 0 0 0,37 23-81 0 0,-25-15 76 0 0,3 0-7 0 0,1 0-1 0 0,-1-2 1 0 0,28 9 0 0 0,-37-14 62 0 0,0-1 0 0 0,0 0 1 0 0,0 0-1 0 0,0-1 1 0 0,0 0-1 0 0,0-1 0 0 0,0 0 1 0 0,0-1-1 0 0,13-2 1 0 0,-21 3 13 0 0,-1 0 1 0 0,0 0 0 0 0,1-1 0 0 0,-1 1 0 0 0,0 0-1 0 0,1-1 1 0 0,-1 1 0 0 0,0-1 0 0 0,0 0-1 0 0,1 1 1 0 0,-1-1 0 0 0,0 0 0 0 0,0 0 0 0 0,0 1-1 0 0,0-1 1 0 0,0 0 0 0 0,0 0 0 0 0,0 0 0 0 0,0 0-1 0 0,-1-1 1 0 0,1 1 0 0 0,0 0 0 0 0,-1 0 0 0 0,1 0-1 0 0,0-1 1 0 0,-1 1 0 0 0,1-2 0 0 0,-1 0 10 0 0,0 1 0 0 0,0-1 0 0 0,-1 1 0 0 0,1-1 0 0 0,-1 0 0 0 0,1 1 0 0 0,-1-1 0 0 0,0 1 0 0 0,0-1 0 0 0,0 1 0 0 0,0 0 0 0 0,-1 0 0 0 0,-1-3 0 0 0,-3-4 92 0 0,-1 0 1 0 0,0 1 0 0 0,0 0-1 0 0,0 1 1 0 0,-17-14 0 0 0,21 19-205 0 0,0 1 0 0 0,0-1 0 0 0,0 0 0 0 0,0 1 1 0 0,0-1-1 0 0,0 1 0 0 0,0 0 0 0 0,0 0 0 0 0,-1 1 0 0 0,1-1 0 0 0,0 0 1 0 0,-1 1-1 0 0,1 0 0 0 0,0 0 0 0 0,-6 0 0 0 0,-12 12-2719 0 0,7 15-4533 0 0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4:50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14 156 0 0,'3'-1'434'0'0,"0"-1"1"0"0,0 0-1 0 0,-1 1 1 0 0,1 0-1 0 0,1 0 1 0 0,-1 0-1 0 0,0 0 1 0 0,0 0-1 0 0,0 1 0 0 0,0-1 1 0 0,1 1-1 0 0,-1 0 1 0 0,0 0-1 0 0,4 0 1 0 0,-5 0-269 0 0,1 1 0 0 0,0 0 0 0 0,-1 0 0 0 0,1 0 0 0 0,-1 0 1 0 0,1 0-1 0 0,-1 0 0 0 0,1 1 0 0 0,-1-1 0 0 0,0 1 1 0 0,0 0-1 0 0,0-1 0 0 0,4 5 0 0 0,-2 0-69 0 0,0-1-1 0 0,0 1 1 0 0,-1 0-1 0 0,1 1 1 0 0,-1-1 0 0 0,-1 1-1 0 0,1-1 1 0 0,-1 1-1 0 0,0 0 1 0 0,-1 0 0 0 0,2 11-1 0 0,-3-16 6 0 0,-1 6-162 0 0,1-5 359 0 0,2-7 1562 0 0,2-5-1836 0 0,1 0 0 0 0,0 0-1 0 0,0 1 1 0 0,1 0 0 0 0,0 0-1 0 0,1 0 1 0 0,0 0-1 0 0,0 1 1 0 0,0 1 0 0 0,1-1-1 0 0,0 1 1 0 0,0 0 0 0 0,13-6-1 0 0,-18 11-28 0 0,0-1 0 0 0,-1 1 0 0 0,1 0 1 0 0,0 0-1 0 0,0 1 0 0 0,0-1 0 0 0,0 0 0 0 0,0 1 0 0 0,0 0 0 0 0,0 0 0 0 0,0 0 0 0 0,0 0 0 0 0,0 0 0 0 0,0 1 1 0 0,-1-1-1 0 0,1 1 0 0 0,0 0 0 0 0,0 0 0 0 0,0 0 0 0 0,0 0 0 0 0,-1 0 0 0 0,1 0 0 0 0,-1 1 0 0 0,1 0 0 0 0,-1-1 1 0 0,1 1-1 0 0,2 3 0 0 0,5 5-6 0 0,-1 0 1 0 0,0 1-1 0 0,-1 0 1 0 0,12 20-1 0 0,-4-7 80 0 0,-15-23-33 0 0,0 0-1 0 0,0 0 1 0 0,0 0-1 0 0,0 0 0 0 0,0 0 1 0 0,0 0-1 0 0,0 0 0 0 0,1 0 1 0 0,-1 0-1 0 0,0-1 1 0 0,1 1-1 0 0,-1-1 0 0 0,0 1 1 0 0,1-1-1 0 0,-1 1 0 0 0,1-1 1 0 0,-1 0-1 0 0,1 0 1 0 0,-1 0-1 0 0,1 0 0 0 0,-1 0 1 0 0,0 0-1 0 0,4 0 0 0 0,34-12 580 0 0,-32 10-544 0 0,176-74 2124 0 0,-181 75-2117 0 0,0 1-78 0 0,0 0-1 0 0,1 0 1 0 0,-1 0-1 0 0,0 0 1 0 0,1 1-1 0 0,-1-1 1 0 0,0 1-1 0 0,0-1 1 0 0,1 1-1 0 0,-1 0 1 0 0,0 0-1 0 0,0 0 1 0 0,0 0-1 0 0,0 0 1 0 0,0 0 0 0 0,0 0-1 0 0,0 1 1 0 0,0-1-1 0 0,-1 1 1 0 0,1 0-1 0 0,-1-1 1 0 0,1 1-1 0 0,-1 0 1 0 0,1 0-1 0 0,-1 0 1 0 0,0 0-1 0 0,2 3 1 0 0,-1 26-2594 0 0,-14 2-4534 0 0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5:08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15 944 0 0,'-3'-14'6155'0'0,"-5"14"-2580"0"0,-18 26-1701 0 0,-22 50-2036 0 0,36-55 467 0 0,-18 42-1 0 0,28-56-251 0 0,0-1 0 0 0,0 1 0 0 0,0 0 0 0 0,1 0-1 0 0,0-1 1 0 0,0 1 0 0 0,1 0 0 0 0,0 0 0 0 0,0 0 0 0 0,2 14 0 0 0,-1-19-43 0 0,-1-1 0 0 0,1 1 1 0 0,0-1-1 0 0,0 0 0 0 0,-1 1 1 0 0,1-1-1 0 0,0 0 0 0 0,0 0 0 0 0,0 0 1 0 0,0 0-1 0 0,0 1 0 0 0,1-1 1 0 0,-1-1-1 0 0,0 1 0 0 0,0 0 1 0 0,1 0-1 0 0,-1 0 0 0 0,1-1 1 0 0,-1 1-1 0 0,0-1 0 0 0,1 1 1 0 0,-1-1-1 0 0,1 1 0 0 0,2-1 1 0 0,37 2 139 0 0,-27-5-151 0 0,0 0 0 0 0,0-1 0 0 0,0-1 0 0 0,-1 0 0 0 0,1-1 0 0 0,-1-1 0 0 0,18-12-1 0 0,6-1-99 0 0,-36 19 65 0 0,0 1 32 0 0,-1-1 0 0 0,0 1 0 0 0,0-1 0 0 0,1 1 0 0 0,-1-1 0 0 0,0 1 0 0 0,1-1 0 0 0,-1 1 1 0 0,1 0-1 0 0,-1-1 0 0 0,1 1 0 0 0,-1 0 0 0 0,1-1 0 0 0,-1 1 0 0 0,1 0 0 0 0,-1 0 0 0 0,1-1 0 0 0,-1 1 0 0 0,1 0 0 0 0,-1 0 0 0 0,1 0 0 0 0,-1 0 0 0 0,1 0 0 0 0,-1 0 0 0 0,1 0 0 0 0,0 0 0 0 0,-1 0 0 0 0,1 0 0 0 0,-1 0 0 0 0,1 0 0 0 0,-1 0 0 0 0,1 0 0 0 0,-1 0 0 0 0,1 1 0 0 0,0-1 0 0 0,23 5-165 0 0,-8 1 92 0 0,1 0-6 0 0,1-1-1 0 0,-1 0 1 0 0,1-1-1 0 0,25 2 1 0 0,-39-6 94 0 0,0 0-1 0 0,0 0 1 0 0,0 0-1 0 0,0 0 1 0 0,0-1 0 0 0,0 1-1 0 0,0-1 1 0 0,0 0 0 0 0,0-1-1 0 0,0 1 1 0 0,0 0 0 0 0,0-1-1 0 0,-1 0 1 0 0,1 0 0 0 0,-1 0-1 0 0,1-1 1 0 0,-1 1 0 0 0,0-1-1 0 0,0 1 1 0 0,0-1 0 0 0,0 0-1 0 0,0 0 1 0 0,-1-1 0 0 0,1 1-1 0 0,2-6 1 0 0,0-4 138 0 0,0 0-1 0 0,-1 0 1 0 0,0-1 0 0 0,-2 1-1 0 0,1-1 1 0 0,0-21 0 0 0,-3 32-126 0 0,0 0 31 0 0,6-19-1400 0 0,-5 10-7240 0 0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5:08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3 560 0 0,'7'-3'11640'0'0,"-4"20"-11276"0"0,0 0 0 0 0,-1 0-1 0 0,-1 0 1 0 0,0 0-1 0 0,-1 0 1 0 0,-1 0-1 0 0,-4 21 1 0 0,0 62 542 0 0,7 34 153 0 0,-2-132-1092 0 0,1-7-3315 0 0,1-11 2788 0 0,1-15-1860 0 0,2 10-2488 0 0,-2 6 1643 0 0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5:09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69 512 0 0,'0'-1'194'0'0,"-3"-5"1355"0"0,0-1-1 0 0,1-1 1 0 0,1 1-1 0 0,-1 0 1 0 0,1 0-1 0 0,-1-8 1 0 0,2 13-812 0 0,3-1-829 0 0,-3 2 50 0 0,0 1 0 0 0,0 0 0 0 0,0 0 0 0 0,0 0 0 0 0,0-1 0 0 0,0 1 0 0 0,0 0 0 0 0,0 0 0 0 0,0 0 0 0 0,0-1 0 0 0,0 1 0 0 0,0 0-1 0 0,0 0 1 0 0,1 0 0 0 0,-1 0 0 0 0,0-1 0 0 0,0 1 0 0 0,0 0 0 0 0,0 0 0 0 0,0 0 0 0 0,1 0 0 0 0,-1 0 0 0 0,0-1 0 0 0,0 1 0 0 0,0 0 0 0 0,1 0 0 0 0,-1 0 0 0 0,0 0 0 0 0,0 0 0 0 0,0 0 0 0 0,1 0 0 0 0,-1 0 0 0 0,0 0 0 0 0,0 0 0 0 0,0 0 0 0 0,1 0 0 0 0,-1 0 0 0 0,0 0 0 0 0,0 0 0 0 0,1 0 0 0 0,-1 0 0 0 0,0 0 0 0 0,0 0 0 0 0,0 0 0 0 0,1 0 0 0 0,-1 0 0 0 0,0 0 0 0 0,0 1 0 0 0,0-1 0 0 0,6 2-467 0 0,1 1-243 0 0,4 1-2965 0 0,2 2 841 0 0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5:09.5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0 1012 0 0,'0'0'6799'0'0,"0"5"-6104"0"0,-11 99 1804 0 0,1-23-829 0 0,2 107 0 0 0,22 46-116 0 0,-18-180-1763 0 0,1-36-1860 0 0,2-1-3377 0 0,-18-37-505 0 0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5:09.8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1 552 452 0 0,'14'-7'1827'0'0,"48"-13"-21"0"0,-40 15-1373 0 0,1-2 1 0 0,-1 0 0 0 0,0-2-1 0 0,-1 0 1 0 0,0-2-1 0 0,-1 0 1 0 0,0-1 0 0 0,33-26-1 0 0,-39 24-171 0 0,0-1-1 0 0,-1 0 1 0 0,0-1-1 0 0,-2 0 1 0 0,0-1-1 0 0,0-1 0 0 0,-2 1 1 0 0,12-29-1 0 0,-16 33-73 0 0,-1-1 0 0 0,0 0 1 0 0,0 0-1 0 0,-1 0 0 0 0,-1 0 0 0 0,-1-1 0 0 0,0 1 0 0 0,-1 0 0 0 0,0-1 0 0 0,-1 1 1 0 0,0-1-1 0 0,-6-21 0 0 0,3 24 118 0 0,-5-12 850 0 0,-4 40-754 0 0,6-5-535 0 0,-4 8 173 0 0,1 1-1 0 0,1 0 0 0 0,1 1 0 0 0,0-1 0 0 0,-6 34 0 0 0,-2 5 20 0 0,3-14-8 0 0,2 1 0 0 0,2 0 1 0 0,2 1-1 0 0,3-1 0 0 0,1 1 1 0 0,4 52-1 0 0,-1-94-31 0 0,0 1 0 0 0,0-1 0 0 0,1 0 0 0 0,0 0 1 0 0,0 0-1 0 0,1 0 0 0 0,-1 0 0 0 0,1 0 0 0 0,0 0 0 0 0,0-1 0 0 0,1 1 0 0 0,-1-1 0 0 0,4 5 0 0 0,-4-7 8 0 0,1 0 0 0 0,-1 1 0 0 0,1-2-1 0 0,-1 1 1 0 0,1 0 0 0 0,0 0-1 0 0,0-1 1 0 0,0 0 0 0 0,0 1-1 0 0,0-1 1 0 0,0 0 0 0 0,0 0 0 0 0,0-1-1 0 0,0 1 1 0 0,0-1 0 0 0,1 0-1 0 0,-1 1 1 0 0,0-1 0 0 0,0-1-1 0 0,1 1 1 0 0,5-2 0 0 0,48-9 480 0 0,70-23-1 0 0,-69 17-254 0 0,-54 16-243 0 0,35-6-1559 0 0,-37 7 1198 0 0,-1 1-1 0 0,1-1 1 0 0,-1 0-1 0 0,0 1 0 0 0,1-1 1 0 0,-1 0-1 0 0,0 1 0 0 0,1 0 1 0 0,-1-1-1 0 0,0 1 0 0 0,0 0 1 0 0,1-1-1 0 0,-1 1 1 0 0,0 0-1 0 0,1 2 0 0 0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5:12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212 16 652 0 0,'0'0'887'0'0,"-3"-2"-270"0"0,0 0-1 0 0,0 0 1 0 0,0 0-1 0 0,0 1 1 0 0,0 0-1 0 0,0-1 1 0 0,0 1-1 0 0,0 0 1 0 0,-4 0-1 0 0,-5 6-396 0 0,1 1-1 0 0,0 0 1 0 0,0 0-1 0 0,1 2 1 0 0,0-1 0 0 0,0 1-1 0 0,0 0 1 0 0,1 1 0 0 0,1 0-1 0 0,-1 1 1 0 0,2 0-1 0 0,-1 0 1 0 0,1 0 0 0 0,1 1-1 0 0,-9 19 1 0 0,11-23-166 0 0,1 1 1 0 0,-1-1-1 0 0,2 1 1 0 0,-1 0 0 0 0,1 0-1 0 0,0-1 1 0 0,1 2-1 0 0,0-1 1 0 0,0 0-1 0 0,1 0 1 0 0,0 0-1 0 0,0 0 1 0 0,1 0-1 0 0,0 0 1 0 0,0 0-1 0 0,1 0 1 0 0,0 0 0 0 0,0 0-1 0 0,1 0 1 0 0,0-1-1 0 0,0 1 1 0 0,1-1-1 0 0,0 0 1 0 0,0 0-1 0 0,8 9 1 0 0,-8-12-12 0 0,0 1 0 0 0,0-1 0 0 0,0-1 0 0 0,0 1 0 0 0,1 0 0 0 0,-1-1 0 0 0,1 0 0 0 0,0 0 0 0 0,0 0 0 0 0,0-1 0 0 0,1 0 0 0 0,-1 0 0 0 0,0 0 0 0 0,1 0 0 0 0,-1-1 0 0 0,1 0 0 0 0,0 0 0 0 0,-1-1 0 0 0,1 1 0 0 0,0-1 0 0 0,0 0 0 0 0,-1-1 0 0 0,1 0 0 0 0,-1 0 0 0 0,1 0 0 0 0,0 0 0 0 0,-1-1 0 0 0,0 0 0 0 0,1 0 0 0 0,-1 0 0 0 0,0-1 0 0 0,0 0 0 0 0,0 0 0 0 0,0 0 0 0 0,-1 0 0 0 0,0-1 0 0 0,1 0 0 0 0,-1 0 0 0 0,0 0 0 0 0,-1 0 0 0 0,1-1 0 0 0,-1 1 0 0 0,0-1 0 0 0,0 0 0 0 0,0 0 0 0 0,-1 0 0 0 0,1-1 0 0 0,-1 1 0 0 0,-1 0 0 0 0,3-12 0 0 0,-2 5 109 0 0,0-1-1 0 0,-1 1 1 0 0,0-1-1 0 0,-2 1 1 0 0,1-1-1 0 0,-1 1 1 0 0,-1-1-1 0 0,-3-12 1 0 0,3 16-98 0 0,0 1 0 0 0,-1-1 0 0 0,0 1 1 0 0,0 0-1 0 0,-1 0 0 0 0,0 0 0 0 0,-1 0 0 0 0,1 1 1 0 0,-1 0-1 0 0,-1 0 0 0 0,1 0 0 0 0,-8-6 1 0 0,12 12-349 0 0,0 0 179 0 0,0 1 1 0 0,1-1-1 0 0,-1 1 1 0 0,0 0 0 0 0,1 0-1 0 0,-1-1 1 0 0,0 1 0 0 0,0 0-1 0 0,0 0 1 0 0,1 0 0 0 0,-1 0-1 0 0,0 0 1 0 0,0 0 0 0 0,1 0-1 0 0,-1 0 1 0 0,0 0 0 0 0,0 0-1 0 0,0 0 1 0 0,1 0-1 0 0,-1 0 1 0 0,0 1 0 0 0,0-1-1 0 0,1 0 1 0 0,-1 1 0 0 0,0-1-1 0 0,1 0 1 0 0,-1 1 0 0 0,0-1-1 0 0,1 1 1 0 0,-1-1 0 0 0,1 1-1 0 0,-1 0 1 0 0,0-1 0 0 0,1 1-1 0 0,0-1 1 0 0,-1 1-1 0 0,1 0 1 0 0,-1-1 0 0 0,1 1-1 0 0,-1 1 1 0 0,1-1-508 0 0,-2 6 61 0 0,3 1-4149 0 0,7 10 1324 0 0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5:13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65 416 0 0,'2'-2'800'0'0,"0"0"1"0"0,0 0-1 0 0,-1 0 1 0 0,1 0-1 0 0,-1 0 1 0 0,1-1-1 0 0,-1 1 0 0 0,0 0 1 0 0,0-1-1 0 0,0 1 1 0 0,0-1-1 0 0,0 0 1 0 0,0 1-1 0 0,-1-1 0 0 0,1 1 1 0 0,-1-6-1 0 0,3-10 1471 0 0,-2 16-2508 0 0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5:13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82 576 0 0,'1'-3'461'0'0,"-1"0"0"0"0,1 0 0 0 0,-1 1 0 0 0,1-1 0 0 0,0 0 0 0 0,0 0 0 0 0,0 0 0 0 0,1 1 0 0 0,-1-1 0 0 0,1 1 0 0 0,-1-1 0 0 0,1 1 0 0 0,0 0 0 0 0,0-1 0 0 0,0 1 0 0 0,0 0-1 0 0,4-3 1 0 0,0 1-61 0 0,-1 1-1 0 0,1 0 0 0 0,0 0 0 0 0,0 0 0 0 0,0 0 0 0 0,0 1 0 0 0,12-2 0 0 0,-5 1-183 0 0,0 1 1 0 0,0 1-1 0 0,0 0 1 0 0,0 0-1 0 0,0 2 1 0 0,1-1-1 0 0,18 5 1 0 0,-26-4-163 0 0,1 1 1 0 0,-1 0-1 0 0,0 0 1 0 0,0 0-1 0 0,0 1 1 0 0,0 0-1 0 0,0 0 1 0 0,0 0-1 0 0,-1 1 0 0 0,0 0 1 0 0,0 0-1 0 0,0 1 1 0 0,0-1-1 0 0,0 1 1 0 0,-1 0-1 0 0,0 0 1 0 0,0 0-1 0 0,3 7 1 0 0,-5-7-38 0 0,0 0 1 0 0,0 0-1 0 0,-1 0 1 0 0,0 1-1 0 0,0-1 1 0 0,0 0 0 0 0,0 1-1 0 0,-1-1 1 0 0,0 0-1 0 0,0 1 1 0 0,-1-1-1 0 0,0 0 1 0 0,0 1 0 0 0,0-1-1 0 0,0 0 1 0 0,-1 0-1 0 0,0 0 1 0 0,0 0-1 0 0,0 0 1 0 0,0 0 0 0 0,-1-1-1 0 0,-5 8 1 0 0,-9 11 25 0 0,-1-1 0 0 0,-1 0 0 0 0,-1-2-1 0 0,-25 21 1 0 0,44-40 100 0 0,55 7-103 0 0,-38-9-327 0 0,115-14-1820 0 0,-45 1-5078 0 0,-57 8 3778 0 0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5:14.0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19 708 0 0,'-2'-13'4736'0'0,"2"12"-4621"0"0,0 1 0 0 0,0 0 0 0 0,0 0 0 0 0,0 0 0 0 0,0 0 0 0 0,0 0 1 0 0,0-1-1 0 0,0 1 0 0 0,0 0 0 0 0,0 0 0 0 0,0 0 0 0 0,0 0 1 0 0,1-3 2532 0 0,0 3-2533 0 0,-1-1 0 0 0,0 1 1 0 0,0 0-1 0 0,0 0 0 0 0,0 0 0 0 0,0 0 0 0 0,1 0 0 0 0,-1 0 1 0 0,0 0-1 0 0,0 0 0 0 0,0 0 0 0 0,0 0 0 0 0,0 0 0 0 0,1 0 1 0 0,-1 0-1 0 0,0 0 0 0 0,0 0 0 0 0,0 0 0 0 0,0 0 0 0 0,1 0 0 0 0,-1 0 1 0 0,0 0-1 0 0,75 85 1970 0 0,-52-61-1689 0 0,-1 0 0 0 0,-1 2 0 0 0,24 38 0 0 0,-45-63-384 0 0,1 1 0 0 0,-1-1 0 0 0,1 0 0 0 0,-1 1 0 0 0,0-1 0 0 0,0 1 0 0 0,0-1 0 0 0,0 0 0 0 0,0 1 0 0 0,0-1 0 0 0,0 1 1 0 0,0-1-1 0 0,0 1 0 0 0,-1-1 0 0 0,1 0 0 0 0,0 1 0 0 0,-1-1 0 0 0,1 1 0 0 0,-1-1 0 0 0,0 0 0 0 0,1 0 0 0 0,-1 1 0 0 0,0-1 0 0 0,0 0 0 0 0,0 0 0 0 0,0 0 0 0 0,0 0 1 0 0,0 0-1 0 0,0 0 0 0 0,0 0 0 0 0,0 0 0 0 0,-1-1 0 0 0,1 1 0 0 0,0 0 0 0 0,-1-1 0 0 0,1 1 0 0 0,-2 0 0 0 0,-6 3-52 0 0,1 0-1 0 0,-1 0 0 0 0,0-1 1 0 0,-11 2-1 0 0,11-3-260 0 0,-2 1-327 0 0,0-1 0 0 0,0 0 1 0 0,-19 1-1 0 0,26-3-65 0 0,1-1-1 0 0,0 1 1 0 0,0 0 0 0 0,-1-1 0 0 0,1 0 0 0 0,0 0-1 0 0,0 0 1 0 0,0 0 0 0 0,0 0 0 0 0,-4-3 0 0 0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5:14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92 184 0 0,'136'-40'5176'0'0,"-103"28"-3983"0"0,1 1 0 0 0,0 2 0 0 0,0 1 0 0 0,42-3-1 0 0,-43 14-3009 0 0,-14 2-2712 0 0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5:19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14 269 500 0 0,'0'0'911'0'0,"-8"-19"7271"0"0,5 41-7977 0 0,1 1-1 0 0,2-1 1 0 0,0 1 0 0 0,3 24-1 0 0,17 98 326 0 0,-17-130-482 0 0,51 234 838 0 0,-53-247 383 0 0,-2-4-304 0 0,-2-16 207 0 0,-24-131-708 0 0,14 67-412 0 0,1 17-24 0 0,3 0 1 0 0,3-1-1 0 0,3-110 0 0 0,4 165-57 0 0,1-1-1 0 0,0 0 1 0 0,0 0-1 0 0,2 1 1 0 0,-1-1-1 0 0,1 1 1 0 0,1 0-1 0 0,0 0 1 0 0,0 0-1 0 0,8-10 1 0 0,-10 18 4 0 0,-1 0 1 0 0,1 0-1 0 0,0 0 0 0 0,-1 0 1 0 0,1 0-1 0 0,1 1 1 0 0,-1-1-1 0 0,0 1 0 0 0,1 0 1 0 0,-1 0-1 0 0,1 0 0 0 0,0 1 1 0 0,-1-1-1 0 0,1 1 1 0 0,0 0-1 0 0,0 0 0 0 0,0 0 1 0 0,0 0-1 0 0,0 1 1 0 0,0 0-1 0 0,0 0 0 0 0,0 0 1 0 0,0 0-1 0 0,0 0 1 0 0,0 1-1 0 0,0 0 0 0 0,0 0 1 0 0,0 0-1 0 0,0 0 1 0 0,-1 0-1 0 0,1 1 0 0 0,6 3 1 0 0,0 0-19 0 0,0 1 0 0 0,-1 0 1 0 0,0 0-1 0 0,0 1 0 0 0,0 0 0 0 0,-1 1 1 0 0,0 0-1 0 0,0 0 0 0 0,-1 1 1 0 0,0 0-1 0 0,-1 0 0 0 0,0 0 0 0 0,0 1 1 0 0,7 16-1 0 0,-11-21 24 0 0,0 1 0 0 0,0 0-1 0 0,0 0 1 0 0,-1 0 0 0 0,0 0 0 0 0,0 0-1 0 0,0 0 1 0 0,-1 0 0 0 0,0 0 0 0 0,0 0-1 0 0,0 0 1 0 0,-1 0 0 0 0,0 0 0 0 0,0 0-1 0 0,-1 0 1 0 0,0 0 0 0 0,0 0 0 0 0,0-1-1 0 0,0 1 1 0 0,-1-1 0 0 0,0 1 0 0 0,0-1-1 0 0,-1 0 1 0 0,1 0 0 0 0,-1-1 0 0 0,0 1 0 0 0,-9 7-1 0 0,-55 34-3539 0 0,59-40-2021 0 0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5:19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0 224 0 0,'37'24'3492'0'0,"-27"-16"-3195"0"0,0 0 1 0 0,-1 1-1 0 0,0 0 1 0 0,-1 1-1 0 0,0-1 0 0 0,0 2 1 0 0,-1-1-1 0 0,-1 1 1 0 0,1 0-1 0 0,-2 1 1 0 0,1-1-1 0 0,-2 1 1 0 0,0 0-1 0 0,0 1 1 0 0,-1-1-1 0 0,0 1 1 0 0,-1-1-1 0 0,-1 1 0 0 0,0 13 1 0 0,-1-26-265 0 0,0 1-1 0 0,1-1 1 0 0,-1 1 0 0 0,0 0 0 0 0,0-1 0 0 0,0 1-1 0 0,0-1 1 0 0,0 1 0 0 0,0-1 0 0 0,0 1 0 0 0,-1-1-1 0 0,1 1 1 0 0,0-1 0 0 0,0 1 0 0 0,0-1-1 0 0,0 1 1 0 0,-1-1 0 0 0,1 1 0 0 0,0-1 0 0 0,-1 1-1 0 0,1-1 1 0 0,0 1 0 0 0,-1-1 0 0 0,1 0 0 0 0,0 1-1 0 0,-1-1 1 0 0,1 0 0 0 0,-1 1 0 0 0,1-1-1 0 0,-1 0 1 0 0,1 1 0 0 0,-1-1 0 0 0,1 0 0 0 0,-1 0-1 0 0,1 0 1 0 0,-1 1 0 0 0,1-1 0 0 0,-1 0 0 0 0,1 0-1 0 0,-1 0 1 0 0,1 0 0 0 0,-1 0 0 0 0,1 0 0 0 0,-1 0-1 0 0,1 0 1 0 0,-1 0 0 0 0,1 0 0 0 0,-1 0-1 0 0,1-1 1 0 0,-1 1 0 0 0,1 0 0 0 0,-1 0 0 0 0,1 0-1 0 0,-1-1 1 0 0,1 1 0 0 0,-1 0 0 0 0,1-1 0 0 0,-1 1-1 0 0,1 0 1 0 0,-1-1 0 0 0,1 1 0 0 0,0-1-1 0 0,-1 1 1 0 0,1-1 0 0 0,-24-20 675 0 0,21 13-645 0 0,0 1-1 0 0,1-1 1 0 0,-1 0-1 0 0,2 0 1 0 0,-1 0-1 0 0,1 0 1 0 0,0 0-1 0 0,1 0 1 0 0,0-1-1 0 0,0 1 1 0 0,1 0-1 0 0,0 0 1 0 0,0 0-1 0 0,1 0 1 0 0,4-13-1 0 0,-3 14-318 0 0,-1 0 0 0 0,1 1 0 0 0,1 0-1 0 0,-1 0 1 0 0,1 0 0 0 0,0 0-1 0 0,10-10 1 0 0,-10 12-317 0 0,0 0 0 0 0,0 1-1 0 0,0 0 1 0 0,0 0 0 0 0,1 0 0 0 0,-1 0-1 0 0,1 1 1 0 0,0 0 0 0 0,0 0 0 0 0,0 0-1 0 0,6-1 1 0 0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5:20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1 145 436 0 0,'4'-1'696'0'0,"14"-8"301"0"0,0 0 1 0 0,-1-1-1 0 0,1 0 0 0 0,-2-2 0 0 0,0 0 0 0 0,0 0 1 0 0,-1-2-1 0 0,20-22 0 0 0,-36 37-963 0 0,1-1 0 0 0,-1 1 0 0 0,1-1 1 0 0,-1 1-1 0 0,1-1 0 0 0,-1 1 0 0 0,1-1 0 0 0,-1 0 1 0 0,0 1-1 0 0,1-1 0 0 0,-1 0 0 0 0,0 1 0 0 0,1-1 1 0 0,-1 0-1 0 0,0 0 0 0 0,0 0 0 0 0,1 0 0 0 0,-1 1 1 0 0,0-1-1 0 0,1 0 0 0 0,-1 0 0 0 0,0 0 0 0 0,0-1 0 0 0,1 1 1 0 0,-1 0-1 0 0,0 0 0 0 0,1 0 0 0 0,-1 0 0 0 0,0-1 1 0 0,1 1-1 0 0,-1 0 0 0 0,0-1 0 0 0,1 1 0 0 0,-1-1 1 0 0,0 1-1 0 0,1 0 0 0 0,-1-1 0 0 0,1 1 0 0 0,-1-1 1 0 0,1 1-1 0 0,-1-1 0 0 0,1 0 0 0 0,0 1 0 0 0,-1-1 0 0 0,1 0 1 0 0,0 1-1 0 0,-1-1 0 0 0,1 0 0 0 0,0 1 0 0 0,0-1 1 0 0,-1 0-1 0 0,1 1 0 0 0,0-1 0 0 0,0 0 0 0 0,0 0 1 0 0,0 1-1 0 0,0-1 0 0 0,0 0 0 0 0,0 1 0 0 0,0-1 0 0 0,1 0 1 0 0,-1 0-1 0 0,0 1 0 0 0,0-1 0 0 0,0 0 0 0 0,1 1 1 0 0,0-2-1 0 0,-7 8 6 0 0,0 0 1 0 0,1 1-1 0 0,0 0 1 0 0,0 0-1 0 0,1 0 1 0 0,0 0-1 0 0,0 1 1 0 0,1 0-1 0 0,0-1 1 0 0,0 1-1 0 0,0 0 1 0 0,1 1-1 0 0,-1 12 1 0 0,2-17-55 0 0,1 0 1 0 0,0-1-1 0 0,0 1 1 0 0,1 0-1 0 0,-1 0 1 0 0,1-1-1 0 0,-1 1 1 0 0,1 0-1 0 0,1 0 1 0 0,-1-1-1 0 0,0 1 1 0 0,1-1-1 0 0,0 1 1 0 0,-1-1-1 0 0,1 0 1 0 0,1 0-1 0 0,-1 0 1 0 0,0 0-1 0 0,1 0 1 0 0,-1 0-1 0 0,1-1 1 0 0,0 1-1 0 0,0-1 1 0 0,0 0-1 0 0,0 0 1 0 0,1 0-1 0 0,-1 0 1 0 0,0 0-1 0 0,1-1 1 0 0,0 1-1 0 0,-1-1 1 0 0,1 0-1 0 0,7 1 1 0 0,-2 0-71 0 0,0 0 0 0 0,1 0-1 0 0,0-1 1 0 0,-1 0 0 0 0,1-1 0 0 0,0 0 0 0 0,0-1 0 0 0,-1 0 0 0 0,1 0-1 0 0,-1-1 1 0 0,1 0 0 0 0,-1-1 0 0 0,0 0 0 0 0,0 0 0 0 0,0-1 0 0 0,11-7-1 0 0,-9 4 70 0 0,-2 0 0 0 0,1-1 0 0 0,-1 0 0 0 0,0 0 0 0 0,-1-1 0 0 0,0-1 0 0 0,-1 1 0 0 0,1-1-1 0 0,-2 0 1 0 0,0-1 0 0 0,0 0 0 0 0,7-17 0 0 0,3-2 1352 0 0,-9 29-665 0 0,1 13-645 0 0,2 18 188 0 0,-1-1 0 0 0,-2 1 0 0 0,7 53 0 0 0,2 12 121 0 0,-6-55-174 0 0,88 352 1084 0 0,-93-370 1531 0 0,-16-47-2068 0 0,-16-51-463 0 0,9-5-109 0 0,3-2 0 0 0,4 1 0 0 0,0-140-1 0 0,11 205-147 0 0,1 0 0 0 0,1 0-1 0 0,4-18 1 0 0,-4 28-21 0 0,0 0-1 0 0,0 0 1 0 0,0 1 0 0 0,1-1 0 0 0,-1 1 0 0 0,2-1 0 0 0,-1 1 0 0 0,1 0 0 0 0,8-11 0 0 0,-10 15 10 0 0,0 1 0 0 0,-1-1 0 0 0,1 1 0 0 0,0-1 0 0 0,0 1 0 0 0,0 0 0 0 0,1-1 0 0 0,-1 1 0 0 0,0 0 0 0 0,0 0 0 0 0,1 1 0 0 0,-1-1 0 0 0,0 0 0 0 0,1 1 0 0 0,-1-1 0 0 0,0 1 0 0 0,1 0 0 0 0,-1 0 0 0 0,1 0 0 0 0,4 1 0 0 0,-3 0-10 0 0,0 0-1 0 0,0 0 1 0 0,0 1 0 0 0,0-1 0 0 0,0 1 0 0 0,0 0-1 0 0,-1 0 1 0 0,1 1 0 0 0,-1-1 0 0 0,1 1-1 0 0,4 4 1 0 0,-4-3-11 0 0,1 1 0 0 0,-1-1 1 0 0,-1 1-1 0 0,1 0 0 0 0,0 0 0 0 0,-1 0 0 0 0,0 1 0 0 0,0-1 0 0 0,-1 1 1 0 0,0-1-1 0 0,0 1 0 0 0,0 0 0 0 0,0 0 0 0 0,-1 0 0 0 0,0 0 1 0 0,0 0-1 0 0,-1 0 0 0 0,0 7 0 0 0,0-12-68 0 0,-10 38 831 0 0,-2-18-2714 0 0,11-20 1319 0 0,0 0 1 0 0,0 0-1 0 0,0 0 1 0 0,0 0-1 0 0,0-1 1 0 0,0 1 0 0 0,0 0-1 0 0,0-1 1 0 0,0 1-1 0 0,-1-1 1 0 0,1 1 0 0 0,0-1-1 0 0,0 1 1 0 0,-3-1-1 0 0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5:20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0 616 0 0,'2'13'1849'0'0,"-1"-4"-1118"0"0,0-1-1 0 0,1 0 1 0 0,0 1 0 0 0,1-1 0 0 0,3 9 0 0 0,-4-14-594 0 0,0 0 0 0 0,0 0 0 0 0,0-1 0 0 0,0 1 0 0 0,0 0 0 0 0,0-1 0 0 0,1 1 0 0 0,-1-1 0 0 0,1 0 0 0 0,0 0 0 0 0,0 0-1 0 0,0 0 1 0 0,0-1 0 0 0,0 1 0 0 0,0-1 0 0 0,7 3 0 0 0,-8-4-22 0 0,0 1-1 0 0,0 0 1 0 0,0-1-1 0 0,0 1 1 0 0,0-1-1 0 0,0 0 1 0 0,0 0-1 0 0,0 0 0 0 0,0 0 1 0 0,0 0-1 0 0,0 0 1 0 0,0 0-1 0 0,0-1 1 0 0,0 1-1 0 0,0-1 1 0 0,0 0-1 0 0,0 1 1 0 0,0-1-1 0 0,0 0 1 0 0,0 0-1 0 0,2-2 1 0 0,-3 2-60 0 0,0 0 0 0 0,-1-1 0 0 0,1 1 1 0 0,0 0-1 0 0,-1-1 0 0 0,1 1 0 0 0,-1 0 0 0 0,1-1 1 0 0,-1 1-1 0 0,1-1 0 0 0,-1 1 0 0 0,0-1 0 0 0,0 1 1 0 0,0-1-1 0 0,0 1 0 0 0,0-1 0 0 0,0 1 0 0 0,0-1 1 0 0,-1 1-1 0 0,1-1 0 0 0,0 1 0 0 0,-1-1 0 0 0,1 1 1 0 0,-1-1-1 0 0,0 1 0 0 0,1 0 0 0 0,-1-1 1 0 0,0 1-1 0 0,0 0 0 0 0,0 0 0 0 0,0-1 0 0 0,-2 0 1 0 0,0-2 13 0 0,0 0 1 0 0,0 0 0 0 0,0 0 0 0 0,-1 1 0 0 0,1 0 0 0 0,-1-1 0 0 0,-6-3 0 0 0,8 6-215 0 0,1 0 0 0 0,-1 0 0 0 0,1 1-1 0 0,-1-1 1 0 0,0 0 0 0 0,1 1 0 0 0,-1-1 0 0 0,0 1 0 0 0,1 0-1 0 0,-1 0 1 0 0,0-1 0 0 0,0 1 0 0 0,1 0 0 0 0,-1 0 0 0 0,0 0 0 0 0,1 1-1 0 0,-1-1 1 0 0,0 0 0 0 0,0 1 0 0 0,1-1 0 0 0,-1 1 0 0 0,1 0-1 0 0,-4 1 1 0 0,2-1-869 0 0,3 9-3725 0 0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5:21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32 256 0 0,'-12'-23'6759'0'0,"11"22"-6626"0"0,0 0 1 0 0,-1 0 0 0 0,1 0 0 0 0,-1 1-1 0 0,1-1 1 0 0,-1 0 0 0 0,0 1 0 0 0,1-1-1 0 0,-1 1 1 0 0,0-1 0 0 0,1 1 0 0 0,-1 0-1 0 0,0-1 1 0 0,1 1 0 0 0,-1 0 0 0 0,0 0-1 0 0,0 1 1 0 0,1-1 0 0 0,-1 0 0 0 0,0 0-1 0 0,1 1 1 0 0,-1-1 0 0 0,-1 2 0 0 0,2-1-79 0 0,0 0 1 0 0,0 0 0 0 0,0 1-1 0 0,1-1 1 0 0,-1 0 0 0 0,0 1-1 0 0,1-1 1 0 0,-1 1 0 0 0,1-1 0 0 0,0 1-1 0 0,-1-1 1 0 0,1 1 0 0 0,0-1-1 0 0,0 1 1 0 0,0-1 0 0 0,0 1-1 0 0,0-1 1 0 0,0 1 0 0 0,1-1 0 0 0,0 2-1 0 0,1 9 33 0 0,1 0 0 0 0,1 0 0 0 0,0-1-1 0 0,1 0 1 0 0,7 13 0 0 0,7 7 61 0 0,-4-7-134 0 0,-1 0 1 0 0,-1 1-1 0 0,-2 0 0 0 0,11 31 0 0 0,-16-73-136 0 0,1 1 0 0 0,1 0-1 0 0,1 0 1 0 0,0 0-1 0 0,22-28 1 0 0,-18 27 157 0 0,-11 14 4 0 0,0 0 0 0 0,-1 1 1 0 0,1-1-1 0 0,0 0 1 0 0,0 1-1 0 0,1-1 0 0 0,-1 1 1 0 0,0-1-1 0 0,1 1 1 0 0,0 0-1 0 0,-1 0 0 0 0,1 1 1 0 0,0-1-1 0 0,0 0 1 0 0,0 1-1 0 0,0 0 0 0 0,0-1 1 0 0,5 0-1 0 0,-6 2-11 0 0,0 0 1 0 0,1 0-1 0 0,-1 0 0 0 0,1 1 1 0 0,-1-1-1 0 0,0 1 0 0 0,1-1 1 0 0,-1 1-1 0 0,0 0 0 0 0,1 0 1 0 0,-1 0-1 0 0,0 0 0 0 0,0 0 1 0 0,0 0-1 0 0,0 0 0 0 0,0 1 1 0 0,0-1-1 0 0,0 1 1 0 0,-1 0-1 0 0,1 0 0 0 0,0-1 1 0 0,-1 1-1 0 0,0 0 0 0 0,1 0 1 0 0,-1 0-1 0 0,0 1 0 0 0,0-1 1 0 0,0 0-1 0 0,0 0 0 0 0,0 0 1 0 0,-1 1-1 0 0,1-1 0 0 0,0 4 1 0 0,-1-4-186 0 0,-12 31-4984 0 0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5:21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53 1280 0 0,'-6'-52'13333'0'0,"23"144"-12006"0"0,43 139-1 0 0,-55-214-1247 0 0,1 4-37 0 0,0 0 1 0 0,2-1-1 0 0,1 0 1 0 0,0-1-1 0 0,2 0 0 0 0,0-1 1 0 0,1 1-1 0 0,0-2 1 0 0,22 23-1 0 0,-27-33-22 0 0,13 7-81 0 0,-11-10 98 0 0,-7-4-16 0 0,0 0-18 0 0,0-1 0 0 0,0 1 0 0 0,0-1 0 0 0,0 1 1 0 0,0-1-1 0 0,0 0 0 0 0,-1 0 0 0 0,1 0 1 0 0,0 0-1 0 0,0 0 0 0 0,-1 0 0 0 0,1 0 0 0 0,-1-1 1 0 0,1 1-1 0 0,-1-1 0 0 0,1 1 0 0 0,-1-1 0 0 0,0 1 1 0 0,1-3-1 0 0,24-40 405 0 0,-14 21 314 0 0,-7 8 514 0 0,-2 3-3697 0 0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5:21.8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67 1228 0 0,'0'0'1230'0'0,"-5"-51"8341"0"0,5 49-8363 0 0,0-1-943 0 0,-1 3-318 0 0,1-1 1 0 0,0 1 0 0 0,0 0-1 0 0,0 0 1 0 0,0-1-1 0 0,0 1 1 0 0,0 0 0 0 0,-1-1-1 0 0,1 1 1 0 0,0 0-1 0 0,0 0 1 0 0,0-1 0 0 0,0 1-1 0 0,0 0 1 0 0,0 0-1 0 0,0-1 1 0 0,0 1 0 0 0,0 0-1 0 0,0-1 1 0 0,1 1 0 0 0,-1 0-1 0 0,0 0 1 0 0,0-1-1 0 0,0 1 1 0 0,0 0 0 0 0,0 0-1 0 0,0-1 1 0 0,0 1-1 0 0,1 0 1 0 0,-1 0 0 0 0,0 0-1 0 0,0-1 1 0 0,0 1-1 0 0,1 0 1 0 0,-1 0 0 0 0,0 0-1 0 0,0-1 1 0 0,1 1-1 0 0,-1 0 1 0 0,0 0 0 0 0,0 0-1 0 0,1 0 1 0 0,-1 0-1 0 0,0 0 1 0 0,0 0 0 0 0,1 0-1 0 0,-1 0 1 0 0,0 0-1 0 0,1 0 1 0 0,-1 0 0 0 0,0 0-1 0 0,0 0 1 0 0,1 0-1 0 0,-1 0 1 0 0,0 0 0 0 0,0 0-1 0 0,1 0 1 0 0,3 0 236 0 0,-1 0-2162 0 0,12 9-4335 0 0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5:22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21 440 0 0,'0'0'1021'0'0,"-23"-21"10146"0"0,20 21-11055 0 0,0 0-1 0 0,-1 0 0 0 0,1 1 0 0 0,0-1 0 0 0,0 1 0 0 0,0-1 0 0 0,0 1 0 0 0,0 0 0 0 0,0 0 0 0 0,0 0 0 0 0,1 1 0 0 0,-1-1 0 0 0,0 1 0 0 0,0 0 0 0 0,1-1 0 0 0,-1 1 0 0 0,1 0 0 0 0,0 0 0 0 0,0 1 0 0 0,-3 2 0 0 0,-1 0-68 0 0,0 1 0 0 0,1 1 0 0 0,0-1-1 0 0,0 1 1 0 0,0-1 0 0 0,1 1 0 0 0,-6 14 0 0 0,-6 48 109 0 0,16-66-172 0 0,0-2-37 0 0,0 0 41 0 0,0-1-1 0 0,0 1 0 0 0,0 0 1 0 0,0-1-1 0 0,0 1 1 0 0,0 0-1 0 0,0 0 0 0 0,0-1 1 0 0,0 1-1 0 0,0 0 1 0 0,0-1-1 0 0,1 1 0 0 0,-1 0 1 0 0,0-1-1 0 0,1 1 1 0 0,-1 0-1 0 0,0-1 1 0 0,1 1-1 0 0,-1-1 0 0 0,1 1 1 0 0,-1-1-1 0 0,1 1 1 0 0,-1-1-1 0 0,2 1 0 0 0,9-5-22 0 0,1-1 0 0 0,-1-1 0 0 0,0 0 0 0 0,13-10 0 0 0,40-20-102 0 0,-43 23 91 0 0,-19 12 39 0 0,0-1 0 0 0,-1 1 0 0 0,1 0 0 0 0,0 0 0 0 0,0 0 0 0 0,0 0 0 0 0,0 0 0 0 0,0 1 0 0 0,0-1 0 0 0,0 0 0 0 0,0 1 1 0 0,3-1-1 0 0,-2 1-14 0 0,12-1-32 0 0,-8 5 42 0 0,0-1-1 0 0,1 0 1 0 0,-1 0 0 0 0,1-1 0 0 0,11 2 0 0 0,-17-4 23 0 0,-1 1-147 0 0,0-1 0 0 0,0 1 0 0 0,0-1 0 0 0,0 1 1 0 0,1-1-1 0 0,-1 0 0 0 0,0 0 0 0 0,0 1 0 0 0,0-1 0 0 0,0 0 0 0 0,1 0 0 0 0,-1 0 0 0 0,0 0 1 0 0,0-1-1 0 0,0 1 0 0 0,1 0 0 0 0,-1 0 0 0 0,0-1 0 0 0,0 1 0 0 0,0-1 0 0 0,0 1 1 0 0,0-1-1 0 0,0 1 0 0 0,0-1 0 0 0,2-1 0 0 0,0 0-1872 0 0,-3-9-4289 0 0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5:22.6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64 576 0 0,'-3'-7'2055'0'0,"2"1"1477"0"0,1 4-3378 0 0,1 1-1 0 0,-1-1 0 0 0,1 0 1 0 0,-1 1-1 0 0,1-1 0 0 0,-1 0 1 0 0,1 1-1 0 0,0-1 1 0 0,0 1-1 0 0,-1-1 0 0 0,1 1 1 0 0,1-1-1 0 0,-1 1 1 0 0,0-1-1 0 0,0 1 0 0 0,0 0 1 0 0,1 0-1 0 0,-1 0 0 0 0,0 0 1 0 0,1 0-1 0 0,2-1 1 0 0,1-1-60 0 0,1 0 1 0 0,-1 1 0 0 0,1 0 0 0 0,0 1-1 0 0,-1-1 1 0 0,11 0 0 0 0,6 0-847 0 0,0 1 0 0 0,35 2 0 0 0,-4 0-3190 0 0,-25-2 1687 0 0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5:23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74 212 0 0,'-6'-1'372'0'0,"-13"-2"16827"0"0,692-36-15818 0 0,-572 35-1209 0 0,-96 0-299 0 0,-12-2 95 0 0,-8-4 21 0 0,10 8 5 0 0,0 1 1 0 0,0 0-1 0 0,0 0 0 0 0,0 0 0 0 0,0 1 0 0 0,0-1 0 0 0,0 1 0 0 0,-8 1 0 0 0,-13-1-36 0 0,22 0 25 0 0,-1-1 0 0 0,1 1 0 0 0,-1 0 0 0 0,1 1 0 0 0,-1-1 0 0 0,1 1 0 0 0,-1 0 0 0 0,1 0 0 0 0,-1 0-1 0 0,1 0 1 0 0,0 1 0 0 0,0 0 0 0 0,0 0 0 0 0,0 0 0 0 0,0 0 0 0 0,-5 4 0 0 0,-2 4-577 0 0,1-1-1 0 0,0 1 1 0 0,-15 22-1 0 0,16-21-1933 0 0,0 0 1 0 0,-1 0-1 0 0,-14 12 1 0 0,14-14-1014 0 0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5:25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11 900 0 0,'-5'0'514'0'0,"-7"-2"852"0"0,-1 1 0 0 0,0 0-1 0 0,-20 2 1 0 0,28 0-1197 0 0,0 0-1 0 0,0 0 1 0 0,0 0 0 0 0,0 1-1 0 0,1 0 1 0 0,-1 0 0 0 0,0 0-1 0 0,1 1 1 0 0,0-1 0 0 0,-1 1-1 0 0,1 0 1 0 0,-5 5-1 0 0,4-3-50 0 0,0-1 0 0 0,0 1 0 0 0,1 0 0 0 0,-1 1 0 0 0,1-1-1 0 0,0 1 1 0 0,1-1 0 0 0,0 1 0 0 0,0 0 0 0 0,0 0-1 0 0,0 1 1 0 0,1-1 0 0 0,0 1 0 0 0,0-1 0 0 0,1 1-1 0 0,-1 11 1 0 0,2-12-72 0 0,0-1-1 0 0,1 1 0 0 0,0 0 1 0 0,0-1-1 0 0,0 1 0 0 0,1-1 1 0 0,0 1-1 0 0,0-1 1 0 0,0 0-1 0 0,1 0 0 0 0,0 0 1 0 0,0 0-1 0 0,0 0 0 0 0,0-1 1 0 0,1 1-1 0 0,0-1 1 0 0,0 0-1 0 0,0 0 0 0 0,0 0 1 0 0,5 3-1 0 0,2 0 5 0 0,-1 0-1 0 0,1 0 1 0 0,1-1 0 0 0,-1-1-1 0 0,1 0 1 0 0,0-1 0 0 0,0 0-1 0 0,0 0 1 0 0,1-2 0 0 0,-1 1-1 0 0,1-2 1 0 0,0 1 0 0 0,-1-2-1 0 0,1 0 1 0 0,14-1 0 0 0,-21 0-3 0 0,0 0 0 0 0,1 0 0 0 0,-1 0 0 0 0,0-1 0 0 0,0 0 0 0 0,0 0 0 0 0,0 0 0 0 0,-1-1 0 0 0,1 0 0 0 0,-1 0 0 0 0,1 0 0 0 0,-1-1 0 0 0,0 1 0 0 0,0-1 0 0 0,-1-1 1 0 0,1 1-1 0 0,-1-1 0 0 0,0 0 0 0 0,0 0 0 0 0,0 0 0 0 0,-1 0 0 0 0,0 0 0 0 0,0-1 0 0 0,0 0 0 0 0,-1 1 0 0 0,1-1 0 0 0,-2 0 0 0 0,1 0 0 0 0,0-1 0 0 0,-1 1 0 0 0,0-10 0 0 0,0 9-7 0 0,-1 1-1 0 0,0-1 0 0 0,-1 1 1 0 0,1 0-1 0 0,-1-1 1 0 0,-1 1-1 0 0,1 0 0 0 0,-1 0 1 0 0,0 0-1 0 0,0 0 1 0 0,-1 0-1 0 0,0 0 0 0 0,0 1 1 0 0,0-1-1 0 0,-1 1 1 0 0,0 0-1 0 0,0 0 0 0 0,0 0 1 0 0,0 0-1 0 0,-1 1 1 0 0,-6-5-1 0 0,4 4-102 0 0,-1-1 1 0 0,0 2-1 0 0,0-1 0 0 0,0 1 1 0 0,0 0-1 0 0,0 1 0 0 0,-1 0 1 0 0,0 1-1 0 0,0-1 0 0 0,0 2 1 0 0,0-1-1 0 0,0 1 0 0 0,0 1 1 0 0,-12 0-1 0 0,17 0-111 0 0,1 0 0 0 0,-1 1 0 0 0,1 0 0 0 0,0 0 0 0 0,0 0 0 0 0,-1 0-1 0 0,1 0 1 0 0,0 1 0 0 0,0-1 0 0 0,0 1 0 0 0,0 0 0 0 0,-5 4 0 0 0,-10 19-6891 0 0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5:25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11 256 0 0,'2'-2'301'0'0,"1"1"0"0"0,-1-1 0 0 0,1 1 0 0 0,0 0 0 0 0,0 0 0 0 0,-1 1 0 0 0,1-1-1 0 0,0 0 1 0 0,0 1 0 0 0,0 0 0 0 0,0 0 0 0 0,0 0 0 0 0,0 0 0 0 0,0 0 0 0 0,0 0 0 0 0,0 1 0 0 0,0-1 0 0 0,-1 1 0 0 0,1 0 0 0 0,4 2 0 0 0,-1 0-23 0 0,-1 0 0 0 0,0 0 0 0 0,0 1 1 0 0,0 0-1 0 0,-1 0 0 0 0,1 0 0 0 0,-1 0 1 0 0,0 1-1 0 0,5 7 0 0 0,2 4 60 0 0,-2 0 0 0 0,0 0 0 0 0,-1 1-1 0 0,-1 0 1 0 0,9 28 0 0 0,-13-33 203 0 0,0 1 0 0 0,-1-1 0 0 0,-1 1 0 0 0,0 20 0 0 0,18-52-167 0 0,5-10-141 0 0,-3 2-37 0 0,2 2 0 0 0,44-40-1 0 0,-60 59-182 0 0,-1 1 1 0 0,1 0-1 0 0,0 1 0 0 0,0 0 0 0 0,0 0 0 0 0,1 0 0 0 0,-1 1 1 0 0,1 0-1 0 0,0 0 0 0 0,0 1 0 0 0,0 0 0 0 0,0 1 0 0 0,0 0 1 0 0,1 0-1 0 0,-1 0 0 0 0,13 2 0 0 0,-15 0-31 0 0,-1 0 0 0 0,0 0 0 0 0,1 1 1 0 0,-1-1-1 0 0,0 1 0 0 0,0 1 0 0 0,0-1 0 0 0,0 1 0 0 0,-1 0 0 0 0,1 0 0 0 0,-1 0 0 0 0,0 0 1 0 0,7 8-1 0 0,1 2-1827 0 0,-1 1 1 0 0,17 27 0 0 0,-17-23-1847 0 0,-3-4 297 0 0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5:26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313 44 312 0 0,'0'0'2137'0'0,"7"-10"-476"0"0,-6 5 2146 0 0,-2 3-3683 0 0,1 1-1 0 0,0-1 0 0 0,-1 1 0 0 0,0 0 0 0 0,1-1 1 0 0,-1 1-1 0 0,0 0 0 0 0,1-1 0 0 0,-1 1 0 0 0,0 0 1 0 0,0 0-1 0 0,0 0 0 0 0,0 0 0 0 0,0 0 0 0 0,0 0 1 0 0,-1 0-1 0 0,1 0 0 0 0,0 0 0 0 0,0 1 0 0 0,-1-1 1 0 0,1 0-1 0 0,0 1 0 0 0,-1-1 0 0 0,1 1 0 0 0,-3-1 0 0 0,-1 0 54 0 0,0 1-1 0 0,0 0 0 0 0,1 0 0 0 0,-1 0 0 0 0,0 0 0 0 0,0 1 0 0 0,0 0 0 0 0,-5 2 0 0 0,-6 1 129 0 0,0 2 0 0 0,0 0 0 0 0,-28 16 0 0 0,32-14-201 0 0,0 1 0 0 0,1 0 0 0 0,0 0 1 0 0,0 1-1 0 0,1 1 0 0 0,0 0 0 0 0,1 0 1 0 0,0 1-1 0 0,1 0 0 0 0,0 0 0 0 0,-12 27 0 0 0,17-31-76 0 0,-1 0 0 0 0,1 1 0 0 0,0-1 0 0 0,1 1 0 0 0,0 0 0 0 0,1 0 0 0 0,0 0-1 0 0,0 0 1 0 0,1 0 0 0 0,0 0 0 0 0,0 0 0 0 0,1 0 0 0 0,0 0 0 0 0,1 0 0 0 0,0 0-1 0 0,0-1 1 0 0,1 1 0 0 0,0-1 0 0 0,1 1 0 0 0,6 10 0 0 0,-5-12-25 0 0,0-1 1 0 0,1 1-1 0 0,0-1 1 0 0,1 0 0 0 0,-1 0-1 0 0,1-1 1 0 0,0 0-1 0 0,0 0 1 0 0,1-1-1 0 0,-1 0 1 0 0,1 0 0 0 0,0-1-1 0 0,0 1 1 0 0,0-2-1 0 0,1 1 1 0 0,15 1-1 0 0,-20-3 15 0 0,0 0 0 0 0,0-1-1 0 0,0 1 1 0 0,0-1-1 0 0,0 0 1 0 0,1-1 0 0 0,-1 1-1 0 0,0-1 1 0 0,0 1-1 0 0,0-1 1 0 0,0-1 0 0 0,0 1-1 0 0,0 0 1 0 0,0-1-1 0 0,0 0 1 0 0,-1 0 0 0 0,1 0-1 0 0,-1 0 1 0 0,1-1 0 0 0,-1 1-1 0 0,0-1 1 0 0,0 0-1 0 0,0 0 1 0 0,0 0 0 0 0,0 0-1 0 0,-1-1 1 0 0,0 1-1 0 0,1-1 1 0 0,-1 1 0 0 0,-1-1-1 0 0,1 0 1 0 0,0 0-1 0 0,-1 0 1 0 0,0 0 0 0 0,0 0-1 0 0,1-5 1 0 0,0-1 78 0 0,-1-1-1 0 0,0 1 1 0 0,-1 0 0 0 0,0 0-1 0 0,-1 0 1 0 0,0-1 0 0 0,-1 1-1 0 0,0 0 1 0 0,0 0 0 0 0,-1 0-1 0 0,-7-16 1 0 0,3 10 41 0 0,-2 1 0 0 0,1-1 0 0 0,-2 2 1 0 0,0 0-1 0 0,-23-25 0 0 0,32 38-232 0 0,1 1 1 0 0,-1-1-1 0 0,0 0 1 0 0,0 1-1 0 0,1-1 0 0 0,-1 1 1 0 0,0-1-1 0 0,0 1 1 0 0,1 0-1 0 0,-1-1 1 0 0,0 1-1 0 0,0 0 1 0 0,0-1-1 0 0,0 1 1 0 0,0 0-1 0 0,0 0 1 0 0,0 0-1 0 0,1 0 1 0 0,-1 0-1 0 0,0 0 1 0 0,0 0-1 0 0,0 0 0 0 0,0 0 1 0 0,0 0-1 0 0,0 1 1 0 0,0-1-1 0 0,0 0 1 0 0,1 1-1 0 0,-1-1 1 0 0,0 0-1 0 0,0 1 1 0 0,0-1-1 0 0,1 1 1 0 0,-1-1-1 0 0,0 1 1 0 0,1 0-1 0 0,-1-1 0 0 0,0 1 1 0 0,1 0-1 0 0,-1-1 1 0 0,1 1-1 0 0,-1 0 1 0 0,1 0-1 0 0,-1-1 1 0 0,1 1-1 0 0,-1 1 1 0 0,-2 18-7490 0 0,5-6 3975 0 0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5:26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0 108 632 0 0,'17'-32'9012'0'0,"-8"-21"-732"0"0,-8 51-7886 0 0,1-2-140 0 0,-2 3-395 0 0,0 0-1 0 0,0 0 1 0 0,0 1-1 0 0,0-1 0 0 0,0 0 1 0 0,0 1-1 0 0,0-1 1 0 0,1 1-1 0 0,-1-1 0 0 0,0 0 1 0 0,1 1-1 0 0,-1-1 1 0 0,0 0-1 0 0,1 1 0 0 0,-1-1 1 0 0,1 1-1 0 0,-1-1 1 0 0,1 1-1 0 0,-1-1 0 0 0,1 1 1 0 0,-1 0-1 0 0,1-1 0 0 0,-1 1 1 0 0,1-1-1 0 0,0 1 1 0 0,4-1-223 0 0,12 0-7361 0 0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5:27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1 103 1028 0 0,'0'-6'1160'0'0,"0"1"-1"0"0,0-1 1 0 0,0 0 0 0 0,1 0 0 0 0,0 1-1 0 0,3-9 1 0 0,-3 11-982 0 0,0 1 1 0 0,0 0 0 0 0,1 0-1 0 0,-1 0 1 0 0,1 0-1 0 0,-1 0 1 0 0,1 0-1 0 0,0 0 1 0 0,-1 0-1 0 0,1 1 1 0 0,0-1 0 0 0,1 0-1 0 0,-1 1 1 0 0,0 0-1 0 0,0 0 1 0 0,0-1-1 0 0,5 0 1 0 0,7-3 80 0 0,0 1-1 0 0,0 0 1 0 0,0 1 0 0 0,1 1-1 0 0,-1 0 1 0 0,1 1 0 0 0,-1 1-1 0 0,1 0 1 0 0,-1 1 0 0 0,1 0 0 0 0,25 7-1 0 0,-35-7-223 0 0,0 1 0 0 0,0-1 0 0 0,0 1 0 0 0,-1 0 0 0 0,1 1 1 0 0,0-1-1 0 0,-1 1 0 0 0,0 0 0 0 0,0 0 0 0 0,0 1 0 0 0,0-1 0 0 0,0 1 0 0 0,0 0 0 0 0,-1 0 0 0 0,3 4 0 0 0,-3-3-25 0 0,-1 0 0 0 0,0 0 1 0 0,-1 0-1 0 0,1 0 0 0 0,-1 0 1 0 0,0 0-1 0 0,0 0 0 0 0,0 1 0 0 0,-1-1 1 0 0,0 0-1 0 0,0 0 0 0 0,0 1 1 0 0,-1-1-1 0 0,0 0 0 0 0,0 0 1 0 0,0 0-1 0 0,-4 9 0 0 0,-3 5-1 0 0,0-1-1 0 0,-2-1 1 0 0,0 1-1 0 0,-1-2 0 0 0,-1 0 1 0 0,-25 27-1 0 0,-17 26-35 0 0,54-69 43 0 0,-1 1 0 0 0,1-1 0 0 0,0 1 0 0 0,-1 0-1 0 0,1-1 1 0 0,0 1 0 0 0,0-1 0 0 0,-1 1 0 0 0,1 0 0 0 0,0-1 0 0 0,0 1-1 0 0,0 0 1 0 0,0-1 0 0 0,0 1 0 0 0,0 0 0 0 0,0-1 0 0 0,0 1 0 0 0,0 0-1 0 0,0-1 1 0 0,0 1 0 0 0,0 0 0 0 0,1-1 0 0 0,-1 1 0 0 0,0-1 0 0 0,1 1-1 0 0,-1 0 1 0 0,0-1 0 0 0,1 1 0 0 0,-1-1 0 0 0,0 1 0 0 0,1-1 0 0 0,-1 1-1 0 0,1-1 1 0 0,-1 1 0 0 0,1-1 0 0 0,-1 0 0 0 0,1 1 0 0 0,-1-1-1 0 0,1 0 1 0 0,0 1 0 0 0,-1-1 0 0 0,1 0 0 0 0,-1 0 0 0 0,1 1 0 0 0,0-1-1 0 0,-1 0 1 0 0,1 0 0 0 0,0 0 0 0 0,-1 0 0 0 0,1 0 0 0 0,0 0 0 0 0,-1 0-1 0 0,2 0 1 0 0,37 2 323 0 0,194-27 383 0 0,-127 11-1117 0 0,-33 8-693 0 0,-9 1-2262 0 0,-22-1-2993 0 0,-25 3 2412 0 0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5:30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128 223 172 0 0,'0'0'3316'0'0,"-1"-4"-2264"0"0,-3-7 3276 0 0,4 16-2124 0 0,6 33-1589 0 0,3 18-172 0 0,-2 13 33 0 0,30 261 1059 0 0,-33-283-586 0 0,-4-47-928 0 0,0 0 1 0 0,0 0-1 0 0,0 0 0 0 0,0 0 0 0 0,0 0 1 0 0,0 0-1 0 0,0 0 0 0 0,0 0 0 0 0,0 0 0 0 0,0 0 1 0 0,-1 0-1 0 0,1 0 0 0 0,0 0 0 0 0,0 0 1 0 0,0 0-1 0 0,0 0 0 0 0,0 0 0 0 0,0 0 1 0 0,0 0-1 0 0,0 0 0 0 0,-1 0 0 0 0,1 0 0 0 0,0 0 1 0 0,0 0-1 0 0,0 0 0 0 0,0 0 0 0 0,0 0 1 0 0,0 0-1 0 0,0 0 0 0 0,0 0 0 0 0,0 0 1 0 0,-1 0-1 0 0,1 0 0 0 0,0 0 0 0 0,0 0 0 0 0,0 0 1 0 0,0 0-1 0 0,0 0 0 0 0,0 0 0 0 0,0 0 1 0 0,0 1-1 0 0,0-1 0 0 0,0 0 0 0 0,0 0 0 0 0,0 0 1 0 0,0 0-1 0 0,0 0 0 0 0,0 0 0 0 0,0 0 1 0 0,0 0-1 0 0,0 0 0 0 0,-1 1 0 0 0,1-1 1 0 0,0 0-1 0 0,0 0 0 0 0,0 0 0 0 0,0 0 0 0 0,1 0 1 0 0,-1 0-1 0 0,0 0 0 0 0,0 0 0 0 0,0 1 1 0 0,-10-23 420 0 0,-5-23-225 0 0,3-1 1 0 0,-12-84-1 0 0,21 111-197 0 0,-8-48 18 0 0,3-1 1 0 0,2 0-1 0 0,4-1 0 0 0,7-86 0 0 0,-5 151-30 0 0,1 0-1 0 0,-1 1 1 0 0,1-1 0 0 0,0 1-1 0 0,-1-1 1 0 0,2 1-1 0 0,-1 0 1 0 0,0-1 0 0 0,1 1-1 0 0,-1 0 1 0 0,1 0 0 0 0,0 0-1 0 0,0 0 1 0 0,0 0 0 0 0,1 1-1 0 0,-1-1 1 0 0,1 0 0 0 0,2-1-1 0 0,-3 3-15 0 0,0 0-1 0 0,1 0 1 0 0,-1 1-1 0 0,0-1 1 0 0,0 1-1 0 0,1-1 1 0 0,-1 1 0 0 0,0 0-1 0 0,0 0 1 0 0,1 0-1 0 0,-1 0 1 0 0,0 1-1 0 0,0-1 1 0 0,1 1-1 0 0,-1-1 1 0 0,0 1-1 0 0,0 0 1 0 0,0-1-1 0 0,0 1 1 0 0,0 0-1 0 0,0 1 1 0 0,0-1 0 0 0,0 0-1 0 0,0 0 1 0 0,0 1-1 0 0,0-1 1 0 0,-1 1-1 0 0,1 0 1 0 0,1 2-1 0 0,2 1-6 0 0,0 1-1 0 0,0 0 0 0 0,0 0 0 0 0,-1 1 0 0 0,0-1 1 0 0,0 1-1 0 0,-1 0 0 0 0,1 0 0 0 0,-2 0 1 0 0,1 1-1 0 0,-1-1 0 0 0,0 1 0 0 0,0-1 1 0 0,-1 1-1 0 0,0 0 0 0 0,-1 0 0 0 0,0-1 1 0 0,0 1-1 0 0,0 0 0 0 0,-1 0 0 0 0,0-1 0 0 0,-1 1 1 0 0,1-1-1 0 0,-2 1 0 0 0,1-1 0 0 0,-1 1 1 0 0,0-1-1 0 0,-6 10 0 0 0,4-8-158 0 0,0 0 0 0 0,-1 0-1 0 0,0-1 1 0 0,-1 1 0 0 0,1-2-1 0 0,-2 1 1 0 0,1-1 0 0 0,-1 0-1 0 0,0 0 1 0 0,0-1 0 0 0,-18 10 0 0 0,19-12-298 0 0,0-1 1 0 0,0 0 0 0 0,-1-1-1 0 0,1 0 1 0 0,-1 0 0 0 0,0 0-1 0 0,1-1 1 0 0,-1 0 0 0 0,0 0-1 0 0,-9-1 1 0 0,2-2-3271 0 0,3-1 285 0 0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5:31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31 272 0 0,'16'0'3331'0'0,"-10"2"-3034"0"0,0 0 1 0 0,-1 0-1 0 0,1 1 0 0 0,-1 0 0 0 0,1-1 1 0 0,-1 2-1 0 0,0-1 0 0 0,0 1 0 0 0,0 0 1 0 0,-1 0-1 0 0,1 0 0 0 0,-1 0 0 0 0,0 1 1 0 0,0 0-1 0 0,-1 0 0 0 0,1 0 1 0 0,-1 0-1 0 0,0 0 0 0 0,0 1 0 0 0,-1-1 1 0 0,4 12-1 0 0,-4-11-222 0 0,0 0 0 0 0,-1 0 0 0 0,0-1 0 0 0,0 1 1 0 0,0 0-1 0 0,0 0 0 0 0,-1 0 0 0 0,0 0 0 0 0,0 1 0 0 0,-1-1 0 0 0,0 0 0 0 0,0-1 0 0 0,0 1 1 0 0,-1 0-1 0 0,0 0 0 0 0,0 0 0 0 0,0-1 0 0 0,-1 1 0 0 0,0-1 0 0 0,0 0 0 0 0,0 0 1 0 0,0 0-1 0 0,-6 6 0 0 0,8-10-46 0 0,1-1 0 0 0,-1 1 0 0 0,1 0 0 0 0,-1 0 0 0 0,1-1 0 0 0,-1 1 0 0 0,0-1 0 0 0,1 1 0 0 0,-1 0 0 0 0,0-1 0 0 0,0 1 0 0 0,0-1 1 0 0,1 0-1 0 0,-1 1 0 0 0,0-1 0 0 0,0 0 0 0 0,0 1 0 0 0,0-1 0 0 0,0 0 0 0 0,1 0 0 0 0,-1 0 0 0 0,0 0 0 0 0,0 1 0 0 0,0-2 0 0 0,0 1 0 0 0,0 0 0 0 0,0 0 0 0 0,0 0 0 0 0,0 0 1 0 0,0 0-1 0 0,1-1 0 0 0,-1 1 0 0 0,0 0 0 0 0,0-1 0 0 0,0 1 0 0 0,0-1 0 0 0,1 1 0 0 0,-1-1 0 0 0,0 1 0 0 0,0-1 0 0 0,1 0 0 0 0,-1 1 0 0 0,1-1 0 0 0,-1 0 0 0 0,0 1 1 0 0,0-2-1 0 0,0-1 32 0 0,-1 0 1 0 0,1 0 0 0 0,-1 0 0 0 0,1 0-1 0 0,0 0 1 0 0,0-1 0 0 0,1 1 0 0 0,-1 0 0 0 0,1 0-1 0 0,-1-1 1 0 0,1 1 0 0 0,0-4 0 0 0,2-7-157 0 0,0 0 0 0 0,0 0 0 0 0,1 1 0 0 0,1-1-1 0 0,0 1 1 0 0,1 0 0 0 0,0 0 0 0 0,1 1 0 0 0,1 0 0 0 0,0 0 0 0 0,0 0 0 0 0,1 1 0 0 0,1 0 0 0 0,12-13 0 0 0,-17 21-384 0 0,0 0 0 0 0,0 0 0 0 0,0 1 0 0 0,0 0 0 0 0,0 0 1 0 0,9-3-1 0 0,0 0-3383 0 0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5:31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1 300 272 0 0,'0'0'909'0'0,"20"-10"1719"0"0,9-14-418 0 0,-17 15-1678 0 0,0 0 1 0 0,-1-1-1 0 0,0 0 0 0 0,-1-1 0 0 0,0 0 0 0 0,0 0 0 0 0,-1-1 0 0 0,12-23 0 0 0,-20 34-488 0 0,0 0-1 0 0,-1 0 1 0 0,1 0 0 0 0,-1 0 0 0 0,1 0 0 0 0,-1 0 0 0 0,1 0 0 0 0,-1 0 0 0 0,0-1-1 0 0,0 1 1 0 0,1 0 0 0 0,-1 0 0 0 0,0 0 0 0 0,0-1 0 0 0,0 1 0 0 0,0 0 0 0 0,-1 0-1 0 0,1 0 1 0 0,0-1 0 0 0,0 1 0 0 0,-1 0 0 0 0,1 0 0 0 0,-1 0 0 0 0,0-1 0 0 0,0 1-18 0 0,0 0 0 0 0,0 0 0 0 0,0 1 0 0 0,0-1 0 0 0,0 1 0 0 0,0-1 0 0 0,0 1 0 0 0,0-1 0 0 0,0 1 0 0 0,0 0 0 0 0,-1-1 0 0 0,1 1 0 0 0,0 0 0 0 0,0 0 0 0 0,-1 0 1 0 0,1 0-1 0 0,0 0 0 0 0,0 0 0 0 0,-2 1 0 0 0,-2-1 8 0 0,-1 2 0 0 0,1-1 1 0 0,0 0-1 0 0,0 1 0 0 0,0 0 1 0 0,0 0-1 0 0,1 0 0 0 0,-1 1 1 0 0,1 0-1 0 0,-1 0 0 0 0,-3 3 1 0 0,5-4-26 0 0,1 0 1 0 0,0 0 0 0 0,0 0-1 0 0,0 0 1 0 0,0 0-1 0 0,1 0 1 0 0,-1 1-1 0 0,1-1 1 0 0,-1 1 0 0 0,1-1-1 0 0,0 1 1 0 0,0-1-1 0 0,0 1 1 0 0,0 0-1 0 0,0 0 1 0 0,1-1 0 0 0,-1 1-1 0 0,1 0 1 0 0,0 0-1 0 0,0 0 1 0 0,0-1-1 0 0,0 1 1 0 0,0 0 0 0 0,0 0-1 0 0,1 0 1 0 0,1 4-1 0 0,0-3-37 0 0,1 0 0 0 0,-1-1 0 0 0,1 0-1 0 0,-1 1 1 0 0,1-1 0 0 0,0 0 0 0 0,0 0 0 0 0,1-1-1 0 0,-1 1 1 0 0,1-1 0 0 0,-1 1 0 0 0,1-1 0 0 0,0 0-1 0 0,0 0 1 0 0,0-1 0 0 0,0 1 0 0 0,6 1-1 0 0,-2-1-34 0 0,0 0-1 0 0,0 0 1 0 0,0 0-1 0 0,0-1 0 0 0,0 0 1 0 0,0 0-1 0 0,0-1 1 0 0,0 0-1 0 0,1-1 0 0 0,-1 0 1 0 0,0 0-1 0 0,0 0 1 0 0,0-1-1 0 0,0-1 1 0 0,-1 1-1 0 0,1-1 0 0 0,-1 0 1 0 0,1-1-1 0 0,-1 0 1 0 0,0 0-1 0 0,0-1 0 0 0,-1 1 1 0 0,0-2-1 0 0,1 1 1 0 0,-1-1-1 0 0,-1 1 0 0 0,1-2 1 0 0,-1 1-1 0 0,-1 0 1 0 0,1-1-1 0 0,-1 0 0 0 0,0 0 1 0 0,0-1-1 0 0,-1 1 1 0 0,4-11-1 0 0,-2 2 956 0 0,-1-1 1 0 0,-1 1-1 0 0,0 0 1 0 0,1-24 1692 0 0,-5 47-2449 0 0,-5 85 482 0 0,12 180 1 0 0,39 98 226 0 0,-43-358-803 0 0,2 32 264 0 0,-5-42-163 0 0,-2-6-106 0 0,0 0 0 0 0,1 0 0 0 0,-1-1 0 0 0,1 1 0 0 0,0-1 0 0 0,0 0 0 0 0,1 0 0 0 0,-1 0-1 0 0,1 0 1 0 0,-1-9 0 0 0,-16-78-412 0 0,9 36 106 0 0,3-1 0 0 0,3 1 0 0 0,2-1 0 0 0,2 0 0 0 0,3 1 0 0 0,2-1 0 0 0,3 1 0 0 0,28-95 0 0 0,-36 147 240 0 0,0-1 0 0 0,1 1-1 0 0,-1 0 1 0 0,1-1 0 0 0,0 1 0 0 0,0 0 0 0 0,1 0 0 0 0,-1 0 0 0 0,1 1 0 0 0,0-1-1 0 0,0 1 1 0 0,0-1 0 0 0,0 1 0 0 0,0 0 0 0 0,1 0 0 0 0,0 0 0 0 0,-1 1-1 0 0,1-1 1 0 0,0 1 0 0 0,0 0 0 0 0,1 0 0 0 0,5-2 0 0 0,-9 4 21 0 0,1 0 1 0 0,-1 0-1 0 0,1 0 0 0 0,0 0 1 0 0,-1 0-1 0 0,1 0 0 0 0,-1 1 1 0 0,1-1-1 0 0,-1 0 0 0 0,1 1 1 0 0,-1-1-1 0 0,0 1 1 0 0,1 0-1 0 0,-1-1 0 0 0,1 1 1 0 0,-1 0-1 0 0,0 0 0 0 0,0 0 1 0 0,1 0-1 0 0,-1 0 0 0 0,0 0 1 0 0,0 0-1 0 0,0 0 0 0 0,0 1 1 0 0,0-1-1 0 0,-1 0 1 0 0,1 1-1 0 0,0-1 0 0 0,0 0 1 0 0,0 3-1 0 0,12 44-145 0 0,-12-46 142 0 0,-1 3 7 0 0,1 1 0 0 0,-1-1 0 0 0,0 0-1 0 0,-1 1 1 0 0,1-1 0 0 0,-1 1 0 0 0,0-1 0 0 0,0 0-1 0 0,-1 1 1 0 0,1-1 0 0 0,-1 0 0 0 0,0 0 0 0 0,-1 0 0 0 0,1 0-1 0 0,-1 0 1 0 0,-6 7 0 0 0,2-3-518 0 0,0-1-1 0 0,-1 0 1 0 0,1-1 0 0 0,-2 0-1 0 0,1 0 1 0 0,-1 0 0 0 0,-13 7-1 0 0,20-13-604 0 0,-9-1-3986 0 0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5:32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0 988 0 0,'0'0'3300'0'0,"5"29"-1153"0"0,-2-23-1969 0 0,-1-1-1 0 0,0 0 1 0 0,1 0-1 0 0,0 0 1 0 0,0 0-1 0 0,1 0 1 0 0,-1-1 0 0 0,1 1-1 0 0,0-1 1 0 0,0 0-1 0 0,1 0 1 0 0,-1 0-1 0 0,1-1 1 0 0,0 0-1 0 0,0 0 1 0 0,0 0-1 0 0,8 3 1 0 0,-12-5 25 0 0,1-1-77 0 0,-2 0-84 0 0,1 0-1 0 0,0 0 1 0 0,0 0-1 0 0,0 0 1 0 0,-1 0-1 0 0,1 0 1 0 0,0 0-1 0 0,0-1 1 0 0,0 1-1 0 0,-1 0 1 0 0,1-1 0 0 0,0 1-1 0 0,0 0 1 0 0,-1-1-1 0 0,1 1 1 0 0,0-1-1 0 0,-1 1 1 0 0,1-1-1 0 0,0 1 1 0 0,-1-1-1 0 0,1 1 1 0 0,-1-1-1 0 0,1 0 1 0 0,-1 1-1 0 0,1-1 1 0 0,-1 0 0 0 0,0 1-1 0 0,1-1 1 0 0,-1 0-1 0 0,1-1 1 0 0,-2-3 150 0 0,0-1 1 0 0,-1 0 0 0 0,1 1-1 0 0,-1-1 1 0 0,0 1-1 0 0,0 0 1 0 0,-1 0 0 0 0,-4-9-1 0 0,5 11-274 0 0,1 1 0 0 0,-1-1 0 0 0,1 1 0 0 0,-1-1 0 0 0,0 1 1 0 0,0 0-1 0 0,0 0 0 0 0,0 0 0 0 0,0 0 0 0 0,0 0 0 0 0,-1 0 0 0 0,1 1 0 0 0,-1-1 0 0 0,1 1 0 0 0,-1-1 0 0 0,1 1 0 0 0,-1 0 0 0 0,0 0 0 0 0,-4-1 0 0 0,-5 13-1193 0 0,2-1-4296 0 0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5:32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40 764 0 0,'-17'-36'5529'0'0,"16"35"-4978"0"0,-19-1 1196 0 0,18 2-1655 0 0,-1 1-1 0 0,0-1 1 0 0,1 1-1 0 0,-1 0 0 0 0,1 0 1 0 0,-1 0-1 0 0,1 0 0 0 0,0 1 1 0 0,-1-1-1 0 0,1 1 0 0 0,0-1 1 0 0,0 1-1 0 0,0 0 0 0 0,0 0 1 0 0,0-1-1 0 0,0 1 0 0 0,1 1 1 0 0,-1-1-1 0 0,1 0 0 0 0,-1 0 1 0 0,1 1-1 0 0,0-1 1 0 0,0 0-1 0 0,-1 5 0 0 0,1-2-37 0 0,1-1 0 0 0,0 1 0 0 0,0-1-1 0 0,0 1 1 0 0,1-1 0 0 0,0 1 0 0 0,-1-1-1 0 0,2 1 1 0 0,-1-1 0 0 0,0 0 0 0 0,1 1-1 0 0,0-1 1 0 0,0 0 0 0 0,5 7 0 0 0,10 17 78 0 0,-5-9-48 0 0,0 2 0 0 0,-1-1 0 0 0,16 44 0 0 0,-27-63-66 0 0,1 1 1 0 0,0 0-1 0 0,-1 0 1 0 0,1-1-1 0 0,-1 1 1 0 0,1 0-1 0 0,-1 0 1 0 0,0 0-1 0 0,0 0 1 0 0,0-1-1 0 0,0 1 1 0 0,0 0-1 0 0,0 0 1 0 0,-1 0-1 0 0,1 0 1 0 0,-1-1-1 0 0,1 1 1 0 0,-1 0-1 0 0,1 0 0 0 0,-1-1 1 0 0,0 1-1 0 0,0 0 1 0 0,0-1-1 0 0,0 1 1 0 0,0-1-1 0 0,0 1 1 0 0,-1-1-1 0 0,-1 2 1 0 0,2-2 324 0 0,-1-3-333 0 0,1 0 0 0 0,0 0 0 0 0,0 0 0 0 0,0-1 0 0 0,0 1 0 0 0,0 0 0 0 0,0 0 0 0 0,1-1 0 0 0,-1 1 0 0 0,1 0 0 0 0,0-1 0 0 0,-1 1 0 0 0,1 0 0 0 0,0-1 0 0 0,1-2 0 0 0,0-3-21 0 0,0 0-1 0 0,1 0 0 0 0,1 0 1 0 0,-1 0-1 0 0,1 0 1 0 0,1 1-1 0 0,-1 0 1 0 0,1-1-1 0 0,1 1 0 0 0,-1 0 1 0 0,11-11-1 0 0,-6 9-20 0 0,-1-1 0 0 0,2 2 0 0 0,0-1 0 0 0,0 1 0 0 0,0 1 0 0 0,17-10 1 0 0,-25 16 26 0 0,1 0 0 0 0,0 0 0 0 0,-1 0 0 0 0,1 0 0 0 0,0 0 0 0 0,0 1 0 0 0,0-1 0 0 0,0 1 0 0 0,0 0 0 0 0,-1 0 0 0 0,1 0 0 0 0,0 0 0 0 0,0 1 0 0 0,0-1 0 0 0,0 1 0 0 0,0-1 0 0 0,-1 1 0 0 0,1 0 0 0 0,0 0 0 0 0,0 1 0 0 0,-1-1 0 0 0,1 0 0 0 0,-1 1 0 0 0,1-1 1 0 0,2 4-1 0 0,-1-2 29 0 0,-1 0 0 0 0,0 0 1 0 0,0 0-1 0 0,0 0 0 0 0,0 1 1 0 0,0-1-1 0 0,-1 1 0 0 0,0 0 1 0 0,0 0-1 0 0,0 0 0 0 0,0 0 1 0 0,0 0-1 0 0,-1 0 0 0 0,0 1 1 0 0,1 4-1 0 0,-1-7-122 0 0,-6 9-1228 0 0,5-10 1031 0 0,0 0 0 0 0,0-1 0 0 0,0 1 0 0 0,0 0 0 0 0,0 0 0 0 0,0-1 0 0 0,-1 1 0 0 0,1 0 0 0 0,0-1 0 0 0,0 1 0 0 0,-1 0 0 0 0,1-1 0 0 0,-1 1 0 0 0,1 0 0 0 0,0-1 0 0 0,-1 1 0 0 0,1-1 0 0 0,-1 1 0 0 0,0-1 0 0 0,1 1 0 0 0,-1-1 0 0 0,1 1 0 0 0,-2 0 0 0 0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5:33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24 1036 0 0,'0'0'2600'0'0,"-4"-16"6926"0"0,4 8-8817 0 0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5:33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16 324 0 0,'-6'-16'11686'0'0,"1"45"-9380"0"0,1 58-2055 0 0,6-10 926 0 0,19 115 1 0 0,-15-161-1044 0 0,1 1-1 0 0,1-1 1 0 0,2 0-1 0 0,1-1 1 0 0,1 0-1 0 0,23 38 1 0 0,-34-66-143 0 0,-1-1 0 0 0,1 0 0 0 0,-1 0 1 0 0,1 0-1 0 0,-1 0 0 0 0,1 0 0 0 0,-1 0 0 0 0,1 0 0 0 0,0 0 1 0 0,0 0-1 0 0,0 0 0 0 0,0 0 0 0 0,-1-1 0 0 0,1 1 1 0 0,0 0-1 0 0,0-1 0 0 0,0 1 0 0 0,0 0 0 0 0,1-1 0 0 0,-1 1 1 0 0,0-1-1 0 0,0 0 0 0 0,0 1 0 0 0,0-1 0 0 0,0 0 0 0 0,3 0 1 0 0,-2-1 0 0 0,0 0 1 0 0,-1 0 0 0 0,1 0 0 0 0,0-1 0 0 0,-1 1 0 0 0,1-1 0 0 0,-1 0 0 0 0,1 1-1 0 0,-1-1 1 0 0,0 0 0 0 0,1 0 0 0 0,-1 0 0 0 0,0 1 0 0 0,1-5 0 0 0,3-5-1208 0 0,4-17 4420 0 0,-5 17-5890 0 0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5:33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87 200 0 0,'-2'-45'8253'0'0,"4"35"-6797"0"0,2-10 2206 0 0,2 10-5253 0 0,-5 9 858 0 0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5:34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57 536 0 0,'2'-9'1807'0'0,"-2"3"2721"0"0,-9-17-619 0 0,8 21-3260 0 0,1 1-379 0 0,-1 0 0 0 0,1 0 1 0 0,-1-1-1 0 0,0 1 0 0 0,0 0 0 0 0,0 0 0 0 0,0 0 0 0 0,0 0 1 0 0,0 0-1 0 0,0 1 0 0 0,0-1 0 0 0,0 0 0 0 0,0 0 1 0 0,0 1-1 0 0,0-1 0 0 0,-2 0 0 0 0,-15 2-121 0 0,14-1-20 0 0,-18 10 165 0 0,9-1-190 0 0,0 1 0 0 0,1 0 0 0 0,1 1 0 0 0,0 0 0 0 0,-18 22 0 0 0,27-27-98 0 0,-1 0-1 0 0,1 0 1 0 0,0 0-1 0 0,0 1 0 0 0,0-1 1 0 0,1 1-1 0 0,0-1 1 0 0,1 1-1 0 0,-1 0 1 0 0,1-1-1 0 0,1 10 1 0 0,-1-15-29 0 0,1 0 8 0 0,-1 0 0 0 0,1 0 1 0 0,-1 0-1 0 0,1 0 0 0 0,-1 0 0 0 0,1-1 1 0 0,0 1-1 0 0,-1 0 0 0 0,1 0 0 0 0,0-1 1 0 0,0 1-1 0 0,0 0 0 0 0,0-1 0 0 0,0 1 1 0 0,-1-1-1 0 0,1 1 0 0 0,0-1 0 0 0,0 1 1 0 0,0-1-1 0 0,0 0 0 0 0,0 1 0 0 0,1-1 1 0 0,-1 0-1 0 0,0 0 0 0 0,0 0 0 0 0,0 0 1 0 0,0 0-1 0 0,0 0 0 0 0,0 0 0 0 0,0 0 1 0 0,1-1-1 0 0,9-3-3 0 0,0-1 1 0 0,-1-1 0 0 0,0 1-1 0 0,0-2 1 0 0,0 0-1 0 0,-1 0 1 0 0,12-12-1 0 0,30-22 20 0 0,-10 15 25 0 0,-39 25-57 0 0,36 31-187 0 0,-30-29 213 0 0,0 1-1 0 0,0-1 1 0 0,0-1 0 0 0,0 0 0 0 0,0 0 0 0 0,9-1 0 0 0,14-1-45 0 0,-6 8-845 0 0,-18-4-2318 0 0,2 1-3844 0 0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5:34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70 564 0 0,'0'-3'398'0'0,"0"1"0"0"0,1-1 1 0 0,0 0-1 0 0,-1 0 0 0 0,1 0 0 0 0,0 1 0 0 0,0-1 1 0 0,0 0-1 0 0,1 1 0 0 0,-1-1 0 0 0,1 1 0 0 0,-1-1 1 0 0,1 1-1 0 0,0 0 0 0 0,0 0 0 0 0,3-3 0 0 0,-2 2-211 0 0,1 1-1 0 0,0 0 0 0 0,-1 0 0 0 0,1 0 0 0 0,0 0 1 0 0,0 0-1 0 0,0 1 0 0 0,1-1 0 0 0,7 0 0 0 0,5 0-1224 0 0,1 1-1 0 0,0 1 1 0 0,0 0-1 0 0,22 4 0 0 0,-36-4 633 0 0,19 3-1618 0 0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5:35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57 159 424 0 0,'-21'1'3188'0'0,"11"-1"4571"0"0,2-4-7614 0 0,0-1 1037 0 0,-2 2 4546 0 0,21 4-5648 0 0,0 0-1 0 0,-1 0 1 0 0,1-2 0 0 0,0 1 0 0 0,17-4 0 0 0,12 0 17 0 0,143-3-61 0 0,432-40-1029 0 0,-544 39 790 0 0,-49 7 99 0 0,-1-1 0 0 0,0-1 0 0 0,1-1 1 0 0,-1-1-1 0 0,31-11 0 0 0,-51 16 92 0 0,-1-1 0 0 0,1 1-1 0 0,-1 0 1 0 0,0 0 0 0 0,1 0 0 0 0,-1 0 0 0 0,0-1 0 0 0,1 1-1 0 0,-1 0 1 0 0,1 0 0 0 0,-1-1 0 0 0,0 1 0 0 0,1 0-1 0 0,-1 0 1 0 0,0-1 0 0 0,0 1 0 0 0,1 0 0 0 0,-1-1 0 0 0,0 1-1 0 0,0-1 1 0 0,0 1 0 0 0,1 0 0 0 0,-1-1 0 0 0,0 1 0 0 0,0-1-1 0 0,0 1 1 0 0,0 0 0 0 0,0-1 0 0 0,0 1 0 0 0,0-1-1 0 0,0 1 1 0 0,0 0 0 0 0,0-1 0 0 0,0 1 0 0 0,0-1 0 0 0,0 0-1 0 0,-13-12-213 0 0,-22-6 53 0 0,34 19 160 0 0,0-1-17 0 0,0 1 17 0 0,1 0 0 0 0,0 0-1 0 0,0-1 1 0 0,-1 1 0 0 0,1 0-1 0 0,0 0 1 0 0,-1-1 0 0 0,1 1-1 0 0,0 0 1 0 0,-1 0 0 0 0,1 0-1 0 0,-1 0 1 0 0,1-1 0 0 0,0 1-1 0 0,-1 0 1 0 0,1 0 0 0 0,-1 0 0 0 0,1 0-1 0 0,0 0 1 0 0,-1 0 0 0 0,1 0-1 0 0,-1 0 1 0 0,1 0 0 0 0,0 0-1 0 0,-1 0 1 0 0,1 0 0 0 0,-1 1-1 0 0,1-1 1 0 0,0 0 0 0 0,-1 0-1 0 0,0 1 1 0 0,0 8-4 0 0,-1 0 0 0 0,2 1-1 0 0,-1-1 1 0 0,2 14 0 0 0,0-15-45 0 0,0 0 0 0 0,-1 0 1 0 0,0 0-1 0 0,-1 0 0 0 0,0 0 1 0 0,0 0-1 0 0,-1 0 0 0 0,0 0 1 0 0,0 0-1 0 0,-4 8 0 0 0,2-9-304 0 0,-1 1 0 0 0,0 0 0 0 0,-1-1 0 0 0,1 0-1 0 0,-1 0 1 0 0,-1-1 0 0 0,-6 7 0 0 0,-30 21-6049 0 0,42-34 6251 0 0,-14 11-3003 0 0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5:38.3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97 376 0 0,'-4'-11'1594'0'0,"1"0"1"0"0,1 0-1 0 0,-1-1 1 0 0,0-17-1 0 0,3 27-1002 0 0,-1-12 867 0 0,-2 8 2451 0 0,-9 74-3737 0 0,2 1 0 0 0,4 1 0 0 0,3 0 1 0 0,7 97-1 0 0,-2-135-118 0 0,5 38 23 0 0,-6-67-67 0 0,0 1 1 0 0,-1-1 0 0 0,1 1 0 0 0,1 0 0 0 0,-1-1 0 0 0,0 0 0 0 0,1 1 0 0 0,0-1 0 0 0,-1 0 0 0 0,1 0 0 0 0,1 0 0 0 0,-1 0 0 0 0,0 0 0 0 0,4 3 0 0 0,-2-4-1 0 0,-1 0 1 0 0,1-1-1 0 0,0 1 1 0 0,-1-1 0 0 0,1 0-1 0 0,0 0 1 0 0,0-1-1 0 0,0 1 1 0 0,0-1-1 0 0,0 0 1 0 0,0 0-1 0 0,0 0 1 0 0,0 0 0 0 0,0-1-1 0 0,0 0 1 0 0,0 1-1 0 0,-1-2 1 0 0,1 1-1 0 0,0 0 1 0 0,0-1-1 0 0,-1 1 1 0 0,1-1 0 0 0,5-4-1 0 0,11-6-35 0 0,0-1 0 0 0,30-26 0 0 0,-44 34 8 0 0,26-32-101 0 0,-31 36 89 0 0,0-1-13 0 0,-1 2 36 0 0,0 0 1 0 0,0-1 0 0 0,0 1 0 0 0,0 0-1 0 0,0 0 1 0 0,0 0 0 0 0,0 0 0 0 0,0 0-1 0 0,0-1 1 0 0,0 1 0 0 0,0 0 0 0 0,0 0-1 0 0,1 0 1 0 0,-1 0 0 0 0,0 0-1 0 0,0-1 1 0 0,0 1 0 0 0,0 0 0 0 0,0 0-1 0 0,0 0 1 0 0,0 0 0 0 0,0 0 0 0 0,0 0-1 0 0,1 0 1 0 0,-1-1 0 0 0,0 1 0 0 0,0 0-1 0 0,0 0 1 0 0,0 0 0 0 0,0 0-1 0 0,0 0 1 0 0,1 0 0 0 0,-1 0 0 0 0,0 0-1 0 0,0 0 1 0 0,0 0 0 0 0,0 0 0 0 0,0 0-1 0 0,1 0 1 0 0,-1 0 0 0 0,0 0-1 0 0,0 0 1 0 0,0 0 0 0 0,0 0 0 0 0,0 0-1 0 0,1 0 1 0 0,-1 0 0 0 0,0 0 0 0 0,0 0-1 0 0,0 0 1 0 0,0 0 0 0 0,0 0 0 0 0,1 0-1 0 0,-1 1 1 0 0,0-1 0 0 0,2 7-7 0 0,1 0 1 0 0,-1-1-1 0 0,1 1 1 0 0,1 0-1 0 0,0-1 0 0 0,-1 0 1 0 0,2 0-1 0 0,-1 0 1 0 0,1 0-1 0 0,0-1 1 0 0,0 0-1 0 0,0 0 0 0 0,1 0 1 0 0,0 0-1 0 0,0-1 1 0 0,0 0-1 0 0,0 0 1 0 0,1-1-1 0 0,0 0 1 0 0,-1 0-1 0 0,1 0 0 0 0,0-1 1 0 0,12 2-1 0 0,-15-3 24 0 0,0-1-1 0 0,0 0 0 0 0,0 1 0 0 0,0-1 1 0 0,0-1-1 0 0,0 1 0 0 0,-1-1 0 0 0,1 0 1 0 0,0 1-1 0 0,0-2 0 0 0,-1 1 0 0 0,1 0 1 0 0,4-3-1 0 0,-7 4 2 0 0,0-1 0 0 0,0 0-1 0 0,0 0 1 0 0,0 0 0 0 0,0 1 0 0 0,0-1 0 0 0,-1 0-1 0 0,1 0 1 0 0,0 0 0 0 0,0-1 0 0 0,-1 1 0 0 0,1 0 0 0 0,0 0-1 0 0,-1 0 1 0 0,1 0 0 0 0,-1-1 0 0 0,0 1 0 0 0,1 0-1 0 0,-1 0 1 0 0,0-1 0 0 0,0 1 0 0 0,0 0 0 0 0,0 0-1 0 0,0-1 1 0 0,0 1 0 0 0,0 0 0 0 0,0-1 0 0 0,0 1 0 0 0,-1 0-1 0 0,1 0 1 0 0,-1-1 0 0 0,1 1 0 0 0,-1 0 0 0 0,1 0-1 0 0,-1 0 1 0 0,1 0 0 0 0,-1 0 0 0 0,0 0 0 0 0,0 0 0 0 0,0 0-1 0 0,1 0 1 0 0,-1 0 0 0 0,-1-1 0 0 0,-2-2-9 0 0,1 1 1 0 0,-1-1-1 0 0,1 1 1 0 0,-1 0-1 0 0,0 0 1 0 0,0 1-1 0 0,0-1 1 0 0,-1 1-1 0 0,1-1 1 0 0,-1 1-1 0 0,1 1 0 0 0,-1-1 1 0 0,1 1-1 0 0,-1 0 1 0 0,0 0-1 0 0,0 0 1 0 0,-8 0-1 0 0,-1 1-856 0 0,0 0-1 0 0,0 1 0 0 0,0 0 1 0 0,-24 7-1 0 0,18 0-4895 0 0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5:38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6 119 808 0 0,'-6'-9'4989'0'0,"30"-15"-4041"0"0,-7 14-68 0 0,8-1-108 0 0,2 0-80 0 0,1-2-112 0 0,12 1-160 0 0,2 2-180 0 0,-1 3-192 0 0,-1 2-228 0 0,1 3-264 0 0,2-1-276 0 0,-19 3-788 0 0,8-2-1629 0 0,-5 2 721 0 0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5:40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326 83 512 0 0,'1'-4'399'0'0,"-1"1"-1"0"0,0-1 1 0 0,-1 0-1 0 0,1 0 1 0 0,-1 1-1 0 0,1-1 1 0 0,-1 1-1 0 0,0-1 1 0 0,-1 1-1 0 0,1-1 1 0 0,0 1-1 0 0,-1-1 1 0 0,0 1-1 0 0,0 0 1 0 0,0 0-1 0 0,0 0 1 0 0,-1 0 0 0 0,-3-4-1 0 0,3 5-276 0 0,0 0 0 0 0,0 1-1 0 0,0-1 1 0 0,0 1 0 0 0,0 0-1 0 0,-1 0 1 0 0,1 0 0 0 0,0 0 0 0 0,0 0-1 0 0,-1 1 1 0 0,1-1 0 0 0,-1 1 0 0 0,1 0-1 0 0,0 0 1 0 0,-1 1 0 0 0,1-1-1 0 0,0 0 1 0 0,-1 1 0 0 0,1 0 0 0 0,-6 2-1 0 0,-11 3 129 0 0,1 2 0 0 0,0 0 0 0 0,0 1 0 0 0,0 1 0 0 0,1 1 0 0 0,-24 19 0 0 0,35-25-178 0 0,0 1 0 0 0,0 1 0 0 0,1-1 0 0 0,0 1 0 0 0,1 1 0 0 0,-1-1 0 0 0,-7 15 0 0 0,11-18-40 0 0,0 1-1 0 0,0 0 0 0 0,1 0 1 0 0,-1 0-1 0 0,1 0 0 0 0,0 0 1 0 0,1 0-1 0 0,-1 0 0 0 0,1 0 1 0 0,0 0-1 0 0,0 1 1 0 0,0-1-1 0 0,1 0 0 0 0,2 8 1 0 0,-1-7-11 0 0,0-1-1 0 0,0 0 1 0 0,0 0 0 0 0,1 0 0 0 0,0 0 0 0 0,0 0 0 0 0,0-1 0 0 0,1 1 0 0 0,0-1 0 0 0,0 0 0 0 0,0 0 0 0 0,0 0 0 0 0,0-1 0 0 0,9 6 0 0 0,-5-4-26 0 0,1 0 0 0 0,-1-1 1 0 0,1 0-1 0 0,-1-1 1 0 0,1 0-1 0 0,0 0 0 0 0,0-1 1 0 0,0 0-1 0 0,10 0 0 0 0,-13-1 7 0 0,1-1 0 0 0,-1 0 0 0 0,0 0 0 0 0,0-1 0 0 0,1 1 0 0 0,-1-1 0 0 0,0-1 0 0 0,0 1 0 0 0,0-1 0 0 0,0 0 0 0 0,0 0 0 0 0,0-1 0 0 0,5-3 0 0 0,-7 3 24 0 0,-1 1-1 0 0,1-1 1 0 0,-1 0-1 0 0,0 0 1 0 0,0 0-1 0 0,-1 0 1 0 0,1-1-1 0 0,-1 1 1 0 0,1-1-1 0 0,-1 0 1 0 0,0 1-1 0 0,-1-1 1 0 0,1 0-1 0 0,-1 0 1 0 0,1 0-1 0 0,-1 0 1 0 0,0-1-1 0 0,-1 1 1 0 0,1 0-1 0 0,-1-8 1 0 0,1 2 32 0 0,-1 0 0 0 0,0 0 0 0 0,-1 0 0 0 0,0 0 0 0 0,0 0 0 0 0,-1 0 0 0 0,-1 0 0 0 0,0 1 0 0 0,0-1 0 0 0,-1 1 0 0 0,0 0 0 0 0,0 0 0 0 0,-1 0 0 0 0,0 0 0 0 0,-1 1 0 0 0,0 0 0 0 0,0 0 0 0 0,-1 1 0 0 0,0-1 0 0 0,0 1 0 0 0,-9-6 0 0 0,15 12-146 0 0,0 0 0 0 0,0 0 0 0 0,0 0 0 0 0,0 1 1 0 0,0-1-1 0 0,-1 0 0 0 0,1 1 0 0 0,0-1 0 0 0,0 0 0 0 0,0 1 0 0 0,-1 0 0 0 0,1-1 0 0 0,0 1 1 0 0,-1 0-1 0 0,1-1 0 0 0,0 1 0 0 0,-1 0 0 0 0,1 0 0 0 0,-1 0 0 0 0,1 0 0 0 0,0 1 0 0 0,-1-1 0 0 0,1 0 1 0 0,0 0-1 0 0,-1 1 0 0 0,-1 0 0 0 0,2 0-402 0 0,-1 0 1 0 0,1 0-1 0 0,0 0 1 0 0,0 0-1 0 0,0 1 1 0 0,0-1-1 0 0,0 0 1 0 0,1 0-1 0 0,-1 1 1 0 0,0-1-1 0 0,0 0 0 0 0,1 1 1 0 0,-1-1-1 0 0,0 4 1 0 0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5:41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1 103 608 0 0,'7'-18'3988'0'0,"0"0"-1"0"0,8-30 1 0 0,-15 46-4044 0 0,1 1-1 0 0,0 0 1 0 0,-1 0 0 0 0,1 0-1 0 0,0 0 1 0 0,0 0 0 0 0,0 0-1 0 0,0 0 1 0 0,0 0 0 0 0,0 1-1 0 0,0-1 1 0 0,0 0 0 0 0,0 1-1 0 0,1-1 1 0 0,-1 0 0 0 0,0 1-1 0 0,0-1 1 0 0,1 1 0 0 0,-1 0-1 0 0,0-1 1 0 0,1 1-1 0 0,1 0 1 0 0,19-1-6559 0 0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5:41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76 788 0 0,'2'-5'693'0'0,"1"1"1"0"0,0 0-1 0 0,0 0 1 0 0,0 0-1 0 0,0 1 0 0 0,0-1 1 0 0,1 1-1 0 0,0 0 0 0 0,-1 0 1 0 0,8-5-1 0 0,-3 4-323 0 0,-1 0 0 0 0,1 0 1 0 0,0 1-1 0 0,0 0 0 0 0,0 0 0 0 0,10-1 0 0 0,-12 2-294 0 0,0 1 0 0 0,0 0-1 0 0,0 0 1 0 0,0 0 0 0 0,0 1 0 0 0,1 0 0 0 0,-1 0-1 0 0,0 1 1 0 0,0 0 0 0 0,0 0 0 0 0,0 0 0 0 0,0 1-1 0 0,0 0 1 0 0,0 0 0 0 0,-1 0 0 0 0,1 1-1 0 0,-1 0 1 0 0,1 0 0 0 0,8 7 0 0 0,-12-7-69 0 0,0 0 0 0 0,0 0 0 0 0,0 0 0 0 0,0 0 0 0 0,-1 1 0 0 0,1-1 1 0 0,-1 0-1 0 0,0 1 0 0 0,0-1 0 0 0,0 1 0 0 0,-1 0 0 0 0,1-1 0 0 0,-1 1 0 0 0,0 0 0 0 0,0-1 0 0 0,0 1 1 0 0,0-1-1 0 0,-1 1 0 0 0,0 0 0 0 0,1-1 0 0 0,-1 1 0 0 0,0-1 0 0 0,-1 1 0 0 0,1-1 0 0 0,-4 6 1 0 0,-4 11-32 0 0,-2-1 0 0 0,-24 36 0 0 0,29-48 30 0 0,-65 94-67 0 0,71-100 67 0 0,0-1 0 0 0,-1 0 0 0 0,1 1 1 0 0,0-1-1 0 0,-1 1 0 0 0,1-1 0 0 0,0 1 0 0 0,0-1 1 0 0,-1 1-1 0 0,1-1 0 0 0,0 1 0 0 0,0-1 0 0 0,0 1 1 0 0,0 0-1 0 0,0-1 0 0 0,0 1 0 0 0,0-1 0 0 0,0 1 1 0 0,0-1-1 0 0,0 1 0 0 0,0-1 0 0 0,0 1 0 0 0,0-1 1 0 0,0 1-1 0 0,0 0 0 0 0,0-1 0 0 0,1 1 0 0 0,-1-1 1 0 0,0 1-1 0 0,0-1 0 0 0,1 0 0 0 0,-1 1 0 0 0,0-1 1 0 0,1 1-1 0 0,-1-1 0 0 0,1 1 0 0 0,-1-1 0 0 0,0 0 1 0 0,1 1-1 0 0,-1-1 0 0 0,1 0 0 0 0,-1 1 0 0 0,1-1 1 0 0,-1 0-1 0 0,1 0 0 0 0,-1 0 0 0 0,1 1 0 0 0,-1-1 1 0 0,1 0-1 0 0,-1 0 0 0 0,1 0 0 0 0,0 0 0 0 0,-1 0 1 0 0,1 0-1 0 0,-1 0 0 0 0,1 0 0 0 0,-1 0 0 0 0,1 0 1 0 0,0-1-1 0 0,32 0-75 0 0,-32 0 68 0 0,106-16-2389 0 0,-39 2-3212 0 0,-41 7 2852 0 0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5:41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13 632 0 0,'-21'-10'2839'0'0,"20"10"-1928"0"0,-13-2 2649 0 0,14 2-3486 0 0,-1 0 0 0 0,0 1 0 0 0,0-1 1 0 0,0 0-1 0 0,0 1 0 0 0,1-1 0 0 0,-1 1 0 0 0,0-1 0 0 0,0 1 0 0 0,1-1 0 0 0,-1 1 1 0 0,0 0-1 0 0,1-1 0 0 0,-1 1 0 0 0,1 0 0 0 0,-1-1 0 0 0,1 1 0 0 0,-1 0 0 0 0,1 0 0 0 0,-1 0 1 0 0,1 0-1 0 0,0-1 0 0 0,0 1 0 0 0,-1 0 0 0 0,1 0 0 0 0,0 0 0 0 0,0 0 0 0 0,0 1 1 0 0,0 1 22 0 0,1-1 1 0 0,-1 1 0 0 0,1 0-1 0 0,0-1 1 0 0,0 0 0 0 0,0 1-1 0 0,0-1 1 0 0,1 1 0 0 0,-1-1-1 0 0,3 3 1 0 0,8 10 117 0 0,1-1 0 0 0,20 19 1 0 0,-18-19 16 0 0,-6-6-157 0 0,16 17 152 0 0,26 34 1 0 0,-46-53-201 0 0,0 0 1 0 0,-1 0-1 0 0,0 0 1 0 0,0 1-1 0 0,-1 0 1 0 0,0 0-1 0 0,0 0 1 0 0,0 0-1 0 0,-1 0 1 0 0,0 0-1 0 0,0 1 1 0 0,0 8-1 0 0,-2-13-18 0 0,-1 0-1 0 0,1 0 1 0 0,-1 0-1 0 0,0 0 1 0 0,0 0-1 0 0,0 0 1 0 0,0 0-1 0 0,-1 0 0 0 0,1-1 1 0 0,-1 1-1 0 0,0 0 1 0 0,0-1-1 0 0,0 1 1 0 0,0-1-1 0 0,0 0 1 0 0,0 0-1 0 0,-1 0 1 0 0,1 0-1 0 0,-1 0 1 0 0,1 0-1 0 0,-1-1 1 0 0,0 1-1 0 0,1-1 1 0 0,-1 0-1 0 0,0 0 1 0 0,0 0-1 0 0,0 0 0 0 0,-6 1 1 0 0,-5 1-175 0 0,-2 0 1 0 0,1 0-1 0 0,0-2 0 0 0,-21 0 0 0 0,36-1 149 0 0,-35-1-2422 0 0,14-7-2224 0 0,13 2 1722 0 0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5:42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0 101 840 0 0,'16'-8'1034'0'0,"17"-9"393"0"0,1 2 0 0 0,1 0-1 0 0,0 3 1 0 0,0 1 0 0 0,67-12 0 0 0,-71 24-2964 0 0,-15 9-2980 0 0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5:46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129 287 832 0 0,'-3'-2'490'0'0,"-21"-15"2484"0"0,12 12 588 0 0,12 11-3251 0 0,-1 31 151 0 0,3 0-1 0 0,10 65 0 0 0,4-27-60 0 0,39 113-1 0 0,-15-38 49 0 0,-37-127 300 0 0,-3-23-726 0 0,0 0 1 0 0,0 0 0 0 0,0 0 0 0 0,0 0 0 0 0,0 1-1 0 0,0-1 1 0 0,0 0 0 0 0,-1 0 0 0 0,1 0 0 0 0,0 0-1 0 0,0 0 1 0 0,0 0 0 0 0,0 0 0 0 0,0 0 0 0 0,0 1-1 0 0,0-1 1 0 0,-1 0 0 0 0,1 0 0 0 0,0 0 0 0 0,0 0-1 0 0,0 0 1 0 0,0 0 0 0 0,0 0 0 0 0,0 0 0 0 0,-1 0-1 0 0,1 0 1 0 0,0 0 0 0 0,0 0 0 0 0,0 0 0 0 0,0 0-1 0 0,0 0 1 0 0,-1 0 0 0 0,1 0 0 0 0,0 0 0 0 0,0 0-1 0 0,0 0 1 0 0,0 0 0 0 0,0 0 0 0 0,-1 0 0 0 0,1 0 0 0 0,0 0-1 0 0,0 0 1 0 0,0 0 0 0 0,0-1 0 0 0,0 1 0 0 0,0 0-1 0 0,0 0 1 0 0,-1 0 0 0 0,1 0 0 0 0,0 0 0 0 0,0 0-1 0 0,0 0 1 0 0,0 0 0 0 0,0-1 0 0 0,0 1 0 0 0,0 0-1 0 0,0 0 1 0 0,0 0 0 0 0,0 0 0 0 0,0-1 0 0 0,-27-40 863 0 0,3-6-712 0 0,2-1 0 0 0,2-1 0 0 0,-13-51 0 0 0,-30-158 6 0 0,56 224-138 0 0,2 12-42 0 0,1 1 1 0 0,2-1 0 0 0,0-1-1 0 0,1 1 1 0 0,4-42 0 0 0,-3 58-7 0 0,1 0-1 0 0,-1 0 1 0 0,2 0 0 0 0,-1 0 0 0 0,1 0 0 0 0,0 1 0 0 0,0-1-1 0 0,0 1 1 0 0,1-1 0 0 0,0 1 0 0 0,0 0 0 0 0,0 0-1 0 0,0 0 1 0 0,1 0 0 0 0,0 1 0 0 0,0-1 0 0 0,1 1-1 0 0,-1 0 1 0 0,1 0 0 0 0,-1 1 0 0 0,1 0 0 0 0,1-1-1 0 0,-1 2 1 0 0,0-1 0 0 0,1 0 0 0 0,9-2 0 0 0,-9 4-7 0 0,1 0 0 0 0,-1 1 0 0 0,0 0 0 0 0,0 0-1 0 0,1 1 1 0 0,-1-1 0 0 0,0 1 0 0 0,0 1 0 0 0,0-1 0 0 0,1 1 0 0 0,-2 0 0 0 0,1 0 0 0 0,0 1 0 0 0,0 0 0 0 0,-1 0 0 0 0,1 0 0 0 0,-1 1 0 0 0,0 0 0 0 0,0 0 0 0 0,-1 0 0 0 0,1 0 0 0 0,-1 1 0 0 0,6 7 0 0 0,-2-3 32 0 0,-1 1 1 0 0,0 0-1 0 0,0 0 1 0 0,-1 0-1 0 0,0 1 1 0 0,-1 0-1 0 0,0 0 1 0 0,-1 0-1 0 0,0 1 1 0 0,-1-1-1 0 0,2 17 1 0 0,-4-21-15 0 0,-1-1 0 0 0,-1 0 0 0 0,1 0 0 0 0,-1 0 0 0 0,0 1 0 0 0,0-1 0 0 0,-1 0 0 0 0,0 0-1 0 0,0-1 1 0 0,0 1 0 0 0,-1 0 0 0 0,0-1 0 0 0,0 1 0 0 0,0-1 0 0 0,-1 0 0 0 0,1 0 0 0 0,-1 0 0 0 0,-5 4 0 0 0,4-4-574 0 0,-1 0-1 0 0,0 0 1 0 0,0-1 0 0 0,0 0-1 0 0,0 0 1 0 0,0 0 0 0 0,-1-1-1 0 0,0 0 1 0 0,-7 3-1 0 0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5:47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33 268 0 0,'13'6'872'0'0,"0"0"1"0"0,0 0-1 0 0,-1 2 1 0 0,21 14-1 0 0,-23-14-654 0 0,0 1-1 0 0,0 0 1 0 0,-1 1-1 0 0,0 0 1 0 0,0 0-1 0 0,-1 1 1 0 0,-1 0-1 0 0,0 0 1 0 0,0 1-1 0 0,-1 0 1 0 0,-1 0-1 0 0,0 1 1 0 0,-1 0-1 0 0,5 19 1 0 0,-9-29-82 0 0,1 1 1 0 0,-1-1 0 0 0,0 1-1 0 0,-1-1 1 0 0,1 1-1 0 0,0-1 1 0 0,-1 0 0 0 0,0 1-1 0 0,0-1 1 0 0,0 0-1 0 0,0 1 1 0 0,0-1 0 0 0,-1 0-1 0 0,0 0 1 0 0,1 0-1 0 0,-1 0 1 0 0,-3 3 0 0 0,4-5 1011 0 0,-22-17-714 0 0,20 14-394 0 0,1-1 1 0 0,0 1-1 0 0,0-1 1 0 0,0 0 0 0 0,0 0-1 0 0,0 0 1 0 0,0-1-1 0 0,1 1 1 0 0,0 0-1 0 0,-1 0 1 0 0,1-1-1 0 0,1 1 1 0 0,-1-1 0 0 0,0 1-1 0 0,1-1 1 0 0,0 1-1 0 0,0-6 1 0 0,6-54 275 0 0,-6 62-321 0 0,5-23 68 0 0,0 1 0 0 0,12-32 0 0 0,-15 50-229 0 0,0 0-1 0 0,0 0 0 0 0,1 0 0 0 0,-1 0 1 0 0,1 0-1 0 0,0 0 0 0 0,1 1 0 0 0,-1 0 1 0 0,1-1-1 0 0,0 1 0 0 0,0 1 0 0 0,0-1 1 0 0,0 0-1 0 0,1 1 0 0 0,0 0 0 0 0,5-3 1 0 0,25-1-1791 0 0,-17 7-2351 0 0,-2 0 2019 0 0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5:47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1 460 0 0,'-4'1'168'0'0,"0"1"0"0"0,0 0 0 0 0,0 0 1 0 0,0 1-1 0 0,0-1 0 0 0,0 1 0 0 0,1 0 0 0 0,-1 0 0 0 0,1 0 1 0 0,0 0-1 0 0,0 1 0 0 0,0-1 0 0 0,0 1 0 0 0,0 0 0 0 0,1 0 0 0 0,0 0 1 0 0,0 0-1 0 0,0 0 0 0 0,0 0 0 0 0,1 1 0 0 0,-1-1 0 0 0,1 1 0 0 0,0-1 1 0 0,1 1-1 0 0,-1-1 0 0 0,1 1 0 0 0,0-1 0 0 0,0 1 0 0 0,1 8 1 0 0,0-4 14 0 0,1 0 0 0 0,0-1 1 0 0,0 1-1 0 0,1-1 1 0 0,0 1-1 0 0,0-1 0 0 0,1 0 1 0 0,9 15-1 0 0,-11-19-69 0 0,1-1-1 0 0,-1 1 1 0 0,1-1-1 0 0,-1 0 1 0 0,1 0 0 0 0,0 0-1 0 0,0 0 1 0 0,1-1-1 0 0,-1 1 1 0 0,1-1-1 0 0,-1 0 1 0 0,1 0 0 0 0,0 0-1 0 0,-1 0 1 0 0,1-1-1 0 0,0 1 1 0 0,0-1-1 0 0,0 0 1 0 0,1 0 0 0 0,5 0-1 0 0,-8-1-69 0 0,-1 0-1 0 0,1-1 1 0 0,-1 1-1 0 0,0-1 1 0 0,0 1-1 0 0,1-1 1 0 0,-1 1-1 0 0,0-1 1 0 0,0 0-1 0 0,0 0 1 0 0,1 0-1 0 0,-1 1 1 0 0,0-1-1 0 0,0 0 1 0 0,0 0-1 0 0,-1 0 1 0 0,1-1-1 0 0,0 1 1 0 0,0 0-1 0 0,-1 0 1 0 0,1 0-1 0 0,0-1 1 0 0,-1 1 0 0 0,1 0-1 0 0,-1 0 1 0 0,0-1-1 0 0,1 1 1 0 0,-1-1-1 0 0,0 1 1 0 0,0 0-1 0 0,0-2 1 0 0,1-43 773 0 0,-2 39-707 0 0,0 0 1 0 0,-1 0 0 0 0,0 0-1 0 0,-1 0 1 0 0,1 0-1 0 0,-1 1 1 0 0,0-1 0 0 0,-1 1-1 0 0,-7-10 1 0 0,8 12-130 0 0,1 1 1 0 0,0 0-1 0 0,-1 0 1 0 0,0 0-1 0 0,0 0 1 0 0,0 1-1 0 0,0-1 1 0 0,0 1-1 0 0,0 0 1 0 0,-1 0-1 0 0,1 0 1 0 0,-1 0-1 0 0,1 1 0 0 0,-1-1 1 0 0,0 1-1 0 0,0 0 1 0 0,0 0-1 0 0,-6-1 1 0 0,8 3-89 0 0,1-1 0 0 0,-1 0 0 0 0,1 0 1 0 0,0 1-1 0 0,-1-1 0 0 0,1 1 0 0 0,0-1 1 0 0,-1 1-1 0 0,1 0 0 0 0,0 0 0 0 0,0-1 1 0 0,-1 1-1 0 0,1 0 0 0 0,0 0 0 0 0,0 0 0 0 0,0 0 1 0 0,0 0-1 0 0,0 0 0 0 0,1 0 0 0 0,-1 1 1 0 0,-1 1-1 0 0,-6 16-5646 0 0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5:48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1 100 540 0 0,'35'-14'5351'0'0,"-23"15"-4968"0"0,-1 1 0 0 0,1 0 1 0 0,-1 1-1 0 0,0 0 1 0 0,1 1-1 0 0,-2 0 1 0 0,18 9-1 0 0,-22-10-278 0 0,0 1 1 0 0,-1 0-1 0 0,1 0 0 0 0,-1 1 1 0 0,0-1-1 0 0,0 1 0 0 0,0 1 1 0 0,-1-1-1 0 0,1 0 0 0 0,-2 1 0 0 0,1 0 1 0 0,0 0-1 0 0,-1 0 0 0 0,4 11 1 0 0,-8 2 233 0 0,1-19-307 0 0,0 0 1 0 0,0 1 0 0 0,0-1-1 0 0,0 1 1 0 0,0-1-1 0 0,1 0 1 0 0,-1 1 0 0 0,0-1-1 0 0,0 0 1 0 0,0 1-1 0 0,0-1 1 0 0,0 1 0 0 0,0-1-1 0 0,0 0 1 0 0,0 1 0 0 0,0-1-1 0 0,-1 0 1 0 0,1 1-1 0 0,0-1 1 0 0,0 0 0 0 0,0 1-1 0 0,0-1 1 0 0,0 0-1 0 0,-1 1 1 0 0,1-1 0 0 0,0 0-1 0 0,0 1 1 0 0,-1-1-1 0 0,1 0 1 0 0,0 1 0 0 0,0-1-1 0 0,-1 0 1 0 0,1 0-1 0 0,0 0 1 0 0,-1 1 0 0 0,1-1-1 0 0,0 0 1 0 0,-1 0 0 0 0,0 0-1 0 0,-1-6-16 0 0,-1 0 0 0 0,1 0 0 0 0,-1 0 0 0 0,2-1-1 0 0,-1 1 1 0 0,1-1 0 0 0,0 0 0 0 0,0 1 0 0 0,1-1 0 0 0,0 0-1 0 0,0 1 1 0 0,1-1 0 0 0,-1 0 0 0 0,2 1 0 0 0,1-7 0 0 0,-2 4-24 0 0,2 0 0 0 0,-1 0 0 0 0,1 0 0 0 0,0 1 0 0 0,1-1 0 0 0,0 1 0 0 0,1 0 0 0 0,-1 0 0 0 0,1 1 0 0 0,1-1-1 0 0,7-8 1 0 0,-11 15 2 0 0,0-1-1 0 0,-1 1 0 0 0,1-1 0 0 0,0 1 0 0 0,0-1 1 0 0,0 1-1 0 0,0 0 0 0 0,0 0 0 0 0,0 0 0 0 0,0 0 1 0 0,0 1-1 0 0,1-1 0 0 0,-1 0 0 0 0,0 1 0 0 0,0 0 1 0 0,1-1-1 0 0,-1 1 0 0 0,0 0 0 0 0,1 0 0 0 0,-1 0 1 0 0,0 1-1 0 0,0-1 0 0 0,1 1 0 0 0,-1-1 0 0 0,0 1 1 0 0,0-1-1 0 0,0 1 0 0 0,1 0 0 0 0,-1 0 0 0 0,0 0 1 0 0,0 1-1 0 0,0-1 0 0 0,-1 0 0 0 0,1 1 0 0 0,0-1 1 0 0,0 1-1 0 0,-1-1 0 0 0,1 1 0 0 0,-1 0 0 0 0,0 0 1 0 0,2 2-1 0 0,7 9-9 0 0,-1 1 1 0 0,-1 0-1 0 0,0 0 1 0 0,8 22 0 0 0,-15-34 13 0 0,7 39-238 0 0,0-2-4599 0 0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5:48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4 216 0 0,'-3'0'167'0'0,"1"1"-1"0"0,0 0 1 0 0,0 0 0 0 0,0 0 0 0 0,0 0-1 0 0,0 0 1 0 0,0 0 0 0 0,0 1-1 0 0,0-1 1 0 0,0 0 0 0 0,1 1-1 0 0,-1 0 1 0 0,1-1 0 0 0,-1 1 0 0 0,1 0-1 0 0,-1 0 1 0 0,1 0 0 0 0,0 0-1 0 0,0 0 1 0 0,0 0 0 0 0,0 0-1 0 0,-1 3 1 0 0,1-1-3 0 0,1 1 1 0 0,0-1-1 0 0,-1 0 0 0 0,1 0 0 0 0,1 0 1 0 0,-1 0-1 0 0,1 0 0 0 0,-1 0 0 0 0,1 0 0 0 0,0 0 1 0 0,0 0-1 0 0,3 4 0 0 0,-2-2-40 0 0,1 0 1 0 0,-1-1-1 0 0,1 1 0 0 0,1-1 1 0 0,-1 0-1 0 0,1 0 0 0 0,0 0 1 0 0,0-1-1 0 0,0 1 0 0 0,0-1 0 0 0,1 0 1 0 0,0 0-1 0 0,0-1 0 0 0,0 1 1 0 0,0-1-1 0 0,1 0 0 0 0,-1-1 0 0 0,8 4 1 0 0,-9-6-54 0 0,-1 1-1 0 0,0-1 1 0 0,0 1 0 0 0,0-1 0 0 0,0 0 0 0 0,0 0 0 0 0,1-1 0 0 0,-1 1-1 0 0,0-1 1 0 0,0 1 0 0 0,0-1 0 0 0,0 0 0 0 0,0 0 0 0 0,0 0-1 0 0,0-1 1 0 0,-1 1 0 0 0,1-1 0 0 0,0 1 0 0 0,-1-1 0 0 0,1 0 0 0 0,-1 0-1 0 0,1 0 1 0 0,-1 0 0 0 0,0-1 0 0 0,0 1 0 0 0,0-1 0 0 0,0 1-1 0 0,0-1 1 0 0,2-4 0 0 0,-3 2 36 0 0,1 1-1 0 0,0 0 0 0 0,-1-1 1 0 0,0 1-1 0 0,0-1 1 0 0,0 1-1 0 0,-1-1 1 0 0,0 0-1 0 0,0 1 0 0 0,0-1 1 0 0,0 0-1 0 0,0 1 1 0 0,-1-1-1 0 0,0 1 1 0 0,0-1-1 0 0,-1 1 0 0 0,1-1 1 0 0,-1 1-1 0 0,0 0 1 0 0,-4-8-1 0 0,3 9-69 0 0,1-1 1 0 0,-1 1-1 0 0,0 0 0 0 0,0 0 0 0 0,0 1 1 0 0,-1-1-1 0 0,1 0 0 0 0,0 1 0 0 0,-1 0 0 0 0,0 0 1 0 0,0 0-1 0 0,1 1 0 0 0,-9-3 0 0 0,10 3-120 0 0,0 0-1 0 0,0 1 1 0 0,0-1-1 0 0,0 1 1 0 0,0 0-1 0 0,0-1 1 0 0,0 1-1 0 0,0 0 1 0 0,0 0-1 0 0,-1 0 1 0 0,1 1-1 0 0,0-1 1 0 0,0 0-1 0 0,0 1 1 0 0,0 0-1 0 0,0-1 1 0 0,0 1-1 0 0,0 0 0 0 0,0 0 1 0 0,1 0-1 0 0,-1 0 1 0 0,0 0-1 0 0,0 0 1 0 0,1 1-1 0 0,-1-1 1 0 0,1 1-1 0 0,-1-1 1 0 0,-1 3-1 0 0,1 24-6636 0 0,2-25 4306 0 0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5:48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48 728 0 0,'0'0'3438'0'0,"0"5"-3002"0"0,0 0-327 0 0,1-1 0 0 0,-1 0 0 0 0,1 0-1 0 0,0 0 1 0 0,0 0 0 0 0,1 0 0 0 0,-1 0 0 0 0,1-1 0 0 0,0 1 0 0 0,0 0 0 0 0,0-1 0 0 0,0 1 0 0 0,1-1 0 0 0,-1 0 0 0 0,1 0-1 0 0,0 0 1 0 0,0 0 0 0 0,0 0 0 0 0,0-1 0 0 0,1 1 0 0 0,-1-1 0 0 0,1 0 0 0 0,-1 0 0 0 0,6 2 0 0 0,-4-2 47 0 0,-1 0 1 0 0,1 0-1 0 0,0-1 0 0 0,0 0 1 0 0,0 0-1 0 0,1 0 1 0 0,-1 0-1 0 0,0-1 1 0 0,0 0-1 0 0,0 0 0 0 0,0 0 1 0 0,1-1-1 0 0,-1 0 1 0 0,0 0-1 0 0,0 0 1 0 0,0 0-1 0 0,0-1 0 0 0,0 0 1 0 0,4-3-1 0 0,-5 3-57 0 0,-2 0-1 0 0,1 0 0 0 0,0 0 0 0 0,0-1 0 0 0,-1 1 0 0 0,1-1 0 0 0,-1 0 1 0 0,0 1-1 0 0,1-1 0 0 0,-2 0 0 0 0,1-1 0 0 0,0 1 0 0 0,0 0 1 0 0,-1 0-1 0 0,0-1 0 0 0,0 1 0 0 0,0-1 0 0 0,0 1 0 0 0,0-1 1 0 0,-1 1-1 0 0,1-1 0 0 0,-1 0 0 0 0,0 1 0 0 0,0-1 0 0 0,-1 0 1 0 0,1 1-1 0 0,-2-6 0 0 0,1 7-116 0 0,1-1 0 0 0,-1 1 0 0 0,0 0-1 0 0,0-1 1 0 0,-1 1 0 0 0,1 0 0 0 0,0 0 0 0 0,-1 0 0 0 0,1 0 0 0 0,-1 0 0 0 0,0 0-1 0 0,1 0 1 0 0,-1 0 0 0 0,0 1 0 0 0,0-1 0 0 0,0 1 0 0 0,-1-1 0 0 0,1 1 0 0 0,0 0-1 0 0,0 0 1 0 0,-4-1 0 0 0,4 1-463 0 0,-7 7-1122 0 0,-2 0 311 0 0,5-1-3064 0 0,1 0 1501 0 0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5:49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0 808 0 0,'0'0'3210'0'0,"4"2"-2692"0"0,7 3-119 0 0,-2 1 0 0 0,1 1 1 0 0,-1 0-1 0 0,0 0 0 0 0,0 0 1 0 0,-1 1-1 0 0,0 1 0 0 0,0-1 0 0 0,-1 1 1 0 0,0 1-1 0 0,6 12 0 0 0,-6-13-119 0 0,-6-7-129 0 0,-1-2-115 0 0,0 0 0 0 0,0 0 0 0 0,1 1 0 0 0,-1-1 0 0 0,0 0 0 0 0,0 0-1 0 0,0 0 1 0 0,0 1 0 0 0,1-1 0 0 0,-1 0 0 0 0,0 0 0 0 0,0 0 0 0 0,0 1 0 0 0,1-1-1 0 0,-1 0 1 0 0,0 0 0 0 0,0 0 0 0 0,0 0 0 0 0,1 0 0 0 0,-1 0 0 0 0,0 0 0 0 0,0 1 0 0 0,1-1-1 0 0,-1 0 1 0 0,0 0 0 0 0,1 0 0 0 0,-1 0 0 0 0,0 0 0 0 0,0 0 0 0 0,1 0 0 0 0,-1 0-1 0 0,0 0 1 0 0,0 0 0 0 0,1-1 0 0 0,-1 1 0 0 0,0 0 0 0 0,0 0 0 0 0,1 0 0 0 0,-1 0-1 0 0,0 0 1 0 0,0 0 0 0 0,0 0 0 0 0,1-1 0 0 0,38-36 532 0 0,-33 30-485 0 0,1 0 0 0 0,-1 0 1 0 0,2 1-1 0 0,-1-1 1 0 0,1 2-1 0 0,0-1 0 0 0,14-7 1 0 0,-17 11-60 0 0,-4 2-23 0 0,18 0 34 0 0,-16 0-53 0 0,0 1 0 0 0,1-1 1 0 0,-1 1-1 0 0,0 0 0 0 0,0-1 1 0 0,-1 1-1 0 0,1 1 0 0 0,0-1 0 0 0,0 0 1 0 0,0 1-1 0 0,-1-1 0 0 0,1 1 0 0 0,-1 0 1 0 0,1 0-1 0 0,-1 0 0 0 0,0 0 1 0 0,4 4-1 0 0,28 46-4496 0 0,-28-41 1622 0 0,1-3 129 0 0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5:50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11 225 1008 0 0,'0'0'8535'0'0,"-11"11"-938"0"0,32-10-7507 0 0,-1-1 0 0 0,1 0 0 0 0,0-1 0 0 0,-1-2 0 0 0,1 0 1 0 0,21-6-1 0 0,41-6 12 0 0,659-62 89 0 0,-472 50-119 0 0,-239 22 131 0 0,47-13 0 0 0,-31 6 15 0 0,-41 10-151 0 0,32-10 223 0 0,-37 11-305 0 0,-7 0-72 0 0,-93-12-177 0 0,-74-12-95 0 0,131 12 7 0 0,162 29 195 0 0,-106-13 131 0 0,0 1 0 0 0,0 0 1 0 0,0 0-1 0 0,-1 2 0 0 0,0-1 1 0 0,24 16-1 0 0,-35-20 8 0 0,0 0 1 0 0,0 1-1 0 0,1-1 1 0 0,-2 1-1 0 0,1-1 1 0 0,0 1-1 0 0,0 0 1 0 0,0 0-1 0 0,-1 0 0 0 0,1 0 1 0 0,-1 0-1 0 0,0 0 1 0 0,1 0-1 0 0,-1 1 1 0 0,0-1-1 0 0,0 0 1 0 0,-1 1-1 0 0,1-1 0 0 0,0 1 1 0 0,-1-1-1 0 0,1 1 1 0 0,-1-1-1 0 0,0 1 1 0 0,0-1-1 0 0,0 1 0 0 0,0-1 1 0 0,0 1-1 0 0,-1-1 1 0 0,1 1-1 0 0,-1-1 1 0 0,0 0-1 0 0,1 1 1 0 0,-1-1-1 0 0,0 1 0 0 0,0-1 1 0 0,-1 0-1 0 0,1 0 1 0 0,0 0-1 0 0,-1 0 1 0 0,0 0-1 0 0,-2 3 1 0 0,-7 8-463 0 0,-2 0 0 0 0,0-1 1 0 0,0-1-1 0 0,-25 18 1 0 0,29-23 190 0 0,-45 31-2670 0 0,14-15-1800 0 0,5-5 1070 0 0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5:56.2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260 140 188 0 0,'-1'-4'1262'0'0,"-2"-12"441"0"0,-1 0 0 0 0,-1 1 0 0 0,0-1 0 0 0,-1 1 0 0 0,-1 0 0 0 0,-14-24 0 0 0,21 39-1663 0 0,-1-1 0 0 0,1 1 0 0 0,-1-1 0 0 0,0 1 1 0 0,1 0-1 0 0,-1 0 0 0 0,1-1 0 0 0,-1 1 1 0 0,1 0-1 0 0,-1 0 0 0 0,0 0 0 0 0,1 0 1 0 0,-1 0-1 0 0,1-1 0 0 0,-1 1 0 0 0,0 0 1 0 0,1 1-1 0 0,-1-1 0 0 0,0 0 0 0 0,1 0 0 0 0,-1 0 1 0 0,1 0-1 0 0,-1 0 0 0 0,0 0 0 0 0,1 1 1 0 0,-1-1-1 0 0,1 0 0 0 0,-1 1 0 0 0,1-1 1 0 0,-1 0-1 0 0,0 1 0 0 0,-17 13 363 0 0,16-13-428 0 0,-14 13 169 0 0,0 0 0 0 0,1 1 0 0 0,0 1 0 0 0,1 0 0 0 0,1 1 0 0 0,1 0 0 0 0,-14 26 0 0 0,19-31-100 0 0,1 1-1 0 0,1-1 0 0 0,0 1 1 0 0,1 0-1 0 0,0 0 1 0 0,1 1-1 0 0,0-1 0 0 0,1 1 1 0 0,0 0-1 0 0,2-1 0 0 0,-1 1 1 0 0,3 18-1 0 0,-1-27-52 0 0,-1 0-1 0 0,1-1 0 0 0,0 1 0 0 0,1 0 1 0 0,-1 0-1 0 0,1-1 0 0 0,0 1 1 0 0,0-1-1 0 0,0 1 0 0 0,1-1 1 0 0,-1 0-1 0 0,1 0 0 0 0,0 0 0 0 0,0 0 1 0 0,1-1-1 0 0,-1 1 0 0 0,1-1 1 0 0,0 0-1 0 0,-1 0 0 0 0,1 0 1 0 0,1-1-1 0 0,-1 1 0 0 0,0-1 1 0 0,1 0-1 0 0,-1 0 0 0 0,1 0 0 0 0,0-1 1 0 0,8 2-1 0 0,-3-2 3 0 0,0 0 0 0 0,0 0-1 0 0,0-1 1 0 0,0-1 0 0 0,0 0 0 0 0,1 0-1 0 0,-1-1 1 0 0,-1 0 0 0 0,1-1 0 0 0,0 0-1 0 0,0 0 1 0 0,15-9 0 0 0,-15 6 30 0 0,0 0 0 0 0,0-1 0 0 0,-1 0 0 0 0,0-1 0 0 0,0 0 0 0 0,-1 0 0 0 0,0-1 0 0 0,0 0 0 0 0,-1 0 0 0 0,0-1 0 0 0,-1 0 0 0 0,0 0 0 0 0,0 0 0 0 0,-1-1 0 0 0,-1 0 0 0 0,0 0 0 0 0,0 0 1 0 0,-1 0-1 0 0,0-1 0 0 0,-1 0 0 0 0,-1 1 0 0 0,0-1 0 0 0,0 0 0 0 0,-1 0 0 0 0,-1 1 0 0 0,-2-17 0 0 0,3 26-67 0 0,0 0 0 0 0,-1 0 0 0 0,0 0 1 0 0,1 1-1 0 0,-1-1 0 0 0,0 0 0 0 0,0 0 0 0 0,0 0 1 0 0,0 1-1 0 0,0-1 0 0 0,0 0 0 0 0,-1 1 0 0 0,1-1 1 0 0,0 1-1 0 0,-1-1 0 0 0,0 1 0 0 0,1 0 0 0 0,-1 0 0 0 0,0 0 1 0 0,1 0-1 0 0,-1 0 0 0 0,0 0 0 0 0,0 0 0 0 0,0 0 1 0 0,0 1-1 0 0,-2-1 0 0 0,3 1-308 0 0,0-1-1 0 0,-1 1 1 0 0,1 0-1 0 0,0 1 1 0 0,-1-1 0 0 0,1 0-1 0 0,0 0 1 0 0,-1 0-1 0 0,1 1 1 0 0,0-1 0 0 0,0 1-1 0 0,-1-1 1 0 0,1 1-1 0 0,0 0 1 0 0,0-1 0 0 0,0 1-1 0 0,0 0 1 0 0,0 0-1 0 0,0-1 1 0 0,0 1 0 0 0,0 0-1 0 0,0 0 1 0 0,0 0-1 0 0,0 0 1 0 0,0 1 0 0 0,0 0-1 0 0,-5 8-3192 0 0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5:56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94 748 0 0,'2'-5'1215'0'0,"0"1"1"0"0,0-1-1 0 0,-1 0 0 0 0,1 0 0 0 0,-1 0 1 0 0,-1-1-1 0 0,1 1 0 0 0,-1 0 0 0 0,0-8 1 0 0,2-14 1829 0 0,-1 24-3263 0 0,23-2-3875 0 0,-21 5 3477 0 0,2 1-268 0 0,3-1-3381 0 0,11 2 963 0 0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5:57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1 136 244 0 0,'12'-36'10309'0'0,"6"13"-6841"0"0,-11 18-3197 0 0,0 0 0 0 0,0 1 1 0 0,1-1-1 0 0,-1 2 0 0 0,17-6 1 0 0,3-3 265 0 0,1 3 0 0 0,41-10 1 0 0,-63 17-480 0 0,1 1 0 0 0,-1 0 0 0 0,1 0 1 0 0,-1 1-1 0 0,1-1 0 0 0,-1 1 0 0 0,1 1 1 0 0,-1-1-1 0 0,1 1 0 0 0,-1 1 0 0 0,0-1 1 0 0,1 1-1 0 0,-1 0 0 0 0,0 0 0 0 0,0 1 1 0 0,0-1-1 0 0,9 7 0 0 0,-13-7-50 0 0,0 0 0 0 0,0 0 0 0 0,-1 0 0 0 0,1 1 0 0 0,-1-1 0 0 0,1 0 0 0 0,-1 1 0 0 0,0-1 0 0 0,0 1 0 0 0,0 0 0 0 0,0-1 0 0 0,0 1 0 0 0,0 0 0 0 0,-1-1 0 0 0,1 1 0 0 0,-1 0 0 0 0,0 0 0 0 0,0-1 0 0 0,0 1 0 0 0,0 0 0 0 0,-1 0-1 0 0,1-1 1 0 0,-1 1 0 0 0,1 0 0 0 0,-3 4 0 0 0,-2 9-24 0 0,-1 0-1 0 0,-1-1 0 0 0,-10 18 1 0 0,0 1-51 0 0,16-32 36 0 0,0 1 0 0 0,0-1 0 0 0,0 1 0 0 0,1 0 0 0 0,-1-1 0 0 0,1 1 1 0 0,0 0-1 0 0,-1 0 0 0 0,1-1 0 0 0,1 1 0 0 0,-1 0 0 0 0,0-1 0 0 0,0 1 0 0 0,1 0 0 0 0,0 0 0 0 0,-1-1 0 0 0,1 1 0 0 0,0-1 1 0 0,1 1-1 0 0,-1-1 0 0 0,0 1 0 0 0,1-1 0 0 0,-1 0 0 0 0,1 0 0 0 0,-1 1 0 0 0,4 1 0 0 0,5 5-61 0 0,0-1 0 0 0,0 0-1 0 0,1 0 1 0 0,18 9 0 0 0,18 13-141 0 0,-29-15 157 0 0,-13-12 50 0 0,0 1 0 0 0,0 0 0 0 0,-1 0 0 0 0,0 0-1 0 0,1 0 1 0 0,-1 1 0 0 0,-1 0 0 0 0,5 6 0 0 0,-8-9 25 0 0,1 0 1 0 0,-1 0-1 0 0,1 0 1 0 0,-1 0-1 0 0,0 0 1 0 0,0 0-1 0 0,0 0 0 0 0,0 0 1 0 0,0 0-1 0 0,0 0 1 0 0,-1 0-1 0 0,1 0 1 0 0,-1 0-1 0 0,1 0 1 0 0,-1 0-1 0 0,0 0 1 0 0,0 0-1 0 0,0 0 1 0 0,0-1-1 0 0,0 1 1 0 0,0 0-1 0 0,0-1 1 0 0,-1 1-1 0 0,1-1 0 0 0,-1 1 1 0 0,1-1-1 0 0,-1 0 1 0 0,1 1-1 0 0,-5 1 1 0 0,-9 7 38 0 0,-1 0 1 0 0,0-2-1 0 0,0 1 1 0 0,-1-2-1 0 0,-1 0 1 0 0,1-1-1 0 0,-24 4 0 0 0,-9 5-1659 0 0,37-13 698 0 0,10-2-859 0 0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5:57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5 312 0 0,'0'0'6894'0'0,"-5"-1"-5957"0"0,-15-2-109 0 0,15 3-75 0 0,3 3-411 0 0,-1 0 0 0 0,1 0 0 0 0,1 0-1 0 0,-1 1 1 0 0,0-1 0 0 0,1 1 0 0 0,-2 4-1 0 0,10 7 105 0 0,0 1 0 0 0,1-1 0 0 0,1 0 0 0 0,0-1 0 0 0,20 25 0 0 0,-20-29-277 0 0,0 1 1 0 0,0 1 0 0 0,-1-1-1 0 0,-1 1 1 0 0,0 1 0 0 0,-1-1-1 0 0,0 1 1 0 0,-1 1 0 0 0,6 22-1 0 0,-11-32-142 0 0,0-1-1 0 0,0 1 1 0 0,-1-1-1 0 0,1 1 0 0 0,-1-1 1 0 0,0 1-1 0 0,0-1 1 0 0,0 0-1 0 0,-1 1 1 0 0,1-1-1 0 0,-1 0 0 0 0,1 0 1 0 0,-1 0-1 0 0,0 0 1 0 0,0 0-1 0 0,-1 0 1 0 0,1-1-1 0 0,0 1 0 0 0,-1-1 1 0 0,0 0-1 0 0,1 0 1 0 0,-1 1-1 0 0,0-2 1 0 0,0 1-1 0 0,0 0 0 0 0,-5 1 1 0 0,-9 5-322 0 0,0 0 0 0 0,0-2 0 0 0,-26 7 0 0 0,36-11-112 0 0,1-1 0 0 0,0 0 1 0 0,-1-1-1 0 0,1 1 0 0 0,-1-1 1 0 0,1 0-1 0 0,-1-1 1 0 0,-10-1-1 0 0,-27-11-6062 0 0,27 6 2962 0 0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5:57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1 169 112 0 0,'510'-146'13988'0'0,"-495"142"-13627"0"0,54-14 1357 0 0,-27 18-4254 0 0,-35 2 1044 0 0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6:00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81 193 448 0 0,'-6'-3'7215'0'0,"0"19"-6925"0"0,1 1 1 0 0,0 0-1 0 0,1 0 1 0 0,1 0-1 0 0,-1 23 1 0 0,1 95 590 0 0,3-111-710 0 0,3 43 476 0 0,23 123 1 0 0,-1-15 334 0 0,-24-151 1767 0 0,-8-52-2094 0 0,-7-56-470 0 0,-20-115 211 0 0,19 124-418 0 0,2-1 1 0 0,4 0-1 0 0,2-109 1 0 0,8 157-20 0 0,10-51 0 0 0,-10 73 28 0 0,0 0 0 0 0,0 0 0 0 0,1 0-1 0 0,0 1 1 0 0,0-1 0 0 0,1 0 0 0 0,-1 1 0 0 0,1 0 0 0 0,0-1 0 0 0,1 1 0 0 0,-1 0 0 0 0,1 1 0 0 0,0-1 0 0 0,1 1 0 0 0,4-5 0 0 0,-7 8 4 0 0,0 0 1 0 0,0 0 0 0 0,0 0-1 0 0,0 0 1 0 0,1 0-1 0 0,-1 0 1 0 0,0 0 0 0 0,0 1-1 0 0,1-1 1 0 0,-1 1-1 0 0,1 0 1 0 0,-1 0 0 0 0,0 0-1 0 0,1 0 1 0 0,-1 0-1 0 0,0 0 1 0 0,1 1-1 0 0,-1-1 1 0 0,0 1 0 0 0,4 1-1 0 0,-1 0-7 0 0,-1 0-1 0 0,1 1 1 0 0,0 0-1 0 0,-1 0 1 0 0,0 0-1 0 0,1 0 1 0 0,-1 1-1 0 0,6 7 0 0 0,-2-2-6 0 0,-1 0 0 0 0,0 1 0 0 0,-1 0-1 0 0,0 0 1 0 0,0 1 0 0 0,-1-1 0 0 0,6 20-1 0 0,-9-23 23 0 0,-1 0 0 0 0,0 0 0 0 0,0 0 0 0 0,-1 0 0 0 0,1 0 0 0 0,-2 0 0 0 0,1 0 0 0 0,-1 0 0 0 0,0 0 0 0 0,0 0 0 0 0,-1 0 0 0 0,0 0 0 0 0,0-1 0 0 0,-1 1-1 0 0,1-1 1 0 0,-2 1 0 0 0,1-1 0 0 0,-6 8 0 0 0,-6 5-326 0 0,0-1 1 0 0,-1-1-1 0 0,-1 0 0 0 0,-22 15 0 0 0,-11 13-2759 0 0,49-44 2647 0 0,-7 6-385 0 0,1-4-3985 0 0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6:00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19 560 0 0,'16'6'767'0'0,"0"0"-1"0"0,-1 1 1 0 0,0 1-1 0 0,0 1 1 0 0,18 14-1 0 0,-28-19-621 0 0,0 0-1 0 0,-1 1 1 0 0,1-1 0 0 0,-1 1-1 0 0,0 0 1 0 0,-1 1-1 0 0,1-1 1 0 0,-1 0-1 0 0,0 1 1 0 0,0 0-1 0 0,-1 0 1 0 0,1 0-1 0 0,-2 0 1 0 0,1 0-1 0 0,0 0 1 0 0,-1 0-1 0 0,0 12 1 0 0,0-15-25 0 0,-1 1 1 0 0,0-1-1 0 0,1 1 1 0 0,-2 0-1 0 0,1-1 1 0 0,0 1-1 0 0,-1-1 1 0 0,0 1 0 0 0,0-1-1 0 0,0 1 1 0 0,0-1-1 0 0,0 1 1 0 0,-1-1-1 0 0,1 0 1 0 0,-1 0-1 0 0,0 0 1 0 0,0 0-1 0 0,-3 3 1 0 0,4-4 494 0 0,1-3-608 0 0,0 1 0 0 0,0 0 0 0 0,0-1 0 0 0,-1 1 0 0 0,1 0 1 0 0,0-1-1 0 0,0 1 0 0 0,0 0 0 0 0,-1-1 0 0 0,1 1 0 0 0,0 0 0 0 0,0 0 1 0 0,-1-1-1 0 0,1 1 0 0 0,0 0 0 0 0,-1 0 0 0 0,1 0 0 0 0,0-1 0 0 0,-1 1 1 0 0,1 0-1 0 0,0 0 0 0 0,-1 0 0 0 0,1 0 0 0 0,0 0 0 0 0,-1 0 0 0 0,1-1 1 0 0,0 1-1 0 0,-1 0 0 0 0,1 0 0 0 0,0 0 0 0 0,-1 0 0 0 0,0 0 1 0 0,0 0 0 0 0,1 0 0 0 0,-1 0 0 0 0,0 0 0 0 0,0 0 0 0 0,1 0 0 0 0,-1-1-1 0 0,0 1 1 0 0,1 0 0 0 0,-1-1 0 0 0,0 1 0 0 0,1 0 0 0 0,-1-1 0 0 0,0 1 0 0 0,1-1 0 0 0,-1 1 0 0 0,1-1-1 0 0,-1 1 1 0 0,1-1 0 0 0,-1 1 0 0 0,1-1 0 0 0,-1 0 0 0 0,1 1 0 0 0,-1-2 0 0 0,-1-10 19 0 0,0-1 1 0 0,1 1 0 0 0,1 0 0 0 0,0-1 0 0 0,0 1-1 0 0,2 0 1 0 0,-1-1 0 0 0,1 1 0 0 0,1 0-1 0 0,0 0 1 0 0,1 0 0 0 0,0 1 0 0 0,1-1 0 0 0,0 1-1 0 0,1 0 1 0 0,0 1 0 0 0,14-19 0 0 0,-17 27-58 0 0,4-3 2 0 0,-5 4 13 0 0,1 3-17 0 0,3 3 21 0 0,-1 0 0 0 0,1 0 1 0 0,-1 1-1 0 0,0-1 0 0 0,-1 1 0 0 0,0 0 0 0 0,0 1 1 0 0,0-1-1 0 0,-1 1 0 0 0,5 10 0 0 0,18 30-13 0 0,-14-32 38 0 0,0 0-1 0 0,2-1 0 0 0,0-1 1 0 0,22 18-1 0 0,-35-30 10 0 0,0-1 1 0 0,-1 1-1 0 0,1 0 0 0 0,0-1 1 0 0,-1 1-1 0 0,1 0 0 0 0,0-1 1 0 0,0 1-1 0 0,0-1 1 0 0,0 1-1 0 0,-1-1 0 0 0,1 0 1 0 0,0 1-1 0 0,0-1 0 0 0,0 0 1 0 0,0 0-1 0 0,0 1 0 0 0,0-1 1 0 0,0 0-1 0 0,0 0 0 0 0,0 0 1 0 0,0 0-1 0 0,0 0 0 0 0,0 0 1 0 0,0-1-1 0 0,0 1 0 0 0,0 0 1 0 0,-1 0-1 0 0,1-1 0 0 0,1 0 1 0 0,-1 0 11 0 0,0 0-1 0 0,0-1 1 0 0,0 1 0 0 0,0-1 0 0 0,0 1 0 0 0,-1-1 0 0 0,1 0-1 0 0,-1 1 1 0 0,1-1 0 0 0,-1 0 0 0 0,1 1 0 0 0,-1-1 0 0 0,0 0-1 0 0,0 1 1 0 0,0-3 0 0 0,0-5 90 0 0,-1 0 0 0 0,1 1-1 0 0,-1-1 1 0 0,-1 0 0 0 0,-4-14 0 0 0,3 17-86 0 0,-1-1 0 0 0,0 1 1 0 0,0-1-1 0 0,0 1 1 0 0,-1 0-1 0 0,0 0 1 0 0,0 1-1 0 0,0 0 0 0 0,-1 0 1 0 0,0 0-1 0 0,0 0 1 0 0,0 1-1 0 0,0 0 0 0 0,-1 0 1 0 0,-11-4-1 0 0,16 7-294 0 0,-1 2 39 0 0,0 0-1 0 0,0 0 1 0 0,0 0-1 0 0,0 0 1 0 0,0 0 0 0 0,1 0-1 0 0,-1 1 1 0 0,-5 3-1 0 0,-2 19-2443 0 0,9-18-1866 0 0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6:01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65 416 0 0,'-1'-1'156'0'0,"0"1"0"0"0,0-1 0 0 0,0 0 0 0 0,0 1 0 0 0,0-1 0 0 0,1 0 0 0 0,-1 1 0 0 0,0-1 0 0 0,0 0 0 0 0,1 0 0 0 0,-1 0 0 0 0,0 0 0 0 0,1 0 0 0 0,-1 0-1 0 0,1 0 1 0 0,-1 0 0 0 0,1 0 0 0 0,-1 0 0 0 0,1 0 0 0 0,0 0 0 0 0,0 0 0 0 0,-1 0 0 0 0,1 0 0 0 0,0 0 0 0 0,0 0 0 0 0,0 0 0 0 0,0-1 0 0 0,0 1 0 0 0,0 0 0 0 0,1 0 0 0 0,-1 0 0 0 0,0 0 0 0 0,0 0 0 0 0,1 0 0 0 0,-1 0 0 0 0,1 0 0 0 0,-1 0 0 0 0,1 0 0 0 0,-1 0 0 0 0,1 0 0 0 0,0 0-1 0 0,0 0 1 0 0,-1 1 0 0 0,1-1 0 0 0,0 0 0 0 0,0 0 0 0 0,0 1 0 0 0,1-2 0 0 0,1 0-61 0 0,0 1 0 0 0,-1 0-1 0 0,1 0 1 0 0,0 0 0 0 0,-1 0-1 0 0,1 0 1 0 0,0 0 0 0 0,0 0-1 0 0,0 1 1 0 0,0 0 0 0 0,0 0-1 0 0,0-1 1 0 0,0 2 0 0 0,-1-1-1 0 0,1 0 1 0 0,0 0 0 0 0,3 2-1 0 0,1 1-32 0 0,0 1 0 0 0,-1-1 1 0 0,0 1-1 0 0,0 1 0 0 0,0-1 0 0 0,0 1 0 0 0,-1 0 0 0 0,0 0 0 0 0,0 1 0 0 0,0 0 1 0 0,-1 0-1 0 0,0 0 0 0 0,5 9 0 0 0,0 2 75 0 0,0 1 0 0 0,-2 0 0 0 0,10 29 0 0 0,-16-29 470 0 0,-7-16 413 0 0,5-3-996 0 0,0 0-1 0 0,0 0 1 0 0,0 1 0 0 0,1-1-1 0 0,-1 0 1 0 0,0 0 0 0 0,0 0-1 0 0,1 0 1 0 0,-1 0 0 0 0,1 0-1 0 0,-1-1 1 0 0,1 1 0 0 0,-1 0-1 0 0,1 0 1 0 0,0 0 0 0 0,0 0 0 0 0,-1-1-1 0 0,1 1 1 0 0,0 0 0 0 0,0 0-1 0 0,0-3 1 0 0,2-10-27 0 0,-1 0 0 0 0,2 0 0 0 0,-1 0 0 0 0,2 1 0 0 0,0-1 1 0 0,1 1-1 0 0,0 0 0 0 0,1 0 0 0 0,0 0 0 0 0,1 1 0 0 0,9-12 0 0 0,-15 23-4 0 0,0 0 1 0 0,1 0-1 0 0,-1 0 0 0 0,0 0 0 0 0,1 0 0 0 0,-1 1 0 0 0,1-1 0 0 0,-1 0 1 0 0,1 1-1 0 0,-1-1 0 0 0,1 1 0 0 0,0 0 0 0 0,-1-1 0 0 0,1 1 1 0 0,0 0-1 0 0,-1 0 0 0 0,1 0 0 0 0,-1 0 0 0 0,1 0 0 0 0,0 0 1 0 0,-1 1-1 0 0,1-1 0 0 0,0 1 0 0 0,-1-1 0 0 0,1 1 0 0 0,-1-1 0 0 0,1 1 1 0 0,-1 0-1 0 0,1 0 0 0 0,0 1 0 0 0,39 29-62 0 0,-24-10 50 0 0,-1 0 0 0 0,22 41 1 0 0,-2-5-2556 0 0,-29-48 793 0 0,0-4-2390 0 0,-1 0 1677 0 0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6:02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23 260 0 0,'0'0'5196'0'0,"0"6"-4825"0"0,1 0-224 0 0,0-1 0 0 0,0 0 0 0 0,1 0 0 0 0,-1 1-1 0 0,1-1 1 0 0,0 0 0 0 0,1-1 0 0 0,-1 1 0 0 0,1 0 0 0 0,0-1 0 0 0,0 1-1 0 0,0-1 1 0 0,1 0 0 0 0,-1 0 0 0 0,1 0 0 0 0,0-1 0 0 0,0 1-1 0 0,1-1 1 0 0,-1 0 0 0 0,1 0 0 0 0,-1 0 0 0 0,1-1 0 0 0,7 3 0 0 0,-9-4-24 0 0,1 0 1 0 0,-1-1 0 0 0,1 1 0 0 0,-1-1 0 0 0,1 0 0 0 0,0 0 0 0 0,-1 0 0 0 0,1 0-1 0 0,-1-1 1 0 0,1 1 0 0 0,-1-1 0 0 0,1 0 0 0 0,-1 0 0 0 0,0 0 0 0 0,1-1 0 0 0,-1 1-1 0 0,5-4 1 0 0,-6 3-28 0 0,0 0 0 0 0,-1 0 0 0 0,1 0 0 0 0,-1 0 0 0 0,1 0 0 0 0,-1 0 0 0 0,0-1 0 0 0,0 1 0 0 0,0 0 0 0 0,0-1 0 0 0,0 1 0 0 0,-1-1 0 0 0,1 1 0 0 0,-1-1 0 0 0,1 1 0 0 0,-1-1 0 0 0,0 0 0 0 0,0 1 0 0 0,0-1 0 0 0,-1 1 0 0 0,1-1 0 0 0,0 1 0 0 0,-1-1 0 0 0,0 1 0 0 0,-1-3 0 0 0,1 1-68 0 0,-1 0 0 0 0,1 1 0 0 0,-1 0 0 0 0,0-1 0 0 0,0 1 0 0 0,-1 0 0 0 0,1 0 1 0 0,-1 0-1 0 0,1 1 0 0 0,-1-1 0 0 0,0 1 0 0 0,0-1 0 0 0,0 1 0 0 0,0 0 0 0 0,-1 0 1 0 0,1 0-1 0 0,0 0 0 0 0,-1 1 0 0 0,1 0 0 0 0,-1-1 0 0 0,0 1 0 0 0,-6-1 0 0 0,8 2-414 0 0,-18 18-2501 0 0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6:02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18 156 0 0,'4'5'512'0'0,"1"0"1"0"0,-1 0-1 0 0,-1 0 0 0 0,1 0 1 0 0,4 12-1 0 0,-6-13-369 0 0,0 0 1 0 0,0 0-1 0 0,0 0 1 0 0,0 0-1 0 0,1 0 1 0 0,0-1-1 0 0,-1 1 1 0 0,1-1-1 0 0,1 0 0 0 0,-1 0 1 0 0,0 0-1 0 0,1 0 1 0 0,-1-1-1 0 0,6 4 1 0 0,9 2 205 0 0,-10-4-24 0 0,0 0 0 0 0,1-1 0 0 0,-1 0 0 0 0,16 4 0 0 0,-21-7-209 0 0,0 0 0 0 0,0 0-1 0 0,0 0 1 0 0,0 0 0 0 0,0 0 0 0 0,0-1-1 0 0,0 1 1 0 0,0-1 0 0 0,0 0 0 0 0,0 0-1 0 0,0 0 1 0 0,0 0 0 0 0,0 0 0 0 0,0-1-1 0 0,-1 1 1 0 0,1-1 0 0 0,3-3 0 0 0,-5 4-50 0 0,0 0 1 0 0,-1-1-1 0 0,1 1 1 0 0,0 0 0 0 0,-1-1-1 0 0,1 1 1 0 0,0-1-1 0 0,-1 1 1 0 0,0-1 0 0 0,1 1-1 0 0,-1-1 1 0 0,0 1-1 0 0,0-1 1 0 0,0 1-1 0 0,0-1 1 0 0,0 1 0 0 0,0-1-1 0 0,0-2 1 0 0,-6-27 544 0 0,-13-26-441 0 0,19 56-468 0 0,-4-6-377 0 0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6:02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1 620 0 0,'6'6'663'0'0,"0"1"0"0"0,-1 0 1 0 0,0 1-1 0 0,0-1 0 0 0,-1 1 0 0 0,1 0 0 0 0,-2 0 1 0 0,4 10-1 0 0,13 24 1304 0 0,-20-41-1915 0 0,1 0-1 0 0,0-1 0 0 0,0 1 1 0 0,0 0-1 0 0,0 0 0 0 0,0 0 1 0 0,0-1-1 0 0,0 1 1 0 0,0-1-1 0 0,0 1 0 0 0,0-1 1 0 0,0 1-1 0 0,1-1 1 0 0,-1 1-1 0 0,0-1 0 0 0,0 0 1 0 0,0 0-1 0 0,1 0 1 0 0,-1 0-1 0 0,0 1 0 0 0,0-2 1 0 0,1 1-1 0 0,-1 0 1 0 0,0 0-1 0 0,0 0 0 0 0,0-1 1 0 0,1 1-1 0 0,-1 0 1 0 0,0-1-1 0 0,1 0 0 0 0,33-16 474 0 0,-34 16-509 0 0,12-7 131 0 0,-6 4-10 0 0,0-1 1 0 0,0 1-1 0 0,0 1 1 0 0,0-1-1 0 0,0 1 1 0 0,14-4-1 0 0,-18 7-157 0 0,0 0 0 0 0,0 0-1 0 0,0 0 1 0 0,0 0 0 0 0,0 0 0 0 0,-1 1-1 0 0,1-1 1 0 0,0 1 0 0 0,0 0-1 0 0,0 0 1 0 0,0 0 0 0 0,-1 0 0 0 0,1 1-1 0 0,0-1 1 0 0,-1 1 0 0 0,1-1 0 0 0,-1 1-1 0 0,0 0 1 0 0,0 0 0 0 0,1 0 0 0 0,-1 0-1 0 0,2 3 1 0 0,9 10-952 0 0,18 16-4908 0 0,-18-24 3359 0 0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6:03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21 201 76 0 0,'-20'-11'10540'0'0,"508"-22"-8479"0"0,-69 3-1720 0 0,172-17 790 0 0,-591 47-1110 0 0,1 0 0 0 0,0 0 0 0 0,-1 0 0 0 0,1 0 0 0 0,-1 0 0 0 0,1 0 0 0 0,-1 0 0 0 0,1 0 0 0 0,-1 0 0 0 0,1-1 0 0 0,0 1 0 0 0,-1 0 0 0 0,1 0 0 0 0,-1 0 0 0 0,1-1 0 0 0,-1 1 0 0 0,1 0 0 0 0,-1-1 0 0 0,0 1 0 0 0,1 0 0 0 0,-1-1 0 0 0,1 1 0 0 0,-1-1 0 0 0,0 1-1 0 0,1 0 1 0 0,-1-1 0 0 0,0 1 0 0 0,1-1 0 0 0,-1 1 0 0 0,0-1 0 0 0,-9-13 338 0 0,-25-7-172 0 0,24 16-163 0 0,-2-1 75 0 0,0 0 0 0 0,0 1 1 0 0,-1 1-1 0 0,1 0 0 0 0,-17-2 1 0 0,27 5-96 0 0,3 3-3 0 0,-1 0 1 0 0,1 0 0 0 0,0 0-1 0 0,-1 0 1 0 0,1 0 0 0 0,0-1-1 0 0,0 1 1 0 0,0 0 0 0 0,0-1-1 0 0,0 1 1 0 0,1-1 0 0 0,-1 1-1 0 0,3 2 1 0 0,-2-2-2 0 0,1 0 0 0 0,-1 1-1 0 0,0-1 1 0 0,0 1 0 0 0,0-1 0 0 0,-1 1-1 0 0,1 0 1 0 0,-1 0 0 0 0,1 0 0 0 0,0 3-1 0 0,-2 0-80 0 0,0-1 0 0 0,0 1 0 0 0,0-1-1 0 0,0 1 1 0 0,-1 0 0 0 0,0-1 0 0 0,0 1-1 0 0,-1-1 1 0 0,1 0 0 0 0,-1 1 0 0 0,0-1-1 0 0,-1 0 1 0 0,1 0 0 0 0,-1 0 0 0 0,0 0-1 0 0,0-1 1 0 0,-1 1 0 0 0,1-1 0 0 0,-8 7-1 0 0,-9 9-2593 0 0,-1-2-1 0 0,-37 27 1 0 0,25-22-891 0 0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5:53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306 30 288 0 0,'0'-2'10127'0'0,"-8"-15"-10041"0"0,5 15-42 0 0,0 1 0 0 0,1 0 1 0 0,-1 0-1 0 0,0 0 0 0 0,0 0 0 0 0,1 0 1 0 0,-1 0-1 0 0,0 1 0 0 0,0-1 0 0 0,0 1 0 0 0,0 0 1 0 0,0 0-1 0 0,0 0 0 0 0,0 0 0 0 0,0 1 1 0 0,0-1-1 0 0,0 1 0 0 0,-5 1 0 0 0,-5 0 109 0 0,-8 1-28 0 0,0 0-1 0 0,0 2 1 0 0,1 0-1 0 0,-1 1 1 0 0,1 1-1 0 0,1 1 1 0 0,-31 17-1 0 0,48-24-116 0 0,0 0 0 0 0,0 0-1 0 0,1 0 1 0 0,-1 0 0 0 0,0 0-1 0 0,0 0 1 0 0,1 0 0 0 0,-1 1-1 0 0,1-1 1 0 0,-1 0 0 0 0,1 1-1 0 0,0-1 1 0 0,-1 1 0 0 0,1 0-1 0 0,0-1 1 0 0,0 1 0 0 0,0 0-1 0 0,0 0 1 0 0,1 0 0 0 0,-1 0-1 0 0,0 0 1 0 0,1 0 0 0 0,0 0-1 0 0,-1 0 1 0 0,1 0 0 0 0,0 0-1 0 0,0 0 1 0 0,0 0-1 0 0,0 0 1 0 0,0 0 0 0 0,0 0-1 0 0,1 0 1 0 0,0 3 0 0 0,1-1 1 0 0,1 1 1 0 0,0-1-1 0 0,0 0 1 0 0,0 0-1 0 0,0 0 1 0 0,1 0-1 0 0,0-1 1 0 0,-1 1-1 0 0,1-1 1 0 0,1 0-1 0 0,-1 0 1 0 0,7 3 0 0 0,60 33 55 0 0,-20-12-182 0 0,80 57-1 0 0,-118-75 62 0 0,-1 1 0 0 0,0 0 0 0 0,-1 1 0 0 0,0 0 0 0 0,-1 1-1 0 0,0 0 1 0 0,-1 1 0 0 0,0 0 0 0 0,-1 0 0 0 0,-1 1 0 0 0,7 16 0 0 0,-12-27 46 0 0,-1 0 1 0 0,0 0 0 0 0,0 0-1 0 0,-1 0 1 0 0,1 0-1 0 0,-1 0 1 0 0,1 0-1 0 0,-1 0 1 0 0,0 0 0 0 0,0 0-1 0 0,0 0 1 0 0,-1 0-1 0 0,1 0 1 0 0,-1 0 0 0 0,1 0-1 0 0,-1 0 1 0 0,0-1-1 0 0,0 1 1 0 0,0 0-1 0 0,-1 0 1 0 0,1-1 0 0 0,-3 4-1 0 0,1-2 30 0 0,-1-1-1 0 0,1 0 0 0 0,-1 1 1 0 0,0-2-1 0 0,0 1 0 0 0,0 0 1 0 0,0-1-1 0 0,-1 0 0 0 0,1 0 1 0 0,-1 0-1 0 0,1 0 0 0 0,-8 1 1 0 0,-5 1 114 0 0,-1-2-1 0 0,1 1 1 0 0,0-2 0 0 0,-1-1 0 0 0,1 0-1 0 0,-29-4 1 0 0,36 3-69 0 0,-1-1 1 0 0,1 0-1 0 0,0 0 0 0 0,0-1 0 0 0,1 0 1 0 0,-1-1-1 0 0,1 0 0 0 0,-1-1 0 0 0,1 0 1 0 0,1 0-1 0 0,-1-1 0 0 0,1 0 1 0 0,0 0-1 0 0,0-1 0 0 0,-7-8 0 0 0,15 14-109 0 0,-1 0-1 0 0,1 0 1 0 0,0 0 0 0 0,-1 0-1 0 0,1 1 1 0 0,0-1-1 0 0,0 0 1 0 0,0 0 0 0 0,0 0-1 0 0,0 0 1 0 0,0 0 0 0 0,0 0-1 0 0,0 0 1 0 0,0 0-1 0 0,0 0 1 0 0,1 0 0 0 0,-1 0-1 0 0,0 0 1 0 0,1 0-1 0 0,-1 0 1 0 0,1 0 0 0 0,-1 1-1 0 0,1-1 1 0 0,-1 0-1 0 0,1 0 1 0 0,-1 0 0 0 0,1 1-1 0 0,0-1 1 0 0,0 0-1 0 0,-1 1 1 0 0,1-1 0 0 0,0 1-1 0 0,0-1 1 0 0,0 1-1 0 0,-1-1 1 0 0,1 1 0 0 0,0-1-1 0 0,0 1 1 0 0,0 0-1 0 0,1-1 1 0 0,43-17-2255 0 0,-41 16 1832 0 0,28-7-4225 0 0,-13 4 2011 0 0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5:53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32 0 0,'1'-26'3187'0'0,"1"18"3041"0"0,8 47-5487 0 0,-1 2 1 0 0,5 66-1 0 0,-4-20-172 0 0,46 296 1298 0 0,-38-266-1283 0 0,-16-109 139 0 0,1-8-243 0 0,6-21-67 0 0,11-47-510 0 0,-16 51 204 0 0,24-63-183 0 0,-26 74 62 0 0,1 1 0 0 0,-1 0 0 0 0,1-1 0 0 0,0 1 0 0 0,1 0 0 0 0,-1 1 0 0 0,1-1 0 0 0,0 1 0 0 0,0-1 0 0 0,0 1 0 0 0,9-6 0 0 0,-11 9 6 0 0,1 0 0 0 0,-1 1-1 0 0,1-1 1 0 0,-1 0 0 0 0,1 1 0 0 0,-1 0 0 0 0,1-1 0 0 0,-1 1 0 0 0,1 0-1 0 0,-1 0 1 0 0,1 1 0 0 0,-1-1 0 0 0,1 1 0 0 0,-1-1 0 0 0,1 1 0 0 0,-1 0-1 0 0,1-1 1 0 0,-1 1 0 0 0,0 0 0 0 0,3 2 0 0 0,50 34-86 0 0,-28-19 81 0 0,-9-8-22 0 0,0-1 0 0 0,1 0-1 0 0,0-2 1 0 0,0 0-1 0 0,1-2 1 0 0,0 0-1 0 0,0-1 1 0 0,0-1-1 0 0,33 1 1 0 0,-33-4 14 0 0,1-1 0 0 0,-1 0 0 0 0,0-2 1 0 0,1 0-1 0 0,32-11 0 0 0,-46 12 22 0 0,-1-1-1 0 0,1 0 1 0 0,-1-1 0 0 0,1 1 0 0 0,-1-1-1 0 0,0 0 1 0 0,-1-1 0 0 0,1 0 0 0 0,-1 1-1 0 0,0-2 1 0 0,0 1 0 0 0,8-11-1 0 0,-12 14 26 0 0,0 0-1 0 0,1 0 1 0 0,-1 0-1 0 0,0-1 0 0 0,0 1 1 0 0,0 0-1 0 0,0 0 1 0 0,-1-1-1 0 0,1 1 1 0 0,-1-1-1 0 0,1 1 0 0 0,-1 0 1 0 0,0-1-1 0 0,0 1 1 0 0,0-1-1 0 0,0 1 1 0 0,0-1-1 0 0,-1 1 0 0 0,1 0 1 0 0,-1-1-1 0 0,1 1 1 0 0,-1 0-1 0 0,0-1 0 0 0,0 1 1 0 0,0 0-1 0 0,0 0 1 0 0,0 0-1 0 0,-1 0 1 0 0,1 0-1 0 0,-1 0 0 0 0,1 0 1 0 0,-1 0-1 0 0,0 1 1 0 0,0-1-1 0 0,0 0 0 0 0,0 1 1 0 0,0 0-1 0 0,0-1 1 0 0,-3 0-1 0 0,4 0 12 0 0,-1 1-1 0 0,0-1 1 0 0,0 1 0 0 0,0 0-1 0 0,0 0 1 0 0,0 0-1 0 0,0 0 1 0 0,-1 0-1 0 0,1 1 1 0 0,0-1 0 0 0,0 0-1 0 0,-1 1 1 0 0,1 0-1 0 0,0 0 1 0 0,0-1 0 0 0,-1 1-1 0 0,1 1 1 0 0,0-1-1 0 0,-1 0 1 0 0,1 0-1 0 0,0 1 1 0 0,0-1 0 0 0,-1 1-1 0 0,1 0 1 0 0,0 0-1 0 0,0 0 1 0 0,0 0 0 0 0,0 0-1 0 0,0 0 1 0 0,0 1-1 0 0,0-1 1 0 0,0 0-1 0 0,1 1 1 0 0,-1 0 0 0 0,1-1-1 0 0,-1 1 1 0 0,1 0-1 0 0,-2 2 1 0 0,3-3 0 0 0,0 1-66 0 0,0 1 0 0 0,1-1 1 0 0,0 1-1 0 0,0-1 1 0 0,0 1-1 0 0,0-1 0 0 0,0 1 1 0 0,0-1-1 0 0,1 0 0 0 0,-1 0 1 0 0,1 0-1 0 0,-1 0 1 0 0,1 0-1 0 0,0 0 0 0 0,0 0 1 0 0,0 0-1 0 0,0-1 1 0 0,0 1-1 0 0,3 1 0 0 0,49 28-1304 0 0,-43-27 966 0 0,9 5-921 0 0,1-2 0 0 0,0 0 1 0 0,0-1-1 0 0,1-2 0 0 0,0 0 0 0 0,34 1 1 0 0,-3-1-2380 0 0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6:09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94 140 0 0,'8'-38'3988'0'0,"-1"-17"2248"0"0,17 305-5274 0 0,-5-32-366 0 0,0-65-254 0 0,22 136 292 0 0,-35-251-287 0 0,-2 1 1 0 0,1 41-1 0 0,1-74-200 0 0,-5-16-4400 0 0,-1-6 3261 0 0,3-2-2578 0 0,-2 5 602 0 0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6:10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1 677 188 0 0,'0'0'4232'0'0,"2"2"-3966"0"0,-1 0 0 0 0,1 0 1 0 0,1 0-1 0 0,-1 0 1 0 0,0 0-1 0 0,0 0 0 0 0,1-1 1 0 0,-1 0-1 0 0,3 2 0 0 0,7-7 25 0 0,1 0 0 0 0,-1 0-1 0 0,0-1 1 0 0,-1-1 0 0 0,0 0-1 0 0,1-1 1 0 0,-2 0 0 0 0,1 0-1 0 0,-1-1 1 0 0,17-18 0 0 0,-7 6 32 0 0,-2-1-1 0 0,0-1 1 0 0,-1 0 0 0 0,15-28-1 0 0,-25 36-203 0 0,-1 1-1 0 0,0-1 0 0 0,-1 0 0 0 0,-1 0 0 0 0,0 0 0 0 0,-1 0 0 0 0,-1-1 0 0 0,0 0 0 0 0,0 1 0 0 0,-2-1 0 0 0,0 0 1 0 0,-1 0-1 0 0,-5-28 0 0 0,-2 3 129 0 0,-3 1 0 0 0,0 0 0 0 0,-32-66 1 0 0,43 104-249 0 0,0 0 0 0 0,-1-1 1 0 0,1 1-1 0 0,-1 0 0 0 0,1-1 0 0 0,-1 1 1 0 0,0 0-1 0 0,0 0 0 0 0,1-1 1 0 0,-1 1-1 0 0,0 0 0 0 0,0 0 0 0 0,0 0 1 0 0,0 0-1 0 0,0 0 0 0 0,0 0 1 0 0,0 1-1 0 0,0-1 0 0 0,-1 0 1 0 0,1 0-1 0 0,0 1 0 0 0,-1-1 0 0 0,0 0 1 0 0,0 2-2 0 0,1-1-1 0 0,0 0 1 0 0,0 1 0 0 0,0-1 0 0 0,0 1 0 0 0,0 0 0 0 0,0-1 0 0 0,0 1-1 0 0,0 0 1 0 0,0 0 0 0 0,1 0 0 0 0,-1-1 0 0 0,0 1 0 0 0,0 0 0 0 0,1 0-1 0 0,-1 0 1 0 0,0 0 0 0 0,1 0 0 0 0,-1 0 0 0 0,0 2 0 0 0,-3 9-15 0 0,0-1 1 0 0,0 1-1 0 0,-3 22 1 0 0,1 32-6 0 0,2 1 0 0 0,4 0 0 0 0,3 0 0 0 0,14 89 0 0 0,21 35 56 0 0,-24-130-17 0 0,-12-52 37 0 0,1 0 1 0 0,-1 0-1 0 0,1 0 1 0 0,8 15-1 0 0,-10-23 189 0 0,0 1 38 0 0,-1-2-255 0 0,0 0 0 0 0,0 0 0 0 0,0 1 1 0 0,0-1-1 0 0,0 0 0 0 0,0 0 0 0 0,0 0 0 0 0,0 0 0 0 0,0 1 1 0 0,0-1-1 0 0,0 0 0 0 0,1 0 0 0 0,-1 0 0 0 0,0 0 0 0 0,0 0 1 0 0,0 1-1 0 0,0-1 0 0 0,0 0 0 0 0,0 0 0 0 0,0 0 0 0 0,0 0 0 0 0,1 0 1 0 0,-1 0-1 0 0,0 1 0 0 0,0-1 0 0 0,0 0 0 0 0,0 0 0 0 0,0 0 1 0 0,1 0-1 0 0,-1 0 0 0 0,0 0 0 0 0,0 0 0 0 0,0 0 0 0 0,0 0 1 0 0,1 0-1 0 0,-1 0 0 0 0,0 0 0 0 0,0 0 0 0 0,0 0 0 0 0,0 0 1 0 0,1 0-1 0 0,-1 0 0 0 0,0 0 0 0 0,0 0 0 0 0,0 0 0 0 0,0 0 0 0 0,1 0 1 0 0,-1 0-1 0 0,0 0 0 0 0,0 0 0 0 0,0-1 0 0 0,0 1 0 0 0,0 0 1 0 0,1 0-1 0 0,-1 0 0 0 0,0 0 0 0 0,0 0 0 0 0,0 0 0 0 0,0-1 1 0 0,35-60 473 0 0,-20 31-322 0 0,26-37 0 0 0,-40 65-183 0 0,0 0 1 0 0,0 0-1 0 0,1 0 1 0 0,-1 0 0 0 0,0 0-1 0 0,1 1 1 0 0,-1-1 0 0 0,1 0-1 0 0,0 1 1 0 0,-1 0 0 0 0,1-1-1 0 0,0 1 1 0 0,0 0-1 0 0,0 0 1 0 0,0 0 0 0 0,0 0-1 0 0,0 0 1 0 0,0 0 0 0 0,0 1-1 0 0,0-1 1 0 0,0 1-1 0 0,1-1 1 0 0,-1 1 0 0 0,0 0-1 0 0,0 0 1 0 0,0 0 0 0 0,1 0-1 0 0,-1 0 1 0 0,0 1-1 0 0,4 0 1 0 0,0 2-20 0 0,0 0 0 0 0,0 0 0 0 0,-1 1 0 0 0,1 0 0 0 0,-1 0 0 0 0,0 1 0 0 0,8 7 0 0 0,4 4 8 0 0,-3-5 24 0 0,1 0-1 0 0,0-2 1 0 0,1 0 0 0 0,0 0-1 0 0,0-2 1 0 0,1 0 0 0 0,34 9-1 0 0,-42-14 7 0 0,1 0-1 0 0,0-1 1 0 0,-1 0-1 0 0,1-1 0 0 0,0 0 1 0 0,0 0-1 0 0,0-1 1 0 0,-1 0-1 0 0,1-1 1 0 0,0 0-1 0 0,-1-1 1 0 0,0 1-1 0 0,1-2 0 0 0,-1 0 1 0 0,16-9-1 0 0,-22 11 13 0 0,-1-1 0 0 0,0 1 0 0 0,0-1 0 0 0,0 0 0 0 0,0 1 0 0 0,0-1 0 0 0,0 0 0 0 0,-1 0 0 0 0,0 0 0 0 0,1-1 0 0 0,-1 1 0 0 0,0 0 0 0 0,0 0 0 0 0,-1-1-1 0 0,1 1 1 0 0,-1-5 0 0 0,1 4 10 0 0,-1 1 107 0 0,-20-26 566 0 0,19 29-696 0 0,0-1 1 0 0,0 1-1 0 0,0 0 0 0 0,0-1 0 0 0,0 1 1 0 0,0 0-1 0 0,0 0 0 0 0,0 0 1 0 0,0 0-1 0 0,0 0 0 0 0,-1 0 0 0 0,1 0 1 0 0,0 0-1 0 0,0 0 0 0 0,0 0 0 0 0,0 1 1 0 0,0-1-1 0 0,0 0 0 0 0,0 1 1 0 0,0-1-1 0 0,0 1 0 0 0,0-1 0 0 0,0 1 1 0 0,0 0-1 0 0,1-1 0 0 0,-1 1 1 0 0,0 0-1 0 0,0-1 0 0 0,1 1 0 0 0,-1 0 1 0 0,0 0-1 0 0,1 0 0 0 0,-1 0 0 0 0,0 0 1 0 0,1 0-1 0 0,-1 0 0 0 0,1 0 1 0 0,0 0-1 0 0,-1 0 0 0 0,1 0 0 0 0,0 2 1 0 0,-1-1-17 0 0,1 1 0 0 0,-1 0 0 0 0,1-1 0 0 0,0 1 0 0 0,0-1 0 0 0,0 1 0 0 0,1 0 0 0 0,-1-1 0 0 0,1 1 0 0 0,-1-1 0 0 0,1 1 1 0 0,0-1-1 0 0,0 1 0 0 0,0-1 0 0 0,0 0 0 0 0,0 1 0 0 0,1-1 0 0 0,2 4 0 0 0,3 1-482 0 0,0 0-1 0 0,1 0 0 0 0,0-1 1 0 0,0 0-1 0 0,1-1 1 0 0,-1 0-1 0 0,18 8 1 0 0,38 6-7392 0 0,-33-13 3615 0 0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6:16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86 284 0 0,'0'-4'785'0'0,"-13"-75"5431"0"0,13 77-5310 0 0,24 169 2751 0 0,58 208-1413 0 0,-80-340-2084 0 0,-21-44-10076 0 0,7-4 7476 0 0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6:18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0 663 484 0 0,'42'-3'337'0'0,"-1"-1"-1"0"0,1-2 1 0 0,-1-2-1 0 0,-1-1 1 0 0,1-3-1 0 0,-2-1 1 0 0,0-2 0 0 0,0-1-1 0 0,-2-2 1 0 0,0-2-1 0 0,-1-1 1 0 0,-1-2-1 0 0,-1-2 1 0 0,-2-1 0 0 0,41-40-1 0 0,-65 56-248 0 0,1-1-1 0 0,-1-1 0 0 0,-1 1 1 0 0,0-1-1 0 0,-1-1 1 0 0,0 1-1 0 0,-1-1 0 0 0,0 0 1 0 0,-1-1-1 0 0,0 1 1 0 0,-2-1-1 0 0,1 1 0 0 0,-1-1 1 0 0,-1 0-1 0 0,-1 0 1 0 0,0 1-1 0 0,-1-1 0 0 0,0 0 1 0 0,-1 0-1 0 0,0 1 1 0 0,-1-1-1 0 0,-5-13 0 0 0,4 20-17 0 0,-1-1 0 0 0,1 1 0 0 0,-1 0 0 0 0,0 1 0 0 0,-1-1 0 0 0,0 1 0 0 0,-11-10 0 0 0,16 15-47 0 0,-1 1-22 0 0,1-1-1 0 0,0 1 1 0 0,-1 0-1 0 0,1 0 1 0 0,0 1-1 0 0,-1-1 1 0 0,1 0-1 0 0,0 0 1 0 0,-1 1-1 0 0,1-1 1 0 0,0 1-1 0 0,0-1 1 0 0,-1 1-1 0 0,1-1 1 0 0,0 1-1 0 0,0 0 1 0 0,0 0 0 0 0,0-1-1 0 0,0 1 1 0 0,0 0-1 0 0,0 0 1 0 0,0 0-1 0 0,0 0 1 0 0,0 0-1 0 0,0 0 1 0 0,1 0-1 0 0,-2 2 1 0 0,-3 14 146 0 0,1-1 1 0 0,1 1 0 0 0,0 0 0 0 0,1 0-1 0 0,1 0 1 0 0,1 31 0 0 0,19 111 857 0 0,-10-93-691 0 0,23 93 341 0 0,-3-14-82 0 0,-29-143-498 0 0,0 0 1 0 0,0 0-1 0 0,1 0 1 0 0,-1 0-1 0 0,0-1 1 0 0,1 1-1 0 0,-1 0 1 0 0,1 0-1 0 0,0 0 1 0 0,0 0-1 0 0,0-1 0 0 0,0 1 1 0 0,0 0-1 0 0,0-1 1 0 0,0 1-1 0 0,2 1 1 0 0,-3-3-40 0 0,1 0 0 0 0,0 0 0 0 0,0 0 0 0 0,-1 0 0 0 0,1 0 0 0 0,0 0 0 0 0,-1 0 0 0 0,1 0 0 0 0,0 0 0 0 0,-1 0 0 0 0,1-1 0 0 0,0 1 0 0 0,-1 0 0 0 0,1-1 0 0 0,-1 1 0 0 0,1 0 0 0 0,0-1 0 0 0,-1 1 0 0 0,1-1 0 0 0,-1 1 0 0 0,1-1 0 0 0,-1 1 0 0 0,1-1 0 0 0,-1 1 0 0 0,0-1 0 0 0,1 1 0 0 0,-1-1 0 0 0,1 1 0 0 0,-1-1 0 0 0,0 0 0 0 0,0 1 0 0 0,1-2 0 0 0,5-9 61 0 0,0 1 1 0 0,0 0-1 0 0,1 1 1 0 0,10-11-1 0 0,-15 19-108 0 0,17 0-4 0 0,13 7-3 0 0,0-2 0 0 0,0 0 0 0 0,0-2 1 0 0,1-2-1 0 0,40-4 0 0 0,-60 3 21 0 0,-1-1 1 0 0,1 0-1 0 0,-1-1 0 0 0,0 0 1 0 0,0-1-1 0 0,0-1 0 0 0,0 0 1 0 0,-1 0-1 0 0,0-1 0 0 0,0 0 1 0 0,0-1-1 0 0,-1 0 1 0 0,0-1-1 0 0,0 0 0 0 0,-1-1 1 0 0,13-15-1 0 0,-18 18 0 0 0,0-1 0 0 0,-1 0 0 0 0,1 0-1 0 0,-1 0 1 0 0,-1 0 0 0 0,0-1 0 0 0,0 1 0 0 0,0-1-1 0 0,-1 1 1 0 0,0-1 0 0 0,0 0 0 0 0,-1 1 0 0 0,0-1 0 0 0,0 0-1 0 0,-1 1 1 0 0,-2-11 0 0 0,3 16-17 0 0,-1 2 5 0 0,-1 0 0 0 0,1 1 0 0 0,0-1 0 0 0,0 0 1 0 0,0 0-1 0 0,0 1 0 0 0,0-1 0 0 0,0 1 0 0 0,0-1 0 0 0,0 1 0 0 0,0-1 0 0 0,0 1 0 0 0,0-1 0 0 0,0 1 0 0 0,0 0 1 0 0,0 0-1 0 0,1-1 0 0 0,-1 1 0 0 0,0 0 0 0 0,0 0 0 0 0,1 0 0 0 0,-1 0 0 0 0,1 0 0 0 0,-1 0 0 0 0,1 0 0 0 0,-1 0 1 0 0,1 0-1 0 0,0 0 0 0 0,-1 0 0 0 0,1 0 0 0 0,0 1 0 0 0,0-1 0 0 0,0 0 0 0 0,0 0 0 0 0,0 0 0 0 0,0 0 0 0 0,0 0 1 0 0,0 0-1 0 0,0 1 0 0 0,1 0 0 0 0,-1 3 4 0 0,0 0 0 0 0,1 0 0 0 0,0 0-1 0 0,0 0 1 0 0,0-1 0 0 0,0 1 0 0 0,1 0 0 0 0,0-1 0 0 0,0 1 0 0 0,3 5 0 0 0,1-2-13 0 0,0-1 0 0 0,1 0-1 0 0,0 0 1 0 0,0 0 0 0 0,1-1 0 0 0,0 0 0 0 0,0 0 0 0 0,0-1 0 0 0,1 0 0 0 0,-1 0 0 0 0,1-1 0 0 0,0 0 0 0 0,1-1 0 0 0,-1 0 0 0 0,1 0 0 0 0,-1-1-1 0 0,1 0 1 0 0,0-1 0 0 0,0 0 0 0 0,-1-1 0 0 0,1 0 0 0 0,0 0 0 0 0,0-1 0 0 0,0 0 0 0 0,-1-1 0 0 0,1 0 0 0 0,0-1 0 0 0,-1 0 0 0 0,0 0 0 0 0,0-1-1 0 0,0 0 1 0 0,0 0 0 0 0,0-1 0 0 0,-1-1 0 0 0,0 1 0 0 0,0-1 0 0 0,11-11 0 0 0,-11 9 36 0 0,0-1-1 0 0,-1 0 1 0 0,0 0 0 0 0,0 0-1 0 0,-1-1 1 0 0,0 1 0 0 0,0-2-1 0 0,-1 1 1 0 0,5-18 0 0 0,-2-1-115 0 0,-8 37 95 0 0,1 1 0 0 0,-1-1 0 0 0,1 0 0 0 0,1 0-1 0 0,-1 1 1 0 0,1-1 0 0 0,1 0 0 0 0,0 0 0 0 0,0-1 0 0 0,0 1 0 0 0,7 10 0 0 0,-7-15 7 0 0,-1 1 0 0 0,1-1 0 0 0,0 0 0 0 0,0 0 0 0 0,0 0 0 0 0,0-1 0 0 0,1 1 0 0 0,-1-1 0 0 0,1 0 0 0 0,0 1 0 0 0,-1-2 0 0 0,1 1 0 0 0,0 0 0 0 0,0-1 0 0 0,0 0 0 0 0,0 0 1 0 0,1 0-1 0 0,-1 0 0 0 0,0-1 0 0 0,0 1 0 0 0,0-1 0 0 0,1 0 0 0 0,-1 0 0 0 0,0-1 0 0 0,7-1 0 0 0,6-2 14 0 0,-1-1 0 0 0,1-1 0 0 0,-2 0 0 0 0,1-1 0 0 0,-1 0 0 0 0,0-2 0 0 0,0 0 0 0 0,-1 0 0 0 0,0-1 0 0 0,13-14 0 0 0,-1 5 73 0 0,2 3 183 0 0,-27 16-271 0 0,0 0 1 0 0,0 0-1 0 0,0 0 1 0 0,-1-1-1 0 0,1 1 1 0 0,0 0-1 0 0,0 1 1 0 0,0-1-1 0 0,0 0 0 0 0,-1 0 1 0 0,1 0-1 0 0,0 0 1 0 0,0 1-1 0 0,0-1 1 0 0,-1 0-1 0 0,1 1 1 0 0,0-1-1 0 0,0 0 0 0 0,-1 1 1 0 0,2 0-1 0 0,1 3 1 0 0,0 0 0 0 0,-1 0-1 0 0,0 1 1 0 0,0-1 0 0 0,0 0-1 0 0,0 1 1 0 0,-1-1 0 0 0,0 1-1 0 0,1 5 1 0 0,3 6 48 0 0,8 39 57 0 0,-2 0 0 0 0,-2 1 1 0 0,1 77-1 0 0,-12 176 178 0 0,-2-154-118 0 0,4-123-64 0 0,-5 85-145 0 0,4-104 181 0 0,-1-1-1 0 0,0 0 1 0 0,-1 0-1 0 0,0 0 1 0 0,-1-1-1 0 0,0 1 0 0 0,-7 12 1 0 0,10-24-99 0 0,0 1 0 0 0,1 0 0 0 0,-1-1 1 0 0,0 1-1 0 0,0-1 0 0 0,0 1 0 0 0,0-1 0 0 0,0 1 0 0 0,1-1 1 0 0,-1 1-1 0 0,0-1 0 0 0,0 0 0 0 0,0 0 0 0 0,0 1 0 0 0,0-1 0 0 0,0 0 1 0 0,0 0-1 0 0,0 0 0 0 0,-1 0 0 0 0,1 0 0 0 0,0 0 0 0 0,0-1 1 0 0,0 1-1 0 0,0 0 0 0 0,0 0 0 0 0,1-1 0 0 0,-1 1 0 0 0,0-1 1 0 0,0 1-1 0 0,0 0 0 0 0,0-1 0 0 0,0 0 0 0 0,-1-1 0 0 0,-28-19 616 0 0,20 11-555 0 0,1-1 0 0 0,0-1 0 0 0,1 1 0 0 0,0-1 0 0 0,1-1-1 0 0,0 1 1 0 0,1-1 0 0 0,0-1 0 0 0,1 1 0 0 0,1-1 0 0 0,0 0 0 0 0,1 0 0 0 0,0 0 0 0 0,1 0 0 0 0,1 0-1 0 0,0 0 1 0 0,1-1 0 0 0,3-24 0 0 0,-1 16-251 0 0,1 1-1 0 0,2-1 1 0 0,0 1-1 0 0,1 0 1 0 0,1 0-1 0 0,1 0 1 0 0,1 1-1 0 0,1 1 1 0 0,1 0 0 0 0,24-36-1 0 0,-18 36-530 0 0,1 0 0 0 0,1 2 1 0 0,0-1-1 0 0,1 2 0 0 0,45-28 0 0 0,-36 27-1801 0 0,1 3-1 0 0,36-15 1 0 0,9 2-1957 0 0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6:20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221 131 492 0 0,'3'-25'1816'0'0,"-2"17"-1104"0"0,1 0-1 0 0,-1 0 0 0 0,-1-1 1 0 0,0 1-1 0 0,0 0 1 0 0,0-1-1 0 0,-1 1 0 0 0,0 0 1 0 0,-4-12-1 0 0,5 19-673 0 0,-1 0 1 0 0,1 1-1 0 0,-1-1 0 0 0,0 0 1 0 0,0 0-1 0 0,1 1 0 0 0,-1-1 0 0 0,0 0 1 0 0,0 1-1 0 0,0-1 0 0 0,1 1 1 0 0,-1-1-1 0 0,0 1 0 0 0,0-1 1 0 0,0 1-1 0 0,0-1 0 0 0,0 1 0 0 0,0 0 1 0 0,0 0-1 0 0,0 0 0 0 0,0 0 1 0 0,0-1-1 0 0,0 1 0 0 0,0 0 0 0 0,0 1 1 0 0,0-1-1 0 0,0 0 0 0 0,0 0 1 0 0,0 0-1 0 0,0 1 0 0 0,0-1 0 0 0,0 0 1 0 0,0 1-1 0 0,0-1 0 0 0,0 1 1 0 0,0-1-1 0 0,0 1 0 0 0,1-1 0 0 0,-2 2 1 0 0,-39 26 253 0 0,37-25-218 0 0,-9 8 0 0 0,1-1 1 0 0,1 2-1 0 0,0 0 1 0 0,1 0 0 0 0,0 1-1 0 0,1 0 1 0 0,0 0-1 0 0,1 1 1 0 0,0 0-1 0 0,1 1 1 0 0,1 0-1 0 0,1 0 1 0 0,-8 30 0 0 0,11-33-32 0 0,0 1 1 0 0,0 0 0 0 0,1 0-1 0 0,1 0 1 0 0,0 0 0 0 0,1-1-1 0 0,0 1 1 0 0,1 0 0 0 0,1 0-1 0 0,0-1 1 0 0,0 1 0 0 0,1-1-1 0 0,1 0 1 0 0,0 0 0 0 0,1-1-1 0 0,0 1 1 0 0,13 18 0 0 0,-17-27-25 0 0,0-1 1 0 0,0 1-1 0 0,0 0 1 0 0,1 0-1 0 0,-1-1 1 0 0,0 1 0 0 0,1-1-1 0 0,0 0 1 0 0,-1 0-1 0 0,1 0 1 0 0,0 0-1 0 0,0 0 1 0 0,0-1-1 0 0,1 1 1 0 0,-1-1-1 0 0,0 0 1 0 0,0 0-1 0 0,1 0 1 0 0,-1 0-1 0 0,1-1 1 0 0,-1 1-1 0 0,0-1 1 0 0,1 0-1 0 0,-1 0 1 0 0,1 0-1 0 0,-1-1 1 0 0,1 1-1 0 0,-1-1 1 0 0,1 1-1 0 0,-1-1 1 0 0,0-1 0 0 0,0 1-1 0 0,1 0 1 0 0,-1-1-1 0 0,0 1 1 0 0,0-1-1 0 0,0 0 1 0 0,0 0-1 0 0,4-4 1 0 0,2-3 92 0 0,1 0 1 0 0,-2 0-1 0 0,1 0 1 0 0,-1-1-1 0 0,-1-1 1 0 0,0 1-1 0 0,0-1 1 0 0,-1 0 0 0 0,7-20-1 0 0,-8 18-41 0 0,-2-1-1 0 0,0 1 1 0 0,0-1 0 0 0,-1 0-1 0 0,-1 0 1 0 0,-1 0 0 0 0,0 0-1 0 0,0 0 1 0 0,-1 1 0 0 0,-1-1-1 0 0,-4-17 1 0 0,3 19-61 0 0,0 1 0 0 0,-1-1 0 0 0,0 1 0 0 0,-1 0 0 0 0,0 0 0 0 0,-1 0 0 0 0,0 1 0 0 0,-1 0 0 0 0,0 0 1 0 0,0 0-1 0 0,-1 1 0 0 0,0 0 0 0 0,-12-9 0 0 0,19 17-73 0 0,0 0-1 0 0,0 1 1 0 0,0-1 0 0 0,-1 1 0 0 0,1-1-1 0 0,0 1 1 0 0,0-1 0 0 0,0 1 0 0 0,-1 0-1 0 0,1-1 1 0 0,0 1 0 0 0,0 0 0 0 0,0 0-1 0 0,-1 0 1 0 0,1 0 0 0 0,0 0 0 0 0,0 0-1 0 0,-1 1 1 0 0,1-1 0 0 0,0 0 0 0 0,0 1-1 0 0,0-1 1 0 0,-1 0 0 0 0,1 1 0 0 0,0-1 0 0 0,0 1-1 0 0,0 0 1 0 0,0-1 0 0 0,0 1 0 0 0,0 0-1 0 0,0 0 1 0 0,0 0 0 0 0,0 0 0 0 0,-1 1-1 0 0,-1 2-251 0 0,0-1-1 0 0,1 1 1 0 0,-1 0-1 0 0,1-1 0 0 0,0 1 1 0 0,0 0-1 0 0,0 0 1 0 0,-2 8-1 0 0,-4 26-5122 0 0,7-19 2313 0 0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6:20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1 151 11225 0 0,'7'-8'405'0'0,"0"1"-1"0"0,-1-1 1 0 0,0-1 0 0 0,-1 1-1 0 0,1-1 1 0 0,-2 0 0 0 0,1 0-1 0 0,-1 0 1 0 0,-1-1 0 0 0,1 0-1 0 0,-2 1 1 0 0,3-13 0 0 0,1 1-726 0 0,-6 19-319 0 0,24 16-8527 0 0,-12-7 5589 0 0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6:21.2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0 125 1024 0 0,'6'-9'555'0'0,"-1"1"-1"0"0,1 0 1 0 0,0 0-1 0 0,1 0 1 0 0,0 1 0 0 0,0 0-1 0 0,1 0 1 0 0,-1 1-1 0 0,2 0 1 0 0,-1 1-1 0 0,0-1 1 0 0,1 2 0 0 0,0-1-1 0 0,12-4 1 0 0,-9 5-366 0 0,0 0 1 0 0,0 0 0 0 0,0 2 0 0 0,0-1-1 0 0,0 1 1 0 0,1 1 0 0 0,-1 0-1 0 0,0 1 1 0 0,1 0 0 0 0,-1 1-1 0 0,14 2 1 0 0,-22-2-154 0 0,1 0 0 0 0,-1 0-1 0 0,0 0 1 0 0,0 1 0 0 0,0-1 0 0 0,0 1-1 0 0,0 0 1 0 0,-1 0 0 0 0,1 0 0 0 0,-1 1 0 0 0,1-1-1 0 0,-1 1 1 0 0,0 0 0 0 0,0 0 0 0 0,0 0-1 0 0,0 0 1 0 0,0 0 0 0 0,-1 1 0 0 0,3 3 0 0 0,-3-1-9 0 0,0-1 1 0 0,0 0-1 0 0,-1 1 1 0 0,0 0-1 0 0,0-1 1 0 0,0 1-1 0 0,-1 0 1 0 0,1-1 0 0 0,-1 1-1 0 0,-1 0 1 0 0,1-1-1 0 0,-2 10 1 0 0,-4 8 22 0 0,-1-1 0 0 0,-1 1 0 0 0,-1-1 0 0 0,0 0 1 0 0,-20 31-1 0 0,-51 67 76 0 0,30-49 21 0 0,50-71-131 0 0,0 0 1 0 0,-1 1-1 0 0,1-1 1 0 0,0 0 0 0 0,0 0-1 0 0,-1 1 1 0 0,1-1-1 0 0,0 0 1 0 0,0 1-1 0 0,0-1 1 0 0,-1 0 0 0 0,1 1-1 0 0,0-1 1 0 0,0 0-1 0 0,0 1 1 0 0,0-1 0 0 0,0 1-1 0 0,0-1 1 0 0,0 0-1 0 0,0 1 1 0 0,0-1 0 0 0,0 0-1 0 0,0 1 1 0 0,0-1-1 0 0,0 1 1 0 0,0-1 0 0 0,0 0-1 0 0,1 1 1 0 0,-1-1-1 0 0,0 0 1 0 0,0 1 0 0 0,0-1-1 0 0,0 0 1 0 0,1 1-1 0 0,-1-1 1 0 0,0 0 0 0 0,0 1-1 0 0,1-1 1 0 0,0 1-1 0 0,18 2 204 0 0,29-9-194 0 0,-45 6 16 0 0,80-12-789 0 0,-4 1-2043 0 0,-27 0-2366 0 0,-25 5 2047 0 0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6:21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29 1088 0 0,'-3'-19'3995'0'0,"-1"9"4160"0"0,3 16-8088 0 0,0-1 0 0 0,1 0 0 0 0,0 0 0 0 0,0 1 0 0 0,0-1 0 0 0,1 0 0 0 0,-1 0 0 0 0,1 0 0 0 0,1 1 0 0 0,-1-1 0 0 0,1 0 0 0 0,0-1 0 0 0,0 1 1 0 0,0 0-1 0 0,1 0 0 0 0,-1-1 0 0 0,1 0 0 0 0,5 7 0 0 0,8 8 127 0 0,1-1 1 0 0,36 30-1 0 0,3 3 36 0 0,-34-29-171 0 0,35 41 61 0 0,-52-58-108 0 0,-2 1-1 0 0,1 0 1 0 0,0-1-1 0 0,-1 1 0 0 0,0 0 1 0 0,0 1-1 0 0,-1-1 0 0 0,0 0 1 0 0,3 13-1 0 0,-5-15-9 0 0,0-1 0 0 0,0 0 0 0 0,0 0 0 0 0,0 0 0 0 0,-1 0 0 0 0,1 1-1 0 0,-1-1 1 0 0,0 0 0 0 0,0 0 0 0 0,0 0 0 0 0,0 0 0 0 0,0 0 0 0 0,-1-1 0 0 0,1 1 0 0 0,-1 0 0 0 0,0-1 0 0 0,0 1-1 0 0,0-1 1 0 0,0 1 0 0 0,0-1 0 0 0,-1 0 0 0 0,1 0 0 0 0,-1 0 0 0 0,1 0 0 0 0,-4 1 0 0 0,-2 2-17 0 0,-1-1 0 0 0,0 0 0 0 0,1 0 0 0 0,-1-1 1 0 0,-18 4-1 0 0,2-1-1157 0 0,-1-2 0 0 0,1 0 0 0 0,-49-1 1 0 0,54-9-4213 0 0,12 1 2288 0 0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6:21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0 236 9557 0 0,'101'-58'1258'0'0,"2"5"1"0"0,162-60 0 0 0,-218 102-2253 0 0,-17 11-2426 0 0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5:52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54 376 0 0,'0'0'2628'0'0,"4"-2"-2018"0"0,37-39 5047 0 0,-40 39-5209 0 0,8-7 613 0 0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02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1 440 0 0,'0'0'4140'0'0,"8"1"-1923"0"0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1044 0 0,'0'0'4601'0'0,"18"-8"-4161"0"0,1 11-624 0 0,3 1-2853 0 0,-4-3 1461 0 0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0 372 0 0,'1'4'2535'0'0,"2"1"1849"0"0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10:20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1 824 0 0,'0'12'2168'0'0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7:56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478 109 612 0 0,'1'-6'527'0'0,"-1"-1"-1"0"0,1 1 1 0 0,-1 0-1 0 0,-1-1 1 0 0,1 1-1 0 0,-1 0 1 0 0,-2-8-1 0 0,-3-28 2636 0 0,6 41-3151 0 0,0 1 0 0 0,0 0 0 0 0,0-1-1 0 0,0 1 1 0 0,0 0 0 0 0,0-1 0 0 0,0 1 0 0 0,0 0-1 0 0,0-1 1 0 0,0 1 0 0 0,0 0 0 0 0,0 0 0 0 0,-1-1-1 0 0,1 1 1 0 0,0 0 0 0 0,0 0 0 0 0,0-1 0 0 0,-1 1-1 0 0,1 0 1 0 0,0 0 0 0 0,0-1 0 0 0,-1 1 0 0 0,1 0 0 0 0,0 0-1 0 0,0 0 1 0 0,-1 0 0 0 0,1-1 0 0 0,0 1 0 0 0,0 0-1 0 0,-1 0 1 0 0,1 0 0 0 0,0 0 0 0 0,-1 0 0 0 0,1 0-1 0 0,0 0 1 0 0,-1 0 0 0 0,1 0 0 0 0,0 0 0 0 0,-1 0 0 0 0,1 0-1 0 0,0 0 1 0 0,-1 0 0 0 0,1 0 0 0 0,0 0 0 0 0,0 0-1 0 0,-1 0 1 0 0,1 0 0 0 0,0 1 0 0 0,-1-1 0 0 0,1 0-1 0 0,0 0 1 0 0,-1 1 0 0 0,-16 8 149 0 0,16-8-153 0 0,-39 28 95 0 0,3 2 0 0 0,0 1 0 0 0,2 2 0 0 0,1 2 0 0 0,2 1 0 0 0,-41 62 0 0 0,52-70-64 0 0,3 2 0 0 0,0 0-1 0 0,2 0 1 0 0,1 2 0 0 0,1 0-1 0 0,2 1 1 0 0,2 0 0 0 0,-12 66 0 0 0,20-84-21 0 0,0 0 1 0 0,1 1 0 0 0,1-1-1 0 0,1 0 1 0 0,0 1 0 0 0,1-1-1 0 0,1 0 1 0 0,0 0 0 0 0,1 0-1 0 0,1-1 1 0 0,0 1 0 0 0,1-1-1 0 0,1 0 1 0 0,1-1 0 0 0,0 1-1 0 0,0-1 1 0 0,1-1 0 0 0,1 0-1 0 0,1 0 1 0 0,0-1 0 0 0,17 15-1 0 0,-1-5-142 0 0,0-1 0 0 0,2-2-1 0 0,0 0 1 0 0,56 24 0 0 0,-61-33-696 0 0,1 0 0 0 0,0-2 0 0 0,48 9 0 0 0,-42-15-1549 0 0,-2-3 182 0 0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7:57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1 946 292 0 0,'22'10'2912'0'0,"-10"-12"-2570"0"0,0-1-1 0 0,-1 0 1 0 0,1 0 0 0 0,-1-1 0 0 0,0 0 0 0 0,0-1 0 0 0,14-9 0 0 0,75-51 554 0 0,-77 49-600 0 0,-2 1-97 0 0,-1-2 0 0 0,0 0 0 0 0,-1-1 0 0 0,-1-1-1 0 0,-1-1 1 0 0,0 0 0 0 0,-2-2 0 0 0,-1 1 0 0 0,0-2 0 0 0,-1 0-1 0 0,-2 0 1 0 0,0-1 0 0 0,10-38 0 0 0,-14 39-123 0 0,-1 0-1 0 0,-1 0 1 0 0,-1 0-1 0 0,-1-1 1 0 0,-1 1 0 0 0,-2-1-1 0 0,0 0 1 0 0,-1 1-1 0 0,-1-1 1 0 0,-1 1 0 0 0,-12-40-1 0 0,11 49-41 0 0,0 0 0 0 0,-2 0-1 0 0,0 1 1 0 0,0-1 0 0 0,-1 1-1 0 0,-1 1 1 0 0,0 0 0 0 0,-1 0-1 0 0,0 0 1 0 0,-1 1 0 0 0,0 1-1 0 0,-1-1 1 0 0,-20-14 0 0 0,30 25-37 0 0,-1-1 1 0 0,1 0 0 0 0,-1 0-1 0 0,0 1 1 0 0,1-1 0 0 0,-1 1-1 0 0,0 0 1 0 0,0-1 0 0 0,0 1-1 0 0,1 0 1 0 0,-1 0 0 0 0,0 0-1 0 0,0 0 1 0 0,1 0 0 0 0,-1 1 0 0 0,0-1-1 0 0,0 0 1 0 0,1 1 0 0 0,-1 0-1 0 0,0-1 1 0 0,1 1 0 0 0,-1 0-1 0 0,0 0 1 0 0,1 0 0 0 0,-1 0-1 0 0,1 0 1 0 0,-1 0 0 0 0,1 0-1 0 0,0 0 1 0 0,0 0 0 0 0,-1 1-1 0 0,1-1 1 0 0,-1 3 0 0 0,-5 5-4 0 0,0-1 1 0 0,1 1-1 0 0,-9 19 0 0 0,3-2-4 0 0,2 1 0 0 0,1 0 0 0 0,1 1 0 0 0,1 0-1 0 0,-4 44 1 0 0,-3 147 47 0 0,13-178-24 0 0,0 44 25 0 0,3 1 0 0 0,19 125-1 0 0,-1-96 197 0 0,-20-113-166 0 0,7-4-56 0 0,-1 0 0 0 0,0-1 0 0 0,1 0-1 0 0,-1 0 1 0 0,0 0 0 0 0,-1-1-1 0 0,1 1 1 0 0,-1-2 0 0 0,0 1 0 0 0,0 0-1 0 0,0-1 1 0 0,6-8 0 0 0,18-14 11 0 0,-20 21-38 0 0,-1 0-1 0 0,1 0 1 0 0,1 0 0 0 0,-1 1 0 0 0,12-4 0 0 0,-16 7 8 0 0,0 1 0 0 0,0 0 0 0 0,-1 1 0 0 0,1-1 0 0 0,0 1 0 0 0,0 0 0 0 0,0 0 1 0 0,0 0-1 0 0,-1 1 0 0 0,1-1 0 0 0,0 1 0 0 0,0 0 0 0 0,5 3 0 0 0,40 12 1 0 0,0-1 0 0 0,68 10 0 0 0,-96-23 18 0 0,-1 0 0 0 0,1-1 0 0 0,0-2 0 0 0,0 0 0 0 0,-1-1 1 0 0,1-1-1 0 0,-1-1 0 0 0,27-8 0 0 0,-34 6 82 0 0,1 0 0 0 0,-1 0 0 0 0,0-2-1 0 0,-1 1 1 0 0,1-2 0 0 0,-2 0 0 0 0,1 0 0 0 0,-1-1 0 0 0,-1-1-1 0 0,0 0 1 0 0,11-14 0 0 0,-21 24 7 0 0,-1 1-97 0 0,0 0 0 0 0,0 0-1 0 0,0-1 1 0 0,0 1 0 0 0,0 0 0 0 0,0-1 0 0 0,0 1-1 0 0,0 0 1 0 0,0 0 0 0 0,0-1 0 0 0,0 1 0 0 0,0 0 0 0 0,1-1-1 0 0,-1 1 1 0 0,0 0 0 0 0,0 0 0 0 0,0-1 0 0 0,0 1 0 0 0,1 0-1 0 0,-1 0 1 0 0,0 0 0 0 0,0-1 0 0 0,0 1 0 0 0,1 0 0 0 0,-1 0-1 0 0,0 0 1 0 0,0 0 0 0 0,1-1 0 0 0,-1 1 0 0 0,0 0-1 0 0,0 0 1 0 0,1 0 0 0 0,-1 0 0 0 0,0 0 0 0 0,0 0 0 0 0,1 0-1 0 0,-1 0 1 0 0,0 0 0 0 0,1 0 0 0 0,-1 0 0 0 0,0 0 0 0 0,0 0-1 0 0,1 0 1 0 0,-1 0 0 0 0,0 0 0 0 0,1 0 0 0 0,-1 0-1 0 0,0 0 1 0 0,0 1 0 0 0,1-1 0 0 0,-1 0 0 0 0,0 0 0 0 0,0 0-1 0 0,1 0 1 0 0,-1 1 0 0 0,0-1 0 0 0,0 0 0 0 0,0 0 0 0 0,1 0-1 0 0,-1 1 1 0 0,0-1 0 0 0,0 0 0 0 0,0 0 0 0 0,0 1 0 0 0,0-1-1 0 0,1 0 1 0 0,-1 0 0 0 0,0 1 0 0 0,16 16 31 0 0,-9-7-30 0 0,1-1-1 0 0,0-1 1 0 0,0 1-1 0 0,1-1 1 0 0,0-1-1 0 0,1 0 1 0 0,0 0-1 0 0,0-1 1 0 0,0 0-1 0 0,1-1 1 0 0,21 8-1 0 0,-30-12 116 0 0,0-1-87 0 0,-1 0 0 0 0,0 0 1 0 0,0 0-1 0 0,0-1 1 0 0,0 1-1 0 0,1 0 0 0 0,-1 0 1 0 0,0-1-1 0 0,0 1 1 0 0,0-1-1 0 0,0 1 1 0 0,0-1-1 0 0,0 0 0 0 0,0 1 1 0 0,0-1-1 0 0,0 0 1 0 0,0 1-1 0 0,-1-1 1 0 0,1 0-1 0 0,0 0 0 0 0,0 0 1 0 0,-1 0-1 0 0,2-1 1 0 0,-2-6-66 0 0,1 1 1 0 0,-1 0-1 0 0,-1-1 1 0 0,0 1-1 0 0,0 0 1 0 0,0 0-1 0 0,-1-1 1 0 0,0 1-1 0 0,0 0 1 0 0,-1 0-1 0 0,0 1 1 0 0,0-1 0 0 0,0 1-1 0 0,-1-1 1 0 0,0 1-1 0 0,-1 0 1 0 0,1 0-1 0 0,-1 1 1 0 0,0-1-1 0 0,0 1 1 0 0,-1 0-1 0 0,0 1 1 0 0,1-1-1 0 0,-10-4 1 0 0,-10 7-3148 0 0,18 1-1788 0 0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7:57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1 139 608 0 0,'0'0'882'0'0,"2"5"342"0"0,-1 0 2012 0 0,0 1-3072 0 0,0 0 0 0 0,0-1-1 0 0,1 1 1 0 0,0-1 0 0 0,0 1 0 0 0,1-1 0 0 0,-1 1 0 0 0,1-1 0 0 0,0 0-1 0 0,0 0 1 0 0,1-1 0 0 0,5 7 0 0 0,0-1 113 0 0,-8-9-246 0 0,0 1-1 0 0,0-1 1 0 0,0 0-1 0 0,0 1 1 0 0,1-1-1 0 0,-1 0 1 0 0,0 0-1 0 0,1 0 1 0 0,-1 0-1 0 0,1 0 1 0 0,0 0-1 0 0,-1 0 1 0 0,1 0-1 0 0,0 0 1 0 0,-1-1-1 0 0,1 1 1 0 0,0-1-1 0 0,0 1 1 0 0,-1-1-1 0 0,1 0 1 0 0,0 0-1 0 0,0 0 1 0 0,0 0-1 0 0,0 0 1 0 0,2-1-1 0 0,68-15 285 0 0,-57 12-319 0 0,-1 0 1 0 0,1 1-1 0 0,-1 0 0 0 0,23-1 1 0 0,42 8-174 0 0,-54-2 219 0 0,0-1 1 0 0,0 0-1 0 0,46-7 1 0 0,-69 5 40 0 0,0 0 0 0 0,0 0 0 0 0,0 0 0 0 0,0 0 0 0 0,0 0 0 0 0,0 0 0 0 0,-1-1 0 0 0,1 1 0 0 0,-1-1 0 0 0,1 1 0 0 0,-1-1 0 0 0,1 1 0 0 0,-1-1 0 0 0,0 0 0 0 0,1 0 1 0 0,-1 0-1 0 0,0 0 0 0 0,-1 0 0 0 0,1 0 0 0 0,0 0 0 0 0,0 0 0 0 0,-1 0 0 0 0,1 0 0 0 0,-1 0 0 0 0,0 0 0 0 0,0 0 0 0 0,0-1 0 0 0,0 1 0 0 0,0 0 0 0 0,0 0 0 0 0,0 0 1 0 0,-1-4-1 0 0,-1-7 248 0 0,0-1 1 0 0,-1 1 0 0 0,-7-23 0 0 0,-17-34-159 0 0,26 68-787 0 0,-1-9-1006 0 0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7:58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239 652 336 0 0,'27'-22'6606'0'0,"-25"22"-6472"0"0,0 0-1 0 0,0 0 1 0 0,0 0-1 0 0,0 0 1 0 0,0 1-1 0 0,0-1 1 0 0,0 0 0 0 0,0 1-1 0 0,0-1 1 0 0,0 1-1 0 0,0 0 1 0 0,0 0-1 0 0,0 0 1 0 0,-1 0-1 0 0,1 0 1 0 0,0 0 0 0 0,-1 0-1 0 0,1 1 1 0 0,-1-1-1 0 0,1 0 1 0 0,-1 1-1 0 0,0 0 1 0 0,2 1 0 0 0,33 46 504 0 0,-30-39-377 0 0,86 144 1503 0 0,-93-154-1720 0 0,1 0 1 0 0,0 0-1 0 0,0 0 1 0 0,0 0 0 0 0,0 0-1 0 0,-1 0 1 0 0,1 0 0 0 0,0 0-1 0 0,0 0 1 0 0,0 1-1 0 0,0-1 1 0 0,-1 0 0 0 0,1 0-1 0 0,0 0 1 0 0,0 0 0 0 0,0 0-1 0 0,0 0 1 0 0,0 0 0 0 0,-1 0-1 0 0,1 1 1 0 0,0-1-1 0 0,0 0 1 0 0,0 0 0 0 0,0 0-1 0 0,0 0 1 0 0,0 0 0 0 0,0 1-1 0 0,0-1 1 0 0,0 0 0 0 0,-1 0-1 0 0,1 0 1 0 0,0 0-1 0 0,0 1 1 0 0,0-1 0 0 0,0 0-1 0 0,0 0 1 0 0,0 0 0 0 0,0 1-1 0 0,0-1 1 0 0,0 0-1 0 0,0 0 1 0 0,0 0 0 0 0,0 0-1 0 0,1 1 1 0 0,-1-1 0 0 0,0 0-1 0 0,0 0 1 0 0,0 0 0 0 0,0 0-1 0 0,0 1 1 0 0,0-1-1 0 0,0 0 1 0 0,0 0 0 0 0,0 0-1 0 0,1 0 1 0 0,-1 0 0 0 0,-27-12 566 0 0,-36-28-390 0 0,29 14-88 0 0,0-1-1 0 0,2-1 0 0 0,1-2 0 0 0,2-1 0 0 0,1-1 0 0 0,1-2 0 0 0,-30-50 0 0 0,45 64-97 0 0,1 0 0 0 0,2 0 0 0 0,0-1 1 0 0,1 0-1 0 0,1-1 0 0 0,1 0 0 0 0,1 0 0 0 0,0-1 0 0 0,2 1 0 0 0,1-1 0 0 0,1 1 0 0 0,1-1 0 0 0,1 0 0 0 0,0 1 1 0 0,8-35-1 0 0,-7 45-14 0 0,1 1 0 0 0,1 0 1 0 0,-1-1-1 0 0,1 1 1 0 0,1 0-1 0 0,0 1 0 0 0,7-11 1 0 0,-9 17-23 0 0,0 1 0 0 0,0-1 0 0 0,1 1 0 0 0,-1 0 0 0 0,1 0 0 0 0,-1 0 0 0 0,1 0 0 0 0,0 1 0 0 0,0-1 0 0 0,0 1 0 0 0,0 0 0 0 0,1 0 0 0 0,-1 1 0 0 0,0-1 0 0 0,1 1 0 0 0,0 0 0 0 0,-1 0 0 0 0,1 1 0 0 0,-1-1 0 0 0,1 1 0 0 0,4 0 0 0 0,6 1-28 0 0,0 1 0 0 0,0 0 0 0 0,-1 1 0 0 0,1 1 0 0 0,-1 0 0 0 0,0 1 0 0 0,0 1 0 0 0,0 0 0 0 0,19 12 0 0 0,-23-13-20 0 0,0 1 0 0 0,-1 1-1 0 0,1 0 1 0 0,-1 0 0 0 0,0 1-1 0 0,-1 0 1 0 0,0 1-1 0 0,0 0 1 0 0,-1 0 0 0 0,0 0-1 0 0,-1 1 1 0 0,11 20 0 0 0,-16-24-11 0 0,0 0 0 0 0,1 0 1 0 0,-2 0-1 0 0,1 0 0 0 0,-1 1 1 0 0,0-1-1 0 0,0 0 0 0 0,-1 0 1 0 0,1 0-1 0 0,-1 0 0 0 0,-1 0 1 0 0,1 0-1 0 0,-1 0 0 0 0,0 0 1 0 0,-1-1-1 0 0,1 1 0 0 0,-1-1 1 0 0,0 1-1 0 0,0-1 0 0 0,-1 0 1 0 0,0 0-1 0 0,0-1 0 0 0,-6 7 1 0 0,-12 12-550 0 0,-1-2-1 0 0,-1 0 1 0 0,-32 21 0 0 0,41-32 200 0 0,-46 33-1923 0 0,20-16-2652 0 0,19-13 1930 0 0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7:58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0 366 300 0 0,'9'9'518'0'0,"-1"-1"0"0"0,0 1 0 0 0,-1 1 0 0 0,0 0 0 0 0,-1-1 0 0 0,6 13 0 0 0,-9-16-318 0 0,-1 1 0 0 0,0-1 1 0 0,0 1-1 0 0,-1-1 1 0 0,0 1-1 0 0,0 0 0 0 0,-1 0 1 0 0,1-1-1 0 0,-1 1 0 0 0,-1 0 1 0 0,1 0-1 0 0,-3 7 1 0 0,3-14-160 0 0,0 0 0 0 0,0 1 0 0 0,0-1-1 0 0,0 0 1 0 0,0 0 0 0 0,0 1 0 0 0,0-1 0 0 0,0 0 0 0 0,0 0 0 0 0,0 0 0 0 0,0 1 0 0 0,0-1 0 0 0,0 0 0 0 0,0 0 0 0 0,0 1 0 0 0,0-1 0 0 0,0 0 0 0 0,0 0 0 0 0,0 0 0 0 0,0 1 0 0 0,0-1 0 0 0,0 0 0 0 0,1 0 0 0 0,-1 0 0 0 0,0 1 0 0 0,0-1 0 0 0,0 0 0 0 0,0 0 0 0 0,1 0 0 0 0,-1 0 0 0 0,0 0 0 0 0,0 1 0 0 0,0-1 0 0 0,0 0 0 0 0,1 0-1 0 0,-1 0 1 0 0,0 0 0 0 0,0 0 0 0 0,1 0 0 0 0,-1 0 0 0 0,0 0 0 0 0,0 0 0 0 0,0 0 0 0 0,1 0 0 0 0,-1 0 0 0 0,0 0 0 0 0,0 0 0 0 0,1 0 0 0 0,-1 0 0 0 0,0 0 0 0 0,0 0 0 0 0,0 0 0 0 0,1 0 0 0 0,-1 0 0 0 0,0 0 0 0 0,0 0 0 0 0,0 0 0 0 0,1-1 0 0 0,-1 1 0 0 0,0 0 0 0 0,26-14 908 0 0,44-41-1116 0 0,-39 30 477 0 0,-6 7-252 0 0,1 1 0 0 0,45-22 0 0 0,-69 38-84 0 0,1 2-12 0 0,0 1 33 0 0,-1 0 0 0 0,1-1 0 0 0,0 1 1 0 0,-1 0-1 0 0,1 1 0 0 0,-1-1 1 0 0,0 0-1 0 0,1 1 0 0 0,-1-1 1 0 0,0 1-1 0 0,-1-1 0 0 0,1 1 1 0 0,0 0-1 0 0,-1 0 0 0 0,2 5 0 0 0,11 12 29 0 0,-9-17-11 0 0,1 0 0 0 0,-1-1 0 0 0,1 0 0 0 0,0 0 0 0 0,0 0-1 0 0,0 0 1 0 0,1-1 0 0 0,-1 0 0 0 0,0-1 0 0 0,0 1 0 0 0,1-1 0 0 0,-1 0 0 0 0,0-1-1 0 0,0 1 1 0 0,1-1 0 0 0,-1-1 0 0 0,0 1 0 0 0,0-1 0 0 0,0 0 0 0 0,0 0 0 0 0,-1-1-1 0 0,8-3 1 0 0,-11 4 5 0 0,5-5-4 0 0,4-8 6 0 0,-11 14-16 0 0,21-24-470 0 0,-8 13 212 0 0,0 2 0 0 0,26-17 0 0 0,-30 22 249 0 0,0 0 1 0 0,-1-1-1 0 0,0 0 0 0 0,0 0 0 0 0,-1 0 1 0 0,0-1-1 0 0,0 0 0 0 0,0-1 0 0 0,-1 0 0 0 0,0 0 1 0 0,7-12-1 0 0,-9 10 176 0 0,0 0 1 0 0,0 0-1 0 0,-1 0 0 0 0,0 0 1 0 0,-1-1-1 0 0,0 1 1 0 0,-1-1-1 0 0,0 0 1 0 0,-1 1-1 0 0,0-1 0 0 0,0 0 1 0 0,-1 1-1 0 0,-1-1 1 0 0,0 0-1 0 0,0 1 0 0 0,-1 0 1 0 0,0 0-1 0 0,-1-1 1 0 0,0 2-1 0 0,-1-1 0 0 0,-10-17 1 0 0,14 26-15 0 0,-20 29-7 0 0,20-19-129 0 0,-1 0 0 0 0,2 0 0 0 0,-1 0 0 0 0,1 0 0 0 0,0 0 0 0 0,1 0 0 0 0,0 0 0 0 0,1 0 0 0 0,0 0 0 0 0,6 16 0 0 0,1 2 20 0 0,2 0 0 0 0,16 27 0 0 0,1-4 22 0 0,-9-16-283 0 0,-1 0 1 0 0,16 42-1 0 0,-34-74 172 0 0,-8 13-33 0 0,2-13-68 0 0,1 0 0 0 0,-1 0 1 0 0,1 0-1 0 0,-1-1 0 0 0,0 0 1 0 0,0 0-1 0 0,0-1 0 0 0,1 0 1 0 0,-1 0-1 0 0,0 0 0 0 0,0 0 1 0 0,0-1-1 0 0,0 0 0 0 0,-9-3 1 0 0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7:59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0 888 0 0,'15'10'4017'0'0,"-2"-2"1032"0"0,-3-3-6968 0 0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8:02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390 81 276 0 0,'-1'-15'3065'0'0,"-15"-27"1237"0"0,15 41-3957 0 0,-3-3 140 0 0,3 3-459 0 0,1 1 0 0 0,0-1-1 0 0,-1 1 1 0 0,1-1-1 0 0,0 1 1 0 0,-1-1 0 0 0,1 1-1 0 0,-1 0 1 0 0,1-1 0 0 0,-1 1-1 0 0,1 0 1 0 0,0-1 0 0 0,-1 1-1 0 0,0 0 1 0 0,1 0-1 0 0,-1-1 1 0 0,1 1 0 0 0,-1 0-1 0 0,1 0 1 0 0,-1 0 0 0 0,1 0-1 0 0,-1 0 1 0 0,1-1 0 0 0,-1 1-1 0 0,0 0 1 0 0,1 0-1 0 0,-1 1 1 0 0,1-1 0 0 0,-1 0-1 0 0,1 0 1 0 0,-1 0 0 0 0,0 0-1 0 0,0 1 1 0 0,-14 4 57 0 0,-1 0 1 0 0,1 1-1 0 0,0 1 0 0 0,1 1 1 0 0,0 0-1 0 0,0 1 1 0 0,-18 15-1 0 0,2 1-34 0 0,1 1-1 0 0,-30 35 1 0 0,42-42-42 0 0,2 0 0 0 0,-23 37 0 0 0,34-50-4 0 0,1 0 0 0 0,0 0 0 0 0,0 1-1 0 0,0-1 1 0 0,1 1 0 0 0,0-1 0 0 0,0 1 0 0 0,1 0 0 0 0,-1 0 0 0 0,2-1 0 0 0,-1 1 0 0 0,1 0-1 0 0,0 0 1 0 0,1 11 0 0 0,0-17 11 0 0,-1 1 0 0 0,1 0 0 0 0,0 0 0 0 0,0-1 0 0 0,0 1 0 0 0,0 0 0 0 0,0-1 0 0 0,0 1 0 0 0,1-1 0 0 0,-1 0 0 0 0,0 1 0 0 0,1-1 0 0 0,-1 0 0 0 0,1 0 0 0 0,-1 0 0 0 0,1 0 0 0 0,0 0 0 0 0,-1 0 0 0 0,1 0 0 0 0,0 0 0 0 0,0-1 0 0 0,0 1 0 0 0,-1-1 0 0 0,1 1-1 0 0,0-1 1 0 0,0 0 0 0 0,0 0 0 0 0,0 0 0 0 0,0 0 0 0 0,0 0 0 0 0,0 0 0 0 0,2-1 0 0 0,9 0 56 0 0,0-1-1 0 0,0-1 0 0 0,18-5 1 0 0,-24 6-46 0 0,16-7 37 0 0,-2-1-1 0 0,1 0 1 0 0,-2-2-1 0 0,1 0 1 0 0,-2-1-1 0 0,1-2 1 0 0,-2 0-1 0 0,0 0 1 0 0,-1-2-1 0 0,0 0 1 0 0,20-29-1 0 0,-34 43-50 0 0,0-3-23 0 0,-2 5-24 0 0,1 2-104 0 0,-1 0 137 0 0,0 0 0 0 0,0 0 1 0 0,0 1-1 0 0,-1-1 0 0 0,1 0 0 0 0,0 1 0 0 0,0-1 1 0 0,-1 1-1 0 0,1-1 0 0 0,-1 1 0 0 0,1-1 0 0 0,-1 1 1 0 0,1-1-1 0 0,-1 1 0 0 0,0 0 0 0 0,0 1 1 0 0,5 35-33 0 0,-5-36 33 0 0,1 4-2 0 0,0 0 0 0 0,0 0 0 0 0,1 0 0 0 0,-1 0 0 0 0,1 0 0 0 0,1-1 0 0 0,-1 1 0 0 0,1-1 0 0 0,0 1 0 0 0,0-1 0 0 0,0 0 0 0 0,1 0 0 0 0,0 0 0 0 0,0-1 0 0 0,0 1 0 0 0,9 6 0 0 0,-9-8 29 0 0,0 0 0 0 0,0-1-1 0 0,0 0 1 0 0,0 0 0 0 0,0 0 0 0 0,1-1-1 0 0,-1 1 1 0 0,1-1 0 0 0,-1 0 0 0 0,1 0-1 0 0,-1 0 1 0 0,1-1 0 0 0,-1 0 0 0 0,1 0-1 0 0,0 0 1 0 0,-1 0 0 0 0,1-1 0 0 0,-1 1-1 0 0,1-1 1 0 0,-1 0 0 0 0,1-1 0 0 0,6-2-1 0 0,6-5 74 0 0,-1 0-1 0 0,0-1 0 0 0,0-1 0 0 0,-1 0 1 0 0,0-1-1 0 0,-1-1 0 0 0,-1 0 0 0 0,14-17 1 0 0,88-127 446 0 0,-101 135-471 0 0,15-24 95 0 0,-28 44-175 0 0,-6 7-139 0 0,1 0 128 0 0,0 0 1 0 0,0 0-1 0 0,0 0 1 0 0,1 0-1 0 0,-1 0 1 0 0,1 1-1 0 0,1 0 1 0 0,-1-1-1 0 0,1 1 1 0 0,0 0-1 0 0,0 0 1 0 0,1 0-1 0 0,-1 1 1 0 0,1-1 0 0 0,1 0-1 0 0,-1 0 1 0 0,1 1-1 0 0,1 7 1 0 0,3 4-30 0 0,0 0 0 0 0,2 0 0 0 0,0-1 0 0 0,1 1 0 0 0,1-1 0 0 0,0-1 0 0 0,16 24 0 0 0,-9-16-303 0 0,-2 0 0 0 0,15 38 0 0 0,-15-34-312 0 0,-12-29 657 0 0,0 1 0 0 0,-1-1 0 0 0,1 1 0 0 0,0-1 0 0 0,-1 1 0 0 0,1-1 0 0 0,-1 1 0 0 0,1-1 0 0 0,-1 0 0 0 0,1 1 0 0 0,-1-1 0 0 0,1 0 0 0 0,-1 0 0 0 0,0 1 0 0 0,1-1 0 0 0,-1 0 0 0 0,0 0 0 0 0,0 1 0 0 0,1-1 1 0 0,-1 0-1 0 0,0 0 0 0 0,0 0 0 0 0,0 1 0 0 0,0-1 0 0 0,0 0 0 0 0,-1-1 0 0 0,6-12-3 0 0,0 0 0 0 0,0 1 1 0 0,1 0-1 0 0,1 0 1 0 0,0 1-1 0 0,1-1 0 0 0,0 2 1 0 0,11-13-1 0 0,-1 0-23 0 0,52-67-70 0 0,-32 44 137 0 0,34-56-1 0 0,-37 50 849 0 0,-34 51-819 0 0,7 45 8 0 0,14 43 1 0 0,-16-71-150 0 0,0 0 0 0 0,1 0 0 0 0,11 17 0 0 0,-11-21-53 0 0,-1 0-1 0 0,0 0 0 0 0,-1 0 1 0 0,0 1-1 0 0,-1 0 1 0 0,5 18-1 0 0,5-1 534 0 0,-8-43-385 0 0,1 2-1 0 0,1-1 1 0 0,0 1-1 0 0,0 0 1 0 0,1 1-1 0 0,1 0 1 0 0,0 0-1 0 0,0 1 1 0 0,1 0-1 0 0,1 1 0 0 0,-1 1 1 0 0,2-1-1 0 0,-1 2 1 0 0,22-11-1 0 0,-32 17-20 0 0,0 1 0 0 0,0-1 0 0 0,1 0 0 0 0,-1 0 0 0 0,0 1 0 0 0,0-1 0 0 0,0 1 0 0 0,1 0 0 0 0,-1 0 0 0 0,0 0 0 0 0,0 0 0 0 0,1 0 0 0 0,-1 0 0 0 0,0 0 0 0 0,0 1 0 0 0,1-1 0 0 0,-1 1 0 0 0,0 0 0 0 0,0-1 0 0 0,0 1 0 0 0,0 0 0 0 0,0 0 0 0 0,0 0 0 0 0,0 1 0 0 0,0-1 0 0 0,0 0 0 0 0,-1 1 0 0 0,1 0 0 0 0,-1-1 0 0 0,1 1 0 0 0,-1 0 0 0 0,1-1 0 0 0,1 5 0 0 0,1-1-334 0 0,-1 2 0 0 0,0-1 0 0 0,0 0 0 0 0,0 1 0 0 0,-1-1 0 0 0,0 1 0 0 0,0-1 0 0 0,-1 1 0 0 0,1 8 0 0 0,-2-12-1118 0 0,0 0-905 0 0,0 12 177 0 0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8:03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71 368 0 0,'-2'-70'4768'0'0,"8"73"-6711"0"0,22 15 146 0 0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8:04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209 286 236 0 0,'0'0'1421'0'0,"-4"-2"-759"0"0,-12-9-57 0 0,12 8 1245 0 0,-35 10-264 0 0,35-6-1494 0 0,-14 7 172 0 0,0 0-1 0 0,0 0 1 0 0,-20 15-1 0 0,34-21-248 0 0,0 1 1 0 0,1-1-1 0 0,0 1 1 0 0,-1 0-1 0 0,1 0 0 0 0,0 0 1 0 0,0 0-1 0 0,1 1 1 0 0,-1-1-1 0 0,1 1 0 0 0,-1 0 1 0 0,1 0-1 0 0,0 0 1 0 0,1 0-1 0 0,-1 0 0 0 0,1 0 1 0 0,0 0-1 0 0,0 0 1 0 0,0 1-1 0 0,0 6 0 0 0,1-10-10 0 0,0 1-1 0 0,1-1 1 0 0,-1 1-1 0 0,1-1 1 0 0,0 0 0 0 0,-1 1-1 0 0,1-1 1 0 0,0 0-1 0 0,0 1 1 0 0,0-1-1 0 0,0 0 1 0 0,0 0-1 0 0,0 0 1 0 0,0 0-1 0 0,0 0 1 0 0,0 0-1 0 0,1 0 1 0 0,-1 0-1 0 0,0 0 1 0 0,1-1-1 0 0,-1 1 1 0 0,0 0-1 0 0,1-1 1 0 0,-1 0-1 0 0,3 1 1 0 0,42 10 81 0 0,-38-10-73 0 0,32 6 39 0 0,-21-5-52 0 0,-1 1 1 0 0,0 1 0 0 0,-1 0-1 0 0,1 1 1 0 0,21 10 0 0 0,-35-12-5 0 0,1-1 0 0 0,-1 1 0 0 0,0-1 0 0 0,0 1 0 0 0,0 1 0 0 0,0-1 0 0 0,-1 1 0 0 0,1-1 0 0 0,-1 1 0 0 0,0 0 0 0 0,0 0 0 0 0,-1 0 1 0 0,1 0-1 0 0,-1 1 0 0 0,0-1 0 0 0,0 1 0 0 0,0 0 0 0 0,0-1 0 0 0,-1 1 0 0 0,0 0 0 0 0,0 0 0 0 0,0 0 0 0 0,-1 0 0 0 0,0 7 0 0 0,0 5 3 0 0,-1 1 0 0 0,-1-1-1 0 0,0 1 1 0 0,-1-1 0 0 0,-1 0-1 0 0,-1 0 1 0 0,-14 32 0 0 0,17-42 28 0 0,-1-1 0 0 0,0 1 0 0 0,-1 0 0 0 0,0-1 0 0 0,0 0 0 0 0,0 0-1 0 0,-1 0 1 0 0,0-1 0 0 0,0 1 0 0 0,0-1 0 0 0,0 0 0 0 0,-1-1 0 0 0,0 1 0 0 0,0-1 0 0 0,-1 0 0 0 0,1-1 0 0 0,-1 1 0 0 0,1-1 0 0 0,-1-1 0 0 0,-14 4 0 0 0,19-5-4 0 0,0-1 0 0 0,0 1 1 0 0,0-1-1 0 0,0 0 0 0 0,0 0 0 0 0,0 0 1 0 0,0 0-1 0 0,0-1 0 0 0,0 1 1 0 0,0 0-1 0 0,0-1 0 0 0,0 1 0 0 0,0-1 1 0 0,1 0-1 0 0,-1 0 0 0 0,0 0 1 0 0,0 0-1 0 0,1 0 0 0 0,-1 0 0 0 0,0 0 1 0 0,1 0-1 0 0,-1-1 0 0 0,1 1 0 0 0,0 0 1 0 0,-1-1-1 0 0,1 0 0 0 0,0 1 1 0 0,0-1-1 0 0,0 0 0 0 0,0 1 0 0 0,0-1 1 0 0,0 0-1 0 0,0 0 0 0 0,1 0 1 0 0,-1 0-1 0 0,1 0 0 0 0,-1 0 0 0 0,1 0 1 0 0,0 0-1 0 0,0 0 0 0 0,0-3 0 0 0,0-5 4 0 0,0 0-1 0 0,1 0 0 0 0,0 0 0 0 0,0 0 0 0 0,1 0 0 0 0,6-17 0 0 0,11-19-271 0 0,2 1 0 0 0,2 2-1 0 0,1 0 1 0 0,3 1 0 0 0,1 2 0 0 0,63-69 0 0 0,-76 93 134 0 0,1 1 1 0 0,0 1 0 0 0,29-20 0 0 0,-37 29 94 0 0,-1 1 1 0 0,1 0-1 0 0,0 0 1 0 0,0 1-1 0 0,0 0 1 0 0,0 0-1 0 0,1 1 1 0 0,-1 0-1 0 0,1 0 1 0 0,16 0-1 0 0,-20 2 23 0 0,-1 1-1 0 0,0-1 1 0 0,1 1-1 0 0,-1 1 1 0 0,0-1 0 0 0,0 0-1 0 0,0 1 1 0 0,0 0-1 0 0,0 0 1 0 0,0 0-1 0 0,-1 0 1 0 0,1 1-1 0 0,0 0 1 0 0,-1 0-1 0 0,0-1 1 0 0,0 2-1 0 0,0-1 1 0 0,3 4-1 0 0,1 2 18 0 0,0 1 0 0 0,0 0 0 0 0,-1 1 0 0 0,9 20 0 0 0,-11-18 9 0 0,-1-1 0 0 0,0 1 0 0 0,0-1 0 0 0,-1 1 0 0 0,0 22 0 0 0,-2-34 21 0 0,-2 13 246 0 0,1-6 121 0 0,-1-10 553 0 0,0-4-961 0 0,2-1 0 0 0,-1 0 0 0 0,1 1 0 0 0,0-1 0 0 0,0 0 0 0 0,1 1 0 0 0,-1-1 0 0 0,2 0 0 0 0,-1 1 0 0 0,1-1 0 0 0,0 1 1 0 0,0 0-1 0 0,5-10 0 0 0,-3 9-27 0 0,-1-1 0 0 0,1 1 0 0 0,0 0 0 0 0,1 0 1 0 0,0 1-1 0 0,0-1 0 0 0,0 1 0 0 0,1 1 0 0 0,0-1 1 0 0,0 1-1 0 0,12-9 0 0 0,-15 13 5 0 0,0 0 0 0 0,0 0 1 0 0,0 1-1 0 0,-1-1 0 0 0,1 1 0 0 0,0-1 0 0 0,0 1 1 0 0,0 0-1 0 0,0 0 0 0 0,0 0 0 0 0,0 0 0 0 0,0 1 1 0 0,0-1-1 0 0,0 1 0 0 0,0 0 0 0 0,0 0 0 0 0,4 2 1 0 0,56 29-24 0 0,-26-12 32 0 0,-15-11 20 0 0,1-1-1 0 0,0-1 1 0 0,1-1 0 0 0,-1-1-1 0 0,1-1 1 0 0,1-1 0 0 0,-1-1 0 0 0,0-1-1 0 0,0-1 1 0 0,1-2 0 0 0,36-6 0 0 0,-58 8 24 0 0,-1 0 0 0 0,0 0 1 0 0,0-1-1 0 0,0 1 1 0 0,0-1-1 0 0,0 0 0 0 0,0 0 1 0 0,0 0-1 0 0,0 0 0 0 0,0 0 1 0 0,-1 0-1 0 0,1 0 1 0 0,0 0-1 0 0,-1-1 0 0 0,1 1 1 0 0,-1-1-1 0 0,1 1 1 0 0,-1-1-1 0 0,0 0 0 0 0,1 1 1 0 0,-1-1-1 0 0,0 0 1 0 0,0 0-1 0 0,0 0 0 0 0,0 0 1 0 0,-1 0-1 0 0,1 0 1 0 0,-1 0-1 0 0,1 0 0 0 0,-1 0 1 0 0,1 0-1 0 0,-1 0 1 0 0,0 0-1 0 0,0 0 0 0 0,0-1 1 0 0,0 1-1 0 0,-1 0 1 0 0,1 0-1 0 0,-1 0 0 0 0,1 0 1 0 0,-1 0-1 0 0,0 0 0 0 0,1 0 1 0 0,-1 0-1 0 0,0 0 1 0 0,0 0-1 0 0,0 1 0 0 0,-1-1 1 0 0,1 0-1 0 0,0 1 1 0 0,-1-1-1 0 0,-2-2 0 0 0,3 3-29 0 0,0 0-1 0 0,0 0 0 0 0,0 0 0 0 0,0 0 0 0 0,-1 1 0 0 0,1-1 1 0 0,0 0-1 0 0,-1 1 0 0 0,1-1 0 0 0,0 0 0 0 0,-1 1 0 0 0,1 0 0 0 0,-1-1 1 0 0,1 1-1 0 0,0 0 0 0 0,-1-1 0 0 0,1 1 0 0 0,-1 0 0 0 0,1 0 1 0 0,-1 0-1 0 0,1 1 0 0 0,-1-1 0 0 0,1 0 0 0 0,-1 1 0 0 0,-1 0 1 0 0,1-1-5 0 0,-1 1 0 0 0,1 0 0 0 0,-1 0 0 0 0,1 0 0 0 0,0 0 0 0 0,-1 0 0 0 0,1 1 0 0 0,0-1 0 0 0,0 1 1 0 0,0 0-1 0 0,-2 2 0 0 0,3-3-30 0 0,0 1 1 0 0,1-1-1 0 0,-1 1 1 0 0,1-1-1 0 0,-1 1 0 0 0,1-1 1 0 0,0 1-1 0 0,-1-1 1 0 0,1 1-1 0 0,0-1 1 0 0,0 1-1 0 0,0 0 0 0 0,1-1 1 0 0,-1 1-1 0 0,0-1 1 0 0,0 1-1 0 0,1-1 1 0 0,-1 1-1 0 0,1-1 0 0 0,-1 1 1 0 0,1-1-1 0 0,0 0 1 0 0,0 1-1 0 0,-1-1 1 0 0,1 0-1 0 0,0 1 0 0 0,0-1 1 0 0,0 0-1 0 0,0 0 1 0 0,1 0-1 0 0,-1 0 1 0 0,0 0-1 0 0,2 1 0 0 0,-3-2 15 0 0,7 5-183 0 0,0 0 0 0 0,1 0 1 0 0,-1-1-1 0 0,1 0 0 0 0,0 0 0 0 0,0-1 0 0 0,0 0 1 0 0,1 0-1 0 0,-1-1 0 0 0,1 0 0 0 0,-1-1 0 0 0,12 1 1 0 0,17 0-754 0 0,57-4 0 0 0,-55 1 297 0 0,-25 1 412 0 0,-1-1-1 0 0,1 0 1 0 0,-1-1-1 0 0,0 0 1 0 0,0-1 0 0 0,1-1-1 0 0,-2 0 1 0 0,22-9-1 0 0,-34 12 397 0 0,4-4 2812 0 0,-8 7-2913 0 0,-18 8 471 0 0,32-3-389 0 0,-9-6-133 0 0,0 0 0 0 0,-1 0 0 0 0,1 0 0 0 0,0-1 0 0 0,0 1 0 0 0,0 0 0 0 0,0 0 0 0 0,0 0 0 0 0,0-1 0 0 0,0 1 0 0 0,0 0 0 0 0,0-1 0 0 0,0 1 0 0 0,0-1 0 0 0,0 1 0 0 0,1-1 0 0 0,1 1 0 0 0,2-1 13 0 0,0 1 0 0 0,0-1 0 0 0,-1 0 0 0 0,1 0 0 0 0,0 0 0 0 0,0-1-1 0 0,0 1 1 0 0,0-1 0 0 0,-1 0 0 0 0,1-1 0 0 0,0 1 0 0 0,-1-1 0 0 0,1 0 0 0 0,-1 0 0 0 0,0 0-1 0 0,0-1 1 0 0,0 0 0 0 0,5-3 0 0 0,-3 0 12 0 0,1 0-1 0 0,-2-1 1 0 0,1 0-1 0 0,-1 0 0 0 0,0 0 1 0 0,0-1-1 0 0,-1 0 1 0 0,0 0-1 0 0,5-13 1 0 0,-3 5 105 0 0,-1-1 0 0 0,-1 1 0 0 0,-1-1 0 0 0,0 0 0 0 0,-1-1 0 0 0,0 1 1 0 0,-2 0-1 0 0,0 0 0 0 0,-1-1 0 0 0,-4-19 0 0 0,-15-39 2312 0 0,20 74-1464 0 0,-2 8-881 0 0,-2 7-59 0 0,1 1-1 0 0,0-1 1 0 0,1 1-1 0 0,1 0 1 0 0,0 0-1 0 0,1 0 1 0 0,0 0-1 0 0,1 0 1 0 0,1 0-1 0 0,4 20 1 0 0,45 146-1283 0 0,-44-158 731 0 0,15 34-2003 0 0,-5-19-2691 0 0,-4-18 1869 0 0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8:06.5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115 115 260 0 0,'-38'-40'2293'0'0,"-23"-30"3839"0"0,61 70-6089 0 0,0-1-1 0 0,0 1 1 0 0,0 0 0 0 0,0 0 0 0 0,0 0 0 0 0,0 0 0 0 0,0-1-1 0 0,0 1 1 0 0,0 0 0 0 0,0 0 0 0 0,-1 0 0 0 0,1-1 0 0 0,0 1-1 0 0,0 0 1 0 0,0 0 0 0 0,0 0 0 0 0,0 0 0 0 0,-1 0 0 0 0,1 0-1 0 0,0-1 1 0 0,0 1 0 0 0,0 0 0 0 0,0 0 0 0 0,-1 0 0 0 0,1 0-1 0 0,0 0 1 0 0,0 0 0 0 0,0 0 0 0 0,-1 0 0 0 0,1 0 0 0 0,0 0 0 0 0,0 0-1 0 0,-1 0 1 0 0,1 0 0 0 0,0 0 0 0 0,0 0 0 0 0,0 0 0 0 0,-1 0-1 0 0,1 0 1 0 0,0 0 0 0 0,0 0 0 0 0,0 0 0 0 0,0 0 0 0 0,-1 1-1 0 0,1-1 1 0 0,0 0 0 0 0,0 0 0 0 0,0 0 0 0 0,0 0 0 0 0,-1 0-1 0 0,1 0 1 0 0,0 1 0 0 0,0-1 0 0 0,0 0 0 0 0,0 0 0 0 0,-5 18 512 0 0,2 22-373 0 0,10 40 293 0 0,4 0 0 0 0,21 83 0 0 0,10 72 151 0 0,-37-210-938 0 0,3 38-652 0 0,-7-61 610 0 0,-1 0-1 0 0,0 0 1 0 0,0 0-1 0 0,0 0 1 0 0,0 0-1 0 0,0 0 0 0 0,0 0 1 0 0,0 0-1 0 0,-1 1 1 0 0,1-1-1 0 0,-1 0 1 0 0,0-1-1 0 0,1 1 0 0 0,-1 0 1 0 0,0 0-1 0 0,0 0 1 0 0,0 0-1 0 0,0-1 1 0 0,-1 1-1 0 0,1 0 0 0 0,-3 2 1 0 0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8:07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0 203 212 0 0,'0'0'1303'0'0,"5"0"-742"0"0,25 0-26 0 0,0-2 0 0 0,0-1 0 0 0,0-1 0 0 0,0-1 0 0 0,30-11 1 0 0,-36 10-332 0 0,507-109 1858 0 0,-265 65-1057 0 0,-265 49-1000 0 0,0 1 1 0 0,0 0-1 0 0,1 0 0 0 0,-1 0 1 0 0,0 0-1 0 0,1 0 0 0 0,-1 0 0 0 0,0 0 1 0 0,0 0-1 0 0,1 0 0 0 0,-1 1 0 0 0,0-1 1 0 0,0 0-1 0 0,1 1 0 0 0,-1-1 1 0 0,0 1-1 0 0,0 0 0 0 0,0-1 0 0 0,0 1 1 0 0,0 0-1 0 0,0-1 0 0 0,0 1 1 0 0,0 0-1 0 0,0 0 0 0 0,0 0 0 0 0,0 0 1 0 0,-1 0-1 0 0,1 0 0 0 0,0 0 0 0 0,-1 0 1 0 0,1 0-1 0 0,0 3 0 0 0,2 3 9 0 0,-2 0 0 0 0,1 1 0 0 0,-1-1-1 0 0,1 16 1 0 0,5 21 32 0 0,-5-38-4 0 0,1 0 1 0 0,0-1-1 0 0,0 1 0 0 0,1-1 1 0 0,0 0-1 0 0,0 1 0 0 0,0-2 1 0 0,0 1-1 0 0,1 0 0 0 0,0-1 1 0 0,0 0-1 0 0,0 0 1 0 0,0-1-1 0 0,1 1 0 0 0,-1-1 1 0 0,1 0-1 0 0,0-1 0 0 0,0 1 1 0 0,0-1-1 0 0,0 0 0 0 0,0-1 1 0 0,0 1-1 0 0,1-1 1 0 0,-1-1-1 0 0,8 1 0 0 0,-11-1 29 0 0,-1 0 0 0 0,1 0 0 0 0,0-1 0 0 0,-1 1 1 0 0,1-1-1 0 0,0 0 0 0 0,-1 1 0 0 0,1-1 0 0 0,-1-1 0 0 0,1 1 0 0 0,-1 0 0 0 0,0 0 0 0 0,1-1 0 0 0,-1 1 0 0 0,0-1 0 0 0,0 0 0 0 0,0 0 0 0 0,0 0 0 0 0,0 0 0 0 0,-1 0 1 0 0,1 0-1 0 0,-1 0 0 0 0,1-1 0 0 0,-1 1 0 0 0,0 0 0 0 0,0-1 0 0 0,0 1 0 0 0,0-1 0 0 0,0 1 0 0 0,0-5 0 0 0,1 2 32 0 0,-1-1 0 0 0,0 1 0 0 0,-1-1-1 0 0,1 0 1 0 0,-1 1 0 0 0,-1-1 0 0 0,1 1-1 0 0,-1-1 1 0 0,0 0 0 0 0,0 1 0 0 0,0-1-1 0 0,-4-8 1 0 0,4 11-219 0 0,-1-1-1 0 0,0 0 1 0 0,1 0-1 0 0,-2 1 1 0 0,1 0-1 0 0,0-1 1 0 0,-1 1-1 0 0,1 0 1 0 0,-1 0-1 0 0,0 0 1 0 0,0 0-1 0 0,0 1 1 0 0,0-1-1 0 0,-1 1 1 0 0,-6-4-1 0 0,8 6-782 0 0,-13 9-4992 0 0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8:07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1 157 10617 0 0,'49'-14'1853'0'0,"-41"11"-1815"0"0,0 1 0 0 0,1-1 0 0 0,-1 1 0 0 0,0 1 1 0 0,1-1-1 0 0,0 2 0 0 0,-1-1 0 0 0,10 1 0 0 0,-10 1-36 0 0,1 1 0 0 0,-1 0 0 0 0,0 0 0 0 0,0 1 0 0 0,0-1-1 0 0,0 2 1 0 0,-1-1 0 0 0,1 1 0 0 0,-1 0 0 0 0,0 1 0 0 0,13 10 0 0 0,-1 2-1 0 0,-1 2 1 0 0,23 30 0 0 0,-25-32 1020 0 0,-15-26 699 0 0,-3-24-1515 0 0,4 20-348 0 0,1 1-1 0 0,0-1 0 0 0,0 1 1 0 0,1-1-1 0 0,1 1 1 0 0,0 1-1 0 0,1-1 0 0 0,0 1 1 0 0,0 0-1 0 0,1 0 1 0 0,15-17-1 0 0,-10 15-1836 0 0,0 1 0 0 0,0 0 0 0 0,1 1 0 0 0,26-17 0 0 0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8:08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2 251 120 0 0,'0'0'1700'0'0,"2"-10"6785"0"0,-4 27-8332 0 0,0 52 385 0 0,2-66-508 0 0,1 0 0 0 0,-1 0-1 0 0,0 0 1 0 0,1 0 0 0 0,0 0 0 0 0,-1 0 0 0 0,1 0-1 0 0,0 0 1 0 0,0-1 0 0 0,1 1 0 0 0,-1 0 0 0 0,1-1 0 0 0,-1 1-1 0 0,1-1 1 0 0,0 1 0 0 0,0-1 0 0 0,0 0 0 0 0,0 0 0 0 0,4 3-1 0 0,-5-4 28 0 0,5-2-39 0 0,1 1-1 0 0,-1-2 1 0 0,0 1-1 0 0,0-1 1 0 0,0 1 0 0 0,0-2-1 0 0,0 1 1 0 0,0-1-1 0 0,8-5 1 0 0,37-12-516 0 0,-44 19 390 0 0,1 0 0 0 0,0 1 0 0 0,0 0 0 0 0,0 0-1 0 0,0 1 1 0 0,0 0 0 0 0,0 0 0 0 0,8 3 0 0 0,-10-2 16 0 0,1-1 1 0 0,-1 1-1 0 0,1-1 0 0 0,-1 0 1 0 0,1-1-1 0 0,-1 0 0 0 0,1 0 1 0 0,-1 0-1 0 0,1-1 0 0 0,-1 0 1 0 0,11-2-1 0 0,-8-1 193 0 0,0 0-1 0 0,0 0 1 0 0,-1-1-1 0 0,1 0 1 0 0,-1-1-1 0 0,0 0 1 0 0,0 0-1 0 0,-1-1 0 0 0,0 1 1 0 0,0-2-1 0 0,0 1 1 0 0,-1-1-1 0 0,0 0 1 0 0,-1 0-1 0 0,7-13 1 0 0,-4 4 110 0 0,-1-1-1 0 0,-1 0 1 0 0,0 0 0 0 0,-1 0 0 0 0,-1-1 0 0 0,-1 0 0 0 0,1-24-1 0 0,1-19 811 0 0,-5 60-936 0 0,-5 6-68 0 0,-2 5-14 0 0,0 0 0 0 0,0 1 1 0 0,1 0-1 0 0,0-1 0 0 0,0 2 1 0 0,1-1-1 0 0,1 1 0 0 0,0 0 1 0 0,0 0-1 0 0,1 0 0 0 0,1 0 1 0 0,-1 0-1 0 0,2 1 0 0 0,0-1 0 0 0,0 1 1 0 0,1-1-1 0 0,0 1 0 0 0,1 0 1 0 0,1-1-1 0 0,4 19 0 0 0,-4-21-9 0 0,0 1-1 0 0,1-1 0 0 0,-1 0 1 0 0,2-1-1 0 0,0 1 0 0 0,0-1 0 0 0,0 1 1 0 0,1-1-1 0 0,0 0 0 0 0,1-1 1 0 0,-1 1-1 0 0,2-1 0 0 0,-1 0 0 0 0,1-1 1 0 0,0 0-1 0 0,0 0 0 0 0,1 0 1 0 0,0-1-1 0 0,0 0 0 0 0,0 0 1 0 0,0-1-1 0 0,1 0 0 0 0,-1-1 0 0 0,1 1 1 0 0,0-2-1 0 0,13 3 0 0 0,-4-4 103 0 0,0 0 0 0 0,1-2 0 0 0,-1 0 0 0 0,0-1 0 0 0,1-1 0 0 0,30-8 0 0 0,-41 9 132 0 0,-6 1 294 0 0,-1 2-514 0 0,0 0 0 0 0,1 1 0 0 0,-1-1 0 0 0,0 0 0 0 0,1 0-1 0 0,-1 1 1 0 0,0-1 0 0 0,0 1 0 0 0,0-1 0 0 0,0 1 0 0 0,0 0 0 0 0,-1-1 0 0 0,1 1 0 0 0,0 0 0 0 0,-1-1 0 0 0,1 1 0 0 0,-1 0 0 0 0,0 0 0 0 0,1-1 0 0 0,-1 1 0 0 0,0 0 0 0 0,0 0 0 0 0,0 2 0 0 0,8 26-479 0 0,-5-25 308 0 0,1-1-1 0 0,0 1 1 0 0,0-1 0 0 0,0 0-1 0 0,1 0 1 0 0,-1 0-1 0 0,1-1 1 0 0,0 1-1 0 0,0-1 1 0 0,0 0-1 0 0,1-1 1 0 0,-1 1 0 0 0,1-1-1 0 0,9 2 1 0 0,0 0-1253 0 0,1-1 0 0 0,-1 0 0 0 0,1-2 0 0 0,21 1 0 0 0,-12-2-1494 0 0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8:08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1 146 484 0 0,'0'-5'286'0'0,"-1"0"1"0"0,2 0-1 0 0,-1 0 1 0 0,1 0-1 0 0,-1 0 0 0 0,1 0 1 0 0,1 1-1 0 0,-1-1 1 0 0,1 0-1 0 0,-1 0 0 0 0,2 1 1 0 0,-1-1-1 0 0,0 1 1 0 0,1 0-1 0 0,0 0 0 0 0,0 0 1 0 0,0 0-1 0 0,0 0 1 0 0,1 0-1 0 0,-1 1 0 0 0,7-5 1 0 0,-6 4-46 0 0,1 0 0 0 0,1-1-1 0 0,-1 1 1 0 0,1 1 0 0 0,0-1 0 0 0,-1 1 0 0 0,1 0 0 0 0,1 1-1 0 0,-1-1 1 0 0,0 1 0 0 0,1 0 0 0 0,-1 1 0 0 0,1-1 0 0 0,-1 1-1 0 0,12 0 1 0 0,-14 2-161 0 0,0 0-1 0 0,0-1 1 0 0,-1 1-1 0 0,1 1 1 0 0,0-1-1 0 0,-1 1 1 0 0,1-1 0 0 0,-1 1-1 0 0,0 0 1 0 0,0 0-1 0 0,1 0 1 0 0,-1 1-1 0 0,-1-1 1 0 0,1 1-1 0 0,3 3 1 0 0,-1 0 11 0 0,0 1 1 0 0,-1 0 0 0 0,1 0-1 0 0,-2 0 1 0 0,1 0 0 0 0,5 15 0 0 0,-4-4 5 0 0,-1 0 0 0 0,0-1 1 0 0,-1 1-1 0 0,-1 0 0 0 0,-1 34 1 0 0,-19 149 556 0 0,-4-103-2462 0 0,14-73-1559 0 0,-21 44 0 0 0,21-51 414 0 0</inkml:trace>
</inkml:ink>
</file>

<file path=ppt/ink/ink2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8:08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1100 0 0,'12'43'17814'0'0</inkml:trace>
</inkml:ink>
</file>

<file path=ppt/ink/ink2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8:09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569 11 236 0 0,'0'0'90'0'0,"0"0"0"0"0,-1-1-1 0 0,1 1 1 0 0,0 0 0 0 0,0 0 0 0 0,0-1 0 0 0,0 1-1 0 0,0 0 1 0 0,0-1 0 0 0,0 1 0 0 0,0 0 0 0 0,0 0-1 0 0,0-1 1 0 0,0 1 0 0 0,0 0 0 0 0,0-1 0 0 0,0 1-1 0 0,0 0 1 0 0,0-1 0 0 0,0 1 0 0 0,0 0 0 0 0,1 0-1 0 0,-1-1 1 0 0,0 1 0 0 0,0 0 0 0 0,0 0 0 0 0,0-1-1 0 0,1 1 1 0 0,-1 0 0 0 0,0 0 0 0 0,0-1 0 0 0,0 1-1 0 0,1 0 1 0 0,-1 0 0 0 0,0 0 0 0 0,0 0 0 0 0,1-1-1 0 0,-1 1 1 0 0,0 0 0 0 0,0 0 0 0 0,1 0 0 0 0,-1 0-1 0 0,0 0 1 0 0,1 0 0 0 0,-1 0 0 0 0,23-1 1342 0 0,26 11-492 0 0,-48-10-883 0 0,24 7 267 0 0,1 2 1 0 0,-1 0-1 0 0,0 2 1 0 0,-1 1-1 0 0,0 1 1 0 0,-1 1-1 0 0,-1 1 1 0 0,0 1-1 0 0,-1 0 1 0 0,-1 2-1 0 0,0 1 1 0 0,-2 0-1 0 0,0 1 0 0 0,30 44 1 0 0,-24-25-77 0 0,-2 0 0 0 0,-2 1 0 0 0,-1 1 0 0 0,-2 1 0 0 0,-2 0 0 0 0,-1 1 0 0 0,-3 1 0 0 0,7 49 0 0 0,-14-47-69 0 0,-2 0 0 0 0,-1 1 0 0 0,-3-1 0 0 0,-2 1 0 0 0,-2-1-1 0 0,-1 0 1 0 0,-3-1 0 0 0,-2 0 0 0 0,-1-1 0 0 0,-28 61 0 0 0,24-68-85 0 0,-2-2 0 0 0,-1 0 1 0 0,-2-1-1 0 0,-1-1 0 0 0,-1 0 1 0 0,-2-3-1 0 0,-1 0 0 0 0,-2-1 1 0 0,-32 24-1 0 0,22-22-167 0 0,-1-3 1 0 0,-2-1-1 0 0,0-3 0 0 0,-2-1 0 0 0,-1-2 1 0 0,0-2-1 0 0,-50 13 0 0 0,-120 20-2221 0 0,173-45-1268 0 0,-63 1 1 0 0,47-10-266 0 0</inkml:trace>
</inkml:ink>
</file>

<file path=ppt/ink/ink2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8:37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0 588 0 0,'-12'25'785'0'0,"2"0"0"0"0,1 1 0 0 0,1 0-1 0 0,2 0 1 0 0,0 0 0 0 0,-2 30 0 0 0,-5 18 346 0 0,8-42-521 0 0,-1 46 0 0 0,7-60-593 0 0,-2 0 0 0 0,0 0 1 0 0,-1 0-1 0 0,-1 0 1 0 0,0-1-1 0 0,-2 1 1 0 0,0-1-1 0 0,0 0 0 0 0,-14 25 1 0 0,18-40-261 0 0,0-1 0 0 0,0 1 1 0 0,0 0-1 0 0,-1 0 0 0 0,1-1 0 0 0,-1 1 1 0 0,1-1-1 0 0,-1 1 0 0 0,0-1 1 0 0,1 0-1 0 0,-1 0 0 0 0,0 0 0 0 0,0 0 1 0 0,0 0-1 0 0,0 0 0 0 0,0 0 1 0 0,0 0-1 0 0,0-1 0 0 0,-3 1 0 0 0,-12 0-1869 0 0</inkml:trace>
</inkml:ink>
</file>

<file path=ppt/ink/ink2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8:38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0 639 360 0 0,'22'-5'3696'0'0,"92"-17"-2812"0"0,334-64 1047 0 0,208-98-333 0 0,-499 126-1192 0 0,-134 48-255 0 0,-1-1 0 0 0,0-1 1 0 0,-1-1-1 0 0,30-24 0 0 0,-47 34-102 0 0,-1 0-1 0 0,0 1 1 0 0,0-2 0 0 0,0 1-1 0 0,-1 0 1 0 0,1 0 0 0 0,-1-1 0 0 0,0 0-1 0 0,0 1 1 0 0,0-1 0 0 0,0 0 0 0 0,0 0-1 0 0,-1 0 1 0 0,0 0 0 0 0,0 0-1 0 0,0 0 1 0 0,0-1 0 0 0,-1 1 0 0 0,0 0-1 0 0,1 0 1 0 0,-2-1 0 0 0,1 1-1 0 0,0 0 1 0 0,-1 0 0 0 0,0 0 0 0 0,0-1-1 0 0,0 1 1 0 0,0 0 0 0 0,-1 0-1 0 0,-2-4 1 0 0,1 2-22 0 0,0 1 1 0 0,0 0-1 0 0,0 0 0 0 0,-1 0 0 0 0,0 0 0 0 0,0 1 1 0 0,-1 0-1 0 0,1-1 0 0 0,-1 1 0 0 0,0 1 0 0 0,0-1 1 0 0,0 1-1 0 0,0 0 0 0 0,0 0 0 0 0,-1 0 0 0 0,0 1 1 0 0,1 0-1 0 0,-1 0 0 0 0,0 1 0 0 0,-7-2 0 0 0,9 3-26 0 0,0-1-1 0 0,0 1 0 0 0,0 0 0 0 0,0 0 0 0 0,1 1 1 0 0,-1-1-1 0 0,0 1 0 0 0,0 0 0 0 0,0 0 0 0 0,0 0 1 0 0,1 0-1 0 0,-1 1 0 0 0,1-1 0 0 0,-1 1 0 0 0,1 0 0 0 0,-7 5 1 0 0,6-3-5 0 0,-1 1 1 0 0,0 0 0 0 0,1 0-1 0 0,0 0 1 0 0,0 1 0 0 0,0-1 0 0 0,1 1-1 0 0,0 0 1 0 0,-3 7 0 0 0,-1 6 0 0 0,1 0 1 0 0,1 1 0 0 0,0-1-1 0 0,2 1 1 0 0,-2 30-1 0 0,4 79 144 0 0,18 152-1 0 0,-14-238-85 0 0,17 162 327 0 0,-19-189-277 0 0,0-13-43 0 0,-1 1-1 0 0,0 0 0 0 0,1 0 1 0 0,0 0-1 0 0,0-1 0 0 0,0 1 1 0 0,4 8 2678 0 0,-3-16-2626 0 0,10-19-37 0 0,1 0-1 0 0,1 0 1 0 0,1 1 0 0 0,26-28 0 0 0,-39 49-112 0 0,-1 0 0 0 0,1-1 0 0 0,0 1 0 0 0,0 0 0 0 0,0 0 0 0 0,0 0 1 0 0,0 0-1 0 0,0 0 0 0 0,0 0 0 0 0,0 1 0 0 0,0-1 0 0 0,1 1 0 0 0,-1-1 0 0 0,0 1 0 0 0,0 0 1 0 0,1 0-1 0 0,-1 0 0 0 0,0 0 0 0 0,0 0 0 0 0,5 2 0 0 0,52 16-93 0 0,-7-1 75 0 0,-21-14 25 0 0,0-1 0 0 0,-1-1 0 0 0,60-7 0 0 0,-72 3 198 0 0,0 0-1 0 0,0-1 1 0 0,0-1-1 0 0,-1 0 1 0 0,1-2-1 0 0,-2 0 1 0 0,30-16 0 0 0,-44 21 106 0 0,1-13 482 0 0,-3 15-780 0 0,0 0-1 0 0,0-1 0 0 0,-1 1 0 0 0,1 0 0 0 0,0 0 1 0 0,0-1-1 0 0,0 1 0 0 0,0 0 0 0 0,0 0 0 0 0,0-1 1 0 0,0 1-1 0 0,0 0 0 0 0,0 0 0 0 0,0-1 1 0 0,0 1-1 0 0,0 0 0 0 0,0 0 0 0 0,0 0 0 0 0,0-1 1 0 0,1 1-1 0 0,-1 0 0 0 0,0 0 0 0 0,0-1 0 0 0,0 1 1 0 0,0 0-1 0 0,0 0 0 0 0,0 0 0 0 0,1-1 0 0 0,-1 1 1 0 0,0 0-1 0 0,0 0 0 0 0,0 0 0 0 0,1 0 1 0 0,-1-1-1 0 0,0 1 0 0 0,0 0 0 0 0,0 0 0 0 0,1 0 1 0 0,-1 0-1 0 0,0 0 0 0 0,0 0 0 0 0,1 0 0 0 0,-1 0 1 0 0,0 0-1 0 0,0 0 0 0 0,1 0 0 0 0,-1 0 1 0 0,0 0-1 0 0,0 0 0 0 0,1 0 0 0 0,-1 0 0 0 0,0 0 1 0 0,0 0-1 0 0,1 0 0 0 0,-1 0 0 0 0,5 6-268 0 0,-1-1-1 0 0,1 0 0 0 0,0 0 1 0 0,1 0-1 0 0,-1 0 1 0 0,1-1-1 0 0,0 0 1 0 0,0 0-1 0 0,0-1 1 0 0,0 1-1 0 0,1-1 1 0 0,7 2-1 0 0,6 2-1366 0 0,1-1-1 0 0,0-1 1 0 0,22 3 0 0 0,0-4-1619 0 0</inkml:trace>
</inkml:ink>
</file>

<file path=ppt/ink/ink2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8:39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27 245 516 0 0,'0'0'6627'0'0,"-3"-6"-5997"0"0,1 4-278 0 0,2 8 1803 0 0,1 18-1796 0 0,0 1 1 0 0,-2-1 0 0 0,-5 32 0 0 0,-1 21 293 0 0,2-48-405 0 0,4-24-148 0 0,0 0 1 0 0,0-1 0 0 0,0 1-1 0 0,1 0 1 0 0,0 0-1 0 0,0 0 1 0 0,1 8 1986 0 0,0-20-1961 0 0,14-226-510 0 0,-13 239 326 0 0,0 0 1 0 0,0 0 0 0 0,0 0 0 0 0,1 0-1 0 0,0 0 1 0 0,0 0 0 0 0,0-1-1 0 0,1 0 1 0 0,-1 1 0 0 0,1-1-1 0 0,1-1 1 0 0,-1 1 0 0 0,1-1-1 0 0,0 1 1 0 0,9 5 0 0 0,-9-5 62 0 0,1-1 0 0 0,-1 0-1 0 0,1 0 1 0 0,0-1 0 0 0,0 0 0 0 0,0 0 0 0 0,0 0-1 0 0,0-1 1 0 0,1 0 0 0 0,-1 0 0 0 0,1 0 0 0 0,-1-1 0 0 0,1 0-1 0 0,0-1 1 0 0,0 1 0 0 0,-1-1 0 0 0,13-1 0 0 0,-9-3 27 0 0,-1 1 0 0 0,1-1 1 0 0,-1-1-1 0 0,1 1 1 0 0,-1-2-1 0 0,-1 1 1 0 0,1-1-1 0 0,-1 0 0 0 0,0-1 1 0 0,-1 0-1 0 0,1 0 1 0 0,-1-1-1 0 0,-1 0 1 0 0,1 0-1 0 0,-1-1 0 0 0,-1 0 1 0 0,0 0-1 0 0,8-16 1 0 0,-1-5 57 0 0,-1 0 1 0 0,-2-1 0 0 0,-1 0 0 0 0,8-55 0 0 0,-14 62 111 0 0,4-17 344 0 0,-6 39-458 0 0,-4 7-86 0 0,0 1 0 0 0,0 0 0 0 0,0 0 0 0 0,0 0 0 0 0,1 0 0 0 0,0 0 0 0 0,0 1 0 0 0,1-1 0 0 0,0 1 0 0 0,-2 10 0 0 0,-3 12 67 0 0,1 0 0 0 0,1 0 0 0 0,-1 48 0 0 0,6-65-226 0 0,0-1 1 0 0,1 0-1 0 0,0 0 1 0 0,1 0-1 0 0,0 0 1 0 0,1 0-1 0 0,0 0 1 0 0,0 0-1 0 0,1-1 1 0 0,1 1-1 0 0,0-1 1 0 0,11 16-1 0 0,-13-22-73 0 0,0-1-1 0 0,0 0 1 0 0,0 0 0 0 0,0 0 0 0 0,0 0-1 0 0,1 0 1 0 0,0-1 0 0 0,-1 1 0 0 0,1-1-1 0 0,0 0 1 0 0,0 0 0 0 0,0-1 0 0 0,0 1-1 0 0,5 0 1 0 0,37 1-5625 0 0,-26-4 2940 0 0</inkml:trace>
</inkml:ink>
</file>

<file path=ppt/ink/ink2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8:39.7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1 604 0 0,'-6'-1'775'0'0,"1"2"-498"0"0,0-1 0 0 0,-1 1 1 0 0,1 0-1 0 0,0 0 0 0 0,-1 1 1 0 0,1-1-1 0 0,0 1 0 0 0,0 0 1 0 0,0 1-1 0 0,1-1 0 0 0,-1 1 1 0 0,0 0-1 0 0,1 0 0 0 0,0 0 1 0 0,-8 8-1 0 0,-35 38 1651 0 0,44-45-1795 0 0,0 0-1 0 0,1-1 0 0 0,-1 1 1 0 0,1 0-1 0 0,0 1 0 0 0,0-1 0 0 0,0 0 1 0 0,1 0-1 0 0,0 1 0 0 0,-1-1 1 0 0,1 1-1 0 0,0 5 0 0 0,1-8 4 0 0,42 7 490 0 0,57-40-165 0 0,-97 30-448 0 0,1 1-18 0 0,1 0 1 0 0,-1 0 0 0 0,0 0-1 0 0,1 1 1 0 0,-1 0-1 0 0,0-1 1 0 0,1 1 0 0 0,-1 0-1 0 0,0 1 1 0 0,0-1 0 0 0,0 1-1 0 0,5 3 1 0 0,-4-2 28 0 0,0 1-1 0 0,1-1 1 0 0,-1 1-1 0 0,1-1 1 0 0,-1-1 0 0 0,1 1-1 0 0,0-1 1 0 0,0 1-1 0 0,6 0 1 0 0,-9-2 69 0 0,26-14 302 0 0,17-25-84 0 0,-32 26-153 0 0,0 0 0 0 0,1 1 0 0 0,26-16 0 0 0,-39 27-156 0 0,1-1 0 0 0,-1 1-1 0 0,0 0 1 0 0,1 0 0 0 0,-1-1 0 0 0,0 1 0 0 0,1 0 0 0 0,-1 0 0 0 0,0 1 0 0 0,1-1 0 0 0,-1 0-1 0 0,0 0 1 0 0,1 1 0 0 0,-1-1 0 0 0,0 0 0 0 0,0 1 0 0 0,1-1 0 0 0,-1 1 0 0 0,0 0 0 0 0,0-1 0 0 0,0 1-1 0 0,0 0 1 0 0,0 0 0 0 0,0 0 0 0 0,0 0 0 0 0,1 1 0 0 0,28 31 31 0 0,-24-25-27 0 0,17 19 30 0 0,2-1 0 0 0,27 23-1 0 0,-46-43-34 0 0,1 0 0 0 0,0-1 0 0 0,1 0-1 0 0,-1 0 1 0 0,1 0 0 0 0,0-1 0 0 0,0-1 0 0 0,1 1-1 0 0,-1-1 1 0 0,1-1 0 0 0,0 1 0 0 0,-1-1 0 0 0,14 1-1 0 0,-17-3 1 0 0,-1-1-1 0 0,0 1 0 0 0,1-1 1 0 0,-1 0-1 0 0,0 1 0 0 0,0-2 0 0 0,1 1 1 0 0,-1-1-1 0 0,0 1 0 0 0,0-1 1 0 0,0 0-1 0 0,-1 0 0 0 0,1-1 0 0 0,0 1 1 0 0,-1-1-1 0 0,0 0 0 0 0,1 0 1 0 0,-1 0-1 0 0,0 0 0 0 0,-1-1 0 0 0,1 1 1 0 0,-1-1-1 0 0,1 1 0 0 0,-1-1 0 0 0,0 0 1 0 0,0 0-1 0 0,-1 0 0 0 0,1 0 1 0 0,-1 0-1 0 0,0-1 0 0 0,0 1 0 0 0,0 0 1 0 0,-1-1-1 0 0,1 1 0 0 0,-1 0 1 0 0,0-1-1 0 0,-1-4 0 0 0,1 8-2 0 0,-1 0-1 0 0,0-1 1 0 0,0 1-1 0 0,0 0 1 0 0,0 0-1 0 0,0 0 1 0 0,0 0-1 0 0,0 0 0 0 0,0 0 1 0 0,-1 0-1 0 0,1 0 1 0 0,0 0-1 0 0,0 1 1 0 0,-1-1-1 0 0,1 0 1 0 0,0 1-1 0 0,-1-1 1 0 0,1 1-1 0 0,-1-1 1 0 0,1 1-1 0 0,-1 0 1 0 0,1 0-1 0 0,-1 0 1 0 0,1 0-1 0 0,-1 0 1 0 0,1 0-1 0 0,-1 0 1 0 0,1 0-1 0 0,-1 0 1 0 0,-2 1-1 0 0,-43 9-71 0 0,37-6-261 0 0,0 0 0 0 0,-1 0 0 0 0,2 1-1 0 0,-1 0 1 0 0,0 1 0 0 0,1 0 0 0 0,0 1 0 0 0,1 0 0 0 0,0 0-1 0 0,0 0 1 0 0,0 1 0 0 0,1 1 0 0 0,-11 14 0 0 0,14-17-2574 0 0</inkml:trace>
</inkml:ink>
</file>

<file path=ppt/ink/ink2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8:40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1 272 0 0,'0'0'1031'0'0,"1"15"2560"0"0,-8 39 323 0 0,4-42-3610 0 0,1 0 0 0 0,0 0-1 0 0,1-1 1 0 0,0 1 0 0 0,1 0 0 0 0,1 0 0 0 0,0 0 0 0 0,4 23-1 0 0,-7-13-1540 0 0</inkml:trace>
</inkml:ink>
</file>

<file path=ppt/ink/ink2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8:40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64 936 0 0,'-1'-11'236'0'0,"-1"-18"7498"0"0,2 10-9425 0 0,0 15-827 0 0</inkml:trace>
</inkml:ink>
</file>

<file path=ppt/ink/ink2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8:41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43 268 0 0,'5'15'2342'0'0,"0"-1"-1312"0"0,-1 0 1 0 0,0 0 0 0 0,-1 1 0 0 0,-1 0 0 0 0,1 18 0 0 0,-3-32-972 0 0,0 1 475 0 0,-6 13 1947 0 0,10-45-1771 0 0,-2 24-720 0 0,0 0 1 0 0,0 1-1 0 0,1-1 0 0 0,0 1 0 0 0,0 0 1 0 0,0 0-1 0 0,0 0 0 0 0,1 0 0 0 0,0 0 1 0 0,0 1-1 0 0,0-1 0 0 0,1 1 0 0 0,-1 0 1 0 0,1 1-1 0 0,0-1 0 0 0,0 1 0 0 0,0 0 1 0 0,1 0-1 0 0,-1 0 0 0 0,1 1 0 0 0,-1 0 1 0 0,1 0-1 0 0,0 1 0 0 0,0-1 0 0 0,0 1 1 0 0,0 0-1 0 0,0 1 0 0 0,6-1 0 0 0,-9 2 1 0 0,0 0 0 0 0,0 0 0 0 0,0 0 0 0 0,0 1 0 0 0,0-1 0 0 0,-1 1 0 0 0,1-1 0 0 0,0 1 0 0 0,-1 0 0 0 0,1 0 0 0 0,-1 0 0 0 0,0 0 0 0 0,1 0 0 0 0,-1 1 0 0 0,0-1 0 0 0,0 1 0 0 0,-1 0-1 0 0,1-1 1 0 0,0 1 0 0 0,-1 0 0 0 0,0 0 0 0 0,2 5 0 0 0,6 8-17 0 0,-9-15 39 0 0,0-1 0 0 0,0 1 0 0 0,1-1 0 0 0,-1 1 0 0 0,1-1 0 0 0,-1 1 0 0 0,0-1 0 0 0,1 1 0 0 0,-1-1 0 0 0,1 1 0 0 0,-1-1 0 0 0,1 1 0 0 0,0-1 0 0 0,-1 0 0 0 0,1 1 0 0 0,-1-1 0 0 0,1 0 0 0 0,0 1 0 0 0,-1-1 0 0 0,1 0 0 0 0,0 0 1 0 0,-1 0-1 0 0,1 0 0 0 0,0 1 0 0 0,-1-1 0 0 0,1 0 0 0 0,0 0 0 0 0,-1 0 0 0 0,1-1 0 0 0,0 1 0 0 0,-1 0 0 0 0,1 0 0 0 0,0 0 0 0 0,-1 0 0 0 0,1-1 0 0 0,0 1 0 0 0,-1 0 0 0 0,1 0 0 0 0,-1-1 0 0 0,2 0 0 0 0,27-25-212 0 0,-5 4-44 0 0,-21 21 215 0 0,0-1 0 0 0,1 1 0 0 0,-1-1 0 0 0,0 1 0 0 0,1 0 0 0 0,-1 1 1 0 0,1-1-1 0 0,-1 1 0 0 0,1-1 0 0 0,-1 1 0 0 0,1 0 0 0 0,-1 0 0 0 0,1 1 0 0 0,-1-1 0 0 0,5 1 0 0 0,51 22-301 0 0,-49-18 258 0 0,0-1-1 0 0,0 0 1 0 0,1 0-1 0 0,19 3 1 0 0,-16-5 27 0 0,1-1-1 0 0,-1 0 1 0 0,1-1 0 0 0,-1-1 0 0 0,0 0-1 0 0,1-1 1 0 0,-1-1 0 0 0,19-6-1 0 0,-24 6 151 0 0,0-1 0 0 0,-1 0-1 0 0,0 0 1 0 0,0-1-1 0 0,0 0 1 0 0,0 0-1 0 0,0-1 1 0 0,-1 0-1 0 0,0 0 1 0 0,-1-1-1 0 0,1 1 1 0 0,-1-2-1 0 0,8-12 1 0 0,-13 18 93 0 0,8-10 873 0 0,-26 64-936 0 0,17-49-146 0 0,0 0 0 0 0,0 0 0 0 0,0 0 0 0 0,1 0 0 0 0,-1 0 0 0 0,1-1 1 0 0,0 1-1 0 0,-1 0 0 0 0,1 0 0 0 0,1 0 0 0 0,-1 0 0 0 0,0-1 0 0 0,1 1 1 0 0,-1-1-1 0 0,1 1 0 0 0,0-1 0 0 0,0 1 0 0 0,0-1 0 0 0,0 0 0 0 0,0 0 1 0 0,0 0-1 0 0,0 0 0 0 0,1 0 0 0 0,-1-1 0 0 0,1 1 0 0 0,0-1 0 0 0,-1 1 1 0 0,1-1-1 0 0,0 0 0 0 0,0 0 0 0 0,3 0 0 0 0,4-1 18 0 0,-1-1 0 0 0,1 0 0 0 0,0-1 0 0 0,0 0 0 0 0,0-1 0 0 0,-1 0 1 0 0,0-1-1 0 0,1 1 0 0 0,-1-2 0 0 0,-1 1 0 0 0,1-1 0 0 0,-1-1 0 0 0,12-9 0 0 0,11-4 1303 0 0,-31 19-1376 0 0,1 0 0 0 0,0 0 1 0 0,0 0-1 0 0,-1 0 0 0 0,1 0 0 0 0,0 0 1 0 0,0 0-1 0 0,0 0 0 0 0,-1 0 0 0 0,1 0 0 0 0,0 0 1 0 0,0 0-1 0 0,-1 1 0 0 0,1-1 0 0 0,0 0 1 0 0,-1 0-1 0 0,1 1 0 0 0,0-1 0 0 0,-1 1 1 0 0,1-1-1 0 0,0 0 0 0 0,-1 1 0 0 0,1-1 1 0 0,-1 1-1 0 0,1 0 0 0 0,-1-1 0 0 0,1 1 0 0 0,-1-1 1 0 0,1 1-1 0 0,-1 0 0 0 0,0-1 0 0 0,1 1 1 0 0,-1 0-1 0 0,0-1 0 0 0,1 1 0 0 0,-1 0 1 0 0,0 0-1 0 0,0 0 0 0 0,10 8-3572 0 0,-2-6-2383 0 0</inkml:trace>
</inkml:ink>
</file>

<file path=ppt/ink/ink2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8:41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0 636 0 0,'0'0'1982'0'0,"3"37"867"0"0,-21 9-1100 0 0,17-44-1588 0 0,1 0 77 0 0,0-2-210 0 0,0 0-1 0 0,0 0 1 0 0,-1 1 0 0 0,1-1-1 0 0,0 0 1 0 0,0 1 0 0 0,0-1 0 0 0,0 0-1 0 0,0 1 1 0 0,0-1 0 0 0,0 0-1 0 0,0 0 1 0 0,0 1 0 0 0,0-1 0 0 0,0 0-1 0 0,0 1 1 0 0,0-1 0 0 0,0 0-1 0 0,0 1 1 0 0,0-1 0 0 0,0 0 0 0 0,1 0-1 0 0,-1 1 1 0 0,0-1 0 0 0,0 0-1 0 0,0 0 1 0 0,0 1 0 0 0,1-1 0 0 0,-1 0-1 0 0,0 0 1 0 0,0 1 0 0 0,0-1-1 0 0,1 0 1 0 0,-1 1 0 0 0,11-3 25 0 0,0 0-1 0 0,0 0 1 0 0,0 0 0 0 0,-1-2-1 0 0,15-5 1 0 0,35-11 410 0 0,-46 19 18 0 0,1-1 0 0 0,-1 2 0 0 0,0 0 0 0 0,1 0 0 0 0,-1 2 0 0 0,0-1 0 0 0,0 2 0 0 0,16 4 0 0 0,-13-2-555 0 0,1-2 0 0 0,-1 0 0 0 0,1-1 0 0 0,-1-1 0 0 0,25-1 0 0 0,-23-5-5143 0 0,-13 3 3896 0 0,6-4-2454 0 0</inkml:trace>
</inkml:ink>
</file>

<file path=ppt/ink/ink2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8:42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63 572 0 0,'4'-42'4784'0'0,"-2"21"583"0"0,-13 45-3782 0 0,-14 37-1287 0 0,4 1 0 0 0,2 2-1 0 0,3 0 1 0 0,-9 70 0 0 0,22-104-229 0 0,0-1-1 0 0,2 1 0 0 0,1-1 0 0 0,2 1 1 0 0,0-1-1 0 0,2 0 0 0 0,2 0 1 0 0,0 0-1 0 0,2-1 0 0 0,1 1 0 0 0,19 39 1 0 0,-25-61-47 0 0,1 0 0 0 0,0 0 0 0 0,1 0 0 0 0,-1 0 0 0 0,1-1 1 0 0,0 0-1 0 0,1 0 0 0 0,0 0 0 0 0,0-1 0 0 0,0 1 0 0 0,1-2 0 0 0,-1 1 0 0 0,1-1 1 0 0,0 0-1 0 0,0 0 0 0 0,1 0 0 0 0,-1-1 0 0 0,1-1 0 0 0,0 1 0 0 0,0-1 1 0 0,-1-1-1 0 0,1 1 0 0 0,1-1 0 0 0,-1 0 0 0 0,0-1 0 0 0,15-1 0 0 0,-7-2 15 0 0,-1 1 0 0 0,1-2 0 0 0,-1 0-1 0 0,0-1 1 0 0,0-1 0 0 0,-1 0 0 0 0,1-1-1 0 0,-1 0 1 0 0,-1-1 0 0 0,0-1 0 0 0,0 0-1 0 0,0-1 1 0 0,12-12 0 0 0,-16 12 339 0 0,1 1 0 0 0,-2-1 0 0 0,1 0 0 0 0,-1-1 0 0 0,-1 0 0 0 0,0-1 1 0 0,7-14-1 0 0,-13 24-183 0 0,-1 2-187 0 0,0 0-1 0 0,0 0 1 0 0,0 0 0 0 0,0 0-1 0 0,0 0 1 0 0,0-1 0 0 0,0 1-1 0 0,0 0 1 0 0,0 0-1 0 0,0 0 1 0 0,0 0 0 0 0,0-1-1 0 0,0 1 1 0 0,0 0 0 0 0,0 0-1 0 0,0 0 1 0 0,0 0 0 0 0,0 0-1 0 0,0-1 1 0 0,0 1-1 0 0,0 0 1 0 0,0 0 0 0 0,1 0-1 0 0,-1 0 1 0 0,0 0 0 0 0,0 0-1 0 0,0 0 1 0 0,0-1 0 0 0,0 1-1 0 0,0 0 1 0 0,1 0-1 0 0,-1 0 1 0 0,0 0 0 0 0,0 0-1 0 0,0 0 1 0 0,0 0 0 0 0,1 0-1 0 0,-1 0 1 0 0,0 0 0 0 0,0 0-1 0 0,0 0 1 0 0,0 0-1 0 0,0 0 1 0 0,1 0 0 0 0,-1 0-1 0 0,0 0 1 0 0,0 0 0 0 0,0 0-1 0 0,0 0 1 0 0,1 0 0 0 0,-1 0-1 0 0,0 0 1 0 0,0 0-1 0 0,0 0 1 0 0,0 0 0 0 0,0 1-1 0 0,1-1 1 0 0,-1 0 0 0 0,0 0-1 0 0,0 0 1 0 0,0 0 0 0 0,0 0-1 0 0,0 0 1 0 0,0 0-1 0 0,1 1 1 0 0,1 43-1481 0 0,0-4-2118 0 0,5-12-4255 0 0,-2-15 4253 0 0</inkml:trace>
</inkml:ink>
</file>

<file path=ppt/ink/ink2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8:42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0 156 13325 0 0,'7'-94'477'0'0,"-4"63"1463"0"0,-1 13-3880 0 0,-2 6-6667 0 0</inkml:trace>
</inkml:ink>
</file>

<file path=ppt/ink/ink2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8:43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4 444 0 0,'6'-3'12451'0'0,"-4"49"-11907"0"0,-1 1 1 0 0,-3-1-1 0 0,-9 51 1 0 0,6-43-233 0 0,1-17-103 0 0,-6 87 474 0 0,10-122-591 0 0,9 15 383 0 0,-7-16-402 0 0,3-3 2 0 0,21-10 12 0 0,-1-1 0 0 0,0-1 1 0 0,-1-1-1 0 0,-1-1 0 0 0,-1-1 1 0 0,0-1-1 0 0,-1-1 0 0 0,27-32 1 0 0,-47 50-64 0 0,-14 25-27 0 0,0 0-1 0 0,-13 37 1 0 0,25-58-19 0 0,0 0 0 0 0,1-1 1 0 0,-1 1-1 0 0,1 0 0 0 0,0 0 0 0 0,-1-1 0 0 0,1 1 0 0 0,1 0 0 0 0,-1 0 0 0 0,0-1 0 0 0,1 1 0 0 0,-1 0 1 0 0,1 0-1 0 0,0-1 0 0 0,0 1 0 0 0,0-1 0 0 0,0 1 0 0 0,0-1 0 0 0,1 1 0 0 0,-1-1 0 0 0,1 0 0 0 0,0 1 0 0 0,-1-1 1 0 0,1 0-1 0 0,0 0 0 0 0,0-1 0 0 0,0 1 0 0 0,1 0 0 0 0,-1-1 0 0 0,0 1 0 0 0,1-1 0 0 0,-1 1 0 0 0,1-1 1 0 0,-1 0-1 0 0,1 0 0 0 0,-1 0 0 0 0,5 0 0 0 0,51 11-3139 0 0,-4-12-3634 0 0,-24-3 2855 0 0</inkml:trace>
</inkml:ink>
</file>

<file path=ppt/ink/ink2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8:46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1 795 192 0 0,'0'0'2748'0'0,"4"0"-2284"0"0,8-1-110 0 0,0-1 1 0 0,0 0 0 0 0,0-1 0 0 0,0 0 0 0 0,0-1-1 0 0,-1-1 1 0 0,15-7 0 0 0,0-1 343 0 0,-1-1 0 0 0,30-21 0 0 0,-52 32-601 0 0,0 1 0 0 0,0-1 0 0 0,0 1 0 0 0,-1-1 0 0 0,1 0 0 0 0,-1-1 0 0 0,1 1 0 0 0,-1 0 0 0 0,2-4 0 0 0,-4 6-71 0 0,1 0 0 0 0,-1 0 0 0 0,1-1 0 0 0,-1 1 0 0 0,0 0 0 0 0,0 0 0 0 0,1 0-1 0 0,-1 0 1 0 0,0 0 0 0 0,0 0 0 0 0,0-1 0 0 0,0 1 0 0 0,0 0 0 0 0,-1 0 0 0 0,1 0-1 0 0,0 0 1 0 0,0 0 0 0 0,-1 0 0 0 0,1 0 0 0 0,-1-1 0 0 0,1 1 0 0 0,-1 0 0 0 0,1 0-1 0 0,-1 0 1 0 0,0 1 0 0 0,1-1 0 0 0,-1 0 0 0 0,0 0 0 0 0,0 0 0 0 0,1 0 0 0 0,-1 1-1 0 0,0-1 1 0 0,0 0 0 0 0,0 1 0 0 0,0-1 0 0 0,0 1 0 0 0,0-1 0 0 0,-2 0 0 0 0,2 1 100 0 0,-3 0-103 0 0,0 1 0 0 0,1-1 0 0 0,-1 1 1 0 0,0 1-1 0 0,1-1 0 0 0,-1 0 1 0 0,1 1-1 0 0,0-1 0 0 0,-1 1 0 0 0,1 0 1 0 0,0 0-1 0 0,-4 4 0 0 0,5-5-19 0 0,0 1-1 0 0,0 0 1 0 0,1 0 0 0 0,-1 0-1 0 0,0 0 1 0 0,1 0-1 0 0,-1 0 1 0 0,1 0 0 0 0,0 1-1 0 0,0-1 1 0 0,0 0-1 0 0,0 1 1 0 0,0-1 0 0 0,0 1-1 0 0,1-1 1 0 0,-1 1-1 0 0,1 0 1 0 0,0-1-1 0 0,-1 1 1 0 0,1-1 0 0 0,0 1-1 0 0,1 0 1 0 0,-1-1-1 0 0,0 1 1 0 0,2 2 0 0 0,-1-3-9 0 0,-1 0 1 0 0,2 0-1 0 0,-1 0 1 0 0,0 0-1 0 0,0-1 1 0 0,1 1 0 0 0,-1 0-1 0 0,1-1 1 0 0,-1 1-1 0 0,1-1 1 0 0,0 0-1 0 0,-1 1 1 0 0,1-1 0 0 0,0 0-1 0 0,0 0 1 0 0,0 0-1 0 0,0 0 1 0 0,0 0-1 0 0,0-1 1 0 0,0 1 0 0 0,0-1-1 0 0,0 1 1 0 0,1-1-1 0 0,2 1 1 0 0,52 0-97 0 0,-41-3 90 0 0,0-1-1 0 0,-1 0 0 0 0,1-2 1 0 0,-1 1-1 0 0,0-2 0 0 0,0 0 0 0 0,-1-1 1 0 0,1 0-1 0 0,-2-1 0 0 0,1-1 1 0 0,-1 0-1 0 0,0-1 0 0 0,-1 0 1 0 0,0-1-1 0 0,-1 0 0 0 0,0-1 1 0 0,11-17-1 0 0,-8 10 6 0 0,-1 0 0 0 0,-1-2-1 0 0,-1 1 1 0 0,0-1 0 0 0,-2-1 0 0 0,-1 0 0 0 0,0 0-1 0 0,-2 0 1 0 0,0-1 0 0 0,-2 0 0 0 0,2-28 0 0 0,-5 23 127 0 0,-2-1 0 0 0,-1 1 1 0 0,-1-1-1 0 0,-2 1 1 0 0,-1 0-1 0 0,-1 1 1 0 0,-1-1-1 0 0,-17-39 0 0 0,25 66-117 0 0,0 1 0 0 0,-1-1 0 0 0,1 0 0 0 0,0 0 0 0 0,0 0 0 0 0,-1 1 0 0 0,1-1 0 0 0,-1 0 0 0 0,1 0 0 0 0,0 1 0 0 0,-1-1 0 0 0,1 0 0 0 0,-1 1 0 0 0,0-1 0 0 0,1 1 0 0 0,-1-1 0 0 0,1 1 0 0 0,-1-1 0 0 0,0 1 0 0 0,0-1 0 0 0,1 1 0 0 0,-1-1 0 0 0,0 1 0 0 0,0 0 0 0 0,1-1 0 0 0,-1 1 0 0 0,0 0 0 0 0,0 0 0 0 0,-1 0 0 0 0,1 0-3 0 0,-1 1 0 0 0,1-1 1 0 0,0 1-1 0 0,-1-1 1 0 0,1 1-1 0 0,0 0 0 0 0,0 0 1 0 0,0 0-1 0 0,-1 0 0 0 0,1 0 1 0 0,0 0-1 0 0,0 0 1 0 0,0 0-1 0 0,-1 3 0 0 0,-24 44-6 0 0,18-27 13 0 0,2 0 1 0 0,0 0-1 0 0,1 1 1 0 0,1 0-1 0 0,0 0 0 0 0,2 0 1 0 0,1 1-1 0 0,1-1 1 0 0,1 0-1 0 0,5 33 0 0 0,-3-38 17 0 0,0 0 0 0 0,2 0 0 0 0,0 0 0 0 0,1 0 0 0 0,0-1 0 0 0,2 0 0 0 0,0-1-1 0 0,0 1 1 0 0,2-2 0 0 0,-1 1 0 0 0,2-1 0 0 0,0-1 0 0 0,25 24 0 0 0,-28-30 105 0 0,0-1 0 0 0,1 1 0 0 0,0-2 1 0 0,0 1-1 0 0,1-1 0 0 0,0 0 0 0 0,-1-1 0 0 0,1 0 0 0 0,1-1 1 0 0,-1 0-1 0 0,1-1 0 0 0,-1 0 0 0 0,1 0 0 0 0,15 0 1 0 0,-24-2 275 0 0,32-6 2683 0 0,-27 7-5733 0 0</inkml:trace>
</inkml:ink>
</file>

<file path=ppt/ink/ink2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8:46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6 100 688 0 0,'1'-6'783'0'0,"-1"0"-1"0"0,1 0 1 0 0,-1 0-1 0 0,0 0 1 0 0,0 0-1 0 0,-3-9 1 0 0,1-4 1730 0 0,2 16-1990 0 0,-2-12-377 0 0,4 6-3143 0 0,7 7 592 0 0</inkml:trace>
</inkml:ink>
</file>

<file path=ppt/ink/ink2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8:47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19 288 0 0,'-13'-19'9855'0'0,"14"34"-7806"0"0,3 21-1688 0 0,0 68 1315 0 0,32 192-1 0 0,-35-294-1663 0 0,6 7-29 0 0,-3-10-3 0 0,1-1 0 0 0,-1 0 1 0 0,1 0-1 0 0,-1 0 1 0 0,0 0-1 0 0,1-1 0 0 0,-1 0 1 0 0,-1 0-1 0 0,1 0 0 0 0,0 0 1 0 0,3-5-1 0 0,-3 4-11 0 0,-1 0 1 0 0,1 0-1 0 0,0 1 0 0 0,0 0 1 0 0,0 0-1 0 0,0 0 0 0 0,0 0 1 0 0,1 0-1 0 0,0 1 1 0 0,-1 0-1 0 0,1 0 0 0 0,0 0 1 0 0,0 1-1 0 0,9-2 0 0 0,-8 4 10 0 0,-1 0-1 0 0,1 0 1 0 0,-1 1-1 0 0,1 0 1 0 0,-1 0-1 0 0,0 0 1 0 0,0 1-1 0 0,0 0 1 0 0,-1-1-1 0 0,1 2 1 0 0,-1-1-1 0 0,1 1 1 0 0,-1-1-1 0 0,0 1 0 0 0,6 8 1 0 0,-5-7-47 0 0,0 0-1 0 0,0 0 1 0 0,1 0 0 0 0,0 0 0 0 0,-1-1-1 0 0,2 0 1 0 0,-1 0 0 0 0,0 0-1 0 0,1-1 1 0 0,12 4 0 0 0,-9-5-27 0 0,0-1 0 0 0,0 0-1 0 0,1 0 1 0 0,-1-1 0 0 0,0-1 0 0 0,0 0 0 0 0,0 0-1 0 0,0-1 1 0 0,0 0 0 0 0,0 0 0 0 0,-1-1 0 0 0,1-1-1 0 0,12-6 1 0 0,2-3 12 0 0,0-1 1 0 0,-1-2-1 0 0,33-27 0 0 0,-45 32 453 0 0,17-7 601 0 0,-27 17-925 0 0,22 30-79 0 0,-16-25 94 0 0,-1-1 0 0 0,1-1 1 0 0,-1 1-1 0 0,1-1 0 0 0,0-1 0 0 0,-1 1 0 0 0,1-1 1 0 0,0 0-1 0 0,0 0 0 0 0,0-1 0 0 0,0 0 1 0 0,0 0-1 0 0,0-1 0 0 0,0 0 0 0 0,0 0 0 0 0,12-4 1 0 0,-19 4-25 0 0,1 1 0 0 0,-1 0 0 0 0,1 0 0 0 0,-1-1 1 0 0,1 1-1 0 0,-1-1 0 0 0,1 1 0 0 0,-1 0 0 0 0,1-1 0 0 0,-1 1 1 0 0,0-1-1 0 0,1 1 0 0 0,-1-1 0 0 0,0 0 0 0 0,1 1 1 0 0,-1-1-1 0 0,0 1 0 0 0,0-1 0 0 0,1 1 0 0 0,-1-1 0 0 0,0 0 1 0 0,0 1-1 0 0,0-1 0 0 0,0 1 0 0 0,0-1 0 0 0,0 0 1 0 0,0 1-1 0 0,0-1 0 0 0,0 0 0 0 0,0 1 0 0 0,0-1 0 0 0,0 1 1 0 0,-1-1-1 0 0,1 0 0 0 0,0 1 0 0 0,0-1 0 0 0,-1 1 0 0 0,1-1 1 0 0,0 1-1 0 0,-1-1 0 0 0,1 1 0 0 0,0-1 0 0 0,-1 1 1 0 0,1-1-1 0 0,-2 0 0 0 0,-16-20-740 0 0,17 21 622 0 0,0-2-349 0 0,18-8-10491 0 0,-4 9 8435 0 0</inkml:trace>
</inkml:ink>
</file>

<file path=ppt/ink/ink2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8:47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1 544 0 0,'17'12'2970'0'0,"-14"2"-1854"0"0,-2-11-846 0 0,-1 1-1 0 0,1-1 0 0 0,0 1 0 0 0,0-1 0 0 0,1 1 1 0 0,-1-1-1 0 0,1 0 0 0 0,-1 0 0 0 0,1 0 0 0 0,0 0 1 0 0,0 0-1 0 0,0 0 0 0 0,1 0 0 0 0,-1 0 0 0 0,1-1 1 0 0,4 4-1 0 0,-6-5 56 0 0,13 1 2426 0 0,-13-3-2723 0 0,1 1-1 0 0,-1-1 1 0 0,0 1-1 0 0,0-1 0 0 0,0 0 1 0 0,0 1-1 0 0,0-1 1 0 0,0 0-1 0 0,-1 0 1 0 0,1 0-1 0 0,0 0 1 0 0,0 0-1 0 0,-1 0 1 0 0,1 0-1 0 0,0 0 0 0 0,-1 0 1 0 0,1 0-1 0 0,-1 0 1 0 0,1 0-1 0 0,-1 0 1 0 0,0-1-1 0 0,1 1 1 0 0,-1 0-1 0 0,0 0 1 0 0,0 0-1 0 0,0-1 1 0 0,0 1-1 0 0,0 0 0 0 0,0 0 1 0 0,0-1-1 0 0,0 1 1 0 0,-1-2-1 0 0,1-5-1395 0 0,0 6 585 0 0</inkml:trace>
</inkml:ink>
</file>

<file path=ppt/ink/ink2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8:47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1 288 420 0 0,'7'33'4128'0'0,"-5"-32"-4014"0"0,0 0-1 0 0,-1-1 0 0 0,1 1 0 0 0,0-1 0 0 0,0 1 0 0 0,-1-1 0 0 0,1 1 0 0 0,0-1 1 0 0,0 0-1 0 0,0 0 0 0 0,-1 0 0 0 0,1 0 0 0 0,0 0 0 0 0,0-1 0 0 0,0 1 0 0 0,-1 0 1 0 0,1-1-1 0 0,0 1 0 0 0,0-1 0 0 0,-1 0 0 0 0,1 1 0 0 0,-1-1 0 0 0,1 0 0 0 0,-1 0 1 0 0,1 0-1 0 0,-1 0 0 0 0,1-1 0 0 0,-1 1 0 0 0,0 0 0 0 0,1 0 0 0 0,-1-1 0 0 0,0 1 1 0 0,0-1-1 0 0,0 1 0 0 0,0-1 0 0 0,1-2 0 0 0,2-2 64 0 0,-1 0 0 0 0,1 0 1 0 0,-1-1-1 0 0,0 1 0 0 0,0-1 0 0 0,-1 1 1 0 0,0-1-1 0 0,2-10 0 0 0,-2-4 319 0 0,0 0 0 0 0,-2 0 1 0 0,0 0-1 0 0,-1 0 0 0 0,-8-39 1 0 0,-2-5 2964 0 0,11 63-2493 0 0,-1 3-923 0 0,1-1 1 0 0,-1 1-1 0 0,0-1 0 0 0,0 1 0 0 0,1 0 0 0 0,-1-1 0 0 0,0 1 0 0 0,1-1 1 0 0,-1 1-1 0 0,0 0 0 0 0,1 0 0 0 0,-1-1 0 0 0,1 1 0 0 0,-1 0 1 0 0,1 0-1 0 0,0 0 0 0 0,-1 0 0 0 0,1-1 0 0 0,0 1 0 0 0,0 0 0 0 0,-1 0 1 0 0,1 0-1 0 0,0 2 0 0 0,-6 42 333 0 0,4 48-222 0 0,3-82-400 0 0,15 156-2414 0 0,-12-146 53 0 0,1 0 1 0 0,1-1-1 0 0,9 24 0 0 0,-9-31-788 0 0</inkml:trace>
</inkml:ink>
</file>

<file path=ppt/ink/ink2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8:49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74 128 708 0 0,'2'-17'1777'0'0,"2"1"1"0"0,0 0-1 0 0,10-25 0 0 0,-2 6 1434 0 0,-11 33-2772 0 0,-4 75 1908 0 0,-11-17-2033 0 0,-24 64-1 0 0,21-73-52 0 0,-21 98-1 0 0,38-143-248 0 0,-1-1-9 0 0,1-1 0 0 0,0 1-1 0 0,0 0 1 0 0,0-1 0 0 0,0 1-1 0 0,0 0 1 0 0,0-1 0 0 0,0 1 0 0 0,1 0-1 0 0,-1-1 1 0 0,0 1 0 0 0,0-1 0 0 0,0 1-1 0 0,1 0 1 0 0,-1-1 0 0 0,0 1 0 0 0,1-1-1 0 0,-1 1 1 0 0,1-1 0 0 0,-1 1 0 0 0,0-1-1 0 0,1 1 1 0 0,-1-1 0 0 0,1 1 0 0 0,-1-1-1 0 0,1 1 1 0 0,-1-1 0 0 0,1 0 0 0 0,0 1-1 0 0,-1-1 1 0 0,1 0 0 0 0,-1 0-1 0 0,1 1 1 0 0,0-1 0 0 0,0 0 0 0 0,21 1-75 0 0,0-1 0 0 0,0-2 0 0 0,0 0 0 0 0,0-1-1 0 0,39-11 1 0 0,-18 5-400 0 0,-24 5 37 0 0,17-3-725 0 0,41-14 0 0 0,-64 17-449 0 0,0-2 0 0 0,0 0 0 0 0,18-11-1 0 0,-16 7-1190 0 0</inkml:trace>
</inkml:ink>
</file>

<file path=ppt/ink/ink2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8:49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13 147 532 0 0,'0'0'1806'0'0,"-10"1"-751"0"0,10-1-996 0 0,0 0 1 0 0,1 0 0 0 0,-1 0 0 0 0,0 0-1 0 0,0 0 1 0 0,0 0 0 0 0,0-1-1 0 0,0 1 1 0 0,0 0 0 0 0,0 0-1 0 0,0 0 1 0 0,0 0 0 0 0,0 0 0 0 0,0 0-1 0 0,0 0 1 0 0,0-1 0 0 0,0 1-1 0 0,0 0 1 0 0,0 0 0 0 0,0 0 0 0 0,0 0-1 0 0,0 0 1 0 0,0 0 0 0 0,0-1-1 0 0,0 1 1 0 0,0 0 0 0 0,0 0-1 0 0,0 0 1 0 0,0 0 0 0 0,0 0 0 0 0,-1 0-1 0 0,1 0 1 0 0,0 0 0 0 0,0-1-1 0 0,0 1 1 0 0,0 0 0 0 0,0 0-1 0 0,0 0 1 0 0,0 0 0 0 0,0 0 0 0 0,0 0-1 0 0,-1 0 1 0 0,1 0 0 0 0,0 0-1 0 0,0 0 1 0 0,0 0 0 0 0,0 0 0 0 0,0 0-1 0 0,0 0 1 0 0,-1 0 0 0 0,1 0-1 0 0,0 0 1 0 0,0 0 0 0 0,0 0-1 0 0,0 0 1 0 0,0 0 0 0 0,0 0 0 0 0,0 0-1 0 0,-1 0 1 0 0,1 0 0 0 0,16-10 146 0 0,0 1 0 0 0,0 0 0 0 0,1 2 0 0 0,0 0-1 0 0,0 0 1 0 0,0 2 0 0 0,26-5 0 0 0,18-7-329 0 0,-7 1-467 0 0,-27 9-935 0 0,0-1 0 0 0,25-12 0 0 0,-29 8-385 0 0</inkml:trace>
</inkml:ink>
</file>

<file path=ppt/ink/ink2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8:50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86 768 0 0,'-32'-16'5737'0'0,"31"15"-4993"0"0,1 0-681 0 0,0 1-1 0 0,0-1 0 0 0,0 1 1 0 0,-1-1-1 0 0,1 1 1 0 0,0-1-1 0 0,0 0 0 0 0,0 1 1 0 0,0-1-1 0 0,0 1 0 0 0,0-1 1 0 0,1 1-1 0 0,-1-1 0 0 0,0 1 1 0 0,0-1-1 0 0,0 1 1 0 0,0-1-1 0 0,1 1 0 0 0,-1-1 1 0 0,0 1-1 0 0,0-1 0 0 0,1 1 1 0 0,-1-1-1 0 0,0 1 0 0 0,1-1 1 0 0,11-6 7 0 0,-1 1 1 0 0,1 1-1 0 0,0 0 1 0 0,0 0-1 0 0,1 1 0 0 0,-1 1 1 0 0,23-4-1 0 0,96-1-2670 0 0,-79 6-255 0 0,-13-1 616 0 0</inkml:trace>
</inkml:ink>
</file>

<file path=ppt/ink/ink2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8:50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0 624 0 0,'-7'1'425'0'0,"0"1"0"0"0,0 0 0 0 0,1 0 0 0 0,-1 0 0 0 0,0 1 0 0 0,1 0 0 0 0,-1 0 0 0 0,1 1 0 0 0,0-1 0 0 0,0 2 0 0 0,1-1 0 0 0,-1 0 0 0 0,1 1 0 0 0,0 0 0 0 0,-9 12 0 0 0,11-13-321 0 0,0 1 1 0 0,0 0-1 0 0,0 0 0 0 0,1 0 0 0 0,0 0 1 0 0,0 0-1 0 0,0 0 0 0 0,1 0 0 0 0,0 1 1 0 0,0-1-1 0 0,0 1 0 0 0,0-1 0 0 0,1 1 1 0 0,0-1-1 0 0,0 1 0 0 0,1-1 0 0 0,0 1 1 0 0,-1-1-1 0 0,2 1 0 0 0,-1-1 0 0 0,3 6 1 0 0,5 14 169 0 0,-4-15-138 0 0,0 1 0 0 0,-1 0 0 0 0,0 0 0 0 0,-1 0 1 0 0,-1 1-1 0 0,0-1 0 0 0,2 18 0 0 0,-5-26-119 0 0,0-1 0 0 0,0 0 1 0 0,1 0-1 0 0,-1 0 0 0 0,-1 0 0 0 0,1 0 0 0 0,0 0 0 0 0,0 0 1 0 0,-1-1-1 0 0,1 1 0 0 0,-1 0 0 0 0,1-1 0 0 0,-1 1 1 0 0,0-1-1 0 0,1 0 0 0 0,-1 1 0 0 0,0-1 0 0 0,0 0 0 0 0,0 0 1 0 0,0 0-1 0 0,0 0 0 0 0,0 0 0 0 0,-3 0 0 0 0,0 0-112 0 0,1 1 0 0 0,-1-1 0 0 0,0 0 1 0 0,1 0-1 0 0,-1 0 0 0 0,0-1 0 0 0,1 0 0 0 0,-1 0 0 0 0,0 0 0 0 0,-4-1 0 0 0,8 1-144 0 0,0-1 0 0 0,0 1 1 0 0,0 0-1 0 0,0-1 0 0 0,1 1 1 0 0,-1-1-1 0 0,0 1 0 0 0,0-1 0 0 0,1 1 1 0 0,-1-1-1 0 0,0 0 0 0 0,1 1 0 0 0,-1-1 1 0 0,1 0-1 0 0,-1 1 0 0 0,1-1 0 0 0,-1 0 1 0 0,1 0-1 0 0,-1 0 0 0 0,1 0 0 0 0,0 1 1 0 0,0-1-1 0 0,-1 0 0 0 0,1-1 0 0 0,-1-1-2281 0 0</inkml:trace>
</inkml:ink>
</file>

<file path=ppt/ink/ink2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8:50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13 516 0 0,'2'-13'9815'0'0,"-14"31"-8069"0"0,-9 19-3055 0 0,10-15 2420 0 0,-8 24-584 0 0,3 0 1 0 0,-18 72-1 0 0,30-96-375 0 0,1 0 1 0 0,0 0-1 0 0,2 0 0 0 0,0 0 0 0 0,2 0 0 0 0,0 0 0 0 0,2 0 1 0 0,5 25-1 0 0,-6-41-120 0 0,0 1 1 0 0,0 0 0 0 0,1-1 0 0 0,0 0 0 0 0,0 1-1 0 0,1-1 1 0 0,0 0 0 0 0,0-1 0 0 0,0 1-1 0 0,1-1 1 0 0,-1 0 0 0 0,1 0 0 0 0,1 0-1 0 0,-1-1 1 0 0,1 1 0 0 0,-1-1 0 0 0,1-1 0 0 0,0 1-1 0 0,1-1 1 0 0,-1 0 0 0 0,1 0 0 0 0,-1-1-1 0 0,1 0 1 0 0,0 0 0 0 0,0-1 0 0 0,0 0-1 0 0,-1 0 1 0 0,1 0 0 0 0,0-1 0 0 0,1 0-1 0 0,-1 0 1 0 0,0-1 0 0 0,12-2 0 0 0,22-16 476 0 0,-11 5 814 0 0,-29 14-858 0 0,-1 4-3759 0 0,-6 31-2168 0 0</inkml:trace>
</inkml:ink>
</file>

<file path=ppt/ink/ink2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8:51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82 652 0 0,'8'-49'9066'0'0,"-4"32"-8583"0"0,-1 2-6147 0 0</inkml:trace>
</inkml:ink>
</file>

<file path=ppt/ink/ink2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8:51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34 44 0 0,'1'25'2570'0'0,"0"-20"-1934"0"0,-1 1 0 0 0,1 0 0 0 0,-1 0-1 0 0,-1-1 1 0 0,1 1 0 0 0,-3 10 0 0 0,-6 18 4401 0 0,11-41-5022 0 0,1 0 0 0 0,0 1 1 0 0,1-1-1 0 0,0 1 0 0 0,0 0 1 0 0,0 0-1 0 0,0 0 0 0 0,1 0 1 0 0,0 1-1 0 0,0 0 0 0 0,1 0 1 0 0,8-6-1 0 0,-9 8-21 0 0,0 0 0 0 0,0 1 1 0 0,0-1-1 0 0,0 1 0 0 0,0 0 0 0 0,1 1 0 0 0,-1 0 1 0 0,1-1-1 0 0,-1 2 0 0 0,1-1 0 0 0,-1 1 0 0 0,1-1 1 0 0,-1 2-1 0 0,1-1 0 0 0,0 1 0 0 0,-1-1 0 0 0,1 1 1 0 0,-1 1-1 0 0,9 2 0 0 0,21 16-24 0 0,-34-19 65 0 0,6-4-22 0 0,0 1-1 0 0,-1-1 0 0 0,1 1 1 0 0,-1-2-1 0 0,7-4 0 0 0,2-2 1 0 0,-9 6-30 0 0,-1 0 0 0 0,1 0 0 0 0,0 0-1 0 0,0 1 1 0 0,1 0 0 0 0,-1 0-1 0 0,1 1 1 0 0,-1-1 0 0 0,1 2-1 0 0,0-1 1 0 0,12-1 0 0 0,-17 3 0 0 0,0 1 1 0 0,0-1-1 0 0,0 1 0 0 0,0-1 1 0 0,0 1-1 0 0,0 0 1 0 0,0 0-1 0 0,-1-1 0 0 0,1 1 1 0 0,0 1-1 0 0,0-1 1 0 0,-1 0-1 0 0,1 0 1 0 0,-1 1-1 0 0,1-1 0 0 0,-1 1 1 0 0,0-1-1 0 0,1 1 1 0 0,-1-1-1 0 0,0 1 0 0 0,1 2 1 0 0,13 14-1940 0 0,5-6-3563 0 0,-9-10 3137 0 0</inkml:trace>
</inkml:ink>
</file>

<file path=ppt/ink/ink2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8:52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96 540 20 0 0,'0'0'7492'0'0,"-3"1"-7112"0"0,-78 54 2718 0 0,69-45-2457 0 0,22-6-384 0 0,26-5-367 0 0,-33 0 66 0 0,15 0-115 0 0,1-2-1 0 0,-1 0 1 0 0,-1-1 0 0 0,1-1-1 0 0,-1 0 1 0 0,0-1-1 0 0,0-1 1 0 0,18-11-1 0 0,-23 11 163 0 0,-1 0 1 0 0,0-1-1 0 0,0-1 0 0 0,-1 0 0 0 0,0 0 0 0 0,-1-1 1 0 0,1 0-1 0 0,-2 0 0 0 0,0-1 0 0 0,0-1 0 0 0,11-22 1 0 0,-3 2 101 0 0,-3-1 1 0 0,0 0 0 0 0,-2-1 0 0 0,6-37 0 0 0,-13 51 121 0 0,-2-1 0 0 0,0 1 0 0 0,-1 0-1 0 0,-1-1 1 0 0,-1 1 0 0 0,-1-1 0 0 0,0 1 0 0 0,-8-27 0 0 0,9 44-129 0 0,0 2 5 0 0,0 1-100 0 0,1 0-1 0 0,0 0 1 0 0,0-1 0 0 0,0 1 0 0 0,0 0 0 0 0,0 0-1 0 0,-1 0 1 0 0,1 0 0 0 0,0-1 0 0 0,0 1-1 0 0,0 0 1 0 0,-1 0 0 0 0,1 0 0 0 0,0 0 0 0 0,0 0-1 0 0,0 0 1 0 0,-1 0 0 0 0,1-1 0 0 0,0 1-1 0 0,0 0 1 0 0,-1 0 0 0 0,1 0 0 0 0,0 0 0 0 0,0 0-1 0 0,-1 0 1 0 0,1 0 0 0 0,0 0 0 0 0,0 0-1 0 0,-1 0 1 0 0,1 0 0 0 0,0 1 0 0 0,0-1 0 0 0,0 0-1 0 0,-1 0 1 0 0,1 0 0 0 0,0 0 0 0 0,0 0 0 0 0,-1 0-1 0 0,1 0 1 0 0,0 1 0 0 0,0-1 0 0 0,0 0-1 0 0,0 0 1 0 0,-1 0 0 0 0,1 0 0 0 0,0 1 0 0 0,-8 9 13 0 0,0 1 1 0 0,1 1 0 0 0,0-1 0 0 0,0 1 0 0 0,2 0 0 0 0,-1 1 0 0 0,2-1 0 0 0,0 1-1 0 0,0 0 1 0 0,1 0 0 0 0,1 1 0 0 0,0-1 0 0 0,0 26 0 0 0,1-18-4 0 0,1 0 1 0 0,1-1-1 0 0,1 1 1 0 0,1-1-1 0 0,1 1 1 0 0,1-1-1 0 0,0 0 0 0 0,14 31 1 0 0,-15-42 10 0 0,0 0 0 0 0,0-1 0 0 0,1 1 0 0 0,0-1 1 0 0,1 0-1 0 0,0-1 0 0 0,0 1 0 0 0,1-1 0 0 0,0-1 0 0 0,0 1 0 0 0,0-1 0 0 0,1 0 1 0 0,0-1-1 0 0,0 0 0 0 0,1 0 0 0 0,-1 0 0 0 0,1-1 0 0 0,0-1 0 0 0,0 0 0 0 0,0 0 1 0 0,1 0-1 0 0,-1-1 0 0 0,1-1 0 0 0,-1 1 0 0 0,1-2 0 0 0,-1 1 0 0 0,1-1 0 0 0,0-1 1 0 0,-1 0-1 0 0,1 0 0 0 0,17-5 0 0 0,-25 5-87 0 0,1 0-1 0 0,0 0 1 0 0,-1 0 0 0 0,1 0-1 0 0,-1-1 1 0 0,1 1 0 0 0,-1-1 0 0 0,0 1-1 0 0,0-1 1 0 0,0 0 0 0 0,0 0-1 0 0,0 0 1 0 0,0 0 0 0 0,0 0-1 0 0,0 0 1 0 0,-1-1 0 0 0,1 1-1 0 0,-1 0 1 0 0,2-5 0 0 0,-3 5-826 0 0,-7-18-8886 0 0</inkml:trace>
</inkml:ink>
</file>

<file path=ppt/ink/ink2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8:52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37 740 0 0,'0'0'2048'0'0,"-4"-23"3188"0"0,4 15-9298 0 0,7 3 1832 0 0</inkml:trace>
</inkml:ink>
</file>

<file path=ppt/ink/ink2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8:53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32 504 0 0,'0'0'2031'0'0,"-5"-3"-1059"0"0,-17-8-12 0 0,17 8-17 0 0,4 2-767 0 0,1 0 0 0 0,0 0 0 0 0,-1 0 0 0 0,1 1 0 0 0,-1-1 0 0 0,1 0 0 0 0,-1 0 0 0 0,1 1 0 0 0,-1-1 0 0 0,1 0 0 0 0,-1 1 0 0 0,0-1 0 0 0,1 1 0 0 0,-1-1 0 0 0,0 1 0 0 0,1-1 0 0 0,-1 1 0 0 0,0-1 0 0 0,0 1 0 0 0,0 0 0 0 0,1-1 0 0 0,-1 1 0 0 0,0 0 0 0 0,0 0 0 0 0,0 0 0 0 0,0 0 0 0 0,0 0 0 0 0,0 0 0 0 0,1 0 0 0 0,-1 0 0 0 0,-1 0 0 0 0,-1 0-49 0 0,0 0 0 0 0,1 0 0 0 0,-1 0 0 0 0,0 0-1 0 0,1 0 1 0 0,-1 1 0 0 0,0-1 0 0 0,1 1 0 0 0,-1 0-1 0 0,-2 1 1 0 0,-9 8 21 0 0,1 0 1 0 0,-1 1-1 0 0,2 1 1 0 0,0 0-1 0 0,0 0 0 0 0,1 1 1 0 0,0 1-1 0 0,2 0 0 0 0,-1 0 1 0 0,2 1-1 0 0,0 0 0 0 0,0 1 1 0 0,-4 17-1 0 0,12-33-148 0 0,-3 19-79 0 0,4-18 75 0 0,-1-1 0 0 0,1 1 0 0 0,0 0 1 0 0,-1 0-1 0 0,1-1 0 0 0,0 1 0 0 0,-1 0 0 0 0,1-1 0 0 0,0 1 0 0 0,0-1 0 0 0,-1 1 0 0 0,1-1 0 0 0,0 1 0 0 0,0-1 0 0 0,0 0 0 0 0,0 1 1 0 0,0-1-1 0 0,0 0 0 0 0,0 0 0 0 0,-1 1 0 0 0,1-1 0 0 0,0 0 0 0 0,0 0 0 0 0,0 0 0 0 0,0 0 0 0 0,0 0 0 0 0,0-1 0 0 0,0 1 0 0 0,0 0 0 0 0,0 0 1 0 0,0-1-1 0 0,0 1 0 0 0,0 0 0 0 0,-1-1 0 0 0,1 1 0 0 0,1-1 0 0 0,15-5-35 0 0,0-1-1 0 0,-1-1 1 0 0,0 0 0 0 0,0-1-1 0 0,22-18 1 0 0,21-10-74 0 0,-45 29 89 0 0,-6 3-21 0 0,1 0-1 0 0,0 1 1 0 0,1 0-1 0 0,12-4 1 0 0,-20 8 16 0 0,38 19-145 0 0,-16 5 109 0 0,-23-22 70 0 0,1 0 1 0 0,-1 0 0 0 0,1 0-1 0 0,0 0 1 0 0,0 0 0 0 0,0 0-1 0 0,0-1 1 0 0,0 1 0 0 0,0-1 0 0 0,0 0-1 0 0,1 1 1 0 0,-1-1 0 0 0,0 0-1 0 0,1 0 1 0 0,-1 0 0 0 0,1-1-1 0 0,-1 1 1 0 0,1-1 0 0 0,3 1-1 0 0,9 0-73 0 0,1 0 0 0 0,0-1 0 0 0,-1 0 0 0 0,1-2-1 0 0,28-5 1 0 0,2-11-8151 0 0,-39 14 5456 0 0</inkml:trace>
</inkml:ink>
</file>

<file path=ppt/ink/ink2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8:53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82 148 0 0,'23'-19'4574'0'0,"-3"9"-3410"0"0,1 1 1 0 0,0 1 0 0 0,32-7 0 0 0,32-3-6698 0 0,-69 15 3369 0 0</inkml:trace>
</inkml:ink>
</file>

<file path=ppt/ink/ink2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8:53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69 16089 0 0,'-93'7'615'0'0,"30"-5"-1806"0"0,65-2 1170 0 0,1 0-1 0 0,-1-1 0 0 0,1 1 0 0 0,0-1 0 0 0,-1 0 0 0 0,1 0 0 0 0,-1 0 1 0 0,0 0-1 0 0,1 0 0 0 0,3-3 0 0 0,6-2-53 0 0,23-3-1129 0 0,-1 1 1 0 0,58-6-1 0 0,-1 1-3700 0 0,-17-4 1145 0 0</inkml:trace>
</inkml:ink>
</file>

<file path=ppt/ink/ink2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8:54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468 101 504 0 0,'-27'-58'4368'0'0,"25"54"-4015"0"0,0 0-1 0 0,-1 1 0 0 0,1 0 0 0 0,-1-1 1 0 0,0 1-1 0 0,0 0 0 0 0,0 0 0 0 0,-1 1 1 0 0,1-1-1 0 0,-1 1 0 0 0,1 0 0 0 0,-8-4 1 0 0,9 6-264 0 0,-1 0 1 0 0,0 0 0 0 0,0-1 0 0 0,0 2 0 0 0,0-1 0 0 0,1 0 0 0 0,-1 1 0 0 0,0-1 0 0 0,0 1 0 0 0,1 0 0 0 0,-1 0 0 0 0,0 0 0 0 0,1 0 0 0 0,-1 0 0 0 0,1 1 0 0 0,0-1 0 0 0,-1 1 0 0 0,1 0 0 0 0,0-1 0 0 0,-4 5 0 0 0,-42 43 556 0 0,46-47-591 0 0,-31 39 303 0 0,2 1 1 0 0,2 1-1 0 0,-40 79 1 0 0,45-70-63 0 0,-22 67 0 0 0,32-74-71 0 0,2 1 1 0 0,2 0-1 0 0,-7 79 0 0 0,15-102-207 0 0,2-1 0 0 0,1 1 0 0 0,1-1 0 0 0,1 1 0 0 0,1-1 0 0 0,1 0 0 0 0,0 0 0 0 0,2 0-1 0 0,1-1 1 0 0,0 0 0 0 0,2-1 0 0 0,0 0 0 0 0,26 38 0 0 0,-26-45-325 0 0,0-1 1 0 0,1 0-1 0 0,0 0 1 0 0,1-1-1 0 0,0-1 1 0 0,1 0-1 0 0,0 0 1 0 0,0-1-1 0 0,1-1 1 0 0,0 0-1 0 0,1-1 1 0 0,0-1-1 0 0,0 0 1 0 0,0-1-1 0 0,1 0 1 0 0,-1-2-1 0 0,1 0 1 0 0,0 0-1 0 0,0-2 1 0 0,21 1-1 0 0,10-6-3017 0 0,0-2 253 0 0</inkml:trace>
</inkml:ink>
</file>

<file path=ppt/ink/ink2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8:54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77 11965 0 0,'-1'-8'191'0'0,"-1"1"-1"0"0,-1 0 1 0 0,1 0-1 0 0,-2 0 1 0 0,1 0-1 0 0,0 0 1 0 0,-1 1 0 0 0,0-1-1 0 0,-6-5 1 0 0,9 11 219 0 0,-5 24-75 0 0,-25 114 846 0 0,-38 134 978 0 0,55-237-1171 0 0,13-35-951 0 0,1 1-1 0 0,-1-1 0 0 0,1 1 1 0 0,-1-1-1 0 0,1 1 0 0 0,0-1 1 0 0,-1 1-1 0 0,1-1 0 0 0,0 0 1 0 0,-1 1-1 0 0,1-1 0 0 0,0 1 0 0 0,0-1 1 0 0,0 0-1 0 0,-1 1 0 0 0,1-1 1 0 0,0 0-1 0 0,0 1 0 0 0,0-1 1 0 0,0 0-1 0 0,0 1 0 0 0,0-1 0 0 0,0 0 1 0 0,1 1-1 0 0,-1-1 0 0 0,0 0 1 0 0,6-77 253 0 0,10-14-1029 0 0,54-171 0 0 0,-69 261 594 0 0,1 4-396 0 0,-1 0 525 0 0,1 1 1 0 0,-1-1-1 0 0,1 0 1 0 0,-1 1-1 0 0,0-1 0 0 0,0 1 1 0 0,0-1-1 0 0,0 1 1 0 0,0 0-1 0 0,-1-1 1 0 0,2 5-1 0 0,0 2-51 0 0,2 5 25 0 0,1-1 1 0 0,1-1-1 0 0,0 1 0 0 0,0-1 1 0 0,1 0-1 0 0,1 0 0 0 0,0-1 1 0 0,1 0-1 0 0,0-1 0 0 0,0 1 0 0 0,1-2 1 0 0,0 1-1 0 0,1-2 0 0 0,0 1 1 0 0,1-1-1 0 0,0-1 0 0 0,0 0 1 0 0,20 7-1 0 0,-23-10 28 0 0,0-1 0 0 0,0 0-1 0 0,0 0 1 0 0,0-1 0 0 0,1-1 0 0 0,-1 0 0 0 0,1 0-1 0 0,-1 0 1 0 0,1-1 0 0 0,-1-1 0 0 0,1 0-1 0 0,-1 0 1 0 0,1-1 0 0 0,-1 0 0 0 0,0 0 0 0 0,0-1-1 0 0,0 0 1 0 0,0-1 0 0 0,0 0 0 0 0,-1-1-1 0 0,0 1 1 0 0,0-2 0 0 0,0 1 0 0 0,0-1 0 0 0,-1 0-1 0 0,0-1 1 0 0,11-12 0 0 0,57-86 2179 0 0,-64 95-514 0 0,-11 20-1392 0 0,-1 2-240 0 0,-10 83 295 0 0,6-70-259 0 0,-1 47 1 0 0,6-45-164 0 0,-1-3-789 0 0,1 0 1 0 0,8 44 0 0 0,-6-57 140 0 0,10 31-1596 0 0,-12-40 1911 0 0,2 0 0 0 0,-1-1 0 0 0,0 1 0 0 0,0 0 0 0 0,0-1 0 0 0,1 1-1 0 0,-1-1 1 0 0,1 1 0 0 0,-1-1 0 0 0,1 0 0 0 0,0 1 0 0 0,-1-1 0 0 0,1 0 0 0 0,0 0 0 0 0,0-1 0 0 0,0 1 0 0 0,0 0-1 0 0,0 0 1 0 0,2 0 0 0 0,9 2-3158 0 0</inkml:trace>
</inkml:ink>
</file>

<file path=ppt/ink/ink2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8:55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10 1024 0 0,'0'0'3887'0'0,"-4"-9"3549"0"0,-7 57-6434 0 0,-2 0 0 0 0,-2-2 0 0 0,-40 87 0 0 0,-15 43 682 0 0,69-174-1661 0 0,0 0 1 0 0,0 1-1 0 0,0-1 0 0 0,0 0 1 0 0,1 1-1 0 0,-1-1 0 0 0,1 0 1 0 0,0 1-1 0 0,0-1 0 0 0,0 1 1 0 0,0-1-1 0 0,0 0 0 0 0,0 1 1 0 0,1-1-1 0 0,-1 1 1 0 0,1-1-1 0 0,0 0 0 0 0,-1 1 1 0 0,1-1-1 0 0,2 3 0 0 0,-1-3-17 0 0,0 0-1 0 0,1 0 1 0 0,-1 0 0 0 0,1-1-1 0 0,-1 1 1 0 0,1-1-1 0 0,0 0 1 0 0,0 0 0 0 0,0 0-1 0 0,-1 0 1 0 0,1 0-1 0 0,0 0 1 0 0,0-1 0 0 0,0 1-1 0 0,0-1 1 0 0,5 0-1 0 0,26 1-489 0 0,-1-1-1 0 0,1-2 0 0 0,52-9 1 0 0,-23-2-2900 0 0,-5-4-3683 0 0,-39 11 3560 0 0</inkml:trace>
</inkml:ink>
</file>

<file path=ppt/ink/ink2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8:55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4 56 0 0,'1'-3'7781'0'0,"-1"9"-3379"0"0,-8 25-2015 0 0,-14 46-2160 0 0,2-24 686 0 0,2 0 0 0 0,3 2 0 0 0,-13 84 0 0 0,28-136-876 0 0,-1-1-1 0 0,1 1 1 0 0,0 0 0 0 0,0-1 0 0 0,0 1-1 0 0,0 0 1 0 0,1-1 0 0 0,-1 1 0 0 0,1 0-1 0 0,-1-1 1 0 0,1 1 0 0 0,0-1 0 0 0,0 1-1 0 0,0-1 1 0 0,0 1 0 0 0,1-1 0 0 0,-1 0-1 0 0,1 0 1 0 0,-1 0 0 0 0,1 1-1 0 0,3 1 1 0 0,-1-1 5 0 0,0 0 0 0 0,0 0 0 0 0,0-1-1 0 0,1 0 1 0 0,-1 0 0 0 0,1 0 0 0 0,-1 0 0 0 0,1-1-1 0 0,0 0 1 0 0,9 2 0 0 0,8-1-137 0 0,1-2 0 0 0,-1 0 0 0 0,0-1 0 0 0,22-4 0 0 0,-37 4-291 0 0,73-14-2038 0 0,-74 14 1033 0 0,-1-1 1 0 0,1 0-1 0 0,-1-1 0 0 0,1 1 0 0 0,-1-1 0 0 0,8-5 0 0 0,-7 2-2409 0 0</inkml:trace>
</inkml:ink>
</file>

<file path=ppt/ink/ink2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8:56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97 96 0 0,'0'0'3723'0'0,"5"-3"-3006"0"0,11-5-324 0 0,2 0 0 0 0,-1 0 0 0 0,1 2 0 0 0,0 0 0 0 0,0 1 0 0 0,0 1 0 0 0,1 1 0 0 0,24-1 1 0 0,-15 0-1622 0 0,0 0 1 0 0,0-2 0 0 0,39-13-1 0 0,-43 10-552 0 0</inkml:trace>
</inkml:ink>
</file>

<file path=ppt/ink/ink2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8:56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52 297 692 0 0,'-51'-30'9860'0'0,"52"29"-9796"0"0,-1-1 1 0 0,1 1 0 0 0,0-1-1 0 0,-1 1 1 0 0,1-1 0 0 0,0 1-1 0 0,0 0 1 0 0,0-1-1 0 0,0 1 1 0 0,0 0 0 0 0,0 0-1 0 0,1 0 1 0 0,-1 0 0 0 0,0 0-1 0 0,1 0 1 0 0,-1 0 0 0 0,0 0-1 0 0,4-1 1 0 0,28-13 406 0 0,12 1-836 0 0,1 2 0 0 0,0 2 1 0 0,58-5-1 0 0,20-4-5507 0 0,-80 9 3104 0 0</inkml:trace>
  <inkml:trace contextRef="#ctx0" brushRef="#br0" timeOffset="1">802 1 232 0 0,'0'0'1203'0'0,"3"2"-100"0"0,11 10-282 0 0,-1 0-1 0 0,0 1 0 0 0,0 1 1 0 0,-2 0-1 0 0,0 0 0 0 0,14 24 1 0 0,-16-22-517 0 0,-1 1 1 0 0,-1 0 0 0 0,0 0-1 0 0,-1 0 1 0 0,-1 1 0 0 0,-1 0-1 0 0,0 0 1 0 0,-1 0-1 0 0,-1 0 1 0 0,-1 37 0 0 0,-5 3 139 0 0,-2-1 0 0 0,-3 0 0 0 0,-2 0 0 0 0,-3-1 0 0 0,-29 76 0 0 0,27-90-253 0 0,-3-1 0 0 0,-1 0-1 0 0,-2-2 1 0 0,-1-1 0 0 0,-2 0-1 0 0,-2-2 1 0 0,-50 52-1 0 0,57-69-376 0 0,0-1 0 0 0,-2-1 0 0 0,0-1 0 0 0,-1-1 0 0 0,0-1 0 0 0,-1-1 0 0 0,-1-1-1 0 0,-34 12 1 0 0,34-16-1187 0 0,0-1 0 0 0,-1-2-1 0 0,0 0 1 0 0,0-2 0 0 0,-30 1 0 0 0,10-4-1950 0 0</inkml:trace>
</inkml:ink>
</file>

<file path=ppt/ink/ink2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9:00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1075 828 0 0,'0'0'2510'0'0,"17"-3"-532"0"0,145-102 934 0 0,-45 31-1824 0 0,-87 54-786 0 0,112-82 1177 0 0,-125 88-1167 0 0,-1-1 0 0 0,0-1 0 0 0,-1-1 0 0 0,-1 0 1 0 0,22-35-1 0 0,-33 48-171 0 0,-1-1 1 0 0,0 1 0 0 0,0-1-1 0 0,0 1 1 0 0,-1-1-1 0 0,0 0 1 0 0,0 0-1 0 0,0 0 1 0 0,0 0 0 0 0,-1 0-1 0 0,0-8 1 0 0,0 11-42 0 0,-8-2 69 0 0,7 4-163 0 0,1-1 0 0 0,-1 1-1 0 0,1-1 1 0 0,-1 1 0 0 0,0-1 0 0 0,1 1-1 0 0,-1-1 1 0 0,0 1 0 0 0,1 0-1 0 0,-1 0 1 0 0,0-1 0 0 0,1 1-1 0 0,-1 0 1 0 0,0 0 0 0 0,0 0-1 0 0,1 0 1 0 0,-1-1 0 0 0,0 1 0 0 0,0 0-1 0 0,1 1 1 0 0,-1-1 0 0 0,-1 0-1 0 0,-9 2 12 0 0,1 1-1 0 0,0 0 1 0 0,0 1-1 0 0,0 0 1 0 0,1 0-1 0 0,-1 1 1 0 0,1 0-1 0 0,0 1 1 0 0,0 0-1 0 0,1 0 1 0 0,0 1-1 0 0,0 0 1 0 0,0 1-1 0 0,1-1 1 0 0,-11 16-1 0 0,14-17-27 0 0,0 0 0 0 0,0 1 0 0 0,1-1 0 0 0,0 0 0 0 0,0 1 0 0 0,0 0 0 0 0,1 0 0 0 0,0 0 0 0 0,0 0 0 0 0,1 0 0 0 0,0 0 0 0 0,0 0 0 0 0,1 0 0 0 0,0 1 0 0 0,0-1 0 0 0,0 0 0 0 0,1 0 0 0 0,0 1 0 0 0,1-1 0 0 0,0 0 0 0 0,0 0 0 0 0,0-1 0 0 0,7 13 0 0 0,-6-13 7 0 0,0-1 0 0 0,0 0 1 0 0,1 0-1 0 0,-1-1 0 0 0,1 1 0 0 0,1-1 1 0 0,-1 0-1 0 0,0 0 0 0 0,1 0 0 0 0,0 0 1 0 0,0-1-1 0 0,0 0 0 0 0,0 0 0 0 0,1 0 1 0 0,6 2-1 0 0,-2-2 12 0 0,-1-1 0 0 0,1 0-1 0 0,0 0 1 0 0,0-1 0 0 0,0 0 0 0 0,0-1 0 0 0,0 0-1 0 0,16-2 1 0 0,-7-1 19 0 0,0-1 0 0 0,-1-1 0 0 0,1 0 0 0 0,-1-1 0 0 0,0-2 0 0 0,0 1 0 0 0,-1-2 0 0 0,0 0 0 0 0,17-14 0 0 0,31-30 1 0 0,-37 28-48 0 0,0 2-1 0 0,53-32 1 0 0,-73 50 5 0 0,0 1 0 0 0,1 0 0 0 0,-1 0 0 0 0,1 1 0 0 0,0 0 0 0 0,0 1 0 0 0,0 0 0 0 0,0 0 0 0 0,0 1 0 0 0,0 0 0 0 0,1 0 0 0 0,-1 1 0 0 0,0 1 0 0 0,0-1 0 0 0,14 4 0 0 0,-18-3 5 0 0,0 0 0 0 0,-1 1-1 0 0,1-1 1 0 0,-1 1 0 0 0,0 0 0 0 0,0 0 0 0 0,1 1-1 0 0,-1-1 1 0 0,-1 1 0 0 0,1 0 0 0 0,0 0-1 0 0,-1 0 1 0 0,1 1 0 0 0,-1-1 0 0 0,0 1 0 0 0,0 0-1 0 0,-1-1 1 0 0,5 10 0 0 0,-5-10 0 0 0,-1 1-1 0 0,0 0 1 0 0,0 0-1 0 0,0 0 1 0 0,0 0-1 0 0,-1 0 1 0 0,0 0-1 0 0,0 0 1 0 0,0 0 0 0 0,0 0-1 0 0,0 0 1 0 0,-1 0-1 0 0,0 0 1 0 0,0 0-1 0 0,0 0 1 0 0,0 0 0 0 0,-1 0-1 0 0,1-1 1 0 0,-1 1-1 0 0,0 0 1 0 0,0-1-1 0 0,-4 5 1 0 0,-31 46-75 0 0,35-53 69 0 0,102-60-1076 0 0,-45 27 781 0 0,-2-2-1 0 0,-1-3 1 0 0,-2-2 0 0 0,70-71 0 0 0,-100 90 259 0 0,-1-1 1 0 0,-1 0-1 0 0,-1-2 0 0 0,-2 0 0 0 0,0-1 0 0 0,-1-1 1 0 0,-1 0-1 0 0,-2-1 0 0 0,0 0 0 0 0,-2 0 0 0 0,-1-1 1 0 0,8-49-1 0 0,-15 65 168 0 0,0 1 0 0 0,-1-1 0 0 0,0 1 1 0 0,0-1-1 0 0,-2 0 0 0 0,1 1 0 0 0,-1-1 0 0 0,-1 1 1 0 0,0 0-1 0 0,0 0 0 0 0,-1 0 0 0 0,0 0 1 0 0,-1 0-1 0 0,0 1 0 0 0,-11-15 0 0 0,15 23-108 0 0,0 0 0 0 0,0 0 0 0 0,0 0 1 0 0,0 1-1 0 0,0-1 0 0 0,0 0 0 0 0,0 1 0 0 0,-1-1 0 0 0,1 1 0 0 0,0-1 0 0 0,0 1 0 0 0,-1-1 0 0 0,1 1 1 0 0,0 0-1 0 0,0 0 0 0 0,-1 0 0 0 0,1 0 0 0 0,0 0 0 0 0,-1 0 0 0 0,1 0 0 0 0,0 0 0 0 0,0 0 0 0 0,-1 0 1 0 0,1 1-1 0 0,0-1 0 0 0,0 1 0 0 0,-1-1 0 0 0,1 1 0 0 0,0-1 0 0 0,0 1 0 0 0,0 0 0 0 0,0-1 0 0 0,0 1 1 0 0,0 0-1 0 0,0 0 0 0 0,0 0 0 0 0,0 0 0 0 0,-1 1 0 0 0,-37 45 44 0 0,33-39-30 0 0,-7 10-14 0 0,2 2 0 0 0,0 0 0 0 0,0 0 0 0 0,2 1-1 0 0,1 0 1 0 0,0 0 0 0 0,2 1 0 0 0,0 0 0 0 0,2 0 0 0 0,-2 27-1 0 0,3-24 7 0 0,2-1 0 0 0,1 1 0 0 0,0-1-1 0 0,2 1 1 0 0,1-1 0 0 0,1 1-1 0 0,1-1 1 0 0,2-1 0 0 0,11 32 0 0 0,-16-48 9 0 0,1 0 0 0 0,1 0 0 0 0,-1 0 0 0 0,1 0 0 0 0,0-1 1 0 0,0 1-1 0 0,1-1 0 0 0,0 0 0 0 0,0 0 0 0 0,1-1 0 0 0,-1 1 1 0 0,1-1-1 0 0,0-1 0 0 0,1 1 0 0 0,-1-1 0 0 0,1 0 0 0 0,0 0 0 0 0,0-1 1 0 0,0 0-1 0 0,0 0 0 0 0,0-1 0 0 0,10 2 0 0 0,48 4 701 0 0,-62-8-568 0 0,6 2 113 0 0</inkml:trace>
</inkml:ink>
</file>

<file path=ppt/ink/ink2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9:00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 1160 0 0,'0'0'2376'0'0,"3"-14"2241"0"0,-3 4-2849 0 0,3 0-2672 0 0</inkml:trace>
</inkml:ink>
</file>

<file path=ppt/ink/ink2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9:00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12 368 0 0,'-9'50'5235'0'0,"1"-31"-3376"0"0,5-12-343 0 0,5-10-352 0 0,1-5-914 0 0,2-1 0 0 0,-1 1 0 0 0,1 0 0 0 0,1 1 0 0 0,9-12 0 0 0,-11 16-242 0 0,0 1 0 0 0,0-1 0 0 0,0 1 0 0 0,0 0 0 0 0,1 0 0 0 0,-1 0 0 0 0,1 0 0 0 0,0 1-1 0 0,-1 0 1 0 0,1 0 0 0 0,0 0 0 0 0,0 0 0 0 0,0 1 0 0 0,9 0 0 0 0,-11 0-10 0 0,0 1 0 0 0,1 0 1 0 0,-1-1-1 0 0,0 1 0 0 0,0 0 1 0 0,0 0-1 0 0,0 1 0 0 0,0-1 1 0 0,-1 1-1 0 0,1-1 0 0 0,0 1 1 0 0,-1 0-1 0 0,1 0 0 0 0,-1 0 1 0 0,1 0-1 0 0,-1 1 0 0 0,0-1 1 0 0,0 1-1 0 0,0-1 0 0 0,0 1 0 0 0,-1 0 1 0 0,1-1-1 0 0,1 5 0 0 0,-2-5 3 0 0,-1-1 4 0 0,0-1 0 0 0,0 1 1 0 0,0 0-1 0 0,0-1 0 0 0,0 1 0 0 0,0-1 0 0 0,0 1 0 0 0,0 0 1 0 0,1-1-1 0 0,-1 1 0 0 0,0-1 0 0 0,0 1 0 0 0,1 0 1 0 0,-1-1-1 0 0,0 1 0 0 0,1-1 0 0 0,-1 1 0 0 0,0-1 0 0 0,1 1 1 0 0,-1-1-1 0 0,1 0 0 0 0,-1 1 0 0 0,1-1 0 0 0,-1 1 1 0 0,1-1-1 0 0,-1 0 0 0 0,1 0 0 0 0,0 1 0 0 0,-1-1 0 0 0,1 0 1 0 0,-1 0-1 0 0,1 1 0 0 0,0-1 0 0 0,-1 0 0 0 0,1 0 0 0 0,0 0 1 0 0,-1 0-1 0 0,1 0 0 0 0,0 0 0 0 0,-1 0 0 0 0,1 0 1 0 0,-1 0-1 0 0,1-1 0 0 0,0 1 0 0 0,-1 0 0 0 0,1 0 0 0 0,-1 0 1 0 0,1-1-1 0 0,0 1 0 0 0,-1 0 0 0 0,1-1 0 0 0,-1 1 0 0 0,1-1 1 0 0,42-23 68 0 0,-30 15-44 0 0,1 2 0 0 0,-7 4-34 0 0,0-1 1 0 0,-1 1 0 0 0,1 0 0 0 0,0 1-1 0 0,1-1 1 0 0,-1 1 0 0 0,8 0-1 0 0,-13 2-8 0 0,1 0-7 0 0,-1 1 14 0 0,0-1 1 0 0,0 1-1 0 0,0 0 0 0 0,1 0 0 0 0,-1 0 0 0 0,0 0 0 0 0,0 1 0 0 0,-1-1 0 0 0,1 0 0 0 0,0 1 0 0 0,0 0 0 0 0,-1-1 0 0 0,3 3 0 0 0,3 38-4550 0 0,-6-38 1734 0 0,4 3 213 0 0</inkml:trace>
</inkml:ink>
</file>

<file path=ppt/ink/ink2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9:01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89 287 584 0 0,'0'0'4734'0'0,"-40"30"-1397"0"0,-8 20-800 0 0,48-50-2522 0 0,1 0-1 0 0,-1 0 1 0 0,1-1 0 0 0,-1 1 0 0 0,1 0 0 0 0,-1 0 0 0 0,1 0 0 0 0,-1 0 0 0 0,1 0 0 0 0,-1 1 0 0 0,0-1-1 0 0,1 0 1 0 0,-1 0 0 0 0,1 0 0 0 0,-1 0 0 0 0,1 0 0 0 0,-1 1 0 0 0,0-1 0 0 0,1 0 0 0 0,-1 0 0 0 0,1 1-1 0 0,-1-1 1 0 0,0 0 0 0 0,1 1 0 0 0,-1-1 0 0 0,0 0 0 0 0,1 1 0 0 0,-1-1 0 0 0,0 0 0 0 0,0 1 0 0 0,1-1-1 0 0,-1 1 1 0 0,0-1 0 0 0,0 1 0 0 0,0-1 0 0 0,0 0 0 0 0,0 1 0 0 0,1-1 0 0 0,-1 1 0 0 0,0-1 0 0 0,0 1-1 0 0,0-1 1 0 0,0 1 0 0 0,0-1 0 0 0,0 1 0 0 0,-1-1 0 0 0,1 1 0 0 0,0-1 0 0 0,0 0 0 0 0,0 1 0 0 0,0-1-1 0 0,0 1 1 0 0,-1-1 0 0 0,1 1 0 0 0,0-1 0 0 0,0 0 0 0 0,-1 1 0 0 0,1-1 0 0 0,0 0 0 0 0,-1 1 0 0 0,1-1-1 0 0,0 0 1 0 0,-1 1 0 0 0,1-1 0 0 0,-1 0 0 0 0,4 0-18 0 0,1 0-10 0 0,55-15-222 0 0,36-7-635 0 0,-85 20 876 0 0,1 0-1 0 0,0-1 0 0 0,-1 0 0 0 0,0 0 0 0 0,1-1 1 0 0,-2-1-1 0 0,1 0 0 0 0,0 0 0 0 0,-1-1 0 0 0,0 0 1 0 0,0-1-1 0 0,-1 0 0 0 0,1 0 0 0 0,7-10 0 0 0,-5 4 146 0 0,-1 1-1 0 0,0-2 1 0 0,-1 1-1 0 0,-1-1 0 0 0,0 0 1 0 0,-1-1-1 0 0,-1 0 0 0 0,8-26 1 0 0,-10 27 202 0 0,-1-1-1 0 0,-1 0 1 0 0,-1 0 0 0 0,0 1 0 0 0,-1-17 0 0 0,0 22-81 0 0,0 9-266 0 0,-1 0 0 0 0,1-1 0 0 0,0 1 0 0 0,-1 0-1 0 0,1 0 1 0 0,0-1 0 0 0,-1 1 0 0 0,1 0-1 0 0,0 0 1 0 0,-1 0 0 0 0,1 0 0 0 0,-1 0 0 0 0,1 0-1 0 0,-1-1 1 0 0,1 1 0 0 0,0 0 0 0 0,-1 0 0 0 0,1 0-1 0 0,-1 0 1 0 0,1 1 0 0 0,0-1 0 0 0,-1 0 0 0 0,1 0-1 0 0,-1 0 1 0 0,1 0 0 0 0,0 0 0 0 0,-1 0-1 0 0,1 1 1 0 0,-1-1 0 0 0,1 0 0 0 0,0 0 0 0 0,-1 1-1 0 0,1-1 1 0 0,0 0 0 0 0,-1 0 0 0 0,1 1 0 0 0,-1-1-1 0 0,-19 12 92 0 0,18-10-106 0 0,-4 3 28 0 0,1 0-1 0 0,0 0 0 0 0,0 1 0 0 0,0 0 0 0 0,1 0 0 0 0,0 1 0 0 0,0-1 1 0 0,0 1-1 0 0,1-1 0 0 0,0 1 0 0 0,0 0 0 0 0,-3 15 0 0 0,4-10-8 0 0,0 0 0 0 0,0 1-1 0 0,1-1 1 0 0,0 1-1 0 0,1-1 1 0 0,3 21 0 0 0,-2-24-32 0 0,1-2 0 0 0,0 1 0 0 0,1 0 0 0 0,0 0 0 0 0,0-1 0 0 0,1 1 0 0 0,-1-1 0 0 0,2 0 0 0 0,-1 0 0 0 0,1-1 0 0 0,0 1 0 0 0,0-1 0 0 0,1 0 0 0 0,-1 0 0 0 0,1-1 0 0 0,1 0 0 0 0,-1 0 0 0 0,1 0 0 0 0,0-1 0 0 0,0 0 0 0 0,0 0 0 0 0,1-1 1 0 0,-1 0-1 0 0,1 0 0 0 0,0-1 0 0 0,0 0 0 0 0,0 0 0 0 0,0-1 0 0 0,0 0 0 0 0,0 0 0 0 0,0-1 0 0 0,0 0 0 0 0,0 0 0 0 0,1-1 0 0 0,-1 0 0 0 0,0-1 0 0 0,9-2 0 0 0,25-11 542 0 0,-40 15 245 0 0,-7 2-1188 0 0,0 1 96 0 0,-14 8-535 0 0</inkml:trace>
</inkml:ink>
</file>

<file path=ppt/ink/ink2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9:01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 24 0 0,'78'-19'8258'0'0,"-41"10"-8627"0"0,-34 8-135 0 0,11-5-3519 0 0,-8 3 2117 0 0</inkml:trace>
</inkml:ink>
</file>

<file path=ppt/ink/ink2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9:02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11 380 0 0,'0'0'6789'0'0,"-3"-1"-6687"0"0,-38-6 302 0 0,23 5-5325 0 0,16 1 3371 0 0</inkml:trace>
</inkml:ink>
</file>

<file path=ppt/ink/ink2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9:02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74 172 0 0,'0'0'1185'0'0,"4"8"5678"0"0,72-27-5059 0 0,60-12-3178 0 0,-58 10-2915 0 0,-37 11 1836 0 0</inkml:trace>
</inkml:ink>
</file>

<file path=ppt/ink/ink2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9:06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9 658 244 0 0,'0'0'1005'0'0,"-8"11"7777"0"0,7-11-8596 0 0,259-109 2243 0 0,-91 16-1710 0 0,-126 67-455 0 0,-2-1 0 0 0,0-3 0 0 0,67-67 0 0 0,-86 76-49 0 0,-1-2-1 0 0,-1 0 0 0 0,-1-1 0 0 0,-1 0 1 0 0,-1-2-1 0 0,-2 0 0 0 0,20-49 0 0 0,-14 31 1519 0 0,-319 832-1851 0 0,290-754-251 0 0,0 1-441 0 0,-18 40 0 0 0,25-67 361 0 0,-1 0 0 0 0,-1 0 0 0 0,1 0 0 0 0,-1 0-1 0 0,-1-1 1 0 0,1 0 0 0 0,-1 0 0 0 0,0 0 0 0 0,-14 10 0 0 0,17-15 142 0 0,-1-1-1 0 0,0 0 1 0 0,1 0 0 0 0,-1 0 0 0 0,0-1 0 0 0,0 1 0 0 0,0-1 0 0 0,0 0-1 0 0,1 0 1 0 0,-1 0 0 0 0,0-1 0 0 0,0 1 0 0 0,0-1 0 0 0,1 0-1 0 0,-7-2 1 0 0,1 1-1624 0 0,-10-3-557 0 0</inkml:trace>
</inkml:ink>
</file>

<file path=ppt/ink/ink2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9:06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29 426 236 0 0,'-23'-12'1911'0'0,"22"11"-1819"0"0,1 1 0 0 0,-1 0 1 0 0,1-1-1 0 0,0 1 0 0 0,-1 0 1 0 0,1-1-1 0 0,0 1 0 0 0,0-1 1 0 0,-1 1-1 0 0,1 0 0 0 0,0-1 1 0 0,0 1-1 0 0,0-1 0 0 0,-1 1 1 0 0,1-1-1 0 0,0 1 0 0 0,0 0 1 0 0,0-1-1 0 0,0 1 0 0 0,0-1 1 0 0,0 1-1 0 0,0-1 0 0 0,0 1 1 0 0,0-1-1 0 0,0 1 0 0 0,0-2 1 0 0,2 0 12 0 0,0 0 0 0 0,0 0 0 0 0,0 0 0 0 0,0 0 1 0 0,0 0-1 0 0,1 1 0 0 0,-1-1 0 0 0,0 1 0 0 0,1-1 0 0 0,-1 1 1 0 0,1 0-1 0 0,0 0 0 0 0,-1 0 0 0 0,5-1 0 0 0,65-20 786 0 0,129-23 0 0 0,-52 15-252 0 0,189-59 937 0 0,-279 69-927 0 0,0-2-1 0 0,-2-3 1 0 0,89-52 0 0 0,-139 73-257 0 0,-1 0 1 0 0,1-1 0 0 0,-1 0-1 0 0,0-1 1 0 0,0 1 0 0 0,7-11-1 0 0,-12 15-17 0 0,-2 0-345 0 0,-1 1-1 0 0,0 0 1 0 0,1 0 0 0 0,-1 1-1 0 0,0-1 1 0 0,0 0-1 0 0,1 0 1 0 0,-1 1 0 0 0,1-1-1 0 0,-1 1 1 0 0,0-1-1 0 0,1 1 1 0 0,-1 0 0 0 0,1 0-1 0 0,-1 0 1 0 0,1 0-1 0 0,0 0 1 0 0,-1 0 0 0 0,1 0-1 0 0,0 0 1 0 0,-2 2-1 0 0,-3 4 2 0 0,1-1-1 0 0,0 1 0 0 0,0 0 1 0 0,-7 14-1 0 0,7-10-40 0 0,-1 1 0 0 0,2 0 0 0 0,0 0 0 0 0,0 0-1 0 0,1 0 1 0 0,-4 25 0 0 0,7-36-3 0 0,0 1 0 0 0,0-1 0 0 0,0 0 0 0 0,0 0 0 0 0,1 0 0 0 0,-1 0 0 0 0,0 0 0 0 0,0 0 0 0 0,1 1 0 0 0,-1-1 0 0 0,0 0 0 0 0,1 0 0 0 0,-1 0 0 0 0,1 0 0 0 0,-1 0 0 0 0,1 0 0 0 0,0 0 0 0 0,-1-1 0 0 0,1 1 0 0 0,0 0 0 0 0,0 0 0 0 0,0 0 0 0 0,0-1 0 0 0,-1 1-1 0 0,1 0 1 0 0,0-1 0 0 0,0 1 0 0 0,2 0 0 0 0,0 0 4 0 0,1-1-1 0 0,-1 1 0 0 0,0-1 0 0 0,0 0 1 0 0,1 0-1 0 0,-1 0 0 0 0,0 0 0 0 0,0 0 1 0 0,1-1-1 0 0,3-1 0 0 0,13-4 10 0 0,0-1 0 0 0,29-15-1 0 0,-40 18-31 0 0,36-19 16 0 0,-28 14-28 0 0,-1 1-1 0 0,2 0 1 0 0,-1 1 0 0 0,34-9 0 0 0,-49 15 34 0 0,0 0 0 0 0,0 1 1 0 0,0-1-1 0 0,0 1 0 0 0,0 0 0 0 0,0 0 1 0 0,1-1-1 0 0,-1 1 0 0 0,0 0 1 0 0,0 1-1 0 0,0-1 0 0 0,0 0 0 0 0,0 1 1 0 0,0-1-1 0 0,0 1 0 0 0,0 0 1 0 0,0-1-1 0 0,0 1 0 0 0,0 0 0 0 0,0 0 1 0 0,0 0-1 0 0,0 1 0 0 0,-1-1 1 0 0,1 0-1 0 0,0 1 0 0 0,-1-1 0 0 0,1 1 1 0 0,-1-1-1 0 0,0 1 0 0 0,1 0 0 0 0,-1 0 1 0 0,0 0-1 0 0,0-1 0 0 0,0 1 1 0 0,0 0-1 0 0,-1 0 0 0 0,2 3 0 0 0,-2-3 4 0 0,12 3 41 0 0,-11-4-30 0 0,0 0 1 0 0,0 0 0 0 0,1 0-1 0 0,-1 0 1 0 0,0 0-1 0 0,1-1 1 0 0,-1 1 0 0 0,1 0-1 0 0,-1-1 1 0 0,1 0 0 0 0,-1 1-1 0 0,1-1 1 0 0,-1 0-1 0 0,3 1 1 0 0,8-2 0 0 0,0-1-1 0 0,-1 0 1 0 0,1 0-1 0 0,-1-1 1 0 0,1 0-1 0 0,-1-1 1 0 0,16-8-1 0 0,27-16-2304 0 0,-7-2-4661 0 0,-27 14 3339 0 0</inkml:trace>
</inkml:ink>
</file>

<file path=ppt/ink/ink2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9:07.8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467 24 928 0 0,'-9'-4'384'0'0,"-1"0"0"0"0,0 0 0 0 0,1 1 0 0 0,-1 1-1 0 0,0 0 1 0 0,-1 0 0 0 0,1 1 0 0 0,0 0 0 0 0,0 0 0 0 0,-1 1 0 0 0,1 1 0 0 0,0 0-1 0 0,0 0 1 0 0,-1 1 0 0 0,1 0 0 0 0,0 1 0 0 0,1 0 0 0 0,-1 1 0 0 0,-13 6 0 0 0,-1 2-42 0 0,1 1 1 0 0,0 0 0 0 0,1 2 0 0 0,1 0 0 0 0,0 2 0 0 0,-27 26 0 0 0,40-33-213 0 0,0 1 1 0 0,0-1-1 0 0,1 1 0 0 0,0 0 1 0 0,1 1-1 0 0,0 0 1 0 0,1 0-1 0 0,1 0 1 0 0,-5 16-1 0 0,8-23-93 0 0,0-1 0 0 0,0 0 0 0 0,1 1 0 0 0,0-1 0 0 0,-1 1 0 0 0,2 0 0 0 0,-1-1 0 0 0,0 1 0 0 0,1-1 0 0 0,0 1 0 0 0,0-1 0 0 0,0 0 0 0 0,2 5 0 0 0,-1-6-26 0 0,-1-1 0 0 0,1 1 1 0 0,0-1-1 0 0,0 0 0 0 0,0 1 1 0 0,0-1-1 0 0,0 0 0 0 0,0 0 1 0 0,1 0-1 0 0,-1-1 0 0 0,1 1 1 0 0,-1-1-1 0 0,1 1 1 0 0,0-1-1 0 0,0 0 0 0 0,-1 0 1 0 0,1 0-1 0 0,0 0 0 0 0,0 0 1 0 0,0-1-1 0 0,5 1 0 0 0,-2 0 3 0 0,1-1-1 0 0,-1 0 1 0 0,0 0-1 0 0,0-1 1 0 0,1 1-1 0 0,-1-1 1 0 0,0-1 0 0 0,0 1-1 0 0,0-1 1 0 0,0 0-1 0 0,9-5 1 0 0,2-2 118 0 0,-1-1-1 0 0,22-17 1 0 0,17-11 916 0 0,-51 37-986 0 0,-1-1 1 0 0,1 1 0 0 0,0 0 0 0 0,-1 1 0 0 0,1-1-1 0 0,0 1 1 0 0,0-1 0 0 0,0 1 0 0 0,-1 0 0 0 0,1 0-1 0 0,0 1 1 0 0,0-1 0 0 0,-1 1 0 0 0,1 0-1 0 0,0 0 1 0 0,-1 0 0 0 0,6 3 0 0 0,68 35-504 0 0,-48-23-104 0 0,-10-7-175 0 0,0-1 0 0 0,1-1 1 0 0,0 0-1 0 0,23 3 1 0 0,10-3-4706 0 0,-25-7 2161 0 0</inkml:trace>
</inkml:ink>
</file>

<file path=ppt/ink/ink2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9:08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52 748 0 0,'9'1'592'0'0,"1"0"0"0"0,-1 1 0 0 0,1 0 0 0 0,-1 0 0 0 0,0 1 0 0 0,0 0 0 0 0,0 0 0 0 0,0 1 0 0 0,-1 0 0 0 0,14 10 0 0 0,-3-2 202 0 0,-2 1-1 0 0,0 1 0 0 0,23 24 1 0 0,-1 11 1301 0 0,-38-48-1794 0 0,21-6 2850 0 0,-18 1-3136 0 0,-1-1 1 0 0,0 0-1 0 0,0 1 1 0 0,-1-1-1 0 0,1 0 0 0 0,2-10 1 0 0,9-16-438 0 0,-2 14-333 0 0,0 1 0 0 0,0 0 1 0 0,17-15-1 0 0,3-1-3143 0 0,-17 18 739 0 0,-2 1 16 0 0</inkml:trace>
</inkml:ink>
</file>

<file path=ppt/ink/ink2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9:08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0 298 824 0 0,'0'0'913'0'0,"22"11"5143"0"0,-10 26-3525 0 0,-10-30-2275 0 0,0 0-1 0 0,0 0 1 0 0,0 0-1 0 0,1 0 1 0 0,6 11 0 0 0,-8-16-106 0 0,0-1-121 0 0,-1 0-1 0 0,0 0 1 0 0,0 0-1 0 0,1 0 0 0 0,-1 0 1 0 0,1 1-1 0 0,-1-1 0 0 0,1 0 1 0 0,-1 0-1 0 0,1 0 1 0 0,0 0-1 0 0,-1 0 0 0 0,1 0 1 0 0,0-1-1 0 0,0 1 0 0 0,0 0 1 0 0,0 0-1 0 0,-1 0 1 0 0,1-1-1 0 0,0 1 0 0 0,0-1 1 0 0,1 1-1 0 0,-1-1 0 0 0,0 1 1 0 0,0-1-1 0 0,0 1 1 0 0,0-1-1 0 0,0 0 0 0 0,0 0 1 0 0,1 1-1 0 0,-1-1 0 0 0,0 0 1 0 0,0 0-1 0 0,0 0 1 0 0,1 0-1 0 0,-1-1 0 0 0,0 1 1 0 0,0 0-1 0 0,0 0 1 0 0,2-1-1 0 0,23-13-151 0 0,0 1 1 0 0,1 1-1 0 0,0 2 1 0 0,53-13-1 0 0,-23 6-15 0 0,-45 14 212 0 0,0-2 0 0 0,0 1 1 0 0,-1-2-1 0 0,1 0 0 0 0,-1 0 0 0 0,-1-1 0 0 0,1 0 0 0 0,-1 0 1 0 0,0-2-1 0 0,-1 1 0 0 0,0-1 0 0 0,0 0 0 0 0,-1-1 0 0 0,-1 0 1 0 0,1 0-1 0 0,-1-1 0 0 0,-1 0 0 0 0,0 0 0 0 0,-1-1 0 0 0,0 1 1 0 0,0-1-1 0 0,-2 0 0 0 0,1 0 0 0 0,-1-1 0 0 0,-1 1 0 0 0,0-1 1 0 0,-1 1-1 0 0,-1-1 0 0 0,-1-23 0 0 0,1 35-29 0 0,0 0-1 0 0,0 0 1 0 0,0 0-1 0 0,0-1 1 0 0,0 1-1 0 0,0 0 1 0 0,0 0-1 0 0,-1 0 1 0 0,1 0-1 0 0,0 0 1 0 0,-1 0-1 0 0,1 0 1 0 0,-1 0-1 0 0,1 0 1 0 0,-1 0-1 0 0,1 0 1 0 0,-1 0-1 0 0,0 0 1 0 0,0 0-1 0 0,1 0 1 0 0,-1 0-1 0 0,0 0 1 0 0,0 1-1 0 0,0-1 1 0 0,0 0-1 0 0,-1 0 1 0 0,0 1-33 0 0,1 1 1 0 0,0-1-1 0 0,0 0 1 0 0,-1 1-1 0 0,1 0 1 0 0,0-1-1 0 0,0 1 1 0 0,0-1-1 0 0,0 1 1 0 0,0 0-1 0 0,-1 0 1 0 0,1 0-1 0 0,1 0 0 0 0,-1 0 1 0 0,0 0-1 0 0,0 0 1 0 0,0 0-1 0 0,-1 1 1 0 0,-5 10-14 0 0,-1 0-1 0 0,1 0 1 0 0,-5 16 0 0 0,6-14 6 0 0,2 0-1 0 0,0 1 1 0 0,1-1 0 0 0,1 1-1 0 0,0 0 1 0 0,0 0 0 0 0,2 0-1 0 0,0 0 1 0 0,1 0-1 0 0,0 0 1 0 0,1 0 0 0 0,1 0-1 0 0,0 0 1 0 0,11 26 0 0 0,-12-33-34 0 0,1-1 0 0 0,0 0 1 0 0,1-1-1 0 0,-1 1 1 0 0,1 0-1 0 0,1-1 1 0 0,-1 0-1 0 0,1 0 0 0 0,0 0 1 0 0,1-1-1 0 0,-1 0 1 0 0,1 0-1 0 0,0 0 1 0 0,0-1-1 0 0,1 1 1 0 0,-1-2-1 0 0,1 1 0 0 0,0-1 1 0 0,0 0-1 0 0,0 0 1 0 0,0-1-1 0 0,1 0 1 0 0,-1 0-1 0 0,0 0 0 0 0,1-1 1 0 0,0-1-1 0 0,-1 1 1 0 0,1-1-1 0 0,0 0 1 0 0,12-3-1 0 0,-10 1 7 0 0,1-1 0 0 0,-1 0 0 0 0,0-1 0 0 0,0 0 0 0 0,0-1 0 0 0,10-5 0 0 0,11-6 815 0 0,-29 15-497 0 0,8-2 340 0 0,0 1 637 0 0,-4 18-1359 0 0,-6-13-209 0 0,0 1 0 0 0,1-1 1 0 0,0 0-1 0 0,0 0 0 0 0,0 1 1 0 0,0-1-1 0 0,0 0 0 0 0,0 0 0 0 0,1 0 1 0 0,0 0-1 0 0,0-1 0 0 0,4 6 1 0 0,24 12-7115 0 0,-12-13 3595 0 0</inkml:trace>
</inkml:ink>
</file>

<file path=ppt/ink/ink2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9:10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79 236 976 0 0,'1'0'270'0'0,"0"0"1"0"0,-1 0-1 0 0,1 0 0 0 0,0 0 1 0 0,-1 0-1 0 0,1 0 0 0 0,0 0 1 0 0,-1 0-1 0 0,1 0 1 0 0,0 0-1 0 0,-1 0 0 0 0,1 1 1 0 0,-1-1-1 0 0,1 0 0 0 0,0 0 1 0 0,-1 1-1 0 0,1-1 0 0 0,-1 0 1 0 0,1 1-1 0 0,-1-1 0 0 0,1 1 1 0 0,-1-1-1 0 0,1 1 0 0 0,-1-1 1 0 0,1 1-1 0 0,-1-1 0 0 0,0 1 1 0 0,1 0-1 0 0,3 24 2278 0 0,-15 37-2617 0 0,9-52 935 0 0,-45 266 2614 0 0,47-274-3300 0 0,-1-2-158 0 0,1 0 0 0 0,0 0 0 0 0,0 1-1 0 0,0-1 1 0 0,0 0 0 0 0,0 0 0 0 0,0 0 0 0 0,0 1-1 0 0,0-1 1 0 0,0 0 0 0 0,0 0 0 0 0,-1 0-1 0 0,1 0 1 0 0,0 1 0 0 0,0-1 0 0 0,0 0-1 0 0,0 0 1 0 0,-1 0 0 0 0,1 0 0 0 0,0 0-1 0 0,0 1 1 0 0,0-1 0 0 0,-1 0 0 0 0,1 0-1 0 0,0 0 1 0 0,0 0 0 0 0,0 0 0 0 0,-1 0-1 0 0,1 0 1 0 0,0 0 0 0 0,0 0 0 0 0,-1 0-1 0 0,1 0 1 0 0,0 0 0 0 0,0 0 0 0 0,0 0 0 0 0,-1 0-1 0 0,1 0 1 0 0,0 0 0 0 0,0 0 0 0 0,-1 0-1 0 0,1 0 1 0 0,0 0 0 0 0,0-1 0 0 0,0 1-1 0 0,0 0 1 0 0,-1 0 0 0 0,1 0 0 0 0,0 0-1 0 0,0 0 1 0 0,-1-1 0 0 0,-3-6 16 0 0,0 0 0 0 0,0-1 0 0 0,1 1 0 0 0,0-1 0 0 0,0 0 0 0 0,1 0 0 0 0,0 0 0 0 0,0 0 0 0 0,1 0 0 0 0,0 0 0 0 0,1-1 0 0 0,0 1 0 0 0,0 0 0 0 0,2-17 0 0 0,3-10 13 0 0,1 1 0 0 0,14-43 0 0 0,-11 46-45 0 0,2-1 0 0 0,2 2-1 0 0,31-58 1 0 0,-36 74-18 0 0,1 0-1 0 0,1 0 1 0 0,1 1 0 0 0,0 0 0 0 0,0 1 0 0 0,1 0-1 0 0,1 1 1 0 0,0 0 0 0 0,22-13 0 0 0,-29 21 0 0 0,-1 0 0 0 0,1 0 0 0 0,0 1 0 0 0,0-1 0 0 0,0 2 0 0 0,1-1 0 0 0,-1 1 0 0 0,0 0 0 0 0,1 0 0 0 0,-1 0 0 0 0,0 1 0 0 0,1 0 0 0 0,-1 1 0 0 0,1-1 0 0 0,6 2 0 0 0,-3 1 14 0 0,0 0 0 0 0,0 1 0 0 0,-1 0 0 0 0,1 0-1 0 0,-1 1 1 0 0,0 0 0 0 0,0 0 0 0 0,13 11 0 0 0,-2 2 59 0 0,0 1 0 0 0,-1 1 0 0 0,-1 1 1 0 0,-1 0-1 0 0,-1 1 0 0 0,16 29 0 0 0,7 24 159 0 0,-3 1-1 0 0,41 131 0 0 0,-72-192-816 0 0,-1 1-1 0 0,0 0 0 0 0,-1 0 0 0 0,-1 0 1 0 0,-1 0-1 0 0,0 18 0 0 0,-6-22-2000 0 0</inkml:trace>
</inkml:ink>
</file>

<file path=ppt/ink/ink2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9:10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1 123 1156 0 0,'0'0'11595'0'0,"5"-2"-11045"0"0,30-13-339 0 0,1 2 0 0 0,0 2 0 0 0,48-9 0 0 0,123-12-2119 0 0,-124 21 1041 0 0,95-4-5316 0 0,-124 12 3264 0 0</inkml:trace>
</inkml:ink>
</file>

<file path=ppt/ink/ink2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9:11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123 206 1032 0 0,'0'0'2370'0'0,"-37"-2"4210"0"0,-35-7 492 0 0,70 9-6311 0 0,-7 1 193 0 0,6 0-366 0 0,8-1-326 0 0,64 0-171 0 0,-1-3-1 0 0,84-14 1 0 0,67-4 89 0 0,330 10-92 0 0,-509 10-128 0 0,-18 1-87 0 0,0-1 0 0 0,40-7 0 0 0,-60 3-189 0 0,-11-4 245 0 0,-20-6 3 0 0,-277-66-634 0 0,203 56 877 0 0,128 25-99 0 0,43 6 0 0 0,-38-1-64 0 0,-1 2 0 0 0,0 2-1 0 0,-1 0 1 0 0,0 2 0 0 0,0 1 0 0 0,-1 1-1 0 0,-1 1 1 0 0,0 1 0 0 0,-1 2-1 0 0,43 36 1 0 0,-66-51-5 0 0,0 0 0 0 0,-1 0 0 0 0,1 0-1 0 0,0-1 1 0 0,-1 1 0 0 0,1 1 0 0 0,-1-1 0 0 0,0 0-1 0 0,0 0 1 0 0,0 1 0 0 0,0-1 0 0 0,0 0 0 0 0,0 1-1 0 0,-1-1 1 0 0,1 1 0 0 0,-1-1 0 0 0,0 1 0 0 0,1-1 0 0 0,-1 1-1 0 0,0-1 1 0 0,-1 4 0 0 0,0-2 6 0 0,0 0 1 0 0,-1 0-1 0 0,1 0 1 0 0,-1 0-1 0 0,0-1 1 0 0,0 1-1 0 0,0 0 1 0 0,-1-1-1 0 0,1 1 1 0 0,-1-1-1 0 0,-5 5 1 0 0,-5 4-11 0 0,-1-1 0 0 0,0 0 0 0 0,-1-1 0 0 0,-28 14 0 0 0,30-17-287 0 0,-16 9-569 0 0,-45 16 0 0 0,65-29-242 0 0,0 0 1 0 0,-1-1 0 0 0,1 0-1 0 0,0 0 1 0 0,-16-1 0 0 0,20-1-2998 0 0,-10-4 312 0 0</inkml:trace>
</inkml:ink>
</file>

<file path=ppt/ink/ink2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9:11.8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653 9 1164 0 0,'36'-9'14476'0'0,"-34"11"-14367"0"0,-1 0-1 0 0,0 0 1 0 0,0 0-1 0 0,0 0 0 0 0,0 1 1 0 0,0-1-1 0 0,0 0 1 0 0,-1 0-1 0 0,1 1 1 0 0,-1-1-1 0 0,1 0 1 0 0,-1 0-1 0 0,0 1 1 0 0,0-1-1 0 0,0 0 1 0 0,0 1-1 0 0,-1-1 1 0 0,1 0-1 0 0,0 1 1 0 0,-1-1-1 0 0,-1 4 1 0 0,-19 63 697 0 0,18-59-644 0 0,-9 21 30 0 0,-2 0-1 0 0,0-1 1 0 0,-3-1-1 0 0,0 0 1 0 0,-2-1 0 0 0,0-1-1 0 0,-2-1 1 0 0,-2-1-1 0 0,0-1 1 0 0,-1-1-1 0 0,-48 36 1 0 0,54-48-100 0 0,0 0-1 0 0,0-1 1 0 0,-1 0 0 0 0,0-2 0 0 0,0 0 0 0 0,-1-2-1 0 0,-39 9 1 0 0,52-14-75 0 0,1 0 0 0 0,-1 0 0 0 0,1 0 0 0 0,0-1 0 0 0,-1 0 1 0 0,1-1-1 0 0,-1 1 0 0 0,1-1 0 0 0,-1-1 0 0 0,1 1 0 0 0,0-1 0 0 0,0 0 0 0 0,0 0 0 0 0,0-1 0 0 0,0 0 0 0 0,0 0 0 0 0,1 0 0 0 0,0-1 0 0 0,-1 1 0 0 0,1-1 0 0 0,0-1 1 0 0,1 1-1 0 0,-1-1 0 0 0,1 1 0 0 0,0-1 0 0 0,0-1 0 0 0,0 1 0 0 0,1-1 0 0 0,-5-8 0 0 0,2-2-48 0 0,-1 1 0 0 0,2-1 0 0 0,0 0-1 0 0,1 0 1 0 0,-4-31 0 0 0,7 39 13 0 0,0 0 0 0 0,1 0 0 0 0,0 0-1 0 0,1 0 1 0 0,-1 0 0 0 0,2 0 0 0 0,-1 0 0 0 0,1 1 0 0 0,0-1-1 0 0,1 0 1 0 0,-1 1 0 0 0,2 0 0 0 0,-1-1 0 0 0,6-7 0 0 0,0 0-89 0 0,-8 13 91 0 0,1 0 0 0 0,-1 0 0 0 0,0 0 0 0 0,0 1 0 0 0,1-1 0 0 0,-1 0 0 0 0,1 1 0 0 0,-1-1 0 0 0,1 1 1 0 0,0-1-1 0 0,-1 1 0 0 0,1 0 0 0 0,3-2 0 0 0,-3 2-14 0 0,42 2-163 0 0,-33 2 176 0 0,-8-3 22 0 0,-1 0 1 0 0,0 1-1 0 0,1-1 0 0 0,-1 1 1 0 0,0 0-1 0 0,0 0 1 0 0,1 0-1 0 0,-1 0 0 0 0,0 0 1 0 0,0 0-1 0 0,0 0 0 0 0,0 1 1 0 0,0-1-1 0 0,0 1 1 0 0,-1 0-1 0 0,1-1 0 0 0,-1 1 1 0 0,1 0-1 0 0,-1 0 0 0 0,1 0 1 0 0,-1 0-1 0 0,0 0 1 0 0,1 3-1 0 0,0-1 8 0 0,1 0 0 0 0,-1 0 0 0 0,1 0 0 0 0,0 0 0 0 0,0-1 0 0 0,0 1 0 0 0,0-1 0 0 0,1 0 0 0 0,-1 0 0 0 0,8 4 0 0 0,44 25 150 0 0,-40-24-124 0 0,48 23 36 0 0,1-3-1 0 0,1-2 1 0 0,118 28 0 0 0,208 22-1497 0 0,-389-76 1407 0 0,227 32-3280 0 0,-2-15-4541 0 0,-78-9 2372 0 0</inkml:trace>
</inkml:ink>
</file>

<file path=ppt/ink/ink2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9:16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0 820 0 0,'0'0'13125'0'0,"0"18"-12269"0"0,-4-1-609 0 0,2 1 0 0 0,0-1 0 0 0,1 1 1 0 0,0-1-1 0 0,2 1 0 0 0,3 22 1 0 0,-4-39-239 0 0,0 0 0 0 0,0 1 0 0 0,0-1 1 0 0,0 0-1 0 0,1 0 0 0 0,-1 0 0 0 0,0 0 1 0 0,1 0-1 0 0,-1 0 0 0 0,1 0 0 0 0,-1 0 1 0 0,1 0-1 0 0,0 0 0 0 0,-1 0 0 0 0,1 0 1 0 0,0 0-1 0 0,0 0 0 0 0,0-1 0 0 0,-1 1 1 0 0,1 0-1 0 0,0-1 0 0 0,0 1 1 0 0,0 0-1 0 0,0-1 0 0 0,0 1 0 0 0,0-1 1 0 0,0 0-1 0 0,1 1 0 0 0,-1-1 0 0 0,0 0 1 0 0,0 1-1 0 0,0-1 0 0 0,0 0 0 0 0,0 0 1 0 0,0 0-1 0 0,1 0 0 0 0,-1 0 0 0 0,0 0 1 0 0,0-1-1 0 0,0 1 0 0 0,0 0 0 0 0,0 0 1 0 0,2-1-1 0 0,7-3 9 0 0,0 1-1 0 0,1-1 1 0 0,16-10-1 0 0,-11 6 52 0 0,32-13-49 0 0,63-18 1 0 0,-97 35-42 0 0,1 0 0 0 0,0 1 1 0 0,0 1-1 0 0,0 0 0 0 0,0 1 0 0 0,1 1 0 0 0,-1 0 0 0 0,30 5 1 0 0,-44-5 12 0 0,0 0 0 0 0,1 0 1 0 0,-1 0-1 0 0,1 0 0 0 0,-1 1 1 0 0,0-1-1 0 0,1 0 1 0 0,-1 1-1 0 0,0-1 0 0 0,1 1 1 0 0,-1-1-1 0 0,0 1 1 0 0,0 0-1 0 0,1 0 0 0 0,-1-1 1 0 0,0 1-1 0 0,0 0 0 0 0,0 0 1 0 0,0 0-1 0 0,0 0 1 0 0,0 0-1 0 0,-1 1 0 0 0,1-1 1 0 0,0 0-1 0 0,0 0 0 0 0,-1 0 1 0 0,1 1-1 0 0,-1-1 1 0 0,1 0-1 0 0,-1 1 0 0 0,1-1 1 0 0,-1 0-1 0 0,0 1 1 0 0,0-1-1 0 0,0 1 0 0 0,0-1 1 0 0,0 0-1 0 0,0 1 0 0 0,0-1 1 0 0,0 1-1 0 0,-1-1 1 0 0,1 0-1 0 0,0 1 0 0 0,-1 1 1 0 0,-2 2-140 0 0,1 0 0 0 0,-1 0 0 0 0,0-1 1 0 0,0 1-1 0 0,0-1 0 0 0,-1 0 0 0 0,1 0 0 0 0,-1 0 1 0 0,0 0-1 0 0,-6 4 0 0 0,-26 16-2671 0 0,8-12-2757 0 0,6-4 1874 0 0</inkml:trace>
</inkml:ink>
</file>

<file path=ppt/ink/ink2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9:16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88 520 0 0,'-3'-67'8592'0'0,"3"65"-7924"0"0,0 1-650 0 0,1 0 0 0 0,-1 0-1 0 0,0 0 1 0 0,1 0 0 0 0,-1 0 0 0 0,1 0 0 0 0,-1 0 0 0 0,1 0 0 0 0,-1 0 0 0 0,1 0 0 0 0,0 0 0 0 0,0 1 0 0 0,-1-1 0 0 0,1 0 0 0 0,0 0 0 0 0,0 1 0 0 0,0-1 0 0 0,-1 1 0 0 0,1-1 0 0 0,0 1 0 0 0,0-1 0 0 0,1 0 0 0 0,41 4-2801 0 0,-23-1-242 0 0,-2 0 556 0 0</inkml:trace>
</inkml:ink>
</file>

<file path=ppt/ink/ink2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9:18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315 37 348 0 0,'0'0'4774'0'0,"-3"-4"-4089"0"0,1 1-536 0 0,0 1 1 0 0,0 0 0 0 0,1-1 0 0 0,-1 1 0 0 0,0 0 0 0 0,-1 0 0 0 0,1 0 0 0 0,0 0 0 0 0,-1 1 0 0 0,1-1-1 0 0,-1 1 1 0 0,1-1 0 0 0,-1 1 0 0 0,0 0 0 0 0,1 0 0 0 0,-1 0 0 0 0,0 0 0 0 0,0 0 0 0 0,0 1 0 0 0,0 0-1 0 0,0-1 1 0 0,0 1 0 0 0,0 0 0 0 0,0 0 0 0 0,0 1 0 0 0,1-1 0 0 0,-1 0 0 0 0,0 1 0 0 0,-4 1 0 0 0,-15 6 7 0 0,1 1 0 0 0,1 1 0 0 0,0 1 0 0 0,0 1 0 0 0,1 0 1 0 0,0 2-1 0 0,2 0 0 0 0,-1 1 0 0 0,2 1 0 0 0,-17 19 0 0 0,33-35-151 0 0,-1 1 0 0 0,0 0 0 0 0,1-1 0 0 0,-1 1 0 0 0,1 0 0 0 0,-1 0 0 0 0,1 0 0 0 0,0-1 0 0 0,-1 1 0 0 0,1 0 0 0 0,0 0 0 0 0,0 0-1 0 0,-1 0 1 0 0,1 0 0 0 0,0 0 0 0 0,0 0 0 0 0,0 0 0 0 0,0 0 0 0 0,0-1 0 0 0,0 1 0 0 0,0 0 0 0 0,1 0 0 0 0,-1 0 0 0 0,0 0 0 0 0,0 0 0 0 0,1 0-1 0 0,-1 0 1 0 0,0-1 0 0 0,1 1 0 0 0,-1 0 0 0 0,1 0 0 0 0,-1 0 0 0 0,1-1 0 0 0,0 1 0 0 0,-1 0 0 0 0,1-1 0 0 0,0 1 0 0 0,-1 0 0 0 0,1-1-1 0 0,0 1 1 0 0,0-1 0 0 0,0 1 0 0 0,0-1 0 0 0,37 17 128 0 0,74 4 26 0 0,-81-17-140 0 0,0 1 0 0 0,0 2 0 0 0,59 21 0 0 0,-80-23-19 0 0,0 0 0 0 0,0 1 0 0 0,0-1 0 0 0,-1 2 1 0 0,0 0-1 0 0,0 0 0 0 0,0 0 0 0 0,-1 1 0 0 0,0 1 1 0 0,-1-1-1 0 0,0 1 0 0 0,0 0 0 0 0,-1 1 0 0 0,0 0 1 0 0,5 12-1 0 0,-7-13 18 0 0,0 1 0 0 0,0-1 1 0 0,-1 1-1 0 0,0-1 0 0 0,-1 1 0 0 0,0 0 0 0 0,0 0 1 0 0,-1 0-1 0 0,-1 0 0 0 0,0 0 0 0 0,0 0 1 0 0,-1 0-1 0 0,0 0 0 0 0,0 0 0 0 0,-1 0 1 0 0,-1 0-1 0 0,0 0 0 0 0,0-1 0 0 0,-1 1 1 0 0,0-1-1 0 0,0 0 0 0 0,-1 0 0 0 0,-1-1 1 0 0,1 1-1 0 0,-1-1 0 0 0,-11 11 0 0 0,17-19-7 0 0,-1 1 0 0 0,0 0 0 0 0,0 0 0 0 0,0-1 0 0 0,0 1 0 0 0,0 0 0 0 0,0-1 0 0 0,0 1 1 0 0,0-1-1 0 0,0 1 0 0 0,0-1 0 0 0,0 1 0 0 0,0-1 0 0 0,0 0 0 0 0,0 0 0 0 0,0 1 0 0 0,0-1 0 0 0,0 0 0 0 0,-1 0 0 0 0,1 0 0 0 0,0 0 0 0 0,0-1 0 0 0,0 1 0 0 0,0 0 0 0 0,0 0 0 0 0,0-1 0 0 0,0 1 0 0 0,0 0 0 0 0,-1-1 0 0 0,1 1 0 0 0,0-1 0 0 0,1 1 0 0 0,-1-1 0 0 0,0 0 0 0 0,0 1 0 0 0,0-1 0 0 0,0 0 0 0 0,0 0 0 0 0,1 0 1 0 0,-1 0-1 0 0,0 1 0 0 0,1-1 0 0 0,-1 0 0 0 0,1 0 0 0 0,-1 0 0 0 0,1 0 0 0 0,-1 0 0 0 0,1 0 0 0 0,-1-2 0 0 0,-1-2 0 0 0,-1-1 0 0 0,1 0 0 0 0,0 0 0 0 0,1 0 1 0 0,0 0-1 0 0,0 0 0 0 0,-1-9 0 0 0,4-2-38 0 0,0 0-1 0 0,1 0 1 0 0,0 0 0 0 0,2 1 0 0 0,0-1-1 0 0,0 1 1 0 0,13-23 0 0 0,65-105-210 0 0,-68 120 203 0 0,-8 13 9 0 0,0 1 0 0 0,1-1 0 0 0,0 1 1 0 0,0 1-1 0 0,1 0 0 0 0,0 0 1 0 0,1 0-1 0 0,0 1 0 0 0,0 1 1 0 0,1 0-1 0 0,0 0 0 0 0,13-5 0 0 0,-17 9 43 0 0,0 1 0 0 0,0 0 0 0 0,0 0 0 0 0,0 1 0 0 0,0 0-1 0 0,1 0 1 0 0,-1 0 0 0 0,0 1 0 0 0,1 0 0 0 0,-1 1 0 0 0,0 0 0 0 0,1 0-1 0 0,-1 0 1 0 0,0 1 0 0 0,0 0 0 0 0,0 1 0 0 0,0-1 0 0 0,-1 1 0 0 0,1 0-1 0 0,-1 1 1 0 0,1 0 0 0 0,6 5 0 0 0,-7-4 13 0 0,68 54 313 0 0,-68-54-301 0 0,0 1 1 0 0,-1 1-1 0 0,0-1 0 0 0,0 1 0 0 0,0 0 0 0 0,-1 0 0 0 0,0 1 0 0 0,-1-1 1 0 0,4 11-1 0 0,-6-15-40 0 0,-1 0 0 0 0,0 0 1 0 0,1 0-1 0 0,-1 0 1 0 0,-1 0-1 0 0,1 0 1 0 0,0 0-1 0 0,-1 0 0 0 0,1 0 1 0 0,-1 0-1 0 0,0 0 1 0 0,0 0-1 0 0,0 0 0 0 0,0 0 1 0 0,-1-1-1 0 0,1 1 1 0 0,-1 0-1 0 0,0-1 0 0 0,0 1 1 0 0,0-1-1 0 0,0 0 1 0 0,0 1-1 0 0,0-1 0 0 0,0 0 1 0 0,-4 2-1 0 0,-19 9-2536 0 0,-2-10-3796 0 0,7-6 3165 0 0</inkml:trace>
</inkml:ink>
</file>

<file path=ppt/ink/ink2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9:18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64 796 0 0,'-5'-44'7845'0'0,"4"31"-4940"0"0,1 6-4618 0 0</inkml:trace>
</inkml:ink>
</file>

<file path=ppt/ink/ink2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9:18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1 544 0 0,'7'16'1792'0'0,"0"0"0"0"0,1 0 1 0 0,0 0-1 0 0,1-1 0 0 0,20 24 1737 0 0,-26-37-2795 0 0,2 1-513 0 0,0-5 1277 0 0,24-43-2695 0 0,-10 10-7121 0 0,-14 26 4958 0 0</inkml:trace>
</inkml:ink>
</file>

<file path=ppt/ink/ink2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9:19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82 36 0 0,'0'0'809'0'0,"43"-13"3709"0"0,-38 10-3980 0 0,0-1 0 0 0,1 0-1 0 0,-2 0 1 0 0,1 0 0 0 0,0-1 0 0 0,-1 1-1 0 0,0-1 1 0 0,6-9 1294 0 0,-17 5-1454 0 0,7 8-361 0 0,0 0 0 0 0,0 1 1 0 0,-1-1-1 0 0,1 0 0 0 0,0 1 0 0 0,-1-1 1 0 0,1 1-1 0 0,0-1 0 0 0,-1 0 1 0 0,1 1-1 0 0,-1-1 0 0 0,1 1 1 0 0,-1-1-1 0 0,1 1 0 0 0,-1-1 0 0 0,1 1 1 0 0,-1 0-1 0 0,1-1 0 0 0,-1 1 1 0 0,0 0-1 0 0,1-1 0 0 0,-1 1 1 0 0,0 0-1 0 0,1 0 0 0 0,-1-1 0 0 0,0 1 1 0 0,1 0-1 0 0,-1 0 0 0 0,0 0 1 0 0,1 0-1 0 0,-1 0 0 0 0,0 0 0 0 0,1 0 1 0 0,-1 0-1 0 0,0 0 0 0 0,1 1 1 0 0,-1-1-1 0 0,0 0 0 0 0,1 0 1 0 0,-2 1-1 0 0,-40 21 426 0 0,39-20-427 0 0,1 0-1 0 0,-1 0 1 0 0,1 0-1 0 0,0 0 0 0 0,0 0 1 0 0,0 0-1 0 0,0 0 1 0 0,0 1-1 0 0,1-1 0 0 0,-1 1 1 0 0,1 0-1 0 0,-1-1 1 0 0,1 1-1 0 0,0 0 0 0 0,0 0 1 0 0,-1 4-1 0 0,2-5-39 0 0,-1 1 0 0 0,1 0 0 0 0,0-1 0 0 0,0 1-1 0 0,0 0 1 0 0,0-1 0 0 0,1 1 0 0 0,-1 0 0 0 0,1-1-1 0 0,-1 1 1 0 0,1 0 0 0 0,0-1 0 0 0,0 1 0 0 0,0-1 0 0 0,0 0-1 0 0,1 1 1 0 0,-1-1 0 0 0,0 0 0 0 0,1 0 0 0 0,0 1 0 0 0,0-1-1 0 0,-1-1 1 0 0,1 1 0 0 0,1 0 0 0 0,-1 0 0 0 0,0-1 0 0 0,0 1-1 0 0,0-1 1 0 0,1 0 0 0 0,-1 1 0 0 0,1-1 0 0 0,-1 0 0 0 0,1-1-1 0 0,4 2 1 0 0,0-1-90 0 0,1 0 0 0 0,-1 0 0 0 0,1-1 0 0 0,-1 1 0 0 0,0-2 0 0 0,1 1 1 0 0,-1-1-1 0 0,0-1 0 0 0,13-3 0 0 0,14-8-607 0 0,55-30 1 0 0,-45 20 546 0 0,-40 21 215 0 0,1 0 0 0 0,-1 1 0 0 0,1-1 0 0 0,0 1 0 0 0,0 0 0 0 0,0 0 0 0 0,-1 1 0 0 0,1-1 0 0 0,0 1 0 0 0,0 0 0 0 0,0 0 0 0 0,0 1 0 0 0,0 0 0 0 0,0-1 0 0 0,0 2 0 0 0,-1-1 0 0 0,1 0 0 0 0,0 1 0 0 0,-1 0 0 0 0,1 0 0 0 0,-1 1-1 0 0,0-1 1 0 0,6 5 0 0 0,30 12 961 0 0,-36-17-831 0 0,1-1 0 0 0,-1 0 0 0 0,1 1 0 0 0,-1-1 0 0 0,1-1 0 0 0,0 1 0 0 0,-1-1 0 0 0,1 0 0 0 0,0 0 0 0 0,-1 0 0 0 0,1-1-1 0 0,0 0 1 0 0,-1 1 0 0 0,7-3 0 0 0,11-10-2281 0 0,-6-7-4132 0 0,-11 11 2932 0 0</inkml:trace>
</inkml:ink>
</file>

<file path=ppt/ink/ink2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9:29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239 725 604 0 0,'-66'-124'5879'0'0,"47"84"-3160"0"0,3 7 1943 0 0,49 135-4130 0 0,-5 0 0 0 0,21 150-1 0 0,-39-196-419 0 0,26 322 591 0 0,-35-377-682 0 0,-1 0 0 0 0,1 0 0 0 0,-1 0 0 0 0,0 1 0 0 0,0-1 0 0 0,0 0-1 0 0,0 0 1 0 0,0 0 0 0 0,0 1 0 0 0,0-1 0 0 0,0 0 0 0 0,0 0 0 0 0,0 0 0 0 0,-1 1 0 0 0,1-1-1 0 0,0 0 1 0 0,-1 0 0 0 0,1 0 0 0 0,-1 0 0 0 0,1 0 0 0 0,-1 0 0 0 0,0 0 0 0 0,1 0 0 0 0,-1 0-1 0 0,0 0 1 0 0,0 0 0 0 0,0 0 0 0 0,0 0 0 0 0,-1 1 0 0 0,0-3-8 0 0,0 1 0 0 0,0-1 0 0 0,0 1 0 0 0,1-1 1 0 0,-1 0-1 0 0,0 1 0 0 0,0-1 0 0 0,1 0 0 0 0,-1 0 0 0 0,1 0 0 0 0,-1 0 0 0 0,1-1 1 0 0,-1 1-1 0 0,1 0 0 0 0,0-1 0 0 0,-2-1 0 0 0,-9-11 19 0 0,0-1 1 0 0,-17-28-1 0 0,4-5-59 0 0,3 0 0 0 0,2-1 0 0 0,2-2 0 0 0,-15-67 0 0 0,-28-212-163 0 0,59 318 186 0 0,-8-56-44 0 0,3 0 0 0 0,3-114 1 0 0,5 156 28 0 0,1 1 0 0 0,1 0 0 0 0,2-1 1 0 0,0 1-1 0 0,2 0 0 0 0,0 1 1 0 0,2 0-1 0 0,0 0 0 0 0,2 1 1 0 0,17-29-1 0 0,-23 46-1 0 0,-1-1 1 0 0,1 0-1 0 0,1 1 0 0 0,-1 0 0 0 0,1 0 1 0 0,0 1-1 0 0,1 0 0 0 0,-1 0 1 0 0,1 0-1 0 0,0 1 0 0 0,0 0 1 0 0,0 0-1 0 0,1 1 0 0 0,-1 0 1 0 0,1 0-1 0 0,0 0 0 0 0,0 1 1 0 0,0 1-1 0 0,0-1 0 0 0,0 1 1 0 0,0 1-1 0 0,1-1 0 0 0,-1 1 1 0 0,0 1-1 0 0,0 0 0 0 0,0 0 1 0 0,0 0-1 0 0,14 5 0 0 0,-7-1-10 0 0,-1 1 1 0 0,1 0-1 0 0,-1 1 0 0 0,-1 0 0 0 0,1 1 0 0 0,-1 1 0 0 0,-1 0 0 0 0,0 1 0 0 0,0 0 1 0 0,0 1-1 0 0,-2 0 0 0 0,1 1 0 0 0,-1 0 0 0 0,9 16 0 0 0,-10-13 18 0 0,0 0 0 0 0,-2 1 0 0 0,1 0-1 0 0,-2 0 1 0 0,0 0 0 0 0,-1 1 0 0 0,-1 0 0 0 0,-1 0 0 0 0,0 0-1 0 0,-1 1 1 0 0,-1-1 0 0 0,0 1 0 0 0,-2-1 0 0 0,0 1-1 0 0,-1-1 1 0 0,0 0 0 0 0,-2 0 0 0 0,0 0 0 0 0,-1 0 0 0 0,0 0-1 0 0,-1-1 1 0 0,-1 0 0 0 0,-1 0 0 0 0,0-1 0 0 0,-1 0 0 0 0,-19 23-1 0 0,8-12 30 0 0,-2-1-1 0 0,0-2 0 0 0,-2 0 0 0 0,-37 28 1 0 0,43-37-187 0 0,-1-1 1 0 0,-1-1 0 0 0,0-1 0 0 0,-1-1-1 0 0,0 0 1 0 0,0-2 0 0 0,-24 7 0 0 0,28-13-897 0 0,-5-4-5650 0 0</inkml:trace>
</inkml:ink>
</file>

<file path=ppt/ink/ink2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9:30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0 100 12 0 0,'1'-43'11478'0'0,"13"201"-9866"0"0,-10-140-365 0 0,0-15-504 0 0,5-31-296 0 0,3-56-377 0 0,-11 59-5 0 0,-1 17-48 0 0,0 0 0 0 0,1 0 1 0 0,0 0-1 0 0,0 0 0 0 0,0 1 1 0 0,1-1-1 0 0,4-10 0 0 0,-5 16-61 0 0,16 26-637 0 0,-13-17 642 0 0,1 0 1 0 0,0-1 0 0 0,0 1-1 0 0,1-1 1 0 0,-1 0 0 0 0,1-1-1 0 0,1 0 1 0 0,-1 0 0 0 0,1 0-1 0 0,0 0 1 0 0,11 4 0 0 0,-15-8 21 0 0,1 1 1 0 0,-1-1 0 0 0,1-1-1 0 0,0 1 1 0 0,-1-1 0 0 0,1 1 0 0 0,0-1-1 0 0,-1 0 1 0 0,1 0 0 0 0,0-1-1 0 0,0 1 1 0 0,-1-1 0 0 0,1 0-1 0 0,-1 0 1 0 0,1 0 0 0 0,-1 0 0 0 0,1 0-1 0 0,-1-1 1 0 0,1 0 0 0 0,-1 0-1 0 0,0 0 1 0 0,0 0 0 0 0,0 0 0 0 0,0 0-1 0 0,-1-1 1 0 0,4-3 0 0 0,-2 2 14 0 0,6-4 138 0 0,-1-2-1 0 0,0 1 0 0 0,-1-1 0 0 0,0 0 0 0 0,13-22 1 0 0,-21 32-95 0 0,0-1 0 0 0,0 0-1 0 0,0 0 1 0 0,1 0 0 0 0,-1 1 0 0 0,0-1 0 0 0,1 0 0 0 0,-1 1 0 0 0,0-1 0 0 0,1 0 0 0 0,-1 1 0 0 0,1-1 0 0 0,0 1 0 0 0,-1-1 0 0 0,1 0 0 0 0,-1 1 0 0 0,1-1-1 0 0,0 1 1 0 0,-1 0 0 0 0,1-1 0 0 0,1 0 0 0 0,7 10 391 0 0,3 28-243 0 0,-11-33-163 0 0,6 26 28 0 0,0-2-836 0 0,15 42-1 0 0,-18-61 48 0 0,0-1 0 0 0,0 0 0 0 0,1 0 0 0 0,0 0 0 0 0,7 8 0 0 0,-1-1-4528 0 0,-1-10 2247 0 0</inkml:trace>
</inkml:ink>
</file>

<file path=ppt/ink/ink2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9:30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3 340 0 0,'5'-2'10533'0'0,"-25"92"-9053"0"0,-15 85 966 0 0,34-173-2420 0 0,1-1 1 0 0,0 0 0 0 0,-1 1-1 0 0,1-1 1 0 0,0 1 0 0 0,0-1-1 0 0,0 1 1 0 0,0-1 0 0 0,0 1-1 0 0,0-1 1 0 0,0 1 0 0 0,1-1-1 0 0,-1 0 1 0 0,0 1 0 0 0,1-1-1 0 0,-1 1 1 0 0,1-1 0 0 0,0 0-1 0 0,-1 1 1 0 0,1-1-1 0 0,0 0 1 0 0,0 0 0 0 0,0 0-1 0 0,0 0 1 0 0,1 2 0 0 0,1-2 10 0 0,1 0 1 0 0,-1 0-1 0 0,0-1 1 0 0,1 1-1 0 0,-1-1 1 0 0,0 0-1 0 0,1 0 1 0 0,-1 0-1 0 0,6-1 1 0 0,-8 1-36 0 0,23-2-429 0 0,48-11-1 0 0,-14-3-4134 0 0,-47 11-618 0 0</inkml:trace>
</inkml:ink>
</file>

<file path=ppt/ink/ink2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9:31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6 308 0 0,'4'-6'15189'0'0,"-5"40"-14706"0"0,-2-1-1 0 0,-1 0 1 0 0,-2 0 0 0 0,-11 35 0 0 0,15-61-425 0 0,1 1 1 0 0,0-1 0 0 0,1 1-1 0 0,-1-1 1 0 0,1 0-1 0 0,0 1 1 0 0,1-1-1 0 0,2 12 1 0 0,-2-17-51 0 0,0-1-1 0 0,0 1 1 0 0,0 0 0 0 0,0 0 0 0 0,0-1 0 0 0,1 1-1 0 0,-1-1 1 0 0,1 1 0 0 0,-1-1 0 0 0,1 1 0 0 0,-1-1 0 0 0,1 0-1 0 0,0 0 1 0 0,-1 0 0 0 0,1 0 0 0 0,0 0 0 0 0,0 0-1 0 0,0 0 1 0 0,0-1 0 0 0,3 2 0 0 0,36 4-440 0 0,-22-6-535 0 0,0-1 0 0 0,36-7 0 0 0,1-11-8836 0 0</inkml:trace>
</inkml:ink>
</file>

<file path=ppt/ink/ink2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9:31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95 564 0 0,'0'0'6795'0'0,"2"-3"-6216"0"0,4-3-305 0 0,-1 1 0 0 0,1 0 0 0 0,0-1 0 0 0,1 2 0 0 0,-1-1 0 0 0,1 1 1 0 0,0 0-1 0 0,0 1 0 0 0,0-1 0 0 0,9-2 0 0 0,83-24-3020 0 0,-86 26 963 0 0,-10 3-650 0 0,2-3 186 0 0</inkml:trace>
</inkml:ink>
</file>

<file path=ppt/ink/ink2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9:31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64 1124 0 0,'0'0'1136'0'0,"-11"-3"4725"0"0,34-13-5389 0 0,-13 11-112 0 0,4 0-200 0 0,2 2-200 0 0,0-1-248 0 0,10-5-308 0 0,-9 2-772 0 0,4 4-1477 0 0,4-5 653 0 0</inkml:trace>
</inkml:ink>
</file>

<file path=ppt/ink/ink2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9:33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416 79 860 0 0,'-20'-70'6478'0'0,"20"69"-6438"0"0,-1 1 0 0 0,1-1 0 0 0,0 1 0 0 0,0-1 0 0 0,0 1 0 0 0,-1 0 0 0 0,1-1 0 0 0,0 1 0 0 0,0-1 0 0 0,-1 1 0 0 0,1 0 0 0 0,0-1 0 0 0,-1 1 0 0 0,1 0 0 0 0,0 0 0 0 0,-1-1 0 0 0,1 1 0 0 0,-1 0 0 0 0,1 0 0 0 0,0-1 0 0 0,-1 1 0 0 0,1 0 0 0 0,-1 0 0 0 0,1 0 0 0 0,-1 0 0 0 0,1 0 0 0 0,-1 0 0 0 0,1 0 0 0 0,0 0 0 0 0,-1 0 0 0 0,1 0 0 0 0,-1 0 0 0 0,1 0-1 0 0,-1 0 1 0 0,1 0 0 0 0,-1 0 0 0 0,1 0 0 0 0,-1 0 0 0 0,1 1 0 0 0,0-1 0 0 0,-1 0 0 0 0,1 0 0 0 0,-1 1 0 0 0,1-1 0 0 0,0 0 0 0 0,-1 0 0 0 0,1 1 0 0 0,-18 12 474 0 0,17-13-533 0 0,-14 16 216 0 0,0 2-1 0 0,1-1 1 0 0,1 2-1 0 0,0 0 1 0 0,2 0-1 0 0,0 1 1 0 0,1 0 0 0 0,-8 27-1 0 0,2-10 23 0 0,0-1-43 0 0,-91 214 927 0 0,83-187-816 0 0,3 2-1 0 0,-12 68 1 0 0,25-86-101 0 0,1 0 0 0 0,2 1-1 0 0,3 73 1 0 0,3-98-125 0 0,2 0-1 0 0,0 1 0 0 0,1-1 1 0 0,2 0-1 0 0,0-1 1 0 0,1 1-1 0 0,1-1 1 0 0,2 0-1 0 0,12 22 1 0 0,-12-27-157 0 0,0-1 0 0 0,2 0 0 0 0,-1 0 0 0 0,2-2 0 0 0,0 1 0 0 0,0-2 0 0 0,30 23 0 0 0,-36-31-183 0 0,1-1 0 0 0,-1 1 0 0 0,1-1 0 0 0,1-1 0 0 0,-1 1 0 0 0,0-2 0 0 0,1 1 1 0 0,-1-1-1 0 0,1 0 0 0 0,0-1 0 0 0,-1 0 0 0 0,1 0 0 0 0,0-1 0 0 0,0 0 0 0 0,0 0 0 0 0,0-1 0 0 0,-1-1 0 0 0,1 1 0 0 0,13-5 0 0 0,14-8-3084 0 0,6-1 258 0 0</inkml:trace>
</inkml:ink>
</file>

<file path=ppt/ink/ink2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9:34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234 143 344 0 0,'-39'-26'7794'0'0,"35"31"-7598"0"0,-1 0-1 0 0,1 0 1 0 0,0 1-1 0 0,1-1 1 0 0,0 1 0 0 0,-1 0-1 0 0,2 0 1 0 0,-1 0-1 0 0,1 0 1 0 0,0 0-1 0 0,-2 9 1 0 0,-1 0 49 0 0,-19 60 723 0 0,-16 86 0 0 0,24-88-220 0 0,-35 98-1 0 0,38-146 52 0 0,13-25-784 0 0,0 0 0 0 0,0 1 0 0 0,0-1 0 0 0,0 0 0 0 0,-1 0 0 0 0,1 0 0 0 0,0 0 0 0 0,0 0 0 0 0,0 0 0 0 0,0 0 0 0 0,0 0 0 0 0,-1 0 0 0 0,1 0-1 0 0,0 0 1 0 0,0 0 0 0 0,0 0 0 0 0,0 0 0 0 0,0 0 0 0 0,-1 0 0 0 0,1 0 0 0 0,0 0 0 0 0,0 0 0 0 0,0 0 0 0 0,0 0 0 0 0,-1 0 0 0 0,1 0 0 0 0,0 0 0 0 0,0 0 0 0 0,0 0 0 0 0,0 0 0 0 0,0 0 0 0 0,0-1 0 0 0,-1 1 0 0 0,1 0 0 0 0,0 0 0 0 0,0 0 0 0 0,0 0 0 0 0,0 0 0 0 0,0 0 0 0 0,0 0 0 0 0,0-1 0 0 0,0 1-1 0 0,0 0 1 0 0,0 0 0 0 0,-1 0 0 0 0,1 0 0 0 0,0 0 0 0 0,0-1 0 0 0,0 1 0 0 0,0 0 0 0 0,0 0 0 0 0,0 0 0 0 0,0 0 0 0 0,0 0 0 0 0,0-1 0 0 0,0 1 0 0 0,0 0 0 0 0,0 0 0 0 0,0 0 0 0 0,0 0 0 0 0,1 0 0 0 0,-1-1 0 0 0,0 1 0 0 0,0-50 876 0 0,1 41-1044 0 0,4-64 156 0 0,3 0 1 0 0,3 0 0 0 0,3 1 0 0 0,4 1 0 0 0,45-119 0 0 0,-59 182-9 0 0,-1 0 1 0 0,1 0-1 0 0,1 1 0 0 0,0-1 1 0 0,0 1-1 0 0,0 0 1 0 0,1 0-1 0 0,-1 0 1 0 0,12-9-1 0 0,-14 14 10 0 0,0 0 0 0 0,-1 1 1 0 0,1-1-1 0 0,0 1 0 0 0,0-1 1 0 0,0 1-1 0 0,0 0 0 0 0,0 0 0 0 0,1 0 1 0 0,-1 1-1 0 0,0-1 0 0 0,0 1 1 0 0,1-1-1 0 0,-1 1 0 0 0,0 0 0 0 0,0 0 1 0 0,1 1-1 0 0,-1-1 0 0 0,0 1 1 0 0,0 0-1 0 0,1-1 0 0 0,-1 1 0 0 0,0 1 1 0 0,0-1-1 0 0,0 0 0 0 0,0 1 1 0 0,-1 0-1 0 0,5 2 0 0 0,7 7 42 0 0,-1 0 0 0 0,0 1 0 0 0,0 1 0 0 0,-1 0 0 0 0,-1 0-1 0 0,0 2 1 0 0,-1-1 0 0 0,16 31 0 0 0,3 12 112 0 0,21 65 0 0 0,-38-91-43 0 0,-1 1 0 0 0,13 65 0 0 0,-22-82-435 0 0,-1 0-1 0 0,0 0 1 0 0,-2 21 0 0 0,0-24-611 0 0,-1 1-1 0 0,-1-1 1 0 0,0-1-1 0 0,-8 22 1 0 0,11-31 522 0 0,-1-1 0 0 0,0 0 0 0 0,0 0 0 0 0,0 0 0 0 0,0 0 0 0 0,0 1 0 0 0,0-1 0 0 0,-1-1 0 0 0,1 1 0 0 0,0 0 0 0 0,-1 0 0 0 0,1 0 0 0 0,0-1 0 0 0,-1 1 0 0 0,-1 0 0 0 0</inkml:trace>
</inkml:ink>
</file>

<file path=ppt/ink/ink2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9:35.3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11 132 428 0 0,'0'0'971'0'0,"-9"-1"78"0"0,9 1-999 0 0,0 0-1 0 0,0 0 1 0 0,0 0 0 0 0,1 0 0 0 0,-1 0 0 0 0,0 0 0 0 0,0 0-1 0 0,0-1 1 0 0,0 1 0 0 0,0 0 0 0 0,0 0 0 0 0,0 0-1 0 0,0 0 1 0 0,1 0 0 0 0,-1 0 0 0 0,0 0 0 0 0,0 0 0 0 0,0-1-1 0 0,0 1 1 0 0,0 0 0 0 0,0 0 0 0 0,0 0 0 0 0,0 0 0 0 0,0 0-1 0 0,0-1 1 0 0,0 1 0 0 0,0 0 0 0 0,0 0 0 0 0,0 0-1 0 0,0 0 1 0 0,0 0 0 0 0,0 0 0 0 0,0-1 0 0 0,0 1 0 0 0,0 0-1 0 0,0 0 1 0 0,0 0 0 0 0,0 0 0 0 0,0 0 0 0 0,0 0 0 0 0,0-1-1 0 0,-1 1 1 0 0,1 0 0 0 0,0 0 0 0 0,0 0 0 0 0,0 0 0 0 0,0 0-1 0 0,0 0 1 0 0,0 0 0 0 0,0 0 0 0 0,0 0 0 0 0,-1-1-1 0 0,1 1 1 0 0,0 0 0 0 0,0 0 0 0 0,0 0 0 0 0,0 0 0 0 0,0 0-1 0 0,0 0 1 0 0,-1 0 0 0 0,1 0 0 0 0,0 0 0 0 0,0 0 0 0 0,17-8 105 0 0,1 0 0 0 0,0 2 1 0 0,1 0-1 0 0,0 1 1 0 0,-1 0-1 0 0,1 2 1 0 0,26-2-1 0 0,12-3-390 0 0,272-52-3886 0 0,-282 49 2697 0 0</inkml:trace>
</inkml:ink>
</file>

<file path=ppt/ink/ink2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9:35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7 201 436 0 0,'-7'1'10604'0'0,"78"1"-10090"0"0,-1-3-1 0 0,1-3 1 0 0,89-16 0 0 0,-59 7-295 0 0,442-62 551 0 0,-511 73-691 0 0,-25 2-26 0 0,0 0 0 0 0,0 0 0 0 0,0-1 0 0 0,0 0 0 0 0,0 0 0 0 0,0-1 0 0 0,0 0 0 0 0,-1 0 0 0 0,8-4 0 0 0,-13 6 157 0 0,-19-19-104 0 0,10 14-66 0 0,1 0 0 0 0,-1 1 0 0 0,0 0 0 0 0,0 0 0 0 0,-1 1 1 0 0,1 0-1 0 0,-1 1 0 0 0,1 0 0 0 0,-14-2 0 0 0,-41-14 1276 0 0,62 18-1138 0 0,-29 8 426 0 0,27-3-566 0 0,-1 1 0 0 0,1-1 0 0 0,0 1-1 0 0,0-1 1 0 0,1 1 0 0 0,-1 0 0 0 0,-2 12-1 0 0,0-2 15 0 0,-12 20-576 0 0,-1-1-1 0 0,-1-1 1 0 0,-35 46 0 0 0,3-4-5035 0 0,43-65 1695 0 0,-1-3 294 0 0</inkml:trace>
</inkml:ink>
</file>

<file path=ppt/ink/ink2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9:36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457 37 15481 0 0,'63'-33'1276'0'0,"-60"31"-1284"0"0,-3 2 11 0 0,1 0 1 0 0,0-1-1 0 0,-1 1 1 0 0,1 0-1 0 0,0 0 1 0 0,-1 0-1 0 0,1-1 1 0 0,0 1-1 0 0,-1 0 0 0 0,1 0 1 0 0,0 0-1 0 0,-1 0 1 0 0,1 0-1 0 0,0 0 1 0 0,-1 0-1 0 0,1 0 1 0 0,0 0-1 0 0,-1 1 1 0 0,1-1-1 0 0,1 0 1 0 0,0 6 17 0 0,0 0 1 0 0,0 0 0 0 0,0 0-1 0 0,0 0 1 0 0,-1 0 0 0 0,0 0-1 0 0,0 1 1 0 0,-1-1 0 0 0,0 0-1 0 0,0 0 1 0 0,0 1 0 0 0,-1-1 0 0 0,0 0-1 0 0,-3 9 1 0 0,-3 17 105 0 0,-18 43 0 0 0,20-61-94 0 0,-6 14 40 0 0,-1 0 0 0 0,-1 0 0 0 0,-1-1 0 0 0,-2-1 0 0 0,-1-1 0 0 0,0 0 1 0 0,-30 31-1 0 0,35-44 30 0 0,1 0 0 0 0,-1-1 0 0 0,-1-1 1 0 0,0 0-1 0 0,0 0 0 0 0,-1-1 0 0 0,-1-1 1 0 0,1 0-1 0 0,-1-1 0 0 0,0-1 0 0 0,-1-1 1 0 0,1 0-1 0 0,-1 0 0 0 0,0-2 0 0 0,-25 3 0 0 0,37-6-80 0 0,0 0-1 0 0,-1 0 0 0 0,1 0 0 0 0,0-1 0 0 0,0 0 0 0 0,0 1 0 0 0,-1-2 0 0 0,1 1 1 0 0,0 0-1 0 0,1-1 0 0 0,-1 0 0 0 0,0 0 0 0 0,0 0 0 0 0,1 0 0 0 0,-1-1 0 0 0,1 1 0 0 0,0-1 1 0 0,-1 0-1 0 0,1 0 0 0 0,1 0 0 0 0,-1 0 0 0 0,0 0 0 0 0,1-1 0 0 0,0 0 0 0 0,-1 1 0 0 0,2-1 1 0 0,-1 0-1 0 0,0 0 0 0 0,1 0 0 0 0,-1 0 0 0 0,1 0 0 0 0,0 0 0 0 0,0-5 0 0 0,-2-5-38 0 0,2-1 0 0 0,-1 1 0 0 0,2-1 0 0 0,0 1-1 0 0,0-1 1 0 0,2 1 0 0 0,-1-1 0 0 0,7-19 0 0 0,-8 32 1 0 0,1 0 1 0 0,-1 0 0 0 0,1 1-1 0 0,0-1 1 0 0,0 0 0 0 0,-1 1-1 0 0,1-1 1 0 0,1 0 0 0 0,-1 1-1 0 0,0-1 1 0 0,0 1 0 0 0,0-1 0 0 0,1 1-1 0 0,-1 0 1 0 0,1 0 0 0 0,-1-1-1 0 0,1 1 1 0 0,0 0 0 0 0,-1 1-1 0 0,1-1 1 0 0,2-1 0 0 0,-2 2-39 0 0,19 11-16 0 0,-9-4 32 0 0,-1 1-1 0 0,0 0 1 0 0,-1 0-1 0 0,15 16 1 0 0,13 10 12 0 0,182 122 78 0 0,-168-127 37 0 0,-39-24-809 0 0,-2 1 0 0 0,1 1 0 0 0,-1 0 0 0 0,11 9-1 0 0,-9-16-3108 0 0</inkml:trace>
</inkml:ink>
</file>

<file path=ppt/ink/ink2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9:36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11 400 0 0,'-4'-11'6808'0'0,"23"26"-5163"0"0,32 30-959 0 0,-10-4-40 0 0,-2 2 0 0 0,-1 2 0 0 0,-3 1 0 0 0,-2 1 1 0 0,-1 3-1 0 0,44 94 0 0 0,-60-106-444 0 0,-2-1 1 0 0,-2 2-1 0 0,-1 0 0 0 0,-2 0 1 0 0,-2 1-1 0 0,-2 0 0 0 0,-1 1 1 0 0,-2-1-1 0 0,-2 0 0 0 0,-8 68 0 0 0,1-64-47 0 0,-1 0-1 0 0,-3-1 0 0 0,-1 0 0 0 0,-26 57 1 0 0,25-71-31 0 0,-1-1 0 0 0,-2-1 1 0 0,-1 0-1 0 0,-1-1 0 0 0,-1-1 0 0 0,-1-1 1 0 0,-25 24-1 0 0,21-25 323 0 0,-1-1-1 0 0,-39 26 1 0 0,35-28 38 0 0,19-12-171 0 0,-1-1 0 0 0,0-1 1 0 0,0 1-1 0 0,-21 7 0 0 0,30-14-202 0 0,-4 7 213 0 0,4-7-729 0 0,1 0 1 0 0,-1 1-1 0 0,1-1 1 0 0,0 0-1 0 0,-1 0 0 0 0,1 0 1 0 0,-1 0-1 0 0,1 0 0 0 0,-1-1 1 0 0,1 1-1 0 0,0 0 1 0 0,-1-1-1 0 0,1 1 0 0 0,0-1 1 0 0,-1 1-1 0 0,1-1 1 0 0,0 0-1 0 0,-1 1 0 0 0,1-1 1 0 0,0 0-1 0 0,-1-1 1 0 0,0 0-270 0 0,0-1-283 0 0,-6-13-7542 0 0</inkml:trace>
</inkml:ink>
</file>

<file path=ppt/ink/ink2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9:37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55 440 0 0,'0'0'18258'0'0,"3"-1"-18063"0"0,182-21 1029 0 0,-82 8-1318 0 0,118-2 0 0 0,-199 16-242 0 0,-13-1-770 0 0,0 0 0 0 0,0 2 1 0 0,0-1-1 0 0,0 1 0 0 0,12 2 0 0 0</inkml:trace>
</inkml:ink>
</file>

<file path=ppt/ink/ink2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9:37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1 332 0 0,'-7'24'5104'0'0,"7"-23"-4919"0"0,0 0-1 0 0,0-1 1 0 0,0 1 0 0 0,1-1-1 0 0,-1 1 1 0 0,0-1 0 0 0,0 1-1 0 0,0 0 1 0 0,1-1 0 0 0,-1 1-1 0 0,0-1 1 0 0,0 1 0 0 0,1-1-1 0 0,-1 1 1 0 0,1-1 0 0 0,-1 1-1 0 0,0-1 1 0 0,1 0 0 0 0,-1 1-1 0 0,1-1 1 0 0,-1 1 0 0 0,1-1-1 0 0,0 0 1 0 0,3 2 234 0 0,1-1-1 0 0,-1 0 0 0 0,0-1 1 0 0,1 1-1 0 0,-1-1 0 0 0,1 0 1 0 0,-1 0-1 0 0,5-1 1 0 0,-2 1-660 0 0,187-9 1237 0 0,2-5-6073 0 0,-156 10 1552 0 0,-1 0 270 0 0</inkml:trace>
</inkml:ink>
</file>

<file path=ppt/ink/ink2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9:20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 1300 0 0,'3'-37'6535'0'0,"-3"36"-5523"0"0,3 11 5378 0 0,7 43-6159 0 0,-6-19 278 0 0,0 25-128 0 0,5 145 916 0 0,-9-204-1296 0 0,1 1 1 0 0,-1-1-1 0 0,0 1 0 0 0,1 0 0 0 0,-1-1 1 0 0,1 0-1 0 0,-1 1 0 0 0,1-1 1 0 0,-1 1-1 0 0,1-1 0 0 0,-1 0 1 0 0,1 1-1 0 0,-1-1 0 0 0,1 0 1 0 0,-1 1-1 0 0,1-1 0 0 0,-1 0 0 0 0,1 0 1 0 0,0 0-1 0 0,-1 1 0 0 0,1-1 1 0 0,0 0-1 0 0,-1 0 0 0 0,1 0 1 0 0,-1 0-1 0 0,1 0 0 0 0,0 0 1 0 0,-1 0-1 0 0,1 0 0 0 0,0-1 0 0 0,-1 1 1 0 0,1 0-1 0 0,-1 0 0 0 0,1 0 1 0 0,-1-1-1 0 0,1 1 0 0 0,0 0 1 0 0,-1-1-1 0 0,1 1 0 0 0,-1 0 1 0 0,1-1-1 0 0,41-17-31 0 0,-27 11-11 0 0,-3 3 10 0 0,1 0 0 0 0,-1 1 0 0 0,1 0 0 0 0,-1 1 0 0 0,1 1-1 0 0,19 0 1 0 0,-28 1 4 0 0,1 0 0 0 0,-1 0 0 0 0,0 1 0 0 0,0 0-1 0 0,1-1 1 0 0,-1 2 0 0 0,0-1 0 0 0,0 0 0 0 0,0 1-1 0 0,0 0 1 0 0,0 0 0 0 0,0 0 0 0 0,-1 0-1 0 0,1 0 1 0 0,-1 1 0 0 0,1 0 0 0 0,-1 0 0 0 0,0 0-1 0 0,0 0 1 0 0,0 0 0 0 0,-1 1 0 0 0,4 4 0 0 0,-5-7-19 0 0,-2 3 43 0 0,0 0 1 0 0,1 0-1 0 0,-1 0 1 0 0,-1 0 0 0 0,1 0-1 0 0,0-1 1 0 0,-1 1 0 0 0,0 0-1 0 0,0-1 1 0 0,0 1-1 0 0,0-1 1 0 0,-1 0 0 0 0,1 1-1 0 0,-1-1 1 0 0,0 0-1 0 0,0-1 1 0 0,0 1 0 0 0,-3 2-1 0 0,-9 6-390 0 0,-1 0-1 0 0,-24 12 1 0 0,27-16-450 0 0,13-7 673 0 0,0 1 0 0 0,-1-1 1 0 0,1 0-1 0 0,0 1 0 0 0,-1-1 0 0 0,1 0 1 0 0,0 0-1 0 0,-1 0 0 0 0,1 1 1 0 0,-1-1-1 0 0,1 0 0 0 0,0 0 1 0 0,-1 0-1 0 0,1 0 0 0 0,-1 0 0 0 0,1 0 1 0 0,-1 0-1 0 0,1 0 0 0 0,0 0 1 0 0,-1 0-1 0 0,1 0 0 0 0,-1 0 1 0 0,1 0-1 0 0,-1 0 0 0 0,1 0 0 0 0,0 0 1 0 0,-1 0-1 0 0,1 0 0 0 0,-1-1 1 0 0,1 1-1 0 0,0 0 0 0 0,-1 0 1 0 0,1 0-1 0 0,0-1 0 0 0,-1 1 0 0 0,1 0 1 0 0,0-1-1 0 0,-1 1 0 0 0,1 0 1 0 0,0-1-1 0 0,-1 1 0 0 0,1 0 1 0 0,0-1-1 0 0,0 1 0 0 0,0-1 0 0 0,-1 1 1 0 0,1 0-1 0 0,0-1 0 0 0,0 1 1 0 0,0-1-1 0 0,0 1 0 0 0,0 0 0 0 0,0-1 1 0 0,0 1-1 0 0,0-1 0 0 0,0 0 1 0 0,-1-1 361 0 0</inkml:trace>
</inkml:ink>
</file>

<file path=ppt/ink/ink2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9:21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20 0 0,'31'8'2296'0'0,"-2"-1"190"0"0,55 7 1 0 0,-78-13-2232 0 0,-1 0 0 0 0,1-1 0 0 0,0 0 0 0 0,0 0 0 0 0,0-1 0 0 0,0 0 0 0 0,0 0 0 0 0,0 0-1 0 0,0 0 1 0 0,-1-1 0 0 0,1 0 0 0 0,-1-1 0 0 0,1 1 0 0 0,-1-1 0 0 0,8-5 0 0 0,-12 7-186 0 0,1 0 0 0 0,-1-1-1 0 0,1 1 1 0 0,-1 0-1 0 0,1 0 1 0 0,0 0 0 0 0,-1 0-1 0 0,1 0 1 0 0,0 1-1 0 0,0-1 1 0 0,0 0 0 0 0,-1 1-1 0 0,1-1 1 0 0,0 1-1 0 0,0 0 1 0 0,0 0-1 0 0,0 0 1 0 0,0 0 0 0 0,0 0-1 0 0,0 0 1 0 0,0 0-1 0 0,0 0 1 0 0,2 2 0 0 0,-1-1-21 0 0,0 1 1 0 0,0 0 0 0 0,0 0 0 0 0,0 0-1 0 0,0 0 1 0 0,0 0 0 0 0,-1 1 0 0 0,1-1-1 0 0,-1 1 1 0 0,0-1 0 0 0,1 1 0 0 0,0 3-1 0 0,7 11 31 0 0,-1 1 0 0 0,0 0 0 0 0,9 32 0 0 0,-14-41 35 0 0,10 39-2 0 0,-1 1 1 0 0,-3 0-1 0 0,-1 0 1 0 0,-3 1-1 0 0,-2-1 1 0 0,-2 1-1 0 0,-3 0 0 0 0,-1 0 1 0 0,-3 0-1 0 0,-14 63 1 0 0,14-93-75 0 0,-1 0 0 0 0,0-1 1 0 0,-2 1-1 0 0,0-1 0 0 0,-1-1 1 0 0,-23 34-1 0 0,28-45 42 0 0,-1-1 0 0 0,0 1 0 0 0,0-1-1 0 0,0-1 1 0 0,0 1 0 0 0,-1-1 0 0 0,0 0 0 0 0,0 0 0 0 0,-1-1 0 0 0,1 1-1 0 0,-1-2 1 0 0,0 1 0 0 0,0-1 0 0 0,0 0 0 0 0,-1 0 0 0 0,1-1-1 0 0,-1 0 1 0 0,1 0 0 0 0,-1-1 0 0 0,0 0 0 0 0,-10 1 0 0 0,13-3-28 0 0,0 1 1 0 0,1-1 0 0 0,-1 1 0 0 0,0-1 0 0 0,0 0 0 0 0,1-1 0 0 0,-1 1 0 0 0,1-1 0 0 0,-1 0 0 0 0,1 0 0 0 0,0-1 0 0 0,0 1-1 0 0,0-1 1 0 0,0 0 0 0 0,0 0 0 0 0,0 0 0 0 0,-3-5 0 0 0,3 3-49 0 0,0-1 0 0 0,0 0 0 0 0,1 0 1 0 0,0 0-1 0 0,0 0 0 0 0,1 0 0 0 0,0-1 0 0 0,0 1 0 0 0,0-1 0 0 0,1 1 1 0 0,-1-8-1 0 0,0-5-218 0 0,2-1 1 0 0,0 1 0 0 0,1 0 0 0 0,1-1 0 0 0,1 1 0 0 0,1 0-1 0 0,9-28 1 0 0,-3 20-564 0 0,2 1-1 0 0,0 0 1 0 0,25-37-1 0 0,25-27-5889 0 0,-21 37 2808 0 0</inkml:trace>
</inkml:ink>
</file>

<file path=ppt/ink/ink2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9:21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34 580 0 0,'9'-34'12935'0'0,"-8"51"-12007"0"0,1 39 123 0 0,-2-19-593 0 0,2 0-1 0 0,1 0 1 0 0,2 0 0 0 0,18 67-1 0 0,-11-64-326 0 0,12 36-114 0 0,40 86 0 0 0,-46-113-3898 0 0,-18-48 3035 0 0,-17-38-9934 0 0</inkml:trace>
</inkml:ink>
</file>

<file path=ppt/ink/ink2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9:22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1 725 128 0 0,'1'-7'180'0'0,"1"0"0"0"0,1 0 0 0 0,-1 1 0 0 0,1-1 0 0 0,0 1 0 0 0,1 0 0 0 0,0 0 0 0 0,0 0 0 0 0,0 0 0 0 0,0 1 0 0 0,1 0 0 0 0,0 0 0 0 0,0 0 0 0 0,0 0 0 0 0,12-7 0 0 0,10-6 300 0 0,1 2 1 0 0,37-17-1 0 0,-16 9 68 0 0,-16 7 43 0 0,-1-2-1 0 0,-1-1 0 0 0,50-42 1 0 0,-71 53-388 0 0,-1 0 0 0 0,0 0 0 0 0,-1-1 1 0 0,0 0-1 0 0,-1 0 0 0 0,0-1 0 0 0,0 0 0 0 0,-1 0 0 0 0,0-1 1 0 0,-1 0-1 0 0,-1 0 0 0 0,0 0 0 0 0,-1-1 0 0 0,4-19 0 0 0,-5 14 153 0 0,-1 0-1 0 0,0 0 0 0 0,-2 0 0 0 0,-4-31 1 0 0,4 40-33 0 0,-1-1 0 0 0,-1 1 1 0 0,0 0-1 0 0,0 0 0 0 0,0 0 1 0 0,-2 1-1 0 0,1-1 0 0 0,-1 1 1 0 0,0 0-1 0 0,-11-13 0 0 0,15 20 67 0 0,0 1-376 0 0,-1 1-1 0 0,0 0 0 0 0,0 0 0 0 0,1 0 0 0 0,-1 0 0 0 0,1 0 0 0 0,-1 0 0 0 0,1 1 0 0 0,-1-1 1 0 0,1 0-1 0 0,0 1 0 0 0,-1-1 0 0 0,1 1 0 0 0,0 0 0 0 0,0-1 0 0 0,0 1 0 0 0,0 0 0 0 0,1 0 0 0 0,-1-1 1 0 0,0 4-1 0 0,-14 39 134 0 0,2 20-38 0 0,2 0 0 0 0,4 1 1 0 0,2 0-1 0 0,3 1 0 0 0,3-1 1 0 0,3 0-1 0 0,19 105 0 0 0,-10-129 46 0 0,-12-39-82 0 0,2 9 92 0 0,-3-11-144 0 0,-1 0 0 0 0,1 0 0 0 0,0 0 0 0 0,0 1-1 0 0,0-1 1 0 0,0 0 0 0 0,0 0 0 0 0,0 0 0 0 0,0 0 0 0 0,0 1 0 0 0,0-1 0 0 0,0 0-1 0 0,0 0 1 0 0,1 0 0 0 0,-1 1 0 0 0,0-1 0 0 0,0 0 0 0 0,0 0 0 0 0,0 0 0 0 0,0 0 0 0 0,0 1-1 0 0,0-1 1 0 0,0 0 0 0 0,0 0 0 0 0,1 0 0 0 0,-1 0 0 0 0,0 0 0 0 0,0 1 0 0 0,0-1 0 0 0,0 0-1 0 0,0 0 1 0 0,1 0 0 0 0,-1 0 0 0 0,0 0 0 0 0,0 0 0 0 0,0 0 0 0 0,1 0 0 0 0,-1 0 0 0 0,0 0-1 0 0,0 0 1 0 0,0 0 0 0 0,0 0 0 0 0,1 0 0 0 0,-1 0 0 0 0,0 0 0 0 0,0 0 0 0 0,0 0 0 0 0,1 0-1 0 0,-1 0 1 0 0,0 0 0 0 0,0 0 0 0 0,0 0 0 0 0,1 0 0 0 0,-1 0 0 0 0,4-7 4 0 0,-3 5-10 0 0,0 0 0 0 0,0 0-1 0 0,0 0 1 0 0,0 0 0 0 0,0 0 0 0 0,1 0-1 0 0,-1 0 1 0 0,1 1 0 0 0,-1-1-1 0 0,1 1 1 0 0,-1-1 0 0 0,1 1-1 0 0,0 0 1 0 0,0-1 0 0 0,0 1-1 0 0,0 0 1 0 0,3-1 0 0 0,-3 1-31 0 0,3 3-16 0 0,43 11 25 0 0,-24-6-76 0 0,1 0 0 0 0,0-2 0 0 0,42 4 1 0 0,-40-8-30 0 0,1-2 0 0 0,31-3 0 0 0,-52 3 164 0 0,-1 0-1 0 0,1 0 0 0 0,0 0 0 0 0,-1-1 1 0 0,1 0-1 0 0,-1-1 0 0 0,1 1 1 0 0,-1-1-1 0 0,0 0 0 0 0,0-1 1 0 0,0 1-1 0 0,-1-1 0 0 0,1-1 0 0 0,5-5 1 0 0,-9 8 109 0 0,-1 0 1 0 0,0 0 0 0 0,0 0 0 0 0,0 0-1 0 0,0 0 1 0 0,0 0 0 0 0,-1 0-1 0 0,1 0 1 0 0,-1 0 0 0 0,1 0 0 0 0,-1 0-1 0 0,0 0 1 0 0,0 0 0 0 0,0-3-1 0 0,1-6 740 0 0,0 9-1228 0 0,7 28-2672 0 0,-7-24 2742 0 0,0 1 0 0 0,0-1 0 0 0,1 1 0 0 0,-1-1 0 0 0,1 1 0 0 0,0-1 0 0 0,0 0 0 0 0,0 0 0 0 0,0 0 0 0 0,0 0 0 0 0,0 0 0 0 0,0 0 0 0 0,0-1 0 0 0,1 1 0 0 0,3 1 0 0 0,40 15-6663 0 0,-44-18 6275 0 0,25 8-3644 0 0</inkml:trace>
</inkml:ink>
</file>

<file path=ppt/ink/ink2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9:23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0 280 548 0 0,'0'0'1276'0'0,"25"3"5197"0"0,-16-8-5997 0 0,15-6 531 0 0,-1-1-1 0 0,-1-1 0 0 0,23-17 0 0 0,-39 26-903 0 0,-1-1 0 0 0,1-1-1 0 0,0 1 1 0 0,-1-1 0 0 0,0 1 0 0 0,-1-1 0 0 0,1-1-1 0 0,-1 1 1 0 0,0-1 0 0 0,-1 0 0 0 0,1 1-1 0 0,-2-1 1 0 0,1-1 0 0 0,-1 1 0 0 0,3-11 0 0 0,-1-3 60 0 0,-3 17-101 0 0,0 0-1 0 0,0 0 1 0 0,0 0 0 0 0,-1 0 0 0 0,1 0-1 0 0,-1 0 1 0 0,0 0 0 0 0,0 0 0 0 0,-1 0-1 0 0,1 0 1 0 0,-1 0 0 0 0,0 0 0 0 0,0 0 0 0 0,0 0-1 0 0,-3-7 1 0 0,3 10-53 0 0,0 1-1 0 0,0-1 1 0 0,0 0-1 0 0,0 0 1 0 0,0 0-1 0 0,0 1 1 0 0,0-1-1 0 0,0 0 1 0 0,0 1-1 0 0,-1-1 1 0 0,1 1-1 0 0,0 0 1 0 0,0-1-1 0 0,0 1 1 0 0,-1 0-1 0 0,1 0 1 0 0,0-1-1 0 0,-1 1 1 0 0,1 0-1 0 0,0 0 1 0 0,0 1-1 0 0,-1-1 1 0 0,1 0-1 0 0,0 0 1 0 0,0 1-1 0 0,-1-1 1 0 0,1 0-1 0 0,0 1 1 0 0,0-1-1 0 0,0 1 0 0 0,0 0 1 0 0,0-1-1 0 0,0 1 1 0 0,0 0-1 0 0,-2 1 1 0 0,-36 25 46 0 0,32-19-52 0 0,0 0 0 0 0,1 0 0 0 0,0 1-1 0 0,1-1 1 0 0,0 1 0 0 0,0 0-1 0 0,1 1 1 0 0,0-1 0 0 0,1 1-1 0 0,0 0 1 0 0,0 0 0 0 0,1 0-1 0 0,0 0 1 0 0,1 0 0 0 0,0 0 0 0 0,1 0-1 0 0,0 1 1 0 0,1-1 0 0 0,0 0-1 0 0,0 0 1 0 0,1 0 0 0 0,0 0-1 0 0,1 0 1 0 0,6 14 0 0 0,-8-22-7 0 0,0 1-1 0 0,0-1 1 0 0,1 1 0 0 0,0-1-1 0 0,-1 0 1 0 0,1 1 0 0 0,0-1-1 0 0,0 0 1 0 0,0 0 0 0 0,0 0 0 0 0,0 0-1 0 0,1-1 1 0 0,-1 1 0 0 0,1-1-1 0 0,-1 1 1 0 0,1-1 0 0 0,-1 0-1 0 0,1 0 1 0 0,0 0 0 0 0,-1 0 0 0 0,1 0-1 0 0,0-1 1 0 0,0 1 0 0 0,0-1-1 0 0,0 0 1 0 0,0 0 0 0 0,-1 0 0 0 0,1 0-1 0 0,0-1 1 0 0,0 1 0 0 0,0-1-1 0 0,4-1 1 0 0,10-3 1 0 0,-1 0-1 0 0,0-1 1 0 0,0-1 0 0 0,19-12-1 0 0,-20 11-14 0 0,86-53-131 0 0,-76 44 87 0 0,1 1 0 0 0,1 1-1 0 0,1 1 1 0 0,33-12-1 0 0,-57 25 52 0 0,-1 0-1 0 0,0 1 1 0 0,1-1-1 0 0,-1 1 1 0 0,1 0-1 0 0,-1 0 1 0 0,1 1-1 0 0,-1-1 1 0 0,1 0-1 0 0,-1 1 1 0 0,0 0-1 0 0,1 0 1 0 0,-1 0-1 0 0,0 0 1 0 0,0 1-1 0 0,0-1 1 0 0,0 1-1 0 0,5 3 1 0 0,5 5-11 0 0,0 0 0 0 0,21 22 0 0 0,9 6 34 0 0,-30-30-19 0 0,1-1-1 0 0,1 0 1 0 0,-1 0 0 0 0,1-2 0 0 0,0 0 0 0 0,27 5 0 0 0,-33-8-12 0 0,0 0-1 0 0,-1-1 1 0 0,1 0 0 0 0,0 0 0 0 0,0-1 0 0 0,0-1 0 0 0,0 1 0 0 0,0-1 0 0 0,-1-1 0 0 0,1 0 0 0 0,0 0 0 0 0,-1 0-1 0 0,12-6 1 0 0,-17 6 43 0 0,0 0-1 0 0,0 0 1 0 0,-1 0 0 0 0,1-1-1 0 0,-1 1 1 0 0,0-1-1 0 0,0 1 1 0 0,1-1-1 0 0,-2 0 1 0 0,1 0-1 0 0,0 0 1 0 0,-1 0-1 0 0,1 0 1 0 0,-1 0 0 0 0,0-1-1 0 0,1-4 1 0 0,-1 7 5 0 0,-1 0 1 0 0,0-1 0 0 0,0 0-1 0 0,0 1 1 0 0,0-1-1 0 0,0 1 1 0 0,0-1 0 0 0,0 1-1 0 0,0-1 1 0 0,-1 1 0 0 0,1-1-1 0 0,0 1 1 0 0,-1 0 0 0 0,1-1-1 0 0,-1 1 1 0 0,0-1-1 0 0,1 1 1 0 0,-1 0 0 0 0,0 0-1 0 0,0-1 1 0 0,0 1 0 0 0,0 0-1 0 0,0 0 1 0 0,0 0 0 0 0,0 0-1 0 0,-1 0 1 0 0,1 0-1 0 0,0 0 1 0 0,0 1 0 0 0,-1-1-1 0 0,1 0 1 0 0,-1 1 0 0 0,1-1-1 0 0,0 1 1 0 0,-1-1 0 0 0,1 1-1 0 0,-1 0 1 0 0,-2-1-1 0 0,-4 0 17 0 0,-1 1 0 0 0,1 0 0 0 0,-1 1-1 0 0,0-1 1 0 0,1 2 0 0 0,0-1-1 0 0,-1 1 1 0 0,1 0 0 0 0,0 1-1 0 0,0 0 1 0 0,0 0 0 0 0,-7 5-1 0 0,-14 7-724 0 0,-45 33 0 0 0,12 4-5270 0 0,50-42 3072 0 0,-1 2-924 0 0</inkml:trace>
</inkml:ink>
</file>

<file path=ppt/ink/ink2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9:24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525 342 84 0 0,'0'0'1785'0'0,"-8"-8"769"0"0,7 8-2410 0 0,1-1 1 0 0,0 1-1 0 0,0 0 1 0 0,0 0 0 0 0,0 0-1 0 0,-1-1 1 0 0,1 1-1 0 0,0 0 1 0 0,0 0 0 0 0,0 0-1 0 0,-1-1 1 0 0,1 1-1 0 0,0 0 1 0 0,0 0 0 0 0,0 0-1 0 0,-1 0 1 0 0,1 0-1 0 0,0 0 1 0 0,0-1 0 0 0,-1 1-1 0 0,1 0 1 0 0,0 0 0 0 0,-1 0-1 0 0,1 0 1 0 0,0 0-1 0 0,0 0 1 0 0,-1 0 0 0 0,1 0-1 0 0,0 0 1 0 0,0 0-1 0 0,-1 0 1 0 0,1 0 0 0 0,0 1-1 0 0,-1-1 1 0 0,1 0-1 0 0,0 0 1 0 0,0 0 0 0 0,0 0-1 0 0,-1 0 1 0 0,1 0-1 0 0,0 1 1 0 0,0-1 0 0 0,-1 0-1 0 0,1 0 1 0 0,0 0-1 0 0,0 1 1 0 0,-65 199 1797 0 0,-106 226 0 0 0,158-396-1207 0 0,-2 0-1 0 0,-1-1 1 0 0,-1-1-1 0 0,-27 33 1 0 0,43-60-350 0 0,-1-1-319 0 0,-1 0 0 0 0,1-1 0 0 0,0 1-1 0 0,0-1 1 0 0,0 0 0 0 0,0 0 0 0 0,0 1 0 0 0,0-1-1 0 0,1-1 1 0 0,-1 1 0 0 0,0 0 0 0 0,0 0 0 0 0,-2-3 0 0 0,-8-12 34 0 0,0 0 1 0 0,0-1 0 0 0,2-1-1 0 0,0 0 1 0 0,1 0 0 0 0,1-1-1 0 0,1 1 1 0 0,1-2 0 0 0,-5-24-1 0 0,-1-13-146 0 0,-8-114-1 0 0,16 112-76 0 0,3 0 0 0 0,3 0 1 0 0,10-67-1 0 0,-8 101 28 0 0,1-1 0 0 0,1 1 0 0 0,2 1 0 0 0,0-1 0 0 0,2 1 0 0 0,0 1 0 0 0,2-1 0 0 0,0 2-1 0 0,27-36 1 0 0,-29 47 38 0 0,0 1-1 0 0,1 0 1 0 0,0 1-1 0 0,1 0 0 0 0,0 1 1 0 0,0 0-1 0 0,1 1 0 0 0,0 0 1 0 0,0 1-1 0 0,1 1 1 0 0,-1 0-1 0 0,1 0 0 0 0,1 2 1 0 0,-1 0-1 0 0,0 0 0 0 0,1 1 1 0 0,-1 1-1 0 0,1 1 1 0 0,-1 0-1 0 0,1 1 0 0 0,-1 0 1 0 0,19 5-1 0 0,-19-4-1 0 0,-1 1-1 0 0,0 1 1 0 0,0 0 0 0 0,-1 1-1 0 0,1 1 1 0 0,-1 0 0 0 0,0 0-1 0 0,-1 1 1 0 0,1 1 0 0 0,17 15-1 0 0,-21-16-7 0 0,-1 0 0 0 0,0 1 0 0 0,-1 0 0 0 0,0 0 0 0 0,0 1 0 0 0,-1 0 0 0 0,0 0 0 0 0,0 0 0 0 0,-1 0 0 0 0,0 1 0 0 0,-1 0 0 0 0,0 0 0 0 0,-1 0 0 0 0,0 0 0 0 0,1 11 0 0 0,-2-12 16 0 0,-1-1 1 0 0,0 1-1 0 0,-1-1 0 0 0,0 0 0 0 0,0 1 0 0 0,0-1 0 0 0,-1 0 0 0 0,0 0 1 0 0,-1 0-1 0 0,0 0 0 0 0,0 0 0 0 0,-7 10 0 0 0,3-6-3 0 0,-1-1-1 0 0,0 0 0 0 0,-1-1 1 0 0,0 0-1 0 0,-1-1 1 0 0,0 1-1 0 0,-12 7 0 0 0,-6 2-13 0 0,-1-1 0 0 0,-1-2-1 0 0,0-1 1 0 0,-1-1-1 0 0,-43 13 1 0 0,43-18 59 0 0,0 0 0 0 0,-51 5 0 0 0,67-12-194 0 0,1-1 1 0 0,0 0 0 0 0,-1-2-1 0 0,1 1 1 0 0,0-2 0 0 0,0 0-1 0 0,0-1 1 0 0,-17-5 0 0 0,28 7-92 0 0,-1 0 0 0 0,1-1-1 0 0,-1 0 1 0 0,1 1 0 0 0,0-1 0 0 0,0-1 0 0 0,0 1 0 0 0,-4-4 0 0 0,6 5-60 0 0,0 0 0 0 0,0 0-1 0 0,0-1 1 0 0,0 1 0 0 0,0 0 0 0 0,0-1 0 0 0,1 1 0 0 0,-1-1 0 0 0,0 1 0 0 0,1-1 0 0 0,-1 1 0 0 0,1-1 0 0 0,-1-1 0 0 0,1-14-2766 0 0</inkml:trace>
</inkml:ink>
</file>

<file path=ppt/ink/ink2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9:24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82 84 0 0,'17'0'3871'0'0,"-5"-1"-3131"0"0,0 0-1 0 0,1 1 1 0 0,-1 1-1 0 0,0 0 1 0 0,0 1-1 0 0,0 0 1 0 0,0 1-1 0 0,13 4 1 0 0,-19-5-583 0 0,-1 0 1 0 0,1 1-1 0 0,-1-1 1 0 0,0 1-1 0 0,0 0 1 0 0,0 0-1 0 0,0 1 1 0 0,0 0-1 0 0,-1 0 0 0 0,1 0 1 0 0,-1 0-1 0 0,0 0 1 0 0,-1 1-1 0 0,1 0 1 0 0,-1 0-1 0 0,0 0 1 0 0,0 0-1 0 0,0 0 0 0 0,2 9 1 0 0,-4-10-96 0 0,0-1-1 0 0,-1 1 1 0 0,1 0-1 0 0,-1 0 1 0 0,0 0 0 0 0,0 0-1 0 0,-1-1 1 0 0,1 1 0 0 0,-1 0-1 0 0,0 0 1 0 0,0-1-1 0 0,0 1 1 0 0,0 0 0 0 0,0-1-1 0 0,-1 1 1 0 0,0-1 0 0 0,0 0-1 0 0,0 1 1 0 0,0-1 0 0 0,0 0-1 0 0,-1 0 1 0 0,1 0-1 0 0,-1 0 1 0 0,-5 4 0 0 0,3-3 110 0 0,0 0 1 0 0,0 0-1 0 0,0-1 0 0 0,-1 1 1 0 0,1-1-1 0 0,-1 0 1 0 0,0-1-1 0 0,0 1 1 0 0,0-1-1 0 0,0-1 1 0 0,0 1-1 0 0,0-1 1 0 0,-10 1-1 0 0,14-2-138 0 0,1 0 1 0 0,0 0-1 0 0,0 0 0 0 0,-1 0 1 0 0,1-1-1 0 0,0 1 0 0 0,-1-1 1 0 0,1 1-1 0 0,0-1 0 0 0,0 1 1 0 0,0-1-1 0 0,0 0 0 0 0,0 1 1 0 0,-1-1-1 0 0,1 0 0 0 0,0 0 1 0 0,1 0-1 0 0,-1 0 0 0 0,0 0 1 0 0,0 0-1 0 0,0 0 0 0 0,0 0 1 0 0,1 0-1 0 0,-1 0 1 0 0,1 0-1 0 0,-1-1 0 0 0,1 1 1 0 0,-1 0-1 0 0,0-3 0 0 0,1 2-20 0 0,-1-1 0 0 0,1 0 0 0 0,-1 0 0 0 0,1 1 0 0 0,0-1 0 0 0,0 0 1 0 0,0 0-1 0 0,1 0 0 0 0,-1 1 0 0 0,0-1 0 0 0,1 0 0 0 0,1-4 0 0 0,7-11-293 0 0,0 1 0 0 0,1 0 0 0 0,1 0 1 0 0,0 1-1 0 0,1 0 0 0 0,1 1 0 0 0,0 0 1 0 0,1 2-1 0 0,26-21 0 0 0,-27 25-994 0 0,0 0 0 0 0,1 1 0 0 0,0 0 0 0 0,0 1 0 0 0,1 1-1 0 0,0 0 1 0 0,26-5 0 0 0,-23 7-2078 0 0</inkml:trace>
</inkml:ink>
</file>

<file path=ppt/ink/ink2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9:25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0 120 484 0 0,'42'-3'4767'0'0,"-37"1"-4353"0"0,1-1 0 0 0,0 0 0 0 0,-1 0-1 0 0,0 0 1 0 0,0-1 0 0 0,0 0 0 0 0,0 0 0 0 0,0 0-1 0 0,-1-1 1 0 0,0 1 0 0 0,5-7 0 0 0,-6 7-126 0 0,-1 0 0 0 0,0 1 0 0 0,1-1 0 0 0,-1 0 0 0 0,0 0 0 0 0,-1 0 1 0 0,1 0-1 0 0,-1 0 0 0 0,1-6 0 0 0,-1 8 179 0 0,-2-2 273 0 0,1 4-703 0 0,0-1 0 0 0,0 1 0 0 0,1-1 0 0 0,-1 1 0 0 0,0-1-1 0 0,0 1 1 0 0,0-1 0 0 0,0 1 0 0 0,0-1 0 0 0,0 1 0 0 0,0-1 0 0 0,0 1 0 0 0,0-1 0 0 0,-1 1 0 0 0,1-1 0 0 0,0 1 0 0 0,0-1 0 0 0,0 1 0 0 0,0 0 0 0 0,-1-1 0 0 0,1 1 0 0 0,0-1 0 0 0,-1 1 0 0 0,1-1 0 0 0,0 1-1 0 0,-1 0 1 0 0,1-1 0 0 0,0 1 0 0 0,-1 0 0 0 0,1-1 0 0 0,-1 1 0 0 0,1 0 0 0 0,0 0 0 0 0,-1-1 0 0 0,1 1 0 0 0,-1 0 0 0 0,1 0 0 0 0,-1 0 0 0 0,1 0 0 0 0,-1-1 0 0 0,1 1 0 0 0,-1 0 0 0 0,1 0 0 0 0,-1 0 0 0 0,1 0-1 0 0,-1 0 1 0 0,1 0 0 0 0,-1 0 0 0 0,1 1 0 0 0,-1-1 0 0 0,0 0 0 0 0,-8 6 5 0 0,0 0-1 0 0,1 1 1 0 0,0 0-1 0 0,1 0 1 0 0,-1 1 0 0 0,1 0-1 0 0,1 0 1 0 0,-1 1-1 0 0,1-1 1 0 0,1 1-1 0 0,0 1 1 0 0,0-1-1 0 0,1 1 1 0 0,0 0 0 0 0,0 0-1 0 0,1 0 1 0 0,-3 20-1 0 0,6-28-53 0 0,0-1-1 0 0,0 0 0 0 0,0 0 1 0 0,1 0-1 0 0,-1 0 1 0 0,0 0-1 0 0,0 1 0 0 0,1-1 1 0 0,-1 0-1 0 0,1 0 0 0 0,-1 0 1 0 0,1 0-1 0 0,-1 0 1 0 0,1 0-1 0 0,-1 0 0 0 0,1 0 1 0 0,0-1-1 0 0,0 1 1 0 0,0 0-1 0 0,-1 0 0 0 0,1 0 1 0 0,0-1-1 0 0,0 1 1 0 0,0-1-1 0 0,0 1 0 0 0,0 0 1 0 0,0-1-1 0 0,0 0 0 0 0,0 1 1 0 0,0-1-1 0 0,0 0 1 0 0,1 1-1 0 0,-1-1 0 0 0,0 0 1 0 0,0 0-1 0 0,0 0 1 0 0,0 0-1 0 0,0 0 0 0 0,1 0 1 0 0,0-1-1 0 0,45-3-149 0 0,0-10-230 0 0,77-33-1 0 0,-53 19 124 0 0,-44 17 103 0 0,48-10-1 0 0,-68 19 129 0 0,1 0 0 0 0,-1 1 0 0 0,1 1-1 0 0,0-1 1 0 0,-1 1 0 0 0,1 0 0 0 0,-1 1-1 0 0,1 0 1 0 0,0 0 0 0 0,-1 0 0 0 0,14 6-1 0 0,-20-7 31 0 0,0 0 0 0 0,1 1 0 0 0,-1 0 0 0 0,0-1 0 0 0,0 1 0 0 0,0 0 0 0 0,0-1 0 0 0,0 1 0 0 0,0 0 0 0 0,0 0-1 0 0,0 0 1 0 0,-1 0 0 0 0,1 0 0 0 0,0 0 0 0 0,0 0 0 0 0,-1 0 0 0 0,1 0 0 0 0,-1 0 0 0 0,1 0 0 0 0,-1 1 0 0 0,1-1 0 0 0,-1 0-1 0 0,0 0 1 0 0,1 1 0 0 0,-1-1 0 0 0,0 0 0 0 0,0 0 0 0 0,0 1 0 0 0,0-1 0 0 0,0 0 0 0 0,0 0 0 0 0,-1 1 0 0 0,1-1 0 0 0,0 0-1 0 0,0 0 1 0 0,-1 1 0 0 0,1-1 0 0 0,-2 2 0 0 0,-26 39-373 0 0,28-42 377 0 0,-2 2-77 0 0,2-3 37 0 0,0 1 0 0 0,0 0 1 0 0,0 0-1 0 0,0 0 0 0 0,0 0 1 0 0,0 0-1 0 0,0-1 0 0 0,0 1 0 0 0,0 0 1 0 0,0 0-1 0 0,0 0 0 0 0,0 0 1 0 0,0 0-1 0 0,-1 0 0 0 0,1 0 0 0 0,0-1 1 0 0,0 1-1 0 0,0 0 0 0 0,0 0 1 0 0,0 0-1 0 0,0 0 0 0 0,0 0 0 0 0,-1 0 1 0 0,1 0-1 0 0,0 0 0 0 0,0 0 1 0 0,0 0-1 0 0,0 0 0 0 0,0 0 0 0 0,0 0 1 0 0,-1 0-1 0 0,1 0 0 0 0,0 0 1 0 0,0 0-1 0 0,0 0 0 0 0,0 0 0 0 0,0 0 1 0 0,-1 0-1 0 0,1 0 0 0 0,0 0 1 0 0,0 0-1 0 0,0 0 0 0 0,0 0 0 0 0,0 0 1 0 0,-1 0-1 0 0,1 0 0 0 0,0 0 1 0 0,0 0-1 0 0,0 0 0 0 0,0 0 0 0 0,0 0 1 0 0,0 1-1 0 0,5-12-120 0 0,2 0-1 0 0,-1 0 1 0 0,2 1-1 0 0,-1 0 1 0 0,2 0 0 0 0,-1 1-1 0 0,1 0 1 0 0,15-11-1 0 0,-17 13 88 0 0,1 2-1 0 0,0-1 1 0 0,0 1-1 0 0,0 1 1 0 0,0-1-1 0 0,1 1 1 0 0,-1 1-1 0 0,1 0 1 0 0,0 0-1 0 0,0 0 1 0 0,1 1-1 0 0,16-1 0 0 0,-23 2 80 0 0,-1 1-1 0 0,1 0 0 0 0,0 0 0 0 0,-1 0 0 0 0,1 0 0 0 0,0 0 0 0 0,0 0 0 0 0,-1 1 0 0 0,1-1 0 0 0,0 1 0 0 0,-1 0 0 0 0,1 0 0 0 0,-1 0 0 0 0,1 0 0 0 0,-1 0 0 0 0,0 1 0 0 0,1-1 0 0 0,-1 1 0 0 0,0-1 0 0 0,0 1 0 0 0,0 0 0 0 0,0 0 0 0 0,0 0 0 0 0,0 0 0 0 0,-1 0 0 0 0,1 0 1 0 0,-1 1-1 0 0,1-1 0 0 0,-1 0 0 0 0,0 1 0 0 0,0-1 0 0 0,0 1 0 0 0,1 4 0 0 0,-2-5 6 0 0,0 0 0 0 0,0 0 1 0 0,-1 0-1 0 0,1 0 0 0 0,0 0 1 0 0,-1 0-1 0 0,0 0 0 0 0,1 1 0 0 0,-1-2 1 0 0,0 1-1 0 0,0 0 0 0 0,0 0 1 0 0,-1 0-1 0 0,1 0 0 0 0,0-1 0 0 0,-1 1 1 0 0,-2 2-1 0 0,-29 26-5248 0 0,24-24 3108 0 0</inkml:trace>
</inkml:ink>
</file>

<file path=ppt/ink/ink2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9:25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 1168 0 0,'0'0'4437'0'0,"-4"22"1760"0"0,4-6-5551 0 0,1-1-321 0 0,-1 0 0 0 0,-1 0 0 0 0,0-1 0 0 0,-1 1 0 0 0,0 0 0 0 0,-7 21 0 0 0,-2-22-1493 0 0,4-7-1295 0 0</inkml:trace>
</inkml:ink>
</file>

<file path=ppt/ink/ink2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9:25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39 1136 0 0,'-1'-4'1296'0'0,"0"1"1"0"0,1-1-1 0 0,-1 0 0 0 0,1 0 1 0 0,0 0-1 0 0,0 0 0 0 0,2-7 0 0 0,0 11-1740 0 0,1-1 0 0 0,-1 1-1 0 0,1 0 1 0 0,-1 0 0 0 0,1 0-1 0 0,0 1 1 0 0,-1-1 0 0 0,1 1-1 0 0,-1-1 1 0 0,1 1 0 0 0,-1 0-1 0 0,0 0 1 0 0,1 0-1 0 0,3 2 1 0 0</inkml:trace>
</inkml:ink>
</file>

<file path=ppt/ink/ink2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9:26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62 1328 0 0,'-2'-17'5622'0'0,"-3"-1"-2650"0"0,-1-3 1871 0 0,5 21-4776 0 0,1-1 0 0 0,-1 1 0 0 0,0-1 0 0 0,0 0 0 0 0,1 1 0 0 0,-1 0 0 0 0,0-1 0 0 0,0 1 0 0 0,0-1 0 0 0,0 1 0 0 0,0 0 0 0 0,0 0 0 0 0,0 0 0 0 0,1-1 0 0 0,-1 1 0 0 0,0 0 0 0 0,0 0 0 0 0,0 0 0 0 0,0 0 0 0 0,0 1 0 0 0,0-1 0 0 0,0 0 0 0 0,-2 1 0 0 0,-22 4 607 0 0,10 0-572 0 0,0 2-1 0 0,0 0 1 0 0,0 0 0 0 0,1 2 0 0 0,1-1-1 0 0,-1 2 1 0 0,1 0 0 0 0,1 0 0 0 0,0 1-1 0 0,0 1 1 0 0,1 0 0 0 0,1 1 0 0 0,0 0-1 0 0,1 0 1 0 0,0 1 0 0 0,1 0 0 0 0,-8 18-1 0 0,16-30-126 0 0,-1 0 0 0 0,0 1 0 0 0,0-1-1 0 0,1 0 1 0 0,0 1 0 0 0,-1-1-1 0 0,1 0 1 0 0,0 1 0 0 0,0-1-1 0 0,0 0 1 0 0,0 1 0 0 0,1-1 0 0 0,0 3-1 0 0,-1-4 10 0 0,0 0 0 0 0,1 0-1 0 0,0 0 1 0 0,-1 0 0 0 0,1 0 0 0 0,-1 0-1 0 0,1 0 1 0 0,0 0 0 0 0,0 0-1 0 0,0 0 1 0 0,0-1 0 0 0,-1 1-1 0 0,1 0 1 0 0,0-1 0 0 0,0 1 0 0 0,0 0-1 0 0,0-1 1 0 0,1 1 0 0 0,0 0-1 0 0,3 0-5 0 0,-1-1-1 0 0,1 1 0 0 0,-1-1 0 0 0,1 0 0 0 0,-1 0 0 0 0,1 0 1 0 0,0 0-1 0 0,-1-1 0 0 0,1 0 0 0 0,-1 0 0 0 0,9-3 0 0 0,20-10-77 0 0,-1-1 0 0 0,0-2-1 0 0,-2-1 1 0 0,37-27 0 0 0,37-22-105 0 0,-95 62 184 0 0,5-3-45 0 0,1 0 0 0 0,0 0 0 0 0,25-7 0 0 0,-38 14 57 0 0,1 0-1 0 0,0 0 1 0 0,0 0-1 0 0,0 1 1 0 0,0-1-1 0 0,0 1 1 0 0,0 0-1 0 0,0 0 1 0 0,0 0-1 0 0,0 0 1 0 0,0 0-1 0 0,1 1 1 0 0,-1-1-1 0 0,-1 1 1 0 0,1 0-1 0 0,0 0 1 0 0,0 0-1 0 0,0 0 1 0 0,0 0-1 0 0,-1 1 1 0 0,1-1-1 0 0,0 1 1 0 0,-1 0-1 0 0,0 0 1 0 0,1 0-1 0 0,2 2 1 0 0,-2 3-8 0 0,0 0 0 0 0,-1-1 0 0 0,0 1 1 0 0,0 0-1 0 0,0 0 0 0 0,-1 0 0 0 0,0 0 0 0 0,0 1 0 0 0,0-1 1 0 0,-1 0-1 0 0,-1 0 0 0 0,-1 15 0 0 0,2-22 21 0 0,-1 1 0 0 0,1 0 0 0 0,0 0 0 0 0,0 0 0 0 0,0 0-1 0 0,0-1 1 0 0,0 1 0 0 0,0 0 0 0 0,0 0 0 0 0,0 0 0 0 0,0 0 0 0 0,0-1 0 0 0,0 1-1 0 0,1 0 1 0 0,-1 0 0 0 0,0 0 0 0 0,1-1 0 0 0,-1 1 0 0 0,0 0 0 0 0,1-1 0 0 0,-1 1-1 0 0,1 0 1 0 0,-1-1 0 0 0,1 1 0 0 0,-1 0 0 0 0,1-1 0 0 0,0 1 0 0 0,-1-1 0 0 0,1 1-1 0 0,0-1 1 0 0,-1 1 0 0 0,1-1 0 0 0,0 1 0 0 0,0-1 0 0 0,-1 0 0 0 0,1 0 0 0 0,0 1-1 0 0,0-1 1 0 0,0 0 0 0 0,-1 0 0 0 0,1 0 0 0 0,0 0 0 0 0,0 0 0 0 0,0 0 0 0 0,0 0 0 0 0,-1 0-1 0 0,1 0 1 0 0,0 0 0 0 0,1-1 0 0 0,42-7 237 0 0,-43 7-241 0 0,45-14 216 0 0,6-2-3149 0 0,-20 10-4828 0 0,-23 7 4154 0 0</inkml:trace>
</inkml:ink>
</file>

<file path=ppt/ink/ink2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9:39.2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752 161 752 0 0,'2'-7'747'0'0,"-1"0"1"0"0,-1 0-1 0 0,1 0 0 0 0,-1-1 1 0 0,0 1-1 0 0,-1 0 0 0 0,0-1 0 0 0,0 1 1 0 0,0 0-1 0 0,-1 0 0 0 0,0 0 1 0 0,-1 0-1 0 0,-3-8 0 0 0,3 11-585 0 0,1 0 1 0 0,0 1-1 0 0,-1-1 0 0 0,0 1 0 0 0,0 0 1 0 0,0 0-1 0 0,0 0 0 0 0,0 0 0 0 0,-1 0 1 0 0,1 1-1 0 0,-1-1 0 0 0,0 1 0 0 0,1 0 1 0 0,-1 0-1 0 0,0 1 0 0 0,0-1 0 0 0,-1 1 1 0 0,1 0-1 0 0,0 0 0 0 0,0 0 0 0 0,-1 0 1 0 0,1 1-1 0 0,-8 0 0 0 0,-12 1-43 0 0,1 2 0 0 0,0 0 0 0 0,0 2 0 0 0,0 1 0 0 0,0 0 0 0 0,1 2-1 0 0,0 0 1 0 0,1 2 0 0 0,-27 15 0 0 0,-8 9 94 0 0,1 2 0 0 0,-54 47 0 0 0,87-65-124 0 0,1 1 1 0 0,1 1-1 0 0,-24 31 0 0 0,36-40-56 0 0,0 0 0 0 0,0 0 0 0 0,1 1 0 0 0,1 1-1 0 0,0-1 1 0 0,1 1 0 0 0,0 0 0 0 0,-6 26 0 0 0,10-34-29 0 0,0 0 1 0 0,1 0-1 0 0,-1 1 1 0 0,1-1-1 0 0,0 0 1 0 0,1 0-1 0 0,-1 0 0 0 0,1 0 1 0 0,0 0-1 0 0,0 0 1 0 0,1 0-1 0 0,-1 0 1 0 0,1 0-1 0 0,0 0 1 0 0,1-1-1 0 0,-1 1 0 0 0,5 5 1 0 0,-3-4-18 0 0,1-1-1 0 0,1 0 1 0 0,-1 0 0 0 0,1 0 0 0 0,0-1-1 0 0,0 0 1 0 0,0 0 0 0 0,1 0-1 0 0,-1-1 1 0 0,14 5 0 0 0,2-1-52 0 0,0-1 0 0 0,0-2-1 0 0,1 0 1 0 0,-1-1 0 0 0,1-2 0 0 0,41-1 0 0 0,5-7-130 0 0,-1-4-1 0 0,1-2 1 0 0,-2-4 0 0 0,0-2 0 0 0,-1-3-1 0 0,80-39 1 0 0,-29 6-510 0 0,-116 54 677 0 0,10 25-202 0 0,-11-22 220 0 0,-1 0 0 0 0,1 0 0 0 0,0 0 0 0 0,0 0 0 0 0,0 0 0 0 0,1 0 0 0 0,-1-1 0 0 0,0 1-1 0 0,1 0 1 0 0,-1 0 0 0 0,1 0 0 0 0,-1 0 0 0 0,1-1 0 0 0,0 1 0 0 0,0 0 0 0 0,0-1 0 0 0,0 1-1 0 0,0-1 1 0 0,0 1 0 0 0,0-1 0 0 0,1 1 0 0 0,-1-1 0 0 0,0 0 0 0 0,1 1 0 0 0,-1-1 0 0 0,1 0-1 0 0,-1 0 1 0 0,3 1 0 0 0,48 19-318 0 0,-51-20 320 0 0,8 0-24 0 0,0 0-1 0 0,1 0 1 0 0,-1 0-1 0 0,0-2 1 0 0,0 1 0 0 0,1-1-1 0 0,-1 0 1 0 0,0-1-1 0 0,0 0 1 0 0,0 0 0 0 0,0-1-1 0 0,-1 0 1 0 0,17-9 0 0 0,-23 11 55 0 0,0 0 1 0 0,0 0 0 0 0,-1-1 0 0 0,1 1 0 0 0,0 0 0 0 0,-1-1-1 0 0,0 1 1 0 0,1-1 0 0 0,-1 1 0 0 0,0-1 0 0 0,1 0-1 0 0,-1 1 1 0 0,0-1 0 0 0,0 0 0 0 0,0 0 0 0 0,-1 0 0 0 0,1 0-1 0 0,0 0 1 0 0,-1 0 0 0 0,1 0 0 0 0,-1 0 0 0 0,0 0-1 0 0,0 0 1 0 0,0 0 0 0 0,0 0 0 0 0,0 0 0 0 0,0 0 0 0 0,0 0-1 0 0,-1 0 1 0 0,1 0 0 0 0,-1 0 0 0 0,1 0 0 0 0,-1 0-1 0 0,0 0 1 0 0,0 0 0 0 0,0 0 0 0 0,0 0 0 0 0,0 1 0 0 0,0-1-1 0 0,0 0 1 0 0,-1 1 0 0 0,1-1 0 0 0,-1 1 0 0 0,-2-3-1 0 0,0-1-55 0 0,-1 1 0 0 0,0 0 0 0 0,0-1 0 0 0,0 2 0 0 0,-1-1 0 0 0,1 1 0 0 0,-1-1 0 0 0,0 1 0 0 0,0 1 0 0 0,0-1 0 0 0,0 1 0 0 0,-1 0 0 0 0,-6 0 0 0 0,-32 4-2273 0 0,16 5-4448 0 0</inkml:trace>
</inkml:ink>
</file>

<file path=ppt/ink/ink2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9:40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1 172 560 0 0,'0'0'3114'0'0,"12"35"858"0"0,-11-32-3862 0 0,0 0 1 0 0,0 1-1 0 0,1-1 0 0 0,-1 0 0 0 0,1 0 1 0 0,0 0-1 0 0,0 0 0 0 0,0 0 1 0 0,0 0-1 0 0,0 0 0 0 0,0-1 1 0 0,1 1-1 0 0,0-1 0 0 0,-1 0 0 0 0,1 1 1 0 0,0-1-1 0 0,0 0 0 0 0,0-1 1 0 0,0 1-1 0 0,0-1 0 0 0,1 1 0 0 0,-1-1 1 0 0,0 0-1 0 0,1 0 0 0 0,6 1 1 0 0,-7-2-9 0 0,0-1-22 0 0,16-6-61 0 0,0-2-1 0 0,0 1 0 0 0,-1-2 0 0 0,22-16 1 0 0,-38 25-39 0 0,3 1 4 0 0,1 1 0 0 0,-1-1-1 0 0,1 1 1 0 0,-1 0 0 0 0,0 1 0 0 0,1-1-1 0 0,-1 1 1 0 0,5 3 0 0 0,-2-2 6 0 0,1 0 1 0 0,-1-1 0 0 0,0 0 0 0 0,1 0-1 0 0,-1-1 1 0 0,1 0 0 0 0,0-1 0 0 0,-1 0-1 0 0,1 0 1 0 0,-1-1 0 0 0,1 0 0 0 0,0 0-1 0 0,-1-1 1 0 0,0 0 0 0 0,1-1 0 0 0,-1 0-1 0 0,0 0 1 0 0,0 0 0 0 0,-1-1 0 0 0,1-1-1 0 0,-1 1 1 0 0,12-10 0 0 0,-18 13 38 0 0,1 0-1 0 0,-1-1 1 0 0,1 1 0 0 0,0 0-1 0 0,-1 1 1 0 0,1-1 0 0 0,0 0 0 0 0,0 0-1 0 0,0 1 1 0 0,-1-1 0 0 0,1 1-1 0 0,0 0 1 0 0,0-1 0 0 0,0 1 0 0 0,0 0-1 0 0,0 0 1 0 0,0 0 0 0 0,0 0-1 0 0,0 1 1 0 0,-1-1 0 0 0,4 1 0 0 0,39 21 18 0 0,0-1 14 0 0,-22-18-104 0 0,0-1-1 0 0,0 0 1 0 0,-1-2-1 0 0,1 0 1 0 0,0-2-1 0 0,0 0 1 0 0,0-1-1 0 0,-1-2 1 0 0,1 0 0 0 0,-1-1-1 0 0,35-16 1 0 0,-49 19 93 0 0,0 0 1 0 0,0-1 0 0 0,-1 0-1 0 0,0 0 1 0 0,0-1 0 0 0,0 0 0 0 0,0 0-1 0 0,-1 0 1 0 0,1 0 0 0 0,-1-1-1 0 0,-1 0 1 0 0,1 0 0 0 0,-1-1 0 0 0,0 1-1 0 0,-1-1 1 0 0,1 0 0 0 0,-1 0-1 0 0,-1 0 1 0 0,3-9 0 0 0,8-47 3658 0 0,-13 61-3207 0 0,4 23 2530 0 0,-3-5-2968 0 0,1-1 0 0 0,1 0 0 0 0,0 0 0 0 0,9 21-1 0 0,8 6-628 0 0,25 40-4357 0 0,-37-67-1853 0 0</inkml:trace>
</inkml:ink>
</file>

<file path=ppt/ink/ink2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9:40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78 1108 0 0,'0'0'5387'0'0,"2"-3"-4593"0"0,0-1-643 0 0,1 0 0 0 0,0 0 0 0 0,0 1 0 0 0,0-1 0 0 0,1 1 0 0 0,-1 0 0 0 0,1 0 0 0 0,0 0 0 0 0,0 1 1 0 0,0-1-1 0 0,0 1 0 0 0,0 0 0 0 0,1 0 0 0 0,-1 0 0 0 0,0 1 0 0 0,1-1 0 0 0,8 0 0 0 0,93-19-4532 0 0,-94 20 3034 0 0,16-3-1061 0 0</inkml:trace>
</inkml:ink>
</file>

<file path=ppt/ink/ink2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9:40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5 884 0 0,'-17'-5'3362'0'0,"13"6"-3078"0"0,-1 0 0 0 0,0 1 0 0 0,1-1 0 0 0,-1 1 0 0 0,1 0 0 0 0,-1 1 0 0 0,1-1 0 0 0,0 1 0 0 0,0-1 0 0 0,0 1 0 0 0,0 1 0 0 0,0-1 0 0 0,1 0 0 0 0,0 1 0 0 0,0 0 0 0 0,-1 0 0 0 0,-2 5 0 0 0,-8 11 427 0 0,0 1 1 0 0,-10 23-1 0 0,5-5-156 0 0,3 0-1 0 0,1 1 1 0 0,1 1-1 0 0,3 0 1 0 0,-10 63-1 0 0,17-73-341 0 0,1 1-1 0 0,1-1 0 0 0,2 0 0 0 0,1 0 1 0 0,2 1-1 0 0,1-1 0 0 0,1 0 0 0 0,11 35 1 0 0,-8-44-160 0 0,1 0 1 0 0,2-1 0 0 0,0 0 0 0 0,1 0-1 0 0,0-1 1 0 0,2-1 0 0 0,1 0 0 0 0,0-1-1 0 0,1-1 1 0 0,1 0 0 0 0,0-1 0 0 0,25 17-1 0 0,-22-20-494 0 0,0 0-1 0 0,1-1 0 0 0,1 0 1 0 0,-1-2-1 0 0,26 8 0 0 0,-29-12-771 0 0,1-1-1 0 0,0-1 1 0 0,0-1-1 0 0,1 0 1 0 0,-1-2-1 0 0,31 0 1 0 0,-20-5-2323 0 0</inkml:trace>
</inkml:ink>
</file>

<file path=ppt/ink/ink2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9:41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42 252 964 0 0,'0'0'4187'0'0,"-2"5"-3416"0"0,-5 14 132 0 0,1 1 0 0 0,1 0-1 0 0,1 0 1 0 0,0 0 0 0 0,0 29 0 0 0,4-46-743 0 0,-6 14 1074 0 0,4-36-1305 0 0,1 0 0 0 0,1 0 1 0 0,0 0-1 0 0,2 0 0 0 0,0 1 0 0 0,9-36 0 0 0,2 5-189 0 0,30-68-1 0 0,-40 110 248 0 0,0-1 0 0 0,0 1 0 0 0,1 0 0 0 0,0 0 0 0 0,0 0 0 0 0,1 1-1 0 0,0-1 1 0 0,0 1 0 0 0,1 0 0 0 0,8-8 0 0 0,-11 13 24 0 0,-1 0 0 0 0,1-1 0 0 0,-1 1 1 0 0,1 0-1 0 0,-1 0 0 0 0,1 0 0 0 0,0 1 0 0 0,-1-1 0 0 0,1 1 0 0 0,0-1 1 0 0,-1 1-1 0 0,1 0 0 0 0,0 0 0 0 0,0 0 0 0 0,-1 0 0 0 0,1 1 0 0 0,0-1 1 0 0,-1 1-1 0 0,1 0 0 0 0,0 0 0 0 0,-1 0 0 0 0,1 0 0 0 0,-1 0 1 0 0,1 0-1 0 0,-1 0 0 0 0,0 1 0 0 0,1-1 0 0 0,-1 1 0 0 0,0 0 0 0 0,0 0 1 0 0,0 0-1 0 0,0 0 0 0 0,2 3 0 0 0,15 18 191 0 0,0 1 1 0 0,-1 1-1 0 0,-2 0 1 0 0,-1 1-1 0 0,-1 1 0 0 0,13 34 1 0 0,9 15 260 0 0,-21-49-361 0 0,-8-16-138 0 0,-1 0-1 0 0,0 0 0 0 0,-1 1 1 0 0,0 0-1 0 0,0 0 1 0 0,-2 0-1 0 0,1 0 1 0 0,1 16-1 0 0,-5-26-306 0 0,-1-1-1 0 0,1 1 1 0 0,0-1 0 0 0,-1 1-1 0 0,0-1 1 0 0,1 1 0 0 0,-1-1-1 0 0,0 1 1 0 0,1-1 0 0 0,-1 1-1 0 0,0-1 1 0 0,0 0 0 0 0,0 0-1 0 0,0 1 1 0 0,-1-1 0 0 0,1 0-1 0 0,0 0 1 0 0,0 0 0 0 0,-1 0-1 0 0,1 0 1 0 0,-1 0-1 0 0,1-1 1 0 0,-3 2 0 0 0,-7-1-2673 0 0</inkml:trace>
</inkml:ink>
</file>

<file path=ppt/ink/ink2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9:41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1 108 976 0 0,'0'0'1944'0'0,"16"-19"-1160"0"0,-7 13-76 0 0,4-3-68 0 0,5 4-71 0 0,5-3-97 0 0,2-1-132 0 0,1 2-152 0 0,4 3-136 0 0,11-2-160 0 0,5-1-108 0 0,-3 0-132 0 0,1 3-116 0 0,2-3-461 0 0,-1 4-999 0 0,-3-3 444 0 0</inkml:trace>
</inkml:ink>
</file>

<file path=ppt/ink/ink2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9:41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17 117 828 0 0,'-11'-2'1597'0'0,"5"1"2381"0"0,300 6 3184 0 0,265-2-6806 0 0,-497-4-301 0 0,-30 1 21 0 0,-1-1 0 0 0,1-1 0 0 0,56-12 1 0 0,-88 14-80 0 0,1 0 1 0 0,0 0-1 0 0,-1 0 1 0 0,1-1-1 0 0,0 1 1 0 0,-1 0 0 0 0,1 0-1 0 0,-1 0 1 0 0,1-1-1 0 0,0 1 1 0 0,-1 0-1 0 0,1-1 1 0 0,-1 1 0 0 0,1-1-1 0 0,-1 1 1 0 0,1-1-1 0 0,-1 1 1 0 0,0-1-1 0 0,1 1 1 0 0,-1-1-1 0 0,1 1 1 0 0,-1-1 0 0 0,0 1-1 0 0,0-1 1 0 0,1 0-1 0 0,-1 1 1 0 0,0-1-1 0 0,0 1 1 0 0,0-1 0 0 0,0 0-1 0 0,1 1 1 0 0,-1-1-1 0 0,0 0 1 0 0,0 1-1 0 0,0-1 1 0 0,0 0-1 0 0,-1 1 1 0 0,1-1 0 0 0,0 0-1 0 0,0 1 1 0 0,0-1-1 0 0,0 1 1 0 0,-1-1-1 0 0,1 0 1 0 0,0 1 0 0 0,-1-1-1 0 0,1 1 1 0 0,0-1-1 0 0,-1 1 1 0 0,1-1-1 0 0,-1 1 1 0 0,1-1 0 0 0,-1 1-1 0 0,1-1 1 0 0,-2 0-1 0 0,-28-24-208 0 0,13 16 111 0 0,-1 1 0 0 0,0 1 1 0 0,0 1-1 0 0,0 0 0 0 0,0 2 1 0 0,-1 0-1 0 0,-37-3 0 0 0,56 7 96 0 0,-1 0-1 0 0,1 0 1 0 0,-1 0-1 0 0,1 0 1 0 0,-1 1-1 0 0,1-1 1 0 0,0 0 0 0 0,-1 0-1 0 0,1 0 1 0 0,-1 0-1 0 0,1 1 1 0 0,0-1-1 0 0,-1 0 1 0 0,1 0-1 0 0,-1 1 1 0 0,1-1 0 0 0,0 0-1 0 0,-1 0 1 0 0,1 1-1 0 0,0-1 1 0 0,0 1-1 0 0,-1-1 1 0 0,1 0-1 0 0,0 1 1 0 0,0-1-1 0 0,-1 0 1 0 0,1 1 0 0 0,0-1-1 0 0,0 1 1 0 0,0-1-1 0 0,0 1 1 0 0,0-1-1 0 0,0 1 1 0 0,1 24-69 0 0,18 30 59 0 0,-15-44 20 0 0,9 25-53 0 0,-7-23 84 0 0,-2-1-1 0 0,1 1 1 0 0,-2 0-1 0 0,3 17 1 0 0,-5-26-93 0 0,-1 1-1 0 0,0-1 1 0 0,0 1-1 0 0,0-1 1 0 0,-1 0 0 0 0,1 1-1 0 0,-1-1 1 0 0,0 0-1 0 0,-1 0 1 0 0,1 1 0 0 0,-1-1-1 0 0,0 0 1 0 0,0 0-1 0 0,0-1 1 0 0,0 1 0 0 0,-1 0-1 0 0,-3 4 1 0 0,-27 24-2173 0 0,9-16-2598 0 0,15-12 2031 0 0</inkml:trace>
</inkml:ink>
</file>

<file path=ppt/ink/ink2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9:42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453 2 892 0 0,'1'0'250'0'0,"-1"-1"-1"0"0,1 1 0 0 0,0 0 1 0 0,0 0-1 0 0,0 0 1 0 0,0 0-1 0 0,-1 0 1 0 0,1 0-1 0 0,0 0 1 0 0,0 0-1 0 0,0 0 1 0 0,0 0-1 0 0,-1 1 1 0 0,1-1-1 0 0,0 0 1 0 0,0 1-1 0 0,0-1 0 0 0,-1 0 1 0 0,1 1-1 0 0,0-1 1 0 0,0 1-1 0 0,-1-1 1 0 0,1 1-1 0 0,-1-1 1 0 0,2 2-1 0 0,3 22 2192 0 0,-16 36-1862 0 0,9-50 13 0 0,-6 18-202 0 0,0 0 1 0 0,-2-1-1 0 0,0 0 1 0 0,-2-1-1 0 0,-1 0 1 0 0,-1-1-1 0 0,-19 24 1 0 0,23-36-256 0 0,0 0 0 0 0,-2 0 0 0 0,0-2 0 0 0,0 1 0 0 0,-1-1 1 0 0,0-1-1 0 0,-18 11 0 0 0,20-15-39 0 0,0 0 1 0 0,-1-1-1 0 0,0-1 1 0 0,1 0-1 0 0,-1 0 1 0 0,-16 2-1 0 0,23-5-73 0 0,0 0 0 0 0,0 0 0 0 0,1-1 0 0 0,-1 1-1 0 0,0-1 1 0 0,0-1 0 0 0,0 1 0 0 0,1 0 0 0 0,-1-1 0 0 0,0 0 0 0 0,0 0-1 0 0,1-1 1 0 0,-1 1 0 0 0,1-1 0 0 0,-1 0 0 0 0,1 0 0 0 0,0-1 0 0 0,0 1-1 0 0,0-1 1 0 0,0 0 0 0 0,0 0 0 0 0,1 0 0 0 0,-1 0 0 0 0,1-1 0 0 0,0 0 0 0 0,0 1-1 0 0,0-1 1 0 0,0 0 0 0 0,1 0 0 0 0,-4-9 0 0 0,2 3-57 0 0,1 0 1 0 0,0-1-1 0 0,0 1 0 0 0,2-1 1 0 0,-1 1-1 0 0,1-1 0 0 0,1 0 1 0 0,0 1-1 0 0,0-1 0 0 0,1 0 1 0 0,0 1-1 0 0,6-20 0 0 0,-7 28 0 0 0,26 10-73 0 0,-23-7 109 0 0,1 0-1 0 0,-1 0 1 0 0,0 0-1 0 0,1 0 1 0 0,-1 1-1 0 0,0-1 1 0 0,0 1 0 0 0,4 3-1 0 0,71 51-109 0 0,136 75 1 0 0,-131-92-1664 0 0,-23-23-6272 0 0,-46-15 4678 0 0</inkml:trace>
</inkml:ink>
</file>

<file path=ppt/ink/ink2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9:42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1254 1 1036 0 0,'9'9'643'0'0,"-1"2"0"0"0,0-1-1 0 0,0 1 1 0 0,-1 1 0 0 0,-1-1 0 0 0,0 1 0 0 0,0 0-1 0 0,-1 0 1 0 0,-1 1 0 0 0,0 0 0 0 0,4 20 0 0 0,-6-13-175 0 0,0-1 1 0 0,-2 1 0 0 0,0-1 0 0 0,-1 0 0 0 0,0 1 0 0 0,-2-1 0 0 0,-6 24 0 0 0,-5 2 99 0 0,-1-1 0 0 0,-3-1 0 0 0,-1 0 1 0 0,-2-1-1 0 0,-51 74 0 0 0,36-67-328 0 0,-3-2 0 0 0,-1-1-1 0 0,-3-2 1 0 0,-1-2 0 0 0,-86 63-1 0 0,-269 147-2831 0 0,340-216 1846 0 0,-1-3-2718 0 0,-122 50-1 0 0,51-36-520 0 0</inkml:trace>
</inkml:ink>
</file>

<file path=ppt/ink/ink2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9:49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198 590 312 0 0,'-196'-70'7529'0'0,"194"70"-7197"0"0,27 8 86 0 0,1-1-1 0 0,30 5 1 0 0,17-8-58 0 0,136-10 1 0 0,75-28 95 0 0,-180 20-287 0 0,1715-179 1495 0 0,732 53-657 0 0,-2211 115-817 0 0,76-5 159 0 0,-68-6 81 0 0,-304 30-347 0 0,324-59 3424 0 0,-338 63-1432 0 0,-31 2-2092 0 0,1 0 1 0 0,0 0-1 0 0,0 0 1 0 0,0 0-1 0 0,0 0 1 0 0,0 0-1 0 0,0 0 1 0 0,-1 0-1 0 0,1 1 0 0 0,0-1 1 0 0,0 0-1 0 0,0 0 1 0 0,0 0-1 0 0,0 0 1 0 0,0 0-1 0 0,0 0 0 0 0,0 0 1 0 0,-1 0-1 0 0,1 0 1 0 0,0 0-1 0 0,0 1 1 0 0,0-1-1 0 0,0 0 0 0 0,0 0 1 0 0,0 0-1 0 0,0 0 1 0 0,0 0-1 0 0,0 0 1 0 0,0 0-1 0 0,0 1 0 0 0,0-1 1 0 0,0 0-1 0 0,0 0 1 0 0,0 0-1 0 0,0 0 1 0 0,0 0-1 0 0,0 0 1 0 0,0 1-1 0 0,0-1 0 0 0,0 0 1 0 0,0 0-1 0 0,0 0 1 0 0,0 0-1 0 0,0 0 1 0 0,0 0-1 0 0,0 1 0 0 0,0-1 1 0 0,0 0-1 0 0,0 0 1 0 0,1 0-1 0 0,-1 0 1 0 0,0 0-1 0 0,0 0 0 0 0,0 0 1 0 0,0 0-1 0 0,0 0 1 0 0,0 0-1 0 0,0 1 1 0 0,0-1-1 0 0,1 0 1 0 0,-1 0-1 0 0,0 0 0 0 0,0 0 1 0 0,0 0-1 0 0,0 0 1 0 0,0 0-1 0 0,-44 21-4182 0 0,29-14 4294 0 0,-118 42-8731 0 0,94-37 5133 0 0</inkml:trace>
</inkml:ink>
</file>

<file path=ppt/ink/ink2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9:50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143 252 516 0 0,'-47'-8'4500'0'0,"45"8"-3724"0"0,-6-1 133 0 0,8 1-852 0 0,0 0 1 0 0,0 0-1 0 0,0 0 1 0 0,0-1-1 0 0,0 1 1 0 0,0 0 0 0 0,0 0-1 0 0,1 0 1 0 0,-1 0-1 0 0,0 0 1 0 0,0 0-1 0 0,0 0 1 0 0,0 0-1 0 0,0 0 1 0 0,0 0-1 0 0,0-1 1 0 0,0 1-1 0 0,0 0 1 0 0,0 0 0 0 0,0 0-1 0 0,0 0 1 0 0,0 0-1 0 0,0 0 1 0 0,0 0-1 0 0,0 0 1 0 0,0-1-1 0 0,0 1 1 0 0,0 0-1 0 0,0 0 1 0 0,0 0 0 0 0,0 0-1 0 0,0 0 1 0 0,0 0-1 0 0,0 0 1 0 0,0-1-1 0 0,0 1 1 0 0,0 0-1 0 0,0 0 1 0 0,0 0-1 0 0,0 0 1 0 0,0 0-1 0 0,0 0 1 0 0,0 0 0 0 0,0 0-1 0 0,0-1 1 0 0,-1 1-1 0 0,1 0 1 0 0,0 0-1 0 0,0 0 1 0 0,0 0-1 0 0,0 0 1 0 0,0 0-1 0 0,0 0 1 0 0,0 0-1 0 0,0 0 1 0 0,0 0 0 0 0,-1 0-1 0 0,1 0 1 0 0,32-14 405 0 0,0 3 1 0 0,57-15 0 0 0,-35 12-186 0 0,598-153 1594 0 0,-651 166-1902 0 0,1 0 0 0 0,-1 1-1 0 0,1-1 1 0 0,-1 0 0 0 0,1 1 0 0 0,-1 0-1 0 0,1-1 1 0 0,-1 1 0 0 0,1 0-1 0 0,-1 0 1 0 0,1 0 0 0 0,0 0-1 0 0,-1 0 1 0 0,1 0 0 0 0,-1 0 0 0 0,1 1-1 0 0,1 0 1 0 0,-26 14-143 0 0,-61 21-37 0 0,7-10 12 0 0,-240 75-562 0 0,-4-4 336 0 0,197-59 267 0 0,97-26-77 0 0,59-8 237 0 0,-1-2 0 0 0,51-2 0 0 0,-14-1 52 0 0,-19 1 23 0 0,0 3-1 0 0,0 2 0 0 0,63 14 1 0 0,-99-17-68 0 0,-1 1 0 0 0,0 1 0 0 0,0 0-1 0 0,0 1 1 0 0,0 0 0 0 0,-1 1 0 0 0,1 0 0 0 0,-1 1 0 0 0,-1 0 0 0 0,0 1 0 0 0,0 0 0 0 0,0 1 0 0 0,-1 0 0 0 0,0 0 0 0 0,-1 1 0 0 0,0 0 0 0 0,-1 0-1 0 0,8 14 1 0 0,-10-14-5 0 0,-1-1-1 0 0,-1 1 1 0 0,0 0-1 0 0,0 0 1 0 0,-1 0-1 0 0,0 0 1 0 0,-1 0-1 0 0,0 1 1 0 0,-1-1-1 0 0,0 0 1 0 0,0 1-1 0 0,-2 9 1 0 0,-1-3 0 0 0,-1 0 1 0 0,-1 0 0 0 0,0-1-1 0 0,-2 0 1 0 0,1 0-1 0 0,-15 24 1 0 0,-4-2 3 0 0,-2-1 1 0 0,-1-1 0 0 0,-2-1-1 0 0,-52 47 1 0 0,-3-4 512 0 0,-136 97 0 0 0,74-68 730 0 0,147-103-918 0 0,12-1-263 0 0,18-4-37 0 0,297-96 206 0 0,82-20-1383 0 0,-325 95 20 0 0,-4 1-1208 0 0,-26 9-2196 0 0,-26 5 1436 0 0</inkml:trace>
</inkml:ink>
</file>

<file path=ppt/ink/ink2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9:51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780 0 120 0 0,'-1'4'1139'0'0,"-4"17"-394"0"0,0 0 1 0 0,-2 0-1 0 0,-1-1 1 0 0,0 0 0 0 0,-2 0-1 0 0,-15 24 1 0 0,-1-3 219 0 0,-58 67 0 0 0,68-90-776 0 0,-1 0 0 0 0,-1-2 0 0 0,-1 0 0 0 0,0-1-1 0 0,-1-1 1 0 0,0-1 0 0 0,-1-1 0 0 0,-1-1 0 0 0,-35 13 0 0 0,41-18-87 0 0,-1 0 1 0 0,0-2 0 0 0,0 0-1 0 0,0-1 1 0 0,-1-1 0 0 0,1 0-1 0 0,-1-1 1 0 0,1-1-1 0 0,-1-1 1 0 0,1-1 0 0 0,-1 0-1 0 0,1-1 1 0 0,-32-10 0 0 0,42 10-52 0 0,1 0 0 0 0,-1-1 1 0 0,1 0-1 0 0,0 0 0 0 0,0 0 1 0 0,0 0-1 0 0,1-1 0 0 0,0 0 0 0 0,0-1 1 0 0,0 1-1 0 0,0-1 0 0 0,1 0 1 0 0,0 0-1 0 0,0 0 0 0 0,1 0 1 0 0,-4-8-1 0 0,6 11-34 0 0,0 0 0 0 0,0 0 0 0 0,0 0 0 0 0,0-1 0 0 0,0 1 0 0 0,0 0 0 0 0,1 0 0 0 0,0-1 0 0 0,0 1 0 0 0,0 0 0 0 0,0-1 0 0 0,0 1 0 0 0,1 0 0 0 0,-1-1 0 0 0,1 1 0 0 0,0 0 0 0 0,0 0 0 0 0,0 0 0 0 0,1 0 0 0 0,-1 0 0 0 0,1 0 0 0 0,-1 0 0 0 0,1 0 0 0 0,0 0 0 0 0,0 1 0 0 0,0-1 0 0 0,0 1 0 0 0,1-1 0 0 0,-1 1 0 0 0,1 0 0 0 0,0 0 0 0 0,-1 0 0 0 0,1 0 0 0 0,0 1 0 0 0,0-1 0 0 0,0 1 0 0 0,4-2 0 0 0,7-2 36 0 0,-1 1 0 0 0,1 0 1 0 0,0 1-1 0 0,0 0 0 0 0,0 1 0 0 0,0 1 0 0 0,1 0 1 0 0,14 2-1 0 0,121 16 334 0 0,-70-6-257 0 0,62 0-202 0 0,70-6-403 0 0,21-22-7163 0 0,-175 9 4227 0 0</inkml:trace>
</inkml:ink>
</file>

<file path=ppt/ink/ink2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9:54.3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472 204 76 0 0,'2'-116'10437'0'0,"-2"89"-8987"0"0,-1-12 433 0 0,1 38-1834 0 0,-1-1 0 0 0,1 1-1 0 0,-1 0 1 0 0,0 0 0 0 0,1 0 0 0 0,-1 0 0 0 0,0 0 0 0 0,0-1-1 0 0,0 1 1 0 0,0 1 0 0 0,0-1 0 0 0,0 0 0 0 0,0 0 0 0 0,0 0 0 0 0,0 0-1 0 0,0 1 1 0 0,0-1 0 0 0,0 0 0 0 0,-1 1 0 0 0,1-1 0 0 0,0 1-1 0 0,0 0 1 0 0,-1-1 0 0 0,1 1 0 0 0,0 0 0 0 0,-1 0 0 0 0,-1 0-1 0 0,-6 0-13 0 0,-1 0-1 0 0,1 1 1 0 0,0 0-1 0 0,-1 0 1 0 0,1 1-1 0 0,0 0 1 0 0,0 1-1 0 0,0 0 1 0 0,1 1-1 0 0,-1 0 1 0 0,1 0-1 0 0,0 0 1 0 0,0 1-1 0 0,0 1 1 0 0,-10 8-1 0 0,-12 12 12 0 0,1 2-1 0 0,-33 39 1 0 0,50-53-17 0 0,-10 11-11 0 0,1 1 1 0 0,1 1-1 0 0,-31 58 1 0 0,43-70-15 0 0,1 1 0 0 0,1 0 0 0 0,0 0 1 0 0,1 0-1 0 0,1 1 0 0 0,1-1 1 0 0,0 1-1 0 0,1 0 0 0 0,0 29 0 0 0,2-42-3 0 0,0 1 0 0 0,1 0 0 0 0,0-1-1 0 0,-1 1 1 0 0,1-1 0 0 0,1 1 0 0 0,-1-1-1 0 0,1 0 1 0 0,0 1 0 0 0,0-1 0 0 0,0 0-1 0 0,0 0 1 0 0,1 0 0 0 0,-1 0 0 0 0,1-1-1 0 0,0 1 1 0 0,6 5 0 0 0,-4-6-10 0 0,1 1 0 0 0,-1-1 0 0 0,0 0 1 0 0,1-1-1 0 0,-1 1 0 0 0,1-1 0 0 0,0 0 0 0 0,0 0 0 0 0,0-1 1 0 0,0 0-1 0 0,11 1 0 0 0,1-2-7 0 0,0 0 1 0 0,0-1-1 0 0,0-1 1 0 0,0-1-1 0 0,-1 0 0 0 0,1-2 1 0 0,-1 0-1 0 0,17-7 1 0 0,23-13 7 0 0,-1-2 0 0 0,90-59 0 0 0,-102 53 604 0 0,-43 32-431 0 0,1 2-187 0 0,-1 0 0 0 0,1-1-1 0 0,0 1 1 0 0,-1 0 0 0 0,1 0 0 0 0,-1 0-1 0 0,0 0 1 0 0,1 0 0 0 0,-1 0 0 0 0,0 1-1 0 0,0-1 1 0 0,0 0 0 0 0,0 1 0 0 0,0-1-1 0 0,0 1 1 0 0,0-1 0 0 0,1 4 0 0 0,0-2-56 0 0,0 0 0 0 0,-1 0 1 0 0,1-1-1 0 0,1 1 1 0 0,-1 0-1 0 0,0-1 0 0 0,1 1 1 0 0,-1-1-1 0 0,1 0 0 0 0,0 0 1 0 0,5 4-1 0 0,0-5 33 0 0,-1 1 0 0 0,0-1 0 0 0,1-1 0 0 0,-1 1 0 0 0,1-1 0 0 0,-1-1 0 0 0,1 1 0 0 0,-1-1 0 0 0,0 0 0 0 0,1-1 0 0 0,-1 0 0 0 0,0 0 0 0 0,0-1 0 0 0,11-5 0 0 0,-16 7 72 0 0,0-1-1 0 0,-1 1 1 0 0,1-1 0 0 0,-1 1 0 0 0,1-1 0 0 0,-1 0 0 0 0,0 0 0 0 0,0 0 0 0 0,0 0 0 0 0,0 0 0 0 0,0 0 0 0 0,0 0-1 0 0,0 0 1 0 0,-1 0 0 0 0,1 0 0 0 0,-1 0 0 0 0,1 0 0 0 0,-1-1 0 0 0,0 1 0 0 0,0 0 0 0 0,0 0 0 0 0,0 0 0 0 0,0-1 0 0 0,-1 1-1 0 0,1 0 1 0 0,0 0 0 0 0,-1 0 0 0 0,0 0 0 0 0,0 0 0 0 0,1 0 0 0 0,-1 0 0 0 0,-1 0 0 0 0,1 0 0 0 0,0 0 0 0 0,-2-3-1 0 0,-40-22-858 0 0,41 26 527 0 0,0 0-1 0 0,0 1 0 0 0,0-1 1 0 0,-1 0-1 0 0,1 1 1 0 0,0-1-1 0 0,0 1 0 0 0,0 0 1 0 0,0-1-1 0 0,-1 1 0 0 0,1 0 1 0 0,0 0-1 0 0,0 1 1 0 0,-1-1-1 0 0,1 0 0 0 0,0 1 1 0 0,0-1-1 0 0,0 1 1 0 0,0 0-1 0 0,-4 1 0 0 0</inkml:trace>
</inkml:ink>
</file>

<file path=ppt/ink/ink2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9:55.1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1 206 92 0 0,'0'0'3622'0'0,"2"19"-1431"0"0,-4 84 969 0 0,2-71-2549 0 0,0-32-592 0 0,0 1 1 0 0,0 0-1 0 0,0-1 0 0 0,0 1 0 0 0,0 0 0 0 0,0-1 0 0 0,0 1 0 0 0,1 0 0 0 0,-1-1 1 0 0,0 1-1 0 0,0 0 0 0 0,0-1 0 0 0,1 1 0 0 0,-1 0 0 0 0,1-1 0 0 0,-1 1 1 0 0,0-1-1 0 0,1 1 0 0 0,-1-1 0 0 0,1 1 0 0 0,-1-1 0 0 0,1 1 0 0 0,-1-1 1 0 0,1 1-1 0 0,-1-1 0 0 0,1 0 0 0 0,0 1 0 0 0,-1-1 0 0 0,1 0 0 0 0,0 1 1 0 0,-1-1-1 0 0,1 0 0 0 0,0 0 0 0 0,-1 0 0 0 0,1 0 0 0 0,0 0 0 0 0,-1 0 1 0 0,1 0-1 0 0,0 0 0 0 0,0 0 0 0 0,-1 0 0 0 0,1 0 0 0 0,0 0 0 0 0,-1 0 1 0 0,1 0-1 0 0,0-1 0 0 0,-1 1 0 0 0,1 0 0 0 0,-1 0 0 0 0,1-1 0 0 0,0 1 1 0 0,0-1-1 0 0,35-21 234 0 0,18-33 36 0 0,-53 54-274 0 0,6-1-23 0 0,-7 2 6 0 0,1 0 0 0 0,0-1-1 0 0,0 1 1 0 0,0 0 0 0 0,0 0 0 0 0,0 0-1 0 0,0 0 1 0 0,0 0 0 0 0,0 0-1 0 0,0 0 1 0 0,0 0 0 0 0,0 0 0 0 0,0 1-1 0 0,0-1 1 0 0,-1 0 0 0 0,1 0-1 0 0,0 1 1 0 0,0-1 0 0 0,0 1 0 0 0,0-1-1 0 0,0 1 1 0 0,-1-1 0 0 0,1 1-1 0 0,0-1 1 0 0,-1 1 0 0 0,1 0 0 0 0,0-1-1 0 0,-1 1 1 0 0,1 0 0 0 0,-1 0-1 0 0,1 0 1 0 0,-1-1 0 0 0,1 1 0 0 0,0 2-1 0 0,2 0-30 0 0,1 0 1 0 0,0 0-1 0 0,0 0 0 0 0,0-1 0 0 0,0 1 0 0 0,0-1 0 0 0,0 0 0 0 0,1 0 0 0 0,-1-1 0 0 0,1 1 0 0 0,0-1 0 0 0,-1 0 1 0 0,1 0-1 0 0,0-1 0 0 0,-1 1 0 0 0,1-1 0 0 0,0 0 0 0 0,0 0 0 0 0,-1-1 0 0 0,1 1 0 0 0,0-1 0 0 0,0 0 0 0 0,5-2 1 0 0,5-1-121 0 0,-1-1 1 0 0,0 0 0 0 0,0 0 0 0 0,0-2 0 0 0,-1 0 0 0 0,16-10 0 0 0,-19 9 201 0 0,0 0-1 0 0,-1-1 0 0 0,0 0 1 0 0,0-1-1 0 0,-1 0 1 0 0,0 0-1 0 0,-1 0 0 0 0,0-1 1 0 0,-1 0-1 0 0,0-1 0 0 0,-1 1 1 0 0,0-1-1 0 0,-1 0 1 0 0,0-1-1 0 0,-1 1 0 0 0,0-1 1 0 0,-1 1-1 0 0,1-18 1 0 0,-3 22 664 0 0,-1 0 0 0 0,1 0 1 0 0,-1 0-1 0 0,-1 0 1 0 0,-2-9-1 0 0,4 15 460 0 0,-1 3-1035 0 0,1 0 0 0 0,-1 0 0 0 0,0 0 0 0 0,1-1 0 0 0,-1 1 0 0 0,1 0 0 0 0,0 0 0 0 0,-1 0 0 0 0,1 0 0 0 0,0 0 0 0 0,-1 0 0 0 0,1 0 0 0 0,0 0 0 0 0,0 0 0 0 0,0 0 0 0 0,0 0 0 0 0,0 0 0 0 0,0 0 0 0 0,0 0 0 0 0,0 0 0 0 0,1 2 0 0 0,3 49 702 0 0,-1-25-1087 0 0,14 51 0 0 0,3-10-2183 0 0,-17-46-924 0 0,-3 0-3380 0 0</inkml:trace>
</inkml:ink>
</file>

<file path=ppt/ink/ink2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19:55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1 110 4 0 0,'0'-3'598'0'0,"1"0"0"0"0,0 1 1 0 0,-1-1-1 0 0,1 0 0 0 0,1 0 0 0 0,-1 1 1 0 0,0-1-1 0 0,1 1 0 0 0,-1-1 0 0 0,1 1 1 0 0,0 0-1 0 0,0-1 0 0 0,2-1 0 0 0,0 0-246 0 0,1 1 0 0 0,-1-1 0 0 0,1 1 0 0 0,0 0 0 0 0,0 1 0 0 0,8-4 0 0 0,7-1-1059 0 0,1 1 1 0 0,38-6-1 0 0,-28 6 702 0 0,47-5-4723 0 0,-52 6 2482 0 0</inkml:trace>
</inkml:ink>
</file>

<file path=ppt/ink/ink2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0:01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29 165 196 0 0,'13'-65'6019'0'0,"-13"63"-5341"0"0,6-11 2855 0 0,0-1 690 0 0,-4 9-5469 0 0,1-14 1859 0 0,-2 16-614 0 0,26-22-50 0 0,-26 24 53 0 0,13-10 288 0 0,-5 5 502 0 0,-7 8 466 0 0,-30 79-1208 0 0,3 1-1 0 0,-21 134 1 0 0,40-169-35 0 0,1 1 1 0 0,3 0-1 0 0,2 0 0 0 0,1 0 1 0 0,3 0-1 0 0,13 59 1 0 0,-11-85 30 0 0,0 0 0 0 0,2-1 0 0 0,0 0-1 0 0,2 0 1 0 0,0-1 0 0 0,1 0 0 0 0,2-1 0 0 0,23 30 0 0 0,-26-37-254 0 0,1-1 0 0 0,0 0 0 0 0,1-1 1 0 0,0 0-1 0 0,25 15 0 0 0,-28-20-377 0 0,-1-1-1 0 0,1 0 1 0 0,0 0-1 0 0,0-1 1 0 0,1 0 0 0 0,-1-1-1 0 0,1 0 1 0 0,-1 0-1 0 0,20 0 1 0 0,-13-3-3153 0 0,-1-2 285 0 0</inkml:trace>
</inkml:ink>
</file>

<file path=ppt/ink/ink2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0:02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21 205 164 0 0,'6'-13'9242'0'0,"-2"36"-8712"0"0,-2 1 1 0 0,0 1 0 0 0,-2-1 0 0 0,-3 24-1 0 0,2 47 578 0 0,-5 9 449 0 0,3-85-3 0 0,-3-32-736 0 0,-4-30-480 0 0,7 3-332 0 0,1-1 1 0 0,2 1-1 0 0,2-1 1 0 0,2 1 0 0 0,1 0-1 0 0,2 0 1 0 0,16-51-1 0 0,-19 79 15 0 0,0-1-30 0 0,0 1 0 0 0,0 0 0 0 0,1 0 1 0 0,1 0-1 0 0,9-15 0 0 0,-13 25 3 0 0,-1 0 0 0 0,1 1 0 0 0,-1-1-1 0 0,1 0 1 0 0,-1 0 0 0 0,1 1 0 0 0,0-1 0 0 0,0 1 0 0 0,0 0 0 0 0,0 0-1 0 0,0-1 1 0 0,0 1 0 0 0,0 1 0 0 0,1-1 0 0 0,-1 0 0 0 0,0 0 0 0 0,0 1-1 0 0,1-1 1 0 0,-1 1 0 0 0,0 0 0 0 0,1 0 0 0 0,-1 0 0 0 0,1 0 0 0 0,-1 0-1 0 0,0 0 1 0 0,1 1 0 0 0,-1-1 0 0 0,0 1 0 0 0,0-1 0 0 0,1 1 0 0 0,-1 0-1 0 0,0 0 1 0 0,0 0 0 0 0,0 0 0 0 0,3 3 0 0 0,8 4 5 0 0,-1 0 0 0 0,-1 1 0 0 0,0 1 0 0 0,0 0 0 0 0,-1 0 0 0 0,0 1 0 0 0,0 1 0 0 0,8 14 0 0 0,62 111 217 0 0,-52-85-182 0 0,37 89 144 0 0,-61-130-182 0 0,-4-11-99 0 0,1 1 1 0 0,-1-1-1 0 0,1 1 1 0 0,-1-1 0 0 0,0 1-1 0 0,1 0 1 0 0,-1-1 0 0 0,0 1-1 0 0,0-1 1 0 0,0 1-1 0 0,1 0 1 0 0,-1-1 0 0 0,0 1-1 0 0,0 0 1 0 0,0-1-1 0 0,0 1 1 0 0,0 0 0 0 0,0-1-1 0 0,0 1 1 0 0,0-1 0 0 0,0 1-1 0 0,0 0 1 0 0,-1-1-1 0 0,1 1 1 0 0,0 0 0 0 0,0-1-1 0 0,-1 1 1 0 0,1-1-1 0 0,0 1 1 0 0,0-1 0 0 0,-1 1-1 0 0,1-1 1 0 0,-1 1 0 0 0,1-1-1 0 0,-1 1 1 0 0,1-1-1 0 0,-1 1 1 0 0,1-1 0 0 0,-1 1-1 0 0,1-1 1 0 0,-1 0-1 0 0,1 1 1 0 0,-1-1 0 0 0,1 0-1 0 0,-1 0 1 0 0,0 0 0 0 0,0 1-1 0 0,-2 0-1202 0 0,-1-3-850 0 0,-14-4-1355 0 0,6 0 267 0 0</inkml:trace>
</inkml:ink>
</file>

<file path=ppt/ink/ink2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0:02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6 122 468 0 0,'-5'-5'9838'0'0,"22"-5"-9547"0"0,1 0 0 0 0,1 2 0 0 0,-1 0-1 0 0,1 1 1 0 0,1 0 0 0 0,31-5 0 0 0,130-15-781 0 0,-122 21-219 0 0,70-8-1304 0 0,-42 8-2497 0 0,-41 4 1910 0 0</inkml:trace>
</inkml:ink>
</file>

<file path=ppt/ink/ink2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0:03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23 167 376 0 0,'-23'-10'11281'0'0,"23"10"-11198"0"0,37 0 3244 0 0,-16 1-3882 0 0,756-2 2268 0 0,-775 1-1709 0 0,1 0-1 0 0,-1 0 1 0 0,0 0-1 0 0,0 0 1 0 0,1 0-1 0 0,-1 0 1 0 0,0-1-1 0 0,0 1 1 0 0,0-1-1 0 0,0 0 1 0 0,1 1-1 0 0,-1-1 1 0 0,0 0-1 0 0,0 0 1 0 0,-1 0-1 0 0,1-1 0 0 0,0 1 1 0 0,0 0-1 0 0,0-1 1 0 0,-1 1-1 0 0,1-1 1 0 0,-1 1-1 0 0,1-1 1 0 0,1-3-1 0 0,-3 3-11 0 0,0 0-1 0 0,0-1 0 0 0,0 1 1 0 0,0 0-1 0 0,-1-1 0 0 0,1 1 1 0 0,-1 0-1 0 0,0 0 0 0 0,1-1 1 0 0,-1 1-1 0 0,0 0 1 0 0,0 0-1 0 0,0 0 0 0 0,-1 0 1 0 0,1 0-1 0 0,0 0 0 0 0,-1 0 1 0 0,1 0-1 0 0,-1 1 0 0 0,0-1 1 0 0,1 1-1 0 0,-4-3 0 0 0,-13-11-2 0 0,0 1-1 0 0,-40-24 1 0 0,37 25 171 0 0,19 12-148 0 0,-14-1 2 0 0,7 11 5 0 0,1 0 1 0 0,0 1-1 0 0,1 0 1 0 0,0 1-1 0 0,1-1 1 0 0,0 1-1 0 0,0 0 0 0 0,1 1 1 0 0,-4 12-1 0 0,-17 33 86 0 0,25-55-117 0 0,-117 194-2384 0 0,114-188 1633 0 0,-2 5-1097 0 0</inkml:trace>
</inkml:ink>
</file>

<file path=ppt/ink/ink2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0:03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509 7 716 0 0,'0'0'1336'0'0,"19"-6"1784"0"0,-11 7 1159 0 0,-5 2-4149 0 0,-1 0 0 0 0,1 0 1 0 0,-1 1-1 0 0,0-1 0 0 0,0 1 0 0 0,0-1 1 0 0,0 1-1 0 0,-1 0 0 0 0,0 0 1 0 0,1 0-1 0 0,-1 0 0 0 0,-1 0 0 0 0,1 0 1 0 0,-1 0-1 0 0,1 0 0 0 0,-1 0 0 0 0,0 0 1 0 0,-1 1-1 0 0,1-1 0 0 0,-1 0 1 0 0,1 0-1 0 0,-3 5 0 0 0,1 2 45 0 0,0 0 0 0 0,-1-1-1 0 0,-1 0 1 0 0,0 1 0 0 0,0-1 0 0 0,-1 0 0 0 0,-11 17-1 0 0,2-11 35 0 0,0 1-1 0 0,-2-2 1 0 0,0 0 0 0 0,-1-1-1 0 0,0-1 1 0 0,-1 0-1 0 0,-37 19 1 0 0,40-25-81 0 0,0 0 0 0 0,-1 0-1 0 0,0-1 1 0 0,0-1 0 0 0,-1-1 0 0 0,1 0-1 0 0,-1-1 1 0 0,0-1 0 0 0,0-1 0 0 0,-30-1 0 0 0,38-1-71 0 0,1 0 0 0 0,0-1 1 0 0,-1 0-1 0 0,1-1 1 0 0,0 0-1 0 0,1 0 1 0 0,-1 0-1 0 0,0-1 1 0 0,-11-9-1 0 0,15 11-35 0 0,1-1 0 0 0,-1 0 1 0 0,1 0-1 0 0,-1 0 0 0 0,1-1 0 0 0,0 1 0 0 0,0-1 0 0 0,1 1 1 0 0,-1-1-1 0 0,1 0 0 0 0,0 0 0 0 0,0 0 0 0 0,0-1 0 0 0,0 1 1 0 0,1 0-1 0 0,0-1 0 0 0,0 1 0 0 0,0-1 0 0 0,0 1 0 0 0,0-6 1 0 0,1 5-25 0 0,0 1 0 0 0,0-1 0 0 0,1 0 0 0 0,-1 0 0 0 0,1 1 0 0 0,0-1 0 0 0,1 0 0 0 0,-1 1 0 0 0,1-1 0 0 0,-1 1-1 0 0,4-6 1 0 0,-4 8-4 0 0,1 1-1 0 0,-1-1 0 0 0,1 0 0 0 0,-1 1 0 0 0,1-1 0 0 0,-1 1 0 0 0,1 0 0 0 0,0 0 0 0 0,-1-1 0 0 0,1 1 1 0 0,0 0-1 0 0,0 0 0 0 0,0 1 0 0 0,0-1 0 0 0,0 0 0 0 0,0 1 0 0 0,4-2 0 0 0,3 2-10 0 0,0 1-1 0 0,-1-1 0 0 0,1 1 1 0 0,0 1-1 0 0,-1 0 1 0 0,1 0-1 0 0,-1 1 1 0 0,14 5-1 0 0,76 33-13 0 0,-66-26-11 0 0,1-1 1 0 0,0-2 0 0 0,62 14-1 0 0,-71-21-586 0 0,23 3-1712 0 0,-16-6-4869 0 0,-15-3 3114 0 0</inkml:trace>
</inkml:ink>
</file>

<file path=ppt/ink/ink2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0:04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539 1 504 0 0,'0'0'3960'0'0,"5"2"-3201"0"0,25 17 92 0 0,-2 1 0 0 0,0 1 0 0 0,-1 1 0 0 0,-1 2 0 0 0,43 50 0 0 0,-38-37-261 0 0,-2 2 1 0 0,-2 1-1 0 0,39 73 1 0 0,-54-86-401 0 0,-1-1 1 0 0,-2 1-1 0 0,-1 1 1 0 0,0 0-1 0 0,-2 0 1 0 0,-2 0-1 0 0,0 1 1 0 0,-2-1-1 0 0,-1 1 1 0 0,-1 0-1 0 0,-2 0 1 0 0,-1-1-1 0 0,-11 50 1 0 0,8-54-80 0 0,-1 0 1 0 0,-2 0 0 0 0,0 0-1 0 0,-2-2 1 0 0,0 1-1 0 0,-1-1 1 0 0,-2-1-1 0 0,0 0 1 0 0,-1-1 0 0 0,-1-1-1 0 0,-1 0 1 0 0,0-1-1 0 0,-2-1 1 0 0,0 0-1 0 0,-38 24 1 0 0,21-21 144 0 0,-1 0-1 0 0,-1-3 1 0 0,0-1 0 0 0,-80 21-1 0 0,31-18-871 0 0,-111 11 0 0 0,121-26-2046 0 0,28-10-4340 0 0,30-2 2769 0 0</inkml:trace>
</inkml:ink>
</file>

<file path=ppt/ink/ink2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02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1 440 0 0,'0'0'4140'0'0,"8"1"-1923"0"0</inkml:trace>
</inkml:ink>
</file>

<file path=ppt/ink/ink2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1044 0 0,'0'0'4601'0'0,"18"-8"-4161"0"0,1 11-624 0 0,3 1-2853 0 0,-4-3 1461 0 0</inkml:trace>
</inkml:ink>
</file>

<file path=ppt/ink/ink2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0 372 0 0,'1'4'2535'0'0,"2"1"1849"0"0</inkml:trace>
</inkml:ink>
</file>

<file path=ppt/ink/ink2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10:20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1 824 0 0,'0'12'2168'0'0</inkml:trace>
</inkml:ink>
</file>

<file path=ppt/ink/ink2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1:00.8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223 195 820 0 0,'-5'-24'1979'0'0,"0"0"-1"0"0,-2 1 0 0 0,0 0 1 0 0,-15-29-1 0 0,13 4 4074 0 0,-35 331-4818 0 0,-32 159-2804 0 0,71-421 1055 0 0,4-12-187 0 0,-1 0 0 0 0,0 0 0 0 0,-1 0 0 0 0,0-1 0 0 0,0 1 1 0 0,-8 14-1 0 0,-6-51-8102 0 0</inkml:trace>
</inkml:ink>
</file>

<file path=ppt/ink/ink2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1:01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1 431 460 0 0,'5'-23'614'0'0,"1"0"1"0"0,1 0-1 0 0,1 1 0 0 0,1 0 1 0 0,1 1-1 0 0,1 0 0 0 0,1 0 1 0 0,0 1-1 0 0,2 1 0 0 0,21-24 1 0 0,-19 25-308 0 0,2 0 0 0 0,0 1 0 0 0,0 1 0 0 0,2 1 0 0 0,0 1 0 0 0,1 1 0 0 0,0 0 0 0 0,1 2 0 0 0,41-17 0 0 0,-55 26-417 0 0,0 0 1 0 0,0 0 0 0 0,0 1-1 0 0,0 0 1 0 0,0 0-1 0 0,0 1 1 0 0,0 0 0 0 0,0 0-1 0 0,1 1 1 0 0,-1 0 0 0 0,0 1-1 0 0,0 0 1 0 0,-1 0 0 0 0,15 6-1 0 0,-16-6-326 0 0,0 1 0 0 0,-1 0 0 0 0,1 1 0 0 0,-1 0 0 0 0,0-1 0 0 0,0 2 0 0 0,0-1 0 0 0,0 0 0 0 0,-1 1 0 0 0,0 0 0 0 0,6 9 0 0 0,-1 1-1487 0 0</inkml:trace>
</inkml:ink>
</file>

<file path=ppt/ink/ink2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1:01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1 325 180 0 0,'16'-12'5128'0'0,"8"-5"-4442"0"0,0 1 1 0 0,27-12-1 0 0,-38 22-512 0 0,0 2 1 0 0,0 0-1 0 0,0 0 1 0 0,0 1 0 0 0,1 1-1 0 0,0 0 1 0 0,-1 0-1 0 0,1 2 1 0 0,0 0 0 0 0,21 2-1 0 0,-30-1-141 0 0,0 0-1 0 0,1 1 0 0 0,-1-1 1 0 0,0 1-1 0 0,0 0 1 0 0,0 0-1 0 0,0 0 1 0 0,-1 1-1 0 0,1-1 0 0 0,-1 1 1 0 0,1 0-1 0 0,-1 1 1 0 0,0-1-1 0 0,0 1 0 0 0,-1 0 1 0 0,1 0-1 0 0,-1 0 1 0 0,0 0-1 0 0,0 0 1 0 0,0 1-1 0 0,0 0 0 0 0,-1-1 1 0 0,0 1-1 0 0,0 0 1 0 0,0 0-1 0 0,0 0 1 0 0,-1 1-1 0 0,0-1 0 0 0,0 0 1 0 0,0 6-1 0 0,-1-4-63 0 0,0-1 0 0 0,0 1 0 0 0,0-1 1 0 0,-1 1-1 0 0,0 0 0 0 0,0-1 0 0 0,-1 0 0 0 0,-3 11 0 0 0,-5 20-2584 0 0,4-31-1060 0 0</inkml:trace>
  <inkml:trace contextRef="#ctx0" brushRef="#br0" timeOffset="1">505 34 732 0 0,'0'0'772'0'0,"2"-13"1236"0"0,-2 1-520 0 0,4 3-1580 0 0,6 33-3072 0 0</inkml:trace>
</inkml:ink>
</file>

<file path=ppt/ink/ink2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1:02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15 376 0 0,'0'-1'117'0'0,"1"1"-1"0"0,-1 0 1 0 0,0-1-1 0 0,0 1 1 0 0,0-1-1 0 0,0 1 1 0 0,0 0 0 0 0,0-1-1 0 0,0 1 1 0 0,0-1-1 0 0,0 1 1 0 0,0-1 0 0 0,0 1-1 0 0,0 0 1 0 0,0-1-1 0 0,0 1 1 0 0,0-1-1 0 0,0 1 1 0 0,0 0 0 0 0,0-1-1 0 0,0 1 1 0 0,-1-1-1 0 0,1 1 1 0 0,0 0-1 0 0,0-1 1 0 0,-1 1 0 0 0,1 0-1 0 0,0-1 1 0 0,0 1-1 0 0,-1 0 1 0 0,1-1-1 0 0,0 1 1 0 0,-1 0 0 0 0,1 0-1 0 0,0-1 1 0 0,-1 1-1 0 0,1 0 1 0 0,0 0-1 0 0,-1 0 1 0 0,1 0 0 0 0,-1 0-1 0 0,1-1 1 0 0,-1 1-1 0 0,1 0 1 0 0,-1 0-1 0 0,-28 6 1293 0 0,-28 19-1074 0 0,44-16-151 0 0,-1 1 1 0 0,1 0-1 0 0,1 1 0 0 0,-1 0 1 0 0,-19 24-1 0 0,31-34-176 0 0,1-1-1 0 0,-1 1 1 0 0,0-1-1 0 0,1 1 1 0 0,-1 0-1 0 0,1-1 1 0 0,-1 1-1 0 0,1 0 1 0 0,-1-1-1 0 0,1 1 1 0 0,-1 0-1 0 0,1 0 1 0 0,0-1-1 0 0,-1 1 1 0 0,1 0-1 0 0,0 0 1 0 0,0 0-1 0 0,-1 0 1 0 0,1-1-1 0 0,0 1 1 0 0,0 0-1 0 0,0 0 1 0 0,0 0-1 0 0,0 0 1 0 0,0-1-1 0 0,1 1 1 0 0,-1 0-1 0 0,0 0 1 0 0,0 0-1 0 0,0 0 1 0 0,1-1 0 0 0,-1 1-1 0 0,1 0 1 0 0,-1 0-1 0 0,0-1 1 0 0,1 1-1 0 0,-1 0 1 0 0,1-1-1 0 0,-1 1 1 0 0,1 0-1 0 0,0-1 1 0 0,-1 1-1 0 0,1-1 1 0 0,0 1-1 0 0,-1-1 1 0 0,1 1-1 0 0,0-1 1 0 0,0 0-1 0 0,-1 1 1 0 0,1-1-1 0 0,0 0 1 0 0,0 1-1 0 0,0-1 1 0 0,0 0-1 0 0,-1 0 1 0 0,1 0-1 0 0,0 0 1 0 0,0 0-1 0 0,0 0 1 0 0,1 0-1 0 0,54 2 132 0 0,-53-2-128 0 0,11-2-3 0 0,1 2 1 0 0,0 0 0 0 0,0 1 0 0 0,0 0 0 0 0,-1 2 0 0 0,1-1 0 0 0,26 10 0 0 0,-33-9-8 0 0,-1 1-1 0 0,0-1 1 0 0,0 2 0 0 0,0-1 0 0 0,0 1-1 0 0,-1 0 1 0 0,0 0 0 0 0,0 1 0 0 0,0-1-1 0 0,-1 1 1 0 0,0 1 0 0 0,0-1 0 0 0,0 1-1 0 0,-1 0 1 0 0,0 0 0 0 0,3 9 0 0 0,1 2 1 0 0,-2 0 1 0 0,0 1 0 0 0,-1-1-1 0 0,-1 1 1 0 0,-1 0 0 0 0,-1 1 0 0 0,0-1-1 0 0,-2 0 1 0 0,0 1 0 0 0,-1-1 0 0 0,-1 0-1 0 0,-1 1 1 0 0,-6 21 0 0 0,6-26 91 0 0,-2 0 0 0 0,0 0 0 0 0,0-1 0 0 0,-1 1 0 0 0,-1-1-1 0 0,-1-1 1 0 0,0 0 0 0 0,-1 0 0 0 0,0 0 0 0 0,0-1 0 0 0,-2 0 0 0 0,1-1 0 0 0,-2 0 0 0 0,1-1 0 0 0,-1 0 0 0 0,-27 15 0 0 0,33-21 25 0 0,0-1 1 0 0,0 0-1 0 0,0-1 0 0 0,-1 0 0 0 0,1 0 1 0 0,-1 0-1 0 0,1-1 0 0 0,-1 0 1 0 0,0 0-1 0 0,0-1 0 0 0,0 1 0 0 0,1-2 1 0 0,-1 1-1 0 0,0-1 0 0 0,0 0 1 0 0,1 0-1 0 0,-1-1 0 0 0,1 1 1 0 0,-1-2-1 0 0,1 1 0 0 0,0-1 0 0 0,0 0 1 0 0,-9-5-1 0 0,10 4-97 0 0,0 0-1 0 0,1 0 1 0 0,-1 0 0 0 0,1-1-1 0 0,0 0 1 0 0,0 0-1 0 0,0 0 1 0 0,1 0 0 0 0,-1 0-1 0 0,1-1 1 0 0,1 0 0 0 0,-1 0-1 0 0,1 1 1 0 0,0-1 0 0 0,0-1-1 0 0,1 1 1 0 0,0 0 0 0 0,0 0-1 0 0,0 0 1 0 0,1-1-1 0 0,0 1 1 0 0,0 0 0 0 0,0-1-1 0 0,1 1 1 0 0,2-8 0 0 0,-1 6-219 0 0,0 0 0 0 0,0 1 0 0 0,1-1 0 0 0,0 1 0 0 0,0 0 1 0 0,1 0-1 0 0,0 0 0 0 0,0 0 0 0 0,1 1 0 0 0,0 0 1 0 0,0 0-1 0 0,1 0 0 0 0,-1 0 0 0 0,13-9 0 0 0,-8 9-730 0 0,-1 0 0 0 0,1 0 0 0 0,-1 1 1 0 0,2 0-1 0 0,-1 0 0 0 0,12-2 0 0 0,3 0-1829 0 0</inkml:trace>
</inkml:ink>
</file>

<file path=ppt/ink/ink2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1:02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84 56 0 0,'2'-1'523'0'0,"0"0"-1"0"0,0 0 1 0 0,0 0-1 0 0,-1 0 1 0 0,1 0-1 0 0,0-1 1 0 0,-1 1-1 0 0,1-1 1 0 0,-1 1-1 0 0,1-1 1 0 0,-1 1-1 0 0,0-1 1 0 0,0 0 0 0 0,1 0-1 0 0,-1 0 1 0 0,-1 0-1 0 0,1 1 1 0 0,1-4-1 0 0,-2 3 499 0 0,3-15 1803 0 0,-5-11-6571 0 0,1 23 45 0 0</inkml:trace>
</inkml:ink>
</file>

<file path=ppt/ink/ink2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1:02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1 140 1112 0 0,'0'0'1428'0'0,"0"-18"-112"0"0,0 8 1033 0 0,0-8-1301 0 0,0 9 840 0 0,2-6-532 0 0,2-3-1024 0 0,-3 12-312 0 0,4-3-284 0 0,10-5-1160 0 0,-2 7-104 0 0,1-2-1653 0 0,2 2 729 0 0</inkml:trace>
</inkml:ink>
</file>

<file path=ppt/ink/ink2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1:04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43 96 0 0,'-7'-26'4062'0'0,"4"9"2024"0"0,-17 220-2355 0 0,14-147-3842 0 0,-2 0 1 0 0,-3-1-1 0 0,-2-1 0 0 0,-35 95 0 0 0,47-148-64 0 0,1 0 0 0 0,-1 1 0 0 0,1-1 0 0 0,-1 0 0 0 0,1 0 0 0 0,-1 0 0 0 0,0 1-1 0 0,0-1 1 0 0,1 0 0 0 0,-1 0 0 0 0,0 0 0 0 0,0 0 0 0 0,0 0 0 0 0,0-1 0 0 0,0 1 0 0 0,-1 0-1 0 0,1 0 1 0 0,0-1 0 0 0,0 1 0 0 0,0 0 0 0 0,-1-1 0 0 0,1 1 0 0 0,0-1 0 0 0,0 0 0 0 0,-1 1 0 0 0,1-1-1 0 0,0 0 1 0 0,-1 0 0 0 0,1 0 0 0 0,0 0 0 0 0,-1 0 0 0 0,1 0 0 0 0,0 0 0 0 0,-1-1 0 0 0,1 1-1 0 0,0 0 1 0 0,-1-1 0 0 0,1 1 0 0 0,0-1 0 0 0,0 1 0 0 0,-1-1 0 0 0,1 0 0 0 0,0 1 0 0 0,0-1 0 0 0,0 0-1 0 0,0 0 1 0 0,0 0 0 0 0,-1-1 0 0 0,-13-12-2550 0 0</inkml:trace>
</inkml:ink>
</file>

<file path=ppt/ink/ink2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1:05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0 493 280 0 0,'0'0'508'0'0,"4"0"-3"0"0,86-9 1256 0 0,96-15-299 0 0,6-19-511 0 0,-3-7 0 0 0,201-83 0 0 0,-374 127-888 0 0,75-36 264 0 0,-86 39-265 0 0,1 0-1 0 0,-1-1 1 0 0,1 0 0 0 0,-1 0 0 0 0,0 0-1 0 0,-1 0 1 0 0,1-1 0 0 0,-1 0 0 0 0,0 0-1 0 0,0 0 1 0 0,0 0 0 0 0,4-9-1 0 0,-7 11-16 0 0,0 0 0 0 0,-1 0 0 0 0,1 0 0 0 0,0 0 0 0 0,-1 0 0 0 0,0 0 0 0 0,0 0 0 0 0,0 0 0 0 0,0 0 0 0 0,0-1 0 0 0,-1 1 0 0 0,1 0-1 0 0,-1 0 1 0 0,0 0 0 0 0,0 1 0 0 0,0-1 0 0 0,0 0 0 0 0,-1 0 0 0 0,1 0 0 0 0,-1 1 0 0 0,1-1 0 0 0,-1 1 0 0 0,0-1 0 0 0,0 1-1 0 0,-3-3 1 0 0,0 0 46 0 0,0 0 0 0 0,-1 1 0 0 0,1 0 1 0 0,-1 0-1 0 0,0 0 0 0 0,0 0 0 0 0,0 1 0 0 0,-1 0 0 0 0,-10-4 0 0 0,15 7-27 0 0,-21 16 28 0 0,11 9-46 0 0,2 1 1 0 0,1 0 0 0 0,1 1 0 0 0,1-1-1 0 0,-5 42 1 0 0,5-3 200 0 0,2 77-1 0 0,18 175 533 0 0,-10-274-616 0 0,-3-41-128 0 0,1 11 190 0 0,-2-7 502 0 0,1-9 449 0 0,-1-7-1167 0 0,0 8-3 0 0,1-1-1 0 0,-1 0 0 0 0,1 0 0 0 0,0 0 0 0 0,0 0 1 0 0,0 0-1 0 0,1 0 0 0 0,-1 1 0 0 0,2-7 0 0 0,-2 7 3 0 0,1 0 0 0 0,0-11-6 0 0,-1 7-5 0 0,1 1-1 0 0,0-1 1 0 0,0 0-1 0 0,1 1 0 0 0,0-1 1 0 0,0 1-1 0 0,0 0 1 0 0,0-1-1 0 0,1 1 0 0 0,0 0 1 0 0,0 0-1 0 0,0 1 1 0 0,1-1-1 0 0,-1 1 0 0 0,1-1 1 0 0,0 1-1 0 0,9-6 1 0 0,-11 8-8 0 0,-1 1-1 0 0,1 0 1 0 0,0 0 0 0 0,0 0 0 0 0,0 0 0 0 0,0 0 0 0 0,-1 1 0 0 0,1-1-1 0 0,0 0 1 0 0,0 1 0 0 0,0 0 0 0 0,1-1 0 0 0,-1 1 0 0 0,0 0 0 0 0,0 0-1 0 0,0 0 1 0 0,0 0 0 0 0,0 1 0 0 0,0-1 0 0 0,0 0 0 0 0,0 1 0 0 0,0-1-1 0 0,0 1 1 0 0,0 0 0 0 0,0 0 0 0 0,2 1 0 0 0,8 5-6 0 0,0 0 0 0 0,-1 1 1 0 0,13 11-1 0 0,11 6-9 0 0,-22-18 29 0 0,1 0 0 0 0,0-1 0 0 0,1 0 0 0 0,19 4 0 0 0,-29-8 8 0 0,0-1-1 0 0,0 0 1 0 0,0 0-1 0 0,0-1 1 0 0,0 1-1 0 0,0-1 1 0 0,0 0-1 0 0,0-1 1 0 0,0 1-1 0 0,0-1 0 0 0,0 0 1 0 0,-1 0-1 0 0,1-1 1 0 0,0 1-1 0 0,0-1 1 0 0,-1 0-1 0 0,6-3 1 0 0,-7 2 90 0 0,0 0 1 0 0,0 0-1 0 0,0 0 1 0 0,-1 0-1 0 0,1 0 1 0 0,-1-1-1 0 0,0 1 1 0 0,0-1-1 0 0,0 0 1 0 0,0 1-1 0 0,-1-1 1 0 0,2-7-1 0 0,0 2 287 0 0,-2 7 23 0 0,-1-5-184 0 0,0 7-217 0 0,0 0-1 0 0,0 0 1 0 0,0 0-1 0 0,0 0 1 0 0,-1 0-1 0 0,1 0 1 0 0,0 0-1 0 0,0 0 1 0 0,0 0-1 0 0,0 0 1 0 0,0 0-1 0 0,0 0 1 0 0,0 0-1 0 0,0 0 1 0 0,0 0-1 0 0,0 0 1 0 0,-1 0-1 0 0,1 0 1 0 0,0 0-1 0 0,0 0 1 0 0,0 0-1 0 0,0 0 1 0 0,0 0-1 0 0,0 0 1 0 0,0 0-1 0 0,0 0 1 0 0,0 0-1 0 0,0 0 1 0 0,0 0-1 0 0,0 0 1 0 0,-1 0-1 0 0,1 0 1 0 0,0 0-1 0 0,0-1 1 0 0,0 1-1 0 0,0 0 1 0 0,0 0-1 0 0,0 0 1 0 0,0 0-1 0 0,0 0 1 0 0,0 0-1 0 0,0 0 1 0 0,0 0-1 0 0,0 0 1 0 0,0 0-1 0 0,0 0 1 0 0,0-1-1 0 0,0 1 1 0 0,0 0-1 0 0,0 0 1 0 0,0 0-1 0 0,0 0 1 0 0,0 0-1 0 0,0 0 1 0 0,0 0-1 0 0,-2 4-118 0 0,-1 0-1 0 0,1 0 0 0 0,0 0 0 0 0,1 1 1 0 0,-1-1-1 0 0,1 1 0 0 0,0-1 1 0 0,0 1-1 0 0,0 0 0 0 0,1-1 0 0 0,-1 1 1 0 0,1 0-1 0 0,0 0 0 0 0,1-1 1 0 0,-1 1-1 0 0,1 0 0 0 0,0-1 0 0 0,0 1 1 0 0,1-1-1 0 0,-1 1 0 0 0,1-1 1 0 0,0 1-1 0 0,0-1 0 0 0,0 0 0 0 0,1 0 1 0 0,-1 0-1 0 0,1 0 0 0 0,0-1 1 0 0,0 1-1 0 0,0-1 0 0 0,1 1 0 0 0,0-1 1 0 0,-1 0-1 0 0,1-1 0 0 0,0 1 1 0 0,0 0-1 0 0,7 2 0 0 0,-3-1-349 0 0,0 0-1 0 0,0-1 1 0 0,0 0-1 0 0,0-1 1 0 0,13 3-1 0 0,26-1-4302 0 0,-5-3 1562 0 0</inkml:trace>
</inkml:ink>
</file>

<file path=ppt/ink/ink2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1:05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21 141 896 0 0,'1'-5'8704'0'0,"2"37"-7662"0"0,-2-1 1 0 0,-5 45 0 0 0,1-3 94 0 0,0-70 1204 0 0,-2-11-1920 0 0,-3-24-437 0 0,7-21 250 0 0,0 14-83 0 0,1 0 0 0 0,8-45 0 0 0,-8 81-169 0 0,19 21-141 0 0,1-1 85 0 0,0 0 0 0 0,44 25 0 0 0,-57-40 79 0 0,-1 1 0 0 0,1-1 0 0 0,0-1 0 0 0,0 1 0 0 0,0-1 0 0 0,0-1 0 0 0,0 1 0 0 0,0-1 0 0 0,0 0 0 0 0,0-1 0 0 0,0 0 0 0 0,0 0 0 0 0,0 0 1 0 0,0-1-1 0 0,-1 0 0 0 0,1 0 0 0 0,-1-1 0 0 0,1 0 0 0 0,-1 0 0 0 0,0 0 0 0 0,0-1 0 0 0,6-5 0 0 0,3-2 89 0 0,-1-1 1 0 0,-1-1-1 0 0,0 0 1 0 0,0 0-1 0 0,-2-2 1 0 0,0 1-1 0 0,11-20 1 0 0,9-3 1366 0 0,-30 35-1206 0 0,0 8-214 0 0,-1 24 27 0 0,0 0 1 0 0,-5 31-1 0 0,2-39-150 0 0,1 0-1 0 0,0 1 1 0 0,2-1 0 0 0,1 0-1 0 0,1 0 1 0 0,7 38-1 0 0,-4-44-493 0 0,-2-6 45 0 0,0 1 0 0 0,0-1 0 0 0,1 0 1 0 0,7 12-1 0 0,-10-20 100 0 0,1 0 1 0 0,-1 1-1 0 0,1-1 0 0 0,-1 0 1 0 0,1-1-1 0 0,0 1 1 0 0,0 0-1 0 0,0 0 0 0 0,0-1 1 0 0,0 1-1 0 0,0-1 1 0 0,0 0-1 0 0,1 0 0 0 0,-1 0 1 0 0,0 0-1 0 0,1 0 1 0 0,-1 0-1 0 0,1 0 0 0 0,-1-1 1 0 0,1 1-1 0 0,-1-1 0 0 0,6 0 1 0 0</inkml:trace>
</inkml:ink>
</file>

<file path=ppt/ink/ink2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1:06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1 896 0 0,'0'2'10439'0'0,"-2"17"-10169"0"0,-6 3 344 0 0,-1-2 1 0 0,-1 1-1 0 0,-19 28 0 0 0,-6 13 217 0 0,22-35-492 0 0,-41 91 1245 0 0,53-117-1563 0 0,1 0 1 0 0,-1 0-1 0 0,1 0 1 0 0,0 0 0 0 0,-1 0-1 0 0,1 0 1 0 0,0 1 0 0 0,0-1-1 0 0,0 0 1 0 0,-1 0 0 0 0,1 0-1 0 0,0 0 1 0 0,1 0 0 0 0,-1 0-1 0 0,0 0 1 0 0,0 0-1 0 0,0 0 1 0 0,1 0 0 0 0,-1 0-1 0 0,0 0 1 0 0,1 0 0 0 0,-1 0-1 0 0,1 0 1 0 0,0 0 0 0 0,-1 0-1 0 0,1 0 1 0 0,-1 0 0 0 0,1 0-1 0 0,0 0 1 0 0,0-1-1 0 0,0 1 1 0 0,-1 0 0 0 0,1-1-1 0 0,0 1 1 0 0,0-1 0 0 0,0 1-1 0 0,0-1 1 0 0,0 1 0 0 0,0-1-1 0 0,0 1 1 0 0,0-1-1 0 0,0 0 1 0 0,0 0 0 0 0,1 1-1 0 0,-1-1 1 0 0,1 0 0 0 0,8 1 22 0 0,-1-1 1 0 0,1 0 0 0 0,-1 0 0 0 0,12-2-1 0 0,-12 1 25 0 0,2 0-156 0 0,203-19-1948 0 0,-73-7-7551 0 0,-113 21 5977 0 0</inkml:trace>
</inkml:ink>
</file>

<file path=ppt/ink/ink2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1:06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5 224 0 0,'-3'-5'12629'0'0,"-21"61"-11671"0"0,3 0 1 0 0,-23 100 0 0 0,43-151-920 0 0,0-1-1 0 0,1 0 1 0 0,-1 0-1 0 0,1 1 1 0 0,0-1-1 0 0,0 0 1 0 0,0 1-1 0 0,0-1 1 0 0,1 0-1 0 0,0 1 1 0 0,0-1-1 0 0,0 0 1 0 0,0 0-1 0 0,1 0 1 0 0,-1 0-1 0 0,1 0 1 0 0,2 4-1 0 0,0-5 0 0 0,-1 0-1 0 0,0 0 0 0 0,1 0 0 0 0,-1 0 0 0 0,1-1 0 0 0,0 0 0 0 0,0 1 0 0 0,0-1 0 0 0,0-1 0 0 0,0 1 0 0 0,0-1 0 0 0,1 1 1 0 0,-1-1-1 0 0,0 0 0 0 0,1-1 0 0 0,7 1 0 0 0,22 1-87 0 0,1-1 1 0 0,-1-2-1 0 0,62-9 1 0 0,100-31-4292 0 0,-171 32 2238 0 0,-11 1-3022 0 0</inkml:trace>
</inkml:ink>
</file>

<file path=ppt/ink/ink2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1:06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87 492 0 0,'49'-15'2071'0'0,"86"-26"3234"0"0,-45 23-6174 0 0,-73 11-2591 0 0,-9 2 1469 0 0</inkml:trace>
</inkml:ink>
</file>

<file path=ppt/ink/ink2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1:07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0 103 1080 0 0,'0'0'3008'0'0,"23"-25"-2108"0"0,-10 20-111 0 0,0-4-77 0 0,4 1-72 0 0,0 1-56 0 0,8 0-120 0 0,-5 0-172 0 0,7 0-172 0 0,-3 2-192 0 0,2-1-228 0 0,4 1-276 0 0,-3 0-700 0 0,1 2-1381 0 0,2-1 613 0 0</inkml:trace>
</inkml:ink>
</file>

<file path=ppt/ink/ink2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1:10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1 661 632 0 0,'0'0'4080'0'0,"43"-1"-1595"0"0,20-14-1816 0 0,-1-4 1 0 0,-1-2 0 0 0,-2-3-1 0 0,0-2 1 0 0,-1-3 0 0 0,66-45-1 0 0,-103 60-487 0 0,0-1 0 0 0,-1-2 0 0 0,-1 0-1 0 0,-1 0 1 0 0,0-2 0 0 0,-2 0-1 0 0,0-1 1 0 0,-1-1 0 0 0,-1-1 0 0 0,0 0-1 0 0,-2 0 1 0 0,-1-1 0 0 0,-1-1 0 0 0,-1 0-1 0 0,7-27 1 0 0,-14 45-73 0 0,-1 0 0 0 0,0 0-1 0 0,0 1 1 0 0,-1-1 0 0 0,0 0 0 0 0,0 0-1 0 0,0 0 1 0 0,0 1 0 0 0,-1-1 0 0 0,0 0-1 0 0,-1 0 1 0 0,1 1 0 0 0,-1-1 0 0 0,0 1-1 0 0,0-1 1 0 0,-4-5 0 0 0,5 10-26 0 0,-18 22-71 0 0,2 0 0 0 0,0 2 0 0 0,1 0 1 0 0,1 1-1 0 0,2 0 0 0 0,0 1 0 0 0,-12 34 1 0 0,-52 191 119 0 0,43-98-384 0 0,6 0 0 0 0,-10 179-1 0 0,25-187-4942 0 0,8-131 3100 0 0</inkml:trace>
</inkml:ink>
</file>

<file path=ppt/ink/ink2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1:11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1 376 876 0 0,'42'-8'7363'0'0,"148"-34"-6295"0"0,9-9 393 0 0,365-145 0 0 0,-555 191-1149 0 0,-1 0 0 0 0,1 0 0 0 0,-1-1-1 0 0,13-13 1 0 0,-11 11-18 0 0,-9 7-107 0 0,-1 1-163 0 0,0-1 0 0 0,1 1-1 0 0,-1-1 1 0 0,0 1 0 0 0,1-1 0 0 0,-1 1 0 0 0,0-1 0 0 0,0 1 0 0 0,0-1 0 0 0,0 1 0 0 0,0-1 0 0 0,1 0 0 0 0,-1 1 0 0 0,0-1 0 0 0,0 1 0 0 0,0-1 0 0 0,0 0 0 0 0,-1 1 0 0 0,1-1 0 0 0,0 1-1 0 0,0-1 1 0 0,0 0 0 0 0,-3-1-3 0 0,1 0-1 0 0,-1 0 0 0 0,1 1 0 0 0,-1-1 0 0 0,0 1 0 0 0,1 0 0 0 0,-1 0 1 0 0,0 0-1 0 0,0 0 0 0 0,0 0 0 0 0,0 1 0 0 0,0-1 0 0 0,0 1 1 0 0,0 0-1 0 0,0 0 0 0 0,0 0 0 0 0,0 0 0 0 0,-4 1 0 0 0,1 0-5 0 0,0 1-1 0 0,1 0 1 0 0,-1 0 0 0 0,1 0-1 0 0,-1 1 1 0 0,1 0-1 0 0,0 0 1 0 0,-9 7-1 0 0,3-1-18 0 0,1 0-1 0 0,0 1 1 0 0,0 1-1 0 0,1-1 0 0 0,0 1 1 0 0,1 1-1 0 0,-9 15 1 0 0,15-22-6 0 0,1-1 2 0 0,2 13 21 0 0,-1-17-12 0 0,0 1 0 0 0,1 0 1 0 0,-1 0-1 0 0,0 0 0 0 0,0 0 0 0 0,1 0 1 0 0,-1-1-1 0 0,1 1 0 0 0,-1 0 0 0 0,1 0 0 0 0,-1-1 1 0 0,1 1-1 0 0,0 0 0 0 0,-1-1 0 0 0,1 1 0 0 0,0-1 1 0 0,-1 1-1 0 0,1-1 0 0 0,0 1 0 0 0,0-1 0 0 0,-1 1 1 0 0,1-1-1 0 0,0 0 0 0 0,0 1 0 0 0,0-1 1 0 0,0 0-1 0 0,0 0 0 0 0,-1 1 0 0 0,1-1 0 0 0,0 0 1 0 0,0 0-1 0 0,0 0 0 0 0,0 0 0 0 0,0 0 0 0 0,0-1 1 0 0,0 1-1 0 0,0 0 0 0 0,-1 0 0 0 0,2-1 0 0 0,36-7 43 0 0,-37 8-44 0 0,111-43-199 0 0,-83 31 106 0 0,1 0-1 0 0,0 2 1 0 0,0 1-1 0 0,43-7 0 0 0,-67 16 76 0 0,0 0 0 0 0,0 1-1 0 0,0 0 1 0 0,0 0-1 0 0,0 0 1 0 0,0 0 0 0 0,-1 1-1 0 0,1 0 1 0 0,0 1 0 0 0,8 4-1 0 0,50 33-27 0 0,-61-38 51 0 0,-1-2 25 0 0,0 1 0 0 0,1-1 0 0 0,-1 0 0 0 0,0 0 0 0 0,1 0-1 0 0,-1 0 1 0 0,1 0 0 0 0,-1 0 0 0 0,0-1 0 0 0,1 1 0 0 0,-1-1 0 0 0,0 1 0 0 0,5-3 0 0 0,51-28-271 0 0,-43 22-754 0 0,-1 1-1 0 0,33-13 1 0 0,-4 5-4764 0 0,-18 6 2436 0 0</inkml:trace>
</inkml:ink>
</file>

<file path=ppt/ink/ink2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1:11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75 13257 0 0,'41'-68'2675'0'0,"-40"67"-2470"0"0,1-5 37 0 0,-2 6-231 0 0,0 0 0 0 0,0 0 0 0 0,0 0 0 0 0,0 1 0 0 0,0-1 0 0 0,0 0-1 0 0,0 0 1 0 0,0 0 0 0 0,0 0 0 0 0,0 0 0 0 0,0 0 0 0 0,0 0 0 0 0,0 0 0 0 0,0 0 0 0 0,0 1 0 0 0,0-1 0 0 0,0 0-1 0 0,0 0 1 0 0,0 0 0 0 0,0 0 0 0 0,1 0 0 0 0,-1 0 0 0 0,0 0 0 0 0,0 0 0 0 0,0 0 0 0 0,0 0 0 0 0,0 0-1 0 0,0 0 1 0 0,0 1 0 0 0,0-1 0 0 0,0 0 0 0 0,0 0 0 0 0,1 0 0 0 0,-1 0 0 0 0,0 0 0 0 0,0 0 0 0 0,0 0-1 0 0,0 0 1 0 0,0 0 0 0 0,0 0 0 0 0,0 0 0 0 0,0 0 0 0 0,0 0 0 0 0,1 0 0 0 0,-1 0 0 0 0,0 0 0 0 0,6 196 421 0 0,-1 2-138 0 0,-4-178-332 0 0,7 109-191 0 0,-9-45-2911 0 0,1-83 3032 0 0,0 0 0 0 0,0-1 0 0 0,0 1-1 0 0,0 0 1 0 0,-1 0 0 0 0,1 0 0 0 0,0-1 0 0 0,0 1-1 0 0,-1 0 1 0 0,1-1 0 0 0,0 1 0 0 0,-1 0 0 0 0,1 0-1 0 0,-1-1 1 0 0,1 1 0 0 0,-1-1 0 0 0,1 1 0 0 0,-1 0-1 0 0,1-1 1 0 0,-1 1 0 0 0,0-1 0 0 0,1 0 0 0 0,-1 1-1 0 0,0-1 1 0 0,1 1 0 0 0,-1-1 0 0 0,0 0 0 0 0,1 1-1 0 0,-1-1 1 0 0,0 0 0 0 0,0 0 0 0 0,0 0 0 0 0,1 0-1 0 0,-1 0 1 0 0,0 0 0 0 0,0 0 0 0 0,1 0 0 0 0,-1 0-1 0 0,0 0 1 0 0,-1 0 0 0 0,-26-10-4633 0 0,16 0 1911 0 0</inkml:trace>
</inkml:ink>
</file>

<file path=ppt/ink/ink2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1:12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0 641 552 0 0,'264'-71'3978'0'0,"-191"56"-3342"0"0,0-4 0 0 0,-2-3-1 0 0,74-34 1 0 0,-132 50-490 0 0,0-1 1 0 0,0-1 0 0 0,-1 0 0 0 0,0 0-1 0 0,-1-1 1 0 0,0-1 0 0 0,-1 0 0 0 0,1-1 0 0 0,-2 0-1 0 0,0 0 1 0 0,0-1 0 0 0,-1 0 0 0 0,7-13-1 0 0,-11 16-30 0 0,0-1 0 0 0,0 1-1 0 0,-1 0 1 0 0,-1-1-1 0 0,1 0 1 0 0,-1 0 0 0 0,-1 1-1 0 0,0-1 1 0 0,0 0 0 0 0,-1 0-1 0 0,0 0 1 0 0,-1 0-1 0 0,0 0 1 0 0,-1 0 0 0 0,0 0-1 0 0,0 0 1 0 0,-1 1-1 0 0,0-1 1 0 0,-8-13 0 0 0,6 13 86 0 0,-2 0 0 0 0,1 1 0 0 0,-2-1 0 0 0,1 1 0 0 0,-1 1 1 0 0,0 0-1 0 0,-1 0 0 0 0,0 0 0 0 0,0 1 0 0 0,-12-7 0 0 0,19 13-127 0 0,-13 4 93 0 0,7 5-146 0 0,1 0-1 0 0,1 1 1 0 0,-1 0-1 0 0,1 0 1 0 0,1 0-1 0 0,0 0 1 0 0,0 1-1 0 0,0 0 1 0 0,2 0 0 0 0,-1 0-1 0 0,1 0 1 0 0,-2 18-1 0 0,-3 14 29 0 0,-2 75 1 0 0,7-43-4 0 0,-6 199 136 0 0,6-217-93 0 0,3-54-75 0 0,0 2 39 0 0,0-3-22 0 0,-1 0 0 0 0,1-1 0 0 0,0 1 0 0 0,0 0 1 0 0,0 0-1 0 0,0-1 0 0 0,0 1 0 0 0,0 0 0 0 0,0 0 1 0 0,0-1-1 0 0,0 1 0 0 0,0 0 0 0 0,0 0 0 0 0,0-1 0 0 0,1 1 1 0 0,-1 0-1 0 0,0 0 0 0 0,1-1 0 0 0,-1 1 0 0 0,0 0 1 0 0,1-1-1 0 0,0 2 0 0 0,45-41 48 0 0,-38 30-85 0 0,1 1 0 0 0,0 0 0 0 0,0 0-1 0 0,1 1 1 0 0,17-9 0 0 0,-24 15-3 0 0,0-1-1 0 0,1 1 0 0 0,-1 0 1 0 0,0 0-1 0 0,1 1 0 0 0,-1-1 1 0 0,1 1-1 0 0,-1 0 1 0 0,1 0-1 0 0,-1 0 0 0 0,1 0 1 0 0,-1 0-1 0 0,1 1 0 0 0,-1-1 1 0 0,1 1-1 0 0,-1 0 0 0 0,0 0 1 0 0,0 1-1 0 0,1-1 1 0 0,-1 1-1 0 0,0-1 0 0 0,0 1 1 0 0,0 0-1 0 0,3 3 0 0 0,9 6 3 0 0,0 0 0 0 0,1-1 0 0 0,0-1-1 0 0,0-1 1 0 0,1 0 0 0 0,0-1-1 0 0,1-1 1 0 0,0 0 0 0 0,-1-2 0 0 0,2 0-1 0 0,-1 0 1 0 0,0-2 0 0 0,22 0-1 0 0,-36-2 31 0 0,0-1 0 0 0,-1 0-1 0 0,1 0 1 0 0,0 0-1 0 0,0 0 1 0 0,0 0 0 0 0,-1-1-1 0 0,1 0 1 0 0,4-2 0 0 0,-7 3 45 0 0,1 0 0 0 0,-1 0 1 0 0,1 0-1 0 0,-1 0 1 0 0,1 0-1 0 0,-1-1 0 0 0,0 1 1 0 0,0 0-1 0 0,1-1 1 0 0,-1 1-1 0 0,0-1 0 0 0,0 1 1 0 0,0-1-1 0 0,-1 1 1 0 0,1-1-1 0 0,0 0 0 0 0,-1 1 1 0 0,1-1-1 0 0,0-3 1 0 0,-1 4-74 0 0,0 1 0 0 0,1-1 0 0 0,-1 1 1 0 0,0 0-1 0 0,0-1 0 0 0,0 1 0 0 0,0-1 1 0 0,0 1-1 0 0,0-1 0 0 0,0 1 0 0 0,1-1 1 0 0,-1 1-1 0 0,0-1 0 0 0,-1 1 0 0 0,1 0 1 0 0,0-1-1 0 0,0 1 0 0 0,0-1 0 0 0,0 1 0 0 0,0-1 1 0 0,0 1-1 0 0,-1-1 0 0 0,1 1 0 0 0,0 0 1 0 0,0-1-1 0 0,0 1 0 0 0,-1-1 0 0 0,1 1 1 0 0,0 0-1 0 0,-1-1 0 0 0,1 1 0 0 0,0 0 1 0 0,-1 0-1 0 0,1-1 0 0 0,0 1 0 0 0,-1 0 1 0 0,1 0-1 0 0,-1-1 0 0 0,1 1 0 0 0,-1 0 1 0 0,0 0-1 0 0,1 1-53 0 0,1 1 0 0 0,-1-1 0 0 0,0 1 1 0 0,1-1-1 0 0,-1 1 0 0 0,1-1 0 0 0,-1 1 0 0 0,1-1 0 0 0,0 1 0 0 0,-1-1 0 0 0,1 1 1 0 0,0-1-1 0 0,0 0 0 0 0,0 0 0 0 0,0 0 0 0 0,0 1 0 0 0,1-1 0 0 0,1 1 0 0 0,3 4-348 0 0,0-1-1 0 0,0 0 0 0 0,1 0 0 0 0,0-1 0 0 0,-1 0 0 0 0,1 0 0 0 0,1-1 1 0 0,7 4-1 0 0,39 7-5435 0 0,-17-9 2435 0 0</inkml:trace>
</inkml:ink>
</file>

<file path=ppt/ink/ink2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1:13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42 912 0 0,'-1'-9'3810'0'0,"-5"-10"182"0"0,2 17-3837 0 0,-1 0 1 0 0,1 0-1 0 0,-1 0 0 0 0,0 1 0 0 0,1 0 1 0 0,-1 0-1 0 0,0 0 0 0 0,0 0 0 0 0,0 1 1 0 0,0 0-1 0 0,1 0 0 0 0,-1 0 0 0 0,0 1 1 0 0,0 0-1 0 0,0-1 0 0 0,0 2 0 0 0,1-1 0 0 0,-1 1 1 0 0,0-1-1 0 0,1 1 0 0 0,-6 4 0 0 0,-4 0 21 0 0,0 0-1 0 0,1 2 0 0 0,0 0 0 0 0,1 0 0 0 0,0 1 1 0 0,-13 12-1 0 0,24-21-171 0 0,0 1 1 0 0,0 0-1 0 0,0 1 1 0 0,-1-1-1 0 0,1 0 1 0 0,0 0-1 0 0,1 0 0 0 0,-1 1 1 0 0,0-1-1 0 0,0 0 1 0 0,0 1-1 0 0,1-1 1 0 0,-1 1-1 0 0,1-1 1 0 0,-1 1-1 0 0,1-1 1 0 0,0 1-1 0 0,-1-1 0 0 0,1 4 1 0 0,0-4 2 0 0,1 0 0 0 0,-1-1-1 0 0,1 1 1 0 0,0 0 0 0 0,-1 0 0 0 0,1 0 0 0 0,0 0 0 0 0,-1-1 0 0 0,1 1-1 0 0,0 0 1 0 0,0-1 0 0 0,0 1 0 0 0,-1 0 0 0 0,1-1 0 0 0,0 1 0 0 0,0-1-1 0 0,0 0 1 0 0,0 1 0 0 0,0-1 0 0 0,0 0 0 0 0,0 1 0 0 0,2-1-1 0 0,11 2 73 0 0,1 0-1 0 0,0-2 1 0 0,22 0-1 0 0,-9 0-26 0 0,-19 0-54 0 0,0 2 0 0 0,0-1 0 0 0,0 1 0 0 0,0 1 0 0 0,-1-1 0 0 0,1 2 0 0 0,-1-1 0 0 0,1 1 0 0 0,-1 0 0 0 0,0 1 0 0 0,-1 0 0 0 0,1 0 0 0 0,9 9 0 0 0,-6-3-5 0 0,-1 0-1 0 0,0 0 0 0 0,-1 1 1 0 0,0 1-1 0 0,-1-1 0 0 0,-1 1 1 0 0,10 22-1 0 0,-3 1-7 0 0,-2 1 1 0 0,-1 0-1 0 0,-2 1 1 0 0,-2 0-1 0 0,4 59 0 0 0,-10-84 40 0 0,0 0-1 0 0,-1 1 1 0 0,0-1-1 0 0,-1 0 0 0 0,0 1 1 0 0,-2-1-1 0 0,1 0 1 0 0,-1 0-1 0 0,-1 0 0 0 0,-1-1 1 0 0,1 1-1 0 0,-10 15 1 0 0,13-26 21 0 0,0-1 1 0 0,1 0 0 0 0,-1 1 0 0 0,-1-1-1 0 0,1 0 1 0 0,0 1 0 0 0,0-1 0 0 0,0 0-1 0 0,-1 0 1 0 0,1 0 0 0 0,0 0 0 0 0,-1 0-1 0 0,1 0 1 0 0,-1-1 0 0 0,1 1 0 0 0,-1 0-1 0 0,1-1 1 0 0,-1 1 0 0 0,0-1 0 0 0,1 0-1 0 0,-1 1 1 0 0,0-1 0 0 0,1 0 0 0 0,-1 0-1 0 0,0 0 1 0 0,1 0 0 0 0,-1 0 0 0 0,0-1-1 0 0,1 1 1 0 0,-1 0 0 0 0,0-1 0 0 0,1 1-1 0 0,-1-1 1 0 0,1 0 0 0 0,-1 1 0 0 0,1-1-1 0 0,-1 0 1 0 0,1 0 0 0 0,-1 0 0 0 0,1 0-1 0 0,0 0 1 0 0,0 0 0 0 0,-1-1 0 0 0,0 0-1 0 0,-2-2 50 0 0,0-1-1 0 0,1 1 0 0 0,-1 0 0 0 0,1-1 0 0 0,0 0 0 0 0,0 0 0 0 0,0 0 0 0 0,1 0 0 0 0,0 0 0 0 0,0-1 1 0 0,-3-10-1 0 0,5 1-19 0 0,-1 0-1 0 0,2 0 1 0 0,0 0 0 0 0,1 0 0 0 0,1 0 0 0 0,0 0 0 0 0,1 1 0 0 0,0-1 0 0 0,10-21 0 0 0,-1 7-25 0 0,2 1 0 0 0,0 1 0 0 0,31-41 1 0 0,-20 34-10 0 0,1 2 0 0 0,60-55 0 0 0,-71 74-46 0 0,1 0 0 0 0,0 1 0 0 0,0 0 0 0 0,1 2 0 0 0,1 0 0 0 0,-1 1 0 0 0,41-14 0 0 0,-52 22-11 0 0,0 0 1 0 0,1 0-1 0 0,-1 0 1 0 0,0 1-1 0 0,0 0 1 0 0,1 1-1 0 0,-1-1 1 0 0,0 2-1 0 0,0-1 1 0 0,0 1-1 0 0,0 0 1 0 0,0 0-1 0 0,0 0 1 0 0,0 1-1 0 0,0 1 1 0 0,-1-1-1 0 0,0 1 1 0 0,6 4-1 0 0,-5-3-7 0 0,0 0-1 0 0,-1 0 1 0 0,0 1 0 0 0,0 0 0 0 0,0 0-1 0 0,-1 0 1 0 0,0 1 0 0 0,0 0 0 0 0,-1 0-1 0 0,0 0 1 0 0,0 1 0 0 0,0-1-1 0 0,-1 1 1 0 0,0 0 0 0 0,2 12 0 0 0,0-14 1872 0 0,2-13-830 0 0,13-33-910 0 0,9-14-2360 0 0,3 29-879 0 0,-6 13-4727 0 0,-13 6 3623 0 0</inkml:trace>
</inkml:ink>
</file>

<file path=ppt/ink/ink2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1:13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1 76 0 0,'0'0'10980'0'0,"-5"0"-10499"0"0,-1 0-346 0 0,-1 1 1 0 0,1 0-1 0 0,0 1 1 0 0,-1-1-1 0 0,1 1 0 0 0,0 0 1 0 0,0 1-1 0 0,0-1 1 0 0,1 1-1 0 0,-1 1 0 0 0,0-1 1 0 0,1 1-1 0 0,0 0 1 0 0,0 0-1 0 0,0 0 0 0 0,1 1 1 0 0,-1-1-1 0 0,1 1 1 0 0,0 0-1 0 0,1 1 0 0 0,-1-1 1 0 0,1 1-1 0 0,-5 11 1 0 0,7-15-116 0 0,9 20 12 0 0,-1-20-72 0 0,0 1 0 0 0,1-1 0 0 0,-1-1 0 0 0,1 1 0 0 0,0-1 0 0 0,-1 0 0 0 0,1-1 0 0 0,0 0 0 0 0,-1 0 0 0 0,1-1 0 0 0,14-2 0 0 0,13 0-743 0 0,21-2-2484 0 0,-32 2-1584 0 0,-9 1 1781 0 0</inkml:trace>
</inkml:ink>
</file>

<file path=ppt/ink/ink2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1:14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50 136 0 0,'1'-1'529'0'0,"0"1"1"0"0,0-1-1 0 0,-1 1 1 0 0,1-1-1 0 0,0 1 1 0 0,0-1-1 0 0,0 1 1 0 0,0-1-1 0 0,-1 1 1 0 0,1 0-1 0 0,0-1 0 0 0,0 1 1 0 0,0 0-1 0 0,0 0 1 0 0,0 0-1 0 0,0 0 1 0 0,0 0-1 0 0,1 0 1 0 0,4 24 675 0 0,-6-21-977 0 0,-20 36 1185 0 0,19-37-779 0 0,2-5-630 0 0,0 0 0 0 0,-1 0 1 0 0,1 0-1 0 0,0 0 0 0 0,1 0 0 0 0,-1 0 0 0 0,1 0 1 0 0,-1 0-1 0 0,1 1 0 0 0,0-1 0 0 0,0 1 0 0 0,0-1 1 0 0,0 1-1 0 0,0 0 0 0 0,0 0 0 0 0,1-1 0 0 0,4-2 1 0 0,52-31-13 0 0,-49 30 5 0 0,-6 4-8 0 0,0-1-1 0 0,0 1 0 0 0,0 0 0 0 0,0 0 1 0 0,0 1-1 0 0,0-1 0 0 0,1 1 0 0 0,-1 0 1 0 0,0 0-1 0 0,1 0 0 0 0,-1 1 0 0 0,1 0 1 0 0,-1 0-1 0 0,1 0 0 0 0,0 0 1 0 0,-1 1-1 0 0,0-1 0 0 0,1 1 0 0 0,-1 0 1 0 0,1 1-1 0 0,-1-1 0 0 0,0 1 0 0 0,0-1 1 0 0,0 1-1 0 0,5 3 0 0 0,-2 1-137 0 0,0 1 0 0 0,0-1 0 0 0,-1 1 0 0 0,0 0 0 0 0,0 1 0 0 0,0-1 0 0 0,-1 1 0 0 0,0 0 0 0 0,-1 1 0 0 0,0-1 0 0 0,4 12 0 0 0,-8-20 128 0 0,0 0-1 0 0,1 1 0 0 0,-1-1 1 0 0,0 0-1 0 0,1 1 0 0 0,-1-1 1 0 0,0 0-1 0 0,1 1 0 0 0,-1-1 1 0 0,1 0-1 0 0,-1 1 0 0 0,0-1 1 0 0,1 0-1 0 0,-1 0 0 0 0,1 0 1 0 0,-1 0-1 0 0,1 1 1 0 0,-1-1-1 0 0,1 0 0 0 0,-1 0 1 0 0,1 0-1 0 0,-1 0 0 0 0,1 0 1 0 0,-1 0-1 0 0,1 0 0 0 0,-1 0 1 0 0,1 0-1 0 0,-1 0 0 0 0,0-1 1 0 0,1 1-1 0 0,-1 0 0 0 0,1 0 1 0 0,0-1-1 0 0,26-11-185 0 0,36-32 570 0 0,-48 33-225 0 0,-10 7-39 0 0,-1 1-1 0 0,1 0 0 0 0,0 0 1 0 0,-1 0-1 0 0,1 1 1 0 0,1 0-1 0 0,-1 0 0 0 0,0 0 1 0 0,0 1-1 0 0,1-1 0 0 0,-1 1 1 0 0,1 1-1 0 0,-1-1 0 0 0,1 1 1 0 0,7 0-1 0 0,-9 1-79 0 0,-1 0-1 0 0,1 0 1 0 0,-1 0-1 0 0,0 1 1 0 0,1-1-1 0 0,-1 1 1 0 0,0 0-1 0 0,0 0 1 0 0,0 0-1 0 0,0 0 1 0 0,0 1-1 0 0,0-1 1 0 0,-1 1-1 0 0,1-1 0 0 0,-1 1 1 0 0,0 0-1 0 0,0 0 1 0 0,0 0-1 0 0,0 1 1 0 0,-1-1-1 0 0,1 0 1 0 0,-1 1-1 0 0,2 4 1 0 0,2 18-1235 0 0,0-1-5564 0 0,-3-17 3840 0 0</inkml:trace>
</inkml:ink>
</file>

<file path=ppt/ink/ink2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1:14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27 740 0 0,'0'0'4345'0'0,"17"31"-984"0"0,-16-26-3132 0 0,0 0 0 0 0,0 0 0 0 0,-1 0 0 0 0,0 0 0 0 0,0 0 0 0 0,-1 0 0 0 0,-1 9 0 0 0,2-11-85 0 0,-3 9 246 0 0,2-6 64 0 0,4-9 1162 0 0,4-7-1602 0 0,0 0 0 0 0,1 0 1 0 0,1 1-1 0 0,0 0 0 0 0,0 1 0 0 0,0 0 1 0 0,1 0-1 0 0,0 1 0 0 0,1 0 0 0 0,0 1 0 0 0,0 0 1 0 0,0 1-1 0 0,1 0 0 0 0,-1 1 0 0 0,1 0 1 0 0,20-4-1 0 0,-29 8-19 0 0,1 0 0 0 0,-1-1 0 0 0,0 1 0 0 0,0 0-1 0 0,0 1 1 0 0,0-1 0 0 0,1 1 0 0 0,-1-1 0 0 0,0 1 0 0 0,0 0 0 0 0,0 0 0 0 0,0 0 0 0 0,0 0 0 0 0,0 1-1 0 0,-1-1 1 0 0,1 1 0 0 0,3 2 0 0 0,0 2-3 0 0,1 0-1 0 0,-1 1 0 0 0,0 0 0 0 0,-1 0 1 0 0,0 0-1 0 0,0 0 0 0 0,4 9 1 0 0,-8-15 22 0 0,0 0 1 0 0,0 0 0 0 0,-1 0 0 0 0,1 0-1 0 0,0 0 1 0 0,0-1 0 0 0,1 1-1 0 0,-1 0 1 0 0,0-1 0 0 0,0 1 0 0 0,0-1-1 0 0,0 1 1 0 0,1-1 0 0 0,-1 0 0 0 0,0 1-1 0 0,0-1 1 0 0,0 0 0 0 0,1 0 0 0 0,-1 0-1 0 0,0 0 1 0 0,1 0 0 0 0,-1 0 0 0 0,2-1-1 0 0,34-6 208 0 0,-35 7-213 0 0,-2-1-8 0 0,11-2-125 0 0,-1 1 0 0 0,0-1 0 0 0,1 1 1 0 0,0 1-1 0 0,0 0 0 0 0,20 1 0 0 0,-29 1-261 0 0,29 11-7172 0 0</inkml:trace>
</inkml:ink>
</file>

<file path=ppt/ink/ink2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1:15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33 1220 0 0,'-4'-3'1197'0'0,"0"0"-69"0"0,0 0 0 0 0,0 0 0 0 0,-1 1 0 0 0,1-1 0 0 0,-1 1 1 0 0,-7-3-1 0 0,10 5-474 0 0,-1-2-396 0 0,0 1-1 0 0,0 0 1 0 0,0 0-1 0 0,0 0 0 0 0,0 0 1 0 0,0 1-1 0 0,0-1 1 0 0,0 1-1 0 0,-1 0 0 0 0,1 0 1 0 0,0 0-1 0 0,0 0 1 0 0,-5 2-1 0 0,-4 3-13 0 0,2 0 0 0 0,-1 1 0 0 0,1 1 1 0 0,0-1-1 0 0,-9 10 0 0 0,17-15-178 0 0,2-1-79 0 0,-1 0 0 0 0,1 1 0 0 0,-1-1 0 0 0,1 0 0 0 0,-1 1 0 0 0,0-1 0 0 0,1 0 0 0 0,-1 1 0 0 0,1-1 1 0 0,0 1-1 0 0,-1-1 0 0 0,1 1 0 0 0,-1-1 0 0 0,1 1 0 0 0,0-1 0 0 0,-1 1 0 0 0,1-1 0 0 0,0 1 0 0 0,0 0 0 0 0,-1-1 0 0 0,1 1 0 0 0,0-1 1 0 0,0 1-1 0 0,0 0 0 0 0,0-1 0 0 0,0 1 0 0 0,0 0 0 0 0,0-1 0 0 0,0 1 0 0 0,0-1 0 0 0,0 1 0 0 0,0 0 0 0 0,0-1 0 0 0,0 1 0 0 0,1 0 1 0 0,-1-1-1 0 0,0 1 0 0 0,0-1 0 0 0,1 1 0 0 0,-1-1 0 0 0,0 1 0 0 0,1-1 0 0 0,-1 1 0 0 0,1-1 0 0 0,-1 1 0 0 0,0-1 0 0 0,1 1 0 0 0,-1-1 1 0 0,1 0-1 0 0,0 1 0 0 0,-1-1 0 0 0,1 0 0 0 0,-1 1 0 0 0,1-1 0 0 0,-1 0 0 0 0,1 0 0 0 0,0 1 0 0 0,-1-1 0 0 0,2 0 0 0 0,17 5-329 0 0,1 1-1 0 0,-1 1 1 0 0,0 0-1 0 0,0 1 1 0 0,-1 2-1 0 0,32 21 1 0 0,-39-23 276 0 0,-2-1 21 0 0,-1-1 1 0 0,1 0-1 0 0,18 9 1 0 0,-25-15 52 0 0,2 0 2 0 0,9-3 30 0 0,0 0-1 0 0,0-1 1 0 0,0-1-1 0 0,-1 0 1 0 0,0-1-1 0 0,0 0 0 0 0,0-1 1 0 0,-1-1-1 0 0,20-15 1 0 0,-12 9 12 0 0,1 1 0 0 0,28-14 0 0 0,-44 24-44 0 0,0 1 1 0 0,1 0-1 0 0,-1 1 1 0 0,1-1 0 0 0,-1 1-1 0 0,1 0 1 0 0,-1 0 0 0 0,1 0-1 0 0,-1 1 1 0 0,1-1 0 0 0,0 1-1 0 0,-1 0 1 0 0,1 1-1 0 0,0-1 1 0 0,-1 1 0 0 0,1 0-1 0 0,4 1 1 0 0,-4 1 32 0 0,1 0 0 0 0,-2 1 0 0 0,1-1 0 0 0,0 1 0 0 0,-1 0 0 0 0,1 0 0 0 0,-1 1 0 0 0,0-1 0 0 0,-1 1 0 0 0,1 0 0 0 0,-1 0 0 0 0,5 8 0 0 0,-6-9-80 0 0,0-1 0 0 0,0 1 0 0 0,1-1 0 0 0,0 0 0 0 0,-1 0 0 0 0,1 0 0 0 0,0-1 0 0 0,0 1 0 0 0,1-1 0 0 0,-1 1 0 0 0,0-1 0 0 0,1 0 0 0 0,-1 0 0 0 0,1-1 0 0 0,0 1 0 0 0,0-1 0 0 0,0 0 0 0 0,4 1 0 0 0,5 0-1298 0 0,1-1 1 0 0,-1 0-1 0 0,0-1 1 0 0,17-2-1 0 0,-25 1 716 0 0,34-3-2697 0 0</inkml:trace>
</inkml:ink>
</file>

<file path=ppt/ink/ink2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1:19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66 661 448 0 0,'-41'27'3363'0'0,"18"9"-1055"0"0,22-35-1827 0 0,3-1-287 0 0,-1 0 1 0 0,1 1-1 0 0,0-1 1 0 0,0 0-1 0 0,0 0 1 0 0,0 0-1 0 0,0 0 1 0 0,0-1-1 0 0,-1 1 1 0 0,1 0-1 0 0,0-1 1 0 0,0 1-1 0 0,0-1 1 0 0,-1 0-1 0 0,1 1 1 0 0,0-1-1 0 0,2-2 1 0 0,45-29 993 0 0,39-48-80 0 0,-72 63-854 0 0,-1-1 0 0 0,0 0 0 0 0,-2-1 0 0 0,20-35 0 0 0,-28 45-155 0 0,0-1 0 0 0,-1 0 0 0 0,0 0 0 0 0,0-1 0 0 0,-1 1-1 0 0,-1-1 1 0 0,0 1 0 0 0,0-1 0 0 0,-1 0 0 0 0,0 0-1 0 0,-1 0 1 0 0,-1-11 0 0 0,1 20-94 0 0,-1 1 1 0 0,1-1-1 0 0,-1 1 1 0 0,1-1-1 0 0,-1 1 0 0 0,0 0 1 0 0,0-1-1 0 0,0 1 1 0 0,1 0-1 0 0,-1-1 1 0 0,0 1-1 0 0,-1 0 0 0 0,1 0 1 0 0,0 0-1 0 0,0 0 1 0 0,0 0-1 0 0,-1 0 0 0 0,1 0 1 0 0,0 0-1 0 0,-1 1 1 0 0,1-1-1 0 0,-1 0 0 0 0,1 1 1 0 0,-1-1-1 0 0,1 1 1 0 0,-1-1-1 0 0,1 1 0 0 0,-1 0 1 0 0,0 0-1 0 0,1 0 1 0 0,-1 0-1 0 0,-1 0 0 0 0,-2 0-16 0 0,1 1-1 0 0,0-1 1 0 0,-1 1-1 0 0,1 0 0 0 0,0 0 1 0 0,0 0-1 0 0,0 0 0 0 0,0 1 1 0 0,0-1-1 0 0,0 1 1 0 0,0 1-1 0 0,-6 4 0 0 0,-2-3-317 0 0,12-4 314 0 0,-1 0 0 0 0,1 0 0 0 0,0 1 0 0 0,-1-1 0 0 0,1 0 1 0 0,0 0-1 0 0,0 0 0 0 0,-1 0 0 0 0,1 0 0 0 0,0 0 0 0 0,0 0 0 0 0,0 1 0 0 0,-1-1 0 0 0,1 0 0 0 0,0 0 0 0 0,0 0 0 0 0,-1 0 0 0 0,1 1 0 0 0,0-1 0 0 0,0 0 0 0 0,0 0 0 0 0,0 1 1 0 0,0-1-1 0 0,-1 0 0 0 0,1 0 0 0 0,0 1 0 0 0,0-1 0 0 0,0 0 0 0 0,0 0 0 0 0,0 1 0 0 0,0-1 0 0 0,0 0 0 0 0,0 0 0 0 0,0 1 0 0 0,0-1 0 0 0,0 0 0 0 0,0 0 0 0 0,0 1 0 0 0,0-1 0 0 0,0 0 1 0 0,0 1-1 0 0,0-1 0 0 0,0 0 0 0 0,1 0 0 0 0,-1 0 0 0 0,0 1 0 0 0,0-1 0 0 0,0 0 0 0 0,0 0 0 0 0,0 1 0 0 0,1-1 0 0 0,-1 0 0 0 0,0 1 0 0 0,13 6-62 0 0,-1 0-1 0 0,1 0 1 0 0,1-1-1 0 0,-1 0 1 0 0,16 3-1 0 0,-9-2-89 0 0,-2 0 0 0 0,26 13-1 0 0,-39-17 131 0 0,1 1 0 0 0,0 0-1 0 0,-1 0 1 0 0,1 0 0 0 0,-1 1 0 0 0,0 0-1 0 0,-1 0 1 0 0,1 0 0 0 0,-1 0 0 0 0,0 1-1 0 0,3 6 1 0 0,20 43-164 0 0,-19-35 121 0 0,2-1 0 0 0,21 34 0 0 0,-29-51 74 0 0,0 1 0 0 0,0 0-1 0 0,0-1 1 0 0,0 1 0 0 0,1-1-1 0 0,-1 0 1 0 0,1 0 0 0 0,0 0-1 0 0,-1 0 1 0 0,1 0 0 0 0,0-1-1 0 0,0 1 1 0 0,0-1 0 0 0,0 0-1 0 0,1 0 1 0 0,-1 0 0 0 0,0 0-1 0 0,6 0 1 0 0,-4-1 2 0 0,0 0 0 0 0,1-1 0 0 0,-1 1 1 0 0,0-1-1 0 0,0-1 0 0 0,0 1 0 0 0,0 0 0 0 0,0-1 1 0 0,0 0-1 0 0,8-5 0 0 0,7-7-2 0 0,0 0-1 0 0,-1-1 1 0 0,-1-1 0 0 0,20-21-1 0 0,-25 25-10 0 0,-1 0 109 0 0,0 0 1 0 0,-1 0-1 0 0,0-1 0 0 0,-1-1 1 0 0,0 0-1 0 0,13-27 0 0 0,-22 40 44 0 0,2-4 38 0 0,-2 3-160 0 0,-7 31 666 0 0,5-23-680 0 0,0-1-1 0 0,0 0 1 0 0,1 1-1 0 0,-1-1 1 0 0,1 1-1 0 0,0-1 1 0 0,1 1-1 0 0,1 8 0 0 0,1 4 6 0 0,-3-17-2 0 0,0 0 0 0 0,0 0 0 0 0,1 0 0 0 0,-1 1 0 0 0,1-1 0 0 0,-1 0 0 0 0,1 0 0 0 0,-1 0 0 0 0,1 0 0 0 0,-1 0 1 0 0,1 0-1 0 0,0 0 0 0 0,0 0 0 0 0,-1 0 0 0 0,1 0 0 0 0,0 0 0 0 0,0-1 0 0 0,0 1 0 0 0,0 0 0 0 0,0 0 1 0 0,0-1-1 0 0,0 1 0 0 0,0-1 0 0 0,1 1 0 0 0,-1-1 0 0 0,0 1 0 0 0,0-1 0 0 0,0 0 0 0 0,0 0 0 0 0,1 0 0 0 0,-1 1 1 0 0,0-1-1 0 0,0 0 0 0 0,1 0 0 0 0,-1-1 0 0 0,0 1 0 0 0,0 0 0 0 0,0 0 0 0 0,3-1 0 0 0,52-18-50 0 0,-45 15-9 0 0,107-32-647 0 0,-80 26 494 0 0,-1-1 0 0 0,48-22 1 0 0,-73 28 258 0 0,-1-1 0 0 0,0-1 0 0 0,0 0 0 0 0,-1 0 0 0 0,0-1 0 0 0,0-1 0 0 0,-1 0 0 0 0,0 0 0 0 0,0 0 0 0 0,-1-1 0 0 0,8-13 0 0 0,-6 5 140 0 0,0 0-1 0 0,-1-1 0 0 0,0 0 1 0 0,-2 0-1 0 0,0-1 0 0 0,-2 0 1 0 0,0-1-1 0 0,-1 1 0 0 0,-1-1 0 0 0,-1 1 1 0 0,-1-42-1 0 0,-1 59-178 0 0,0 0 1 0 0,0 0-1 0 0,-1 1 1 0 0,1-1-1 0 0,-1 0 1 0 0,1 0-1 0 0,-1 1 1 0 0,0-1-1 0 0,0 1 0 0 0,0-1 1 0 0,-3-4-1 0 0,4 7-6 0 0,-1 0 0 0 0,1 0 0 0 0,0 0-1 0 0,-1-1 1 0 0,1 1 0 0 0,-1 0 0 0 0,1 0 0 0 0,-1 0-1 0 0,1 0 1 0 0,-1 0 0 0 0,1 0 0 0 0,-1 0-1 0 0,1 0 1 0 0,0 0 0 0 0,-1 0 0 0 0,1 0 0 0 0,-1 1-1 0 0,1-1 1 0 0,-1 0 0 0 0,1 0 0 0 0,0 0-1 0 0,-1 1 1 0 0,1-1 0 0 0,-1 0 0 0 0,1 0-1 0 0,0 1 1 0 0,-1-1 0 0 0,1 0 0 0 0,0 1 0 0 0,-1-1-1 0 0,1 0 1 0 0,0 1 0 0 0,0-1 0 0 0,-1 0-1 0 0,1 1 1 0 0,0-1 0 0 0,0 1 0 0 0,-1 0 0 0 0,-4 9 53 0 0,-1 0 1 0 0,1 1-1 0 0,-7 22 1 0 0,6-11-107 0 0,0 0 0 0 0,1 1 0 0 0,2 0 0 0 0,0 0 0 0 0,2 0 0 0 0,0 0 0 0 0,4 38 0 0 0,-2-51 28 0 0,0 1-1 0 0,1-1 1 0 0,0 0-1 0 0,1 0 1 0 0,0 0 0 0 0,1 0-1 0 0,0 0 1 0 0,0-1 0 0 0,1 1-1 0 0,0-1 1 0 0,1 0 0 0 0,0-1-1 0 0,0 0 1 0 0,1 0-1 0 0,0 0 1 0 0,0 0 0 0 0,1-1-1 0 0,0-1 1 0 0,11 8 0 0 0,-13-10-6 0 0,0-1 0 0 0,0 0 0 0 0,0-1 0 0 0,1 0 0 0 0,-1 0 0 0 0,1 0 0 0 0,0 0 0 0 0,-1-1 0 0 0,1-1 0 0 0,0 1 0 0 0,0-1 0 0 0,0 0 0 0 0,0 0 0 0 0,-1-1 0 0 0,1 0 0 0 0,0 0 0 0 0,-1-1 0 0 0,1 1 0 0 0,0-2 0 0 0,9-4 0 0 0,0-1-6 0 0,0 0 0 0 0,-1-2 1 0 0,-1 0-1 0 0,0-1 0 0 0,0 0 0 0 0,20-21 0 0 0,-33 30 25 0 0,-2 8-123 0 0,0-1 137 0 0,-6 41-80 0 0,7-44 66 0 0,0 0 0 0 0,0-1-1 0 0,0 1 1 0 0,0 0 0 0 0,1 0-1 0 0,-1-1 1 0 0,0 1 0 0 0,1 0-1 0 0,-1-1 1 0 0,1 1 0 0 0,-1-1-1 0 0,1 1 1 0 0,0-1 0 0 0,0 1-1 0 0,0-1 1 0 0,0 1 0 0 0,0-1-1 0 0,0 1 1 0 0,0-1 0 0 0,0 0-1 0 0,1 0 1 0 0,-1 0 0 0 0,0 0-1 0 0,1 0 1 0 0,-1 0 0 0 0,1 0-1 0 0,1 1 1 0 0,2-1 3 0 0,-1 0 1 0 0,1 0-1 0 0,0-1 0 0 0,0 1 1 0 0,0-1-1 0 0,0 0 1 0 0,0 0-1 0 0,0-1 0 0 0,-1 1 1 0 0,1-1-1 0 0,0 0 0 0 0,0-1 1 0 0,8-3-1 0 0,5 0-10 0 0,55-13-40 0 0,88-18-182 0 0,-159 36 231 0 0,-1-1 0 0 0,1 1 0 0 0,-1-1 0 0 0,1 1 0 0 0,0 0 0 0 0,-1 0 0 0 0,1 0 0 0 0,0 0 0 0 0,-1 0 0 0 0,1 0 0 0 0,0 0 0 0 0,-1 0 0 0 0,1 1 1 0 0,0-1-1 0 0,-1 0 0 0 0,1 1 0 0 0,-1 0 0 0 0,1-1 0 0 0,-1 1 0 0 0,1 0 0 0 0,-1 0 0 0 0,1 0 0 0 0,-1 0 0 0 0,0 0 0 0 0,0 0 0 0 0,1 0 1 0 0,-1 0-1 0 0,0 0 0 0 0,0 1 0 0 0,2 2 0 0 0,-3-2-48 0 0,0 0 1 0 0,0 1 0 0 0,0-1-1 0 0,0 1 1 0 0,0-1 0 0 0,0 0-1 0 0,-1 1 1 0 0,1-1 0 0 0,-1 0-1 0 0,0 1 1 0 0,0-1 0 0 0,1 0-1 0 0,-1 0 1 0 0,-1 0 0 0 0,1 0-1 0 0,0 0 1 0 0,0 0-1 0 0,-1 0 1 0 0,1 0 0 0 0,-3 2-1 0 0,-6 6-906 0 0,-3 2-4842 0 0</inkml:trace>
</inkml:ink>
</file>

<file path=ppt/ink/ink2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1:22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8 616 0 0,'0'0'678'0'0,"-4"-7"349"0"0,-1 8 2977 0 0,-5 9-3825 0 0,1 0 0 0 0,0 0 0 0 0,0 1-1 0 0,1 1 1 0 0,1-1 0 0 0,0 1 0 0 0,0 0 0 0 0,-4 14 0 0 0,3-6 90 0 0,1 0 0 0 0,0 0-1 0 0,2 1 1 0 0,-6 37-1 0 0,10-53-199 0 0,1 0 0 0 0,-1 0 0 0 0,1 0 0 0 0,0 0 0 0 0,1 0 0 0 0,-1 0 0 0 0,1 0 0 0 0,0 0 0 0 0,0 0 0 0 0,0 0 0 0 0,1 0 0 0 0,3 9 0 0 0,-3-13-47 0 0,0 1-1 0 0,-1 0 1 0 0,1-1 0 0 0,0 1 0 0 0,0-1 0 0 0,0 1-1 0 0,0-1 1 0 0,1 0 0 0 0,-1 0 0 0 0,0 0 0 0 0,0 0-1 0 0,1 0 1 0 0,-1 0 0 0 0,0-1 0 0 0,1 1 0 0 0,-1-1-1 0 0,1 0 1 0 0,-1 1 0 0 0,1-1 0 0 0,-1 0 0 0 0,1-1-1 0 0,-1 1 1 0 0,1 0 0 0 0,-1-1 0 0 0,0 1 0 0 0,1-1-1 0 0,-1 0 1 0 0,3-1 0 0 0,4-1 9 0 0,0 0 0 0 0,0 0 0 0 0,0-1 1 0 0,-1 0-1 0 0,1-1 0 0 0,-1 0 0 0 0,0 0 0 0 0,-1-1 0 0 0,14-12 0 0 0,-2-2 68 0 0,32-45-1 0 0,-45 57-82 0 0,-5 7-8 0 0,1-2 30 0 0,1-1-1 0 0,0 1 0 0 0,-1-1 0 0 0,0 0 0 0 0,0 1 0 0 0,0-1 0 0 0,1-6 0 0 0,-2 8 40 0 0,5-5 83 0 0,-6 7-158 0 0,0 0 0 0 0,0 1-1 0 0,0-1 1 0 0,1 0 0 0 0,-1 0 0 0 0,0 0 0 0 0,0 0 0 0 0,0 0 0 0 0,0 0 0 0 0,0 0 0 0 0,0 1 0 0 0,0-1-1 0 0,0 0 1 0 0,0 0 0 0 0,0 0 0 0 0,0 0 0 0 0,1 0 0 0 0,-1 0 0 0 0,0 0 0 0 0,0 0 0 0 0,0 0 0 0 0,0 0-1 0 0,0 1 1 0 0,0-1 0 0 0,0 0 0 0 0,1 0 0 0 0,-1 0 0 0 0,0 0 0 0 0,0 0 0 0 0,0 0 0 0 0,0 0 0 0 0,0 0-1 0 0,0 0 1 0 0,1 0 0 0 0,-1 0 0 0 0,0 0 0 0 0,0 0 0 0 0,0 0 0 0 0,0 0 0 0 0,0 0 0 0 0,0 0 0 0 0,1-1 0 0 0,-1 1-1 0 0,0 0 1 0 0,0 0 0 0 0,0 0 0 0 0,0 0 0 0 0,0 0 0 0 0,0 0 0 0 0,0 0 0 0 0,1 0 0 0 0,-1 0 0 0 0,0 0-1 0 0,0-1 1 0 0,0 1 0 0 0,0 0 0 0 0,0 0 0 0 0,0 0 0 0 0,0 0 0 0 0,0 0 0 0 0,0 0 0 0 0,0 0 0 0 0,0-1-1 0 0,-3 58-6 0 0,3-51 6 0 0,0 0-1 0 0,1 0 0 0 0,-1-1 0 0 0,1 1 0 0 0,0 0 0 0 0,1-1 0 0 0,-1 1 0 0 0,1 0 0 0 0,0-1 0 0 0,0 0 0 0 0,6 9 0 0 0,-8-13 14 0 0,4 3 31 0 0,-3-3-42 0 0,-1-1 1 0 0,0 1-1 0 0,0-1 0 0 0,0 1 1 0 0,1-1-1 0 0,-1 1 1 0 0,0-1-1 0 0,1 0 1 0 0,-1 1-1 0 0,0-1 0 0 0,1 1 1 0 0,-1-1-1 0 0,0 0 1 0 0,1 1-1 0 0,-1-1 1 0 0,1 0-1 0 0,-1 0 0 0 0,1 1 1 0 0,-1-1-1 0 0,1 0 1 0 0,-1 0-1 0 0,1 0 1 0 0,-1 1-1 0 0,1-1 1 0 0,-1 0-1 0 0,1 0 0 0 0,-1 0 1 0 0,1 0-1 0 0,-1 0 1 0 0,1 0-1 0 0,17-3 3 0 0,-1-2 1 0 0,1 0-1 0 0,-1 0 0 0 0,0-2 1 0 0,-1 0-1 0 0,21-12 0 0 0,-11 6-130 0 0,44-16-1 0 0,-52 24 90 0 0,-11 2 3 0 0,-1 0 0 0 0,1 1 0 0 0,0 0 0 0 0,-1 1 0 0 0,1 0 0 0 0,0 0-1 0 0,0 0 1 0 0,0 1 0 0 0,0 0 0 0 0,0 0 0 0 0,0 0 0 0 0,9 3 0 0 0,-15-3 26 0 0,0 1 0 0 0,0-1 0 0 0,0 1 1 0 0,0-1-1 0 0,0 1 0 0 0,0 0 0 0 0,0-1 1 0 0,0 1-1 0 0,0 0 0 0 0,0 0 0 0 0,0 0 0 0 0,-1 0 1 0 0,1-1-1 0 0,0 1 0 0 0,-1 0 0 0 0,1 0 1 0 0,0 0-1 0 0,-1 1 0 0 0,0-1 0 0 0,1 0 0 0 0,-1 0 1 0 0,1 0-1 0 0,-1 0 0 0 0,0 0 0 0 0,0 0 1 0 0,0 2-1 0 0,1 2-3 0 0,-1-1 1 0 0,0 1-1 0 0,-1 0 1 0 0,1-1-1 0 0,-1 1 1 0 0,0 0-1 0 0,-2 6 1 0 0,-3 5-4 0 0,2-7 18 0 0,9-8-12 0 0,212-108 155 0 0,-215 106-83 0 0,1 0 31 0 0,10-1 439 0 0,-12 9-347 0 0,-2 0-231 0 0,1-3 104 0 0,0-3-84 0 0,0 1 1 0 0,-1-1-1 0 0,1 0 1 0 0,0 0-1 0 0,0 1 0 0 0,1-1 1 0 0,-1 0-1 0 0,0 0 0 0 0,0 0 1 0 0,0 1-1 0 0,1-1 0 0 0,-1 0 1 0 0,1 0-1 0 0,-1 0 0 0 0,1 0 1 0 0,-1 1-1 0 0,1-1 0 0 0,0 0 1 0 0,0 0-1 0 0,-1 0 0 0 0,1 0 1 0 0,0-1-1 0 0,0 1 0 0 0,0 0 1 0 0,0 0-1 0 0,1 0 0 0 0,8 2-252 0 0,0-1 0 0 0,0 0 1 0 0,0-1-1 0 0,0 0 0 0 0,1-1 0 0 0,-1 0 0 0 0,0 0 0 0 0,12-3 0 0 0,7-1-2538 0 0,48-16 1 0 0,-49 13 757 0 0</inkml:trace>
</inkml:ink>
</file>

<file path=ppt/ink/ink2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1:22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34 317 360 0 0,'0'0'2865'0'0,"-3"4"-2368"0"0,2-1-500 0 0,-3 1 268 0 0,1 1-1 0 0,0 0 0 0 0,0 0 1 0 0,0 0-1 0 0,1 0 1 0 0,0 1-1 0 0,0-1 0 0 0,0 0 1 0 0,0 1-1 0 0,1-1 0 0 0,0 1 1 0 0,0 7-1 0 0,1-12-245 0 0,1 0 1 0 0,-1 0-1 0 0,1 0 0 0 0,-1-1 0 0 0,1 1 1 0 0,0 0-1 0 0,-1-1 0 0 0,1 1 0 0 0,0 0 1 0 0,-1-1-1 0 0,1 1 0 0 0,0-1 0 0 0,0 1 1 0 0,-1-1-1 0 0,1 1 0 0 0,0-1 0 0 0,0 0 1 0 0,0 1-1 0 0,0-1 0 0 0,0 0 0 0 0,0 0 1 0 0,0 1-1 0 0,0-1 0 0 0,-1 0 0 0 0,1 0 1 0 0,0 0-1 0 0,0 0 0 0 0,0 0 0 0 0,0 0 1 0 0,0-1-1 0 0,0 1 0 0 0,0 0 0 0 0,0 0 1 0 0,0-1-1 0 0,0 1 0 0 0,-1-1 1 0 0,1 1-1 0 0,1-1 0 0 0,32-14 199 0 0,-22 7-177 0 0,0 0-1 0 0,-1-1 1 0 0,0-1-1 0 0,0 0 0 0 0,-1 0 1 0 0,0-1-1 0 0,-1 0 0 0 0,0-1 1 0 0,-1 0-1 0 0,-1 0 1 0 0,1-1-1 0 0,-2 0 0 0 0,7-16 1 0 0,-5 4 703 0 0,-1 1 0 0 0,0-1 1 0 0,-2-1-1 0 0,-1 1 0 0 0,-1-1 0 0 0,0-38 1 0 0,-3 61-357 0 0,0 3-114 0 0,0-6-140 0 0,-3 6 1010 0 0,-4 15-1159 0 0,0 0 0 0 0,1 0 0 0 0,1 0 1 0 0,1 1-1 0 0,0-1 0 0 0,1 1 0 0 0,0 0 0 0 0,1 0 1 0 0,1 1-1 0 0,1-1 0 0 0,0 0 0 0 0,1 0 1 0 0,5 25-1 0 0,-3-29-336 0 0,0 0 1 0 0,0-1-1 0 0,1 1 1 0 0,1-1 0 0 0,0 0-1 0 0,1 0 1 0 0,0 0-1 0 0,9 13 1 0 0,-9-17-274 0 0,0 0 0 0 0,1 0-1 0 0,0 0 1 0 0,0 0 0 0 0,1-1 0 0 0,-1-1 0 0 0,1 1 0 0 0,0-1-1 0 0,1 0 1 0 0,-1-1 0 0 0,15 5 0 0 0,4-1-2186 0 0</inkml:trace>
</inkml:ink>
</file>

<file path=ppt/ink/ink2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1:22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44 0 0,'1'0'383'0'0,"0"0"0"0"0,0 1 0 0 0,-1-1 0 0 0,1 0 0 0 0,0 0-1 0 0,0 0 1 0 0,-1 1 0 0 0,1-1 0 0 0,0 0 0 0 0,-1 1 0 0 0,1-1 0 0 0,0 1 0 0 0,-1-1 0 0 0,1 1 0 0 0,0-1-1 0 0,-1 1 1 0 0,1-1 0 0 0,-1 1 0 0 0,1-1 0 0 0,-1 1 0 0 0,1 0 0 0 0,-1-1 0 0 0,0 1 0 0 0,1 1 0 0 0,6 27 2965 0 0,-6 41-3663 0 0,-2-53 1320 0 0,1-15-996 0 0,1 13-3472 0 0,-2-6-2233 0 0</inkml:trace>
</inkml:ink>
</file>

<file path=ppt/ink/ink2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1:23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64 412 0 0,'2'-48'7618'0'0,"-1"32"-11497"0"0</inkml:trace>
</inkml:ink>
</file>

<file path=ppt/ink/ink2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1:23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1 504 0 0,'9'17'1850'0'0,"-8"-14"-1549"0"0,0 0 1 0 0,1 0-1 0 0,-1 0 0 0 0,1 0 0 0 0,0 0 0 0 0,0 0 0 0 0,0-1 0 0 0,0 1 0 0 0,0-1 1 0 0,0 1-1 0 0,1-1 0 0 0,-1 0 0 0 0,1 0 0 0 0,5 3 0 0 0,-6-4 111 0 0,57-20 2173 0 0,-17 7-1101 0 0,-41 12-1312 0 0,42 25-970 0 0,-27-11-623 0 0,8 4-3823 0 0,-16-14 2959 0 0</inkml:trace>
</inkml:ink>
</file>

<file path=ppt/ink/ink2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1:23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31 348 0 0,'3'-20'2697'0'0,"2"10"3860"0"0,5 43-6003 0 0,-3 0 0 0 0,0 1 0 0 0,-3 0 0 0 0,0 0-1 0 0,-3 50 1 0 0,4 22 228 0 0,1 157 419 0 0,-9-154-3837 0 0,-5-89 255 0 0,3-8-3022 0 0</inkml:trace>
</inkml:ink>
</file>

<file path=ppt/ink/ink2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1:24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0 113 1188 0 0,'0'0'3038'0'0,"6"-3"-2122"0"0,29-13 536 0 0,0 1 0 0 0,1 2-1 0 0,1 2 1 0 0,56-11-1 0 0,158-10-2310 0 0,-245 31 64 0 0,22 2-334 0 0,-11 3-3597 0 0,1 0 1975 0 0</inkml:trace>
</inkml:ink>
</file>

<file path=ppt/ink/ink2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1:24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0 256 0 0,'14'5'2071'0'0,"8"14"-726"0"0,-1 1 0 0 0,-1 0-1 0 0,22 29 1 0 0,-32-37-833 0 0,-4-1 117 0 0,3 6 76 0 0,-3-13 3808 0 0,-2-6-4480 0 0,-1-1 1 0 0,1 0 0 0 0,-1 0 0 0 0,0 0-1 0 0,0-1 1 0 0,0 1 0 0 0,0-1 0 0 0,3-5-1 0 0,-3 4-69 0 0,38-45-1706 0 0,7 5-4236 0 0,-44 45 3472 0 0,8 0 192 0 0</inkml:trace>
</inkml:ink>
</file>

<file path=ppt/ink/ink2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1:25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70 352 0 0,'4'-1'437'0'0,"62"-15"2126"0"0,-61 15-2188 0 0,0-1-1 0 0,0 0 1 0 0,0-1-1 0 0,-1 1 1 0 0,1-1-1 0 0,-1 0 1 0 0,1 0 0 0 0,-1 0-1 0 0,0-1 1 0 0,0 1-1 0 0,4-7 1 0 0,-7 9 41 0 0,-1 0-362 0 0,0 1-1 0 0,0-1 1 0 0,0 1-1 0 0,0-1 0 0 0,0 1 1 0 0,0-1-1 0 0,0 1 1 0 0,0-1-1 0 0,0 1 0 0 0,-1-1 1 0 0,1 1-1 0 0,0-1 0 0 0,0 1 1 0 0,-1 0-1 0 0,1-1 1 0 0,0 1-1 0 0,0-1 0 0 0,-1 1 1 0 0,1 0-1 0 0,-1-1 1 0 0,1 1-1 0 0,0 0 0 0 0,-1-1 1 0 0,1 1-1 0 0,-1 0 1 0 0,1 0-1 0 0,-1-1 0 0 0,1 1 1 0 0,0 0-1 0 0,-1 0 0 0 0,0-1 1 0 0,-22 3 504 0 0,19-1-525 0 0,0 1 0 0 0,0-1 0 0 0,1 1 0 0 0,-1 0 1 0 0,0 0-1 0 0,1 0 0 0 0,-1 0 0 0 0,1 1 0 0 0,0-1 0 0 0,-5 5 0 0 0,6-4-23 0 0,-1 1-1 0 0,0-1 0 0 0,1 0 1 0 0,0 1-1 0 0,0 0 1 0 0,0-1-1 0 0,0 1 0 0 0,1 0 1 0 0,-1 0-1 0 0,1 0 0 0 0,0 0 1 0 0,0 0-1 0 0,0 0 0 0 0,1 1 1 0 0,0-1-1 0 0,-1 0 1 0 0,2 0-1 0 0,-1 0 0 0 0,0 0 1 0 0,1 1-1 0 0,0-1 0 0 0,-1 0 1 0 0,2 0-1 0 0,-1 0 0 0 0,0 0 1 0 0,1 0-1 0 0,0-1 1 0 0,0 1-1 0 0,0 0 0 0 0,0-1 1 0 0,1 1-1 0 0,-1-1 0 0 0,1 0 1 0 0,0 0-1 0 0,0 0 0 0 0,0 0 1 0 0,0 0-1 0 0,1-1 1 0 0,-1 0-1 0 0,1 1 0 0 0,-1-1 1 0 0,8 3-1 0 0,6 1-98 0 0,-1 0 0 0 0,1-1 0 0 0,0-1 0 0 0,0 0 0 0 0,0-2 0 0 0,1 0 0 0 0,-1 0-1 0 0,1-2 1 0 0,-1 0 0 0 0,1-1 0 0 0,-1-1 0 0 0,1-1 0 0 0,-1 0 0 0 0,0-1 0 0 0,0-1 0 0 0,0 0 0 0 0,-1-2 0 0 0,0 0 0 0 0,0 0 0 0 0,-1-2 0 0 0,24-16 0 0 0,-9-9 762 0 0,-29 33-596 0 0,0 0 0 0 0,-1-1 0 0 0,1 1 0 0 0,0-1 0 0 0,-1 1 0 0 0,1-1 0 0 0,-1 1 0 0 0,1-1 0 0 0,-1 1 0 0 0,0-1 0 0 0,0 1 0 0 0,0-1 0 0 0,0 0 0 0 0,0 1 0 0 0,0-1 0 0 0,0 1 0 0 0,0-1 0 0 0,-1 0 1 0 0,1 1-1 0 0,0-1 0 0 0,-1 1 0 0 0,0-1 0 0 0,0-1 0 0 0,0 1 176 0 0,1 2-228 0 0,0 0-1 0 0,0 1 0 0 0,0-1 1 0 0,0 0-1 0 0,0 0 0 0 0,-1 1 1 0 0,1-1-1 0 0,0 0 1 0 0,0 0-1 0 0,0 0 0 0 0,0 1 1 0 0,0-1-1 0 0,0 0 1 0 0,0 0-1 0 0,0 0 0 0 0,-1 1 1 0 0,1-1-1 0 0,0 0 1 0 0,0 0-1 0 0,0 0 0 0 0,0 0 1 0 0,-1 0-1 0 0,1 1 1 0 0,0-1-1 0 0,0 0 0 0 0,0 0 1 0 0,-1 0-1 0 0,1 0 1 0 0,0 0-1 0 0,0 0 0 0 0,-1 0 1 0 0,1 0-1 0 0,0 0 1 0 0,0 0-1 0 0,0 0 0 0 0,-1 0 1 0 0,1 0-1 0 0,0 0 1 0 0,0 0-1 0 0,-1 0 0 0 0,1 0 1 0 0,0 0-1 0 0,0 0 1 0 0,0 0-1 0 0,-1 0 0 0 0,1 0 1 0 0,0 0-1 0 0,0-1 1 0 0,0 1-1 0 0,-1 0 0 0 0,1 0 1 0 0,0 0-1 0 0,0 0 1 0 0,0 0-1 0 0,0-1 0 0 0,0 1 1 0 0,-1 0-1 0 0,1 0 1 0 0,0 0-1 0 0,0-1 0 0 0,0 1 1 0 0,0 0-1 0 0,0 0 1 0 0,0 0-1 0 0,0-1 0 0 0,0 1 1 0 0,-1 1-3 0 0,0-1 0 0 0,1 1 1 0 0,-1 0-1 0 0,1 0 0 0 0,-1 0 1 0 0,1-1-1 0 0,-1 1 0 0 0,1 0 1 0 0,0 0-1 0 0,-1 0 0 0 0,1 0 1 0 0,0 0-1 0 0,0 0 0 0 0,0 0 1 0 0,0 0-1 0 0,0 0 0 0 0,0-1 1 0 0,0 1-1 0 0,0 0 0 0 0,0 0 1 0 0,0 0-1 0 0,1 2 0 0 0,4 3-22 0 0,0-1-1 0 0,0 1 1 0 0,1-1-1 0 0,-1 0 0 0 0,1 0 1 0 0,1 0-1 0 0,-1-1 1 0 0,1 0-1 0 0,-1 0 0 0 0,1-1 1 0 0,0 0-1 0 0,0 0 1 0 0,1 0-1 0 0,-1-1 0 0 0,1 0 1 0 0,-1-1-1 0 0,1 0 1 0 0,14 1-1 0 0,0 0-54 0 0,0-2 0 0 0,-1 0-1 0 0,1-2 1 0 0,0 0 0 0 0,35-9 0 0 0,-31 3 122 0 0,-1-1 0 0 0,1-1 1 0 0,-2-1-1 0 0,1-1 0 0 0,-2-2 1 0 0,0 0-1 0 0,24-19 0 0 0,-46 32-39 0 0,0 0 0 0 0,0 0 0 0 0,0 0 0 0 0,0 1 0 0 0,0-1-1 0 0,0 0 1 0 0,0 1 0 0 0,0-1 0 0 0,0 1 0 0 0,0-1 0 0 0,0 1 0 0 0,1-1 0 0 0,-1 1-1 0 0,0 0 1 0 0,0 0 0 0 0,1 0 0 0 0,-1 0 0 0 0,0 0 0 0 0,0 0 0 0 0,1 0-1 0 0,-1 0 1 0 0,0 0 0 0 0,0 0 0 0 0,1 1 0 0 0,-1-1 0 0 0,0 0 0 0 0,0 1-1 0 0,0-1 1 0 0,2 2 0 0 0,0 0-5 0 0,-1 0 0 0 0,0 0 0 0 0,0 1-1 0 0,0-1 1 0 0,0 1 0 0 0,-1-1 0 0 0,1 1-1 0 0,-1 0 1 0 0,1 0 0 0 0,-1-1 0 0 0,2 7 0 0 0,0 0 7 0 0,-1 1 0 0 0,0-1 1 0 0,0 1-1 0 0,-1 0 0 0 0,0-1 1 0 0,-1 1-1 0 0,-1 13 0 0 0,-18 12 230 0 0,2-18-2185 0 0,-3-11-5790 0 0</inkml:trace>
</inkml:ink>
</file>

<file path=ppt/ink/ink2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1:25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23 368 0 0,'24'3'9543'0'0,"-29"-8"-6497"0"0,-45-11-9004 0 0,21 11 2019 0 0</inkml:trace>
</inkml:ink>
</file>

<file path=ppt/ink/ink2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1:42.4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98 500 0 0,'0'0'10572'0'0,"0"-6"-10308"0"0,0-14-7 0 0,0 15 662 0 0,4-52 1789 0 0,-5 56-2695 0 0,1 0 1 0 0,0 1-1 0 0,-1-1 0 0 0,1 0 0 0 0,-1 1 1 0 0,1-1-1 0 0,-1 1 0 0 0,0-1 1 0 0,1 1-1 0 0,-1-1 0 0 0,0 1 0 0 0,1-1 1 0 0,-1 1-1 0 0,0 0 0 0 0,1-1 1 0 0,-1 1-1 0 0,0 0 0 0 0,1 0 0 0 0,-1-1 1 0 0,0 1-1 0 0,0 0 0 0 0,0 0 1 0 0,1 0-1 0 0,-1 0 0 0 0,0 0 0 0 0,-1 0 1 0 0,-29 7-2 0 0,-26 21-137 0 0,50-24 114 0 0,0 1 0 0 0,0 0 0 0 0,0 1 0 0 0,1-1 0 0 0,-7 9-1 0 0,12-12 14 0 0,-8 5-31 0 0,5-3 104 0 0,7-4 391 0 0,32-15-523 0 0,-33 14 28 0 0,-1 6-184 0 0,1 0 195 0 0,-1 0-1 0 0,0 0 1 0 0,0 0-1 0 0,-1 0 1 0 0,1 0-1 0 0,-1 5 1 0 0,0-3 7 0 0,0-1 0 0 0,1 1 0 0 0,0-1 0 0 0,0 1 0 0 0,1-1 0 0 0,0 0 0 0 0,0 1 0 0 0,1-1 0 0 0,-1 0 0 0 0,5 6 0 0 0,-3-10 6 0 0,1 0-1 0 0,0 0 1 0 0,-1 0 0 0 0,1-1-1 0 0,0 1 1 0 0,0-1-1 0 0,0-1 1 0 0,0 1 0 0 0,0-1-1 0 0,0 0 1 0 0,0 0 0 0 0,0 0-1 0 0,0-1 1 0 0,10-2-1 0 0,197-43-367 0 0,-207 44 330 0 0,-1 1 0 0 0,1 1-1 0 0,0-1 1 0 0,0 1 0 0 0,0 0 0 0 0,-1 0 0 0 0,1 0-1 0 0,0 1 1 0 0,0-1 0 0 0,0 1 0 0 0,-1 0-1 0 0,1 1 1 0 0,0-1 0 0 0,-1 1 0 0 0,8 4 0 0 0,-11-6 14 0 0,5 23-212 0 0,-8-20-31 0 0,-18 24-1083 0 0,10-7-5957 0 0,9-11 4490 0 0</inkml:trace>
</inkml:ink>
</file>

<file path=ppt/ink/ink2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1:43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0 538 740 0 0,'0'1'100'0'0,"0"-1"0"0"0,0 0 0 0 0,0 0-1 0 0,0 1 1 0 0,0-1 0 0 0,0 0 0 0 0,0 0 0 0 0,0 1-1 0 0,0-1 1 0 0,0 0 0 0 0,0 0 0 0 0,0 1 0 0 0,0-1 0 0 0,1 0-1 0 0,-1 0 1 0 0,0 0 0 0 0,0 1 0 0 0,0-1 0 0 0,0 0 0 0 0,0 0-1 0 0,0 0 1 0 0,1 1 0 0 0,-1-1 0 0 0,0 0 0 0 0,0 0-1 0 0,0 0 1 0 0,1 0 0 0 0,-1 1 0 0 0,0-1 0 0 0,0 0 0 0 0,0 0-1 0 0,1 0 1 0 0,-1 0 0 0 0,0 0 0 0 0,0 0 0 0 0,1 0-1 0 0,-1 0 1 0 0,0 0 0 0 0,0 0 0 0 0,1 0 0 0 0,-1 0 0 0 0,0 0-1 0 0,0 0 1 0 0,0 0 0 0 0,1 0 0 0 0,-1 0 0 0 0,0 0 0 0 0,0 0-1 0 0,1 0 1 0 0,-1 0 0 0 0,0 0 0 0 0,0 0 0 0 0,1-1-1 0 0,28-4 2089 0 0,34-14-1112 0 0,-58 17-682 0 0,73-27 875 0 0,-46 16-906 0 0,0 2 0 0 0,54-12 0 0 0,-83 22-351 0 0,1 0 1 0 0,-1 1-1 0 0,0-1 1 0 0,1 1-1 0 0,-1 0 1 0 0,0 0-1 0 0,1 0 1 0 0,-1 0-1 0 0,0 1 1 0 0,1-1-1 0 0,-1 1 1 0 0,0 0-1 0 0,0 0 1 0 0,1 0-1 0 0,-1 0 0 0 0,0 1 1 0 0,0-1-1 0 0,0 1 1 0 0,-1 0-1 0 0,1 0 1 0 0,0 0-1 0 0,2 3 1 0 0,-3-2-8 0 0,0 0-1 0 0,0 0 1 0 0,0 1-1 0 0,0-1 1 0 0,-1 0 0 0 0,1 1-1 0 0,-1-1 1 0 0,0 1 0 0 0,0 0-1 0 0,-1-1 1 0 0,1 1 0 0 0,-1 0-1 0 0,0 0 1 0 0,0-1 0 0 0,0 1-1 0 0,0 0 1 0 0,-1 0 0 0 0,1-1-1 0 0,-2 6 1 0 0,0-1 6 0 0,-1 0 0 0 0,0 0 0 0 0,0 0 0 0 0,-1 0 1 0 0,1 0-1 0 0,-2-1 0 0 0,1 0 0 0 0,-1 1 0 0 0,0-2 0 0 0,-1 1 0 0 0,1-1 1 0 0,-1 0-1 0 0,-10 8 0 0 0,-4 6 190 0 0,40-32-223 0 0,45-33-181 0 0,-64 44 201 0 0,82-60-369 0 0,104-99-1 0 0,-149 123 337 0 0,-2-2 1 0 0,-2-2-1 0 0,-1 0 0 0 0,42-73 1 0 0,-68 100 344 0 0,-1-1 0 0 0,0 0 0 0 0,-1 0 1 0 0,-1 0-1 0 0,4-23 0 0 0,-8 36 12 0 0,-4 6-290 0 0,-10 12-11 0 0,2 1 1 0 0,0 0-1 0 0,0 1 1 0 0,2 0-1 0 0,0 1 1 0 0,1 0-1 0 0,-10 32 1 0 0,-36 150 110 0 0,53-193-123 0 0,0-1 1 0 0,0 1-1 0 0,1 0 1 0 0,0 0-1 0 0,0-1 1 0 0,1 1 0 0 0,0 0-1 0 0,1 0 1 0 0,-1 0-1 0 0,2-1 1 0 0,1 10-1 0 0,-2-15-1 0 0,1-1 0 0 0,-1 1-1 0 0,0-1 1 0 0,1 1 0 0 0,-1-1 0 0 0,1 0-1 0 0,0 0 1 0 0,-1 1 0 0 0,1-1-1 0 0,0 0 1 0 0,0 0 0 0 0,0-1-1 0 0,-1 1 1 0 0,1 0 0 0 0,0-1-1 0 0,0 1 1 0 0,0-1 0 0 0,0 0 0 0 0,0 1-1 0 0,0-1 1 0 0,0 0 0 0 0,1 0-1 0 0,-1 0 1 0 0,3-1 0 0 0,57-9 64 0 0,-47 6-62 0 0,56-6-57 0 0,-68 10 25 0 0,0 0 8 0 0,0 1 0 0 0,0-1 0 0 0,1 1 0 0 0,-1 0 0 0 0,0 0 0 0 0,0 0 0 0 0,0 0 0 0 0,0 0 0 0 0,-1 1 0 0 0,1-1 0 0 0,0 1 0 0 0,4 3 0 0 0,-2 1 22 0 0,0 0 0 0 0,1-1 0 0 0,0 0-1 0 0,0 0 1 0 0,0 0 0 0 0,1-1 0 0 0,-1 0-1 0 0,1 0 1 0 0,0 0 0 0 0,0-1 0 0 0,0 0 0 0 0,1-1-1 0 0,-1 0 1 0 0,1 0 0 0 0,0 0 0 0 0,-1-1-1 0 0,1 0 1 0 0,0-1 0 0 0,14 0 0 0 0,-12-1 36 0 0,0 0 0 0 0,0 0 0 0 0,-1-1 0 0 0,1 0 1 0 0,-1-1-1 0 0,1 0 0 0 0,-1-1 0 0 0,0 0 1 0 0,9-5-1 0 0,-17 8 126 0 0,3-1-104 0 0,-4 2-66 0 0,0 0 0 0 0,0 0 0 0 0,0 0 0 0 0,0 0 0 0 0,0 0 0 0 0,0 0 0 0 0,0 0 0 0 0,1 0 0 0 0,-1 0 0 0 0,0 0 0 0 0,0 0 0 0 0,0 0 0 0 0,0 0 0 0 0,0 0 0 0 0,0 0 0 0 0,0 0 0 0 0,0 0 0 0 0,0 0 0 0 0,0 0 0 0 0,0 0 0 0 0,0 0 0 0 0,0 0 0 0 0,0 0 0 0 0,0 0 0 0 0,0-1 0 0 0,1 1 0 0 0,-1 0 0 0 0,0 0 0 0 0,0 0 0 0 0,0 0 0 0 0,0 0 1 0 0,0 0-1 0 0,0 0 0 0 0,0 0 0 0 0,0 0 0 0 0,0 0 0 0 0,0 0 0 0 0,0 0 0 0 0,0-1 0 0 0,0 1 0 0 0,0 0 0 0 0,0 0 0 0 0,0 0 0 0 0,0 0 0 0 0,0 0 0 0 0,0 0 0 0 0,0 0 0 0 0,0 0 0 0 0,-1 0 0 0 0,1 0 0 0 0,0 0 0 0 0,0 0 0 0 0,0 0 0 0 0,0-1 0 0 0,0 1 0 0 0,0 0 0 0 0,0 0 0 0 0,0 0 0 0 0,0 0 0 0 0,35-1 123 0 0,-6-7 633 0 0,-70 48-910 0 0,40-38 114 0 0,0-2 31 0 0,1 1 0 0 0,0-1 1 0 0,0 1-1 0 0,-1-1 0 0 0,1 1 0 0 0,0-1 1 0 0,0 1-1 0 0,0 0 0 0 0,-1-1 0 0 0,1 1 1 0 0,0-1-1 0 0,0 1 0 0 0,0-1 0 0 0,0 1 1 0 0,0 0-1 0 0,0-1 0 0 0,0 1 0 0 0,0-1 1 0 0,1 1-1 0 0,-1-1 0 0 0,0 1 0 0 0,0 0 1 0 0,0-1-1 0 0,1 1 0 0 0,-1-1 0 0 0,0 1 1 0 0,0-1-1 0 0,1 1 0 0 0,-1-1 0 0 0,0 1 1 0 0,1-1-1 0 0,0 1 0 0 0,13 19-230 0 0,-7-16 203 0 0,-5-2 30 0 0,0-1 0 0 0,0 0 1 0 0,1 0-1 0 0,-1 0 0 0 0,1 0 0 0 0,-1-1 1 0 0,0 1-1 0 0,1 0 0 0 0,-1-1 0 0 0,1 0 1 0 0,-1 0-1 0 0,1 0 0 0 0,-1 0 1 0 0,1 0-1 0 0,-1 0 0 0 0,1 0 0 0 0,-1-1 1 0 0,1 0-1 0 0,-1 1 0 0 0,1-1 0 0 0,2-1 1 0 0,0 0 62 0 0,0 1 1 0 0,0-1-1 0 0,0 0 1 0 0,0 0-1 0 0,0-1 1 0 0,0 1-1 0 0,0-1 1 0 0,-1 0-1 0 0,0 0 1 0 0,0-1-1 0 0,1 1 1 0 0,-2-1-1 0 0,1 0 1 0 0,0 0-1 0 0,-1 0 1 0 0,5-8-1 0 0,-7 9-31 0 0,1 1 0 0 0,-1-1 1 0 0,0 0-1 0 0,0 0 0 0 0,0 1 0 0 0,0-1 0 0 0,-1 0 0 0 0,1 0 0 0 0,-1 0 0 0 0,0 0 1 0 0,0 0-1 0 0,0 0 0 0 0,0 0 0 0 0,0 0 0 0 0,-1 0 0 0 0,1 0 0 0 0,-1 0 0 0 0,0 1 1 0 0,0-1-1 0 0,0 0 0 0 0,0 0 0 0 0,0 1 0 0 0,-1-1 0 0 0,1 1 0 0 0,-1-1 0 0 0,0 1 1 0 0,0-1-1 0 0,0 1 0 0 0,0 0 0 0 0,0 0 0 0 0,-2-2 0 0 0,2 3-184 0 0,0-1 0 0 0,-1 1 0 0 0,1-1 0 0 0,0 1 0 0 0,-1 0 0 0 0,1 0 0 0 0,0 0 0 0 0,-1 0 0 0 0,0 0 0 0 0,1 1 0 0 0,-1-1 0 0 0,1 1 0 0 0,-1 0 0 0 0,0-1 0 0 0,1 1 0 0 0,-1 0 0 0 0,1 1 0 0 0,-1-1 0 0 0,-4 1 0 0 0,-22 12-7947 0 0</inkml:trace>
</inkml:ink>
</file>

<file path=ppt/ink/ink2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1:44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0 724 0 0,'6'8'7549'0'0,"7"33"-5001"0"0,6 14-2125 0 0,-18-53-307 0 0,0-2-84 0 0,0 1-1 0 0,-1 0 0 0 0,1 0 0 0 0,0-1 0 0 0,0 1 0 0 0,0 0 1 0 0,-1-1-1 0 0,1 1 0 0 0,0-1 0 0 0,0 1 0 0 0,0-1 1 0 0,0 0-1 0 0,0 1 0 0 0,0-1 0 0 0,0 0 0 0 0,0 0 0 0 0,0 1 1 0 0,0-1-1 0 0,0 0 0 0 0,0 0 0 0 0,0 0 0 0 0,0 0 1 0 0,0 0-1 0 0,0 0 0 0 0,0-1 0 0 0,0 1 0 0 0,0 0 0 0 0,0-1 1 0 0,2 0-1 0 0,30-12 267 0 0,100-59 332 0 0,-130 70-585 0 0,1-1 1 0 0,0 1-1 0 0,0 1 1 0 0,0-1-1 0 0,0 0 0 0 0,0 1 1 0 0,0 0-1 0 0,0 0 1 0 0,5 0-1 0 0,-8 1-44 0 0,1 0 1 0 0,0 0-1 0 0,-1 1 0 0 0,1-1 1 0 0,-1 1-1 0 0,1-1 0 0 0,0 1 1 0 0,-1 0-1 0 0,0-1 0 0 0,1 1 0 0 0,-1 0 1 0 0,1 0-1 0 0,-1 0 0 0 0,0 0 1 0 0,0 0-1 0 0,1 1 0 0 0,-1-1 1 0 0,0 0-1 0 0,0 0 0 0 0,0 1 0 0 0,-1-1 1 0 0,1 1-1 0 0,0-1 0 0 0,0 1 1 0 0,-1-1-1 0 0,2 3 0 0 0,17 53 130 0 0,-18-56-86 0 0,55-10 38 0 0,84-17 50 0 0,-138 26-135 0 0,26 11 93 0 0,-6 9-983 0 0,-14 1-6615 0 0</inkml:trace>
</inkml:ink>
</file>

<file path=ppt/ink/ink2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1:45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19 872 0 0,'0'-18'13005'0'0,"2"41"-12784"0"0,-1 1 1 0 0,-1-1-1 0 0,-1 1 0 0 0,-1-1 0 0 0,-1 0 0 0 0,-2 0 0 0 0,0 0 0 0 0,-9 26 0 0 0,13-49-218 0 0,1 1 0 0 0,0-1 0 0 0,0 1 0 0 0,0-1 0 0 0,0 0 0 0 0,-1 1 0 0 0,1-1 0 0 0,0 1 0 0 0,0-1 0 0 0,0 1 0 0 0,0-1-1 0 0,0 1 1 0 0,0 0 0 0 0,0-1 0 0 0,0 1 0 0 0,0-1 0 0 0,0 1 0 0 0,1-1 0 0 0,-1 0 0 0 0,0 1 0 0 0,0-1 0 0 0,0 1 0 0 0,1-1 0 0 0,-1 1-1 0 0,0-1 1 0 0,0 1 0 0 0,1-1 0 0 0,-1 0 0 0 0,0 1 0 0 0,1-1 0 0 0,-1 0 0 0 0,0 1 0 0 0,1-1 0 0 0,-1 0 0 0 0,1 1 0 0 0,-1-1-1 0 0,1 0 1 0 0,-1 0 0 0 0,1 1 0 0 0,-1-1 0 0 0,1 0 0 0 0,-1 0 0 0 0,1 0 0 0 0,-1 0 0 0 0,1 0 0 0 0,-1 0 0 0 0,1 0 0 0 0,-1 0-1 0 0,1 0 1 0 0,-1 0 0 0 0,1 0 0 0 0,-1 0 0 0 0,1 0 0 0 0,-1 0 0 0 0,1 0 0 0 0,-1-1 0 0 0,0 1 0 0 0,1 0 0 0 0,-1 0 0 0 0,1 0 0 0 0,-1-1-1 0 0,1 1 1 0 0,0-1 0 0 0,53-19-172 0 0,-10 3-14 0 0,-39 16 148 0 0,1-1 0 0 0,0 1 0 0 0,0 1 0 0 0,-1-1 0 0 0,1 1 0 0 0,0 0 0 0 0,0 1 0 0 0,-1-1 0 0 0,12 4 0 0 0,-14-3 19 0 0,-1 0 0 0 0,1 0 1 0 0,-1 0-1 0 0,1 0 0 0 0,-1 0 1 0 0,0 1-1 0 0,0-1 0 0 0,0 1 1 0 0,0 0-1 0 0,0-1 0 0 0,0 1 1 0 0,0 0-1 0 0,0 0 0 0 0,-1 0 0 0 0,1 1 1 0 0,-1-1-1 0 0,0 0 0 0 0,1 1 1 0 0,-1-1-1 0 0,0 0 0 0 0,0 1 1 0 0,-1-1-1 0 0,2 6 0 0 0,-2-6 13 0 0,0 1-1 0 0,0 0 1 0 0,-1 0-1 0 0,1-1 0 0 0,-1 1 1 0 0,1 0-1 0 0,-1-1 1 0 0,0 1-1 0 0,0 0 1 0 0,0-1-1 0 0,0 0 0 0 0,-1 1 1 0 0,1-1-1 0 0,-1 0 1 0 0,1 1-1 0 0,-1-1 0 0 0,0 0 1 0 0,0 0-1 0 0,-2 2 1 0 0,-42 32 1 0 0,32-27 67 0 0,-1-1 1 0 0,0-1-1 0 0,0 0 0 0 0,-17 4 0 0 0,25-8-188 0 0,-1-1 0 0 0,1-1 0 0 0,-1 0 0 0 0,1 0 1 0 0,-1 0-1 0 0,0-1 0 0 0,1 0 0 0 0,-1 0 0 0 0,0-1 0 0 0,-13-3 0 0 0,20 3 11 0 0,0 1 0 0 0,1 0 1 0 0,-1-1-1 0 0,0 0 0 0 0,0 1 0 0 0,1-1 0 0 0,-1 1 0 0 0,0-1 1 0 0,1 0-1 0 0,-1 0 0 0 0,1 1 0 0 0,-1-1 0 0 0,1 0 1 0 0,-1 0-1 0 0,1 0 0 0 0,-1 0 0 0 0,1 1 0 0 0,0-1 1 0 0,0 0-1 0 0,-1 0 0 0 0,1 0 0 0 0,0 0 0 0 0,0 0 1 0 0,0 0-1 0 0,0 0 0 0 0,0 0 0 0 0,0 0 0 0 0,0 0 1 0 0,1-1-1 0 0,4-25-4878 0 0,3 10 1878 0 0</inkml:trace>
</inkml:ink>
</file>

<file path=ppt/ink/ink2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1:46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1 599 504 0 0,'10'-1'733'0'0,"-1"0"1"0"0,1-1-1 0 0,0 0 1 0 0,-1 0-1 0 0,1-1 0 0 0,-1-1 1 0 0,0 1-1 0 0,16-9 0 0 0,61-43 3963 0 0,-84 53-4334 0 0,-27 31-107 0 0,25-28-253 0 0,-1-1 1 0 0,1 1-1 0 0,-1 0 1 0 0,1-1 0 0 0,-1 1-1 0 0,1 0 1 0 0,0 0 0 0 0,-1 0-1 0 0,1 0 1 0 0,0-1-1 0 0,0 1 1 0 0,0 0 0 0 0,0 0-1 0 0,0 0 1 0 0,0 0-1 0 0,0 0 1 0 0,0 0 0 0 0,0-1-1 0 0,0 1 1 0 0,0 0 0 0 0,0 0-1 0 0,1 0 1 0 0,-1 0-1 0 0,0-1 1 0 0,1 1 0 0 0,-1 0-1 0 0,0 0 1 0 0,1 0-1 0 0,-1-1 1 0 0,1 1 0 0 0,-1 0-1 0 0,1-1 1 0 0,0 1 0 0 0,-1 0-1 0 0,1-1 1 0 0,0 1-1 0 0,-1-1 1 0 0,1 1 0 0 0,0-1-1 0 0,0 0 1 0 0,-1 1-1 0 0,1-1 1 0 0,0 1 0 0 0,0-1-1 0 0,0 0 1 0 0,-1 0 0 0 0,1 0-1 0 0,0 1 1 0 0,0-1-1 0 0,0 0 1 0 0,0 0 0 0 0,0 0-1 0 0,1-1 1 0 0,8 2-9 0 0,-1-1 0 0 0,1 0 0 0 0,0-1 0 0 0,0 0 0 0 0,-1-1 1 0 0,1 0-1 0 0,-1 0 0 0 0,1-1 0 0 0,-1-1 0 0 0,0 1 0 0 0,0-1 0 0 0,0-1 1 0 0,-1 0-1 0 0,10-6 0 0 0,3-4 13 0 0,-1 0 0 0 0,0-1 0 0 0,-1 0 0 0 0,24-29-1 0 0,-32 32 70 0 0,0 0-1 0 0,-1-1 1 0 0,-1 0-1 0 0,-1 0 1 0 0,0-1-1 0 0,0-1 0 0 0,-2 1 1 0 0,0-1-1 0 0,0 0 1 0 0,-2-1-1 0 0,0 1 1 0 0,-1-1-1 0 0,0 1 1 0 0,-2-1-1 0 0,0 0 0 0 0,0 0 1 0 0,-2 0-1 0 0,0 0 1 0 0,-1 0-1 0 0,-1 0 1 0 0,-5-18-1 0 0,-8 0 637 0 0,15 33-686 0 0,0 1 1 0 0,1-1-1 0 0,-1 1 0 0 0,0 0 0 0 0,0-1 0 0 0,0 1 1 0 0,0 0-1 0 0,-1 0 0 0 0,1 0 0 0 0,0 0 1 0 0,0 0-1 0 0,-1 0 0 0 0,1 0 0 0 0,0 0 0 0 0,-1 0 1 0 0,1 1-1 0 0,-1-1 0 0 0,1 0 0 0 0,-1 1 1 0 0,-2-1-1 0 0,2 2-18 0 0,0-1 0 0 0,0 1 0 0 0,0 0 1 0 0,0 0-1 0 0,0 0 0 0 0,0 0 0 0 0,0 1 0 0 0,1-1 0 0 0,-1 0 1 0 0,1 1-1 0 0,-1-1 0 0 0,1 1 0 0 0,-1 0 0 0 0,1-1 1 0 0,0 1-1 0 0,0 0 0 0 0,0 0 0 0 0,0 0 0 0 0,0 0 1 0 0,0 0-1 0 0,0 2 0 0 0,-15 43 17 0 0,13-24-8 0 0,1 0 0 0 0,1 1 0 0 0,1-1 0 0 0,1 1 0 0 0,1-1 0 0 0,1 0 1 0 0,8 30-1 0 0,-8-41-32 0 0,1 1 0 0 0,0-1 0 0 0,1 1 1 0 0,0-1-1 0 0,1-1 0 0 0,0 1 0 0 0,1-1 1 0 0,0 0-1 0 0,1-1 0 0 0,0 1 0 0 0,0-2 1 0 0,1 1-1 0 0,1-1 0 0 0,14 11 0 0 0,-19-17-19 0 0,-1 0 0 0 0,1 0 0 0 0,0-1 0 0 0,0 0 0 0 0,0 0 0 0 0,0 0 0 0 0,0 0 0 0 0,0-1 0 0 0,0 0 0 0 0,1 0-1 0 0,-1-1 1 0 0,0 1 0 0 0,1-1 0 0 0,-1 0 0 0 0,0 0 0 0 0,1-1 0 0 0,-1 0 0 0 0,0 0 0 0 0,1 0 0 0 0,-1 0 0 0 0,0-1-1 0 0,0 0 1 0 0,0 0 0 0 0,0-1 0 0 0,5-2 0 0 0,6-6-48 0 0,0-1-1 0 0,-1 0 1 0 0,0 0-1 0 0,-1-2 1 0 0,17-21 0 0 0,-30 34 90 0 0,2-2 15 0 0,-3 3-9 0 0,0 0 1 0 0,0 0-1 0 0,0-1 0 0 0,0 1 0 0 0,0 0 1 0 0,0 0-1 0 0,0 0 0 0 0,0-1 0 0 0,0 1 1 0 0,0 0-1 0 0,0 0 0 0 0,0 0 0 0 0,0 0 1 0 0,0-1-1 0 0,0 1 0 0 0,0 0 0 0 0,0 0 1 0 0,0 0-1 0 0,0-1 0 0 0,1 1 0 0 0,-1 0 1 0 0,0 0-1 0 0,0 0 0 0 0,0 0 0 0 0,0 0 1 0 0,0-1-1 0 0,1 1 0 0 0,-1 0 0 0 0,0 0 0 0 0,0 0 1 0 0,0 0-1 0 0,0 0 0 0 0,1 0 0 0 0,-1 0 1 0 0,0 0-1 0 0,0 0 0 0 0,0 0 0 0 0,0-1 1 0 0,1 1-1 0 0,-1 0 0 0 0,0 0 0 0 0,0 0 1 0 0,0 0-1 0 0,1 0 0 0 0,-1 0 0 0 0,0 1 1 0 0,0-1-1 0 0,0 0 0 0 0,1 0 0 0 0,-1 0 1 0 0,0 0-1 0 0,0 0 0 0 0,0 0 0 0 0,1 0 1 0 0,-1 0-1 0 0,0 1 0 0 0,-1 8-19 0 0,0-3 1 0 0,0 0-1 0 0,0 1 1 0 0,1-1 0 0 0,0 1 0 0 0,0-1 0 0 0,0 1 0 0 0,1-1-1 0 0,0 1 1 0 0,0-1 0 0 0,1 0 0 0 0,0 0 0 0 0,0 1 0 0 0,0-1 0 0 0,1 0-1 0 0,0-1 1 0 0,4 8 0 0 0,-5-12 0 0 0,0 1 0 0 0,1 0 0 0 0,-1-1 0 0 0,1 0 0 0 0,0 1 0 0 0,-1-1 0 0 0,1 0 0 0 0,0-1 0 0 0,0 1 0 0 0,0 0 0 0 0,-1-1 0 0 0,1 1 0 0 0,0-1 1 0 0,0 0-1 0 0,0 0 0 0 0,0 0 0 0 0,0 0 0 0 0,4-2 0 0 0,-4 2 92 0 0,1-1 1 0 0,-1 0 0 0 0,0-1-1 0 0,0 1 1 0 0,-1 0-1 0 0,1-1 1 0 0,0 0 0 0 0,0 0-1 0 0,-1 1 1 0 0,1-2 0 0 0,-1 1-1 0 0,1 0 1 0 0,-1 0-1 0 0,0-1 1 0 0,0 1 0 0 0,0-1-1 0 0,0 0 1 0 0,-1 1-1 0 0,1-1 1 0 0,-1 0 0 0 0,0 0-1 0 0,1 0 1 0 0,-1 0 0 0 0,-1 0-1 0 0,1-1 1 0 0,0 1-1 0 0,-1 0 1 0 0,1 0 0 0 0,-1 0-1 0 0,0-1 1 0 0,0 1 0 0 0,0 0-1 0 0,-1 0 1 0 0,1 0-1 0 0,-1-1 1 0 0,0 1 0 0 0,0 0-1 0 0,0 0 1 0 0,0 0-1 0 0,0 0 1 0 0,-1 0 0 0 0,1 0-1 0 0,-1 1 1 0 0,0-1 0 0 0,0 0-1 0 0,0 1 1 0 0,-5-5-1 0 0,5 4-145 0 0,-2 0 1 0 0,1 1-1 0 0,0-1 0 0 0,0 1 0 0 0,-1 0 0 0 0,1 0 0 0 0,-1 0 0 0 0,0 1 0 0 0,1-1 0 0 0,-1 1 0 0 0,0 0 0 0 0,0-1 0 0 0,0 2 0 0 0,-8-2 0 0 0,-9 6-3820 0 0,0 7-4129 0 0</inkml:trace>
</inkml:ink>
</file>

<file path=ppt/ink/ink2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1:47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77 272 0 0,'0'0'8840'0'0,"7"51"-6223"0"0,3-9-1185 0 0,-10-41-1423 0 0,1-1 1 0 0,0 1-1 0 0,0-1 1 0 0,-1 1 0 0 0,1-1-1 0 0,0 0 1 0 0,0 0 0 0 0,0 1-1 0 0,-1-1 1 0 0,1 0-1 0 0,0 0 1 0 0,0 0 0 0 0,0 0-1 0 0,0 0 1 0 0,0 0 0 0 0,0 0-1 0 0,-1 0 1 0 0,1-1-1 0 0,0 1 1 0 0,0 0 0 0 0,0 0-1 0 0,-1-1 1 0 0,1 1 0 0 0,0 0-1 0 0,1-1 1 0 0,25-9 43 0 0,8-5-244 0 0,63-18 1 0 0,-60 21 786 0 0,50-22 0 0 0,-86 34-145 0 0,-2-2-291 0 0,0 1 0 0 0,1-1 1 0 0,-1 1-1 0 0,0-1 0 0 0,0 1 0 0 0,0-1 1 0 0,0 1-1 0 0,0-1 0 0 0,0 1 0 0 0,0-1 1 0 0,-1 0-1 0 0,1 1 0 0 0,0 0 0 0 0,-1-1 1 0 0,1 1-1 0 0,-1-1 0 0 0,0 1 0 0 0,1-1 1 0 0,-1 1-1 0 0,-2-2 0 0 0,-28-26-206 0 0,30 28-581 0 0,-9-3-1025 0 0</inkml:trace>
</inkml:ink>
</file>

<file path=ppt/ink/ink2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1:47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30 212 0 0,'0'0'1488'0'0,"12"3"3609"0"0,2-4-1101 0 0,-4-11-3844 0 0,-6 3-1692 0 0,2-1-3301 0 0</inkml:trace>
</inkml:ink>
</file>

<file path=ppt/ink/ink2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1:49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16 1068 0 0,'3'-11'4764'0'0,"-1"6"-2613"0"0,-3 9 1224 0 0,-10 33-2835 0 0,-2-1 0 0 0,-1 0 0 0 0,-35 61 0 0 0,15-30-211 0 0,22-42-1025 0 0,-16 50 0 0 0,17-30-6206 0 0</inkml:trace>
</inkml:ink>
</file>

<file path=ppt/ink/ink2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1:50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92 111 340 0 0,'-1'1'9869'0'0,"-11"15"-9586"0"0,-2 10 878 0 0,-24 55 1 0 0,12-22 266 0 0,25-57-1118 0 0,15-16 50 0 0,-12 10-402 0 0,1 0-1 0 0,0 0 1 0 0,0 0-1 0 0,0 1 0 0 0,0-1 1 0 0,0 1-1 0 0,1 0 1 0 0,0 0-1 0 0,0 0 0 0 0,-1 0 1 0 0,2 1-1 0 0,-1-1 1 0 0,0 1-1 0 0,0 0 0 0 0,1 1 1 0 0,-1-1-1 0 0,8-1 1 0 0,77 13-188 0 0,9 0 139 0 0,-90-9 95 0 0,1-2 0 0 0,-1 1 0 0 0,0-1 0 0 0,0 0 0 0 0,0-1 0 0 0,0 0 0 0 0,0 0 1 0 0,0-1-1 0 0,11-5 0 0 0,-13 4 19 0 0,-1 0 0 0 0,1 0 0 0 0,-1-1 1 0 0,0 1-1 0 0,0-1 0 0 0,-1-1 0 0 0,1 1 1 0 0,-1 0-1 0 0,0-1 0 0 0,-1 0 0 0 0,1 0 1 0 0,-1 0-1 0 0,0 0 0 0 0,-1-1 0 0 0,4-11 1 0 0,-5 9 55 0 0,-1 6-82 0 0,0 0 1 0 0,0 1-1 0 0,1-1 1 0 0,-1 0-1 0 0,1 0 0 0 0,-1 0 1 0 0,1 0-1 0 0,0 0 1 0 0,0 1-1 0 0,0-1 1 0 0,3-3-1 0 0,9 25-77 0 0,-10-15 58 0 0,1-1 0 0 0,-1-1 1 0 0,1 1-1 0 0,0 0 1 0 0,-1-1-1 0 0,1 0 1 0 0,0 0-1 0 0,0 0 0 0 0,1 0 1 0 0,-1 0-1 0 0,0-1 1 0 0,1 0-1 0 0,-1 0 0 0 0,0 0 1 0 0,1-1-1 0 0,-1 1 1 0 0,6-1-1 0 0,10 0-43 0 0,-1-1-1 0 0,29-5 1 0 0,-43 5 49 0 0,21-3-76 0 0,1-2 1 0 0,47-16-1 0 0,-63 18 114 0 0,0-1 1 0 0,0 0-1 0 0,0-1 0 0 0,-1 0 1 0 0,0 0-1 0 0,-1-1 0 0 0,1 0 1 0 0,14-16-1 0 0,-23 23-7 0 0,-1 0 0 0 0,0-1 1 0 0,1 1-1 0 0,-1-1 0 0 0,1 1 1 0 0,-1-1-1 0 0,0 1 0 0 0,1-1 1 0 0,-1 1-1 0 0,0-1 0 0 0,0 0 0 0 0,0 1 1 0 0,1-1-1 0 0,-1 1 0 0 0,0-1 1 0 0,0 1-1 0 0,0-1 0 0 0,0 0 1 0 0,0 1-1 0 0,0-1 0 0 0,0 1 0 0 0,0-1 1 0 0,0 0-1 0 0,0 1 0 0 0,0-1 1 0 0,-1 1-1 0 0,1-1 0 0 0,0 0 0 0 0,0 1 1 0 0,0-1-1 0 0,-1 1 0 0 0,1-1 1 0 0,0 1-1 0 0,-1-1 0 0 0,1 1 1 0 0,-1-1-1 0 0,1 1 0 0 0,0 0 0 0 0,-1-1 1 0 0,1 1-1 0 0,-1-1 0 0 0,1 1 1 0 0,-2-1-1 0 0,1 0 12 0 0,-1 1-1 0 0,0-1 1 0 0,1 0 0 0 0,-1 0 0 0 0,0 1-1 0 0,0-1 1 0 0,1 1 0 0 0,-1 0 0 0 0,0 0-1 0 0,0-1 1 0 0,0 1 0 0 0,1 0-1 0 0,-1 0 1 0 0,0 1 0 0 0,-3-1 0 0 0,-2 2 24 0 0,0 1 0 0 0,0-1 0 0 0,0 1 0 0 0,1 0 1 0 0,-1 1-1 0 0,1-1 0 0 0,-1 1 0 0 0,1 1 0 0 0,0-1 0 0 0,1 1 1 0 0,-1 0-1 0 0,1 0 0 0 0,0 1 0 0 0,0 0 0 0 0,1-1 1 0 0,-6 11-1 0 0,8-12-101 0 0,0 0 0 0 0,0 0 0 0 0,1 0 0 0 0,0 1 0 0 0,-1-1 0 0 0,1 1 0 0 0,1-1 0 0 0,-1 1 0 0 0,1-1 0 0 0,0 1 0 0 0,0-1 0 0 0,0 1 0 0 0,0 0 0 0 0,1-1 0 0 0,0 1 0 0 0,0-1 0 0 0,0 1 0 0 0,0-1 1 0 0,1 0-1 0 0,0 0 0 0 0,0 1 0 0 0,0-1 0 0 0,0 0 0 0 0,1-1 0 0 0,-1 1 0 0 0,1 0 0 0 0,0-1 0 0 0,6 6 0 0 0,0-1-280 0 0,0 0 1 0 0,1-1-1 0 0,0 0 1 0 0,1-1-1 0 0,0 0 1 0 0,0 0-1 0 0,0-1 0 0 0,0-1 1 0 0,1 0-1 0 0,20 4 1 0 0,33 4-4762 0 0,-24-9 2085 0 0</inkml:trace>
</inkml:ink>
</file>

<file path=ppt/ink/ink2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1:51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13 1160 0 0,'0'0'2362'0'0,"-8"-13"5101"0"0,-3 195-3377 0 0,11-181-4082 0 0,0-1 0 0 0,0 1 1 0 0,0-1-1 0 0,0 1 0 0 0,0-1 1 0 0,0 1-1 0 0,0-1 0 0 0,0 0 0 0 0,0 1 1 0 0,0-1-1 0 0,0 1 0 0 0,0-1 1 0 0,0 1-1 0 0,1-1 0 0 0,-1 1 1 0 0,0-1-1 0 0,0 0 0 0 0,1 1 1 0 0,-1-1-1 0 0,0 0 0 0 0,1 1 0 0 0,-1-1 1 0 0,0 0-1 0 0,1 1 0 0 0,-1-1 1 0 0,0 0-1 0 0,1 0 0 0 0,-1 1 1 0 0,1-1-1 0 0,-1 0 0 0 0,0 0 1 0 0,1 0-1 0 0,-1 0 0 0 0,1 1 0 0 0,-1-1 1 0 0,1 0-1 0 0,21-5 54 0 0,16-18-77 0 0,26-29-209 0 0,-62 51 183 0 0,-2 1 41 0 0,0-1 0 0 0,1 1 0 0 0,-1 0 0 0 0,0 0 0 0 0,0-1 0 0 0,0 1 0 0 0,1 0 0 0 0,-1 0 0 0 0,0 0 0 0 0,0-1 0 0 0,0 1 0 0 0,1 0 0 0 0,-1 0 0 0 0,0 0 0 0 0,1 0 0 0 0,-1 0 0 0 0,0 0 0 0 0,0 0 0 0 0,1 0 0 0 0,-1-1 0 0 0,0 1 0 0 0,1 0 0 0 0,-1 0 0 0 0,0 0 0 0 0,0 0 0 0 0,1 0 0 0 0,-1 0 0 0 0,0 1 0 0 0,1-1 0 0 0,-1 0 0 0 0,0 0 0 0 0,0 0 0 0 0,1 0 0 0 0,-1 0 0 0 0,0 0 0 0 0,0 0 0 0 0,1 1 0 0 0,-1-1 0 0 0,0 0 0 0 0,0 0 0 0 0,1 1 0 0 0,14 6-94 0 0,-14-7 119 0 0,5 5-38 0 0,1 0-11 0 0,0 0 1 0 0,0 0-1 0 0,0-1 1 0 0,1 0-1 0 0,-1 0 1 0 0,9 2-1 0 0,-12-5 23 0 0,-1-1 1 0 0,0 1-1 0 0,0-1 0 0 0,0 0 0 0 0,1 0 1 0 0,-1 0-1 0 0,0 0 0 0 0,0 0 0 0 0,1-1 1 0 0,-1 0-1 0 0,0 0 0 0 0,0 1 0 0 0,0-2 1 0 0,0 1-1 0 0,0 0 0 0 0,0-1 0 0 0,0 1 1 0 0,-1-1-1 0 0,6-4 0 0 0,23-15 230 0 0,1 0 0 0 0,66-30 0 0 0,-97 50-212 0 0,0 0 1 0 0,0 1-1 0 0,1-1 1 0 0,-1 0 0 0 0,0 1-1 0 0,1-1 1 0 0,-1 1-1 0 0,1 0 1 0 0,-1-1 0 0 0,1 1-1 0 0,-1 0 1 0 0,1 0-1 0 0,-1 0 1 0 0,1 0 0 0 0,-1 0-1 0 0,1 0 1 0 0,-1 1-1 0 0,0-1 1 0 0,1 0-1 0 0,-1 1 1 0 0,1-1 0 0 0,-1 1-1 0 0,0-1 1 0 0,1 1-1 0 0,-1 0 1 0 0,0-1 0 0 0,0 1-1 0 0,1 0 1 0 0,-1 0-1 0 0,0 0 1 0 0,0 0-1 0 0,0 0 1 0 0,0 0 0 0 0,0 1-1 0 0,0-1 1 0 0,0 0-1 0 0,-1 0 1 0 0,1 1 0 0 0,0-1-1 0 0,-1 0 1 0 0,1 1-1 0 0,-1-1 1 0 0,1 1-1 0 0,-1-1 1 0 0,0 0 0 0 0,1 3-1 0 0,-1 1-353 0 0,1 0-1 0 0,-1 0 0 0 0,0 0 1 0 0,0 0-1 0 0,0 0 0 0 0,0 0 0 0 0,-1 0 1 0 0,0 0-1 0 0,0 0 0 0 0,-1 0 1 0 0,-3 8-1 0 0,4-11-816 0 0</inkml:trace>
</inkml:ink>
</file>

<file path=ppt/ink/ink2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1:51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21 144 0 0,'3'-11'1964'0'0,"2"1"-1032"0"0</inkml:trace>
</inkml:ink>
</file>

<file path=ppt/ink/ink2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1:51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1 250 1092 0 0,'0'0'1126'0'0,"10"4"6972"0"0,2-14-7573 0 0,0 0 1 0 0,-1-1 0 0 0,0 0 0 0 0,0 0 0 0 0,-1-1-1 0 0,-1 0 1 0 0,12-20 0 0 0,-14 21-239 0 0,-1-1 1 0 0,0 1-1 0 0,-1-1 0 0 0,0 0 0 0 0,-1 0 0 0 0,0 0 1 0 0,-1-1-1 0 0,0 0 0 0 0,2-23 0 0 0,-6 38-283 0 0,0 0-1 0 0,1 0 0 0 0,-1-1 0 0 0,0 1 1 0 0,0 0-1 0 0,0 0 0 0 0,0-1 0 0 0,0 1 1 0 0,-1-1-1 0 0,1 1 0 0 0,0-1 0 0 0,-3 2 1 0 0,0 2 3 0 0,-1 6-112 0 0,0-1-1 0 0,1 1 1 0 0,0 0 0 0 0,1 1 0 0 0,1-1 0 0 0,-1 0 0 0 0,2 1 0 0 0,-1 0 0 0 0,2-1 0 0 0,-1 1 0 0 0,2 0-1 0 0,-1-1 1 0 0,2 1 0 0 0,0 0 0 0 0,0-1 0 0 0,1 0 0 0 0,0 0 0 0 0,1 1 0 0 0,0-2 0 0 0,1 1 0 0 0,0 0 0 0 0,1-1-1 0 0,10 15 1 0 0,-13-22 50 0 0,0-1 0 0 0,-1 1-1 0 0,1 0 1 0 0,0-1 0 0 0,1 0 0 0 0,-1 0-1 0 0,0 0 1 0 0,1 0 0 0 0,-1 0-1 0 0,1-1 1 0 0,-1 1 0 0 0,1-1-1 0 0,0 0 1 0 0,0 0 0 0 0,-1-1 0 0 0,1 1-1 0 0,0-1 1 0 0,0 0 0 0 0,0 0-1 0 0,0 0 1 0 0,-1 0 0 0 0,1-1-1 0 0,0 1 1 0 0,0-1 0 0 0,0 0-1 0 0,-1 0 1 0 0,1-1 0 0 0,0 1 0 0 0,-1-1-1 0 0,0 1 1 0 0,1-1 0 0 0,3-3-1 0 0,4-2 9 0 0,0 0-1 0 0,0-1 1 0 0,0-1-1 0 0,-1 0 1 0 0,-1 0-1 0 0,1-1 1 0 0,-2 0-1 0 0,9-12 0 0 0,17-44 1256 0 0,-18 29 1583 0 0,-15 36-2368 0 0,-2 1-345 0 0,1 1 1 0 0,-1 0 0 0 0,0-1 0 0 0,1 1 0 0 0,-1 0 0 0 0,1 0-1 0 0,-1 0 1 0 0,1-1 0 0 0,0 1 0 0 0,-1 0 0 0 0,1 0 0 0 0,0 0 0 0 0,-1 0-1 0 0,1 0 1 0 0,0 0 0 0 0,0-1 0 0 0,0 1 0 0 0,0 0 0 0 0,0 0-1 0 0,0 0 1 0 0,0 0 0 0 0,0 1 0 0 0,3 41-546 0 0,-1-29-212 0 0,1 0 1 0 0,0 1-1 0 0,10 26 0 0 0,-7-31 112 0 0,-1-1 1 0 0,1 0 0 0 0,1 0 0 0 0,0-1-1 0 0,12 12 1 0 0,22 15-5486 0 0,-17-19 2525 0 0</inkml:trace>
</inkml:ink>
</file>

<file path=ppt/ink/ink2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1:52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194 258 664 0 0,'0'0'1882'0'0,"1"-26"5812"0"0,-4 23-7509 0 0,0 1 0 0 0,-1 0 1 0 0,1 1-1 0 0,-1-1 0 0 0,0 0 1 0 0,0 1-1 0 0,1 0 1 0 0,-1 0-1 0 0,0 0 0 0 0,0 1 1 0 0,0-1-1 0 0,0 1 0 0 0,0 0 1 0 0,0 0-1 0 0,0 0 0 0 0,0 1 1 0 0,0-1-1 0 0,0 1 1 0 0,1 0-1 0 0,-1 0 0 0 0,0 0 1 0 0,0 1-1 0 0,1-1 0 0 0,-1 1 1 0 0,0 0-1 0 0,-3 2 0 0 0,-2 1-72 0 0,1 0-1 0 0,-1 1 1 0 0,1 0-1 0 0,-1 0 1 0 0,2 0-1 0 0,-1 1 1 0 0,1 1-1 0 0,0-1 0 0 0,-8 12 1 0 0,14-17-90 0 0,1 0-33 0 0,-1 7-16 0 0,1-8 24 0 0,0 0 0 0 0,1 0 0 0 0,-1 0 1 0 0,0-1-1 0 0,1 1 0 0 0,-1 0 0 0 0,0 0 0 0 0,1 0 0 0 0,-1-1 0 0 0,1 1 0 0 0,-1 0 0 0 0,1 0 0 0 0,0-1 1 0 0,-1 1-1 0 0,1 0 0 0 0,0-1 0 0 0,-1 1 0 0 0,1-1 0 0 0,0 1 0 0 0,0-1 0 0 0,0 1 0 0 0,-1-1 0 0 0,1 0 0 0 0,0 1 1 0 0,0-1-1 0 0,0 0 0 0 0,0 0 0 0 0,0 0 0 0 0,0 1 0 0 0,-1-1 0 0 0,1 0 0 0 0,0 0 0 0 0,0 0 0 0 0,0 0 1 0 0,0-1-1 0 0,1 1 0 0 0,39-3-22 0 0,-37 2 22 0 0,5 0-8 0 0,0 0 0 0 0,1 1 1 0 0,-1 0-1 0 0,0 0 0 0 0,1 1 0 0 0,-1 1 0 0 0,0 0 1 0 0,0 0-1 0 0,0 0 0 0 0,0 1 0 0 0,0 0 0 0 0,0 1 0 0 0,-1 0 1 0 0,0 1-1 0 0,0-1 0 0 0,0 2 0 0 0,0-1 0 0 0,11 11 0 0 0,-8-4 0 0 0,0-1 0 0 0,-1 2 0 0 0,-1-1 0 0 0,0 1 0 0 0,0 1 0 0 0,-2-1 0 0 0,1 1 0 0 0,-2 1 0 0 0,0-1 0 0 0,6 22 0 0 0,-2 0 31 0 0,-1-1 0 0 0,-2 2 0 0 0,-2-1-1 0 0,2 57 1 0 0,-7-81 10 0 0,-1 1-1 0 0,0 0 1 0 0,-1-1 0 0 0,0 0-1 0 0,-1 1 1 0 0,-1-1-1 0 0,-6 17 1 0 0,6-22 20 0 0,1 0-1 0 0,-1-1 1 0 0,-1 1-1 0 0,1-1 1 0 0,-1 0-1 0 0,0 0 1 0 0,0 0-1 0 0,-1-1 1 0 0,0 0-1 0 0,0 0 1 0 0,0 0-1 0 0,0-1 1 0 0,-9 5 0 0 0,10-7 24 0 0,0 1 1 0 0,-1-1 0 0 0,1 0 0 0 0,-1 0 0 0 0,0-1 0 0 0,1 0 0 0 0,-1 0-1 0 0,0 0 1 0 0,0 0 0 0 0,1-1 0 0 0,-1 0 0 0 0,0-1 0 0 0,-10-1 0 0 0,14 2-56 0 0,-1-1 0 0 0,1 0 0 0 0,-1 0 0 0 0,1 0 0 0 0,0 0 0 0 0,-1 0 0 0 0,1 0 0 0 0,0-1 1 0 0,0 1-1 0 0,0-1 0 0 0,0 0 0 0 0,0 1 0 0 0,0-1 0 0 0,0 0 0 0 0,1 0 0 0 0,-1 0 0 0 0,1 0 0 0 0,-1-1 1 0 0,1 1-1 0 0,0 0 0 0 0,0-1 0 0 0,0 1 0 0 0,0 0 0 0 0,0-1 0 0 0,1 1 0 0 0,-1-1 0 0 0,1 1 0 0 0,0-1 1 0 0,-1 0-1 0 0,1 1 0 0 0,0-1 0 0 0,0 1 0 0 0,1-5 0 0 0,1-5-44 0 0,1 1 0 0 0,0-1 1 0 0,0 1-1 0 0,1-1 0 0 0,0 1 0 0 0,1 0 0 0 0,1 1 0 0 0,-1-1 1 0 0,2 1-1 0 0,-1 0 0 0 0,2 1 0 0 0,14-17 0 0 0,12-9-325 0 0,66-52 0 0 0,-90 79 286 0 0,323-241-1589 0 0,-292 221 2228 0 0,-40 27-325 0 0,-9 33-104 0 0,7-30-146 0 0,0 0 0 0 0,0 0 0 0 0,0 0 0 0 0,0 0 0 0 0,0 0 0 0 0,1 0 0 0 0,-1 0 0 0 0,0 1 0 0 0,1-1 0 0 0,0 0 0 0 0,0 0 0 0 0,-1 0 0 0 0,1 1 0 0 0,1-1 0 0 0,-1 0 0 0 0,0 0 0 0 0,0 1 0 0 0,1-1 0 0 0,-1 0 0 0 0,1 0 0 0 0,0 0 0 0 0,0 0 0 0 0,0 0 0 0 0,0 0-1 0 0,0 0 1 0 0,0 0 0 0 0,0 0 0 0 0,1 0 0 0 0,-1-1 0 0 0,0 1 0 0 0,1 0 0 0 0,1 0 0 0 0,5 3-15 0 0,-1-2 0 0 0,0 1 0 0 0,1-1-1 0 0,0 0 1 0 0,0-1 0 0 0,0 0 0 0 0,0 0 0 0 0,0-1-1 0 0,0 0 1 0 0,1 0 0 0 0,-1-1 0 0 0,0 0 0 0 0,0 0-1 0 0,1-1 1 0 0,-1 0 0 0 0,0-1 0 0 0,0 0 0 0 0,0 0-1 0 0,14-6 1 0 0,5-2 9 0 0,-1-2 0 0 0,0 0 0 0 0,-1-2-1 0 0,34-24 1 0 0,-40 25-14 0 0,-1-1 0 0 0,-1-1 0 0 0,0-1 0 0 0,-1 0-1 0 0,0-1 1 0 0,-1-1 0 0 0,-1 0 0 0 0,12-22 0 0 0,-18 26 311 0 0,-1-1 0 0 0,-1 0 0 0 0,0 0 0 0 0,0 0 0 0 0,-2-1 0 0 0,0 1 0 0 0,0-1 0 0 0,-2 0 0 0 0,0-1 0 0 0,-1 1 0 0 0,0 0 0 0 0,-3-18 1 0 0,2 32 93 0 0,0 2-354 0 0,0-1-1 0 0,0 1 1 0 0,0 0 0 0 0,0 0-1 0 0,1-1 1 0 0,-1 1 0 0 0,0 0-1 0 0,0 0 1 0 0,0 0 0 0 0,0-1-1 0 0,0 1 1 0 0,0 0-1 0 0,0 0 1 0 0,0-1 0 0 0,0 1-1 0 0,0 0 1 0 0,-1 0 0 0 0,1-1-1 0 0,0 1 1 0 0,0 0-1 0 0,0 0 1 0 0,0 0 0 0 0,0-1-1 0 0,0 1 1 0 0,0 0 0 0 0,0 0-1 0 0,-1 0 1 0 0,1-1-1 0 0,0 1 1 0 0,0 0 0 0 0,0 0-1 0 0,-1 0 1 0 0,1 0 0 0 0,0 0-1 0 0,0-1 1 0 0,0 1-1 0 0,-1 0 1 0 0,1 0 0 0 0,0 0-1 0 0,0 0 1 0 0,0 0 0 0 0,-1 0-1 0 0,1 0 1 0 0,0 0-1 0 0,0 0 1 0 0,-1 0 0 0 0,1 0-1 0 0,0 0 1 0 0,0 0 0 0 0,0 0-1 0 0,-1 0 1 0 0,-13 11 331 0 0,-11 28-172 0 0,15-10-190 0 0,2 1-1 0 0,1 0 1 0 0,1 1-1 0 0,1-1 1 0 0,2 1-1 0 0,1 0 1 0 0,2 0 0 0 0,1 0-1 0 0,1 0 1 0 0,2 0-1 0 0,0-1 1 0 0,14 46-1 0 0,-11-58-1167 0 0,1 5-1653 0 0,-6-7-7373 0 0</inkml:trace>
</inkml:ink>
</file>

<file path=ppt/ink/ink2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1:53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97 1224 0 0,'0'0'3453'0'0,"28"-9"5787"0"0,-10-1-8180 0 0,0 1-1 0 0,1 1 1 0 0,37-12 0 0 0,26-2-4202 0 0,-31 8-4544 0 0,-33 9 3562 0 0</inkml:trace>
</inkml:ink>
</file>

<file path=ppt/ink/ink2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1:54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77 150 828 0 0,'-9'-83'4626'0'0,"2"16"5277"0"0,8 116-9258 0 0,-8 70 0 0 0,-1 16-106 0 0,-5 99-181 0 0,8-176-1076 0 0,3-47-237 0 0,1 1-1 0 0,-2-1 0 0 0,0 0 0 0 0,-7 18 1 0 0,9-27 89 0 0,-8-1-1326 0 0</inkml:trace>
</inkml:ink>
</file>

<file path=ppt/ink/ink2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1:55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1 531 336 0 0,'111'-23'1638'0'0,"-1"-4"0"0"0,-1-5 0 0 0,-2-5 0 0 0,162-80 0 0 0,-252 109-1346 0 0,0-1 1 0 0,0-1-1 0 0,-1-1 0 0 0,15-13 1 0 0,-24 18-104 0 0,0-1 1 0 0,-1 0-1 0 0,0 0 1 0 0,0-1 0 0 0,0 0-1 0 0,-1 0 1 0 0,0 0-1 0 0,-1 0 1 0 0,0-1 0 0 0,3-9-1 0 0,-4 9 50 0 0,0 1-1 0 0,-1-1 1 0 0,0 0-1 0 0,0 1 1 0 0,-1-1-1 0 0,-1 0 0 0 0,1 0 1 0 0,-1 0-1 0 0,-1 0 1 0 0,0 0-1 0 0,0 0 1 0 0,-4-15-1 0 0,4 23-114 0 0,0-2 42 0 0,1 3-160 0 0,0 0 0 0 0,0 0 0 0 0,0 0 0 0 0,0-1 0 0 0,0 1 0 0 0,0 0 0 0 0,0 0 1 0 0,0 0-1 0 0,0 0 0 0 0,0-1 0 0 0,0 1 0 0 0,0 0 0 0 0,0 0 0 0 0,0 0 0 0 0,0 0 0 0 0,0-1 0 0 0,0 1 0 0 0,0 0 0 0 0,0 0 0 0 0,-1 0 0 0 0,1 0 0 0 0,0-1 0 0 0,0 1 0 0 0,0 0 0 0 0,0 0 1 0 0,0 0-1 0 0,0 0 0 0 0,-1 0 0 0 0,1 0 0 0 0,0 0 0 0 0,0-1 0 0 0,0 1 0 0 0,0 0 0 0 0,-1 0 0 0 0,1 0 0 0 0,0 0 0 0 0,0 0 0 0 0,0 0 0 0 0,0 0 0 0 0,-1 0 0 0 0,1 0 0 0 0,0 0 1 0 0,0 0-1 0 0,0 0 0 0 0,0 0 0 0 0,-1 0 0 0 0,1 0 0 0 0,0 0 0 0 0,0 0 0 0 0,0 0 0 0 0,0 0 0 0 0,-1 0 0 0 0,1 1 0 0 0,-8 11 13 0 0,0 2-1 0 0,1-1 0 0 0,0 1 1 0 0,1 0-1 0 0,1 0 1 0 0,-6 27-1 0 0,-14 102 57 0 0,10-46-54 0 0,-21 134 15 0 0,21-156 62 0 0,15-73-86 0 0,-4 23 1024 0 0,4-28-1065 0 0,1-1 1 0 0,1 0-1 0 0,-1 1 1 0 0,0-1-1 0 0,1 1 1 0 0,0-1-1 0 0,-1 1 1 0 0,1 0-1 0 0,1 0 1 0 0,-1 0-1 0 0,0 0 1 0 0,1 0-1 0 0,0 0 1 0 0,-1 1-1 0 0,1-1 1 0 0,0 1-1 0 0,0 0 1 0 0,1 0-1 0 0,-1 0 1 0 0,0 0 0 0 0,1 0-1 0 0,6-2 1 0 0,102-3-214 0 0,-86 7 296 0 0,0-1 1 0 0,0-2 0 0 0,-1 0 0 0 0,1-1 0 0 0,-1-2 0 0 0,26-9 0 0 0,-26-4 1353 0 0,-14 10-343 0 0,-11 9-1082 0 0,1 1-1 0 0,-1-1 0 0 0,1 0 1 0 0,-1 0-1 0 0,0 0 0 0 0,1 0 1 0 0,-1 1-1 0 0,0-1 0 0 0,1 0 0 0 0,-1 0 1 0 0,0 1-1 0 0,1-1 0 0 0,-1 0 1 0 0,0 0-1 0 0,1 1 0 0 0,-1-1 1 0 0,0 0-1 0 0,0 1 0 0 0,1-1 0 0 0,-1 1 1 0 0,0-1-1 0 0,0 0 0 0 0,0 1 1 0 0,1-1-1 0 0,-1 1 0 0 0,0-1 1 0 0,0 0-1 0 0,0 1 0 0 0,0-1 0 0 0,0 1 1 0 0,0 0-1 0 0,1 2-215 0 0,1 1 0 0 0,0-1 1 0 0,0 1-1 0 0,0-1 0 0 0,0 0 0 0 0,0 0 0 0 0,1 0 0 0 0,-1 0 1 0 0,1 0-1 0 0,0-1 0 0 0,0 1 0 0 0,0-1 0 0 0,0 1 1 0 0,0-1-1 0 0,1 0 0 0 0,-1 0 0 0 0,0-1 0 0 0,1 1 0 0 0,5 1 1 0 0,7 2-1622 0 0,0-1 1 0 0,0-1 0 0 0,19 2 0 0 0,-35-5 1775 0 0,41 3-3546 0 0</inkml:trace>
</inkml:ink>
</file>

<file path=ppt/ink/ink2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1:56.5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1 733 820 0 0,'0'0'1218'0'0,"28"0"5833"0"0,7-10-6141 0 0,0-1 0 0 0,-1-2 0 0 0,-1-2 1 0 0,0-1-1 0 0,60-39 0 0 0,-88 48-770 0 0,0 1 0 0 0,0-1 0 0 0,0 0-1 0 0,-1 0 1 0 0,0-1 0 0 0,0 1 0 0 0,-1-1 0 0 0,0 0 0 0 0,0 0 0 0 0,-1 0 0 0 0,0 0-1 0 0,0-1 1 0 0,0-11 0 0 0,-2 18 306 0 0,-5 6-404 0 0,-3 2-45 0 0,0 0 0 0 0,0 1 1 0 0,1 0-1 0 0,0 1 0 0 0,0 0 0 0 0,1 0 0 0 0,0 0 0 0 0,0 1 0 0 0,1 0 0 0 0,0 0 1 0 0,1 0-1 0 0,0 1 0 0 0,0-1 0 0 0,1 1 0 0 0,-3 14 0 0 0,6-19-10 0 0,1-3 8 0 0,0 0 1 0 0,0 0 0 0 0,0 0-1 0 0,0 0 1 0 0,1 0-1 0 0,-1 0 1 0 0,0 0 0 0 0,1-1-1 0 0,-1 1 1 0 0,1 0-1 0 0,0-1 1 0 0,-1 0 0 0 0,1 1-1 0 0,0-1 1 0 0,0 0-1 0 0,0 0 1 0 0,0 0 0 0 0,0 0-1 0 0,0 0 1 0 0,0 0-1 0 0,0-1 1 0 0,0 1 0 0 0,0-1-1 0 0,1 1 1 0 0,-1-1-1 0 0,0 0 1 0 0,0 0 0 0 0,1 0-1 0 0,-1 0 1 0 0,0 0-1 0 0,4-2 1 0 0,6 0-28 0 0,0-1 0 0 0,0 0 0 0 0,0-1 0 0 0,14-7 0 0 0,-15 7-28 0 0,61-26-231 0 0,94-34-240 0 0,-142 56 413 0 0,1 2 1 0 0,-1 1 0 0 0,1 0-1 0 0,49-1 1 0 0,-71 6 97 0 0,0 0 1 0 0,0 0-1 0 0,0 0 0 0 0,0 0 1 0 0,0 1-1 0 0,0-1 0 0 0,-1 1 1 0 0,1 0-1 0 0,0 0 1 0 0,0 0-1 0 0,-1 0 0 0 0,1 0 1 0 0,-1 0-1 0 0,1 1 1 0 0,-1-1-1 0 0,1 1 0 0 0,-1 0 1 0 0,0 0-1 0 0,0 0 1 0 0,0 0-1 0 0,0 0 0 0 0,0 0 1 0 0,0 0-1 0 0,0 1 1 0 0,-1-1-1 0 0,1 1 0 0 0,-1-1 1 0 0,2 5-1 0 0,-2-2 3 0 0,0 0 0 0 0,0-1 1 0 0,-1 1-1 0 0,0-1 0 0 0,1 1 0 0 0,-1 0 0 0 0,-1-1 0 0 0,1 1 0 0 0,-1-1 1 0 0,0 1-1 0 0,0 0 0 0 0,0-1 0 0 0,-1 0 0 0 0,1 1 0 0 0,-1-1 0 0 0,0 0 1 0 0,-3 4-1 0 0,-26 46-91 0 0,31-53 48 0 0,4-4-656 0 0,44-38 97 0 0,119-105-913 0 0,-142 121 1368 0 0,-1-2-1 0 0,-1 0 0 0 0,-1-2 1 0 0,23-39-1 0 0,-28 38 190 0 0,-1 0-1 0 0,20-58 1 0 0,-32 77 167 0 0,-1 0 0 0 0,0-1 0 0 0,-1 1 0 0 0,0-1-1 0 0,-1 1 1 0 0,0-1 0 0 0,-1 0 0 0 0,0 1 0 0 0,-1-1 0 0 0,0 0-1 0 0,-1 1 1 0 0,-3-12 0 0 0,4 20-95 0 0,1 1-1 0 0,-1 0 1 0 0,0-1-1 0 0,1 1 1 0 0,-1 0 0 0 0,0-1-1 0 0,0 1 1 0 0,-1 0-1 0 0,1 0 1 0 0,0 0-1 0 0,-1 0 1 0 0,1 0-1 0 0,-1 0 1 0 0,0 0 0 0 0,0 1-1 0 0,-3-3 1 0 0,3 4-82 0 0,-1 1 0 0 0,1 0-1 0 0,-1 0 1 0 0,1 0 0 0 0,-1 0 0 0 0,1 1 0 0 0,0-1 0 0 0,-1 0 0 0 0,1 1 0 0 0,0 0 0 0 0,0-1 0 0 0,0 1 0 0 0,0 0 0 0 0,0 0-1 0 0,1 0 1 0 0,-1 1 0 0 0,1-1 0 0 0,-1 0 0 0 0,1 0 0 0 0,-2 4 0 0 0,-21 52 124 0 0,17-33-93 0 0,2 1 1 0 0,0 1 0 0 0,1-1-1 0 0,2 1 1 0 0,1-1 0 0 0,3 43-1 0 0,0-52-24 0 0,0 0 0 0 0,2 0-1 0 0,0 0 1 0 0,1 0-1 0 0,0-1 1 0 0,1 1-1 0 0,1-1 1 0 0,1-1-1 0 0,0 1 1 0 0,1-1 0 0 0,12 14-1 0 0,-7-11 19 0 0,0-1 1 0 0,29 26-1 0 0,-37-38-10 0 0,1 0 1 0 0,-1-1-1 0 0,1 1 0 0 0,0-1 0 0 0,0-1 0 0 0,0 1 1 0 0,0-1-1 0 0,1-1 0 0 0,-1 1 0 0 0,1-1 0 0 0,8 1 0 0 0,-11-4 59 0 0,1 0-1 0 0,0-1 0 0 0,-1 1 1 0 0,1-1-1 0 0,-1 0 0 0 0,0 0 1 0 0,8-5-1 0 0,-5 3 179 0 0,-8 4-333 0 0,1 0 0 0 0,0 0 0 0 0,-1 0 0 0 0,1-1 1 0 0,0 1-1 0 0,0 0 0 0 0,-1 0 0 0 0,1-1 0 0 0,-1 1 0 0 0,1 0 0 0 0,0-1 0 0 0,-1 1 1 0 0,1-1-1 0 0,-1 1 0 0 0,1-1 0 0 0,-1 1 0 0 0,1-1 0 0 0,-1 1 0 0 0,1-1 0 0 0,-1 1 1 0 0,1-1-1 0 0,-1 0 0 0 0,0 1 0 0 0,1-1 0 0 0,-1 0 0 0 0,0 1 0 0 0,0-1 0 0 0,1 0 1 0 0,-1 1-1 0 0,0-1 0 0 0,0 0 0 0 0,0 0 0 0 0,0 1 0 0 0,0-1 0 0 0,0 0 0 0 0,0-1 1 0 0,-1 1-475 0 0,-1 0 1 0 0,1-1 0 0 0,0 1 0 0 0,-1 0 0 0 0,1 0 0 0 0,-1 0 0 0 0,1 0 0 0 0,-1 0 0 0 0,0 0 0 0 0,1 0-1 0 0,-1 1 1 0 0,0-1 0 0 0,1 1 0 0 0,-1-1 0 0 0,-2 1 0 0 0</inkml:trace>
</inkml:ink>
</file>

<file path=ppt/ink/ink2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1:56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41 584 0 0,'0'0'1172'0'0,"2"-9"1892"0"0,0-2-563 0 0,1 1-485 0 0,4 0-4292 0 0</inkml:trace>
</inkml:ink>
</file>

<file path=ppt/ink/ink2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1:57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1 964 0 0,'0'0'2628'0'0,"2"26"1057"0"0,-4-15-3286 0 0,-1-1 0 0 0,-1 0 0 0 0,0 0 0 0 0,-1 0 0 0 0,0-1 0 0 0,0 1 0 0 0,-1-1 0 0 0,0 0 0 0 0,0-1 0 0 0,-11 12 0 0 0,16-19-83 0 0,-1-1-164 0 0,2 0-149 0 0,0 0 1 0 0,0 0-1 0 0,-1 1 0 0 0,1-1 0 0 0,0 0 1 0 0,0 0-1 0 0,0 0 0 0 0,-1 0 1 0 0,1 0-1 0 0,0 0 0 0 0,0 0 1 0 0,0 0-1 0 0,-1 0 0 0 0,1 1 0 0 0,0-1 1 0 0,0 0-1 0 0,0 0 0 0 0,-1 0 1 0 0,1 0-1 0 0,0 0 0 0 0,0 0 0 0 0,-1 0 1 0 0,1-1-1 0 0,0 1 0 0 0,0 0 1 0 0,0 0-1 0 0,-1 0 0 0 0,1 0 1 0 0,0 0-1 0 0,0 0 0 0 0,0 0 0 0 0,-1 0 1 0 0,1 0-1 0 0,0-1 0 0 0,0 1 1 0 0,0 0-1 0 0,0 0 0 0 0,-1 0 1 0 0,1 0-1 0 0,0-1 0 0 0,0 1 0 0 0,0 0 1 0 0,0 0-1 0 0,0 0 0 0 0,0-1 1 0 0,0 1-1 0 0,0 0 0 0 0,-1 0 0 0 0,1 0 1 0 0,0-1-1 0 0,0 1 0 0 0,0 0 1 0 0,0 0-1 0 0,0 0 0 0 0,0-1 1 0 0,0 1-1 0 0,3-7-22 0 0,-1 0 0 0 0,1 0 0 0 0,0 0-1 0 0,1 1 1 0 0,-1 0 0 0 0,1-1 0 0 0,1 1 0 0 0,-1 1 0 0 0,1-1 0 0 0,0 1 0 0 0,0-1 0 0 0,1 1 0 0 0,-1 1 0 0 0,1-1 0 0 0,0 1-1 0 0,1 0 1 0 0,-1 0 0 0 0,1 1 0 0 0,-1 0 0 0 0,1 0 0 0 0,0 1 0 0 0,0 0 0 0 0,15-3 0 0 0,-19 5 11 0 0,-1 1 0 0 0,1-1 0 0 0,0 1 0 0 0,0 0 0 0 0,0 0 0 0 0,-1 0 0 0 0,1 0 0 0 0,0 0 0 0 0,-1 1 0 0 0,1-1 0 0 0,-1 1 0 0 0,0-1 0 0 0,1 1 0 0 0,-1 0 1 0 0,0 0-1 0 0,0 0 0 0 0,0 0 0 0 0,0 1 0 0 0,0-1 0 0 0,-1 0 0 0 0,1 1 0 0 0,-1-1 0 0 0,0 1 0 0 0,2 2 0 0 0,-3-3 7 0 0,4 2 9 0 0,-3-3 4 0 0,-1-1 1 0 0,0 1-1 0 0,0-1 0 0 0,0 0 0 0 0,1 1 0 0 0,-1-1 0 0 0,0 1 0 0 0,1-1 0 0 0,-1 0 1 0 0,0 1-1 0 0,1-1 0 0 0,-1 0 0 0 0,0 0 0 0 0,1 1 0 0 0,-1-1 0 0 0,0 0 0 0 0,1 0 1 0 0,-1 1-1 0 0,1-1 0 0 0,-1 0 0 0 0,1 0 0 0 0,-1 0 0 0 0,0 0 0 0 0,1 0 0 0 0,-1 0 1 0 0,1 0-1 0 0,0 0 0 0 0,17-12 11 0 0,1 1 0 0 0,1 1 0 0 0,0 0 0 0 0,0 1 0 0 0,1 2 0 0 0,22-7 0 0 0,-41 14-51 0 0,-1 0 1 0 0,1 0-1 0 0,0-1 0 0 0,-1 1 0 0 0,1 0 0 0 0,-1 0 1 0 0,1 0-1 0 0,0 0 0 0 0,-1 1 0 0 0,1-1 0 0 0,-1 0 1 0 0,1 1-1 0 0,0-1 0 0 0,-1 1 0 0 0,1 0 1 0 0,-1-1-1 0 0,0 1 0 0 0,1 0 0 0 0,-1 0 0 0 0,1 0 1 0 0,-1 0-1 0 0,0 0 0 0 0,0 0 0 0 0,0 0 0 0 0,0 0 1 0 0,0 1-1 0 0,0-1 0 0 0,0 0 0 0 0,0 1 1 0 0,0-1-1 0 0,0 2 0 0 0,0-1-291 0 0,0 0 1 0 0,0 0-1 0 0,-1 1 0 0 0,1-1 1 0 0,-1 0-1 0 0,1 0 0 0 0,-1 0 1 0 0,0 0-1 0 0,0 1 0 0 0,0-1 1 0 0,0 0-1 0 0,-1 3 0 0 0</inkml:trace>
</inkml:ink>
</file>

<file path=ppt/ink/ink2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1:58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90 292 36 0 0,'0'0'7697'0'0,"-4"4"-7141"0"0,-21 21 2066 0 0,-35 45 0 0 0,59-68-2128 0 0,28-16-709 0 0,0 1 0 0 0,47-14 1 0 0,-60 25 130 0 0,20-2-84 0 0,1-1 1 0 0,-1-1-1 0 0,41-14 0 0 0,-65 16 210 0 0,0 0 0 0 0,0-1 0 0 0,-1 1 0 0 0,0-2 0 0 0,0 1 0 0 0,0-1 0 0 0,0-1 0 0 0,-1 0 0 0 0,0 0 0 0 0,-1 0 0 0 0,1-1 0 0 0,-1 0 0 0 0,-1 0 0 0 0,0-1 0 0 0,6-10 0 0 0,-6 7 182 0 0,0 0 1 0 0,-1-1-1 0 0,0 0 0 0 0,-1 0 1 0 0,0 0-1 0 0,-1 0 0 0 0,0-1 1 0 0,-1 0-1 0 0,-1 1 0 0 0,0-1 0 0 0,-1 0 1 0 0,-2-13-1 0 0,2 24 444 0 0,-3 5-655 0 0,0-1 0 0 0,0 0-1 0 0,0 1 1 0 0,0 0 0 0 0,1-1 0 0 0,-1 1 0 0 0,0 0 0 0 0,1 1 0 0 0,0-1 0 0 0,-1 0 0 0 0,1 1 0 0 0,0-1 0 0 0,0 1 0 0 0,0-1 0 0 0,1 1 0 0 0,-1 0 0 0 0,-1 4 0 0 0,-24 53 104 0 0,24-48-120 0 0,1 0 0 0 0,0 0-1 0 0,1 0 1 0 0,0 1 0 0 0,1-1 0 0 0,0 0 0 0 0,1 0 0 0 0,1 1 0 0 0,0-1 0 0 0,4 15 0 0 0,-4-23-13 0 0,-1 0-1 0 0,1 1 1 0 0,0-1-1 0 0,0 0 1 0 0,0 0-1 0 0,0 0 1 0 0,1 0-1 0 0,-1 0 1 0 0,1 0-1 0 0,0-1 1 0 0,0 0-1 0 0,1 1 1 0 0,-1-1-1 0 0,1 0 1 0 0,0-1 0 0 0,-1 1-1 0 0,1-1 1 0 0,0 1-1 0 0,1-1 1 0 0,-1 0-1 0 0,0-1 1 0 0,1 1-1 0 0,-1-1 1 0 0,0 0-1 0 0,1 0 1 0 0,0 0-1 0 0,-1 0 1 0 0,1-1-1 0 0,-1 0 1 0 0,1 0-1 0 0,5-1 1 0 0,5-1 59 0 0,0-2 0 0 0,-1 1 0 0 0,0-2 1 0 0,23-9-1 0 0,-36 13 262 0 0,1 1-295 0 0,-1 1 1 0 0,1-1 0 0 0,-1 1-1 0 0,1 0 1 0 0,-1-1 0 0 0,0 1 0 0 0,1 0-1 0 0,-1 0 1 0 0,0 0 0 0 0,1 0 0 0 0,-1 0-1 0 0,0 0 1 0 0,0 0 0 0 0,0 1-1 0 0,0-1 1 0 0,0 0 0 0 0,0 1 0 0 0,0-1-1 0 0,-1 0 1 0 0,1 1 0 0 0,0-1-1 0 0,-1 1 1 0 0,1-1 0 0 0,-1 1 0 0 0,1-1-1 0 0,-1 4 1 0 0,11 19-2597 0 0,-10-23 1957 0 0,0 1 0 0 0,0-1 0 0 0,0 0 0 0 0,0 1 0 0 0,0-1 1 0 0,1 0-1 0 0,-1 0 0 0 0,0 0 0 0 0,0 0 0 0 0,1 0 0 0 0,-1 0 0 0 0,1 0 0 0 0,1 0 0 0 0,5 2-2799 0 0</inkml:trace>
</inkml:ink>
</file>

<file path=ppt/ink/ink2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1:58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1056 0 0,'0'0'6319'0'0,"6"-1"-5518"0"0,40-9 578 0 0,64-12 1843 0 0,-97 21-3639 0 0,0 0-1 0 0,-1 1 1 0 0,22 2 0 0 0,-32-2-544 0 0,5 1-4052 0 0</inkml:trace>
</inkml:ink>
</file>

<file path=ppt/ink/ink2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1:59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90 816 0 0,'13'7'1908'0'0,"6"-16"-1112"0"0,-4 4-60 0 0,1 0-72 0 0,1-2-55 0 0,8-5-69 0 0,-4 1-8 0 0,-1 4-76 0 0,3 1-148 0 0,-1 2-128 0 0,0-5-156 0 0,-2 6-148 0 0,-1 0-180 0 0,7-4-160 0 0,-11 3-652 0 0,-4 3-1205 0 0,5-3 537 0 0</inkml:trace>
</inkml:ink>
</file>

<file path=ppt/ink/ink2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2:00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19 708 0 0,'0'0'885'0'0,"-4"-12"8160"0"0,0 7-9650 0 0,2 4 1161 0 0,-1 2-504 0 0,1 1 0 0 0,0 1 0 0 0,0-1-1 0 0,0 0 1 0 0,0 0 0 0 0,0 1 0 0 0,0-1 0 0 0,1 1 0 0 0,-1-1 0 0 0,1 1 0 0 0,-1 0-1 0 0,1 0 1 0 0,0 0 0 0 0,-1 5 0 0 0,1-2 40 0 0,0 1 1 0 0,1 0-1 0 0,0 0 1 0 0,0 0-1 0 0,0 0 1 0 0,1-1-1 0 0,0 1 0 0 0,0 0 1 0 0,1 0-1 0 0,0-1 1 0 0,4 11-1 0 0,-3-10 8 0 0,-1 1 1 0 0,0 0-1 0 0,0-1 0 0 0,0 1 0 0 0,-1 0 1 0 0,0 13-1 0 0,-2-19-88 0 0,1 0 0 0 0,-1 0 1 0 0,0 0-1 0 0,0 0 0 0 0,0-1 0 0 0,0 1 1 0 0,-1 0-1 0 0,1-1 0 0 0,0 1 0 0 0,-1-1 1 0 0,1 1-1 0 0,-1-1 0 0 0,1 0 0 0 0,-1 0 1 0 0,1 0-1 0 0,-1 1 0 0 0,-3 0 0 0 0,-32 15 117 0 0,35-16-121 0 0,-4 1-36 0 0,0 0 1 0 0,0 0 0 0 0,-1-1 0 0 0,1 0-1 0 0,-14 0 1 0 0,-7-4-2116 0 0,6-9-3322 0 0,15 3 2222 0 0</inkml:trace>
</inkml:ink>
</file>

<file path=ppt/ink/ink2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2:01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42 312 0 0,'0'0'5189'0'0,"3"-4"-4559"0"0,13-16 2619 0 0,-16 20-3187 0 0,1-1 0 0 0,-1 1 0 0 0,0 0 0 0 0,0 0 1 0 0,1-1-1 0 0,-1 1 0 0 0,0 0 0 0 0,0-1 1 0 0,0 1-1 0 0,0 0 0 0 0,1-1 0 0 0,-1 1 0 0 0,0-1 1 0 0,0 1-1 0 0,0 0 0 0 0,0-1 0 0 0,0 1 1 0 0,0 0-1 0 0,0-1 0 0 0,0 1 0 0 0,0-1 1 0 0,0 1-1 0 0,0 0 0 0 0,0-1 0 0 0,0 1 0 0 0,0 0 1 0 0,0-1-1 0 0,-1 1 0 0 0,1 0 0 0 0,0-1 1 0 0,0 1-1 0 0,0 0 0 0 0,-1-1 0 0 0,1 1 1 0 0,0 0-1 0 0,0-1 0 0 0,-1 1 0 0 0,1 0 0 0 0,0 0 1 0 0,0-1-1 0 0,-1 1 0 0 0,1 0 0 0 0,0 0 1 0 0,-1 0-1 0 0,1-1 0 0 0,0 1 0 0 0,-1 0 0 0 0,1 0 1 0 0,-1 0-1 0 0,1 0 0 0 0,0 0 0 0 0,-1 0 1 0 0,1 0-1 0 0,0 0 0 0 0,-1 0 0 0 0,0 0 1 0 0,-1-1-34 0 0,0 1 0 0 0,-1-1 1 0 0,1 1-1 0 0,0 0 1 0 0,-1 0-1 0 0,1 0 0 0 0,0 0 1 0 0,-1 0-1 0 0,1 0 0 0 0,-5 2 1 0 0,-23 8 361 0 0,-41 21 0 0 0,62-26-287 0 0,0 0 0 0 0,1 0 1 0 0,-1 1-1 0 0,1 0 0 0 0,0 0 1 0 0,1 1-1 0 0,-1 0 0 0 0,1 0 0 0 0,-6 9 1 0 0,13-15-104 0 0,-1 0 1 0 0,1-1-1 0 0,-1 1 0 0 0,1 0 1 0 0,-1 0-1 0 0,1 0 1 0 0,0 0-1 0 0,-1 0 0 0 0,1 0 1 0 0,0 0-1 0 0,0 0 1 0 0,0 0-1 0 0,0 0 1 0 0,0 0-1 0 0,0 0 0 0 0,0 0 1 0 0,0 0-1 0 0,0 0 1 0 0,0-1-1 0 0,1 1 0 0 0,-1 0 1 0 0,0 0-1 0 0,1 0 1 0 0,-1 0-1 0 0,1 0 1 0 0,-1 0-1 0 0,1 0 0 0 0,-1-1 1 0 0,1 1-1 0 0,-1 0 1 0 0,1 0-1 0 0,0-1 0 0 0,-1 1 1 0 0,1 0-1 0 0,0-1 1 0 0,0 1-1 0 0,-1-1 0 0 0,1 1 1 0 0,0-1-1 0 0,0 1 1 0 0,0-1-1 0 0,1 1 1 0 0,34 10-141 0 0,34-16-142 0 0,-57 3 175 0 0,0 1-1 0 0,1 0 1 0 0,-1 1-1 0 0,16 1 0 0 0,-27-1 61 0 0,-2 0 41 0 0,0 0 0 0 0,1-1 0 0 0,-1 1 1 0 0,0 0-1 0 0,0 0 0 0 0,1-1 0 0 0,-1 1 1 0 0,0 0-1 0 0,1 0 0 0 0,-1-1 1 0 0,1 1-1 0 0,-1 0 0 0 0,0 0 0 0 0,1 0 1 0 0,-1 0-1 0 0,0-1 0 0 0,1 1 0 0 0,-1 0 1 0 0,1 0-1 0 0,-1 0 0 0 0,1 0 0 0 0,-1 0 1 0 0,0 0-1 0 0,1 0 0 0 0,-1 0 1 0 0,1 0-1 0 0,-1 0 0 0 0,0 1 0 0 0,1-1 1 0 0,-1 0-1 0 0,1 0 0 0 0,-1 0 0 0 0,0 0 1 0 0,1 1-1 0 0,-1-1 0 0 0,0 0 0 0 0,1 0 1 0 0,-1 0-1 0 0,0 1 0 0 0,1-1 1 0 0,-1 0-1 0 0,0 1 0 0 0,0-1 0 0 0,1 0 1 0 0,-1 1-1 0 0,0-1 0 0 0,1 1 0 0 0,19 17-131 0 0,-19-17 144 0 0,0 0 0 0 0,0 0 0 0 0,1 0 0 0 0,-1 0 0 0 0,0 0 0 0 0,1 0-1 0 0,-1 0 1 0 0,1-1 0 0 0,-1 1 0 0 0,1-1 0 0 0,-1 1 0 0 0,1-1 0 0 0,0 1 0 0 0,-1-1-1 0 0,1 0 1 0 0,0 0 0 0 0,-1 0 0 0 0,1 0 0 0 0,-1 0 0 0 0,1 0 0 0 0,0 0 0 0 0,-1-1-1 0 0,1 1 1 0 0,2-1 0 0 0,50-14 90 0 0,-36 9-69 0 0,109-19 113 0 0,-47 11-105 0 0,-77 13-45 0 0,1 1 1 0 0,0-1-1 0 0,0 0 0 0 0,0 1 1 0 0,0 0-1 0 0,1 0 0 0 0,-1 0 1 0 0,0 1-1 0 0,0 0 0 0 0,0-1 1 0 0,-1 1-1 0 0,1 0 0 0 0,6 3 1 0 0,-9-3 6 0 0,2 14 55 0 0,-40 30-1010 0 0,7-21-6535 0 0</inkml:trace>
</inkml:ink>
</file>

<file path=ppt/ink/ink2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2:03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45 585 600 0 0,'-3'-1'62'0'0,"1"1"205"0"0,0-1 1 0 0,0 1-1 0 0,0-1 1 0 0,0 1-1 0 0,0-1 1 0 0,0 0-1 0 0,1 0 1 0 0,-1 0-1 0 0,0 0 1 0 0,0 0 0 0 0,1 0-1 0 0,-1 0 1 0 0,1 0-1 0 0,-1-1 1 0 0,1 1-1 0 0,-3-4 1 0 0,3 4 563 0 0,0 0-747 0 0,1 1 1 0 0,-1-1-1 0 0,0 1 0 0 0,1-1 0 0 0,-1 0 1 0 0,1 1-1 0 0,-1-1 0 0 0,1 0 0 0 0,-1 0 1 0 0,1 0-1 0 0,-1 1 0 0 0,1-1 0 0 0,0 0 0 0 0,-1 0 1 0 0,1 0-1 0 0,0 0 0 0 0,0 0 0 0 0,0 0 1 0 0,0 1-1 0 0,0-1 0 0 0,0 0 0 0 0,0 0 0 0 0,0 0 1 0 0,0 0-1 0 0,0 0 0 0 0,0 0 0 0 0,0 0 1 0 0,1 0-1 0 0,-1 1 0 0 0,1-2 0 0 0,5-28 1072 0 0,-2 22-985 0 0,0 0 1 0 0,1 0-1 0 0,-1 0 0 0 0,2 0 0 0 0,-1 1 0 0 0,1-1 1 0 0,1 2-1 0 0,-1-1 0 0 0,11-7 0 0 0,3-3 39 0 0,1 2 0 0 0,24-15 0 0 0,-25 19-130 0 0,1 0-1 0 0,0 1 0 0 0,1 2 1 0 0,0 0-1 0 0,1 1 0 0 0,-1 1 0 0 0,1 1 1 0 0,0 2-1 0 0,1 0 0 0 0,-1 1 1 0 0,0 1-1 0 0,1 1 0 0 0,27 5 1 0 0,-44-4-75 0 0,0 0 1 0 0,0 1-1 0 0,0 0 1 0 0,0 1 0 0 0,0-1-1 0 0,-1 1 1 0 0,0 1 0 0 0,1-1-1 0 0,-1 1 1 0 0,0 0 0 0 0,-1 0-1 0 0,1 1 1 0 0,-1 0 0 0 0,0 0-1 0 0,0 0 1 0 0,0 1-1 0 0,-1-1 1 0 0,0 1 0 0 0,0 0-1 0 0,0 0 1 0 0,-1 1 0 0 0,4 8-1 0 0,-5-7-14 0 0,0 1 0 0 0,0 0 0 0 0,-1-1 0 0 0,0 1 0 0 0,0 0 0 0 0,-1 0 0 0 0,0 0 0 0 0,-1 0 0 0 0,0 0 0 0 0,0-1 0 0 0,-1 1 0 0 0,0 0-1 0 0,0-1 1 0 0,-1 1 0 0 0,0-1 0 0 0,-1 0 0 0 0,-6 12 0 0 0,0-5 31 0 0,-1 0 1 0 0,0-1-1 0 0,-1 0 0 0 0,0 0 0 0 0,-1-1 0 0 0,-1-1 0 0 0,0-1 0 0 0,-22 15 1 0 0,34-25 152 0 0,4-5-206 0 0,8-12-17 0 0,1 2-1 0 0,0-1 1 0 0,1 2-1 0 0,0-1 1 0 0,1 2-1 0 0,22-18 1 0 0,12-13-159 0 0,160-182-758 0 0,-177 187 1079 0 0,-1-1 1 0 0,-3-1-1 0 0,-1-2 0 0 0,25-56 1 0 0,-42 67 774 0 0,-8 30-863 0 0,1 0 0 0 0,-1 1 0 0 0,0-1-1 0 0,0 0 1 0 0,0 0 0 0 0,0 1 0 0 0,1-1-1 0 0,-1 0 1 0 0,0 0 0 0 0,0 1-1 0 0,0-1 1 0 0,0 0 0 0 0,-1 0 0 0 0,1 1-1 0 0,0-1 1 0 0,0 0 0 0 0,0 0 0 0 0,-1 1-1 0 0,1-1 1 0 0,0 0 0 0 0,-1 0 0 0 0,1 1-1 0 0,0-1 1 0 0,-1 1 0 0 0,1-1-1 0 0,-1 0 1 0 0,1 1 0 0 0,-1-1 0 0 0,0 1-1 0 0,1-1 1 0 0,-1 1 0 0 0,1-1 0 0 0,-1 1-1 0 0,0 0 1 0 0,1-1 0 0 0,-1 1-1 0 0,0 0 1 0 0,0-1 0 0 0,-1 1 0 0 0,-1 1-13 0 0,-1 0 0 0 0,1 0 1 0 0,-1 0-1 0 0,1 0 1 0 0,0 1-1 0 0,-1 0 0 0 0,1-1 1 0 0,0 1-1 0 0,0 1 1 0 0,0-1-1 0 0,1 0 0 0 0,-1 1 1 0 0,0-1-1 0 0,1 1 1 0 0,0 0-1 0 0,-1 0 0 0 0,1 0 1 0 0,0 0-1 0 0,-2 6 1 0 0,-31 64 90 0 0,29-57-92 0 0,0 1 1 0 0,2 0-1 0 0,0 0 0 0 0,1 0 1 0 0,1 1-1 0 0,0-1 1 0 0,1 1-1 0 0,1-1 1 0 0,1 1-1 0 0,0-1 1 0 0,2 1-1 0 0,0-1 0 0 0,0 0 1 0 0,2 0-1 0 0,0 0 1 0 0,1-1-1 0 0,11 22 1 0 0,-15-34-11 0 0,1-1 0 0 0,-1 1 0 0 0,1-1 1 0 0,0 0-1 0 0,0 0 0 0 0,0 0 0 0 0,0 0 0 0 0,1 0 1 0 0,-1-1-1 0 0,1 1 0 0 0,-1-1 0 0 0,1 0 0 0 0,0 0 1 0 0,0 0-1 0 0,0-1 0 0 0,0 0 0 0 0,0 1 0 0 0,0-1 1 0 0,1-1-1 0 0,-1 1 0 0 0,0-1 0 0 0,0 1 1 0 0,1-1-1 0 0,-1 0 0 0 0,8-2 0 0 0,11 0 17 0 0,0-2-1 0 0,0-1 1 0 0,33-11-1 0 0,-35 10-14 0 0,58-19-37 0 0,-78 24 5 0 0,7 3-8 0 0,0-1 29 0 0,-1 1 1 0 0,1 0-1 0 0,-1 1 1 0 0,0 0-1 0 0,9 4 1 0 0,-15-6 3 0 0,15 5 38 0 0,0 0-1 0 0,1-2 0 0 0,-1 1 0 0 0,1-2 1 0 0,0 0-1 0 0,0-1 0 0 0,1-1 0 0 0,-1-1 0 0 0,0 0 1 0 0,0-1-1 0 0,1-1 0 0 0,-1 0 0 0 0,-1-2 1 0 0,24-7-1 0 0,-38 11 89 0 0,1-1 0 0 0,-1 0 1 0 0,0 0-1 0 0,0-1 0 0 0,0 1 0 0 0,0 0 1 0 0,0-1-1 0 0,0 1 0 0 0,0-1 0 0 0,0 0 1 0 0,-1 0-1 0 0,1 0 0 0 0,-1 1 0 0 0,1-1 1 0 0,-1-1-1 0 0,0 1 0 0 0,0 0 0 0 0,0 0 1 0 0,0 0-1 0 0,0-1 0 0 0,0 1 0 0 0,0-5 1 0 0,-1 5 178 0 0,-13-33 1001 0 0,0 26-1650 0 0,1 12-4290 0 0,-2 0-3607 0 0</inkml:trace>
</inkml:ink>
</file>

<file path=ppt/ink/ink2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2:03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57 212 0 0,'0'0'6549'0'0,"26"33"-1209"0"0,-24-31-5260 0 0,0 0 0 0 0,0-1-1 0 0,0 1 1 0 0,0-1 0 0 0,0 0 0 0 0,0 1-1 0 0,0-1 1 0 0,1 0 0 0 0,-1 0-1 0 0,0 0 1 0 0,1-1 0 0 0,-1 1 0 0 0,1 0-1 0 0,-1-1 1 0 0,1 0 0 0 0,-1 0 0 0 0,1 1-1 0 0,-1-1 1 0 0,4-1 0 0 0,61-6 151 0 0,-43 4-323 0 0,46 1-367 0 0,-57 3 430 0 0,1-1-1 0 0,-1 0 1 0 0,0-1-1 0 0,1-1 0 0 0,-1 0 1 0 0,25-8-1 0 0,-35 9 34 0 0,2 0 169 0 0,-1-1 0 0 0,1 0 1 0 0,-1 0-1 0 0,1-1 0 0 0,-1 1 0 0 0,0-1 1 0 0,0 0-1 0 0,0 0 0 0 0,0 0 1 0 0,0 0-1 0 0,5-7 0 0 0,-8 9 158 0 0,-1-14 938 0 0,0 14-1361 0 0,-1-1 0 0 0,1 1 0 0 0,-1-1 0 0 0,1 1 0 0 0,-1 0 0 0 0,0-1 0 0 0,1 1 0 0 0,-1 0 0 0 0,0 0 0 0 0,0 0 0 0 0,0-1 0 0 0,0 1 0 0 0,0 0 0 0 0,0 0 0 0 0,0 0 0 0 0,0 1 0 0 0,0-1 0 0 0,-1 0 0 0 0,1 0 0 0 0,0 1 0 0 0,-1-1 0 0 0,1 0 0 0 0,0 1-1 0 0,-1-1 1 0 0,1 1 0 0 0,-1 0 0 0 0,1-1 0 0 0,-1 1 0 0 0,-1 0 0 0 0,-15 9-10875 0 0</inkml:trace>
</inkml:ink>
</file>

<file path=ppt/ink/ink2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2:04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1 292 0 0,'0'0'8793'0'0,"1"4"-8443"0"0,5 12-145 0 0,-5-11 81 0 0,1 0 0 0 0,0 0 0 0 0,0 0 1 0 0,0 0-1 0 0,0 0 0 0 0,7 8 0 0 0,-7-11-213 0 0,-1 0-1 0 0,1 0 1 0 0,0-1-1 0 0,1 1 1 0 0,-1-1-1 0 0,0 1 1 0 0,0-1-1 0 0,1 0 1 0 0,-1 0-1 0 0,0 0 1 0 0,1 0 0 0 0,-1 0-1 0 0,1-1 1 0 0,0 1-1 0 0,-1-1 1 0 0,1 0-1 0 0,-1 0 1 0 0,6 0-1 0 0,18-1 589 0 0,0-2-1 0 0,-1-2 1 0 0,46-12 0 0 0,11-2-5806 0 0,-64 13-2514 0 0</inkml:trace>
</inkml:ink>
</file>

<file path=ppt/ink/ink2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2:06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0 460 0 0,'1'2'8928'0'0,"3"18"-8660"0"0,-1-1-8 0 0,-1-1 1 0 0,-1 1 0 0 0,-1 0-1 0 0,-1 0 1 0 0,-1 0 0 0 0,0 0-1 0 0,-8 27 1 0 0,10-44-939 0 0,-2 5-94 0 0</inkml:trace>
</inkml:ink>
</file>

<file path=ppt/ink/ink2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2:06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45 120 0 0,'4'-43'7047'0'0,"-3"41"-6740"0"0</inkml:trace>
</inkml:ink>
</file>

<file path=ppt/ink/ink2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2:06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0 752 0 0,'0'0'755'0'0,"36"23"5751"0"0,-18-19-5854 0 0,0 0 0 0 0,0-1 0 0 0,34 0 0 0 0,-40-3-2300 0 0,0-1-1 0 0,-1 0 1 0 0,22-5 0 0 0,-24 3-616 0 0</inkml:trace>
</inkml:ink>
</file>

<file path=ppt/ink/ink2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2:07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168 173 13381 0 0,'6'-2'633'0'0,"-1"0"1"0"0,1 0-1 0 0,0 0 0 0 0,-1 1 1 0 0,1 0-1 0 0,11-1 0 0 0,-15 2-593 0 0,0 0 0 0 0,0 0 0 0 0,0 1-1 0 0,0-1 1 0 0,0 1 0 0 0,0-1 0 0 0,0 1 0 0 0,0-1 0 0 0,-1 1-1 0 0,1 0 1 0 0,0 0 0 0 0,0 0 0 0 0,0 0 0 0 0,-1 0 0 0 0,1 0-1 0 0,-1 1 1 0 0,1-1 0 0 0,-1 1 0 0 0,1-1 0 0 0,-1 1 0 0 0,2 1-1 0 0,12 21 102 0 0,0 0-1 0 0,-1 0 1 0 0,11 31-1 0 0,-21-45-450 0 0,0 0 0 0 0,-1 0 1 0 0,0 0-1 0 0,0 0 0 0 0,-1 1 0 0 0,-1-1 0 0 0,0 0 0 0 0,0 1 1 0 0,-1-1-1 0 0,-1 1 0 0 0,-2 16 0 0 0,-10 1-3013 0 0,-1-17-2633 0 0</inkml:trace>
  <inkml:trace contextRef="#ctx0" brushRef="#br0" timeOffset="1">0 204 8885 0 0,'8'-10'106'0'0,"0"0"-1"0"0,1 1 1 0 0,0 0 0 0 0,1 0 0 0 0,0 1 0 0 0,0 0 0 0 0,1 1-1 0 0,0 0 1 0 0,0 0 0 0 0,0 2 0 0 0,18-8 0 0 0,19-5 495 0 0,71-17 0 0 0,-56 20-105 0 0,-1 2 0 0 0,83-6 0 0 0,-106 18-1214 0 0,59 3-1 0 0,-69 1-1396 0 0,1 2 1 0 0,43 12-1 0 0,-48-11-733 0 0</inkml:trace>
</inkml:ink>
</file>

<file path=ppt/ink/ink2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2:08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137 344 420 0 0,'0'0'5664'0'0,"-5"-2"-4945"0"0,1 2-521 0 0,0 0-1 0 0,0 0 1 0 0,0 0 0 0 0,0 0 0 0 0,0 1 0 0 0,0 0 0 0 0,0-1 0 0 0,1 1 0 0 0,-1 1 0 0 0,0-1 0 0 0,0 0 0 0 0,1 1 0 0 0,-1 0 0 0 0,1 0 0 0 0,0 0-1 0 0,-1 0 1 0 0,1 1 0 0 0,0-1 0 0 0,0 1 0 0 0,1 0 0 0 0,-5 4 0 0 0,-42 42 2242 0 0,48-48-2285 0 0,27-2 737 0 0,3-4-997 0 0,1 0 0 0 0,-1 3 1 0 0,42 0-1 0 0,-42 2 9 0 0,-1-1 0 0 0,0-2 0 0 0,31-6 0 0 0,-51 7 172 0 0,0 0 1 0 0,0-1-1 0 0,0 0 0 0 0,-1 0 0 0 0,1-1 0 0 0,-1 0 0 0 0,0 0 1 0 0,0-1-1 0 0,-1 0 0 0 0,1 0 0 0 0,-1-1 0 0 0,0 1 1 0 0,0-1-1 0 0,-1-1 0 0 0,0 1 0 0 0,0-1 0 0 0,0 0 0 0 0,-1 0 1 0 0,0 0-1 0 0,-1-1 0 0 0,1 1 0 0 0,-1-1 0 0 0,-1 0 0 0 0,0 0 1 0 0,0 0-1 0 0,0 0 0 0 0,0-17 0 0 0,-1 22-5 0 0,-1-1-1 0 0,0 0 1 0 0,0 0-1 0 0,0 1 1 0 0,0-1-1 0 0,-1 0 1 0 0,1 0-1 0 0,-1 1 1 0 0,0-1 0 0 0,0 0-1 0 0,0 1 1 0 0,-1-1-1 0 0,0 1 1 0 0,-2-5-1 0 0,3 7-14 0 0,-1 0-14 0 0,-5-4-12 0 0,6 4-36 0 0,-2 4-77 0 0,-7 15-10 0 0,14 0-104 0 0,2 1 0 0 0,0-1 1 0 0,1 0-1 0 0,0-1 1 0 0,16 26-1 0 0,-12-25-292 0 0,-2 1-1 0 0,0 0 1 0 0,-1 0 0 0 0,9 37-1 0 0,-9-16-703 0 0,-8-39 1065 0 0,0 0 56 0 0,0 0 62 0 0,0-1 0 0 0,0 1 0 0 0,0-1 0 0 0,0 1 1 0 0,0-1-1 0 0,0 0 0 0 0,0 1 0 0 0,0-1 0 0 0,0 1 0 0 0,0-1 0 0 0,0 1 0 0 0,0-1 0 0 0,0 1 0 0 0,1-1 0 0 0,-1 1 0 0 0,0-1 0 0 0,0 1 0 0 0,0-1 1 0 0,1 0-1 0 0,-1 1 0 0 0,0-1 0 0 0,1 0 0 0 0,-1 1 0 0 0,0-1 0 0 0,1 0 0 0 0,-1 1 0 0 0,0-1 0 0 0,1 0 0 0 0,-1 1 0 0 0,1-1 0 0 0,-1 0 0 0 0,1 0 1 0 0,-1 0-1 0 0,0 1 0 0 0,1-1 0 0 0,-1 0 0 0 0,1 0 0 0 0,-1 0 0 0 0,1 0 0 0 0,-1 0 0 0 0,1 0 0 0 0,-1 0 0 0 0,1 0 0 0 0,-1 0 0 0 0,1 0 1 0 0,-1 0-1 0 0,1 0 0 0 0,0-1 0 0 0,30-13-34 0 0,0-1 0 0 0,-1-2 0 0 0,-1-1 0 0 0,-1-1 0 0 0,38-33 1 0 0,-25 15 235 0 0,-3-1 1 0 0,61-76-1 0 0,-87 96 402 0 0,0 0 1 0 0,-1-1-1 0 0,0 0 0 0 0,-2 0 0 0 0,11-34 0 0 0,-19 52-569 0 0,-1 1 1 0 0,0-1-1 0 0,1 0 0 0 0,-1 1 1 0 0,0-1-1 0 0,0 1 1 0 0,0-1-1 0 0,1 0 1 0 0,-1 1-1 0 0,0-1 0 0 0,0 1 1 0 0,0-1-1 0 0,0 0 1 0 0,0 1-1 0 0,0-1 1 0 0,0 0-1 0 0,0 1 0 0 0,0-1 1 0 0,-1 1-1 0 0,1-1 1 0 0,0 0-1 0 0,0 1 1 0 0,0-1-1 0 0,-1 1 0 0 0,1-1 1 0 0,0 1-1 0 0,-1-1 1 0 0,1 1-1 0 0,0-1 1 0 0,-1 1-1 0 0,1-1 0 0 0,-1 1 1 0 0,1-1-1 0 0,-1 1 1 0 0,1-1-1 0 0,-1 1 1 0 0,1 0-1 0 0,-1 0 1 0 0,1-1-1 0 0,-1 1 0 0 0,0 0 1 0 0,1 0-1 0 0,-1-1 1 0 0,1 1-1 0 0,-1 0 1 0 0,0 0-1 0 0,1 0 0 0 0,-1 0 1 0 0,0 0-1 0 0,1 0 1 0 0,-1 0-1 0 0,1 0 1 0 0,-1 0-1 0 0,0 0 0 0 0,1 0 1 0 0,-1 1-1 0 0,0-1 1 0 0,1 0-1 0 0,-1 0 1 0 0,1 1-1 0 0,-1-1 0 0 0,0 1 1 0 0,-36 16 189 0 0,29-9-182 0 0,0-1 1 0 0,1 1-1 0 0,-1 0 1 0 0,2 1-1 0 0,0-1 1 0 0,0 1-1 0 0,0 1 1 0 0,1-1 0 0 0,0 1-1 0 0,1 0 1 0 0,0 0-1 0 0,1 0 1 0 0,0 0-1 0 0,-3 18 1 0 0,5-19-59 0 0,0-1 0 0 0,1 0 0 0 0,0 1 0 0 0,0-1 0 0 0,0 0 0 0 0,1 1 0 0 0,1-1 0 0 0,-1 0 0 0 0,1 0 0 0 0,1 0 0 0 0,-1 0 0 0 0,1 0 0 0 0,1-1 0 0 0,0 1 0 0 0,0-1 0 0 0,0 0 0 0 0,1 0 0 0 0,0 0 0 0 0,8 8 0 0 0,-9-12 157 0 0,0-1 1 0 0,0 0-1 0 0,0 0 1 0 0,1-1-1 0 0,-1 1 1 0 0,0-1-1 0 0,1 0 1 0 0,-1 0-1 0 0,1-1 0 0 0,-1 1 1 0 0,1-1-1 0 0,0 0 1 0 0,-1 0-1 0 0,1 0 1 0 0,-1-1-1 0 0,1 0 1 0 0,5-1-1 0 0,-3 1 2396 0 0,14 9-716 0 0,2 6-3672 0 0,21 6-3948 0 0,-14-14-1796 0 0,-10-4 2753 0 0</inkml:trace>
</inkml:ink>
</file>

<file path=ppt/ink/ink2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2:08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1384 0 0,'17'7'5908'0'0,"-1"1"6357"0"0</inkml:trace>
</inkml:ink>
</file>

<file path=ppt/ink/ink2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2:14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487 88 316 0 0,'0'0'655'0'0,"8"-35"5075"0"0,-7 30-5218 0 0,-1 3-237 0 0,1 0 0 0 0,-1 0 1 0 0,0-1-1 0 0,0 1 0 0 0,0 0 0 0 0,0 0 1 0 0,0-1-1 0 0,0 1 0 0 0,0 0 0 0 0,-1-1 1 0 0,1 1-1 0 0,-1 0 0 0 0,1 0 1 0 0,-1 0-1 0 0,-2-5 0 0 0,2 6-50 0 0,-16-6 474 0 0,-6 11-596 0 0,0 0 0 0 0,-1 2 0 0 0,1 0 0 0 0,1 2 0 0 0,0 0 0 0 0,0 1 0 0 0,-21 13 0 0 0,-17 12-17 0 0,-65 50 0 0 0,114-77-81 0 0,5-3-10 0 0,0 0 0 0 0,-1 0 1 0 0,2 0-1 0 0,-1 1 0 0 0,0 0 0 0 0,1 0 0 0 0,0 0 0 0 0,0 0 0 0 0,1 1 0 0 0,0 0 1 0 0,0 0-1 0 0,0 1 0 0 0,-3 6 0 0 0,7-12 6 0 0,0 0-1 0 0,1 1 1 0 0,-1-1-1 0 0,0 0 1 0 0,1 1 0 0 0,-1-1-1 0 0,1 0 1 0 0,-1 0-1 0 0,1 0 1 0 0,-1 1 0 0 0,1-1-1 0 0,0 0 1 0 0,0 0 0 0 0,0 0-1 0 0,-1 0 1 0 0,1 0-1 0 0,0 0 1 0 0,0 0 0 0 0,0-1-1 0 0,1 1 1 0 0,-1 0-1 0 0,0 0 1 0 0,0-1 0 0 0,0 1-1 0 0,3 0 1 0 0,29 12 12 0 0,14-4-14 0 0,-1-2 0 0 0,92 0 0 0 0,-80-5-82 0 0,83 12-1 0 0,-124-11 30 0 0,1 1 1 0 0,0 1-1 0 0,-1 1 0 0 0,0 0 1 0 0,0 1-1 0 0,-1 1 0 0 0,0 0 1 0 0,27 20-1 0 0,-40-27 46 0 0,-1 1 0 0 0,1 0 1 0 0,-1-1-1 0 0,0 1 0 0 0,0 1 1 0 0,0-1-1 0 0,0 0 0 0 0,0 0 0 0 0,-1 1 1 0 0,1-1-1 0 0,-1 1 0 0 0,1-1 1 0 0,-1 1-1 0 0,0 0 0 0 0,0-1 0 0 0,0 1 1 0 0,0 0-1 0 0,-1 0 0 0 0,1 0 0 0 0,-1 0 1 0 0,1 4-1 0 0,-2-2 5 0 0,0-1-1 0 0,0 0 1 0 0,0 1-1 0 0,-1-1 1 0 0,1 0-1 0 0,-1 0 1 0 0,0 0-1 0 0,0 0 1 0 0,0-1-1 0 0,-1 1 1 0 0,1 0-1 0 0,-7 5 1 0 0,-4 4 43 0 0,-1 0 0 0 0,0-2 1 0 0,-1 1-1 0 0,0-2 0 0 0,-27 15 1 0 0,12-11 216 0 0,1-1 0 0 0,-1-2 1 0 0,-1-1-1 0 0,0-1 1 0 0,0-1-1 0 0,-1-2 0 0 0,0-1 1 0 0,0-2-1 0 0,-40-1 1 0 0,70-2-309 0 0,-5-1 620 0 0,1 1-3061 0 0</inkml:trace>
</inkml:ink>
</file>

<file path=ppt/ink/ink2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2:25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1599 30 884 0 0,'0'-24'3970'0'0,"0"24"-3858"0"0,-1-1-1 0 0,1 1 1 0 0,0-1-1 0 0,0 1 1 0 0,-1 0-1 0 0,1-1 1 0 0,0 1-1 0 0,-1 0 1 0 0,1-1-1 0 0,0 1 1 0 0,-1 0-1 0 0,1 0 1 0 0,-1-1-1 0 0,1 1 1 0 0,-1 0-1 0 0,1 0 1 0 0,0 0-1 0 0,-1-1 1 0 0,1 1-1 0 0,-1 0 1 0 0,1 0-1 0 0,-1 0 1 0 0,1 0-1 0 0,-1 0 1 0 0,1 0-1 0 0,-1 0 1 0 0,1 0-1 0 0,-1 0 1 0 0,-5 2 81 0 0,-1 0-1 0 0,1 0 1 0 0,1 1 0 0 0,-1 0-1 0 0,0 0 1 0 0,-6 4 0 0 0,-695 379 1247 0 0,188-143-930 0 0,403-190-365 0 0,96-44-154 0 0,-12 5-43 0 0,0 2-1 0 0,-34 22 1 0 0,64-36-135 0 0,-1 0-1 0 0,0 0 1 0 0,1 1-1 0 0,0-1 1 0 0,-1 1-1 0 0,1-1 1 0 0,0 1-1 0 0,0 0 1 0 0,1 0-1 0 0,-1 0 1 0 0,1 0-1 0 0,-1 0 1 0 0,1 0-1 0 0,0 0 1 0 0,0 0-1 0 0,-1 5 1 0 0,-6 17-4239 0 0,2-10 2313 0 0</inkml:trace>
</inkml:ink>
</file>

<file path=ppt/ink/ink2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2:26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2 316 0 0,'-3'-1'4980'0'0,"4"11"-2095"0"0,14 33-1223 0 0,24 57-1630 0 0,-3-19 339 0 0,-2-1 81 0 0,49 82-1 0 0,-83-162-391 0 0,0 1-1 0 0,0-1 1 0 0,0 0 0 0 0,1 1-1 0 0,-1-1 1 0 0,0 0 0 0 0,0 0-1 0 0,0 1 1 0 0,0-1 0 0 0,1 0-1 0 0,-1 0 1 0 0,0 1 0 0 0,0-1-1 0 0,0 0 1 0 0,1 0 0 0 0,-1 0-1 0 0,0 1 1 0 0,0-1 0 0 0,1 0-1 0 0,-1 0 1 0 0,0 0 0 0 0,0 0-1 0 0,1 0 1 0 0,-1 1 0 0 0,0-1-1 0 0,1 0 1 0 0,-1 0 0 0 0,0 0 0 0 0,1 0-1 0 0,-1 0 1 0 0,0 0 0 0 0,0 0-1 0 0,1 0 1 0 0,-1 0 0 0 0,0 0-1 0 0,1 0 1 0 0,-1-1 0 0 0,0 1-1 0 0,1 0 1 0 0,-1 0 0 0 0,0 0-1 0 0,0 0 1 0 0,1 0 0 0 0,-1 0-1 0 0,0-1 1 0 0,0 1 0 0 0,1 0-1 0 0,-1 0 1 0 0,0 0 0 0 0,0-1-1 0 0,1 1 1 0 0,10-24 1042 0 0,7-47-1058 0 0,-15 58 315 0 0,20-90 58 0 0,39-149-2038 0 0,-61 250 1437 0 0,-1 1-1 0 0,1 0 1 0 0,0 0 0 0 0,-1 0 0 0 0,1 1 0 0 0,0-1 0 0 0,0 0 0 0 0,0 0 0 0 0,0 0-1 0 0,0 1 1 0 0,0-1 0 0 0,0 0 0 0 0,0 1 0 0 0,0-1 0 0 0,0 1 0 0 0,0-1-1 0 0,0 1 1 0 0,0-1 0 0 0,1 1 0 0 0,-1 0 0 0 0,0 0 0 0 0,0 0 0 0 0,2-1 0 0 0,7 1-4853 0 0</inkml:trace>
</inkml:ink>
</file>

<file path=ppt/ink/ink2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2:27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24 372 628 0 0,'0'0'1532'0'0,"0"0"-1457"0"0,0 0 0 0 0,1 1 1 0 0,-1-1-1 0 0,0 0 0 0 0,0 0 1 0 0,0 0-1 0 0,0 1 1 0 0,1-1-1 0 0,-1 0 0 0 0,0 0 1 0 0,0 0-1 0 0,1 1 0 0 0,-1-1 1 0 0,0 0-1 0 0,0 0 0 0 0,1 0 1 0 0,-1 0-1 0 0,0 0 1 0 0,0 0-1 0 0,1 0 0 0 0,-1 0 1 0 0,0 1-1 0 0,0-1 0 0 0,1 0 1 0 0,-1 0-1 0 0,0 0 1 0 0,1 0-1 0 0,-1 0 0 0 0,0 0 1 0 0,0-1-1 0 0,1 1 0 0 0,-1 0 1 0 0,0 0-1 0 0,0 0 1 0 0,1 0-1 0 0,-1 0 0 0 0,0 0 1 0 0,0 0-1 0 0,1 0 0 0 0,-1-1 1 0 0,1 1-1 0 0,15-19 1101 0 0,-1 0 1 0 0,0-1-1 0 0,12-25 0 0 0,-26 41-1032 0 0,0 0-1 0 0,0 0 0 0 0,-1 0 1 0 0,1 0-1 0 0,-1 0 1 0 0,0 0-1 0 0,0 0 0 0 0,-1 0 1 0 0,1 0-1 0 0,-1 0 1 0 0,0 0-1 0 0,0 0 0 0 0,-2-3 1 0 0,2 4-33 0 0,-14 1 201 0 0,9 5-295 0 0,0 0-1 0 0,1 1 1 0 0,-1 0 0 0 0,1 0-1 0 0,-1 1 1 0 0,1-1-1 0 0,0 1 1 0 0,1 0 0 0 0,-1 1-1 0 0,1-1 1 0 0,0 1-1 0 0,1-1 1 0 0,-1 1 0 0 0,1 1-1 0 0,0-1 1 0 0,1 0-1 0 0,-4 11 1 0 0,5-12-17 0 0,-1 1-1 0 0,1-1 1 0 0,0 0 0 0 0,1 1 0 0 0,-1-1-1 0 0,1 1 1 0 0,0-1 0 0 0,0 1-1 0 0,1-1 1 0 0,-1 0 0 0 0,1 1-1 0 0,0-1 1 0 0,1 1 0 0 0,-1-1 0 0 0,1 0-1 0 0,0 0 1 0 0,1 0 0 0 0,-1 0-1 0 0,1 0 1 0 0,0-1 0 0 0,0 1-1 0 0,7 6 1 0 0,-8-9-8 0 0,0-1 1 0 0,0 0-1 0 0,1 0 0 0 0,-1 0 1 0 0,0 0-1 0 0,1 0 0 0 0,-1 0 1 0 0,1 0-1 0 0,-1-1 0 0 0,1 0 1 0 0,-1 1-1 0 0,1-1 0 0 0,0 0 1 0 0,-1 0-1 0 0,1 0 0 0 0,-1-1 1 0 0,1 1-1 0 0,-1-1 0 0 0,1 1 1 0 0,-1-1-1 0 0,1 0 0 0 0,-1 0 1 0 0,1 0-1 0 0,-1 0 0 0 0,3-2 1 0 0,59-36-188 0 0,-59 36 184 0 0,-3 2 12 0 0,7-7-33 0 0,1 2 0 0 0,0-1 0 0 0,0 2 0 0 0,1-1 1 0 0,14-5-1 0 0,-22 10 22 0 0,0 1 0 0 0,0-1 0 0 0,0 0 0 0 0,0 1 0 0 0,-1 0 0 0 0,1 0 0 0 0,0 0 0 0 0,0 0 1 0 0,0 0-1 0 0,0 1 0 0 0,0-1 0 0 0,0 1 0 0 0,0 0 0 0 0,-1 0 0 0 0,1 0 0 0 0,0 0 0 0 0,-1 0 0 0 0,1 0 1 0 0,-1 1-1 0 0,1-1 0 0 0,-1 1 0 0 0,1 0 0 0 0,-1 0 0 0 0,0 0 0 0 0,0 0 0 0 0,3 4 0 0 0,0 1-4 0 0,-1 0 0 0 0,0 0 0 0 0,0 0 0 0 0,-1 1 0 0 0,0 0 0 0 0,4 13 0 0 0,1 2-5 0 0,-7-21 18 0 0,-2-2 4 0 0,1 0-1 0 0,0 1 0 0 0,0-1 0 0 0,0 0 1 0 0,0 0-1 0 0,0 0 0 0 0,0 0 1 0 0,0 1-1 0 0,0-1 0 0 0,0 0 0 0 0,0 0 1 0 0,0 0-1 0 0,0 0 0 0 0,0 1 0 0 0,0-1 1 0 0,0 0-1 0 0,0 0 0 0 0,0 0 0 0 0,0 0 1 0 0,0 1-1 0 0,0-1 0 0 0,0 0 1 0 0,0 0-1 0 0,0 0 0 0 0,1 0 0 0 0,-1 0 1 0 0,0 1-1 0 0,0-1 0 0 0,0 0 0 0 0,0 0 1 0 0,0 0-1 0 0,0 0 0 0 0,1 0 0 0 0,-1 0 1 0 0,0 0-1 0 0,0 1 0 0 0,0-1 1 0 0,0 0-1 0 0,0 0 0 0 0,1 0 0 0 0,-1 0 1 0 0,0 0-1 0 0,0 0 0 0 0,0 0 0 0 0,0 0 1 0 0,1 0-1 0 0,-1 0 0 0 0,0 0 0 0 0,0 0 1 0 0,0 0-1 0 0,0 0 0 0 0,1 0 1 0 0,-1 0-1 0 0,0 0 0 0 0,0 0 0 0 0,0 0 1 0 0,0 0-1 0 0,1 0 0 0 0,-1 0 0 0 0,0-1 1 0 0,0 1-1 0 0,0 0 0 0 0,0 0 0 0 0,1 0 1 0 0,10-14-23 0 0,-1 0 0 0 0,0-1 0 0 0,-1 0 0 0 0,-1-1 0 0 0,0 0 0 0 0,-1 0 1 0 0,6-19-1 0 0,1-11-155 0 0,12-69 1 0 0,-23 90 293 0 0,0 1-1 0 0,-1-1 1 0 0,-2 0 0 0 0,-4-40 0 0 0,4 63 83 0 0,-4 7-193 0 0,-1 1-8 0 0,1 0 0 0 0,0 1 0 0 0,0 0 0 0 0,1-1 0 0 0,-1 1 0 0 0,2 1 0 0 0,-1-1 1 0 0,1 0-1 0 0,0 1 0 0 0,0-1 0 0 0,1 1 0 0 0,0-1 0 0 0,0 1 0 0 0,1 0 0 0 0,0 0 0 0 0,0-1 0 0 0,1 1 0 0 0,3 12 0 0 0,-2-9 1 0 0,1 0-1 0 0,1-1 1 0 0,0 1-1 0 0,0-1 1 0 0,1 0-1 0 0,1 0 1 0 0,-1 0-1 0 0,1-1 1 0 0,1 0 0 0 0,0 0-1 0 0,0 0 1 0 0,16 13-1 0 0,-13-13-2 0 0,10 7-19 0 0,0 1 1 0 0,-2 0 0 0 0,0 2-1 0 0,-2 0 1 0 0,20 28 0 0 0,-36-46 20 0 0,0-1 0 0 0,0 1 0 0 0,1 0 0 0 0,-1-1 0 0 0,0 1 0 0 0,0-1 1 0 0,0 1-1 0 0,0 0 0 0 0,0-1 0 0 0,0 1 0 0 0,0 0 0 0 0,0-1 0 0 0,0 1 0 0 0,0-1 0 0 0,0 1 0 0 0,0 0 1 0 0,0-1-1 0 0,0 1 0 0 0,-1 0 0 0 0,1-1 0 0 0,0 1 0 0 0,0-1 0 0 0,-1 1 0 0 0,1-1 0 0 0,0 1 0 0 0,-1-1 1 0 0,1 1-1 0 0,-1-1 0 0 0,1 1 0 0 0,-1-1 0 0 0,1 0 0 0 0,-1 1 0 0 0,1-1 0 0 0,-1 1 0 0 0,1-1 1 0 0,-1 0-1 0 0,0 1 0 0 0,-24 10 4 0 0,20-10 0 0 0,-6 3-78 0 0,-1 0-1 0 0,0 0 1 0 0,0-1-1 0 0,-18 1 0 0 0,-22-3-6889 0 0,49-2 4226 0 0</inkml:trace>
</inkml:ink>
</file>

<file path=ppt/ink/ink2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2:27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87 480 0 0,'-10'-57'6308'0'0,"4"28"0"0"0,7 36-6171 0 0,7 190 520 0 0,10 126 124 0 0,15-90-327 0 0,-10-86 179 0 0,-10-96-52 0 0,-13-49-115 0 0,2 6-257 0 0,-20-24-6419 0 0,14 12 4171 0 0,-9-2-4342 0 0</inkml:trace>
</inkml:ink>
</file>

<file path=ppt/ink/ink2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2:29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345 464 752 0 0,'3'16'4069'0'0,"1"82"-2789"0"0,-3-24-544 0 0,-4 122 984 0 0,-2-133 2268 0 0,3-63-3896 0 0,0 0 0 0 0,0 0 1 0 0,0-1-1 0 0,-1 1 0 0 0,1-1 0 0 0,0 1 0 0 0,0-1 0 0 0,0 0 1 0 0,0 0-1 0 0,0 0 0 0 0,0 0 0 0 0,0 0 0 0 0,0 0 0 0 0,-2-2 1 0 0,2 2-48 0 0,-20-18 152 0 0,2-1 0 0 0,0 0 1 0 0,1-1-1 0 0,2-1 0 0 0,0-1 1 0 0,1-1-1 0 0,1 0 0 0 0,2-1 1 0 0,0 0-1 0 0,1-1 0 0 0,-14-49 0 0 0,18 45-169 0 0,1 1 0 0 0,1-1 0 0 0,1-1 0 0 0,2 1 0 0 0,1-1 0 0 0,2 1-1 0 0,1-1 1 0 0,1 1 0 0 0,1-1 0 0 0,13-51 0 0 0,-10 66-102 0 0,-1-1 0 0 0,2 2 1 0 0,0-1-1 0 0,1 1 0 0 0,11-18 1 0 0,-15 27-15 0 0,1-1 0 0 0,-1 1-1 0 0,1 1 1 0 0,0-1 0 0 0,1 1 0 0 0,-1 0 0 0 0,1 0 0 0 0,0 0 0 0 0,0 1 0 0 0,0 0 0 0 0,1 0 0 0 0,0 1 0 0 0,-1 0-1 0 0,10-3 1 0 0,-13 5 42 0 0,0 0-1 0 0,1 1 0 0 0,-1 0 0 0 0,1-1 0 0 0,-1 1 1 0 0,1 0-1 0 0,-1 1 0 0 0,1-1 0 0 0,-1 1 1 0 0,1 0-1 0 0,-1-1 0 0 0,1 1 0 0 0,-1 1 0 0 0,0-1 1 0 0,0 0-1 0 0,0 1 0 0 0,0 0 0 0 0,0 0 1 0 0,0 0-1 0 0,0 0 0 0 0,0 0 0 0 0,-1 0 0 0 0,1 1 1 0 0,-1-1-1 0 0,1 1 0 0 0,-1 0 0 0 0,0 0 1 0 0,0 0-1 0 0,-1 0 0 0 0,1 0 0 0 0,0 0 1 0 0,-1 0-1 0 0,0 0 0 0 0,0 1 0 0 0,1 5 0 0 0,1-1 3 0 0,-1-1 0 0 0,0 1 0 0 0,-1 0 0 0 0,0 0 0 0 0,0 0 0 0 0,-1 0 0 0 0,0 0 0 0 0,0 0 0 0 0,-1 0 0 0 0,0 0 0 0 0,0 0 0 0 0,-1 0 0 0 0,0 0 0 0 0,-6 14 0 0 0,-1-8 24 0 0,0-1-1 0 0,0-1 1 0 0,-2 1 0 0 0,1-2-1 0 0,-2 1 1 0 0,1-2-1 0 0,-1 1 1 0 0,-1-2 0 0 0,0 1-1 0 0,-15 7 1 0 0,7-5-230 0 0,-1-1 1 0 0,0-1-1 0 0,-1-1 1 0 0,0-1-1 0 0,-44 9 1 0 0,64-16-231 0 0,-9 3-407 0 0</inkml:trace>
</inkml:ink>
</file>

<file path=ppt/ink/ink2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2:31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180 202 612 0 0,'0'0'851'0'0,"-2"-4"-9"0"0,-13-22 2750 0 0,13 25-3009 0 0,-37-11 3226 0 0,28 17-3655 0 0,1 1 0 0 0,0 0 0 0 0,0 1 0 0 0,1 0 0 0 0,0 0 0 0 0,0 1 0 0 0,-10 12 0 0 0,15-16-115 0 0,0 1 0 0 0,1 0 0 0 0,0 0 0 0 0,0 1 0 0 0,0-1 0 0 0,0 0 0 0 0,1 1 0 0 0,0 0 0 0 0,0 0 0 0 0,0-1 0 0 0,1 1 0 0 0,0 0 0 0 0,0 0 0 0 0,1 0 0 0 0,-1 0 0 0 0,2 7 0 0 0,-1-12-31 0 0,0 0-1 0 0,0 0 1 0 0,1 0-1 0 0,-1 0 0 0 0,0 0 1 0 0,1 0-1 0 0,-1 0 0 0 0,1 0 1 0 0,-1 0-1 0 0,1 0 1 0 0,0 0-1 0 0,-1 0 0 0 0,1 0 1 0 0,0 0-1 0 0,0-1 0 0 0,-1 1 1 0 0,1 0-1 0 0,0 0 1 0 0,0-1-1 0 0,0 1 0 0 0,0-1 1 0 0,0 1-1 0 0,0-1 1 0 0,0 1-1 0 0,0-1 0 0 0,0 1 1 0 0,0-1-1 0 0,0 0 0 0 0,1 0 1 0 0,-1 0-1 0 0,0 0 1 0 0,0 1-1 0 0,0-1 0 0 0,2-1 1 0 0,34-5 116 0 0,-27-1-110 0 0,1 1-1 0 0,-1-1 1 0 0,-1 0 0 0 0,1-1-1 0 0,-1-1 1 0 0,-1 1-1 0 0,1-1 1 0 0,-1-1 0 0 0,-1 1-1 0 0,0-1 1 0 0,7-13-1 0 0,-13 22-3 0 0,-1 0-16 0 0,0 1 1 0 0,0-1 0 0 0,0 1-1 0 0,0-1 1 0 0,0 1-1 0 0,0-1 1 0 0,1 1 0 0 0,-1 0-1 0 0,0-1 1 0 0,0 1-1 0 0,1-1 1 0 0,-1 1 0 0 0,0 0-1 0 0,0-1 1 0 0,1 1 0 0 0,-1 0-1 0 0,0-1 1 0 0,1 1-1 0 0,-1 0 1 0 0,1-1 0 0 0,-1 1-1 0 0,0 0 1 0 0,1 0-1 0 0,-1 0 1 0 0,1-1 0 0 0,-1 1-1 0 0,1 0 1 0 0,-1 0-1 0 0,1 0 1 0 0,-1 0 0 0 0,1 0-1 0 0,0 0 1 0 0,-2 4-16 0 0,1 1 0 0 0,0 0 0 0 0,0 0 0 0 0,1 0 0 0 0,-1 0 0 0 0,1-1 0 0 0,0 1 0 0 0,0 0 0 0 0,4 8 1 0 0,-4-11 11 0 0,0-1 1 0 0,0 1 0 0 0,0-1-1 0 0,0 1 1 0 0,0-1 0 0 0,0 0-1 0 0,1 1 1 0 0,-1-1 0 0 0,0 0-1 0 0,1 0 1 0 0,-1 0 0 0 0,1 0 0 0 0,-1 0-1 0 0,1 0 1 0 0,0 0 0 0 0,-1 0-1 0 0,1-1 1 0 0,0 1 0 0 0,0-1-1 0 0,-1 1 1 0 0,1-1 0 0 0,0 0-1 0 0,0 0 1 0 0,0 0 0 0 0,0 0 0 0 0,-1 0-1 0 0,1 0 1 0 0,0 0 0 0 0,0 0-1 0 0,0-1 1 0 0,-1 1 0 0 0,1-1-1 0 0,0 1 1 0 0,1-2 0 0 0,10-3 25 0 0,-1-1 0 0 0,0-1 0 0 0,-1 0-1 0 0,0 0 1 0 0,0-1 0 0 0,-1-1 0 0 0,0 0 0 0 0,0 0 0 0 0,-1-1 0 0 0,0 0 0 0 0,0 0 0 0 0,12-22 0 0 0,-20 30 167 0 0,-10 23-26 0 0,7-17-169 0 0,1 1 0 0 0,0-1 0 0 0,0 1 0 0 0,0 0-1 0 0,0-1 1 0 0,1 1 0 0 0,0 0 0 0 0,0-1 0 0 0,0 1-1 0 0,2 8 1 0 0,0 12-114 0 0,10 1-67 0 0,-11-25 183 0 0,-1 0 0 0 0,1 0 0 0 0,-1 0 1 0 0,1 0-1 0 0,0 0 0 0 0,0 0 0 0 0,-1 0 0 0 0,1 0 0 0 0,0-1 0 0 0,0 1 1 0 0,0 0-1 0 0,0-1 0 0 0,0 1 0 0 0,0-1 0 0 0,0 1 0 0 0,0-1 0 0 0,0 1 0 0 0,0-1 1 0 0,0 0-1 0 0,1 1 0 0 0,-1-1 0 0 0,0 0 0 0 0,0 0 0 0 0,2 0 0 0 0,3-2 2 0 0,-1 0-1 0 0,1-1 1 0 0,-1 0-1 0 0,0 0 0 0 0,0 0 1 0 0,0 0-1 0 0,0-1 1 0 0,0 0-1 0 0,-1 0 1 0 0,1 0-1 0 0,-1 0 0 0 0,0-1 1 0 0,4-6-1 0 0,38-38 4 0 0,-44 47 2 0 0,0-1 22 0 0,1 1 0 0 0,-1 0 0 0 0,0 0-1 0 0,1 0 1 0 0,0 0 0 0 0,-1 0 0 0 0,1 0-1 0 0,0 1 1 0 0,4-2 0 0 0,-6 5-24 0 0,1 1 1 0 0,-1-1-1 0 0,0 1 0 0 0,0 0 1 0 0,0-1-1 0 0,0 1 0 0 0,0 0 1 0 0,0 0-1 0 0,-1 0 1 0 0,1-1-1 0 0,-1 7 0 0 0,1 11 19 0 0,3 2 6 0 0,-3-21 15 0 0,-2 6-42 0 0,1-7 10 0 0,0 0 0 0 0,0 0 0 0 0,0 0 0 0 0,0 0 0 0 0,0 1 0 0 0,0-1 0 0 0,0 0 0 0 0,0 0 0 0 0,0 0 0 0 0,0 0 0 0 0,0 0 0 0 0,0 0 0 0 0,0 1 0 0 0,0-1 0 0 0,0 0 0 0 0,0 0 0 0 0,0 0 0 0 0,0 0 0 0 0,0 0 0 0 0,0 0 0 0 0,0 0 0 0 0,0 1 0 0 0,0-1 0 0 0,0 0 0 0 0,0 0 0 0 0,1 0 0 0 0,-1 0 0 0 0,0 0 0 0 0,0 0 0 0 0,0 0 0 0 0,0 0 0 0 0,0 0 0 0 0,0 0 0 0 0,0 1 0 0 0,0-1 0 0 0,0 0 0 0 0,1 0 0 0 0,-1 0 0 0 0,0 0 0 0 0,0 0 0 0 0,0 0 0 0 0,0 0 0 0 0,0 0 0 0 0,0 0 0 0 0,0 0 0 0 0,1 0 0 0 0,-1 0-1 0 0,0 0 1 0 0,0 0 0 0 0,0 0 0 0 0,0 0 0 0 0,0 0 0 0 0,0 0 0 0 0,0 0 0 0 0,1 0 0 0 0,-1 0 0 0 0,0 0 0 0 0,0 0 0 0 0,0 0 0 0 0,0-1 0 0 0,0 1 0 0 0,0 0 0 0 0,0 0 0 0 0,0 0 0 0 0,1 0 0 0 0,-1 0 0 0 0,0 0 0 0 0,0 0 0 0 0,0 0 0 0 0,7-5-27 0 0,0 0 0 0 0,0 1 0 0 0,1 0 0 0 0,-1 0 0 0 0,1 1 0 0 0,0 0 0 0 0,0 1 0 0 0,0-1 0 0 0,0 1 0 0 0,0 1 0 0 0,16-1 0 0 0,31-7-40 0 0,-52 7 81 0 0,1 1 0 0 0,-1-1 1 0 0,1 1-1 0 0,-1-1 1 0 0,0 0-1 0 0,0-1 0 0 0,0 1 1 0 0,0 0-1 0 0,-1-1 0 0 0,1 1 1 0 0,0-1-1 0 0,-1 0 0 0 0,0 0 1 0 0,0 0-1 0 0,0 0 0 0 0,3-6 1 0 0,-1 1 107 0 0,1-1 0 0 0,-2 0 0 0 0,1 1 0 0 0,-1-2 0 0 0,2-10 1 0 0,-3 5 516 0 0,-1 0 1 0 0,0-1 0 0 0,-2 1-1 0 0,-3-29 1 0 0,4 42-167 0 0,-1-1-221 0 0,0-2-259 0 0,0 7 678 0 0,-1 11-670 0 0,0 0 0 0 0,1 0-1 0 0,0 0 1 0 0,1 0 0 0 0,1 0-1 0 0,0 1 1 0 0,0-2-1 0 0,2 1 1 0 0,3 13 0 0 0,-2-13-544 0 0,1 0 1 0 0,0-1-1 0 0,0 1 0 0 0,2-1 1 0 0,10 16-1 0 0,4-8-1756 0 0,-8-13-3647 0 0,4 1 2410 0 0</inkml:trace>
</inkml:ink>
</file>

<file path=ppt/ink/ink2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2:31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81 1180 0 0,'23'-24'7405'0'0,"29"-14"-2744"0"0,-23 19-8069 0 0</inkml:trace>
</inkml:ink>
</file>

<file path=ppt/ink/ink2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2:31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24 884 0 0,'-12'-5'2472'0'0,"2"2"881"0"0,3-6 51 0 0,-1 2-3328 0 0</inkml:trace>
</inkml:ink>
</file>

<file path=ppt/ink/ink2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2:53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325 77 376 0 0,'2'-4'744'0'0,"0"0"0"0"0,-1-1 0 0 0,1 1 0 0 0,-1 0 0 0 0,0-1 0 0 0,0 1 0 0 0,0-6 0 0 0,0 8-295 0 0,0-15 1544 0 0,-1 16-1938 0 0,0 0-1 0 0,0 1 1 0 0,0-1 0 0 0,0 0 0 0 0,-1 0 0 0 0,1 1 0 0 0,0-1 0 0 0,0 0 0 0 0,0 1 0 0 0,0-1 0 0 0,-1 1-1 0 0,1-1 1 0 0,0 0 0 0 0,-1 1 0 0 0,1-1 0 0 0,0 1 0 0 0,-1-1 0 0 0,1 0 0 0 0,-1 1 0 0 0,1-1-1 0 0,-1 1 1 0 0,1 0 0 0 0,-1-1 0 0 0,0 1 0 0 0,1-1 0 0 0,-1 1 0 0 0,1 0 0 0 0,-1-1 0 0 0,0 1 0 0 0,1 0-1 0 0,-2 0 1 0 0,-18 1 27 0 0,-1 2 0 0 0,1 1 0 0 0,0 0 0 0 0,0 1 0 0 0,0 2 0 0 0,1 0-1 0 0,0 1 1 0 0,0 0 0 0 0,-34 23 0 0 0,51-30-89 0 0,1 0 0 0 0,0 0 0 0 0,0 0 0 0 0,0 0 0 0 0,0 1 0 0 0,0-1 0 0 0,0 0 0 0 0,0 1 0 0 0,0-1 0 0 0,0 0 0 0 0,1 1 0 0 0,-1-1 0 0 0,0 1 0 0 0,1-1 0 0 0,-1 1 0 0 0,1 0 0 0 0,0-1 0 0 0,0 1 0 0 0,-1-1 0 0 0,1 1 0 0 0,0-1 0 0 0,0 1 0 0 0,1 0 0 0 0,-1-1 0 0 0,0 1 0 0 0,0-1 0 0 0,1 1 0 0 0,-1 0 0 0 0,1-1 0 0 0,-1 1 0 0 0,1-1 0 0 0,0 0 0 0 0,0 1 0 0 0,1 1 0 0 0,3 7-11 0 0,1-1-1 0 0,0 0 1 0 0,13 14 0 0 0,-14-17 3 0 0,41 41-31 0 0,-37-40 38 0 0,-1-1-1 0 0,-1 2 1 0 0,1-1-1 0 0,-1 1 1 0 0,0 0-1 0 0,-1 1 1 0 0,0-1-1 0 0,0 1 1 0 0,-1 1-1 0 0,0-1 1 0 0,-1 1-1 0 0,4 11 1 0 0,-7-17 10 0 0,-1 1 0 0 0,0-1 0 0 0,0 1 0 0 0,0-1 0 0 0,-1 1 0 0 0,1-1 0 0 0,-1 1 0 0 0,0-1 0 0 0,0 0 0 0 0,-1 1 0 0 0,1-1 0 0 0,-1 0 0 0 0,0 0 0 0 0,0 0 0 0 0,-1 0 1 0 0,1-1-1 0 0,-1 1 0 0 0,1 0 0 0 0,-1-1 0 0 0,0 0 0 0 0,-1 0 0 0 0,1 0 0 0 0,-1 0 0 0 0,1 0 0 0 0,-1-1 0 0 0,0 1 0 0 0,-6 2 0 0 0,-1 1 38 0 0,1-1 0 0 0,-1-1-1 0 0,-1 1 1 0 0,1-2 0 0 0,0 0-1 0 0,-1 0 1 0 0,0-1 0 0 0,0 0 0 0 0,-14 0-1 0 0,18-3-150 0 0,0 0 0 0 0,1 0-1 0 0,-1-1 1 0 0,1 0 0 0 0,-1 0-1 0 0,1-1 1 0 0,-9-4 0 0 0,14 6-341 0 0,2-9-2428 0 0,0 5-192 0 0</inkml:trace>
</inkml:ink>
</file>

<file path=ppt/ink/ink2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2:54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0 419 428 0 0,'1'1'160'0'0,"1"-1"1"0"0,-1 1-1 0 0,0 0 0 0 0,1-1 0 0 0,-1 1 1 0 0,0-1-1 0 0,1 0 0 0 0,-1 1 0 0 0,0-1 1 0 0,1 0-1 0 0,-1 0 0 0 0,1 0 0 0 0,-1 0 1 0 0,0 0-1 0 0,1 0 0 0 0,-1 0 0 0 0,1-1 1 0 0,-1 1-1 0 0,0 0 0 0 0,1-1 0 0 0,-1 1 0 0 0,0-1 1 0 0,2 0-1 0 0,37-20 1038 0 0,-21 10-616 0 0,-10 6-339 0 0,0 0 0 0 0,-1 0-1 0 0,1-1 1 0 0,-1 0 0 0 0,0 0 0 0 0,0-1 0 0 0,-1 0 0 0 0,0-1-1 0 0,0 1 1 0 0,-1-1 0 0 0,0-1 0 0 0,-1 1 0 0 0,7-14 0 0 0,-11 21-220 0 0,-1 1 1 0 0,1-1 0 0 0,-1 0 0 0 0,1 1-1 0 0,-1-1 1 0 0,0 0 0 0 0,1 1 0 0 0,-1-1 0 0 0,0 0-1 0 0,1 0 1 0 0,-1 0 0 0 0,0 1 0 0 0,0-1 0 0 0,0 0-1 0 0,0 0 1 0 0,0 1 0 0 0,0-1 0 0 0,0 0-1 0 0,0 0 1 0 0,0 0 0 0 0,0 1 0 0 0,-1-1 0 0 0,1 0-1 0 0,0 0 1 0 0,0 1 0 0 0,-1-1 0 0 0,1 0-1 0 0,-1 0 1 0 0,1 1 0 0 0,0-1 0 0 0,-1 0 0 0 0,1 1-1 0 0,-1-1 1 0 0,0 1 0 0 0,1-1 0 0 0,-1 1 0 0 0,1-1-1 0 0,-1 1 1 0 0,0-1 0 0 0,1 1 0 0 0,-1 0-1 0 0,0-1 1 0 0,0 1 0 0 0,1 0 0 0 0,-1-1 0 0 0,0 1-1 0 0,0 0 1 0 0,1 0 0 0 0,-1 0 0 0 0,0 0 0 0 0,-1 0-1 0 0,0 0-24 0 0,0 0 0 0 0,-1 0-1 0 0,1 1 1 0 0,0 0 0 0 0,0-1 0 0 0,0 1-1 0 0,0 0 1 0 0,0 0 0 0 0,0 0-1 0 0,1 0 1 0 0,-1 0 0 0 0,0 0-1 0 0,0 0 1 0 0,1 1 0 0 0,-1-1 0 0 0,1 1-1 0 0,-1-1 1 0 0,1 1 0 0 0,-2 2-1 0 0,2-3-22 0 0,0 1 0 0 0,0 0 0 0 0,0-1-1 0 0,0 1 1 0 0,0 0 0 0 0,0-1 0 0 0,1 1 0 0 0,-1 0-1 0 0,1 0 1 0 0,-1 0 0 0 0,1-1 0 0 0,0 1 0 0 0,0 0-1 0 0,0 0 1 0 0,0 0 0 0 0,0 0 0 0 0,0 0 0 0 0,0-1-1 0 0,0 1 1 0 0,1 0 0 0 0,-1 0 0 0 0,1 0 0 0 0,0-1-1 0 0,-1 1 1 0 0,1 0 0 0 0,0 0 0 0 0,0-1 0 0 0,0 1-1 0 0,0-1 1 0 0,0 1 0 0 0,0-1 0 0 0,1 1 0 0 0,-1-1-1 0 0,0 0 1 0 0,1 0 0 0 0,-1 0 0 0 0,1 0 0 0 0,0 0-1 0 0,-1 0 1 0 0,1 0 0 0 0,0 0 0 0 0,2 1-1 0 0,1 0-7 0 0,0 0-1 0 0,0-1 0 0 0,0 0 0 0 0,1 1 0 0 0,-1-2 0 0 0,0 1 0 0 0,0 0 0 0 0,1-1 0 0 0,-1 0 0 0 0,0-1 0 0 0,0 1 0 0 0,1-1 0 0 0,-1 0 0 0 0,8-2 1 0 0,5-6-15 0 0,-1-1 0 0 0,0-1 0 0 0,0 0 1 0 0,-1-1-1 0 0,0-1 0 0 0,16-18 1 0 0,-29 29 26 0 0,4-2 16 0 0,-5 4-4 0 0,-1-1-1 0 0,1 1 0 0 0,-1 0 0 0 0,1-1 0 0 0,-1 1 0 0 0,1 0 0 0 0,-1 0 1 0 0,1 0-1 0 0,-1 0 0 0 0,1 1 0 0 0,-1-1 0 0 0,1 0 0 0 0,-1 0 0 0 0,1 1 0 0 0,-1-1 1 0 0,0 1-1 0 0,1 0 0 0 0,-1-1 0 0 0,0 1 0 0 0,1 0 0 0 0,-1 0 0 0 0,0 0 0 0 0,0 0 1 0 0,0 0-1 0 0,0 0 0 0 0,0 0 0 0 0,0 0 0 0 0,0 0 0 0 0,0 0 0 0 0,0 1 0 0 0,0-1 1 0 0,-1 0-1 0 0,1 0 0 0 0,0 1 0 0 0,0 2 0 0 0,0-3 1 0 0,4 8-11 0 0,-4-8 22 0 0,-1-1 0 0 0,0 1 1 0 0,0 0-1 0 0,0-1 0 0 0,0 1 0 0 0,1 0 0 0 0,-1-1 0 0 0,0 1 0 0 0,1 0 0 0 0,-1-1 0 0 0,1 1 0 0 0,-1 0 1 0 0,0-1-1 0 0,1 1 0 0 0,-1-1 0 0 0,1 1 0 0 0,0-1 0 0 0,-1 1 0 0 0,1-1 0 0 0,-1 0 0 0 0,1 1 0 0 0,0-1 1 0 0,-1 0-1 0 0,1 1 0 0 0,0-1 0 0 0,-1 0 0 0 0,2 1 0 0 0,44-11-212 0 0,46-13-712 0 0,-88 21 948 0 0,1-1 0 0 0,-1 1-1 0 0,0-1 1 0 0,0 0 0 0 0,0 0 0 0 0,0-1-1 0 0,0 1 1 0 0,-1-1 0 0 0,1 1 0 0 0,-1-1-1 0 0,0 0 1 0 0,0-1 0 0 0,0 1 0 0 0,-1 0-1 0 0,0-1 1 0 0,0 0 0 0 0,0 1 0 0 0,0-1-1 0 0,-1 0 1 0 0,1 0 0 0 0,-1 0 0 0 0,0-6-1 0 0,1-2 245 0 0,-1 0 0 0 0,0 1 0 0 0,0-1 0 0 0,-2 0-1 0 0,0 0 1 0 0,0 0 0 0 0,-6-22 0 0 0,6 0 1543 0 0,1 67-2008 0 0,3 0-1 0 0,0-1 0 0 0,2 0 0 0 0,2 0 0 0 0,14 46 0 0 0,-5-32-4684 0 0</inkml:trace>
</inkml:ink>
</file>

<file path=ppt/ink/ink2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2:55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48 104 0 0,'0'0'3284'0'0,"8"-15"-2396"0"0,0 7-324 0 0,10 1-468 0 0,-10 6-88 0 0,4-3-132 0 0,0 1-132 0 0,-2 0-76 0 0,8 1-1848 0 0,-11-2 1048 0 0</inkml:trace>
</inkml:ink>
</file>

<file path=ppt/ink/ink2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2:55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59 608 0 0,'0'0'1145'0'0,"47"-21"2347"0"0,-45 20-3265 0 0,-1 0 0 0 0,1 0 0 0 0,-1 0 0 0 0,1-1 0 0 0,-1 1 1 0 0,1-1-1 0 0,-1 1 0 0 0,0-1 0 0 0,0 0 0 0 0,0 1 0 0 0,0-1 0 0 0,0 0 0 0 0,0 0 0 0 0,0 0 0 0 0,0 0 0 0 0,-1 0 0 0 0,1 0 0 0 0,-1 0 0 0 0,1 0 1 0 0,-1-2-1 0 0,-9 20-224 0 0,8-16-8 0 0,0 1 1 0 0,0 0-1 0 0,1 0 1 0 0,-1 0-1 0 0,0 0 1 0 0,1 0-1 0 0,-1 0 1 0 0,0 0-1 0 0,1 0 1 0 0,-1 1-1 0 0,1-1 1 0 0,0 0-1 0 0,-1 0 1 0 0,1 0-1 0 0,0 2 1 0 0,0 0-24 0 0,25 22-283 0 0,-22-24 302 0 0,-1 0 1 0 0,1 0-1 0 0,-1-1 0 0 0,0 1 0 0 0,1-1 0 0 0,0 0 1 0 0,-1 0-1 0 0,1 0 0 0 0,-1 0 0 0 0,1 0 0 0 0,-1 0 1 0 0,1-1-1 0 0,-1 1 0 0 0,1-1 0 0 0,3-1 0 0 0,43-21-53 0 0,-7 4 5 0 0,-40 18 48 0 0,1 1-8 0 0,0-1 1 0 0,0 1 0 0 0,-1 0-1 0 0,1 0 1 0 0,0 0-1 0 0,0 1 1 0 0,0-1 0 0 0,0 1-1 0 0,-1-1 1 0 0,1 1-1 0 0,0 0 1 0 0,-1 0-1 0 0,5 2 1 0 0,17 5-13 0 0,-22-8 36 0 0,0 2-40 0 0,1-1 1 0 0,0 0 0 0 0,0 1-1 0 0,0-1 1 0 0,-1 0 0 0 0,1 0-1 0 0,0 0 1 0 0,0-1 0 0 0,1 1-1 0 0,-1-1 1 0 0,0 0 0 0 0,5 0-1 0 0,-7 0-82 0 0,1 0-239 0 0,1 0-118 0 0,37-14-3992 0 0,-33 9 2629 0 0</inkml:trace>
</inkml:ink>
</file>

<file path=ppt/ink/ink2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2:56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6 576 0 0,'0'0'700'0'0,"9"-6"5051"0"0,0 9-5621 0 0,1-1-1 0 0,-1 0 1 0 0,1 0-1 0 0,-1-1 0 0 0,1 0 1 0 0,0-1-1 0 0,-1 0 1 0 0,1 0-1 0 0,11-3 0 0 0,-19 3 986 0 0,2-3-312 0 0,5 9 466 0 0,6 8-569 0 0,-11-9-945 0 0,0-1 0 0 0,1 1 0 0 0,-1-1 0 0 0,1 0 0 0 0,0 0 0 0 0,0-1 0 0 0,9 6 0 0 0,25 6-5292 0 0,-24-10 2886 0 0</inkml:trace>
</inkml:ink>
</file>

<file path=ppt/ink/ink2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2:56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32 111 636 0 0,'8'6'12541'0'0,"-7"-16"-5522"0"0,-2 5-7314 0 0,1 0-704 0 0,-12-40-2934 0 0,-8 8-4238 0 0,13 23 4345 0 0</inkml:trace>
</inkml:ink>
</file>

<file path=ppt/ink/ink2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2:56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54 852 0 0,'0'0'1208'0'0,"-9"-39"7748"0"0,9 24-8782 0 0</inkml:trace>
</inkml:ink>
</file>

<file path=ppt/ink/ink2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2:58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45 338 976 0 0,'0'0'4093'0'0,"-2"-4"-3133"0"0,-15-23 4791 0 0,10 13-3187 0 0,-1-4-6240 0 0,6 11 3711 0 0,0-1-1 0 0,1 1 0 0 0,0-1 1 0 0,0 1-1 0 0,1-16 0 0 0,0 21 84 0 0,-2-12 446 0 0,3 12-483 0 0,-1 0 1 0 0,1 0 0 0 0,-1 0-1 0 0,0 0 1 0 0,0 0 0 0 0,0 0 0 0 0,0 0-1 0 0,0 0 1 0 0,0 0 0 0 0,0 0-1 0 0,-1-3 1 0 0,-2-17 1647 0 0,3 20-213 0 0,2 8-1554 0 0,83 268 72 0 0,-76-245-22 0 0,34 124 78 0 0,-42-151-60 0 0,-2-1-22 0 0,1-1 0 0 0,0 1-1 0 0,0-1 1 0 0,0 1 0 0 0,0-1-1 0 0,-1 1 1 0 0,1-1 0 0 0,0 1-1 0 0,0-1 1 0 0,0 1 0 0 0,0-1-1 0 0,0 1 1 0 0,0-1 0 0 0,1 1-1 0 0,-1-1 1 0 0,0 1 0 0 0,0-1-1 0 0,0 1 1 0 0,0-1 0 0 0,1 1-1 0 0,-1-1 1 0 0,0 1 0 0 0,0-1-1 0 0,1 1 1 0 0,-1-1 0 0 0,0 0-1 0 0,1 1 1 0 0,2 3 3055 0 0,-16-18-2943 0 0,1-1 1 0 0,1 1-1 0 0,0-2 0 0 0,1 0 1 0 0,0 0-1 0 0,2-1 0 0 0,0 0 1 0 0,0 0-1 0 0,2-1 0 0 0,0 1 0 0 0,1-2 1 0 0,1 1-1 0 0,1 0 0 0 0,-2-26 1 0 0,4 23-131 0 0,0 1 1 0 0,1 0-1 0 0,1-1 0 0 0,1 1 1 0 0,1 0-1 0 0,0 0 1 0 0,2 0-1 0 0,0 0 1 0 0,1 1-1 0 0,1 0 1 0 0,1 0-1 0 0,1 1 0 0 0,16-26 1 0 0,-21 39-45 0 0,1 0 0 0 0,-1 0 0 0 0,1 1 1 0 0,0 0-1 0 0,0 0 0 0 0,1 0 0 0 0,-1 0 0 0 0,1 1 1 0 0,9-4-1 0 0,-14 6 15 0 0,1 0 0 0 0,0 0 0 0 0,0 0 0 0 0,0 1 1 0 0,-1-1-1 0 0,1 0 0 0 0,0 1 0 0 0,0 0 0 0 0,0-1 0 0 0,0 1 1 0 0,0 0-1 0 0,0 0 0 0 0,0 0 0 0 0,0 0 0 0 0,0 0 0 0 0,0 1 1 0 0,0-1-1 0 0,0 0 0 0 0,-1 1 0 0 0,1 0 0 0 0,0-1 0 0 0,0 1 1 0 0,0 0-1 0 0,-1 0 0 0 0,1 0 0 0 0,0 0 0 0 0,-1 0 1 0 0,1 0-1 0 0,-1 1 0 0 0,1-1 0 0 0,-1 0 0 0 0,0 1 0 0 0,1-1 1 0 0,-1 1-1 0 0,0 0 0 0 0,1 1 0 0 0,-1 1 5 0 0,0 0 1 0 0,-1-1-1 0 0,1 1 0 0 0,-1 0 0 0 0,0 0 0 0 0,0 0 1 0 0,0 0-1 0 0,-1-1 0 0 0,1 1 0 0 0,-1 0 1 0 0,0 0-1 0 0,0-1 0 0 0,0 1 0 0 0,-1 0 0 0 0,1-1 1 0 0,-1 1-1 0 0,0-1 0 0 0,0 0 0 0 0,0 0 1 0 0,0 0-1 0 0,-1 0 0 0 0,1 0 0 0 0,-6 5 1 0 0,-6 7-352 0 0,-1 0 0 0 0,-32 24 0 0 0,-20 0-3222 0 0,41-25-3765 0 0,16-9 4033 0 0</inkml:trace>
</inkml:ink>
</file>

<file path=ppt/ink/ink2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3:00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11 172 0 0,'0'0'11338'0'0,"-4"-3"-11139"0"0,1 2-155 0 0,0-1-1 0 0,0 1 0 0 0,0 0 1 0 0,0 1-1 0 0,0-1 1 0 0,0 0-1 0 0,0 1 1 0 0,0-1-1 0 0,0 1 1 0 0,0 0-1 0 0,0 0 1 0 0,-1 0-1 0 0,1 1 1 0 0,0-1-1 0 0,0 1 1 0 0,0 0-1 0 0,0 0 1 0 0,0 0-1 0 0,0 0 0 0 0,1 0 1 0 0,-1 0-1 0 0,0 1 1 0 0,0 0-1 0 0,1-1 1 0 0,-1 1-1 0 0,1 0 1 0 0,0 0-1 0 0,-1 0 1 0 0,-1 3-1 0 0,-2 1-28 0 0,0-1 0 0 0,1 1 0 0 0,-1 0 0 0 0,1 1 0 0 0,1-1 0 0 0,-1 1 0 0 0,1 0 0 0 0,1 0 0 0 0,-1 0 1 0 0,-2 9-1 0 0,5-14-18 0 0,2 0-20 0 0,0 0 0 0 0,-1 0 0 0 0,1 0-1 0 0,0 0 1 0 0,0 0 0 0 0,0 0 0 0 0,1 0 0 0 0,-1 0 0 0 0,0-1 0 0 0,1 1 0 0 0,-1 0 0 0 0,1-1-1 0 0,-1 1 1 0 0,3 0 0 0 0,2-1 2 0 0,1-1-1 0 0,-1 0 1 0 0,0 0 0 0 0,1-1-1 0 0,-1 0 1 0 0,0 0 0 0 0,0 0-1 0 0,0-1 1 0 0,0 0 0 0 0,0 0-1 0 0,0-1 1 0 0,8-4 0 0 0,2-1-40 0 0,-2 0 0 0 0,1-1 0 0 0,20-17 0 0 0,-33 25 58 0 0,-3 0-2 0 0,1 1 5 0 0,0 0 0 0 0,0 0-1 0 0,0 0 1 0 0,0 0 0 0 0,0 0-1 0 0,0-1 1 0 0,0 1 0 0 0,0 0-1 0 0,0 0 1 0 0,0 0 0 0 0,0 0-1 0 0,0-1 1 0 0,0 1 0 0 0,0 0-1 0 0,0 0 1 0 0,0 0 0 0 0,0 0-1 0 0,0-1 1 0 0,0 1 0 0 0,0 0 0 0 0,1 0-1 0 0,-1 0 1 0 0,0 0 0 0 0,0 0-1 0 0,0-1 1 0 0,0 1 0 0 0,0 0-1 0 0,0 0 1 0 0,0 0 0 0 0,0 0-1 0 0,1 0 1 0 0,-1 0 0 0 0,0 0-1 0 0,0-1 1 0 0,0 1 0 0 0,0 0 0 0 0,0 0-1 0 0,1 0 1 0 0,-1 0 0 0 0,0 0-1 0 0,0 0 1 0 0,0 0 0 0 0,0 0-1 0 0,1 0 1 0 0,-1 0 0 0 0,0 0-1 0 0,0 0 1 0 0,0 0 0 0 0,0 0-1 0 0,1 0 1 0 0,8 8-123 0 0,5 9-155 0 0,-10-15 243 0 0,0 0 0 0 0,1-1 0 0 0,-1 0 0 0 0,0 0 0 0 0,1 0-1 0 0,-1 0 1 0 0,0-1 0 0 0,1 1 0 0 0,-1-1 0 0 0,1 0 0 0 0,-1-1 0 0 0,1 1 0 0 0,-1-1-1 0 0,0 0 1 0 0,1 0 0 0 0,-1 0 0 0 0,4-2 0 0 0,-4 2 28 0 0,-1 0-1 0 0,0 0 1 0 0,0 0 0 0 0,0 0-1 0 0,1-1 1 0 0,-2 1 0 0 0,1-1-1 0 0,5-3 1 0 0,33-40-2 0 0,-40 44 10 0 0,0-1 45 0 0,1 1 110 0 0,5-10 404 0 0,-7 11-550 0 0,1 0-1 0 0,-1 0 0 0 0,1 0 0 0 0,0 0 0 0 0,-1 0 1 0 0,1 0-1 0 0,-1 0 0 0 0,1 0 0 0 0,-1 1 0 0 0,1-1 1 0 0,-1 0-1 0 0,1 0 0 0 0,-1 1 0 0 0,1-1 0 0 0,-1 0 1 0 0,1 1-1 0 0,-1-1 0 0 0,0 0 0 0 0,1 1 0 0 0,-1-1 1 0 0,1 0-1 0 0,-1 1 0 0 0,0-1 0 0 0,0 1 0 0 0,1-1 1 0 0,-1 1-1 0 0,0-1 0 0 0,0 1 0 0 0,1-1 0 0 0,-1 1 1 0 0,0-1-1 0 0,0 1 0 0 0,0 0 0 0 0,0-1 0 0 0,0 1 1 0 0,0 0-1 0 0,2 10-12 0 0,-2-4 3 0 0,0-3 1 0 0,0 1 0 0 0,1 0 0 0 0,-1-1-1 0 0,1 1 1 0 0,0-1 0 0 0,0 1 0 0 0,0-1 0 0 0,4 8 0 0 0,-2-5 0 0 0,-2-6 3 0 0,8 11-56 0 0,-8-11 58 0 0,33-37-56 0 0,-32 35 49 0 0,-2 0-7 0 0,0 0 1 0 0,0 0-1 0 0,0-1 1 0 0,0 1-1 0 0,1 0 0 0 0,-1 0 1 0 0,0 0-1 0 0,1 0 0 0 0,-1 0 1 0 0,1 0-1 0 0,-1 0 0 0 0,1 0 1 0 0,0 1-1 0 0,-1-1 0 0 0,1 0 1 0 0,0 0-1 0 0,-1 0 0 0 0,1 1 1 0 0,0-1-1 0 0,0 0 0 0 0,0 1 1 0 0,0-1-1 0 0,0 1 0 0 0,0-1 1 0 0,0 1-1 0 0,0-1 0 0 0,0 1 1 0 0,0 0-1 0 0,0-1 1 0 0,0 1-1 0 0,0 0 0 0 0,0 0 1 0 0,0 0-1 0 0,0 0 0 0 0,1 0 1 0 0,-1 0-1 0 0,0 0 0 0 0,0 0 1 0 0,0 0-1 0 0,0 0 0 0 0,0 1 1 0 0,0-1-1 0 0,0 0 0 0 0,0 1 1 0 0,0-1-1 0 0,0 1 0 0 0,1 0 1 0 0,0 1-14 0 0,28 32 7 0 0,-25-29 16 0 0,1 0-1 0 0,-3-3 9 0 0,5-1 10 0 0,-6-1 20 0 0,14-1 22 0 0,-7-4-58 0 0,0 0-1 0 0,-1 0 1 0 0,0-1 0 0 0,0-1 0 0 0,0 1 0 0 0,-1-1 0 0 0,0 0 0 0 0,12-16-1 0 0,-18 22 0 0 0,4-6 30 0 0,0-1 12 0 0,10 16-250 0 0,-8 1 187 0 0,12 12 66 0 0,-18-20-37 0 0,16 12 104 0 0</inkml:trace>
</inkml:ink>
</file>

<file path=ppt/ink/ink2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3:00.6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0 432 0 0,'0'0'949'0'0,"24"43"3818"0"0,59 155 1256 0 0,-81-193-6544 0 0,6 14 71 0 0</inkml:trace>
</inkml:ink>
</file>

<file path=ppt/ink/ink2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3:01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715 198 60 0 0,'13'-5'844'0'0,"2"1"-28"0"0,1-1-60 0 0,0 2-40 0 0,-5-2-52 0 0,5 2-72 0 0,-6-1-68 0 0,5 1-68 0 0,-3 1-151 0 0,-2 0-129 0 0,4 2-192 0 0,2-3-184 0 0,-7 1-161 0 0,8-3-3811 0 0</inkml:trace>
  <inkml:trace contextRef="#ctx0" brushRef="#br0" timeOffset="1">60 20 1156 0 0,'-12'-2'1440'0'0,"2"1"1204"0"0,-6-6-199 0 0,5 6 471 0 0,1-7-1816 0 0</inkml:trace>
</inkml:ink>
</file>

<file path=ppt/ink/ink2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3:03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49 101 168 0 0,'-8'-31'1806'0'0,"5"20"-548"0"0,0 0 1 0 0,1 0-1 0 0,0-1 0 0 0,0-13 0 0 0,-1 95 2312 0 0,0-18-3194 0 0,2 0-1 0 0,10 82 1 0 0,-8-122-563 0 0,-1 0 0 0 0,0 0 0 0 0,-1 0 0 0 0,-2 15 0 0 0,1-13-681 0 0,2-13 415 0 0,-3 8-243 0 0,-19-28-7642 0 0</inkml:trace>
</inkml:ink>
</file>

<file path=ppt/ink/ink2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3:04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1 352 292 0 0,'44'1'796'0'0,"0"-2"-1"0"0,-1-2 1 0 0,1-2 0 0 0,65-15-1 0 0,-85 14-482 0 0,-1-1 0 0 0,0-1 0 0 0,0-1 0 0 0,-1-1 0 0 0,25-15 0 0 0,-43 23-221 0 0,0-1 0 0 0,0 0 0 0 0,0 0 1 0 0,0 0-1 0 0,0-1 0 0 0,0 1 0 0 0,-1-1 0 0 0,0 0 1 0 0,0 0-1 0 0,0 0 0 0 0,0 0 0 0 0,-1 0 0 0 0,1-1 1 0 0,-1 1-1 0 0,0-1 0 0 0,0 0 0 0 0,-1 1 0 0 0,0-1 1 0 0,0 0-1 0 0,0 0 0 0 0,0 0 0 0 0,-1 0 0 0 0,1 0 0 0 0,-1 0 1 0 0,0 0-1 0 0,-1 0 0 0 0,0 0 0 0 0,1 0 0 0 0,-1 0 1 0 0,-1 0-1 0 0,1 0 0 0 0,-4-6 0 0 0,-3-8 313 0 0,0 1-1 0 0,-2 0 0 0 0,-19-29 1 0 0,28 46-337 0 0,1 1-63 0 0,0-1 1 0 0,0 1-1 0 0,0 0 1 0 0,0-1-1 0 0,0 1 1 0 0,0 0-1 0 0,-1 0 1 0 0,1-1-1 0 0,0 1 1 0 0,0 0-1 0 0,0 0 1 0 0,0-1-1 0 0,0 1 1 0 0,0 0-1 0 0,-1 0 1 0 0,1-1-1 0 0,0 1 1 0 0,0 0-1 0 0,0 0 1 0 0,-1 0-1 0 0,1-1 1 0 0,0 1-1 0 0,0 0 1 0 0,-1 0-1 0 0,1 0 1 0 0,0 0-1 0 0,0 0 1 0 0,-1-1-1 0 0,1 1 1 0 0,0 0-1 0 0,0 0 1 0 0,-1 0-1 0 0,1 0 1 0 0,0 0-1 0 0,-1 0 1 0 0,1 0-1 0 0,-4 16 3 0 0,0 0 0 0 0,2 0 0 0 0,0 0 0 0 0,1 0-1 0 0,1 21 1 0 0,10 89 48 0 0,-6-92-38 0 0,-1 3 5 0 0,2 15 71 0 0,13 62 0 0 0,-17-112-38 0 0,-1 0 12 0 0,0-2-59 0 0,0 0 0 0 0,0 0 0 0 0,0 0 1 0 0,0 0-1 0 0,0 1 0 0 0,0-1 0 0 0,0 0 0 0 0,0 0 0 0 0,0 0 0 0 0,0 0 0 0 0,0 1 0 0 0,0-1 1 0 0,0 0-1 0 0,0 0 0 0 0,0 0 0 0 0,0 0 0 0 0,0 0 0 0 0,0 1 0 0 0,0-1 0 0 0,0 0 0 0 0,0 0 0 0 0,0 0 1 0 0,0 0-1 0 0,0 0 0 0 0,1 1 0 0 0,-1-1 0 0 0,0 0 0 0 0,0 0 0 0 0,0 0 0 0 0,0 0 0 0 0,0 0 0 0 0,0 0 1 0 0,0 0-1 0 0,1 1 0 0 0,-1-1 0 0 0,0 0 0 0 0,0 0 0 0 0,0 0 0 0 0,0 0 0 0 0,0 0 0 0 0,1 0 1 0 0,-1 0-1 0 0,0 0 0 0 0,0 0 0 0 0,0 0 0 0 0,0 0 0 0 0,1 0 0 0 0,-1 0 0 0 0,0 0 0 0 0,0 0 0 0 0,0 0 1 0 0,0 0-1 0 0,0 0 0 0 0,1 0 0 0 0,-1 0 0 0 0,0 0 0 0 0,0 0 0 0 0,0 0 0 0 0,0-1 0 0 0,0 1 0 0 0,1 0 1 0 0,-1 0-1 0 0,0 0 0 0 0,0 0 0 0 0,0 0 0 0 0,0 0 0 0 0,8-2-9 0 0,0 0-1 0 0,0 1 0 0 0,0 0 1 0 0,0 0-1 0 0,0 1 1 0 0,0 0-1 0 0,0 0 1 0 0,0 1-1 0 0,0 0 0 0 0,0 1 1 0 0,0 0-1 0 0,13 4 1 0 0,-10-2-88 0 0,0-1 0 0 0,1 0 0 0 0,-1-1 0 0 0,23 2 0 0 0,-32-4-256 0 0,4 0-149 0 0,34-6-970 0 0,-8-3-3299 0 0,-15 1 2154 0 0</inkml:trace>
</inkml:ink>
</file>

<file path=ppt/ink/ink2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3:04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9 956 0 0,'11'-7'2735'0'0,"-2"6"1303"0"0,-5 5-3880 0 0,0 0 0 0 0,-1 1-1 0 0,1-1 1 0 0,-1 1-1 0 0,0 0 1 0 0,0 0 0 0 0,-1 0-1 0 0,0 0 1 0 0,4 10-1 0 0,12 61 560 0 0,-1-6-217 0 0,-6-32-272 0 0,-8-28-83 0 0,-1 0-1 0 0,2 0 1 0 0,-1 0 0 0 0,8 13 0 0 0,-11-22 17 0 0,-30-14 2887 0 0,-46-20-3445 0 0,58 30 353 0 0,-1 1 0 0 0,1 1 0 0 0,0 0-1 0 0,-1 1 1 0 0,-33 5 0 0 0,39-3 0 0 0,0 0 0 0 0,0 1 1 0 0,0 1-1 0 0,0 0 0 0 0,1 1 0 0 0,-1 0 0 0 0,1 0 0 0 0,-21 15 1 0 0,32-20 32 0 0,0 1 1 0 0,0-1 0 0 0,0 1 0 0 0,0 0 0 0 0,0-1-1 0 0,0 1 1 0 0,1 0 0 0 0,-1 0 0 0 0,0-1-1 0 0,0 1 1 0 0,0 0 0 0 0,1 0 0 0 0,-1 0 0 0 0,1 0-1 0 0,-1 0 1 0 0,1 0 0 0 0,-1 0 0 0 0,1 0 0 0 0,-1 0-1 0 0,1 0 1 0 0,0 1 0 0 0,0-1 0 0 0,-1 0 0 0 0,1 0-1 0 0,0 0 1 0 0,0 0 0 0 0,0 0 0 0 0,0 1-1 0 0,1 1 1 0 0,0-1 2 0 0,0-1-1 0 0,1 1 0 0 0,-1 0 1 0 0,0-1-1 0 0,1 1 0 0 0,0 0 0 0 0,-1-1 1 0 0,1 0-1 0 0,0 1 0 0 0,0-1 1 0 0,-1 0-1 0 0,1 0 0 0 0,0 0 1 0 0,3 1-1 0 0,7 2-35 0 0,0 0 0 0 0,1 0 1 0 0,-1-1-1 0 0,17 1 0 0 0,13-2-182 0 0,-1-1-1 0 0,1-3 1 0 0,-1-1-1 0 0,55-12 1 0 0,160-50-1106 0 0,-240 60 1230 0 0,-14 4 103 0 0,22-4-365 0 0,-24 5 351 0 0,1 0 0 0 0,0 0 0 0 0,-1 1 1 0 0,1-1-1 0 0,-1 0 0 0 0,1 0 0 0 0,-1 0 1 0 0,1 0-1 0 0,0 1 0 0 0,-1-1 0 0 0,1 0 0 0 0,-1 1 1 0 0,1-1-1 0 0,-1 0 0 0 0,1 1 0 0 0,-1-1 1 0 0,0 0-1 0 0,1 1 0 0 0,-1-1 0 0 0,1 1 1 0 0,-1-1-1 0 0,0 1 0 0 0,1-1 0 0 0,-1 1 0 0 0,0-1 1 0 0,1 2-1 0 0,0 0-21 0 0,-2 0-3 0 0,1 1 31 0 0,0-1-1 0 0,0 1 0 0 0,0-1 0 0 0,1 1 1 0 0,-1-1-1 0 0,0 0 0 0 0,1 1 0 0 0,0-1 1 0 0,-1 1-1 0 0,1-1 0 0 0,0 0 0 0 0,3 4 1 0 0,-1-3 73 0 0,0-1 1 0 0,0 0 0 0 0,0 0-1 0 0,0-1 1 0 0,1 1 0 0 0,-1 0 0 0 0,1-1-1 0 0,-1 0 1 0 0,1 0 0 0 0,0 0 0 0 0,-1 0-1 0 0,1-1 1 0 0,0 0 0 0 0,0 1-1 0 0,0-1 1 0 0,-1 0 0 0 0,1-1 0 0 0,0 1-1 0 0,0-1 1 0 0,-1 0 0 0 0,1 0-1 0 0,0 0 1 0 0,-1 0 0 0 0,1 0 0 0 0,3-3-1 0 0,-6 3-37 0 0,0 1 0 0 0,0-1 0 0 0,-1 0-1 0 0,1 1 1 0 0,0-1 0 0 0,-1 0 0 0 0,1 1-1 0 0,-1-1 1 0 0,1 0 0 0 0,-1 0 0 0 0,1 0-1 0 0,-1 1 1 0 0,1-1 0 0 0,-1 0 0 0 0,0 0-1 0 0,0 0 1 0 0,1 0 0 0 0,-1 0 0 0 0,0 0-1 0 0,0 0 1 0 0,0 0 0 0 0,0 1 0 0 0,0-1-1 0 0,0 0 1 0 0,0 0 0 0 0,0 0 0 0 0,-1 0-1 0 0,1 0 1 0 0,0 0 0 0 0,0 0 0 0 0,-1 0-1 0 0,1 1 1 0 0,-1-1 0 0 0,1 0 0 0 0,-1 0-1 0 0,1 0 1 0 0,-1 1 0 0 0,1-1 0 0 0,-1 0-1 0 0,0 1 1 0 0,1-1 0 0 0,-2-1 0 0 0,-34-29-271 0 0,29 25-435 0 0,6 5 59 0 0,-4-6-2218 0 0</inkml:trace>
</inkml:ink>
</file>

<file path=ppt/ink/ink2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3:05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45 732 0 0,'0'0'2466'0'0,"11"35"573"0"0,-7-32-2787 0 0,-1 0-1 0 0,1 0 1 0 0,0 0-1 0 0,0-1 0 0 0,0 1 1 0 0,0-1-1 0 0,8 3 1 0 0,-10-4 2 0 0,13 5 3875 0 0,-54-63-6810 0 0,38 56 2294 0 0,8-9-894 0 0,-6 8 1228 0 0,0 1 1 0 0,-1-1-1 0 0,1 1 0 0 0,0-1 1 0 0,0 1-1 0 0,0-1 0 0 0,0 1 0 0 0,0 0 1 0 0,0-1-1 0 0,1 1 0 0 0,-1 0 1 0 0,0 0-1 0 0,1 0 0 0 0,-1 0 1 0 0,1 0-1 0 0,2-1 0 0 0,4 0 70 0 0,0 0-1 0 0,0 0 1 0 0,1 1-1 0 0,-1 0 1 0 0,0 1-1 0 0,0 0 1 0 0,1 0-1 0 0,-1 1 0 0 0,0 0 1 0 0,0 1-1 0 0,0-1 1 0 0,0 1-1 0 0,11 5 1 0 0,-5-2 148 0 0,0 1 0 0 0,-1 1 1 0 0,0 0-1 0 0,0 0 0 0 0,-1 1 1 0 0,22 19-1 0 0,3 1 4183 0 0,-34-31-4146 0 0,37-53-1424 0 0,-16 14-5220 0 0,-13 23 3257 0 0</inkml:trace>
</inkml:ink>
</file>

<file path=ppt/ink/ink2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3:10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35 492 0 0,'0'0'732'0'0,"-1"-3"58"0"0,1 0-1 0 0,-1 0 1 0 0,0 0 0 0 0,-1 0-1 0 0,1 0 1 0 0,0 0-1 0 0,-1 0 1 0 0,0 0 0 0 0,-3-4-1 0 0,1 8-755 0 0,-1 1 0 0 0,1 0-1 0 0,0 0 1 0 0,-1 0 0 0 0,1 1-1 0 0,0-1 1 0 0,0 1 0 0 0,1 0 0 0 0,-1 0-1 0 0,1 1 1 0 0,-1-1 0 0 0,1 1-1 0 0,0-1 1 0 0,0 1 0 0 0,1 0 0 0 0,-1 0-1 0 0,1 0 1 0 0,-4 8 0 0 0,3-4-16 0 0,0 0 1 0 0,0 0 0 0 0,1 0 0 0 0,0 0 0 0 0,0 0 0 0 0,1 0-1 0 0,0 1 1 0 0,0-1 0 0 0,1 0 0 0 0,1 12 0 0 0,-1-18-14 0 0,0-1 0 0 0,1 1 0 0 0,0-1 0 0 0,-1 1 0 0 0,1-1 1 0 0,0 1-1 0 0,-1-1 0 0 0,1 1 0 0 0,0-1 0 0 0,0 0 0 0 0,0 1 0 0 0,1-1 1 0 0,-1 0-1 0 0,0 0 0 0 0,0 0 0 0 0,1 0 0 0 0,-1 0 0 0 0,0 0 1 0 0,1 0-1 0 0,-1 0 0 0 0,1-1 0 0 0,-1 1 0 0 0,1-1 0 0 0,-1 1 0 0 0,1-1 1 0 0,2 1-1 0 0,38 3 70 0 0,-34-4-63 0 0,-1-1-1 0 0,1 0 0 0 0,-1 0 1 0 0,0-1-1 0 0,0 0 0 0 0,1 0 1 0 0,-1 0-1 0 0,-1-1 0 0 0,1 0 1 0 0,0-1-1 0 0,-1 0 0 0 0,12-8 1 0 0,-15 10-36 0 0,-1 1 1 0 0,0 0-1 0 0,1-1 1 0 0,0 1-1 0 0,-1 0 1 0 0,1 1-1 0 0,0-1 1 0 0,-1 0-1 0 0,1 1 1 0 0,0 0-1 0 0,-1-1 1 0 0,1 1-1 0 0,0 0 1 0 0,0 0-1 0 0,0 1 1 0 0,-1-1-1 0 0,1 1 1 0 0,0-1-1 0 0,-1 1 1 0 0,1 0-1 0 0,2 1 1 0 0,38 6-10 0 0,-39-8 71 0 0,-1 0 0 0 0,1 0 0 0 0,-1 0 0 0 0,0-1 0 0 0,1 1 0 0 0,-1-1 0 0 0,0 0 1 0 0,1 0-1 0 0,-1 0 0 0 0,0 0 0 0 0,0-1 0 0 0,0 1 0 0 0,0-1 0 0 0,0 0 0 0 0,0 0 0 0 0,0 0 0 0 0,0 0 0 0 0,4-5 0 0 0,-1 0 88 0 0,0 0 0 0 0,-1-1 0 0 0,0 0-1 0 0,7-15 1 0 0,-2 6-47 0 0,-9 14-66 0 0,0 1 1 0 0,0 0-1 0 0,0 0 1 0 0,1 0-1 0 0,-1 0 0 0 0,1 0 1 0 0,0 1-1 0 0,-1-1 0 0 0,1 0 1 0 0,0 1-1 0 0,0-1 1 0 0,0 1-1 0 0,0 0 0 0 0,0 0 1 0 0,3-2-1 0 0,-3 3 29 0 0,2 1-43 0 0,0 1-8 0 0,1 0 1 0 0,-1 0-1 0 0,1 0 0 0 0,-1 0 1 0 0,0 1-1 0 0,0 0 1 0 0,0 0-1 0 0,-1 0 0 0 0,1 0 1 0 0,-1 0-1 0 0,1 1 1 0 0,-1 0-1 0 0,0-1 0 0 0,0 1 1 0 0,-1 1-1 0 0,1-1 1 0 0,-1 0-1 0 0,0 0 0 0 0,2 7 1 0 0,-3-10-180 0 0,1 3-228 0 0,-1 0-1170 0 0</inkml:trace>
</inkml:ink>
</file>

<file path=ppt/ink/ink2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3:10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67 380 0 0,'0'0'893'0'0,"8"-2"3637"0"0,-2 29-3627 0 0,-2 0 0 0 0,-1 1 0 0 0,-1-1 0 0 0,-3 50 0 0 0,0-28-393 0 0,-2-9 113 0 0,2-6-4745 0 0,6-37 2074 0 0,7-23 1174 0 0,-6 14 830 0 0,1 0-1 0 0,1 0 0 0 0,0 1 1 0 0,1 0-1 0 0,0 1 1 0 0,1 0-1 0 0,12-11 1 0 0,-10 10 500 0 0,2-5 133 0 0,0 1 0 0 0,-1-2-1 0 0,-1 0 1 0 0,-1 0 0 0 0,0-1-1 0 0,-1 0 1 0 0,-1-1 0 0 0,-1 0 0 0 0,7-23-1 0 0,-16 5 1548 0 0,-2 61-2101 0 0,1 0 0 0 0,1 0-1 0 0,4 41 1 0 0,-1-47 11 0 0,2 0-1 0 0,0-1 1 0 0,1 0 0 0 0,12 28-1 0 0,-16-42-59 0 0,0 0-1 0 0,1-1 1 0 0,0 1 0 0 0,-1-1-1 0 0,1 0 1 0 0,0 0 0 0 0,0 0-1 0 0,0 0 1 0 0,1 0-1 0 0,-1 0 1 0 0,0 0 0 0 0,1 0-1 0 0,-1-1 1 0 0,1 0-1 0 0,0 1 1 0 0,0-1 0 0 0,-1 0-1 0 0,1 0 1 0 0,0 0 0 0 0,0-1-1 0 0,0 1 1 0 0,0-1-1 0 0,0 1 1 0 0,0-1 0 0 0,0 0-1 0 0,4-1 1 0 0,8 0-1565 0 0,1 0 0 0 0,-1-2 0 0 0,25-6 0 0 0,-33 7 149 0 0,12-4-1253 0 0</inkml:trace>
</inkml:ink>
</file>

<file path=ppt/ink/ink2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3:11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1 125 564 0 0,'1'0'463'0'0,"0"-1"0"0"0,0 0 1 0 0,0 1-1 0 0,0-1 0 0 0,0 1 0 0 0,0-1 1 0 0,0 1-1 0 0,0 0 0 0 0,0-1 0 0 0,0 1 0 0 0,1 0 1 0 0,-1 0-1 0 0,0-1 0 0 0,0 1 0 0 0,0 0 1 0 0,2 1-1 0 0,12 70 989 0 0,-2 1 0 0 0,1 80 0 0 0,-13-141-1375 0 0,2 18 23 0 0,-3 57 1 0 0,0-84-256 0 0,0-2 115 0 0,0 0 0 0 0,-1-1 1 0 0,1 1-1 0 0,0 0 0 0 0,0 0 1 0 0,0 0-1 0 0,-1 0 0 0 0,1-1 0 0 0,0 1 1 0 0,0 0-1 0 0,0 0 0 0 0,-1 0 1 0 0,1 0-1 0 0,0 0 0 0 0,0 0 1 0 0,-1 0-1 0 0,1 0 0 0 0,0-1 0 0 0,0 1 1 0 0,-1 0-1 0 0,1 0 0 0 0,0 0 1 0 0,0 0-1 0 0,-1 0 0 0 0,1 0 0 0 0,0 1 1 0 0,0-1-1 0 0,-1 0 0 0 0,1 0 1 0 0,0 0-1 0 0,0 0 0 0 0,-1 0 1 0 0,1 0-1 0 0,0 0 0 0 0,0 0 0 0 0,0 1 1 0 0,-1-1-1 0 0,1 0 0 0 0,0 0 1 0 0,0 0-1 0 0,0 0 0 0 0,0 1 1 0 0,-1-1-1 0 0,1 0 0 0 0,0 0 0 0 0,0 0 1 0 0,0 1-1 0 0,0-1 0 0 0,0 0 1 0 0,0 0-1 0 0,-1 1 0 0 0,1-1 0 0 0,0 0 1 0 0,0 0-1 0 0,0 1 0 0 0,0-1 1 0 0,0 0-1 0 0,0 0 0 0 0,0 1 1 0 0,0-1-1 0 0,0 0 0 0 0,0 0 0 0 0,0 1 1 0 0,0-1-1 0 0,1 0 0 0 0,-3-1-110 0 0,0 0 0 0 0,1 0-1 0 0,-1-1 1 0 0,1 1 0 0 0,-1-1 0 0 0,1 1-1 0 0,0-1 1 0 0,0 0 0 0 0,-1 1-1 0 0,1-1 1 0 0,0 0 0 0 0,0-2-1 0 0,-37-113-3440 0 0,37 115 3629 0 0,15-22 225 0 0,6 11 20 0 0,0 0-1 0 0,1 2 1 0 0,1 0 0 0 0,41-14-1 0 0,-30 13 292 0 0,55-31 0 0 0,-79 38-404 0 0,-1 0 0 0 0,0-1 0 0 0,0 0-1 0 0,0 0 1 0 0,-1-1 0 0 0,0 0 0 0 0,0 0-1 0 0,-1-1 1 0 0,0 0 0 0 0,9-15 0 0 0,-11 15 28 0 0,0-1 1 0 0,-1 1 0 0 0,-1-1-1 0 0,1 1 1 0 0,-1-1 0 0 0,0 0-1 0 0,-1 0 1 0 0,0 0 0 0 0,-1 0-1 0 0,0 0 1 0 0,0 0 0 0 0,-2-9-1 0 0,2 15-126 0 0,-1 0 0 0 0,0 0 0 0 0,0 1 0 0 0,0-1 0 0 0,0 1-1 0 0,0-1 1 0 0,0 1 0 0 0,0-1 0 0 0,-1 1 0 0 0,-1-2-1 0 0,-5-8 304 0 0,8 10 45 0 0,-2 3-416 0 0,1 0 0 0 0,0-1 0 0 0,0 1 0 0 0,-1 0 0 0 0,1 0-1 0 0,0 0 1 0 0,0 0 0 0 0,0 0 0 0 0,0 0 0 0 0,0 0 0 0 0,0 0 0 0 0,0 0 0 0 0,1 1-1 0 0,-1-1 1 0 0,0 0 0 0 0,1 0 0 0 0,-1 1 0 0 0,1-1 0 0 0,-1 1 0 0 0,1-1 0 0 0,-1 0-1 0 0,1 2 1 0 0,-6 40 31 0 0,5-29-31 0 0,-1 26 30 0 0,1 1 0 0 0,3-1-1 0 0,1 0 1 0 0,10 51 0 0 0,-4-35 34 0 0,-9-52-44 0 0,0 0 0 0 0,1 1 0 0 0,0-1 0 0 0,0 0 0 0 0,0 0-1 0 0,1 0 1 0 0,-1 0 0 0 0,1-1 0 0 0,0 1 0 0 0,0 0 0 0 0,1-1 0 0 0,-1 1 0 0 0,0-1 0 0 0,6 5 0 0 0,-6-7 150 0 0,2-4-177 0 0,12-10 8 0 0,-12 10 31 0 0,36-20-66 0 0,-37 21 0 0 0,0-1-1 0 0,0 1 1 0 0,0 0-1 0 0,0 1 1 0 0,0-1-1 0 0,0 1 0 0 0,0-1 1 0 0,1 1-1 0 0,-1 0 1 0 0,1 0-1 0 0,6-1 1 0 0,-2 3-12 0 0,0 0 0 0 0,0 0 1 0 0,0 1-1 0 0,15 4 0 0 0,-17-4 38 0 0,97 23 44 0 0,-101-25 126 0 0,2-1-21 0 0,12-4 34 0 0,-12 4 305 0 0,15-26 2135 0 0,-19 25-3274 0 0,6 3-2518 0 0,0-1 2461 0 0,4 1-312 0 0,6 1-4050 0 0,7 2 1155 0 0</inkml:trace>
</inkml:ink>
</file>

<file path=ppt/ink/ink2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3:12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14 820 0 0,'-11'-14'10334'0'0,"45"313"-7574"0"0,-24-237 536 0 0,-2-84-3276 0 0,-6 15-31 0 0,0 1 1 0 0,0-1-1 0 0,0 1 1 0 0,1 0 0 0 0,0 0-1 0 0,1 0 1 0 0,-1 0 0 0 0,1 1-1 0 0,0-1 1 0 0,0 1 0 0 0,1 0-1 0 0,-1 0 1 0 0,1 1-1 0 0,0-1 1 0 0,1 1 0 0 0,-1 0-1 0 0,1 0 1 0 0,-1 1 0 0 0,9-4-1 0 0,-11 6-25 0 0,0 2 23 0 0,0-1 1 0 0,0 1 0 0 0,1-1-1 0 0,-1 1 1 0 0,0 0 0 0 0,0 0 0 0 0,0 0-1 0 0,0 1 1 0 0,4 1 0 0 0,99 78-2100 0 0,-103-80 1879 0 0,0 1 1 0 0,0-1 0 0 0,-1 1 0 0 0,1-1-1 0 0,0 0 1 0 0,0 0 0 0 0,0-1 0 0 0,1 1-1 0 0,-1 0 1 0 0,0-1 0 0 0,0 0 0 0 0,0 0 0 0 0,6 0-1 0 0,42-8-3018 0 0,-40 6 2109 0 0,3-1-1550 0 0,-1 0 206 0 0</inkml:trace>
</inkml:ink>
</file>

<file path=ppt/ink/ink2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3:13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30 215 312 0 0,'3'-4'7563'0'0,"-6"7"-7500"0"0,0 0-1 0 0,1-1 0 0 0,-1 1 0 0 0,1 0 0 0 0,-1 0 0 0 0,1 0 0 0 0,0 1 0 0 0,0-1 1 0 0,0 0-1 0 0,1 1 0 0 0,-1-1 0 0 0,1 1 0 0 0,0 0 0 0 0,0-1 0 0 0,0 1 1 0 0,0 0-1 0 0,1 0 0 0 0,0 0 0 0 0,0-1 0 0 0,0 1 0 0 0,0 0 0 0 0,0 0 1 0 0,1 0-1 0 0,1 6 0 0 0,9 10 751 0 0,-11-19-783 0 0,0-1 1 0 0,1 0-1 0 0,-1 0 0 0 0,0 0 1 0 0,0 1-1 0 0,1-1 0 0 0,-1 0 1 0 0,0 0-1 0 0,0 0 0 0 0,1 0 1 0 0,-1 0-1 0 0,0 0 1 0 0,1 0-1 0 0,-1 0 0 0 0,0 0 1 0 0,0 0-1 0 0,1 0 0 0 0,-1 0 1 0 0,0 0-1 0 0,1 0 0 0 0,-1 0 1 0 0,0 0-1 0 0,0 0 0 0 0,1 0 1 0 0,-1 0-1 0 0,0 0 0 0 0,1 0 1 0 0,-1 0-1 0 0,0-1 0 0 0,0 1 1 0 0,1 0-1 0 0,-1 0 0 0 0,0 0 1 0 0,0 0-1 0 0,0-1 0 0 0,1 1 1 0 0,16-36 1729 0 0,-9 16-1835 0 0,18-36 384 0 0,63-103 1 0 0,-48 108-329 0 0,-40 50-13 0 0,0 1-64 0 0,0 1 93 0 0,0-1 1 0 0,0 1-1 0 0,-1 0 0 0 0,1-1 1 0 0,0 1-1 0 0,0 0 1 0 0,0 0-1 0 0,-1-1 0 0 0,1 1 1 0 0,0 0-1 0 0,-1 0 1 0 0,1 0-1 0 0,-1 0 0 0 0,1 0 1 0 0,-1 0-1 0 0,0 0 0 0 0,1 0 1 0 0,-1 0-1 0 0,0 0 1 0 0,1 2-1 0 0,5 23-24 0 0,0 24-3 0 0,-2-16 26 0 0,16 65 1 0 0,-17-90 13 0 0,0 0 0 0 0,0 1 0 0 0,1-1 0 0 0,1 0-1 0 0,0-1 1 0 0,0 1 0 0 0,0-1 0 0 0,1 0 0 0 0,0 0 0 0 0,1-1-1 0 0,9 9 1 0 0,-13-14 36 0 0,0 1 0 0 0,1-1 0 0 0,0 0 0 0 0,-1-1 0 0 0,1 1 0 0 0,0-1-1 0 0,0 1 1 0 0,0-1 0 0 0,0 0 0 0 0,0 0 0 0 0,0-1 0 0 0,0 1 0 0 0,0-1 0 0 0,1 0-1 0 0,-1 0 1 0 0,0-1 0 0 0,0 1 0 0 0,0-1 0 0 0,0 0 0 0 0,0 0 0 0 0,0 0 0 0 0,0 0 0 0 0,0-1-1 0 0,0 1 1 0 0,-1-1 0 0 0,7-4 0 0 0,-8 5 210 0 0,-2-1-157 0 0,1 1-1 0 0,0-1 0 0 0,0 1 1 0 0,0 0-1 0 0,0 0 1 0 0,0-1-1 0 0,0 1 1 0 0,0 0-1 0 0,0 0 1 0 0,0 0-1 0 0,0 0 1 0 0,0 0-1 0 0,3-1 0 0 0,11-13 1828 0 0,-15 17-2244 0 0,1 1 0 0 0,0 0 0 0 0,0-1 0 0 0,0 1 0 0 0,0-1 0 0 0,0 0 0 0 0,1 1 1 0 0,-1-1-1 0 0,1 0 0 0 0,-1 0 0 0 0,1 0 0 0 0,0 0 0 0 0,0 0 0 0 0,2 2 0 0 0,10 6-6521 0 0,-4-4 3063 0 0</inkml:trace>
</inkml:ink>
</file>

<file path=ppt/ink/ink2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3:13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36 1068 0 0,'0'0'4204'0'0,"7"-9"-2359"0"0,-26-18-7502 0 0</inkml:trace>
</inkml:ink>
</file>

<file path=ppt/ink/ink2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3:24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270 4 68 0 0,'-4'-4'8609'0'0,"-16"91"-7383"0"0,4 0 0 0 0,-8 137 1 0 0,14-119-450 0 0,1-42 239 0 0,9-61-788 0 0,0-2-194 0 0,0 0 0 0 0,1 0 0 0 0,-1 1 0 0 0,0-1 0 0 0,0 0 0 0 0,0 0 0 0 0,0 1-1 0 0,0-1 1 0 0,0 0 0 0 0,0 0 0 0 0,0 1 0 0 0,0-1 0 0 0,0 0 0 0 0,0 0 0 0 0,0 1 0 0 0,0-1-1 0 0,0 0 1 0 0,0 0 0 0 0,0 1 0 0 0,0-1 0 0 0,0 0 0 0 0,0 0 0 0 0,0 1 0 0 0,-1-1 0 0 0,1 0-1 0 0,0 0 1 0 0,0 0 0 0 0,0 1 0 0 0,0-1 0 0 0,0 0 0 0 0,-1 0 0 0 0,1 0 0 0 0,0 1 0 0 0,0-1-1 0 0,0 0 1 0 0,-1 0 0 0 0,1 0 0 0 0,0 0 0 0 0,0 0 0 0 0,-1 0 0 0 0,1 1 0 0 0,0-1 0 0 0,0 0-1 0 0,-1 0 1 0 0,1 0 0 0 0,0 0 0 0 0,0 0 0 0 0,-1 0 0 0 0,1 0 0 0 0,0 0 0 0 0,0 0 0 0 0,-1 0-1 0 0,1 0 1 0 0,0 0 0 0 0,0 0 0 0 0,-1 0 0 0 0,1-1 0 0 0,0 1 0 0 0,0 0 0 0 0,-1 0 0 0 0,1 0-1 0 0,0 0 1 0 0,-1 0 0 0 0,-11-10 53 0 0,0 0 0 0 0,1-1-1 0 0,0 0 1 0 0,1-1 0 0 0,0 0 0 0 0,1-1-1 0 0,0 0 1 0 0,1 0 0 0 0,-9-20-1 0 0,4 6-53 0 0,0-1-1 0 0,2-1 1 0 0,2 0-1 0 0,-8-32 1 0 0,15 48-64 0 0,0 1 1 0 0,1-1 0 0 0,1 0 0 0 0,0 0 0 0 0,0 0 0 0 0,1 0 0 0 0,1 1 0 0 0,0-1-1 0 0,1 0 1 0 0,0 1 0 0 0,10-22 0 0 0,-11 29-4 0 0,0 0-1 0 0,0 1 0 0 0,1-1 1 0 0,0 1-1 0 0,0 0 1 0 0,0 0-1 0 0,0 0 1 0 0,1 0-1 0 0,-1 1 1 0 0,1-1-1 0 0,0 1 1 0 0,0 0-1 0 0,1 0 1 0 0,-1 1-1 0 0,0-1 1 0 0,1 1-1 0 0,0 0 1 0 0,-1 0-1 0 0,1 0 1 0 0,0 1-1 0 0,0-1 1 0 0,0 1-1 0 0,0 0 1 0 0,0 1-1 0 0,0-1 0 0 0,0 1 1 0 0,1 0-1 0 0,-1 1 1 0 0,0-1-1 0 0,0 1 1 0 0,0 0-1 0 0,7 2 1 0 0,-2 0-8 0 0,0 1 1 0 0,0 0 0 0 0,-1 1 0 0 0,1 0-1 0 0,-1 0 1 0 0,0 1 0 0 0,0 0-1 0 0,-1 0 1 0 0,0 1 0 0 0,0 0-1 0 0,0 1 1 0 0,-1 0 0 0 0,9 13-1 0 0,-6-8 11 0 0,-1 0-1 0 0,-1 1 1 0 0,0 0-1 0 0,-1 1 1 0 0,-1 0-1 0 0,0 0 1 0 0,-1 0-1 0 0,4 23 1 0 0,-7-28 21 0 0,-1 0 0 0 0,-1-1 0 0 0,0 1 0 0 0,0 0 0 0 0,-1 0 0 0 0,0 0 0 0 0,-1 0 0 0 0,0 0 0 0 0,0 0-1 0 0,-1-1 1 0 0,-1 1 0 0 0,1-1 0 0 0,-2 0 0 0 0,1 0 0 0 0,-1-1 0 0 0,0 1 0 0 0,-1-1 0 0 0,0 0 0 0 0,0 0 0 0 0,-14 12 0 0 0,6-7 18 0 0,-1-1-1 0 0,-1 0 1 0 0,0 0-1 0 0,0-2 1 0 0,-1 0-1 0 0,0-1 1 0 0,-1-1-1 0 0,0 0 1 0 0,-31 8-1 0 0,43-15-115 0 0,1 1 0 0 0,0-1-1 0 0,0 0 1 0 0,-1-1 0 0 0,1 1-1 0 0,0-1 1 0 0,-1 0 0 0 0,-9-2-1 0 0,13 2-412 0 0,-1-1-1 0 0,1 0 1 0 0,0 1-1 0 0,0-1 1 0 0,0 0-1 0 0,0 0 1 0 0,0 0-1 0 0,1-1 1 0 0,-1 1-1 0 0,0 0 1 0 0,0-1-1 0 0,1 1 1 0 0,-1-1 0 0 0,1 0-1 0 0,-2-1 1 0 0</inkml:trace>
</inkml:ink>
</file>

<file path=ppt/ink/ink2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3:25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1 412 348 0 0,'2'1'289'0'0,"1"1"-1"0"0,0-1 1 0 0,0 0-1 0 0,0 0 1 0 0,1 0-1 0 0,-1 0 1 0 0,0-1 0 0 0,0 0-1 0 0,0 1 1 0 0,1-1-1 0 0,-1 0 1 0 0,0 0 0 0 0,0-1-1 0 0,1 1 1 0 0,-1-1-1 0 0,0 1 1 0 0,0-1-1 0 0,0 0 1 0 0,0 0 0 0 0,0-1-1 0 0,0 1 1 0 0,3-2-1 0 0,10-5 412 0 0,0 0 0 0 0,23-17 1 0 0,-34 22-508 0 0,-1 0 1 0 0,1-1 0 0 0,-1 1-1 0 0,0-1 1 0 0,0 0 0 0 0,-1 0 0 0 0,1 0-1 0 0,-1-1 1 0 0,0 1 0 0 0,0-1-1 0 0,0 0 1 0 0,-1 0 0 0 0,1 0 0 0 0,-1 0-1 0 0,0 0 1 0 0,-1-1 0 0 0,1 1-1 0 0,-1 0 1 0 0,1-10 0 0 0,-3 16-191 0 0,1-1-1 0 0,0 1 1 0 0,0-1 0 0 0,0 1-1 0 0,0-1 1 0 0,0 1 0 0 0,-1-1-1 0 0,1 0 1 0 0,0 1 0 0 0,0-1-1 0 0,-1 1 1 0 0,1-1 0 0 0,0 0-1 0 0,-1 1 1 0 0,1-1 0 0 0,0 0-1 0 0,-1 0 1 0 0,1 1 0 0 0,-1-1-1 0 0,1 0 1 0 0,0 0 0 0 0,-1 1-1 0 0,1-1 1 0 0,-1 0 0 0 0,1 0-1 0 0,-1 0 1 0 0,1 0 0 0 0,-1 0-1 0 0,1 0 1 0 0,-1 0 0 0 0,0 0-1 0 0,0 0 0 0 0,1 1 1 0 0,-1-1-1 0 0,0 0 0 0 0,1 0 1 0 0,-1 0-1 0 0,1 0 1 0 0,-1 1-1 0 0,0-1 0 0 0,1 0 1 0 0,-1 1-1 0 0,1-1 0 0 0,-1 0 1 0 0,1 1-1 0 0,-1-1 0 0 0,1 1 1 0 0,-1-1-1 0 0,1 1 1 0 0,-1-1-1 0 0,1 1 0 0 0,0-1 1 0 0,-1 1-1 0 0,1-1 0 0 0,0 1 1 0 0,-1 0-1 0 0,1-1 0 0 0,0 1 1 0 0,0 0-1 0 0,-1-1 1 0 0,1 2-1 0 0,0 5 2 0 0,-1 0 0 0 0,1 1 1 0 0,1-1-1 0 0,-1 0 0 0 0,4 12 0 0 0,-4-16-15 0 0,1 0 0 0 0,0 0 0 0 0,1 0 0 0 0,-1-1 0 0 0,0 1 0 0 0,1-1-1 0 0,0 1 1 0 0,-1-1 0 0 0,1 1 0 0 0,0-1 0 0 0,0 0 0 0 0,0 0-1 0 0,1 0 1 0 0,-1 0 0 0 0,0 0 0 0 0,6 2 0 0 0,-6-2 7 0 0,0-1 0 0 0,0 0 0 0 0,1 0 0 0 0,-1 0 0 0 0,1 0 0 0 0,-1 0 0 0 0,1 0 0 0 0,0-1 0 0 0,-1 1 0 0 0,1-1 0 0 0,-1 0 0 0 0,1 0 0 0 0,0 0 0 0 0,-1 0 0 0 0,1 0 0 0 0,0-1 0 0 0,-1 1-1 0 0,1-1 1 0 0,-1 1 0 0 0,1-1 0 0 0,0 0 0 0 0,-1 0 0 0 0,0 0 0 0 0,1-1 0 0 0,-1 1 0 0 0,0 0 0 0 0,0-1 0 0 0,0 0 0 0 0,0 1 0 0 0,0-1 0 0 0,0 0 0 0 0,0 0 0 0 0,0 0 0 0 0,-1 0 0 0 0,1 0 0 0 0,-1-1 0 0 0,1 1 0 0 0,-1 0 0 0 0,1-4 0 0 0,3-5 27 0 0,0 1-1 0 0,-1-2 1 0 0,0 1-1 0 0,0 0 1 0 0,-2-1 0 0 0,1 0-1 0 0,0-17 1 0 0,-1-18 762 0 0,-1 1 0 0 0,-3-1 0 0 0,-10-63 0 0 0,11 108 54 0 0,0 4-826 0 0,0 0 1 0 0,1 0-1 0 0,-1 1 1 0 0,0-1-1 0 0,1 0 1 0 0,-1 0-1 0 0,1 1 1 0 0,0-1-1 0 0,0 0 1 0 0,0 1-1 0 0,0-1 0 0 0,0 3 1 0 0,0 0 18 0 0,-2 29 178 0 0,2-1 0 0 0,1 1 0 0 0,2-1 0 0 0,1 0 0 0 0,10 41 0 0 0,-3-17 44 0 0,-1-1-13 0 0,8 50-2801 0 0,-18-104 1866 0 0,0 8-486 0 0</inkml:trace>
</inkml:ink>
</file>

<file path=ppt/ink/ink2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3:25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0 133 604 0 0,'17'-19'3433'0'0,"1"7"-2709"0"0,-1 2 0 0 0,2 0 0 0 0,-1 1 0 0 0,1 0 0 0 0,1 2 0 0 0,34-9 0 0 0,130-17-4489 0 0,-161 30 2469 0 0,15-2-980 0 0</inkml:trace>
</inkml:ink>
</file>

<file path=ppt/ink/ink2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3:40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98 304 0 0,'-3'-6'1206'0'0,"-1"-1"1"0"0,1 1-1 0 0,-1 0 1 0 0,0 0-1 0 0,-8-8 1 0 0,10 12-157 0 0,-12-2 1534 0 0,10 3-541 0 0,-1 14-2343 0 0,2-4 395 0 0,-6 19-1 0 0,1-1 1 0 0,1 1-1 0 0,2 0 1 0 0,-4 47-1 0 0,9-73-76 0 0,-1 10 20 0 0,0-5 91 0 0,-1-10 227 0 0,0-34-333 0 0,1 1 0 0 0,1-1 0 0 0,2 1 0 0 0,8-38 0 0 0,-10 72-73 0 0,0-1-16 0 0,0 3 52 0 0,0-1 0 0 0,0 1 0 0 0,0-1 0 0 0,-1 1 0 0 0,1 0 0 0 0,0-1 0 0 0,0 1-1 0 0,0-1 1 0 0,0 1 0 0 0,0-1 0 0 0,0 1 0 0 0,1-1 0 0 0,-1 1 0 0 0,0-1 0 0 0,0 1 0 0 0,0-1 0 0 0,0 1 0 0 0,0 0 0 0 0,1-1 0 0 0,-1 1 0 0 0,0-1 0 0 0,0 1 0 0 0,1 0 0 0 0,-1-1 0 0 0,0 1 0 0 0,1-1 0 0 0,-1 1 0 0 0,0 0 0 0 0,1 0 0 0 0,-1-1 0 0 0,0 1 0 0 0,1 0 0 0 0,-1 0 0 0 0,1-1 0 0 0,-1 1 0 0 0,1 0 0 0 0,-1 0 0 0 0,1 0 0 0 0,-1 0 0 0 0,0-1 0 0 0,1 1 0 0 0,-1 0 0 0 0,1 0 0 0 0,-1 0 0 0 0,1 0 0 0 0,-1 0 0 0 0,2 1 0 0 0,3 1-30 0 0,1 1 0 0 0,-1 0 0 0 0,0 0 0 0 0,0 1 0 0 0,0-1 0 0 0,0 1 0 0 0,-1 0 0 0 0,1 1 0 0 0,-1-1 0 0 0,7 10 0 0 0,39 64-288 0 0,-39-59 204 0 0,0 0 0 0 0,21 25 0 0 0,14 10 1 0 0,-45-52 1070 0 0,12-25-600 0 0,-10 14-235 0 0,0 0 1 0 0,-1-1-1 0 0,-1 1 1 0 0,1-1-1 0 0,-1 0 0 0 0,-1 1 1 0 0,-1-18-1 0 0,2-20 196 0 0,2-71-1475 0 0,-3 101-1724 0 0,21 35 162 0 0,-14-8-176 0 0,0-3 221 0 0</inkml:trace>
</inkml:ink>
</file>

<file path=ppt/ink/ink2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3:40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11 576 0 0,'-2'-10'5457'0'0,"-3"20"-5243"0"0,1 1 0 0 0,1 0 0 0 0,-1 1 0 0 0,2-1 0 0 0,0 1 0 0 0,0-1 0 0 0,1 1 0 0 0,0-1 0 0 0,1 17 0 0 0,1-20-102 0 0,0 0 1 0 0,0 0-1 0 0,1 0 0 0 0,-1 0 1 0 0,2 0-1 0 0,-1 0 1 0 0,1 0-1 0 0,0-1 1 0 0,1 1-1 0 0,0-1 1 0 0,0 0-1 0 0,1 0 1 0 0,-1-1-1 0 0,12 12 1 0 0,-15-17 265 0 0,-1-1-341 0 0,1 1-1 0 0,-1-1 1 0 0,1 0 0 0 0,-1 0-1 0 0,1 1 1 0 0,-1-1-1 0 0,1 0 1 0 0,0 0 0 0 0,-1 0-1 0 0,1 0 1 0 0,-1 0-1 0 0,1 0 1 0 0,0 0 0 0 0,-1 0-1 0 0,1 0 1 0 0,-1 0-1 0 0,1 0 1 0 0,0 0-1 0 0,-1 0 1 0 0,1 0 0 0 0,-1 0-1 0 0,1-1 1 0 0,-1 1-1 0 0,2 0 1 0 0,2-5 67 0 0,-1 0-1 0 0,1 0 1 0 0,-1 0 0 0 0,0 0-1 0 0,0 0 1 0 0,0-1 0 0 0,-1 1-1 0 0,0-1 1 0 0,0 1 0 0 0,0-1-1 0 0,-1 0 1 0 0,0 0 0 0 0,0 0-1 0 0,0 0 1 0 0,-1 0 0 0 0,0 0 0 0 0,0 0-1 0 0,-1 0 1 0 0,1 0 0 0 0,-1 0-1 0 0,0 0 1 0 0,-1 0 0 0 0,0 0-1 0 0,0 1 1 0 0,-3-7 0 0 0,-13-11-2786 0 0,6 28-533 0 0,9-2 3779 0 0,0-1-2159 0 0,1 11-3446 0 0</inkml:trace>
</inkml:ink>
</file>

<file path=ppt/ink/ink2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3:41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1 564 0 0,'0'0'2416'0'0,"0"4"-1892"0"0,1 6-109 0 0,-1 0-1 0 0,2 1 1 0 0,-1-1 0 0 0,2 0 0 0 0,-1 0 0 0 0,5 11 0 0 0,-5-17-280 0 0,-1 0 0 0 0,1 1 0 0 0,0-1 0 0 0,1 0 0 0 0,-1 0 0 0 0,1 0 1 0 0,-1 0-1 0 0,1 0 0 0 0,1-1 0 0 0,-1 1 0 0 0,0-1 0 0 0,1 0 0 0 0,0 0 0 0 0,-1 0 1 0 0,1 0-1 0 0,5 2 0 0 0,-7-5 87 0 0,14 2 1165 0 0,-14-3-1309 0 0,0 0 0 0 0,-1 0-1 0 0,1 0 1 0 0,0 0 0 0 0,-1-1 0 0 0,1 1 0 0 0,-1-1 0 0 0,0 1 0 0 0,1-1 0 0 0,-1 0 0 0 0,0 1 0 0 0,0-1 0 0 0,0 0 0 0 0,0 0 0 0 0,0 0 0 0 0,0 0 0 0 0,-1 0 0 0 0,1 0 0 0 0,0-3 0 0 0,2-42 1212 0 0,-3 45-1247 0 0,0 0 94 0 0,-5-29 705 0 0,4 21-3419 0 0</inkml:trace>
</inkml:ink>
</file>

<file path=ppt/ink/ink2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3:41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76 0 0,'19'17'3180'0'0,"-17"-5"-2089"0"0,11 36 1130 0 0,-13-45-2097 0 0,1-1-1 0 0,0 0 0 0 0,0 0 0 0 0,0 0 1 0 0,0 0-1 0 0,1 0 0 0 0,-1 0 0 0 0,1 0 1 0 0,-1-1-1 0 0,1 1 0 0 0,-1 0 0 0 0,1-1 1 0 0,0 1-1 0 0,0-1 0 0 0,0 0 0 0 0,0 1 1 0 0,2 0-1 0 0,-2-1 312 0 0,1-4-231 0 0,94-59 2081 0 0,-96 61-2151 0 0,2 1-211 0 0,-1 0 0 0 0,1 0 0 0 0,0 1 0 0 0,-1-1 1 0 0,1 0-1 0 0,-1 1 0 0 0,1 0 0 0 0,-1 0 0 0 0,1-1 0 0 0,-1 1 0 0 0,1 1 0 0 0,-1-1 0 0 0,3 2 0 0 0,-3-1-353 0 0,-1-1-1 0 0,0 0 0 0 0,0 0 1 0 0,1 1-1 0 0,-1-1 0 0 0,0 1 0 0 0,-1-1 1 0 0,1 1-1 0 0,0-1 0 0 0,0 1 1 0 0,-1-1-1 0 0,1 1 0 0 0,0 2 0 0 0</inkml:trace>
</inkml:ink>
</file>

<file path=ppt/ink/ink2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3:43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16 179 716 0 0,'-10'-39'9388'0'0,"10"49"-7271"0"0,4 37-1021 0 0,7 61-1246 0 0,10 86 2580 0 0,-42-284-1894 0 0,13 42-452 0 0,-4-77-1 0 0,12 105-128 0 0,0 0 0 0 0,1 1 0 0 0,1-1-1 0 0,1 0 1 0 0,1 0 0 0 0,11-33-1 0 0,-14 49 5 0 0,1 1 0 0 0,-1-1 0 0 0,1 0 0 0 0,0 1 0 0 0,0-1 0 0 0,0 1-1 0 0,1 0 1 0 0,-1 0 0 0 0,1 0 0 0 0,0 0 0 0 0,0 0 0 0 0,0 0-1 0 0,0 1 1 0 0,0 0 0 0 0,1-1 0 0 0,-1 1 0 0 0,1 0 0 0 0,-1 1 0 0 0,1-1-1 0 0,0 1 1 0 0,0-1 0 0 0,0 1 0 0 0,-1 0 0 0 0,1 0 0 0 0,0 1-1 0 0,0-1 1 0 0,0 1 0 0 0,1 0 0 0 0,-1 0 0 0 0,0 1 0 0 0,0-1 0 0 0,0 1-1 0 0,0 0 1 0 0,-1 0 0 0 0,1 0 0 0 0,0 0 0 0 0,0 0 0 0 0,0 1-1 0 0,-1 0 1 0 0,1 0 0 0 0,-1 0 0 0 0,0 0 0 0 0,1 1 0 0 0,-1-1 0 0 0,0 1-1 0 0,0 0 1 0 0,0 0 0 0 0,-1 0 0 0 0,1 0 0 0 0,-1 0 0 0 0,0 1 0 0 0,0-1-1 0 0,0 1 1 0 0,0-1 0 0 0,0 1 0 0 0,-1 0 0 0 0,1 4 0 0 0,-1-5 28 0 0,0 1 1 0 0,0 0 0 0 0,-1 0 0 0 0,1 0 0 0 0,-1 0 0 0 0,0 0-1 0 0,0 0 1 0 0,-1 0 0 0 0,1 0 0 0 0,-1 0 0 0 0,0 0 0 0 0,0-1 0 0 0,0 1-1 0 0,-1 0 1 0 0,1-1 0 0 0,-1 1 0 0 0,0-1 0 0 0,0 1 0 0 0,0-1-1 0 0,0 0 1 0 0,-1 0 0 0 0,1 0 0 0 0,-1 0 0 0 0,-5 5 0 0 0,-5 2-370 0 0,0-1 1 0 0,-1-1-1 0 0,0 0 1 0 0,-26 11-1 0 0,21-11-1018 0 0,17-7 595 0 0,-4 2-1070 0 0</inkml:trace>
</inkml:ink>
</file>

<file path=ppt/ink/ink2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3:44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21 201 508 0 0,'8'20'954'0'0,"-1"1"0"0"0,-2 0 0 0 0,0 0 0 0 0,0 1 0 0 0,-2 0 0 0 0,0 22-1 0 0,1-2 16 0 0,-3-11-73 0 0,-3-20 2840 0 0,-6-22-3631 0 0,1-1 1 0 0,0 0-1 0 0,1 0 1 0 0,0 0-1 0 0,1 0 1 0 0,0-1-1 0 0,1 0 1 0 0,1 0-1 0 0,0 0 1 0 0,1-1-1 0 0,0 1 1 0 0,1-1-1 0 0,0 1 1 0 0,1-1-1 0 0,1 1 1 0 0,3-19-1 0 0,-3 21-86 0 0,1-1-1 0 0,0 0 0 0 0,0 1 1 0 0,2 0-1 0 0,-1-1 0 0 0,2 1 1 0 0,-1 1-1 0 0,1-1 0 0 0,1 1 1 0 0,0-1-1 0 0,0 2 0 0 0,1-1 1 0 0,1 1-1 0 0,-1 0 0 0 0,1 0 1 0 0,1 1-1 0 0,0 0 0 0 0,0 1 1 0 0,16-10-1 0 0,-22 15-23 0 0,1 0-1 0 0,0 1 1 0 0,0-1 0 0 0,0 1 0 0 0,0 0-1 0 0,0 0 1 0 0,0 1 0 0 0,0-1 0 0 0,0 1-1 0 0,0 0 1 0 0,0 0 0 0 0,0 0-1 0 0,0 0 1 0 0,0 1 0 0 0,0 0 0 0 0,0 0-1 0 0,0 0 1 0 0,0 0 0 0 0,0 1 0 0 0,-1-1-1 0 0,1 1 1 0 0,-1 0 0 0 0,1 0-1 0 0,-1 0 1 0 0,1 0 0 0 0,-1 1 0 0 0,0 0-1 0 0,0-1 1 0 0,0 1 0 0 0,-1 0 0 0 0,1 1-1 0 0,4 6 1 0 0,-6-8 4 0 0,-1 0-1 0 0,1 0 1 0 0,-1 0 0 0 0,1 1 0 0 0,-1-1-1 0 0,0 0 1 0 0,0 1 0 0 0,0-1 0 0 0,0 0-1 0 0,0 1 1 0 0,-1-1 0 0 0,1 0-1 0 0,0 0 1 0 0,-1 1 0 0 0,0-1 0 0 0,0 0-1 0 0,0 0 1 0 0,0 0 0 0 0,0 0 0 0 0,0 0-1 0 0,0 0 1 0 0,-2 2 0 0 0,-31 31 10 0 0,32-33-10 0 0,-18 13-156 0 0,0-1-1 0 0,-32 18 1 0 0,19-16-2393 0 0,3-4-3462 0 0</inkml:trace>
</inkml:ink>
</file>

<file path=ppt/ink/ink2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3:49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33 84 0 0,'-10'-10'3897'0'0,"3"-1"-2701"0"0,-3 0 4541 0 0,10 11-5700 0 0,-1 0-1 0 0,0 0 1 0 0,1 0 0 0 0,-1 1 0 0 0,1-1 0 0 0,-1 0 0 0 0,1 1 0 0 0,-1-1-1 0 0,1 1 1 0 0,-1-1 0 0 0,1 0 0 0 0,0 1 0 0 0,-1-1 0 0 0,1 1 0 0 0,-1-1-1 0 0,1 1 1 0 0,0 0 0 0 0,-1-1 0 0 0,1 1 0 0 0,0-1 0 0 0,0 1-1 0 0,0-1 1 0 0,-1 1 0 0 0,1 0 0 0 0,0-1 0 0 0,0 1 0 0 0,0-1 0 0 0,0 2-1 0 0,-10 39 210 0 0,1 1-1 0 0,2 0 1 0 0,-2 44-1 0 0,4-27-100 0 0,3-22-2 0 0,4 66 1 0 0,0 17 24 0 0,-3-86-1515 0 0,6 56 0 0 0,-1-49-4940 0 0,-3-31 3708 0 0</inkml:trace>
</inkml:ink>
</file>

<file path=ppt/ink/ink2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3:49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0 192 0 0,'0'0'1840'0'0,"-12"9"3469"0"0,9 49-4054 0 0,3 1 0 0 0,9 78 0 0 0,2 39-222 0 0,-5-68-269 0 0,-6-106-729 0 0,-3-8-2667 0 0,-23-63-587 0 0,18 47 188 0 0,1 1 747 0 0</inkml:trace>
</inkml:ink>
</file>

<file path=ppt/ink/ink2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3:50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0 372 208 0 0,'46'1'3948'0'0,"20"0"-3456"0"0,-5-4 292 0 0,121-20 0 0 0,-149 16-507 0 0,-1-2-1 0 0,0 0 0 0 0,-1-3 0 0 0,0 0 1 0 0,38-22-1 0 0,-63 31-165 0 0,0-1 0 0 0,0 0 1 0 0,0-1-1 0 0,-1 1 0 0 0,1-1 0 0 0,-1 0 1 0 0,-1 0-1 0 0,1-1 0 0 0,-1 0 0 0 0,0 1 0 0 0,0-1 1 0 0,0-1-1 0 0,-1 1 0 0 0,0 0 0 0 0,-1-1 0 0 0,1 0 1 0 0,1-7-1 0 0,-3 8-14 0 0,0 0 0 0 0,-1 0-1 0 0,1 0 1 0 0,-1 0 0 0 0,-1 0 0 0 0,1 0 0 0 0,-1 0 0 0 0,0 0 0 0 0,0 0 0 0 0,-1 1-1 0 0,0-1 1 0 0,0 0 0 0 0,0 1 0 0 0,0-1 0 0 0,-1 1 0 0 0,0 0 0 0 0,0 0 0 0 0,-1 0-1 0 0,1 0 1 0 0,-1 1 0 0 0,-6-6 0 0 0,-22-22 421 0 0,30 31-373 0 0,-1 3-129 0 0,0-1-14 0 0,1 0 0 0 0,0 0-1 0 0,-1 1 1 0 0,1-1 0 0 0,0 1 0 0 0,0 0 0 0 0,-1-1 0 0 0,1 1 0 0 0,1 0 0 0 0,-1 0-1 0 0,0 0 1 0 0,0 0 0 0 0,1 1 0 0 0,-1-1 0 0 0,1 0 0 0 0,0 1 0 0 0,0-1 0 0 0,0 1-1 0 0,0-1 1 0 0,0 1 0 0 0,0 0 0 0 0,0 4 0 0 0,-1 1 6 0 0,-5 20 2 0 0,1 1 0 0 0,2-1 1 0 0,1 1-1 0 0,1 1 1 0 0,3 55-1 0 0,0 8 48 0 0,-2-81-54 0 0,1 1 9 0 0,0 0 1 0 0,0 0 0 0 0,1 0-1 0 0,5 21 1 0 0,-6-33-2 0 0,2 12-79 0 0,0-6 373 0 0,0-9 1325 0 0,3-12-1607 0 0,1 0 1 0 0,0 0-1 0 0,1 0 1 0 0,1 1-1 0 0,13-17 1 0 0,-20 29-35 0 0,-1 0 9 0 0,-1 1-1 0 0,1-1 1 0 0,0 1 0 0 0,0-1-1 0 0,0 1 1 0 0,0-1 0 0 0,0 1-1 0 0,0-1 1 0 0,0 1 0 0 0,1-1-1 0 0,-1 1 1 0 0,0-1 0 0 0,0 1-1 0 0,0-1 1 0 0,0 1 0 0 0,1 0-1 0 0,-1-1 1 0 0,0 1 0 0 0,0-1-1 0 0,1 1 1 0 0,-1-1 0 0 0,0 1-1 0 0,1 0 1 0 0,-1-1 0 0 0,0 1-1 0 0,1 0 1 0 0,-1-1 0 0 0,1 1-1 0 0,-1 0 1 0 0,0 0 0 0 0,1-1-1 0 0,-1 1 1 0 0,1 0 0 0 0,0 0-1 0 0,18 6-96 0 0,18 22-68 0 0,-36-26 162 0 0,8 5-4 0 0,0 0 0 0 0,1-1 0 0 0,-1 0 0 0 0,1 0 0 0 0,0-1 0 0 0,0 0 0 0 0,1-1 0 0 0,0 0 0 0 0,-1-1 0 0 0,17 4 0 0 0,-23-7 6 0 0,0 1 1 0 0,0-1-1 0 0,1 1 0 0 0,-1-1 1 0 0,0 0-1 0 0,0-1 0 0 0,0 1 0 0 0,0-1 1 0 0,0 0-1 0 0,0 0 0 0 0,0 0 0 0 0,0 0 1 0 0,0-1-1 0 0,0 1 0 0 0,0-1 1 0 0,-1 0-1 0 0,1-1 0 0 0,-1 1 0 0 0,1 0 1 0 0,-1-1-1 0 0,0 0 0 0 0,0 0 1 0 0,0 0-1 0 0,0 0 0 0 0,-1 0 0 0 0,1-1 1 0 0,-1 1-1 0 0,0-1 0 0 0,0 1 0 0 0,0-1 1 0 0,2-6-1 0 0,-2 5 118 0 0,0 0 0 0 0,0-1-1 0 0,0 1 1 0 0,-1-1 0 0 0,0 1 0 0 0,0-1-1 0 0,0 0 1 0 0,-1 1 0 0 0,0-1 0 0 0,-1-9-1 0 0,1 13 237 0 0,-1 2-346 0 0,1 0 1 0 0,-1 0 0 0 0,1 0 0 0 0,-1 0-1 0 0,1 0 1 0 0,-1 0 0 0 0,1 0-1 0 0,0 0 1 0 0,-1 1 0 0 0,1-1-1 0 0,-1 0 1 0 0,1 0 0 0 0,0 0-1 0 0,-1 0 1 0 0,1 1 0 0 0,0-1-1 0 0,-1 0 1 0 0,1 1 0 0 0,0-1-1 0 0,-1 0 1 0 0,1 0 0 0 0,0 1-1 0 0,-1-1 1 0 0,1 1 0 0 0,0-1 0 0 0,0 0-1 0 0,0 1 1 0 0,-1-1 0 0 0,1 0-1 0 0,0 1 1 0 0,0-1 0 0 0,0 1-1 0 0,0-1 1 0 0,0 1 0 0 0,0-1-1 0 0,0 1 1 0 0,4 24-233 0 0,-2-19-43 0 0,0-1-1 0 0,1 1 1 0 0,0-1-1 0 0,0 0 1 0 0,0 0 0 0 0,0 0-1 0 0,9 9 1 0 0,36 21-7211 0 0,-30-27 3823 0 0</inkml:trace>
</inkml:ink>
</file>

<file path=ppt/ink/ink2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3:52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52 108 304 0 0,'0'-18'2454'0'0,"0"16"-2230"0"0,0-9 902 0 0,0 0-1 0 0,0-1 1 0 0,-2 1-1 0 0,1 0 0 0 0,-4-11 1 0 0,4 21-185 0 0,0-7-469 0 0,1 8-434 0 0,0 0-1 0 0,0 0 1 0 0,0 0 0 0 0,0 0 0 0 0,0 0 0 0 0,0 0 0 0 0,0 0 0 0 0,0 1 0 0 0,0-1-1 0 0,-1 0 1 0 0,1 0 0 0 0,0 0 0 0 0,0 0 0 0 0,0 0 0 0 0,0 0 0 0 0,0 0 0 0 0,0 0 0 0 0,0 0-1 0 0,0 0 1 0 0,0 0 0 0 0,0 0 0 0 0,-1 0 0 0 0,1 0 0 0 0,0 0 0 0 0,0 0 0 0 0,0 0-1 0 0,0 0 1 0 0,0 0 0 0 0,0 0 0 0 0,0 0 0 0 0,0 0 0 0 0,0 0 0 0 0,-1 0 0 0 0,1 0-1 0 0,0 0 1 0 0,0 0 0 0 0,0 0 0 0 0,0 0 0 0 0,0 0 0 0 0,0 0 0 0 0,0 0 0 0 0,-1 0 0 0 0,-11 57 227 0 0,3 1 1 0 0,-3 74-1 0 0,7 125 282 0 0,5-246-522 0 0,14 225 505 0 0,-3-95-413 0 0,-8-129-982 0 0,1 1 1 0 0,0-1-1 0 0,1 0 0 0 0,11 21 1 0 0,-4-8-4649 0 0</inkml:trace>
</inkml:ink>
</file>

<file path=ppt/ink/ink2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3:53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366 36 868 0 0,'-10'-21'3537'0'0,"0"7"3552"0"0,-18 379-4434 0 0,26-348-1316 0 0,-3-24-811 0 0,-7-40-658 0 0,5 20 164 0 0,5 19-85 0 0,-1 0-1 0 0,0-1 1 0 0,0 1-1 0 0,-1 0 1 0 0,0 1 0 0 0,-1-1-1 0 0,-8-12 1 0 0,11 18 36 0 0,-1 0-1 0 0,1 0 1 0 0,0 0 0 0 0,-1 1 0 0 0,1-1 0 0 0,-1 1-1 0 0,1-1 1 0 0,-1 1 0 0 0,0 0 0 0 0,1 0 0 0 0,-1 0 0 0 0,0 0-1 0 0,0 0 1 0 0,0 1 0 0 0,0-1 0 0 0,0 1 0 0 0,0 0-1 0 0,0 0 1 0 0,1 0 0 0 0,-1 0 0 0 0,0 0 0 0 0,0 1-1 0 0,0 0 1 0 0,0-1 0 0 0,0 1 0 0 0,0 0 0 0 0,-3 2-1 0 0,-11 3-40 0 0,1 1 0 0 0,0 0 0 0 0,0 1 0 0 0,-24 17-1 0 0,33-20 30 0 0,1 0 0 0 0,0 1-1 0 0,0 0 1 0 0,0 0-1 0 0,0 0 1 0 0,1 1-1 0 0,0 0 1 0 0,1 0-1 0 0,0 0 1 0 0,0 0-1 0 0,-6 15 1 0 0,10-21-35 0 0,0 1 42 0 0,0 0-1 0 0,0 0 1 0 0,0 0 0 0 0,0-1 0 0 0,0 1 0 0 0,1 0 0 0 0,-1 0 0 0 0,1 0-1 0 0,-1-1 1 0 0,1 1 0 0 0,0 0 0 0 0,0-1 0 0 0,-1 1 0 0 0,1-1 0 0 0,0 1 0 0 0,0-1-1 0 0,1 1 1 0 0,-1-1 0 0 0,0 0 0 0 0,0 1 0 0 0,3 1 0 0 0,-1-2-6 0 0,0 1 0 0 0,1-1 0 0 0,-1 0 1 0 0,0 0-1 0 0,0 0 0 0 0,0 0 0 0 0,1 0 0 0 0,-1-1 0 0 0,1 1 1 0 0,-1-1-1 0 0,4 0 0 0 0,12-2-96 0 0,-1 0-1 0 0,1-1 1 0 0,28-8-1 0 0,-29 6-24 0 0,21-7-122 0 0,-1-2 0 0 0,-1-2 0 0 0,0-1 0 0 0,-1-2 0 0 0,55-39 0 0 0,-90 57 253 0 0,-1 1-17 0 0,0 0 30 0 0,0 0 1 0 0,0 0-1 0 0,0-1 1 0 0,0 1-1 0 0,0 0 0 0 0,1 0 1 0 0,-1 0-1 0 0,0 0 1 0 0,0 0-1 0 0,0-1 0 0 0,0 1 1 0 0,0 0-1 0 0,0 0 1 0 0,0 0-1 0 0,0 0 1 0 0,0 0-1 0 0,1 0 0 0 0,-1 0 1 0 0,0-1-1 0 0,0 1 1 0 0,0 0-1 0 0,0 0 0 0 0,0 0 1 0 0,0 0-1 0 0,1 0 1 0 0,-1 0-1 0 0,0 0 0 0 0,0 0 1 0 0,0 0-1 0 0,0 0 1 0 0,0 0-1 0 0,1 0 1 0 0,-1 0-1 0 0,0 0 0 0 0,0 0 1 0 0,0 0-1 0 0,0 0 1 0 0,1 0-1 0 0,-1 0 0 0 0,0 0 1 0 0,0 0-1 0 0,0 0 1 0 0,0 0-1 0 0,0 0 0 0 0,0 0 1 0 0,1 1-1 0 0,-1-1 1 0 0,0 0-1 0 0,0 0 1 0 0,0 0-1 0 0,0 0 0 0 0,0 0 1 0 0,0 0-1 0 0,0 0 1 0 0,1 0-1 0 0,-1 1 0 0 0,0-1 1 0 0,0 0-1 0 0,0 0 1 0 0,0 0-1 0 0,0 0 0 0 0,0 0 1 0 0,0 1-1 0 0,0-1 1 0 0,0 1 0 0 0,-1 6-4 0 0,1 1 0 0 0,0-1 1 0 0,0 1-1 0 0,1-1 1 0 0,0 0-1 0 0,0 1 0 0 0,1-1 1 0 0,-1 0-1 0 0,6 13 1 0 0,-4-17 36 0 0,-1 1 1 0 0,0-1 0 0 0,1 0 0 0 0,0 0 0 0 0,0-1-1 0 0,-1 1 1 0 0,2 0 0 0 0,-1-1 0 0 0,0 0 0 0 0,0 0-1 0 0,1 0 1 0 0,-1 0 0 0 0,1 0 0 0 0,0-1 0 0 0,0 1-1 0 0,-1-1 1 0 0,1 0 0 0 0,4 0 0 0 0,-5-1-12 0 0,-1 0 1 0 0,1 0 0 0 0,-1 0 0 0 0,1 0 0 0 0,-1-1-1 0 0,0 1 1 0 0,1-1 0 0 0,-1 0 0 0 0,1 0-1 0 0,-1 0 1 0 0,0 0 0 0 0,0 0 0 0 0,1 0-1 0 0,-1 0 1 0 0,0-1 0 0 0,0 1 0 0 0,0-1-1 0 0,-1 0 1 0 0,1 0 0 0 0,0 1 0 0 0,-1-1-1 0 0,1 0 1 0 0,-1 0 0 0 0,1 0 0 0 0,-1-1-1 0 0,0 1 1 0 0,0 0 0 0 0,0 0 0 0 0,0-1-1 0 0,0 1 1 0 0,0-3 0 0 0,0-1 21 0 0,1 0 0 0 0,-1-1 0 0 0,-1 1 0 0 0,1 0 0 0 0,-1 0 0 0 0,0-1 0 0 0,-1 1 1 0 0,0 0-1 0 0,0 0 0 0 0,0 0 0 0 0,0 0 0 0 0,-1 0 0 0 0,0 0 0 0 0,-5-10 0 0 0,6 14-182 0 0,1 2 65 0 0,0-1 0 0 0,0 1 1 0 0,-1-1-1 0 0,1 1 0 0 0,0-1 0 0 0,0 1 0 0 0,-1-1 0 0 0,1 1 0 0 0,-1 0 0 0 0,1-1 1 0 0,0 1-1 0 0,-1-1 0 0 0,1 1 0 0 0,-1 0 0 0 0,1-1 0 0 0,0 1 0 0 0,-1 0 0 0 0,1 0 0 0 0,-1 0 1 0 0,1-1-1 0 0,-1 1 0 0 0,1 0 0 0 0,-1 0 0 0 0,0 0 0 0 0,1 0 0 0 0,-1 0 0 0 0,1 0 1 0 0,-1 0-1 0 0,1 0 0 0 0,-1 0 0 0 0,0 0 0 0 0</inkml:trace>
</inkml:ink>
</file>

<file path=ppt/ink/ink2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3:54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6 436 0 0,'0'0'1573'0'0,"0"36"436"0"0,1-30-1796 0 0,-1-1-1 0 0,1 0 1 0 0,0 1 0 0 0,1-1 0 0 0,-1 0 0 0 0,1 0 0 0 0,0 0 0 0 0,0 0 0 0 0,1 0 0 0 0,0 0 0 0 0,-1-1-1 0 0,2 1 1 0 0,-1-1 0 0 0,0 0 0 0 0,7 6 0 0 0,-9-9 78 0 0,14 3 1469 0 0,-13-5-1678 0 0,0-1 1 0 0,0 1-1 0 0,0 0 1 0 0,-1-1-1 0 0,1 1 1 0 0,-1-1-1 0 0,1 0 1 0 0,-1 1-1 0 0,1-1 1 0 0,-1 0-1 0 0,0 0 1 0 0,0 0-1 0 0,0 0 1 0 0,0 0-1 0 0,0 0 1 0 0,-1 0-1 0 0,1 0 1 0 0,-1-1-1 0 0,1 1 1 0 0,-1 0-1 0 0,0 0 1 0 0,0 0-1 0 0,0-1 1 0 0,0 1-1 0 0,0 0 1 0 0,-1-4-1 0 0,0-4 138 0 0,-1 0-1 0 0,-1 0 0 0 0,0 1 1 0 0,-8-19-1 0 0,11 27-364 0 0,-4-1-942 0 0,3 1 722 0 0,0 1-1 0 0,0-1 1 0 0,0 1-1 0 0,1-1 1 0 0,-1 1 0 0 0,0-1-1 0 0,0 1 1 0 0,0 0-1 0 0,0-1 1 0 0,0 1 0 0 0,0 0-1 0 0,0 0 1 0 0,0 0-1 0 0,0 0 1 0 0,0 0 0 0 0,0 0-1 0 0,0 0 1 0 0,0 0-1 0 0,-1 0 1 0 0</inkml:trace>
</inkml:ink>
</file>

<file path=ppt/ink/ink2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3:54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4 0 0,'4'1'271'0'0,"-1"0"0"0"0,1 1 0 0 0,0-1 0 0 0,-1 1 0 0 0,1-1 0 0 0,-1 1 0 0 0,1 0 0 0 0,-1 1 0 0 0,0-1 0 0 0,0 0-1 0 0,0 1 1 0 0,0 0 0 0 0,0-1 0 0 0,-1 1 0 0 0,4 5 0 0 0,1 3 209 0 0,-1 0 0 0 0,0 1 0 0 0,6 16 0 0 0,15 25 1948 0 0,-27-52-2027 0 0,14-33 4009 0 0,4-17-4927 0 0,4-12-3684 0 0,-15 40 879 0 0,0 3 252 0 0</inkml:trace>
</inkml:ink>
</file>

<file path=ppt/ink/ink2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3:58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623 58 164 0 0,'0'0'717'0'0,"-13"-47"4309"0"0,13 46-4200 0 0,0 0-776 0 0,0 1 1 0 0,0 0 0 0 0,0-1 0 0 0,0 1 0 0 0,0 0 0 0 0,0-1-1 0 0,0 1 1 0 0,0 0 0 0 0,0-1 0 0 0,0 1 0 0 0,-1 0-1 0 0,1-1 1 0 0,0 1 0 0 0,0 0 0 0 0,0-1 0 0 0,0 1 0 0 0,0 0-1 0 0,-1 0 1 0 0,1-1 0 0 0,0 1 0 0 0,0 0 0 0 0,0 0 0 0 0,-1-1-1 0 0,1 1 1 0 0,0 0 0 0 0,-1 0 0 0 0,1 0 0 0 0,0-1-1 0 0,0 1 1 0 0,-1 0 0 0 0,1 0 0 0 0,0 0 0 0 0,-1 0 0 0 0,1 0-1 0 0,0 0 1 0 0,-1 0 0 0 0,1-1 0 0 0,0 1 0 0 0,-1 0 0 0 0,1 0-1 0 0,0 0 1 0 0,-1 0 0 0 0,1 1 0 0 0,0-1 0 0 0,-1 0-1 0 0,1 0 1 0 0,0 0 0 0 0,0 0 0 0 0,-1 0 0 0 0,-16 20 579 0 0,-13 40-947 0 0,27-53 524 0 0,-181 490 742 0 0,3-8 341 0 0,67-212 161 0 0,95-231-1195 0 0,4 2 2 0 0,12-36-126 0 0,0 0-1 0 0,-1-1 1 0 0,-1 1 0 0 0,0-1-1 0 0,-9 16 1 0 0,13-26-31 0 0,9-10-4156 0 0,8-21 1841 0 0,-6 11-1096 0 0,0-4 324 0 0</inkml:trace>
</inkml:ink>
</file>

<file path=ppt/ink/ink2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3:58.8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45 368 0 0,'9'-45'6794'0'0,"-5"48"-6684"0"0,337 201 1669 0 0,-237-139-1381 0 0,173 141 0 0 0,-97-65-63 0 0,439 262 944 0 0,-488-326-586 0 0,197 151 0 0 0,-255-165 489 0 0,-72-62-992 0 0,2 0 498 0 0,-25-17-12999 0 0</inkml:trace>
</inkml:ink>
</file>

<file path=ppt/ink/ink2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4:01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118 382 356 0 0,'-19'-32'5953'0'0,"19"32"-5867"0"0,0 0 1 0 0,0 1-1 0 0,0-1 1 0 0,0 0 0 0 0,0 0-1 0 0,0 0 1 0 0,-1 0-1 0 0,1 1 1 0 0,0-1 0 0 0,0 0-1 0 0,0 0 1 0 0,0 0-1 0 0,-1 0 1 0 0,1 0 0 0 0,0 0-1 0 0,0 0 1 0 0,0 0 0 0 0,-1 0-1 0 0,1 0 1 0 0,0 0-1 0 0,0 0 1 0 0,0 0 0 0 0,-1 0-1 0 0,1 0 1 0 0,0 0-1 0 0,0 0 1 0 0,0 0 0 0 0,-1 0-1 0 0,1 0 1 0 0,0 0-1 0 0,0 0 1 0 0,0 0 0 0 0,-1 0-1 0 0,1 0 1 0 0,0 0-1 0 0,0 0 1 0 0,0 0 0 0 0,-1-1-1 0 0,1 1 1 0 0,0 0 0 0 0,0 0-1 0 0,0 0 1 0 0,0 0-1 0 0,0 0 1 0 0,-1-1 0 0 0,1 1-1 0 0,0 0 1 0 0,0 0-1 0 0,0 0 1 0 0,0 0 0 0 0,0-1-1 0 0,0 1 1 0 0,0 0-1 0 0,0 0 1 0 0,0 0 0 0 0,0-1-1 0 0,-4 35 964 0 0,5 49-979 0 0,26 176 1158 0 0,-26-226-597 0 0,-1-33-615 0 0,0 0 0 0 0,-1 0 1 0 0,1 0-1 0 0,0 1 1 0 0,0-1-1 0 0,0 0 0 0 0,0 0 1 0 0,0 0-1 0 0,-1 0 0 0 0,1 0 1 0 0,0 0-1 0 0,0 0 1 0 0,0 0-1 0 0,0 1 0 0 0,-1-1 1 0 0,1 0-1 0 0,0 0 0 0 0,0 0 1 0 0,0 0-1 0 0,0 0 1 0 0,-1 0-1 0 0,1 0 0 0 0,0 0 1 0 0,0 0-1 0 0,0 0 0 0 0,0 0 1 0 0,-1 0-1 0 0,1 0 1 0 0,0 0-1 0 0,0-1 0 0 0,0 1 1 0 0,0 0-1 0 0,-1 0 0 0 0,1 0 1 0 0,0 0-1 0 0,0 0 1 0 0,0 0-1 0 0,0 0 0 0 0,0 0 1 0 0,-1-1-1 0 0,1 1 0 0 0,0 0 1 0 0,0 0-1 0 0,0 0 1 0 0,0 0-1 0 0,0 0 0 0 0,0-1 1 0 0,0 1-1 0 0,0 0 0 0 0,-1 0 1 0 0,1 0-1 0 0,0 0 1 0 0,0-1-1 0 0,0 1 0 0 0,0 0 1 0 0,0 0-1 0 0,0 0 0 0 0,0 0 1 0 0,0-1-1 0 0,0 1 1 0 0,0 0-1 0 0,0 0 0 0 0,0 0 1 0 0,1-1-1 0 0,-25-55 1301 0 0,20 44-1549 0 0,-15-42 405 0 0,2 0 1 0 0,-15-88-1 0 0,26 105-176 0 0,2 0 1 0 0,2 0-1 0 0,1-1 0 0 0,8-72 1 0 0,-6 100-48 0 0,1-1 1 0 0,0 1-1 0 0,0 0 0 0 0,1-1 1 0 0,0 1-1 0 0,1 0 1 0 0,0 1-1 0 0,0-1 1 0 0,1 1-1 0 0,1 0 1 0 0,-1 0-1 0 0,1 0 1 0 0,1 1-1 0 0,0 0 1 0 0,0 0-1 0 0,11-9 1 0 0,-16 16 22 0 0,0 0 1 0 0,-1 0-1 0 0,1 0 1 0 0,0 0 0 0 0,0 1-1 0 0,0-1 1 0 0,0 1-1 0 0,0-1 1 0 0,0 1-1 0 0,-1 0 1 0 0,1 0-1 0 0,0 0 1 0 0,0 0-1 0 0,0 0 1 0 0,0 0-1 0 0,0 1 1 0 0,0-1 0 0 0,0 1-1 0 0,0-1 1 0 0,0 1-1 0 0,-1-1 1 0 0,1 1-1 0 0,0 0 1 0 0,0 0-1 0 0,-1 0 1 0 0,1 0-1 0 0,-1 0 1 0 0,1 1 0 0 0,-1-1-1 0 0,1 0 1 0 0,-1 1-1 0 0,0-1 1 0 0,1 1-1 0 0,-1-1 1 0 0,2 4-1 0 0,2 3-55 0 0,0 0 0 0 0,0 0 0 0 0,0 0 0 0 0,-1 1 0 0 0,5 14-1 0 0,-8-19 68 0 0,0-1 0 0 0,-1 0-1 0 0,1 1 1 0 0,-1-1-1 0 0,0 1 1 0 0,0-1 0 0 0,-1 0-1 0 0,1 1 1 0 0,0-1-1 0 0,-1 1 1 0 0,0-1 0 0 0,0 0-1 0 0,0 0 1 0 0,0 1 0 0 0,-1-1-1 0 0,1 0 1 0 0,-1 0-1 0 0,-2 3 1 0 0,-6 8-274 0 0,0-1-1 0 0,-20 20 1 0 0,-5 7-2161 0 0,14-9-3571 0 0,15-23 3138 0 0</inkml:trace>
</inkml:ink>
</file>

<file path=ppt/ink/ink2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4:02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76 0 0,'20'33'3362'0'0,"54"110"1311"0"0,-70-129-3158 0 0,-15-13-9 0 0,8-2-1415 0 0,1-1 0 0 0,-1 1-1 0 0,1 0 1 0 0,0-1 0 0 0,-1 0 0 0 0,1 1-1 0 0,0-1 1 0 0,0 0 0 0 0,0 0 0 0 0,0 0-1 0 0,-2-3 1 0 0,2 1-87 0 0,0 1 0 0 0,0-1 0 0 0,1 0 0 0 0,-1 0 0 0 0,1 0 0 0 0,0 0 0 0 0,0 0 0 0 0,0 0 0 0 0,1 0 0 0 0,0-1 0 0 0,-1 1 0 0 0,1 0 0 0 0,1 0 0 0 0,-1 0 0 0 0,1 0 0 0 0,-1 0 0 0 0,1-1 0 0 0,0 1 1 0 0,1 0-1 0 0,-1 0 0 0 0,1 1 0 0 0,3-8 0 0 0,-3 8-445 0 0,0 0 0 0 0,1 0 0 0 0,-1 0 0 0 0,1 1 0 0 0,-1-1 0 0 0,1 1 0 0 0,0-1 1 0 0,0 1-1 0 0,0 0 0 0 0,0 0 0 0 0,0 1 0 0 0,0-1 0 0 0,1 1 0 0 0,-1-1 0 0 0,1 1 0 0 0,-1 0 1 0 0,7-1-1 0 0,2 0-2021 0 0</inkml:trace>
</inkml:ink>
</file>

<file path=ppt/ink/ink2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4:02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1 129 700 0 0,'0'0'5721'0'0,"4"-3"-5299"0"0,6-3 1 0 0,-1-1 1 0 0,0 0 0 0 0,-1 0 0 0 0,0-1 0 0 0,0 0 0 0 0,-1-1 0 0 0,10-12 0 0 0,-4-8 985 0 0,-15 25-650 0 0,-9 16-610 0 0,8-8-147 0 0,0 1-1 0 0,0 0 1 0 0,1-1-1 0 0,-1 1 1 0 0,1 1-1 0 0,0-1 1 0 0,1 0-1 0 0,-1 0 1 0 0,1 1-1 0 0,0-1 0 0 0,0 1 1 0 0,1-1-1 0 0,0 1 1 0 0,0-1-1 0 0,0 1 1 0 0,0-1-1 0 0,1 1 1 0 0,0-1-1 0 0,0 1 1 0 0,1-1-1 0 0,-1 0 1 0 0,1 1-1 0 0,0-1 1 0 0,1 0-1 0 0,2 5 1 0 0,-3-8-12 0 0,-1 1 0 0 0,1 0 0 0 0,0-1 0 0 0,0 1 0 0 0,0-1 0 0 0,0 0 0 0 0,0 1 0 0 0,1-1 0 0 0,-1 0 1 0 0,1 0-1 0 0,-1-1 0 0 0,1 1 0 0 0,0 0 0 0 0,-1-1 0 0 0,1 0 0 0 0,0 0 0 0 0,0 1 0 0 0,0-2 0 0 0,0 1 0 0 0,0 0 0 0 0,0-1 0 0 0,1 1 0 0 0,-1-1 1 0 0,0 0-1 0 0,0 0 0 0 0,0 0 0 0 0,0 0 0 0 0,0-1 0 0 0,0 1 0 0 0,1-1 0 0 0,-1 0 0 0 0,0 0 0 0 0,0 0 0 0 0,-1 0 0 0 0,1-1 0 0 0,0 1 1 0 0,0-1-1 0 0,-1 0 0 0 0,1 1 0 0 0,-1-1 0 0 0,1 0 0 0 0,-1-1 0 0 0,3-2 0 0 0,6-7 28 0 0,0 0 0 0 0,-1 0 0 0 0,0-1 0 0 0,-1 0 0 0 0,-1 0 0 0 0,0-1 0 0 0,-1 0 0 0 0,0-1 1 0 0,8-28-1 0 0,-8 25 202 0 0,-7 17-172 0 0,0 1-48 0 0,0 0 1 0 0,0-1 0 0 0,0 1-1 0 0,0 0 1 0 0,0 0 0 0 0,0 0-1 0 0,0 0 1 0 0,0-1 0 0 0,0 1-1 0 0,0 0 1 0 0,0 0 0 0 0,0 0-1 0 0,0 0 1 0 0,0-1 0 0 0,0 1-1 0 0,0 0 1 0 0,1 0 0 0 0,-1 0-1 0 0,0 0 1 0 0,0 0 0 0 0,0-1-1 0 0,0 1 1 0 0,0 0 0 0 0,0 0-1 0 0,0 0 1 0 0,0 0 0 0 0,1 0-1 0 0,-1-1 1 0 0,0 1 0 0 0,0 0-1 0 0,0 0 1 0 0,0 0-1 0 0,0 0 1 0 0,1 0 0 0 0,-1 0-1 0 0,0 0 1 0 0,0 0 0 0 0,0 0-1 0 0,0 0 1 0 0,0 0 0 0 0,1 0-1 0 0,-1 0 1 0 0,0 0 0 0 0,0 0-1 0 0,0 0 1 0 0,1 0 0 0 0,-1 0-1 0 0,0 0 1 0 0,0 0 0 0 0,0 0-1 0 0,0 0 1 0 0,1 0 0 0 0,-1 0-1 0 0,0 0 1 0 0,0 0 0 0 0,0 0-1 0 0,0 0 1 0 0,0 0 0 0 0,1 0-1 0 0,-1 1 1 0 0,0-1 0 0 0,0 0-1 0 0,15 152-14 0 0,0 10 7 0 0,3-71 68 0 0,13 94 173 0 0,-34-229 285 0 0,1 1 0 0 0,1-1 0 0 0,8-49 0 0 0,-6 76-561 0 0,2 0 0 0 0,0 0 0 0 0,1 0 0 0 0,1 0 0 0 0,1 0-1 0 0,0 1 1 0 0,1 0 0 0 0,0 0 0 0 0,2 1 0 0 0,0 0 0 0 0,0 0-1 0 0,14-14 1 0 0,-21 27 27 0 0,0 0 0 0 0,1 0 0 0 0,-1 0 0 0 0,1 0 0 0 0,0 0 0 0 0,-1 1 0 0 0,1-1 0 0 0,0 1 0 0 0,0 0 0 0 0,0 0 0 0 0,0 0-1 0 0,0 1 1 0 0,0-1 0 0 0,0 0 0 0 0,0 1 0 0 0,1 0 0 0 0,-1 0 0 0 0,0 0 0 0 0,6 1 0 0 0,-7-1 7 0 0,0 1 0 0 0,0 0 1 0 0,1-1-1 0 0,-1 1 0 0 0,0 0 0 0 0,0 0 0 0 0,0 0 1 0 0,-1 1-1 0 0,1-1 0 0 0,0 0 0 0 0,0 1 1 0 0,-1-1-1 0 0,1 1 0 0 0,0-1 0 0 0,-1 1 0 0 0,0 0 1 0 0,1 0-1 0 0,-1 0 0 0 0,0 0 0 0 0,0 0 1 0 0,0 0-1 0 0,0 0 0 0 0,0 0 0 0 0,-1 0 0 0 0,1 0 1 0 0,-1 0-1 0 0,1 1 0 0 0,-1-1 0 0 0,0 0 1 0 0,0 0-1 0 0,0 0 0 0 0,0 4 0 0 0,-1-2 6 0 0,-4 7 7 0 0,3-8-96 0 0,0 0 1 0 0,1 0-1 0 0,-1 0 0 0 0,0 0 1 0 0,-1 0-1 0 0,1 0 0 0 0,0-1 1 0 0,-1 1-1 0 0,1-1 0 0 0,-1 0 1 0 0,0 1-1 0 0,0-1 0 0 0,0-1 1 0 0,-5 4-1 0 0,-2 0-1355 0 0,9-4 628 0 0,-4 2-772 0 0,0 1-2425 0 0</inkml:trace>
</inkml:ink>
</file>

<file path=ppt/ink/ink2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4:03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40 908 0 0,'1'0'606'0'0,"1"0"1"0"0,-1 0-1 0 0,0 0 0 0 0,1 0 0 0 0,-1 0 0 0 0,0-1 1 0 0,0 1-1 0 0,1 0 0 0 0,-1-1 0 0 0,0 1 1 0 0,0-1-1 0 0,0 1 0 0 0,0-1 0 0 0,1 0 0 0 0,-1 1 1 0 0,1-2-1 0 0,8-15 4109 0 0,-2 3-4307 0 0,-7 13-1048 0 0</inkml:trace>
</inkml:ink>
</file>

<file path=ppt/ink/ink2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4:09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24 776 0 0,'-11'-15'3328'0'0,"11"15"-3175"0"0,-1-1 1 0 0,1 1-1 0 0,0-1 1 0 0,0 1-1 0 0,0 0 1 0 0,0-1 0 0 0,0 1-1 0 0,-1-1 1 0 0,1 1-1 0 0,0 0 1 0 0,0-1 0 0 0,-1 1-1 0 0,1 0 1 0 0,0-1-1 0 0,-1 1 1 0 0,1 0 0 0 0,0 0-1 0 0,-1-1 1 0 0,1 1-1 0 0,0 0 1 0 0,-1 0 0 0 0,1-1-1 0 0,-1 1 1 0 0,1 0-1 0 0,0 0 1 0 0,-1 0 0 0 0,1 0-1 0 0,-1 0 1 0 0,1 0-1 0 0,-1 0 1 0 0,1 0 0 0 0,0 0-1 0 0,-1 0 1 0 0,1 0-1 0 0,-1 0 1 0 0,-4 46 451 0 0,2 0-1 0 0,5 80 1 0 0,0-31-150 0 0,4 13 67 0 0,0 19-17 0 0,-5 70-2322 0 0,4-151-4543 0 0</inkml:trace>
</inkml:ink>
</file>

<file path=ppt/ink/ink2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4:09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72 956 0 0,'-13'-52'5577'0'0,"13"50"-4733"0"0,-2-9 1000 0 0,-1 5-523 0 0,1 8 739 0 0,-15 76-1404 0 0,5-31-247 0 0,3 0 0 0 0,2 1 0 0 0,-2 54-1 0 0,9-93-289 0 0,1 0 0 0 0,0 0-1 0 0,0 0 1 0 0,1 0 0 0 0,4 14-1 0 0,-5-21-24 0 0,-1-2-86 0 0,0 0 1 0 0,0 0-1 0 0,1 1 1 0 0,-1-1-1 0 0,0 0 1 0 0,0 0-1 0 0,0 0 1 0 0,0 1-1 0 0,0-1 1 0 0,0 0-1 0 0,1 0 1 0 0,-1 0-1 0 0,0 1 1 0 0,0-1-1 0 0,0 0 1 0 0,0 0-1 0 0,1 0 1 0 0,-1 0-1 0 0,0 0 1 0 0,0 0-1 0 0,1 1 1 0 0,-1-1-1 0 0,0 0 1 0 0,0 0-1 0 0,0 0 1 0 0,1 0-1 0 0,-1 0 0 0 0,0 0 1 0 0,0 0-1 0 0,1 0 1 0 0,-1 0-1 0 0,0 0 1 0 0,0 0-1 0 0,1 0 1 0 0,-1 0-1 0 0,0 0 1 0 0,0 0-1 0 0,0 0 1 0 0,1-1-1 0 0,-1 1 1 0 0,0 0-1 0 0,0 0 1 0 0,1 0-1 0 0,-1 0 1 0 0,15-13-1 0 0,0 1 0 0 0,0-2 0 0 0,-2 0 0 0 0,0-1 0 0 0,15-21 0 0 0,-27 35-80 0 0,14-3-404 0 0,-7 8 401 0 0,0 0 0 0 0,0 0 0 0 0,0 1 0 0 0,11 9 0 0 0,-11-8 16 0 0,-1 0 0 0 0,1-1 0 0 0,1 0 0 0 0,-1 0 0 0 0,18 6 0 0 0,-21-9 55 0 0,0 0 0 0 0,0-1 0 0 0,0 0 0 0 0,0 0 0 0 0,0 0 0 0 0,0 0 0 0 0,8-1 0 0 0,-10-1 29 0 0,-1 0 1 0 0,1 0 0 0 0,-1 0 0 0 0,1 0 0 0 0,-1 0 0 0 0,1 0 0 0 0,-1-1 0 0 0,0 1 0 0 0,0-1 0 0 0,0 0 0 0 0,0 1 0 0 0,0-1-1 0 0,0 0 1 0 0,-1 0 0 0 0,1 0 0 0 0,1-3 0 0 0,3-5 74 0 0,-1 1 0 0 0,-1-1 0 0 0,0 0 0 0 0,0 0 0 0 0,-1 0 0 0 0,0-1 0 0 0,-1 1 0 0 0,0-1 0 0 0,-1 1 0 0 0,0-1 0 0 0,0 0 0 0 0,-1 1 0 0 0,-1-1 0 0 0,0 0 0 0 0,-3-12 0 0 0,-14-23-1633 0 0,17 44 795 0 0</inkml:trace>
</inkml:ink>
</file>

<file path=ppt/ink/ink2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4:10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60 0 0,'0'0'1049'0'0,"11"17"5441"0"0,-17 103-1184 0 0,6-119-5157 0 0,-6 29-590 0 0</inkml:trace>
</inkml:ink>
</file>

<file path=ppt/ink/ink2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4:10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39 368 0 0,'2'-9'10373'0'0,"15"78"-8353"0"0,11 95 1 0 0,-16-81-1097 0 0,2 36 271 0 0,-13-67-6796 0 0,-12-92 3636 0 0,2 12 527 0 0,-9-64-1846 0 0,17 90 3509 0 0,2 2-207 0 0,-1-1 0 0 0,0 1 0 0 0,0 0 0 0 0,0-1 0 0 0,0 1 0 0 0,0-1 0 0 0,0 1-1 0 0,1 0 1 0 0,-1-1 0 0 0,0 1 0 0 0,0 0 0 0 0,0-1 0 0 0,1 1 0 0 0,-1 0 0 0 0,0-1-1 0 0,1 1 1 0 0,-1 0 0 0 0,0 0 0 0 0,1-1 0 0 0,-1 1 0 0 0,0 0 0 0 0,1 0 0 0 0,-1 0-1 0 0,0-1 1 0 0,1 1 0 0 0,-1 0 0 0 0,0 0 0 0 0,1 0 0 0 0,-1 0 0 0 0,1 0 0 0 0,0 0-1 0 0,9 2 87 0 0,0-1-1 0 0,0 0 0 0 0,0 0 0 0 0,0-1 0 0 0,0-1 0 0 0,0 0 0 0 0,0 0 0 0 0,0 0 0 0 0,0-2 0 0 0,-1 1 1 0 0,1-1-1 0 0,-1 0 0 0 0,1-1 0 0 0,-1 0 0 0 0,14-9 0 0 0,-15 8-29 0 0,0 0 1 0 0,1 0-1 0 0,-2-1 0 0 0,1 0 1 0 0,-1-1-1 0 0,0 1 1 0 0,0-1-1 0 0,0-1 0 0 0,-1 1 1 0 0,-1-1-1 0 0,1 0 0 0 0,-1-1 1 0 0,0 1-1 0 0,-1-1 0 0 0,0 0 1 0 0,4-14-1 0 0,-3 4 296 0 0,-2-1-1 0 0,0 0 1 0 0,0 0-1 0 0,-2 1 1 0 0,-1-1-1 0 0,-2-28 1 0 0,-1 35 997 0 0,0 13-570 0 0,-4 24-360 0 0,-3 46-355 0 0,5-20 183 0 0,1-1 0 0 0,4 0 1 0 0,1 0-1 0 0,9 57 0 0 0,-8-92-193 0 0,-2-10 40 0 0,1 0 0 0 0,-1-1-1 0 0,1 1 1 0 0,0 0 0 0 0,0 0 0 0 0,0-1 0 0 0,1 1 0 0 0,-1-1 0 0 0,4 6 0 0 0,-4-8-79 0 0,1 0 1 0 0,-1 0-1 0 0,1 0 1 0 0,-1 0-1 0 0,1-1 1 0 0,-1 1-1 0 0,1 0 0 0 0,0-1 1 0 0,-1 1-1 0 0,1-1 1 0 0,0 0-1 0 0,-1 1 1 0 0,1-1-1 0 0,0 0 1 0 0,0 0-1 0 0,-1 0 1 0 0,1 0-1 0 0,0 0 1 0 0,-1-1-1 0 0,1 1 1 0 0,0 0-1 0 0,-1-1 1 0 0,1 1-1 0 0,0-1 0 0 0,2-1 1 0 0,18-5-87 0 0,1 1 1 0 0,33-4 0 0 0,-54 10-259 0 0,32 12-4476 0 0,-28-8 3471 0 0</inkml:trace>
</inkml:ink>
</file>

<file path=ppt/ink/ink2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4:06.2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99 106 268 0 0,'-7'-8'3471'0'0,"7"8"-3399"0"0,0 0 0 0 0,0-1 0 0 0,0 1 0 0 0,0 0 0 0 0,0 0 1 0 0,0 0-1 0 0,0-1 0 0 0,0 1 0 0 0,0 0 0 0 0,-1 0 0 0 0,1 0 0 0 0,0 0 0 0 0,0 0 0 0 0,0-1 0 0 0,0 1 1 0 0,0 0-1 0 0,-1 0 0 0 0,1 0 0 0 0,0 0 0 0 0,0 0 0 0 0,0 0 0 0 0,0 0 0 0 0,-1 0 0 0 0,1-1 0 0 0,0 1 1 0 0,0 0-1 0 0,0 0 0 0 0,-1 0 0 0 0,1 0 0 0 0,0 0 0 0 0,0 0 0 0 0,0 0 0 0 0,-1 0 0 0 0,1 0 0 0 0,0 0 1 0 0,0 0-1 0 0,0 1 0 0 0,-1-1 0 0 0,1 0 0 0 0,0 0 0 0 0,0 0 0 0 0,0 0 0 0 0,-1 0 0 0 0,1 0 0 0 0,0 0 1 0 0,0 0-1 0 0,0 1 0 0 0,0-1 0 0 0,0 0 0 0 0,-1 0 0 0 0,1 0 0 0 0,0 0 0 0 0,0 0 0 0 0,0 1 0 0 0,0-1 1 0 0,0 0-1 0 0,0 0 0 0 0,-5 24 364 0 0,1-1 1 0 0,2 0-1 0 0,0 1 1 0 0,2-1-1 0 0,3 39 1 0 0,-1 9 495 0 0,-1-66-669 0 0,-2 23 425 0 0,0-8 2813 0 0,0-26-3403 0 0,0 0 1 0 0,0-1-1 0 0,-1 1 0 0 0,0 0 1 0 0,0 0-1 0 0,-4-6 0 0 0,-4-15 202 0 0,7 14-222 0 0,-10-36 141 0 0,1 1 0 0 0,3-2 0 0 0,-3-66 0 0 0,12 114-287 0 0,0-1-88 0 0,0 3 150 0 0,0 0-1 0 0,0 0 1 0 0,0 0-1 0 0,0 0 1 0 0,0-1-1 0 0,-1 1 1 0 0,1 0 0 0 0,0 0-1 0 0,0 0 1 0 0,0-1-1 0 0,0 1 1 0 0,0 0-1 0 0,0 0 1 0 0,0-1-1 0 0,0 1 1 0 0,0 0-1 0 0,0 0 1 0 0,0 0 0 0 0,0-1-1 0 0,0 1 1 0 0,0 0-1 0 0,1 0 1 0 0,-1 0-1 0 0,0 0 1 0 0,0-1-1 0 0,0 1 1 0 0,0 0-1 0 0,0 0 1 0 0,0 0 0 0 0,0-1-1 0 0,1 1 1 0 0,-1 0-1 0 0,0 0 1 0 0,0 0-1 0 0,0 0 1 0 0,0 0-1 0 0,0 0 1 0 0,1-1-1 0 0,-1 1 1 0 0,0 0-1 0 0,0 0 1 0 0,0 0 0 0 0,1 0-1 0 0,-1 0 1 0 0,0 0-1 0 0,0 0 1 0 0,0 0-1 0 0,1 0 1 0 0,-1 0-1 0 0,0 0 1 0 0,0 0-1 0 0,0 0 1 0 0,1 0 0 0 0,-1 0-1 0 0,0 0 1 0 0,0 0-1 0 0,0 0 1 0 0,1 0-1 0 0,-1 0 1 0 0,0 0-1 0 0,0 0 1 0 0,0 0-1 0 0,1 1 1 0 0,-1-1 0 0 0,0 0-1 0 0,0 0 1 0 0,37 26-122 0 0,-2 1 0 0 0,34 33 1 0 0,54 41-87 0 0,-110-91 192 0 0,-1-1 7 0 0,0 0 0 0 0,0-1 0 0 0,1 0 0 0 0,1-1 0 0 0,-1-1 0 0 0,22 8 0 0 0,-33-14 30 0 0,-1 0 1 0 0,1 0 0 0 0,-1 0 0 0 0,1-1 0 0 0,-1 1 0 0 0,1 0 0 0 0,0 0 0 0 0,-1-1 0 0 0,1 1-1 0 0,-1-1 1 0 0,0 0 0 0 0,1 1 0 0 0,-1-1 0 0 0,1 0 0 0 0,-1 0 0 0 0,0 0 0 0 0,0 0 0 0 0,1 0-1 0 0,-1 0 1 0 0,0 0 0 0 0,0 0 0 0 0,0-1 0 0 0,0 1 0 0 0,0 0 0 0 0,0-1 0 0 0,-1 1 0 0 0,1 0 0 0 0,0-3-1 0 0,16-40 329 0 0,-13 21-225 0 0,-2 0 1 0 0,0 0-1 0 0,-1 0 1 0 0,-3-27-1 0 0,0-4-15 0 0,-5 0-2326 0 0,6 52 1458 0 0,8 13-4475 0 0,1 4 4253 0 0,5-3-2546 0 0,-2-5 580 0 0</inkml:trace>
</inkml:ink>
</file>

<file path=ppt/ink/ink2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4:06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50 217 356 0 0,'2'1'286'0'0,"1"0"-1"0"0,-1 1 1 0 0,0-1 0 0 0,0 0-1 0 0,0 1 1 0 0,0 0 0 0 0,-1-1-1 0 0,1 1 1 0 0,0 0 0 0 0,-1 0 0 0 0,1 0-1 0 0,-1 0 1 0 0,0 0 0 0 0,1 1-1 0 0,-1-1 1 0 0,0 0 0 0 0,1 4-1 0 0,16 53 1451 0 0,-10-30-944 0 0,50 146 7956 0 0,-63-180-8440 0 0,-5-8-171 0 0,0 0 0 0 0,0-1 1 0 0,2 0-1 0 0,0-1 0 0 0,0 1 1 0 0,2-1-1 0 0,0-1 0 0 0,0 1 1 0 0,2-1-1 0 0,0 0 1 0 0,-3-22-1 0 0,4 20-82 0 0,1 0 0 0 0,1 0 0 0 0,0 0 0 0 0,1 0 0 0 0,1 0 0 0 0,1 0 0 0 0,1 0 0 0 0,0 0 0 0 0,1 0-1 0 0,11-27 1 0 0,-12 38-51 0 0,1 1-1 0 0,0 0 1 0 0,0 0-1 0 0,0 0 1 0 0,1 0-1 0 0,-1 1 1 0 0,2-1-1 0 0,-1 1 1 0 0,0 1-1 0 0,1-1 0 0 0,9-5 1 0 0,-12 8-13 0 0,0 0 1 0 0,0 0-1 0 0,0 1 0 0 0,1-1 1 0 0,-1 1-1 0 0,0 0 0 0 0,1 0 1 0 0,-1 0-1 0 0,1 0 0 0 0,0 1 1 0 0,-1-1-1 0 0,1 1 0 0 0,-1 0 0 0 0,1 0 1 0 0,0 0-1 0 0,-1 1 0 0 0,1-1 1 0 0,-1 1-1 0 0,1 0 0 0 0,-1 0 1 0 0,1 0-1 0 0,-1 1 0 0 0,1-1 1 0 0,4 4-1 0 0,-6-4 6 0 0,0 0 1 0 0,-1 0-1 0 0,1 0 0 0 0,-1 0 1 0 0,0 1-1 0 0,1-1 0 0 0,-1 1 1 0 0,0-1-1 0 0,0 1 0 0 0,1-1 1 0 0,-1 1-1 0 0,-1-1 0 0 0,1 1 1 0 0,0 0-1 0 0,0 0 0 0 0,-1 0 1 0 0,1-1-1 0 0,-1 1 0 0 0,1 0 1 0 0,-1 0-1 0 0,0 0 0 0 0,1 3 0 0 0,-2-1-12 0 0,1 0-1 0 0,-1-1 0 0 0,0 1 0 0 0,0 0 0 0 0,0 0 0 0 0,-1 0 1 0 0,0-1-1 0 0,1 1 0 0 0,-1 0 0 0 0,-3 3 0 0 0,-6 8-211 0 0,0-1-1 0 0,-1-1 1 0 0,-22 20-1 0 0,33-32 198 0 0,-24 22-711 0 0,-53 46-2003 0 0,20-32-4821 0 0,33-26 3664 0 0</inkml:trace>
</inkml:ink>
</file>

<file path=ppt/ink/ink2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4:12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581 25 264 0 0,'-2'-2'606'0'0,"0"-1"-1"0"0,1 1 1 0 0,-1 0-1 0 0,0 0 1 0 0,0 0-1 0 0,0 0 1 0 0,0 0-1 0 0,-1 0 1 0 0,1 0-1 0 0,-4-1 1 0 0,0 7-485 0 0,1 1 1 0 0,0-1-1 0 0,0 1 1 0 0,0 1-1 0 0,1-1 1 0 0,-1 1-1 0 0,2-1 1 0 0,-1 1-1 0 0,0 0 1 0 0,1 1-1 0 0,-2 6 1 0 0,-32 84 648 0 0,32-82-630 0 0,-359 1086 5166 0 0,360-1091-5246 0 0,-10 37 423 0 0,-3 0 1 0 0,-31 58-1 0 0,36-86-486 0 0,18-51-13671 0 0</inkml:trace>
</inkml:ink>
</file>

<file path=ppt/ink/ink2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4:13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44 356 0 0,'13'-39'4304'0'0,"-10"38"-4227"0"0,0 0 1 0 0,0 0-1 0 0,0 0 0 0 0,0 1 0 0 0,0 0 0 0 0,0-1 0 0 0,0 1 0 0 0,0 0 0 0 0,0 0 0 0 0,0 0 0 0 0,0 1 0 0 0,0-1 0 0 0,0 1 0 0 0,-1 0 0 0 0,1 0 0 0 0,0 0 0 0 0,0 0 0 0 0,0 0 0 0 0,-1 0 0 0 0,1 1 0 0 0,2 1 0 0 0,62 44 494 0 0,-53-37-352 0 0,135 113 1216 0 0,133 144 0 0 0,137 114 836 0 0,-323-306-1771 0 0,101 74 567 0 0,-157-117-1260 0 0,-14-12-3090 0 0</inkml:trace>
</inkml:ink>
</file>

<file path=ppt/ink/ink2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4:13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77 336 0 0,'-21'29'4306'0'0,"14"-9"-3689"0"0,0 0 0 0 0,2 1 0 0 0,0-1 0 0 0,1 1 0 0 0,1 0 0 0 0,1 0 0 0 0,1 0 0 0 0,3 37 0 0 0,-2-19 146 0 0,1-38-636 0 0,-1 0 0 0 0,0 0 0 0 0,0 1 0 0 0,0-1 0 0 0,0 0 0 0 0,0 0 0 0 0,0 0 0 0 0,0 0 0 0 0,0 0-1 0 0,0 0 1 0 0,-1 0 0 0 0,1 0 0 0 0,0 0 0 0 0,-1 0 0 0 0,1 0 0 0 0,-1 0 0 0 0,1 0 0 0 0,-1 0 0 0 0,0 1 0 0 0,-11-13 614 0 0,-13-45-960 0 0,20 46 521 0 0,-6-17-167 0 0,1 0 1 0 0,-10-49-1 0 0,17 64-109 0 0,1 0 1 0 0,1 0-1 0 0,0 0 1 0 0,0 0-1 0 0,1 0 1 0 0,1 0-1 0 0,0 0 1 0 0,1 1 0 0 0,4-17-1 0 0,-5 25-25 0 0,-1 1 0 0 0,1-1 0 0 0,1 1-1 0 0,-1 0 1 0 0,0-1 0 0 0,1 1 0 0 0,-1 0 0 0 0,1-1 0 0 0,-1 1-1 0 0,1 0 1 0 0,0 0 0 0 0,0 1 0 0 0,0-1 0 0 0,0 0 0 0 0,0 1 0 0 0,1-1-1 0 0,-1 1 1 0 0,0-1 0 0 0,1 1 0 0 0,2-1 0 0 0,0 1-6 0 0,1-1 0 0 0,-1 1 0 0 0,0 1 0 0 0,1-1 0 0 0,-1 1 0 0 0,1 0 0 0 0,-1 0 0 0 0,0 0 0 0 0,9 2 0 0 0,0 1-1 0 0,0 1 0 0 0,0 0 0 0 0,0 1-1 0 0,-1 0 1 0 0,0 1 0 0 0,22 14 0 0 0,-23-11 38 0 0,0 0 1 0 0,0 0-1 0 0,-1 1 1 0 0,0 1-1 0 0,-1 0 0 0 0,0 0 1 0 0,-1 1-1 0 0,0 1 1 0 0,-1-1-1 0 0,8 18 1 0 0,-13-25-25 0 0,-1-1 0 0 0,0 1-1 0 0,-1 1 1 0 0,1-1 0 0 0,-1 0 0 0 0,0 0 0 0 0,0 1 0 0 0,0-1 0 0 0,-1 0 0 0 0,0 1-1 0 0,0-1 1 0 0,0 0 0 0 0,-1 1 0 0 0,0-1 0 0 0,0 0 0 0 0,0 0 0 0 0,-1 1 0 0 0,0-1 0 0 0,1 0-1 0 0,-2 0 1 0 0,1-1 0 0 0,-1 1 0 0 0,1 0 0 0 0,-1-1 0 0 0,-1 0 0 0 0,1 1 0 0 0,-1-1 0 0 0,1-1-1 0 0,-1 1 1 0 0,0 0 0 0 0,-8 4 0 0 0,-6 5 10 0 0,-2-1 0 0 0,0 0 1 0 0,0-2-1 0 0,-1 0 0 0 0,0-2 0 0 0,-1 0 0 0 0,0-1 0 0 0,0-1 0 0 0,-26 3 1 0 0,19-5-1316 0 0,-48 0 1 0 0,59-11-1434 0 0</inkml:trace>
</inkml:ink>
</file>

<file path=ppt/ink/ink2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4:14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0 416 592 0 0,'12'0'696'0'0,"0"-1"0"0"0,-1-1 1 0 0,1 0-1 0 0,-1-1 0 0 0,0 0 0 0 0,0 0 0 0 0,13-7 0 0 0,-8 3-276 0 0,-1-1-1 0 0,0 0 1 0 0,0-2-1 0 0,-1 1 1 0 0,-1-2-1 0 0,0 0 1 0 0,18-18 0 0 0,-21 18 102 0 0,-4 4 261 0 0,-7 10-71 0 0,0 0-668 0 0,0-1 1 0 0,0 1-1 0 0,0 0 1 0 0,0-1-1 0 0,0 1 0 0 0,1 0 1 0 0,0-1-1 0 0,-1 1 1 0 0,1 0-1 0 0,0 0 1 0 0,0-1-1 0 0,0 1 0 0 0,1 0 1 0 0,-1 0-1 0 0,2 3 1 0 0,-1-3-43 0 0,1 1 1 0 0,-1-1 0 0 0,1 0-1 0 0,0-1 1 0 0,0 1 0 0 0,0 0-1 0 0,0 0 1 0 0,1-1 0 0 0,-1 0-1 0 0,1 1 1 0 0,-1-1 0 0 0,1 0-1 0 0,0 0 1 0 0,0 0 0 0 0,0 0-1 0 0,0-1 1 0 0,0 1 0 0 0,0-1-1 0 0,0 0 1 0 0,1 0 0 0 0,-1 0-1 0 0,0 0 1 0 0,1-1 0 0 0,-1 1-1 0 0,1-1 1 0 0,-1 0 0 0 0,0 0-1 0 0,1 0 1 0 0,-1 0 0 0 0,1-1-1 0 0,-1 0 1 0 0,0 1 0 0 0,7-3-1 0 0,-4 1 2 0 0,0 0 0 0 0,0 0 0 0 0,0-1 0 0 0,0 0 0 0 0,0 0 0 0 0,0-1 0 0 0,-1 1 0 0 0,1-1 0 0 0,-1 0 0 0 0,0-1 0 0 0,0 1 0 0 0,-1-1 0 0 0,1 0 0 0 0,-1 0 0 0 0,0 0 0 0 0,-1-1 0 0 0,6-8 0 0 0,-3-4 197 0 0,0-1 0 0 0,-1 1 0 0 0,-1-1 0 0 0,-1 1 0 0 0,-1-1 0 0 0,0 0 0 0 0,-1 0 1 0 0,-1 0-1 0 0,-1 0 0 0 0,-1 0 0 0 0,0 0 0 0 0,-10-34 0 0 0,12 52-186 0 0,-8-16 2231 0 0,0 32-1706 0 0,5-4-476 0 0,0 0 0 0 0,1 1 0 0 0,1-1 0 0 0,0 1 0 0 0,0 0 1 0 0,1-1-1 0 0,0 1 0 0 0,1 0 0 0 0,1-1 0 0 0,3 13 0 0 0,0 21 154 0 0,-2-25-136 0 0,1 0 0 0 0,1-1 0 0 0,1 0 1 0 0,11 28-1 0 0,5 17-3473 0 0,-21-62 2588 0 0,1 6-626 0 0</inkml:trace>
</inkml:ink>
</file>

<file path=ppt/ink/ink2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4:14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75 516 0 0,'32'-22'5125'0'0,"-16"12"-4157"0"0,1 2 1 0 0,34-12-1 0 0,6 5-5856 0 0</inkml:trace>
</inkml:ink>
</file>

<file path=ppt/ink/ink2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4:17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33 688 0 0,'0'0'703'0'0,"-6"-5"3425"0"0,-4 74-3064 0 0,10 41 77 0 0,-1 14 806 0 0,1-122-1647 0 0,-2 6 3396 0 0,2-8-3600 0 0,-13-36 200 0 0,2-1 0 0 0,2 0 0 0 0,1-1 0 0 0,-4-55 0 0 0,8 59-157 0 0,5-23-15 0 0,-1 55-171 0 0,0 2 42 0 0,0-1 1 0 0,0 1 0 0 0,0 0-1 0 0,0 0 1 0 0,0-1 0 0 0,0 1 0 0 0,0 0-1 0 0,0 0 1 0 0,1-1 0 0 0,-1 1-1 0 0,0 0 1 0 0,0 0 0 0 0,0 0-1 0 0,0-1 1 0 0,0 1 0 0 0,0 0-1 0 0,1 0 1 0 0,-1 0 0 0 0,0-1-1 0 0,0 1 1 0 0,0 0 0 0 0,1 0-1 0 0,-1 0 1 0 0,0 0 0 0 0,0-1-1 0 0,0 1 1 0 0,1 0 0 0 0,-1 0-1 0 0,0 0 1 0 0,0 0 0 0 0,1 0-1 0 0,-1 0 1 0 0,0 0 0 0 0,0 0 0 0 0,1 0-1 0 0,-1 0 1 0 0,0 0 0 0 0,0 0-1 0 0,1 0 1 0 0,-1 0 0 0 0,0 0-1 0 0,0 0 1 0 0,1 0 0 0 0,-1 0-1 0 0,0 0 1 0 0,0 0 0 0 0,1 0-1 0 0,-1 1 1 0 0,0-1 0 0 0,0 0-1 0 0,1 0 1 0 0,-1 0 0 0 0,0 1-1 0 0,22 18-49 0 0,-2 1 0 0 0,0 2-1 0 0,-2 0 1 0 0,19 28-1 0 0,23 28-125 0 0,-59-77 176 0 0,16 19-186 0 0,1 0 1 0 0,31 25-1 0 0,-48-44 188 0 0,0 0 0 0 0,0 0 0 0 0,0-1 0 0 0,0 1 0 0 0,0 0 0 0 0,0-1 1 0 0,0 1-1 0 0,0 0 0 0 0,0-1 0 0 0,1 1 0 0 0,-1-1 0 0 0,0 0 0 0 0,0 1 0 0 0,0-1 0 0 0,1 0 0 0 0,-1 0 0 0 0,0 0 0 0 0,0 0 0 0 0,1 0 0 0 0,-1 0 1 0 0,0 0-1 0 0,0 0 0 0 0,0 0 0 0 0,1-1 0 0 0,-1 1 0 0 0,0 0 0 0 0,0-1 0 0 0,0 1 0 0 0,0-1 0 0 0,1 0 0 0 0,-1 1 0 0 0,0-1 0 0 0,0 0 1 0 0,0 1-1 0 0,0-1 0 0 0,-1 0 0 0 0,1 0 0 0 0,0 0 0 0 0,0 0 0 0 0,0 0 0 0 0,-1 0 0 0 0,1 0 0 0 0,0 0 0 0 0,-1 0 0 0 0,1 0 0 0 0,-1 0 1 0 0,0-1-1 0 0,1 1 0 0 0,-1 0 0 0 0,1-2 0 0 0,3-9 73 0 0,-1 0 1 0 0,1 0-1 0 0,1-23 0 0 0,-3 28-59 0 0,-1-8 61 0 0,1 0 0 0 0,-2 0 0 0 0,0 0-1 0 0,-1 0 1 0 0,-4-28 0 0 0,-7-4-488 0 0,12 46 107 0 0,-2-6-350 0 0,1 2-1506 0 0</inkml:trace>
</inkml:ink>
</file>

<file path=ppt/ink/ink2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4:17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5 136 0 0,'-5'14'800'0'0,"0"-1"0"0"0,1 0 1 0 0,0 1-1 0 0,2 0 0 0 0,-3 18 0 0 0,5-25-609 0 0,0 0 0 0 0,1 0 0 0 0,0 0 0 0 0,0 0 0 0 0,0 0 0 0 0,1-1 0 0 0,0 1 0 0 0,0 0 0 0 0,1-1 0 0 0,0 0 0 0 0,0 1 0 0 0,7 9 0 0 0,-8-13-90 0 0,0 0 0 0 0,0-1 1 0 0,0 1-1 0 0,0-1 0 0 0,0 0 0 0 0,1 0 1 0 0,-1 0-1 0 0,1 0 0 0 0,0 0 0 0 0,-1 0 1 0 0,1-1-1 0 0,4 3 0 0 0,-6-4 361 0 0,11-9-44 0 0,-11 9-381 0 0,0-1 1 0 0,1 1-1 0 0,-1 0 1 0 0,0-1 0 0 0,0 1-1 0 0,0-1 1 0 0,0 0 0 0 0,0 1-1 0 0,0-1 1 0 0,0 0-1 0 0,0 0 1 0 0,0 0 0 0 0,-1 1-1 0 0,1-1 1 0 0,0 0 0 0 0,0 0-1 0 0,-1 0 1 0 0,1 0-1 0 0,-1 0 1 0 0,1-1 0 0 0,-1 1-1 0 0,1-2 1 0 0,1-6 100 0 0,0 0 0 0 0,-1 0 0 0 0,-1 0 0 0 0,0 0 0 0 0,0-1 0 0 0,0 1 0 0 0,-1 0 1 0 0,-1 0-1 0 0,1 0 0 0 0,-2 0 0 0 0,1 0 0 0 0,-1 1 0 0 0,0-1 0 0 0,-1 1 0 0 0,0-1 0 0 0,0 1 0 0 0,-1 0 0 0 0,0 1 0 0 0,-1-1 0 0 0,-11-11 1 0 0,17 18-271 0 0,-1 0 0 0 0,0 0 0 0 0,-1 0 0 0 0,1 0 0 0 0,0 1 1 0 0,0-1-1 0 0,0 0 0 0 0,0 1 0 0 0,-1-1 0 0 0,1 1 0 0 0,0-1 1 0 0,0 1-1 0 0,-1 0 0 0 0,1-1 0 0 0,0 1 0 0 0,-1 0 0 0 0,1 0 0 0 0,0 0 1 0 0,-1 0-1 0 0,1 0 0 0 0,0 0 0 0 0,-1 1 0 0 0,1-1 0 0 0,0 0 1 0 0,0 1-1 0 0,-1-1 0 0 0,1 1 0 0 0,0-1 0 0 0,0 1 0 0 0,-2 1 1 0 0,-9 10-4523 0 0</inkml:trace>
</inkml:ink>
</file>

<file path=ppt/ink/ink2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4:17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32 0 0,'4'8'901'0'0,"0"1"0"0"0,-1-1 0 0 0,0 0 0 0 0,3 13 0 0 0,-4-13-686 0 0,0-1 0 0 0,0 0 0 0 0,1 0 0 0 0,0 0 0 0 0,0 0 0 0 0,0 0 0 0 0,1-1 0 0 0,6 9 0 0 0,-7-11-63 0 0,0 0 0 0 0,0 0 0 0 0,0-1-1 0 0,1 0 1 0 0,-1 1 0 0 0,1-1 0 0 0,0 0 0 0 0,0-1 0 0 0,0 1 0 0 0,0-1-1 0 0,0 0 1 0 0,1 0 0 0 0,-1 0 0 0 0,1 0 0 0 0,-1-1 0 0 0,1 0 0 0 0,6 1 0 0 0,-9-2 141 0 0,22-32 1556 0 0,-21 18-1563 0 0,-1-1 1 0 0,0 1-1 0 0,-2 0 0 0 0,0-1 1 0 0,0 1-1 0 0,-1-1 1 0 0,-3-14-1 0 0,3 27-514 0 0,0-8-978 0 0</inkml:trace>
</inkml:ink>
</file>

<file path=ppt/ink/ink2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4:18.3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0 156 0 0,'0'0'1708'0'0,"4"37"2852"0"0,-1 66-980 0 0,0-94-805 0 0,6-26-1961 0 0,-5 9-808 0 0,0-1 1 0 0,1 1 0 0 0,0 0 0 0 0,0 0-1 0 0,1 1 1 0 0,0 0 0 0 0,12-12 0 0 0,-16 18-14 0 0,0 0 1 0 0,0-1 0 0 0,0 1-1 0 0,0 0 1 0 0,0 0 0 0 0,0 0-1 0 0,0 1 1 0 0,0-1 0 0 0,0 0-1 0 0,0 1 1 0 0,0-1 0 0 0,1 1 0 0 0,-1 0-1 0 0,0 0 1 0 0,0 0 0 0 0,1 0-1 0 0,-1 0 1 0 0,0 0 0 0 0,0 0-1 0 0,0 1 1 0 0,4 1 0 0 0,-1 0 17 0 0,-1 0-1 0 0,0 0 1 0 0,1 1 0 0 0,-1-1 0 0 0,0 1 0 0 0,0 0-1 0 0,-1 1 1 0 0,1-1 0 0 0,4 7 0 0 0,3 3-86 0 0,-1 1 1 0 0,-1 0-1 0 0,0 1 0 0 0,12 28 1 0 0,-21-33-551 0 0,0-2-1354 0 0</inkml:trace>
</inkml:ink>
</file>

<file path=ppt/ink/ink2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4:20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3 148 0 0,'0'0'957'0'0,"-9"-3"6776"0"0,4 11-7553 0 0,1 0 0 0 0,0-1 0 0 0,0 1 0 0 0,1 1 0 0 0,0-1 0 0 0,1 0 0 0 0,-3 16 0 0 0,-7 72 822 0 0,5-34-446 0 0,-7 85 324 0 0,9-73-524 0 0,1-17-246 0 0,-2 20-1074 0 0,0-27-6868 0 0</inkml:trace>
</inkml:ink>
</file>

<file path=ppt/ink/ink2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4:20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1 984 0 0,'-11'12'5695'0'0,"6"10"-3528"0"0,3 27-1975 0 0,2-35 632 0 0,-2 144 1466 0 0,3 33-495 0 0,-7-133-3241 0 0,6-56 996 0 0,-4-4-1811 0 0,2 1 2132 0 0,0 0 0 0 0,0 0 1 0 0,1 0-1 0 0,-1-1 0 0 0,0 1 1 0 0,1 0-1 0 0,-1-1 1 0 0,1 0-1 0 0,-2-2 0 0 0,1 2-120 0 0,-17-21-3845 0 0,8 11 1754 0 0</inkml:trace>
</inkml:ink>
</file>

<file path=ppt/ink/ink2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4:21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1 419 388 0 0,'0'0'3016'0'0,"6"-1"-2667"0"0,46-4 106 0 0,0-2-1 0 0,-1-3 1 0 0,0-2 0 0 0,-1-2 0 0 0,0-2-1 0 0,85-41 1 0 0,-118 48-348 0 0,16-7 59 0 0,-1-2 0 0 0,32-23 0 0 0,-56 35-79 0 0,0 0 0 0 0,-1 0 1 0 0,0-1-1 0 0,0 0 0 0 0,-1 0 0 0 0,1 0 1 0 0,-2-1-1 0 0,1 0 0 0 0,-1 0 0 0 0,0 0 0 0 0,-1-1 1 0 0,0 0-1 0 0,4-11 0 0 0,-8 17-7 0 0,1 0 1 0 0,-1 0-1 0 0,0 0 0 0 0,0 0 0 0 0,0 0 1 0 0,0 0-1 0 0,-1 0 0 0 0,1 0 0 0 0,-1 0 1 0 0,0 0-1 0 0,0 0 0 0 0,0 0 0 0 0,0 1 1 0 0,0-1-1 0 0,-1 0 0 0 0,1 0 0 0 0,-4-3 1 0 0,1 1 196 0 0,0-1 1 0 0,0 1 0 0 0,-1 0-1 0 0,0 0 1 0 0,0 0 0 0 0,-6-3-1 0 0,10 7 169 0 0,-19 14-229 0 0,13 5-128 0 0,0 0 0 0 0,1 1 0 0 0,1 0 0 0 0,1 0 0 0 0,-4 38 0 0 0,3 103 427 0 0,5-142-470 0 0,6 38-89 0 0,-3-38 56 0 0,-1 0 1 0 0,-1 0-1 0 0,0 0 1 0 0,-3 25-1 0 0,2-40 27 0 0,0 3-132 0 0,0 2 1984 0 0,3-13-1855 0 0,10-15-56 0 0,1 1 1 0 0,20-23-1 0 0,-32 41 0 0 0,28-9-275 0 0,-28 10 260 0 0,43 31-157 0 0,-40-27 173 0 0,1 0 0 0 0,1 0-1 0 0,-1-1 1 0 0,0 0 0 0 0,1 0 0 0 0,0-1 0 0 0,0 0-1 0 0,-1 0 1 0 0,1 0 0 0 0,0-1 0 0 0,1 0-1 0 0,-1 0 1 0 0,14-1 0 0 0,-16-1 6 0 0,0 1-1 0 0,0-1 1 0 0,0 0-1 0 0,0-1 1 0 0,0 1-1 0 0,-1-1 1 0 0,1 0-1 0 0,0 0 1 0 0,-1-1-1 0 0,0 1 1 0 0,1-1-1 0 0,-1 0 1 0 0,0 0-1 0 0,0-1 1 0 0,-1 1-1 0 0,1-1 1 0 0,-1 0-1 0 0,5-5 1 0 0,-7 7 61 0 0,0 0 0 0 0,0 0 1 0 0,0 0-1 0 0,0 0 0 0 0,0 0 0 0 0,0 0 1 0 0,-1 0-1 0 0,1 0 0 0 0,-1 0 0 0 0,1 0 1 0 0,-1 0-1 0 0,0-1 0 0 0,0 1 0 0 0,0 0 1 0 0,0 0-1 0 0,0 0 0 0 0,0-1 0 0 0,-1 1 1 0 0,1 0-1 0 0,-1 0 0 0 0,1 0 0 0 0,-1 0 1 0 0,0 0-1 0 0,0 0 0 0 0,0 0 0 0 0,-1-2 0 0 0,0 2 145 0 0,2 6-270 0 0,0-1 58 0 0,0 0-1 0 0,0-1 1 0 0,0 1-1 0 0,0 0 1 0 0,1 0 0 0 0,-1 0-1 0 0,1-1 1 0 0,-1 1-1 0 0,1 0 1 0 0,0-1 0 0 0,0 1-1 0 0,0-1 1 0 0,2 4-1 0 0,-1-4-111 0 0,0 0 0 0 0,0 0-1 0 0,0 0 1 0 0,1 0 0 0 0,-1 0-1 0 0,1 0 1 0 0,-1 0-1 0 0,1-1 1 0 0,0 1 0 0 0,-1-1-1 0 0,1 0 1 0 0,0 0-1 0 0,0 0 1 0 0,0 0 0 0 0,4 0-1 0 0,48 5-3404 0 0,-44-6 2116 0 0,9 0-1939 0 0,3-2 255 0 0</inkml:trace>
</inkml:ink>
</file>

<file path=ppt/ink/ink2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4:23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31 336 0 0,'-20'-30'8971'0'0,"12"54"-7526"0"0,-9 48 0 0 0,9 59-921 0 0,6 1 0 0 0,20 179 0 0 0,-13-190-2452 0 0,-7-41-5092 0 0,1-65 4307 0 0</inkml:trace>
</inkml:ink>
</file>

<file path=ppt/ink/ink2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4:23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1 224 0 0,'-7'-1'8980'0'0,"2"55"-8323"0"0,2-1 1 0 0,2 1 0 0 0,8 56 0 0 0,-1 33 63 0 0,-4-126 938 0 0,4-30-1121 0 0,-5 8-543 0 0,1 1-1 0 0,-1-1 1 0 0,1 1 0 0 0,0-1 0 0 0,1 1-1 0 0,-1 0 1 0 0,1 0 0 0 0,0 0 0 0 0,-1 0 0 0 0,2 0-1 0 0,-1 1 1 0 0,0-1 0 0 0,1 1 0 0 0,0 0-1 0 0,-1 0 1 0 0,1 0 0 0 0,7-3 0 0 0,-8 6-8 0 0,1 0 0 0 0,0 0-1 0 0,-1 1 1 0 0,1-1 0 0 0,-1 1 0 0 0,1 0 0 0 0,0 0 0 0 0,-1 0 0 0 0,0 0 0 0 0,1 0 0 0 0,-1 1 0 0 0,0 0 0 0 0,0-1 0 0 0,0 1 0 0 0,0 0-1 0 0,0 1 1 0 0,0-1 0 0 0,0 0 0 0 0,-1 1 0 0 0,1 0 0 0 0,3 5 0 0 0,2 1-4 0 0,0 1 1 0 0,-1 0-1 0 0,-1 0 0 0 0,0 0 0 0 0,9 23 1 0 0,-3-12-56 0 0,-4-8-2599 0 0,-6-2-4139 0 0</inkml:trace>
</inkml:ink>
</file>

<file path=ppt/ink/ink2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4:24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19 338 380 0 0,'-2'1'6610'0'0,"-8"10"-6369"0"0,9-7-127 0 0,0 1 0 0 0,0-1 0 0 0,0 0 0 0 0,0 1 0 0 0,0-1-1 0 0,1 0 1 0 0,0 1 0 0 0,0-1 0 0 0,0 1 0 0 0,1-1 0 0 0,-1 0 0 0 0,1 1-1 0 0,0-1 1 0 0,1 0 0 0 0,-1 1 0 0 0,3 4 0 0 0,2 4 172 0 0,0 0 0 0 0,1 0-1 0 0,10 13 1 0 0,-16-26-264 0 0,-1 1 0 0 0,0-1 0 0 0,0 0 1 0 0,1 0-1 0 0,-1 1 0 0 0,0-1 0 0 0,1 0 0 0 0,-1 0 0 0 0,0 1 0 0 0,1-1 0 0 0,-1 0 0 0 0,0 0 0 0 0,1 0 0 0 0,-1 0 0 0 0,1 0 0 0 0,-1 0 0 0 0,0 0 0 0 0,1 0 0 0 0,-1 0 0 0 0,1 0 0 0 0,-1 0 1 0 0,0 0-1 0 0,1 0 0 0 0,-1 0 0 0 0,0 0 0 0 0,1 0 0 0 0,-1 0 0 0 0,1 0 0 0 0,-1 0 0 0 0,0 0 0 0 0,1-1 0 0 0,-1 1 0 0 0,0 0 0 0 0,1 0 0 0 0,-1 0 0 0 0,0-1 0 0 0,1 1 0 0 0,-1 0 1 0 0,0-1-1 0 0,0 1 0 0 0,1 0 0 0 0,-1 0 0 0 0,0-1 0 0 0,0 1 0 0 0,0 0 0 0 0,1-1 0 0 0,-1 1 0 0 0,0-1 0 0 0,0 1 0 0 0,0 0 0 0 0,0-1 0 0 0,0 1 0 0 0,0 0 0 0 0,0-1 0 0 0,0 1 1 0 0,0-1-1 0 0,0 0 0 0 0,7-23 244 0 0,-7-19 152 0 0,-7-51-1 0 0,3 66-317 0 0,1-1 0 0 0,2 1-1 0 0,1 0 1 0 0,1-1 0 0 0,7-40 0 0 0,-7 63-99 0 0,1 0 1 0 0,0 0-1 0 0,0 0 1 0 0,0 0-1 0 0,0 0 0 0 0,1 1 1 0 0,0-1-1 0 0,1 1 1 0 0,-1 0-1 0 0,1-1 0 0 0,0 2 1 0 0,0-1-1 0 0,0 0 1 0 0,1 1-1 0 0,0 0 1 0 0,-1 0-1 0 0,2 0 0 0 0,-1 1 1 0 0,0 0-1 0 0,1 0 1 0 0,-1 0-1 0 0,1 0 0 0 0,0 1 1 0 0,11-3-1 0 0,-14 5-7 0 0,0 0-1 0 0,1 1 1 0 0,-1-1 0 0 0,0 1-1 0 0,0-1 1 0 0,0 1-1 0 0,0 0 1 0 0,0 0-1 0 0,0 1 1 0 0,0-1 0 0 0,0 1-1 0 0,0-1 1 0 0,0 1-1 0 0,-1 0 1 0 0,1 0-1 0 0,-1 0 1 0 0,1 0 0 0 0,-1 1-1 0 0,0-1 1 0 0,0 0-1 0 0,0 1 1 0 0,0 0-1 0 0,-1-1 1 0 0,3 6 0 0 0,3 5-12 0 0,0 1 1 0 0,-1 0 0 0 0,6 23 0 0 0,-4-7 4 0 0,-2 0 1 0 0,-2 1-1 0 0,2 36 0 0 0,-4-36 5 0 0,1 0 1 0 0,1-1-1 0 0,12 42 0 0 0,-15-67 20 0 0,0-1 0 0 0,0 0 0 0 0,0 0 0 0 0,1-1 0 0 0,0 1 1 0 0,-1 0-1 0 0,1 0 0 0 0,1-1 0 0 0,-1 1 0 0 0,1-1 0 0 0,-1 0 0 0 0,1 0 0 0 0,0 0 0 0 0,0 0 1 0 0,0 0-1 0 0,0 0 0 0 0,1-1 0 0 0,-1 0 0 0 0,1 1 0 0 0,0-1 0 0 0,-1-1 0 0 0,1 1 0 0 0,0 0 0 0 0,0-1 1 0 0,0 0-1 0 0,0 0 0 0 0,0 0 0 0 0,1-1 0 0 0,-1 1 0 0 0,0-1 0 0 0,0 0 0 0 0,0 0 0 0 0,0 0 1 0 0,1-1-1 0 0,-1 0 0 0 0,0 1 0 0 0,0-1 0 0 0,0-1 0 0 0,0 1 0 0 0,0-1 0 0 0,0 1 0 0 0,4-4 1 0 0,4 0 13 0 0,-1-1 0 0 0,0 0 0 0 0,0-1 0 0 0,-1 0 0 0 0,0-1 0 0 0,0 0 0 0 0,-1 0 0 0 0,0-1 1 0 0,0 0-1 0 0,-1-1 0 0 0,12-18 0 0 0,-19 27 22 0 0,0 0-1 0 0,0 0 1 0 0,-1 0 0 0 0,1 0 0 0 0,0 0 0 0 0,-1 0-1 0 0,1 0 1 0 0,-1 0 0 0 0,1 0 0 0 0,-1 0-1 0 0,0 0 1 0 0,1-1 0 0 0,-1 1 0 0 0,0 0-1 0 0,0 0 1 0 0,0 0 0 0 0,0-1 0 0 0,0 1-1 0 0,0 0 1 0 0,0 0 0 0 0,-1-2 0 0 0,-15 14 729 0 0,15-10-767 0 0,0 0 0 0 0,1 0 0 0 0,-1 0-1 0 0,0 0 1 0 0,1 1 0 0 0,-1-1 0 0 0,0 0 0 0 0,1 1-1 0 0,0-1 1 0 0,-1 0 0 0 0,1 1 0 0 0,0-1 0 0 0,0 0-1 0 0,0 1 1 0 0,0-1 0 0 0,0 1 0 0 0,0-1 0 0 0,0 0-1 0 0,0 1 1 0 0,0-1 0 0 0,1 0 0 0 0,-1 1 0 0 0,1-1-1 0 0,-1 0 1 0 0,1 1 0 0 0,-1-1 0 0 0,1 0 0 0 0,0 0-1 0 0,-1 1 1 0 0,1-1 0 0 0,0 0 0 0 0,0 0 0 0 0,0 0-1 0 0,0 0 1 0 0,1 1 0 0 0,2 2-160 0 0,0 0-1 0 0,1-1 1 0 0,-1 1 0 0 0,1-1-1 0 0,-1 0 1 0 0,10 4 0 0 0,28 8-2872 0 0,-11-8-2315 0 0,-7-2 1615 0 0</inkml:trace>
</inkml:ink>
</file>

<file path=ppt/ink/ink2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4:31.619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6 580 0 0,'1'-6'6287'0'0,"115"440"-5149"0"0,-98-366-1030 0 0,-18-67-96 0 0,9 33-27 0 0</inkml:trace>
</inkml:ink>
</file>

<file path=ppt/ink/ink2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4:33.313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1 280 72 0 0,'0'0'6997'0'0,"6"-1"-6825"0"0,179-37 862 0 0,183-32-35 0 0,-263 55-756 0 0,163-3-1 0 0,157 25 79 0 0,147-44-175 0 0,-165 7-441 0 0,-30 18 70 0 0,-235 8 188 0 0,146 15-1 0 0,-74-1 29 0 0,573-6 53 0 0,-408 8-20 0 0,-154-6-55 0 0,363 2 85 0 0,-192-8-33 0 0,131-4-33 0 0,256-18 56 0 0,-84 6-34 0 0,-496 9-26 0 0,148-1 86 0 0,203 10 172 0 0,-370-2-139 0 0,-53 0 0 0 0,352 11 205 0 0,8-5 46 0 0,-369-8-200 0 0,595-25 690 0 0,-540 17-660 0 0,510-20 524 0 0,-439 25-385 0 0,76 8 391 0 0,-104 1 96 0 0,-20 4 143 0 0,-4 0-2712 0 0,-208-8 937 0 0,-1-1 1 0 0,1-1 0 0 0,-18-4-1 0 0,-32-4-3388 0 0,9 5 623 0 0</inkml:trace>
</inkml:ink>
</file>

<file path=ppt/ink/ink2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4:35.615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77 144 0 0,'0'-2'175'0'0,"0"0"-1"0"0,1 0 1 0 0,-1 1-1 0 0,0-1 1 0 0,1 0-1 0 0,-1 0 1 0 0,1 1-1 0 0,-1-1 1 0 0,1 1-1 0 0,0-1 1 0 0,0 0-1 0 0,0 1 1 0 0,0-1-1 0 0,0 1 1 0 0,0 0 0 0 0,0-1-1 0 0,2 0 1 0 0,-2 1 5 0 0,-1 0-125 0 0,0 0-1 0 0,1 0 0 0 0,-1 0 1 0 0,1 0-1 0 0,-1 0 1 0 0,1 0-1 0 0,-1 0 0 0 0,1 0 1 0 0,0 0-1 0 0,-1 1 1 0 0,1-1-1 0 0,0 0 0 0 0,0 0 1 0 0,-1 1-1 0 0,1-1 0 0 0,0 1 1 0 0,0-1-1 0 0,0 0 1 0 0,0 1-1 0 0,0 0 0 0 0,0-1 1 0 0,0 1-1 0 0,0 0 0 0 0,0-1 1 0 0,2 1-1 0 0,35-7 604 0 0,-28 5-575 0 0,63-6 170 0 0,1 4 0 0 0,-1 3 0 0 0,75 8 0 0 0,39 0-54 0 0,769-21 496 0 0,-704 8-627 0 0,133 10-38 0 0,20 8 10 0 0,-129-2-15 0 0,-110-3-39 0 0,92 1 17 0 0,197-13 21 0 0,-137 5-11 0 0,83-2 104 0 0,-136 7 111 0 0,-21 0-72 0 0,183 8 228 0 0,-397-12-326 0 0,267 5 352 0 0,-59-4-141 0 0,542 32 419 0 0,36-25 103 0 0,-636-9-574 0 0,277 8 353 0 0,-156-9-324 0 0,536 8 494 0 0,-95 0 40 0 0,-418 5-559 0 0,384-3 539 0 0,-356-10-424 0 0,8-1-38 0 0,-16 6-82 0 0,-75-6-69 0 0,-49 2-25 0 0,434 14 838 0 0,-573-11-804 0 0,87 3 180 0 0,145 9 442 0 0,-196-16-343 0 0,-114 1-420 0 0,4 2 215 0 0,-29-15-4010 0 0,0 5 2583 0 0,0 0 0 0 0,0 1-1 0 0,-1 2 1 0 0,-34-5 0 0 0,17 3-1096 0 0,-33-9-1264 0 0</inkml:trace>
</inkml:ink>
</file>

<file path=ppt/ink/ink2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4:41.514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70 68 44 0 0,'-22'-26'3084'0'0,"-8"-15"3128"0"0,31 50-6198 0 0,1 1 1 0 0,-1-1-1 0 0,-1 0 0 0 0,0 1 1 0 0,0-1-1 0 0,-3 14 0 0 0,1 18 16 0 0,1 267 148 0 0,0-267-110 0 0,1-6 155 0 0,-9 59 0 0 0,4-33 425 0 0,5-59-414 0 0,0-2-204 0 0,0 1-1 0 0,0-1 0 0 0,0 1 0 0 0,0-1 0 0 0,0 0 1 0 0,0 1-1 0 0,0-1 0 0 0,0 0 0 0 0,0 1 0 0 0,0-1 0 0 0,0 1 1 0 0,0-1-1 0 0,0 0 0 0 0,0 1 0 0 0,1-1 0 0 0,-1 0 1 0 0,0 1-1 0 0,0-1 0 0 0,0 0 0 0 0,0 1 0 0 0,1-1 1 0 0,-1 0-1 0 0,0 0 0 0 0,0 1 0 0 0,1-1 0 0 0,-1 0 1 0 0,0 0-1 0 0,1 1 0 0 0,-1-1 0 0 0,0 0 0 0 0,1 0 1 0 0,-1 1-1 0 0,142-24-266 0 0,-32 4 125 0 0,219-16-87 0 0,-122 14-23 0 0,36 7 1 0 0,-106 8 142 0 0,346-10-162 0 0,-275 12 71 0 0,-168 3 147 0 0,648-26-138 0 0,-219 2 140 0 0,405 4 29 0 0,110 14 117 0 0,-667 10 115 0 0,326-6 233 0 0,-206-8-222 0 0,-264 8-175 0 0,305 1 78 0 0,-247 3-58 0 0,785-6 276 0 0,-625 8-274 0 0,263-2-31 0 0,-68-2 114 0 0,-287 2 41 0 0,246 8 329 0 0,-105 7-273 0 0,-370-12-229 0 0,35 2 2 0 0,422 18 169 0 0,-371-20-180 0 0,663 5 39 0 0,-419-12-89 0 0,116-2 166 0 0,-347 5 2 0 0,38 0 139 0 0,-38-1 258 0 0,-245-25-9535 0 0,32 13 5531 0 0</inkml:trace>
</inkml:ink>
</file>

<file path=ppt/ink/ink2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4:42.988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7 93 52 0 0,'0'0'1489'0'0,"-1"0"-1469"0"0,1 0 0 0 0,0 0 0 0 0,0 0 0 0 0,-1 0 0 0 0,1 1 1 0 0,0-1-1 0 0,-1 0 0 0 0,1 0 0 0 0,0 0 0 0 0,0 0 0 0 0,-1 1 0 0 0,1-1 1 0 0,0 0-1 0 0,0 0 0 0 0,-1 0 0 0 0,1 1 0 0 0,0-1 0 0 0,0 0 0 0 0,0 0 1 0 0,0 1-1 0 0,-1-1 0 0 0,1 0 0 0 0,0 1 0 0 0,0-1 0 0 0,0 0 0 0 0,0 1 0 0 0,0-1 1 0 0,0 0-1 0 0,0 1 0 0 0,0-1 0 0 0,0 0 0 0 0,0 0 0 0 0,0 1 0 0 0,0-1 1 0 0,0 0-1 0 0,0 1 0 0 0,0-1 0 0 0,0 0 0 0 0,0 1 0 0 0,0-1 0 0 0,0 0 0 0 0,1 1 1 0 0,-1-1-1 0 0,0 0 0 0 0,0 0 0 0 0,0 1 0 0 0,0-1 0 0 0,1 0 0 0 0,-1 1 1 0 0,19 4 188 0 0,0-1 1 0 0,0-1 0 0 0,0 0 0 0 0,0-2 0 0 0,32 0 0 0 0,107-14 344 0 0,-101 6-411 0 0,209-20 333 0 0,756-49 683 0 0,-488 92-1050 0 0,-278-4-932 0 0,-211-9 549 0 0,10 1-3179 0 0</inkml:trace>
</inkml:ink>
</file>

<file path=ppt/ink/ink2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4:43.480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1 119 316 0 0,'1158'-61'4508'0'0,"-573"19"-3256"0"0,-239 31-639 0 0,632 12 642 0 0,-679-5-936 0 0,-269 2-793 0 0,-18 2-4117 0 0</inkml:trace>
</inkml:ink>
</file>

<file path=ppt/ink/ink2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4:43.932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0 142 4 0 0,'1278'-97'4430'0'0,"-1123"86"-4014"0"0,526-22 1155 0 0,-441 32-1074 0 0,620 21 1056 0 0,-719-10-1344 0 0,320 38 445 0 0,-310-25-2111 0 0,-148-22 1051 0 0</inkml:trace>
</inkml:ink>
</file>

<file path=ppt/ink/ink2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4:44.365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0 313 520 0 0,'358'-50'2662'0'0,"496"-53"-111"0"0,774 5 888 0 0,-1120 80-2513 0 0,-154 2-319 0 0,97-3 112 0 0,-388 17-1009 0 0,50 0 868 0 0,-52 5-8270 0 0,-122-10 5428 0 0</inkml:trace>
</inkml:ink>
</file>

<file path=ppt/ink/ink2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4:44.815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0 189 272 0 0,'187'-19'1707'0'0,"30"-4"-694"0"0,1494-86 3386 0 0,-133 84-1758 0 0,-1052 19-1886 0 0,119 0 127 0 0,-503 7-745 0 0,319 9 289 0 0,-423-9-523 0 0,54 5-40 0 0,-35 2-2717 0 0</inkml:trace>
</inkml:ink>
</file>

<file path=ppt/ink/ink2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4:45.361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0 129 268 0 0,'0'0'1078'0'0,"10"-3"-544"0"0,291-34 1817 0 0,-200 28-1977 0 0,221-11 672 0 0,496-15 872 0 0,-318 24-913 0 0,342 0 685 0 0,-158 10-549 0 0,-648 1-1090 0 0,64-1 85 0 0,553 7 552 0 0,-326 0-441 0 0,49 3-39 0 0,-44 1-114 0 0,-230-9-287 0 0,-82-2-1808 0 0,-48-5-4729 0 0,9 3 4533 0 0</inkml:trace>
</inkml:ink>
</file>

<file path=ppt/ink/ink2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4:45.953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76 28 0 0,'49'-6'3874'0'0,"78"-6"-3118"0"0,1098-14 2998 0 0,-876 27-2977 0 0,468-4 808 0 0,-462 1-1111 0 0,249-8 133 0 0,101-2-130 0 0,-493 7-363 0 0,-166 6-80 0 0,49 7 0 0 0,23 1 228 0 0,-89-12 16 0 0,-5 3-133 0 0,-21 1-188 0 0,-45-6-8641 0 0,17 2 6168 0 0</inkml:trace>
</inkml:ink>
</file>

<file path=ppt/ink/ink2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4:48.251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20 188 460 0 0,'-19'-5'1702'0'0,"19"1"-196"0"0,30 1 287 0 0,-7 1-1902 0 0,419-15 2089 0 0,-211 12-1443 0 0,337-6 560 0 0,405 39 77 0 0,-898-23-1108 0 0,-72-5-58 0 0,-14-1-400 0 0,-397-20-1165 0 0,188 11 780 0 0,-644-40-1825 0 0,709 41 2341 0 0,-156-14 818 0 0,302 21 75 0 0,15 1-258 0 0,39 1-153 0 0,68 3-180 0 0,513 2 536 0 0,-41-5-146 0 0,-236-3-285 0 0,453-7 77 0 0,-615 11-161 0 0,-167-4-190 0 0,-35 0 18 0 0,-55-1-114 0 0,57 3 146 0 0,-541-17-2117 0 0,255 11 1141 0 0,-505-5-254 0 0,422 7 1724 0 0,324 9-330 0 0,58-4-79 0 0,0 1 0 0 0,0-1 1 0 0,0 0-1 0 0,0 0 0 0 0,1 0 1 0 0,-1 0-1 0 0,0 0 1 0 0,0 0-1 0 0,0 0 0 0 0,0 0 1 0 0,0 0-1 0 0,0 0 0 0 0,0 1 1 0 0,0-1-1 0 0,0 0 0 0 0,0 0 1 0 0,0 0-1 0 0,0 0 1 0 0,0 0-1 0 0,0 0 0 0 0,0 0 1 0 0,0 0-1 0 0,0 0 0 0 0,0 1 1 0 0,0-1-1 0 0,0 0 1 0 0,0 0-1 0 0,0 0 0 0 0,0 0 1 0 0,0 0-1 0 0,-1 0 0 0 0,1 0 1 0 0,0 0-1 0 0,0 0 0 0 0,0 0 1 0 0,0 1-1 0 0,0-1 1 0 0,0 0-1 0 0,0 0 0 0 0,0 0 1 0 0,0 0-1 0 0,0 0 0 0 0,20 5 143 0 0,34 4 79 0 0,951 27 2255 0 0,-548-18-1804 0 0,215 13-57 0 0,-194-7-252 0 0,216 15 447 0 0,-423-32 240 0 0,-269-7-937 0 0,41-2 1761 0 0,45-55-1670 0 0,-71 50-252 0 0,1 1 1 0 0,0 1-1 0 0,0 1 1 0 0,25-3-1 0 0,6 5 38 0 0,-22 0 1 0 0,0 2 1 0 0,0 0-1 0 0,31 5 1 0 0,1 2-116 0 0,-57-6 111 0 0,17 4-199 0 0,-18 0 198 0 0,-1 0 1 0 0,1 0-1 0 0,0 1 1 0 0,0-1-1 0 0,1 0 0 0 0,-1 0 1 0 0,1 0-1 0 0,4 7 1 0 0,-6-11 4 0 0,12 30-3 0 0,-2 1 0 0 0,-1 1 0 0 0,-2 0 0 0 0,-1 0 1 0 0,-1 0-1 0 0,0 54 0 0 0,-13 157 52 0 0,8-239-76 0 0,0 0 0 0 0,-1 0 0 0 0,0 0 0 0 0,0 0 0 0 0,0 0 1 0 0,-4 7-1 0 0,0 5-175 0 0,5-15 131 0 0,-7 50-2207 0 0,6-50 2261 0 0,0 0 0 0 0,0-1-1 0 0,0 1 1 0 0,0-1 0 0 0,-1 1 0 0 0,1-1-1 0 0,-1 0 1 0 0,1 0 0 0 0,-1 1 0 0 0,1-1-1 0 0,-1 0 1 0 0,0 0 0 0 0,0-1 0 0 0,1 1-1 0 0,-1 0 1 0 0,0 0 0 0 0,0-1-1 0 0,0 1 1 0 0,0-1 0 0 0,0 0 0 0 0,0 0-1 0 0,1 1 1 0 0,-1-1 0 0 0,-3-1 0 0 0,-62 2-366 0 0,49-2 257 0 0,-557-41-2057 0 0,438 28 1957 0 0,-177-29 556 0 0,287 39-285 0 0,1 2 164 0 0,6 0-717 0 0,5-1-2721 0 0</inkml:trace>
</inkml:ink>
</file>

<file path=ppt/ink/ink2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4:48.701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51 64 680 0 0,'-18'-8'1423'0'0,"15"7"-1025"0"0,0 0 0 0 0,0 0 0 0 0,1-1 0 0 0,-1 1 1 0 0,0-1-1 0 0,0 1 0 0 0,1-1 0 0 0,-1 0 0 0 0,-4-5 817 0 0,52-5-384 0 0,-9 2-493 0 0,32 3 150 0 0,97 2 0 0 0,-54 3-225 0 0,272 6 307 0 0,-253 0-671 0 0,66 12-1298 0 0,-115-5-3680 0 0,-73-9 3219 0 0</inkml:trace>
</inkml:ink>
</file>

<file path=ppt/ink/ink2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4:51.235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289 201 644 0 0,'0'0'53'0'0,"0"0"0"0"0,0 0 0 0 0,0-1 0 0 0,-1 1 0 0 0,1 0 0 0 0,0 0-1 0 0,0-1 1 0 0,0 1 0 0 0,0 0 0 0 0,0 0 0 0 0,0-1 0 0 0,0 1 0 0 0,0 0 0 0 0,0 0 0 0 0,0-1 0 0 0,0 1 0 0 0,0 0-1 0 0,0 0 1 0 0,0-1 0 0 0,0 1 0 0 0,0 0 0 0 0,0 0 0 0 0,0-1 0 0 0,0 1 0 0 0,0 0 0 0 0,0 0 0 0 0,0-1 0 0 0,0 1 0 0 0,1 0-1 0 0,-1 0 1 0 0,0-1 0 0 0,0 1 0 0 0,0 0 0 0 0,0 0 0 0 0,1 0 0 0 0,-1-1 0 0 0,0 1 0 0 0,0 0 0 0 0,0 0 0 0 0,1 0 0 0 0,-1 0-1 0 0,0 0 1 0 0,0 0 0 0 0,1-1 0 0 0,19-8 690 0 0,26-2-113 0 0,377-26 1991 0 0,-36-9-1929 0 0,-387 46-719 0 0,-1 0-1 0 0,1-1 1 0 0,0 1-1 0 0,0 0 1 0 0,0 0-1 0 0,0 0 1 0 0,0 0-1 0 0,0 0 1 0 0,0 0-1 0 0,0 0 1 0 0,0-1-1 0 0,0 1 1 0 0,0 0-1 0 0,0 0 1 0 0,0 0-1 0 0,0 0 1 0 0,0 0-1 0 0,0 0 1 0 0,0 0-1 0 0,0-1 1 0 0,0 1-1 0 0,0 0 1 0 0,0 0-1 0 0,0 0 1 0 0,0 0-1 0 0,0 0 1 0 0,0 0-1 0 0,1 0 1 0 0,-1 0-1 0 0,0-1 0 0 0,0 1 1 0 0,0 0-1 0 0,0 0 1 0 0,0 0-1 0 0,0 0 1 0 0,0 0-1 0 0,0 0 1 0 0,0 0-1 0 0,0 0 1 0 0,1 0-1 0 0,-1 0 1 0 0,0 0-1 0 0,0 0 1 0 0,0 0-1 0 0,0 0 1 0 0,0 0-1 0 0,0-1 1 0 0,0 1-1 0 0,1 0 1 0 0,-22-5-277 0 0,-31-2 118 0 0,-752-39-2184 0 0,686 34 3626 0 0,115 12-1016 0 0,3-1-199 0 0,0 1 1 0 0,1-1 0 0 0,-1 1 0 0 0,0-1-1 0 0,0 1 1 0 0,1-1 0 0 0,-1 1-1 0 0,0-1 1 0 0,0 1 0 0 0,1-1-1 0 0,-1 1 1 0 0,1 0 0 0 0,-1-1-1 0 0,0 1 1 0 0,1 0 0 0 0,-1-1-1 0 0,1 1 1 0 0,-1 0 0 0 0,1 0-1 0 0,-1-1 1 0 0,1 1 0 0 0,-1 0-1 0 0,1 0 1 0 0,-1 0 0 0 0,1 0-1 0 0,-1-1 1 0 0,1 1 0 0 0,-1 0 0 0 0,1 0-1 0 0,-1 0 1 0 0,1 0 0 0 0,-1 0-1 0 0,1 0 1 0 0,-1 0 0 0 0,2 1-1 0 0,42-5 312 0 0,49 6-270 0 0,797 62 522 0 0,-807-57-592 0 0,163 3 25 0 0,-106-4 408 0 0,-128-8-161 0 0,-10-1-140 0 0,-22-5-152 0 0,-39-3-365 0 0,-350-18-2125 0 0,372 27 2345 0 0,-33-2 143 0 0,68 4 197 0 0,10 0-134 0 0,188 8 188 0 0,-20-3 98 0 0,70-4 441 0 0,-42-3 68 0 0,-148 3-644 0 0,60 6 161 0 0,-114-6-361 0 0,11 0 8 0 0,0 0 0 0 0,0 2-1 0 0,0 0 1 0 0,-1 0-1 0 0,21 9 1 0 0,-2-2 1 0 0,-29-9-20 0 0,2 0-9 0 0,-1 1 0 0 0,1-1 0 0 0,0 1 0 0 0,0 0 0 0 0,-1 0 0 0 0,1 0 0 0 0,-1 0 0 0 0,0 1 0 0 0,1-1 0 0 0,-1 1 0 0 0,4 5 0 0 0,-6-6 22 0 0,0-1-5 0 0,1 0-1 0 0,-1 1 1 0 0,0-1-1 0 0,0 1 1 0 0,0 0-1 0 0,0-1 1 0 0,-1 1-1 0 0,1 0 1 0 0,0 0 0 0 0,-1 0-1 0 0,1-1 1 0 0,-1 1-1 0 0,1 3 1 0 0,3 10-9 0 0,0-3 4 0 0,0 0 1 0 0,-1-1 0 0 0,-1 1-1 0 0,0 0 1 0 0,0 1 0 0 0,-2-1 0 0 0,1 0-1 0 0,-1 0 1 0 0,-3 19 0 0 0,-5 15 46 0 0,-15 54 1 0 0,4-23-5 0 0,11-51-89 0 0,8-26 50 0 0,0 1 0 0 0,-1-1 0 0 0,1 1 1 0 0,0-1-1 0 0,-1 1 0 0 0,1-1 0 0 0,-1 1 0 0 0,1-1 1 0 0,-1 0-1 0 0,1 1 0 0 0,-1-1 0 0 0,1 0 1 0 0,-1 0-1 0 0,0 1 0 0 0,1-1 0 0 0,-1 0 1 0 0,1 0-1 0 0,-1 0 0 0 0,0 0 0 0 0,1 1 0 0 0,-1-1 1 0 0,1 0-1 0 0,-1 0 0 0 0,0 0 0 0 0,1-1 1 0 0,-2 1-1 0 0,0 0 6 0 0,-9-6-27 0 0,0 1 1 0 0,0 1-1 0 0,-23-7 0 0 0,32 11-25 0 0,-35-12-222 0 0,1 1 0 0 0,-2 2 1 0 0,1 2-1 0 0,-42-2 0 0 0,-155 1-875 0 0,1 0 488 0 0,-290-23 800 0 0,423 24 868 0 0,-162-33-1 0 0,169 22-193 0 0,91 17-764 0 0,-1 1-129 0 0,-1-1 38 0 0,1 1-1 0 0,-1-1 1 0 0,1 1 0 0 0,-1 0-1 0 0,1 1 1 0 0,-1-1-1 0 0,1 0 1 0 0,-6 3 0 0 0,3-3-8 0 0,-107 8-117 0 0,-146-8 0 0 0,193 1 158 0 0,58 0-32 0 0,6-1-10 0 0,9 2-330 0 0,93 16 340 0 0,0-4 1 0 0,129 1-1 0 0,-149-11 7 0 0,1320 29-749 0 0,-1036-23 459 0 0,-326-6-17 0 0,-37 1-163 0 0,-16 3 324 0 0,-5-2 71 0 0,0-1 1 0 0,-1-1 0 0 0,1-1-1 0 0,-23 0 1 0 0,-36 7-135 0 0,-6 8-51 0 0,-19 2-159 0 0,-199 66 0 0 0,298-84 442 0 0,0 1 0 0 0,0-1 0 0 0,0 1 0 0 0,0 0 0 0 0,0 0 0 0 0,1 1-1 0 0,0-1 1 0 0,-1 1 0 0 0,1 0 0 0 0,0 0 0 0 0,1 0 0 0 0,-1 1 0 0 0,1 0 0 0 0,0-1 0 0 0,0 1-1 0 0,1 0 1 0 0,-3 6 0 0 0,4-9 12 0 0,0 10-1736 0 0</inkml:trace>
</inkml:ink>
</file>

<file path=ppt/ink/ink2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5:05.739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6296 166 180 0 0,'-15'-6'1261'0'0,"7"1"-1060"0"0,0 0 0 0 0,0 1 0 0 0,-1 0 0 0 0,0 0 0 0 0,0 1 0 0 0,0 0 0 0 0,0 0 0 0 0,0 1 0 0 0,-1 1 0 0 0,1-1 0 0 0,-1 1 0 0 0,1 1 0 0 0,-1 0 0 0 0,1 0-1 0 0,-12 3 1 0 0,-360 82-42 0 0,291-62-218 0 0,5-3-301 0 0,-103 39 0 0 0,187-59 334 0 0,0 0 1 0 0,0 0-1 0 0,0 0 0 0 0,-1 1 1 0 0,1-1-1 0 0,0 0 1 0 0,0 1-1 0 0,0-1 0 0 0,0 1 1 0 0,0-1-1 0 0,0 1 1 0 0,1-1-1 0 0,-1 1 0 0 0,0 0 1 0 0,0-1-1 0 0,0 1 1 0 0,0 0-1 0 0,1 0 0 0 0,-1 0 1 0 0,0 0-1 0 0,1 0 1 0 0,-1-1-1 0 0,1 1 1 0 0,-1 0-1 0 0,1 0 0 0 0,-1 0 1 0 0,1 0-1 0 0,0 1 1 0 0,0-1-1 0 0,-1 0 0 0 0,1 0 1 0 0,0 0-1 0 0,0 0 1 0 0,0 2-1 0 0,1-2 8 0 0,0 1-1 0 0,0 0 1 0 0,0-1 0 0 0,1 0-1 0 0,-1 1 1 0 0,0-1 0 0 0,1 0-1 0 0,-1 0 1 0 0,1 0 0 0 0,-1 1-1 0 0,1-2 1 0 0,0 1 0 0 0,-1 0 0 0 0,1 0-1 0 0,0 0 1 0 0,0-1 0 0 0,2 1-1 0 0,12 3 9 0 0,1-2-1 0 0,-1 0 1 0 0,0-1 0 0 0,22 0-1 0 0,14 0 11 0 0,417 26 78 0 0,-169-12 85 0 0,-237-14-125 0 0,34 4 282 0 0,-95-5 131 0 0,-9-2-416 0 0,-122-31 178 0 0,-182-23-1 0 0,287 53-189 0 0,-97-12 3 0 0,-156 0 1 0 0,-121 28-54 0 0,310-9 28 0 0,-257 24-75 0 0,266-19 108 0 0,-152-1 0 0 0,123-12 212 0 0,106 4-106 0 0,1 0-139 0 0,1 0 0 0 0,0 0 0 0 0,0 0 0 0 0,0 0 0 0 0,-1 0 0 0 0,1 1 0 0 0,0-1 0 0 0,0 0 0 0 0,0 0 0 0 0,-1 0 0 0 0,1 0 0 0 0,0 0 0 0 0,0 0 0 0 0,0 0-1 0 0,-1-1 1 0 0,1 1 0 0 0,0 0 0 0 0,0 0 0 0 0,0 0 0 0 0,-1 0 0 0 0,1 0 0 0 0,0 0 0 0 0,0 0 0 0 0,0 0 0 0 0,-1 0 0 0 0,1-1 0 0 0,0 1 0 0 0,0 0 0 0 0,0 0-1 0 0,0 0 1 0 0,0 0 0 0 0,-1 0 0 0 0,1-1 0 0 0,0 1 0 0 0,0 0 0 0 0,0 0 0 0 0,0 0 0 0 0,0-1 0 0 0,0 1 0 0 0,0 0 0 0 0,0 0 0 0 0,0 0 0 0 0,0-1 0 0 0,0 1-1 0 0,0 0 1 0 0,0 0 0 0 0,0 0 0 0 0,0-1 0 0 0,0 1 0 0 0,0 0 0 0 0,0 0 0 0 0,0 0 0 0 0,0-1 0 0 0,0 1 0 0 0,0 0 0 0 0,0 0 0 0 0,0 0 0 0 0,0-1 0 0 0,1 1-1 0 0,29-11 11 0 0,1 1-1 0 0,0 2 1 0 0,1 1-1 0 0,39-4 1 0 0,-20 3-4 0 0,65-12-2 0 0,384-49 39 0 0,-252 63-43 0 0,-150 11-91 0 0,-34 2-56 0 0,-62-7 146 0 0,7 3-224 0 0,-32 1 228 0 0,-45 4 154 0 0,-256-20-321 0 0,-3 0-22 0 0,261 11 145 0 0,16 0-5 0 0,-92 9 0 0 0,140-8-1 0 0,-13 2-189 0 0,8-1 28 0 0,10-2-151 0 0,684-110 620 0 0,-519 105-164 0 0,-644 25-30 0 0,39-35-126 0 0,470 27-151 0 0,31 4 215 0 0,56 2 33 0 0,1-4-1 0 0,130-4 1 0 0,-52-7-33 0 0,273 11 141 0 0,-131-8-204 0 0,-209-6 138 0 0,483-9 149 0 0,-131 4 123 0 0,277-2 86 0 0,-201-4-274 0 0,-60 2 12 0 0,-4 3 136 0 0,-185-3-45 0 0,-1-1 142 0 0,-152 7-20 0 0,133 6 472 0 0,-265 1 93 0 0,-67-4-1071 0 0,-36 0-273 0 0,-518-9-919 0 0,87-20 972 0 0,310 30 341 0 0,-367-11-38 0 0,-203-13-39 0 0,605 23 44 0 0,22 2 53 0 0,-27-1 36 0 0,73 1-37 0 0,-88-1-85 0 0,131-1 20 0 0,-149-2 176 0 0,139 5-220 0 0,-103-6 93 0 0,152 5-6 0 0,-28-4-17 0 0,20 0 15 0 0,-1 2-1 0 0,1 0 1 0 0,-42 4-1 0 0,-14-1-10 0 0,-18-3 56 0 0,59 1-42 0 0,-43-4 1 0 0,23-1 139 0 0,-101 2 0 0 0,-9-3-134 0 0,-47 7-11 0 0,16 0 20 0 0,71 2-55 0 0,-216 1 90 0 0,311-3-54 0 0,-52 7 1 0 0,83-8 0 0 0,-58 4-53 0 0,42-3 39 0 0,0 0 1 0 0,0 1-1 0 0,-22 5 1 0 0,-46-5 43 0 0,-556 50 48 0 0,270-23-66 0 0,149-15-11 0 0,-69 7 119 0 0,235-16 43 0 0,37-3-146 0 0,-1-1 0 0 0,1 0 0 0 0,-31-3-1 0 0,37 1 0 0 0,1 2 0 0 0,-1 0 0 0 0,-21 4-1 0 0,3-1-34 0 0,-82 8 88 0 0,-9 5-47 0 0,59-11 32 0 0,-154 15 260 0 0,57-4-235 0 0,30-13 58 0 0,-407 46 8 0 0,499-46-137 0 0,-203 28-38 0 0,158-20 17 0 0,47-8 22 0 0,-67 17-1 0 0,88-18 3 0 0,0-1 0 0 0,0 0-1 0 0,-24 0 1 0 0,-27 3-7 0 0,31-1-19 0 0,0-1 0 0 0,-1-2 0 0 0,-52-4 0 0 0,84 3 16 0 0,-166-17 155 0 0,72 2 101 0 0,95 15-259 0 0,-3-2 18 0 0,0 0 0 0 0,0 1 0 0 0,-1 0 0 0 0,1 0 0 0 0,0 1 0 0 0,-1-1 0 0 0,1 1 0 0 0,0 0 0 0 0,-1 0-1 0 0,-6 2 1 0 0,-17-2-26 0 0,21 0 10 0 0,0 0 0 0 0,-1 0 0 0 0,1 1 0 0 0,-16 3 0 0 0,22-3 6 0 0,-2-1-10 0 0,-36 3 7 0 0,37-3-12 0 0,-41 2-10 0 0,33-2 36 0 0,8 0-9 0 0,-51 6-24 0 0,52-5 18 0 0,-7-1 11 0 0,0 1-1 0 0,1-1 1 0 0,-1 0 0 0 0,-16-3-1 0 0,-17-4-27 0 0,40 7 12 0 0,-14-4 6 0 0,-67-6-41 0 0,83 10 29 0 0,-1 0 1 0 0,0 0-1 0 0,1 0 1 0 0,-1 1-1 0 0,0-1 1 0 0,1 0-1 0 0,-1 1 1 0 0,0-1-1 0 0,1 0 0 0 0,-1 1 1 0 0,1-1-1 0 0,-1 1 1 0 0,1-1-1 0 0,-1 1 1 0 0,1-1-1 0 0,-1 1 1 0 0,1-1-1 0 0,-1 1 1 0 0,1-1-1 0 0,0 1 1 0 0,-1 0-1 0 0,1-1 1 0 0,0 1-1 0 0,-1-1 1 0 0,1 1-1 0 0,0 0 0 0 0,0 0 1 0 0,0-1-1 0 0,0 1 1 0 0,0 0-1 0 0,0-1 1 0 0,0 1-1 0 0,0 0 1 0 0,0-1-1 0 0,0 1 1 0 0,0 0-1 0 0,0 0 1 0 0,0-1-1 0 0,0 1 1 0 0,1 0-1 0 0,7 38 6 0 0,-5-27-20 0 0,25 169 9 0 0,-6-5 149 0 0,12 0-84 0 0,-17-119-29 0 0,-16-55-22 0 0,-1-2 1 0 0,0 0-1 0 0,0 0 0 0 0,1 1 0 0 0,-1-1 0 0 0,0 0 0 0 0,0 0 1 0 0,1 0-1 0 0,-1 0 0 0 0,0 0 0 0 0,0 1 0 0 0,1-1 1 0 0,-1 0-1 0 0,0 0 0 0 0,0 0 0 0 0,0 1 0 0 0,1-1 1 0 0,-1 0-1 0 0,0 0 0 0 0,0 0 0 0 0,0 1 0 0 0,0-1 0 0 0,0 0 1 0 0,0 0-1 0 0,1 1 0 0 0,-1-1 0 0 0,0 0 0 0 0,0 1 1 0 0,0-1-1 0 0,0 0 0 0 0,0 0 0 0 0,0 1 0 0 0,0-1 0 0 0,0 0 1 0 0,0 1-1 0 0,0-1 0 0 0,0 0 0 0 0,0 0 0 0 0,-1 1 1 0 0,1-1-1 0 0,0 0 0 0 0,0 1 0 0 0,0 0 1 0 0,0 0 0 0 0,0 0-1 0 0,0 0 1 0 0,0 0 0 0 0,0 0-1 0 0,0 0 1 0 0,0 1 0 0 0,0-1-1 0 0,1 0 1 0 0,-1 0 0 0 0,0 0 0 0 0,1 0-1 0 0,-1 0 1 0 0,1 0 0 0 0,-1 0-1 0 0,1 0 1 0 0,-1 0 0 0 0,1 0-1 0 0,0-1 1 0 0,-1 1 0 0 0,1 0-1 0 0,0 0 1 0 0,0 0 0 0 0,0-1 0 0 0,0 1-1 0 0,-1-1 1 0 0,1 1 0 0 0,1 0-1 0 0,11 7-1 0 0,-10-5 7 0 0,1-1 0 0 0,-1 0 0 0 0,0 0 0 0 0,1 0 0 0 0,-1 0 0 0 0,1-1 0 0 0,0 0 0 0 0,0 1 0 0 0,5 0 0 0 0,79 29 71 0 0,-79-28-74 0 0,5 1-3 0 0,-1 1 1 0 0,1-2 0 0 0,0 0 0 0 0,21 2 0 0 0,242 4 42 0 0,-256-9-38 0 0,424-18-46 0 0,-29-25 57 0 0,-172 26-53 0 0,-55 11-6 0 0,-39 3 59 0 0,74-1-34 0 0,-23 2 33 0 0,-108 3 16 0 0,26 1-55 0 0,79-1 83 0 0,320-23-57 0 0,-204 10 20 0 0,-37 5-16 0 0,114-6-1 0 0,111-16 223 0 0,7 15-132 0 0,-147 11-1 0 0,0 0-74 0 0,104 3 45 0 0,-209-8-64 0 0,-96 2-2 0 0,361-7 0 0 0,143 13 36 0 0,-348 4 6 0 0,116 1 194 0 0,-91-11-143 0 0,69 22-42 0 0,123-7-49 0 0,-178 2 22 0 0,1-1 237 0 0,196 4 663 0 0,-55-10-517 0 0,-138-4-210 0 0,65 2-143 0 0,-153-3 408 0 0,-82 8-218 0 0,-43-1-154 0 0,279 5 157 0 0,0-5 319 0 0,-398-6-498 0 0,169-8 168 0 0,-187 4-224 0 0,11-3 14 0 0,45 3-24 0 0,-54 4-3 0 0,8-2 6 0 0,-1 0 1 0 0,24-6-1 0 0,-9 1 16 0 0,-32 7-26 0 0,75-9-18 0 0,3 1 93 0 0,-78 8-43 0 0,52-5 307 0 0,-37 2 604 0 0,-7 1-2426 0 0</inkml:trace>
</inkml:ink>
</file>

<file path=ppt/ink/ink2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5:10.248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579 392 200 0 0,'0'0'735'0'0,"-14"-22"6773"0"0,10 14-7272 0 0,0-41 2259 0 0,4 47-2386 0 0,15-3-3 0 0,-13 4-102 0 0,0 0 0 0 0,1 0 0 0 0,-1 0-1 0 0,0 0 1 0 0,1 0 0 0 0,-1 0 0 0 0,1 1-1 0 0,-1-1 1 0 0,1 1 0 0 0,0 0 0 0 0,-1 0 0 0 0,5 0-1 0 0,249 19 20 0 0,-139-6-23 0 0,-40-1 1 0 0,-54-8-9 0 0,1 0-1 0 0,30 1 0 0 0,-12 4-792 0 0,-90-21 197 0 0,-1 2 0 0 0,0 2 0 0 0,-59-1 0 0 0,16 1 57 0 0,-284-31-1217 0 0,233 23 1207 0 0,141 16 542 0 0,0 0-11 0 0,1 0 13 0 0,0 0-1 0 0,0 0 1 0 0,-1 0 0 0 0,1 0-1 0 0,0 0 1 0 0,0 0 0 0 0,0 0-1 0 0,-1 1 1 0 0,1-1 0 0 0,0 0 0 0 0,0 1-1 0 0,0-1 1 0 0,0 1 0 0 0,0-1-1 0 0,0 1 1 0 0,0 0 0 0 0,-2 0-1 0 0,8 2 33 0 0,-1-1 0 0 0,1 1-1 0 0,-1-1 1 0 0,1 0-1 0 0,0-1 1 0 0,0 1-1 0 0,0-1 1 0 0,0 0-1 0 0,7 0 1 0 0,63 5 163 0 0,-33-4-91 0 0,687 94 800 0 0,-648-79-717 0 0,-80-17-171 0 0,14 2 195 0 0,-8-1-95 0 0,-11-1-40 0 0,-197-6-980 0 0,125 7-397 0 0,78 1 1296 0 0,0-1 1 0 0,0 0 0 0 0,-1 1-1 0 0,1-1 1 0 0,0 1-1 0 0,-1 0 1 0 0,0 0-1 0 0,1-1 1 0 0,-1 1 0 0 0,0 0-1 0 0,0 0 1 0 0,0 0-1 0 0,0 0 1 0 0,0 0-1 0 0,0 4 1 0 0,-18 1-26 0 0,0 0 0 0 0,0-2 0 0 0,-28 6 0 0 0,43-11 37 0 0,-4 3-21 0 0,6-3 24 0 0,-1 0 1 0 0,0 0-1 0 0,0 0 1 0 0,1 0-1 0 0,-1 0 1 0 0,0 0 0 0 0,0 0-1 0 0,1 0 1 0 0,-1 0-1 0 0,0 1 1 0 0,1-1-1 0 0,-1 0 1 0 0,0 0-1 0 0,1 1 1 0 0,-1-1 0 0 0,0 1-1 0 0,1-1 1 0 0,-1 0-1 0 0,1 1 1 0 0,-1-1-1 0 0,1 1 1 0 0,-1-1-1 0 0,1 1 1 0 0,-1 0 0 0 0,1-1-1 0 0,-1 1 1 0 0,1 0-1 0 0,0-1 1 0 0,-1 1-1 0 0,1 0 1 0 0,0-1-1 0 0,0 2 1 0 0,-1 0 13 0 0,45 7 75 0 0,-18-3-46 0 0,147 26 89 0 0,-118-18 46 0 0,-54-13-157 0 0,-42 5-56 0 0,0-1 13 0 0,0-2-1 0 0,-1-2 1 0 0,1-2 0 0 0,-49-7 0 0 0,58 5-60 0 0,-190-25-362 0 0,145 11 698 0 0,75 16-174 0 0,-5-8 121 0 0,6 9-189 0 0,0-1 1 0 0,1 1-1 0 0,-1-1 1 0 0,1 0 0 0 0,-1 1-1 0 0,0-1 1 0 0,1 1-1 0 0,-1-1 1 0 0,1 0-1 0 0,0 1 1 0 0,-1-1 0 0 0,1 0-1 0 0,-1 0 1 0 0,1 1-1 0 0,0-1 1 0 0,0 0-1 0 0,-1 0 1 0 0,1 1 0 0 0,0-1-1 0 0,0 0 1 0 0,0 0-1 0 0,0 0 1 0 0,0 0 0 0 0,0 1-1 0 0,0-1 1 0 0,0 0-1 0 0,0 0 1 0 0,1 0-1 0 0,-1 1 1 0 0,0-1 0 0 0,0 0-1 0 0,1-1 1 0 0,9-15-17 0 0,1 1-1 0 0,0-1 1 0 0,1 2 0 0 0,0-1 0 0 0,19-15-1 0 0,34-45-60 0 0,-63 74 63 0 0,0-1 0 0 0,0 1 0 0 0,0-1 0 0 0,-1 1 0 0 0,1-1 1 0 0,-1 0-1 0 0,0 0 0 0 0,0 1 0 0 0,0-1 0 0 0,0 0 0 0 0,0 0 1 0 0,-1 0-1 0 0,1 0 0 0 0,-1 0 0 0 0,0 0 0 0 0,0 0 0 0 0,0 0 0 0 0,0 0 1 0 0,0 0-1 0 0,-1 0 0 0 0,1 0 0 0 0,-1 0 0 0 0,0 0 0 0 0,-2-6 0 0 0,0 5 1 0 0,-1-1 1 0 0,0 1-1 0 0,1-1 0 0 0,-1 1 0 0 0,-1 0 0 0 0,1 1 0 0 0,0-1 0 0 0,-1 1 0 0 0,0 0 0 0 0,0 0 0 0 0,0 0 0 0 0,-8-2 0 0 0,-9-5-2 0 0,-1 1 0 0 0,0 2-1 0 0,0 0 1 0 0,-39-5 0 0 0,61 12 22 0 0,-32-3-43 0 0,27 2 17 0 0,-1 1 1 0 0,0-1-1 0 0,1 1 0 0 0,-1 0 1 0 0,0 0-1 0 0,1 1 0 0 0,-11 2 1 0 0,16-2 7 0 0,-1 0-3 0 0,-1 0 0 0 0,1 0 0 0 0,0 0 0 0 0,0 0 0 0 0,0 1 0 0 0,0-1 0 0 0,1 1 0 0 0,-1 0 0 0 0,0-1 0 0 0,1 1 0 0 0,-3 2 0 0 0,10 0 20 0 0,-1-1 1 0 0,1 0 0 0 0,0-1 0 0 0,0 1-1 0 0,0-1 1 0 0,0 0 0 0 0,0-1-1 0 0,11 2 1 0 0,61 6 33 0 0,-50-7-30 0 0,99 12 87 0 0,180 9 1228 0 0,-287-23-1079 0 0,-27 1-238 0 0,-24 0-74 0 0,-181-4-607 0 0,-191 6-132 0 0,184-2 507 0 0,115-2 625 0 0,46-3 617 0 0,55 4-718 0 0,10 0-191 0 0,356 12 117 0 0,-179-11-55 0 0,-92-1 159 0 0,-1-3 1 0 0,145-26 0 0 0,-219 25-57 0 0,-1 0-1 0 0,-1 0 1 0 0,1-2 0 0 0,-1 0 0 0 0,18-9 0 0 0,-31 14-99 0 0,-2 1-103 0 0,0 0 1 0 0,0 0-1 0 0,0 0 0 0 0,1 0 0 0 0,-1 0 1 0 0,0 0-1 0 0,0-1 0 0 0,1 1 0 0 0,-1 0 0 0 0,0 0 1 0 0,0 0-1 0 0,0 0 0 0 0,0 0 0 0 0,1-1 1 0 0,-1 1-1 0 0,0 0 0 0 0,0 0 0 0 0,0 0 1 0 0,0 0-1 0 0,1-1 0 0 0,-1 1 0 0 0,0 0 1 0 0,0 0-1 0 0,0 0 0 0 0,0-1 0 0 0,0 1 1 0 0,0 0-1 0 0,0 0 0 0 0,0-1 0 0 0,0 1 1 0 0,0 0-1 0 0,0 0 0 0 0,0 0 0 0 0,0-1 0 0 0,0 1 1 0 0,0 0-1 0 0,0 0 0 0 0,0-1 0 0 0,0 1 1 0 0,0 0-1 0 0,0 0 0 0 0,0-1 0 0 0,0 1 1 0 0,0 0-1 0 0,0 0 0 0 0,-1 0 0 0 0,1-1 1 0 0,0 1-1 0 0,0 0 0 0 0,0 0 0 0 0,0 0 1 0 0,0 0-1 0 0,-1-1 0 0 0,1 0-5 0 0,-1 0-1 0 0,1 0 0 0 0,0 0 1 0 0,-1 0-1 0 0,1 1 1 0 0,-1-1-1 0 0,0 0 1 0 0,1 0-1 0 0,-1 0 1 0 0,0 0-1 0 0,1 1 1 0 0,-1-1-1 0 0,0 0 1 0 0,0 1-1 0 0,0-1 1 0 0,1 1-1 0 0,-1-1 1 0 0,0 1-1 0 0,0-1 1 0 0,-1 0-1 0 0,-57-11-357 0 0,-1 2-1 0 0,-73-3 1 0 0,-8-1-182 0 0,75 7 327 0 0,40 5 126 0 0,1-1 1 0 0,0-1-1 0 0,-29-8 0 0 0,39 8-59 0 0,-1 0-1 0 0,1 2 1 0 0,0 0-1 0 0,-17 0 1 0 0,19 1 37 0 0,0 0 0 0 0,0-1 0 0 0,0 0 0 0 0,-20-6 0 0 0,31 7 87 0 0,-1 3-36 0 0,-4 0 54 0 0,8-1-112 0 0,250 0 75 0 0,-103-5 52 0 0,-46 0 163 0 0,-63 1-20 0 0,-1 1 0 0 0,71 7 1 0 0,-107-4-143 0 0,2-1-8 0 0,-2 0-3 0 0,1-1 1 0 0,0 1-1 0 0,0 1 0 0 0,-1-1 1 0 0,1 0-1 0 0,0 1 0 0 0,-1-1 0 0 0,1 1 1 0 0,0 0-1 0 0,2 1 0 0 0,-3-1 9 0 0,-8 0-5 0 0,-135 21-85 0 0,-159 19-401 0 0,77-12-41 0 0,130-18 2520 0 0,94-11-1999 0 0,-1 0 1 0 0,1 0 0 0 0,-1 0 0 0 0,0 0 0 0 0,1 0 0 0 0,-1 0 0 0 0,1 0-1 0 0,-1-1 1 0 0,0 1 0 0 0,1 0 0 0 0,-1 0 0 0 0,0-1 0 0 0,1 1 0 0 0,-1 0-1 0 0,0-1 1 0 0,1 1 0 0 0,-1 0 0 0 0,0 0 0 0 0,0-1 0 0 0,0 1-1 0 0,1-1 1 0 0,-1 1 0 0 0,0 0 0 0 0,0-1 0 0 0,0 1 0 0 0,0 0 0 0 0,1-1-1 0 0,-1 1 1 0 0,0-1 0 0 0,0 0 0 0 0,0 0 1 0 0,0 0-1 0 0,0 1 1 0 0,1-1 0 0 0,-1 0-1 0 0,0 0 1 0 0,1 1 0 0 0,-1-1 0 0 0,0 0-1 0 0,1 0 1 0 0,-1 1 0 0 0,1-1-1 0 0,-1 0 1 0 0,1 1 0 0 0,-1-1-1 0 0,1 1 1 0 0,0-1 0 0 0,-1 1-1 0 0,1-1 1 0 0,0 1 0 0 0,-1-1 0 0 0,1 1-1 0 0,0 0 1 0 0,1-1 0 0 0,38-8 44 0 0,0 3 0 0 0,1 1 0 0 0,60 0 0 0 0,-57 4-27 0 0,178 5 3 0 0,-135 1 3 0 0,96-8 0 0 0,-73 5-70 0 0,-108-2 49 0 0,-26 7 5 0 0,-72 14-180 0 0,1 4 0 0 0,-170 70 0 0 0,258-92 111 0 0,0 0 0 0 0,0 1 0 0 0,1 0 0 0 0,-1 0 0 0 0,1 0 0 0 0,0 1 0 0 0,1 0 0 0 0,-1 0 0 0 0,1 1 0 0 0,-7 8 0 0 0,11-12 50 0 0,1-1 0 0 0,-1 0 0 0 0,0 1 0 0 0,1-1 1 0 0,-1 0-1 0 0,1 1 0 0 0,0-1 0 0 0,-1 0 0 0 0,1 1 0 0 0,0-1 0 0 0,0 1 1 0 0,0-1-1 0 0,0 1 0 0 0,0-1 0 0 0,0 0 0 0 0,0 1 0 0 0,1-1 1 0 0,-1 1-1 0 0,0-1 0 0 0,1 0 0 0 0,-1 1 0 0 0,1-1 0 0 0,0 0 0 0 0,-1 0 1 0 0,2 2-1 0 0,28 35-61 0 0,-25-32 71 0 0,1-1-1 0 0,0-1 0 0 0,0 1-1 0 0,0-1 1 0 0,0 0 0 0 0,1-1 0 0 0,-1 1 0 0 0,1-1-1 0 0,0 0 1 0 0,0-1 0 0 0,0 0 0 0 0,1 0-1 0 0,-1-1 1 0 0,10 2 0 0 0,15 0 52 0 0,54-1 0 0 0,-67-2-17 0 0,-15 0-11 0 0,46 0 111 0 0,-25 0-291 0 0,-51 6-25 0 0,0-2 48 0 0,-1-1 1 0 0,1-2-1 0 0,-1 0 1 0 0,-42-6-1 0 0,-3 1-67 0 0,-270-23-212 0 0,286 18 680 0 0,54 8-80 0 0,8 2-190 0 0,302 11 136 0 0,-289-11-115 0 0,15-3 46 0 0,-32 1-119 0 0,-24-15-274 0 0,6 8 208 0 0,0 0 0 0 0,0 1 0 0 0,-1 1 0 0 0,0 1 0 0 0,0 0-1 0 0,0 1 1 0 0,-32-2 0 0 0,24 2-61 0 0,-106-20-1776 0 0,82 15 1030 0 0</inkml:trace>
</inkml:ink>
</file>

<file path=ppt/ink/ink2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5:11.584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1178 1 4 0 0,'-29'4'824'0'0,"15"3"-778"0"0,0 1-1 0 0,0 1 1 0 0,0 0-1 0 0,1 1 1 0 0,1 1-1 0 0,0-1 1 0 0,0 2-1 0 0,1 0 1 0 0,-19 26-1 0 0,15-19-177 0 0,-1 0 0 0 0,0-1 0 0 0,-2-1 0 0 0,-20 15 0 0 0,-3 1-84 0 0,40-33 217 0 0,1 0 1 0 0,0 0-1 0 0,0 1 0 0 0,0-1 0 0 0,-1 0 0 0 0,1 0 0 0 0,0 0 0 0 0,0 1 1 0 0,0-1-1 0 0,0 0 0 0 0,-1 0 0 0 0,1 0 0 0 0,0 1 0 0 0,0-1 0 0 0,0 0 0 0 0,0 0 1 0 0,0 1-1 0 0,0-1 0 0 0,0 0 0 0 0,-1 0 0 0 0,1 1 0 0 0,0-1 0 0 0,0 0 0 0 0,0 1 1 0 0,0-1-1 0 0,0 0 0 0 0,0 0 0 0 0,0 1 0 0 0,1-1 0 0 0,-1 0 0 0 0,0 0 0 0 0,0 1 1 0 0,0-1-1 0 0,0 0 0 0 0,0 0 0 0 0,0 1 0 0 0,0-1 0 0 0,1 0 0 0 0,-1 0 0 0 0,0 1 1 0 0,0-1-1 0 0,0 0 0 0 0,0 0 0 0 0,1 0 0 0 0,-1 0 0 0 0,0 1 0 0 0,0-1 0 0 0,1 0 1 0 0,-1 0-1 0 0,0 0 0 0 0,0 0 0 0 0,0 0 0 0 0,1 0 0 0 0,-1 1 0 0 0,0-1 0 0 0,1 0 1 0 0,-1 0-1 0 0,0 0 0 0 0,0 0 0 0 0,1 0 0 0 0,-1 0 0 0 0,0 0 0 0 0,0 0 0 0 0,1 0 1 0 0,14 3 56 0 0,3-4-7 0 0,0 0-1 0 0,-1-2 1 0 0,1 0 0 0 0,27-8-1 0 0,12-2 73 0 0,-18 6-37 0 0,306-51 773 0 0,-343 58-803 0 0,-8 3-46 0 0,-16 7-5 0 0,-1-1-1 0 0,0-2 1 0 0,0 0-1 0 0,-28 4 1 0 0,-110 12 14 0 0,75-12 34 0 0,48-8 50 0 0,-16 5 127 0 0,244-4 364 0 0,291-27-286 0 0,-441 21-234 0 0,17-2-6 0 0,-57 4-68 0 0,0 0 0 0 0,0 0 0 0 0,0 0 0 0 0,0 0 1 0 0,0-1-1 0 0,0 1 0 0 0,0 0 0 0 0,0 0 0 0 0,0 0 0 0 0,0 0 0 0 0,0 0 1 0 0,0 0-1 0 0,0 0 0 0 0,0 0 0 0 0,0 0 0 0 0,0 0 0 0 0,0-1 0 0 0,0 1 1 0 0,0 0-1 0 0,0 0 0 0 0,0 0 0 0 0,0 0 0 0 0,0 0 0 0 0,0 0 0 0 0,0 0 1 0 0,0 0-1 0 0,0 0 0 0 0,1 0 0 0 0,-1 0 0 0 0,0-1 0 0 0,0 1 0 0 0,-32-3-12 0 0,-19 5 76 0 0,22 1 108 0 0,26-3-104 0 0,0 1-9 0 0,-5 0-60 0 0,13-1 149 0 0,467 13-301 0 0,-382-12-680 0 0,-89-1 789 0 0,-4 1-50 0 0,0-1 87 0 0,0 1 0 0 0,0 0 0 0 0,0-1 0 0 0,0 1 0 0 0,0-1 0 0 0,-1 0-1 0 0,1 0 1 0 0,0 0 0 0 0,-5-1 0 0 0,-14-1-13 0 0,-254 1 96 0 0,35-1-17 0 0,-107-5-62 0 0,-37 1 17 0 0,-380 57-1682 0 0,680-41 1009 0 0</inkml:trace>
</inkml:ink>
</file>

<file path=ppt/ink/ink2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5:16.675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3918 72 256 0 0,'0'0'1650'0'0,"17"-18"-1135"0"0,265-15 312 0 0,-94 13-691 0 0,-576 48 156 0 0,136-13-182 0 0,-552 76 292 0 0,636-65-390 0 0,-164 33 104 0 0,292-50-113 0 0,26-7-35 0 0,1 1-1 0 0,0 0 1 0 0,1 1 0 0 0,-1 0-1 0 0,-13 7 1 0 0,24-10 4 0 0,86 12 1 0 0,285-38 61 0 0,-258 14-34 0 0,220-31-5 0 0,20-2-32 0 0,-311 35 248 0 0,-123 8-176 0 0,1 4 0 0 0,-97 15 0 0 0,12-1-23 0 0,-460 45-15 0 0,430-32-37 0 0,-223 64 1 0 0,394-87-27 0 0,16-6-17 0 0,1 1-1 0 0,0 1 1 0 0,0 0 0 0 0,0 0 0 0 0,-10 5-1 0 0,18-7 10 0 0,8-1-53 0 0,100-15 4 0 0,-1-4 1 0 0,152-48-1 0 0,-65 16 106 0 0,-85 22-47 0 0,-31 8 62 0 0,142-21 0 0 0,-194 39 22 0 0,-32 2 25 0 0,-34 4-22 0 0,-617 108 61 0 0,343-49 6 0 0,89-14-11 0 0,-56 9-1 0 0,508-123-40 0 0,121-26-38 0 0,71-17 35 0 0,-154 54-231 0 0,-249 54-85 0 0,-23 9 162 0 0,-33 14 69 0 0,-544 152-137 0 0,-13-41 384 0 0,551-125-38 0 0,46-7-4 0 0,10-5-133 0 0,430-157 55 0 0,-297 115-76 0 0,-82 25-12 0 0,-15 4-47 0 0,74-16 1 0 0,-118 33 6 0 0,-4 0-119 0 0,0 1 164 0 0,0-1 1 0 0,0 1 0 0 0,0 0 0 0 0,0 0 0 0 0,0 0 0 0 0,0 0 0 0 0,1 0 0 0 0,-1 0 0 0 0,-5 4 0 0 0,-5 2-1 0 0,-621 175-132 0 0,211-72 246 0 0,178-44 212 0 0,451-139-9 0 0,-53 24-278 0 0,-23 5-2 0 0,149-28 0 0 0,-235 63-49 0 0,-22 4-29 0 0,1 0 0 0 0,39-2 1 0 0,-60 7 14 0 0,7 1-11 0 0,-9-1 42 0 0,0 0 0 0 0,0 0 0 0 0,-1 0 0 0 0,1 0 0 0 0,0 0 0 0 0,0 0 0 0 0,0 0 0 0 0,0 0 0 0 0,0 0 0 0 0,0 1 0 0 0,-1-1 0 0 0,1 0 0 0 0,0 0 1 0 0,0 0-1 0 0,0 0 0 0 0,0 0 0 0 0,0 0 0 0 0,0 0 0 0 0,0 0 0 0 0,0 1 0 0 0,0-1 0 0 0,0 0 0 0 0,0 0 0 0 0,-1 0 0 0 0,1 0 0 0 0,0 0 0 0 0,0 0 0 0 0,0 1 0 0 0,0-1 0 0 0,0 0 1 0 0,0 0-1 0 0,0 0 0 0 0,0 0 0 0 0,0 0 0 0 0,0 1 0 0 0,0-1 0 0 0,0 0 0 0 0,0 0 0 0 0,0 0 0 0 0,1 0 0 0 0,-1 0 0 0 0,0 1 0 0 0,0-1 0 0 0,0 0 0 0 0,0 0 0 0 0,0 0 0 0 0,0 0 1 0 0,0 0-1 0 0,0 0 0 0 0,0 0 0 0 0,0 1 0 0 0,1-1 0 0 0,-1 0 0 0 0,0 0 0 0 0,-47 21 7 0 0,-1-1 1 0 0,-64 15-1 0 0,-114 20 108 0 0,86-22-1 0 0,65-19-65 0 0,-24 8 235 0 0,97-21-102 0 0,8-7-171 0 0,6-3-5 0 0,0-1-1 0 0,0 2 1 0 0,1-1-1 0 0,1 2 1 0 0,18-9-1 0 0,87-30 44 0 0,-34 15-30 0 0,165-63-135 0 0,-127 51 60 0 0,-80 33-597 0 0,-468 130 329 0 0,281-77 311 0 0,81-24 59 0 0,492-152-18 0 0,-86 38 62 0 0,-238 69-67 0 0,6 0 36 0 0,145-14 0 0 0,-253 40-91 0 0,-3 0 32 0 0,0 0 0 0 0,0 0 0 0 0,0 0 0 0 0,0 0-1 0 0,0 0 1 0 0,0 1 0 0 0,0-1 0 0 0,0 0 0 0 0,0 0 0 0 0,0 0 0 0 0,0 0 0 0 0,0 0 0 0 0,0 1-1 0 0,0-1 1 0 0,0 0 0 0 0,0 0 0 0 0,0 0 0 0 0,0 0 0 0 0,0 0 0 0 0,0 1 0 0 0,0-1 0 0 0,0 0 0 0 0,0 0-1 0 0,0 0 1 0 0,0 0 0 0 0,0 0 0 0 0,0 0 0 0 0,0 1 0 0 0,0-1 0 0 0,1 0 0 0 0,-1 0 0 0 0,0 0-1 0 0,0 0 1 0 0,0 0 0 0 0,0 0 0 0 0,0 0 0 0 0,0 0 0 0 0,0 0 0 0 0,1 0 0 0 0,-1 0 0 0 0,0 1 0 0 0,0-1-1 0 0,0 0 1 0 0,0 0 0 0 0,1 0 0 0 0,-28 12-14 0 0,-43 11 13 0 0,-503 100 120 0 0,99-25-211 0 0,366-74-46 0 0,-115 10 1 0 0,109-30 103 0 0,118-9 32 0 0,3 0-10 0 0,-1-1 0 0 0,1 1-1 0 0,0 1 1 0 0,1-1 0 0 0,-1 1 0 0 0,1 0 0 0 0,-1 1-1 0 0,1 0 1 0 0,0 0 0 0 0,1 0 0 0 0,-1 1 0 0 0,14-1 0 0 0,-27 9-376 0 0,-20 8 302 0 0,-33 13 70 0 0,-102 36 70 0 0,-169 58 187 0 0,232-98-142 0 0,87-21-34 0 0,0-1 1 0 0,0 0-1 0 0,0-1 0 0 0,0 0 0 0 0,0 0 1 0 0,0-1-1 0 0,-17-4 0 0 0,26 5 30 0 0,-2-1-37 0 0,0 1 0 0 0,1-1-1 0 0,-1 0 1 0 0,1 0 0 0 0,-1 0 0 0 0,1 0 0 0 0,-1 0 0 0 0,1 0 0 0 0,0-1 0 0 0,-1 1 0 0 0,-2-4 0 0 0,-26-52 264 0 0,31 55-327 0 0,23-40 67 0 0,-8 27-74 0 0,1 1-1 0 0,1 0 0 0 0,0 2 1 0 0,1 0-1 0 0,21-11 1 0 0,101-42 21 0 0,-117 55 9 0 0,46-20-64 0 0,2 4 0 0 0,0 2 0 0 0,78-15-1 0 0,-177 58-141 0 0,-27 8 190 0 0,-77 26 29 0 0,-233 60 0 0 0,321-106 199 0 0,53-16-226 0 0,1 0-1 0 0,0 1 1 0 0,1 1-1 0 0,-1 0 1 0 0,2 0 0 0 0,-1 1-1 0 0,1 0 1 0 0,18-6-1 0 0,47-18-21 0 0,6-4 5 0 0,103-26 0 0 0,25 7-69 0 0,-209 52 151 0 0,-54 19-39 0 0,-72-1-38 0 0,87-10 10 0 0,0-2 0 0 0,-1-1-1 0 0,1-2 1 0 0,-54-4 0 0 0,44 3-20 0 0,39 0 20 0 0,0 0 0 0 0,0-1 0 0 0,0 1 0 0 0,0-2 0 0 0,-9 0 0 0 0,15 0 18 0 0,-30-12 13 0 0,31 12-44 0 0,2-1-29 0 0,0 0 40 0 0,0 1 1 0 0,0-1-1 0 0,0 0 1 0 0,0 1-1 0 0,0-1 1 0 0,0 1-1 0 0,0-1 1 0 0,1 1-1 0 0,-1 0 1 0 0,1-1-1 0 0,-1 1 1 0 0,1 0-1 0 0,0 0 1 0 0,-1 0-1 0 0,1 0 1 0 0,0 1-1 0 0,3-2 1 0 0,41-17-17 0 0,-38 16 14 0 0,35-12-61 0 0,2 3 0 0 0,0 1 0 0 0,0 2 0 0 0,1 2 1 0 0,0 2-1 0 0,0 2 0 0 0,0 2 0 0 0,0 3 0 0 0,0 1 0 0 0,58 12 1 0 0,-86-11-100 0 0,1 0 0 0 0,-1 2 1 0 0,0 0-1 0 0,-1 1 1 0 0,29 16-1 0 0,-41-20 99 0 0,0 0 1 0 0,0 0-1 0 0,0 0 1 0 0,0 1-1 0 0,-1-1 0 0 0,0 1 1 0 0,1 0-1 0 0,-1 1 1 0 0,0-1-1 0 0,-1 1 0 0 0,1 0 1 0 0,-1 0-1 0 0,0 0 1 0 0,0 0-1 0 0,-1 0 0 0 0,0 1 1 0 0,1-1-1 0 0,-2 1 1 0 0,1-1-1 0 0,-1 1 0 0 0,2 10 1 0 0,-4-10 46 0 0,1-1 0 0 0,-1 0 0 0 0,-1 0 1 0 0,1 1-1 0 0,-1-1 0 0 0,1 0 0 0 0,-1 0 1 0 0,-1-1-1 0 0,1 1 0 0 0,-1 0 0 0 0,0-1 0 0 0,0 1 1 0 0,0-1-1 0 0,-1 0 0 0 0,1 0 0 0 0,-1 0 1 0 0,0-1-1 0 0,0 1 0 0 0,-8 4 0 0 0,-8 5 13 0 0,-1 0-1 0 0,0-2 0 0 0,-23 9 1 0 0,29-14 1 0 0,-78 30 290 0 0,-1-5 0 0 0,-172 34 0 0 0,199-50-28 0 0,63-13 101 0 0,12-1-148 0 0,33-2-92 0 0,60-3-99 0 0,417-14 91 0 0,-143 31-23 0 0,-302-13-106 0 0,0-3 0 0 0,0-3-1 0 0,91-20 1 0 0,-87 13-39 0 0,-76 13 57 0 0,59-8-338 0 0,-60 8 329 0 0,0 0 0 0 0,0 0 0 0 0,0 0 0 0 0,0 0 0 0 0,0 0 0 0 0,0 1 0 0 0,0-1 0 0 0,0 0 0 0 0,0 0 0 0 0,0 0 0 0 0,0 0 0 0 0,0 0 0 0 0,0 0 0 0 0,0 0 0 0 0,0 0 0 0 0,0 0 0 0 0,0 1 0 0 0,0-1 0 0 0,0 0 0 0 0,0 0 0 0 0,0 0 0 0 0,0 0 0 0 0,0 0 0 0 0,0 0 0 0 0,0 0 0 0 0,0 0-1 0 0,0 0 1 0 0,0 1 0 0 0,0-1 0 0 0,0 0 0 0 0,0 0 0 0 0,1 0 0 0 0,-1 0 0 0 0,0 0 0 0 0,0 0 0 0 0,0 0 0 0 0,-33 12-58 0 0,-45 8 82 0 0,-154 20-1 0 0,58-14 39 0 0,-54 7 291 0 0,226-33-217 0 0,7-2-103 0 0,112-25 64 0 0,134-15-1 0 0,-111 21-72 0 0,133-25 38 0 0,256-38 64 0 0,-508 78 42 0 0,-12 2 185 0 0,-9 1 126 0 0,-43-6-388 0 0,-1 2-1 0 0,0 2 0 0 0,0 2 1 0 0,-46 3-1 0 0,-3-2-87 0 0,-95 0-109 0 0,-260 30 1 0 0,418-25 64 0 0,-139 21-265 0 0,167-24 309 0 0,12-2-6 0 0,144-23-24 0 0,181-5-1 0 0,-28 3 7 0 0,-163 12 48 0 0,283 8 0 0 0,-74 5-24 0 0,-164-13-11 0 0,33-2 36 0 0,-68 21-212 0 0,-151-4 156 0 0,-2 0-16 0 0,-1 0 48 0 0,0 0 0 0 0,0 0 0 0 0,0 0 0 0 0,1-1 0 0 0,-1 1 0 0 0,0 0 0 0 0,0 0 0 0 0,0 0 0 0 0,1 0 0 0 0,-1 0 0 0 0,0 0 0 0 0,0 0-1 0 0,0 0 1 0 0,1 0 0 0 0,-1 0 0 0 0,0 0 0 0 0,0 0 0 0 0,0 0 0 0 0,1 0 0 0 0,-1 0 0 0 0,0 0 0 0 0,0 0 0 0 0,1 0 0 0 0,-1 0 0 0 0,0 0 0 0 0,0 0 0 0 0,0 0 0 0 0,1 0 0 0 0,-1 0 0 0 0,0 0-1 0 0,0 0 1 0 0,0 0 0 0 0,1 1 0 0 0,-1-1 0 0 0,0 0 0 0 0,0 0 0 0 0,0 0 0 0 0,0 0 0 0 0,0 1 0 0 0,1-1 0 0 0,-1 0 0 0 0,0 0 0 0 0,0 0 0 0 0,0 1 0 0 0,0-1 0 0 0,0 0 0 0 0,0 0-1 0 0,0 0 1 0 0,0 1 0 0 0,0-1 0 0 0,0 0 0 0 0,0 0 0 0 0,0 0 0 0 0,0 1 0 0 0,0-1 0 0 0,0 0 0 0 0,-144 59-81 0 0,55-26-82 0 0,-141 32 1 0 0,-101 1-84 0 0,134-29 164 0 0,-381 63 15 0 0,195-44-103 0 0,343-50-963 0 0,39-6 600 0 0</inkml:trace>
</inkml:ink>
</file>

<file path=ppt/ink/ink2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5:25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19 452 0 0,'-3'-13'3965'0'0,"0"8"-1965"0"0,2 10 1386 0 0,17 220-1382 0 0,-3-77-1069 0 0,-12-132-909 0 0,-1 0 0 0 0,-1-1-1 0 0,0 1 1 0 0,-1 0-1 0 0,0-1 1 0 0,-9 28-1 0 0,11-42-179 0 0,-1 0 1 0 0,1 1-1 0 0,-1-1 0 0 0,0 0 1 0 0,0 0-1 0 0,1 0 0 0 0,-1 0 1 0 0,0 0-1 0 0,0 0 0 0 0,0 0 1 0 0,0 0-1 0 0,0 0 0 0 0,-1 0 0 0 0,0 1 1 0 0,1-2-84 0 0,1 0 1 0 0,-1 1-1 0 0,0-1 1 0 0,1 0 0 0 0,-1 0-1 0 0,1 0 1 0 0,-1 0-1 0 0,0 0 1 0 0,1 0-1 0 0,-1 0 1 0 0,0 0-1 0 0,1 0 1 0 0,-1 0 0 0 0,0 0-1 0 0,1 0 1 0 0,-1 0-1 0 0,1 0 1 0 0,-1 0-1 0 0,0-1 1 0 0,1 1-1 0 0,-1 0 1 0 0,1 0 0 0 0,-2-1-1 0 0,-10-8-2544 0 0</inkml:trace>
</inkml:ink>
</file>

<file path=ppt/ink/ink2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5:25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6 240 164 0 0,'0'0'96'0'0,"-1"0"1"0"0,1 0-1 0 0,0 0 0 0 0,-1 0 1 0 0,1-1-1 0 0,0 1 0 0 0,0 0 1 0 0,-1 0-1 0 0,1 0 0 0 0,0 0 1 0 0,0-1-1 0 0,-1 1 0 0 0,1 0 1 0 0,0 0-1 0 0,0-1 0 0 0,0 1 1 0 0,-1 0-1 0 0,1 0 0 0 0,0-1 1 0 0,0 1-1 0 0,0 0 0 0 0,0-1 1 0 0,0 1-1 0 0,0 0 0 0 0,0 0 0 0 0,-1-1 1 0 0,1 1-1 0 0,0 0 0 0 0,0-1 1 0 0,0 1-1 0 0,0 0 0 0 0,0-1 1 0 0,0 1-1 0 0,0 0 0 0 0,1-1 1 0 0,-1 1-1 0 0,0 0 0 0 0,0 0 1 0 0,0-1-1 0 0,12-14 1094 0 0,22-7-234 0 0,96-25 145 0 0,2 6 0 0 0,1 5 0 0 0,194-25 0 0 0,-289 57-1312 0 0,1 1 1 0 0,0 2-1 0 0,41 4 1 0 0,46 15-5429 0 0,-99-12 3337 0 0</inkml:trace>
</inkml:ink>
</file>

<file path=ppt/ink/ink2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5:26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5 672 0 0,'0'0'755'0'0,"-22"27"2265"0"0,16-16-2768 0 0,1 0-1 0 0,0 1 1 0 0,0 0 0 0 0,2 0 0 0 0,-1 0-1 0 0,1 0 1 0 0,1 1 0 0 0,1-1-1 0 0,-1 1 1 0 0,2 0 0 0 0,0-1-1 0 0,0 1 1 0 0,1 0 0 0 0,1-1-1 0 0,0 1 1 0 0,1-1 0 0 0,5 16-1 0 0,-7-24-148 0 0,0-2-41 0 0,0 1-1 0 0,-1-1 1 0 0,1 1 0 0 0,0-1 0 0 0,0 0 0 0 0,0 0-1 0 0,1 1 1 0 0,-1-1 0 0 0,0 0 0 0 0,1 0 0 0 0,0 0-1 0 0,-1 0 1 0 0,3 1 0 0 0,-2-1 82 0 0,15-4 260 0 0,-7-3-318 0 0,0-2 0 0 0,0 0 0 0 0,0 0 0 0 0,-1 0 1 0 0,0-1-1 0 0,-1-1 0 0 0,11-13 0 0 0,4-3 112 0 0,-22 24-174 0 0,5-3-3 0 0,-6 3-23 0 0,0 1 0 0 0,1 0 0 0 0,-1-1 0 0 0,1 1 0 0 0,-1-1 1 0 0,0 1-1 0 0,1-1 0 0 0,-1 1 0 0 0,1 0 0 0 0,-1-1 0 0 0,1 1 1 0 0,-1 0-1 0 0,0 0 0 0 0,1-1 0 0 0,0 1 0 0 0,-1 0 0 0 0,1 0 1 0 0,-1 0-1 0 0,1 0 0 0 0,-1-1 0 0 0,1 1 0 0 0,-1 0 0 0 0,1 0 1 0 0,-1 0-1 0 0,1 0 0 0 0,0 0 0 0 0,-1 1 0 0 0,1-1 0 0 0,-1 0 1 0 0,1 0-1 0 0,-1 0 0 0 0,1 0 0 0 0,-1 0 0 0 0,2 1 0 0 0,9 7 19 0 0,1 0 0 0 0,1-1 0 0 0,-1-1 0 0 0,1 0-1 0 0,0-1 1 0 0,1 0 0 0 0,-1-1 0 0 0,1 0-1 0 0,0-1 1 0 0,27 2 0 0 0,-39-5 9 0 0,0 0 0 0 0,0 0 0 0 0,0 0 0 0 0,0 0 0 0 0,-1-1 0 0 0,1 1 0 0 0,0 0 0 0 0,0-1 0 0 0,0 1 0 0 0,-1-1 0 0 0,1 0 0 0 0,0 0 0 0 0,-1 0 0 0 0,1 0 0 0 0,0 0 0 0 0,-1 0 0 0 0,1 0 0 0 0,-1 0 0 0 0,0 0 0 0 0,1-1 0 0 0,-1 1 0 0 0,2-3 0 0 0,-2 1 12 0 0,1 0-1 0 0,-1 0 1 0 0,0 0 0 0 0,0 0 0 0 0,0 0 0 0 0,-1 0 0 0 0,1 0-1 0 0,-1-1 1 0 0,0 1 0 0 0,0 0 0 0 0,0 0 0 0 0,0-4 0 0 0,-2-5 40 0 0,0 0 1 0 0,-1 0-1 0 0,0 1 1 0 0,-1-1-1 0 0,-7-15 1 0 0,-40-69 221 0 0,50 95-331 0 0,2 0-224 0 0,-1 0 251 0 0,0 1 0 0 0,0-1-1 0 0,0 1 1 0 0,0-1 0 0 0,1 1 0 0 0,-1-1-1 0 0,0 1 1 0 0,1-1 0 0 0,-1 1 0 0 0,0-1-1 0 0,1 1 1 0 0,-1 0 0 0 0,0-1-1 0 0,1 1 1 0 0,-1 0 0 0 0,1-1 0 0 0,-1 1-1 0 0,1 0 1 0 0,-1-1 0 0 0,1 1 0 0 0,-1 0-1 0 0,1 0 1 0 0,-1-1 0 0 0,1 1 0 0 0,-1 0-1 0 0,1 0 1 0 0,-1 0 0 0 0,1 0-1 0 0,-1 0 1 0 0,1 0 0 0 0,0 0 0 0 0,-1 0-1 0 0,1 0 1 0 0,25 2-54 0 0,-20-2 46 0 0,19 3-97 0 0,1 2 1 0 0,-1 0-1 0 0,1 1 1 0 0,-2 2-1 0 0,1 1 1 0 0,-1 0-1 0 0,0 2 1 0 0,-1 1 0 0 0,-1 0-1 0 0,0 2 1 0 0,0 1-1 0 0,-1 0 1 0 0,-1 2-1 0 0,-1 0 1 0 0,-1 1-1 0 0,32 39 1 0 0,10 13 1745 0 0,-58-75-1284 0 0,0-1-238 0 0,-1 0-1 0 0,1 0 0 0 0,-1 0 1 0 0,0 0-1 0 0,0 0 1 0 0,-1-1-1 0 0,0 1 0 0 0,0 0 1 0 0,0 0-1 0 0,-1-1 0 0 0,0 1 1 0 0,0 0-1 0 0,-1 0 1 0 0,0 0-1 0 0,0 0 0 0 0,-3-7 1 0 0,-9-19 346 0 0,-28-49 0 0 0,38 75-423 0 0,2 2-90 0 0,0 0 0 0 0,0 1 0 0 0,-1-1 0 0 0,1 0 0 0 0,-1 1 0 0 0,0 0 0 0 0,0 0 1 0 0,0 0-1 0 0,-1 0 0 0 0,1 0 0 0 0,-1 0 0 0 0,1 1 0 0 0,-1 0 0 0 0,0 0 0 0 0,0 0 0 0 0,0 0 0 0 0,0 1 0 0 0,-9-3 0 0 0,6 3-736 0 0,-1 1 0 0 0,0 0 0 0 0,1 0 0 0 0,-1 1 0 0 0,1 0-1 0 0,-1 0 1 0 0,1 0 0 0 0,-1 1 0 0 0,1 0 0 0 0,-9 5 0 0 0,-10 2-2756 0 0</inkml:trace>
</inkml:ink>
</file>

<file path=ppt/ink/ink2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5:27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193 508 172 0 0,'0'0'2040'0'0,"6"-6"2959"0"0,7 26-4407 0 0,-1 0 1 0 0,0 1-1 0 0,-1 1 1 0 0,-2 0-1 0 0,14 45 1 0 0,-22-66-416 0 0,-1 0 1 0 0,1 0 0 0 0,-1 0 0 0 0,1 0-1 0 0,-1 0 1 0 0,1 1 0 0 0,-1-1 0 0 0,0 0-1 0 0,1 0 1 0 0,-1 1 0 0 0,0-1 0 0 0,0 0-1 0 0,0 0 1 0 0,0 1 0 0 0,0-1 0 0 0,0 0-1 0 0,0 1 1 0 0,-1-1 0 0 0,1 0 0 0 0,0 0-1 0 0,-1 0 1 0 0,1 1 0 0 0,-1-1 0 0 0,1 0 0 0 0,-1 0-1 0 0,0 0 1 0 0,-1 2 0 0 0,1-3-110 0 0,-1 0 1 0 0,0 0-1 0 0,1 0 1 0 0,-1 0 0 0 0,0 0-1 0 0,0 0 1 0 0,1-1-1 0 0,-1 1 1 0 0,0-1-1 0 0,1 1 1 0 0,-1-1 0 0 0,1 1-1 0 0,-1-1 1 0 0,1 0-1 0 0,-1 0 1 0 0,1 0-1 0 0,-2-1 1 0 0,-15-10 158 0 0,1-1 0 0 0,-17-18 0 0 0,16 13-101 0 0,0-2 0 0 0,2 0 0 0 0,1-1 0 0 0,0 0 0 0 0,1-1 0 0 0,2-1 0 0 0,0 0 0 0 0,1-1-1 0 0,2 0 1 0 0,0-1 0 0 0,2 0 0 0 0,0 0 0 0 0,2 0 0 0 0,1-1 0 0 0,1 0 0 0 0,1 0 0 0 0,1 0 0 0 0,2 0 0 0 0,4-36 0 0 0,-3 54-126 0 0,-1 1 1 0 0,1 0 0 0 0,1 0 0 0 0,-1 0 0 0 0,1 0-1 0 0,0 0 1 0 0,1 0 0 0 0,0 1 0 0 0,0-1 0 0 0,0 1-1 0 0,1 0 1 0 0,-1 1 0 0 0,1-1 0 0 0,1 1 0 0 0,10-9-1 0 0,-11 11-35 0 0,0 0 0 0 0,-1 0-1 0 0,1 1 1 0 0,0-1-1 0 0,1 1 1 0 0,-1 0 0 0 0,0 1-1 0 0,1-1 1 0 0,-1 1-1 0 0,1 0 1 0 0,-1 1 0 0 0,1-1-1 0 0,-1 1 1 0 0,1 0-1 0 0,-1 1 1 0 0,1-1 0 0 0,0 1-1 0 0,-1 0 1 0 0,0 0-1 0 0,1 1 1 0 0,-1-1 0 0 0,6 4-1 0 0,4 2-88 0 0,0 1 0 0 0,-1 0 0 0 0,0 1-1 0 0,0 1 1 0 0,-1 0 0 0 0,-1 1 0 0 0,0 0 0 0 0,0 1 0 0 0,-1 0 0 0 0,0 1-1 0 0,13 22 1 0 0,-20-30 89 0 0,-1 0 0 0 0,0 0 0 0 0,-1 0 0 0 0,1 1 0 0 0,-1-1 0 0 0,0 1 0 0 0,-1-1 0 0 0,1 1 0 0 0,-1 0 0 0 0,0-1 0 0 0,0 1 0 0 0,-1 0 0 0 0,0 0 0 0 0,0-1 0 0 0,0 1 0 0 0,-1 0 0 0 0,1 0 0 0 0,-2 0 0 0 0,1-1 0 0 0,0 1 0 0 0,-1-1 0 0 0,0 1 0 0 0,-1-1 0 0 0,1 0 0 0 0,-1 0 0 0 0,0 0 0 0 0,0 0 0 0 0,0 0 0 0 0,-1 0 0 0 0,0-1 0 0 0,0 0 0 0 0,0 0 0 0 0,0 0 0 0 0,-1 0 0 0 0,-8 5 0 0 0,-3 2-502 0 0,-14 11-1990 0 0,13-9-2031 0 0</inkml:trace>
</inkml:ink>
</file>

<file path=ppt/ink/ink2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5:27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74 136 0 0,'0'6'274'0'0,"0"0"1"0"0,1 0-1 0 0,0-1 0 0 0,0 1 0 0 0,0 0 1 0 0,0 0-1 0 0,1 0 0 0 0,0-1 0 0 0,0 1 1 0 0,1-1-1 0 0,0 1 0 0 0,0-1 0 0 0,0 0 1 0 0,0 0-1 0 0,1 0 0 0 0,0-1 1 0 0,0 1-1 0 0,0-1 0 0 0,0 0 0 0 0,1 0 1 0 0,0 0-1 0 0,0-1 0 0 0,0 1 0 0 0,8 3 1 0 0,-11-7-190 0 0,-1 1 1 0 0,0-1-1 0 0,1 0 1 0 0,-1 1 0 0 0,1-1-1 0 0,-1 0 1 0 0,0 0-1 0 0,1 0 1 0 0,-1 0 0 0 0,1 0-1 0 0,-1 0 1 0 0,1 0-1 0 0,-1-1 1 0 0,0 1 0 0 0,1-1-1 0 0,-1 1 1 0 0,0-1-1 0 0,1 1 1 0 0,-1-1 0 0 0,0 0-1 0 0,0 1 1 0 0,1-1-1 0 0,-1 0 1 0 0,0 0 0 0 0,0 0-1 0 0,0 0 1 0 0,0 0-1 0 0,0 0 1 0 0,0 0 0 0 0,0 0-1 0 0,-1-1 1 0 0,1 1-1 0 0,0 0 1 0 0,-1 0 0 0 0,1-1-1 0 0,-1 1 1 0 0,1-3-1 0 0,2-2 142 0 0,-1 0 0 0 0,0 0 0 0 0,0-1-1 0 0,0 1 1 0 0,-1 0 0 0 0,1-11-1 0 0,-3 6-133 0 0,0 0-1 0 0,0 1 1 0 0,-1-1-1 0 0,0 1 0 0 0,-1-1 1 0 0,0 1-1 0 0,0 0 1 0 0,-1 0-1 0 0,-6-11 1 0 0,9 19-524 0 0,-3-1-77 0 0,0-1-879 0 0</inkml:trace>
</inkml:ink>
</file>

<file path=ppt/ink/ink2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5:28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24 272 0 0,'-13'-10'2870'0'0,"8"8"-2586"0"0,0 0 0 0 0,0 0 0 0 0,0 0 0 0 0,-1 1 0 0 0,1-1 0 0 0,0 1 0 0 0,-1 1 0 0 0,1-1 1 0 0,-1 1-1 0 0,0 0 0 0 0,1 0 0 0 0,-1 0 0 0 0,1 1 0 0 0,0 0 0 0 0,-1 0 0 0 0,1 1 0 0 0,-1-1 1 0 0,1 1-1 0 0,0 0 0 0 0,0 1 0 0 0,0-1 0 0 0,0 1 0 0 0,-6 4 0 0 0,10-5-251 0 0,0-1-1 0 0,0 1 0 0 0,1-1 1 0 0,-1 1-1 0 0,0 0 0 0 0,1-1 0 0 0,-1 1 1 0 0,1 0-1 0 0,-1-1 0 0 0,1 1 1 0 0,0 0-1 0 0,0-1 0 0 0,0 1 1 0 0,0 0-1 0 0,0 0 0 0 0,0-1 1 0 0,0 1-1 0 0,0 0 0 0 0,1 0 1 0 0,-1-1-1 0 0,2 3 0 0 0,11 34 325 0 0,-3-22-199 0 0,1 0-1 0 0,25 26 0 0 0,-28-34-111 0 0,0 1 0 0 0,0 0 0 0 0,-1 0 0 0 0,0 1 1 0 0,-1 0-1 0 0,0 0 0 0 0,0 0 0 0 0,-1 1 0 0 0,5 17 0 0 0,-9-27-39 0 0,-1 0 0 0 0,0 1 0 0 0,0-1-1 0 0,0 1 1 0 0,0-1 0 0 0,0 0 0 0 0,0 1 0 0 0,0-1-1 0 0,0 1 1 0 0,0-1 0 0 0,0 1 0 0 0,-1-1 0 0 0,1 0-1 0 0,-1 1 1 0 0,1-1 0 0 0,-1 0 0 0 0,0 1 0 0 0,1-1 0 0 0,-1 0-1 0 0,0 0 1 0 0,0 0 0 0 0,0 1 0 0 0,-1 0 0 0 0,-1 0 19 0 0,0 0 0 0 0,1 0 0 0 0,-1-1 0 0 0,0 1 0 0 0,0-1-1 0 0,0 0 1 0 0,0 0 0 0 0,0 0 0 0 0,0 0 0 0 0,-4 0 0 0 0,-3 0 39 0 0,0 0-1 0 0,0-1 0 0 0,0 0 0 0 0,1 0 1 0 0,-17-4-1 0 0,16 2 0 0 0,5 1-302 0 0,-1 1 1 0 0,1-2-1 0 0,-1 1 0 0 0,1-1 0 0 0,0 1 0 0 0,-1-1 1 0 0,1-1-1 0 0,0 1 0 0 0,0-1 0 0 0,-6-5 0 0 0,19-12-7982 0 0</inkml:trace>
</inkml:ink>
</file>

<file path=ppt/ink/ink2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5:28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42 388 0 0,'1'-1'256'0'0,"-1"0"0"0"0,1 0 1 0 0,0 0-1 0 0,-1 0 0 0 0,1-1 0 0 0,-1 1 0 0 0,1 0 0 0 0,-1 0 0 0 0,1-1 1 0 0,-1 1-1 0 0,0 0 0 0 0,0-1 0 0 0,0 1 0 0 0,0-1 0 0 0,0 1 1 0 0,0 0-1 0 0,0-1 0 0 0,0 1 0 0 0,0 0 0 0 0,-1-1 0 0 0,1 1 0 0 0,0 0 1 0 0,-1-1-1 0 0,1 1 0 0 0,-1 0 0 0 0,0 0 0 0 0,1 0 0 0 0,-1-1 1 0 0,-3-2 2860 0 0,6 26-2786 0 0,1 0 0 0 0,0 0 0 0 0,2-1 0 0 0,1 1 1 0 0,1-1-1 0 0,18 39 0 0 0,15 53 38 0 0,-40-112-375 0 0,0 0 1 0 0,0 0-1 0 0,0 0 1 0 0,0 0-1 0 0,1 0 1 0 0,-1 0 0 0 0,0 0-1 0 0,0 0 1 0 0,1 0-1 0 0,-1 0 1 0 0,0 0-1 0 0,1 0 1 0 0,-1 0 0 0 0,1-1-1 0 0,-1 1 1 0 0,1 0-1 0 0,-1 0 1 0 0,1 0 0 0 0,0-1-1 0 0,0 1 1 0 0,-1 0-1 0 0,1-1 1 0 0,0 1-1 0 0,0-1 1 0 0,0 1 0 0 0,-1-1-1 0 0,1 1 1 0 0,2 0-1 0 0,18-20-498 0 0,0-5 378 0 0,-9 11 42 0 0,1 1-1 0 0,0 1 0 0 0,1 0 0 0 0,1 0 1 0 0,0 2-1 0 0,29-15 0 0 0,-42 23 96 0 0,1 0-1 0 0,-1 1 1 0 0,0-1-1 0 0,0 1 1 0 0,1 0-1 0 0,-1 0 1 0 0,0 0-1 0 0,1 0 1 0 0,-1 0-1 0 0,0 0 1 0 0,1 1-1 0 0,-1-1 1 0 0,0 1-1 0 0,0 0 1 0 0,0-1-1 0 0,1 1 1 0 0,-1 0-1 0 0,0 0 1 0 0,0 0-1 0 0,0 1 0 0 0,0-1 1 0 0,-1 0-1 0 0,1 1 1 0 0,0 0-1 0 0,0-1 1 0 0,-1 1-1 0 0,1 0 1 0 0,-1 0-1 0 0,0-1 1 0 0,1 1-1 0 0,-1 0 1 0 0,1 3-1 0 0,3 3-34 0 0,-1 1 0 0 0,0-1-1 0 0,-1 1 1 0 0,0 0 0 0 0,4 17-1 0 0,-7-24-62 0 0,0 0-1 0 0,0-1 0 0 0,-1 1 1 0 0,1 0-1 0 0,0 0 0 0 0,-1 0 1 0 0,1-1-1 0 0,-1 1 1 0 0,1 0-1 0 0,-1 0 0 0 0,0-1 1 0 0,0 1-1 0 0,0-1 0 0 0,0 1 1 0 0,-1 1-1 0 0,-5 14-6089 0 0</inkml:trace>
</inkml:ink>
</file>

<file path=ppt/ink/ink2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5:29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86 776 0 0,'4'-21'1996'0'0,"-4"4"-388"0"0,2-1-87 0 0,4-1-1529 0 0,3 12-1273 0 0,4 4-2123 0 0</inkml:trace>
</inkml:ink>
</file>

<file path=ppt/ink/ink2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5:29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5 107 288 0 0,'-5'-18'8729'0'0,"16"62"-3733"0"0,0-6-4354 0 0,-1 2 0 0 0,6 56-1 0 0,-16-58-376 0 0,0-17-224 0 0,1 1-1 0 0,5 35 1 0 0,-5-56-55 0 0,-1 0 0 0 0,1 0 0 0 0,0 0 0 0 0,-1 0 0 0 0,1 0 0 0 0,0 0 0 0 0,-1 0 0 0 0,1 0 0 0 0,0 0 0 0 0,0-1 1 0 0,0 1-1 0 0,0 0 0 0 0,0 0 0 0 0,0-1 0 0 0,0 1 0 0 0,0-1 0 0 0,0 1 0 0 0,0-1 0 0 0,1 1 0 0 0,-1-1 0 0 0,0 0 0 0 0,2 1 0 0 0,32 4-129 0 0,-26-4 103 0 0,3 1-139 0 0,1-1-1 0 0,-1 2 1 0 0,1 0 0 0 0,11 5 0 0 0,-21-7 96 0 0,0 0 0 0 0,0 0 0 0 0,-1 1-1 0 0,1-1 1 0 0,0 0 0 0 0,-1 1 0 0 0,1 0 0 0 0,-1 0 0 0 0,0 0-1 0 0,1 0 1 0 0,-1 0 0 0 0,0 0 0 0 0,0 1 0 0 0,0-1 0 0 0,-1 0 0 0 0,1 1-1 0 0,-1 0 1 0 0,1-1 0 0 0,-1 1 0 0 0,0 0 0 0 0,0 0 0 0 0,1 5 0 0 0,-2-4 25 0 0,-1 0 0 0 0,0 0 1 0 0,0 0-1 0 0,-1 0 0 0 0,1-1 1 0 0,-1 1-1 0 0,0 0 1 0 0,0 0-1 0 0,0-1 0 0 0,0 1 1 0 0,0-1-1 0 0,-1 0 0 0 0,0 0 1 0 0,1 0-1 0 0,-1 0 1 0 0,0 0-1 0 0,-1 0 0 0 0,-4 2 1 0 0,-11 14-157 0 0,18-18 196 0 0,6-5-339 0 0,44-43 120 0 0,-2-2 0 0 0,-2-1-1 0 0,66-98 1 0 0,-96 124 668 0 0,-1-1 0 0 0,-1-1-1 0 0,-1 0 1 0 0,-2 0 0 0 0,0-1 0 0 0,-2-1-1 0 0,-1 1 1 0 0,6-43 0 0 0,-12 67-297 0 0,-1 0 1 0 0,1 0 0 0 0,-1 0 0 0 0,0 0 0 0 0,0 0-1 0 0,0 0 1 0 0,0 0 0 0 0,-1 0 0 0 0,1 0 0 0 0,-1 0-1 0 0,0 0 1 0 0,1 0 0 0 0,-1 1 0 0 0,-2-5 0 0 0,2 7-111 0 0,0 0 1 0 0,1 0 0 0 0,-1 0-1 0 0,0 0 1 0 0,0 0-1 0 0,1 0 1 0 0,-1 0 0 0 0,0 0-1 0 0,0 0 1 0 0,1 0 0 0 0,-1 0-1 0 0,0 0 1 0 0,0 1-1 0 0,1-1 1 0 0,-1 0 0 0 0,0 0-1 0 0,1 1 1 0 0,-1-1 0 0 0,0 1-1 0 0,1-1 1 0 0,-1 1-1 0 0,1-1 1 0 0,-1 1 0 0 0,0-1-1 0 0,1 1 1 0 0,-1-1 0 0 0,1 1-1 0 0,0-1 1 0 0,-1 1-1 0 0,1 0 1 0 0,-1-1 0 0 0,1 2-1 0 0,-6 7 15 0 0,0 0 0 0 0,1 0-1 0 0,0 0 1 0 0,0 1 0 0 0,1-1 0 0 0,-5 19-1 0 0,5-7-42 0 0,1-1 0 0 0,1 1 0 0 0,1-1 0 0 0,1 1 0 0 0,1 0 0 0 0,0-1-1 0 0,2 1 1 0 0,0-1 0 0 0,1 1 0 0 0,1-1 0 0 0,1-1 0 0 0,1 1 0 0 0,1-1-1 0 0,0 0 1 0 0,14 21 0 0 0,-18-34-64 0 0,-1-1 1 0 0,1 1-1 0 0,0-1 0 0 0,1 0 0 0 0,-1 0 0 0 0,1 0 0 0 0,0-1 1 0 0,1 1-1 0 0,-1-1 0 0 0,1-1 0 0 0,-1 1 0 0 0,9 3 0 0 0,-10-6 182 0 0,1 1 1 0 0,-1-1-1 0 0,1 0 0 0 0,0-1 0 0 0,-1 1 0 0 0,1-1 0 0 0,0 0 0 0 0,0 0 0 0 0,0 0 0 0 0,-1-1 1 0 0,1 1-1 0 0,0-1 0 0 0,-1 0 0 0 0,1-1 0 0 0,-1 1 0 0 0,1-1 0 0 0,8-4 0 0 0,-12 5 93 0 0,0 0 0 0 0,0 1-1 0 0,0-1 1 0 0,0 1-1 0 0,0 0 1 0 0,0-1-1 0 0,1 1 1 0 0,-1 0 0 0 0,0-1-1 0 0,0 1 1 0 0,0 0-1 0 0,1 0 1 0 0,-1 0 0 0 0,0 0-1 0 0,0 1 1 0 0,2-1-1 0 0,8 12-2721 0 0,-6 26-8146 0 0,-5-37 10357 0 0,1 14-4476 0 0</inkml:trace>
</inkml:ink>
</file>

<file path=ppt/ink/ink2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5:30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64 469 9957 0 0,'22'-96'2144'0'0,"-22"95"-1977"0"0,0-6 13 0 0,0 7-165 0 0,0 0 1 0 0,0 0 0 0 0,0 0-1 0 0,0 0 1 0 0,0 0-1 0 0,0 0 1 0 0,0 0 0 0 0,0 0-1 0 0,0 0 1 0 0,1 0 0 0 0,-1 0-1 0 0,0 0 1 0 0,0 0 0 0 0,0 0-1 0 0,0 0 1 0 0,0 0-1 0 0,0 0 1 0 0,0 0 0 0 0,0 0-1 0 0,0 0 1 0 0,0 0 0 0 0,0 0-1 0 0,0 0 1 0 0,0 0-1 0 0,1 0 1 0 0,-1 0 0 0 0,0 0-1 0 0,0 0 1 0 0,0 0 0 0 0,0 0-1 0 0,0 0 1 0 0,0 0 0 0 0,0 0-1 0 0,76 219 522 0 0,-26-34 1052 0 0,-49-183 315 0 0,-7-5-1583 0 0,-5-5-192 0 0,-1-1-1 0 0,1 0 1 0 0,1-1-1 0 0,-1 0 0 0 0,2-1 1 0 0,0 0-1 0 0,0 0 1 0 0,1-1-1 0 0,-8-14 0 0 0,0-2 17 0 0,2 0 0 0 0,0-2 0 0 0,-11-37 0 0 0,16 36-52 0 0,2 0-1 0 0,0-1 0 0 0,3 0 0 0 0,-2-58 0 0 0,6 68-51 0 0,1-1-1 0 0,1 1 1 0 0,1 0-1 0 0,0-1 1 0 0,2 2-1 0 0,1-1 1 0 0,15-36-1 0 0,-19 54-61 0 0,0-1 0 0 0,1 1 0 0 0,0-1 1 0 0,0 1-1 0 0,0 0 0 0 0,1 0 0 0 0,-1 1 0 0 0,1-1 0 0 0,0 1 0 0 0,0-1 0 0 0,0 1 0 0 0,0 0 0 0 0,0 1 1 0 0,1-1-1 0 0,0 1 0 0 0,-1 0 0 0 0,1 0 0 0 0,0 0 0 0 0,0 1 0 0 0,0-1 0 0 0,0 1 0 0 0,0 1 0 0 0,0-1 0 0 0,0 1 1 0 0,0 0-1 0 0,0 0 0 0 0,1 0 0 0 0,-1 1 0 0 0,8 1 0 0 0,1 1-117 0 0,1 0-1 0 0,-1 1 1 0 0,0 1-1 0 0,0 0 1 0 0,0 1 0 0 0,0 0-1 0 0,-1 1 1 0 0,23 17-1 0 0,-28-19 32 0 0,0 2 1 0 0,0-1-1 0 0,-1 1 0 0 0,0 0 0 0 0,0 1 0 0 0,-1-1 0 0 0,0 1 0 0 0,9 16 0 0 0,-14-21 75 0 0,0 0 0 0 0,1 0 0 0 0,-1 1 0 0 0,0-1 0 0 0,-1 1 0 0 0,1-1 0 0 0,0 1 0 0 0,-1-1 0 0 0,0 1 0 0 0,0-1 0 0 0,0 1 0 0 0,0-1 0 0 0,-1 1 0 0 0,1-1 0 0 0,-1 1 0 0 0,0-1 0 0 0,0 0 0 0 0,0 1 0 0 0,-1-1 0 0 0,1 0 0 0 0,-1 0 0 0 0,1 0 0 0 0,-1 0 0 0 0,0 0 0 0 0,0 0 0 0 0,-1 0 0 0 0,-3 3 0 0 0,1-1 8 0 0,0 0 1 0 0,0 0-1 0 0,-1-1 0 0 0,0 0 1 0 0,0 0-1 0 0,0 0 0 0 0,0-1 1 0 0,-1 0-1 0 0,-13 4 0 0 0,-63 10-535 0 0,63-14-294 0 0,1 0 0 0 0,-28 9 0 0 0,13 1-6582 0 0</inkml:trace>
</inkml:ink>
</file>

<file path=ppt/ink/ink2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5:31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46 1000 0 0,'1'-2'357'0'0,"0"0"0"0"0,0 1 1 0 0,-1-1-1 0 0,1 0 0 0 0,-1 0 0 0 0,0 0 0 0 0,1 0 0 0 0,-1 1 1 0 0,0-1-1 0 0,0 0 0 0 0,0 0 0 0 0,0 0 0 0 0,0 0 0 0 0,-1 0 1 0 0,1 0-1 0 0,-1 1 0 0 0,0-4 0 0 0,0 4-223 0 0,1 1 0 0 0,-1-1 0 0 0,0 0 0 0 0,0 0 0 0 0,0 1 0 0 0,1-1 0 0 0,-1 0 0 0 0,0 1 0 0 0,0-1 0 0 0,0 1 0 0 0,0-1 0 0 0,0 1 0 0 0,0 0 0 0 0,0-1 0 0 0,0 1 0 0 0,0 0 0 0 0,0 0 0 0 0,0-1 0 0 0,0 1 0 0 0,-1 0 0 0 0,-1 0 0 0 0,-5 1 149 0 0,-1 1 0 0 0,0-1 0 0 0,0 1-1 0 0,1 1 1 0 0,-12 4 0 0 0,11-4-138 0 0,0 1 0 0 0,0 0-1 0 0,1 0 1 0 0,0 1 0 0 0,0 0 0 0 0,0 0 0 0 0,0 1 0 0 0,1 0 0 0 0,0 0 0 0 0,0 1 0 0 0,0 0 0 0 0,1 0-1 0 0,0 1 1 0 0,-8 14 0 0 0,13-20-11 0 0,23 15 92 0 0,-12-17-240 0 0,0-1 0 0 0,0 0 0 0 0,0 0 0 0 0,0-1 0 0 0,10-3 0 0 0,-16 3-23 0 0,0 1-1 0 0,0 0 0 0 0,0 0 1 0 0,1 1-1 0 0,-1-1 1 0 0,0 1-1 0 0,0 0 0 0 0,5 0 1 0 0,-7 1-35 0 0,21 9-193 0 0,2 18 103 0 0,-16-16 105 0 0,1-1 1 0 0,0-1 0 0 0,0 0-1 0 0,1 0 1 0 0,21 14 0 0 0,-28-22 52 0 0,0 0 1 0 0,0 0 0 0 0,0-1-1 0 0,0 1 1 0 0,0-1-1 0 0,0 0 1 0 0,1 0-1 0 0,-1 0 1 0 0,1-1 0 0 0,-1 1-1 0 0,0-1 1 0 0,1 0-1 0 0,-1-1 1 0 0,1 1 0 0 0,-1-1-1 0 0,0 1 1 0 0,1-2-1 0 0,-1 1 1 0 0,0 0 0 0 0,0-1-1 0 0,0 1 1 0 0,0-1-1 0 0,8-5 1 0 0,11-10 26 0 0,0-2 0 0 0,-1 0 0 0 0,-1-1 1 0 0,-1-1-1 0 0,0-1 0 0 0,19-30 0 0 0,-21 30 144 0 0,-2-5 182 0 0,-16 27-342 0 0,0-1 1 0 0,0 1 0 0 0,0 0 0 0 0,0-1-1 0 0,0 1 1 0 0,0-1 0 0 0,-1 1 0 0 0,1 0 0 0 0,0-1-1 0 0,0 1 1 0 0,0-1 0 0 0,-1 1 0 0 0,1 0-1 0 0,0-1 1 0 0,-1 1 0 0 0,1 0 0 0 0,0-1 0 0 0,-1 1-1 0 0,1 0 1 0 0,0 0 0 0 0,-1-1 0 0 0,1 1-1 0 0,0 0 1 0 0,-1 0 0 0 0,1 0 0 0 0,-1 0 0 0 0,1 0-1 0 0,-1-1 1 0 0,1 1 0 0 0,0 0 0 0 0,-1 0-1 0 0,1 0 1 0 0,-1 0 0 0 0,1 0 0 0 0,-1 0 0 0 0,1 0-1 0 0,-1 0 1 0 0,1 0 0 0 0,-1 1 0 0 0,-3-2 53 0 0,0 3-92 0 0,3-2 27 0 0,0 0 0 0 0,1 0-1 0 0,-1 0 1 0 0,0 0 0 0 0,1 0 0 0 0,-1 0 0 0 0,0 1-1 0 0,0-1 1 0 0,1 0 0 0 0,-1 0 0 0 0,1 1 0 0 0,-1-1-1 0 0,0 0 1 0 0,1 0 0 0 0,-1 1 0 0 0,1-1 0 0 0,-1 1-1 0 0,0-1 1 0 0,1 1 0 0 0,-1-1 0 0 0,1 1-1 0 0,0-1 1 0 0,-1 1 0 0 0,1-1 0 0 0,-1 1 0 0 0,1-1-1 0 0,0 1 1 0 0,-1 0 0 0 0,1-1 0 0 0,0 1 0 0 0,0 0-1 0 0,0-1 1 0 0,-1 1 0 0 0,1 0 0 0 0,0-1 0 0 0,0 2-1 0 0,53 44 13 0 0,-46-41-15 0 0,1 0 0 0 0,-1 0 0 0 0,0 1 0 0 0,0 1 0 0 0,-1-1 0 0 0,0 1 0 0 0,0 0 0 0 0,0 0 0 0 0,-1 1 0 0 0,0-1 0 0 0,7 16 0 0 0,-9-16 33 0 0,0 4-86 0 0,1 0-1 0 0,1 0 1 0 0,0-1-1 0 0,0 1 1 0 0,12 15-1 0 0,-15-23 40 0 0,0-1 0 0 0,0 0-1 0 0,0 0 1 0 0,0 0 0 0 0,0-1-1 0 0,1 1 1 0 0,-1-1 0 0 0,1 1 0 0 0,-1-1-1 0 0,1 1 1 0 0,-1-1 0 0 0,1 0 0 0 0,-1 0-1 0 0,1-1 1 0 0,0 1 0 0 0,0-1-1 0 0,-1 1 1 0 0,1-1 0 0 0,0 0 0 0 0,0 0-1 0 0,0 0 1 0 0,0 0 0 0 0,-1 0 0 0 0,1-1-1 0 0,0 1 1 0 0,0-1 0 0 0,-1 0-1 0 0,1 0 1 0 0,3-1 0 0 0,6-4 0 0 0,0 0 0 0 0,-1-1 0 0 0,0 0 0 0 0,-1-1 0 0 0,1 0 0 0 0,-1-1 1 0 0,-1 0-1 0 0,0 0 0 0 0,0-1 0 0 0,9-14 0 0 0,-5 8 64 0 0,0 1 0 0 0,1 0 0 0 0,21-17 1 0 0,-32 30-45 0 0,-1 1 1 0 0,1-1 0 0 0,-1 1 0 0 0,1-1 0 0 0,-1 1-1 0 0,1 0 1 0 0,0 0 0 0 0,0 1 0 0 0,0-1 0 0 0,-1 0-1 0 0,1 1 1 0 0,0 0 0 0 0,0-1 0 0 0,0 1 0 0 0,0 0-1 0 0,0 1 1 0 0,0-1 0 0 0,-1 0 0 0 0,1 1 0 0 0,0 0 0 0 0,3 1-1 0 0,1 0-2 0 0,-1 1-1 0 0,0 0 1 0 0,0 0-1 0 0,-1 1 0 0 0,1-1 1 0 0,9 9-1 0 0,-6-3-11 0 0,0 1 0 0 0,-1 0 0 0 0,0 0-1 0 0,-1 1 1 0 0,0 0 0 0 0,-1 0 0 0 0,0 0-1 0 0,0 1 1 0 0,6 21 0 0 0,0-3-154 0 0,-12-29 144 0 0,0 0 0 0 0,0 0 0 0 0,0-1-1 0 0,0 1 1 0 0,1 0 0 0 0,-1 0-1 0 0,0-1 1 0 0,1 1 0 0 0,-1 0-1 0 0,0-1 1 0 0,1 1 0 0 0,-1-1-1 0 0,1 1 1 0 0,-1 0 0 0 0,1-1-1 0 0,-1 1 1 0 0,1-1 0 0 0,0 1 0 0 0,-1-1-1 0 0,1 0 1 0 0,-1 1 0 0 0,1-1-1 0 0,0 1 1 0 0,0-1 0 0 0,-1 0-1 0 0,1 0 1 0 0,0 1 0 0 0,-1-1-1 0 0,1 0 1 0 0,0 0 0 0 0,1 0-1 0 0,20-15-222 0 0,-18 13 235 0 0,16-17-212 0 0,1 0-1 0 0,33-42 1 0 0,-22 13 2303 0 0,-28 44 432 0 0,-3 6-1102 0 0,-4 19-874 0 0,-5 34-1583 0 0,14 7-2176 0 0,9-24-3087 0 0,-2-16 2449 0 0</inkml:trace>
</inkml:ink>
</file>

<file path=ppt/ink/ink2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5:32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85 14405 0 0,'6'-49'806'0'0,"-6"47"-553"0"0,1-2 42 0 0,8-25 2246 0 0,35 94-1967 0 0,-3 2-1 0 0,31 73 1 0 0,-70-136-1821 0 0,5 11 1685 0 0</inkml:trace>
</inkml:ink>
</file>

<file path=ppt/ink/ink2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5:32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0 252 924 0 0,'3'-24'4146'0'0,"4"12"-3571"0"0,0 0-1 0 0,1 1 0 0 0,0 0 0 0 0,1 0 1 0 0,0 1-1 0 0,0 0 0 0 0,1 0 0 0 0,1 1 0 0 0,-1 1 1 0 0,1 0-1 0 0,1 0 0 0 0,0 1 0 0 0,0 0 1 0 0,24-9-1 0 0,11-2-20 0 0,1 2 0 0 0,88-16 1 0 0,-109 27-1072 0 0,-1 2 1 0 0,44-1-1 0 0,14 10-7526 0 0,-67-4 4809 0 0</inkml:trace>
</inkml:ink>
</file>

<file path=ppt/ink/ink2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5:32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1 296 0 0,'7'1'409'0'0,"-1"1"-1"0"0,0 0 1 0 0,0 0 0 0 0,0 1-1 0 0,0 0 1 0 0,0 0 0 0 0,0 0-1 0 0,-1 1 1 0 0,0-1 0 0 0,0 1-1 0 0,0 1 1 0 0,0-1 0 0 0,0 1-1 0 0,-1 0 1 0 0,0 0 0 0 0,0 0-1 0 0,5 9 1 0 0,-2-2 28 0 0,-1 1-1 0 0,0 0 1 0 0,-1 0 0 0 0,0 1-1 0 0,-1-1 1 0 0,0 1-1 0 0,-2 0 1 0 0,3 18 0 0 0,-6-32-378 0 0,1 1 1 0 0,0-1 0 0 0,0 0-1 0 0,0 1 1 0 0,0-1 0 0 0,0 0 0 0 0,0 1-1 0 0,0-1 1 0 0,0 0 0 0 0,0 1-1 0 0,0-1 1 0 0,0 0 0 0 0,0 1-1 0 0,0-1 1 0 0,0 0 0 0 0,0 1-1 0 0,0-1 1 0 0,0 0 0 0 0,0 1-1 0 0,0-1 1 0 0,1 0 0 0 0,-1 1-1 0 0,0-1 1 0 0,0 0 0 0 0,0 1-1 0 0,1-1 1 0 0,-1 0 0 0 0,0 0 0 0 0,0 1-1 0 0,1-1 1 0 0,-1 0 0 0 0,0 0-1 0 0,1 1 1 0 0,-1-1 0 0 0,0 0-1 0 0,0 0 1 0 0,1 0 0 0 0,-1 0-1 0 0,0 0 1 0 0,1 1 0 0 0,-1-1-1 0 0,1 0 1 0 0,-1 0 0 0 0,0 0-1 0 0,1 0 1 0 0,-1 0 0 0 0,0 0 0 0 0,1 0-1 0 0,-1 0 1 0 0,1 0 0 0 0,13-15 1485 0 0,-9 9-1891 0 0,55-66-66 0 0,-2 4-2335 0 0,-13 27-4088 0 0,-32 31 3552 0 0</inkml:trace>
</inkml:ink>
</file>

<file path=ppt/ink/ink2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5:33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81 580 0 0,'11'4'6906'0'0,"-7"-6"-6461"0"0,-1 0 1 0 0,1 0-1 0 0,-1 0 1 0 0,1-1-1 0 0,-1 1 0 0 0,0-1 1 0 0,0 0-1 0 0,0 0 0 0 0,0 0 1 0 0,-1 0-1 0 0,1 0 1 0 0,-1-1-1 0 0,0 1 0 0 0,3-7 1 0 0,-4 7 646 0 0,-12-28 1240 0 0,9 28-1815 0 0,-4 7-383 0 0,1 0-98 0 0,-1 1 1 0 0,0 0-1 0 0,1 0 1 0 0,0 0-1 0 0,1 1 1 0 0,-1 0 0 0 0,1 0-1 0 0,0 0 1 0 0,0 0-1 0 0,1 1 1 0 0,0-1-1 0 0,0 1 1 0 0,0 0-1 0 0,1 0 1 0 0,0 0-1 0 0,1 0 1 0 0,-1 1 0 0 0,1 11-1 0 0,0-15-45 0 0,1 0 1 0 0,0 0-1 0 0,1 1 0 0 0,-1-1 0 0 0,1 0 0 0 0,0 0 0 0 0,0 0 1 0 0,0 0-1 0 0,0 0 0 0 0,1 0 0 0 0,-1-1 0 0 0,1 1 0 0 0,0 0 1 0 0,0-1-1 0 0,0 1 0 0 0,1-1 0 0 0,0 0 0 0 0,-1 0 0 0 0,1 0 1 0 0,0 0-1 0 0,0 0 0 0 0,0-1 0 0 0,1 1 0 0 0,-1-1 1 0 0,1 0-1 0 0,-1 0 0 0 0,1 0 0 0 0,0-1 0 0 0,0 1 0 0 0,0-1 1 0 0,0 0-1 0 0,0 0 0 0 0,0 0 0 0 0,0 0 0 0 0,0-1 0 0 0,5 1 1 0 0,3-1-95 0 0,-1 1 0 0 0,1-1 0 0 0,-1-1 0 0 0,1 0 0 0 0,-1-1 0 0 0,0 0 0 0 0,1 0 0 0 0,-1-2 0 0 0,0 1 0 0 0,-1-1 0 0 0,17-8 0 0 0,-11 2 137 0 0,-1 0 0 0 0,1 0 1 0 0,-2-2-1 0 0,0 0 0 0 0,0 0 0 0 0,15-19 1 0 0,-21 28 858 0 0,-4 14-202 0 0,0 36-663 0 0,2 7-3794 0 0,-6-50 2964 0 0,2 5 304 0 0,4 1-6651 0 0,3 4 3206 0 0</inkml:trace>
</inkml:ink>
</file>

<file path=ppt/ink/ink2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5:34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87 474 1100 0 0,'-1'-1'246'0'0,"1"1"0"0"0,-1 0-1 0 0,1-1 1 0 0,-1 1 0 0 0,0 0 0 0 0,1-1 0 0 0,-1 1-1 0 0,0 0 1 0 0,0 0 0 0 0,1 0 0 0 0,-1 0-1 0 0,0 0 1 0 0,1 0 0 0 0,-1 0 0 0 0,0 0 0 0 0,0 0-1 0 0,1 0 1 0 0,-1 0 0 0 0,0 0 0 0 0,1 0-1 0 0,-1 0 1 0 0,0 1 0 0 0,1-1 0 0 0,-1 0 0 0 0,0 1-1 0 0,0 0 1 0 0,-4 20 1822 0 0,4-14-2233 0 0,-2 214 3128 0 0,4-125-2016 0 0,-1-63-487 0 0,-1-1 1 0 0,-2 0-1 0 0,-10 52 1 0 0,12-83 810 0 0,-22-39-636 0 0,16 2-477 0 0,2 0 1 0 0,1-1-1 0 0,2 0 1 0 0,2 1-1 0 0,1-1 1 0 0,10-64-1 0 0,-1 46-24 0 0,2 1-1 0 0,3 1 0 0 0,37-94 1 0 0,-38 119-83 0 0,0 1 1 0 0,2 0 0 0 0,0 1-1 0 0,2 0 1 0 0,25-27 0 0 0,-28 37-60 0 0,1 0 1 0 0,0 1-1 0 0,1 0 1 0 0,0 2-1 0 0,1 0 0 0 0,1 1 1 0 0,0 0-1 0 0,23-8 1 0 0,-36 17-163 0 0,0 1 0 0 0,0 0 1 0 0,1 0-1 0 0,-1 0 1 0 0,0 1-1 0 0,1 0 0 0 0,0 0 1 0 0,-1 1-1 0 0,1 0 0 0 0,-1 0 1 0 0,1 0-1 0 0,0 1 0 0 0,-1 0 1 0 0,1 0-1 0 0,-1 1 0 0 0,13 4 1 0 0,-15-3-266 0 0,0-1 0 0 0,0 1 0 0 0,0-1 0 0 0,0 1 0 0 0,0 0 0 0 0,-1 1 1 0 0,1-1-1 0 0,-1 1 0 0 0,0-1 0 0 0,0 1 0 0 0,0 0 0 0 0,-1 0 0 0 0,1 0 0 0 0,-1 1 0 0 0,0-1 1 0 0,0 0-1 0 0,-1 1 0 0 0,1 0 0 0 0,-1-1 0 0 0,0 1 0 0 0,0 0 0 0 0,0-1 0 0 0,-1 9 1 0 0,1 11-2863 0 0</inkml:trace>
</inkml:ink>
</file>

<file path=ppt/ink/ink2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5:35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84 1224 0 0,'17'-7'7427'0'0,"13"-3"-3442"0"0,160-42-1409 0 0,-166 47-2320 0 0,0 2 0 0 0,0 0-1 0 0,31 0 1 0 0,-49 3-234 0 0,-1 0 0 0 0,0 0 0 0 0,1 0-1 0 0,-1 1 1 0 0,1 0 0 0 0,-1 0 0 0 0,0 0 0 0 0,0 0-1 0 0,0 1 1 0 0,0 0 0 0 0,0 0 0 0 0,0 1 0 0 0,0-1-1 0 0,0 1 1 0 0,-1 0 0 0 0,1 0 0 0 0,-1 1 0 0 0,0-1-1 0 0,0 1 1 0 0,0 0 0 0 0,3 5 0 0 0,-5-6-40 0 0,1 1 1 0 0,-1 0-1 0 0,0 0 1 0 0,-1-1-1 0 0,1 1 1 0 0,-1 0-1 0 0,0 0 1 0 0,0 0 0 0 0,0 1-1 0 0,0-1 1 0 0,-1 0-1 0 0,1 0 1 0 0,-1 0-1 0 0,0 1 1 0 0,0-1-1 0 0,-1 0 1 0 0,0 0-1 0 0,1 0 1 0 0,-1 0-1 0 0,-2 6 1 0 0,-24 34-6879 0 0,20-35 3490 0 0</inkml:trace>
</inkml:ink>
</file>

<file path=ppt/ink/ink2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5:35.5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1 163 10565 0 0,'8'-132'3826'0'0,"-7"130"-3890"0"0,-1 1 0 0 0,1-1-1 0 0,-1 0 1 0 0,1 1 0 0 0,0-1 0 0 0,0 1-1 0 0,-1-1 1 0 0,1 1 0 0 0,0 0-1 0 0,0-1 1 0 0,0 1 0 0 0,1 0 0 0 0,-1-1-1 0 0,0 1 1 0 0,0 0 0 0 0,1 0-1 0 0,1-1 1 0 0,-2 2-346 0 0,0-1-1 0 0,-1 1 1 0 0,1-1 0 0 0,0 1-1 0 0,0-1 1 0 0,0 1-1 0 0,0 0 1 0 0,0-1 0 0 0,0 1-1 0 0,0 0 1 0 0,0 0-1 0 0,0 0 1 0 0,0 0 0 0 0,0 0-1 0 0,0 0 1 0 0,0 0-1 0 0,0 0 1 0 0,2 1 0 0 0,17 6-2651 0 0</inkml:trace>
</inkml:ink>
</file>

<file path=ppt/ink/ink2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5:35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72 636 0 0,'-1'-3'1252'0'0,"-15"-38"3242"0"0,15 39-4250 0 0,0 0 0 0 0,0 1 0 0 0,0-1 0 0 0,0 0 0 0 0,0 1 1 0 0,-1-1-1 0 0,1 0 0 0 0,-1 1 0 0 0,1-1 0 0 0,-1 1 0 0 0,1 0 0 0 0,-1 0 0 0 0,0-1 0 0 0,0 1 0 0 0,1 0 0 0 0,-1 1 0 0 0,0-1 1 0 0,0 0-1 0 0,-3 0 0 0 0,3 0 279 0 0,-12 25 385 0 0,10-19-807 0 0,1 1 0 0 0,-1-1 1 0 0,1 1-1 0 0,1-1 1 0 0,-1 1-1 0 0,-2 10 1 0 0,-8 57 505 0 0,3 0 0 0 0,-1 144 0 0 0,6-72-176 0 0,5-144-425 0 0,-9 78 242 0 0,8-74-202 0 0,-1 0-1 0 0,1 0 1 0 0,-1 0-1 0 0,0-1 1 0 0,0 1-1 0 0,-1 0 0 0 0,1-1 1 0 0,-1 0-1 0 0,0 1 1 0 0,0-1-1 0 0,-1-1 1 0 0,-6 7-1 0 0,9-9-44 0 0,0 0 0 0 0,1 0 1 0 0,-2 0-1 0 0,1-1 0 0 0,0 1 0 0 0,0 0 0 0 0,0-1 0 0 0,0 1 0 0 0,0 0 0 0 0,0-1 1 0 0,-1 0-1 0 0,1 1 0 0 0,0-1 0 0 0,0 0 0 0 0,-1 1 0 0 0,1-1 0 0 0,0 0 0 0 0,-1 0 1 0 0,1 0-1 0 0,0 0 0 0 0,0 0 0 0 0,-1-1 0 0 0,1 1 0 0 0,0 0 0 0 0,-1-1 0 0 0,1 1 0 0 0,0 0 1 0 0,0-1-1 0 0,0 0 0 0 0,0 1 0 0 0,-1-1 0 0 0,1 0 0 0 0,0 1 0 0 0,0-1 0 0 0,0 0 1 0 0,0 0-1 0 0,0 0 0 0 0,1 0 0 0 0,-1 0 0 0 0,-1-1 0 0 0,-10-23-2584 0 0,9 1-4427 0 0,7 7 3099 0 0</inkml:trace>
</inkml:ink>
</file>

<file path=ppt/ink/ink2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5:36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0 220 16253 0 0,'75'-38'837'0'0,"1"3"0"0"0,1 3 0 0 0,2 4-1 0 0,147-32 1 0 0,-167 50-748 0 0,0 2 0 0 0,98 1 0 0 0,-156 7-131 0 0,-1-1 0 0 0,0 1 0 0 0,0 0 0 0 0,1 0 0 0 0,-1 0 0 0 0,0 0-1 0 0,0 0 1 0 0,1 0 0 0 0,-1 0 0 0 0,0 0 0 0 0,0 0 0 0 0,1 0 0 0 0,-1 0 0 0 0,0 0 0 0 0,1 0 0 0 0,-1 0 0 0 0,0 0 0 0 0,0 0 0 0 0,1 0 0 0 0,-1 0 0 0 0,0 0 0 0 0,0 0 0 0 0,1 1-1 0 0,-1-1 1 0 0,0 0 0 0 0,0 0 0 0 0,1 0 0 0 0,-1 0 0 0 0,0 1 0 0 0,0-1 0 0 0,0 0 0 0 0,1 0 0 0 0,-1 0 0 0 0,0 1 0 0 0,0-1 0 0 0,0 0 0 0 0,0 0 0 0 0,0 1 0 0 0,1-1 0 0 0,-1 0-1 0 0,0 0 1 0 0,0 1 0 0 0,0-1 0 0 0,0 0 0 0 0,0 0 0 0 0,0 1 0 0 0,0-1 0 0 0,0 0 0 0 0,0 1 0 0 0,0-1 0 0 0,0 0 0 0 0,0 0 0 0 0,0 1 0 0 0,0-1 0 0 0,0 0 0 0 0,0 0 0 0 0,0 1-1 0 0,-1-1 1 0 0,1 0 0 0 0,0 1 0 0 0,-6 6-587 0 0,-1 0-1 0 0,0 0 1 0 0,0-1-1 0 0,-14 10 0 0 0,-43 18-6649 0 0,24-18 2944 0 0</inkml:trace>
</inkml:ink>
</file>

<file path=ppt/ink/ink2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5:39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618 109 264 0 0,'15'-27'4883'0'0,"-4"-16"-130"0"0,-11 40-4269 0 0,-19-20 997 0 0,11 20-1396 0 0,0 1 0 0 0,-1-1 0 0 0,1 2 0 0 0,0-1 0 0 0,-1 1 0 0 0,1 0 0 0 0,-1 1 0 0 0,1 0 0 0 0,-1 1 0 0 0,1-1 0 0 0,-15 4 0 0 0,5-2 0 0 0,-67 11 279 0 0,0 3-1 0 0,1 4 1 0 0,-119 45 0 0 0,201-65-358 0 0,1 0 0 0 0,-1 1 1 0 0,0-1-1 0 0,1 1 0 0 0,-1-1 1 0 0,0 1-1 0 0,1 0 1 0 0,-1 0-1 0 0,1-1 0 0 0,-1 1 1 0 0,1 0-1 0 0,-1 0 0 0 0,1 1 1 0 0,0-1-1 0 0,-1 0 0 0 0,1 0 1 0 0,0 1-1 0 0,0-1 0 0 0,0 1 1 0 0,0-1-1 0 0,0 1 1 0 0,0-1-1 0 0,1 1 0 0 0,-1-1 1 0 0,0 3-1 0 0,1-2-1 0 0,1 0 0 0 0,-1 0 0 0 0,1 0 1 0 0,-1 0-1 0 0,1 0 0 0 0,0 0 0 0 0,0-1 0 0 0,0 1 0 0 0,0 0 0 0 0,0-1 1 0 0,1 1-1 0 0,-1 0 0 0 0,0-1 0 0 0,1 1 0 0 0,-1-1 0 0 0,1 0 1 0 0,3 3-1 0 0,12 7 14 0 0,0-1 0 0 0,1 0 0 0 0,22 8 0 0 0,-34-15-13 0 0,130 53 76 0 0,-62-27-106 0 0,-1 3 1 0 0,90 54 0 0 0,-155-81-11 0 0,-1 0 0 0 0,0 0 0 0 0,-1 0 1 0 0,1 1-1 0 0,-1 0 0 0 0,0 1 0 0 0,-1-1 0 0 0,9 14 1 0 0,-13-19 30 0 0,0 1 0 0 0,0 0 0 0 0,0 0 1 0 0,0 0-1 0 0,-1 0 0 0 0,1 0 0 0 0,-1 0 1 0 0,1 0-1 0 0,-1 0 0 0 0,0 0 1 0 0,1 0-1 0 0,-1 0 0 0 0,0 0 0 0 0,-1 0 1 0 0,1 1-1 0 0,0-1 0 0 0,-1 0 0 0 0,1 0 1 0 0,-1 0-1 0 0,1 0 0 0 0,-1-1 1 0 0,0 1-1 0 0,0 0 0 0 0,0 0 0 0 0,0 0 1 0 0,0 0-1 0 0,0-1 0 0 0,-1 1 0 0 0,1-1 1 0 0,0 1-1 0 0,-1-1 0 0 0,1 1 0 0 0,-1-1 1 0 0,0 0-1 0 0,0 0 0 0 0,1 0 1 0 0,-1 0-1 0 0,0 0 0 0 0,0 0 0 0 0,-2 1 1 0 0,-18 7-2 0 0,1-1 0 0 0,-1 0 0 0 0,-1-2 0 0 0,1-1 0 0 0,-1 0 1 0 0,0-2-1 0 0,-36 1 0 0 0,-23 4-1758 0 0,81-7 922 0 0,-9 0-956 0 0,-3 0-2792 0 0,7 2 1584 0 0</inkml:trace>
</inkml:ink>
</file>

<file path=ppt/ink/ink2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5:40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44 696 0 0,'-6'-43'12025'0'0,"8"347"-10697"0"0,-2-244-1058 0 0,9 81 0 0 0,-8-131-291 0 0,9 99-1533 0 0,-12-36-2517 0 0,-3-53-362 0 0</inkml:trace>
</inkml:ink>
</file>

<file path=ppt/ink/ink2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5:41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8 696 0 0,'0'0'3536'0'0,"2"-3"-2760"0"0,-2 3-725 0 0,0 0 0 0 0,0-1 0 0 0,0 1 0 0 0,0 0 0 0 0,0 0-1 0 0,0 0 1 0 0,0-1 0 0 0,0 1 0 0 0,0 0 0 0 0,0 0-1 0 0,0 0 1 0 0,1 0 0 0 0,-1-1 0 0 0,0 1 0 0 0,0 0-1 0 0,0 0 1 0 0,0 0 0 0 0,0 0 0 0 0,1-1 0 0 0,-1 1 0 0 0,0 0-1 0 0,0 0 1 0 0,0 0 0 0 0,0 0 0 0 0,1 0 0 0 0,-1 0-1 0 0,0 0 1 0 0,0 0 0 0 0,0 0 0 0 0,1 0 0 0 0,-1 0 0 0 0,0-1-1 0 0,0 1 1 0 0,0 0 0 0 0,1 0 0 0 0,-1 0 0 0 0,0 0-1 0 0,0 1 1 0 0,0-1 0 0 0,1 0 0 0 0,-1 0 0 0 0,0 0-1 0 0,0 0 1 0 0,0 0 0 0 0,0 0 0 0 0,1 0 0 0 0,-1 0 0 0 0,0 0-1 0 0,0 0 1 0 0,0 0 0 0 0,0 1 0 0 0,1-1 0 0 0,-1 0-1 0 0,0 0 1 0 0,0 0 0 0 0,0 1 0 0 0,9 18 1441 0 0,7 50-703 0 0,-6-26-118 0 0,14 32 494 0 0,45 96 0 0 0,-37-116-181 0 0,-31-53-834 0 0,-1-1-126 0 0,0-1-1 0 0,0 0 1 0 0,0 0-1 0 0,1 0 1 0 0,-1 1-1 0 0,0-1 1 0 0,0 0-1 0 0,0 0 1 0 0,0 0-1 0 0,0 1 1 0 0,0-1-1 0 0,1 0 1 0 0,-1 0-1 0 0,0 0 0 0 0,0 1 1 0 0,0-1-1 0 0,1 0 1 0 0,-1 0-1 0 0,0 0 1 0 0,0 0-1 0 0,0 0 1 0 0,1 0-1 0 0,-1 0 1 0 0,0 0-1 0 0,0 1 1 0 0,1-1-1 0 0,-1 0 1 0 0,0 0-1 0 0,0 0 1 0 0,1 0-1 0 0,-1 0 1 0 0,0 0-1 0 0,0 0 1 0 0,1 0-1 0 0,-1 0 0 0 0,0 0 1 0 0,0-1-1 0 0,1 1 1 0 0,-1 0-1 0 0,0 0 1 0 0,0 0-1 0 0,0 0 1 0 0,1 0-1 0 0,-1 0 1 0 0,0 0-1 0 0,0-1 1 0 0,0 1-1 0 0,1 0 1 0 0,-1 0-1 0 0,0 0 1 0 0,0 0-1 0 0,0-1 1 0 0,0 1-1 0 0,0 0 1 0 0,1 0-1 0 0,-1-1 0 0 0,0 1 1 0 0,0 0-1 0 0,0-1 1 0 0,11-8-11 0 0,0-4 156 0 0,-2 0 0 0 0,1-1 0 0 0,-2 0 1 0 0,0 0-1 0 0,0 0 0 0 0,7-23 0 0 0,25-92 888 0 0,-39 125-1011 0 0,13-64-730 0 0,-14 66 200 0 0,4-8-1308 0 0</inkml:trace>
</inkml:ink>
</file>

<file path=ppt/ink/ink2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5:41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1 166 184 0 0,'3'14'1718'0'0,"0"0"0"0"0,-1 0 0 0 0,-1 0 0 0 0,-1 26-1 0 0,1 7-158 0 0,11 50 5180 0 0,-14-104-6529 0 0,-3-11-119 0 0,2 0 0 0 0,0 0 1 0 0,0-1-1 0 0,2 0 0 0 0,0 1 0 0 0,2-1 0 0 0,0 1 1 0 0,6-34-1 0 0,-5 40-91 0 0,1-1 0 0 0,0 0 0 0 0,1 1 1 0 0,0-1-1 0 0,1 1 0 0 0,1 1 0 0 0,0-1 0 0 0,0 1 0 0 0,1 0 1 0 0,1 0-1 0 0,0 1 0 0 0,0 0 0 0 0,20-18 0 0 0,-24 25-13 0 0,0 1 0 0 0,0-1-1 0 0,1 1 1 0 0,-1 0 0 0 0,1 0 0 0 0,0 1-1 0 0,-1-1 1 0 0,1 1 0 0 0,0 0-1 0 0,0 1 1 0 0,0-1 0 0 0,0 1 0 0 0,0 0-1 0 0,0 0 1 0 0,0 0 0 0 0,-1 1-1 0 0,1 0 1 0 0,0 0 0 0 0,0 0 0 0 0,0 0-1 0 0,-1 1 1 0 0,1 0 0 0 0,0 0-1 0 0,-1 0 1 0 0,0 0 0 0 0,0 1-1 0 0,1 0 1 0 0,-1 0 0 0 0,-1 0 0 0 0,7 6-1 0 0,-9-8 2 0 0,0 1 0 0 0,0-1 0 0 0,0 1 0 0 0,0 0 0 0 0,0-1 0 0 0,-1 1 0 0 0,1 0 0 0 0,-1-1 0 0 0,1 1 0 0 0,-1 0 0 0 0,1 0 0 0 0,-1-1 0 0 0,0 1 0 0 0,0 0 0 0 0,0 0 0 0 0,0 0 0 0 0,0 0 0 0 0,-1-1 0 0 0,1 1 0 0 0,0 0 0 0 0,-1 0 0 0 0,1-1 0 0 0,-1 1 0 0 0,0 0 0 0 0,0-1-1 0 0,1 1 1 0 0,-1 0 0 0 0,0-1 0 0 0,0 1 0 0 0,0-1 0 0 0,-1 0 0 0 0,1 1 0 0 0,0-1 0 0 0,-1 0 0 0 0,1 0 0 0 0,0 1 0 0 0,-3 0 0 0 0,-5 6-221 0 0,-2 0 0 0 0,1-1 0 0 0,-19 10 0 0 0,28-16 203 0 0,-18 9-882 0 0,0-1 0 0 0,-35 11 0 0 0,-10-7-6123 0 0,38-11 3377 0 0</inkml:trace>
</inkml:ink>
</file>

<file path=ppt/ink/ink2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5:44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1267 163 816 0 0,'4'-14'1246'0'0,"0"0"1"0"0,1 1-1 0 0,0-1 1 0 0,2 1-1 0 0,-1 0 0 0 0,9-12 1 0 0,6-11 1410 0 0,-21 34-2401 0 0,2 0 214 0 0,3-7 172 0 0,-2 3-257 0 0,-2 5 87 0 0,-7 3-496 0 0,-19 12 15 0 0,1 1 1 0 0,1 1 0 0 0,1 0-1 0 0,0 2 1 0 0,1 1-1 0 0,-23 27 1 0 0,-28 22 5 0 0,-57 45 79 0 0,-5-7 0 0 0,-4-5 0 0 0,-204 111 0 0 0,90-77 614 0 0,195-101-588 0 0,25-7-3166 0 0,31-26 2327 0 0</inkml:trace>
</inkml:ink>
</file>

<file path=ppt/ink/ink2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5:45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21 456 0 0,'0'0'1025'0'0,"0"-11"1595"0"0,0 10-2494 0 0,0 1-1 0 0,0 0 1 0 0,0-1 0 0 0,0 1 0 0 0,0-1 0 0 0,1 1 0 0 0,-1 0 0 0 0,0-1 0 0 0,0 1 0 0 0,0 0 0 0 0,0-1 0 0 0,0 1-1 0 0,0 0 1 0 0,1-1 0 0 0,-1 1 0 0 0,0 0 0 0 0,0 0 0 0 0,1-1 0 0 0,-1 1 0 0 0,0 0 0 0 0,0 0 0 0 0,1-1 0 0 0,-1 1 0 0 0,0 0-1 0 0,0 0 1 0 0,1 0 0 0 0,-1 0 0 0 0,0-1 0 0 0,1 1 0 0 0,-1 0 0 0 0,0 0 0 0 0,1 0 0 0 0,-1 0 0 0 0,0 0 0 0 0,1 0-1 0 0,-1 0 1 0 0,1 0 0 0 0,-1 0 0 0 0,0 0 0 0 0,1 0 0 0 0,-1 0 0 0 0,1 0 0 0 0,340 90 2109 0 0,-152-45-1659 0 0,144 42 133 0 0,-76-20-288 0 0,943 211 1316 0 0,-861-225-1371 0 0,-110-23-127 0 0,286 40 235 0 0,-172-17 36 0 0,-203-42 548 0 0,-10-1 127 0 0,-128-10-1480 0 0,-53 4-8211 0 0,28-5 5352 0 0,-18 1-820 0 0</inkml:trace>
</inkml:ink>
</file>

<file path=ppt/ink/ink2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5:46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64 8 0 0,'-94'-48'7514'0'0,"83"43"-4980"0"0,2 2-1149 0 0,8 23-654 0 0,6 26-564 0 0,1 0-1 0 0,3-1 0 0 0,1 1 0 0 0,18 44 0 0 0,-18-63-67 0 0,1-1 0 0 0,1-1-1 0 0,1 0 1 0 0,1 0 0 0 0,1-1-1 0 0,1-1 1 0 0,1-1 0 0 0,23 23-1 0 0,-40-44-33 0 0,1 0 1 0 0,0-1-1 0 0,0 1 0 0 0,0 0 0 0 0,0 0 0 0 0,-1 0 0 0 0,1-1 0 0 0,0 1 0 0 0,1 0 0 0 0,-1-1 1 0 0,0 1-1 0 0,0-1 0 0 0,0 1 0 0 0,0-1 0 0 0,0 0 0 0 0,0 0 0 0 0,1 1 0 0 0,-1-1 1 0 0,0 0-1 0 0,0 0 0 0 0,0 0 0 0 0,1 0 0 0 0,-1 0 0 0 0,0 0 0 0 0,0-1 0 0 0,0 1 0 0 0,1 0 1 0 0,1-1-1 0 0,-1-1 2 0 0,1 0 0 0 0,-1 0 1 0 0,0 0-1 0 0,0 0 0 0 0,0 0 1 0 0,0 0-1 0 0,0 0 0 0 0,0-1 1 0 0,0 1-1 0 0,-1-1 0 0 0,3-4 0 0 0,4-11 109 0 0,-1-1 1 0 0,9-35-1 0 0,-15 47-57 0 0,53-275 755 0 0,-39 184-875 0 0,-13 85 356 0 0,5-16-5558 0 0,0 29 939 0 0,4 15 143 0 0,-5-3 1378 0 0</inkml:trace>
</inkml:ink>
</file>

<file path=ppt/ink/ink2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5:46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110 216 360 0 0,'9'96'4232'0'0,"-8"-70"-3293"0"0,1 1-1 0 0,2 0 1 0 0,9 35-1 0 0,-4-20-6 0 0,-7-31-314 0 0,0-1 0 0 0,0 0 1 0 0,1 0-1 0 0,6 13 1780 0 0,-11-25-2343 0 0,0 1 1 0 0,0 0 0 0 0,0-1 0 0 0,0 0 0 0 0,0 1-1 0 0,0-1 1 0 0,1 0 0 0 0,-1 0 0 0 0,1 0-1 0 0,-3-3 1 0 0,3 3 28 0 0,-9-11 115 0 0,1-1 0 0 0,0 1 0 0 0,1-1-1 0 0,1-1 1 0 0,0 0 0 0 0,1 0 0 0 0,1 0 0 0 0,0-1 0 0 0,1 1 0 0 0,0-1-1 0 0,-1-29 1 0 0,3 26-86 0 0,1 1 0 0 0,1-1 0 0 0,1 0 0 0 0,1 1 0 0 0,1 0 0 0 0,0-1 1 0 0,1 1-1 0 0,1 0 0 0 0,1 1 0 0 0,9-22 0 0 0,-12 32-94 0 0,0 1 1 0 0,1-1 0 0 0,-1 1-1 0 0,1-1 1 0 0,1 1-1 0 0,-1 1 1 0 0,1-1 0 0 0,0 0-1 0 0,0 1 1 0 0,1 0 0 0 0,0 1-1 0 0,-1-1 1 0 0,2 1 0 0 0,-1 0-1 0 0,0 0 1 0 0,1 1-1 0 0,0 0 1 0 0,-1 0 0 0 0,1 1-1 0 0,0-1 1 0 0,1 2 0 0 0,-1-1-1 0 0,0 1 1 0 0,0 0 0 0 0,1 0-1 0 0,-1 1 1 0 0,1 0-1 0 0,11 2 1 0 0,-16-2-40 0 0,0 0-1 0 0,0 1 1 0 0,0 0-1 0 0,0-1 1 0 0,0 1-1 0 0,0 0 1 0 0,0 1-1 0 0,0-1 1 0 0,0 0-1 0 0,-1 1 1 0 0,1 0 0 0 0,-1 0-1 0 0,1-1 1 0 0,-1 1-1 0 0,1 1 1 0 0,-1-1-1 0 0,0 0 1 0 0,0 1-1 0 0,0-1 1 0 0,2 5-1 0 0,-3-4-3 0 0,0-1 0 0 0,0 0-1 0 0,-1 1 1 0 0,1-1 0 0 0,-1 0 0 0 0,1 1-1 0 0,-1-1 1 0 0,0 1 0 0 0,0-1-1 0 0,0 1 1 0 0,-1-1 0 0 0,1 0 0 0 0,-1 1-1 0 0,1-1 1 0 0,-1 0 0 0 0,0 1-1 0 0,1-1 1 0 0,-1 0 0 0 0,0 0 0 0 0,-1 1-1 0 0,1-1 1 0 0,0 0 0 0 0,-1 0-1 0 0,1-1 1 0 0,-1 1 0 0 0,-3 3 0 0 0,-8 8-214 0 0,-2-1 1 0 0,1-1 0 0 0,-1 0 0 0 0,-1-1 0 0 0,0 0 0 0 0,-20 8-1 0 0,-106 36-5033 0 0,113-46 1098 0 0,2-4 318 0 0</inkml:trace>
</inkml:ink>
</file>

<file path=ppt/ink/ink2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5:47.6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118 176 852 0 0,'-1'0'334'0'0,"-1"0"0"0"0,1 0 0 0 0,0 0 1 0 0,-1 0-1 0 0,1 0 0 0 0,-1 0 0 0 0,1 0 0 0 0,0 1 0 0 0,0-1 0 0 0,-1 0 1 0 0,1 1-1 0 0,0-1 0 0 0,-1 1 0 0 0,1 0 0 0 0,0-1 0 0 0,0 1 0 0 0,0 0 0 0 0,0 0 1 0 0,-2 1-1 0 0,-12 26 1979 0 0,11-14-2213 0 0,1 0 0 0 0,1 0 0 0 0,0 16 0 0 0,1-19 502 0 0,-6 114 1702 0 0,13 177-1 0 0,-1-173 3342 0 0,-8-135-5277 0 0,-10-29-158 0 0,1-1 1 0 0,1 0-1 0 0,2-1 0 0 0,2 0 1 0 0,1 0-1 0 0,2-1 1 0 0,2 1-1 0 0,4-75 0 0 0,0 90-247 0 0,1-1-1 0 0,1 1 0 0 0,1 0 1 0 0,0 0-1 0 0,2 1 0 0 0,1-1 1 0 0,0 2-1 0 0,2-1 0 0 0,0 1 1 0 0,2 0-1 0 0,0 1 0 0 0,1 1 0 0 0,0 0 1 0 0,2 1-1 0 0,0 0 0 0 0,27-23 1 0 0,-27 28-64 0 0,1 1 1 0 0,0 0 0 0 0,23-12-1 0 0,-32 20 49 0 0,1 0 0 0 0,0 0 0 0 0,0 0 0 0 0,0 1-1 0 0,0 0 1 0 0,0 1 0 0 0,0 0 0 0 0,1 0 0 0 0,-1 1-1 0 0,12 0 1 0 0,-12 1-48 0 0,1 0 1 0 0,-1 0-1 0 0,1 1 0 0 0,-1 0 0 0 0,0 0 0 0 0,0 1 0 0 0,0 0 1 0 0,14 9-1 0 0,-18-10 44 0 0,0 1 0 0 0,0 0 0 0 0,0 0 1 0 0,-1 1-1 0 0,1-1 0 0 0,-1 1 0 0 0,0 0 0 0 0,0 0 1 0 0,-1 0-1 0 0,1 0 0 0 0,-1 0 0 0 0,1 0 0 0 0,-2 1 1 0 0,1-1-1 0 0,0 1 0 0 0,-1-1 0 0 0,2 9 0 0 0,-3-6 11 0 0,1 0-1 0 0,-2 0 0 0 0,1 0 0 0 0,-1 0 1 0 0,0 0-1 0 0,0 0 0 0 0,-1-1 0 0 0,0 1 0 0 0,0 0 1 0 0,-1-1-1 0 0,1 1 0 0 0,-1-1 0 0 0,-1 0 1 0 0,1 0-1 0 0,-1 0 0 0 0,0-1 0 0 0,-1 1 0 0 0,1-1 1 0 0,-1 0-1 0 0,0 0 0 0 0,-10 7 0 0 0,-5 4-792 0 0,0-1 0 0 0,-2 0 0 0 0,1-2-1 0 0,-39 17 1 0 0,52-25-622 0 0,0-1-979 0 0</inkml:trace>
</inkml:ink>
</file>

<file path=ppt/ink/ink2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5:48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241 212 312 0 0,'3'2'386'0'0,"0"1"-1"0"0,0-1 1 0 0,0 1 0 0 0,0 0 0 0 0,-1 0-1 0 0,1 0 1 0 0,-1 0 0 0 0,0 0-1 0 0,0 1 1 0 0,0-1 0 0 0,0 1-1 0 0,-1-1 1 0 0,1 1 0 0 0,-1 0-1 0 0,0 0 1 0 0,1 6 0 0 0,1 9 653 0 0,-1 0 0 0 0,-1 26 0 0 0,2 13 422 0 0,27 125 1856 0 0,-28-136-377 0 0,-5-48-2892 0 0,0 1 0 0 0,0-1 0 0 0,-1 0 0 0 0,1 0-1 0 0,0-1 1 0 0,0 1 0 0 0,0 0 0 0 0,1-1 0 0 0,-1 0-1 0 0,0 0 1 0 0,1 0 0 0 0,-1 0 0 0 0,1 0 0 0 0,-1 0-1 0 0,1-1 1 0 0,0 1 0 0 0,0-1 0 0 0,-2-3 0 0 0,-35-59 316 0 0,32 52-293 0 0,-6-12 16 0 0,0-1 0 0 0,2 0 0 0 0,1-1 0 0 0,1 0 0 0 0,-7-36 0 0 0,13 51-62 0 0,2-1 0 0 0,-1 1 0 0 0,2 0 0 0 0,0-1 0 0 0,0 1 0 0 0,1-1 0 0 0,0 1 0 0 0,1-1 0 0 0,1 1 0 0 0,0 0 0 0 0,1 0 0 0 0,0 0 0 0 0,1 1 0 0 0,11-22 0 0 0,-9 23-25 0 0,0 0 0 0 0,2 0 0 0 0,-1 1 1 0 0,1 0-1 0 0,0 0 0 0 0,1 1 1 0 0,0 0-1 0 0,0 0 0 0 0,0 1 1 0 0,1 1-1 0 0,0 0 0 0 0,1 1 1 0 0,-1 0-1 0 0,1 0 0 0 0,0 1 1 0 0,0 1-1 0 0,1 0 0 0 0,-1 0 1 0 0,14 0-1 0 0,-16 3-18 0 0,0 0 0 0 0,-1 0 0 0 0,1 1 0 0 0,0 1 0 0 0,-1-1 0 0 0,1 1 0 0 0,-1 1 0 0 0,1 0 0 0 0,-1 0 0 0 0,18 10 0 0 0,-22-10 8 0 0,0 0 0 0 0,1 1-1 0 0,-1 0 1 0 0,0 0-1 0 0,-1 0 1 0 0,1 1 0 0 0,-1-1-1 0 0,0 1 1 0 0,0 0-1 0 0,0 0 1 0 0,-1 1 0 0 0,1-1-1 0 0,-2 1 1 0 0,1 0-1 0 0,0-1 1 0 0,-1 1 0 0 0,0 0-1 0 0,2 10 1 0 0,-4-12 11 0 0,0 0 0 0 0,0-1-1 0 0,0 1 1 0 0,0 0 0 0 0,-1 0 0 0 0,1-1 0 0 0,-1 1 0 0 0,0 0 0 0 0,0-1 0 0 0,0 1 0 0 0,-1-1 0 0 0,1 1-1 0 0,-1-1 1 0 0,0 0 0 0 0,0 1 0 0 0,0-1 0 0 0,0 0 0 0 0,-1 0 0 0 0,1-1 0 0 0,-1 1 0 0 0,0 0-1 0 0,0-1 1 0 0,0 0 0 0 0,0 1 0 0 0,-6 2 0 0 0,-9 5-6 0 0,0 0 1 0 0,-1-1-1 0 0,-29 10 1 0 0,32-14-17 0 0,-25 10-441 0 0,-1-2 0 0 0,0-2 0 0 0,-58 7 0 0 0,22-11-2681 0 0,0-7-3285 0 0,26-4 1863 0 0</inkml:trace>
</inkml:ink>
</file>

<file path=ppt/ink/ink2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6:12.5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857 44 912 0 0,'1'-43'8336'0'0,"-3"43"-8275"0"0,-1 0-1 0 0,1 0 1 0 0,0 0 0 0 0,-1 1-1 0 0,1-1 1 0 0,0 1 0 0 0,0-1-1 0 0,0 1 1 0 0,0 0 0 0 0,0 0-1 0 0,-1 0 1 0 0,2 0 0 0 0,-1 1-1 0 0,0-1 1 0 0,0 0 0 0 0,-3 4-1 0 0,-35 31 197 0 0,37-33-208 0 0,-112 123 703 0 0,-186 267 0 0 0,101-121-53 0 0,115-181-230 0 0,14-15-3976 0 0,67-66-1767 0 0</inkml:trace>
</inkml:ink>
</file>

<file path=ppt/ink/ink2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6:12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6 672 0 0,'1'-1'151'0'0,"0"0"0"0"0,1 1 0 0 0,-1-1 0 0 0,0 0 0 0 0,1 1 0 0 0,-1 0 0 0 0,1-1 0 0 0,-1 1 0 0 0,1 0 0 0 0,-1 0 0 0 0,1 0 0 0 0,-1 0 1 0 0,1 0-1 0 0,-1 0 0 0 0,1 0 0 0 0,-1 1 0 0 0,1-1 0 0 0,-1 0 0 0 0,0 1 0 0 0,1-1 0 0 0,-1 1 0 0 0,1 0 0 0 0,-1-1 0 0 0,0 1 0 0 0,0 0 0 0 0,3 1 0 0 0,33 32 276 0 0,-25-22 60 0 0,117 115 1011 0 0,175 154 718 0 0,-107-138-968 0 0,219 116 1 0 0,-48-32 37 0 0,-312-188-2063 0 0,-54-38 371 0 0,-5 2-909 0 0,-1-1 883 0 0,1 0 0 0 0,-1-1-1 0 0,0 1 1 0 0,1-1 0 0 0,-1 0 0 0 0,0 0 0 0 0,0 0 0 0 0,0-1-1 0 0,0 1 1 0 0,0-1 0 0 0,0 0 0 0 0,-6 0 0 0 0,8 0 241 0 0,-28 1-2539 0 0</inkml:trace>
</inkml:ink>
</file>

<file path=ppt/ink/ink2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6:13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155 244 420 0 0,'0'0'4381'0'0,"-4"6"-3938"0"0,-6 12-83 0 0,0 1 1 0 0,2 0 0 0 0,0 1-1 0 0,-10 38 1 0 0,-11 90 790 0 0,7-23 103 0 0,18-109-784 0 0,-2 15 2873 0 0,-13-76-2559 0 0,12-2-618 0 0,2-1 1 0 0,2 1 0 0 0,2-1-1 0 0,2 1 1 0 0,2-1 0 0 0,3 1-1 0 0,1 0 1 0 0,17-56 0 0 0,-20 87-140 0 0,1 0 0 0 0,1 0 0 0 0,0 1 0 0 0,1-1 1 0 0,1 2-1 0 0,13-20 0 0 0,-18 30-34 0 0,-1 0 1 0 0,1 1-1 0 0,0-1 0 0 0,0 1 1 0 0,1 0-1 0 0,-1 0 0 0 0,0 0 1 0 0,1 0-1 0 0,0 1 0 0 0,0-1 1 0 0,0 1-1 0 0,0 0 0 0 0,0 0 1 0 0,0 0-1 0 0,0 1 1 0 0,1 0-1 0 0,-1 0 0 0 0,1 0 1 0 0,-1 0-1 0 0,1 0 0 0 0,-1 1 1 0 0,1 0-1 0 0,-1 0 0 0 0,1 0 1 0 0,-1 1-1 0 0,1-1 0 0 0,-1 1 1 0 0,7 2-1 0 0,-8-2-12 0 0,0 0 1 0 0,0 0-1 0 0,0 0 0 0 0,0 0 1 0 0,-1 0-1 0 0,1 1 0 0 0,0 0 0 0 0,-1-1 1 0 0,1 1-1 0 0,-1 0 0 0 0,1 0 1 0 0,-1 0-1 0 0,0 1 0 0 0,0-1 1 0 0,0 0-1 0 0,0 1 0 0 0,0-1 0 0 0,-1 1 1 0 0,1 0-1 0 0,-1 0 0 0 0,1-1 1 0 0,-1 1-1 0 0,0 0 0 0 0,0 0 1 0 0,-1 0-1 0 0,1 0 0 0 0,0 1 0 0 0,-1-1 1 0 0,0 0-1 0 0,0 6 0 0 0,-1-4-91 0 0,0 1 0 0 0,0-1 0 0 0,0 1 0 0 0,-1-1 0 0 0,0 0 0 0 0,0 1 0 0 0,0-1 0 0 0,-1 0 0 0 0,0 0 0 0 0,0-1 0 0 0,0 1 0 0 0,0-1 0 0 0,-1 1 1 0 0,0-1-1 0 0,1 0 0 0 0,-10 6 0 0 0,-25 27-5814 0 0</inkml:trace>
</inkml:ink>
</file>

<file path=ppt/ink/ink2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6:14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9 896 0 0,'0'0'6920'0'0,"12"37"-5998"0"0,-6-16-609 0 0,-1 1 1 0 0,-1 0-1 0 0,-1 1 0 0 0,-1-1 0 0 0,-1 31 1 0 0,-1-51-39 0 0,-3 5 2637 0 0,3-6-2830 0 0,-2-12-42 0 0,1 0 0 0 0,0 0 0 0 0,1 0-1 0 0,0 0 1 0 0,1 0 0 0 0,0 1 0 0 0,1-1-1 0 0,0 0 1 0 0,6-18 0 0 0,-5 21-382 0 0,0 0-1 0 0,0 1 1 0 0,0-1-1 0 0,1 1 1 0 0,1 0 0 0 0,-1 0-1 0 0,1 0 1 0 0,10-11 0 0 0,-12 16-231 0 0,-1 1 0 0 0,1-1 0 0 0,0 0 0 0 0,0 1 0 0 0,0 0 0 0 0,1-1 0 0 0,-1 1 0 0 0,0 1 0 0 0,0-1 0 0 0,1 0 0 0 0,4 0 0 0 0,-5 1-1863 0 0</inkml:trace>
</inkml:ink>
</file>

<file path=ppt/ink/ink2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6:15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1 132 392 0 0,'16'-3'2495'0'0,"-1"-4"-1651"0"0,0-1-1 0 0,-1-1 1 0 0,0 0 0 0 0,0 0-1 0 0,-1-2 1 0 0,12-11 0 0 0,-23 20-568 0 0,-30 9 1145 0 0,24-5-1398 0 0,0 1 1 0 0,0-1 0 0 0,0 1 0 0 0,0 0-1 0 0,1 0 1 0 0,-1 0 0 0 0,1 0 0 0 0,0 1-1 0 0,0-1 1 0 0,0 1 0 0 0,0 0 0 0 0,1 0 0 0 0,-1 0-1 0 0,1 0 1 0 0,0 0 0 0 0,0 1 0 0 0,1-1-1 0 0,-1 1 1 0 0,1-1 0 0 0,0 1 0 0 0,0-1-1 0 0,1 1 1 0 0,0 0 0 0 0,-1-1 0 0 0,1 1-1 0 0,1 6 1 0 0,0-8-24 0 0,-1 0 0 0 0,1 0 0 0 0,0 0 0 0 0,-1 0 0 0 0,2 0 0 0 0,-1 0-1 0 0,0 0 1 0 0,0 0 0 0 0,1-1 0 0 0,0 1 0 0 0,-1-1 0 0 0,1 1 0 0 0,0-1 0 0 0,1 1 0 0 0,-1-1-1 0 0,0 0 1 0 0,0 0 0 0 0,1 0 0 0 0,-1 0 0 0 0,1 0 0 0 0,0-1 0 0 0,0 1 0 0 0,-1-1 0 0 0,1 0-1 0 0,0 0 1 0 0,0 0 0 0 0,0 0 0 0 0,0 0 0 0 0,0-1 0 0 0,0 1 0 0 0,1-1 0 0 0,-1 0 0 0 0,0 0-1 0 0,0 0 1 0 0,0 0 0 0 0,0-1 0 0 0,4 0 0 0 0,3-1-6 0 0,0 0 0 0 0,0-1 0 0 0,-1 0 0 0 0,1-1 0 0 0,-1 0 0 0 0,0 0 0 0 0,0-1 0 0 0,0 0 0 0 0,-1-1 0 0 0,1 0 0 0 0,-1 0 0 0 0,-1 0 0 0 0,1-1 1 0 0,-1-1-1 0 0,-1 1 0 0 0,1-1 0 0 0,5-9 0 0 0,59-109 1420 0 0,-71 124-1144 0 0,0 7-236 0 0,-6 234 193 0 0,7-189-154 0 0,3-1 0 0 0,19 96 1 0 0,-17-119 1109 0 0,-9-40 626 0 0,1 3-1529 0 0,0-1 0 0 0,0 0 0 0 0,1-18 0 0 0,5 5-154 0 0,0-1 0 0 0,2 1-1 0 0,1 1 1 0 0,15-36 0 0 0,-17 49-102 0 0,0 0 0 0 0,1 0 0 0 0,0 0 1 0 0,1 1-1 0 0,0 0 0 0 0,0 0 0 0 0,1 1 0 0 0,1 0 0 0 0,0 0 0 0 0,0 1 1 0 0,13-10-1 0 0,-16 15-30 0 0,-1 0 0 0 0,1 0 1 0 0,0 0-1 0 0,0 1 0 0 0,-1 0 0 0 0,2 1 1 0 0,8-3-1 0 0,-13 4-9 0 0,1 0 1 0 0,-1-1-1 0 0,1 1 0 0 0,-1 0 1 0 0,1 0-1 0 0,-1 0 0 0 0,0 0 1 0 0,1 1-1 0 0,-1-1 0 0 0,1 1 1 0 0,-1 0-1 0 0,0-1 0 0 0,1 1 1 0 0,-1 0-1 0 0,0 0 1 0 0,0 0-1 0 0,0 1 0 0 0,0-1 1 0 0,0 0-1 0 0,0 1 0 0 0,2 1 1 0 0,-4-2 8 0 0,0 0 0 0 0,1 0 0 0 0,-1 0 1 0 0,0-1-1 0 0,0 1 0 0 0,0 0 0 0 0,0 0 1 0 0,0 0-1 0 0,0 0 0 0 0,0-1 0 0 0,0 1 1 0 0,-1 0-1 0 0,1 0 0 0 0,0 0 0 0 0,0-1 1 0 0,-1 1-1 0 0,1 0 0 0 0,0 0 0 0 0,-1-1 1 0 0,1 1-1 0 0,-1 0 0 0 0,1-1 0 0 0,-1 1 1 0 0,1 0-1 0 0,-1-1 0 0 0,0 1 0 0 0,1-1 1 0 0,-1 1-1 0 0,1-1 0 0 0,-2 1 0 0 0,-21 17-126 0 0,2-7-357 0 0,1-1-1 0 0,-1-1 1 0 0,-1-1 0 0 0,-36 9 0 0 0,43-13-1200 0 0,0-1 0 0 0,-1-1 0 0 0,1-1 0 0 0,-23-1 0 0 0,11-2-2049 0 0</inkml:trace>
</inkml:ink>
</file>

<file path=ppt/ink/ink2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6:02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1374 68 456 0 0,'0'-27'2502'0'0,"0"24"-1707"0"0,-21-34 4560 0 0,19 37-5129 0 0,-2 2-22 0 0,-34 24 133 0 0,1 2-1 0 0,-60 60 1 0 0,61-55-212 0 0,-433 467 877 0 0,285-290-700 0 0,55-58 17 0 0,-190 292-1 0 0,311-432-342 0 0,3-4-636 0 0,0 0 0 0 0,0-1 0 0 0,1 1 0 0 0,-7 16 0 0 0,11-22-243 0 0,5-6-3250 0 0,20-13 1771 0 0</inkml:trace>
</inkml:ink>
</file>

<file path=ppt/ink/ink2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6:03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0 336 0 0,'3'1'7323'0'0,"24"11"-7193"0"0,-12 2 124 0 0,-1 0-1 0 0,0 0 0 0 0,-1 1 0 0 0,21 32 0 0 0,-16-22-52 0 0,272 375 1903 0 0,-183-252-1601 0 0,-35-52-119 0 0,65 117-1 0 0,-59-76 8 0 0,-77-136-383 0 0</inkml:trace>
</inkml:ink>
</file>

<file path=ppt/ink/ink2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6:05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4 124 0 0,'0'0'784'0'0,"1"-1"-707"0"0,-1 1 1 0 0,0 0-1 0 0,0 0 0 0 0,0 0 0 0 0,0-1 1 0 0,0 1-1 0 0,0 0 0 0 0,0 0 0 0 0,1 0 0 0 0,-1 0 1 0 0,0-1-1 0 0,0 1 0 0 0,0 0 0 0 0,0 0 1 0 0,1 0-1 0 0,-1 0 0 0 0,0 0 0 0 0,0 0 1 0 0,0-1-1 0 0,1 1 0 0 0,-1 0 0 0 0,0 0 1 0 0,0 0-1 0 0,1 0 0 0 0,-1 0 0 0 0,0 0 0 0 0,0 0 1 0 0,0 0-1 0 0,1 0 0 0 0,-1 0 0 0 0,0 0 1 0 0,0 0-1 0 0,1 0 0 0 0,-1 0 0 0 0,0 0 1 0 0,0 1-1 0 0,0-1 0 0 0,1 0 0 0 0,-1 0 1 0 0,0 0-1 0 0,0 0 0 0 0,0 0 0 0 0,0 0 0 0 0,1 1 1 0 0,31 181 3016 0 0,-25-124-2564 0 0,3 0 0 0 0,20 67-1 0 0,-16-88-195 0 0,22 42-1 0 0,9 21 301 0 0,-45-99-577 0 0,0-1-1 0 0,0 1 1 0 0,0 0-1 0 0,0-1 1 0 0,1 1-1 0 0,-1-1 1 0 0,0 1-1 0 0,0-1 1 0 0,0 1-1 0 0,1 0 1 0 0,-1-1-1 0 0,0 1 1 0 0,0-1-1 0 0,1 1 1 0 0,-1-1-1 0 0,0 1 1 0 0,1-1-1 0 0,-1 1 1 0 0,1-1-1 0 0,-1 0 1 0 0,1 1-1 0 0,-1-1 1 0 0,1 0-1 0 0,-1 1 1 0 0,1-1-1 0 0,-1 0 1 0 0,1 1-1 0 0,-1-1 1 0 0,1 0-1 0 0,-1 0 1 0 0,1 0-1 0 0,0 0 1 0 0,-1 1-1 0 0,1-1 1 0 0,-1 0-1 0 0,2 0 1 0 0,12-21 643 0 0,6-52-608 0 0,-18 64 122 0 0,78-335 253 0 0,-79 338-832 0 0,16-43-178 0 0,-16 47-125 0 0,0 1-1 0 0,0-1 0 0 0,0 0 1 0 0,1 0-1 0 0,-1 0 0 0 0,0 1 1 0 0,1-1-1 0 0,-1 1 0 0 0,1-1 1 0 0,-1 1-1 0 0,1-1 0 0 0,2 0 1 0 0</inkml:trace>
</inkml:ink>
</file>

<file path=ppt/ink/ink2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6:06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0 346 744 0 0,'1'1'183'0'0,"-1"-1"-1"0"0,1 0 0 0 0,-1 0 1 0 0,1 1-1 0 0,-1-1 1 0 0,1 0-1 0 0,0 0 1 0 0,-1 0-1 0 0,1 0 1 0 0,-1 0-1 0 0,1 0 1 0 0,0 0-1 0 0,-1 0 1 0 0,1 0-1 0 0,-1 0 1 0 0,1 0-1 0 0,0 0 0 0 0,-1 0 1 0 0,1-1-1 0 0,-1 1 1 0 0,1 0-1 0 0,-1 0 1 0 0,1-1-1 0 0,0 1 1 0 0,-1 0-1 0 0,1-1 1 0 0,-1 1-1 0 0,0 0 1 0 0,1-1-1 0 0,0 0 1 0 0,22-23 1740 0 0,12-28-639 0 0,-32 47-1183 0 0,1 0-1 0 0,-1 0 0 0 0,0-1 1 0 0,0 1-1 0 0,-1-1 0 0 0,0 1 1 0 0,0-1-1 0 0,0 0 0 0 0,-1 0 1 0 0,1 0-1 0 0,-2 0 0 0 0,1 0 1 0 0,0 0-1 0 0,-1 0 0 0 0,0 0 1 0 0,-1-1-1 0 0,-1-8 0 0 0,2 14-95 0 0,0 0-1 0 0,-1 0 0 0 0,1 1 0 0 0,0-1 1 0 0,-1 0-1 0 0,1 0 0 0 0,0 1 0 0 0,-1-1 1 0 0,1 1-1 0 0,-1-1 0 0 0,1 0 0 0 0,-1 1 1 0 0,1-1-1 0 0,-1 1 0 0 0,1-1 0 0 0,-1 1 1 0 0,1-1-1 0 0,-1 1 0 0 0,0-1 0 0 0,1 1 1 0 0,-1 0-1 0 0,0-1 0 0 0,0 1 0 0 0,1 0 1 0 0,-1 0-1 0 0,0-1 0 0 0,1 1 0 0 0,-1 0 1 0 0,0 0-1 0 0,0 0 0 0 0,0 0 0 0 0,1 0 1 0 0,-1 0-1 0 0,0 0 0 0 0,0 0 0 0 0,1 1 1 0 0,-1-1-1 0 0,0 0 0 0 0,0 0 0 0 0,1 0 1 0 0,-1 1-1 0 0,0-1 0 0 0,1 1 0 0 0,-1-1 1 0 0,0 0-1 0 0,1 1 0 0 0,-1-1 0 0 0,1 1 1 0 0,-2 0-1 0 0,-27 26 25 0 0,26-22-28 0 0,0 0 0 0 0,1 0 1 0 0,-1 0-1 0 0,1 1 1 0 0,1-1-1 0 0,-1 1 0 0 0,1 0 1 0 0,0-1-1 0 0,0 1 0 0 0,0 0 1 0 0,1 0-1 0 0,0 0 0 0 0,0-1 1 0 0,1 1-1 0 0,-1 0 0 0 0,1 0 1 0 0,0-1-1 0 0,1 1 0 0 0,0-1 1 0 0,-1 1-1 0 0,2-1 1 0 0,-1 1-1 0 0,1-1 0 0 0,5 8 1 0 0,-5-8 5 0 0,1 1-1 0 0,0-1 1 0 0,1 1 0 0 0,-1-1 0 0 0,1-1 0 0 0,0 1 0 0 0,1-1 0 0 0,-1 0 0 0 0,1 0 0 0 0,-1 0 0 0 0,1-1 0 0 0,0 0 0 0 0,1 0 0 0 0,-1 0 0 0 0,0-1-1 0 0,1 0 1 0 0,-1 0 0 0 0,1-1 0 0 0,0 0 0 0 0,11 1 0 0 0,-13-2-21 0 0,0-1 1 0 0,0 0-1 0 0,0 0 0 0 0,0 0 0 0 0,0 0 1 0 0,0-1-1 0 0,0 1 0 0 0,-1-1 0 0 0,1-1 0 0 0,0 1 1 0 0,-1-1-1 0 0,9-6 0 0 0,45-47-200 0 0,-8 7 62 0 0,-44 45 131 0 0,0 0-1 0 0,1-1 0 0 0,-1 2 1 0 0,1-1-1 0 0,0 1 1 0 0,0 0-1 0 0,0 0 0 0 0,0 1 1 0 0,13-2-1 0 0,-17 3 15 0 0,1 1 1 0 0,-1 0-1 0 0,0 0 0 0 0,0 0 1 0 0,0 1-1 0 0,1-1 0 0 0,-1 1 1 0 0,0 0-1 0 0,0 0 0 0 0,0 0 0 0 0,0 0 1 0 0,0 0-1 0 0,0 1 0 0 0,0-1 1 0 0,-1 1-1 0 0,1 0 0 0 0,0 0 1 0 0,-1 0-1 0 0,0 0 0 0 0,1 0 1 0 0,-1 0-1 0 0,0 1 0 0 0,0-1 1 0 0,0 1-1 0 0,2 5 0 0 0,4 7-10 0 0,0 0 1 0 0,-2 1-1 0 0,9 28 0 0 0,-15-44 17 0 0,0 3 13 0 0,1-2 14 0 0,-2-1-25 0 0,1 1 1 0 0,0-1-1 0 0,0 0 1 0 0,0 0-1 0 0,0 0 1 0 0,0 0-1 0 0,0 1 1 0 0,0-1-1 0 0,0 0 0 0 0,0 0 1 0 0,0 0-1 0 0,0 1 1 0 0,0-1-1 0 0,0 0 1 0 0,0 0-1 0 0,0 0 1 0 0,0 1-1 0 0,0-1 1 0 0,0 0-1 0 0,0 0 1 0 0,0 0-1 0 0,0 0 1 0 0,0 1-1 0 0,0-1 1 0 0,0 0-1 0 0,0 0 1 0 0,0 0-1 0 0,0 1 1 0 0,1-1-1 0 0,-1 0 1 0 0,0 0-1 0 0,0 0 1 0 0,0 0-1 0 0,0 0 1 0 0,0 1-1 0 0,1-1 1 0 0,-1 0-1 0 0,0 0 0 0 0,0 0 1 0 0,0 0-1 0 0,0 0 1 0 0,1 0-1 0 0,-1 0 1 0 0,0 0-1 0 0,0 0 1 0 0,0 0-1 0 0,1 0 1 0 0,-1 0-1 0 0,0 0 1 0 0,0 1-1 0 0,0-2 1 0 0,0 1-1 0 0,1 0 1 0 0,-1 0-1 0 0,0 0 1 0 0,15-19-39 0 0,-1-1-1 0 0,-1-1 1 0 0,-2 0 0 0 0,20-45 0 0 0,27-102-165 0 0,-55 156 217 0 0,4-24 332 0 0,-7 35-284 0 0,-1 7-54 0 0,-6 26 18 0 0,-3 54 0 0 0,9-77-22 0 0,1 0 0 0 0,0 1 0 0 0,0-1 1 0 0,1 1-1 0 0,0-1 0 0 0,1 0 0 0 0,0 0 0 0 0,0 0 0 0 0,1 0 0 0 0,1 0 1 0 0,5 11-1 0 0,-6-15 1 0 0,1 0 0 0 0,-1-1 1 0 0,1 0-1 0 0,0 0 1 0 0,1 0-1 0 0,-1 0 0 0 0,1 0 1 0 0,0-1-1 0 0,-1 0 0 0 0,2 0 1 0 0,9 4-1 0 0,71 20 0 0 0,-46-17-6 0 0,-38-9 3 0 0,-21 17 10 0 0,10-14-11 0 0,1 0 1 0 0,-1 0-1 0 0,-1-1 1 0 0,1 0-1 0 0,0 0 1 0 0,-1-1-1 0 0,1-1 0 0 0,-16 1 1 0 0,-15 4-271 0 0,27-2-161 0 0,-13 2-581 0 0,7-7-3933 0 0,5-3 2297 0 0</inkml:trace>
</inkml:ink>
</file>

<file path=ppt/ink/ink2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6:22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38 132 0 0,'-4'-16'1436'0'0,"-4"-5"4457"0"0,8 21-5835 0 0,-1 1 1 0 0,1-1-1 0 0,-1 0 0 0 0,1 1 1 0 0,-1-1-1 0 0,1 1 1 0 0,-1-1-1 0 0,1 1 0 0 0,-1-1 1 0 0,1 1-1 0 0,-1-1 0 0 0,1 1 1 0 0,0-1-1 0 0,-1 1 0 0 0,1-1 1 0 0,0 1-1 0 0,0 0 0 0 0,0-1 1 0 0,-1 1-1 0 0,1 0 1 0 0,0-1-1 0 0,0 1 0 0 0,0 0 1 0 0,0-1-1 0 0,0 1 0 0 0,0 0 1 0 0,0-1-1 0 0,0 1 0 0 0,0 0 1 0 0,1 0-1 0 0,-10 62 431 0 0,3 1-1 0 0,3-1 0 0 0,7 80 1 0 0,-6 243 785 0 0,1-361-1469 0 0,-3 43-780 0 0,-5-24-5968 0 0,6-32 4474 0 0</inkml:trace>
</inkml:ink>
</file>

<file path=ppt/ink/ink2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6:22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334 456 752 0 0,'-2'2'339'0'0,"1"0"0"0"0,0 0 0 0 0,0 0 1 0 0,0 0-1 0 0,0 1 0 0 0,0-1 0 0 0,0 0 0 0 0,1 1 0 0 0,-1-1 0 0 0,1 0 0 0 0,-1 3 1 0 0,1 55 1332 0 0,1-37-987 0 0,-14 201 1939 0 0,13-222-2551 0 0,0 0 0 0 0,-1 0 0 0 0,1 0 0 0 0,0-1 0 0 0,-1 1 0 0 0,1 0 0 0 0,-1-1 0 0 0,1 1 0 0 0,-1 0 0 0 0,0-1 0 0 0,0 1 0 0 0,1-1 0 0 0,-1 1 0 0 0,0-1 0 0 0,-2 3 0 0 0,2-4-32 0 0,0 0 1 0 0,1 1 0 0 0,-1-1 0 0 0,1 0 0 0 0,-1 0-1 0 0,0 1 1 0 0,1-1 0 0 0,-1 0 0 0 0,0 0 0 0 0,1 0-1 0 0,-1 0 1 0 0,0 0 0 0 0,1 0 0 0 0,-1 0 0 0 0,0 0-1 0 0,1 0 1 0 0,-1-1 0 0 0,0 1 0 0 0,1 0 0 0 0,-1 0 0 0 0,0 0-1 0 0,1-1 1 0 0,-1 1 0 0 0,0 0 0 0 0,1-1 0 0 0,-1 0-1 0 0,-4-3 56 0 0,0 1-1 0 0,1-2 1 0 0,0 1 0 0 0,0 0-1 0 0,1-1 1 0 0,-1 0-1 0 0,-5-9 1 0 0,-4-12-7 0 0,1-1-1 0 0,2 0 1 0 0,0 0-1 0 0,2-1 1 0 0,1-1 0 0 0,1 1-1 0 0,2-1 1 0 0,0 0 0 0 0,2 0-1 0 0,2-37 1 0 0,1 36-74 0 0,2 1 0 0 0,1-1 0 0 0,1 1 0 0 0,1 1 0 0 0,1-1 0 0 0,2 1 0 0 0,1 0-1 0 0,1 1 1 0 0,2 0 0 0 0,16-27 0 0 0,-24 47-29 0 0,0 0-1 0 0,0 0 1 0 0,0 1-1 0 0,1 0 1 0 0,-1 0-1 0 0,1 1 0 0 0,1 0 1 0 0,-1 0-1 0 0,1 0 1 0 0,0 1-1 0 0,0-1 1 0 0,1 2-1 0 0,-1-1 1 0 0,1 1-1 0 0,-1 0 1 0 0,1 1-1 0 0,0 0 0 0 0,0 0 1 0 0,0 1-1 0 0,15-1 1 0 0,-17 2-5 0 0,1 0 0 0 0,-1 1 1 0 0,1 0-1 0 0,-1 1 0 0 0,1-1 0 0 0,-1 1 1 0 0,0 0-1 0 0,0 1 0 0 0,0-1 0 0 0,0 1 1 0 0,0 0-1 0 0,0 1 0 0 0,-1 0 0 0 0,0-1 1 0 0,0 2-1 0 0,0-1 0 0 0,0 1 1 0 0,-1-1-1 0 0,1 1 0 0 0,-1 0 0 0 0,0 1 1 0 0,-1-1-1 0 0,1 1 0 0 0,-1 0 0 0 0,0 0 1 0 0,2 7-1 0 0,-2-6-7 0 0,0 1-1 0 0,-1 0 1 0 0,0-1 0 0 0,0 1-1 0 0,-1 0 1 0 0,0 0 0 0 0,0 0 0 0 0,-1 0-1 0 0,0 0 1 0 0,-1 0 0 0 0,1 0 0 0 0,-2 0-1 0 0,1 0 1 0 0,-3 8 0 0 0,0-5 0 0 0,0-1 0 0 0,-1 0 0 0 0,0 0 0 0 0,0 0 0 0 0,-1-1 1 0 0,-1 0-1 0 0,1 0 0 0 0,-1 0 0 0 0,-12 10 0 0 0,5-6 19 0 0,-1-1 0 0 0,-1 0 0 0 0,0-1 0 0 0,0-1 0 0 0,-1 0-1 0 0,0-1 1 0 0,-1-1 0 0 0,0-1 0 0 0,0 0 0 0 0,-1-1 0 0 0,-23 4-1 0 0,24-7-40 0 0,-1 0 0 0 0,0-1-1 0 0,0-1 1 0 0,0 0 0 0 0,0-2-1 0 0,0 0 1 0 0,0-1 0 0 0,1-1-1 0 0,-1-1 1 0 0,0 0 0 0 0,-32-14-1 0 0,50 18-55 0 0,0 0-1 0 0,0 0 1 0 0,0-1-1 0 0,1 1 1 0 0,-1 0-1 0 0,0-1 1 0 0,0 1 0 0 0,0 0-1 0 0,1-1 1 0 0,-1 1-1 0 0,0-1 1 0 0,0 1-1 0 0,1-1 1 0 0,-1 0-1 0 0,1 1 1 0 0,-1-1-1 0 0,0 0 1 0 0,1 1-1 0 0,-1-1 1 0 0,1 0-1 0 0,0 0 1 0 0,-1 1-1 0 0,1-1 1 0 0,0 0-1 0 0,-1 0 1 0 0,1 0-1 0 0,0 0 1 0 0,0 1-1 0 0,0-1 1 0 0,-1 0-1 0 0,1 0 1 0 0,0 0-1 0 0,0 0 1 0 0,0 0-1 0 0,1-1 1 0 0,0 1-146 0 0,0 0 0 0 0,0-1 1 0 0,0 1-1 0 0,0 0 0 0 0,0 0 1 0 0,1 0-1 0 0,-1 0 0 0 0,0 0 1 0 0,1 0-1 0 0,-1 0 0 0 0,1 0 0 0 0,-1 0 1 0 0,1 1-1 0 0,0-1 0 0 0,-1 1 1 0 0,1-1-1 0 0,2 0 0 0 0,11-1-1889 0 0</inkml:trace>
</inkml:ink>
</file>

<file path=ppt/ink/ink2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6:24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136 152 404 0 0,'0'0'813'0'0,"-2"-4"-19"0"0,2 3-646 0 0,-1 0 0 0 0,1 0 0 0 0,0 0 0 0 0,-1 0 0 0 0,1 0 0 0 0,-1 0 0 0 0,1 0 1 0 0,-1 1-1 0 0,1-1 0 0 0,-1 0 0 0 0,0 0 0 0 0,1 0 0 0 0,-1 1 0 0 0,0-1 0 0 0,0 0 0 0 0,0 1 0 0 0,1-1 0 0 0,-1 1 0 0 0,0-1 1 0 0,0 1-1 0 0,0-1 0 0 0,0 1 0 0 0,0 0 0 0 0,0-1 0 0 0,0 1 0 0 0,0 0 0 0 0,-1 0 0 0 0,-1 0 5 0 0,1 1-1 0 0,0 0 1 0 0,0 0-1 0 0,0 0 0 0 0,0 0 1 0 0,0 0-1 0 0,0 0 1 0 0,0 1-1 0 0,0-1 1 0 0,0 1-1 0 0,1-1 0 0 0,-1 1 1 0 0,0-1-1 0 0,1 1 1 0 0,-2 2-1 0 0,-7 9 172 0 0,0 0-1 0 0,1 0 1 0 0,0 1-1 0 0,1 0 1 0 0,1 1 0 0 0,0 0-1 0 0,1 0 1 0 0,-8 30-1 0 0,13-43-177 0 0,5 12 93 0 0,0-15-222 0 0,0 1-1 0 0,1-1 1 0 0,-1 0 0 0 0,0-1-1 0 0,-1 1 1 0 0,1-1 0 0 0,0 1-1 0 0,0-1 1 0 0,-1 0 0 0 0,1 0-1 0 0,-1-1 1 0 0,1 1 0 0 0,-1-1-1 0 0,0 0 1 0 0,0 0 0 0 0,0 0-1 0 0,-1 0 1 0 0,1 0 0 0 0,2-4-1 0 0,1-3 13 0 0,1 0-1 0 0,-1-1 0 0 0,-1 1 1 0 0,0-1-1 0 0,6-18 0 0 0,-11 27-6 0 0,1 0-14 0 0,2-3-14 0 0,-2 3-4 0 0,1 9-43 0 0,-1 0 39 0 0,2 0 0 0 0,-1 0 1 0 0,1-1-1 0 0,0 1 0 0 0,0-1 0 0 0,5 7 1 0 0,-7-11 6 0 0,1 0 0 0 0,0 0 0 0 0,0 0 1 0 0,0 0-1 0 0,0 0 0 0 0,0-1 1 0 0,1 1-1 0 0,-1-1 0 0 0,0 1 1 0 0,1-1-1 0 0,-1 0 0 0 0,1 0 0 0 0,-1 0 1 0 0,1 0-1 0 0,0 0 0 0 0,-1-1 1 0 0,1 1-1 0 0,0-1 0 0 0,0 0 1 0 0,-1 0-1 0 0,1 0 0 0 0,5 0 0 0 0,0-2 0 0 0,0 0-1 0 0,1 0 1 0 0,-1 0-1 0 0,-1-1 0 0 0,1 0 1 0 0,0-1-1 0 0,-1 0 1 0 0,10-6-1 0 0,-13 8 7 0 0,0-1-1 0 0,0 0 1 0 0,0 0-1 0 0,0 0 1 0 0,-1-1 0 0 0,1 1-1 0 0,-1-1 1 0 0,0 0 0 0 0,0 0-1 0 0,0 0 1 0 0,0 0-1 0 0,-1 0 1 0 0,1-1 0 0 0,-1 1-1 0 0,2-9 1 0 0,8-14 445 0 0,-18 33-438 0 0,-10 17 24 0 0,15-17-36 0 0,0 0 0 0 0,1 0-1 0 0,0 0 1 0 0,1 0-1 0 0,-1 0 1 0 0,1-1-1 0 0,0 1 1 0 0,1 0-1 0 0,-1 0 1 0 0,1 0 0 0 0,0-1-1 0 0,1 1 1 0 0,-1-1-1 0 0,5 6 1 0 0,-5-8-8 0 0,1-1 0 0 0,-1 1 0 0 0,1-1 0 0 0,0 0 0 0 0,-1 0 0 0 0,1 0 0 0 0,0 0 0 0 0,0 0 1 0 0,0-1-1 0 0,1 0 0 0 0,-1 1 0 0 0,0-1 0 0 0,1 0 0 0 0,-1-1 0 0 0,0 1 0 0 0,1-1 0 0 0,-1 1 0 0 0,1-1 0 0 0,-1 0 0 0 0,1 0 1 0 0,-1 0-1 0 0,1-1 0 0 0,-1 1 0 0 0,0-1 0 0 0,1 0 0 0 0,-1 0 0 0 0,0 0 0 0 0,1 0 0 0 0,-1-1 0 0 0,3-1 0 0 0,4-3-5 0 0,0 0 0 0 0,-1-1 0 0 0,0 0 0 0 0,0 0-1 0 0,-1-1 1 0 0,0 0 0 0 0,0 0 0 0 0,12-18 0 0 0,-1 6 261 0 0,-19 20-240 0 0,0 0 0 0 0,0 0 0 0 0,1 0-1 0 0,-1 0 1 0 0,0 0 0 0 0,0-1 0 0 0,1 1 0 0 0,-1 0-1 0 0,0 0 1 0 0,0 0 0 0 0,1 0 0 0 0,-1 0 0 0 0,0 0-1 0 0,1 0 1 0 0,-1 0 0 0 0,0 0 0 0 0,0 0 0 0 0,1 0 0 0 0,-1 0-1 0 0,0 1 1 0 0,0-1 0 0 0,1 0 0 0 0,-1 0 0 0 0,0 0-1 0 0,0 0 1 0 0,1 0 0 0 0,-1 0 0 0 0,0 1 0 0 0,0-1-1 0 0,1 0 1 0 0,-1 0 0 0 0,0 0 0 0 0,0 1 0 0 0,0-1-1 0 0,0 0 1 0 0,1 0 0 0 0,-1 1 0 0 0,0-1 0 0 0,0 0-1 0 0,0 1 1 0 0,5 41-80 0 0,-3-9 105 0 0,-2-32-20 0 0,1 2-1 0 0,0 6-1 0 0,-1-9 3 0 0,0 1 0 0 0,0-1 1 0 0,0 0-1 0 0,0 1 0 0 0,0-1 0 0 0,0 0 0 0 0,0 1 1 0 0,0-1-1 0 0,0 0 0 0 0,0 1 0 0 0,0-1 0 0 0,0 0 0 0 0,1 1 1 0 0,-1-1-1 0 0,0 0 0 0 0,0 1 0 0 0,0-1 0 0 0,1 0 0 0 0,-1 1 1 0 0,0-1-1 0 0,0 0 0 0 0,1 0 0 0 0,-1 0 0 0 0,0 1 0 0 0,1-1 1 0 0,-1 0-1 0 0,0 0 0 0 0,0 0 0 0 0,1 1 0 0 0,-1-1 1 0 0,0 0-1 0 0,1 0 0 0 0,-1 0 0 0 0,1 0 0 0 0,-1 0 0 0 0,15-6 116 0 0,19-25-181 0 0,-25 22-15 0 0,-6 7 25 0 0,0 1 0 0 0,0-1 0 0 0,1 0 0 0 0,-1 1 0 0 0,1 0 0 0 0,-1 0 0 0 0,1 0 0 0 0,-1 0 1 0 0,1 1-1 0 0,-1 0 0 0 0,1-1 0 0 0,0 1 0 0 0,-1 0 0 0 0,1 1 0 0 0,0-1 0 0 0,-1 1 0 0 0,1-1 0 0 0,-1 1 0 0 0,1 0 0 0 0,-1 0 0 0 0,1 1 1 0 0,3 1-1 0 0,-2-1-11 0 0,1 0 1 0 0,-1 0 0 0 0,1-1 0 0 0,-1 0 0 0 0,1 0 0 0 0,0 0 0 0 0,7-1 0 0 0,-10-1 73 0 0,0 0 1 0 0,-1 0 0 0 0,1 0-1 0 0,0 0 1 0 0,-1-1 0 0 0,1 1-1 0 0,-1-1 1 0 0,0 0 0 0 0,1 1-1 0 0,-1-1 1 0 0,0 0 0 0 0,0-1-1 0 0,0 1 1 0 0,-1 0 0 0 0,1 0 0 0 0,0-1-1 0 0,-1 1 1 0 0,1-1 0 0 0,-1 1-1 0 0,0-1 1 0 0,0 0 0 0 0,1-5-1 0 0,3-5 140 0 0,-2-1 0 0 0,1 1 0 0 0,1-17 0 0 0,10-83 2304 0 0,-16 103-1254 0 0,-1 12-490 0 0,-4 30-295 0 0,-2 54-398 0 0,22 95-1479 0 0,-6-114-8172 0 0</inkml:trace>
</inkml:ink>
</file>

<file path=ppt/ink/ink2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6:24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588 366 212 0 0,'43'-17'6279'0'0,"-3"9"-4105"0"0,13-4-1807 0 0,-52 12-713 0 0</inkml:trace>
  <inkml:trace contextRef="#ctx0" brushRef="#br0" timeOffset="1">20 40 308 0 0,'-6'-5'2272'0'0,"-2"-4"372"0"0,3-3-795 0 0,20 0-2041 0 0,-1 10-1289 0 0</inkml:trace>
</inkml:ink>
</file>

<file path=ppt/ink/ink2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6:08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45 76 0 0,'0'0'4232'0'0,"0"4"-3726"0"0,1 13 218 0 0,-1-1 0 0 0,-5 31 0 0 0,0 16 744 0 0,-7 16 864 0 0,12-76-1345 0 0,0-3-951 0 0,0 0-1 0 0,0 0 1 0 0,0 0-1 0 0,0 1 1 0 0,0-1-1 0 0,1 0 1 0 0,-1 0-1 0 0,0 1 1 0 0,0-1-1 0 0,0 0 0 0 0,0 0 1 0 0,0 0-1 0 0,0 1 1 0 0,0-1-1 0 0,0 0 1 0 0,0 0-1 0 0,-1 1 1 0 0,1-1-1 0 0,0 0 1 0 0,0 0-1 0 0,0 1 1 0 0,0-1-1 0 0,0 0 1 0 0,0 0-1 0 0,0 0 1 0 0,0 1-1 0 0,-1-1 1 0 0,1 0-1 0 0,0 0 1 0 0,0 0-1 0 0,0 0 1 0 0,0 1-1 0 0,-1-1 1 0 0,1 0-1 0 0,0 0 1 0 0,0 0-1 0 0,0 0 1 0 0,-1 0-1 0 0,1 0 1 0 0,0 0-1 0 0,0 0 1 0 0,-1 1-1 0 0,1-1 1 0 0,0 0-1 0 0,0 0 1 0 0,0 0-1 0 0,-1 0 1 0 0,1 0-1 0 0,0 0 1 0 0,0 0-1 0 0,-1 0 1 0 0,1 0-1 0 0,0-1 1 0 0,0 1-1 0 0,-1 0 1 0 0,1 0-1 0 0,0 0 1 0 0,0 0-1 0 0,-1 0 1 0 0,-4-7 45 0 0,1-1-1 0 0,0 1 1 0 0,0-1 0 0 0,0 0 0 0 0,1 0 0 0 0,0 0 0 0 0,0 0 0 0 0,1-1 0 0 0,0 1 0 0 0,1-1 0 0 0,0 1-1 0 0,0-14 1 0 0,1-1 2 0 0,1 1-1 0 0,1 0 1 0 0,1 0-1 0 0,10-38 1 0 0,-12 59-92 0 0,-1 0 0 0 0,1 0 0 0 0,-1 1 0 0 0,1-1 0 0 0,-1 0 0 0 0,1 0 0 0 0,0 1 0 0 0,0-1 0 0 0,-1 0 0 0 0,1 1 0 0 0,0-1 0 0 0,0 0 0 0 0,0 1 0 0 0,-1-1 1 0 0,1 1-1 0 0,0 0 0 0 0,0-1 0 0 0,0 1 0 0 0,0 0 0 0 0,0-1 0 0 0,0 1 0 0 0,0 0 0 0 0,0 0 0 0 0,0 0 0 0 0,0 0 0 0 0,0 0 0 0 0,0 0 0 0 0,0 0 0 0 0,0 0 0 0 0,0 0 0 0 0,0 1 0 0 0,0-1 0 0 0,0 0 1 0 0,0 1-1 0 0,0-1 0 0 0,0 1 0 0 0,-1-1 0 0 0,1 1 0 0 0,1 0 0 0 0,38 20-209 0 0,-39-20 206 0 0,30 22-106 0 0,-2 0 0 0 0,0 3 1 0 0,35 39-1 0 0,27 25-7 0 0,30 20-261 0 0,-99-90 619 0 0,-20-19 10 0 0,1-4-133 0 0,0-1-61 0 0,0 0 0 0 0,0 0 0 0 0,-1 0 0 0 0,1 0 0 0 0,-1-1 0 0 0,0 0 0 0 0,0 1 0 0 0,0-1 0 0 0,-1 0 0 0 0,0 0 0 0 0,0 0 0 0 0,0 0 0 0 0,0 0 0 0 0,-1-7 0 0 0,2-88 283 0 0,-3 70-235 0 0,1-64-2934 0 0,0 93 1958 0 0</inkml:trace>
</inkml:ink>
</file>

<file path=ppt/ink/ink2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6:08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39 199 548 0 0,'20'76'3898'0'0,"-14"-49"-3189"0"0,1 0 0 0 0,1-1 1 0 0,2 0-1 0 0,13 26 0 0 0,1-13 4702 0 0,-28-59-5195 0 0,1-5-1 0 0,1 0 0 0 0,0-1 0 0 0,2 0 0 0 0,1 1 1 0 0,1-1-1 0 0,2 1 0 0 0,10-45 0 0 0,-10 57-191 0 0,0 0 0 0 0,0 1 1 0 0,1 0-1 0 0,1-1 0 0 0,0 2 0 0 0,0-1 0 0 0,1 1 1 0 0,1 0-1 0 0,0 0 0 0 0,0 1 0 0 0,1 0 0 0 0,1 1 1 0 0,-1 0-1 0 0,1 0 0 0 0,1 1 0 0 0,15-9 0 0 0,-24 15-47 0 0,1 1 0 0 0,-1-1 0 0 0,0 1-1 0 0,1 0 1 0 0,-1 0 0 0 0,1 0 0 0 0,0 0 0 0 0,-1 0-1 0 0,1 1 1 0 0,0-1 0 0 0,-1 1 0 0 0,1 0-1 0 0,0 0 1 0 0,0 0 0 0 0,-1 0 0 0 0,1 0-1 0 0,0 0 1 0 0,-1 1 0 0 0,1 0 0 0 0,3 0-1 0 0,-5 0 14 0 0,-1-1 0 0 0,1 0-1 0 0,-1 1 1 0 0,0-1-1 0 0,1 0 1 0 0,-1 1-1 0 0,0-1 1 0 0,0 0-1 0 0,1 1 1 0 0,-1-1 0 0 0,0 0-1 0 0,0 1 1 0 0,1-1-1 0 0,-1 1 1 0 0,0-1-1 0 0,0 1 1 0 0,0-1-1 0 0,0 0 1 0 0,0 1 0 0 0,1-1-1 0 0,-1 1 1 0 0,0-1-1 0 0,0 1 1 0 0,0-1-1 0 0,0 1 1 0 0,-1-1-1 0 0,1 1 1 0 0,0-1 0 0 0,0 1-1 0 0,0-1 1 0 0,0 0-1 0 0,0 1 1 0 0,0-1-1 0 0,-1 1 1 0 0,1-1 0 0 0,0 0-1 0 0,0 1 1 0 0,-1-1-1 0 0,0 1 1 0 0,-9 14-140 0 0,10-14 145 0 0,-11 10-200 0 0,-1 0 0 0 0,-1 0 1 0 0,0-2-1 0 0,0 1 0 0 0,0-2 0 0 0,-1 1 1 0 0,-1-2-1 0 0,-15 6 0 0 0,-8 6-459 0 0,-43 21-1587 0 0,25-18-2475 0 0,27-11 1795 0 0</inkml:trace>
</inkml:ink>
</file>

<file path=ppt/ink/ink2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6:26.8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667 97 416 0 0,'-17'-97'9922'0'0,"14"105"-9688"0"0,-350 742 1498 0 0,247-509-1426 0 0,74-161 17 0 0,-3 0 0 0 0,-60 96 0 0 0,70-132 158 0 0,25-42-450 0 0,42-63-9182 0 0,-26 40 6371 0 0</inkml:trace>
</inkml:ink>
</file>

<file path=ppt/ink/ink2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6:27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20 720 0 0,'3'-12'1422'0'0,"-3"12"-1365"0"0,0 0 0 0 0,0-1 0 0 0,0 1 0 0 0,0 0 1 0 0,0 0-1 0 0,0-1 0 0 0,0 1 0 0 0,1 0 0 0 0,-1-1 0 0 0,0 1 1 0 0,0 0-1 0 0,0-1 0 0 0,0 1 0 0 0,0 0 0 0 0,1 0 1 0 0,-1-1-1 0 0,0 1 0 0 0,0 0 0 0 0,0 0 0 0 0,1-1 0 0 0,-1 1 1 0 0,0 0-1 0 0,0 0 0 0 0,1 0 0 0 0,-1-1 0 0 0,0 1 0 0 0,0 0 1 0 0,1 0-1 0 0,-1 0 0 0 0,0 0 0 0 0,1 0 0 0 0,-1 0 0 0 0,0 0 1 0 0,0 0-1 0 0,1 0 0 0 0,-1-1 0 0 0,0 1 0 0 0,1 0 1 0 0,-1 1-1 0 0,0-1 0 0 0,1 0 0 0 0,36 28 867 0 0,-2 2-1 0 0,56 62 0 0 0,-24-24-277 0 0,152 151 1151 0 0,332 298 1398 0 0,-275-283-1471 0 0,-266-225-2242 0 0,20 17 1797 0 0,-21-20-4150 0 0,-1-4-3467 0 0</inkml:trace>
</inkml:ink>
</file>

<file path=ppt/ink/ink2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6:29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89 596 0 0,'0'0'7347'0'0,"-19"-1"-6331"0"0,15 65 591 0 0,-10 66-1 0 0,4-57-1000 0 0,2-25-195 0 0,8-47-347 0 0,-1 1 84 0 0,1-1-89 0 0,0-1-1 0 0,1 1 1 0 0,-1-1-1 0 0,0 1 1 0 0,0-1 0 0 0,0 1-1 0 0,0-1 1 0 0,0 1 0 0 0,0-1-1 0 0,0 1 1 0 0,0-1 0 0 0,-1 0-1 0 0,1 1 1 0 0,0-1 0 0 0,0 1-1 0 0,0-1 1 0 0,0 1-1 0 0,-1-1 1 0 0,1 1 0 0 0,0-1-1 0 0,0 0 1 0 0,-1 1 0 0 0,1-1-1 0 0,0 0 1 0 0,-1 1 0 0 0,1-1-1 0 0,0 0 1 0 0,-1 1 0 0 0,1-1-1 0 0,-1 0 1 0 0,1 0-1 0 0,0 1 1 0 0,-2-1 0 0 0,-3-17 22 0 0,-1 0 0 0 0,2 0 0 0 0,0 0 0 0 0,2-1 0 0 0,-1 1 1 0 0,2-1-1 0 0,1 0 0 0 0,2-31 0 0 0,-1 37-66 0 0,0-1-1 0 0,1 1 1 0 0,1 0 0 0 0,0 0-1 0 0,0 0 1 0 0,1 0 0 0 0,1 0 0 0 0,0 1-1 0 0,1 0 1 0 0,0 0 0 0 0,0 0-1 0 0,1 1 1 0 0,16-19 0 0 0,-16 24-22 0 0,0-1-1 0 0,-1 1 1 0 0,2 0 0 0 0,-1 1 0 0 0,0 0 0 0 0,1 0-1 0 0,0 1 1 0 0,0 0 0 0 0,0 0 0 0 0,0 0 0 0 0,1 1 0 0 0,-1 1-1 0 0,1-1 1 0 0,-1 2 0 0 0,1-1 0 0 0,-1 1 0 0 0,1 0-1 0 0,0 1 1 0 0,-1-1 0 0 0,1 2 0 0 0,-1-1 0 0 0,0 2-1 0 0,1-1 1 0 0,-1 1 0 0 0,8 3 0 0 0,-9-3-5 0 0,0 1 0 0 0,-1-1-1 0 0,1 1 1 0 0,-1 0 0 0 0,0 1 0 0 0,0 0 0 0 0,0 0 0 0 0,0 0 0 0 0,-1 0 0 0 0,0 1 0 0 0,0 0 0 0 0,0 0-1 0 0,-1 1 1 0 0,0-1 0 0 0,0 1 0 0 0,-1 0 0 0 0,0 0 0 0 0,0 0 0 0 0,0 0 0 0 0,-1 0 0 0 0,0 1 0 0 0,-1-1-1 0 0,0 1 1 0 0,0-1 0 0 0,0 1 0 0 0,-1-1 0 0 0,0 1 0 0 0,-1 8 0 0 0,-1-8 17 0 0,1 0 0 0 0,-2-1 1 0 0,1 1-1 0 0,-1-1 0 0 0,0 0 1 0 0,0 0-1 0 0,-1 0 0 0 0,0 0 1 0 0,0-1-1 0 0,0 0 0 0 0,-1 1 1 0 0,0-2-1 0 0,-1 1 0 0 0,1 0 1 0 0,-1-1-1 0 0,-10 7 0 0 0,-9 5-1182 0 0,0-2 0 0 0,-53 25 0 0 0,55-30-772 0 0,7-9-3206 0 0</inkml:trace>
</inkml:ink>
</file>

<file path=ppt/ink/ink2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6:30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0 404 616 0 0,'0'0'791'0'0,"37"9"3875"0"0,-10-15-3758 0 0,1 0-1 0 0,29-12 0 0 0,-47 14-582 0 0,-1 0 0 0 0,1 0 0 0 0,-1-1 0 0 0,-1 0 0 0 0,1-1 0 0 0,-1 0 0 0 0,0 0 0 0 0,0-1 0 0 0,10-12 0 0 0,-11 4 927 0 0,-18 14-494 0 0,7 2-720 0 0,1 0 1 0 0,0 0 0 0 0,-1 1 0 0 0,1 0 0 0 0,0-1-1 0 0,0 1 1 0 0,0 0 0 0 0,0 0 0 0 0,-5 5 0 0 0,6-5-25 0 0,0 0 0 0 0,0 1 0 0 0,1-1 0 0 0,-1 1 1 0 0,0 0-1 0 0,1-1 0 0 0,0 1 0 0 0,-1 0 0 0 0,1 0 1 0 0,0 0-1 0 0,1 0 0 0 0,-1 0 0 0 0,0 0 0 0 0,1 0 0 0 0,0 0 1 0 0,-1 0-1 0 0,1 1 0 0 0,1-1 0 0 0,-1 0 0 0 0,0 0 1 0 0,1 0-1 0 0,-1 0 0 0 0,2 4 0 0 0,-1-5-15 0 0,1 0 0 0 0,-1 1 0 0 0,0-1 0 0 0,1 0 0 0 0,-1 0 0 0 0,1 0 0 0 0,-1 0 0 0 0,1-1 0 0 0,0 1 0 0 0,0 0 0 0 0,0-1-1 0 0,0 1 1 0 0,0-1 0 0 0,0 0 0 0 0,0 1 0 0 0,1-1 0 0 0,-1 0 0 0 0,0 0 0 0 0,1-1 0 0 0,-1 1 0 0 0,1 0 0 0 0,-1-1 0 0 0,1 0 0 0 0,-1 1 0 0 0,1-1 0 0 0,-1 0 0 0 0,1 0-1 0 0,-1-1 1 0 0,3 1 0 0 0,6-2-4 0 0,0 0 0 0 0,0 0 0 0 0,-1-1 1 0 0,1 0-1 0 0,-1-1 0 0 0,0 0 0 0 0,0-1 0 0 0,0 0 0 0 0,-1-1 0 0 0,1 0 0 0 0,-1 0 0 0 0,-1-1 0 0 0,1 0 0 0 0,-1 0 0 0 0,-1-1 0 0 0,1 0 0 0 0,-1 0 0 0 0,-1-1 0 0 0,1 0 0 0 0,-1 0 0 0 0,6-15 0 0 0,-2 2 241 0 0,-1 0 1 0 0,0-1-1 0 0,-2 0 0 0 0,-1 0 1 0 0,-1-1-1 0 0,-1 0 0 0 0,-1 0 1 0 0,0-42-1 0 0,-2 65-139 0 0,-1-1 0 0 0,0 0 1 0 0,0 0-1 0 0,0 1 0 0 0,0-1 0 0 0,0 0 1 0 0,0 0-1 0 0,0 1 0 0 0,0-1 0 0 0,-1 0 1 0 0,1 0-1 0 0,0 1 0 0 0,-1-1 0 0 0,0 1 1 0 0,1-1-1 0 0,-1 0 0 0 0,0 1 0 0 0,-1-3 1 0 0,1 5-66 0 0,0 0 1 0 0,0-1-1 0 0,0 1 1 0 0,0 0-1 0 0,0 0 1 0 0,0 0 0 0 0,0 0-1 0 0,1 0 1 0 0,-1 0-1 0 0,0 0 1 0 0,1 0-1 0 0,-1 0 1 0 0,0 0-1 0 0,1 0 1 0 0,0 0-1 0 0,-1 0 1 0 0,1 1 0 0 0,-1 1-1 0 0,-4 15 64 0 0,0 0 0 0 0,2 0 0 0 0,0 0 0 0 0,0 0 0 0 0,1 33 0 0 0,13 92 100 0 0,-7-106-144 0 0,-1-2-469 0 0,2 23-2130 0 0,1-24-2839 0 0</inkml:trace>
</inkml:ink>
</file>

<file path=ppt/ink/ink2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6:30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93 1064 0 0,'6'-5'1076'0'0,"0"-1"-100"0"0,4-2-68 0 0,1-1-56 0 0,2 3-75 0 0,3-3-77 0 0,0 0-92 0 0,3 4-156 0 0,0-1-200 0 0,-3-2-268 0 0,10 3-312 0 0,-7 2-272 0 0,-1-2-520 0 0,1 1-1217 0 0,-1-1 541 0 0</inkml:trace>
</inkml:ink>
</file>

<file path=ppt/ink/ink2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6:32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138 106 784 0 0,'-13'-56'5834'0'0,"12"54"-5121"0"0,1 1-111 0 0,-3-11 1824 0 0,3 12-2402 0 0,0-1 0 0 0,0 1 0 0 0,0 0 0 0 0,0 0 0 0 0,1 0 0 0 0,-1 0 0 0 0,0 0 0 0 0,0-1 0 0 0,0 1 0 0 0,0 0 0 0 0,0 0 0 0 0,0 0 0 0 0,0 0 0 0 0,0 0 0 0 0,0-1 0 0 0,-1 1 1 0 0,1 0-1 0 0,0 0 0 0 0,0 0 0 0 0,0 0 0 0 0,0 0 0 0 0,0-1 0 0 0,0 1 0 0 0,0 0 0 0 0,0 0 0 0 0,0 0 0 0 0,0 0 0 0 0,0 0 0 0 0,0 0 0 0 0,-1-1 0 0 0,1 1 0 0 0,0 0 0 0 0,0 0 0 0 0,0 0 0 0 0,0 0 0 0 0,0 0 0 0 0,0 0 0 0 0,-1 0 0 0 0,1 0 0 0 0,0 0 0 0 0,0 0 0 0 0,0 0 0 0 0,0 0 0 0 0,0 0 0 0 0,-1 0 0 0 0,1 0 0 0 0,0 0 0 0 0,0 0 0 0 0,0 0 0 0 0,0 0 0 0 0,0 0 0 0 0,-1 0 0 0 0,1 0 0 0 0,0 0 0 0 0,0 0 0 0 0,0 0 0 0 0,0 0 0 0 0,0 0 0 0 0,-1 0 0 0 0,1 0 0 0 0,0 0 0 0 0,-20 38 309 0 0,1 0-1 0 0,2 0 0 0 0,1 2 0 0 0,2 0 0 0 0,-9 48 0 0 0,17-66 1456 0 0,9-53-1423 0 0,14-65-417 0 0,-14 79 2 0 0,2 0 1 0 0,0 0-1 0 0,1 0 0 0 0,0 1 1 0 0,1-1-1 0 0,1 2 0 0 0,16-25 1 0 0,-23 39 37 0 0,0 1-1 0 0,0-1 1 0 0,0 0 0 0 0,0 1 0 0 0,0-1-1 0 0,0 1 1 0 0,0 0 0 0 0,0-1 0 0 0,0 1 0 0 0,0 0-1 0 0,0 0 1 0 0,0-1 0 0 0,0 1 0 0 0,0 0-1 0 0,0 0 1 0 0,0 0 0 0 0,1 0 0 0 0,-1 0 0 0 0,0 1-1 0 0,0-1 1 0 0,0 0 0 0 0,0 0 0 0 0,0 1-1 0 0,0-1 1 0 0,0 1 0 0 0,0-1 0 0 0,2 2 0 0 0,24 15-28 0 0,0 9-195 0 0,42 52-1 0 0,9 10-454 0 0,-77-87 710 0 0,-1 0-1 0 0,1 0 1 0 0,0 0 0 0 0,0-1 0 0 0,0 1-1 0 0,0 0 1 0 0,-1 0 0 0 0,1 0 0 0 0,0-1-1 0 0,0 1 1 0 0,1-1 0 0 0,-1 1 0 0 0,0-1-1 0 0,0 1 1 0 0,0-1 0 0 0,0 1 0 0 0,0-1-1 0 0,0 0 1 0 0,1 0 0 0 0,-1 0-1 0 0,0 0 1 0 0,0 1 0 0 0,0-2 0 0 0,1 1-1 0 0,-1 0 1 0 0,0 0 0 0 0,0 0 0 0 0,0 0-1 0 0,0-1 1 0 0,1 1 0 0 0,0-1 0 0 0,1-2 36 0 0,0 1 0 0 0,-1-1 0 0 0,1 0 1 0 0,-1 0-1 0 0,0 0 0 0 0,0 0 1 0 0,0 0-1 0 0,-1 0 0 0 0,1 0 0 0 0,1-4 1 0 0,7-20 326 0 0,13-51 1 0 0,-16 51-746 0 0,18-47 0 0 0,-24 72 123 0 0,-1 0-1 0 0,1 0 1 0 0,0 1 0 0 0,0-1-1 0 0,0 0 1 0 0,1 0-1 0 0,-1 1 1 0 0,0-1 0 0 0,1 0-1 0 0,-1 1 1 0 0,1 0 0 0 0,-1-1-1 0 0,3 0 1 0 0,-3 1-56 0 0,0 1 1 0 0,0 0-1 0 0,1-1 1 0 0,-1 1 0 0 0,0 0-1 0 0,0 0 1 0 0,0 0-1 0 0,1 0 1 0 0,-1 0-1 0 0,0 0 1 0 0,0 0 0 0 0,0 0-1 0 0,0 1 1 0 0,1-1-1 0 0,-1 0 1 0 0,0 1-1 0 0,0-1 1 0 0,0 1 0 0 0,0-1-1 0 0,0 1 1 0 0,0-1-1 0 0,0 1 1 0 0,1 1-1 0 0,6 3-2451 0 0</inkml:trace>
</inkml:ink>
</file>

<file path=ppt/ink/ink2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6:33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1 396 0 0,'-5'4'376'0'0,"1"0"-1"0"0,-1 1 0 0 0,1 0 1 0 0,0 0-1 0 0,0 0 1 0 0,0 0-1 0 0,1 0 1 0 0,0 1-1 0 0,0 0 1 0 0,0 0-1 0 0,1 0 1 0 0,0 0-1 0 0,-2 9 1 0 0,2-8-194 0 0,1 0 0 0 0,1 0-1 0 0,-1 0 1 0 0,1 0 0 0 0,0-1 0 0 0,1 1 0 0 0,-1 0 0 0 0,1 0 0 0 0,1 0 0 0 0,-1 0 0 0 0,1-1 0 0 0,0 1 0 0 0,1-1-1 0 0,0 1 1 0 0,0-1 0 0 0,0 0 0 0 0,1 0 0 0 0,0-1 0 0 0,5 8 0 0 0,-8-12-134 0 0,0-1 0 0 0,0 1 0 0 0,0 0 0 0 0,0-1 0 0 0,-1 1 1 0 0,1-1-1 0 0,0 1 0 0 0,0-1 0 0 0,0 0 0 0 0,0 1 0 0 0,0-1 0 0 0,0 0 0 0 0,0 0 0 0 0,0 1 1 0 0,1-1-1 0 0,-1 0 0 0 0,0 0 0 0 0,0 0 0 0 0,0 0 0 0 0,0-1 0 0 0,0 1 0 0 0,0 0 1 0 0,0 0-1 0 0,0-1 0 0 0,0 1 0 0 0,0 0 0 0 0,0-1 0 0 0,0 1 0 0 0,0-1 0 0 0,-1 1 0 0 0,1-1 1 0 0,0 0-1 0 0,0 1 0 0 0,0-1 0 0 0,0 0 0 0 0,-1 0 0 0 0,2-1 0 0 0,1-1 100 0 0,-1 1 0 0 0,1-1 0 0 0,-1 0 0 0 0,1 0 0 0 0,-1-1 0 0 0,0 1 0 0 0,0-1 0 0 0,0 1 0 0 0,2-8-1 0 0,-3 3 59 0 0,0-1 0 0 0,0 0-1 0 0,-1 0 1 0 0,0 0 0 0 0,-2-17-1 0 0,-1-20-226 0 0,-2 42 163 0 0,1 2-2260 0 0</inkml:trace>
</inkml:ink>
</file>

<file path=ppt/ink/ink2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6:33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7 772 0 0,'-4'4'781'0'0,"2"-1"-591"0"0,0 0 1 0 0,0 0-1 0 0,0 0 1 0 0,0 1-1 0 0,0-1 1 0 0,0 0-1 0 0,1 1 1 0 0,0-1-1 0 0,0 1 1 0 0,0-1-1 0 0,0 1 0 0 0,0 0 1 0 0,1 0-1 0 0,0-1 1 0 0,0 1-1 0 0,0 0 1 0 0,0 0-1 0 0,0-1 1 0 0,1 1-1 0 0,-1 0 1 0 0,1-1-1 0 0,0 1 1 0 0,0 0-1 0 0,1-1 1 0 0,-1 0-1 0 0,1 1 0 0 0,2 3 1 0 0,-3-5-66 0 0,0 1-1 0 0,0-1 1 0 0,1 1 0 0 0,-1-1-1 0 0,1 0 1 0 0,0 1 0 0 0,0-1-1 0 0,0 0 1 0 0,0 0 0 0 0,0 0-1 0 0,0 0 1 0 0,0-1 0 0 0,1 1-1 0 0,-1-1 1 0 0,1 1 0 0 0,-1-1-1 0 0,1 0 1 0 0,-1 0 0 0 0,1 0-1 0 0,0 0 1 0 0,0 0 0 0 0,0-1-1 0 0,-1 1 1 0 0,1-1-1 0 0,0 0 1 0 0,0 0 0 0 0,0 0-1 0 0,0 0 1 0 0,-1 0 0 0 0,1-1-1 0 0,0 1 1 0 0,0-1 0 0 0,0 0-1 0 0,-1 0 1 0 0,1 0 0 0 0,0 0-1 0 0,-1 0 1 0 0,5-3 0 0 0,-1-2 44 0 0,0 0 0 0 0,-1 0 0 0 0,0 0 0 0 0,0-1 0 0 0,0 1 0 0 0,-1-1 0 0 0,0 0 0 0 0,-1-1 0 0 0,1 1 0 0 0,-1-1 0 0 0,2-10 0 0 0,7-13 106 0 0,-12 30-339 0 0,2-10 169 0 0,-1 5-1701 0 0</inkml:trace>
</inkml:ink>
</file>

<file path=ppt/ink/ink2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6:33.8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0 348 0 0,'18'27'4236'0'0,"10"26"-525"0"0,-28-51-3409 0 0,14 5 1385 0 0,-3-10-1351 0 0,1 0 0 0 0,-1-1 0 0 0,0-1-1 0 0,20-10 1 0 0,-16 8 43 0 0,-1 0-1 0 0,1 1 1 0 0,19-6-1 0 0,-29 12-396 0 0,-1-1-1 0 0,1 1 0 0 0,0 0 0 0 0,0 0 1 0 0,0 0-1 0 0,0 1 0 0 0,0-1 1 0 0,-1 1-1 0 0,6 2 0 0 0,25 9-7545 0 0,-26-8 4342 0 0</inkml:trace>
</inkml:ink>
</file>

<file path=ppt/ink/ink2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6:35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14 1000 0 0,'-15'-14'5861'0'0,"12"15"-5745"0"0,1 0 0 0 0,0 0 0 0 0,-1 1-1 0 0,1-1 1 0 0,0 0 0 0 0,0 1 0 0 0,0-1 0 0 0,0 1 0 0 0,0-1-1 0 0,0 1 1 0 0,1 0 0 0 0,-1 0 0 0 0,0 0 0 0 0,1 0-1 0 0,0 0 1 0 0,-1 0 0 0 0,1 0 0 0 0,0 1 0 0 0,0-1-1 0 0,0 0 1 0 0,0 4 0 0 0,-21 58 735 0 0,22-62-812 0 0,-12 54 472 0 0,2 1 1 0 0,3 0-1 0 0,3 0 0 0 0,5 109 1 0 0,1-110-574 0 0,-2-1 0 0 0,-9 63 0 0 0,3-78-3913 0 0,-20 70-1 0 0,21-93 1321 0 0</inkml:trace>
</inkml:ink>
</file>

<file path=ppt/ink/ink2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6:36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15 408 0 0,'-12'-10'4096'0'0,"11"10"-3918"0"0,1-1 0 0 0,-1 1 0 0 0,0-1-1 0 0,1 1 1 0 0,-1 0 0 0 0,0-1 0 0 0,1 1-1 0 0,-1 0 1 0 0,0 0 0 0 0,0-1 0 0 0,0 1 0 0 0,1 0-1 0 0,-1 0 1 0 0,0 0 0 0 0,0 0 0 0 0,1 0-1 0 0,-1 0 1 0 0,0 0 0 0 0,0 0 0 0 0,0 0-1 0 0,1 1 1 0 0,-1-1 0 0 0,0 0 0 0 0,0 0-1 0 0,1 1 1 0 0,-1-1 0 0 0,0 0 0 0 0,1 1-1 0 0,-1-1 1 0 0,0 1 0 0 0,1-1 0 0 0,-1 1-1 0 0,1-1 1 0 0,-2 2 0 0 0,1 0-56 0 0,0 0 0 0 0,1 0 1 0 0,-1 1-1 0 0,0-1 0 0 0,1 0 1 0 0,-1 1-1 0 0,1-1 0 0 0,0 1 0 0 0,0-1 1 0 0,0 1-1 0 0,1 2 0 0 0,36 355 3572 0 0,-36-344-4141 0 0,0 1-1 0 0,-4 31 0 0 0,-7 4-3451 0 0,1-46 1732 0 0</inkml:trace>
</inkml:ink>
</file>

<file path=ppt/ink/ink2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6:37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1 475 76 0 0,'6'2'687'0'0,"17"2"-212"0"0,0 0-1 0 0,-1-1 0 0 0,1-1 0 0 0,0-2 0 0 0,43-3 0 0 0,127-26 733 0 0,-135 19-838 0 0,11-2-16 0 0,0-3 0 0 0,-1-3 0 0 0,116-47 1 0 0,-174 61-310 0 0,0-1 1 0 0,0-1-1 0 0,-1 0 1 0 0,1 0-1 0 0,-2-1 1 0 0,1 0-1 0 0,-1 0 1 0 0,0-1-1 0 0,0 0 1 0 0,-1 0-1 0 0,0-1 1 0 0,0 0-1 0 0,8-16 1 0 0,-12 18 106 0 0,0 1 1 0 0,-1-1 0 0 0,1 0-1 0 0,-1 0 1 0 0,-1 0 0 0 0,0 0-1 0 0,1 0 1 0 0,-2 0 0 0 0,1-1-1 0 0,-1 1 1 0 0,-1 0 0 0 0,1 0-1 0 0,-1 0 1 0 0,0-1 0 0 0,-1 1-1 0 0,1 0 1 0 0,-1 0 0 0 0,-1 1-1 0 0,0-1 1 0 0,0 0 0 0 0,-6-10-1 0 0,4 9 346 0 0,0 1-1 0 0,0 0 1 0 0,0 0-1 0 0,-1 0 1 0 0,-13-11-1 0 0,18 17-277 0 0,0 0-195 0 0,1 1-1 0 0,0 0 1 0 0,-1-1 0 0 0,1 1 0 0 0,-1 0 0 0 0,1 0-1 0 0,0-1 1 0 0,-1 1 0 0 0,1 0 0 0 0,-1 0-1 0 0,1 0 1 0 0,-1-1 0 0 0,1 1 0 0 0,0 0-1 0 0,-1 0 1 0 0,1 0 0 0 0,-1 0 0 0 0,1 0-1 0 0,-1 0 1 0 0,1 0 0 0 0,-1 0 0 0 0,1 0 0 0 0,-1 0-1 0 0,1 0 1 0 0,-1 1 0 0 0,1-1 0 0 0,-1 0-1 0 0,1 0 1 0 0,0 0 0 0 0,-1 1 0 0 0,-4 6 35 0 0,1 1 0 0 0,0 0 0 0 0,1 0 0 0 0,0 0 1 0 0,0 0-1 0 0,1 1 0 0 0,0-1 0 0 0,-2 12 0 0 0,-5 82 247 0 0,5-49-104 0 0,-5 231 938 0 0,9-257-1047 0 0,4-3 162 0 0,-3-24-237 0 0,-1 0-1 0 0,0 0 0 0 0,1 0 0 0 0,-1 0 0 0 0,0 1 1 0 0,1-1-1 0 0,-1 0 0 0 0,0 0 0 0 0,1 0 0 0 0,-1 0 1 0 0,0 0-1 0 0,1 0 0 0 0,-1 0 0 0 0,0 0 1 0 0,1 0-1 0 0,-1 0 0 0 0,0 0 0 0 0,1 0 0 0 0,-1 0 1 0 0,0 0-1 0 0,1-1 0 0 0,-1 1 0 0 0,0 0 0 0 0,0 0 1 0 0,1 0-1 0 0,-1 0 0 0 0,0 0 0 0 0,1-1 1 0 0,-1 1-1 0 0,0 0 0 0 0,0 0 0 0 0,1-1 0 0 0,-1 1 1 0 0,0 0-1 0 0,0-1 0 0 0,28-39 953 0 0,-18 24-1244 0 0,-9 15 254 0 0,0 0-1 0 0,0 0 1 0 0,0 0 0 0 0,0 0-1 0 0,0 0 1 0 0,0 0 0 0 0,0 1-1 0 0,0-1 1 0 0,1 0 0 0 0,-1 0-1 0 0,0 1 1 0 0,0-1 0 0 0,1 1-1 0 0,-1-1 1 0 0,0 1 0 0 0,1 0 0 0 0,-1 0-1 0 0,0-1 1 0 0,1 1 0 0 0,-1 0-1 0 0,1 0 1 0 0,-1 0 0 0 0,0 0-1 0 0,1 1 1 0 0,-1-1 0 0 0,1 0-1 0 0,-1 1 1 0 0,0-1 0 0 0,2 1-1 0 0,48 25-188 0 0,-7-2 5 0 0,-31-20 135 0 0,-8-2 51 0 0,-1-1-1 0 0,1 0 1 0 0,-1 0 0 0 0,0 0-1 0 0,1 0 1 0 0,0-1-1 0 0,-1 1 1 0 0,1-1-1 0 0,5-1 1 0 0,-8 1 40 0 0,0 0-1 0 0,0 0 1 0 0,0 0 0 0 0,0 0-1 0 0,0-1 1 0 0,0 1-1 0 0,0-1 1 0 0,-1 1 0 0 0,1-1-1 0 0,0 0 1 0 0,0 1 0 0 0,-1-1-1 0 0,1 0 1 0 0,0 0 0 0 0,-1 0-1 0 0,1 0 1 0 0,-1-1 0 0 0,1 1-1 0 0,-1 0 1 0 0,1-1 0 0 0,-1 1-1 0 0,0-1 1 0 0,0 1 0 0 0,0-1-1 0 0,0 0 1 0 0,0 1 0 0 0,0-1-1 0 0,0-2 1 0 0,0 2 54 0 0,0 1 133 0 0,7-31 349 0 0,-5 39-877 0 0,1 0 0 0 0,0-1 0 0 0,0 1 0 0 0,1 0 0 0 0,0-1 0 0 0,0 0 0 0 0,1-1 0 0 0,-1 1 0 0 0,1-1 1 0 0,11 8-1 0 0,-4-5-301 0 0,1-1 0 0 0,0 1 1 0 0,0-2-1 0 0,27 9 0 0 0,-36-14 515 0 0,18 7-2035 0 0,1-1-1 0 0,48 6 0 0 0,-25-9-895 0 0</inkml:trace>
</inkml:ink>
</file>

<file path=ppt/ink/ink2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6:37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68 112 0 0,'-3'-8'1193'0'0,"0"1"0"0"0,-1 0 1 0 0,0 0-1 0 0,0 1 0 0 0,-8-10 0 0 0,1 0 2794 0 0,8 21-3698 0 0,0 0 1 0 0,0 1-1 0 0,1-1 1 0 0,0 1 0 0 0,0-1-1 0 0,1 1 1 0 0,-1 0-1 0 0,1-1 1 0 0,0 8 0 0 0,-14 77 215 0 0,3 32 508 0 0,6 218 1 0 0,7-298-1707 0 0,-6 78 1 0 0,-11-41-2221 0 0,13-66 1223 0 0,-2-1-1 0 0,0 1 1 0 0,-11 20 0 0 0,6-18-1477 0 0</inkml:trace>
</inkml:ink>
</file>

<file path=ppt/ink/ink2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6:38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318 12 312 0 0,'15'-11'13893'0'0,"-13"16"-13758"0"0,1 1 1 0 0,-1-1-1 0 0,0 1 0 0 0,0-1 0 0 0,-1 1 0 0 0,1 0 0 0 0,-1 0 0 0 0,-1 0 0 0 0,1 0 0 0 0,-1 6 1 0 0,-4 75 766 0 0,1-34-292 0 0,0-41 27 0 0,-4-24-422 0 0,-12-47-423 0 0,6 22 122 0 0,10 30 66 0 0,0 0-1 0 0,0 0 1 0 0,-1 1-1 0 0,0-1 1 0 0,-1 1-1 0 0,1 0 0 0 0,-1 0 1 0 0,-1 0-1 0 0,1 1 1 0 0,-1-1-1 0 0,0 1 1 0 0,0 1-1 0 0,0-1 1 0 0,0 1-1 0 0,-12-6 0 0 0,12 8 6 0 0,0 0 0 0 0,-1 1 0 0 0,1-1 0 0 0,0 1 0 0 0,-1 0 0 0 0,1 1 0 0 0,-1 0 0 0 0,1 0 0 0 0,-1 0 0 0 0,1 0 1 0 0,-1 1-1 0 0,1 0 0 0 0,0 1 0 0 0,-1 0 0 0 0,1 0 0 0 0,0 0 0 0 0,0 0 0 0 0,0 1 0 0 0,-5 3 0 0 0,5-3 2 0 0,1 0-1 0 0,0 0 1 0 0,0 0 0 0 0,0 1 0 0 0,1 0 0 0 0,-1-1 0 0 0,1 2 0 0 0,0-1 0 0 0,0 0 0 0 0,0 1 0 0 0,1 0 0 0 0,0 0 0 0 0,0 0 0 0 0,0 0 0 0 0,0 0 0 0 0,1 1 0 0 0,0-1 0 0 0,0 1 0 0 0,0-1 0 0 0,1 1 0 0 0,-1 0 0 0 0,2 0 0 0 0,-1 0 0 0 0,1 0 0 0 0,-1 0 0 0 0,2 0-1 0 0,-1-1 1 0 0,1 1 0 0 0,-1 0 0 0 0,2 0 0 0 0,-1 0 0 0 0,1-1 0 0 0,0 1 0 0 0,0 0 0 0 0,0-1 0 0 0,1 0 0 0 0,0 1 0 0 0,0-1 0 0 0,0 0 0 0 0,1-1 0 0 0,-1 1 0 0 0,7 5 0 0 0,-2-2-266 0 0,1-1 1 0 0,-1 0-1 0 0,1-1 1 0 0,1 1-1 0 0,18 8 1 0 0,25 7-8861 0 0</inkml:trace>
</inkml:ink>
</file>

<file path=ppt/ink/ink2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6:38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9 184 0 0,'0'-8'12104'0'0,"-6"37"-11709"0"0,2 0 0 0 0,0 0-1 0 0,2 0 1 0 0,1 32 0 0 0,-5 60-976 0 0,5-105-375 0 0,-2-1-1 0 0,0 1 1 0 0,-1-1 0 0 0,0 0 0 0 0,-9 20-1 0 0,5-21-2050 0 0,-1-1 231 0 0</inkml:trace>
</inkml:ink>
</file>

<file path=ppt/ink/ink2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6:39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80 106 256 0 0,'22'-69'7262'0'0,"-22"67"-6643"0"0,3-8 265 0 0,-9 11 2928 0 0,-3 4-3720 0 0,1 1 0 0 0,0 0 0 0 0,0 0 1 0 0,0 1-1 0 0,1 0 0 0 0,0 0 0 0 0,0 1 1 0 0,1 0-1 0 0,-10 16 0 0 0,14-21-67 0 0,0 1-1 0 0,0-1 1 0 0,0 1 0 0 0,1 0-1 0 0,-1 0 1 0 0,1 0 0 0 0,0 0-1 0 0,0 0 1 0 0,1 0 0 0 0,-1 0-1 0 0,1 0 1 0 0,0 6-1 0 0,1-7-32 0 0,-1-1 0 0 0,1 1 0 0 0,0 0 0 0 0,0-1 0 0 0,0 1-1 0 0,0-1 1 0 0,0 1 0 0 0,1-1 0 0 0,-1 1 0 0 0,1-1 0 0 0,0 0-1 0 0,-1 0 1 0 0,1 0 0 0 0,0 0 0 0 0,0 0 0 0 0,0 0 0 0 0,1-1-1 0 0,-1 1 1 0 0,0 0 0 0 0,4 1 0 0 0,-3-2 4 0 0,0 0-1 0 0,0 0 1 0 0,1 0 0 0 0,-1 0 0 0 0,0 0-1 0 0,0-1 1 0 0,1 0 0 0 0,-1 1 0 0 0,0-1-1 0 0,0 0 1 0 0,1-1 0 0 0,-1 1 0 0 0,0 0-1 0 0,0-1 1 0 0,1 0 0 0 0,-1 0 0 0 0,0 0-1 0 0,0 0 1 0 0,0 0 0 0 0,0-1-1 0 0,0 1 1 0 0,0-1 0 0 0,4-3 0 0 0,-1 0 24 0 0,0 1 0 0 0,0-1 1 0 0,-1 0-1 0 0,0 0 0 0 0,0-1 0 0 0,0 1 1 0 0,0-1-1 0 0,-1 0 0 0 0,5-9 1 0 0,-6 6 101 0 0,0-1 1 0 0,0 1 0 0 0,0-1 0 0 0,-1 0 0 0 0,-1 0 0 0 0,0 0 0 0 0,0 0-1 0 0,-2-18 1 0 0,1 16-15 0 0,-13-11-603 0 0,1 28-4680 0 0,5 8 473 0 0</inkml:trace>
</inkml:ink>
</file>

<file path=ppt/ink/ink2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6:39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18 580 0 0,'0'0'2510'0'0,"-5"1"-1786"0"0,2 0-603 0 0,1-1 0 0 0,0 0 0 0 0,-1 1 0 0 0,1-1 1 0 0,0 1-1 0 0,0 0 0 0 0,-1 0 0 0 0,1 0 0 0 0,0 0 0 0 0,0 0 0 0 0,0 0 1 0 0,0 1-1 0 0,0-1 0 0 0,1 1 0 0 0,-1-1 0 0 0,0 1 0 0 0,1 0 1 0 0,-1-1-1 0 0,1 1 0 0 0,-1 0 0 0 0,1 0 0 0 0,0 0 0 0 0,0 0 1 0 0,0 0-1 0 0,0 1 0 0 0,0-1 0 0 0,0 0 0 0 0,1 0 0 0 0,-1 1 1 0 0,1-1-1 0 0,0 0 0 0 0,-1 1 0 0 0,1-1 0 0 0,0 0 0 0 0,0 1 1 0 0,1 3-1 0 0,-1-4-34 0 0,0 0 0 0 0,0 0 0 0 0,0 0 0 0 0,0 0 0 0 0,1 0 0 0 0,-1 0 0 0 0,0 1 0 0 0,1-1 0 0 0,0 0 0 0 0,-1-1 0 0 0,1 1 0 0 0,0 0 0 0 0,0 0 0 0 0,0 0 0 0 0,0 0 0 0 0,0-1 0 0 0,1 1 0 0 0,-1 0 0 0 0,0-1 0 0 0,1 1 0 0 0,-1-1 0 0 0,1 0 0 0 0,0 1 0 0 0,-1-1 0 0 0,1 0 0 0 0,0 0 1 0 0,0 0-1 0 0,0 0 0 0 0,0 0 0 0 0,0-1 0 0 0,0 1 0 0 0,0 0 0 0 0,4 0 0 0 0,-3-2 165 0 0,6-7 338 0 0,-6 7-508 0 0,-1-1 0 0 0,0 1 0 0 0,1-1 0 0 0,-1 0 0 0 0,0 0 1 0 0,0 0-1 0 0,0 0 0 0 0,0 0 0 0 0,-1 0 0 0 0,4-5 0 0 0,2-16 100 0 0,4-19 321 0 0,-14 13-3949 0 0,2 27 2394 0 0,-6-4-3504 0 0</inkml:trace>
</inkml:ink>
</file>

<file path=ppt/ink/ink2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6:40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1 140 228 0 0,'29'20'3938'0'0,"-12"1"-2457"0"0,-8-11-594 0 0,0 1-1 0 0,-1 0 0 0 0,0 0 0 0 0,-1 1 0 0 0,8 15 0 0 0,-15-25-424 0 0,4 5 375 0 0,0-7 2345 0 0,79-76-1244 0 0,-2 1-2804 0 0,5 6-3756 0 0,-53 44 120 0 0,1-2 341 0 0</inkml:trace>
</inkml:ink>
</file>

<file path=ppt/ink/ink2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6:42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9 264 0 0,'0'0'1733'0'0,"1"-8"5464"0"0,-13 84-6245 0 0,-3 142 0 0 0,18 90 405 0 0,0-179-684 0 0,11 290 2019 0 0,-13-412-3442 0 0,1 27 3019 0 0,-2-25-5503 0 0</inkml:trace>
</inkml:ink>
</file>

<file path=ppt/ink/ink2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6:44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32 548 0 0,'0'0'2519'0'0,"-4"-19"1640"0"0,-1 7 810 0 0,3 21-4919 0 0,-5 13 106 0 0,1 0-1 0 0,1 1 0 0 0,1 0 1 0 0,1 0-1 0 0,1 0 0 0 0,2 0 1 0 0,1 27-1 0 0,6 9 324 0 0,-6-57-397 0 0,-1-1-23 0 0,0 0-48 0 0,0-1 1 0 0,0 1-1 0 0,0-1 0 0 0,0 1 1 0 0,0-1-1 0 0,0 0 1 0 0,0 1-1 0 0,0-1 0 0 0,0 1 1 0 0,0-1-1 0 0,0 1 1 0 0,0-1-1 0 0,0 1 0 0 0,0-1 1 0 0,1 1-1 0 0,-1-1 1 0 0,0 0-1 0 0,0 1 0 0 0,0-1 1 0 0,1 1-1 0 0,-1-1 0 0 0,0 0 1 0 0,1 1-1 0 0,-1-1 1 0 0,0 0-1 0 0,0 1 0 0 0,1-1 1 0 0,-1 0-1 0 0,1 0 1 0 0,-1 1-1 0 0,0-1 0 0 0,1 0 1 0 0,-1 0-1 0 0,1 0 1 0 0,-1 1-1 0 0,1-1 0 0 0,-1 0 1 0 0,0 0-1 0 0,1 0 1 0 0,-1 0-1 0 0,1 0 0 0 0,-1 0 1 0 0,1 0-1 0 0,-1 0 0 0 0,1 0 1 0 0,-1 0-1 0 0,1 0 1 0 0,0-1-1 0 0,35-18 56 0 0,-1-3 0 0 0,43-34 1 0 0,-62 44-189 0 0,-15 12 102 0 0,1-1 1 0 0,-1 1-1 0 0,1 0 1 0 0,-1 0-1 0 0,0 0 1 0 0,1 0-1 0 0,-1 0 1 0 0,1 0-1 0 0,-1 0 1 0 0,0 0 0 0 0,1 1-1 0 0,-1-1 1 0 0,1 0-1 0 0,-1 1 1 0 0,0-1-1 0 0,1 1 1 0 0,-1-1-1 0 0,0 1 1 0 0,0 0-1 0 0,0 0 1 0 0,1 0-1 0 0,-1-1 1 0 0,0 1-1 0 0,0 0 1 0 0,0 0 0 0 0,1 2-1 0 0,31 32-142 0 0,-28-30 109 0 0,-4-3 64 0 0,4 4 78 0 0,0-1 0 0 0,1 1 0 0 0,-1-1-1 0 0,1 0 1 0 0,1 0 0 0 0,9 5-1 0 0,-15-10-52 0 0,1-1-1 0 0,-1 0 0 0 0,1 0 1 0 0,-1 0-1 0 0,1 0 0 0 0,-1 0 1 0 0,1 0-1 0 0,-1 0 0 0 0,0 0 1 0 0,0-1-1 0 0,0 1 1 0 0,0 0-1 0 0,0-1 0 0 0,0 1 1 0 0,0-1-1 0 0,0 1 0 0 0,0-1 1 0 0,0 0-1 0 0,-1 1 0 0 0,1-3 1 0 0,17-35 477 0 0,26-82-1689 0 0,-44 119 394 0 0,3-2-2051 0 0,0 2 1375 0 0</inkml:trace>
</inkml:ink>
</file>

<file path=ppt/ink/ink2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6:44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20 0 0,'0'0'228'0'0,"1"0"1"0"0,-1-1-1 0 0,0 1 0 0 0,1 0 1 0 0,-1-1-1 0 0,1 1 0 0 0,-1 0 1 0 0,1 0-1 0 0,-1 0 0 0 0,0 0 0 0 0,1 0 1 0 0,-1-1-1 0 0,1 1 0 0 0,-1 0 1 0 0,1 0-1 0 0,-1 0 0 0 0,1 0 1 0 0,-1 0-1 0 0,1 0 0 0 0,-1 0 1 0 0,1 0-1 0 0,-1 1 0 0 0,0-1 1 0 0,1 0-1 0 0,-1 0 0 0 0,1 0 1 0 0,-1 0-1 0 0,1 1 0 0 0,-1-1 1 0 0,0 0-1 0 0,1 0 0 0 0,-1 1 0 0 0,0-1 1 0 0,1 0-1 0 0,-1 1 0 0 0,1 0 1 0 0,7 21 2500 0 0,-5 32-2016 0 0,-3-50-157 0 0,1 139 2009 0 0,-7-79-2637 0 0,6-63-246 0 0,-1 8-237 0 0</inkml:trace>
</inkml:ink>
</file>

<file path=ppt/ink/ink2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6:45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1 720 0 0,'-3'2'10730'0'0,"-2"20"-8671"0"0,-3 31-2064 0 0,4 9 1376 0 0,7 99 1 0 0,0-38-495 0 0,-2-71-1312 0 0,-1-50 203 0 0,0 5-86 0 0,-1-4-1007 0 0,-23-89-7544 0 0,23 84 8801 0 0,1 2 96 0 0,0-1 0 0 0,0 0 0 0 0,0 1 1 0 0,0-1-1 0 0,1 1 0 0 0,-1-1 0 0 0,0 1 0 0 0,0-1 0 0 0,0 1 0 0 0,0-1 0 0 0,1 1 0 0 0,-1-1 0 0 0,0 1 0 0 0,1-1 0 0 0,-1 1 1 0 0,0-1-1 0 0,1 1 0 0 0,-1 0 0 0 0,1-1 0 0 0,-1 1 0 0 0,0 0 0 0 0,1-1 0 0 0,-1 1 0 0 0,1 0 0 0 0,-1-1 0 0 0,1 1 0 0 0,-1 0 1 0 0,1 0-1 0 0,-1 0 0 0 0,1-1 0 0 0,0 1 0 0 0,-1 0 0 0 0,1 0 0 0 0,-1 0 0 0 0,1 0 0 0 0,-1 0 0 0 0,1 0 0 0 0,-1 0 0 0 0,1 0 1 0 0,1 1-1 0 0,7-2 133 0 0,0 1 0 0 0,-1-1 0 0 0,1-1 0 0 0,0 1 0 0 0,0-1-1 0 0,0-1 1 0 0,-1 0 0 0 0,1 0 0 0 0,-1-1 0 0 0,0 0 0 0 0,0 0 0 0 0,0-1 0 0 0,-1 0 0 0 0,0 0 0 0 0,0-1 0 0 0,0 0 0 0 0,0 0 0 0 0,8-11 0 0 0,-5 4 132 0 0,-1 0 0 0 0,0 0 0 0 0,-2-1 0 0 0,1-1 0 0 0,-1 1 0 0 0,-1-1 0 0 0,-1 0 0 0 0,0 0 0 0 0,4-28 0 0 0,-8 42-170 0 0,0-1 1 0 0,-1 1-1 0 0,1-1 0 0 0,-1 0 1 0 0,0 1-1 0 0,1-1 0 0 0,-1 0 1 0 0,0 1-1 0 0,0-1 0 0 0,0 0 0 0 0,0 1 1 0 0,0-1-1 0 0,-1 0 0 0 0,1 1 1 0 0,-1-4-1 0 0,-12 24 248 0 0,-16 51-419 0 0,24-50 73 0 0,0-1 1 0 0,-3 31 0 0 0,7-42 21 0 0,0 0 0 0 0,1-1 0 0 0,0 1 0 0 0,1 0 1 0 0,0 0-1 0 0,0-1 0 0 0,0 1 0 0 0,1-1 0 0 0,4 11 0 0 0,-5-16-6 0 0,1 0-1 0 0,-1-1 0 0 0,1 1 0 0 0,0-1 0 0 0,-1 1 1 0 0,1-1-1 0 0,0 0 0 0 0,0 0 0 0 0,0 0 0 0 0,0 0 0 0 0,0 0 1 0 0,0 0-1 0 0,0-1 0 0 0,0 1 0 0 0,1-1 0 0 0,-1 1 0 0 0,0-1 1 0 0,0 0-1 0 0,0 0 0 0 0,1 0 0 0 0,-1 0 0 0 0,0 0 0 0 0,4-1 1 0 0,53-8 479 0 0,-54 8-489 0 0,45-5-610 0 0,-48 5 189 0 0,21 2-2316 0 0</inkml:trace>
</inkml:ink>
</file>

<file path=ppt/ink/ink2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6:45.8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20 100 0 0,'0'0'1052'0'0,"-5"-12"2488"0"0,-1 5-1543 0 0</inkml:trace>
</inkml:ink>
</file>

<file path=ppt/ink/ink2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6:17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57 788 0 0,'3'-12'5248'0'0,"-3"16"-2966"0"0,-4 20-1817 0 0,-26 96 981 0 0,16-57-949 0 0,-1 6 288 0 0,15-67-575 0 0,-1-2 167 0 0,2 1-346 0 0,-1-1 0 0 0,0 0 1 0 0,0 0-1 0 0,0 0 0 0 0,0 0 0 0 0,0 0 0 0 0,0 0 0 0 0,1 1 0 0 0,-1-1 0 0 0,0 0 0 0 0,0 0 0 0 0,0 0 0 0 0,0 0 0 0 0,0 0 1 0 0,0 1-1 0 0,0-1 0 0 0,0 0 0 0 0,0 0 0 0 0,0 0 0 0 0,0 0 0 0 0,0 1 0 0 0,0-1 0 0 0,0 0 0 0 0,0 0 0 0 0,0 0 0 0 0,0 0 1 0 0,0 1-1 0 0,0-1 0 0 0,0 0 0 0 0,0 0 0 0 0,0 0 0 0 0,0 0 0 0 0,0 0 0 0 0,0 1 0 0 0,0-1 0 0 0,-1 0 0 0 0,1 0 0 0 0,0 0 1 0 0,0 0-1 0 0,0 0 0 0 0,0 0 0 0 0,0 1 0 0 0,0-1 0 0 0,-1 0 0 0 0,1 0 0 0 0,0 0 0 0 0,0 0 0 0 0,0 0 0 0 0,0 0 1 0 0,0 0-1 0 0,-1 0 0 0 0,1 0 0 0 0,0 0 0 0 0,0 0 0 0 0,0 0 0 0 0,0 0 0 0 0,-1 0 0 0 0,1 0 0 0 0,0 0 0 0 0,0 0 0 0 0,0 0 1 0 0,-1 0-1 0 0,-3-13 74 0 0,0 0 1 0 0,1 0 0 0 0,0-1 0 0 0,1 1-1 0 0,0-1 1 0 0,2 1 0 0 0,-1-1 0 0 0,2-14-1 0 0,18-115 410 0 0,-15 117-387 0 0,-4 24-142 0 0,0 1-1 0 0,0 0 0 0 0,0-1 1 0 0,1 1-1 0 0,-1 0 0 0 0,0 0 1 0 0,1-1-1 0 0,-1 1 0 0 0,0 0 1 0 0,1 0-1 0 0,0 0 0 0 0,-1 0 1 0 0,1-1-1 0 0,0 1 0 0 0,-1 0 0 0 0,1 0 1 0 0,0 0-1 0 0,0 1 0 0 0,0-1 1 0 0,0 0-1 0 0,0 0 0 0 0,0 0 1 0 0,0 1-1 0 0,0-1 0 0 0,0 0 1 0 0,3 0-1 0 0,-2 1-1 0 0,0 0 0 0 0,1 0 1 0 0,-1 0-1 0 0,0 0 0 0 0,1 1 1 0 0,-1-1-1 0 0,0 1 0 0 0,0-1 0 0 0,0 1 1 0 0,0 0-1 0 0,1 0 0 0 0,-1 0 0 0 0,0 0 1 0 0,2 2-1 0 0,10 7-39 0 0,1 1 1 0 0,-2 0-1 0 0,15 16 0 0 0,-19-19 18 0 0,48 44-82 0 0,102 74 0 0 0,-150-120 234 0 0,1 0 1 0 0,-1-1-1 0 0,1 1 1 0 0,0-2-1 0 0,1 0 1 0 0,13 4-1 0 0,-23-7 151 0 0,2-3-190 0 0,-1 0-1 0 0,1 0 1 0 0,-1 0-1 0 0,0 0 1 0 0,0 0-1 0 0,0 0 1 0 0,0-1-1 0 0,0 1 1 0 0,0-1-1 0 0,-1 1 1 0 0,1-1-1 0 0,-1 0 1 0 0,0 1-1 0 0,0-1 0 0 0,0 0 1 0 0,0 0-1 0 0,0 0 1 0 0,0-4-1 0 0,5-63 738 0 0,-5 44-539 0 0,1-107-1818 0 0,-2 132 626 0 0</inkml:trace>
</inkml:ink>
</file>

<file path=ppt/ink/ink2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6:17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93 309 308 0 0,'0'32'2446'0'0,"14"152"3410"0"0,-12-173-5402 0 0,0 9 4084 0 0,-12-55-4151 0 0,2 1 0 0 0,1-1 0 0 0,1-1 0 0 0,3 1 0 0 0,0-51 0 0 0,3 69-335 0 0,1 0 0 0 0,1 0-1 0 0,0 0 1 0 0,2 0-1 0 0,-1 0 1 0 0,2 1-1 0 0,0-1 1 0 0,1 1-1 0 0,1 0 1 0 0,1 1-1 0 0,0 0 1 0 0,0 0-1 0 0,19-22 1 0 0,-24 33-54 0 0,1 0 0 0 0,0 0 0 0 0,0 1 0 0 0,0-1 0 0 0,0 1 0 0 0,0 0 0 0 0,1 0 0 0 0,-1 1 0 0 0,1-1 0 0 0,0 1 0 0 0,0 0 0 0 0,0 0 0 0 0,0 1 0 0 0,0-1 0 0 0,0 1 0 0 0,1 0 0 0 0,-1 1 0 0 0,0-1 0 0 0,1 1 0 0 0,-1 0 0 0 0,0 0 0 0 0,1 1 0 0 0,-1-1 0 0 0,0 1 0 0 0,0 1 0 0 0,1-1 0 0 0,-1 1 1 0 0,0 0-1 0 0,0 0 0 0 0,-1 0 0 0 0,1 0 0 0 0,0 1 0 0 0,-1 0 0 0 0,0 0 0 0 0,1 0 0 0 0,-1 1 0 0 0,5 5 0 0 0,-8-7-8 0 0,0-1 0 0 0,0 1 0 0 0,0-1 0 0 0,0 1 0 0 0,0 0 0 0 0,0-1-1 0 0,-1 1 1 0 0,1 0 0 0 0,-1 0 0 0 0,1-1 0 0 0,-1 1 0 0 0,0 0 0 0 0,1 0 0 0 0,-1-1 0 0 0,0 1 0 0 0,0 0 0 0 0,-1 0 0 0 0,1 0 0 0 0,0 0 0 0 0,0-1 0 0 0,-1 1 0 0 0,1 0 0 0 0,-1 0 0 0 0,0-1 0 0 0,0 1-1 0 0,1-1 1 0 0,-1 1 0 0 0,0 0 0 0 0,0-1 0 0 0,0 1 0 0 0,-1-1 0 0 0,0 2 0 0 0,-5 4-114 0 0,0 0-1 0 0,-1 0 0 0 0,0-1 1 0 0,-12 9-1 0 0,14-11 30 0 0,-26 17-873 0 0,-1 0 0 0 0,-42 18 1 0 0,-26 1-5206 0 0,56-25 2548 0 0</inkml:trace>
</inkml:ink>
</file>

<file path=ppt/ink/ink2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6:48.2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692 27 264 0 0,'-11'-16'3107'0'0,"3"6"1501"0"0,7 10-4572 0 0,-1 0 1 0 0,1 0-1 0 0,-1 1 0 0 0,0-1 1 0 0,1 1-1 0 0,-1 0 0 0 0,1-1 1 0 0,-1 1-1 0 0,1 0 1 0 0,0 0-1 0 0,-1 0 0 0 0,1 0 1 0 0,0 0-1 0 0,-1 0 1 0 0,1 0-1 0 0,0 1 0 0 0,0-1 1 0 0,0 0-1 0 0,0 0 0 0 0,0 1 1 0 0,-1 2-1 0 0,-27 38 245 0 0,29-42-271 0 0,-186 307 1425 0 0,-59 91 499 0 0,206-338-992 0 0,-76 90 0 0 0,91-119 238 0 0,22-30-824 0 0,0 3-630 0 0,23-23-12987 0 0</inkml:trace>
</inkml:ink>
</file>

<file path=ppt/ink/ink2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6:48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39 272 0 0,'0'-2'370'0'0,"-1"0"1"0"0,1 0-1 0 0,0-1 1 0 0,0 1-1 0 0,0 0 1 0 0,0-1-1 0 0,0 1 0 0 0,0 0 1 0 0,1 0-1 0 0,-1-1 1 0 0,1 1-1 0 0,1-3 1 0 0,-2 4-296 0 0,1 1 0 0 0,-1-1 0 0 0,1 1 0 0 0,-1-1 0 0 0,0 1 0 0 0,1 0 0 0 0,-1-1 0 0 0,1 1 0 0 0,-1 0 1 0 0,1-1-1 0 0,-1 1 0 0 0,1 0 0 0 0,0 0 0 0 0,-1-1 0 0 0,1 1 0 0 0,-1 0 0 0 0,1 0 0 0 0,-1 0 0 0 0,1 0 1 0 0,0 0-1 0 0,-1 0 0 0 0,1 0 0 0 0,-1 0 0 0 0,1 0 0 0 0,0 0 0 0 0,-1 0 0 0 0,1 0 0 0 0,-1 0 0 0 0,2 1 1 0 0,5 2 85 0 0,0 1 0 0 0,0 0 0 0 0,0 0 0 0 0,0 1 0 0 0,9 8 0 0 0,-11-9-98 0 0,234 212 1687 0 0,-35-28-785 0 0,528 367 1255 0 0,-697-531-2233 0 0,-3-1-312 0 0,0 0 0 0 0,30 30-1 0 0,-63-52 184 0 0,-1 0-1 0 0,0 0 1 0 0,0 0-1 0 0,0-1 0 0 0,0 1 1 0 0,1-1-1 0 0,-1 1 0 0 0,0-1 1 0 0,0 0-1 0 0,0 0 0 0 0,0 1 1 0 0,0-2-1 0 0,0 1 1 0 0,-3 0-1 0 0,-15-1-4131 0 0,19 1 3607 0 0,-40-3-2281 0 0</inkml:trace>
</inkml:ink>
</file>

<file path=ppt/ink/ink2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6:49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16 132 0 0,'0'0'320'0'0,"8"-6"-288"0"0,-5-4-416 0 0</inkml:trace>
</inkml:ink>
</file>

<file path=ppt/ink/ink2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6:52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5 820 0 0,'-1'-1'295'0'0,"0"1"-1"0"0,-1-1 0 0 0,1 1 1 0 0,0-1-1 0 0,-1 1 1 0 0,1-1-1 0 0,-1 1 1 0 0,1 0-1 0 0,-1 0 1 0 0,1-1-1 0 0,-1 1 1 0 0,1 0-1 0 0,-1 0 0 0 0,1 1 1 0 0,0-1-1 0 0,-1 0 1 0 0,1 0-1 0 0,-1 1 1 0 0,1-1-1 0 0,-2 2 1 0 0,0-1-108 0 0,1 0 1 0 0,0 1-1 0 0,1-1 1 0 0,-1 1-1 0 0,0 0 1 0 0,0-1-1 0 0,1 1 1 0 0,-1 0-1 0 0,1 0 1 0 0,-1 0-1 0 0,-1 4 1 0 0,-2 7-122 0 0,-1 0 0 0 0,2 0 0 0 0,-6 25 0 0 0,6-19 696 0 0,-55 265 1292 0 0,55-271-2308 0 0,0 2-169 0 0,2-4-7309 0 0</inkml:trace>
</inkml:ink>
</file>

<file path=ppt/ink/ink2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6:52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11 236 0 0,'41'-11'2834'0'0,"-33"12"-2677"0"0,0-1 0 0 0,-1 1 1 0 0,1 1-1 0 0,-1-1 0 0 0,0 1 1 0 0,1 1-1 0 0,-1-1 1 0 0,0 1-1 0 0,0 0 0 0 0,0 1 1 0 0,-1 0-1 0 0,9 5 0 0 0,-5-1 42 0 0,0 1 0 0 0,0 0-1 0 0,0 1 1 0 0,-1-1 0 0 0,-1 2 0 0 0,14 20-1 0 0,-14-19-71 0 0,0 2-1 0 0,-1-1 1 0 0,-1 1-1 0 0,0 0 0 0 0,-1 0 1 0 0,-1 1-1 0 0,0-1 1 0 0,0 1-1 0 0,-2 0 0 0 0,0 0 1 0 0,-1 0-1 0 0,0 0 1 0 0,-2 20-1 0 0,-1-26-35 0 0,0 0 0 0 0,0 0 0 0 0,-1 0-1 0 0,0-1 1 0 0,0 0 0 0 0,-1 1 0 0 0,0-1 0 0 0,-1 0 0 0 0,1-1-1 0 0,-2 1 1 0 0,1-1 0 0 0,-1 0 0 0 0,-8 7 0 0 0,4-4 69 0 0,-1-2 0 0 0,0 1 1 0 0,0-2-1 0 0,-1 1 0 0 0,0-2 0 0 0,0 1 1 0 0,-1-2-1 0 0,-16 6 0 0 0,12-5-17 0 0,1-2 0 0 0,-1 0 0 0 0,0-1 0 0 0,0-1 0 0 0,-1 0 0 0 0,1-1-1 0 0,0-1 1 0 0,0-1 0 0 0,-1 0 0 0 0,1-1 0 0 0,0-1 0 0 0,0-1 0 0 0,1 0 0 0 0,-25-10 0 0 0,40 14-208 0 0,0 0 0 0 0,0-1-1 0 0,1 1 1 0 0,-1 0 0 0 0,0-1 0 0 0,0 1 0 0 0,0 0 0 0 0,0-1-1 0 0,0 1 1 0 0,1-1 0 0 0,-1 0 0 0 0,0 1 0 0 0,0-1 0 0 0,1 1-1 0 0,-1-1 1 0 0,0 0 0 0 0,1 0 0 0 0,-1 1 0 0 0,1-1 0 0 0,-1 0-1 0 0,1 0 1 0 0,-1 0 0 0 0,1 0 0 0 0,-1 0 0 0 0,1 1 0 0 0,0-1-1 0 0,0 0 1 0 0,-1 0 0 0 0,1 0 0 0 0,0 0 0 0 0,0 0-1 0 0,0 0 1 0 0,0 0 0 0 0,0 0 0 0 0,0 0 0 0 0,0 0 0 0 0,1 0-1 0 0,-1 0 1 0 0,0 0 0 0 0,0 0 0 0 0,1 0 0 0 0,-1 1 0 0 0,0-1-1 0 0,1 0 1 0 0,-1 0 0 0 0,2-1 0 0 0,1-2-561 0 0,0 1 0 0 0,1-1 1 0 0,0 1-1 0 0,-1 0 0 0 0,1 0 0 0 0,0 0 1 0 0,1 1-1 0 0,4-3 0 0 0,8-3-1869 0 0</inkml:trace>
</inkml:ink>
</file>

<file path=ppt/ink/ink2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6:53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0 384 704 0 0,'7'1'377'0'0,"0"0"1"0"0,0-1-1 0 0,0 1 0 0 0,0-2 0 0 0,0 1 1 0 0,0-1-1 0 0,0 0 0 0 0,-1 0 0 0 0,1-1 1 0 0,0 0-1 0 0,-1 0 0 0 0,1-1 1 0 0,-1 0-1 0 0,0 0 0 0 0,1 0 0 0 0,-2-1 1 0 0,1 0-1 0 0,0 0 0 0 0,-1 0 0 0 0,0-1 1 0 0,0 0-1 0 0,0 0 0 0 0,0 0 1 0 0,-1 0-1 0 0,0-1 0 0 0,5-7 0 0 0,-9 11 704 0 0,-6 6-1011 0 0,2-2-57 0 0,1 1-1 0 0,0-1 0 0 0,-1 1 1 0 0,1 0-1 0 0,0 0 1 0 0,0 0-1 0 0,0 0 0 0 0,1 1 1 0 0,-1-1-1 0 0,1 1 1 0 0,0 0-1 0 0,0-1 1 0 0,0 1-1 0 0,0 0 0 0 0,1 0 1 0 0,0 0-1 0 0,0 0 1 0 0,0 1-1 0 0,0-1 0 0 0,0 0 1 0 0,1 0-1 0 0,0 1 1 0 0,0-1-1 0 0,0 0 1 0 0,0 0-1 0 0,1 1 0 0 0,0-1 1 0 0,-1 0-1 0 0,2 0 1 0 0,-1 0-1 0 0,2 5 0 0 0,-1-5-12 0 0,0 0 0 0 0,1 0 0 0 0,-1 0 0 0 0,1 0 0 0 0,-1 0 0 0 0,1 0 0 0 0,0-1 0 0 0,0 0 0 0 0,1 0 0 0 0,-1 0 0 0 0,1 0 0 0 0,0 0 0 0 0,-1 0 0 0 0,1-1 0 0 0,0 0 0 0 0,1 0 0 0 0,-1 0 0 0 0,0 0 0 0 0,1-1 0 0 0,-1 0 0 0 0,0 0 0 0 0,1 0 0 0 0,0 0 0 0 0,-1-1 0 0 0,1 1 0 0 0,-1-1 0 0 0,1 0 0 0 0,0-1 0 0 0,-1 1 0 0 0,1-1 0 0 0,-1 0 0 0 0,1 0 0 0 0,-1 0-1 0 0,0-1 1 0 0,1 0 0 0 0,6-3 0 0 0,3-2-7 0 0,0-1-1 0 0,-1 0 0 0 0,0-1 0 0 0,0 0 0 0 0,-1-1 0 0 0,0-1 1 0 0,-1 0-1 0 0,0 0 0 0 0,15-22 0 0 0,-17 19 3 0 0,0 0 0 0 0,-2-1-1 0 0,1 0 1 0 0,-2-1 0 0 0,0 0-1 0 0,-1 0 1 0 0,-1 0 0 0 0,4-22 0 0 0,-4 11 280 0 0,-2-1 1 0 0,0 1 0 0 0,-2-1 0 0 0,-4-32 0 0 0,4 59-211 0 0,0-1 0 0 0,0 0 0 0 0,0 0 0 0 0,0 0 1 0 0,0 1-1 0 0,0-1 0 0 0,-1 0 0 0 0,1 0 0 0 0,-1 1 1 0 0,1-1-1 0 0,-1 0 0 0 0,0 1 0 0 0,0-1 0 0 0,1 0 1 0 0,-1 1-1 0 0,0-1 0 0 0,0 1 0 0 0,-1 0 0 0 0,0-2 1 0 0,1 3-43 0 0,0 0 0 0 0,0 0 0 0 0,0 1 0 0 0,0-1 0 0 0,0 1 0 0 0,0-1 0 0 0,0 1 1 0 0,1-1-1 0 0,-1 1 0 0 0,0-1 0 0 0,0 1 0 0 0,0 0 0 0 0,1-1 0 0 0,-1 1 0 0 0,0 0 1 0 0,1 0-1 0 0,-1-1 0 0 0,1 1 0 0 0,-1 0 0 0 0,1 0 0 0 0,-1 0 0 0 0,1 0 0 0 0,-1 1 1 0 0,-6 14 54 0 0,0-1 0 0 0,-7 28 1 0 0,5 0 57 0 0,2 0 1 0 0,2 0-1 0 0,0 46 1 0 0,-4 47 132 0 0,6-82-498 0 0,3-52 27 0 0,1 15-2281 0 0</inkml:trace>
</inkml:ink>
</file>

<file path=ppt/ink/ink2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6:53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1028 0 0,'38'-8'5130'0'0,"-2"3"-3704"0"0,55 0-1 0 0,-1 7-4111 0 0,-72-2 293 0 0,-2 0 183 0 0</inkml:trace>
</inkml:ink>
</file>

<file path=ppt/ink/ink2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6:55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79 32 0 0,'-8'-24'3842'0'0,"7"13"-608"0"0,1 11-3156 0 0,0 0-1 0 0,0 0 0 0 0,0 0 1 0 0,0 0-1 0 0,0 0 0 0 0,0 0 0 0 0,0-1 1 0 0,0 1-1 0 0,0 0 0 0 0,-12 21 212 0 0,0 1 0 0 0,2 0 0 0 0,-14 42-1 0 0,-17 81 600 0 0,32-108-536 0 0,-1-15 2659 0 0,8-43-2335 0 0,6-51-440 0 0,1 37-160 0 0,6-41-68 0 0,23-84 0 0 0,-34 159-21 0 0,0 1 0 0 0,0-1 0 0 0,0 1 1 0 0,0-1-1 0 0,0 1 0 0 0,0-1 0 0 0,1 1 0 0 0,-1-1 0 0 0,0 1 0 0 0,0-1 0 0 0,1 1 0 0 0,-1 0 0 0 0,0-1 0 0 0,0 1 0 0 0,1-1 0 0 0,-1 1 0 0 0,1 0 0 0 0,-1-1 0 0 0,0 1 0 0 0,1 0 0 0 0,-1-1 0 0 0,1 1 0 0 0,-1 0 1 0 0,0 0-1 0 0,1-1 0 0 0,-1 1 0 0 0,1 0 0 0 0,-1 0 0 0 0,1 0 0 0 0,-1 0 0 0 0,1 0 0 0 0,-1 0 0 0 0,1 0 0 0 0,-1 0 0 0 0,1 0 0 0 0,-1 0 0 0 0,1 0 0 0 0,-1 0 0 0 0,1 0 0 0 0,-1 0 0 0 0,1 0 0 0 0,-1 0 1 0 0,1 0-1 0 0,-1 1 0 0 0,1-1 0 0 0,-1 0 0 0 0,1 0 0 0 0,-1 1 0 0 0,1-1 0 0 0,-1 0 0 0 0,0 1 0 0 0,1-1 0 0 0,-1 0 0 0 0,0 1 0 0 0,1-1 0 0 0,-1 1 0 0 0,1 0 0 0 0,20 27-130 0 0,122 205-321 0 0,-134-221 435 0 0,0-1 0 0 0,1 0 0 0 0,12 10 0 0 0,6 8 259 0 0,-27-28-74 0 0,0-1-129 0 0,0 0 0 0 0,0 0 0 0 0,0-1 0 0 0,0 1 0 0 0,-1 0 0 0 0,1-1 0 0 0,0 1 0 0 0,0-1 0 0 0,0 1 0 0 0,-1-1 0 0 0,1 1 1 0 0,0-1-1 0 0,-1 0 0 0 0,1 1 0 0 0,0-1 0 0 0,-1 0 0 0 0,1 1 0 0 0,-1-1 0 0 0,1 0 0 0 0,-1 0 0 0 0,0 1 0 0 0,1-1 0 0 0,-1 0 0 0 0,1-1 1 0 0,8-35 296 0 0,-4-33-60 0 0,-3 28-385 0 0,12-68 0 0 0,-8 73-1202 0 0,-5 35 1182 0 0,-1 1-1 0 0,1 0 0 0 0,-1 0 1 0 0,1 0-1 0 0,-1 0 0 0 0,1 0 1 0 0,0 0-1 0 0,0 0 1 0 0,0 0-1 0 0,-1 0 0 0 0,1 0 1 0 0,0 0-1 0 0,0 0 1 0 0,0 0-1 0 0,0 1 0 0 0,0-1 1 0 0,1 0-1 0 0,-1 1 0 0 0,0-1 1 0 0,2 0-1 0 0,6-2-5242 0 0</inkml:trace>
</inkml:ink>
</file>

<file path=ppt/ink/ink2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6:55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10 360 0 0,'-3'5'209'0'0,"1"0"0"0"0,-1 0-1 0 0,1 0 1 0 0,0 1 0 0 0,0-1 0 0 0,1 1-1 0 0,0 0 1 0 0,0-1 0 0 0,0 1 0 0 0,0 0-1 0 0,1 0 1 0 0,0-1 0 0 0,0 1 0 0 0,1 0-1 0 0,0 0 1 0 0,1 6 0 0 0,1-1 148 0 0,0-1-1 0 0,1 0 1 0 0,0-1-1 0 0,0 1 1 0 0,1-1-1 0 0,0 1 1 0 0,13 16 1178 0 0,-16-27-1500 0 0,-1 0 0 0 0,1 1 1 0 0,-1-1-1 0 0,1 0 0 0 0,-1 0 0 0 0,0 0 0 0 0,1 0 1 0 0,-1 0-1 0 0,0 0 0 0 0,0 0 0 0 0,0-1 0 0 0,0 1 1 0 0,0 0-1 0 0,0-1 0 0 0,0 1 0 0 0,0-1 0 0 0,0 1 1 0 0,-1-1-1 0 0,1 1 0 0 0,-1-1 0 0 0,1-1 0 0 0,11-36 568 0 0,-8 13-330 0 0,0-2 1 0 0,-2-42-1 0 0,-2 67-467 0 0,-1-3 213 0 0,0 1-1585 0 0</inkml:trace>
</inkml:ink>
</file>

<file path=ppt/ink/ink2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6:56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42 200 0 0,'0'7'284'0'0,"0"0"-1"0"0,1-1 1 0 0,-1 1 0 0 0,1 0 0 0 0,1-1-1 0 0,-1 1 1 0 0,1-1 0 0 0,1 0 0 0 0,-1 0-1 0 0,1 1 1 0 0,0-2 0 0 0,0 1-1 0 0,0 0 1 0 0,1-1 0 0 0,0 1 0 0 0,0-1-1 0 0,1 0 1 0 0,-1 0 0 0 0,1-1-1 0 0,0 1 1 0 0,10 6 0 0 0,-14-11-209 0 0,0 1 0 0 0,0-1-1 0 0,-1 1 1 0 0,1-1 0 0 0,0 1 0 0 0,0-1 0 0 0,0 0 0 0 0,-1 1 0 0 0,1-1-1 0 0,0 0 1 0 0,0 0 0 0 0,0 0 0 0 0,0 0 0 0 0,0 1 0 0 0,0-1 0 0 0,-1 0-1 0 0,1 0 1 0 0,0-1 0 0 0,0 1 0 0 0,0 0 0 0 0,0 0 0 0 0,0 0 0 0 0,-1-1-1 0 0,1 1 1 0 0,0 0 0 0 0,0-1 0 0 0,0 1 0 0 0,0 0 0 0 0,-1-1-1 0 0,1 1 1 0 0,1-2 0 0 0,0-1 51 0 0,1 1 1 0 0,-1-1-1 0 0,1 0 0 0 0,-1 0 1 0 0,0 0-1 0 0,0-1 0 0 0,-1 1 0 0 0,3-5 1 0 0,0-3 42 0 0,0 1 0 0 0,-1-1 0 0 0,0 0 0 0 0,1-17 0 0 0,-2-42-616 0 0,-3 68 2 0 0</inkml:trace>
</inkml:ink>
</file>

<file path=ppt/ink/ink2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6:56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1 296 0 0,'19'78'4342'0'0,"-18"-76"-4096"0"0,-1-2-152 0 0,0 1 0 0 0,0-1 0 0 0,1 1 1 0 0,-1 0-1 0 0,0-1 0 0 0,1 1 0 0 0,-1-1 0 0 0,0 1 0 0 0,1-1 1 0 0,-1 0-1 0 0,1 1 0 0 0,-1-1 0 0 0,1 1 0 0 0,-1-1 0 0 0,1 0 1 0 0,-1 1-1 0 0,1-1 0 0 0,-1 0 0 0 0,1 1 0 0 0,-1-1 1 0 0,1 0-1 0 0,0 0 0 0 0,-1 0 0 0 0,1 0 0 0 0,-1 1 0 0 0,1-1 1 0 0,0 0-1 0 0,-1 0 0 0 0,1 0 0 0 0,1-1 0 0 0,12-9 119 0 0,-6 4 25 0 0,1 0 0 0 0,-1 0-1 0 0,1 1 1 0 0,0 1 0 0 0,12-6-1 0 0,-19 10-177 0 0,1 0-118 0 0,0 0 1 0 0,0 1 0 0 0,-1 0 0 0 0,1-1-1 0 0,0 1 1 0 0,-1 0 0 0 0,1 0 0 0 0,-1 1 0 0 0,1-1-1 0 0,-1 0 1 0 0,0 1 0 0 0,1 0 0 0 0,-1-1-1 0 0,0 1 1 0 0,4 4 0 0 0,14 18-4511 0 0,-19-23 4385 0 0,3 7-1976 0 0</inkml:trace>
</inkml:ink>
</file>

<file path=ppt/ink/ink2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6:57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38 508 0 0,'-27'-30'5596'0'0,"26"29"-4813"0"0,-1-1 227 0 0,-3-2-901 0 0,1 6 3115 0 0,-3 17-3070 0 0,1 0 0 0 0,1 0 0 0 0,1 0 0 0 0,1 1 0 0 0,0-1 0 0 0,2 1 0 0 0,0 23 0 0 0,0-6-9 0 0,5 207 191 0 0,2-75-5733 0 0,-5-152 2541 0 0,1-1 218 0 0</inkml:trace>
</inkml:ink>
</file>

<file path=ppt/ink/ink2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6:58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78 172 0 0,'10'-67'7564'0'0,"-10"65"-5872"0"0,-1-6 2207 0 0,-27 188-2150 0 0,14-84-1362 0 0,-28 110-1 0 0,39-194-885 0 0,-17 50-169 0 0,5-34-1964 0 0,-5-10-3947 0 0</inkml:trace>
</inkml:ink>
</file>

<file path=ppt/ink/ink2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6:58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0 452 232 0 0,'56'-1'678'0'0,"-1"-3"0"0"0,1-2 0 0 0,-1-2 0 0 0,-1-3 0 0 0,0-2 0 0 0,0-3-1 0 0,-1-2 1 0 0,62-30 0 0 0,-102 41-554 0 0,1-1 0 0 0,-1 0-1 0 0,0-1 1 0 0,-1-1 0 0 0,0 0 0 0 0,0-1-1 0 0,-1 0 1 0 0,16-21 0 0 0,-22 25 22 0 0,0 0 1 0 0,0-1 0 0 0,-1 0 0 0 0,0 0-1 0 0,0 0 1 0 0,-1-1 0 0 0,0 1-1 0 0,0-1 1 0 0,-1 0 0 0 0,0 0-1 0 0,-1 0 1 0 0,0 0 0 0 0,0 0-1 0 0,-1 0 1 0 0,0 0 0 0 0,-3-12-1 0 0,3 17-39 0 0,-1 1 0 0 0,0-1 0 0 0,0 1 0 0 0,0 0 0 0 0,-1-1 0 0 0,1 1 0 0 0,-1 0 0 0 0,0 0 0 0 0,0 0 0 0 0,0 0 0 0 0,0 0 0 0 0,-1 0 0 0 0,1 1 0 0 0,-1-1 0 0 0,0 1 0 0 0,1-1 0 0 0,-5-1 0 0 0,5 3-74 0 0,0 0 1 0 0,1 0-1 0 0,-1 0 0 0 0,0 0 0 0 0,0 0 1 0 0,-1 0-1 0 0,1 1 0 0 0,0-1 1 0 0,0 1-1 0 0,0 0 0 0 0,0 0 0 0 0,0 0 1 0 0,0 0-1 0 0,-1 0 0 0 0,1 0 0 0 0,0 0 1 0 0,0 1-1 0 0,0-1 0 0 0,0 1 0 0 0,0-1 1 0 0,0 1-1 0 0,0 0 0 0 0,0 0 0 0 0,0 0 1 0 0,0 0-1 0 0,0 0 0 0 0,0 0 0 0 0,1 1 1 0 0,-3 1-1 0 0,-5 6 17 0 0,1 1 0 0 0,0 0 1 0 0,0 0-1 0 0,1 0 0 0 0,1 1 0 0 0,0 0 0 0 0,0 0 1 0 0,1 1-1 0 0,1 0 0 0 0,-6 20 0 0 0,-1 15 222 0 0,-7 72 0 0 0,9-47 17 0 0,4-45-171 0 0,0-1 69 0 0,1 0 0 0 0,1 0 0 0 0,1 1 0 0 0,1-1 0 0 0,6 48 0 0 0,-3-41 70 0 0,-3-17 1567 0 0,9-22-1775 0 0,-1 0 1 0 0,0-1-1 0 0,-1 1 0 0 0,1-1 0 0 0,-1 0 0 0 0,9-15 0 0 0,12-12-60 0 0,-21 28 12 0 0,10-7-293 0 0,-14 13 274 0 0,0 1 0 0 0,0-1 0 0 0,-1 1 0 0 0,1-1 0 0 0,0 1 0 0 0,-1-1 0 0 0,1 1 0 0 0,0 0 0 0 0,-1 0-1 0 0,1 0 1 0 0,-1 0 0 0 0,1 0 0 0 0,-1 0 0 0 0,2 2 0 0 0,3 2 18 0 0,0 1-1 0 0,0-1 1 0 0,1-1 0 0 0,0 1 0 0 0,-1-1-1 0 0,1 0 1 0 0,1-1 0 0 0,-1 0 0 0 0,0 0-1 0 0,1 0 1 0 0,0-1 0 0 0,0 0-1 0 0,-1-1 1 0 0,1 0 0 0 0,0 0 0 0 0,0 0-1 0 0,0-1 1 0 0,0 0 0 0 0,12-2 0 0 0,-16 0 223 0 0,0 0 0 0 0,0-1 0 0 0,0 1 0 0 0,-1-1 0 0 0,0 1 0 0 0,1-1 0 0 0,-1 0 0 0 0,0 0 0 0 0,0-1 0 0 0,0 1 0 0 0,3-6 0 0 0,3-2 610 0 0,-8 10-1009 0 0,25 6-2145 0 0,-1 1 296 0 0,46 16 0 0 0,-41-11-1902 0 0,44 9 0 0 0,-29-13 303 0 0</inkml:trace>
</inkml:ink>
</file>

<file path=ppt/ink/ink2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6:59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12 152 0 0,'-2'-12'8948'0'0,"-7"35"-7140"0"0,-10 48-1577 0 0,-62 472 2515 0 0,56-376-4667 0 0,1-57-5543 0 0,19-95 4932 0 0</inkml:trace>
</inkml:ink>
</file>

<file path=ppt/ink/ink2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7:00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0 744 0 0,'0'0'12190'0'0,"4"18"-11391"0"0,-5-7-571 0 0,0 0-1 0 0,-1 0 0 0 0,0 0 1 0 0,-1 0-1 0 0,-3 11 0 0 0,-5 14 219 0 0,-56 240 1996 0 0,67-274-2369 0 0,12-17-42 0 0,0-1-1 0 0,1 1 0 0 0,1 1 1 0 0,0 1-1 0 0,23-18 0 0 0,-34 29-58 0 0,1 0 0 0 0,0 0 1 0 0,-1 0-1 0 0,1 0 0 0 0,0 0 0 0 0,0 1 0 0 0,0-1 0 0 0,0 1 0 0 0,7-1 0 0 0,-9 2 20 0 0,-1 0 0 0 0,1 1-1 0 0,-1-1 1 0 0,1 0 0 0 0,-1 1 0 0 0,1-1 0 0 0,-1 1 0 0 0,0-1 0 0 0,1 1-1 0 0,-1-1 1 0 0,0 1 0 0 0,1 0 0 0 0,-1 0 0 0 0,0 0 0 0 0,0 0-1 0 0,0 0 1 0 0,0 0 0 0 0,0 0 0 0 0,0 0 0 0 0,0 0 0 0 0,0 1 0 0 0,0-1-1 0 0,0 0 1 0 0,-1 0 0 0 0,1 1 0 0 0,-1-1 0 0 0,1 1 0 0 0,-1-1-1 0 0,1 2 1 0 0,15 40-267 0 0,35 65 0 0 0,-44-95-318 0 0,-7-12 293 0 0,0 0 1 0 0,1 0-1 0 0,-1 0 1 0 0,1 0-1 0 0,-1 0 1 0 0,1 0-1 0 0,-1 0 1 0 0,1 0-1 0 0,-1 0 1 0 0,1 0-1 0 0,0 0 1 0 0,0 0-1 0 0,0-1 1 0 0,-1 1-1 0 0,1 0 1 0 0,0 0-1 0 0,0-1 1 0 0,0 1 0 0 0,0-1-1 0 0,0 1 1 0 0,0-1-1 0 0,0 1 1 0 0,0-1-1 0 0,1 0 1 0 0,-1 1-1 0 0,0-1 1 0 0,0 0-1 0 0,0 0 1 0 0,0 0-1 0 0,0 0 1 0 0,1 0-1 0 0,-1 0 1 0 0,0 0-1 0 0,0 0 1 0 0,1 0-1 0 0,14-3-2959 0 0</inkml:trace>
</inkml:ink>
</file>

<file path=ppt/ink/ink2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7:00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49 367 460 0 0,'0'0'1646'0'0,"0"0"-1524"0"0,-1-1 0 0 0,1 1 0 0 0,-1 0 0 0 0,1 0 0 0 0,0-1 1 0 0,-1 1-1 0 0,1 0 0 0 0,-1 0 0 0 0,1 0 0 0 0,-1 0 0 0 0,1 0 0 0 0,-1 0 0 0 0,1-1 0 0 0,-1 1 0 0 0,1 0 0 0 0,0 0 0 0 0,-1 0 0 0 0,1 0 0 0 0,-1 1 0 0 0,1-1 0 0 0,-1 0 0 0 0,1 0 1 0 0,-1 0-1 0 0,1 0 0 0 0,0 0 0 0 0,-1 1 0 0 0,1-1 0 0 0,-1 0 0 0 0,-3 6 72 0 0,0 0 0 0 0,0 0 0 0 0,0 0 0 0 0,1 0 0 0 0,0 0 0 0 0,0 1 0 0 0,1-1 0 0 0,0 1 0 0 0,0 0 0 0 0,1 0 0 0 0,-1 0 0 0 0,1 0 0 0 0,1 0 1 0 0,-1 0-1 0 0,2 0 0 0 0,-1 0 0 0 0,0 0 0 0 0,1 0 0 0 0,1 0 0 0 0,2 10 0 0 0,-4-15-39 0 0,1-3-131 0 0,-1 1-1 0 0,0 0 0 0 0,0 0 1 0 0,0 0-1 0 0,0 0 0 0 0,0 0 1 0 0,0 0-1 0 0,0 0 0 0 0,0 0 1 0 0,1-1-1 0 0,-1 1 0 0 0,0 0 1 0 0,0 0-1 0 0,0 0 0 0 0,0 0 1 0 0,0 0-1 0 0,1 0 0 0 0,-1 0 1 0 0,0 0-1 0 0,0 0 0 0 0,0 0 1 0 0,0 0-1 0 0,0 0 0 0 0,1 0 1 0 0,-1 0-1 0 0,0 0 0 0 0,0 0 1 0 0,0 0-1 0 0,0 0 0 0 0,1 0 1 0 0,-1 0-1 0 0,0 0 0 0 0,0 0 1 0 0,0 0-1 0 0,0 0 0 0 0,0 1 1 0 0,0-1-1 0 0,1 0 0 0 0,-1 0 1 0 0,0 0-1 0 0,0 0 0 0 0,0 0 1 0 0,0 0-1 0 0,0 0 0 0 0,0 0 1 0 0,0 1-1 0 0,0-1 0 0 0,0 0 1 0 0,1 0-1 0 0,-1 0 0 0 0,0 0 1 0 0,0 0-1 0 0,0 1 0 0 0,0-1 1 0 0,0 0-1 0 0,0 0 0 0 0,0 0 1 0 0,0 0-1 0 0,0 0 0 0 0,0 1 1 0 0,0-1-1 0 0,0 0 0 0 0,0 0 1 0 0,0 0-1 0 0,0 0 0 0 0,0 1 1 0 0,12-19 151 0 0,-1-1 0 0 0,0 0 0 0 0,-1 0 0 0 0,-1-1 0 0 0,-1 0 0 0 0,11-42 0 0 0,-8 26 38 0 0,20-45 0 0 0,-9 34-41 0 0,-13 24-10 0 0,1 1-1 0 0,2 0 0 0 0,0 1 0 0 0,1 0 1 0 0,1 1-1 0 0,16-19 0 0 0,-29 38-158 0 0,0 0 1 0 0,0 0-1 0 0,0 1 0 0 0,0-1 1 0 0,0 0-1 0 0,0 0 0 0 0,0 0 1 0 0,0 1-1 0 0,0-1 0 0 0,0 0 1 0 0,0 1-1 0 0,0-1 0 0 0,0 1 1 0 0,1 0-1 0 0,-1-1 0 0 0,0 1 1 0 0,0 0-1 0 0,1-1 0 0 0,-1 1 1 0 0,2 0-1 0 0,-2 1-4 0 0,0-1 0 0 0,0 1-1 0 0,0 0 1 0 0,0-1 0 0 0,0 1 0 0 0,0 0 0 0 0,-1 0-1 0 0,1 0 1 0 0,0 0 0 0 0,-1-1 0 0 0,1 1 0 0 0,-1 0-1 0 0,1 0 1 0 0,-1 0 0 0 0,1 0 0 0 0,-1 0-1 0 0,1 0 1 0 0,-1 0 0 0 0,0 1 0 0 0,0-1 0 0 0,0 0-1 0 0,0 0 1 0 0,1 0 0 0 0,-1 0 0 0 0,-1 0 0 0 0,1 2-1 0 0,0 46 2 0 0,-3 1 0 0 0,-12 71 1 0 0,8-73 8 0 0,1 1 1 0 0,1 72-1 0 0,5-117-20 0 0,1 0 1 0 0,-1 0-1 0 0,1 0 1 0 0,0 0-1 0 0,0 0 0 0 0,0 0 1 0 0,0 0-1 0 0,1 0 1 0 0,-1-1-1 0 0,1 1 0 0 0,0 0 1 0 0,0-1-1 0 0,0 0 1 0 0,1 1-1 0 0,-1-1 1 0 0,1 0-1 0 0,0 0 0 0 0,0 0 1 0 0,0-1-1 0 0,0 1 1 0 0,0-1-1 0 0,1 0 0 0 0,-1 1 1 0 0,1-1-1 0 0,-1-1 1 0 0,1 1-1 0 0,0-1 0 0 0,0 1 1 0 0,-1-1-1 0 0,1 0 1 0 0,0 0-1 0 0,0-1 0 0 0,0 1 1 0 0,0-1-1 0 0,1 0 1 0 0,4-1-1 0 0,1 1 5 0 0,1 0 0 0 0,0-1 1 0 0,-1-1-1 0 0,1 0 0 0 0,-1 0 0 0 0,1-1 0 0 0,-1-1 1 0 0,0 1-1 0 0,0-2 0 0 0,0 1 0 0 0,-1-1 0 0 0,17-12 1 0 0,-19 12 94 0 0,-5 4-23 0 0,0 0 1 0 0,-1-1 0 0 0,1 1-1 0 0,0 0 1 0 0,-1 0-1 0 0,1-1 1 0 0,-1 1-1 0 0,1-1 1 0 0,-1 0 0 0 0,0 1-1 0 0,1-1 1 0 0,-1 0-1 0 0,0 0 1 0 0,0 1 0 0 0,0-1-1 0 0,-1 0 1 0 0,1 0-1 0 0,0 0 1 0 0,0-3-1 0 0,-1 5-52 0 0,0 0 0 0 0,0-1 0 0 0,0 1 0 0 0,0 0 0 0 0,0-1 0 0 0,1 1 0 0 0,-1 0 0 0 0,0 0 0 0 0,0-1-1 0 0,0 1 1 0 0,0 0 0 0 0,0-1 0 0 0,0 1 0 0 0,0 0 0 0 0,0 0 0 0 0,0-1 0 0 0,-1 1 0 0 0,1 0 0 0 0,0-1 0 0 0,0 1-1 0 0,0 0 1 0 0,0 0 0 0 0,0-1 0 0 0,0 1 0 0 0,-1 0 0 0 0,1 0 0 0 0,0-1 0 0 0,0 1 0 0 0,0 0 0 0 0,-1 0-1 0 0,1-1 1 0 0,0 1 0 0 0,0 0 0 0 0,0 0 0 0 0,-1 0 0 0 0,1 0 0 0 0,0-1 0 0 0,-1 1 0 0 0,1 0 0 0 0,0 0 0 0 0,0 0-1 0 0,-1 0 1 0 0,1 0 0 0 0,0 0 0 0 0,-1 0 0 0 0,1 0 0 0 0,0 0 0 0 0,0 0 0 0 0,-1 0 0 0 0,1 0 0 0 0,0 0 0 0 0,-1 0-1 0 0,1 0 1 0 0,0 0 0 0 0,-1 0 0 0 0,1 0 0 0 0,0 0 0 0 0,0 1 0 0 0,-1-1 0 0 0,1 0 0 0 0,0 0 0 0 0,0 0-1 0 0,-1 0 1 0 0,1 1 0 0 0,0-1 0 0 0,-1 0 0 0 0,-10 11 267 0 0,9-7-211 0 0,4 0-36 0 0,3 6-311 0 0,1 1 0 0 0,1-1-1 0 0,0-1 1 0 0,1 1 0 0 0,-1-1-1 0 0,2-1 1 0 0,-1 1 0 0 0,16 10-1 0 0,-9-8-1640 0 0,0-1 0 0 0,0-1 0 0 0,18 8 0 0 0,2-1-1770 0 0</inkml:trace>
</inkml:ink>
</file>

<file path=ppt/ink/ink2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2:13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226 27 388 0 0,'-4'-3'613'0'0,"1"0"0"0"0,0 0 0 0 0,-1 0 0 0 0,0 0 1 0 0,0 1-1 0 0,0-1 0 0 0,-7-2 0 0 0,10 4-552 0 0,-1 1 1 0 0,1 0-1 0 0,-1 0 1 0 0,1-1-1 0 0,-1 1 1 0 0,1 0-1 0 0,-1 0 0 0 0,1 1 1 0 0,-1-1-1 0 0,0 0 1 0 0,1 0-1 0 0,-1 1 1 0 0,1-1-1 0 0,0 1 1 0 0,-1-1-1 0 0,1 1 0 0 0,-1 0 1 0 0,1-1-1 0 0,0 1 1 0 0,-1 0-1 0 0,1 0 1 0 0,0 0-1 0 0,0 0 1 0 0,0 0-1 0 0,0 0 1 0 0,-2 3-1 0 0,-15 17 229 0 0,0 1-1 0 0,2 0 1 0 0,1 2-1 0 0,0 0 1 0 0,-17 40-1 0 0,25-47-178 0 0,1 0-1 0 0,1 0 1 0 0,0 0-1 0 0,1 1 1 0 0,0 0 0 0 0,2 0-1 0 0,0 0 1 0 0,1 0-1 0 0,3 30 1 0 0,-1-40-59 0 0,1 1 0 0 0,0-1 0 0 0,0 0 0 0 0,1 0 0 0 0,-1 0 1 0 0,2 0-1 0 0,-1-1 0 0 0,1 1 0 0 0,1-1 0 0 0,-1 0 0 0 0,1 0 0 0 0,1 0 0 0 0,-1-1 0 0 0,1 0 1 0 0,12 10-1 0 0,-15-13 8 0 0,1 0-1 0 0,-1-1 1 0 0,1 0 0 0 0,0 0 0 0 0,0 0 0 0 0,0 0-1 0 0,0-1 1 0 0,0 1 0 0 0,1-1 0 0 0,-1 0 0 0 0,0 0 0 0 0,0-1-1 0 0,1 1 1 0 0,-1-1 0 0 0,1 0 0 0 0,-1 0 0 0 0,0-1 0 0 0,1 1-1 0 0,-1-1 1 0 0,0 0 0 0 0,0 0 0 0 0,1 0 0 0 0,-1-1 0 0 0,0 1-1 0 0,0-1 1 0 0,0 0 0 0 0,0 0 0 0 0,-1-1 0 0 0,1 1-1 0 0,-1-1 1 0 0,7-5 0 0 0,-5 2 35 0 0,0 1-1 0 0,0-1 1 0 0,0 0 0 0 0,-1-1-1 0 0,0 1 1 0 0,0-1-1 0 0,0 0 1 0 0,-1 0-1 0 0,0 0 1 0 0,0 0 0 0 0,-1-1-1 0 0,0 1 1 0 0,-1-1-1 0 0,2-12 1 0 0,-2 8 5 0 0,0 0-1 0 0,-1 0 0 0 0,0 0 1 0 0,-1 0-1 0 0,-1 0 1 0 0,0 0-1 0 0,0 0 1 0 0,-8-20-1 0 0,-17-21 309 0 0,26 51-380 0 0,-3-2-130 0 0,-3-4 152 0 0,-3 24-9927 0 0,8-13 6861 0 0</inkml:trace>
</inkml:ink>
</file>

<file path=ppt/ink/ink2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2:13.6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 1160 0 0,'3'-1'950'0'0,"0"1"-1"0"0,-1-1 1 0 0,1 0 0 0 0,0 0-1 0 0,-1 0 1 0 0,1-1 0 0 0,-1 1 0 0 0,1 0-1 0 0,-1-1 1 0 0,3-2 0 0 0,3-5-601 0 0,-5 0-4531 0 0,1 10 1241 0 0,17 3 224 0 0</inkml:trace>
</inkml:ink>
</file>

<file path=ppt/ink/ink2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2:13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1 299 568 0 0,'0'0'6009'0'0,"0"7"-5588"0"0,1-1-275 0 0,0 0 0 0 0,0 0 0 0 0,1 0 0 0 0,0-1 1 0 0,0 1-1 0 0,0 0 0 0 0,1-1 0 0 0,0 0 0 0 0,0 1 0 0 0,0-1 0 0 0,1 0 0 0 0,-1 0 1 0 0,1-1-1 0 0,0 1 0 0 0,1-1 0 0 0,-1 0 0 0 0,9 5 0 0 0,31 27 756 0 0,-31-27-710 0 0,0 1-1 0 0,-1 0 1 0 0,0 1-1 0 0,-1 0 1 0 0,0 0-1 0 0,-1 1 0 0 0,12 19 1 0 0,-21-30-201 0 0,0 0 0 0 0,-1 0-1 0 0,1 0 1 0 0,0 1 0 0 0,-1-1 0 0 0,1 0 0 0 0,-1 0 0 0 0,1 1 0 0 0,-1-1-1 0 0,1 0 1 0 0,-1 1 0 0 0,0-1 0 0 0,0 1 0 0 0,0-1 0 0 0,0 0 0 0 0,0 1 0 0 0,0-1-1 0 0,0 1 1 0 0,0-1 0 0 0,0 0 0 0 0,-1 1 0 0 0,1-1 0 0 0,-1 0 0 0 0,1 1 0 0 0,-1-1-1 0 0,1 0 1 0 0,-1 0 0 0 0,0 1 0 0 0,1-1 0 0 0,-1 0 0 0 0,0 0 0 0 0,0 0 0 0 0,0 0-1 0 0,0 0 1 0 0,0 0 0 0 0,0 0 0 0 0,0 0 0 0 0,0-1 0 0 0,-1 1 0 0 0,1 0-1 0 0,-1 0 1 0 0,-1 0-334 0 0,0 0 0 0 0,1-1 0 0 0,-1 1 0 0 0,1-1 0 0 0,-1 1 0 0 0,0-1 0 0 0,1 0 0 0 0,-1 0 0 0 0,1 0 0 0 0,-1-1 0 0 0,0 1 0 0 0,1 0 0 0 0,-1-1 0 0 0,1 0 0 0 0,-1 1 0 0 0,1-1 0 0 0,-1 0 0 0 0,1-1 0 0 0,-4-1 0 0 0,-3-5-2367 0 0</inkml:trace>
  <inkml:trace contextRef="#ctx0" brushRef="#br0" timeOffset="1">202 228 288 0 0,'115'-76'5885'0'0,"-70"44"-3548"0"0,57-30-1 0 0,-15 23-1406 0 0,-26 22-7440 0 0,-50 15 3548 0 0</inkml:trace>
</inkml:ink>
</file>

<file path=ppt/ink/ink2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2:20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54 804 0 0,'14'-47'7122'0'0,"-12"40"-3257"0"0,-1 28-2379 0 0,0-6-1812 0 0,2 80 865 0 0,-1-37-197 0 0,11 79-1 0 0,-2-9-555 0 0,-8-64-5848 0 0,-4-59 3072 0 0,-5 4 227 0 0</inkml:trace>
</inkml:ink>
</file>

<file path=ppt/ink/ink2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2:20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1 944 0 0,'0'0'9807'0'0,"6"1"-9555"0"0,-2 0-202 0 0,0 0 0 0 0,0 1 0 0 0,0 0 1 0 0,0 0-1 0 0,0 0 0 0 0,-1 0 0 0 0,1 1 0 0 0,-1-1 0 0 0,1 1 0 0 0,-1 0 1 0 0,0 0-1 0 0,0 1 0 0 0,0-1 0 0 0,0 0 0 0 0,-1 1 0 0 0,1 0 0 0 0,-1-1 0 0 0,0 1 1 0 0,2 5-1 0 0,151 245 1084 0 0,-123-216 579 0 0,-31-37-1072 0 0,3-7-519 0 0,0 0-1 0 0,-1 0 1 0 0,0 0 0 0 0,-1 0-1 0 0,1-1 1 0 0,-1 1 0 0 0,0-1-1 0 0,-1 1 1 0 0,2-14-1 0 0,4-12 103 0 0,12-46 143 0 0,12-39-969 0 0,-26 102-279 0 0,8-13-3925 0 0</inkml:trace>
</inkml:ink>
</file>

<file path=ppt/ink/ink2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2:21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36 200 492 0 0,'15'66'3662'0'0,"-4"-17"-1568"0"0,18 50 0 0 0,-23-77-1546 0 0,-5-16-121 0 0,1 0 1 0 0,0 0-1 0 0,0 0 0 0 0,0-1 0 0 0,7 13 2212 0 0,-27-39-2112 0 0,7 4-395 0 0,1 0 0 0 0,0-1 0 0 0,1 0 0 0 0,1 0 1 0 0,1-1-1 0 0,1 0 0 0 0,0 0 0 0 0,2-1 0 0 0,0 0 0 0 0,1 0 0 0 0,1 0 0 0 0,1-34 0 0 0,2 45-121 0 0,1 0-1 0 0,-1 0 1 0 0,2 1-1 0 0,-1-1 0 0 0,1 1 1 0 0,0 0-1 0 0,1 0 0 0 0,0 0 1 0 0,0 0-1 0 0,1 1 0 0 0,0 0 1 0 0,0-1-1 0 0,1 2 0 0 0,-1-1 1 0 0,2 1-1 0 0,-1 0 0 0 0,1 0 1 0 0,0 1-1 0 0,0-1 0 0 0,0 2 1 0 0,15-8-1 0 0,-16 9-13 0 0,-1 0-1 0 0,0 1 0 0 0,1-1 1 0 0,0 1-1 0 0,-1 1 1 0 0,1-1-1 0 0,0 1 1 0 0,0 0-1 0 0,0 1 1 0 0,0-1-1 0 0,0 1 0 0 0,0 0 1 0 0,0 1-1 0 0,0-1 1 0 0,0 1-1 0 0,0 0 1 0 0,0 1-1 0 0,0-1 0 0 0,-1 1 1 0 0,1 1-1 0 0,-1-1 1 0 0,1 1-1 0 0,-1-1 1 0 0,0 2-1 0 0,0-1 0 0 0,0 0 1 0 0,0 1-1 0 0,-1 0 1 0 0,1 0-1 0 0,-1 1 1 0 0,0-1-1 0 0,5 8 0 0 0,-8-10 4 0 0,0 1 0 0 0,-1-1 0 0 0,1 0 0 0 0,-1 0 0 0 0,1 0 0 0 0,-1 1 0 0 0,0-1 0 0 0,0 0 0 0 0,0 0 0 0 0,0 1 0 0 0,0-1 0 0 0,0 0-1 0 0,-1 0 1 0 0,1 0 0 0 0,-1 1 0 0 0,1-1 0 0 0,-1 0 0 0 0,0 0 0 0 0,0 0 0 0 0,0 0 0 0 0,0 0 0 0 0,0 0 0 0 0,-1 0 0 0 0,1 0 0 0 0,0-1-1 0 0,-1 1 1 0 0,1 0 0 0 0,-3 1 0 0 0,-6 7-10 0 0,1-1-1 0 0,-1 0 0 0 0,-14 10 1 0 0,-5 0-499 0 0,0 0 1 0 0,-43 19-1 0 0,52-29-2156 0 0,1-1 0 0 0,-35 8-1 0 0,30-11-963 0 0</inkml:trace>
</inkml:ink>
</file>

<file path=ppt/ink/ink2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3:18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5 392 0 0,'-4'-4'8391'0'0,"44"28"-7750"0"0,-1 1 1 0 0,61 52 0 0 0,24 18-40 0 0,44 10 178 0 0,4-6 1 0 0,225 91-1 0 0,-6-16 842 0 0,-327-142 177 0 0,-62-31-1693 0 0,0-1-78 0 0,-1 0 0 0 0,1 1 0 0 0,-1-1 0 0 0,1 0 0 0 0,-1 0 0 0 0,1 1 0 0 0,0-1 0 0 0,-1 1 0 0 0,1 0 0 0 0,-1-1 0 0 0,0 1 0 0 0,1 0 0 0 0,-1 0 0 0 0,2 1 0 0 0,17 7 359 0 0,-11-7-495 0 0,-3-4-4163 0 0,-9-11-3506 0 0,1 7 8228 0 0,0 1-3983 0 0</inkml:trace>
</inkml:ink>
</file>

<file path=ppt/ink/ink2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3:19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57 940 0 0,'0'0'7089'0'0,"5"11"-5721"0"0,15 62 16 0 0,-4 1-1 0 0,10 101 1 0 0,-16-107-525 0 0,-9-67-641 0 0,-3-29 2000 0 0,-5-19-2087 0 0,3-1 0 0 0,2 1 0 0 0,2-1 0 0 0,2 0 0 0 0,13-75 0 0 0,-15 122-136 0 0,0 0 1 0 0,0 1 0 0 0,1-1-1 0 0,-1 0 1 0 0,0 1-1 0 0,0-1 1 0 0,0 0-1 0 0,1 1 1 0 0,-1-1-1 0 0,0 0 1 0 0,1 1-1 0 0,-1-1 1 0 0,1 1 0 0 0,-1-1-1 0 0,0 0 1 0 0,1 1-1 0 0,-1-1 1 0 0,1 1-1 0 0,0 0 1 0 0,-1-1-1 0 0,1 1 1 0 0,-1-1-1 0 0,1 1 1 0 0,0 0 0 0 0,-1-1-1 0 0,1 1 1 0 0,0 0-1 0 0,-1 0 1 0 0,1 0-1 0 0,0-1 1 0 0,-1 1-1 0 0,1 0 1 0 0,0 0-1 0 0,-1 0 1 0 0,1 0 0 0 0,0 0-1 0 0,0 0 1 0 0,-1 0-1 0 0,1 1 1 0 0,0-1-1 0 0,-1 0 1 0 0,1 0-1 0 0,0 0 1 0 0,-1 1-1 0 0,1-1 1 0 0,0 0 0 0 0,-1 1-1 0 0,1-1 1 0 0,-1 1-1 0 0,1-1 1 0 0,-1 0-1 0 0,1 1 1 0 0,-1-1-1 0 0,2 2 1 0 0,36 34 9 0 0,-31-29-46 0 0,19 20 6 0 0,-8-6 35 0 0,0-1-1 0 0,2-1 1 0 0,0-1-1 0 0,2-1 1 0 0,0 0-1 0 0,0-2 1 0 0,33 17 0 0 0,-52-31 23 0 0,1 1 0 0 0,-1-1 0 0 0,0 0 0 0 0,1 1 0 0 0,-1-2 0 0 0,1 1 0 0 0,0 0 0 0 0,-1-1 0 0 0,1 1 0 0 0,-1-1 0 0 0,1 0 0 0 0,0 0 0 0 0,-1-1 0 0 0,1 1 0 0 0,0-1 0 0 0,-1 0 0 0 0,1 0 1 0 0,-1 0-1 0 0,1 0 0 0 0,-1-1 0 0 0,0 1 0 0 0,0-1 0 0 0,1 0 0 0 0,-1 0 0 0 0,0 0 0 0 0,0 0 0 0 0,-1 0 0 0 0,4-4 0 0 0,0-2 95 0 0,0 0 1 0 0,-1 0-1 0 0,-1 0 1 0 0,1 0-1 0 0,-1-1 0 0 0,-1 1 1 0 0,1-1-1 0 0,-2 0 0 0 0,5-18 1 0 0,-4 3 160 0 0,-1 0 1 0 0,0-39 0 0 0,-2 58-244 0 0,0 3 17 0 0,-1 2-71 0 0,1-1-1 0 0,-1 0 1 0 0,1 0 0 0 0,-1 1 0 0 0,1-1 0 0 0,-1 0 0 0 0,1 0-1 0 0,-1 0 1 0 0,1 0 0 0 0,0 1 0 0 0,-1-1 0 0 0,1 0 0 0 0,0 0-1 0 0,0 0 1 0 0,0 0 0 0 0,0 0 0 0 0,0 0 0 0 0,0 0-1 0 0,0 0 1 0 0,0 0 0 0 0,0 0 0 0 0,0 0 0 0 0,1-1 0 0 0,2-21-1785 0 0,-3 21 1037 0 0,9 0-2584 0 0,0-2 1245 0 0,2 4-3944 0 0,6 3 2908 0 0</inkml:trace>
</inkml:ink>
</file>

<file path=ppt/ink/ink2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3:19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0 250 572 0 0,'0'0'633'0'0,"27"17"3229"0"0,-13 4-2458 0 0,-1 2 1 0 0,-1-1-1 0 0,15 43 0 0 0,-17-42-851 0 0,36 75 4146 0 0,-47-111-4533 0 0,-1-1 0 0 0,-1 1 0 0 0,0-1 0 0 0,-6-13 0 0 0,-5-25 185 0 0,10 28-278 0 0,1-1 1 0 0,1-1-1 0 0,1 1 1 0 0,2 0-1 0 0,0 0 0 0 0,2 0 1 0 0,0 0-1 0 0,2 1 1 0 0,1-1-1 0 0,9-25 0 0 0,-12 44-62 0 0,0 1 1 0 0,0-1-1 0 0,0 0 0 0 0,1 1 0 0 0,0-1 0 0 0,0 1 0 0 0,0 0 0 0 0,0 1 1 0 0,1-1-1 0 0,0 1 0 0 0,0 0 0 0 0,0 0 0 0 0,0 0 0 0 0,1 1 0 0 0,7-4 0 0 0,-9 5-10 0 0,0 1 0 0 0,0 0 0 0 0,0 0 0 0 0,0 0-1 0 0,0 0 1 0 0,0 1 0 0 0,1 0 0 0 0,-1 0 0 0 0,0 0-1 0 0,0 0 1 0 0,1 0 0 0 0,-1 1 0 0 0,0 0 0 0 0,0 0-1 0 0,0 0 1 0 0,0 0 0 0 0,0 1 0 0 0,0 0 0 0 0,0-1-1 0 0,0 2 1 0 0,-1-1 0 0 0,1 0 0 0 0,-1 1 0 0 0,6 4-1 0 0,-8-6-1 0 0,0 0 0 0 0,0 1 0 0 0,-1-1 0 0 0,1 1 0 0 0,0-1 0 0 0,-1 0 0 0 0,1 1 0 0 0,0-1 0 0 0,-1 1 0 0 0,0 0 0 0 0,1-1 0 0 0,-1 1 0 0 0,0-1 0 0 0,0 1 0 0 0,0-1 0 0 0,0 1 0 0 0,0 0 0 0 0,0-1 0 0 0,0 1-1 0 0,-1-1 1 0 0,1 1 0 0 0,-1-1 0 0 0,1 1 0 0 0,-1-1 0 0 0,1 1 0 0 0,-1-1 0 0 0,0 1 0 0 0,0-1 0 0 0,0 0 0 0 0,1 1 0 0 0,-1-1 0 0 0,-1 0 0 0 0,1 0 0 0 0,0 0 0 0 0,-1 1 0 0 0,2-2-1 0 0,-13 14-582 0 0,0-1 1 0 0,-1-1-1 0 0,-1 0 1 0 0,-31 19-1 0 0,32-23-1526 0 0,-1 0 0 0 0,0-1 0 0 0,-17 5 0 0 0,6-5-1671 0 0</inkml:trace>
</inkml:ink>
</file>

<file path=ppt/ink/ink2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3:22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715 68 904 0 0,'4'-55'6580'0'0,"-4"53"-5863"0"0,3-6 63 0 0,-4 5-352 0 0,-4 8 2173 0 0,-266 391-970 0 0,186-261-1240 0 0,31-50-183 0 0,8-8 119 0 0,-4-3-1 0 0,-112 129 1 0 0,122-156 188 0 0,39-46-473 0 0,-4 4 169 0 0,3-4-541 0 0,5-3-1739 0 0,19-18 1058 0 0,19-17-6043 0 0,-30 26 3946 0 0</inkml:trace>
</inkml:ink>
</file>

<file path=ppt/ink/ink2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3:23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58 184 0 0,'4'-15'2824'0'0,"-3"14"-2693"0"0,1-18 1518 0 0,3 9 2942 0 0,20 64-3386 0 0,28 78 0 0 0,0 3 12 0 0,3-1-286 0 0,54 110 721 0 0,-95-194-1003 0 0,-15-49-571 0 0,3 4-81 0 0,-19-29-6082 0 0,10 1 941 0 0,3 10 2284 0 0</inkml:trace>
  <inkml:trace contextRef="#ctx0" brushRef="#br0" timeOffset="1">215 36 740 0 0,'0'-1'197'0'0,"-1"0"0"0"0,1 0-1 0 0,-1 0 1 0 0,1 0 0 0 0,-1 0 0 0 0,1 0 0 0 0,0 0-1 0 0,-1 0 1 0 0,1 0 0 0 0,0 0 0 0 0,0 0 0 0 0,0 0-1 0 0,0 0 1 0 0,0 0 0 0 0,0 0 0 0 0,0 0 0 0 0,0 0-1 0 0,0 0 1 0 0,0 0 0 0 0,1 0 0 0 0,-1 1 0 0 0,0-1-1 0 0,1 0 1 0 0,-1 0 0 0 0,1 0 0 0 0,0-1-1 0 0,0 1-91 0 0,1 0 0 0 0,-1 0-1 0 0,1 0 1 0 0,-1 0 0 0 0,1 1-1 0 0,-1-1 1 0 0,1 1-1 0 0,-1-1 1 0 0,1 1 0 0 0,-1-1-1 0 0,1 1 1 0 0,0 0-1 0 0,-1 0 1 0 0,1 0 0 0 0,1 0-1 0 0,12 1-68 0 0,-1 1 0 0 0,0 0 0 0 0,15 5 0 0 0,-21-5 352 0 0,91 28 508 0 0,-1 4 0 0 0,164 83-1 0 0,-144-61-406 0 0,354 187 1025 0 0,-4-2 36 0 0,-395-208-211 0 0,122 35 0 0 0,-193-67-1038 0 0,8-4-291 0 0,-33-10-14590 0 0</inkml:trace>
  <inkml:trace contextRef="#ctx0" brushRef="#br0" timeOffset="2">2137 846 1144 0 0,'0'0'7507'0'0,"11"-32"-1950"0"0,-9 25-7861 0 0</inkml:trace>
</inkml:ink>
</file>

<file path=ppt/ink/ink2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1:35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85 616 0 0,'0'0'2277'0'0,"-9"-46"4146"0"0,9 44-5913 0 0,-7-19 1171 0 0,7 21-1598 0 0,0-1 0 0 0,0 0-1 0 0,-1 0 1 0 0,1 0 0 0 0,0 0 0 0 0,-1 1 0 0 0,1-1 0 0 0,0 0 0 0 0,-1 1 0 0 0,1-1 0 0 0,-1 0 0 0 0,1 1 0 0 0,-1-1 0 0 0,0 0 0 0 0,1 1 0 0 0,-1-1 0 0 0,0 1-1 0 0,1-1 1 0 0,-1 1 0 0 0,0-1 0 0 0,0 1 0 0 0,1 0 0 0 0,-1-1 0 0 0,0 1 0 0 0,0 0 0 0 0,0 0 0 0 0,1-1 0 0 0,-1 1 0 0 0,-1 0 0 0 0,-11 5-48 0 0,1 0 1 0 0,0 1 0 0 0,0 1-1 0 0,1 0 1 0 0,-1 1 0 0 0,2 0-1 0 0,-1 0 1 0 0,1 1 0 0 0,0 0 0 0 0,1 1-1 0 0,0 0 1 0 0,1 1 0 0 0,-8 12-1 0 0,4-5-20 0 0,1 1 0 0 0,1 0-1 0 0,1 1 1 0 0,0 0 0 0 0,2 0 0 0 0,0 1-1 0 0,-6 33 1 0 0,11-39-21 0 0,1 1 0 0 0,1-1 0 0 0,0 0 0 0 0,0 0 0 0 0,2 0-1 0 0,0 1 1 0 0,1-1 0 0 0,6 20 0 0 0,-6-25-31 0 0,0 0 0 0 0,1-1 0 0 0,0 0 0 0 0,1 0 0 0 0,0 0 1 0 0,0 0-1 0 0,1 0 0 0 0,0-1 0 0 0,0 0 0 0 0,1-1 0 0 0,0 1 0 0 0,0-1 0 0 0,14 10 0 0 0,-15-14 32 0 0,1 1 1 0 0,0-2-1 0 0,0 1 0 0 0,0-1 1 0 0,0 0-1 0 0,1 0 0 0 0,-1 0 1 0 0,1-1-1 0 0,-1-1 0 0 0,0 1 1 0 0,1-1-1 0 0,-1 0 0 0 0,1-1 1 0 0,-1 0-1 0 0,1 0 0 0 0,-1-1 1 0 0,0 0-1 0 0,1 0 0 0 0,-1 0 1 0 0,0-1-1 0 0,-1 0 0 0 0,1-1 1 0 0,0 1-1 0 0,-1-1 0 0 0,0 0 1 0 0,0-1-1 0 0,0 0 0 0 0,-1 0 1 0 0,1 0-1 0 0,-1 0 0 0 0,0-1 1 0 0,-1 0-1 0 0,1 0 0 0 0,-1 0 1 0 0,0-1-1 0 0,-1 1 0 0 0,0-1 1 0 0,0 0-1 0 0,0 0 0 0 0,2-10 1 0 0,-3 4 93 0 0,-1 0 0 0 0,0 0 0 0 0,-1 0 0 0 0,-1 0 0 0 0,0 0 0 0 0,0 0 0 0 0,-1 0 0 0 0,-1 0 0 0 0,0 0 0 0 0,-1 1 0 0 0,-1 0 0 0 0,0-1 0 0 0,0 2 0 0 0,-1-1 1 0 0,0 1-1 0 0,-1-1 0 0 0,-1 2 0 0 0,-12-16 0 0 0,-28-9 322 0 0,47 34-466 0 0,-5-4-36 0 0,13 33-13395 0 0</inkml:trace>
</inkml:ink>
</file>

<file path=ppt/ink/ink2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1:35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8 668 0 0,'0'0'13023'0'0,"8"-8"-11858"0"0,12 10-13369 0 0</inkml:trace>
</inkml:ink>
</file>

<file path=ppt/ink/ink2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1:36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55 636 0 0,'5'-5'440'0'0,"1"0"-1"0"0,0 0 1 0 0,0 0-1 0 0,0 0 1 0 0,1 1 0 0 0,0 0-1 0 0,0 1 1 0 0,0-1-1 0 0,0 2 1 0 0,0-1 0 0 0,1 0-1 0 0,-1 1 1 0 0,1 1-1 0 0,-1-1 1 0 0,1 1 0 0 0,0 1-1 0 0,11-1 1 0 0,-15 2-373 0 0,1-1 0 0 0,0 1-1 0 0,-1 0 1 0 0,1 0 0 0 0,-1 0 0 0 0,1 1 0 0 0,-1-1 0 0 0,0 1-1 0 0,0 0 1 0 0,0 0 0 0 0,0 1 0 0 0,0-1 0 0 0,0 1 0 0 0,0 0-1 0 0,-1 0 1 0 0,1 0 0 0 0,-1 1 0 0 0,0-1 0 0 0,0 1 0 0 0,0-1 0 0 0,-1 1-1 0 0,1 0 1 0 0,-1 0 0 0 0,0 1 0 0 0,0-1 0 0 0,-1 0 0 0 0,1 0-1 0 0,-1 1 1 0 0,0-1 0 0 0,1 7 0 0 0,0 2-8 0 0,-1 1 0 0 0,-1 0 0 0 0,0 0 0 0 0,-1-1 0 0 0,0 1 0 0 0,-1 0 0 0 0,0-1 0 0 0,-2 1 0 0 0,1-1 0 0 0,-9 18 0 0 0,-9 20 161 0 0,-36 60 0 0 0,29-58-27 0 0,26-50-176 0 0,-12 24 553 0 0,-17 47-1 0 0,31-74-545 0 0,-1 1-1 0 0,1 0 1 0 0,0 0-1 0 0,0 0 1 0 0,0-1-1 0 0,0 1 0 0 0,0 0 1 0 0,0 0-1 0 0,1 0 1 0 0,-1-1-1 0 0,0 1 1 0 0,0 0-1 0 0,1 0 1 0 0,-1-1-1 0 0,0 1 1 0 0,1 0-1 0 0,-1-1 1 0 0,0 1-1 0 0,1 0 1 0 0,-1-1-1 0 0,1 1 0 0 0,-1-1 1 0 0,1 1-1 0 0,0 0 1 0 0,-1-1-1 0 0,1 1 1 0 0,-1-1-1 0 0,1 0 1 0 0,0 1-1 0 0,0-1 1 0 0,-1 0-1 0 0,1 1 1 0 0,0-1-1 0 0,0 0 1 0 0,-1 0-1 0 0,1 1 1 0 0,0-1-1 0 0,0 0 0 0 0,-1 0 1 0 0,1 0-1 0 0,0 0 1 0 0,0 0-1 0 0,0 0 1 0 0,0-1-1 0 0,37 0 339 0 0,113-29-492 0 0,235-81 0 0 0,-288 80-757 0 0,122-52-5663 0 0,-219 83 6532 0 0,125-54-3784 0 0</inkml:trace>
</inkml:ink>
</file>

<file path=ppt/ink/ink2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4:04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98 100 0 0,'0'0'615'0'0,"24"-21"7495"0"0,-24 20-8004 0 0,0 1 0 0 0,0 0 0 0 0,1-1 0 0 0,-1 1 1 0 0,0 0-1 0 0,0-1 0 0 0,1 1 0 0 0,-1-1 0 0 0,0 1 0 0 0,0 0 1 0 0,0-1-1 0 0,0 1 0 0 0,0-1 0 0 0,0 1 0 0 0,0 0 0 0 0,0-1 1 0 0,0 1-1 0 0,0-1 0 0 0,0 1 0 0 0,0-1 0 0 0,0 1 0 0 0,0 0 0 0 0,0-1 1 0 0,0 1-1 0 0,0-1 0 0 0,-1 1 0 0 0,1 0 0 0 0,0-1 0 0 0,0 1 1 0 0,0 0-1 0 0,-1-1 0 0 0,1 1 0 0 0,0 0 0 0 0,0-1 0 0 0,-1 1 1 0 0,1 0-1 0 0,0-1 0 0 0,-1 1 0 0 0,1 0 0 0 0,0 0 0 0 0,-1-1 1 0 0,0 1-1 0 0,0-2-786 0 0,-1 0 950 0 0,-3 4-243 0 0,-2 1-19 0 0,0 0 0 0 0,1 1 0 0 0,0 0-1 0 0,0 0 1 0 0,0 1 0 0 0,1-1 0 0 0,-1 1-1 0 0,1 0 1 0 0,0 1 0 0 0,0 0 0 0 0,1-1-1 0 0,0 1 1 0 0,-4 8 0 0 0,2-3 0 0 0,0 0 0 0 0,1 1-1 0 0,0 0 1 0 0,1 0 0 0 0,0 0 0 0 0,1 1 0 0 0,-2 22-1 0 0,4-25-2 0 0,0 0-1 0 0,1-1 0 0 0,0 1 1 0 0,1 0-1 0 0,0 0 0 0 0,1-1 1 0 0,0 1-1 0 0,0-1 0 0 0,1 1 1 0 0,5 12-1 0 0,-5-17-1 0 0,0 0 1 0 0,0 1 0 0 0,1-1-1 0 0,-1 0 1 0 0,1-1-1 0 0,0 1 1 0 0,0-1-1 0 0,0 0 1 0 0,1 0-1 0 0,0 0 1 0 0,0 0 0 0 0,0-1-1 0 0,0 0 1 0 0,0 0-1 0 0,1 0 1 0 0,-1-1-1 0 0,10 4 1 0 0,-9-5 4 0 0,1 1 0 0 0,0-1 1 0 0,-1 0-1 0 0,1-1 0 0 0,-1 1 0 0 0,1-1 1 0 0,0-1-1 0 0,0 1 0 0 0,-1-1 0 0 0,1 0 1 0 0,-1-1-1 0 0,1 1 0 0 0,-1-1 0 0 0,0 0 1 0 0,1-1-1 0 0,-1 0 0 0 0,0 0 0 0 0,-1 0 1 0 0,1-1-1 0 0,-1 0 0 0 0,1 0 1 0 0,8-9-1 0 0,-8 8 37 0 0,-1-1 0 0 0,0-1-1 0 0,0 1 1 0 0,0-1 0 0 0,-1 1 0 0 0,0-1 0 0 0,0 0 0 0 0,-1-1 0 0 0,0 1 0 0 0,0-1 0 0 0,0 1-1 0 0,-1-1 1 0 0,-1 0 0 0 0,1 0 0 0 0,-1 0 0 0 0,-1 0 0 0 0,1 0 0 0 0,-2-13 0 0 0,-1 4 123 0 0,-1 0 0 0 0,0 1 0 0 0,-2 0 0 0 0,0-1 0 0 0,0 2 0 0 0,-2-1 0 0 0,-9-17 0 0 0,11 25-70 0 0,0 0 1 0 0,0 0 0 0 0,-1 0 0 0 0,0 1 0 0 0,0 0 0 0 0,-1 0 0 0 0,0 1-1 0 0,0 0 1 0 0,0 0 0 0 0,-1 1 0 0 0,0-1 0 0 0,0 2 0 0 0,0-1 0 0 0,-10-3 0 0 0,16 7-233 0 0,0 0 0 0 0,1 0 0 0 0,-1 0 0 0 0,0 1 0 0 0,0-1 0 0 0,0 0 0 0 0,0 1 0 0 0,0-1 0 0 0,0 1 0 0 0,0 0 0 0 0,0 0 0 0 0,0 0 0 0 0,0 0 0 0 0,0 0 0 0 0,0 0 0 0 0,0 0 0 0 0,0 1 0 0 0,0-1 0 0 0,0 1 0 0 0,0-1 0 0 0,0 1 0 0 0,0 0 0 0 0,0 0 0 0 0,0 0 0 0 0,0 0 0 0 0,1 0 0 0 0,-1 0 0 0 0,0 0 0 0 0,1 0 0 0 0,-1 1 0 0 0,1-1 0 0 0,-1 1 0 0 0,-1 2 0 0 0,2 7-2114 0 0</inkml:trace>
</inkml:ink>
</file>

<file path=ppt/ink/ink2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4:04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29 160 0 0,'0'0'7703'0'0,"3"-3"-6717"0"0,10-17 8044 0 0,-10 15-10614 0 0</inkml:trace>
</inkml:ink>
</file>

<file path=ppt/ink/ink2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4:04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94 200 0 0,'4'-7'869'0'0,"1"1"0"0"0,1 0 0 0 0,-1 0 0 0 0,1 0 0 0 0,0 1 0 0 0,0-1-1 0 0,0 1 1 0 0,12-6 0 0 0,-8 5-386 0 0,-1 2 0 0 0,1-1 0 0 0,0 1 1 0 0,0 1-1 0 0,0 0 0 0 0,17-3 0 0 0,-20 4-390 0 0,0 1 1 0 0,0 0 0 0 0,0 1-1 0 0,0 0 1 0 0,0 0 0 0 0,0 0-1 0 0,0 1 1 0 0,0 0 0 0 0,0 0-1 0 0,0 1 1 0 0,0 0-1 0 0,-1 0 1 0 0,1 1 0 0 0,-1 0-1 0 0,1 0 1 0 0,-1 0 0 0 0,0 1-1 0 0,0 0 1 0 0,0 0 0 0 0,-1 0-1 0 0,0 1 1 0 0,0 0 0 0 0,7 7-1 0 0,-8-6-51 0 0,0 1-1 0 0,-1 0 1 0 0,1 0 0 0 0,-1 0-1 0 0,-1 1 1 0 0,0-1 0 0 0,0 1-1 0 0,0-1 1 0 0,-1 1-1 0 0,0-1 1 0 0,0 1 0 0 0,-1 0-1 0 0,0 0 1 0 0,0-1 0 0 0,-1 1-1 0 0,0 0 1 0 0,-2 8-1 0 0,-5 17 82 0 0,-1-1 0 0 0,-23 53 0 0 0,11-34 55 0 0,-7 9 85 0 0,22-50-197 0 0,0 0 0 0 0,1 0 0 0 0,1 0 0 0 0,0 0 0 0 0,0 1 0 0 0,1-1 0 0 0,0 1 0 0 0,-2 19 0 0 0,5-29-60 0 0,0 0 0 0 0,0 0 0 0 0,1 0 1 0 0,-1 0-1 0 0,0 0 0 0 0,1 0 0 0 0,-1 0 0 0 0,0 0 0 0 0,1 0 0 0 0,-1 0 0 0 0,1-1 0 0 0,-1 1 0 0 0,1 0 1 0 0,0 0-1 0 0,-1-1 0 0 0,1 1 0 0 0,0 0 0 0 0,0-1 0 0 0,-1 1 0 0 0,1 0 0 0 0,0-1 0 0 0,0 1 0 0 0,0-1 1 0 0,0 0-1 0 0,0 1 0 0 0,0-1 0 0 0,0 0 0 0 0,0 1 0 0 0,0-1 0 0 0,-1 0 0 0 0,1 0 0 0 0,0 0 0 0 0,0 0 1 0 0,0 0-1 0 0,0 0 0 0 0,2 0 0 0 0,38-5 61 0 0,-36 4-54 0 0,73-16 90 0 0,91-33-1 0 0,-26 6 126 0 0,-15 5 205 0 0,-64 18 526 0 0,101-19 1 0 0,-120 27 646 0 0,-43 12-1623 0 0,-15 9-6926 0 0,-2 0 5283 0 0,-2-2-2920 0 0,0-2 477 0 0</inkml:trace>
</inkml:ink>
</file>

<file path=ppt/ink/ink2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02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1 440 0 0,'0'0'4140'0'0,"8"1"-1923"0"0</inkml:trace>
</inkml:ink>
</file>

<file path=ppt/ink/ink2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1044 0 0,'0'0'4601'0'0,"18"-8"-4161"0"0,1 11-624 0 0,3 1-2853 0 0,-4-3 1461 0 0</inkml:trace>
</inkml:ink>
</file>

<file path=ppt/ink/ink2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0 372 0 0,'1'4'2535'0'0,"2"1"1849"0"0</inkml:trace>
</inkml:ink>
</file>

<file path=ppt/ink/ink2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10:20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1 824 0 0,'0'12'2168'0'0</inkml:trace>
</inkml:ink>
</file>

<file path=ppt/ink/ink2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7:27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79 348 416 0 0,'-6'-13'12613'0'0,"13"257"-11747"0"0,0 4-74 0 0,-4-147-529 0 0,-3-61-175 0 0,7 54-1 0 0,-7-92-97 0 0,-3 11 61 0 0,3-13-68 0 0,0 1-1 0 0,1-1 1 0 0,-1 0-1 0 0,0 0 1 0 0,0 0-1 0 0,0 1 1 0 0,0-1-1 0 0,0 0 1 0 0,0 0 0 0 0,0 1-1 0 0,0-1 1 0 0,0 0-1 0 0,0 0 1 0 0,0 0-1 0 0,0 1 1 0 0,0-1-1 0 0,0 0 1 0 0,0 0 0 0 0,-1 0-1 0 0,1 1 1 0 0,0-1-1 0 0,0 0 1 0 0,0 0-1 0 0,0 0 1 0 0,0 0-1 0 0,0 1 1 0 0,0-1 0 0 0,-1 0-1 0 0,1 0 1 0 0,0 0-1 0 0,0 0 1 0 0,0 0-1 0 0,0 1 1 0 0,-1-1-1 0 0,1 0 1 0 0,0 0 0 0 0,0 0-1 0 0,0 0 1 0 0,-1 0-1 0 0,1 0 1 0 0,0 0-1 0 0,0 0 1 0 0,0 0-1 0 0,-1 0 1 0 0,1 0 0 0 0,0 0-1 0 0,0 0 1 0 0,0 0-1 0 0,-1 0 1 0 0,1 0-1 0 0,0 0 1 0 0,0 0-1 0 0,-1 0 1 0 0,1 0 0 0 0,0 0-1 0 0,0 0 1 0 0,0 0-1 0 0,0 0 1 0 0,-1 0-1 0 0,1-1 1 0 0,0 1-1 0 0,0 0 1 0 0,0 0 0 0 0,0 0-1 0 0,-1-1 1 0 0,-10-17-315 0 0,1-2 1 0 0,1 0 0 0 0,1 0 0 0 0,1 0 0 0 0,0-1 0 0 0,2 0 0 0 0,-6-39-1 0 0,-5-165-979 0 0,15 189 1205 0 0,1-8 55 0 0,3 1 1 0 0,1 0-1 0 0,2 0 1 0 0,2 0-1 0 0,2 1 1 0 0,2 0-1 0 0,17-41 1 0 0,-22 66 73 0 0,1 1 0 0 0,0 1 0 0 0,1 0 1 0 0,0 0-1 0 0,1 0 0 0 0,1 1 0 0 0,0 1 1 0 0,1 0-1 0 0,0 1 0 0 0,1 0 0 0 0,1 0 1 0 0,0 2-1 0 0,16-10 0 0 0,-21 14-13 0 0,0 1 1 0 0,1 0-1 0 0,0 1 0 0 0,0 0 0 0 0,0 1 1 0 0,0 0-1 0 0,1 0 0 0 0,-1 1 0 0 0,1 0 1 0 0,-1 1-1 0 0,1 0 0 0 0,0 1 0 0 0,0 0 1 0 0,-1 1-1 0 0,1 0 0 0 0,0 1 0 0 0,-1 0 1 0 0,1 0-1 0 0,-1 1 0 0 0,0 1 0 0 0,0 0 1 0 0,13 6-1 0 0,-7 0 5 0 0,0 1 1 0 0,0 1-1 0 0,-1 0 0 0 0,0 0 1 0 0,-1 2-1 0 0,-1 0 0 0 0,0 0 1 0 0,-1 1-1 0 0,0 1 1 0 0,-2 0-1 0 0,0 1 0 0 0,0 0 1 0 0,-2 0-1 0 0,0 1 0 0 0,-1 0 1 0 0,5 20-1 0 0,-8-25-5 0 0,-1 0 0 0 0,0 0 0 0 0,-1 0 0 0 0,-1 0 0 0 0,0 1 0 0 0,0-1 0 0 0,-2 0 0 0 0,0 1 0 0 0,0-1 0 0 0,-1 0 0 0 0,-1 0 0 0 0,0 0-1 0 0,0 0 1 0 0,-2 0 0 0 0,0-1 0 0 0,0 0 0 0 0,-1 0 0 0 0,0 0 0 0 0,-1-1 0 0 0,0 0 0 0 0,-1 0 0 0 0,-1 0 0 0 0,1-1 0 0 0,-12 10 0 0 0,10-11 66 0 0,-1 0 1 0 0,0-1-1 0 0,0 1 1 0 0,-1-2-1 0 0,0 0 1 0 0,0 0-1 0 0,0-1 1 0 0,-1-1-1 0 0,0 0 1 0 0,0-1-1 0 0,0 0 1 0 0,-1-1-1 0 0,0-1 1 0 0,1 0-1 0 0,-1 0 0 0 0,0-2 1 0 0,0 0-1 0 0,1 0 1 0 0,-1-1-1 0 0,0-1 1 0 0,0 0-1 0 0,1-1 1 0 0,-1 0-1 0 0,1-1 1 0 0,-17-8-1 0 0,0 5 832 0 0,366 165-330 0 0,-99-50-67 0 0,100 57-762 0 0,-302-147-475 0 0,14 7-1048 0 0,-15-14-4888 0 0,-19-8 3743 0 0</inkml:trace>
</inkml:ink>
</file>

<file path=ppt/ink/ink2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7:28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0 599 316 0 0,'2'-19'10362'0'0,"12"76"-9754"0"0,-4-15 107 0 0,19 50 0 0 0,-26-86-620 0 0,18 37 370 0 0,-21-42-449 0 0,1 0 0 0 0,0 0 0 0 0,0 0 0 0 0,0 0 1 0 0,0 0-1 0 0,-1 0 0 0 0,1 0 0 0 0,0 0 1 0 0,0 0-1 0 0,1-1 0 0 0,-1 1 0 0 0,0 0 0 0 0,0-1 1 0 0,0 1-1 0 0,0-1 0 0 0,1 1 0 0 0,-1-1 1 0 0,0 0-1 0 0,0 1 0 0 0,1-1 0 0 0,-1 0 1 0 0,0 0-1 0 0,1 0 0 0 0,-1 0 0 0 0,0 0 0 0 0,0 0 1 0 0,1 0-1 0 0,-1-1 0 0 0,0 1 0 0 0,1 0 1 0 0,-1-1-1 0 0,0 1 0 0 0,2-2 0 0 0,12-7 30 0 0,-1-2 0 0 0,0 1-1 0 0,0-2 1 0 0,-1 0 0 0 0,-1 0 0 0 0,0-2-1 0 0,-1 1 1 0 0,10-16 0 0 0,9-2-140 0 0,-29 30 61 0 0,38 18-103 0 0,-28-11 80 0 0,1 0 1 0 0,1-1-1 0 0,-1-1 1 0 0,0 0-1 0 0,1-1 1 0 0,0 0-1 0 0,0-1 0 0 0,0 0 1 0 0,18-1-1 0 0,-21-2 53 0 0,0 0 0 0 0,-1 0 0 0 0,1-1-1 0 0,-1 0 1 0 0,1-1 0 0 0,-1 0 0 0 0,0 0 0 0 0,0-1-1 0 0,0 0 1 0 0,0-1 0 0 0,-1 0 0 0 0,0 0-1 0 0,10-9 1 0 0,-1-1 21 0 0,-1 0-1 0 0,-1-1 0 0 0,0 0 0 0 0,-2-2 1 0 0,0 0-1 0 0,0 0 0 0 0,-2-1 1 0 0,0 0-1 0 0,-2-1 0 0 0,9-23 1 0 0,1-16 90 0 0,-2 0 1 0 0,12-83 0 0 0,-25 119 208 0 0,-1 0 1 0 0,-2 0-1 0 0,0-1 0 0 0,-1 1 1 0 0,-5-38-1 0 0,4 59-194 0 0,1-12 106 0 0,-2 7-133 0 0,-2 10 16 0 0,-6 23-112 0 0,1 1 1 0 0,1 0 0 0 0,2 1 0 0 0,0 0 0 0 0,2 0 0 0 0,-1 31 0 0 0,6 180 26 0 0,0-217-20 0 0,1 0 0 0 0,1 0-1 0 0,1 0 1 0 0,1-1 0 0 0,1 1 0 0 0,1-1 0 0 0,1 0 0 0 0,1-1 0 0 0,0 0 0 0 0,21 32-1 0 0,-21-40-18 0 0,-1-1 0 0 0,1 0-1 0 0,1-1 1 0 0,0 0 0 0 0,0 0-1 0 0,1-1 1 0 0,0 0 0 0 0,1-1-1 0 0,0-1 1 0 0,0 1 0 0 0,1-2-1 0 0,0 0 1 0 0,0 0 0 0 0,0-2-1 0 0,1 1 1 0 0,-1-2 0 0 0,24 4-1 0 0,-12-4 12 0 0,0-2-1 0 0,1-1 1 0 0,-1-1 0 0 0,0 0-1 0 0,0-3 1 0 0,0 0 0 0 0,0-1-1 0 0,-1-1 1 0 0,41-16-1 0 0,-51 16 7 0 0,0 0-1 0 0,-1-1 0 0 0,1 0 0 0 0,-1-1 1 0 0,-1-1-1 0 0,0 0 0 0 0,0-1 0 0 0,-1 0 1 0 0,0 0-1 0 0,-1-1 0 0 0,0-1 0 0 0,0 1 1 0 0,-2-2-1 0 0,1 1 0 0 0,-1-1 0 0 0,-1-1 1 0 0,8-21-1 0 0,-13 30 27 0 0,-1 0 0 0 0,0 0 0 0 0,0-1 0 0 0,0 1 0 0 0,0 0 0 0 0,-1 0 0 0 0,0-1 0 0 0,0 1 0 0 0,-1 0 0 0 0,0-1 0 0 0,1 1 0 0 0,-3-5 0 0 0,3 8-18 0 0,-1 1 0 0 0,1-1-1 0 0,-1 1 1 0 0,0-1 0 0 0,1 1 0 0 0,-1-1 0 0 0,0 1 0 0 0,0 0 0 0 0,0-1 0 0 0,0 1 0 0 0,0 0 0 0 0,0 0-1 0 0,-1 0 1 0 0,1 0 0 0 0,0 0 0 0 0,0 0 0 0 0,-1 0 0 0 0,1 0 0 0 0,-1 0 0 0 0,1 1 0 0 0,-1-1-1 0 0,1 0 1 0 0,-1 1 0 0 0,1-1 0 0 0,-1 1 0 0 0,1 0 0 0 0,-1 0 0 0 0,0-1 0 0 0,1 1 0 0 0,-1 0-1 0 0,1 0 1 0 0,-1 1 0 0 0,0-1 0 0 0,1 0 0 0 0,-1 0 0 0 0,1 1 0 0 0,-1-1 0 0 0,1 1 0 0 0,-4 1 0 0 0,3-1-3 0 0,1-1 0 0 0,-1 1 0 0 0,0 0 0 0 0,0 0 0 0 0,1 0 0 0 0,-1 0 0 0 0,1 1 0 0 0,-1-1 0 0 0,1 0 0 0 0,0 1 0 0 0,-1-1 0 0 0,1 0 0 0 0,0 1 0 0 0,0 0 0 0 0,0-1 0 0 0,0 1-1 0 0,0 0 1 0 0,0-1 0 0 0,0 1 0 0 0,1 0 0 0 0,-1 0 0 0 0,1 0 0 0 0,-1 0 0 0 0,1 0 0 0 0,0 0 0 0 0,0 0 0 0 0,0-1 0 0 0,0 1 0 0 0,0 0 0 0 0,0 0 0 0 0,0 0 0 0 0,1 0 0 0 0,-1 0 0 0 0,1 2 0 0 0,1 2 5 0 0,0 0-1 0 0,0 0 0 0 0,0 0 0 0 0,1 0 1 0 0,0 0-1 0 0,0-1 0 0 0,0 1 0 0 0,7 7 1 0 0,-2-4-174 0 0,1-1 1 0 0,1 0 0 0 0,-1 0-1 0 0,1-1 1 0 0,0 0 0 0 0,1-1 0 0 0,-1 0-1 0 0,1 0 1 0 0,0-2 0 0 0,13 5-1 0 0,-1-2-1586 0 0,-1-1 0 0 0,2-2 0 0 0,-1 0-1 0 0,30 1 1 0 0,-3-4-2321 0 0</inkml:trace>
</inkml:ink>
</file>

<file path=ppt/ink/ink2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8:00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1 561 292 0 0,'0'0'3070'0'0,"3"2"-2822"0"0,11 5 42 0 0,0 0 1 0 0,1-1-1 0 0,0-1 1 0 0,0 0-1 0 0,21 3 1 0 0,87 11 175 0 0,-91-15-352 0 0,126 11 57 0 0,276-10 1 0 0,-137-17-322 0 0,495 4-332 0 0,-88 39 311 0 0,-178-17 93 0 0,-308-12 65 0 0,109 5 36 0 0,898 4 8 0 0,-814-16 93 0 0,709-13 283 0 0,-52 6-235 0 0,1073-16 520 0 0,-1863 23-550 0 0,1192-25 555 0 0,-285-1-195 0 0,-259 2-331 0 0,657-16 171 0 0,-1050 23-278 0 0,-207 6-15 0 0,21 2-4 0 0,186-4 51 0 0,419-26 18 0 0,-422 17-23 0 0,-206 7-27 0 0,16 4 10 0 0,79-8 57 0 0,-82 9-8 0 0,791-32 137 0 0,-793 39-184 0 0,-195 2-49 0 0,508-17 178 0 0,-328 15-97 0 0,405-17 235 0 0,-312 7-97 0 0,-411 18-245 0 0,702-27 416 0 0,-327 16-163 0 0,-195 8-125 0 0,1158-35 737 0 0,-1128 33-746 0 0,252-1 123 0 0,623 10 389 0 0,-108 22 377 0 0,-312-4-479 0 0,-246-6-322 0 0,530 18 121 0 0,-24-5-18 0 0,-335-19-161 0 0,7-17 632 0 0,-424-1-100 0 0,31-3-112 0 0,-70 6-265 0 0,164 0 757 0 0,27-2 498 0 0,-232 4-1005 0 0,126 11-1 0 0,-170-4-348 0 0,34-4 204 0 0,-83-1-375 0 0,1 1-181 0 0,0-1 1 0 0,-1 0-1 0 0,1 1 1 0 0,-1-1-1 0 0,1-1 0 0 0,-1 1 1 0 0,0 0-1 0 0,1 0 1 0 0,-1-1-1 0 0,0 0 1 0 0,0 1-1 0 0,3-4 1 0 0,-5 2-114 0 0,-1 0 0 0 0,1 0 0 0 0,0 0 0 0 0,-1 0 0 0 0,0 0 0 0 0,0 0 0 0 0,0 0 0 0 0,0 0 0 0 0,0 0 0 0 0,0 0 0 0 0,-1 0 0 0 0,0 1 1 0 0,1-1-1 0 0,-1 1 0 0 0,0-1 0 0 0,0 1 0 0 0,0 0 0 0 0,-1-1 0 0 0,1 1 0 0 0,0 0 0 0 0,-1 0 0 0 0,-4-2 0 0 0,-66-43-6460 0 0,68 44 5708 0 0,-35-17-3008 0 0</inkml:trace>
</inkml:ink>
</file>

<file path=ppt/ink/ink2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8:08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595 12 224 0 0,'0'0'925'0'0,"-11"-12"6151"0"0,29 45-6925 0 0,-1 2-1 0 0,-2-1 1 0 0,-1 2 0 0 0,16 67 0 0 0,-22-66-34 0 0,-1-6-21 0 0,-1 0-1 0 0,-1 0 1 0 0,-2 1 0 0 0,-1 0-1 0 0,-2 0 1 0 0,-3 36 0 0 0,-1-25 4 0 0,3 69 1 0 0,1-58-87 0 0,-11 105 39 0 0,2-67-3 0 0,3-44-18 0 0,4-13-11 0 0,-2-1-1 0 0,-11 43 1 0 0,10-54-15 0 0,0 1 1 0 0,2 0-1 0 0,-1 28 1 0 0,-5 90 40 0 0,3-22 51 0 0,-5 133 215 0 0,11-252-313 0 0,14 323 544 0 0,22-59-20 0 0,43 210 560 0 0,-40-202-527 0 0,-13-44-360 0 0,-22-150-91 0 0,-3-52-56 0 0,0-1 0 0 0,7 31 0 0 0,-5-33 7 0 0,0 0-1 0 0,-1 42 1 0 0,-1-24-4 0 0,3 308 247 0 0,-6-243-197 0 0,1 73 130 0 0,-2 75-90 0 0,1-99-61 0 0,-2-41-62 0 0,-21 391 241 0 0,-7-13-13 0 0,-4 117 30 0 0,36-605-274 0 0,19 519 120 0 0,-7-328 61 0 0,-5-46 70 0 0,12 181 22 0 0,13 456-154 0 0,-31-161 302 0 0,-5-121-201 0 0,4-404-173 0 0,2 143-63 0 0,-23 372 484 0 0,21-615-472 0 0,-21 205 65 0 0,-5 80 37 0 0,13-148-103 0 0,0-28-3 0 0,-27 273 223 0 0,29-295-153 0 0,3-15-50 0 0,-16 107 23 0 0,11-61-55 0 0,3-19 21 0 0,-47 355-71 0 0,47-371 86 0 0,-55 437-38 0 0,13-26 77 0 0,46-419-76 0 0,-28 331 219 0 0,-12 132 392 0 0,30-375-385 0 0,-55 397 427 0 0,-6 58-163 0 0,31-89-182 0 0,35-334-196 0 0,3-21 81 0 0,3 217 44 0 0,8-209 115 0 0,-2-76-195 0 0,-2 102-37 0 0,-2 92-48 0 0,-2-193 354 0 0,-21 122 0 0 0,13-112-143 0 0,-8 53 152 0 0,-5 0-33 0 0,26-82-149 0 0,-8-30-44 0 0,7-57-104 0 0,-7-26-3687 0 0,6 4 1734 0 0,1 0-1 0 0,1 0 1 0 0,4-32-1 0 0,-2 23-2434 0 0,3-13-695 0 0</inkml:trace>
</inkml:ink>
</file>

<file path=ppt/ink/ink2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8:13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560 174 112 0 0,'0'0'1841'0'0,"12"-47"4060"0"0,-11 43-5728 0 0,0 0-1 0 0,-1-1 0 0 0,0 1 1 0 0,0 0-1 0 0,0-1 1 0 0,-1 1-1 0 0,1-1 1 0 0,-1 1-1 0 0,0 0 1 0 0,0 0-1 0 0,0-1 1 0 0,-1 1-1 0 0,0 0 1 0 0,0 0-1 0 0,0 0 1 0 0,0 1-1 0 0,0-1 1 0 0,-1 0-1 0 0,1 1 1 0 0,-1 0-1 0 0,0-1 1 0 0,0 1-1 0 0,-1 0 0 0 0,1 1 1 0 0,-1-1-1 0 0,1 0 1 0 0,-1 1-1 0 0,-6-3 1 0 0,3 2-158 0 0,0 0 1 0 0,0 1-1 0 0,0-1 1 0 0,-1 2 0 0 0,1-1-1 0 0,-1 1 1 0 0,1 0-1 0 0,-1 0 1 0 0,0 1-1 0 0,1 0 1 0 0,-1 1-1 0 0,1 0 1 0 0,-1 0-1 0 0,1 0 1 0 0,-1 1-1 0 0,-6 3 1 0 0,-6 3-9 0 0,1 1-1 0 0,1 1 1 0 0,-1 1 0 0 0,2 0-1 0 0,0 1 1 0 0,0 1-1 0 0,-27 28 1 0 0,15-11 7 0 0,2 2 0 0 0,2 0-1 0 0,-23 38 1 0 0,36-49-1 0 0,0 0 1 0 0,2 1-1 0 0,1 0 0 0 0,0 1 1 0 0,2 0-1 0 0,-8 38 0 0 0,13-48-4 0 0,0-1-1 0 0,0 1 0 0 0,1 0 0 0 0,1 0 0 0 0,0 0 0 0 0,1 0 0 0 0,0 0 0 0 0,1 0 0 0 0,1 0 0 0 0,0-1 0 0 0,0 1 0 0 0,1-1 0 0 0,12 23 0 0 0,-12-28 5 0 0,0 0 0 0 0,1-1 0 0 0,0 0 0 0 0,0 0 0 0 0,1 0 0 0 0,0 0 0 0 0,0-1-1 0 0,0 0 1 0 0,1 0 0 0 0,-1-1 0 0 0,1 1 0 0 0,0-2 0 0 0,1 1 0 0 0,11 4 0 0 0,-7-5 7 0 0,0 0 1 0 0,1 0-1 0 0,-1-2 0 0 0,1 1 1 0 0,0-1-1 0 0,-1-1 0 0 0,1 0 0 0 0,21-4 1 0 0,-12 0 5 0 0,0-1 0 0 0,-1-1 0 0 0,1 0 1 0 0,-2-2-1 0 0,1 0 0 0 0,-1-2 0 0 0,0 0 1 0 0,-1-1-1 0 0,0-1 0 0 0,24-20 0 0 0,-41 30-7 0 0,-1 0-32 0 0,1 1 0 0 0,-1-1 0 0 0,1 0 0 0 0,0 1 0 0 0,0 0 0 0 0,-1-1 0 0 0,1 1 0 0 0,0 0 1 0 0,0 0-1 0 0,1 0 0 0 0,3-1 0 0 0,-5 2-14 0 0,0 1 0 0 0,0 0 0 0 0,1-1 1 0 0,-1 1-1 0 0,0 0 0 0 0,0 0 0 0 0,0 0 1 0 0,0 0-1 0 0,0 0 0 0 0,0 0 1 0 0,0 0-1 0 0,0 0 0 0 0,0 0 0 0 0,0 0 1 0 0,-1 0-1 0 0,1 1 0 0 0,0-1 0 0 0,-1 0 1 0 0,1 1-1 0 0,-1 0 0 0 0,4 3-17 0 0,-1 0-1 0 0,1-1 0 0 0,-1 1 1 0 0,2-1-1 0 0,-1 0 1 0 0,0 0-1 0 0,1-1 0 0 0,-1 1 1 0 0,1-1-1 0 0,0 0 0 0 0,0 0 1 0 0,0-1-1 0 0,1 1 1 0 0,-1-1-1 0 0,1 0 0 0 0,6 1 1 0 0,0 0 18 0 0,0 0 0 0 0,1-1 0 0 0,-1-1 0 0 0,0 0 1 0 0,1 0-1 0 0,15-2 0 0 0,-26 1 65 0 0,0-1 1 0 0,0 1-1 0 0,0 0 1 0 0,0 0-1 0 0,0-1 0 0 0,0 1 1 0 0,0-1-1 0 0,0 0 1 0 0,0 0-1 0 0,0 0 1 0 0,0 0-1 0 0,-1 0 0 0 0,1 0 1 0 0,0 0-1 0 0,-1 0 1 0 0,1-1-1 0 0,-1 1 1 0 0,1 0-1 0 0,-1-1 0 0 0,0 0 1 0 0,1 1-1 0 0,-1-1 1 0 0,1-2-1 0 0,-1 1 21 0 0,0 0-1 0 0,0 0 0 0 0,-1 0 1 0 0,1 0-1 0 0,-1-1 1 0 0,0 1-1 0 0,0 0 1 0 0,0 0-1 0 0,0 0 0 0 0,0 0 1 0 0,-1-1-1 0 0,1 1 1 0 0,-3-5-1 0 0,0 0 41 0 0,0-1-1 0 0,0 1 1 0 0,-1 0-1 0 0,0 0 1 0 0,-1 0-1 0 0,0 0 1 0 0,0 1-1 0 0,-1 0 1 0 0,-11-12-1 0 0,16 18-210 0 0,0 0-1 0 0,0 0 0 0 0,-1 0 0 0 0,1 0 0 0 0,0 0 0 0 0,0 0 0 0 0,0 1 0 0 0,-1-1 1 0 0,1 0-1 0 0,0 1 0 0 0,-1-1 0 0 0,1 1 0 0 0,0 0 0 0 0,-1-1 0 0 0,1 1 1 0 0,-1 0-1 0 0,1 0 0 0 0,-1 0 0 0 0,1 0 0 0 0,0 0 0 0 0,-1 0 0 0 0,-1 1 0 0 0,2-1-195 0 0,0 1-1 0 0,0 0 0 0 0,0 0 0 0 0,0 0 1 0 0,0-1-1 0 0,0 1 0 0 0,1 0 0 0 0,-1 0 1 0 0,0 0-1 0 0,0 0 0 0 0,1 1 1 0 0,-1-1-1 0 0,1 0 0 0 0,-1 0 0 0 0,1 0 1 0 0,-1 0-1 0 0,1 1 0 0 0,0-1 0 0 0,0 0 1 0 0,0 0-1 0 0,-1 1 0 0 0,1-1 0 0 0,0 0 1 0 0,1 0-1 0 0,-1 2 0 0 0</inkml:trace>
</inkml:ink>
</file>

<file path=ppt/ink/ink2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8:14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0 198 504 0 0,'0'0'8461'0'0,"5"20"-7968"0"0,4 29 191 0 0,4 22 17 0 0,-12-66-657 0 0,1 0 1 0 0,-1 0 0 0 0,1-1-1 0 0,0 1 1 0 0,1-1 0 0 0,-1 1 0 0 0,1-1-1 0 0,0 0 1 0 0,0 0 0 0 0,0 0-1 0 0,5 5 1 0 0,-5-8-26 0 0,0 1 0 0 0,-1-1 0 0 0,1 0 0 0 0,0 1 0 0 0,0-1 0 0 0,0 0 0 0 0,0-1 0 0 0,0 1 0 0 0,0-1 0 0 0,1 1 0 0 0,-1-1 0 0 0,0 0 0 0 0,0 0 0 0 0,0 0 0 0 0,0 0 0 0 0,0-1 0 0 0,1 1 0 0 0,-1-1 0 0 0,0 0 0 0 0,0 0 0 0 0,0 0 0 0 0,0 0 0 0 0,-1-1 0 0 0,1 1 0 0 0,0-1 0 0 0,0 1 1 0 0,-1-1-1 0 0,4-3 0 0 0,7-5 15 0 0,1-1-1 0 0,-1 0 1 0 0,19-22 0 0 0,14-17-106 0 0,-45 48 40 0 0,35 25-108 0 0,-24-17 16 0 0,-11-5 122 0 0,2 1-7 0 0,0-1 0 0 0,1 1 0 0 0,-1-1 0 0 0,1 0 0 0 0,-1 1 0 0 0,1-1 0 0 0,0-1 0 0 0,-1 1 0 0 0,1-1 0 0 0,0 1 0 0 0,-1-1 0 0 0,1 0 0 0 0,0 0 0 0 0,-1-1 0 0 0,1 1 0 0 0,0-1 0 0 0,4-1 0 0 0,1-2 15 0 0,0-1-1 0 0,0 1 1 0 0,-1-2-1 0 0,0 1 1 0 0,0-1-1 0 0,0-1 1 0 0,-1 1 0 0 0,0-1-1 0 0,0-1 1 0 0,12-15-1 0 0,-19 22-4 0 0,0 0 0 0 0,1 1 0 0 0,-1-1 0 0 0,0 0 0 0 0,1 1 0 0 0,-1-1 0 0 0,1 0 0 0 0,-1 1 0 0 0,1-1 0 0 0,-1 1 0 0 0,1-1 0 0 0,0 1 0 0 0,-1-1 0 0 0,1 1 0 0 0,-1-1 0 0 0,1 1 0 0 0,0 0-1 0 0,0-1 1 0 0,-1 1 0 0 0,1 0 0 0 0,0 0 0 0 0,0-1 0 0 0,-1 1 0 0 0,1 0 0 0 0,0 0 0 0 0,0 0 0 0 0,-1 0 0 0 0,1 0 0 0 0,0 0 0 0 0,0 0 0 0 0,0 0 0 0 0,1 1 0 0 0,11 22 30 0 0,-2 1-23 0 0,-8-18-6 0 0,-2-3 4 0 0,0-1 0 0 0,1 1 0 0 0,-1-1-1 0 0,1 0 1 0 0,-1 1 0 0 0,1-1 0 0 0,0 0-1 0 0,0 0 1 0 0,0 0 0 0 0,0 0 0 0 0,3 1 0 0 0,-2-1-3 0 0,0-1 0 0 0,0-1 0 0 0,1 1 0 0 0,-1 0 0 0 0,0-1 0 0 0,1 0 0 0 0,-1 0 0 0 0,0 0 1 0 0,1 0-1 0 0,-1 0 0 0 0,0 0 0 0 0,0-1 0 0 0,6-1 0 0 0,14-3-81 0 0,8-1-217 0 0,0-1-1 0 0,0-1 0 0 0,0-2 1 0 0,44-20-1 0 0,-70 26 319 0 0,1 0-1 0 0,-1 0 1 0 0,0 0-1 0 0,0 0 1 0 0,-1-1 0 0 0,0 0-1 0 0,1 0 1 0 0,-1 0 0 0 0,-1 0-1 0 0,1-1 1 0 0,-1 0-1 0 0,0 1 1 0 0,-1-1 0 0 0,1 0-1 0 0,-1-1 1 0 0,0 1 0 0 0,1-8-1 0 0,-1 6 303 0 0,0-1 1 0 0,-1 1-1 0 0,-1-1 0 0 0,1 1 0 0 0,-1-1 0 0 0,-1 1 0 0 0,0-1 1 0 0,0 1-1 0 0,0 0 0 0 0,-1-1 0 0 0,0 1 0 0 0,-6-13 0 0 0,7 19-43 0 0,1-4-5 0 0,0 3-134 0 0,1 6 760 0 0,4 30-909 0 0,2-1 0 0 0,1 0-1 0 0,2 0 1 0 0,16 37 0 0 0,2-2-5495 0 0</inkml:trace>
</inkml:ink>
</file>

<file path=ppt/ink/ink2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8:14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83 508 0 0,'0'0'2658'0'0,"40"-31"1241"0"0,86-2-2432 0 0,-40 17-6452 0 0,-68 13 2986 0 0</inkml:trace>
</inkml:ink>
</file>

<file path=ppt/ink/ink2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8:14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0 48 0 0,'0'0'8966'0'0,"-3"6"-8792"0"0,-25 54 150 0 0,2 1 0 0 0,4 1 0 0 0,2 1 1 0 0,2 1-1 0 0,4 0 0 0 0,2 1 1 0 0,3 0-1 0 0,3 1 0 0 0,3 0 1 0 0,3 0-1 0 0,8 69 0 0 0,-5-113-217 0 0,1 1-1 0 0,0-1 1 0 0,2 0-1 0 0,1-1 0 0 0,0 0 1 0 0,2 0-1 0 0,0 0 1 0 0,1-1-1 0 0,1 0 1 0 0,1-1-1 0 0,29 35 1 0 0,-28-43-34 0 0,-1 0 0 0 0,2 0 1 0 0,22 13-1 0 0,-10-8-1515 0 0,-24-15 822 0 0,26-16-9584 0 0</inkml:trace>
</inkml:ink>
</file>

<file path=ppt/ink/ink2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8:15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41 154 436 0 0,'-2'48'7451'0'0,"-10"58"-5172"0"0,-1 3-1083 0 0,4-28-47 0 0,9-79-996 0 0,-1 0 190 0 0,0 5-540 0 0,0-10 2698 0 0,0-38-2400 0 0,2 0 0 0 0,2 0 0 0 0,9-41 0 0 0,33-129-308 0 0,-42 198 160 0 0,1-1 1 0 0,0 1-1 0 0,1 0 0 0 0,12-22 1 0 0,-16 34 6 0 0,12 15-116 0 0,3 0 122 0 0,18 44 5 0 0,-2 1 0 0 0,-3 1 0 0 0,-3 2-1 0 0,29 99 1 0 0,-50-145 34 0 0,6 19 38 0 0,-1 0 1 0 0,7 46-1 0 0,-15-70 294 0 0,-1-4-2473 0 0</inkml:trace>
</inkml:ink>
</file>

<file path=ppt/ink/ink2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8:15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68 608 0 0,'0'0'4804'0'0,"3"-3"-4291"0"0,3-1-346 0 0,-1 1 0 0 0,1-1-1 0 0,0 1 1 0 0,0 0 0 0 0,0 1 0 0 0,0-1-1 0 0,1 1 1 0 0,-1 1 0 0 0,12-3 0 0 0,73-6 271 0 0,-19 3-933 0 0,89-8-3778 0 0,-123 11 2434 0 0</inkml:trace>
</inkml:ink>
</file>

<file path=ppt/ink/ink2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8:16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1 141 484 0 0,'0'0'7971'0'0,"6"0"-7741"0"0,489-5 2378 0 0,-461 4-2483 0 0,-25 2-54 0 0,0-1-1 0 0,0 0 0 0 0,0-1 1 0 0,0 0-1 0 0,0 0 0 0 0,0-1 0 0 0,0 0 1 0 0,12-5-1 0 0,-20 6-19 0 0,-1-1-47 0 0,-1-1-1 0 0,0 1 0 0 0,0-1 0 0 0,1 1 1 0 0,-2-1-1 0 0,1 1 0 0 0,0 0 0 0 0,0-1 0 0 0,-1 1 1 0 0,1 0-1 0 0,-1 0 0 0 0,0 0 0 0 0,0 0 0 0 0,0 0 1 0 0,0 0-1 0 0,0 1 0 0 0,0-1 0 0 0,0 1 0 0 0,0-1 1 0 0,-3 0-1 0 0,-57-29-135 0 0,44 23 106 0 0,-5-7-4 0 0,19 12 18 0 0,1 0-1 0 0,0 1 1 0 0,0 0 0 0 0,-1 0-1 0 0,0 0 1 0 0,1 0 0 0 0,-1 0 0 0 0,0 1-1 0 0,-5-2 1 0 0,10 8-7 0 0,3 5 26 0 0,-1 1-1 0 0,0 0 1 0 0,-1-1-1 0 0,0 1 1 0 0,-1 0-1 0 0,0 0 1 0 0,-1 0 0 0 0,0 0-1 0 0,-1 0 1 0 0,0 0-1 0 0,-3 12 1 0 0,2-15-5 0 0,-1 1-1 0 0,0-1 1 0 0,0 0 0 0 0,-1 0 0 0 0,0-1 0 0 0,-1 1 0 0 0,0-1 0 0 0,0 0 0 0 0,0 0 0 0 0,-1 0 0 0 0,0-1 0 0 0,0 0 0 0 0,0 0 0 0 0,-1 0 0 0 0,-9 5 0 0 0,-42 29-4556 0 0</inkml:trace>
</inkml:ink>
</file>

<file path=ppt/ink/ink2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8:16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479 10 1260 0 0,'15'-9'4841'0'0,"-8"9"-54"0"0,-6 2-4702 0 0,1 0-1 0 0,-1 1 1 0 0,1 0 0 0 0,-1-1 0 0 0,0 1 0 0 0,0 0 0 0 0,0-1 0 0 0,-1 1 0 0 0,1 0 0 0 0,-1 0 0 0 0,1 0 0 0 0,-1 0-1 0 0,0-1 1 0 0,0 1 0 0 0,0 0 0 0 0,-1 0 0 0 0,1 0 0 0 0,-1 0 0 0 0,1 0 0 0 0,-1-1 0 0 0,0 1 0 0 0,0 0 0 0 0,-2 2-1 0 0,-31 75 722 0 0,30-71-708 0 0,-4 5-19 0 0,0 0-1 0 0,-1 0 0 0 0,0-1 0 0 0,-1 0 0 0 0,-1-1 1 0 0,0 0-1 0 0,0-1 0 0 0,-1 0 0 0 0,-1 0 1 0 0,0-2-1 0 0,0 1 0 0 0,-16 7 0 0 0,18-11-43 0 0,0-1-1 0 0,-1 0 0 0 0,1-1 0 0 0,-1 0 1 0 0,0-1-1 0 0,0 0 0 0 0,0-1 0 0 0,0 0 1 0 0,0-1-1 0 0,-1 0 0 0 0,1-1 0 0 0,0 0 1 0 0,-1-1-1 0 0,1-1 0 0 0,0 0 0 0 0,-19-6 1 0 0,26 7-42 0 0,0-1 0 0 0,0 0 1 0 0,0 0-1 0 0,1 0 0 0 0,-1 0 0 0 0,1-1 1 0 0,0 0-1 0 0,-1 0 0 0 0,1 0 0 0 0,1-1 1 0 0,-1 1-1 0 0,0-1 0 0 0,1 0 0 0 0,0 0 1 0 0,0 0-1 0 0,0 0 0 0 0,0 0 0 0 0,1-1 1 0 0,-1 0-1 0 0,1 1 0 0 0,0-1 0 0 0,1 0 1 0 0,-1 0-1 0 0,1 0 0 0 0,0 0 1 0 0,0 0-1 0 0,1 0 0 0 0,-1 0 0 0 0,1 0 1 0 0,0 0-1 0 0,1-1 0 0 0,-1 1 0 0 0,1 0 1 0 0,0 0-1 0 0,0 0 0 0 0,4-9 0 0 0,-4 13-5 0 0,0-1 0 0 0,0 1 0 0 0,0 0 0 0 0,0-1 0 0 0,0 1 0 0 0,1 0 0 0 0,-1 0 0 0 0,0 0 0 0 0,1 0 0 0 0,-1 0 0 0 0,1 1 0 0 0,-1-1 0 0 0,1 0 0 0 0,-1 1 0 0 0,1-1 0 0 0,-1 1 0 0 0,1-1 0 0 0,0 1 0 0 0,-1 0 0 0 0,1-1 0 0 0,0 1 0 0 0,-1 0 0 0 0,1 0 0 0 0,0 0 0 0 0,-1 1 0 0 0,1-1 0 0 0,0 0 0 0 0,-1 1 0 0 0,1-1 0 0 0,2 2 0 0 0,49 20-132 0 0,-52-22 144 0 0,59 33-62 0 0,2-3 0 0 0,1-2 0 0 0,120 34 0 0 0,-133-57-8405 0 0</inkml:trace>
</inkml:ink>
</file>

<file path=ppt/ink/ink2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8:25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640 50 120 0 0,'0'0'1002'0'0,"12"-41"3567"0"0,-10 39-3942 0 0,1-5 1522 0 0,-1 11-933 0 0,2 25-686 0 0,-1 45-829 0 0,7 88 353 0 0,-7-125-19 0 0,2 205 34 0 0,-6-140 193 0 0,-1-77-156 0 0,1 0 1 0 0,5 50 0 0 0,-1-6 17 0 0,-3-55-109 0 0,0 1 0 0 0,1-1 0 0 0,3 17 0 0 0,-2-20 1 0 0,-1 1 1 0 0,-1 0 0 0 0,1 0 0 0 0,-3 13-1 0 0,1-15-7 0 0,1 0 0 0 0,0 0-1 0 0,0 0 1 0 0,1 0-1 0 0,3 15 1 0 0,-3-16 12 0 0,1 0 0 0 0,-1 0 0 0 0,-1 1 0 0 0,1-1 0 0 0,-2 0 0 0 0,0 10 0 0 0,-1 28 50 0 0,7 127 309 0 0,-19 41 165 0 0,-3 42 211 0 0,-7-106-616 0 0,23-124-136 0 0,1-6-1 0 0,-1 1-1 0 0,-1 0 1 0 0,-5 23 0 0 0,-3 61 56 0 0,10-100-56 0 0,0 25 87 0 0,-1 0 0 0 0,-8 49 0 0 0,-3 68 173 0 0,11-78-233 0 0,7 58 97 0 0,-7-118-123 0 0,1-7 3 0 0,0 0-1 0 0,0-1 1 0 0,0 1-1 0 0,0 0 1 0 0,0-1-1 0 0,0 1 1 0 0,1 0-1 0 0,-1 0 1 0 0,1-1-1 0 0,0 1 1 0 0,0-1 0 0 0,0 1-1 0 0,2 4 1 0 0,-2-6 434 0 0,9 41-102 0 0,4 6-225 0 0,-13-46-105 0 0,0 12 18 0 0,3-3-20 0 0,4 13 68 0 0,-5-5-30 0 0,13 57 126 0 0,-15-73 65 0 0,4 26-82 0 0,-3-17-162 0 0,-1-10 10 0 0,2 28 47 0 0,4 8-72 0 0,-7-35 67 0 0,10 41-52 0 0,-9-42 0 0 0,6 51 16 0 0,14 171 72 0 0,-21-213-88 0 0,0 0-1 0 0,1-1 0 0 0,0 1 1 0 0,0-1-1 0 0,6 16 0 0 0,-7-24-5 0 0,1 33 9 0 0,1 83 1 0 0,-2-115 8 0 0,3 17 33 0 0,-3-10-36 0 0,1 111 72 0 0,-1-118-44 0 0,3 58-76 0 0,-2-56 41 0 0,1 4 1 0 0,1 15 8 0 0,-1 0 1 0 0,0 28-1 0 0,-2-50 24 0 0,3 36-23 0 0,6 54-20 0 0,-8-90 22 0 0,1 36-29 0 0,3 7 34 0 0,-4-34 3 0 0,-5 27-49 0 0,4-23 37 0 0,0-12 10 0 0,1 1-1 0 0,1 11 5 0 0,-2-11-4 0 0,0 0-1 0 0,-2 14-10 0 0,1-14 5 0 0,1 0 0 0 0,0 10-8 0 0,0-10 3 0 0,1 0 15 0 0,-2 38 11 0 0,-1-29-18 0 0,1-1 0 0 0,1 0 1 0 0,0 1-1 0 0,3 19 0 0 0,-3-29-1 0 0,0 1 8 0 0,-2 7-9 0 0,1-4-1 0 0,0 0 1 0 0,0 0 0 0 0,1-1-1 0 0,0 1 1 0 0,0 0 0 0 0,0 0-1 0 0,1 0 1 0 0,2 8-1 0 0,-2 31 13 0 0,-1-4 0 0 0,-3 8-1 0 0,3-47-15 0 0,0 0-5 0 0,6 93-19 0 0,-4-51 79 0 0,-2-43-60 0 0,4 53-21 0 0,-2-28 62 0 0,-2-24-55 0 0,0 15-14 0 0,6 42 38 0 0,5 45 322 0 0,-11-102-304 0 0,2 34 114 0 0,-4 53-49 0 0,2-87-95 0 0,-3 12-1 0 0,2-11 12 0 0,0 35 5 0 0,0-31-25 0 0,-1 7 3 0 0,2-12 12 0 0,0 25-1 0 0,-1-21-4 0 0,4 43-10 0 0,-5-5 13 0 0,2-41 3 0 0,0 23 18 0 0,-2 18 20 0 0,-5 164-29 0 0,6-134-49 0 0,1-70 41 0 0,-1 200 18 0 0,-4-41-18 0 0,6-78-6 0 0,-1-78 2 0 0,-1 52 24 0 0,2-31-11 0 0,-1 14-2 0 0,0 186-63 0 0,1-217 50 0 0,-6 43 17 0 0,7 105-30 0 0,-5-104 36 0 0,5 77 0 0 0,-1 52 105 0 0,-15 342 244 0 0,14-487-356 0 0,-13 634 230 0 0,13-530-232 0 0,2 235 76 0 0,7-66-110 0 0,-6-62-13 0 0,-4-96-6 0 0,-2-38 32 0 0,-7 112 66 0 0,-2 60-61 0 0,-2 58 240 0 0,0 176 64 0 0,6-117-295 0 0,4-285 23 0 0,-28 621 44 0 0,30-696-87 0 0,-39 566 294 0 0,-14 35-22 0 0,13-171-45 0 0,-6 36-66 0 0,32-332-64 0 0,-26 198-40 0 0,-46 336-97 0 0,77-636 1 0 0,-37 361 138 0 0,10-143 58 0 0,2-11-121 0 0,31-201-30 0 0,5-46 6 0 0,-3 0 0 0 0,-10 54-1 0 0,3-38-3 0 0,-4 110-1 0 0,11-110 8 0 0,-4 27 4 0 0,-3 73-27 0 0,-2-37 60 0 0,6-65-26 0 0,2-32-5 0 0,2 0 0 0 0,-1 27 0 0 0,0-10 28 0 0,-1 0 1 0 0,-2-1-1 0 0,-2 1 0 0 0,-2-1 0 0 0,-23 60 1 0 0,15-46-21 0 0,9-18-24 0 0,-8 55 0 0 0,16-77 17 0 0,0-8 7 0 0,1 1-18 0 0,-2 8 90 0 0,0-5-161 0 0,2-4-113 0 0,1-8-2191 0 0,14-74-1292 0 0,-7 40-2694 0 0,-4 16 2513 0 0</inkml:trace>
</inkml:ink>
</file>

<file path=ppt/ink/ink2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8:29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0 88 0 0,'0'0'4979'0'0,"2"5"-4700"0"0,2 4-144 0 0,1 1-1 0 0,1-1 0 0 0,0-1 0 0 0,0 1 0 0 0,0-1 0 0 0,1 0 0 0 0,11 9 0 0 0,19 25 208 0 0,0 10-146 0 0,-3 2 0 0 0,-1 1 0 0 0,-4 2 0 0 0,-1 1 0 0 0,-3 1 0 0 0,-3 0 0 0 0,-3 2 0 0 0,-2 1-1 0 0,-3 0 1 0 0,-3 1 0 0 0,6 107 0 0 0,-16-146-122 0 0,-2-1 0 0 0,-1 1 0 0 0,-1 0 0 0 0,-1-1 0 0 0,-1 1 0 0 0,-1-1 0 0 0,-1 0 0 0 0,-1-1 0 0 0,-1 0 0 0 0,-1 0 0 0 0,-1-1 0 0 0,0 0 0 0 0,-2-1 0 0 0,-1 0 0 0 0,0-1 0 0 0,-1 0 0 0 0,-1-2 0 0 0,-1 0 0 0 0,0 0 0 0 0,-2-2 0 0 0,1 0 0 0 0,-2-1 0 0 0,-26 14 0 0 0,-19 4-784 0 0,21-18-4766 0 0</inkml:trace>
</inkml:ink>
</file>

<file path=ppt/ink/ink2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8:28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522 188 708 0 0,'27'-24'7829'0'0,"-27"11"-6793"0"0,0 8-770 0 0,1-1 0 0 0,-1 0 0 0 0,-1 0 0 0 0,1 1 0 0 0,-1-1 0 0 0,0 0-1 0 0,0 1 1 0 0,0-1 0 0 0,-1 1 0 0 0,0-1 0 0 0,0 1 0 0 0,0 0 0 0 0,-1 0 0 0 0,0 0 0 0 0,-4-7 0 0 0,3 8-225 0 0,0-1 1 0 0,0 0-1 0 0,0 1 1 0 0,0 0-1 0 0,-1 0 1 0 0,0 0-1 0 0,0 1 1 0 0,0 0-1 0 0,0 0 1 0 0,-1 0-1 0 0,1 0 1 0 0,-1 1-1 0 0,1 0 1 0 0,-1 0-1 0 0,0 0 1 0 0,0 1-1 0 0,0 0 1 0 0,0 0-1 0 0,0 1 1 0 0,0-1-1 0 0,0 1 1 0 0,0 0-1 0 0,0 1 1 0 0,0 0-1 0 0,0 0 1 0 0,-7 2-1 0 0,-3 1-38 0 0,-1 1-1 0 0,1 1 1 0 0,0 1-1 0 0,1 0 1 0 0,-1 1-1 0 0,1 1 1 0 0,-26 20-1 0 0,21-13 3 0 0,1 2 1 0 0,1 0-1 0 0,1 1 0 0 0,0 1 0 0 0,1 0 1 0 0,2 2-1 0 0,0-1 0 0 0,1 2 1 0 0,-11 27-1 0 0,15-29 2 0 0,1 0 1 0 0,0 0 0 0 0,2 1-1 0 0,1 0 1 0 0,1 0 0 0 0,0 1-1 0 0,2-1 1 0 0,1 0-1 0 0,0 1 1 0 0,5 40 0 0 0,-3-57-3 0 0,0 0 1 0 0,0-1 0 0 0,0 1-1 0 0,1-1 1 0 0,0 1-1 0 0,0-1 1 0 0,0 0 0 0 0,1 0-1 0 0,-1 0 1 0 0,1 0 0 0 0,1 0-1 0 0,-1-1 1 0 0,0 1 0 0 0,1-1-1 0 0,0 0 1 0 0,0 0-1 0 0,1 0 1 0 0,7 5 0 0 0,-5-5 3 0 0,0-1 1 0 0,1 0-1 0 0,-1 0 1 0 0,1-1-1 0 0,0 0 1 0 0,-1 0-1 0 0,1-1 1 0 0,0 0-1 0 0,0 0 1 0 0,0-1-1 0 0,15-1 1 0 0,8-3 15 0 0,-1-2 0 0 0,0-1 0 0 0,-1-1 0 0 0,1-1 1 0 0,47-24-1 0 0,4-8 79 0 0,150-102 1 0 0,-228 142-119 0 0,0-1 0 0 0,0 1-1 0 0,1 0 1 0 0,-1 0 0 0 0,0 1 0 0 0,0-1 0 0 0,1 1-1 0 0,-1-1 1 0 0,0 1 0 0 0,1 0 0 0 0,-1 1 0 0 0,0-1-1 0 0,1 0 1 0 0,-1 1 0 0 0,0 0 0 0 0,0 0-1 0 0,1 0 1 0 0,-1 0 0 0 0,0 0 0 0 0,0 1 0 0 0,0-1-1 0 0,0 1 1 0 0,3 2 0 0 0,25 9-48 0 0,-19-9 46 0 0,1-1 0 0 0,-1-1 0 0 0,0-1 0 0 0,1 1-1 0 0,-1-2 1 0 0,1 0 0 0 0,0 0 0 0 0,19-4-1 0 0,-31 3 25 0 0,19-1 292 0 0,-19 2-285 0 0,-1 0-1 0 0,1 0 1 0 0,-1 0 0 0 0,1 0 0 0 0,-1 0 0 0 0,1 0-1 0 0,-1 0 1 0 0,0 0 0 0 0,1-1 0 0 0,-1 1-1 0 0,1 0 1 0 0,-1 0 0 0 0,0-1 0 0 0,1 1 0 0 0,-1 0-1 0 0,1 0 1 0 0,-1-1 0 0 0,0 1 0 0 0,1 0 0 0 0,-1-1-1 0 0,0 1 1 0 0,0-1 0 0 0,1 1 0 0 0,-1 0-1 0 0,0-1 1 0 0,0 1 0 0 0,0-1 0 0 0,0 1 0 0 0,1-1-1 0 0,-1 1 1 0 0,0 0 0 0 0,0-1 0 0 0,0 1 0 0 0,0-1-1 0 0,0 1 1 0 0,0-1 0 0 0,0 1 0 0 0,0-1-1 0 0,0 1 1 0 0,0-1 0 0 0,0 1 0 0 0,-1 0 0 0 0,1-1-1 0 0,0 0 1 0 0,-4-4-140 0 0,0 1-1 0 0,0-1 0 0 0,0 1 1 0 0,-1 0-1 0 0,0 0 1 0 0,0 1-1 0 0,0 0 0 0 0,0-1 1 0 0,0 1-1 0 0,-11-4 1 0 0,13 6-526 0 0,0 0 0 0 0,0 0 1 0 0,0 1-1 0 0,-1-1 0 0 0,1 1 1 0 0,0-1-1 0 0,-1 1 0 0 0,1 0 0 0 0,0 0 1 0 0,0 1-1 0 0,-1-1 0 0 0,1 0 1 0 0,0 1-1 0 0,-4 1 0 0 0</inkml:trace>
</inkml:ink>
</file>

<file path=ppt/ink/ink2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8:30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4 120 0 0,'0'0'3582'0'0,"27"38"-1836"0"0,-27-38-1741 0 0,69 54 1921 0 0,-63-50-1745 0 0,0-1 0 0 0,-1 1 1 0 0,1-2-1 0 0,1 1 0 0 0,-1-1 0 0 0,0 0 0 0 0,0 0 1 0 0,1 0-1 0 0,-1-1 0 0 0,13 1 0 0 0,-17-2 51 0 0,12-6 170 0 0,-12 6-280 0 0,0-1 1 0 0,0 0-1 0 0,1 0 1 0 0,-1 0-1 0 0,0 0 0 0 0,0 0 1 0 0,0 0-1 0 0,0-1 1 0 0,0 1-1 0 0,0-1 1 0 0,0 1-1 0 0,-1-1 0 0 0,1 0 1 0 0,0 0-1 0 0,-1 0 1 0 0,1 0-1 0 0,-1 0 1 0 0,0 0-1 0 0,0 0 0 0 0,0 0 1 0 0,0 0-1 0 0,0-1 1 0 0,0 1-1 0 0,0-3 1 0 0,0-1 101 0 0,0-1 1 0 0,0 1 0 0 0,-1-1-1 0 0,0 0 1 0 0,0 1 0 0 0,0-1-1 0 0,-2-8 1 0 0,2 13 26 0 0,0-1-772 0 0,1-4 520 0 0,19 10-12592 0 0</inkml:trace>
</inkml:ink>
</file>

<file path=ppt/ink/ink2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8:31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1 206 32 0 0,'0'0'751'0'0,"34"27"4769"0"0,-31-22-5277 0 0,1-1 1 0 0,0 0-1 0 0,0 0 1 0 0,0 0-1 0 0,1 0 1 0 0,-1-1 0 0 0,1 1-1 0 0,0-1 1 0 0,0 0-1 0 0,0-1 1 0 0,0 1 0 0 0,1-1-1 0 0,-1 0 1 0 0,10 2-1 0 0,-11-5-196 0 0,0 0 0 0 0,0-1 1 0 0,0 1-1 0 0,0-1 0 0 0,0 0 0 0 0,-1 0 0 0 0,1 0 0 0 0,0 0 0 0 0,-1-1 0 0 0,0 0 0 0 0,1 1 0 0 0,3-6 1 0 0,22-15 181 0 0,-23 21-217 0 0,0-1 1 0 0,1 1-1 0 0,-1 0 1 0 0,0 1-1 0 0,1-1 1 0 0,-1 1-1 0 0,1 0 1 0 0,-1 1 0 0 0,1 0-1 0 0,-1 0 1 0 0,13 2-1 0 0,84 18-341 0 0,-25-3-142 0 0,-67-16 377 0 0,1 0-1 0 0,0 0 0 0 0,0-1 1 0 0,0-1-1 0 0,0 0 0 0 0,0 0 1 0 0,0-1-1 0 0,-1-1 0 0 0,1 0 1 0 0,-1-1-1 0 0,18-7 1 0 0,-24 8 158 0 0,1 0 1 0 0,-1-1-1 0 0,0 1 1 0 0,0-1-1 0 0,0 0 1 0 0,0-1-1 0 0,-1 1 1 0 0,0-1-1 0 0,0 0 1 0 0,0 0-1 0 0,0 0 1 0 0,-1 0-1 0 0,0-1 1 0 0,0 1-1 0 0,0-1 1 0 0,-1 0-1 0 0,1 0 1 0 0,-1 0-1 0 0,-1 0 1 0 0,1 0-1 0 0,-1 0 1 0 0,-1 0-1 0 0,1-9 1 0 0,4-85 5364 0 0,-6 98-4468 0 0,3 33 466 0 0,10 114-2035 0 0,-6-101-2603 0 0,-6-16-5421 0 0</inkml:trace>
</inkml:ink>
</file>

<file path=ppt/ink/ink2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8:31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93 96 0 0,'1'-3'269'0'0,"0"0"-1"0"0,0 0 1 0 0,0 0-1 0 0,0 0 1 0 0,1 0-1 0 0,-1 0 1 0 0,1 0-1 0 0,0 1 1 0 0,0-1-1 0 0,0 0 1 0 0,0 1-1 0 0,0 0 1 0 0,1-1-1 0 0,-1 1 1 0 0,1 0 0 0 0,-1 0-1 0 0,1 0 1 0 0,0 1-1 0 0,-1-1 1 0 0,1 1-1 0 0,0-1 1 0 0,0 1-1 0 0,1 0 1 0 0,-1 0-1 0 0,3 0 1 0 0,15-4-202 0 0,-1 0 0 0 0,40-2-1 0 0,-39 5 2 0 0,129-10-4172 0 0,-111 8 2278 0 0</inkml:trace>
</inkml:ink>
</file>

<file path=ppt/ink/ink2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8:32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3 292 0 0,'0'0'3390'0'0,"5"-1"-3336"0"0,0 1-80 0 0,12-1-2253 0 0</inkml:trace>
</inkml:ink>
</file>

<file path=ppt/ink/ink2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8:32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0 48 0 0,'-17'1'2655'0'0,"8"4"-2239"0"0,1 1 1 0 0,0-1-1 0 0,0 2 1 0 0,1-1-1 0 0,-1 1 1 0 0,1 0-1 0 0,1 0 1 0 0,-1 0-1 0 0,1 1 1 0 0,1 0-1 0 0,-1 1 1 0 0,-3 9-1 0 0,-3 3 138 0 0,2 1 0 0 0,1 0 0 0 0,-13 47 0 0 0,12-27-35 0 0,1 0 0 0 0,3 1-1 0 0,2 0 1 0 0,1 0 0 0 0,2 0 0 0 0,2 0-1 0 0,8 44 1 0 0,-6-69-426 0 0,1 0 1 0 0,1 0-1 0 0,0-1 0 0 0,1 0 0 0 0,1 0 0 0 0,1 0 1 0 0,0-1-1 0 0,15 21 0 0 0,-15-26-213 0 0,1-1-1 0 0,0 0 1 0 0,0-1-1 0 0,1 0 0 0 0,0-1 1 0 0,0 0-1 0 0,1 0 1 0 0,0-1-1 0 0,0 0 1 0 0,1-1-1 0 0,0-1 1 0 0,23 8-1 0 0,-26-10-206 0 0,0-1 1 0 0,1 0-1 0 0,-1 0 0 0 0,1-1 0 0 0,0-1 0 0 0,-1 1 0 0 0,1-2 0 0 0,14-1 0 0 0,-12 0-1045 0 0,-1-1-1 0 0,0 0 1 0 0,21-8-1 0 0,3-5-1622 0 0</inkml:trace>
</inkml:ink>
</file>

<file path=ppt/ink/ink2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8:33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102 235 928 0 0,'0'0'37'0'0,"-4"-20"2238"0"0,0 11 82 0 0,0 9 377 0 0,-16 41-1526 0 0,3 1 0 0 0,-16 57 1 0 0,32-97-1087 0 0,-2 9 404 0 0,0-6 224 0 0,1-7 287 0 0,-3-22-915 0 0,2-1 0 0 0,1 0 0 0 0,2-1 0 0 0,0 1 0 0 0,1 0 0 0 0,1 0 0 0 0,2 0 0 0 0,0 1 0 0 0,2-1-1 0 0,1 1 1 0 0,1 0 0 0 0,18-40 0 0 0,-25 61-117 0 0,1 1 0 0 0,-1-1 0 0 0,0 1 0 0 0,1-1 0 0 0,-1 1 0 0 0,1 0 0 0 0,0 0 0 0 0,-1-1 0 0 0,1 1 0 0 0,0 1 0 0 0,0-1-1 0 0,1 0 1 0 0,-1 0 0 0 0,0 1 0 0 0,1-1 0 0 0,-1 1 0 0 0,1 0 0 0 0,-1 0 0 0 0,1 0 0 0 0,-1 0 0 0 0,1 0 0 0 0,0 0 0 0 0,-1 1 0 0 0,1-1 0 0 0,0 1 0 0 0,0 0 0 0 0,0 0 0 0 0,-1 0 0 0 0,1 0 0 0 0,0 0-1 0 0,4 2 1 0 0,0 1 0 0 0,1 0 0 0 0,-1 0 0 0 0,0 1 0 0 0,-1 0 0 0 0,1 1-1 0 0,-1-1 1 0 0,1 1 0 0 0,-1 0 0 0 0,10 12 0 0 0,11 15 207 0 0,-1 1 1 0 0,-1 0 0 0 0,31 58-1 0 0,47 118 794 0 0,-99-200-1234 0 0,0 0 0 0 0,-1 1-1 0 0,0 0 1 0 0,0 0 0 0 0,-1 0 0 0 0,2 16 0 0 0,-5-25 125 0 0,1 0 1 0 0,0 0 0 0 0,0 0 0 0 0,0 0-1 0 0,-1 0 1 0 0,1 0 0 0 0,-1 0 0 0 0,1 0-1 0 0,-1 0 1 0 0,1-1 0 0 0,-1 1 0 0 0,1 0 0 0 0,-1 0-1 0 0,1-1 1 0 0,-1 1 0 0 0,0 0 0 0 0,0-1-1 0 0,1 1 1 0 0,-1 0 0 0 0,0-1 0 0 0,0 1-1 0 0,0-1 1 0 0,0 0 0 0 0,0 1 0 0 0,0-1 0 0 0,1 0-1 0 0,-1 1 1 0 0,0-1 0 0 0,0 0 0 0 0,0 0-1 0 0,0 0 1 0 0,0 0 0 0 0,0 0 0 0 0,0 0-1 0 0,0 0 1 0 0,0 0 0 0 0,0 0 0 0 0,0 0 0 0 0,0-1-1 0 0,0 1 1 0 0,-1-1 0 0 0,-38-9-3358 0 0,24 2 172 0 0,-5-3 248 0 0</inkml:trace>
</inkml:ink>
</file>

<file path=ppt/ink/ink2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8:33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57 140 604 0 0,'-7'-4'844'0'0,"0"0"0"0"0,0 0 0 0 0,0 0 0 0 0,1-1 0 0 0,0 0 0 0 0,-11-12 1225 0 0,40-4-500 0 0,0 12-1276 0 0,1 0 1 0 0,0 2 0 0 0,0 0-1 0 0,0 2 1 0 0,1 0 0 0 0,37-1 0 0 0,-13 2-824 0 0,44-4-1092 0 0,-30-1-2866 0 0,-26 2 1830 0 0</inkml:trace>
</inkml:ink>
</file>

<file path=ppt/ink/ink2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8:33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0 56 0 0,'0'0'1179'0'0,"5"4"-36"0"0,17 19 485 0 0,-1 0 0 0 0,-1 1 1 0 0,-1 2-1 0 0,18 29 1 0 0,-19-22-866 0 0,0 0 0 0 0,-2 1-1 0 0,-2 0 1 0 0,-1 2 0 0 0,-2-1 0 0 0,7 39 0 0 0,-15-53-668 0 0,0-1-1 0 0,-2 0 1 0 0,0 1 0 0 0,-2 0-1 0 0,0-1 1 0 0,-1 1 0 0 0,-1-1-1 0 0,-1 0 1 0 0,-1 0 0 0 0,-1 0-1 0 0,0-1 1 0 0,-2 1 0 0 0,0-2-1 0 0,-1 1 1 0 0,-1-1 0 0 0,-1 0-1 0 0,-15 20 1 0 0,7-15-696 0 0,0-1 1 0 0,-1 0-1 0 0,-2-1 1 0 0,-41 31-1 0 0,35-32-1373 0 0,-2-1-1 0 0,-1-1 0 0 0,-57 24 1 0 0,23-17-1773 0 0</inkml:trace>
</inkml:ink>
</file>

<file path=ppt/ink/ink2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8:34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10 652 0 0,'0'-1'280'0'0,"-1"0"1"0"0,1 0-1 0 0,-1 1 1 0 0,0-1-1 0 0,1 0 1 0 0,-1 1-1 0 0,0-1 1 0 0,0 1-1 0 0,0-1 0 0 0,1 1 1 0 0,-1-1-1 0 0,0 1 1 0 0,0 0-1 0 0,0-1 1 0 0,0 1-1 0 0,0 0 0 0 0,0 0 1 0 0,0 0-1 0 0,0-1 1 0 0,1 1-1 0 0,-3 0 1 0 0,-9 14-1517 0 0,6-4-1428 0 0</inkml:trace>
</inkml:ink>
</file>

<file path=ppt/ink/ink2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8:40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346 20 292 0 0,'0'0'778'0'0,"6"-20"6552"0"0,-8 26-7304 0 0,-5 34 69 0 0,2 1 1 0 0,1 0-1 0 0,2 47 0 0 0,13 131 451 0 0,-4-125-305 0 0,34 239 626 0 0,-5-67 0 0 0,-36-260-843 0 0,35 554 2004 0 0,-60-141-1335 0 0,-5-151-478 0 0,-9 79 82 0 0,18-91-60 0 0,-4 38-27 0 0,-20 123 484 0 0,5 71-36 0 0,34-427-633 0 0,-8 264 273 0 0,10-163-113 0 0,-6 71 37 0 0,-7 124 223 0 0,17-192-226 0 0,1-7-39 0 0,-4 61-35 0 0,16 180 270 0 0,-10-319-391 0 0,28 458 622 0 0,-22-400-515 0 0,-4-87-58 0 0,-2 0 0 0 0,-2 0 0 0 0,-7 62 0 0 0,3-73-6 0 0,4 80 1 0 0,1-45 51 0 0,-3 51 11 0 0,4 143 139 0 0,20 171 34 0 0,-10-122-252 0 0,-5-79-28 0 0,-5 177 33 0 0,-4-176-10 0 0,3-117-11 0 0,-22 498 374 0 0,17-487-297 0 0,17 158 0 0 0,1 13-3 0 0,-9 107 90 0 0,-22 66 2 0 0,0-306-142 0 0,-34 277 104 0 0,30-202-60 0 0,10-84-22 0 0,-42 429 120 0 0,-9 89-204 0 0,55-513 13 0 0,5-86 5 0 0,-26 399-14 0 0,9-194 14 0 0,7-114 43 0 0,-5 459 179 0 0,21-521-30 0 0,15 660 428 0 0,-17-656-593 0 0,5 0 1 0 0,34 172 0 0 0,-1-88-12 0 0,-10-56-25 0 0,17 187-1 0 0,-4 125 494 0 0,-17-276-379 0 0,-11-84-65 0 0,-7-31-20 0 0,8 95-186 0 0,-8 2 1 0 0,-15 236 0 0 0,3-334-1033 0 0,4-48-1244 0 0,4-37 1163 0 0,20-72-3245 0 0,-3 13-1994 0 0,-19 71 3381 0 0</inkml:trace>
</inkml:ink>
</file>

<file path=ppt/ink/ink2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9:00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39 484 0 0,'-1'-20'5011'0'0,"-2"10"1528"0"0,-9 118-5797 0 0,-32 184 421 0 0,28-234-703 0 0,15-57-42 0 0,2-33 1940 0 0,12-77-1926 0 0,-8 53-497 0 0,2 0 1 0 0,3 1-1 0 0,21-66 0 0 0,-27 108 90 0 0,8-12-409 0 0,-3 27 168 0 0,5 15 141 0 0,4 9 42 0 0,1 0 0 0 0,2-2-1 0 0,1-1 1 0 0,0 0 0 0 0,2-2-1 0 0,0-1 1 0 0,36 23 0 0 0,-31-24-1480 0 0,46 21 1 0 0,-32-18-6351 0 0</inkml:trace>
</inkml:ink>
</file>

<file path=ppt/ink/ink2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9:00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1 132 0 0,'-29'19'6336'0'0,"-9"4"-3820"0"0,5-4-1886 0 0,-55 42 0 0 0,72-48-490 0 0,-15 14-1277 0 0,30-25 665 0 0</inkml:trace>
</inkml:ink>
</file>

<file path=ppt/ink/ink2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9:00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0 424 0 0,'0'0'3968'0'0,"15"23"-2142"0"0,-33 283 4596 0 0,7-134-4742 0 0,4-83-1715 0 0,4-70-707 0 0,1-9-1931 0 0,1-2-3479 0 0</inkml:trace>
</inkml:ink>
</file>

<file path=ppt/ink/ink2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9:01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2 900 0 0,'5'-2'9849'0'0,"-13"52"-9005"0"0,-2-1 0 0 0,-3-1 0 0 0,-26 70 1 0 0,0-1-36 0 0,36-109-694 0 0,2-7-86 0 0,1 1 0 0 0,-1-1 0 0 0,0 1-1 0 0,1 0 1 0 0,-1-1 0 0 0,1 1 0 0 0,0-1 0 0 0,0 1 0 0 0,-1 0-1 0 0,1-1 1 0 0,0 1 0 0 0,0 0 0 0 0,1-1 0 0 0,-1 1 0 0 0,0 0-1 0 0,0-1 1 0 0,1 1 0 0 0,-1-1 0 0 0,1 1 0 0 0,0 1-1 0 0,2-1 4 0 0,0-1-1 0 0,1-1 0 0 0,-1 1 0 0 0,0 0 0 0 0,0-1 1 0 0,0 1-1 0 0,0-1 0 0 0,0 0 0 0 0,1 0 1 0 0,-1 0-1 0 0,0-1 0 0 0,4 0 0 0 0,-3 1 27 0 0,97-2 362 0 0,66-7-496 0 0,-148 6-1934 0 0,-2 1-6833 0 0</inkml:trace>
</inkml:ink>
</file>

<file path=ppt/ink/ink2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9:01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2 420 0 0,'-7'-1'8307'0'0,"7"1"-8169"0"0,-10 18 3617 0 0,-15 49-3547 0 0,3-11 594 0 0,2-13-240 0 0,2 1 0 0 0,-20 72-1 0 0,38-114-535 0 0,-1 0-1 0 0,1 0 0 0 0,0 0 0 0 0,-1 0 0 0 0,1 0 1 0 0,0 0-1 0 0,0 0 0 0 0,0 0 0 0 0,1 0 1 0 0,-1 0-1 0 0,0 0 0 0 0,1 0 0 0 0,-1 0 0 0 0,1 0 1 0 0,0 0-1 0 0,0 0 0 0 0,0-1 0 0 0,0 1 0 0 0,0 0 1 0 0,0 0-1 0 0,1 1 0 0 0,1 0 12 0 0,0-1 0 0 0,0 0 0 0 0,0 1-1 0 0,0-1 1 0 0,0-1 0 0 0,0 1 0 0 0,1 0 0 0 0,-1-1-1 0 0,0 1 1 0 0,1-1 0 0 0,3 1 0 0 0,12 1 73 0 0,0 0 0 0 0,0-2-1 0 0,34 0 1 0 0,-40-1-105 0 0,104-6-3086 0 0,-116 6 2825 0 0,-1 0 1 0 0,1-1 0 0 0,0 1 0 0 0,-1 0 0 0 0,1 0 0 0 0,-1 0 0 0 0,1-1-1 0 0,-1 1 1 0 0,1 0 0 0 0,0 0 0 0 0,-1-1 0 0 0,1 1 0 0 0,-1 0 0 0 0,1-1-1 0 0,-1 1 1 0 0,1-1 0 0 0,-1 1 0 0 0,0-1 0 0 0,1 1 0 0 0,-1-1 0 0 0,0 1-1 0 0,1-1 1 0 0,-1 1 0 0 0,0-1 0 0 0,1 1 0 0 0,-1-1 0 0 0,0 0 0 0 0,0 1-1 0 0,0-1 1 0 0,1-1 0 0 0,-1 1-23 0 0</inkml:trace>
</inkml:ink>
</file>

<file path=ppt/ink/ink2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9:01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55 740 0 0,'0'0'2500'0'0,"5"-2"-1721"0"0,23-5 251 0 0,-1 2 0 0 0,1 0 0 0 0,35 0-1 0 0,8-2-160 0 0,4 1-93 0 0,-46 5-1940 0 0,48-9 1 0 0,-66 4-2524 0 0</inkml:trace>
</inkml:ink>
</file>

<file path=ppt/ink/ink2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9:02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74 1072 0 0,'-1'-1'125'0'0,"1"1"0"0"0,-1 0 0 0 0,1 0 0 0 0,-1-1-1 0 0,1 1 1 0 0,0 0 0 0 0,-1-1 0 0 0,1 1 0 0 0,-1 0 0 0 0,1-1 0 0 0,0 1 0 0 0,-1-1 0 0 0,1 1-1 0 0,0-1 1 0 0,-1 1 0 0 0,1-1 0 0 0,0 1 0 0 0,0-1 0 0 0,-1 1 0 0 0,1-1 0 0 0,0 1-1 0 0,0-1 1 0 0,0 1 0 0 0,0-1 0 0 0,0 1 0 0 0,0-1 0 0 0,0 1 0 0 0,0-1 0 0 0,0 0-1 0 0,0 1 1 0 0,0-1 0 0 0,0 1 0 0 0,0-1 0 0 0,0 1 0 0 0,1-1 0 0 0,-1 1 0 0 0,0-1-1 0 0,0 1 1 0 0,1-1 0 0 0,-1 1 0 0 0,0-1 0 0 0,1 1 0 0 0,-1 0 0 0 0,1-2 0 0 0,32-13 2042 0 0,47-1-812 0 0,35 4-760 0 0,139 4 0 0 0,-5 15-7014 0 0,-171-3 3614 0 0</inkml:trace>
</inkml:ink>
</file>

<file path=ppt/ink/ink2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9:08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392 35 484 0 0,'13'-18'2593'0'0,"-13"18"-2252"0"0,0-1 0 0 0,1 1 0 0 0,-1 0-1 0 0,1-1 1 0 0,-1 1 0 0 0,0-1 0 0 0,1 1 0 0 0,-1 0 0 0 0,0-1 0 0 0,1 1-1 0 0,-1-1 1 0 0,0 1 0 0 0,1-1 0 0 0,-1 1 0 0 0,0-1 0 0 0,0 1 0 0 0,0-1 0 0 0,0 1-1 0 0,0-1 1 0 0,1 0 0 0 0,-1 1 0 0 0,0-1 0 0 0,0 1 0 0 0,0-1 0 0 0,0 1-1 0 0,-1-1 1 0 0,1 1 0 0 0,0-1 0 0 0,0 0 0 0 0,0 1 0 0 0,0-1 0 0 0,-18 5-259 0 0,2 0 1 0 0,-1 2-1 0 0,1-1 1 0 0,0 2-1 0 0,-21 12 1 0 0,-83 53 199 0 0,91-54-234 0 0,27-17-46 0 0,-22 14 11 0 0,1 0 0 0 0,1 1 0 0 0,0 1 0 0 0,-23 24 0 0 0,45-40-20 0 0,-1-1 0 0 0,1 1 0 0 0,0 0 0 0 0,0 0 0 0 0,-1 0 0 0 0,1 0 0 0 0,0-1 0 0 0,0 1 0 0 0,0 0 0 0 0,0 0 0 0 0,0 0 0 0 0,0 0 0 0 0,0 0 1 0 0,0 0-1 0 0,0-1 0 0 0,0 1 0 0 0,1 0 0 0 0,-1 0 0 0 0,0 0 0 0 0,1 0 0 0 0,-1-1 0 0 0,0 1 0 0 0,1 0 0 0 0,-1 0 0 0 0,1-1 0 0 0,-1 1 0 0 0,1 0 0 0 0,0-1 0 0 0,-1 1 0 0 0,1 0 1 0 0,0 0-1 0 0,24 20-101 0 0,4-7 36 0 0,0-1-1 0 0,1-1 0 0 0,1-2 1 0 0,54 12-1 0 0,15 5-140 0 0,-98-27 209 0 0,47 16-259 0 0,53 25 1 0 0,-89-35 157 0 0,-1 0 0 0 0,1 1 0 0 0,-1 1 0 0 0,-1 0 0 0 0,0 0 0 0 0,0 1 0 0 0,0 1 0 0 0,-1-1 0 0 0,11 16 0 0 0,-19-24 93 0 0,-1 1 0 0 0,0-1 0 0 0,1 1 0 0 0,-1 0-1 0 0,0 0 1 0 0,0-1 0 0 0,0 1 0 0 0,0 0-1 0 0,-1 0 1 0 0,1 0 0 0 0,0 0 0 0 0,-1 0-1 0 0,1 0 1 0 0,-1 0 0 0 0,0 0 0 0 0,0 0-1 0 0,0 0 1 0 0,0 0 0 0 0,0 0 0 0 0,0 1-1 0 0,0-1 1 0 0,-1 0 0 0 0,1 0 0 0 0,-1 0 0 0 0,0 0-1 0 0,1 0 1 0 0,-1-1 0 0 0,0 1 0 0 0,0 0-1 0 0,0 0 1 0 0,0 0 0 0 0,-1-1 0 0 0,-1 3-1 0 0,-2 1 37 0 0,-1-1 0 0 0,1 0 0 0 0,-1 0 0 0 0,0-1-1 0 0,0 0 1 0 0,0 0 0 0 0,0 0 0 0 0,-1 0 0 0 0,-8 1-1 0 0,-16 4 221 0 0,-1-1-1 0 0,-1-2 0 0 0,1 0 1 0 0,-51-2-1 0 0,16-4-190 0 0,-78-13 0 0 0,122 14-1274 0 0</inkml:trace>
</inkml:ink>
</file>

<file path=ppt/ink/ink2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9:08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1 168 760 0 0,'0'0'11156'0'0,"25"-2"-10645"0"0,10 4-273 0 0,0-1 1 0 0,0-2-1 0 0,54-8 0 0 0,-19 2-4 0 0,390-44 947 0 0,25-2-115 0 0,-391 50-699 0 0,-92 3-85 0 0,-10 1-253 0 0,-10 1-9 0 0,-170 11-181 0 0,155-13 76 0 0,-1-1 0 0 0,1-2 1 0 0,-60-12-1 0 0,89 14 76 0 0,0 0 0 0 0,0 0-1 0 0,1 0 1 0 0,-1 0 0 0 0,0-1 0 0 0,1 1 0 0 0,-1-1 0 0 0,-4-4 0 0 0,8 6 5 0 0,-1 0 1 0 0,1 0-1 0 0,0 0 1 0 0,0-1 0 0 0,-1 1-1 0 0,1 0 1 0 0,0-1-1 0 0,0 1 1 0 0,0 0-1 0 0,0 0 1 0 0,0-1 0 0 0,-1 1-1 0 0,1 0 1 0 0,0-1-1 0 0,0 1 1 0 0,0 0-1 0 0,0-1 1 0 0,0 1 0 0 0,0 0-1 0 0,0-1 1 0 0,0 1-1 0 0,0 0 1 0 0,0-1-1 0 0,0 1 1 0 0,0 0 0 0 0,0-1-1 0 0,1 1 1 0 0,-1 0-1 0 0,0-1 1 0 0,0 1 0 0 0,0 0-1 0 0,0-1 1 0 0,0 1-1 0 0,1 0 1 0 0,-1 0-1 0 0,0-1 1 0 0,0 1 0 0 0,1 0-1 0 0,-1 0 1 0 0,0-1-1 0 0,0 1 1 0 0,1 0-1 0 0,-1 0 1 0 0,0 0 0 0 0,0 0-1 0 0,1-1 1 0 0,4-1-14 0 0,0 0 0 0 0,0 0 1 0 0,0 0-1 0 0,0 1 1 0 0,0 0-1 0 0,0 0 0 0 0,0 0 1 0 0,10 0-1 0 0,4 2-6 0 0,-1 1 0 0 0,1 0-1 0 0,-1 1 1 0 0,0 1 0 0 0,0 1 0 0 0,31 12-1 0 0,-41-13 10 0 0,-1-1 0 0 0,1 1 0 0 0,-1 1 0 0 0,0-1 0 0 0,0 1 0 0 0,-1 1 0 0 0,12 10-1 0 0,-15-13 10 0 0,-1 1-1 0 0,1-1 1 0 0,-1 1-1 0 0,0-1 0 0 0,0 1 1 0 0,0 0-1 0 0,0 0 0 0 0,-1 0 1 0 0,1 0-1 0 0,-1 0 1 0 0,0 0-1 0 0,0 0 0 0 0,-1 0 1 0 0,1 0-1 0 0,-1 0 0 0 0,0 6 1 0 0,-1-3 9 0 0,0-1 0 0 0,-1 0 1 0 0,1 0-1 0 0,-1 0 0 0 0,-1-1 1 0 0,1 1-1 0 0,-1 0 0 0 0,0-1 1 0 0,0 0-1 0 0,-1 1 0 0 0,1-1 1 0 0,-1-1-1 0 0,0 1 1 0 0,-1 0-1 0 0,1-1 0 0 0,-1 0 1 0 0,0 0-1 0 0,-7 4 0 0 0,-12 8-24 0 0,-2-1 0 0 0,-42 19 0 0 0,34-18-190 0 0,-23 8-1253 0 0,35-23-4084 0 0,17-20-346 0 0</inkml:trace>
</inkml:ink>
</file>

<file path=ppt/ink/ink2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9:09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53 916 0 0,'0'0'2444'0'0,"6"-11"3820"0"0,-2 11-6108 0 0,-1 0 0 0 0,0 1 0 0 0,1 0 0 0 0,-1-1 1 0 0,0 1-1 0 0,0 0 0 0 0,0 1 0 0 0,0-1 1 0 0,0 1-1 0 0,0-1 0 0 0,0 1 0 0 0,0 0 1 0 0,0 0-1 0 0,2 2 0 0 0,44 40 614 0 0,-35-30-434 0 0,46 45 596 0 0,75 97 0 0 0,-36-34-295 0 0,-85-103-517 0 0,6 7 3308 0 0,-21-29-3379 0 0,1 1-1 0 0,0 0 1 0 0,-1 0-1 0 0,1-1 1 0 0,0 1-1 0 0,0 0 1 0 0,0-1-1 0 0,0 1 1 0 0,0 0-1 0 0,2-4 1 0 0,-2 3 29 0 0,3-77 532 0 0,2 0 1 0 0,5 1-1 0 0,23-96 1 0 0,-21 132-1016 0 0,-12 41-41 0 0,0-5 194 0 0,1 4-2274 0 0,8 25-9450 0 0,-8-16 8277 0 0</inkml:trace>
</inkml:ink>
</file>

<file path=ppt/ink/ink2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9:09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289 230 748 0 0,'0'0'873'0'0,"5"16"1555"0"0,4 65 552 0 0,4-1 0 0 0,31 108 0 0 0,-39-173-2462 0 0,0 5 313 0 0,-3-13 3265 0 0,-15-34-3937 0 0,1 0 0 0 0,1 0 0 0 0,1-1 0 0 0,1-1 0 0 0,2 0 0 0 0,1 0 0 0 0,1 0 0 0 0,2-1 0 0 0,0 1 0 0 0,3-1 0 0 0,2-35 0 0 0,0 51-136 0 0,0-1 0 0 0,1 1 0 0 0,0 0 0 0 0,2 0 0 0 0,-1 0 0 0 0,2 1 0 0 0,0 0 0 0 0,0 0 0 0 0,1 0 0 0 0,1 1 0 0 0,0 0 0 0 0,0 0 0 0 0,16-15 0 0 0,-19 22-29 0 0,0 0 0 0 0,0 0 0 0 0,1 0 0 0 0,-1 1 0 0 0,1-1 0 0 0,1 1-1 0 0,-1 1 1 0 0,0-1 0 0 0,1 1 0 0 0,0 0 0 0 0,0 1 0 0 0,-1 0 0 0 0,2 0 0 0 0,-1 0 0 0 0,0 1-1 0 0,0 0 1 0 0,0 0 0 0 0,1 1 0 0 0,-1 0 0 0 0,0 0 0 0 0,0 1 0 0 0,1 0 0 0 0,-1 0 0 0 0,0 0 0 0 0,0 1-1 0 0,0 0 1 0 0,12 6 0 0 0,-17-7 3 0 0,-1-1 0 0 0,1 1 0 0 0,-1 0 1 0 0,1 0-1 0 0,-1-1 0 0 0,1 1 0 0 0,-1 1 0 0 0,1-1 0 0 0,-1 0 0 0 0,0 0 0 0 0,0 0 0 0 0,1 1 0 0 0,-1-1 0 0 0,0 0 0 0 0,0 1 1 0 0,0-1-1 0 0,-1 1 0 0 0,1-1 0 0 0,0 1 0 0 0,-1 0 0 0 0,1-1 0 0 0,-1 1 0 0 0,1 0 0 0 0,-1-1 0 0 0,0 1 0 0 0,1 2 1 0 0,-2-1 3 0 0,1 1 1 0 0,-1 0 0 0 0,0-1 0 0 0,0 1 0 0 0,0-1 0 0 0,-1 0 0 0 0,1 1 0 0 0,-1-1 0 0 0,0 0 0 0 0,0 0 0 0 0,-4 6-1 0 0,-6 5 16 0 0,0-1-1 0 0,-1 0 0 0 0,-27 20 0 0 0,0-5-220 0 0,0-2 1 0 0,-2-2 0 0 0,0-2-1 0 0,-53 20 1 0 0,57-28-1929 0 0,-1-1 1 0 0,-72 12 0 0 0,73-20-2826 0 0,7-6 379 0 0</inkml:trace>
</inkml:ink>
</file>

<file path=ppt/ink/ink2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29:50.4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32 119 684 0 0,'-27'-20'6899'0'0,"27"20"-6786"0"0,-1-1 0 0 0,1 1-1 0 0,0 0 1 0 0,-1-1-1 0 0,1 1 1 0 0,0 0 0 0 0,0-1-1 0 0,-1 1 1 0 0,1-1 0 0 0,0 1-1 0 0,0 0 1 0 0,0-1 0 0 0,-1 1-1 0 0,1-1 1 0 0,0 1-1 0 0,0 0 1 0 0,0-1 0 0 0,0 1-1 0 0,0-1 1 0 0,0 1 0 0 0,0-1-1 0 0,0 1 1 0 0,0-1-1 0 0,0 1 1 0 0,0 0 0 0 0,0-1-1 0 0,0 1 1 0 0,1-1 0 0 0,-1 1-1 0 0,0 0 1 0 0,0-1-1 0 0,0 1 1 0 0,1-1 0 0 0,-1 1-1 0 0,0 0 1 0 0,0-1 0 0 0,1 0-1 0 0,20-13 703 0 0,28-5-959 0 0,-7 6 241 0 0,1 2 1 0 0,0 2 0 0 0,72-6-1 0 0,-97 14-96 0 0,-1 1 1 0 0,1 0-1 0 0,0 2 0 0 0,-1 0 0 0 0,1 1 0 0 0,-1 0 0 0 0,0 2 0 0 0,0 0 0 0 0,0 1 0 0 0,-1 0 0 0 0,0 1 0 0 0,16 10 1 0 0,-28-14-3 0 0,0-1 1 0 0,0 1 0 0 0,-1-1-1 0 0,1 1 1 0 0,-1 0 0 0 0,1 0-1 0 0,-1 1 1 0 0,0-1 0 0 0,-1 1 0 0 0,1-1-1 0 0,0 1 1 0 0,-1 0 0 0 0,0 0-1 0 0,0 0 1 0 0,0 0 0 0 0,0 1 0 0 0,-1-1-1 0 0,0 0 1 0 0,2 8 0 0 0,-3-5 3 0 0,0 0 1 0 0,-1 0-1 0 0,1-1 0 0 0,-1 1 1 0 0,-1 0-1 0 0,1 0 1 0 0,-1-1-1 0 0,0 1 1 0 0,-1-1-1 0 0,1 0 0 0 0,-7 11 1 0 0,-6 6 16 0 0,0-1-1 0 0,-1-1 1 0 0,-2-1 0 0 0,0 0 0 0 0,-29 25 0 0 0,-200 137 88 0 0,166-127-98 0 0,-3 9-44 0 0,83-63 18 0 0,-2 7-28 0 0,-1 3 8 0 0,5-11 36 0 0,-1 1 1 0 0,1-1 0 0 0,-1 1 0 0 0,0-1 0 0 0,1 1 0 0 0,-1-1 0 0 0,1 1 0 0 0,0-1-1 0 0,-1 1 1 0 0,1-1 0 0 0,-1 0 0 0 0,1 0 0 0 0,0 1 0 0 0,-1-1 0 0 0,1 0 0 0 0,0 0-1 0 0,-1 1 1 0 0,1-1 0 0 0,0 0 0 0 0,-1 0 0 0 0,1 0 0 0 0,0 0 0 0 0,-1 0 0 0 0,2 0 0 0 0,120 5 58 0 0,0-5 1 0 0,129-16 0 0 0,-59 2 63 0 0,323-21 315 0 0,-407 30-315 0 0,95-11 1528 0 0,-201 15-1097 0 0,14-1 2090 0 0,-11 0-4448 0 0</inkml:trace>
</inkml:ink>
</file>

<file path=ppt/ink/ink2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0:24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98 151 196 0 0,'-16'-23'1612'0'0,"1"3"-324"0"0,-11-20 914 0 0,18 13 2815 0 0,8 26-5003 0 0,1 0 1 0 0,-1 0-1 0 0,0 0 0 0 0,1 0 1 0 0,-1 0-1 0 0,1 0 0 0 0,0 0 0 0 0,-1 0 1 0 0,1 0-1 0 0,-1 0 0 0 0,1 1 1 0 0,0-1-1 0 0,0 0 0 0 0,0 0 1 0 0,-1 1-1 0 0,1-1 0 0 0,0 1 1 0 0,0-1-1 0 0,0 1 0 0 0,0-1 1 0 0,0 1-1 0 0,0-1 0 0 0,0 1 1 0 0,0 0-1 0 0,2-1 0 0 0,31-6 58 0 0,-28 6-46 0 0,29-5 17 0 0,0 2-1 0 0,1 1 1 0 0,67 3-1 0 0,-83 1-45 0 0,-1 1 0 0 0,1 2 0 0 0,-1 0 0 0 0,0 1 0 0 0,0 0-1 0 0,0 2 1 0 0,-1 0 0 0 0,29 16 0 0 0,-44-21 2 0 0,1 0 0 0 0,-1 0 0 0 0,0 0 0 0 0,0 1 0 0 0,0-1 0 0 0,0 1 0 0 0,0 0 0 0 0,-1 0 0 0 0,1 0 0 0 0,-1 0 0 0 0,0 0 0 0 0,0 0 0 0 0,0 0 0 0 0,0 1 0 0 0,-1-1 0 0 0,1 1 0 0 0,-1-1-1 0 0,2 8 1 0 0,-3-6 3 0 0,0 0 0 0 0,0 0 0 0 0,0 0 0 0 0,0 0 0 0 0,-1 0 0 0 0,0 0 0 0 0,0 0-1 0 0,0 0 1 0 0,-1 0 0 0 0,0-1 0 0 0,0 1 0 0 0,-3 6 0 0 0,-7 7 10 0 0,0 0 1 0 0,0-1-1 0 0,-2-1 1 0 0,0 0-1 0 0,-24 21 1 0 0,-23 14 37 0 0,-3-3 0 0 0,-103 59 0 0 0,69-46-37 0 0,92-58-20 0 0,0 1-1 0 0,1 0 0 0 0,-1 0 0 0 0,1 1 1 0 0,0 0-1 0 0,-5 6 0 0 0,36-1 245 0 0,-6-7-173 0 0,0-1 0 0 0,0-1 0 0 0,0-1 0 0 0,0 0 0 0 0,35-6 0 0 0,-2 1 9 0 0,277-20 266 0 0,417-14 226 0 0,-682 39-486 0 0,-63 0-70 0 0,-1 2-958 0 0,-1 0 717 0 0,0 0 0 0 0,0 0 0 0 0,-1 0 0 0 0,1 0 1 0 0,0 0-1 0 0,-1 0 0 0 0,1 0 0 0 0,-1 0 0 0 0,1 0 1 0 0,-1 0-1 0 0,-1 2 0 0 0,-7 7-4429 0 0,2-5 2179 0 0</inkml:trace>
</inkml:ink>
</file>

<file path=ppt/ink/ink2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0:26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40 100 0 0,'-14'-38'5058'0'0,"14"38"-4985"0"0,0 0 0 0 0,-1 0 0 0 0,1-1-1 0 0,0 1 1 0 0,-1 0 0 0 0,1 0 0 0 0,0 0 0 0 0,0 0 0 0 0,-1 0 0 0 0,1-1 0 0 0,0 1 0 0 0,-1 0 0 0 0,1 0 0 0 0,0 0 0 0 0,0 0-1 0 0,-1 0 1 0 0,1 0 0 0 0,0 0 0 0 0,-1 0 0 0 0,1 0 0 0 0,0 0 0 0 0,-1 0 0 0 0,1 0 0 0 0,0 0 0 0 0,-1 0 0 0 0,1 1 0 0 0,0-1 0 0 0,0 0-1 0 0,-1 0 1 0 0,1 0 0 0 0,0 0 0 0 0,-1 0 0 0 0,1 1 0 0 0,0-1 0 0 0,0 0 0 0 0,0 0 0 0 0,-1 0 0 0 0,1 1 0 0 0,0-1 0 0 0,0 0-1 0 0,0 1 1 0 0,-1-1 0 0 0,1 0 0 0 0,0 0 0 0 0,0 1 0 0 0,-15 24 698 0 0,-11 35-1180 0 0,25-56 616 0 0,-17 42-37 0 0,3 1 0 0 0,1 1 0 0 0,3 0 0 0 0,-8 78 1 0 0,-5 86 812 0 0,21-156-358 0 0,3-54-541 0 0,-1 16 537 0 0</inkml:trace>
</inkml:ink>
</file>

<file path=ppt/ink/ink2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0:40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80 324 0 0,'0'0'6370'0'0,"-4"24"-5582"0"0,16 176 1650 0 0,-15-93-1543 0 0,3-105-828 0 0,-1 11 219 0 0,0-6 317 0 0,-1-8 304 0 0,-6-47-785 0 0,2 0-1 0 0,2 0 1 0 0,2-1-1 0 0,5-50 0 0 0,-1-3 273 0 0,-2 101-393 0 0,1-21 40 0 0,0 21-45 0 0,-1 1 1 0 0,0-1-1 0 0,0 0 1 0 0,0 1-1 0 0,0-1 1 0 0,0 0-1 0 0,1 1 1 0 0,-1-1-1 0 0,0 1 1 0 0,0-1-1 0 0,1 0 1 0 0,-1 1-1 0 0,0-1 1 0 0,1 1-1 0 0,-1-1 1 0 0,1 1-1 0 0,-1-1 1 0 0,1 1-1 0 0,-1 0 1 0 0,1-1-1 0 0,-1 1 1 0 0,1-1-1 0 0,-1 1 0 0 0,1 0 1 0 0,0 0-1 0 0,-1-1 1 0 0,1 1-1 0 0,-1 0 1 0 0,1 0-1 0 0,0 0 1 0 0,3 3-18 0 0,107 117-80 0 0,-31-29 96 0 0,71 53 2893 0 0,-149-148-2512 0 0,3-11-93 0 0,-2 0 1 0 0,1 0 0 0 0,-2 0-1 0 0,0 0 1 0 0,-1 0 0 0 0,-1-1-1 0 0,-2-30 1 0 0,1-27 204 0 0,1-3-650 0 0,0 74-305 0 0,3-5-1980 0 0</inkml:trace>
</inkml:ink>
</file>

<file path=ppt/ink/ink2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0:40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32 275 732 0 0,'0'0'1822'0'0,"9"34"2510"0"0,-4-4-3080 0 0,1-1 0 0 0,13 37 0 0 0,-11-40-87 0 0,-8-24-252 0 0,-8-11 3290 0 0,-9-24-2986 0 0,-14-37-671 0 0,26 57-474 0 0,1-1 1 0 0,0 0-1 0 0,1 1 0 0 0,0-1 1 0 0,1 0-1 0 0,1-1 1 0 0,0 1-1 0 0,1 0 1 0 0,1 0-1 0 0,0 0 1 0 0,1 0-1 0 0,0 0 0 0 0,1 0 1 0 0,1 0-1 0 0,6-17 1 0 0,-7 24-77 0 0,0 1-1 0 0,0-1 1 0 0,1 1 0 0 0,-1-1 0 0 0,1 1 0 0 0,1 0 0 0 0,-1 1 0 0 0,1-1 0 0 0,0 1 0 0 0,1 0-1 0 0,-1 0 1 0 0,1 1 0 0 0,0-1 0 0 0,0 1 0 0 0,0 1 0 0 0,0-1 0 0 0,1 1 0 0 0,0 0 0 0 0,-1 0-1 0 0,1 1 1 0 0,0 0 0 0 0,0 0 0 0 0,1 1 0 0 0,-1 0 0 0 0,0 0 0 0 0,0 0 0 0 0,1 1 0 0 0,-1 0 0 0 0,0 1-1 0 0,0 0 1 0 0,9 2 0 0 0,-9-2-71 0 0,1 1 1 0 0,0 0-1 0 0,-1 0 0 0 0,1 1 0 0 0,-1 0 1 0 0,11 6-1 0 0,-16-7 35 0 0,1-1 1 0 0,0 1-1 0 0,-1 0 0 0 0,1 0 1 0 0,-1 0-1 0 0,0 0 1 0 0,0 1-1 0 0,0-1 1 0 0,0 1-1 0 0,0-1 0 0 0,0 1 1 0 0,0-1-1 0 0,-1 1 1 0 0,0 0-1 0 0,1 0 0 0 0,-1 0 1 0 0,0 0-1 0 0,1 4 1 0 0,-3-5 24 0 0,1 1 0 0 0,0 0 0 0 0,-1 0 1 0 0,0 0-1 0 0,1 0 0 0 0,-1 0 0 0 0,0-1 0 0 0,-1 1 1 0 0,1 0-1 0 0,0-1 0 0 0,-1 1 0 0 0,1-1 0 0 0,-1 0 1 0 0,0 1-1 0 0,0-1 0 0 0,0 0 0 0 0,0 0 0 0 0,0 0 1 0 0,-3 2-1 0 0,-46 32-179 0 0,26-22-699 0 0,0-2-1 0 0,-1 0 1 0 0,-44 12 0 0 0,48-19-2772 0 0,17-5-1033 0 0</inkml:trace>
</inkml:ink>
</file>

<file path=ppt/ink/ink2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0:41.5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12 124 352 0 0,'0'0'720'0'0,"-12"2"8679"0"0,20-1-8935 0 0,-1 0-1 0 0,0 0 1 0 0,1 0 0 0 0,-1-1-1 0 0,1 0 1 0 0,12-2 0 0 0,73-5-188 0 0,186-14 580 0 0,80-9-211 0 0,-280 18 216 0 0,-77 12-540 0 0,-7-3-297 0 0,-11-6-41 0 0,-1 2 0 0 0,-32-10 0 0 0,-8-3-93 0 0,55 19 95 0 0,6 2-17 0 0,0 0 0 0 0,0 0 0 0 0,0 1 0 0 0,0 0 0 0 0,-1 0 0 0 0,1 0 0 0 0,-1 0 1 0 0,1 0-1 0 0,-1 0 0 0 0,0 1 0 0 0,0 0 0 0 0,0 0 0 0 0,0 0 0 0 0,0 0 0 0 0,0 0 1 0 0,-1 0-1 0 0,0 1 0 0 0,0-1 0 0 0,3 7 0 0 0,-5-6-45 0 0,0 1 0 0 0,0 0 0 0 0,-1-1 0 0 0,1 1 0 0 0,-1 0 0 0 0,0-1 0 0 0,-1 1 0 0 0,1-1 0 0 0,-1 1-1 0 0,0-1 1 0 0,0 0 0 0 0,0 0 0 0 0,-1 0 0 0 0,1 0 0 0 0,-1 0 0 0 0,0 0 0 0 0,0-1 0 0 0,0 1 0 0 0,-7 5 0 0 0,-1 1-1363 0 0,0 1 1 0 0,-1-2 0 0 0,0 0 0 0 0,0 0-1 0 0,-18 9 1 0 0,11-10-1774 0 0</inkml:trace>
</inkml:ink>
</file>

<file path=ppt/ink/ink2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0:45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99 64 0 0,'-27'-52'6838'0'0,"27"50"-6315"0"0,-4-5 7 0 0,1 12 2123 0 0,3 33-2451 0 0,1-1-1 0 0,9 52 0 0 0,2 53 106 0 0,-18-83 1642 0 0,4-64-1901 0 0,0 0 0 0 0,0 0 0 0 0,0 0 0 0 0,-1 0 0 0 0,0 0 0 0 0,0 1 0 0 0,-5-8 0 0 0,-4-5 77 0 0,4 4-102 0 0,0-1 0 0 0,2 0 1 0 0,0-1-1 0 0,0 1 0 0 0,1-1 1 0 0,1 0-1 0 0,0-1 0 0 0,2 1 1 0 0,-1-1-1 0 0,2 1 0 0 0,0-1 1 0 0,1 0-1 0 0,0 1 0 0 0,5-27 1 0 0,-3 37-32 0 0,1 0 1 0 0,-1 0-1 0 0,1 1 1 0 0,0-1-1 0 0,0 1 1 0 0,0 0-1 0 0,1 0 1 0 0,0 0-1 0 0,-1 0 1 0 0,1 1-1 0 0,1-1 1 0 0,-1 1-1 0 0,0 0 1 0 0,1 0 0 0 0,-1 0-1 0 0,1 1 1 0 0,0 0-1 0 0,0 0 1 0 0,7-2-1 0 0,2-1-16 0 0,0 1 0 0 0,0 1 0 0 0,1 0 0 0 0,-1 1 0 0 0,26-1 0 0 0,-29 3 6 0 0,0 1-1 0 0,0 1 0 0 0,0 0 0 0 0,0 0 1 0 0,0 1-1 0 0,-1 0 0 0 0,1 1 0 0 0,-1 1 1 0 0,0-1-1 0 0,0 1 0 0 0,0 1 1 0 0,17 13-1 0 0,-21-14 8 0 0,1 1 0 0 0,-1-1 0 0 0,0 1 0 0 0,0 0 0 0 0,-1 1 0 0 0,0-1 1 0 0,0 1-1 0 0,0 0 0 0 0,-1 1 0 0 0,0-1 0 0 0,-1 1 0 0 0,0-1 0 0 0,0 1 0 0 0,0 0 1 0 0,-1 0-1 0 0,0 1 0 0 0,1 13 0 0 0,-3-13 13 0 0,-1 0 0 0 0,0 1 0 0 0,-1-1 0 0 0,0 0-1 0 0,0 0 1 0 0,-1-1 0 0 0,0 1 0 0 0,0 0 0 0 0,-1-1 0 0 0,-1 0 0 0 0,1 0 0 0 0,-1 0 0 0 0,0 0 0 0 0,-1-1 0 0 0,0 0 0 0 0,0 0-1 0 0,0 0 1 0 0,-1-1 0 0 0,0 0 0 0 0,-11 7 0 0 0,7-5 18 0 0,-2 0-1 0 0,1 0 0 0 0,-1-1 1 0 0,0-1-1 0 0,0 0 1 0 0,-1 0-1 0 0,0-2 1 0 0,0 0-1 0 0,0 0 0 0 0,-1-1 1 0 0,1-1-1 0 0,-16 0 1 0 0,26-2-181 0 0,0 0 1 0 0,0 0-1 0 0,1 0 1 0 0,-1-1-1 0 0,0 1 1 0 0,0-1-1 0 0,0 0 1 0 0,0 0-1 0 0,1-1 1 0 0,-1 1-1 0 0,1-1 1 0 0,-1 0-1 0 0,1 0 1 0 0,-1 0 0 0 0,1 0-1 0 0,0 0 1 0 0,0-1-1 0 0,-4-4 1 0 0,6 5-570 0 0,2 0 158 0 0,0-1 0 0 0,0 1 0 0 0,0-1 1 0 0,0 1-1 0 0,1 0 0 0 0,-1-1 0 0 0,1 1 1 0 0,0 0-1 0 0,3-3 0 0 0,-5 4 390 0 0,7-6-2186 0 0</inkml:trace>
</inkml:ink>
</file>

<file path=ppt/ink/ink2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0:45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0 436 312 0 0,'0'0'643'0'0,"14"1"1729"0"0,13-5-1163 0 0,-1-2 1 0 0,42-14-1 0 0,-61 17-975 0 0,1 1-1 0 0,-1-1 1 0 0,0-1 0 0 0,1 1-1 0 0,-1-1 1 0 0,-1-1-1 0 0,1 1 1 0 0,-1-1 0 0 0,0 0-1 0 0,0 0 1 0 0,0-1-1 0 0,-1 0 1 0 0,9-11 0 0 0,-14 16 20 0 0,1-3 175 0 0,-1 4-406 0 0,1-1 0 0 0,-1 0 1 0 0,0 1-1 0 0,0-1 0 0 0,1 1 1 0 0,-1-1-1 0 0,0 0 0 0 0,0 1 0 0 0,1-1 1 0 0,-1 0-1 0 0,0 1 0 0 0,0-1 1 0 0,0 0-1 0 0,0 1 0 0 0,0-1 1 0 0,0 0-1 0 0,0 1 0 0 0,0-1 1 0 0,-1 0-1 0 0,1 1 0 0 0,0-1 1 0 0,0 0-1 0 0,0 1 0 0 0,-1-1 0 0 0,1 1 1 0 0,0-1-1 0 0,-1 0 0 0 0,1 1 1 0 0,0-1-1 0 0,-1 1 0 0 0,1-1 1 0 0,-1 1-1 0 0,1-1 0 0 0,-1 1 1 0 0,1 0-1 0 0,-1-1 0 0 0,1 1 0 0 0,-1-1 1 0 0,0 1-1 0 0,0 0 0 0 0,-1-1-16 0 0,0 1 0 0 0,0 1 0 0 0,0-1 0 0 0,0 0 0 0 0,-1 0 0 0 0,1 1 0 0 0,0-1 0 0 0,0 1 0 0 0,0 0 0 0 0,0-1 0 0 0,0 1 0 0 0,0 0 0 0 0,0 0-1 0 0,1 1 1 0 0,-1-1 0 0 0,0 0 0 0 0,0 0 0 0 0,1 1 0 0 0,-1-1 0 0 0,1 1 0 0 0,-1 0 0 0 0,1-1 0 0 0,0 1 0 0 0,0 0 0 0 0,0 0 0 0 0,0 0 0 0 0,0-1-1 0 0,0 1 1 0 0,0 0 0 0 0,0 1 0 0 0,1-1 0 0 0,-1 0 0 0 0,1 0 0 0 0,0 0 0 0 0,-1 0 0 0 0,1 0 0 0 0,0 5 0 0 0,1-5-13 0 0,-1 1 1 0 0,0 0-1 0 0,1 0 0 0 0,0 0 1 0 0,-1-1-1 0 0,1 1 1 0 0,0 0-1 0 0,0-1 1 0 0,1 1-1 0 0,-1 0 0 0 0,0-1 1 0 0,1 0-1 0 0,0 1 1 0 0,-1-1-1 0 0,1 0 1 0 0,0 0-1 0 0,0 0 0 0 0,0 0 1 0 0,1 0-1 0 0,-1 0 1 0 0,0-1-1 0 0,1 1 0 0 0,-1-1 1 0 0,1 0-1 0 0,-1 0 1 0 0,1 1-1 0 0,0-2 1 0 0,-1 1-1 0 0,6 1 0 0 0,2 0 7 0 0,0-1 0 0 0,0 0 0 0 0,0-1 0 0 0,0 0 0 0 0,0 0 0 0 0,0-1 0 0 0,-1-1 0 0 0,1 1 0 0 0,0-2 0 0 0,0 1 0 0 0,-1-1 0 0 0,0-1 0 0 0,1 0 0 0 0,-1 0 0 0 0,-1-1 0 0 0,1 0 0 0 0,-1 0-1 0 0,0-1 1 0 0,0 0 0 0 0,0 0 0 0 0,-1-1 0 0 0,0 0 0 0 0,0 0 0 0 0,-1-1 0 0 0,0 0 0 0 0,0 0 0 0 0,-1-1 0 0 0,0 1 0 0 0,0-1 0 0 0,5-14 0 0 0,-5 10 100 0 0,-1 0 1 0 0,0 0 0 0 0,-1 0-1 0 0,0 0 1 0 0,-1 0 0 0 0,0-1-1 0 0,-1 1 1 0 0,-1-1-1 0 0,0 1 1 0 0,0-1 0 0 0,-2 1-1 0 0,0-1 1 0 0,0 1-1 0 0,-1 0 1 0 0,-1 0 0 0 0,0 0-1 0 0,-1 0 1 0 0,-9-17 0 0 0,13 28-18 0 0,-1 0-58 0 0,2 2-25 0 0,0 0-1 0 0,0 0 1 0 0,0 0 0 0 0,0-1-1 0 0,0 1 1 0 0,0 0 0 0 0,0 0 0 0 0,0 0-1 0 0,0 0 1 0 0,0 0 0 0 0,0-1 0 0 0,0 1-1 0 0,0 0 1 0 0,0 0 0 0 0,0 0 0 0 0,0 0-1 0 0,0 0 1 0 0,0 0 0 0 0,0-1-1 0 0,0 1 1 0 0,0 0 0 0 0,0 0 0 0 0,0 0-1 0 0,-1 0 1 0 0,1 0 0 0 0,0 0 0 0 0,0 0-1 0 0,0 0 1 0 0,0 0 0 0 0,0-1 0 0 0,0 1-1 0 0,0 0 1 0 0,-1 0 0 0 0,1 0-1 0 0,0 0 1 0 0,0 0 0 0 0,0 0 0 0 0,0 0-1 0 0,0 0 1 0 0,-1 0 0 0 0,1 0 0 0 0,0 0-1 0 0,0 0 1 0 0,0 0 0 0 0,0 0 0 0 0,0 0-1 0 0,-1 0 1 0 0,1 0 0 0 0,0 0-1 0 0,0 0 1 0 0,0 0 0 0 0,0 0 0 0 0,0 1-1 0 0,0-1 1 0 0,-1 0 0 0 0,1 0 0 0 0,0 0-1 0 0,0 0 1 0 0,0 0 0 0 0,0 0-1 0 0,0 0 1 0 0,0 0 0 0 0,0 0 0 0 0,0 1-1 0 0,0-1 1 0 0,-1 0 0 0 0,1 0 0 0 0,-4 17 4 0 0,1 0 1 0 0,0 0-1 0 0,1 0 1 0 0,1 1 0 0 0,0-1-1 0 0,3 21 1 0 0,2 3 38 0 0,15 66 0 0 0,14 0 16 0 0,-1-28 51 0 0,-32-78-142 0 0,3 4-259 0 0,-2-3-959 0 0,-14-30-9392 0 0</inkml:trace>
</inkml:ink>
</file>

<file path=ppt/ink/ink2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0:46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26 988 0 0,'0'0'4903'0'0,"8"1"-4225"0"0,23 1 419 0 0,1-2 0 0 0,0-1 0 0 0,51-7 0 0 0,-3-4-2655 0 0,-30 5-3283 0 0</inkml:trace>
</inkml:ink>
</file>

<file path=ppt/ink/ink2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0:48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67 712 0 0,'-1'-8'8366'0'0,"0"44"-6874"0"0,0 60-1872 0 0,1 105 956 0 0,0-199-527 0 0,-1 0 189 0 0,-1 2 1838 0 0,0-39-1946 0 0,1 0 0 0 0,2 1 1 0 0,1-1-1 0 0,2 0 0 0 0,2 1 1 0 0,1 0-1 0 0,17-51 0 0 0,-15 50-136 0 0,-9 33-24 0 0,0 2 20 0 0,0 0 0 0 0,0-1-1 0 0,0 1 1 0 0,0 0 0 0 0,0 0-1 0 0,0-1 1 0 0,0 1 0 0 0,0 0-1 0 0,0 0 1 0 0,0 0 0 0 0,0-1-1 0 0,0 1 1 0 0,0 0 0 0 0,0 0-1 0 0,0-1 1 0 0,1 1 0 0 0,-1 0-1 0 0,0 0 1 0 0,0 0 0 0 0,0-1-1 0 0,0 1 1 0 0,0 0 0 0 0,1 0-1 0 0,-1 0 1 0 0,0 0 0 0 0,0 0-1 0 0,0-1 1 0 0,1 1 0 0 0,-1 0-1 0 0,0 0 1 0 0,0 0 0 0 0,0 0-1 0 0,1 0 1 0 0,-1 0 0 0 0,0 0-1 0 0,0 0 1 0 0,0 0 0 0 0,1 0-1 0 0,-1-1 1 0 0,0 1 0 0 0,0 0-1 0 0,1 0 1 0 0,-1 1 0 0 0,0-1-1 0 0,0 0 1 0 0,1 0 0 0 0,-1 0-1 0 0,0 0 1 0 0,0 0 0 0 0,0 0-1 0 0,1 0 1 0 0,16 13-52 0 0,0 1 0 0 0,-1 1 0 0 0,-1 0 0 0 0,25 33 0 0 0,-20-25 46 0 0,42 41 0 0 0,-44-49 40 0 0,-11-8 5 0 0,1 0 0 0 0,0 0 0 0 0,0 0 0 0 0,1-1 0 0 0,0-1 0 0 0,0 0 0 0 0,0 0 0 0 0,1 0 0 0 0,-1-1 0 0 0,13 3 0 0 0,-20-7 123 0 0,20-29 513 0 0,-12 0-370 0 0,-2 0 0 0 0,-2-1 0 0 0,-1 1 0 0 0,2-35 0 0 0,3-16-417 0 0,-10 78-140 0 0,1-4 558 0 0,-2 2-2223 0 0</inkml:trace>
</inkml:ink>
</file>

<file path=ppt/ink/ink2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0:49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24 112 0 0,'0'0'1932'0'0,"-2"3"-1411"0"0,-2 3-290 0 0,0-1 1 0 0,1 1 0 0 0,0 0-1 0 0,0 0 1 0 0,0 0-1 0 0,1 1 1 0 0,0-1-1 0 0,0 0 1 0 0,1 1 0 0 0,0 0-1 0 0,0-1 1 0 0,0 1-1 0 0,1 12 1 0 0,0-10-110 0 0,0-1 1 0 0,1 1 0 0 0,0-1-1 0 0,1 0 1 0 0,-1 1-1 0 0,1-1 1 0 0,1 0 0 0 0,0 0-1 0 0,0 0 1 0 0,8 14-1 0 0,-9-20-23 0 0,-1 1-1 0 0,0-1 1 0 0,1 0 0 0 0,0 0-1 0 0,-1 0 1 0 0,1 0-1 0 0,0-1 1 0 0,0 1-1 0 0,0 0 1 0 0,0-1-1 0 0,0 1 1 0 0,0-1-1 0 0,0 0 1 0 0,1 1 0 0 0,2 0-1 0 0,-2-2 3 0 0,0-1-1 0 0,-1 0 1 0 0,1 1-1 0 0,-1-1 1 0 0,0 0 0 0 0,1 0-1 0 0,-1 0 1 0 0,0 0-1 0 0,1-1 1 0 0,-1 1-1 0 0,0-1 1 0 0,0 1-1 0 0,0-1 1 0 0,0 0 0 0 0,0 0-1 0 0,-1 0 1 0 0,1 0-1 0 0,0 0 1 0 0,-1 0-1 0 0,0 0 1 0 0,1-1 0 0 0,-1 1-1 0 0,0 0 1 0 0,0-1-1 0 0,0 1 1 0 0,-1-1-1 0 0,1 1 1 0 0,0-1-1 0 0,-1-4 1 0 0,3-9 329 0 0,0 1 0 0 0,-2-1 0 0 0,0-21 0 0 0,-1 27-295 0 0,0 1 0 0 0,0-1 0 0 0,-1 1 0 0 0,-1 0 0 0 0,1-1 0 0 0,-2 1 0 0 0,1 0 0 0 0,-1 0 0 0 0,-1 0 0 0 0,-4-9 0 0 0,7 16-299 0 0,-1-1-248 0 0,2 3 355 0 0,0 0 0 0 0,0 0 0 0 0,0 0 0 0 0,0-1 0 0 0,0 1 0 0 0,0 0 0 0 0,0 0 0 0 0,0 0 0 0 0,-1-1 0 0 0,1 1 0 0 0,0 0 0 0 0,0 0 0 0 0,0 0 0 0 0,0 0 0 0 0,0-1 0 0 0,0 1 0 0 0,-1 0 0 0 0,1 0 0 0 0,0 0 0 0 0,0 0 0 0 0,0 0 0 0 0,0 0 0 0 0,-1-1 0 0 0,1 1 0 0 0,0 0 0 0 0,0 0 0 0 0,0 0 0 0 0,0 0 0 0 0,-1 0 1 0 0,1 0-1 0 0,0 0 0 0 0,0 0 0 0 0,0 0 0 0 0,-1 0 0 0 0,1 0 0 0 0,0 0 0 0 0,0 0 0 0 0,0 0 0 0 0,-1 0 0 0 0,1 0 0 0 0,0 0 0 0 0,0 0 0 0 0,0 0 0 0 0,-1 0 0 0 0,1 0 0 0 0,0 0 0 0 0,0 1 0 0 0,0-1 0 0 0,-1 0 0 0 0,-1 1-166 0 0,-12 8-862 0 0,3 3-4290 0 0,6-3 2645 0 0</inkml:trace>
</inkml:ink>
</file>

<file path=ppt/ink/ink2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0:49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0 452 0 0,'3'33'3256'0'0,"-1"-24"-3032"0"0,-1-1-1 0 0,1 0 1 0 0,1 0 0 0 0,-1 0-1 0 0,1 0 1 0 0,1 0-1 0 0,-1 0 1 0 0,1-1-1 0 0,9 13 1 0 0,-10-16-63 0 0,0-1 1 0 0,0 0-1 0 0,0 1 1 0 0,0-1-1 0 0,1 0 1 0 0,-1 0-1 0 0,1-1 1 0 0,0 1-1 0 0,-1-1 1 0 0,1 0-1 0 0,0 0 1 0 0,1 0-1 0 0,-1 0 1 0 0,0-1-1 0 0,0 0 1 0 0,1 0-1 0 0,-1 0 1 0 0,1 0-1 0 0,6 0 1 0 0,-10-2-61 0 0,1 1 0 0 0,0-1 0 0 0,0 1 0 0 0,-1-1 0 0 0,1 0 0 0 0,0 0 1 0 0,-1 0-1 0 0,1 1 0 0 0,-1-2 0 0 0,1 1 0 0 0,-1 0 0 0 0,1 0 0 0 0,-1 0 1 0 0,0-1-1 0 0,0 1 0 0 0,1 0 0 0 0,-1-1 0 0 0,0 1 0 0 0,0-1 0 0 0,-1 0 1 0 0,1 1-1 0 0,0-1 0 0 0,0 0 0 0 0,-1 1 0 0 0,1-1 0 0 0,-1-2 0 0 0,3-4 234 0 0,-1 0-1 0 0,-1 1 1 0 0,1-1-1 0 0,-1-15 1 0 0,0 18-229 0 0,-1 0 0 0 0,0 0 1 0 0,-1 0-1 0 0,1 0 1 0 0,-1 0-1 0 0,0 0 1 0 0,0 0-1 0 0,-1 0 0 0 0,0 0 1 0 0,-2-6-1 0 0,3 10-92 0 0,-7-11-573 0 0,4 8-2240 0 0</inkml:trace>
</inkml:ink>
</file>

<file path=ppt/ink/ink2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0:50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0 452 0 0,'7'7'636'0'0,"1"-1"1"0"0,-1 1-1 0 0,0 1 0 0 0,-1-1 0 0 0,0 1 1 0 0,0 1-1 0 0,-1-1 0 0 0,8 15 1 0 0,-6-10-98 0 0,-7-12-452 0 0,1 0 1 0 0,-1 1-1 0 0,1-1 1 0 0,0 0-1 0 0,0 0 1 0 0,-1 1-1 0 0,1-1 1 0 0,0 0-1 0 0,0 0 1 0 0,0 0-1 0 0,0 0 1 0 0,0 0-1 0 0,1 0 1 0 0,-1 0-1 0 0,0-1 1 0 0,0 1-1 0 0,1 0 1 0 0,-1-1-1 0 0,0 1 1 0 0,1-1-1 0 0,-1 1 1 0 0,0-1-1 0 0,1 0 1 0 0,-1 1-1 0 0,1-1 1 0 0,-1 0-1 0 0,0 0 1 0 0,1 0-1 0 0,-1 0 0 0 0,1 0 1 0 0,2-1-1 0 0,1-1 84 0 0,-1 0 0 0 0,1-1-1 0 0,0 0 1 0 0,-1 0 0 0 0,0 0-1 0 0,0 0 1 0 0,5-6 0 0 0,-5 5-37 0 0,0 1 0 0 0,0-1 0 0 0,0 1 0 0 0,1 0 0 0 0,-1 0 1 0 0,1 1-1 0 0,6-4 0 0 0,-9 6-101 0 0,-1-1-11 0 0,1 0-1 0 0,-1 0 1 0 0,1 0 0 0 0,0 1 0 0 0,0-1 0 0 0,-1 1-1 0 0,1-1 1 0 0,0 1 0 0 0,0 0 0 0 0,0 0-1 0 0,-1 0 1 0 0,1 0 0 0 0,0 0 0 0 0,0 0 0 0 0,0 0-1 0 0,-1 0 1 0 0,1 1 0 0 0,0-1 0 0 0,0 1-1 0 0,-1-1 1 0 0,1 1 0 0 0,0 0 0 0 0,-1 0 0 0 0,1 0-1 0 0,-1 0 1 0 0,1 0 0 0 0,-1 0 0 0 0,1 0-1 0 0,-1 0 1 0 0,0 1 0 0 0,3 1 0 0 0,16 31-960 0 0,-18-29 151 0 0,0-1 1 0 0,0 0-1 0 0,1 0 1 0 0,-1 0-1 0 0,1 0 1 0 0,0 0-1 0 0,0-1 1 0 0,6 6-1 0 0,0-3-1838 0 0</inkml:trace>
</inkml:ink>
</file>

<file path=ppt/ink/ink2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0:50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114 333 596 0 0,'0'0'5171'0'0,"-2"7"-4683"0"0,1 3-245 0 0,1 0 0 0 0,-1 0 1 0 0,2 0-1 0 0,-1 0 1 0 0,2 0-1 0 0,-1 0 1 0 0,1 0-1 0 0,6 16 0 0 0,39 118 2161 0 0,-45-128 711 0 0,-10-24-1732 0 0,-22-48-1188 0 0,11 19 310 0 0,3 8-373 0 0,1-1 0 0 0,1 0-1 0 0,2-1 1 0 0,-11-40-1 0 0,17 49-89 0 0,2 1-1 0 0,0-1 1 0 0,1 0-1 0 0,2 0 1 0 0,0 0 0 0 0,1-1-1 0 0,5-31 1 0 0,-4 48-43 0 0,0 0 1 0 0,1 0-1 0 0,-1 0 1 0 0,1 1 0 0 0,0-1-1 0 0,1 0 1 0 0,-1 1-1 0 0,1 0 1 0 0,0 0 0 0 0,1 0-1 0 0,-1 0 1 0 0,1 0-1 0 0,0 0 1 0 0,0 1 0 0 0,0 0-1 0 0,1 0 1 0 0,0 0-1 0 0,-1 0 1 0 0,10-4 0 0 0,-12 8-13 0 0,1-1 0 0 0,0 1 0 0 0,0 0 1 0 0,0 0-1 0 0,0 0 0 0 0,0 0 1 0 0,0 0-1 0 0,0 1 0 0 0,-1-1 1 0 0,1 1-1 0 0,0 0 0 0 0,0 0 0 0 0,0 0 1 0 0,-1 0-1 0 0,1 0 0 0 0,-1 0 1 0 0,1 1-1 0 0,-1 0 0 0 0,1-1 1 0 0,-1 1-1 0 0,0 0 0 0 0,0 0 0 0 0,0 0 1 0 0,0 0-1 0 0,0 1 0 0 0,3 3 1 0 0,1 3-36 0 0,0 0 0 0 0,0 1 0 0 0,-1-1 0 0 0,0 1 0 0 0,5 15 0 0 0,-8-20 57 0 0,-1 1 0 0 0,0-1 0 0 0,0 0 0 0 0,-1 0 0 0 0,1 1 1 0 0,-1-1-1 0 0,0 0 0 0 0,-1 1 0 0 0,1-1 0 0 0,-1 0 0 0 0,0 1 0 0 0,-1-1 0 0 0,1 0 0 0 0,-1 0 1 0 0,0 0-1 0 0,0 0 0 0 0,0-1 0 0 0,-1 1 0 0 0,0 0 0 0 0,0-1 0 0 0,0 0 0 0 0,0 0 0 0 0,-1 0 1 0 0,1 0-1 0 0,-1 0 0 0 0,-6 3 0 0 0,3-1-292 0 0,0-1 0 0 0,0 1 0 0 0,-1-2-1 0 0,0 1 1 0 0,0-1 0 0 0,-15 5 0 0 0,15-6-829 0 0,0-1-1 0 0,1 0 0 0 0,-1-1 1 0 0,0 0-1 0 0,0 0 1 0 0,0-1-1 0 0,-14 0 1 0 0,9-2-2131 0 0</inkml:trace>
</inkml:ink>
</file>

<file path=ppt/ink/ink2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0:51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71 287 752 0 0,'3'17'2246'0'0,"5"39"502"0"0,-6-33-1853 0 0,1 0 0 0 0,1-1-1 0 0,2 1 1 0 0,13 36 0 0 0,-13-45-487 0 0,1 0 1249 0 0,-9-19 373 0 0,-15-50-548 0 0,14 43-1389 0 0,-6-31 285 0 0,-8-79 0 0 0,17 109-347 0 0,-1-1 0 0 0,2 1 0 0 0,0 0 0 0 0,0-1-1 0 0,1 1 1 0 0,1 0 0 0 0,1 0 0 0 0,-1 1 0 0 0,2-1 0 0 0,8-17 0 0 0,-7 19-25 0 0,1 0-1 0 0,0 0 0 0 0,1 1 1 0 0,0 0-1 0 0,0 1 1 0 0,1-1-1 0 0,1 2 1 0 0,-1-1-1 0 0,1 1 0 0 0,1 1 1 0 0,-1 0-1 0 0,14-7 1 0 0,-19 12-16 0 0,0 0 0 0 0,0 0-1 0 0,0 0 1 0 0,0 0 0 0 0,0 1 0 0 0,0 0 0 0 0,1 0 0 0 0,-1 0 0 0 0,0 1 0 0 0,1 0 0 0 0,-1 0 0 0 0,0 0 0 0 0,1 1 0 0 0,-1-1 0 0 0,0 1 0 0 0,1 0 0 0 0,-1 1 0 0 0,0 0 0 0 0,0-1 0 0 0,0 2-1 0 0,0-1 1 0 0,-1 0 0 0 0,1 1 0 0 0,-1 0 0 0 0,1 0 0 0 0,-1 0 0 0 0,0 1 0 0 0,0 0 0 0 0,0-1 0 0 0,-1 1 0 0 0,4 5 0 0 0,-4-6 7 0 0,0 0 0 0 0,-1 0 0 0 0,1 1 0 0 0,-1-1 0 0 0,0 1 0 0 0,0-1 0 0 0,0 1-1 0 0,0 0 1 0 0,-1 0 0 0 0,0 0 0 0 0,0 0 0 0 0,0 0 0 0 0,0 0 0 0 0,0 0 0 0 0,-1 0 0 0 0,0 0 0 0 0,1 0 0 0 0,-2 1 0 0 0,0 7 0 0 0,-1-7 12 0 0,0-1 1 0 0,0 1-1 0 0,0 0 1 0 0,0-1-1 0 0,-1 0 1 0 0,0 1-1 0 0,0-1 1 0 0,0 0-1 0 0,-1 0 1 0 0,1-1-1 0 0,-1 1 0 0 0,0-1 1 0 0,-8 6-1 0 0,-7 3-53 0 0,-1-2-1 0 0,1 0 0 0 0,-2-1 1 0 0,1-1-1 0 0,-1-1 0 0 0,-29 6 1 0 0,19-7-983 0 0,-45 4 0 0 0,4-10-6558 0 0,46-4 3730 0 0</inkml:trace>
</inkml:ink>
</file>

<file path=ppt/ink/ink2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1:22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38 106 100 0 0,'0'0'2888'0'0,"0"-53"3476"0"0,0 51-5280 0 0,6-46 3233 0 0,-6 46-3520 0 0,0 8-983 0 0,2 103 163 0 0,0-19 119 0 0,-17 173-1 0 0,5-147 3934 0 0,10-122-6079 0 0,0-19 1435 0 0,0 19-82 0 0,-1 2 207 0 0,1 1-1 0 0,-1 0 0 0 0,0 0 0 0 0,0 0 0 0 0,0 0 0 0 0,0 0 0 0 0,-1 0 0 0 0,1 0 0 0 0,-1 0 0 0 0,-3-3 1 0 0,4 3-1017 0 0,-4-2-2011 0 0</inkml:trace>
</inkml:ink>
</file>

<file path=ppt/ink/ink2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1:38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468 89 188 0 0,'-3'-7'643'0'0,"0"-3"1088"0"0,-1 1 0 0 0,1-1 0 0 0,1 0 0 0 0,-3-20 0 0 0,-3 19 824 0 0,3 10-1649 0 0,-16 45-568 0 0,-43 68 1 0 0,29-53-223 0 0,4-9-28 0 0,-2 0 1 0 0,-1-2 0 0 0,-3-2-1 0 0,-2-1 1 0 0,-58 51-1 0 0,55-53 90 0 0,41-41-120 0 0,5-1-53 0 0,1 0-1 0 0,0 0 1 0 0,0 0-1 0 0,0 0 0 0 0,0-1 1 0 0,0 0-1 0 0,0 0 1 0 0,0 0-1 0 0,0 0 0 0 0,0-1 1 0 0,8-2-1 0 0,7 1 6 0 0,149-9-22 0 0,39-2-510 0 0,-170 12 28 0 0,-1-1 0 0 0,64-13 0 0 0,-99 14 442 0 0,1 0 0 0 0,0 0-1 0 0,0 0 1 0 0,-1-1-1 0 0,1 1 1 0 0,-1-1-1 0 0,1 0 1 0 0,-1 0-1 0 0,0 0 1 0 0,1 0-1 0 0,-1 0 1 0 0,0 0-1 0 0,-1-1 1 0 0,1 1-1 0 0,0-1 1 0 0,-1 1-1 0 0,1-1 1 0 0,-1 0-1 0 0,0 1 1 0 0,0-1-1 0 0,0 0 1 0 0,1-6-1 0 0,2-7-64 0 0,-1 0 0 0 0,2-32 0 0 0,-4 34 119 0 0,5-84 1759 0 0,-6 96-1558 0 0,-36 158 973 0 0,-7 39-774 0 0,-18 68-975 0 0,18-136-1618 0 0,6-46-3744 0 0,19-49 2650 0 0</inkml:trace>
</inkml:ink>
</file>

<file path=ppt/ink/ink2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1:42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392 50 48 0 0,'0'0'6793'0'0,"0"-4"-6268"0"0,0 2-398 0 0,0 0 0 0 0,0 0 0 0 0,0 1-1 0 0,-1-1 1 0 0,1 0 0 0 0,0 0 0 0 0,-1 0 0 0 0,0 0 0 0 0,1 1 0 0 0,-1-1-1 0 0,0 0 1 0 0,0 1 0 0 0,0-1 0 0 0,0 0 0 0 0,0 1 0 0 0,0-1 0 0 0,0 1-1 0 0,-2-2 1 0 0,2 2 150 0 0,0 0-238 0 0,0 0 1 0 0,0 0-1 0 0,1 1 1 0 0,-1-1-1 0 0,0 0 0 0 0,0 1 1 0 0,0-1-1 0 0,0 0 1 0 0,0 1-1 0 0,0-1 0 0 0,0 1 1 0 0,0-1-1 0 0,0 1 1 0 0,0 0-1 0 0,0 0 0 0 0,-1-1 1 0 0,1 1-1 0 0,0 0 1 0 0,0 0-1 0 0,0 0 0 0 0,0 0 1 0 0,-3 0-1 0 0,-27-1 281 0 0,13 4-263 0 0,0 1 0 0 0,1 1 0 0 0,-1 1 0 0 0,1 0 0 0 0,1 1 0 0 0,-1 1 0 0 0,1 0 0 0 0,0 1 0 0 0,-24 19 0 0 0,28-20-39 0 0,2 1 0 0 0,-1 1 1 0 0,1 0-1 0 0,0 0 0 0 0,1 1 0 0 0,0 0 0 0 0,1 0 0 0 0,0 1 0 0 0,1 0 1 0 0,0 1-1 0 0,1-1 0 0 0,-9 28 0 0 0,14-34-9 0 0,-1 0 1 0 0,2 0-1 0 0,-1 0 1 0 0,0 0-1 0 0,1 1 0 0 0,0-1 1 0 0,1 0-1 0 0,0 0 1 0 0,0 0-1 0 0,0 1 0 0 0,0-1 1 0 0,1 0-1 0 0,0 0 1 0 0,0-1-1 0 0,1 1 0 0 0,0 0 1 0 0,0-1-1 0 0,0 0 0 0 0,0 1 1 0 0,1-1-1 0 0,0 0 1 0 0,0-1-1 0 0,0 1 0 0 0,1-1 1 0 0,0 0-1 0 0,-1 0 1 0 0,1 0-1 0 0,6 2 0 0 0,0 1 16 0 0,0-1-1 0 0,0 0 1 0 0,1-1-1 0 0,0 0 1 0 0,0-1-1 0 0,0 0 1 0 0,0-1-1 0 0,1 0 1 0 0,-1-1-1 0 0,1-1 1 0 0,0 0-1 0 0,21-1 1 0 0,-26-1 26 0 0,-1 0 0 0 0,1 0 0 0 0,0 0 0 0 0,-1-1 0 0 0,1-1 0 0 0,-1 1 0 0 0,0-1 0 0 0,1 0 0 0 0,-1-1 0 0 0,-1 0 0 0 0,1 0 0 0 0,-1 0-1 0 0,1-1 1 0 0,-1 0 0 0 0,0 0 0 0 0,-1 0 0 0 0,1-1 0 0 0,-1 0 0 0 0,8-12 0 0 0,-8 8 2 0 0,0 1 1 0 0,-1-1-1 0 0,0 1 0 0 0,0-1 0 0 0,-2 0 0 0 0,1-1 0 0 0,-1 1 0 0 0,0 0 0 0 0,-1-1 0 0 0,0 1 1 0 0,-1-1-1 0 0,0 1 0 0 0,-1-1 0 0 0,-2-14 0 0 0,1 11-30 0 0,0 0-1 0 0,-1 1 1 0 0,-1-1-1 0 0,0 1 1 0 0,0 0-1 0 0,-1 0 1 0 0,-1 0-1 0 0,0 0 1 0 0,-1 1-1 0 0,-1 0 1 0 0,0 1-1 0 0,0 0 1 0 0,-18-19-1 0 0,24 28-107 0 0,0 1-1 0 0,0 0 0 0 0,0 0 0 0 0,0 0 0 0 0,0 0 1 0 0,0 1-1 0 0,-1-1 0 0 0,1 0 0 0 0,0 1 0 0 0,0-1 1 0 0,0 1-1 0 0,-1 0 0 0 0,1 0 0 0 0,0 0 0 0 0,0 0 1 0 0,-4 1-1 0 0,-11 9-2298 0 0,16-9 2061 0 0,1 0-1 0 0,-1 0 0 0 0,1 0 1 0 0,0 1-1 0 0,-1-1 1 0 0,1 0-1 0 0,0 0 1 0 0,0 0-1 0 0,0 1 1 0 0,0-1-1 0 0,0 0 1 0 0,0 0-1 0 0,0 1 1 0 0,0-1-1 0 0,0 0 1 0 0,0 0-1 0 0,1 3 1 0 0,4 13-2571 0 0</inkml:trace>
</inkml:ink>
</file>

<file path=ppt/ink/ink2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1:43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84 416 0 0,'12'-39'9008'0'0,"-7"15"-4857"0"0,-5 23-4128 0 0,0 0 0 0 0,0 0-1 0 0,0 0 1 0 0,0 0 0 0 0,0 0 0 0 0,0 0 0 0 0,0 0 0 0 0,1 0 0 0 0,-1 0 0 0 0,0 0 0 0 0,1 0 0 0 0,-1 0 0 0 0,1 0 0 0 0,-1 0 0 0 0,1 0 0 0 0,-1 0 0 0 0,1 0 0 0 0,0 0 0 0 0,1-1 0 0 0,19 2-8114 0 0</inkml:trace>
</inkml:ink>
</file>

<file path=ppt/ink/ink2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1:43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57 852 0 0,'7'-7'448'0'0,"1"2"-1"0"0,0-1 1 0 0,0 1-1 0 0,0 0 1 0 0,1 0-1 0 0,0 1 1 0 0,0 0 0 0 0,0 1-1 0 0,0 0 1 0 0,0 0-1 0 0,1 1 1 0 0,-1 1-1 0 0,1-1 1 0 0,0 1 0 0 0,-1 1-1 0 0,13 0 1 0 0,-17 0-403 0 0,-1 0 1 0 0,0 1 0 0 0,0-1-1 0 0,1 1 1 0 0,-1 0 0 0 0,0 0-1 0 0,0 0 1 0 0,0 0 0 0 0,0 1-1 0 0,0-1 1 0 0,0 1 0 0 0,0 0-1 0 0,0 0 1 0 0,-1 1 0 0 0,1-1-1 0 0,-1 1 1 0 0,0 0 0 0 0,0 0-1 0 0,0 0 1 0 0,0 0 0 0 0,0 0-1 0 0,0 1 1 0 0,-1-1 0 0 0,0 1 0 0 0,0 0-1 0 0,0 0 1 0 0,0 0 0 0 0,0 0-1 0 0,-1 0 1 0 0,0 0 0 0 0,0 0-1 0 0,0 0 1 0 0,0 0 0 0 0,-1 1-1 0 0,1-1 1 0 0,-1 0 0 0 0,-1 7-1 0 0,0 0-5 0 0,0 0 0 0 0,-1 0 0 0 0,0 0 0 0 0,-1-1-1 0 0,0 1 1 0 0,-1-1 0 0 0,0 1 0 0 0,-1-1 0 0 0,0 0-1 0 0,-9 11 1 0 0,-4 4 164 0 0,-1-1-1 0 0,-32 31 0 0 0,20-16 1567 0 0,33-38-1718 0 0,1 0 0 0 0,-1 0 0 0 0,1 0 0 0 0,0 0 0 0 0,-1 0 0 0 0,1-1 0 0 0,-1 1 0 0 0,1-1 0 0 0,0 1 1 0 0,3-1-1 0 0,157-27-907 0 0,-54-3-6324 0 0,-73 18 4054 0 0</inkml:trace>
</inkml:ink>
</file>

<file path=ppt/ink/ink2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1:43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14 52 0 0,'0'0'4530'0'0,"-2"-9"-3635"0"0,2 9-855 0 0,0 0 0 0 0,0 0-1 0 0,0-1 1 0 0,0 1 0 0 0,0 0 0 0 0,0 0-1 0 0,0 0 1 0 0,0 0 0 0 0,0-1 0 0 0,0 1-1 0 0,0 0 1 0 0,0 0 0 0 0,-1 0 0 0 0,1 0-1 0 0,0-1 1 0 0,0 1 0 0 0,0 0 0 0 0,0 0-1 0 0,0 0 1 0 0,0 0 0 0 0,0 0 0 0 0,-1-1-1 0 0,1 1 1 0 0,0 0 0 0 0,0 0 0 0 0,0 0-1 0 0,0 0 1 0 0,-1 0 0 0 0,1 0 0 0 0,0 0-1 0 0,0 0 1 0 0,0 0 0 0 0,0 0 0 0 0,-1 0-1 0 0,1 0 1 0 0,0 0 0 0 0,0 0 0 0 0,0 0-1 0 0,-1 0 1 0 0,1 0 0 0 0,0 0 0 0 0,0 0-1 0 0,0 0 1 0 0,0 0 0 0 0,-1 0 0 0 0,1 0-1 0 0,0 0 1 0 0,0 0 0 0 0,0 0 0 0 0,0 0-1 0 0,-1 0 1 0 0,1 0 0 0 0,0 0 0 0 0,0 1-1 0 0,0-1 1 0 0,0 0 0 0 0,-1 0 0 0 0,-2 4 54 0 0,0 0 1 0 0,0-1-1 0 0,1 1 1 0 0,-1 1-1 0 0,1-1 1 0 0,0 0-1 0 0,0 0 1 0 0,0 1 0 0 0,0 0-1 0 0,1-1 1 0 0,0 1-1 0 0,0 0 1 0 0,0-1-1 0 0,0 1 1 0 0,1 0-1 0 0,0 0 1 0 0,0 0-1 0 0,0-1 1 0 0,1 1-1 0 0,0 0 1 0 0,-1 0-1 0 0,2-1 1 0 0,-1 1-1 0 0,0 0 1 0 0,1-1 0 0 0,0 0-1 0 0,3 6 1 0 0,9 16 296 0 0,0-1 0 0 0,1-1-1 0 0,33 38 1 0 0,-27-36 190 0 0,33 55 0 0 0,-53-80-561 0 0,0 1 1 0 0,0 0 0 0 0,0-1 0 0 0,0 1-1 0 0,-1 0 1 0 0,1 0 0 0 0,0-1-1 0 0,-1 1 1 0 0,0 0 0 0 0,1 0 0 0 0,-1 0-1 0 0,0 0 1 0 0,0 0 0 0 0,0-1 0 0 0,0 1-1 0 0,0 0 1 0 0,0 0 0 0 0,-1 0 0 0 0,1 0-1 0 0,-1 0 1 0 0,1-1 0 0 0,-1 1 0 0 0,0 0-1 0 0,-1 2 1 0 0,0-1-3 0 0,0-1 0 0 0,-1 1 0 0 0,1-1 0 0 0,-1 0 0 0 0,0 0-1 0 0,1 0 1 0 0,-1 0 0 0 0,0 0 0 0 0,0-1 0 0 0,0 1 0 0 0,0-1 0 0 0,-6 2 0 0 0,-2 0-213 0 0,0-1 0 0 0,1 0 0 0 0,-1 0-1 0 0,0-1 1 0 0,-1 0 0 0 0,1-1 0 0 0,-16-2 0 0 0,17 0-907 0 0,0 0 0 0 0,1 0 0 0 0,-1-1 0 0 0,1-1 0 0 0,-11-4 0 0 0,1-3-2123 0 0</inkml:trace>
</inkml:ink>
</file>

<file path=ppt/ink/ink2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1:44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1 157 268 0 0,'132'-51'6922'0'0,"192"-48"0"0"0,-315 97-7039 0 0,-1 1 1 0 0,1-1-1 0 0,0 1 0 0 0,0 1 0 0 0,-1 0 1 0 0,10 1-1 0 0,29 8-7345 0 0,-35-5 4177 0 0</inkml:trace>
</inkml:ink>
</file>

<file path=ppt/ink/ink2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2:16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49 748 0 0,'0'0'3359'0'0,"-13"-4"2007"0"0,7 31-5072 0 0,1-1 1 0 0,2 1-1 0 0,0 0 1 0 0,2 39-1 0 0,-1-4 9 0 0,0-26-138 0 0,-2 28 451 0 0,7 104 1 0 0,-2-164 1206 0 0,0-14-792 0 0,-1-36-544 0 0,1-42-524 0 0,28-236-213 0 0,-19 241-334 0 0,-5 87 541 0 0,69 87-150 0 0,-54-63 165 0 0,1-2-1 0 0,1-1 1 0 0,50 45 0 0 0,-61-62 41 0 0,6 7 4 0 0,2-2 1 0 0,-1 0-1 0 0,34 16 0 0 0,-52-28-2 0 0,1-1-1 0 0,0 0 1 0 0,-1 0-1 0 0,1 1 1 0 0,0-1-1 0 0,0 0 1 0 0,-1 0-1 0 0,1 0 1 0 0,0 0 0 0 0,-1 0-1 0 0,1 0 1 0 0,0 0-1 0 0,0 0 1 0 0,-1 0-1 0 0,1 0 1 0 0,0 0-1 0 0,-1 0 1 0 0,1-1-1 0 0,0 1 1 0 0,0 0-1 0 0,-1 0 1 0 0,1-1-1 0 0,-1 1 1 0 0,1-1-1 0 0,0 1 1 0 0,-1 0-1 0 0,1-1 1 0 0,-1 1-1 0 0,1-1 1 0 0,-1 1-1 0 0,1-2 1 0 0,10-26 278 0 0,-7-31 23 0 0,-18-30 178 0 0,1 19-3003 0 0,13 68 1500 0 0</inkml:trace>
</inkml:ink>
</file>

<file path=ppt/ink/ink2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2:16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22 320 548 0 0,'10'40'4404'0'0,"34"158"5381"0"0,-48-204-9493 0 0,-6-12-138 0 0,0-1 1 0 0,2 0-1 0 0,0 0 1 0 0,1-1-1 0 0,1 0 1 0 0,1-1-1 0 0,1 1 1 0 0,-3-27 0 0 0,3 7-3 0 0,2 1 0 0 0,2-47 1 0 0,1 74-133 0 0,0 1 0 0 0,1-1 1 0 0,0 1-1 0 0,0 0 1 0 0,1 0-1 0 0,1 0 0 0 0,0 0 1 0 0,1 0-1 0 0,0 1 0 0 0,0 0 1 0 0,1 0-1 0 0,9-11 1 0 0,-13 18-29 0 0,1 0 1 0 0,-1 0 0 0 0,1 1-1 0 0,0 0 1 0 0,0-1-1 0 0,0 1 1 0 0,0 0 0 0 0,0 0-1 0 0,0 1 1 0 0,1-1 0 0 0,-1 1-1 0 0,1-1 1 0 0,-1 1 0 0 0,1 0-1 0 0,0 1 1 0 0,-1-1 0 0 0,1 1-1 0 0,0-1 1 0 0,-1 1 0 0 0,1 0-1 0 0,0 0 1 0 0,-1 1 0 0 0,1-1-1 0 0,0 1 1 0 0,-1 0-1 0 0,1 0 1 0 0,-1 0 0 0 0,1 0-1 0 0,-1 1 1 0 0,1-1 0 0 0,-1 1-1 0 0,0 0 1 0 0,0 0 0 0 0,5 4-1 0 0,-4-3-4 0 0,0-1 0 0 0,-1 2-1 0 0,1-1 1 0 0,-1 0 0 0 0,0 1-1 0 0,0-1 1 0 0,0 1 0 0 0,0 0-1 0 0,-1 0 1 0 0,1 0 0 0 0,-1 0 0 0 0,0 1-1 0 0,0-1 1 0 0,-1 0 0 0 0,1 1-1 0 0,-1 0 1 0 0,0-1 0 0 0,0 1-1 0 0,-1 0 1 0 0,1-1 0 0 0,-1 1-1 0 0,0 0 1 0 0,0 0 0 0 0,-1-1-1 0 0,1 1 1 0 0,-1 0 0 0 0,-2 5 0 0 0,-2 1 39 0 0,0 0 1 0 0,-1-1 0 0 0,0 1 0 0 0,0-1-1 0 0,-1-1 1 0 0,-1 1 0 0 0,1-1 0 0 0,-2 0 0 0 0,-12 10-1 0 0,15-13-356 0 0,-1-1-1 0 0,0 0 0 0 0,0 0 1 0 0,-1 0-1 0 0,1-1 1 0 0,-1 0-1 0 0,0-1 0 0 0,0 1 1 0 0,0-2-1 0 0,-1 1 0 0 0,1-1 1 0 0,-1 0-1 0 0,-15 1 0 0 0,13-9-5702 0 0</inkml:trace>
</inkml:ink>
</file>

<file path=ppt/ink/ink2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2:17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35 564 0 0,'6'4'1388'0'0,"11"5"6713"0"0,-12-6-4379 0 0,31-8-2894 0 0,220-13 579 0 0,25-2-732 0 0,-261 14-180 0 0,-52 4-356 0 0,-25 4-132 0 0,55-1-21 0 0,-34 27-1744 0 0,31-24 855 0 0,1 0-1 0 0,-1 0 1 0 0,0 0-1 0 0,0-1 1 0 0,0 0 0 0 0,0 0-1 0 0,0-1 1 0 0,-6 3-1 0 0,7-4-162 0 0,-9 5-2511 0 0</inkml:trace>
</inkml:ink>
</file>

<file path=ppt/ink/ink2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2:19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161 104 484 0 0,'-7'-2'8435'0'0,"4"33"-8084"0"0,1 1 0 0 0,1-1-1 0 0,2 1 1 0 0,6 35 0 0 0,-3-30-35 0 0,-2 0 1 0 0,-3 65 0 0 0,-5-83 1523 0 0,-3-28-357 0 0,2 0-1788 0 0,1-1 387 0 0,0 1-1 0 0,1-2 1 0 0,0 1 0 0 0,1 0-1 0 0,0-1 1 0 0,1 0-1 0 0,0 0 1 0 0,0 0-1 0 0,0-15 1 0 0,2 20-47 0 0,-5-21 57 0 0,2-1-1 0 0,1 0 0 0 0,2 1 1 0 0,1-33-1 0 0,1 53-84 0 0,-1-1-1 0 0,1 1 1 0 0,1 0-1 0 0,-1 0 1 0 0,1 0-1 0 0,1 0 1 0 0,-1 0-1 0 0,1 1 1 0 0,0-1-1 0 0,1 1 1 0 0,0 0-1 0 0,0 0 1 0 0,0 0-1 0 0,0 0 1 0 0,1 1-1 0 0,0-1 1 0 0,0 1-1 0 0,1 1 1 0 0,-1-1-1 0 0,1 1 1 0 0,8-5-1 0 0,-1 3-11 0 0,1 0 0 0 0,-1 0 0 0 0,2 2 0 0 0,-1 0 0 0 0,0 0-1 0 0,1 1 1 0 0,-1 1 0 0 0,1 0 0 0 0,0 2 0 0 0,0-1 0 0 0,0 2 0 0 0,26 3 0 0 0,-14 1-40 0 0,0 1 1 0 0,-1 1-1 0 0,0 1 0 0 0,0 1 1 0 0,-1 2-1 0 0,26 13 0 0 0,-40-18-2 0 0,-1 1 0 0 0,1 0 0 0 0,-1 0 0 0 0,0 1-1 0 0,-1 0 1 0 0,0 1 0 0 0,12 13 0 0 0,-18-19 30 0 0,-1 1 1 0 0,0-1-1 0 0,1 0 1 0 0,-1 1-1 0 0,-1-1 1 0 0,1 1-1 0 0,0 0 1 0 0,-1-1-1 0 0,0 1 0 0 0,0 0 1 0 0,0 0-1 0 0,0 0 1 0 0,0 0-1 0 0,-1 0 1 0 0,0 0-1 0 0,0 0 1 0 0,0 0-1 0 0,0 0 1 0 0,-1 0-1 0 0,1 0 1 0 0,-1 0-1 0 0,0 0 1 0 0,-1 0-1 0 0,1 0 0 0 0,0 0 1 0 0,-4 5-1 0 0,-5 5-3 0 0,-1 0-1 0 0,0 0 0 0 0,-1-1 1 0 0,0-1-1 0 0,-1 0 0 0 0,-1-1 1 0 0,0 0-1 0 0,0-1 0 0 0,-1-1 0 0 0,0 0 1 0 0,0-1-1 0 0,-1-1 0 0 0,-23 8 1 0 0,-9 1-560 0 0,0-2 1 0 0,-1-2 0 0 0,-71 8-1 0 0,80-16-1771 0 0,-1-2 0 0 0,-49-4 0 0 0,48-1-590 0 0</inkml:trace>
</inkml:ink>
</file>

<file path=ppt/ink/ink2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2:19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4 156 0 0,'-20'-3'8710'0'0,"39"21"-8496"0"0,1-1-1 0 0,1-1 0 0 0,29 19 1 0 0,-20-15-9 0 0,39 34 0 0 0,-61-46-169 0 0,0 0-1 0 0,0 0 0 0 0,-1 1 0 0 0,0 0 1 0 0,0 0-1 0 0,-1 0 0 0 0,-1 1 0 0 0,9 19 1 0 0,-13-25-24 0 0,1 0 1 0 0,-2 0 0 0 0,1 0-1 0 0,0 0 1 0 0,-1 0 0 0 0,0 0-1 0 0,0 0 1 0 0,0 0 0 0 0,0 1-1 0 0,-1-1 1 0 0,1 0 0 0 0,-1 0-1 0 0,0 0 1 0 0,0 0 0 0 0,-1-1-1 0 0,1 1 1 0 0,-1 0-1 0 0,0 0 1 0 0,0-1 0 0 0,0 1-1 0 0,0-1 1 0 0,-1 0 0 0 0,-2 3-1 0 0,-8 9 29 0 0,-1-2 0 0 0,0 0 0 0 0,-27 20-1 0 0,15-13 1 0 0,6-6-104 0 0,-1 1 0 0 0,0-2 0 0 0,-1-1 1 0 0,0-1-1 0 0,-26 9 0 0 0,-22 2-5817 0 0,56-19 3234 0 0</inkml:trace>
</inkml:ink>
</file>

<file path=ppt/ink/ink2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2:20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0 453 612 0 0,'14'41'3958'0'0,"-10"-39"-3771"0"0,-1 1 1 0 0,1-1-1 0 0,0 0 0 0 0,0 0 0 0 0,0-1 0 0 0,0 1 0 0 0,1-1 0 0 0,-1 0 0 0 0,0 0 0 0 0,0 0 0 0 0,1-1 0 0 0,-1 0 0 0 0,0 0 0 0 0,1 0 0 0 0,-1 0 0 0 0,1 0 0 0 0,-1-1 0 0 0,7-1 0 0 0,9-3 337 0 0,0-1-1 0 0,29-13 1 0 0,-40 16-312 0 0,-3 0-98 0 0,1 1-1 0 0,-1-1 1 0 0,0-1 0 0 0,-1 1-1 0 0,1-1 1 0 0,-1 0 0 0 0,1 0 0 0 0,-1 0-1 0 0,0-1 1 0 0,-1 0 0 0 0,1 0-1 0 0,-1 0 1 0 0,0-1 0 0 0,3-5 0 0 0,-5 7-67 0 0,0 0 0 0 0,-1 1 0 0 0,0-1 0 0 0,0 0 0 0 0,0 0 0 0 0,0 0 0 0 0,0 0 0 0 0,-1 0 0 0 0,0 0 0 0 0,0 0 0 0 0,0 0 0 0 0,0 0 0 0 0,0 0 0 0 0,-1 0 0 0 0,0 0 0 0 0,0 1 0 0 0,0-1 0 0 0,0 0 0 0 0,-1 0 0 0 0,1 1 0 0 0,-1-1 0 0 0,0 1 0 0 0,0-1 0 0 0,-4-4 0 0 0,4 7-38 0 0,1-1 0 0 0,-1 1 0 0 0,0-1 0 0 0,0 1 0 0 0,0 0 0 0 0,0 0 0 0 0,0 0 0 0 0,0 0 0 0 0,-1 0 0 0 0,1 0 0 0 0,0 0 0 0 0,0 1 0 0 0,-1-1 0 0 0,1 1 0 0 0,0 0 0 0 0,-1 0 0 0 0,1 0 0 0 0,0 0 0 0 0,-1 0 0 0 0,1 0 0 0 0,-3 1 0 0 0,-2 0-1 0 0,-1 0 1 0 0,1 1 0 0 0,0 0-1 0 0,0 0 1 0 0,-8 3 0 0 0,11-3-9 0 0,-1 1 1 0 0,1-1 0 0 0,0 1-1 0 0,0 0 1 0 0,0 0-1 0 0,1 0 1 0 0,-1 0-1 0 0,1 0 1 0 0,0 1-1 0 0,0 0 1 0 0,0 0 0 0 0,0 0-1 0 0,0 0 1 0 0,1 0-1 0 0,0 0 1 0 0,0 1-1 0 0,0-1 1 0 0,0 1 0 0 0,1-1-1 0 0,0 1 1 0 0,0 0-1 0 0,0-1 1 0 0,0 7-1 0 0,1-7-5 0 0,0 0 0 0 0,0 0-1 0 0,1 0 1 0 0,0 0-1 0 0,-1-1 1 0 0,1 1 0 0 0,1 0-1 0 0,-1 0 1 0 0,0 0 0 0 0,1-1-1 0 0,0 1 1 0 0,0-1-1 0 0,0 1 1 0 0,0-1 0 0 0,1 0-1 0 0,-1 0 1 0 0,1 0-1 0 0,0 0 1 0 0,0-1 0 0 0,0 1-1 0 0,0-1 1 0 0,0 1-1 0 0,0-1 1 0 0,1 0 0 0 0,-1 0-1 0 0,1-1 1 0 0,0 1 0 0 0,5 1-1 0 0,2 0-3 0 0,-1-1 0 0 0,1 1 0 0 0,0-2 0 0 0,-1 0-1 0 0,1 0 1 0 0,0-1 0 0 0,0-1 0 0 0,0 1 0 0 0,0-2 0 0 0,0 1 0 0 0,-1-2-1 0 0,1 1 1 0 0,-1-2 0 0 0,1 1 0 0 0,-1-1 0 0 0,0-1 0 0 0,-1 0 0 0 0,1 0 0 0 0,-1-1-1 0 0,0 0 1 0 0,11-10 0 0 0,-6 5 11 0 0,-1-2-1 0 0,0 1 1 0 0,-1-2 0 0 0,0 1-1 0 0,-1-2 1 0 0,0 0 0 0 0,-2 0-1 0 0,0-1 1 0 0,0 0 0 0 0,-1 0-1 0 0,-2-1 1 0 0,7-20 0 0 0,-5 6 198 0 0,8-53 1 0 0,-15 73 16 0 0,-1 0-1 0 0,0 0 1 0 0,0 0-1 0 0,-1 1 1 0 0,0-1-1 0 0,-1 0 1 0 0,0 0 0 0 0,-6-15-1 0 0,7 23 231 0 0,-6 29-375 0 0,3 2-5 0 0,1 0 1 0 0,2-1 0 0 0,1 1 0 0 0,1 0-1 0 0,1-1 1 0 0,6 29 0 0 0,42 158 438 0 0,-49-210-499 0 0,15 52 79 0 0,-4-17 25 0 0,8 47 0 0 0,-16-80 527 0 0</inkml:trace>
</inkml:ink>
</file>

<file path=ppt/ink/ink2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2:21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0 125 368 0 0,'73'-44'7057'0'0,"4"13"-3918"0"0,4 8-3707 0 0,1 5-3615 0 0,-63 14 2619 0 0,0-1-829 0 0</inkml:trace>
</inkml:ink>
</file>

<file path=ppt/ink/ink2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2:23.2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88 108 88 0 0,'-33'-35'3743'0'0,"7"-1"-1154"0"0,11 18 1859 0 0,14 21-4352 0 0,0 0 0 0 0,1-1 0 0 0,-1 1 0 0 0,0 0 0 0 0,1 0 0 0 0,0 0 0 0 0,0 0 0 0 0,0 0 0 0 0,0 0 0 0 0,0-1 0 0 0,1 6 0 0 0,17 202 432 0 0,1-106 422 0 0,-19-102-627 0 0,-1-3-200 0 0,0 1 1 0 0,0-1 0 0 0,0 1 0 0 0,0-1-1 0 0,0 0 1 0 0,1 1 0 0 0,-1-1 0 0 0,0 0-1 0 0,0 0 1 0 0,1 0 0 0 0,-1 1 0 0 0,0-1-1 0 0,1 0 1 0 0,-1 0 0 0 0,1 0 0 0 0,-1 0-1 0 0,1 0 1 0 0,0 0 0 0 0,-1 0 0 0 0,1-2-1 0 0,-12-42 732 0 0,-4-52-535 0 0,10-45-233 0 0,6 120-304 0 0,0 20 44 0 0,8-10-640 0 0,5 16 698 0 0,1 1 1 0 0,-1 0-1 0 0,0 1 0 0 0,0 0 1 0 0,-1 1-1 0 0,0 0 0 0 0,0 1 1 0 0,-1 0-1 0 0,12 12 0 0 0,13 6-28 0 0,12 9-1 0 0,-24-16 62 0 0,0-1-1 0 0,2-2 1 0 0,39 20 0 0 0,-60-33 118 0 0,-1-1 0 0 0,1 0 0 0 0,0-1 1 0 0,0 1-1 0 0,0-1 0 0 0,0 0 0 0 0,0 0 1 0 0,0 0-1 0 0,0-1 0 0 0,5 0 0 0 0,-7 0 8 0 0,-1-1-1 0 0,0 0 0 0 0,0 0 0 0 0,0 0 1 0 0,0 0-1 0 0,0 0 0 0 0,0-1 0 0 0,0 1 0 0 0,0-1 1 0 0,-1 1-1 0 0,1-1 0 0 0,0 0 0 0 0,-1 1 1 0 0,1-1-1 0 0,-1 0 0 0 0,0 0 0 0 0,0 0 0 0 0,0 0 1 0 0,0 0-1 0 0,0 0 0 0 0,0-1 0 0 0,0 1 1 0 0,0-3-1 0 0,4-12 130 0 0,-1 0 0 0 0,-1 0 1 0 0,0 0-1 0 0,0-34 0 0 0,5-33-60 0 0,-4 53-1463 0 0</inkml:trace>
</inkml:ink>
</file>

<file path=ppt/ink/ink2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2:23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38 32 0 0,'0'0'694'0'0,"-2"46"2731"0"0,3-39-3236 0 0,0-1 1 0 0,0 0-1 0 0,1 1 0 0 0,0-1 1 0 0,0 0-1 0 0,0 0 0 0 0,1-1 0 0 0,0 1 1 0 0,0 0-1 0 0,1-1 0 0 0,0 0 1 0 0,-1 0-1 0 0,9 8 0 0 0,-3-4 228 0 0,1-1 0 0 0,0 0 0 0 0,0 0 0 0 0,1-1 0 0 0,17 9 0 0 0,-27-15-340 0 0,1-1 1 0 0,-1 1-1 0 0,0-1 0 0 0,1 1 1 0 0,-1-1-1 0 0,1 0 0 0 0,-1 1 1 0 0,1-1-1 0 0,-1 0 0 0 0,1 0 1 0 0,-1 0-1 0 0,1 0 0 0 0,-1 0 1 0 0,1 0-1 0 0,-1-1 0 0 0,0 1 1 0 0,1 0-1 0 0,-1-1 0 0 0,1 1 1 0 0,-1-1-1 0 0,0 0 0 0 0,1 1 1 0 0,-1-1-1 0 0,0 0 0 0 0,0 0 1 0 0,1 0-1 0 0,-1 0 0 0 0,0 0 1 0 0,0 0-1 0 0,0 0 1 0 0,0 0-1 0 0,0 0 0 0 0,0 0 1 0 0,-1-1-1 0 0,1 1 0 0 0,0 0 1 0 0,-1-1-1 0 0,1 1 0 0 0,-1 0 1 0 0,1-1-1 0 0,-1 1 0 0 0,1-3 1 0 0,1-2 143 0 0,0-1-1 0 0,0 1 1 0 0,-1-1 0 0 0,0 1 0 0 0,0-1 0 0 0,-1 0 0 0 0,0-11 0 0 0,-3 5 0 0 0,0 0 1 0 0,-1 1-1 0 0,0-1 1 0 0,-1 1-1 0 0,-9-16 0 0 0,4 6 64 0 0,9 20-386 0 0,0 0 0 0 0,1 1-1 0 0,-1-1 1 0 0,0 0-1 0 0,0 1 1 0 0,0-1-1 0 0,0 1 1 0 0,-1-1-1 0 0,1 1 1 0 0,0 0-1 0 0,-1-1 1 0 0,1 1-1 0 0,0 0 1 0 0,-1 0-1 0 0,0 0 1 0 0,1 0-1 0 0,-3-1 1 0 0,3 2-80 0 0,0 0 0 0 0,0 0 0 0 0,0 0 0 0 0,0 0 0 0 0,0 0 0 0 0,0 0 0 0 0,0 1 1 0 0,0-1-1 0 0,1 0 0 0 0,-1 0 0 0 0,0 1 0 0 0,0-1 0 0 0,0 0 0 0 0,0 1 0 0 0,0-1 0 0 0,1 1 0 0 0,-1-1 0 0 0,0 1 1 0 0,1 0-1 0 0,-1-1 0 0 0,0 1 0 0 0,1 0 0 0 0,-1-1 0 0 0,0 1 0 0 0,1 0 0 0 0,-1 0 0 0 0,1 0 0 0 0,0-1 0 0 0,-1 1 0 0 0,1 0 1 0 0,0 0-1 0 0,-1 1 0 0 0</inkml:trace>
</inkml:ink>
</file>

<file path=ppt/ink/ink2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2:23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59 336 0 0,'0'0'1916'0'0,"21"46"864"0"0,-18-40-2650 0 0,0 0 0 0 0,0-1 0 0 0,0 1 0 0 0,0 0-1 0 0,1-1 1 0 0,0 0 0 0 0,0 0 0 0 0,0 0 0 0 0,1-1-1 0 0,0 1 1 0 0,0-1 0 0 0,0 0 0 0 0,0 0 0 0 0,1-1-1 0 0,6 4 1 0 0,1-1 357 0 0,1 1-1 0 0,1-2 1 0 0,-1 0-1 0 0,1 0 1 0 0,17 2-1 0 0,-31-7-415 0 0,1 0-1 0 0,-1 0 1 0 0,1 0-1 0 0,-1-1 1 0 0,1 1 0 0 0,-1 0-1 0 0,1-1 1 0 0,-1 1-1 0 0,0-1 1 0 0,1 1-1 0 0,-1-1 1 0 0,0 0-1 0 0,1 1 1 0 0,-1-1-1 0 0,0 0 1 0 0,0 0-1 0 0,0 0 1 0 0,0 0 0 0 0,0 0-1 0 0,0 0 1 0 0,0 0-1 0 0,0 0 1 0 0,0-1-1 0 0,0 1 1 0 0,0 0-1 0 0,-1 0 1 0 0,1-1-1 0 0,0-1 1 0 0,11-38 1524 0 0,-10 27-1339 0 0,-2 1 0 0 0,0-1 0 0 0,0 0 0 0 0,-1 0 0 0 0,-1 1 0 0 0,0-1 0 0 0,-1 1 0 0 0,-8-22 0 0 0,10 33-522 0 0,-2-3-389 0 0,2 2-1699 0 0</inkml:trace>
</inkml:ink>
</file>

<file path=ppt/ink/ink2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2:24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1 472 0 0,'12'27'3442'0'0,"-9"-17"-2653"0"0,1-1 0 0 0,0 0 1 0 0,0 0-1 0 0,1 0 0 0 0,11 15 0 0 0,-14-23-651 0 0,-1 1 0 0 0,1-1 0 0 0,0 0 0 0 0,0 0 0 0 0,-1 0 0 0 0,1 0 0 0 0,0 0-1 0 0,0-1 1 0 0,0 1 0 0 0,0 0 0 0 0,0-1 0 0 0,0 0 0 0 0,0 1 0 0 0,0-1-1 0 0,0 0 1 0 0,0 0 0 0 0,1 0 0 0 0,-1 0 0 0 0,0 0 0 0 0,0-1 0 0 0,0 1 0 0 0,2-1-1 0 0,46-18 904 0 0,-42 16-887 0 0,43-23 654 0 0,-35 17-319 0 0,0 1 1 0 0,1 1-1 0 0,0 0 1 0 0,27-7-1 0 0,-42 14-359 0 0,1 0-232 0 0,0 1 0 0 0,0-1 0 0 0,1 1 0 0 0,-1 0 0 0 0,0 0 0 0 0,0 0 0 0 0,0 1 0 0 0,0-1 0 0 0,4 3 0 0 0,-2 2-811 0 0,16 19-1549 0 0,-4-9-3756 0 0,-7-10 2963 0 0</inkml:trace>
</inkml:ink>
</file>

<file path=ppt/ink/ink2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4:44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40 156 0 0,'0'-40'8804'0'0,"-5"53"-7977"0"0,-1 0 0 0 0,0 0 0 0 0,-15 20 0 0 0,-24 51-1002 0 0,19-29 221 0 0,17-38-24 0 0,1 1 0 0 0,0-1 0 0 0,2 1 1 0 0,-9 36-1 0 0,12-19-14 0 0,3-33-2 0 0,4 6 3 0 0,-4-6-6 0 0,1-1-1 0 0,-1 0 0 0 0,1 1 0 0 0,-1-1 0 0 0,1 0 0 0 0,0 0 0 0 0,-1 1 0 0 0,1-1 1 0 0,0 0-1 0 0,0 0 0 0 0,0 0 0 0 0,0 0 0 0 0,0 0 0 0 0,0 0 0 0 0,0 0 0 0 0,1-1 1 0 0,-1 1-1 0 0,0 0 0 0 0,0-1 0 0 0,1 1 0 0 0,-1-1 0 0 0,0 1 0 0 0,1-1 0 0 0,-1 1 1 0 0,0-1-1 0 0,1 0 0 0 0,-1 0 0 0 0,3 0 0 0 0,48 8-61 0 0,1-3 1 0 0,-1-2-1 0 0,1-2 0 0 0,98-12 1 0 0,-138 9 35 0 0,0-1 1 0 0,0 0 0 0 0,0-1-1 0 0,0 0 1 0 0,0-1-1 0 0,20-11 1 0 0,-27 12 39 0 0,0 1 0 0 0,-1-1 0 0 0,0 0 1 0 0,0 0-1 0 0,0-1 0 0 0,-1 1 0 0 0,1-1 0 0 0,-1 0 0 0 0,0-1 0 0 0,0 1 0 0 0,-1-1 1 0 0,0 1-1 0 0,0-1 0 0 0,0 0 0 0 0,3-11 0 0 0,-4 10 132 0 0,-1 0 1 0 0,0 0-1 0 0,-1-1 0 0 0,1 1 0 0 0,-1 0 1 0 0,-2-12-1 0 0,2 17 2 0 0,-2 8-156 0 0,-13 52 83 0 0,3 0 0 0 0,-6 73 0 0 0,10-64-1595 0 0,-28 113 0 0 0,16-117-4178 0 0,14-47 2964 0 0</inkml:trace>
</inkml:ink>
</file>

<file path=ppt/ink/ink2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5:08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43 132 0 0,'0'-2'637'0'0,"-1"1"0"0"0,0-1-1 0 0,0 1 1 0 0,0-1 0 0 0,0 1 0 0 0,0 0-1 0 0,-1-1 1 0 0,1 1 0 0 0,0 0 0 0 0,-1 0-1 0 0,1 0 1 0 0,0 0 0 0 0,-1 0 0 0 0,-3-1 0 0 0,2 10-505 0 0,0 0 0 0 0,0 1 0 0 0,0-1 0 0 0,1 1 0 0 0,1-1 0 0 0,-1 1-1 0 0,1 0 1 0 0,0 10 0 0 0,5 81 443 0 0,-1-34-229 0 0,-5-1-145 0 0,1-1 3177 0 0,-2-69-3168 0 0,-3-16-82 0 0,0 0 0 0 0,2-1 0 0 0,0 1-1 0 0,2-1 1 0 0,0 0 0 0 0,1 0-1 0 0,3-24 1 0 0,-4-48 103 0 0,1 70-183 0 0,0 0 1 0 0,5-35 0 0 0,-4 58-133 0 0,3 1-515 0 0,-1 1 582 0 0,1 0 0 0 0,0 0 0 0 0,0 1 1 0 0,-1-1-1 0 0,1 0 0 0 0,-1 1 0 0 0,1-1 0 0 0,-1 1 1 0 0,0 0-1 0 0,0 0 0 0 0,0 0 0 0 0,0 0 0 0 0,3 4 1 0 0,31 41-128 0 0,-26-34 109 0 0,38 46-265 0 0,97 93 0 0 0,-137-146 333 0 0,-1 1 0 0 0,1-1-1 0 0,0 0 1 0 0,0-1 0 0 0,13 6 0 0 0,-20-10 108 0 0,4-8-62 0 0,0 1 1 0 0,0 0-1 0 0,0-1 0 0 0,-1 0 1 0 0,0 0-1 0 0,-1-1 0 0 0,1 1 1 0 0,-1-1-1 0 0,3-12 1 0 0,12-81 319 0 0,-9 45-227 0 0,8-40-1125 0 0,-17 94 337 0 0,10 1-3564 0 0</inkml:trace>
</inkml:ink>
</file>

<file path=ppt/ink/ink2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5:09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12 307 268 0 0,'7'23'4564'0'0,"4"19"-2094"0"0,-2-11-786 0 0,6 45 1 0 0,-15-62 1204 0 0,-6-25-1630 0 0,1 0-1380 0 0,-3-9 250 0 0,0-1 0 0 0,2 0 0 0 0,0 0 1 0 0,1 0-1 0 0,1-1 0 0 0,2 1 0 0 0,0-1 0 0 0,1 0 0 0 0,1 0 0 0 0,1 0 0 0 0,5-29 0 0 0,-5 41-112 0 0,2-1 0 0 0,-1 1 0 0 0,2 0-1 0 0,-1 0 1 0 0,1 0 0 0 0,1 0-1 0 0,0 1 1 0 0,0-1 0 0 0,1 1-1 0 0,0 0 1 0 0,0 1 0 0 0,1 0-1 0 0,0 0 1 0 0,1 0 0 0 0,10-8-1 0 0,-14 13-20 0 0,1 0 0 0 0,-1 0-1 0 0,1 0 1 0 0,0 0 0 0 0,0 1-1 0 0,0 0 1 0 0,0 0-1 0 0,0 0 1 0 0,1 0 0 0 0,-1 1-1 0 0,0 0 1 0 0,1 0 0 0 0,-1 1-1 0 0,1-1 1 0 0,-1 1-1 0 0,1 1 1 0 0,-1-1 0 0 0,1 1-1 0 0,-1-1 1 0 0,1 2 0 0 0,-1-1-1 0 0,0 0 1 0 0,1 1-1 0 0,-1 0 1 0 0,0 1 0 0 0,0-1-1 0 0,0 1 1 0 0,-1 0 0 0 0,1 0-1 0 0,7 6 1 0 0,-9-7-1 0 0,0 1 0 0 0,-1-1 0 0 0,1 1-1 0 0,0-1 1 0 0,-1 1 0 0 0,1 0 0 0 0,-1 0 0 0 0,0 0 0 0 0,0 0 0 0 0,0 0 0 0 0,0 1 0 0 0,-1-1-1 0 0,1 0 1 0 0,-1 1 0 0 0,0 0 0 0 0,0-1 0 0 0,0 1 0 0 0,0 0 0 0 0,-1-1 0 0 0,1 6 0 0 0,-2-4 17 0 0,0-1 1 0 0,0 1-1 0 0,0 0 1 0 0,-1-1-1 0 0,1 1 1 0 0,-1-1-1 0 0,0 1 1 0 0,0-1-1 0 0,-1 0 1 0 0,1 0-1 0 0,-1 0 1 0 0,0 0-1 0 0,-6 6 1 0 0,0-1-110 0 0,0-1 0 0 0,0 0 0 0 0,-1-1 0 0 0,0 0-1 0 0,0 0 1 0 0,0-1 0 0 0,-1-1 0 0 0,0 0 0 0 0,0 0 0 0 0,-1-1 0 0 0,-17 4 0 0 0,19-6 218 0 0,-24-1-9420 0 0</inkml:trace>
</inkml:ink>
</file>

<file path=ppt/ink/ink2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5:09.7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83 712 0 0,'0'0'11954'0'0,"19"-4"-10465"0"0,399 4 686 0 0,-28 2-1911 0 0,-286-2-315 0 0,-104 0 46 0 0,1 0 0 0 0,-1 0 0 0 0,1-1 0 0 0,-1 1 0 0 0,1 0 0 0 0,-1 0 0 0 0,1 0 0 0 0,-1-1-1 0 0,1 1 1 0 0,-1 0 0 0 0,1 0 0 0 0,-1-1 0 0 0,0 1 0 0 0,1 0 0 0 0,-1-1 0 0 0,1 1 0 0 0,-1-1 0 0 0,0 1 0 0 0,1 0 0 0 0,-1-1 0 0 0,0 1 0 0 0,0-1 0 0 0,1 1 0 0 0,-1-1 0 0 0,0 1 0 0 0,0-1 0 0 0,0 1 0 0 0,0-1 0 0 0,1 1 0 0 0,-1-1 0 0 0,0 0 0 0 0,0 1 0 0 0,0-1 0 0 0,0 1-1 0 0,0-1 1 0 0,0 1 0 0 0,0-1 0 0 0,-1 1 0 0 0,1-1 0 0 0,0 1 0 0 0,0-1 0 0 0,0 1 0 0 0,0-1 0 0 0,-1 1 0 0 0,1-1 0 0 0,0 1 0 0 0,-1-1 0 0 0,1 1 0 0 0,0-1 0 0 0,-1 1 0 0 0,0-1 0 0 0,-83-57-358 0 0,83 57 306 0 0,3 10-326 0 0,0-7 381 0 0,-1 0 1 0 0,0 0-1 0 0,0 0 1 0 0,1 0-1 0 0,-1 0 1 0 0,-1 0-1 0 0,1 0 1 0 0,0 0-1 0 0,0 0 1 0 0,-1 0-1 0 0,0 1 1 0 0,1-1-1 0 0,-1 0 0 0 0,0 0 1 0 0,0 1-1 0 0,0-1 1 0 0,0 0-1 0 0,0 1 1 0 0,-1-1-1 0 0,1 0 1 0 0,-1 0-1 0 0,0 3 1 0 0,-8 7-204 0 0,0 0 1 0 0,0 0-1 0 0,-1-1 1 0 0,0 0-1 0 0,-1-1 1 0 0,0 0 0 0 0,-25 16-1 0 0,19-15-1673 0 0,-1 0-1 0 0,0-2 1 0 0,-19 8-1 0 0,0-6-1662 0 0</inkml:trace>
</inkml:ink>
</file>

<file path=ppt/ink/ink2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5:12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79 640 0 0,'0'-17'2700'0'0,"-6"-37"5110"0"0,10 61-7656 0 0,31 46 195 0 0,30 61-1 0 0,40 63 80 0 0,-91-157-282 0 0,26 31 1124 0 0,-23-69-875 0 0,-12 9-299 0 0,0 0 0 0 0,-1 0 0 0 0,0-1 0 0 0,-1 1 0 0 0,0-1 0 0 0,3-14 0 0 0,2-9 58 0 0,27-62 145 0 0,-19 52-329 0 0,-1-1 0 0 0,11-53 0 0 0,-26 97-121 0 0,0-1 1 0 0,0 0-1 0 0,0 0 1 0 0,0 0 0 0 0,0 1-1 0 0,0-1 1 0 0,1 0-1 0 0,-1 0 1 0 0,0 1 0 0 0,0-1-1 0 0,1 0 1 0 0,-1 0-1 0 0,1 1 1 0 0,-1-1 0 0 0,0 0-1 0 0,1 1 1 0 0,-1-1-1 0 0,1 0 1 0 0,-1 1-1 0 0,1-1 1 0 0,0 1 0 0 0,-1-1-1 0 0,1 1 1 0 0,0-1-1 0 0,-1 1 1 0 0,1 0 0 0 0,0-1-1 0 0,-1 1 1 0 0,1 0-1 0 0,0-1 1 0 0,0 1-1 0 0,0 0 1 0 0,0 0-115 0 0,1 1 0 0 0,-1-1 0 0 0,0 0 0 0 0,0 1 0 0 0,0 0 0 0 0,0-1 0 0 0,0 1 0 0 0,0 0 0 0 0,0-1 0 0 0,0 1 0 0 0,0 0 0 0 0,0 0 0 0 0,0 0 0 0 0,0 0 0 0 0,-1 0 0 0 0,1 0 0 0 0,0 0 0 0 0,-1 0 0 0 0,1 0-1 0 0,-1 0 1 0 0,1 1 0 0 0,4 7-2255 0 0</inkml:trace>
</inkml:ink>
</file>

<file path=ppt/ink/ink2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5:13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0 401 40 0 0,'7'4'1351'0'0,"-1"-4"2040"0"0,7-8-2740 0 0,0 0 0 0 0,0 0 0 0 0,0-2 0 0 0,-1 1 0 0 0,-1-2 0 0 0,1 1 0 0 0,-2-2 0 0 0,0 1 0 0 0,0-1 0 0 0,8-14-1 0 0,-16 22-565 0 0,0 0 0 0 0,0 0 0 0 0,-1 1 0 0 0,1-1 0 0 0,-1 0-1 0 0,0 0 1 0 0,0-1 0 0 0,-1 1 0 0 0,1 0 0 0 0,-1 0-1 0 0,0 0 1 0 0,0 0 0 0 0,-1-6 0 0 0,1 8-4 0 0,-1-1-9 0 0,1 3-66 0 0,0-1 1 0 0,0 0-1 0 0,0 1 1 0 0,-1-1-1 0 0,1 1 1 0 0,0-1-1 0 0,0 0 0 0 0,0 1 1 0 0,-1-1-1 0 0,1 1 1 0 0,0-1-1 0 0,0 1 1 0 0,-1-1-1 0 0,1 1 1 0 0,-1-1-1 0 0,1 1 1 0 0,0-1-1 0 0,-1 1 0 0 0,1-1 1 0 0,-1 1-1 0 0,1 0 1 0 0,-1-1-1 0 0,1 1 1 0 0,-1 0-1 0 0,1-1 1 0 0,-1 1-1 0 0,0 0 1 0 0,1 0-1 0 0,-1-1 0 0 0,1 1 1 0 0,-1 0-1 0 0,0 0 1 0 0,1 0-1 0 0,-1 0 1 0 0,0 0-1 0 0,1 0 1 0 0,-1 0-1 0 0,0 0 1 0 0,-4 1-10 0 0,1 0 1 0 0,-1 1 0 0 0,1-1-1 0 0,0 1 1 0 0,0 0 0 0 0,-1 0-1 0 0,1 0 1 0 0,0 1 0 0 0,1-1-1 0 0,-1 1 1 0 0,0 0 0 0 0,1 0 0 0 0,-1 0-1 0 0,1 1 1 0 0,0-1 0 0 0,0 1-1 0 0,1 0 1 0 0,-1 0 0 0 0,1 0-1 0 0,0 0 1 0 0,0 0 0 0 0,0 0-1 0 0,0 1 1 0 0,1-1 0 0 0,-1 0-1 0 0,1 1 1 0 0,1 0 0 0 0,-1-1 0 0 0,0 1-1 0 0,1-1 1 0 0,0 7 0 0 0,0-5-7 0 0,0 0 0 0 0,1-1 0 0 0,-1 1 0 0 0,1-1 0 0 0,0 1 0 0 0,1-1 0 0 0,-1 1 1 0 0,1-1-1 0 0,0 1 0 0 0,0-1 0 0 0,1 0 0 0 0,0 0 0 0 0,-1 0 0 0 0,2-1 0 0 0,-1 1 1 0 0,0-1-1 0 0,1 1 0 0 0,0-1 0 0 0,0 0 0 0 0,0-1 0 0 0,1 1 0 0 0,-1-1 1 0 0,1 1-1 0 0,0-2 0 0 0,9 6 0 0 0,-9-8 11 0 0,-1 1 1 0 0,1 0-1 0 0,-1-1 0 0 0,1 0 1 0 0,-1 0-1 0 0,1 0 1 0 0,-1-1-1 0 0,1 1 0 0 0,-1-1 1 0 0,1 0-1 0 0,-1 0 1 0 0,0-1-1 0 0,0 1 0 0 0,1-1 1 0 0,-1 0-1 0 0,0 0 1 0 0,0-1-1 0 0,-1 1 0 0 0,5-4 1 0 0,6-4 9 0 0,0-2 0 0 0,0 1 0 0 0,15-18 0 0 0,10-16-26 0 0,-21 23-34 0 0,1 1 0 0 0,1 1-1 0 0,35-27 1 0 0,-54 46-19 0 0,29 18-266 0 0,8 34-207 0 0,-28-37 385 0 0,-1-1-1 0 0,2 0 1 0 0,-1-1-1 0 0,2 0 1 0 0,21 17-1 0 0,-31-28 153 0 0,0 0 0 0 0,-1 0 0 0 0,1-1 1 0 0,-1 1-1 0 0,1-1 0 0 0,0 1 0 0 0,0-1 0 0 0,-1 0 0 0 0,1 0 0 0 0,0 0 0 0 0,0 0 0 0 0,-1 0 0 0 0,1 0 0 0 0,0 0 0 0 0,-1 0 0 0 0,1-1 0 0 0,0 1 0 0 0,0 0 0 0 0,-1-1 0 0 0,1 0 0 0 0,-1 1 0 0 0,1-1 0 0 0,0 0 0 0 0,-1 0 0 0 0,0 0 0 0 0,1 0 0 0 0,-1 0 0 0 0,1 0 0 0 0,-1 0 0 0 0,1-2 1 0 0,34-40 185 0 0,-21 18-92 0 0,-2 0 0 0 0,-1-1 0 0 0,-1 0 0 0 0,12-46-1 0 0,15-35 288 0 0,-30 83-60 0 0,-14 29-201 0 0,2 0-116 0 0,1 0 0 0 0,1 0 0 0 0,-1 1 0 0 0,1-1 0 0 0,0 1 0 0 0,-3 10 0 0 0,3-4-5 0 0,1 0 0 0 0,0-1-1 0 0,0 2 1 0 0,2-1 0 0 0,-1 0-1 0 0,1 0 1 0 0,1-1-1 0 0,4 15 1 0 0,-4-20 0 0 0,0 0 0 0 0,1 0-1 0 0,-1 0 1 0 0,1-1 0 0 0,1 0 0 0 0,-1 1 0 0 0,1-1-1 0 0,0 0 1 0 0,0-1 0 0 0,0 1 0 0 0,1-1-1 0 0,0 0 1 0 0,0 0 0 0 0,0 0 0 0 0,0 0 0 0 0,0-1-1 0 0,8 3 1 0 0,20 8 2 0 0,-26-12-12 0 0,-1 1 0 0 0,1-1 0 0 0,0 1 0 0 0,-1 1 1 0 0,0-1-1 0 0,0 1 0 0 0,0 0 0 0 0,0 1 0 0 0,5 4 0 0 0,-10-8-7 0 0,-1 1 19 0 0,0-1-1 0 0,-1 1 1 0 0,1-1 0 0 0,-1 1 0 0 0,1-1-1 0 0,-1 1 1 0 0,1-1 0 0 0,-1 0-1 0 0,0 1 1 0 0,1-1 0 0 0,-1 0-1 0 0,0 1 1 0 0,0-1 0 0 0,0 0-1 0 0,0 0 1 0 0,-2 2 0 0 0,1-1 0 0 0,-13 8-32 0 0,-1 0-1 0 0,-1-1 1 0 0,0-1 0 0 0,0 0 0 0 0,0-2 0 0 0,-28 8-1 0 0,29-9-207 0 0,14-5-254 0 0,-9-7-2312 0 0</inkml:trace>
</inkml:ink>
</file>

<file path=ppt/ink/ink2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5:14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64 776 0 0,'0'0'2880'0'0,"-3"-24"6098"0"0,3 78-8936 0 0,3 0-1 0 0,1 0 1 0 0,14 58-1 0 0,-15-93-28 0 0,7 67 71 0 0,-10-84-36 0 0,0 7-113 0 0,0-6 311 0 0,1-7 1253 0 0,8-86-1133 0 0,-5-123 1 0 0,-4 147-327 0 0,0 66-45 0 0,0 0 0 0 0,0-1 0 0 0,0 1 0 0 0,0 0 0 0 0,0 0 0 0 0,0 0 0 0 0,0 0-1 0 0,0 0 1 0 0,0-1 0 0 0,0 1 0 0 0,0 0 0 0 0,0 0 0 0 0,0 0 0 0 0,0 0 0 0 0,0 0 0 0 0,0-1 0 0 0,0 1 0 0 0,0 0 0 0 0,0 0 0 0 0,0 0-1 0 0,0 0 1 0 0,0 0 0 0 0,1 0 0 0 0,-1-1 0 0 0,0 1 0 0 0,0 0 0 0 0,0 0 0 0 0,0 0 0 0 0,0 0 0 0 0,0 0 0 0 0,1 0 0 0 0,-1 0 0 0 0,0 0-1 0 0,0 0 1 0 0,0-1 0 0 0,0 1 0 0 0,0 0 0 0 0,0 0 0 0 0,1 0 0 0 0,-1 0 0 0 0,0 0 0 0 0,0 0 0 0 0,0 0 0 0 0,0 0 0 0 0,1 0 0 0 0,-1 0 0 0 0,0 0-1 0 0,0 0 1 0 0,0 0 0 0 0,0 0 0 0 0,0 1 0 0 0,1-1 0 0 0,-1 0 0 0 0,0 0 0 0 0,0 0 0 0 0,0 0 0 0 0,0 0 0 0 0,0 0 0 0 0,0 0 0 0 0,1 0-1 0 0,-1 0 1 0 0,13 13-60 0 0,13 21 42 0 0,-11-9-4 0 0,2-1 0 0 0,0-1 0 0 0,1 0 0 0 0,2-1 0 0 0,0-1-1 0 0,1-1 1 0 0,1-1 0 0 0,1 0 0 0 0,1-2 0 0 0,0-1 0 0 0,38 18-1 0 0,-60-32 48 0 0,23-17 152 0 0,-23 10-150 0 0,1 0 0 0 0,-1 0 1 0 0,-1 0-1 0 0,1 0 0 0 0,0-1 0 0 0,-1 1 1 0 0,0 0-1 0 0,-1-1 0 0 0,1-7 1 0 0,-1-55 99 0 0,-1 52-111 0 0,-14-181-349 0 0,15 195 68 0 0,-1-7-102 0 0</inkml:trace>
</inkml:ink>
</file>

<file path=ppt/ink/ink2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5:15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67 207 56 0 0,'61'179'7360'0'0,"-29"-86"-5289"0"0,-36-92 927 0 0,-11-10-2414 0 0,-17-17-454 0 0,19 10 18 0 0,0 0 1 0 0,2-1-1 0 0,0 0 0 0 0,0-1 0 0 0,-13-33 0 0 0,19 39-108 0 0,1 0 0 0 0,0 0-1 0 0,0 0 1 0 0,1-1-1 0 0,1 1 1 0 0,0-1 0 0 0,1 0-1 0 0,0 1 1 0 0,1-1-1 0 0,2-18 1 0 0,-1 25-31 0 0,1 0-1 0 0,0 0 1 0 0,0-1-1 0 0,0 1 1 0 0,1 0-1 0 0,-1 1 1 0 0,2-1-1 0 0,-1 0 1 0 0,0 1-1 0 0,1 0 1 0 0,0 0-1 0 0,1 0 1 0 0,7-7-1 0 0,-4 5-3 0 0,0 1-1 0 0,1 0 1 0 0,0 1-1 0 0,0 0 1 0 0,1 0-1 0 0,-1 1 1 0 0,19-6-1 0 0,-4 4-11 0 0,0 1 0 0 0,0 1 0 0 0,0 1 0 0 0,1 1 0 0 0,-1 2-1 0 0,36 2 1 0 0,-51-2-2 0 0,-1 1 1 0 0,1 0-1 0 0,-1 0 0 0 0,1 1 0 0 0,-1 0 0 0 0,0 0 0 0 0,0 1 0 0 0,0 0 0 0 0,0 0 0 0 0,-1 1 0 0 0,1 0 0 0 0,-1 0 0 0 0,0 1 1 0 0,0 0-1 0 0,0 0 0 0 0,-1 1 0 0 0,0-1 0 0 0,6 9 0 0 0,-11-13 8 0 0,-1 1-1 0 0,0-1 1 0 0,0 0-1 0 0,0 1 1 0 0,-1-1 0 0 0,1 0-1 0 0,0 1 1 0 0,0-1 0 0 0,-1 0-1 0 0,1 1 1 0 0,-1-1-1 0 0,1 0 1 0 0,-1 0 0 0 0,1 1-1 0 0,-1-1 1 0 0,0 0-1 0 0,0 0 1 0 0,1 0 0 0 0,-1 0-1 0 0,0 0 1 0 0,0 0 0 0 0,0 0-1 0 0,0 0 1 0 0,-2 0-1 0 0,-25 23-52 0 0,7-11-342 0 0,0-2 0 0 0,-1-1-1 0 0,0 0 1 0 0,-32 8 0 0 0,32-12-1838 0 0,0-1 0 0 0,-34 3 0 0 0,16-5-966 0 0</inkml:trace>
</inkml:ink>
</file>

<file path=ppt/ink/ink2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6:02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19 157 352 0 0,'-17'-45'8293'0'0,"16"42"-8071"0"0,1 0 1 0 0,0 1 0 0 0,0-1-1 0 0,0 0 1 0 0,0 0-1 0 0,0 1 1 0 0,1-1 0 0 0,-1 0-1 0 0,1 0 1 0 0,0 1-1 0 0,0-1 1 0 0,0 1 0 0 0,0-1-1 0 0,0 1 1 0 0,1-1-1 0 0,-1 1 1 0 0,1 0 0 0 0,-1-1-1 0 0,1 1 1 0 0,3-3-1 0 0,0 1-95 0 0,0-1 1 0 0,1 1-1 0 0,0 1 0 0 0,0-1 0 0 0,0 1 0 0 0,0 0 0 0 0,0 0 0 0 0,9-2 1 0 0,3-1-124 0 0,0 2 1 0 0,0 0 0 0 0,1 1 0 0 0,-1 1 0 0 0,32 0 0 0 0,-33 3 5 0 0,1 1 1 0 0,-1 1-1 0 0,0 0 1 0 0,0 1-1 0 0,0 1 1 0 0,0 0-1 0 0,-1 2 1 0 0,0 0-1 0 0,18 10 1 0 0,-28-14-14 0 0,0 1 0 0 0,0 0 1 0 0,-1 0-1 0 0,1 1 0 0 0,-1-1 1 0 0,0 1-1 0 0,0 0 0 0 0,0 0 0 0 0,-1 1 1 0 0,1 0-1 0 0,-2-1 0 0 0,1 1 1 0 0,0 1-1 0 0,-1-1 0 0 0,-1 0 0 0 0,1 1 1 0 0,-1 0-1 0 0,0-1 0 0 0,0 1 1 0 0,-1 0-1 0 0,1 0 0 0 0,-2 0 0 0 0,1 0 1 0 0,-1 0-1 0 0,-1 11 0 0 0,-2-4 5 0 0,0 0 1 0 0,-1 0-1 0 0,-1 0 0 0 0,0-1 0 0 0,-1 1 0 0 0,0-1 0 0 0,-1-1 0 0 0,0 1 1 0 0,-1-1-1 0 0,-1 0 0 0 0,0-1 0 0 0,-11 12 0 0 0,-20 16 22 0 0,-77 62-1 0 0,89-79-14 0 0,11-7-3 0 0,-1-2-1 0 0,0 0 1 0 0,-30 14-1 0 0,46-26 13 0 0,1 1 4 0 0,0-2-15 0 0,1 0-1 0 0,-1 0 1 0 0,1 1 0 0 0,-1-1-1 0 0,1 0 1 0 0,-1 0 0 0 0,1 1-1 0 0,0-1 1 0 0,-1 0 0 0 0,1 1 0 0 0,0-1-1 0 0,-1 0 1 0 0,1 1 0 0 0,0-1-1 0 0,-1 1 1 0 0,1-1 0 0 0,0 0-1 0 0,0 1 1 0 0,-1-1 0 0 0,1 1 0 0 0,0-1-1 0 0,0 1 1 0 0,0-1 0 0 0,0 1-1 0 0,0-1 1 0 0,0 1 0 0 0,0-1-1 0 0,0 1 1 0 0,0-1 0 0 0,0 1 0 0 0,0-1-1 0 0,0 1 1 0 0,0 0 0 0 0,709-31 231 0 0,-387 38 2039 0 0,-311-11-1125 0 0,-1 1-1853 0 0</inkml:trace>
</inkml:ink>
</file>

<file path=ppt/ink/ink2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6:25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9 111 20 0 0,'0'0'10407'0'0,"-2"-5"-10084"0"0,1 3-248 0 0,0 1 1 0 0,1-1-1 0 0,-1 0 1 0 0,0 0-1 0 0,1 0 1 0 0,-1 0-1 0 0,1 1 1 0 0,-1-1-1 0 0,1 0 1 0 0,0 0 0 0 0,0 0-1 0 0,0 0 1 0 0,0 0-1 0 0,0 0 1 0 0,0 0-1 0 0,1 0 1 0 0,-1 0-1 0 0,1 0 1 0 0,-1 1-1 0 0,1-1 1 0 0,0 0-1 0 0,0 0 1 0 0,-1 0 0 0 0,1 1-1 0 0,1-1 1 0 0,-1 1-1 0 0,0-1 1 0 0,0 1-1 0 0,0-1 1 0 0,1 1-1 0 0,-1-1 1 0 0,1 1-1 0 0,-1 0 1 0 0,1 0-1 0 0,0 0 1 0 0,-1 0-1 0 0,1 0 1 0 0,0 0 0 0 0,0 0-1 0 0,2 0 1 0 0,15-7-34 0 0,1 1 0 0 0,-1 1 0 0 0,1 1 0 0 0,1 0 1 0 0,-1 2-1 0 0,0 0 0 0 0,1 2 0 0 0,-1 0 0 0 0,22 2 1 0 0,-27 0-48 0 0,0 0 1 0 0,-1 1 0 0 0,1 1 0 0 0,-1 0 0 0 0,1 1-1 0 0,-1 0 1 0 0,0 1 0 0 0,-1 1 0 0 0,1 0 0 0 0,-1 1 0 0 0,0 1-1 0 0,-1 0 1 0 0,16 13 0 0 0,-24-18-9 0 0,-1 1-1 0 0,1-1 1 0 0,-1 1-1 0 0,0-1 1 0 0,-1 1-1 0 0,1 0 1 0 0,-1 0 0 0 0,1 0-1 0 0,-1 0 1 0 0,-1 1-1 0 0,1-1 1 0 0,0 1-1 0 0,-1-1 1 0 0,0 1 0 0 0,0-1-1 0 0,0 1 1 0 0,-1 0-1 0 0,0-1 1 0 0,0 1 0 0 0,0 0-1 0 0,0-1 1 0 0,-1 1-1 0 0,1 0 1 0 0,-1-1-1 0 0,0 1 1 0 0,-1-1 0 0 0,1 1-1 0 0,-4 5 1 0 0,-4 9-41 0 0,-2-1 1 0 0,0 0-1 0 0,-1 0 1 0 0,-27 30-1 0 0,35-43 36 0 0,3-4 7 0 0,0 0 1 0 0,0 0-1 0 0,0 0 1 0 0,0 0 0 0 0,0 0-1 0 0,0 1 1 0 0,0-1-1 0 0,1 0 1 0 0,-1 1 0 0 0,0-1-1 0 0,1 0 1 0 0,-1 1-1 0 0,1-1 1 0 0,0 1 0 0 0,-1-1-1 0 0,1 1 1 0 0,0-1-1 0 0,0 1 1 0 0,0-1 0 0 0,0 1-1 0 0,0-1 1 0 0,0 1-1 0 0,0-1 1 0 0,1 0 0 0 0,-1 1-1 0 0,0-1 1 0 0,1 1-1 0 0,-1-1 1 0 0,1 1 0 0 0,0-1-1 0 0,-1 0 1 0 0,1 0-1 0 0,0 1 1 0 0,0-1 0 0 0,0 0-1 0 0,0 0 1 0 0,0 0-1 0 0,0 0 1 0 0,0 0 0 0 0,2 2-1 0 0,6 2-1 0 0,0 1 0 0 0,0-1 0 0 0,0 0 0 0 0,20 6 0 0 0,-7-2-28 0 0,-18-7 33 0 0,64 32-80 0 0,-64-31 77 0 0,1 0 0 0 0,-1 0 0 0 0,1 0-1 0 0,-1 0 1 0 0,0 1 0 0 0,0-1 0 0 0,-1 1 0 0 0,1 0 0 0 0,-1 1 0 0 0,0-1 0 0 0,4 6 0 0 0,-7-9 12 0 0,0 0 0 0 0,0 1 0 0 0,0-1 0 0 0,0 1 1 0 0,0-1-1 0 0,0 0 0 0 0,0 1 0 0 0,0-1 1 0 0,0 0-1 0 0,-1 1 0 0 0,1-1 0 0 0,-1 0 1 0 0,1 1-1 0 0,-1-1 0 0 0,1 0 0 0 0,-1 0 1 0 0,0 0-1 0 0,0 1 0 0 0,1-1 0 0 0,-1 0 1 0 0,0 0-1 0 0,0 0 0 0 0,0 0 0 0 0,0 0 1 0 0,0-1-1 0 0,0 1 0 0 0,-1 0 0 0 0,1 0 1 0 0,0-1-1 0 0,-3 2 0 0 0,-41 20 97 0 0,39-20-67 0 0,-33 12 88 0 0,-1-2 1 0 0,0-1-1 0 0,0-2 0 0 0,-1-2 0 0 0,-47 3 0 0 0,-37-9-2246 0 0,98-6-3584 0 0</inkml:trace>
</inkml:ink>
</file>

<file path=ppt/ink/ink2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6:30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70 172 0 0,'-13'-60'12352'0'0,"6"61"-12261"0"0,1 0-1 0 0,0 1 1 0 0,-1 0-1 0 0,1 0 1 0 0,0 0-1 0 0,0 1 0 0 0,0 0 1 0 0,0 0-1 0 0,1 1 1 0 0,-1 0-1 0 0,1 0 1 0 0,0 0-1 0 0,-7 7 0 0 0,-5 5 22 0 0,1 1 0 0 0,-21 29 0 0 0,28-34-72 0 0,0 1 1 0 0,1 1-1 0 0,1-1 0 0 0,0 1 1 0 0,1 1-1 0 0,1-1 0 0 0,-5 17 1 0 0,9-26-33 0 0,0 0 0 0 0,0 0 0 0 0,0 0 1 0 0,1 1-1 0 0,-1-1 0 0 0,1 0 0 0 0,1 1 1 0 0,-1-1-1 0 0,1 0 0 0 0,0 0 1 0 0,0 1-1 0 0,0-1 0 0 0,1 0 0 0 0,-1 0 1 0 0,1 0-1 0 0,0-1 0 0 0,1 1 0 0 0,0 0 1 0 0,-1-1-1 0 0,1 1 0 0 0,1-1 1 0 0,-1 0-1 0 0,0 0 0 0 0,7 5 0 0 0,-5-6 1 0 0,-1 0-1 0 0,1 0 0 0 0,0-1 0 0 0,0 1 1 0 0,0-1-1 0 0,1 0 0 0 0,-1-1 0 0 0,0 1 1 0 0,1-1-1 0 0,-1 0 0 0 0,1-1 0 0 0,-1 1 1 0 0,1-1-1 0 0,-1 0 0 0 0,1 0 0 0 0,-1-1 1 0 0,1 0-1 0 0,-1 0 0 0 0,1 0 0 0 0,-1 0 1 0 0,1-1-1 0 0,-1 0 0 0 0,5-3 1 0 0,8-3 23 0 0,-1 0 1 0 0,0-2-1 0 0,0 0 1 0 0,-1-1 0 0 0,19-16-1 0 0,-20 14 54 0 0,-1-1 0 0 0,-1 0 0 0 0,-1 0 0 0 0,0-1 0 0 0,16-27 0 0 0,-23 35-55 0 0,-1 0 0 0 0,-1 0-1 0 0,1-1 1 0 0,-1 1 0 0 0,0-1 0 0 0,-1 0-1 0 0,1 0 1 0 0,-2 0 0 0 0,1 0 0 0 0,-1 0 0 0 0,0 0-1 0 0,-1-1 1 0 0,0 1 0 0 0,0 0 0 0 0,-3-13-1 0 0,2 17-84 0 0,0 0 0 0 0,0 0 0 0 0,-1 0 0 0 0,1 1-1 0 0,-1-1 1 0 0,0 0 0 0 0,0 1 0 0 0,0 0-1 0 0,0-1 1 0 0,-1 1 0 0 0,0 0 0 0 0,1 0-1 0 0,-1 0 1 0 0,0 1 0 0 0,0-1 0 0 0,-1 1-1 0 0,1-1 1 0 0,0 1 0 0 0,-1 0 0 0 0,1 0-1 0 0,-1 1 1 0 0,0-1 0 0 0,0 1 0 0 0,0 0-1 0 0,0 0 1 0 0,1 0 0 0 0,-1 0 0 0 0,0 1 0 0 0,0-1-1 0 0,-1 1 1 0 0,1 0 0 0 0,-7 1 0 0 0,7 0-334 0 0,0 0 1 0 0,0 0-1 0 0,1 1 1 0 0,-1-1-1 0 0,1 1 1 0 0,-1-1-1 0 0,1 1 1 0 0,0 0-1 0 0,0 1 1 0 0,0-1-1 0 0,0 0 1 0 0,0 1-1 0 0,0 0 1 0 0,0-1-1 0 0,1 1 1 0 0,0 0-1 0 0,-1 1 1 0 0,1-1-1 0 0,0 0 1 0 0,0 1-1 0 0,1-1 1 0 0,-3 7-1 0 0,0 5-2627 0 0</inkml:trace>
</inkml:ink>
</file>

<file path=ppt/ink/ink2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6:30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1 152 332 0 0,'16'-32'5364'0'0,"-2"-11"-149"0"0,1-6-214 0 0,-1 23-4784 0 0,-13 25-913 0 0,44 8-8679 0 0,-28-5 5965 0 0</inkml:trace>
</inkml:ink>
</file>

<file path=ppt/ink/ink2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6:31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348 21 856 0 0,'-1'-1'176'0'0,"0"-1"0"0"0,0 1 0 0 0,0-1 0 0 0,0 1 0 0 0,-1-1 0 0 0,1 1 0 0 0,-1 0 0 0 0,1 0 0 0 0,-1 0 0 0 0,1 0 0 0 0,-1 0 0 0 0,0 0 0 0 0,0 0 0 0 0,1 0 0 0 0,-1 1 0 0 0,0-1 0 0 0,0 0 0 0 0,0 1 0 0 0,1 0 0 0 0,-1-1 0 0 0,0 1 0 0 0,0 0 0 0 0,0 0 0 0 0,0 0 0 0 0,0 1-1 0 0,0-1 1 0 0,0 0 0 0 0,0 1 0 0 0,1-1 0 0 0,-1 1 0 0 0,0-1 0 0 0,-3 2 0 0 0,-8 4 15 0 0,0-1 0 0 0,0 2 0 0 0,-16 10 0 0 0,23-14 19 0 0,-13 8-3 0 0,1 2 0 0 0,1 0 0 0 0,0 0 0 0 0,0 2-1 0 0,1 0 1 0 0,1 1 0 0 0,-22 30 0 0 0,29-34-127 0 0,0 0 0 0 0,1 1 0 0 0,1-1 0 0 0,0 1-1 0 0,1 1 1 0 0,0-1 0 0 0,1 1 0 0 0,1 0 0 0 0,0 0 0 0 0,1 0 0 0 0,0 0 0 0 0,1 28 0 0 0,2-34-36 0 0,0 0 0 0 0,1 0 0 0 0,0 0 1 0 0,0-1-1 0 0,0 1 0 0 0,1-1 0 0 0,7 12 0 0 0,-9-15 26 0 0,1 0 1 0 0,0-1-1 0 0,0 0 0 0 0,0 0 0 0 0,1 1 0 0 0,-1-1 0 0 0,1-1 0 0 0,0 1 0 0 0,-1 0 0 0 0,1-1 0 0 0,0 1 0 0 0,1-1 0 0 0,-1 0 1 0 0,0 0-1 0 0,1 0 0 0 0,6 2 0 0 0,-7-3 17 0 0,0-1 0 0 0,0 1 0 0 0,0-1 0 0 0,0 0 0 0 0,0 0 1 0 0,0 0-1 0 0,-1-1 0 0 0,1 1 0 0 0,0-1 0 0 0,0 0 0 0 0,0 1 0 0 0,0-1 1 0 0,-1 0-1 0 0,1-1 0 0 0,-1 1 0 0 0,1 0 0 0 0,-1-1 0 0 0,1 1 1 0 0,-1-1-1 0 0,0 0 0 0 0,1 0 0 0 0,-1 0 0 0 0,0 0 0 0 0,0 0 0 0 0,-1-1 1 0 0,1 1-1 0 0,0 0 0 0 0,1-4 0 0 0,1-2 144 0 0,0 0-1 0 0,0-1 1 0 0,-1 1 0 0 0,0-1-1 0 0,-1 0 1 0 0,0 0 0 0 0,1-11-1 0 0,-2 7-59 0 0,-1-1 1 0 0,-1 0-1 0 0,0 0 0 0 0,-1 1 1 0 0,0-1-1 0 0,-1 0 0 0 0,-1 1 0 0 0,-10-26 1 0 0,13 38-677 0 0</inkml:trace>
</inkml:ink>
</file>

<file path=ppt/ink/ink2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6:31.6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385 26 780 0 0,'-4'-21'11649'0'0,"9"20"-11454"0"0,-1 0-1 0 0,0 0 1 0 0,1 0-1 0 0,-1 1 1 0 0,1-1 0 0 0,-1 1-1 0 0,1 1 1 0 0,-1-1-1 0 0,1 0 1 0 0,-1 1 0 0 0,9 2-1 0 0,59 17 607 0 0,-59-16-583 0 0,1 0-34 0 0,0 1 0 0 0,0 0 0 0 0,0 1 0 0 0,-1 0 0 0 0,22 14 0 0 0,-33-18-166 0 0,1 0-1 0 0,-1 0 1 0 0,1 0 0 0 0,-1 0-1 0 0,1 0 1 0 0,-1 1-1 0 0,0-1 1 0 0,0 1 0 0 0,0-1-1 0 0,-1 1 1 0 0,1 0-1 0 0,0 0 1 0 0,-1 0-1 0 0,0 0 1 0 0,0 0 0 0 0,0 0-1 0 0,0 0 1 0 0,0 0-1 0 0,-1 0 1 0 0,1 1 0 0 0,-1-1-1 0 0,0 0 1 0 0,0 0-1 0 0,0 0 1 0 0,0 1-1 0 0,-1-1 1 0 0,1 0 0 0 0,-1 0-1 0 0,0 0 1 0 0,0 0-1 0 0,0 1 1 0 0,-2 2 0 0 0,-6 13 50 0 0,-1-1 1 0 0,-1 0 0 0 0,-1 0 0 0 0,0-1-1 0 0,-28 28 1 0 0,-85 72 101 0 0,93-89-184 0 0,-185 155-2033 0 0,67-66-6577 0 0,110-88 4483 0 0</inkml:trace>
</inkml:ink>
</file>

<file path=ppt/ink/ink2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6:37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11 180 132 0 0,'-2'-8'1638'0'0,"0"0"1"0"0,0 0-1 0 0,0 0 0 0 0,1 0 0 0 0,0-16 1 0 0,31 109-147 0 0,25 72-1241 0 0,3 9-74 0 0,-38-117 103 0 0,-19-48-98 0 0,0 1 226 0 0,-1-2-384 0 0,-1 1-1 0 0,1-1 1 0 0,0 0 0 0 0,0 0-1 0 0,0 0 1 0 0,0 0 0 0 0,0 0 0 0 0,0 0-1 0 0,0 1 1 0 0,0-1 0 0 0,0 0-1 0 0,0 0 1 0 0,0 0 0 0 0,0 0 0 0 0,0 0-1 0 0,0 1 1 0 0,0-1 0 0 0,0 0-1 0 0,0 0 1 0 0,0 0 0 0 0,0 0-1 0 0,0 0 1 0 0,0 1 0 0 0,0-1 0 0 0,0 0-1 0 0,0 0 1 0 0,0 0 0 0 0,0 0-1 0 0,0 0 1 0 0,1 1 0 0 0,-1-1 0 0 0,0 0-1 0 0,0 0 1 0 0,0 0 0 0 0,0 0-1 0 0,0 0 1 0 0,0 0 0 0 0,0 0 0 0 0,1 0-1 0 0,-1 0 1 0 0,0 1 0 0 0,0-1-1 0 0,0 0 1 0 0,0 0 0 0 0,0 0-1 0 0,1 0 1 0 0,-1 0 0 0 0,0 0 0 0 0,0 0-1 0 0,0 0 1 0 0,0 0 0 0 0,0 0-1 0 0,1 0 1 0 0,-1 0 0 0 0,0 0 0 0 0,0 0-1 0 0,0 0 1 0 0,0 0 0 0 0,0 0-1 0 0,1 0 1 0 0,-1 0 0 0 0,0-1 0 0 0,0 1-1 0 0,0 0 1 0 0,0 0 0 0 0,22-78 645 0 0,-4-1 1 0 0,7-83 0 0 0,-1 14-360 0 0,-9 37-1449 0 0,-14 109 721 0 0,12 6-3951 0 0,16 26 2248 0 0,-12-9-2297 0 0,-9-13 2071 0 0</inkml:trace>
</inkml:ink>
</file>

<file path=ppt/ink/ink2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6:38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1 151 404 0 0,'0'0'780'0'0,"22"-29"9918"0"0,8 125-10251 0 0,25 139 1 0 0,-52-218-375 0 0,1 4 5352 0 0,-13-40-5283 0 0,1-1 1 0 0,0 0-1 0 0,2-1 1 0 0,1 1-1 0 0,0-1 1 0 0,1-1-1 0 0,2 1 1 0 0,0 0-1 0 0,1-1 1 0 0,1 1-1 0 0,5-32 0 0 0,-3 41-157 0 0,0 0 0 0 0,1 1 0 0 0,0 0 0 0 0,1-1 0 0 0,1 1 0 0 0,0 1 0 0 0,0-1 0 0 0,1 1-1 0 0,0 0 1 0 0,1 0 0 0 0,0 0 0 0 0,0 1 0 0 0,1 0 0 0 0,18-15 0 0 0,-20 20-38 0 0,0-1 0 0 0,1 1 1 0 0,0 0-1 0 0,0 1 0 0 0,0 0 0 0 0,1 0 1 0 0,-1 0-1 0 0,1 1 0 0 0,-1 0 1 0 0,1 1-1 0 0,0-1 0 0 0,0 1 0 0 0,-1 1 1 0 0,1 0-1 0 0,0 0 0 0 0,0 0 0 0 0,0 1 1 0 0,0 0-1 0 0,-1 1 0 0 0,1 0 1 0 0,-1 0-1 0 0,1 0 0 0 0,9 5 0 0 0,-12-4-8 0 0,1-1-1 0 0,0 1 1 0 0,-1 0-1 0 0,0 0 1 0 0,0 1 0 0 0,0 0-1 0 0,0 0 1 0 0,0 0-1 0 0,4 6 1 0 0,-7-8 42 0 0,-1 0 0 0 0,1 0 0 0 0,-1 0 0 0 0,0 1 0 0 0,0-1-1 0 0,0 0 1 0 0,0 1 0 0 0,0-1 0 0 0,0 1 0 0 0,0-1 0 0 0,-1 1 0 0 0,0 0 0 0 0,1-1 0 0 0,-1 1 0 0 0,0-1 0 0 0,0 1 0 0 0,0 0 0 0 0,-1-1 0 0 0,1 1 0 0 0,-1-1 0 0 0,1 1 0 0 0,-1 0 0 0 0,-1 2 0 0 0,-1 2 7 0 0,-1-1 0 0 0,0 0 0 0 0,0 0 0 0 0,-1 0 0 0 0,1 0 0 0 0,-1-1-1 0 0,-1 1 1 0 0,1-1 0 0 0,-1-1 0 0 0,0 1 0 0 0,0-1 0 0 0,0 0 0 0 0,0 0 0 0 0,-1-1 0 0 0,1 0 0 0 0,-9 3 0 0 0,-6 2-9 0 0,-1-1 1 0 0,0-1-1 0 0,-39 6 1 0 0,18-12-1269 0 0,20-2-2651 0 0,12-4-5337 0 0</inkml:trace>
</inkml:ink>
</file>

<file path=ppt/ink/ink2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6:39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28 212 320 0 0,'0'0'1065'0'0,"-27"-22"6556"0"0,73 22-6622 0 0,63-6 0 0 0,-60 2-799 0 0,337-37 200 0 0,-217 20-257 0 0,-59 9-85 0 0,186-26 163 0 0,-247 30-85 0 0,-48 8-112 0 0,6-2 7 0 0,-7 2-30 0 0,0 0 0 0 0,0 0 0 0 0,0 0 0 0 0,0 0 0 0 0,0 0 0 0 0,-1 0 0 0 0,1 0 0 0 0,0 0 0 0 0,0 0 0 0 0,0 0 0 0 0,0 0 0 0 0,0 0 0 0 0,0 0 0 0 0,0 0 0 0 0,0 0 0 0 0,0-1 0 0 0,0 1 0 0 0,-1 0 0 0 0,1 0 1 0 0,0 0-1 0 0,0 0 0 0 0,0 0 0 0 0,0 0 0 0 0,0 0 0 0 0,0 0 0 0 0,0-1 0 0 0,0 1 0 0 0,0 0 0 0 0,0 0 0 0 0,0 0 0 0 0,0 0 0 0 0,0 0 0 0 0,0 0 0 0 0,0 0 0 0 0,0 0 0 0 0,0-1 0 0 0,0 1 0 0 0,0 0 0 0 0,0 0 0 0 0,0 0 0 0 0,0 0 0 0 0,0 0 0 0 0,0 0 0 0 0,0 0 0 0 0,0 0 0 0 0,0-1 1 0 0,0 1-1 0 0,1 0 0 0 0,-1 0 0 0 0,0 0 0 0 0,0 0 0 0 0,0 0 0 0 0,0 0 0 0 0,0 0 0 0 0,-24-8-44 0 0,0 1-1 0 0,-50-6 1 0 0,43 8-46 0 0,-47-13-1 0 0,57 16-151 0 0,15 10 116 0 0,16 28 61 0 0,0-4-2 0 0,-11-18-203 0 0,1-1 0 0 0,-2 0 0 0 0,0 0 0 0 0,0 0-1 0 0,-1 0 1 0 0,-1 0 0 0 0,0-1 0 0 0,-1 1 0 0 0,-8 15 0 0 0,-1 5-4165 0 0,10-23 1990 0 0</inkml:trace>
</inkml:ink>
</file>

<file path=ppt/ink/ink2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6:40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1 151 224 0 0,'0'-7'135'0'0,"0"-4"4028"0"0,0 3 1055 0 0,0 10-5181 0 0,0 0 1 0 0,0 0-1 0 0,1 0 1 0 0,-1 0-1 0 0,1 0 1 0 0,-1 0-1 0 0,1 0 1 0 0,0 0 0 0 0,0 0-1 0 0,0-1 1 0 0,0 1-1 0 0,2 3 1 0 0,9 21 254 0 0,7 27 98 0 0,2 0 1 0 0,3-1 0 0 0,47 78-1 0 0,-3-33 730 0 0,-68-96-1078 0 0,0-1-1 0 0,0 0 1 0 0,0 0 0 0 0,0 0 0 0 0,0 1 0 0 0,1-1-1 0 0,-1 0 1 0 0,0 0 0 0 0,0 0 0 0 0,0 0 0 0 0,0 0-1 0 0,0 1 1 0 0,1-1 0 0 0,-1 0 0 0 0,0 0 0 0 0,0 0 0 0 0,0 0-1 0 0,0 0 1 0 0,1 0 0 0 0,-1 0 0 0 0,0 0 0 0 0,0 0-1 0 0,0 1 1 0 0,1-1 0 0 0,-1 0 0 0 0,0 0 0 0 0,0 0-1 0 0,0 0 1 0 0,0 0 0 0 0,1 0 0 0 0,-1 0 0 0 0,0 0-1 0 0,0 0 1 0 0,0 0 0 0 0,1-1 0 0 0,-1 1 0 0 0,0 0-1 0 0,0 0 1 0 0,0 0 0 0 0,1 0 0 0 0,-1 0 0 0 0,0 0-1 0 0,0 0 1 0 0,7-11 375 0 0,2-12-245 0 0,38-215 1312 0 0,-11 50-1027 0 0,-15 83-1898 0 0,-20 104 752 0 0,0 6-3528 0 0,2 9 3477 0 0,2 16-4652 0 0,-4-16 2524 0 0</inkml:trace>
</inkml:ink>
</file>

<file path=ppt/ink/ink2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6:40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0 172 516 0 0,'4'4'367'0'0,"-1"1"0"0"0,-1-1-1 0 0,1 0 1 0 0,-1 1 0 0 0,1 0 0 0 0,-1-1-1 0 0,0 1 1 0 0,-1 0 0 0 0,1 0-1 0 0,-1 0 1 0 0,0 0 0 0 0,0 7 0 0 0,10 29 563 0 0,8 6-28 0 0,-5-13 16 0 0,26 47-1 0 0,-21-40 1293 0 0,-20-35 292 0 0,-14-19-1791 0 0,5 0-575 0 0,0 0-1 0 0,1-1 1 0 0,0 0-1 0 0,1-1 1 0 0,1 1 0 0 0,0-1-1 0 0,1-1 1 0 0,1 1-1 0 0,0-1 1 0 0,1 0 0 0 0,1 0-1 0 0,0 0 1 0 0,1-1 0 0 0,0-17-1 0 0,2 24-121 0 0,1 1 0 0 0,-1 0 0 0 0,2-1 0 0 0,-1 1 0 0 0,1 0 0 0 0,1-1 0 0 0,-1 1 0 0 0,2 0 0 0 0,-1 1 0 0 0,1-1 0 0 0,0 0 0 0 0,1 1 0 0 0,0 0 0 0 0,0 0 0 0 0,1 1 0 0 0,0-1 0 0 0,1 1 0 0 0,-1 1 0 0 0,1-1 0 0 0,0 1 0 0 0,1 0 0 0 0,0 1 0 0 0,0 0 0 0 0,0 0 0 0 0,9-4 0 0 0,-5 4-54 0 0,1 0 1 0 0,0 1 0 0 0,0 0-1 0 0,0 1 1 0 0,1 1 0 0 0,23-2-1 0 0,-32 4-2 0 0,1 0 0 0 0,-1 0 0 0 0,1 0 0 0 0,0 0 0 0 0,-1 1 0 0 0,1 0 0 0 0,-1 0 0 0 0,0 1 0 0 0,1-1 0 0 0,-1 1 0 0 0,0 1 0 0 0,0-1 0 0 0,0 0 0 0 0,0 1 0 0 0,-1 0 0 0 0,1 0 0 0 0,-1 1 0 0 0,0-1-1 0 0,5 6 1 0 0,-8-8 31 0 0,0 1 0 0 0,0-1 0 0 0,-1 1 0 0 0,1-1 0 0 0,0 1 0 0 0,-1 0 0 0 0,0-1 0 0 0,1 1 0 0 0,-1 0 0 0 0,0 0 0 0 0,0-1 0 0 0,0 1 0 0 0,0 0 0 0 0,0 0 0 0 0,0-1 0 0 0,0 1 0 0 0,0 0 0 0 0,-1-1 0 0 0,1 1 0 0 0,-1 0 0 0 0,1-1 0 0 0,-1 1 0 0 0,0 0 0 0 0,0-1 0 0 0,0 1 0 0 0,0-1 0 0 0,0 0 0 0 0,0 1 0 0 0,0-1 0 0 0,0 0 0 0 0,0 1 0 0 0,-1-1 0 0 0,1 0 0 0 0,-2 1 0 0 0,-7 7-26 0 0,0-1 0 0 0,-1 0 0 0 0,-14 7 0 0 0,21-12 16 0 0,-25 14-402 0 0,-1-2 1 0 0,-38 14 0 0 0,-21-3-4840 0 0,75-25 2017 0 0,2 0 250 0 0</inkml:trace>
</inkml:ink>
</file>

<file path=ppt/ink/ink2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6:43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78 486 184 0 0,'14'-67'6263'0'0,"-12"55"-3293"0"0,2 12-1244 0 0,5 20-818 0 0,7 35-983 0 0,-6-1 418 0 0,-2 1 0 0 0,3 90 0 0 0,-11-144-273 0 0,0-1 0 0 0,0 0 0 0 0,0 1-1 0 0,0-1 1 0 0,1 0 0 0 0,-1 1 0 0 0,0-1-1 0 0,0 1 1 0 0,0-1 0 0 0,0 1 0 0 0,0-1 0 0 0,0 0-1 0 0,0 1 1 0 0,0-1 0 0 0,0 1 0 0 0,0-1 0 0 0,0 0-1 0 0,-1 1 1 0 0,1-1 0 0 0,0 1 0 0 0,0-1 0 0 0,0 0-1 0 0,0 1 1 0 0,-1-1 0 0 0,1 1 0 0 0,0-1-1 0 0,0 0 1 0 0,-1 0 0 0 0,1 1 0 0 0,0-1 0 0 0,0 0-1 0 0,-1 1 1 0 0,1-1 0 0 0,0 0 0 0 0,-1 0 0 0 0,1 1-1 0 0,-1-1 1 0 0,1 0 0 0 0,0 0 0 0 0,-1 0-1 0 0,1 0 1 0 0,-1 0 0 0 0,1 1 0 0 0,0-1 0 0 0,-1 0-1 0 0,1 0 1 0 0,-1 0 0 0 0,1 0 0 0 0,-1 0 0 0 0,-21-20 868 0 0,-20-39-483 0 0,29 34-360 0 0,2 0-1 0 0,0 0 1 0 0,2-1-1 0 0,0 0 1 0 0,2-1-1 0 0,1 0 1 0 0,1 0-1 0 0,2 0 1 0 0,0-1-1 0 0,2 1 1 0 0,2-29-1 0 0,1 36-72 0 0,0 1 0 0 0,1-1 0 0 0,2 1 0 0 0,0-1 0 0 0,0 1 1 0 0,2 0-1 0 0,9-18 0 0 0,-10 25-12 0 0,1 0 0 0 0,1 0 0 0 0,0 1 1 0 0,0 0-1 0 0,1 0 0 0 0,0 1 0 0 0,1 0 0 0 0,0 1 1 0 0,1 0-1 0 0,20-14 0 0 0,-24 19-45 0 0,0 1 1 0 0,1 0-1 0 0,-1 0 0 0 0,1 1 0 0 0,-1 0 0 0 0,1 0 1 0 0,0 1-1 0 0,-1-1 0 0 0,1 2 0 0 0,0-1 1 0 0,0 1-1 0 0,0 1 0 0 0,0-1 0 0 0,-1 1 0 0 0,1 1 1 0 0,0-1-1 0 0,-1 1 0 0 0,10 4 0 0 0,-12-4-11 0 0,0 0 0 0 0,1 0-1 0 0,-2 0 1 0 0,1 1-1 0 0,0 0 1 0 0,0 0 0 0 0,-1 0-1 0 0,0 0 1 0 0,1 1 0 0 0,-1 0-1 0 0,-1 0 1 0 0,1 0-1 0 0,0 0 1 0 0,-1 1 0 0 0,0-1-1 0 0,0 1 1 0 0,-1 0 0 0 0,1 0-1 0 0,-1 0 1 0 0,0 0 0 0 0,0 0-1 0 0,-1 1 1 0 0,1-1-1 0 0,-1 0 1 0 0,0 1 0 0 0,0 9-1 0 0,-2-10 31 0 0,0 1 0 0 0,0 0 1 0 0,0 0-1 0 0,-1 0 0 0 0,0-1 0 0 0,0 1 0 0 0,-1-1 0 0 0,1 1 0 0 0,-1-1 0 0 0,0 0 0 0 0,0 0 0 0 0,-1 0 1 0 0,0-1-1 0 0,0 1 0 0 0,0-1 0 0 0,0 0 0 0 0,-1 0 0 0 0,1 0 0 0 0,-1-1 0 0 0,0 1 0 0 0,0-1 1 0 0,-6 3-1 0 0,-14 7-648 0 0,-1-1 1 0 0,0-1 0 0 0,-30 8 0 0 0,53-18 482 0 0,-7 0-1034 0 0,1 1-565 0 0</inkml:trace>
</inkml:ink>
</file>

<file path=ppt/ink/ink2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6:43.5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42 202 380 0 0,'16'23'2072'0'0,"-9"-1"-1328"0"0,0 0 1 0 0,-1 0-1 0 0,-2 1 1 0 0,0 0-1 0 0,-1 0 1 0 0,0 37-1 0 0,-1-13 10 0 0,-2 112 1855 0 0,-3-142-134 0 0,-7-16-1011 0 0,7-4-1369 0 0,0 1 0 0 0,0-1 0 0 0,1 1 0 0 0,-1-1 0 0 0,1 0 0 0 0,-1 0 0 0 0,1-1-1 0 0,-2-4 1 0 0,-5-9-3 0 0,1 0-1 0 0,0 0 1 0 0,2-1-1 0 0,0 0 1 0 0,1 0-1 0 0,1-1 1 0 0,0 1-1 0 0,2-1 0 0 0,0 0 1 0 0,1 0-1 0 0,1 1 1 0 0,1-1-1 0 0,0 0 1 0 0,2 0-1 0 0,0 0 1 0 0,1 1-1 0 0,0 0 1 0 0,2 0-1 0 0,0 0 0 0 0,2 0 1 0 0,-1 1-1 0 0,2 0 1 0 0,0 1-1 0 0,15-19 1 0 0,-14 21-79 0 0,2 1 0 0 0,0 0 1 0 0,0 0-1 0 0,1 1 0 0 0,1 1 1 0 0,0 0-1 0 0,0 1 0 0 0,25-13 1 0 0,-32 19-27 0 0,1 1 1 0 0,-1 0-1 0 0,1 0 0 0 0,0 0 1 0 0,0 1-1 0 0,0 0 1 0 0,0 0-1 0 0,1 1 1 0 0,-1 0-1 0 0,0 1 1 0 0,0 0-1 0 0,1 0 1 0 0,-1 0-1 0 0,0 1 1 0 0,0 1-1 0 0,1-1 0 0 0,-1 1 1 0 0,0 1-1 0 0,0 0 1 0 0,8 4-1 0 0,-14-6 1 0 0,0 0-1 0 0,0 0 0 0 0,0 0 1 0 0,0 0-1 0 0,-1 0 1 0 0,1 0-1 0 0,0 1 0 0 0,-1-1 1 0 0,1 1-1 0 0,-1-1 0 0 0,0 1 1 0 0,1 0-1 0 0,-1 0 1 0 0,0-1-1 0 0,0 1 0 0 0,0 0 1 0 0,0 0-1 0 0,0 0 0 0 0,-1 0 1 0 0,1 0-1 0 0,0 4 0 0 0,-1-3-2 0 0,0 0 0 0 0,0 0-1 0 0,-1 1 1 0 0,1-1 0 0 0,-1 0-1 0 0,0 0 1 0 0,0 0 0 0 0,0 0-1 0 0,0 0 1 0 0,0 0 0 0 0,-1 0-1 0 0,-3 5 1 0 0,-4 4-95 0 0,0 0-1 0 0,-2 0 1 0 0,1-1-1 0 0,-20 16 1 0 0,5-7-416 0 0,-1-2 0 0 0,-1-1 0 0 0,0-1 0 0 0,-36 16-1 0 0,27-17-3253 0 0,-50 15-1 0 0,38-18-8 0 0</inkml:trace>
</inkml:ink>
</file>

<file path=ppt/ink/ink2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7:04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48 112 0 0,'-6'-6'1614'0'0,"-1"0"0"0"0,1 0 0 0 0,-1 0 0 0 0,-12-7-1 0 0,17 12-880 0 0,2 0-507 0 0,-1 1 0 0 0,1-1 0 0 0,-1 0 0 0 0,0 1 0 0 0,1-1-1 0 0,-1 0 1 0 0,0 1 0 0 0,1-1 0 0 0,-1 1 0 0 0,0-1 0 0 0,0 1 0 0 0,0-1 0 0 0,1 1-1 0 0,-1 0 1 0 0,0-1 0 0 0,0 1 0 0 0,0 0 0 0 0,0 0 0 0 0,0-1 0 0 0,0 1 0 0 0,0 0-1 0 0,-1 0 1 0 0,-9 44 105 0 0,2 1-1 0 0,1 0 1 0 0,3 0-1 0 0,-1 48 1 0 0,1-6 28 0 0,-7 221-615 0 0,15-253-1835 0 0,8-20-5464 0 0</inkml:trace>
</inkml:ink>
</file>

<file path=ppt/ink/ink2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7:08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69 280 0 0,'0'0'12376'0'0,"4"-4"-12085"0"0,9-4-157 0 0,0-1 0 0 0,1 2 0 0 0,-1 0 1 0 0,1 1-1 0 0,1 0 0 0 0,-1 1 0 0 0,1 1 1 0 0,0 0-1 0 0,0 1 0 0 0,0 0 0 0 0,1 2 1 0 0,-1 0-1 0 0,1 0 0 0 0,-1 1 0 0 0,27 5 1 0 0,-40-5-133 0 0,0 0 1 0 0,0 1-1 0 0,0-1 1 0 0,-1 1-1 0 0,1 0 0 0 0,0-1 1 0 0,0 1-1 0 0,-1 0 1 0 0,1 0-1 0 0,-1 0 1 0 0,1 0-1 0 0,-1 0 1 0 0,1 1-1 0 0,-1-1 1 0 0,0 0-1 0 0,1 1 0 0 0,-1-1 1 0 0,0 1-1 0 0,0-1 1 0 0,0 1-1 0 0,0-1 1 0 0,0 3-1 0 0,0-1-1 0 0,0 0 1 0 0,-1 0-1 0 0,0 0 0 0 0,1 0 0 0 0,-1 0 1 0 0,-1 0-1 0 0,1 0 0 0 0,0 0 0 0 0,-1 0 1 0 0,1 0-1 0 0,-1 0 0 0 0,-1 4 0 0 0,-5 9 2 0 0,0-1 0 0 0,-1 0 0 0 0,-19 27 0 0 0,19-31 9 0 0,6-8-19 0 0,-1 1 0 0 0,1 0 0 0 0,-1 0-1 0 0,1 0 1 0 0,0 0 0 0 0,0 0 0 0 0,1 0-1 0 0,-1 1 1 0 0,1-1 0 0 0,0 1 0 0 0,0-1 0 0 0,1 1-1 0 0,-1-1 1 0 0,1 1 0 0 0,0-1 0 0 0,0 1-1 0 0,1 0 1 0 0,-1-1 0 0 0,1 1 0 0 0,0-1-1 0 0,2 5 1 0 0,0-2 0 0 0,1-1 0 0 0,0 0 1 0 0,0 0-1 0 0,0 0 0 0 0,1-1 0 0 0,0 1 0 0 0,0-1 0 0 0,0 0 1 0 0,1-1-1 0 0,0 1 0 0 0,0-1 0 0 0,11 6 0 0 0,29 21-32 0 0,-32-21 16 0 0,1 0 1 0 0,25 12-1 0 0,-41-22 26 0 0,1 0 0 0 0,0 0 1 0 0,0 0-1 0 0,0 0 0 0 0,-1 0 0 0 0,1 0 0 0 0,0 0 0 0 0,0 0 0 0 0,0 0 1 0 0,-1 0-1 0 0,1 0 0 0 0,0 0 0 0 0,0 0 0 0 0,0 0 0 0 0,-1 0 1 0 0,1 1-1 0 0,0-1 0 0 0,0 0 0 0 0,0 0 0 0 0,-1 0 0 0 0,1 0 1 0 0,0 0-1 0 0,0 0 0 0 0,0 0 0 0 0,0 1 0 0 0,0-1 0 0 0,-1 0 1 0 0,1 0-1 0 0,0 0 0 0 0,0 0 0 0 0,0 1 0 0 0,0-1 0 0 0,0 0 0 0 0,0 0 1 0 0,0 0-1 0 0,0 1 0 0 0,0-1 0 0 0,-1 0 0 0 0,1 0 0 0 0,0 0 1 0 0,0 1-1 0 0,0-1 0 0 0,0 0 0 0 0,0 0 0 0 0,0 0 0 0 0,0 1 1 0 0,1-1-1 0 0,-1 0 0 0 0,0 0 0 0 0,0 0 0 0 0,0 1 0 0 0,0-1 1 0 0,0 0-1 0 0,0 0 0 0 0,0 0 0 0 0,0 0 0 0 0,0 1 0 0 0,0-1 0 0 0,1 0 1 0 0,-1 0-1 0 0,0 0 0 0 0,0 0 0 0 0,0 0 0 0 0,0 1 0 0 0,1-1 1 0 0,-1 0-1 0 0,0 0 0 0 0,0 0 0 0 0,1 0 0 0 0,-15 5 14 0 0,-28 3-38 0 0,-86 5-1 0 0,10-2-5088 0 0,98-8 1355 0 0,1-2 289 0 0</inkml:trace>
</inkml:ink>
</file>

<file path=ppt/ink/ink2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7:11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91 520 0 0,'-19'-72'6395'0'0,"19"70"-6334"0"0,-1 1 0 0 0,1 0 0 0 0,-1 0 0 0 0,0 0 0 0 0,0 0 0 0 0,0 0 0 0 0,0 0 0 0 0,1 0 0 0 0,-1 0 0 0 0,0 0 0 0 0,-1 0 0 0 0,1 1 0 0 0,0-1 0 0 0,0 0 0 0 0,0 1 0 0 0,0-1 0 0 0,-1 1 1 0 0,1-1-1 0 0,0 1 0 0 0,0-1 0 0 0,-1 1 0 0 0,1 0 0 0 0,0 0 0 0 0,-1 0 0 0 0,1 0 0 0 0,0 0 0 0 0,-1 0 0 0 0,1 0 0 0 0,0 0 0 0 0,-1 0 0 0 0,1 1 0 0 0,0-1 0 0 0,0 0 0 0 0,-3 2 0 0 0,-49 19 538 0 0,45-17-363 0 0,-4 3-137 0 0,0 0 0 0 0,0 1 0 0 0,1 0 0 0 0,1 1 0 0 0,-1 0-1 0 0,1 1 1 0 0,1 0 0 0 0,0 0 0 0 0,0 1 0 0 0,1 0 0 0 0,1 1 0 0 0,0 0-1 0 0,-8 18 1 0 0,11-23-46 0 0,1 0-1 0 0,0 0 0 0 0,1 0 1 0 0,-1 0-1 0 0,1 1 0 0 0,1-1 1 0 0,-1 1-1 0 0,1 0 0 0 0,1-1 1 0 0,-1 1-1 0 0,2 0 0 0 0,-1-1 1 0 0,1 1-1 0 0,0 0 0 0 0,0-1 1 0 0,1 1-1 0 0,0-1 0 0 0,0 0 1 0 0,1 1-1 0 0,0-1 0 0 0,0 0 1 0 0,1 0-1 0 0,0-1 0 0 0,0 1 1 0 0,8 8-1 0 0,-10-12 2 0 0,1 1-1 0 0,0-1 1 0 0,1 0-1 0 0,-1-1 1 0 0,0 1-1 0 0,1-1 1 0 0,-1 1-1 0 0,1-1 1 0 0,0 0-1 0 0,0-1 1 0 0,0 1 0 0 0,0 0-1 0 0,0-1 1 0 0,0 0-1 0 0,1 0 1 0 0,-1 0-1 0 0,0-1 1 0 0,8 1-1 0 0,-6-2 48 0 0,0 0 1 0 0,-1 0-1 0 0,1-1 0 0 0,0 1 0 0 0,-1-1 0 0 0,0-1 1 0 0,1 1-1 0 0,-1-1 0 0 0,0 0 0 0 0,0 0 0 0 0,0 0 1 0 0,6-6-1 0 0,-1 0 121 0 0,0-1 0 0 0,-1 0 0 0 0,0 0 0 0 0,0-1-1 0 0,-1 0 1 0 0,-1 0 0 0 0,0-1 0 0 0,0 0 0 0 0,-1-1 0 0 0,8-23 0 0 0,-12 23-58 0 0,0 1 0 0 0,-1 0 0 0 0,0-1 0 0 0,-1 1 0 0 0,0 0 0 0 0,-1-1-1 0 0,-5-20 1 0 0,0-18-4081 0 0,4 52 3680 0 0,0 0 1 0 0,0 0-1 0 0,0 0 1 0 0,0 1 0 0 0,0-1-1 0 0,0 0 1 0 0,1 1-1 0 0,-1-1 1 0 0,0 1-1 0 0,1 0 1 0 0,-1-1 0 0 0,1 1-1 0 0,-3 4 1 0 0,-1 5-5116 0 0</inkml:trace>
</inkml:ink>
</file>

<file path=ppt/ink/ink2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7:11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1 128 1140 0 0,'8'-12'2747'0'0,"0"0"1"0"0,-1-1-1 0 0,12-27 0 0 0,-11 20-193 0 0,-3 9-1253 0 0,-5 10-1386 0 0,1 0 1 0 0,-1 0-1 0 0,0 0 1 0 0,1 0 0 0 0,-1 0-1 0 0,0 0 1 0 0,1 0-1 0 0,0 0 1 0 0,-1 0-1 0 0,1 0 1 0 0,-1 0-1 0 0,1 1 1 0 0,0-1 0 0 0,0 0-1 0 0,-1 0 1 0 0,1 1-1 0 0,0-1 1 0 0,0 0-1 0 0,0 1 1 0 0,0-1-1 0 0,1 0 1 0 0,0 0-811 0 0,21 10-2522 0 0,-11-5-298 0 0,-2-1 284 0 0</inkml:trace>
</inkml:ink>
</file>

<file path=ppt/ink/ink2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7:12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1 114 336 0 0,'0'0'1131'0'0,"4"-10"2213"0"0,7-10 161 0 0,-10 19-2757 0 0,-1 0-653 0 0,0 0 1 0 0,1 0-1 0 0,-1 0 0 0 0,0 0 0 0 0,1 0 1 0 0,-1 1-1 0 0,0-1 0 0 0,1 0 1 0 0,-1 0-1 0 0,1 0 0 0 0,0 0 0 0 0,-1 1 1 0 0,1-1-1 0 0,-1 0 0 0 0,1 0 0 0 0,0 1 1 0 0,0-1-1 0 0,0 1 0 0 0,-1-1 0 0 0,1 1 1 0 0,0-1-1 0 0,0 1 0 0 0,0-1 1 0 0,2 0-1 0 0,23-14 1224 0 0,-6 7-979 0 0,0 0 0 0 0,1 2 0 0 0,0 1 0 0 0,0 0 1 0 0,0 2-1 0 0,24-2 0 0 0,-2 0 15 0 0,-41 4-349 0 0,0 0 0 0 0,0 1 0 0 0,0 0-1 0 0,0-1 1 0 0,0 1 0 0 0,0 0 0 0 0,-1 0 0 0 0,1 0 0 0 0,0 0 0 0 0,0 0 0 0 0,0 0 0 0 0,0 1 0 0 0,0-1 0 0 0,0 1 0 0 0,0-1 0 0 0,0 1-1 0 0,-1 0 1 0 0,1-1 0 0 0,0 1 0 0 0,0 0 0 0 0,-1 0 0 0 0,1 0 0 0 0,-1 1 0 0 0,1-1 0 0 0,-1 0 0 0 0,1 1 0 0 0,-1-1 0 0 0,0 1 0 0 0,0-1-1 0 0,1 1 1 0 0,-1-1 0 0 0,0 1 0 0 0,-1 0 0 0 0,1 0 0 0 0,0-1 0 0 0,0 1 0 0 0,-1 0 0 0 0,1 0 0 0 0,-1 0 0 0 0,0 0 0 0 0,1 0 0 0 0,-1 0 0 0 0,0 0-1 0 0,0 0 1 0 0,0-1 0 0 0,-1 4 0 0 0,0 4-10 0 0,0 0 1 0 0,-1-1-1 0 0,0 1 0 0 0,0-1 0 0 0,-1 1 1 0 0,0-1-1 0 0,-1 0 0 0 0,-6 13 0 0 0,-18 19-36 0 0,18-27-40 0 0,1 1 0 0 0,0-1 0 0 0,-12 29 0 0 0,19-37 60 0 0,0 0 0 0 0,1 0 0 0 0,0 0 0 0 0,0 1 1 0 0,0-1-1 0 0,0 0 0 0 0,1 0 0 0 0,0 1 0 0 0,0-1 1 0 0,0 0-1 0 0,1 0 0 0 0,0 1 0 0 0,0-1 0 0 0,0 0 1 0 0,1 0-1 0 0,2 6 0 0 0,3 7-15 0 0,1-1 0 0 0,1-1 0 0 0,0 1 0 0 0,22 27 0 0 0,-31-44 37 0 0,1 0 0 0 0,-1 0-1 0 0,0 0 1 0 0,0 1 0 0 0,0-1 0 0 0,1 0-1 0 0,-1 0 1 0 0,0 0 0 0 0,0 1-1 0 0,0-1 1 0 0,1 0 0 0 0,-1 0 0 0 0,0 1-1 0 0,0-1 1 0 0,0 0 0 0 0,0 0-1 0 0,0 1 1 0 0,0-1 0 0 0,0 0-1 0 0,0 1 1 0 0,0-1 0 0 0,0 0 0 0 0,0 0-1 0 0,0 1 1 0 0,0-1 0 0 0,0 0-1 0 0,0 0 1 0 0,0 1 0 0 0,0-1-1 0 0,0 0 1 0 0,0 1 0 0 0,0-1 0 0 0,0 0-1 0 0,0 0 1 0 0,0 1 0 0 0,0-1-1 0 0,-1 0 1 0 0,1 0 0 0 0,0 1-1 0 0,0-1 1 0 0,-14 4 155 0 0,-15-5 96 0 0,-2-3-238 0 0,-39-6 98 0 0,33-5-2823 0 0,30 3-7229 0 0</inkml:trace>
</inkml:ink>
</file>

<file path=ppt/ink/ink2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7:12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63 460 0 0,'0'0'1081'0'0,"19"-34"9200"0"0,-17 33-9781 0 0,38-18 1873 0 0,-29 17-2196 0 0,0-1 1 0 0,0 2 0 0 0,0-1 0 0 0,0 2 0 0 0,1-1-1 0 0,-1 2 1 0 0,19 1 0 0 0,-30-1-177 0 0,1-1 0 0 0,0 0 1 0 0,0 0-1 0 0,0 1 0 0 0,-1-1 0 0 0,1 1 1 0 0,0-1-1 0 0,0 1 0 0 0,-1-1 0 0 0,1 1 1 0 0,-1-1-1 0 0,1 1 0 0 0,0-1 0 0 0,-1 1 1 0 0,1 0-1 0 0,-1 0 0 0 0,1-1 0 0 0,-1 1 1 0 0,1 0-1 0 0,-1 0 0 0 0,0-1 0 0 0,1 1 1 0 0,-1 0-1 0 0,0 0 0 0 0,0 0 0 0 0,0-1 1 0 0,1 1-1 0 0,-1 0 0 0 0,0 0 1 0 0,0 0-1 0 0,0 0 0 0 0,0 0 0 0 0,-1-1 1 0 0,1 1-1 0 0,0 0 0 0 0,0 0 0 0 0,0 0 1 0 0,-1 1-1 0 0,-13 35 32 0 0,11-30-33 0 0,-3 7 7 0 0,1 1-1 0 0,1 0 1 0 0,0 1 0 0 0,1-1 0 0 0,1 0 0 0 0,0 1 0 0 0,1 0-1 0 0,0-1 1 0 0,2 1 0 0 0,0 0 0 0 0,0-1 0 0 0,2 1 0 0 0,0-1-1 0 0,0 0 1 0 0,8 19 0 0 0,-10-33 17 0 0,0 1 1 0 0,-1-1-1 0 0,1 1 0 0 0,-1-1 0 0 0,1 1 0 0 0,-1 0 0 0 0,0-1 1 0 0,0 1-1 0 0,1 0 0 0 0,-1-1 0 0 0,0 1 0 0 0,0-1 1 0 0,-1 1-1 0 0,1 0 0 0 0,0-1 0 0 0,-1 1 0 0 0,1 0 1 0 0,0-1-1 0 0,-1 1 0 0 0,-1 2 0 0 0,0-3 2 0 0,0 0-1 0 0,0 0 1 0 0,1 0-1 0 0,-1 0 1 0 0,0 0-1 0 0,0-1 1 0 0,0 1-1 0 0,0 0 1 0 0,-1-1-1 0 0,1 0 1 0 0,0 1-1 0 0,0-1 1 0 0,0 0-1 0 0,-4-1 1 0 0,-97-3-1710 0 0,34-6-6128 0 0,31 1 3477 0 0</inkml:trace>
</inkml:ink>
</file>

<file path=ppt/ink/ink2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7:16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32 336 0 0,'6'-7'8775'0'0,"0"382"-6949"0"0,-8-320-1879 0 0,0-11 3090 0 0,-3-48-2814 0 0,-8-8-166 0 0,1-1 1 0 0,0-1-1 0 0,1 0 1 0 0,1 0-1 0 0,0-1 1 0 0,1 0-1 0 0,0-1 1 0 0,2 0-1 0 0,0 0 0 0 0,0-1 1 0 0,2 1-1 0 0,0-1 1 0 0,1-1-1 0 0,0 1 1 0 0,2-1-1 0 0,0 1 1 0 0,1-1-1 0 0,2-29 0 0 0,0 39-83 0 0,1 0-1 0 0,0 0 0 0 0,1 1 0 0 0,-1-1 1 0 0,1 1-1 0 0,1-1 0 0 0,-1 1 0 0 0,1 0 1 0 0,1 1-1 0 0,-1-1 0 0 0,1 1 0 0 0,0 0 1 0 0,1 0-1 0 0,-1 0 0 0 0,1 1 0 0 0,0-1 1 0 0,1 2-1 0 0,-1-1 0 0 0,1 1 0 0 0,0 0 1 0 0,0 0-1 0 0,0 1 0 0 0,13-5 0 0 0,-9 4-12 0 0,0 1-1 0 0,0 0 0 0 0,0 1 1 0 0,1 0-1 0 0,-1 1 0 0 0,1 0 0 0 0,-1 0 1 0 0,1 2-1 0 0,-1-1 0 0 0,1 1 1 0 0,-1 1-1 0 0,0 0 0 0 0,1 1 0 0 0,-1 0 1 0 0,19 8-1 0 0,-15-4-5 0 0,-1 1 0 0 0,1 1 1 0 0,-2 0-1 0 0,1 1 0 0 0,-1 1 0 0 0,-1 0 1 0 0,0 0-1 0 0,12 16 0 0 0,-20-23 34 0 0,0 1 1 0 0,-1 0-1 0 0,1 0 0 0 0,-1 1 1 0 0,0-1-1 0 0,0 1 1 0 0,-1-1-1 0 0,0 1 0 0 0,0 0 1 0 0,0 0-1 0 0,-1 0 0 0 0,0 0 1 0 0,0 0-1 0 0,0 0 1 0 0,-1 0-1 0 0,0 1 0 0 0,0-1 1 0 0,0 0-1 0 0,-1 0 0 0 0,0 0 1 0 0,0 0-1 0 0,-1 0 0 0 0,0 0 1 0 0,-4 11-1 0 0,-3-2-183 0 0,-1 0-1 0 0,-1-1 1 0 0,0 0-1 0 0,0 0 1 0 0,-2-2-1 0 0,1 1 1 0 0,-2-2-1 0 0,0 1 0 0 0,0-2 1 0 0,0 0-1 0 0,-2-1 1 0 0,-25 12-1 0 0,19-16-5616 0 0</inkml:trace>
</inkml:ink>
</file>

<file path=ppt/ink/ink2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7:16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0 502 444 0 0,'7'2'455'0'0,"-1"0"-1"0"0,0 0 1 0 0,1-1-1 0 0,0 0 1 0 0,-1 0 0 0 0,1 0-1 0 0,0-1 1 0 0,0 0-1 0 0,-1-1 1 0 0,1 1-1 0 0,0-1 1 0 0,-1 0 0 0 0,12-4-1 0 0,14-5 103 0 0,45-19 1 0 0,-55 20-44 0 0,-12 5-411 0 0,16-6 394 0 0,47-25-1 0 0,-65 30-389 0 0,-1 0 1 0 0,1-1-1 0 0,-1 0 1 0 0,-1 0-1 0 0,1 0 0 0 0,-1-1 1 0 0,0 0-1 0 0,0 0 1 0 0,8-14-1 0 0,-6 6 207 0 0,-7 14-212 0 0,-1 3-106 0 0,-1-1 0 0 0,1 0 0 0 0,0 0 1 0 0,0 1-1 0 0,0-1 0 0 0,1 0 0 0 0,-1 0 1 0 0,0 1-1 0 0,0-1 0 0 0,1 0 0 0 0,-1 0 1 0 0,1 0-1 0 0,-1 0 0 0 0,1 1 0 0 0,-1-1 1 0 0,1 0-1 0 0,0 0 0 0 0,-1 0 0 0 0,1 0 1 0 0,0 0-1 0 0,0 0 0 0 0,0-1 0 0 0,0 1 1 0 0,2 1-1 0 0,2 1-13 0 0,1 0 0 0 0,0-1 0 0 0,0 1 0 0 0,0-1 0 0 0,0-1 0 0 0,1 1 0 0 0,-1-1 0 0 0,0-1 0 0 0,1 1 0 0 0,-1-1 0 0 0,1 0 0 0 0,-1 0 0 0 0,11-2 0 0 0,-1-1 1 0 0,0 0 0 0 0,0-1 0 0 0,0 0 0 0 0,18-9 0 0 0,-26 10 20 0 0,0-1 1 0 0,-1 1-1 0 0,1-2 1 0 0,-1 1-1 0 0,0-1 1 0 0,0-1-1 0 0,0 1 1 0 0,-1-1-1 0 0,1 0 1 0 0,-2 0-1 0 0,1-1 1 0 0,-1 0-1 0 0,0 0 0 0 0,0 0 1 0 0,-1-1-1 0 0,0 1 1 0 0,0-1-1 0 0,3-9 1 0 0,-4 7 90 0 0,-1-1 0 0 0,0 1-1 0 0,-1 0 1 0 0,0-1 0 0 0,-1 1 0 0 0,0-1 0 0 0,0 1 0 0 0,-1-1 0 0 0,-1 1 0 0 0,1 0 0 0 0,-2 0-1 0 0,1 0 1 0 0,-1 0 0 0 0,-9-17 0 0 0,-6-12 1294 0 0,17 38-681 0 0,-7 21-580 0 0,7-18-121 0 0,0-1-1 0 0,0 1 0 0 0,0 0 1 0 0,0-1-1 0 0,0 1 1 0 0,1 0-1 0 0,-1 0 1 0 0,0 0-1 0 0,1-1 0 0 0,0 1 1 0 0,-1 4-1 0 0,1 3 19 0 0,-3 35 144 0 0,3 1-1 0 0,9 74 0 0 0,23 24 212 0 0,1 13-1550 0 0,-32-144-245 0 0,0 8 114 0 0</inkml:trace>
</inkml:ink>
</file>

<file path=ppt/ink/ink2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7:17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71 420 0 0,'24'-27'3311'0'0,"-2"19"-3125"0"0,1 1 1 0 0,0 0-1 0 0,0 2 0 0 0,1 1 1 0 0,-1 1-1 0 0,1 1 0 0 0,34 1 1 0 0,30-3-1758 0 0,-61 1 186 0 0,1 4 107 0 0</inkml:trace>
</inkml:ink>
</file>

<file path=ppt/ink/ink2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7:17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99 152 0 0,'0'1'287'0'0,"0"-1"0"0"0,0 1-1 0 0,0 0 1 0 0,0 0 0 0 0,0 0 0 0 0,0 0-1 0 0,1-1 1 0 0,-1 1 0 0 0,0 0 0 0 0,0 0-1 0 0,1 0 1 0 0,-1-1 0 0 0,1 1 0 0 0,-1 0-1 0 0,1-1 1 0 0,-1 1 0 0 0,1 0 0 0 0,-1-1-1 0 0,1 1 1 0 0,-1 0 0 0 0,2 0 0 0 0,19 4 2151 0 0,33-13-2326 0 0,-35 4 583 0 0,34-5-312 0 0,355-46 1116 0 0,-327 48-1333 0 0,85-4 352 0 0,-159 7 381 0 0,-16-5-683 0 0,6 7-175 0 0,1 0 0 0 0,-1 1 0 0 0,0-1 0 0 0,-1 1 0 0 0,1 0 0 0 0,0 0 0 0 0,0 0 1 0 0,0 0-1 0 0,-1 1 0 0 0,-3-1 0 0 0,3 1-12 0 0,0 0-1 0 0,1 1 1 0 0,-1-1 0 0 0,0 1 0 0 0,0 0 0 0 0,1 0 0 0 0,-1 0 0 0 0,1 1 0 0 0,-1-1 0 0 0,1 1 0 0 0,-1 0 0 0 0,1 0 0 0 0,0 0-1 0 0,0 0 1 0 0,0 0 0 0 0,0 1 0 0 0,0 0 0 0 0,1-1 0 0 0,-1 1 0 0 0,1 0 0 0 0,0 0 0 0 0,-1 0 0 0 0,0 4 0 0 0,0-1-296 0 0,0 0 0 0 0,0-1 1 0 0,1 1-1 0 0,0 0 0 0 0,0 1 1 0 0,0 5-1 0 0,1-4-1144 0 0,0 0 0 0 0,0 1 0 0 0,1-1 0 0 0,2 14 0 0 0,0-3-1744 0 0</inkml:trace>
</inkml:ink>
</file>

<file path=ppt/ink/ink2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7:17.7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1320 0 0,'7'-14'4132'0'0,"-8"14"-3932"0"0,1-1-1 0 0,0 1 0 0 0,0 0 1 0 0,0 0-1 0 0,0-1 1 0 0,0 1-1 0 0,1 0 1 0 0,-1-1-1 0 0,0 1 0 0 0,0 0 1 0 0,0-1-1 0 0,0 1 1 0 0,0 0-1 0 0,0 0 0 0 0,0-1 1 0 0,1 1-1 0 0,-1 0 1 0 0,1-1 797 0 0,-1 0-798 0 0,0 1 1 0 0,0 0-1 0 0,1 0 1 0 0,-1 0-1 0 0,0 0 0 0 0,0-1 1 0 0,1 1-1 0 0,-1 0 1 0 0,0 0-1 0 0,1 0 0 0 0,-1 0 1 0 0,0 0-1 0 0,1 0 1 0 0,-1 0-1 0 0,0 0 1 0 0,0 0-1 0 0,1 0 0 0 0,-1 0 1 0 0,0 0-1 0 0,1 0 1 0 0,24 79 1464 0 0,7 52-441 0 0,-12-48-655 0 0,-9-41-463 0 0,8 32-286 0 0,11 83 1 0 0,-30-156 35 0 0,0 0 1 0 0,0 0-1 0 0,0 0 1 0 0,1 0-1 0 0,-1 0 1 0 0,0 0-1 0 0,0 0 1 0 0,0 0-1 0 0,-1 0 1 0 0,1 0 0 0 0,0 0-1 0 0,0 0 1 0 0,-1-1-1 0 0,1 1 1 0 0,0 0-1 0 0,-1 0 1 0 0,1 0-1 0 0,-1 0 1 0 0,0 1-1 0 0,-12-3-2830 0 0,-18-26-2869 0 0,17 8 2627 0 0</inkml:trace>
</inkml:ink>
</file>

<file path=ppt/ink/ink2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7:18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1 392 412 0 0,'58'-13'2002'0'0,"64"-6"0"0"0,1 0-319 0 0,-83 11-877 0 0,51-18 0 0 0,-77 21-531 0 0,0 0 0 0 0,0-1 0 0 0,-1-1 0 0 0,0 0 0 0 0,0-1 0 0 0,-1-1 0 0 0,13-10 1 0 0,-21 15-160 0 0,1 0-1 0 0,-1-1 1 0 0,-1 1 0 0 0,1-1 0 0 0,-1 0 0 0 0,1 0 0 0 0,-1 0 0 0 0,-1-1 0 0 0,1 1 0 0 0,-1-1 0 0 0,0 1 0 0 0,0-1 0 0 0,0 0 0 0 0,-1 0 0 0 0,0 0-1 0 0,0 0 1 0 0,-1 0 0 0 0,0-9 0 0 0,-1 5 43 0 0,0 0 0 0 0,-1 0 0 0 0,0 1-1 0 0,-1-1 1 0 0,0 1 0 0 0,0 0 0 0 0,-1 0-1 0 0,0 0 1 0 0,-1 0 0 0 0,-7-10 0 0 0,11 18-139 0 0,1 0 0 0 0,0 0-1 0 0,-1 0 1 0 0,1 0 0 0 0,-1 0 0 0 0,1 0 0 0 0,-1 1 0 0 0,1-1 0 0 0,-1 0 0 0 0,1 0 0 0 0,-1 0 0 0 0,0 1 0 0 0,0-1 0 0 0,1 0 0 0 0,-1 1 0 0 0,0-1 0 0 0,0 1 0 0 0,0-1 0 0 0,0 1 0 0 0,0-1 0 0 0,1 1 0 0 0,-1 0 0 0 0,0-1 0 0 0,0 1-1 0 0,0 0 1 0 0,0 0 0 0 0,0 0 0 0 0,0 0 0 0 0,0 0 0 0 0,0 0 0 0 0,0 0 0 0 0,0 0 0 0 0,0 0 0 0 0,0 0 0 0 0,0 0 0 0 0,0 1 0 0 0,0-1 0 0 0,0 0 0 0 0,0 1 0 0 0,-1 0 0 0 0,-1 1-11 0 0,1 1 1 0 0,0 0-1 0 0,0 0 1 0 0,0-1 0 0 0,0 2-1 0 0,0-1 1 0 0,0 0-1 0 0,1 0 1 0 0,-1 0-1 0 0,0 7 1 0 0,-6 18 37 0 0,1 0 0 0 0,2 0 1 0 0,1 1-1 0 0,-1 56 0 0 0,17 119 286 0 0,-4-93-85 0 0,9-23 36 0 0,-17-87-254 0 0,0 0 1 0 0,-1-1-1 0 0,1 1 1 0 0,0 0-1 0 0,0 0 1 0 0,0-1-1 0 0,0 1 0 0 0,0 0 1 0 0,0 0-1 0 0,0-1 1 0 0,0 1-1 0 0,0 0 1 0 0,0-1-1 0 0,1 1 1 0 0,-1 0-1 0 0,0-1 1 0 0,0 1-1 0 0,1 0 1 0 0,-1-1-1 0 0,0 1 0 0 0,1 0 1 0 0,-1-1-1 0 0,1 1 1 0 0,-1-1-1 0 0,1 1 1 0 0,-1-1-1 0 0,1 1 1 0 0,-1-1-1 0 0,1 1 1 0 0,-1-1-1 0 0,1 1 0 0 0,0-1 1 0 0,-1 0-1 0 0,1 1 1 0 0,0-1-1 0 0,-1 0 1 0 0,1 0-1 0 0,0 0 1 0 0,-1 1-1 0 0,1-1 1 0 0,0 0-1 0 0,0 0 1 0 0,-1 0-1 0 0,1 0 0 0 0,0 0 1 0 0,-1 0-1 0 0,1 0 1 0 0,0 0-1 0 0,0-1 1 0 0,-1 1-1 0 0,1 0 1 0 0,0 0-1 0 0,-1-1 1 0 0,1 1-1 0 0,0 0 1 0 0,-1-1-1 0 0,1 1 0 0 0,-1 0 1 0 0,2-2-1 0 0,42-37 41 0 0,-28 23 97 0 0,-11 13-173 0 0,-1 0 0 0 0,1 1 0 0 0,-1-1 0 0 0,1 1 0 0 0,0 0 0 0 0,0 0 0 0 0,0 1 0 0 0,0-1 0 0 0,0 1 0 0 0,0 0 0 0 0,0 1 0 0 0,0-1 0 0 0,1 1 0 0 0,-1 0 0 0 0,10 1 0 0 0,5 3-7 0 0,0 0-1 0 0,37 14 0 0 0,15 3 30 0 0,-59-19 44 0 0,19 5-136 0 0,-1-2 1 0 0,56 2-1 0 0,-79-7 160 0 0,-1 0-1 0 0,1-1 1 0 0,-1 1-1 0 0,1-1 1 0 0,-1-1-1 0 0,1 1 1 0 0,-1-1-1 0 0,0-1 1 0 0,0 1-1 0 0,0-1 1 0 0,0-1-1 0 0,0 1 1 0 0,0-1-1 0 0,-1 0 1 0 0,0-1-1 0 0,0 1 1 0 0,7-8-1 0 0,-12 9 94 0 0,0 1 0 0 0,0-1 0 0 0,0 0 0 0 0,0 0 0 0 0,-1 0 0 0 0,1 0-1 0 0,-1 0 1 0 0,1 0 0 0 0,-1 0 0 0 0,0 0 0 0 0,-1 0 0 0 0,1 0 0 0 0,0 0-1 0 0,-1 1 1 0 0,1-1 0 0 0,-1 0 0 0 0,0 0 0 0 0,0 0 0 0 0,0 0 0 0 0,-3-4-1 0 0,-1-6 660 0 0,5 11-277 0 0,22 57-6584 0 0,-2-25-3489 0 0,-9-19 4562 0 0</inkml:trace>
</inkml:ink>
</file>

<file path=ppt/ink/ink2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3T13:38:12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32 124 396,'-27'-29'4235,"23"18"2254,6 8-6424,0 0 1,1 1-1,0-1 0,-1 0 0,1 1 0,0-1 0,0 1 0,0 0 0,0 0 0,1 0 0,-1 0 1,0 1-1,5-2 0,54-16 240,-47 15-222,6-3-36,1 1 0,0 1 0,0 1 0,0 1 0,0 1 1,1 1-1,-1 1 0,0 1 0,28 5 0,-47-5-46,1-1-1,-1 1 1,0 0 0,0 0-1,0 1 1,0-1 0,0 1-1,-1-1 1,1 1 0,0 0-1,-1 0 1,1 0-1,-1 0 1,0 1 0,0-1-1,1 1 1,-2-1 0,1 1-1,3 5 1,-4-3-1,1-1 0,-1 1 0,0 0 0,0 0 0,-1-1-1,0 1 1,1 0 0,-2 0 0,1 0 0,0 0 0,-3 9 0,-4 8-1,0 0 0,-2 0 0,-1-1 0,-15 27 0,20-39 3,-1 2-30,0 0 0,0 1 1,2 0-1,-1 0 0,1 0 1,-2 14-1,5-20 12,1 0 0,0 0 0,0 0 0,0 0-1,1-1 1,-1 1 0,1 0 0,1 0 0,-1 0 0,1-1 0,0 1-1,0-1 1,1 0 0,0 1 0,4 5 0,41 46-46,-37-45 41,-1-1 0,0 1 0,13 23 0,-22-34 19,0 0 1,0 1-1,-1-1 0,1 1 1,-1-1-1,1 1 1,-1-1-1,0 1 1,1-1-1,-1 1 0,0-1 1,0 1-1,0 0 1,0-1-1,0 1 0,-1-1 1,1 1-1,0-1 1,-1 1-1,1-1 1,-1 1-1,1-1 0,-1 1 1,0-1-1,0 0 1,0 1-1,-1 0 0,-28 23 7,27-23-6,-18 10 21,0-1 1,0-1-1,-1-1 0,-45 11 0,-94 12-516,146-32-704,12-15-7218</inkml:trace>
</inkml:ink>
</file>

<file path=ppt/ink/ink2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8:18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300 141 72 0 0,'20'-44'4768'0'0,"-19"39"-4488"0"0,0 1 0 0 0,0 0 0 0 0,0-1 1 0 0,-1 1-1 0 0,0-1 0 0 0,1 1 0 0 0,-2-1 1 0 0,1 1-1 0 0,0 0 0 0 0,-1-1 0 0 0,0 1 0 0 0,0-1 1 0 0,0 1-1 0 0,-1 0 0 0 0,1 0 0 0 0,-5-8 1 0 0,5 11-108 0 0,0-2-99 0 0,0 3-65 0 0,1-1-1 0 0,0 1 1 0 0,0-1 0 0 0,0 1-1 0 0,0-1 1 0 0,0 1 0 0 0,-1-1 0 0 0,1 1-1 0 0,0-1 1 0 0,0 1 0 0 0,-1 0-1 0 0,1-1 1 0 0,0 1 0 0 0,-1-1-1 0 0,1 1 1 0 0,0 0 0 0 0,-1-1-1 0 0,1 1 1 0 0,0 0 0 0 0,-1 0-1 0 0,1-1 1 0 0,-1 1 0 0 0,1 0-1 0 0,-1 0 1 0 0,1-1 0 0 0,-1 1-1 0 0,1 0 1 0 0,0 0 0 0 0,-1 0-1 0 0,1 0 1 0 0,-1 0 0 0 0,1 0 0 0 0,-1 0-1 0 0,1 0 1 0 0,-1 0 0 0 0,1 0-1 0 0,-1 0 1 0 0,1 0 0 0 0,-1 0-1 0 0,1 0 1 0 0,-2 1 0 0 0,-53 31 8 0 0,-28 30 34 0 0,29-9 81 0 0,40-38-93 0 0,1 2 0 0 0,0 0 0 0 0,-12 22 1 0 0,4 3 11 0 0,19-37-42 0 0,0 0 0 0 0,0 1 0 0 0,0-1 0 0 0,0 1 0 0 0,1 0 0 0 0,0 0 0 0 0,0-1 0 0 0,0 1 0 0 0,1 0 0 0 0,0 0 0 0 0,0 0 0 0 0,1-1 0 0 0,-1 1 1 0 0,1 0-1 0 0,1 0 0 0 0,-1-1 0 0 0,1 1 0 0 0,0-1 0 0 0,0 1 0 0 0,0-1 0 0 0,1 0 0 0 0,0 0 0 0 0,0 0 0 0 0,0 0 0 0 0,1 0 0 0 0,-1-1 0 0 0,1 1 0 0 0,0-1 0 0 0,1 0 0 0 0,-1 0 0 0 0,1-1 0 0 0,-1 1 0 0 0,7 2 0 0 0,2 2 38 0 0,-1-2 1 0 0,1 1-1 0 0,0-2 1 0 0,1 0-1 0 0,-1 0 1 0 0,1-1-1 0 0,0-1 1 0 0,0 0-1 0 0,1-1 1 0 0,-1 0-1 0 0,0-2 1 0 0,22 0-1 0 0,-27-1 83 0 0,0 0-1 0 0,1-1 1 0 0,-1 0-1 0 0,0 0 1 0 0,0-1-1 0 0,-1 0 1 0 0,1 0-1 0 0,-1-1 1 0 0,1-1-1 0 0,-1 1 1 0 0,0-1-1 0 0,-1 0 1 0 0,1-1-1 0 0,12-13 1 0 0,-15 14-35 0 0,0-1 0 0 0,-1 0 0 0 0,0 0-1 0 0,0-1 1 0 0,-1 1 0 0 0,0-1 0 0 0,0 0 0 0 0,0 0 0 0 0,-1 0 0 0 0,0 0 0 0 0,0-1 0 0 0,-1 1-1 0 0,0 0 1 0 0,0-1 0 0 0,-1 1 0 0 0,0-1 0 0 0,0 1 0 0 0,0 0 0 0 0,-3-10 0 0 0,0 4-15 0 0,0 0 0 0 0,0 0 1 0 0,-1 1-1 0 0,-1-1 0 0 0,0 1 1 0 0,-1 1-1 0 0,0-1 0 0 0,-14-19 0 0 0,20 31-147 0 0,0-1 0 0 0,0 1-1 0 0,0-1 1 0 0,-1 0 0 0 0,1 1-1 0 0,0-1 1 0 0,-1 1 0 0 0,1-1-1 0 0,-1 1 1 0 0,1-1 0 0 0,0 1-1 0 0,-1-1 1 0 0,1 1-1 0 0,-1-1 1 0 0,1 1 0 0 0,-1 0-1 0 0,0-1 1 0 0,1 1 0 0 0,-1 0-1 0 0,1-1 1 0 0,-1 1 0 0 0,0 0-1 0 0,1 0 1 0 0,-1 0 0 0 0,1-1-1 0 0,-1 1 1 0 0,0 0-1 0 0,1 0 1 0 0,-1 0 0 0 0,0 0-1 0 0,1 0 1 0 0,-1 0 0 0 0,0 0-1 0 0,1 0 1 0 0,-1 1 0 0 0,0-1-1 0 0,1 0 1 0 0,-1 0 0 0 0,1 0-1 0 0,-1 1 1 0 0,0-1-1 0 0,1 0 1 0 0,-1 1 0 0 0,1-1-1 0 0,-1 1 1 0 0,1-1 0 0 0,-1 0-1 0 0,1 1 1 0 0,-1-1 0 0 0,1 1-1 0 0,0-1 1 0 0,-1 1 0 0 0,1 0-1 0 0,0-1 1 0 0,-1 2-1 0 0,-1 0-517 0 0,1 1 0 0 0,0 0-1 0 0,0 0 1 0 0,0 0-1 0 0,0 0 1 0 0,1 0 0 0 0,-1 0-1 0 0,1 0 1 0 0,-1 0-1 0 0,1 0 1 0 0,0 4-1 0 0,3 5-2404 0 0</inkml:trace>
</inkml:ink>
</file>

<file path=ppt/ink/ink2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8:18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1 109 976 0 0,'3'-5'987'0'0,"0"0"0"0"0,0 0-1 0 0,0 0 1 0 0,0-1 0 0 0,-1 1 0 0 0,0-1-1 0 0,0 1 1 0 0,0-1 0 0 0,0-6 0 0 0,0 6-398 0 0,-1 0 0 0 0,1 0 0 0 0,0 0 1 0 0,1 0-1 0 0,5-11 0 0 0,-7 15-1134 0 0,37 16-2953 0 0,-7-5-1622 0 0,-13-4 2184 0 0</inkml:trace>
</inkml:ink>
</file>

<file path=ppt/ink/ink2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8:18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17 180 0 0,'0'0'3586'0'0,"1"-15"-1561"0"0,59 13-2 0 0,-33 3-1538 0 0,34 2 343 0 0,-20 2-396 0 0,-1 2-39 0 0,-14-2-130 0 0,-12 3-157 0 0,-5 12 11 0 0,-13 14-3 0 0,-5-2-1 0 0,-1-1 0 0 0,-2 0-1 0 0,-1-1 1 0 0,-1-1 0 0 0,-23 35-1 0 0,-27 57-580 0 0,54-94-1094 0 0,1-4-3377 0 0</inkml:trace>
</inkml:ink>
</file>

<file path=ppt/ink/ink2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8:19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1 116 0 0,'0'0'4962'0'0,"2"7"-4444"0"0,14 37 645 0 0,36 66 1 0 0,-34-75-757 0 0,-2 0 1 0 0,0 0-1 0 0,-3 2 0 0 0,11 43 1 0 0,-23-75-354 0 0,0 0 0 0 0,0 0 0 0 0,-1 0 1 0 0,1 0-1 0 0,-1 0 0 0 0,0 0 0 0 0,-1 0 0 0 0,1 0 1 0 0,-1-1-1 0 0,0 1 0 0 0,0 0 0 0 0,-1 0 1 0 0,1 0-1 0 0,-3 5 0 0 0,2-7-80 0 0,-1 0 1 0 0,1 0-1 0 0,0-1 0 0 0,-1 1 0 0 0,0-1 0 0 0,0 1 1 0 0,0-1-1 0 0,0 0 0 0 0,0 0 0 0 0,0 0 1 0 0,0 0-1 0 0,0-1 0 0 0,-1 1 0 0 0,1-1 0 0 0,-1 0 1 0 0,1 0-1 0 0,-1 0 0 0 0,0-1 0 0 0,-6 1 1 0 0,5 0-393 0 0,1 0 1 0 0,-1-1-1 0 0,1 0 1 0 0,0 0 0 0 0,-1 0-1 0 0,1-1 1 0 0,-1 1 0 0 0,1-1-1 0 0,0 0 1 0 0,-1 0 0 0 0,1-1-1 0 0,0 1 1 0 0,-4-3-1 0 0,-8-4-2068 0 0</inkml:trace>
</inkml:ink>
</file>

<file path=ppt/ink/ink2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8:19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0 342 12153 0 0,'155'-78'2501'0'0,"235"-83"-1"0"0,-230 100-715 0 0,-157 59-1815 0 0,19-7 268 0 0,0 1 0 0 0,1 1 1 0 0,42-7-1 0 0,-59 13-537 0 0,-1 1 0 0 0,1-1 0 0 0,0 1 0 0 0,-1 1 0 0 0,1-1 0 0 0,0 1 1 0 0,-1 0-1 0 0,1 0 0 0 0,8 4 0 0 0,-11-4-206 0 0,-1 0 1 0 0,1 1-1 0 0,0-1 1 0 0,-1 1-1 0 0,0 0 1 0 0,1 0-1 0 0,-1 0 0 0 0,0 0 1 0 0,0 0-1 0 0,0 1 1 0 0,0-1-1 0 0,0 0 1 0 0,0 1-1 0 0,-1 0 1 0 0,1-1-1 0 0,-1 1 1 0 0,0 0-1 0 0,2 6 1 0 0,0 5-3595 0 0</inkml:trace>
</inkml:ink>
</file>

<file path=ppt/ink/ink2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8:50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71 181 132 0 0,'-5'-19'3658'0'0,"-3"-12"-980"0"0,7 27-2133 0 0,0 0 0 0 0,-1-1 0 0 0,1 1 0 0 0,1 0 0 0 0,-1-1 0 0 0,1 1 0 0 0,0-1 1 0 0,0-6-1 0 0,1 9-474 0 0,0-1 0 0 0,0 1 0 0 0,0 0 1 0 0,0-1-1 0 0,0 1 0 0 0,1 0 1 0 0,-1 0-1 0 0,1 0 0 0 0,-1 0 0 0 0,1 0 1 0 0,0 0-1 0 0,-1 0 0 0 0,1 1 0 0 0,0-1 1 0 0,1 1-1 0 0,-1-1 0 0 0,0 1 1 0 0,0 0-1 0 0,4-2 0 0 0,12-5-11 0 0,0 0-1 0 0,1 2 1 0 0,0 0-1 0 0,0 1 0 0 0,0 1 1 0 0,0 1-1 0 0,1 0 1 0 0,0 1-1 0 0,22 2 1 0 0,-27 0-49 0 0,0 1 0 0 0,-1 0 0 0 0,1 2 0 0 0,0-1-1 0 0,0 2 1 0 0,-1 0 0 0 0,0 1 0 0 0,0 0 0 0 0,0 1 0 0 0,-1 1 0 0 0,1 0 0 0 0,19 14 0 0 0,-28-17-11 0 0,1 1 0 0 0,-1-1 0 0 0,0 1-1 0 0,-1 0 1 0 0,1 0 0 0 0,-1 1 0 0 0,0 0 0 0 0,0-1 0 0 0,-1 1 0 0 0,0 0-1 0 0,0 1 1 0 0,0-1 0 0 0,-1 1 0 0 0,0-1 0 0 0,3 12 0 0 0,-5-10 2 0 0,1 1 0 0 0,-1-1 0 0 0,-1 1 1 0 0,1-1-1 0 0,-1 1 0 0 0,-1-1 0 0 0,0 1 0 0 0,0-1 1 0 0,0 0-1 0 0,-1 0 0 0 0,-4 8 0 0 0,-9 12 7 0 0,-1 0-1 0 0,-1-1 0 0 0,-1 0 1 0 0,-1-2-1 0 0,-31 30 1 0 0,-3 2-3 0 0,-3-3 0 0 0,-2-3 0 0 0,-127 85 0 0 0,135-94 3 0 0,50-41-9 0 0,5-1 7 0 0,21 2 1 0 0,0-2 1 0 0,0 0-1 0 0,0-2 1 0 0,-1-1 0 0 0,1-1-1 0 0,24-7 1 0 0,20-2 6 0 0,566-60 289 0 0,-548 69-77 0 0,-84 4-173 0 0</inkml:trace>
</inkml:ink>
</file>

<file path=ppt/ink/ink2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8:53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1 149 368 0 0,'3'-16'1347'0'0,"25"-40"2174"0"0,-27 54-3150 0 0,0-1 34 0 0,0 0 0 0 0,1-1 0 0 0,-1 1 0 0 0,1 0 0 0 0,0 0 0 0 0,0-1 1 0 0,0 1-1 0 0,5-4 0 0 0,3 1-320 0 0,0 1-1 0 0,0 1 1 0 0,1 0 0 0 0,0 0 0 0 0,0 1 0 0 0,0 1 0 0 0,19-3-1 0 0,87-2 90 0 0,-97 6-134 0 0,19 0 35 0 0,74 8-1 0 0,-97-5-69 0 0,0 1-1 0 0,0 1 0 0 0,-1 0 1 0 0,0 1-1 0 0,0 0 1 0 0,0 2-1 0 0,20 11 1 0 0,-32-17-7 0 0,-1 0 0 0 0,0 1 1 0 0,0-1-1 0 0,0 1 0 0 0,-1-1 1 0 0,1 1-1 0 0,0 0 1 0 0,-1 0-1 0 0,1 0 0 0 0,-1 0 1 0 0,1 0-1 0 0,-1 0 0 0 0,0 0 1 0 0,0 0-1 0 0,0 0 0 0 0,0 1 1 0 0,0-1-1 0 0,-1 0 0 0 0,1 1 1 0 0,0 3-1 0 0,-1-1 3 0 0,0-1-1 0 0,-1 0 1 0 0,1 1 0 0 0,-1-1-1 0 0,0 0 1 0 0,0 1 0 0 0,0-1-1 0 0,-1 0 1 0 0,1 0 0 0 0,-5 7-1 0 0,-2 2 8 0 0,-1 1-1 0 0,-1-1 1 0 0,0-1-1 0 0,0 0 0 0 0,-17 14 1 0 0,-20 11 8 0 0,-1-1-1 0 0,-58 31 1 0 0,-28 18 43 0 0,133-84-50 0 0,1-1-6 0 0,0 0 0 0 0,0 0 0 0 0,-1 0 0 0 0,1 0 0 0 0,0 0 0 0 0,0 0-1 0 0,0 0 1 0 0,0 0 0 0 0,-1 0 0 0 0,1 0 0 0 0,0 0 0 0 0,0 0 0 0 0,0 0 0 0 0,0 0 0 0 0,-1 0 0 0 0,1 0 0 0 0,0 0 0 0 0,0 0 0 0 0,0 0 0 0 0,0 0 0 0 0,-1 0 0 0 0,1 0 0 0 0,0 0 0 0 0,0 0 0 0 0,0 0 0 0 0,0 1 0 0 0,0-1 0 0 0,0 0 0 0 0,-1 0 0 0 0,1 0 0 0 0,0 0 0 0 0,0 0 0 0 0,0 1 0 0 0,0-1 0 0 0,0 0 0 0 0,0 0 0 0 0,0 0 0 0 0,0 0 0 0 0,0 1 0 0 0,0-1 0 0 0,0 0 0 0 0,-1 0 0 0 0,1 0 0 0 0,0 0 0 0 0,0 1 0 0 0,0-1 0 0 0,0 0 0 0 0,0 0 0 0 0,1 0 0 0 0,-1 0 0 0 0,0 1 0 0 0,0-1 0 0 0,0 0 0 0 0,0 0 0 0 0,0 0 0 0 0,0 0 0 0 0,0 1-1 0 0,0-1 1 0 0,0 0 0 0 0,0 0 0 0 0,0 0 0 0 0,1 0 0 0 0,-1 0 0 0 0,0 0 0 0 0,0 1 0 0 0,31 1 63 0 0,-1-2 0 0 0,1-1 0 0 0,0-1 0 0 0,48-9 0 0 0,-4 0 6 0 0,858-58 960 0 0,-771 54 201 0 0,-156 13-1154 0 0,3-1-159 0 0,-42 23-11064 0 0</inkml:trace>
</inkml:ink>
</file>

<file path=ppt/ink/ink2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8:58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27 106 576 0 0,'0'0'8466'0'0,"0"5"-8332"0"0,3 52 159 0 0,-5 68 0 0 0,-1-24-67 0 0,6 107 446 0 0,-3-197-539 0 0,1-8-26 0 0,-1 0 0 0 0,0 1 0 0 0,0-1 0 0 0,-1 1 0 0 0,1-1 0 0 0,-1 0 0 0 0,1 1 0 0 0,-1-1 0 0 0,-2 4 0 0 0,2-5 458 0 0,0-8-427 0 0,-8-58-93 0 0,2 0 0 0 0,3-1 0 0 0,3 1 0 0 0,13-113 0 0 0,-4 98-127 0 0,-7 57-9 0 0,2-1 1 0 0,0 1-1 0 0,8-30 0 0 0,-10 51-72 0 0,-1 0 144 0 0,0 1 0 0 0,0-1 0 0 0,0 1 0 0 0,0-1 0 0 0,0 1 0 0 0,0-1 0 0 0,0 1-1 0 0,0-1 1 0 0,1 1 0 0 0,-1-1 0 0 0,0 1 0 0 0,0-1 0 0 0,1 1 0 0 0,-1 0 0 0 0,0-1 0 0 0,0 1 0 0 0,1-1 0 0 0,-1 1 0 0 0,0 0-1 0 0,1-1 1 0 0,-1 1 0 0 0,1 0 0 0 0,-1 0 0 0 0,0-1 0 0 0,1 1 0 0 0,-1 0 0 0 0,1 0 0 0 0,-1-1 0 0 0,1 1 0 0 0,-1 0 0 0 0,1 0 0 0 0,-1 0-1 0 0,1 0 1 0 0,-1 0 0 0 0,1 0 0 0 0,-1 0 0 0 0,1 0 0 0 0,-1 0 0 0 0,1 0 0 0 0,-1 0 0 0 0,1 0 0 0 0,10 9-27 0 0,-1 0 1 0 0,0 0 0 0 0,-1 1-1 0 0,0 0 1 0 0,-1 1 0 0 0,8 12 0 0 0,42 80-132 0 0,-39-67 70 0 0,36 52 0 0 0,-40-66 14 0 0,2 0 0 0 0,0-2 0 0 0,2 0 0 0 0,0-1-1 0 0,1 0 1 0 0,1-2 0 0 0,1-1 0 0 0,35 22 0 0 0,-56-38 97 0 0,0 0 1 0 0,0 1 0 0 0,0-1 0 0 0,-1 0 0 0 0,1 0 0 0 0,0 1 0 0 0,0-1 0 0 0,0 0 0 0 0,0 0 0 0 0,0 0-1 0 0,-1 0 1 0 0,1 0 0 0 0,0 0 0 0 0,0 0 0 0 0,0-1 0 0 0,0 1 0 0 0,-1 0 0 0 0,1 0 0 0 0,0-1 0 0 0,0 1 0 0 0,0 0-1 0 0,-1-1 1 0 0,1 1 0 0 0,0-1 0 0 0,0 1 0 0 0,-1-1 0 0 0,2 0 0 0 0,16-25 142 0 0,2-34 170 0 0,-11 15 64 0 0,2-62 1 0 0,4-18-410 0 0,-14 122-258 0 0,-2 2-203 0 0,1 1 396 0 0,0-1 1 0 0,0 0-1 0 0,1 0 1 0 0,-1 0-1 0 0,0 0 1 0 0,0 0-1 0 0,0 1 1 0 0,1-1-1 0 0,-1 0 1 0 0,0 0 0 0 0,1 0-1 0 0,-1 1 1 0 0,0-1-1 0 0,1 0 1 0 0,-1 1-1 0 0,1-1 1 0 0,-1 0-1 0 0,1 1 1 0 0,0-1 0 0 0,0-1-1 0 0,13-1-4687 0 0</inkml:trace>
</inkml:ink>
</file>

<file path=ppt/ink/ink2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8:58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88 208 0 0,'0'0'609'0'0,"-3"5"-49"0"0,0 2-400 0 0,0 1-1 0 0,0 0 0 0 0,1 0 1 0 0,0 0-1 0 0,1 0 0 0 0,-1 0 0 0 0,2 0 1 0 0,-1 0-1 0 0,1 1 0 0 0,0-1 0 0 0,1 0 1 0 0,0 0-1 0 0,0 1 0 0 0,1-1 1 0 0,0 0-1 0 0,0 0 0 0 0,1-1 0 0 0,0 1 1 0 0,0 0-1 0 0,1-1 0 0 0,0 0 0 0 0,0 0 1 0 0,1 0-1 0 0,0 0 0 0 0,0-1 1 0 0,0 0-1 0 0,1 0 0 0 0,0 0 0 0 0,0 0 1 0 0,1-1-1 0 0,0-1 0 0 0,0 1 0 0 0,0-1 1 0 0,15 7-1 0 0,-20-11-104 0 0,0 1 0 0 0,0-1 0 0 0,1 0 0 0 0,-1 0 0 0 0,0 0 0 0 0,0-1 0 0 0,0 1-1 0 0,1 0 1 0 0,-1-1 0 0 0,0 0 0 0 0,0 1 0 0 0,0-1 0 0 0,0 0 0 0 0,0 0 0 0 0,0 0 0 0 0,0 0 0 0 0,0 0 0 0 0,0-1 0 0 0,-1 1 0 0 0,1-1 0 0 0,0 1 0 0 0,1-3 0 0 0,1 0 97 0 0,1-1 1 0 0,-1 0 0 0 0,-1 1 0 0 0,1-2 0 0 0,-1 1 0 0 0,4-8 0 0 0,-4 4 5 0 0,0-1 1 0 0,-1 0-1 0 0,0 0 1 0 0,-1 0 0 0 0,0 0-1 0 0,0 0 1 0 0,-1 0 0 0 0,-1 0-1 0 0,0 0 1 0 0,0 0 0 0 0,-1 0-1 0 0,0 1 1 0 0,-4-12-1 0 0,2 6-36 0 0,-2 0 0 0 0,0 0 0 0 0,0 0-1 0 0,-1 1 1 0 0,-1 0 0 0 0,0 0 0 0 0,-15-17-1 0 0,23 31-195 0 0,0-1 0 0 0,0 1-1 0 0,0 0 1 0 0,-1-1 0 0 0,1 1-1 0 0,0 0 1 0 0,-1 0-1 0 0,1-1 1 0 0,0 1 0 0 0,-1 0-1 0 0,1 0 1 0 0,0-1-1 0 0,-1 1 1 0 0,1 0 0 0 0,0 0-1 0 0,-1 0 1 0 0,1 0-1 0 0,-1 0 1 0 0,1-1 0 0 0,0 1-1 0 0,-1 0 1 0 0,1 0-1 0 0,-1 0 1 0 0,1 0 0 0 0,0 0-1 0 0,-1 0 1 0 0,1 0-1 0 0,-1 0 1 0 0,1 1 0 0 0,0-1-1 0 0,-1 0 1 0 0,1 0-1 0 0,-1 0 1 0 0,1 0 0 0 0,0 0-1 0 0,-1 1 1 0 0,1-1-1 0 0,0 0 1 0 0,-1 0 0 0 0,1 1-1 0 0,0-1 1 0 0,-1 0 0 0 0,1 0-1 0 0,0 1 1 0 0,0-1-1 0 0,-1 0 1 0 0,1 1 0 0 0,0-1-1 0 0,0 1 1 0 0,0-1-1 0 0,-1 0 1 0 0,1 1 0 0 0,0-1-1 0 0,0 0 1 0 0,0 2-1 0 0,-6 24-4450 0 0,6-12 2392 0 0</inkml:trace>
</inkml:ink>
</file>

<file path=ppt/ink/ink2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8:59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 20 0 0,'0'0'773'0'0,"1"3"-446"0"0,17 49 1023 0 0,-12-33-940 0 0,0 0 1 0 0,2 0-1 0 0,11 22 1 0 0,-16-37-305 0 0,-1 0 0 0 0,1 0 1 0 0,0 0-1 0 0,0 0 1 0 0,0 0-1 0 0,1 0 0 0 0,-1-1 1 0 0,1 0-1 0 0,0 0 0 0 0,0 0 1 0 0,0 0-1 0 0,0 0 0 0 0,1-1 1 0 0,-1 0-1 0 0,8 3 0 0 0,-10-5-28 0 0,1 0-1 0 0,0 1 0 0 0,-1-1 1 0 0,1 0-1 0 0,0-1 0 0 0,-1 1 1 0 0,1 0-1 0 0,0-1 0 0 0,-1 1 1 0 0,1-1-1 0 0,-1 0 0 0 0,1 0 0 0 0,-1 0 1 0 0,1 0-1 0 0,-1 0 0 0 0,0-1 1 0 0,0 1-1 0 0,1-1 0 0 0,-1 0 1 0 0,0 1-1 0 0,0-1 0 0 0,0 0 1 0 0,-1 0-1 0 0,1 0 0 0 0,0 0 1 0 0,-1-1-1 0 0,1 1 0 0 0,-1 0 0 0 0,0-1 1 0 0,2-4-1 0 0,1-2 104 0 0,-1-1 1 0 0,0 0-1 0 0,-1 1 0 0 0,0-1 0 0 0,0 0 1 0 0,-1 0-1 0 0,0 0 0 0 0,-1 0 1 0 0,0 0-1 0 0,-1-1 0 0 0,0 1 0 0 0,0 0 1 0 0,-4-11-1 0 0,1-2 74 0 0,4 21-164 0 0,-1-1-14 0 0,-5-25 36 0 0,5 27-191 0 0,-5-10-449 0 0</inkml:trace>
</inkml:ink>
</file>

<file path=ppt/ink/ink2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8:59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1 492 0 0,'26'87'4337'0'0,"-25"-86"-3710"0"0,0 2-267 0 0,-1-3-332 0 0,0 0 0 0 0,0 0 0 0 0,0 0 0 0 0,0 0-1 0 0,0 1 1 0 0,0-1 0 0 0,0 0 0 0 0,0 0 0 0 0,0 0 0 0 0,1 1 0 0 0,-1-1 0 0 0,0 0 0 0 0,0 0-1 0 0,0 0 1 0 0,0 0 0 0 0,0 0 0 0 0,0 1 0 0 0,0-1 0 0 0,0 0 0 0 0,1 0 0 0 0,-1 0 0 0 0,0 0-1 0 0,0 0 1 0 0,0 0 0 0 0,0 1 0 0 0,0-1 0 0 0,1 0 0 0 0,-1 0 0 0 0,0 0 0 0 0,0 0 0 0 0,0 0-1 0 0,0 0 1 0 0,1 0 0 0 0,-1 0 0 0 0,0 0 0 0 0,0 0 0 0 0,0 0 0 0 0,1 0 0 0 0,-1 0 0 0 0,0 0 0 0 0,0 0-1 0 0,0 0 1 0 0,0 0 0 0 0,1 0 0 0 0,-1 0 0 0 0,0 0 0 0 0,0 0 0 0 0,0 0 0 0 0,0 0 0 0 0,1-1-1 0 0,-1 1 1 0 0,0 0 0 0 0,0 0 0 0 0,0 0 0 0 0,98-66 1661 0 0,-97 66-1604 0 0,4 1-88 0 0,0 0-1 0 0,0 1 0 0 0,0 0 1 0 0,0 0-1 0 0,-1 0 0 0 0,8 5 1 0 0,24 23-1320 0 0,-4-3-2922 0 0,-22-19 2254 0 0</inkml:trace>
</inkml:ink>
</file>

<file path=ppt/ink/ink2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9:00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94 644 0 0,'0'0'8336'0'0,"1"-2"-8218"0"0,0 0-1 0 0,1 0 1 0 0,-1 1 0 0 0,1-1-1 0 0,-1 0 1 0 0,1 1 0 0 0,-1-1-1 0 0,1 1 1 0 0,0 0 0 0 0,3-2-1 0 0,59-6 527 0 0,0 3 0 0 0,0 3 0 0 0,106 8 0 0 0,-68-1-403 0 0,115 4-477 0 0,-216-8 202 0 0,3-2-62 0 0,-4 2 89 0 0,0 0-1 0 0,0 0 1 0 0,1 0 0 0 0,-1 0 0 0 0,0 0 0 0 0,0 0-1 0 0,1 0 1 0 0,-1 0 0 0 0,0 0 0 0 0,0 0 0 0 0,1 0-1 0 0,-1 0 1 0 0,0 0 0 0 0,0 0 0 0 0,0 0 0 0 0,1-1 0 0 0,-1 1-1 0 0,0 0 1 0 0,0 0 0 0 0,0 0 0 0 0,0 0 0 0 0,1-1-1 0 0,-1 1 1 0 0,0 0 0 0 0,0 0 0 0 0,0 0 0 0 0,0-1-1 0 0,0 1 1 0 0,0 0 0 0 0,1 0 0 0 0,-1 0 0 0 0,0-1-1 0 0,0 1 1 0 0,0 0 0 0 0,0 0 0 0 0,0-1 0 0 0,0 1 0 0 0,0 0-1 0 0,0 0 1 0 0,0-1 0 0 0,0 1 0 0 0,0 0 0 0 0,0 0-1 0 0,0 0 1 0 0,0-1 0 0 0,0 1 0 0 0,-1 0 0 0 0,1-1-1 0 0,-56-55-382 0 0,54 55 367 0 0,-1-6-119 0 0,-4 13-118 0 0,-7 15 95 0 0,-26 44-770 0 0,28-48-1129 0 0,0 2 1 0 0,-15 32-1 0 0,23-37-338 0 0</inkml:trace>
</inkml:ink>
</file>

<file path=ppt/ink/ink2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9:00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40 652 0 0,'-18'-39'5181'0'0,"17"38"-4597"0"0,0 26 472 0 0,2 0 0 0 0,6 47 1 0 0,-4-52-765 0 0,14 303 1230 0 0,-18-220-394 0 0,1-101 649 0 0,1-10-1642 0 0,3-14-114 0 0,2 0 0 0 0,0 0 0 0 0,1 0 0 0 0,1 1 0 0 0,2 1 0 0 0,-1-1 0 0 0,2 1 0 0 0,1 1 1 0 0,1 0-1 0 0,0 1 0 0 0,19-20 0 0 0,-31 36-29 0 0,0 1 0 0 0,1-1 0 0 0,-1 1 0 0 0,1-1 1 0 0,-1 1-1 0 0,1-1 0 0 0,-1 1 0 0 0,1 0 1 0 0,0 0-1 0 0,0 0 0 0 0,0 0 0 0 0,0 0 0 0 0,0 0 1 0 0,0 0-1 0 0,0 1 0 0 0,0-1 0 0 0,0 1 0 0 0,0 0 1 0 0,0-1-1 0 0,0 1 0 0 0,0 0 0 0 0,0 0 0 0 0,0 0 1 0 0,4 1-1 0 0,-2 0 0 0 0,-1 1 0 0 0,0 0 1 0 0,0-1-1 0 0,1 1 0 0 0,-1 0 1 0 0,0 1-1 0 0,-1-1 0 0 0,1 0 1 0 0,0 1-1 0 0,-1 0 0 0 0,1 0 1 0 0,-1 0-1 0 0,2 3 0 0 0,6 10-14 0 0,0 2 1 0 0,-1-1-1 0 0,-1 1 0 0 0,6 21 0 0 0,-2 3-4 0 0,16 42-920 0 0,-26-79 503 0 0,0 0-1 0 0,1 0 0 0 0,0 0 1 0 0,0 0-1 0 0,0 0 1 0 0,0-1-1 0 0,1 1 1 0 0,-1-1-1 0 0,1 0 0 0 0,0 0 1 0 0,1 0-1 0 0,5 3 1 0 0,-1-3-2411 0 0,3-2 217 0 0</inkml:trace>
</inkml:ink>
</file>

<file path=ppt/ink/ink2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9:01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28 574 488 0 0,'0'0'3252'0'0,"-4"3"-2768"0"0,1 1-358 0 0,0 0 0 0 0,1-1 0 0 0,0 1 1 0 0,0 0-1 0 0,0 0 0 0 0,0 0 0 0 0,0 0 0 0 0,1 0 1 0 0,0 1-1 0 0,0-1 0 0 0,0 0 0 0 0,0 1 0 0 0,1-1 1 0 0,0 1-1 0 0,0-1 0 0 0,0 0 0 0 0,0 1 0 0 0,1-1 1 0 0,-1 1-1 0 0,1-1 0 0 0,0 0 0 0 0,1 0 0 0 0,2 8 1 0 0,-4-11-13 0 0,0 0 1 0 0,1 0 0 0 0,-1-1-1 0 0,0 1 1 0 0,0 0-1 0 0,0 0 1 0 0,1 0 0 0 0,-1 0-1 0 0,1-1 1 0 0,-1 1 0 0 0,0 0-1 0 0,1 0 1 0 0,-1-1 0 0 0,1 1-1 0 0,-1 0 1 0 0,1-1-1 0 0,0 1 1 0 0,-1-1 0 0 0,1 1-1 0 0,0-1 1 0 0,-1 1 0 0 0,1-1-1 0 0,0 1 1 0 0,1 0-1 0 0,-1-2-58 0 0,0 1 0 0 0,0-1 0 0 0,-1 1 0 0 0,1 0 0 0 0,0-1 0 0 0,0 0 0 0 0,-1 1 0 0 0,1-1 0 0 0,0 1 0 0 0,-1-1 0 0 0,1 0-1 0 0,0 0 1 0 0,-1 1 0 0 0,1-1 0 0 0,-1 0 0 0 0,1 0 0 0 0,-1 0 0 0 0,0 0 0 0 0,1 0 0 0 0,22-69-3 0 0,-15 42 372 0 0,12-41-189 0 0,11-74 1 0 0,8-33-159 0 0,-26 132-63 0 0,-2 0 140 0 0,28-63-1 0 0,-39 106-155 0 0,0 1-1 0 0,1-1 1 0 0,-1 1-1 0 0,0-1 0 0 0,1 1 1 0 0,-1-1-1 0 0,0 1 1 0 0,1 0-1 0 0,-1-1 0 0 0,0 1 1 0 0,1 0-1 0 0,-1-1 0 0 0,1 1 1 0 0,-1 0-1 0 0,1-1 1 0 0,-1 1-1 0 0,1 0 0 0 0,-1 0 1 0 0,1 0-1 0 0,-1-1 0 0 0,1 1 1 0 0,-1 0-1 0 0,1 0 1 0 0,-1 0-1 0 0,1 0 0 0 0,-1 0 1 0 0,1 0-1 0 0,-1 0 0 0 0,1 0 1 0 0,-1 0-1 0 0,1 0 1 0 0,-1 0-1 0 0,1 1 0 0 0,-1-1 1 0 0,1 0-1 0 0,-1 0 0 0 0,1 0 1 0 0,-1 1-1 0 0,1-1 1 0 0,-1 0-1 0 0,1 1 0 0 0,-1-1 1 0 0,0 0-1 0 0,1 1 0 0 0,-1-1 1 0 0,0 0-1 0 0,1 1 1 0 0,-1-1-1 0 0,0 1 0 0 0,1-1 1 0 0,-1 1-1 0 0,0-1 0 0 0,0 1 1 0 0,1-1-1 0 0,-1 1 1 0 0,0-1-1 0 0,0 2 0 0 0,18 30-24 0 0,-7 2 18 0 0,-2 1 1 0 0,-2 1-1 0 0,0-1 1 0 0,1 48 0 0 0,-4-31 10 0 0,16 64 1 0 0,-12-80-5 0 0,-1-3 11 0 0,1-1 0 0 0,15 35-1 0 0,-20-60-4 0 0,0 1 0 0 0,1-1 0 0 0,-1 0 0 0 0,2 0 0 0 0,-1 0-1 0 0,1-1 1 0 0,0 1 0 0 0,0-1 0 0 0,1 0 0 0 0,0 0 0 0 0,0-1 0 0 0,0 0-1 0 0,1 0 1 0 0,7 4 0 0 0,-10-7-4 0 0,1 0 1 0 0,0 0-1 0 0,0 0 0 0 0,0 0 1 0 0,0-1-1 0 0,0 0 0 0 0,1 0 0 0 0,-1-1 1 0 0,0 1-1 0 0,0-1 0 0 0,1 0 0 0 0,-1 0 1 0 0,0-1-1 0 0,0 0 0 0 0,1 0 1 0 0,-1 0-1 0 0,0 0 0 0 0,9-5 0 0 0,2-2 91 0 0,0-1-1 0 0,-1 0 0 0 0,-1-1 0 0 0,17-14 0 0 0,6-4 1013 0 0,-27-3 2879 0 0,-5 46-4491 0 0,0 0 1 0 0,0-1 0 0 0,1 0 0 0 0,11 17-1 0 0,-13-25-206 0 0,1 0 0 0 0,0 0-1 0 0,0 0 1 0 0,0-1-1 0 0,1 1 1 0 0,0-1 0 0 0,0 0-1 0 0,0-1 1 0 0,1 0-1 0 0,0 0 1 0 0,7 4 0 0 0,22 8-3225 0 0</inkml:trace>
</inkml:ink>
</file>

<file path=ppt/ink/ink2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9:15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52 140 820 0 0,'-32'-49'6234'0'0,"18"26"-1771"0"0,15 21-4409 0 0,-1 0 0 0 0,1 0 0 0 0,0 1 0 0 0,-1-1 0 0 0,1 0 0 0 0,0 0 0 0 0,0 0 0 0 0,1 1 0 0 0,-1-1 1 0 0,0 0-1 0 0,0 1 0 0 0,1-1 0 0 0,-1 1 0 0 0,1-1 0 0 0,0 1 0 0 0,-1 0 0 0 0,1 0 0 0 0,0 0 0 0 0,0 0 0 0 0,-1 0 0 0 0,1 0 0 0 0,0 0 0 0 0,0 1 0 0 0,4-2 0 0 0,51-13 280 0 0,-55 15-314 0 0,38-7 115 0 0,-1 2 0 0 0,1 2 1 0 0,55 2-1 0 0,-78 2-121 0 0,-1 0-1 0 0,1 1 1 0 0,-1 1 0 0 0,1 1-1 0 0,-1 0 1 0 0,0 1 0 0 0,-1 1-1 0 0,1 0 1 0 0,-1 1 0 0 0,27 17-1 0 0,-36-20-17 0 0,0 1 0 0 0,-1 0 0 0 0,1 0 0 0 0,-1 0 0 0 0,0 0 0 0 0,0 1 0 0 0,-1 0 0 0 0,0 0 0 0 0,0 1 0 0 0,0-1 0 0 0,-1 1 0 0 0,0-1 0 0 0,0 1 0 0 0,0 0-1 0 0,-1 0 1 0 0,0 1 0 0 0,-1-1 0 0 0,0 0 0 0 0,0 1 0 0 0,0 13 0 0 0,-2-10 18 0 0,0 0 1 0 0,-1 0-1 0 0,0 0 0 0 0,-1 0 0 0 0,0 0 0 0 0,0 0 0 0 0,-1-1 1 0 0,-1 0-1 0 0,0 0 0 0 0,0 0 0 0 0,-1 0 0 0 0,-1-1 0 0 0,-8 11 1 0 0,-4 1 23 0 0,-1 0 0 0 0,0-1 0 0 0,-2-2 0 0 0,0 0 0 0 0,-34 20 0 0 0,-127 60 88 0 0,43-27-27 0 0,119-62-101 0 0,-6 5-30 0 0,25-12 9 0 0,2-1 24 0 0,1-1 0 0 0,-1 1 0 0 0,0 0 0 0 0,0 0 0 0 0,1 0 0 0 0,-1 0 1 0 0,1-1-1 0 0,-1 1 0 0 0,1 0 0 0 0,-1 0 0 0 0,1-1 0 0 0,-1 1 0 0 0,1 0 0 0 0,-1-1 0 0 0,1 1 0 0 0,0-1 0 0 0,-1 1 0 0 0,1 0 0 0 0,0-1 0 0 0,0 0 0 0 0,-1 1 0 0 0,1-1 0 0 0,2 1 0 0 0,31 9 12 0 0,44-2 3 0 0,-68-7-11 0 0,626 13 52 0 0,-516-14-39 0 0,693-6 566 0 0,-768 6-295 0 0,11 1 732 0 0,-29-3-4184 0 0,-90 10-3410 0 0,37-9 2794 0 0</inkml:trace>
</inkml:ink>
</file>

<file path=ppt/ink/ink2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9:17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331 80 872 0 0,'1'-7'969'0'0,"-1"0"0"0"0,1-1 0 0 0,-1 1 1 0 0,-1 0-1 0 0,0 0 0 0 0,0-1 0 0 0,0 1 0 0 0,-5-14 2021 0 0,2 26-2861 0 0,-93 165 438 0 0,18-28-332 0 0,42-78-150 0 0,17-28 9 0 0,-36 48-1 0 0,26-40 164 0 0,67-43-210 0 0,132-6 8 0 0,-21 1-61 0 0,-39 0-61 0 0,-69 4-164 0 0,0-2 0 0 0,1-1 0 0 0,-2-2 0 0 0,53-13 0 0 0,-89 17 213 0 0,-1 0-1 0 0,1 0 1 0 0,0 0-1 0 0,-1 0 1 0 0,0-1-1 0 0,1 1 1 0 0,-1-1-1 0 0,0 1 1 0 0,0-1-1 0 0,1 0 1 0 0,-1 0-1 0 0,-1 0 1 0 0,1 0-1 0 0,0 0 1 0 0,0 0-1 0 0,-1 0 1 0 0,1-1-1 0 0,-1 1 1 0 0,0-1-1 0 0,0 1 1 0 0,0-1-1 0 0,0 1 1 0 0,0-1-1 0 0,0 0 1 0 0,-1 1-1 0 0,1-1 1 0 0,-1 0-1 0 0,0-4 1 0 0,0-7-3 0 0,-1 0 1 0 0,-1 1 0 0 0,0-1 0 0 0,-8-22-1 0 0,1-8 196 0 0,-6 15 373 0 0,-5 213-463 0 0,-10 62 378 0 0,22-203-2367 0 0,-2 0-1 0 0,-1-1 1 0 0,-28 67 0 0 0,27-85-889 0 0</inkml:trace>
</inkml:ink>
</file>

<file path=ppt/ink/ink2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9:21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26 880 0 0,'8'-25'6264'0'0,"-8"38"-2698"0"0,-6 26-1999 0 0,3-15-1694 0 0,2-20-17 0 0,-19 183 875 0 0,14-108-2186 0 0,-18 84 1 0 0,13-97-3397 0 0,6-30 2050 0 0</inkml:trace>
</inkml:ink>
</file>

<file path=ppt/ink/ink2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9:22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274 43 184 0 0,'-12'-1'381'0'0,"0"1"0"0"0,0 1 0 0 0,0 0-1 0 0,-1 1 1 0 0,2 0 0 0 0,-1 0 0 0 0,0 2 0 0 0,0-1 0 0 0,1 1 0 0 0,0 1-1 0 0,0 0 1 0 0,0 1 0 0 0,0 0 0 0 0,1 1 0 0 0,0 0 0 0 0,-13 12 0 0 0,17-13-299 0 0,0 0 1 0 0,0 0 0 0 0,0 1-1 0 0,1 0 1 0 0,0 0 0 0 0,0 0-1 0 0,1 0 1 0 0,0 1 0 0 0,0 0-1 0 0,1 0 1 0 0,0 0 0 0 0,0 0-1 0 0,1 0 1 0 0,0 1 0 0 0,1-1-1 0 0,0 1 1 0 0,0 0 0 0 0,1-1-1 0 0,0 1 1 0 0,0-1 0 0 0,1 1-1 0 0,0 0 1 0 0,4 14 0 0 0,-4-19-58 0 0,0 0-1 0 0,0 0 1 0 0,0 0 0 0 0,1-1 0 0 0,-1 1 0 0 0,1 0 0 0 0,0-1-1 0 0,0 1 1 0 0,0-1 0 0 0,1 0 0 0 0,-1 0 0 0 0,1 0-1 0 0,-1 0 1 0 0,1 0 0 0 0,0-1 0 0 0,0 1 0 0 0,1-1 0 0 0,5 4-1 0 0,-6-5 14 0 0,1 0 1 0 0,0 0-1 0 0,0 0 0 0 0,0 0 0 0 0,0-1 0 0 0,-1 0 0 0 0,1 0 0 0 0,0 0 0 0 0,0 0 0 0 0,0 0 0 0 0,0-1 0 0 0,0 1 0 0 0,0-1 0 0 0,-1 0 0 0 0,8-3 0 0 0,-2 0 65 0 0,0-1 0 0 0,0 0-1 0 0,0 0 1 0 0,-1-1 0 0 0,1 0-1 0 0,-1 0 1 0 0,-1-1 0 0 0,1 0-1 0 0,-1 0 1 0 0,0-1-1 0 0,-1 0 1 0 0,0 0 0 0 0,7-13-1 0 0,-5 3 65 0 0,-1 1 0 0 0,0-2 0 0 0,-2 1 0 0 0,0-1 0 0 0,-1 1 0 0 0,-1-1 0 0 0,0-1 0 0 0,-2 1 0 0 0,0 0 0 0 0,-1 0 0 0 0,-3-20 0 0 0,-4 8-901 0 0,6 30 610 0 0,1 1-1 0 0,-1 0 0 0 0,1 0 1 0 0,-1-1-1 0 0,1 1 0 0 0,-1 0 1 0 0,1 0-1 0 0,-1-1 0 0 0,1 1 1 0 0,-1 0-1 0 0,0 0 0 0 0,1 0 1 0 0,-1 0-1 0 0,1 0 0 0 0,-1 0 1 0 0,1 0-1 0 0,-1 0 1 0 0,0 0-1 0 0,1 0 0 0 0,-1 0 1 0 0,1 1-1 0 0,-1-1 0 0 0,1 0 1 0 0,-1 0-1 0 0,1 0 0 0 0,-1 1 1 0 0,1-1-1 0 0,-1 0 0 0 0,1 1 1 0 0,-1-1-1 0 0,1 0 0 0 0,-1 1 1 0 0,1-1-1 0 0,0 1 0 0 0,-1 0 1 0 0,-4 4-2883 0 0,3 9 231 0 0</inkml:trace>
</inkml:ink>
</file>

<file path=ppt/ink/ink2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9:22.5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1 162 236 0 0,'14'-18'2763'0'0,"-1"0"-1"0"0,0-1 1 0 0,16-35-1 0 0,-4 9 1019 0 0,-24 43-3819 0 0,3-3-386 0 0,1 5-2711 0 0,4 6 1917 0 0,0 3-3827 0 0</inkml:trace>
</inkml:ink>
</file>

<file path=ppt/ink/ink2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9:22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6 560 0 0,'4'-5'8716'0'0,"51"102"-7341"0"0,31 64-271 0 0,-81-149-952 0 0,0 0 0 0 0,-1 0 0 0 0,4 18-1 0 0,-7-28-37 0 0,-31 12 110 0 0,22-14-450 0 0,-41-3-1334 0 0,16-8-4339 0 0,21 4 3080 0 0</inkml:trace>
</inkml:ink>
</file>

<file path=ppt/ink/ink2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9:23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90 576 0 0,'693'-83'16130'0'0,"-673"82"-14979"0"0,61-4-1504 0 0,-67 6-1178 0 0,-45 6-245 0 0,-54-1-5244 0 0,39-4 2983 0 0</inkml:trace>
</inkml:ink>
</file>

<file path=ppt/ink/ink2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9:26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1 177 16 0 0,'11'-39'3700'0'0,"-3"-2"-725"0"0,-4 21 170 0 0,3 42-2410 0 0,45 269-76 0 0,-42-224 2386 0 0,-18-86-2919 0 0,-8-28 162 0 0,3 0-1 0 0,-14-85 0 0 0,24 105-259 0 0,2 0 0 0 0,4-49 0 0 0,1 7-334 0 0,-4 69 289 0 0,0-1 1 0 0,0 0-1 0 0,0 1 1 0 0,0-1-1 0 0,1 1 1 0 0,-1-1-1 0 0,0 0 1 0 0,0 1-1 0 0,1-1 1 0 0,-1 1-1 0 0,1-1 0 0 0,-1 1 1 0 0,0-1-1 0 0,1 1 1 0 0,-1-1-1 0 0,1 1 1 0 0,-1-1-1 0 0,1 1 1 0 0,-1 0-1 0 0,1-1 1 0 0,0 1-1 0 0,-1 0 1 0 0,1 0-1 0 0,-1-1 1 0 0,1 1-1 0 0,0 0 1 0 0,-1 0-1 0 0,1 0 1 0 0,0 0-1 0 0,-1 0 1 0 0,1 0-1 0 0,-1 0 1 0 0,1 0-1 0 0,0 0 0 0 0,-1 0 1 0 0,1 0-1 0 0,0 0 1 0 0,-1 0-1 0 0,1 0 1 0 0,0 0-1 0 0,-1 1 1 0 0,1-1-1 0 0,-1 0 1 0 0,1 1-1 0 0,0 0 1 0 0,22 7-136 0 0,-5 4 71 0 0,0 1 0 0 0,-1 0 0 0 0,0 1 1 0 0,-1 1-1 0 0,-1 0 0 0 0,0 1 0 0 0,20 30 0 0 0,-12-18 18 0 0,208 245-246 0 0,-228-269 364 0 0,-1-2 13 0 0,-1 0 1 0 0,1 0-1 0 0,-1-1 1 0 0,1 1 0 0 0,0 0-1 0 0,-1 0 1 0 0,1-1-1 0 0,0 1 1 0 0,0-1 0 0 0,0 1-1 0 0,0-1 1 0 0,1 0-1 0 0,-1 0 1 0 0,0 0-1 0 0,0 0 1 0 0,3 0 0 0 0,5-26 251 0 0,-6 10-209 0 0,-1 0-1 0 0,-1 0 1 0 0,-1-1-1 0 0,0-23 1 0 0,-1 2-4 0 0,3-51 95 0 0,-3 39-435 0 0,12-80-1 0 0,-12 117-207 0 0,0 12 349 0 0,0-1-1 0 0,0 0 1 0 0,0 0-1 0 0,-1 1 1 0 0,1-1-1 0 0,0 0 1 0 0,0 1-1 0 0,0-1 1 0 0,0 0-1 0 0,0 0 1 0 0,0 1-1 0 0,0-1 1 0 0,0 0-1 0 0,1 1 1 0 0,-1-1-1 0 0,0 0 1 0 0,0 0-1 0 0,1 1 1 0 0,-1-1-1 0 0,0 1 1 0 0,1-1-1 0 0,-1 0 1 0 0,0 1-1 0 0,1-1 1 0 0,-1 1-1 0 0,1-1 1 0 0,-1 1-1 0 0,1-1 1 0 0,0 1-1 0 0,-1-1 1 0 0,1 1-1 0 0,-1-1 1 0 0,1 1-1 0 0,0 0 1 0 0,-1-1-1 0 0,1 1 1 0 0,0 0-1 0 0,-1 0 1 0 0,1-1-1 0 0,0 1 1 0 0,0 0 0 0 0,-1 0-1 0 0,1 0 1 0 0,0 0-1 0 0,-1 0 1 0 0,1 0-1 0 0,0 0 1 0 0,0 0-1 0 0,-1 0 1 0 0,1 1-1 0 0,1-1 1 0 0,26 12-5245 0 0,-15-6 2830 0 0</inkml:trace>
</inkml:ink>
</file>

<file path=ppt/ink/ink2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9:26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37 304 0 0,'-5'23'1778'0'0,"1"-7"-1269"0"0,2 0-1 0 0,0 1 0 0 0,1-1 1 0 0,0 1-1 0 0,1 0 1 0 0,1-1-1 0 0,6 30 0 0 0,-6-41-392 0 0,0 1-1 0 0,0-1 0 0 0,1 0 1 0 0,0 0-1 0 0,0 0 0 0 0,1 0 1 0 0,-1 0-1 0 0,1 0 0 0 0,0 0 1 0 0,0-1-1 0 0,1 0 0 0 0,-1 1 1 0 0,1-1-1 0 0,0 0 0 0 0,0-1 1 0 0,0 1-1 0 0,1-1 0 0 0,-1 0 1 0 0,1 0-1 0 0,0 0 0 0 0,0-1 1 0 0,0 0-1 0 0,0 1 0 0 0,0-2 1 0 0,0 1-1 0 0,0-1 1 0 0,9 2-1 0 0,-10-3-13 0 0,-1 0 0 0 0,1 0 0 0 0,0 0 0 0 0,-1-1 0 0 0,1 1 1 0 0,-1-1-1 0 0,1 0 0 0 0,-1 0 0 0 0,0 0 0 0 0,1 0 0 0 0,-1-1 0 0 0,0 1 0 0 0,0-1 0 0 0,0 0 1 0 0,0 0-1 0 0,0 0 0 0 0,0 0 0 0 0,-1 0 0 0 0,1-1 0 0 0,-1 1 0 0 0,1-1 0 0 0,-1 0 0 0 0,0 0 1 0 0,0 0-1 0 0,2-4 0 0 0,0 0 54 0 0,0-1-1 0 0,0 1 1 0 0,-1-1 0 0 0,0 0 0 0 0,-1 0 0 0 0,1 0-1 0 0,-1-1 1 0 0,-1 1 0 0 0,1-12 0 0 0,-2 4-67 0 0,-1 1 0 0 0,0-1 1 0 0,-1 0-1 0 0,-1 1 0 0 0,-1-1 1 0 0,0 1-1 0 0,-1 0 0 0 0,0 0 0 0 0,-14-25 1 0 0,19 40-165 0 0,0 0 0 0 0,0-1 0 0 0,0 1 0 0 0,0-1 0 0 0,0 1 0 0 0,0-1 0 0 0,0 1 0 0 0,-1-1 0 0 0,1 1 0 0 0,0 0 0 0 0,0-1 0 0 0,0 1 0 0 0,-1-1 0 0 0,1 1 0 0 0,0 0 0 0 0,-1-1 0 0 0,1 1 1 0 0,0 0-1 0 0,-1-1 0 0 0,1 1 0 0 0,0 0 0 0 0,-1 0 0 0 0,1-1 0 0 0,-1 1 0 0 0,1 0 0 0 0,0 0 0 0 0,-1 0 0 0 0,1-1 0 0 0,-1 1 0 0 0,1 0 0 0 0,-1 0 0 0 0,1 0 0 0 0,-1 0 0 0 0,1 0 0 0 0,-1 0 0 0 0,1 0 0 0 0,0 0 1 0 0,-1 0-1 0 0,1 0 0 0 0,-1 0 0 0 0,1 0 0 0 0,-1 0 0 0 0,1 1 0 0 0,-1-1 0 0 0,1 0 0 0 0,0 0 0 0 0,-1 0 0 0 0,1 1 0 0 0,-1-1 0 0 0,1 0 0 0 0,0 1 0 0 0,-1-1 0 0 0,1 0 0 0 0,0 1 0 0 0,-1-1 0 0 0,0 1 0 0 0,-10 24-5205 0 0,10-24 4692 0 0</inkml:trace>
</inkml:ink>
</file>

<file path=ppt/ink/ink2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9:27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58 548 0 0,'2'9'298'0'0,"1"-1"1"0"0,0 1-1 0 0,1-1 0 0 0,0 0 0 0 0,0 0 1 0 0,1 0-1 0 0,-1-1 0 0 0,2 0 1 0 0,-1 0-1 0 0,1 0 0 0 0,0 0 0 0 0,1-1 1 0 0,-1 0-1 0 0,1 0 0 0 0,0-1 1 0 0,1 0-1 0 0,-1 0 0 0 0,1-1 0 0 0,0 0 1 0 0,15 5-1 0 0,-21-7-161 0 0,1-1-1 0 0,0-1 1 0 0,-1 1 0 0 0,1 0 0 0 0,-1 0-1 0 0,1-1 1 0 0,0 0 0 0 0,-1 1 0 0 0,1-1-1 0 0,0 0 1 0 0,-1-1 0 0 0,1 1 0 0 0,0 0-1 0 0,-1-1 1 0 0,1 1 0 0 0,0-1 0 0 0,-1 0-1 0 0,1 0 1 0 0,-1 0 0 0 0,1 0 0 0 0,-1 0 0 0 0,0-1-1 0 0,1 1 1 0 0,-1-1 0 0 0,0 1 0 0 0,0-1-1 0 0,0 0 1 0 0,0 0 0 0 0,2-3 0 0 0,-1 1 38 0 0,-1-1 1 0 0,0 0 0 0 0,0 0-1 0 0,-1 0 1 0 0,0 0 0 0 0,1 0 0 0 0,-2 0-1 0 0,1 0 1 0 0,0 0 0 0 0,-1 0-1 0 0,0 0 1 0 0,0-1 0 0 0,-1 1-1 0 0,0 0 1 0 0,-2-8 0 0 0,-20-70 649 0 0,22 80-998 0 0,-1-5 30 0 0</inkml:trace>
</inkml:ink>
</file>

<file path=ppt/ink/ink2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9:27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40 0 0,'16'44'4596'0'0,"11"11"667"0"0,4-69-4059 0 0,-24 7-988 0 0,3-1 185 0 0,-1 0 1 0 0,1 0-1 0 0,1 0 1 0 0,20-10 0 0 0,-30 17-221 0 0,3 2-279 0 0,-1 0 1 0 0,1-1 0 0 0,-1 1-1 0 0,0 0 1 0 0,1 1-1 0 0,-1-1 1 0 0,0 1 0 0 0,0-1-1 0 0,0 1 1 0 0,0 0-1 0 0,0 0 1 0 0,0 0 0 0 0,-1 0-1 0 0,1 1 1 0 0,-1-1-1 0 0,1 1 1 0 0,-1 0-1 0 0,2 3 1 0 0,31 26-6715 0 0,-21-24 4083 0 0</inkml:trace>
</inkml:ink>
</file>

<file path=ppt/ink/ink2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9:28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81 640 0 0,'0'0'2232'0'0,"-1"-3"-1186"0"0,-7-14 2386 0 0,37 8-1192 0 0,10 2-1658 0 0,1 3 0 0 0,-1 1 0 0 0,46 3 0 0 0,125 16 98 0 0,-155-11-507 0 0,259 18 47 0 0,-289-22-211 0 0,-25-1-10 0 0,1 0 0 0 0,0 0 0 0 0,-1 1 0 0 0,1-1 0 0 0,0 0-1 0 0,-1 0 1 0 0,1 0 0 0 0,-1 0 0 0 0,1-1 0 0 0,0 1 0 0 0,-1 0 0 0 0,1 0 0 0 0,0 0 0 0 0,-1 0 0 0 0,1-1 0 0 0,-1 1 0 0 0,1 0 0 0 0,-1 0 0 0 0,1-1-1 0 0,-1 1 1 0 0,1-1 0 0 0,-1 1 0 0 0,1 0 0 0 0,-1-1 0 0 0,1 1 0 0 0,-1-1 0 0 0,1 1 0 0 0,-1-1 0 0 0,0 1 0 0 0,1-1 0 0 0,-1 1 0 0 0,0-2 0 0 0,-7-19-36 0 0,-25-14-1 0 0,4 19 157 0 0,27 15-113 0 0,0 1-1 0 0,0 0 1 0 0,0 0 0 0 0,0 0-1 0 0,0 0 1 0 0,0 0 0 0 0,0 0 0 0 0,0 0-1 0 0,1 0 1 0 0,-1 0 0 0 0,0 0-1 0 0,0 1 1 0 0,0-1 0 0 0,0 0-1 0 0,0 0 1 0 0,0 1 0 0 0,1-1-1 0 0,-1 1 1 0 0,0-1 0 0 0,-1 1-1 0 0,-1 3-40 0 0,0 0 0 0 0,1 0-1 0 0,-1 0 1 0 0,1 0 0 0 0,0 0-1 0 0,0 1 1 0 0,0-1 0 0 0,0 1-1 0 0,-1 8 1 0 0,-17 60-2497 0 0,19-24-2992 0 0,5-36 2869 0 0</inkml:trace>
</inkml:ink>
</file>

<file path=ppt/ink/ink2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9:29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33 524 0 0,'13'-30'6299'0'0,"-13"29"-5505"0"0,1 1-734 0 0,-1 0 0 0 0,0-1 0 0 0,0 1 1 0 0,0 0-1 0 0,0 0 0 0 0,0 0 0 0 0,1 0 0 0 0,-1 0 1 0 0,0 0-1 0 0,0-1 0 0 0,0 1 0 0 0,0 0 1 0 0,1 0-1 0 0,-1 0 0 0 0,0 0 0 0 0,0 0 0 0 0,0 0 1 0 0,1 0-1 0 0,-1 0 0 0 0,0 0 0 0 0,0 0 1 0 0,0 0-1 0 0,1 0 0 0 0,-1 0 0 0 0,0 0 0 0 0,0 0 1 0 0,0 0-1 0 0,1 0 0 0 0,-1 0 0 0 0,0 0 1 0 0,0 1-1 0 0,0-1 0 0 0,0 0 0 0 0,1 0 0 0 0,-1 0 1 0 0,0 0-1 0 0,0 0 0 0 0,0 0 0 0 0,0 0 1 0 0,0 1-1 0 0,1-1 0 0 0,-1 0 0 0 0,0 0 0 0 0,0 0 1 0 0,0 0-1 0 0,0 1 0 0 0,0-1 0 0 0,0 0 1 0 0,0 0-1 0 0,0 0 0 0 0,0 1 0 0 0,0-1 1 0 0,1 0-1 0 0,10 21 870 0 0,4 21-433 0 0,-5 0-16 0 0,-3-15-248 0 0,-1-1-1 0 0,-1 2 1 0 0,-2-1-1 0 0,-1 0 0 0 0,-1 38 1 0 0,-1-63-178 0 0,1 11 93 0 0,-1-6-22 0 0,-3-8 146 0 0,-23-40-591 0 0,19 30 81 0 0,0-1 0 0 0,0 1 0 0 0,-17-19 0 0 0,20 27 181 0 0,0-1 0 0 0,0 1-1 0 0,0 0 1 0 0,0 0-1 0 0,0 0 1 0 0,-1 1-1 0 0,1 0 1 0 0,-1-1 0 0 0,0 2-1 0 0,0-1 1 0 0,0 0-1 0 0,1 1 1 0 0,-1 0 0 0 0,-8-1-1 0 0,-1 1-40 0 0,1 1 1 0 0,0 0-1 0 0,-1 0 0 0 0,1 1 1 0 0,-1 1-1 0 0,1 0 0 0 0,-17 6 1 0 0,25-7 66 0 0,-1 1 1 0 0,1 0-1 0 0,0 1 1 0 0,0-1 0 0 0,0 1-1 0 0,0 0 1 0 0,1 0-1 0 0,-1 1 1 0 0,1-1 0 0 0,0 1-1 0 0,0 0 1 0 0,0 0-1 0 0,0 0 1 0 0,1 1 0 0 0,0-1-1 0 0,-1 1 1 0 0,2 0-1 0 0,-1 0 1 0 0,-3 9 0 0 0,5-12 28 0 0,1 0 0 0 0,0 1 0 0 0,0-1 1 0 0,0 0-1 0 0,0 0 0 0 0,0 1 0 0 0,0-1 1 0 0,1 0-1 0 0,-1 0 0 0 0,1 1 1 0 0,-1-1-1 0 0,1 0 0 0 0,0 0 0 0 0,0 0 1 0 0,0 0-1 0 0,0 0 0 0 0,0 0 0 0 0,1 0 1 0 0,-1 0-1 0 0,0 0 0 0 0,1-1 0 0 0,-1 1 1 0 0,1-1-1 0 0,0 1 0 0 0,0-1 0 0 0,-1 1 1 0 0,1-1-1 0 0,4 2 0 0 0,6 4 14 0 0,0 0 0 0 0,0-1 1 0 0,16 6-1 0 0,-27-12-12 0 0,17 6 10 0 0,0-1-1 0 0,0-1 0 0 0,0 0 1 0 0,1-1-1 0 0,-1-2 0 0 0,28 1 0 0 0,114-14-106 0 0,-151 11 82 0 0,63-9-186 0 0,-2-4 1 0 0,0-3-1 0 0,-1-3 1 0 0,75-32-1 0 0,-105 31 543 0 0,-38 20-96 0 0,-8 3-224 0 0,3-1-19 0 0,-1 1 0 0 0,0 0 1 0 0,1 0-1 0 0,-1 0 0 0 0,1 1 1 0 0,0 0-1 0 0,-1 0 0 0 0,1 0 1 0 0,1 0-1 0 0,-1 0 0 0 0,-3 5 1 0 0,6-7-2 0 0,-1 1 0 0 0,1 0 1 0 0,0 0-1 0 0,0-1 0 0 0,-1 1 0 0 0,1 0 1 0 0,1 0-1 0 0,-1 0 0 0 0,0 0 0 0 0,0 0 1 0 0,1 0-1 0 0,-1 0 0 0 0,1 0 0 0 0,0 0 1 0 0,0 0-1 0 0,0 1 0 0 0,0-1 0 0 0,0 0 1 0 0,0 0-1 0 0,0 0 0 0 0,0 0 1 0 0,1 0-1 0 0,0 0 0 0 0,-1 0 0 0 0,1 0 1 0 0,0 0-1 0 0,0 0 0 0 0,0 0 0 0 0,0 0 1 0 0,0 0-1 0 0,0 0 0 0 0,0-1 0 0 0,1 1 1 0 0,1 1-1 0 0,0 0 2 0 0,0-1 1 0 0,0 0-1 0 0,0 1 1 0 0,0-1-1 0 0,0 0 0 0 0,1-1 1 0 0,-1 1-1 0 0,1-1 0 0 0,-1 1 1 0 0,1-1-1 0 0,0 0 1 0 0,-1 0-1 0 0,1-1 0 0 0,0 1 1 0 0,0-1-1 0 0,0 0 1 0 0,-1 0-1 0 0,1 0 0 0 0,0 0 1 0 0,0-1-1 0 0,0 1 0 0 0,5-3 1 0 0,1 1 48 0 0,-1-1 0 0 0,1 0 0 0 0,-1-1 0 0 0,0 0 0 0 0,0 0 0 0 0,-1-1 0 0 0,15-10 0 0 0,-19 13 2 0 0,0-1 0 0 0,-1 0 0 0 0,1 0 0 0 0,-1-1 0 0 0,1 1 0 0 0,-1-1-1 0 0,0 0 1 0 0,0 1 0 0 0,-1-1 0 0 0,1-1 0 0 0,-1 1 0 0 0,0 0 0 0 0,0 0-1 0 0,0-1 1 0 0,-1 0 0 0 0,1 1 0 0 0,-1-1 0 0 0,0 1 0 0 0,0-1-1 0 0,-1 0 1 0 0,0 0 0 0 0,0 0 0 0 0,0 1 0 0 0,0-1 0 0 0,-1 0 0 0 0,1 0-1 0 0,-1 1 1 0 0,-3-10 0 0 0,-8-6-715 0 0</inkml:trace>
</inkml:ink>
</file>

<file path=ppt/ink/ink2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9:29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21 179 276 0 0,'0'0'5741'0'0,"-4"3"-5369"0"0,3-2-304 0 0,-1 0-1 0 0,1 0 1 0 0,0 0-1 0 0,0 0 0 0 0,0 0 1 0 0,-1 1-1 0 0,1-1 1 0 0,0 0-1 0 0,1 1 1 0 0,-1-1-1 0 0,0 1 1 0 0,0-1-1 0 0,1 1 0 0 0,-1-1 1 0 0,1 1-1 0 0,-1 0 1 0 0,1-1-1 0 0,0 1 1 0 0,-1 0-1 0 0,1-1 1 0 0,0 1-1 0 0,0 0 1 0 0,0-1-1 0 0,0 1 0 0 0,1 0 1 0 0,-1-1-1 0 0,0 1 1 0 0,1-1-1 0 0,-1 1 1 0 0,1 0-1 0 0,-1-1 1 0 0,1 1-1 0 0,0-1 0 0 0,0 1 1 0 0,0-1-1 0 0,0 0 1 0 0,0 1-1 0 0,0-1 1 0 0,0 0-1 0 0,0 0 1 0 0,0 1-1 0 0,0-1 0 0 0,1 0 1 0 0,-1 0-1 0 0,1-1 1 0 0,-1 1-1 0 0,1 0 1 0 0,-1 0-1 0 0,4 0 1 0 0,-4 0 404 0 0,2-2-219 0 0,0 0-146 0 0,0 0 1 0 0,0 0-1 0 0,0 0 0 0 0,0-1 0 0 0,-1 1 1 0 0,1-1-1 0 0,0 0 0 0 0,-1 1 0 0 0,0-1 1 0 0,1 0-1 0 0,-1-1 0 0 0,0 1 1 0 0,0 0-1 0 0,0-1 0 0 0,0 1 0 0 0,0-1 1 0 0,1-3-1 0 0,-1 2 0 0 0,-1 0-1 0 0,0-1 1 0 0,0 1 0 0 0,0 0-1 0 0,-1-1 1 0 0,1 1 0 0 0,-1-1-1 0 0,0 1 1 0 0,0 0 0 0 0,-1-1-1 0 0,0 1 1 0 0,1 0 0 0 0,-3-6-1 0 0,2 6-149 0 0,0 0 0 0 0,0 0-1 0 0,0 1 1 0 0,-1-1 0 0 0,0 0 0 0 0,0 1-1 0 0,0-1 1 0 0,0 1 0 0 0,0-1-1 0 0,-1 1 1 0 0,1 0 0 0 0,-7-5 0 0 0,8 6-316 0 0,-5-5-299 0 0,37 0-3856 0 0,-2 4 4557 0 0,0 1-1 0 0,0 2 1 0 0,0 1 0 0 0,0 1-1 0 0,31 7 1 0 0,-44-5 68 0 0,0 0 0 0 0,0 1 0 0 0,-1 1 0 0 0,0 1 0 0 0,0 0 0 0 0,0 0 0 0 0,-1 2 0 0 0,0 0 0 0 0,-1 1 0 0 0,0 0 0 0 0,0 1 1 0 0,14 16-1 0 0,-15-16 34 0 0,53 46 2074 0 0,-63-56-1124 0 0,1-2-918 0 0,1 1 0 0 0,0-1 0 0 0,-1 0 0 0 0,1 0 0 0 0,0 0 0 0 0,-1-1 0 0 0,0 1 0 0 0,1-1 0 0 0,2-2 0 0 0,-3 3-115 0 0,29-21 206 0 0,-2-2 0 0 0,0-1 0 0 0,36-41 0 0 0,-38 37-1290 0 0,44-42-6997 0 0,-50 51 4171 0 0</inkml:trace>
</inkml:ink>
</file>

<file path=ppt/ink/ink2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9:31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40 420 0 0,'-4'-3'1169'0'0,"-1"0"0"0"0,0 0-1 0 0,1 0 1 0 0,0-1 0 0 0,0 0 0 0 0,0 0-1 0 0,-6-8 3553 0 0,14 11-4498 0 0,4 0-145 0 0,0 0 0 0 0,1 0 1 0 0,-1 1-1 0 0,1 0 0 0 0,-1 1 1 0 0,1 0-1 0 0,-1 0 0 0 0,1 1 1 0 0,-1 0-1 0 0,0 0 0 0 0,10 5 0 0 0,11 4 87 0 0,52 28-1 0 0,-74-35-155 0 0,0 0 1 0 0,0 1 0 0 0,0-1 0 0 0,-1 2-1 0 0,1-1 1 0 0,-1 0 0 0 0,-1 1 0 0 0,1 0-1 0 0,-1 1 1 0 0,0-1 0 0 0,0 1 0 0 0,-1 0-1 0 0,0 0 1 0 0,0 1 0 0 0,5 13 0 0 0,-7-13-10 0 0,0 1-1 0 0,-1-1 1 0 0,0 0 0 0 0,-1 1 0 0 0,0-1 0 0 0,0 1 0 0 0,-1-1 0 0 0,0 1 0 0 0,0-1 0 0 0,-1 0 0 0 0,0 0 0 0 0,0 0 0 0 0,-1 0 0 0 0,0 0-1 0 0,-8 13 1 0 0,0-1 3 0 0,-1 0-1 0 0,-1 0 1 0 0,-1-1-1 0 0,-1-1 1 0 0,0-1-1 0 0,-36 31 1 0 0,15-19-1 0 0,-2-1-1 0 0,-63 34 1 0 0,96-59 7 0 0,0-1-13 0 0,1 0 0 0 0,-1 1-1 0 0,1-1 1 0 0,-1 1 0 0 0,1 0 0 0 0,0 0 0 0 0,0 0 0 0 0,1 1 0 0 0,-1 0 0 0 0,-5 6-1 0 0,9-8 15 0 0,123 6 35 0 0,316-50 252 0 0,-257 21-23 0 0,66-16 629 0 0,-245 37-896 0 0,4-3 106 0 0</inkml:trace>
</inkml:ink>
</file>

<file path=ppt/ink/ink2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9:35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180 111 472 0 0,'3'-29'2605'0'0,"-2"17"-600"0"0,0-1-1 0 0,0 1 1 0 0,-1-1-1 0 0,-2-16 1 0 0,1 27-416 0 0,-1 8-1447 0 0,-23 75 289 0 0,-4-1 0 0 0,-70 136 1 0 0,89-199-406 0 0,-5 17 42 0 0,15-33-55 0 0,-1 1-5 0 0,1-1-8 0 0,-1-1 0 0 0,1 1 0 0 0,0 0 0 0 0,0 0-1 0 0,0-1 1 0 0,0 1 0 0 0,0 0 0 0 0,0 0 0 0 0,0-1 0 0 0,0 1 0 0 0,0 0 0 0 0,0-1-1 0 0,0 1 1 0 0,0 0 0 0 0,0 0 0 0 0,1-1 0 0 0,-1 1 0 0 0,0 0 0 0 0,1-1-1 0 0,-1 1 1 0 0,0 0 0 0 0,1-1 0 0 0,-1 1 0 0 0,1-1 0 0 0,-1 1 0 0 0,1-1 0 0 0,-1 1-1 0 0,1-1 1 0 0,-1 1 0 0 0,1-1 0 0 0,-1 1 0 0 0,1-1 0 0 0,1 1 0 0 0,19 6-29 0 0,-19-7 21 0 0,46 8-309 0 0,0-3 0 0 0,0-1 0 0 0,0-3 0 0 0,0-2 0 0 0,0-2 0 0 0,92-17 0 0 0,-130 18 267 0 0,0 0 0 0 0,-1 0 1 0 0,0 0-1 0 0,1-2 0 0 0,-1 1 0 0 0,0-1 0 0 0,-1 0 1 0 0,1-1-1 0 0,-1 0 0 0 0,0 0 0 0 0,0-1 1 0 0,0 0-1 0 0,-1 0 0 0 0,0-1 0 0 0,0 0 0 0 0,-1 0 1 0 0,0-1-1 0 0,0 0 0 0 0,0 0 0 0 0,5-11 1 0 0,11-26 1498 0 0,-21 44-852 0 0,-2 6-547 0 0,-31 250 378 0 0,26-213-1081 0 0,-16 50 0 0 0,10-49-2182 0 0,-1-1-3277 0 0</inkml:trace>
</inkml:ink>
</file>

<file path=ppt/ink/ink2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9:37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351 30 184 0 0,'-5'-4'218'0'0,"0"1"0"0"0,0-1 0 0 0,-1 1 0 0 0,1 1 0 0 0,-1-1 0 0 0,0 1 0 0 0,1 0-1 0 0,-1 0 1 0 0,0 1 0 0 0,0 0 0 0 0,-1 0 0 0 0,1 0 0 0 0,0 1 0 0 0,0-1 0 0 0,-7 2 0 0 0,3 0-31 0 0,1 1 1 0 0,-1 0-1 0 0,0 1 1 0 0,1-1-1 0 0,-1 2 1 0 0,1 0-1 0 0,0 0 0 0 0,-16 10 1 0 0,12-6-53 0 0,1 1 0 0 0,0 0 0 0 0,0 1 0 0 0,1 0 0 0 0,1 1 0 0 0,-1 1 0 0 0,2-1 0 0 0,0 1 0 0 0,0 1 0 0 0,1 0 0 0 0,0 0 0 0 0,-7 18 0 0 0,13-22-74 0 0,-1-1 1 0 0,1 1-1 0 0,0 0 0 0 0,1 0 0 0 0,0 0 0 0 0,1 0 0 0 0,0 0 0 0 0,0 0 0 0 0,1 0 0 0 0,0 0 0 0 0,0 0 0 0 0,1 0 1 0 0,0 0-1 0 0,1-1 0 0 0,0 1 0 0 0,0-1 0 0 0,1 0 0 0 0,0 1 0 0 0,0-2 0 0 0,1 1 0 0 0,0 0 0 0 0,1-1 1 0 0,-1 0-1 0 0,1 0 0 0 0,1-1 0 0 0,-1 0 0 0 0,1 0 0 0 0,0 0 0 0 0,1-1 0 0 0,-1 0 0 0 0,1 0 0 0 0,0-1 1 0 0,0 0-1 0 0,0-1 0 0 0,18 6 0 0 0,-19-7 56 0 0,1-1 1 0 0,-1 0-1 0 0,1 0 1 0 0,-1 0-1 0 0,1-1 0 0 0,-1 0 1 0 0,1-1-1 0 0,0 1 1 0 0,-1-1-1 0 0,1-1 0 0 0,-1 0 1 0 0,0 0-1 0 0,0 0 1 0 0,0-1-1 0 0,0 0 0 0 0,0 0 1 0 0,8-5-1 0 0,-8 2 17 0 0,1 0 0 0 0,-1 0 0 0 0,-1-1-1 0 0,1 1 1 0 0,-1-1 0 0 0,0-1 0 0 0,-1 1 0 0 0,0-1-1 0 0,0 0 1 0 0,0 0 0 0 0,-1-1 0 0 0,0 1-1 0 0,4-16 1 0 0,-3 8-17 0 0,-1 0-1 0 0,-1 0 1 0 0,0 0-1 0 0,-1-1 1 0 0,0 0-1 0 0,-2 1 1 0 0,0-1-1 0 0,-1 1 0 0 0,0-1 1 0 0,-1 0-1 0 0,-1 1 1 0 0,-1 0-1 0 0,0 0 1 0 0,-1 0-1 0 0,-9-18 1 0 0,13 32-211 0 0,0 0 0 0 0,0 0 1 0 0,0 0-1 0 0,-1 0 0 0 0,1 0 1 0 0,0 0-1 0 0,-1 1 0 0 0,1-1 1 0 0,-1 0-1 0 0,0 1 1 0 0,0-1-1 0 0,1 1 0 0 0,-1 0 1 0 0,0 0-1 0 0,0 0 0 0 0,0 0 1 0 0,-1 0-1 0 0,1 0 0 0 0,0 0 1 0 0,0 0-1 0 0,0 1 0 0 0,0 0 1 0 0,-1-1-1 0 0,1 1 0 0 0,0 0 1 0 0,-1 0-1 0 0,1 0 0 0 0,-4 0 1 0 0,3 1-442 0 0,0 0 0 0 0,0 0 1 0 0,0 0-1 0 0,0 1 0 0 0,0-1 0 0 0,0 1 1 0 0,0-1-1 0 0,0 1 0 0 0,1 0 0 0 0,-1 0 1 0 0,1 0-1 0 0,-5 5 0 0 0,-2 3-2556 0 0</inkml:trace>
</inkml:ink>
</file>

<file path=ppt/ink/ink2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9:38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0 184 848 0 0,'5'-11'1320'0'0,"-1"0"0"0"0,0 0 0 0 0,-1 0 0 0 0,0 0 0 0 0,2-20 0 0 0,-4 20-613 0 0,1 1 1 0 0,0 0-1 0 0,0 1 1 0 0,1-1-1 0 0,1 0 0 0 0,8-17 1 0 0,-12 26-810 0 0,4-8-451 0 0,27 23-10268 0 0</inkml:trace>
</inkml:ink>
</file>

<file path=ppt/ink/ink2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9:38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37 424 0 0,'-15'-36'10368'0'0,"19"42"-10050"0"0,33 41 275 0 0,51 77 435 0 0,-78-108-896 0 0,-1 1-1 0 0,0 0 0 0 0,-1 0 0 0 0,-1 1 0 0 0,9 36 0 0 0,-16-52-125 0 0,1 0 0 0 0,-1 0 0 0 0,0 0 0 0 0,0 0 1 0 0,0 1-1 0 0,0-1 0 0 0,-1 0 0 0 0,1 0 0 0 0,0 0 0 0 0,-1 0 0 0 0,0 0 1 0 0,1 0-1 0 0,-1 0 0 0 0,0 0 0 0 0,0 0 0 0 0,0 0 0 0 0,0 0 0 0 0,0-1 0 0 0,-3 4 1 0 0,1-1-53 0 0,-1-1 1 0 0,0 0 0 0 0,0 0-1 0 0,0 0 1 0 0,0 0-1 0 0,0 0 1 0 0,-1-1 0 0 0,-6 3-1 0 0,3-1-528 0 0,-1-1-1 0 0,0 0 0 0 0,0-1 0 0 0,0 0 0 0 0,-1 0 0 0 0,1-1 0 0 0,-1 0 0 0 0,-15-1 0 0 0,7-4-2477 0 0,1-2 234 0 0</inkml:trace>
</inkml:ink>
</file>

<file path=ppt/ink/ink2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9:39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0 336 132 0 0,'832'-263'14663'0'0,"-626"191"-10920"0"0,-214 80-11045 0 0,-23 9 2782 0 0,4-7 740 0 0</inkml:trace>
</inkml:ink>
</file>

<file path=ppt/ink/ink2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9:41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280 525 656 0 0,'0'0'931'0'0,"0"-11"7273"0"0,19 427-6260 0 0,-9-189-989 0 0,-10-226-925 0 0,0-1 1 0 0,0 0-1 0 0,0 0 1 0 0,0 0-1 0 0,0 0 1 0 0,0 0-1 0 0,0 1 1 0 0,0-1-1 0 0,0 0 1 0 0,0 0-1 0 0,0 0 1 0 0,0 0-1 0 0,0 1 1 0 0,0-1-1 0 0,0 0 1 0 0,0 0-1 0 0,0 0 1 0 0,0 0-1 0 0,0 1 1 0 0,0-1-1 0 0,0 0 1 0 0,0 0-1 0 0,0 0 1 0 0,0 0-1 0 0,0 0 1 0 0,0 1-1 0 0,0-1 1 0 0,0 0-1 0 0,-1 0 1 0 0,1 0-1 0 0,0 0 1 0 0,0 0-1 0 0,0 0 1 0 0,0 1-1 0 0,0-1 1 0 0,0 0-1 0 0,-1 0 1 0 0,1 0-1 0 0,0 0 1 0 0,0 0-1 0 0,0 0 1 0 0,0 0-1 0 0,0 0 1 0 0,-1 0-1 0 0,1 0 1 0 0,0 0-1 0 0,0 0 1 0 0,0 0-1 0 0,0 0 1 0 0,-1 0-1 0 0,1 0 1 0 0,0 0-1 0 0,0 0 1 0 0,0 0-1 0 0,0 0 1 0 0,-1 0-1 0 0,1 0 1 0 0,0 0 0 0 0,0 0-1 0 0,0 0 1 0 0,0 0-1 0 0,0 0 1 0 0,-1-1-1 0 0,1 1 1 0 0,0 0-1 0 0,0 0 1 0 0,0 0-1 0 0,0 0 1 0 0,0 0-1 0 0,-15-17 463 0 0,-14-30-316 0 0,-22-52-129 0 0,5-2-1 0 0,5-2 0 0 0,-48-184 0 0 0,79 249-64 0 0,3 0-1 0 0,1 0 1 0 0,-2-50-1 0 0,7 66 13 0 0,2-1 0 0 0,0 1 0 0 0,1-1 1 0 0,2 1-1 0 0,0 0 0 0 0,1 0 0 0 0,9-23 0 0 0,-12 39-3 0 0,1-1 1 0 0,0 1 0 0 0,1 0 0 0 0,-1 0-1 0 0,1 1 1 0 0,0-1 0 0 0,1 1-1 0 0,-1-1 1 0 0,1 1 0 0 0,0 1-1 0 0,0-1 1 0 0,1 1 0 0 0,-1 0-1 0 0,1 0 1 0 0,0 0 0 0 0,0 1 0 0 0,0 0-1 0 0,1 0 1 0 0,-1 0 0 0 0,1 1-1 0 0,-1 0 1 0 0,14-2 0 0 0,-10 3-11 0 0,-1 1 1 0 0,0 0 0 0 0,0 0-1 0 0,1 0 1 0 0,-1 2-1 0 0,0-1 1 0 0,0 1-1 0 0,0 0 1 0 0,0 1 0 0 0,0 0-1 0 0,0 0 1 0 0,-1 1-1 0 0,1 0 1 0 0,-1 1 0 0 0,0 0-1 0 0,12 9 1 0 0,-9-5 0 0 0,0 1 1 0 0,-1 0-1 0 0,0 1 1 0 0,0 0 0 0 0,-1 0-1 0 0,-1 1 1 0 0,0 0-1 0 0,0 1 1 0 0,-1-1-1 0 0,-1 2 1 0 0,0-1 0 0 0,-1 1-1 0 0,-1-1 1 0 0,0 1-1 0 0,0 1 1 0 0,-2-1-1 0 0,0 0 1 0 0,0 1 0 0 0,-1-1-1 0 0,-1 1 1 0 0,0 0-1 0 0,-2-1 1 0 0,1 1-1 0 0,-2-1 1 0 0,0 0 0 0 0,0 0-1 0 0,-7 17 1 0 0,6-24 8 0 0,0 0 0 0 0,0 0 0 0 0,0-1 0 0 0,-1 1 0 0 0,1-1 0 0 0,-1-1 0 0 0,-1 1 1 0 0,1-1-1 0 0,-1 1 0 0 0,0-2 0 0 0,-1 1 0 0 0,-10 6 0 0 0,-35 15-1463 0 0,2-7-3536 0 0</inkml:trace>
</inkml:ink>
</file>

<file path=ppt/ink/ink2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9:42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44 392 0 0,'7'7'546'0'0,"-1"1"0"0"0,1 1 1 0 0,-2-1-1 0 0,1 1 0 0 0,-1 0 0 0 0,-1 0 0 0 0,1 0 1 0 0,-2 1-1 0 0,1-1 0 0 0,-1 1 0 0 0,-1 0 0 0 0,3 14 2734 0 0,-4-30-3070 0 0,1-10-73 0 0,2 1 0 0 0,0 0 1 0 0,0 0-1 0 0,11-22 1 0 0,-12 31-342 0 0,0 0 0 0 0,0 0 1 0 0,1 1-1 0 0,0-1 0 0 0,0 1 1 0 0,7-7-1 0 0,-8 9-209 0 0,0 1 0 0 0,-1 0 0 0 0,1 0-1 0 0,0 0 1 0 0,0 0 0 0 0,0 1 0 0 0,1-1 0 0 0,-1 1 0 0 0,0-1 0 0 0,1 1-1 0 0,-1 0 1 0 0,0 1 0 0 0,6-2 0 0 0,7 1-1788 0 0</inkml:trace>
</inkml:ink>
</file>

<file path=ppt/ink/ink2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9:43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0 314 148 0 0,'0'0'1229'0'0,"5"-1"-660"0"0,21-8 334 0 0,0-1 0 0 0,0-1 0 0 0,38-24 0 0 0,-50 27-529 0 0,0-2 1 0 0,-1 1 0 0 0,-1-2 0 0 0,1 1-1 0 0,-2-2 1 0 0,0 0 0 0 0,19-25-1 0 0,-20 17 826 0 0,-19 24-508 0 0,5 1-648 0 0,0-1 0 0 0,0 1 0 0 0,0-1 0 0 0,1 1 0 0 0,0 0 0 0 0,-5 8 1 0 0,6-7-51 0 0,0 0 1 0 0,0 1-1 0 0,1-1 1 0 0,-1 1 0 0 0,1-1-1 0 0,1 1 1 0 0,-1-1-1 0 0,1 1 1 0 0,0-1-1 0 0,1 1 1 0 0,-1-1 0 0 0,1 1-1 0 0,3 8 1 0 0,-3-12-12 0 0,0 1 0 0 0,1-1 0 0 0,-1 0 0 0 0,1 0 0 0 0,0 0 0 0 0,0 0 0 0 0,0 0 1 0 0,0 0-1 0 0,1 0 0 0 0,-1-1 0 0 0,1 1 0 0 0,-1-1 0 0 0,1 0 0 0 0,0 0 0 0 0,0 0 0 0 0,0 0 0 0 0,0 0 0 0 0,0-1 1 0 0,1 1-1 0 0,-1-1 0 0 0,0 0 0 0 0,1 0 0 0 0,-1 0 0 0 0,1 0 0 0 0,3 0 0 0 0,-4-1 14 0 0,0-1 0 0 0,0 1 0 0 0,0-1 1 0 0,0 0-1 0 0,0 1 0 0 0,0-1 0 0 0,-1 0 0 0 0,1-1 0 0 0,0 1 0 0 0,-1 0 0 0 0,1-1 0 0 0,-1 0 0 0 0,1 1 0 0 0,-1-1 0 0 0,1 0 0 0 0,1-3 0 0 0,31-33-31 0 0,-27 26 231 0 0,0-1 0 0 0,-2 1 0 0 0,1-1 1 0 0,-1 0-1 0 0,-1 0 0 0 0,-1-1 0 0 0,5-20 1 0 0,-4 8 225 0 0,-1-1 1 0 0,-1 0 0 0 0,0-28 0 0 0,-7 239 903 0 0,10-78-1187 0 0,31 182 239 0 0,-36-288-320 0 0,-1 0 1 0 0,0 0-1 0 0,0 0 1 0 0,0 0 0 0 0,0 0-1 0 0,0 0 1 0 0,0 0-1 0 0,0 0 1 0 0,0 0 0 0 0,0 0-1 0 0,0 0 1 0 0,0 0 0 0 0,1 0-1 0 0,-1 0 1 0 0,0 0-1 0 0,0 0 1 0 0,0 0 0 0 0,0-24 311 0 0,4-67-678 0 0,4 59 132 0 0,0 0 1 0 0,20-46 0 0 0,-24 67 110 0 0,1 1-1 0 0,0 0 1 0 0,0 1-1 0 0,1-1 0 0 0,0 1 1 0 0,1 0-1 0 0,0 0 1 0 0,0 1-1 0 0,1 0 1 0 0,0 0-1 0 0,14-9 1 0 0,-19 15 9 0 0,0 0 0 0 0,0 1 1 0 0,0-1-1 0 0,1 1 1 0 0,-1 0-1 0 0,0 0 0 0 0,1 0 1 0 0,-1 1-1 0 0,1-1 1 0 0,-1 1-1 0 0,1 0 0 0 0,5 0 1 0 0,-7 0 16 0 0,0 0 1 0 0,0 1-1 0 0,-1-1 1 0 0,1 1-1 0 0,0-1 1 0 0,-1 1-1 0 0,1-1 1 0 0,-1 1-1 0 0,1 0 1 0 0,-1 0-1 0 0,1 0 1 0 0,-1-1-1 0 0,1 2 1 0 0,-1-1-1 0 0,0 0 1 0 0,1 0-1 0 0,-1 0 1 0 0,0 1-1 0 0,0-1 1 0 0,0 0-1 0 0,0 1 1 0 0,0-1-1 0 0,0 1 1 0 0,-1-1 0 0 0,1 1-1 0 0,0 2 1 0 0,0-2-15 0 0,-1 0 1 0 0,0 0-1 0 0,0 0 1 0 0,0 1-1 0 0,0-1 1 0 0,0 0-1 0 0,0 0 0 0 0,-1 1 1 0 0,1-1-1 0 0,-1 0 1 0 0,1 0-1 0 0,-1 0 1 0 0,0 0-1 0 0,0 0 1 0 0,0 0-1 0 0,0 0 1 0 0,-2 3-1 0 0,-28 33-3756 0 0,19-25-427 0 0,2-2 1749 0 0</inkml:trace>
</inkml:ink>
</file>

<file path=ppt/ink/ink2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9:43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1 125 692 0 0,'0'0'979'0'0,"39"-9"3751"0"0,119-15-2158 0 0,92 11-1304 0 0,-182 11-927 0 0,160 0 342 0 0,33-1 18 0 0,-244 2-524 0 0,-15 2-113 0 0,1-1 0 0 0,-1 0 1 0 0,1 0-1 0 0,-1 0 0 0 0,1-1 0 0 0,-1 1 0 0 0,0-1 1 0 0,1 1-1 0 0,-1-1 0 0 0,1 0 0 0 0,-1 0 0 0 0,0 0 1 0 0,2-1-1 0 0,-2 1 129 0 0,-26-27 13 0 0,-42-6-19 0 0,64 33-224 0 0,2 1 30 0 0,-1 0 0 0 0,0 0 0 0 0,1 0-1 0 0,-1 0 1 0 0,1 0 0 0 0,-1 1 0 0 0,0-1-1 0 0,1 0 1 0 0,-1 0 0 0 0,1 0 0 0 0,-1 1-1 0 0,1-1 1 0 0,-1 0 0 0 0,1 1 0 0 0,-1-1-1 0 0,1 0 1 0 0,-1 1 0 0 0,1-1 0 0 0,-1 1 0 0 0,1-1-1 0 0,0 1 1 0 0,-1-1 0 0 0,1 1 0 0 0,0-1-1 0 0,-1 1 1 0 0,1-1 0 0 0,0 1 0 0 0,0-1-1 0 0,0 1 1 0 0,-1 0 0 0 0,1-1 0 0 0,0 1-1 0 0,0-1 1 0 0,0 1 0 0 0,0 0 0 0 0,0-1 0 0 0,0 1-1 0 0,0-1 1 0 0,0 1 0 0 0,0 1 0 0 0,-1 12-336 0 0,-1 1 1 0 0,-1 0 0 0 0,-1-1-1 0 0,0 1 1 0 0,-1-1 0 0 0,0 0-1 0 0,-1-1 1 0 0,-1 1 0 0 0,0-1-1 0 0,-1 0 1 0 0,0-1 0 0 0,-1 0-1 0 0,-14 15 1 0 0,-5 3-2875 0 0,-2-1 244 0 0</inkml:trace>
</inkml:ink>
</file>

<file path=ppt/ink/ink2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9:44.5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47 724 0 0,'-2'-18'1458'0'0,"-3"-10"6908"0"0,1 91-7937 0 0,-1-3-6 0 0,4 1 1 0 0,5 62-1 0 0,-2-111-316 0 0,0 1 1 0 0,1-1-1 0 0,1 0 0 0 0,0 0 0 0 0,0 0 1 0 0,1-1-1 0 0,7 12 0 0 0,-11-22-91 0 0,0 0-1 0 0,0 0 0 0 0,0-1 1 0 0,0 1-1 0 0,0 0 0 0 0,0-1 1 0 0,1 1-1 0 0,-1 0 1 0 0,0-1-1 0 0,0 0 0 0 0,0 1 1 0 0,0-1-1 0 0,1 0 1 0 0,-1 1-1 0 0,0-1 0 0 0,0 0 1 0 0,1 0-1 0 0,-1 0 0 0 0,0 0 1 0 0,1 0-1 0 0,-1 0 1 0 0,0-1-1 0 0,0 1 0 0 0,0 0 1 0 0,1-1-1 0 0,-1 1 1 0 0,0-1-1 0 0,0 1 0 0 0,0-1 1 0 0,2-1-1 0 0,33-19 192 0 0,50-64 120 0 0,-85 84-351 0 0,0 0 21 0 0,-1 1 1 0 0,0-1-1 0 0,0 1 1 0 0,0 0-1 0 0,0-1 1 0 0,1 1 0 0 0,-1 0-1 0 0,0-1 1 0 0,0 1-1 0 0,0 0 1 0 0,1-1-1 0 0,-1 1 1 0 0,0 0-1 0 0,1-1 1 0 0,-1 1-1 0 0,0 0 1 0 0,1 0-1 0 0,-1 0 1 0 0,0-1-1 0 0,1 1 1 0 0,-1 0-1 0 0,1 0 1 0 0,-1 0-1 0 0,0 0 1 0 0,1 0-1 0 0,-1-1 1 0 0,0 1-1 0 0,1 0 1 0 0,-1 0-1 0 0,1 0 1 0 0,-1 0-1 0 0,1 0 1 0 0,-1 0-1 0 0,0 1 1 0 0,1-1-1 0 0,-1 0 1 0 0,1 0-1 0 0,-1 0 1 0 0,0 0-1 0 0,1 0 1 0 0,-1 1-1 0 0,0-1 1 0 0,1 0-1 0 0,-1 0 1 0 0,0 0-1 0 0,1 1 1 0 0,-1-1-1 0 0,1 1 1 0 0,22 11-89 0 0,-21-11 94 0 0,5 3-22 0 0,6 4-8 0 0,0-2 0 0 0,1 1 0 0 0,0-1 0 0 0,0-1-1 0 0,17 4 1 0 0,-26-9 30 0 0,-1 1-1 0 0,1-1 0 0 0,0 0 0 0 0,-1 0 1 0 0,1 0-1 0 0,0 0 0 0 0,-1-1 1 0 0,1 0-1 0 0,0 0 0 0 0,-1 0 1 0 0,1-1-1 0 0,-1 0 0 0 0,0 1 0 0 0,1-1 1 0 0,-1-1-1 0 0,0 1 0 0 0,0-1 1 0 0,0 0-1 0 0,-1 1 0 0 0,7-7 1 0 0,13-14 16 0 0,-11 10-37 0 0,1-1 0 0 0,1 2 0 0 0,0-1 1 0 0,1 2-1 0 0,0 0 0 0 0,1 1 0 0 0,0 1 1 0 0,25-11-1 0 0,-38 20 8 0 0,0-1 0 0 0,1 1 0 0 0,-1 0 0 0 0,1 0-1 0 0,-1 0 1 0 0,0 1 0 0 0,1-1 0 0 0,-1 1 0 0 0,0 0 0 0 0,1 0 0 0 0,-1 0 0 0 0,0 0 0 0 0,0 1 0 0 0,0-1 0 0 0,0 1-1 0 0,0 0 1 0 0,0 0 0 0 0,0 0 0 0 0,-1 0 0 0 0,1 0 0 0 0,-1 1 0 0 0,0-1 0 0 0,4 6 0 0 0,-1-3 2 0 0,0 1 0 0 0,-1 0 0 0 0,1 0 0 0 0,-2 0-1 0 0,1 0 1 0 0,-1 1 0 0 0,0 0 0 0 0,0-1 0 0 0,3 15 0 0 0,-2-2 19 0 0,-3-14-146 0 0,0 0 0 0 0,0 0 1 0 0,0 0-1 0 0,-1 1 0 0 0,0-1 0 0 0,0 0 0 0 0,0 1 0 0 0,-1-1 0 0 0,1 0 0 0 0,-3 7 0 0 0,2-9-480 0 0,1 9-634 0 0</inkml:trace>
</inkml:ink>
</file>

<file path=ppt/ink/ink2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9:44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4 504 0 0,'0'0'947'0'0,"7"-3"3586"0"0,3 38-3051 0 0,-1 0 1 0 0,5 57-1 0 0,8 30 68 0 0,-4-13-459 0 0,-7-33-404 0 0,-8-64-654 0 0,-1-6-325 0 0,-1 1 0 0 0,1 0 0 0 0,-1-1-1 0 0,-1 1 1 0 0,1 0 0 0 0,-1 0 0 0 0,0-1-1 0 0,-1 1 1 0 0,1 0 0 0 0,-3 7 0 0 0,2-13-620 0 0</inkml:trace>
</inkml:ink>
</file>

<file path=ppt/ink/ink2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9:45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1 492 28 0 0,'19'-2'501'0'0,"0"-1"-1"0"0,-1-1 1 0 0,1 0-1 0 0,-1-1 1 0 0,0-2 0 0 0,0 1-1 0 0,0-2 1 0 0,-1-1 0 0 0,0 0-1 0 0,-1-1 1 0 0,19-14-1 0 0,-24 14-244 0 0,0 1 0 0 0,-1-2 0 0 0,0 1 0 0 0,-1-1 0 0 0,0-1 0 0 0,-1 0 0 0 0,0 0-1 0 0,0 0 1 0 0,-2-1 0 0 0,0 0 0 0 0,0-1 0 0 0,-1 1 0 0 0,0-1 0 0 0,-2 0 0 0 0,4-18 0 0 0,-5 13 275 0 0,-1 0 1 0 0,0 0-1 0 0,-1-1 1 0 0,-1 1 0 0 0,-1 0-1 0 0,-1 0 1 0 0,-8-29 0 0 0,11 48-521 0 0,0 0 0 0 0,0 0 0 0 0,0-1 0 0 0,0 1 0 0 0,0 0 0 0 0,0 0 0 0 0,0 0 0 0 0,0-1 0 0 0,0 1 0 0 0,0 0 0 0 0,0 0 0 0 0,0-1 0 0 0,0 1 0 0 0,0 0 0 0 0,0 0 0 0 0,0 0 0 0 0,0-1 0 0 0,0 1 0 0 0,-1 0 0 0 0,1 0 0 0 0,0 0 0 0 0,0 0 0 0 0,0-1 0 0 0,0 1 0 0 0,0 0 0 0 0,-1 0 0 0 0,1 0 0 0 0,0 0 0 0 0,0 0 0 0 0,0-1 0 0 0,-1 1 0 0 0,1 0 0 0 0,0 0 0 0 0,0 0 0 0 0,0 0 0 0 0,-1 0 0 0 0,1 0 0 0 0,0 0 0 0 0,0 0 0 0 0,0 0 0 0 0,-1 0 0 0 0,1 0 0 0 0,0 0 0 0 0,0 0 0 0 0,0 0 0 0 0,-1 0 0 0 0,1 0 0 0 0,0 0 0 0 0,0 0 0 0 0,-1 0 0 0 0,1 0 0 0 0,0 0 0 0 0,0 0 0 0 0,0 0 0 0 0,-1 0 0 0 0,1 1 0 0 0,0-1 0 0 0,0 0 0 0 0,0 0 0 0 0,0 0 0 0 0,-1 0 0 0 0,1 0 0 0 0,0 1 0 0 0,0-1 0 0 0,0 0 0 0 0,0 0 0 0 0,0 1 0 0 0,-9 16 20 0 0,2 0 0 0 0,1 1 0 0 0,0 0 0 0 0,1 0 0 0 0,1 0 0 0 0,0 1-1 0 0,2 0 1 0 0,-1 29 0 0 0,10 163 131 0 0,-4-171-130 0 0,0-13-13 0 0,0 1 0 0 0,2-1 0 0 0,13 44 0 0 0,-16-63 0 0 0,1 1 0 0 0,0 0-1 0 0,1-1 1 0 0,0 1 0 0 0,1-1 0 0 0,-1 0 0 0 0,2 0 0 0 0,-1-1 0 0 0,1 0 0 0 0,0 0 0 0 0,0 0 0 0 0,1 0 0 0 0,0-1 0 0 0,12 8 0 0 0,-13-11-2 0 0,-1-1 0 0 0,1 0 0 0 0,-1-1 0 0 0,1 1 0 0 0,0-1 0 0 0,-1 0 0 0 0,1-1 1 0 0,0 1-1 0 0,0-1 0 0 0,0 0 0 0 0,0-1 0 0 0,0 1 0 0 0,-1-1 0 0 0,1 0 0 0 0,7-3 0 0 0,12-3 32 0 0,0-2-1 0 0,25-13 0 0 0,-24 11-14 0 0,6-4-411 0 0,45-28 0 0 0,-76 42-183 0 0,4 7-3714 0 0,1 0-737 0 0</inkml:trace>
</inkml:ink>
</file>

<file path=ppt/ink/ink2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9:57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43 976 0 0,'11'-19'4795'0'0,"-10"18"-4120"0"0,1-1-1 0 0,-1 1 0 0 0,0-1 0 0 0,0 0 1 0 0,0 1-1 0 0,0-1 0 0 0,-1 1 1 0 0,1-1-1 0 0,0 0 0 0 0,-1 0 1 0 0,1 0-1 0 0,0-2 0 0 0,18 34 356 0 0,-13-13-771 0 0,40 137 461 0 0,-42-133-1133 0 0,-1 0 0 0 0,-1 1 0 0 0,0-1 0 0 0,-2 1 0 0 0,-3 33 1 0 0,-17 26-3567 0 0,10-48 362 0 0,3-4-24 0 0</inkml:trace>
</inkml:ink>
</file>

<file path=ppt/ink/ink2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39:59.8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16 1372 0 0,'-1'-1'520'0'0,"1"-1"-1"0"0,-1 1 0 0 0,-1 0 1 0 0,1 0-1 0 0,0 0 1 0 0,0 0-1 0 0,0 0 0 0 0,-1 0 1 0 0,1 0-1 0 0,0 0 1 0 0,-1 0-1 0 0,1 1 0 0 0,-1-1 1 0 0,-1 0-1 0 0,2 1-360 0 0,1 0 0 0 0,-1 0 1 0 0,1 0-1 0 0,-1 0 0 0 0,0 0 0 0 0,1 0 0 0 0,-1 0 0 0 0,0 1 0 0 0,1-1 0 0 0,-1 0 0 0 0,1 0 1 0 0,-1 1-1 0 0,1-1 0 0 0,-1 0 0 0 0,1 1 0 0 0,-1-1 0 0 0,1 0 0 0 0,-1 1 0 0 0,1-1 0 0 0,-1 1 1 0 0,1-1-1 0 0,-1 1 0 0 0,1-1 0 0 0,-1 2 0 0 0,-2 4 165 0 0,1 0-1 0 0,-1 0 1 0 0,1 0 0 0 0,0 1-1 0 0,-1 10 1 0 0,-1-2-12 0 0,0 8-354 0 0,1-1-1 0 0,1 0 0 0 0,1 0 1 0 0,3 29-1 0 0,-2 29-2107 0 0,-6-16-4285 0 0,3-37 2726 0 0</inkml:trace>
</inkml:ink>
</file>

<file path=ppt/ink/ink2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0:00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73 996 0 0,'4'-72'14953'0'0,"-6"79"-14629"0"0,-14 56 368 0 0,-8 72 0 0 0,16-74-1682 0 0,-4-1-1 0 0,-20 62 1 0 0,19-86-3030 0 0,-31 62 0 0 0,24-62 282 0 0</inkml:trace>
</inkml:ink>
</file>

<file path=ppt/ink/ink2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0:05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77 548 0 0,'-4'-9'762'0'0,"1"2"381"0"0,0 0-1 0 0,0-1 1 0 0,1 0-1 0 0,0 0 1 0 0,0 1 0 0 0,0-15-1 0 0,22 44-499 0 0,-4 1-422 0 0,-2 2 1 0 0,-1-1-1 0 0,-1 2 0 0 0,13 38 1 0 0,-9-22-38 0 0,14 36 68 0 0,3 5 110 0 0,67 128 0 0 0,-89-188-269 0 0,-10-19 45 0 0,1 0 0 0 0,0 0 0 0 0,0 0 1 0 0,0-1-1 0 0,0 1 0 0 0,0-1 0 0 0,1 1 1 0 0,0-1-1 0 0,0 0 0 0 0,4 4 0 0 0,-6-6 200 0 0,1-6-27 0 0,9-38 65 0 0,-2 0 0 0 0,-2-1 0 0 0,3-76 0 0 0,3-25-335 0 0,-12 138-84 0 0,2-18-408 0 0,1 0 0 0 0,1 0 0 0 0,0 1-1 0 0,2 0 1 0 0,2 0 0 0 0,11-25 0 0 0,-3 27-1681 0 0,-1 12-3159 0 0,-5 7 2250 0 0</inkml:trace>
</inkml:ink>
</file>

<file path=ppt/ink/ink2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0:06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1 528 388 0 0,'0'1'332'0'0,"1"0"0"0"0,-1-1-1 0 0,1 1 1 0 0,0-1 0 0 0,-1 1 0 0 0,1 0-1 0 0,0-1 1 0 0,-1 1 0 0 0,1-1 0 0 0,0 0 0 0 0,0 1-1 0 0,0-1 1 0 0,-1 0 0 0 0,1 1 0 0 0,0-1-1 0 0,0 0 1 0 0,0 0 0 0 0,0 0 0 0 0,0 0 0 0 0,1 0-1 0 0,10-6 2 0 0,0-2 0 0 0,0 0 0 0 0,-1 0 0 0 0,0-1 0 0 0,0 0 0 0 0,-1-1 0 0 0,0-1 0 0 0,-1 1 0 0 0,0-1 0 0 0,0-1 0 0 0,-2 0 0 0 0,1 0 0 0 0,-2 0 0 0 0,1-1 0 0 0,-2 0 0 0 0,0 0 0 0 0,7-25 0 0 0,-12 11 50 0 0,1 26-370 0 0,-1 0 0 0 0,0 1-1 0 0,0-1 1 0 0,0 0 0 0 0,0 0 0 0 0,0 0-1 0 0,0 0 1 0 0,0 0 0 0 0,-1 0 0 0 0,1 1-1 0 0,0-1 1 0 0,0 0 0 0 0,-1 0 0 0 0,1 0-1 0 0,0 1 1 0 0,-1-1 0 0 0,1 0 0 0 0,-1 0-1 0 0,1 1 1 0 0,-1-1 0 0 0,1 0 0 0 0,-1 1-1 0 0,0-1 1 0 0,1 0 0 0 0,-1 1 0 0 0,0-1-1 0 0,1 1 1 0 0,-2-1 0 0 0,-2 2-10 0 0,1-1 1 0 0,0 1-1 0 0,0 1 1 0 0,0-1-1 0 0,-1 0 1 0 0,1 1-1 0 0,1 0 1 0 0,-1-1-1 0 0,0 1 1 0 0,0 0-1 0 0,1 1 1 0 0,-1-1-1 0 0,1 0 1 0 0,0 1-1 0 0,-1-1 1 0 0,-1 5-1 0 0,-31 47 32 0 0,30-43-43 0 0,-1 1 1 0 0,2 0-1 0 0,0 0 0 0 0,1 1 1 0 0,0-1-1 0 0,0 1 0 0 0,1-1 1 0 0,1 1-1 0 0,0 0 0 0 0,1 0 1 0 0,3 22-1 0 0,-2-29-3 0 0,0 0 0 0 0,0 0-1 0 0,1-1 1 0 0,-1 1 0 0 0,2 0 0 0 0,-1-1-1 0 0,1 1 1 0 0,-1-1 0 0 0,1 0 0 0 0,1 0 0 0 0,-1 0-1 0 0,1 0 1 0 0,0-1 0 0 0,0 1 0 0 0,0-1 0 0 0,1 0-1 0 0,-1 0 1 0 0,1 0 0 0 0,0-1 0 0 0,0 0 0 0 0,0 0-1 0 0,1 0 1 0 0,-1-1 0 0 0,1 1 0 0 0,0-1-1 0 0,10 2 1 0 0,-9-3 12 0 0,1-1-1 0 0,-1 0 0 0 0,0 0 0 0 0,1-1 1 0 0,-1 0-1 0 0,0 0 0 0 0,0 0 0 0 0,0-1 1 0 0,0 0-1 0 0,0-1 0 0 0,0 1 0 0 0,0-1 1 0 0,-1-1-1 0 0,0 1 0 0 0,1-1 0 0 0,-1 0 1 0 0,0-1-1 0 0,-1 1 0 0 0,8-8 0 0 0,10-11 4 0 0,0 0-1 0 0,36-51 0 0 0,-40 46 49 0 0,-1-1 1 0 0,-2-1-1 0 0,18-45 1 0 0,-34 74-46 0 0,2-33 132 0 0,-4 35-171 0 0,0 1-1 0 0,1-1 1 0 0,-1 1 0 0 0,1 0-1 0 0,0-1 1 0 0,-1 1 0 0 0,1 0-1 0 0,0 0 1 0 0,0 0 0 0 0,0 0-1 0 0,0 0 1 0 0,0 0-1 0 0,0 0 1 0 0,1 0 0 0 0,-1 0-1 0 0,1 0 1 0 0,0 0 0 0 0,-1 1-1 0 0,1-1 1 0 0,0 0 0 0 0,0 0-1 0 0,0 0 1 0 0,1 1 0 0 0,-1-1-1 0 0,0 0 1 0 0,1 0 0 0 0,-1 0-1 0 0,1 0 1 0 0,0 0 0 0 0,0 0-1 0 0,0 0 1 0 0,0 0 0 0 0,0 0-1 0 0,0 0 1 0 0,1 0 0 0 0,1 2-1 0 0,20 27-697 0 0,35 67-1 0 0,-22-34 204 0 0,-34-61 488 0 0,0 1 0 0 0,0-1-1 0 0,1 1 1 0 0,-1-1 0 0 0,1 0 0 0 0,0 0 0 0 0,0 0 0 0 0,0 0-1 0 0,0 0 1 0 0,1-1 0 0 0,-1 0 0 0 0,1 1 0 0 0,-1-1-1 0 0,1 0 1 0 0,0-1 0 0 0,0 1 0 0 0,0-1 0 0 0,6 2-1 0 0,-5-2 30 0 0,0-1 0 0 0,-1-1-1 0 0,1 1 1 0 0,-1 0-1 0 0,1-1 1 0 0,-1 0-1 0 0,1 0 1 0 0,-1 0-1 0 0,0-1 1 0 0,1 0-1 0 0,-1 1 1 0 0,0-1 0 0 0,0-1-1 0 0,0 1 1 0 0,0-1-1 0 0,-1 1 1 0 0,5-4-1 0 0,6-7 32 0 0,-1-1-1 0 0,0 0 1 0 0,-1 0 0 0 0,0-1-1 0 0,-1-1 1 0 0,-1 0-1 0 0,0 0 1 0 0,-1-1 0 0 0,11-31-1 0 0,-4 2 260 0 0,-2 0 0 0 0,13-77 0 0 0,-13-49 2771 0 0,-14 170-2383 0 0,-2 11-597 0 0,-8 32 3 0 0,2 1 0 0 0,2 0 0 0 0,2 0 0 0 0,2 0 0 0 0,4 65 0 0 0,-2-103-100 0 0,1 1 1 0 0,-1 0-1 0 0,1 0 0 0 0,1 0 1 0 0,-1 0-1 0 0,0-1 0 0 0,1 1 0 0 0,0-1 1 0 0,0 1-1 0 0,1-1 0 0 0,-1 0 1 0 0,1 0-1 0 0,0 0 0 0 0,0 0 0 0 0,0 0 1 0 0,4 3-1 0 0,1-1-8 0 0,0-2 1 0 0,0 1-1 0 0,0-1 0 0 0,0 0 0 0 0,0-1 1 0 0,1 0-1 0 0,15 4 0 0 0,-10-4 2 0 0,-6-1-8 0 0,0-1 1 0 0,-1 1-1 0 0,1 0 0 0 0,-1 1 0 0 0,1 0 0 0 0,-1 0 0 0 0,0 1 0 0 0,0-1 0 0 0,0 2 0 0 0,-1-1 0 0 0,1 1 0 0 0,8 9 0 0 0,-14-13 37 0 0,0 0-1 0 0,-1 1 1 0 0,0 0-1 0 0,1-1 1 0 0,-1 1 0 0 0,0-1-1 0 0,0 1 1 0 0,0-1-1 0 0,0 1 1 0 0,0 0 0 0 0,0-1-1 0 0,0 1 1 0 0,0-1 0 0 0,-1 1-1 0 0,1-1 1 0 0,0 1-1 0 0,-1-1 1 0 0,0 1 0 0 0,1-1-1 0 0,-1 1 1 0 0,0-1-1 0 0,0 0 1 0 0,0 1 0 0 0,0-1-1 0 0,0 0 1 0 0,0 0 0 0 0,0 1-1 0 0,0-1 1 0 0,0 0-1 0 0,0 0 1 0 0,-2 0 0 0 0,-40 31-32 0 0,-34 2-780 0 0,45-25-6491 0 0</inkml:trace>
</inkml:ink>
</file>

<file path=ppt/ink/ink2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0:07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1 108 1012 0 0,'5'-4'1009'0'0,"1"0"-1"0"0,0 1 1 0 0,0 0-1 0 0,0 0 1 0 0,10-3-1 0 0,63-12 533 0 0,-43 11-847 0 0,58-11 642 0 0,165-9 1 0 0,-21 19-831 0 0,-127 5-656 0 0,-43 0-163 0 0,-91 3 364 0 0,2 0 292 0 0,0 1 1 0 0,0 1-1 0 0,-36 7 1 0 0,51-7-336 0 0,1-1-1 0 0,-1 1 1 0 0,1 0-1 0 0,0 0 1 0 0,0 1-1 0 0,0-1 1 0 0,0 1 0 0 0,0 0-1 0 0,1 1 1 0 0,-1-1-1 0 0,1 1 1 0 0,0 0-1 0 0,0 0 1 0 0,0 0 0 0 0,0 0-1 0 0,1 1 1 0 0,0-1-1 0 0,0 1 1 0 0,-4 10 0 0 0,-12 40-2334 0 0,11-18-3168 0 0,7-19 2247 0 0</inkml:trace>
</inkml:ink>
</file>

<file path=ppt/ink/ink2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0:07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145 386 500 0 0,'0'0'101'0'0,"0"0"-1"0"0,0 0 1 0 0,0 0 0 0 0,0 0-1 0 0,0 0 1 0 0,0-1 0 0 0,1 1-1 0 0,-1 0 1 0 0,0 0 0 0 0,0 0-1 0 0,0 0 1 0 0,0 0 0 0 0,0 0-1 0 0,0 0 1 0 0,1-1 0 0 0,-1 1-1 0 0,0 0 1 0 0,0 0 0 0 0,0 0-1 0 0,0 0 1 0 0,0 0 0 0 0,1 0-1 0 0,-1 0 1 0 0,0 0 0 0 0,0 0-1 0 0,0 0 1 0 0,0 0 0 0 0,1 0-1 0 0,-1 0 1 0 0,0 0 0 0 0,0 0-1 0 0,0 0 1 0 0,0 0 0 0 0,1 0-1 0 0,-1 0 1 0 0,0 0 0 0 0,0 0-1 0 0,0 0 1 0 0,0 0 0 0 0,0 1-1 0 0,1-1 1 0 0,-1 0 0 0 0,0 0-1 0 0,0 0 1 0 0,0 0 0 0 0,0 0-1 0 0,0 0 1 0 0,0 0 0 0 0,1 1-1 0 0,-1-1 1 0 0,0 0 0 0 0,0 0-1 0 0,0 0 1 0 0,0 0 0 0 0,0 0-1 0 0,0 1 1 0 0,0-1-1 0 0,0 0 1 0 0,4 18 1656 0 0,-1 34-2006 0 0,-3-41 1029 0 0,1 25-348 0 0,-1 24 139 0 0,2 1 0 0 0,3-1 0 0 0,3-1 0 0 0,22 82 0 0 0,-30-137-260 0 0,1 0 0 0 0,0 0 0 0 0,-1 0 0 0 0,0 0 0 0 0,0 0 0 0 0,0 0 0 0 0,0 1 1 0 0,-1-1-1 0 0,-1 6 0 0 0,-8-20-199 0 0,1-2-1 0 0,0 1 1 0 0,0-1 0 0 0,2 0 0 0 0,-1-1-1 0 0,1 0 1 0 0,1 0 0 0 0,1-1 0 0 0,-7-22 0 0 0,-4-20 149 0 0,-9-67 0 0 0,18 80-179 0 0,3 0 1 0 0,1 0-1 0 0,2 0 0 0 0,5-44 1 0 0,-1 60-59 0 0,0 0 0 0 0,2 1 0 0 0,1 0 1 0 0,1 0-1 0 0,2 0 0 0 0,0 1 1 0 0,22-41-1 0 0,-27 58-56 0 0,1 1 0 0 0,0 0 1 0 0,1 0-1 0 0,-1 0 0 0 0,1 1 0 0 0,1-1 1 0 0,-1 1-1 0 0,1 1 0 0 0,0-1 0 0 0,0 1 1 0 0,1 1-1 0 0,0-1 0 0 0,-1 1 0 0 0,1 0 1 0 0,10-2-1 0 0,-14 5-10 0 0,1 0-1 0 0,0 0 1 0 0,-1 0 0 0 0,1 0 0 0 0,0 1 0 0 0,0 0 0 0 0,0 0-1 0 0,0 1 1 0 0,-1-1 0 0 0,1 1 0 0 0,0 0 0 0 0,0 0-1 0 0,-1 1 1 0 0,1-1 0 0 0,-1 1 0 0 0,1 0 0 0 0,-1 0-1 0 0,0 1 1 0 0,0-1 0 0 0,0 1 0 0 0,0 0 0 0 0,0 0 0 0 0,0 0-1 0 0,-1 0 1 0 0,0 1 0 0 0,1 0 0 0 0,-1-1 0 0 0,2 6-1 0 0,0-3-11 0 0,-1 1 0 0 0,0 0 0 0 0,-1 0 0 0 0,0 0 0 0 0,0 0 0 0 0,0 1 0 0 0,-1-1 0 0 0,0 1 0 0 0,0 0 0 0 0,-1 0 0 0 0,0-1 0 0 0,-1 1 0 0 0,1 0 0 0 0,-2 0 0 0 0,1 0-1 0 0,-1-1 1 0 0,0 1 0 0 0,-1 0 0 0 0,1 0 0 0 0,-2-1 0 0 0,1 1 0 0 0,-1-1 0 0 0,0 0 0 0 0,0 0 0 0 0,-1 0 0 0 0,0 0 0 0 0,0-1 0 0 0,-8 9 0 0 0,0 0-14 0 0,0 0 0 0 0,-2-1 0 0 0,1 0 1 0 0,-2-2-1 0 0,0 1 0 0 0,0-2 0 0 0,-1 0 0 0 0,0-1 0 0 0,-1 0 1 0 0,-27 10-1 0 0,-48 10-249 0 0,83-28-288 0 0,0 0 1 0 0,0-1 0 0 0,0 1-1 0 0,-1-2 1 0 0,1 1 0 0 0,0-1-1 0 0,-19-3 1 0 0</inkml:trace>
</inkml:ink>
</file>

<file path=ppt/ink/ink2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0:08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134 173 1036 0 0,'0'0'1200'0'0,"0"-17"3301"0"0,-2 13-4691 0 0,2 2 433 0 0,0 1 1 0 0,0 0 0 0 0,0-1 0 0 0,-1 1 0 0 0,1 0 0 0 0,-1-1 0 0 0,1 1 0 0 0,-1 0 0 0 0,1-1 0 0 0,-1 1 0 0 0,0 0-1 0 0,1 0 1 0 0,-1 0 0 0 0,0 0 0 0 0,0 0 0 0 0,0 0 0 0 0,0 0 0 0 0,0 0 0 0 0,0 0 0 0 0,0 0 0 0 0,0 0-1 0 0,-1 1 1 0 0,1-1 0 0 0,0 0 0 0 0,0 1 0 0 0,-1-1 0 0 0,-1 0 0 0 0,1 1 100 0 0,-18 14 228 0 0,12-7-476 0 0,0 0 0 0 0,1 1 0 0 0,0 0 0 0 0,0 0 0 0 0,1 0 0 0 0,0 1 1 0 0,1 0-1 0 0,0 0 0 0 0,0 1 0 0 0,1-1 0 0 0,0 1 0 0 0,1 0 0 0 0,0 0 0 0 0,0 0 0 0 0,1 1 0 0 0,-1 19 0 0 0,3-30-100 0 0,0 1 0 0 0,0 0 0 0 0,0 0 0 0 0,0 0 0 0 0,1 0 0 0 0,-1 0 0 0 0,0 0-1 0 0,0 0 1 0 0,1-1 0 0 0,-1 1 0 0 0,1 0 0 0 0,-1 0 0 0 0,1 0 0 0 0,-1-1 0 0 0,1 1-1 0 0,-1 0 1 0 0,1-1 0 0 0,-1 1 0 0 0,1 0 0 0 0,0-1 0 0 0,-1 1 0 0 0,1-1-1 0 0,0 1 1 0 0,0-1 0 0 0,-1 1 0 0 0,1-1 0 0 0,0 0 0 0 0,0 1 0 0 0,0-1 0 0 0,0 0-1 0 0,0 1 1 0 0,-1-1 0 0 0,1 0 0 0 0,0 0 0 0 0,0 0 0 0 0,0 0 0 0 0,0 0 0 0 0,0 0-1 0 0,1 0 1 0 0,34-9-26 0 0,-24 3 9 0 0,-1-1-1 0 0,0-1 1 0 0,20-17 0 0 0,-22 17-31 0 0,1 0-1 0 0,0 0 1 0 0,21-11 0 0 0,-29 18 16 0 0,-2 1-2 0 0,0 0 37 0 0,0 0 0 0 0,0 0-1 0 0,0-1 1 0 0,0 1 0 0 0,0 0 0 0 0,0 0-1 0 0,0 0 1 0 0,0 0 0 0 0,0 0 0 0 0,0-1-1 0 0,0 1 1 0 0,0 0 0 0 0,0 0 0 0 0,0 0-1 0 0,0 0 1 0 0,0 0 0 0 0,0 0 0 0 0,0 0-1 0 0,0-1 1 0 0,0 1 0 0 0,0 0 0 0 0,0 0-1 0 0,1 0 1 0 0,-1 0 0 0 0,0 0-1 0 0,0 0 1 0 0,0 0 0 0 0,0 0 0 0 0,0 0-1 0 0,0-1 1 0 0,0 1 0 0 0,1 0 0 0 0,-1 0-1 0 0,0 0 1 0 0,0 0 0 0 0,0 0 0 0 0,0 0-1 0 0,0 0 1 0 0,0 0 0 0 0,1 0 0 0 0,-1 0-1 0 0,0 0 1 0 0,0 0 0 0 0,0 0 0 0 0,0 0-1 0 0,0 0 1 0 0,1 0 0 0 0,-1 0 0 0 0,0 0-1 0 0,0 0 1 0 0,0 1 0 0 0,0-1 0 0 0,0 0-1 0 0,11 7-128 0 0,7 10-207 0 0,-15-13 276 0 0,1 0 1 0 0,0-1 0 0 0,0 0-1 0 0,1 1 1 0 0,-1-2 0 0 0,0 1-1 0 0,1 0 1 0 0,0-1-1 0 0,0 0 1 0 0,-1 0 0 0 0,1 0-1 0 0,1-1 1 0 0,-1 0 0 0 0,0 1-1 0 0,0-2 1 0 0,0 1 0 0 0,1-1-1 0 0,-1 0 1 0 0,0 0-1 0 0,0 0 1 0 0,1-1 0 0 0,-1 1-1 0 0,8-4 1 0 0,-2 1 50 0 0,0 0-1 0 0,-1-1 1 0 0,1-1 0 0 0,-1 1 0 0 0,-1-2-1 0 0,1 1 1 0 0,-1-1 0 0 0,0-1 0 0 0,0 0-1 0 0,12-12 1 0 0,5-15 568 0 0,-25 32-477 0 0,13-7 183 0 0,-13 27-240 0 0,-2-9-57 0 0,2 0 0 0 0,-1 0 0 0 0,2 0 0 0 0,-1 0-1 0 0,4 13 1 0 0,-4-20 16 0 0,0 0-1 0 0,0 1 0 0 0,0-1 1 0 0,1 0-1 0 0,-1 1 0 0 0,1-1 1 0 0,-1 0-1 0 0,1 0 1 0 0,0 0-1 0 0,-1 0 0 0 0,1-1 1 0 0,0 1-1 0 0,0 0 0 0 0,0-1 1 0 0,1 1-1 0 0,-1-1 1 0 0,0 0-1 0 0,1 0 0 0 0,-1 0 1 0 0,0 0-1 0 0,1 0 0 0 0,-1 0 1 0 0,1-1-1 0 0,5 1 1 0 0,0-1 18 0 0,0-1 1 0 0,0 0 0 0 0,0 0 0 0 0,0-1-1 0 0,0 0 1 0 0,0 0 0 0 0,-1-1 0 0 0,1 0-1 0 0,-1-1 1 0 0,1 1 0 0 0,-1-1 0 0 0,-1-1 0 0 0,1 1-1 0 0,7-7 1 0 0,14-8 312 0 0,-26 18-266 0 0,6-3 56 0 0,-8 3-103 0 0,1 1 0 0 0,-1-1-1 0 0,1 1 1 0 0,-1-1 0 0 0,0 1 0 0 0,1 0-1 0 0,-1-1 1 0 0,1 1 0 0 0,-1 0 0 0 0,1-1-1 0 0,-1 1 1 0 0,1 0 0 0 0,0 0 0 0 0,-1 0-1 0 0,1 0 1 0 0,-1-1 0 0 0,1 1-1 0 0,0 0 1 0 0,-1 0 0 0 0,1 0 0 0 0,-1 0-1 0 0,1 0 1 0 0,-1 0 0 0 0,1 0 0 0 0,0 0-1 0 0,-1 1 1 0 0,1-1 0 0 0,0 0 0 0 0,41 24 44 0 0,-35-19-61 0 0,0-1 0 0 0,0 1 0 0 0,0-2 0 0 0,1 1 0 0 0,-1-1 0 0 0,1 0-1 0 0,0 0 1 0 0,12 2 0 0 0,-12-4 8 0 0,0-1-1 0 0,0 1 1 0 0,0-1-1 0 0,0-1 1 0 0,0 0-1 0 0,-1 0 1 0 0,1 0-1 0 0,0-1 1 0 0,0 0-1 0 0,-1-1 1 0 0,1 0-1 0 0,-1 0 1 0 0,0 0-1 0 0,0-1 1 0 0,0 0-1 0 0,-1 0 1 0 0,1-1-1 0 0,-1 0 0 0 0,0 0 1 0 0,9-10-1 0 0,3-7 357 0 0,-2 0 0 0 0,-1-1 0 0 0,0-1-1 0 0,17-39 1 0 0,-7 13 1727 0 0,-24 48-1614 0 0,2-4 554 0 0,-1-2-505 0 0,1 8 623 0 0,10 32-1315 0 0,18 52-1359 0 0,-22-28-9705 0 0</inkml:trace>
</inkml:ink>
</file>

<file path=ppt/ink/ink2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0:09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0 128 1104 0 0,'20'-14'2718'0'0,"-1"0"0"0"0,-1-2 0 0 0,0 0 0 0 0,15-19 0 0 0,-2 3-15 0 0,-30 31-3424 0 0</inkml:trace>
</inkml:ink>
</file>

<file path=ppt/ink/ink2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0:09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45 134 1260 0 0,'-12'-13'1632'0'0,"5"2"-76"0"0,4-4-115 0 0,-2 2-113 0 0,4-1-100 0 0,-4 2-116 0 0,4 1 1532 0 0,-5-15-2140 0 0,6 21-268 0 0,-4-8-4064 0 0</inkml:trace>
</inkml:ink>
</file>

<file path=ppt/ink/ink2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0:10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85 11385 0 0,'8'-19'532'0'0,"-3"6"-141"0"0,0 1 1 0 0,1 0 0 0 0,10-15-1 0 0,-15 25-176 0 0,-3 9-118 0 0,-14 54-140 0 0,3 1 0 0 0,3 1 0 0 0,2 0 0 0 0,4 0 0 0 0,3 71 0 0 0,3-67-770 0 0,4 78-5984 0 0,-1-101 3462 0 0</inkml:trace>
</inkml:ink>
</file>

<file path=ppt/ink/ink2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0:11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71 916 0 0,'-6'-71'10703'0'0,"3"79"-10213"0"0,-9 39 193 0 0,2 1 1 0 0,-7 69-1 0 0,3 111-500 0 0,-3 29-2938 0 0,3-158-2971 0 0,12-58 2429 0 0</inkml:trace>
</inkml:ink>
</file>

<file path=ppt/ink/ink2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0:11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52 1384 0 0,'-3'-20'2724'0'0,"-1"2"340"0"0,4 4 1710 0 0,-1 16-4708 0 0,1 1-1 0 0,-1-1 1 0 0,1 0-1 0 0,-1 1 1 0 0,0-1-1 0 0,0 0 1 0 0,0 0-1 0 0,0 0 1 0 0,0 0-1 0 0,0 0 1 0 0,-3 3-1 0 0,-4 8 84 0 0,-17 60 53 0 0,2 2-1 0 0,4 1 1 0 0,-16 138-1 0 0,15-39-1562 0 0,-6 47-5206 0 0,12-145 3328 0 0</inkml:trace>
</inkml:ink>
</file>

<file path=ppt/ink/ink2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02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1 440 0 0,'0'0'4140'0'0,"8"1"-1923"0"0</inkml:trace>
</inkml:ink>
</file>

<file path=ppt/ink/ink2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1044 0 0,'0'0'4601'0'0,"18"-8"-4161"0"0,1 11-624 0 0,3 1-2853 0 0,-4-3 1461 0 0</inkml:trace>
</inkml:ink>
</file>

<file path=ppt/ink/ink2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0 372 0 0,'1'4'2535'0'0,"2"1"1849"0"0</inkml:trace>
</inkml:ink>
</file>

<file path=ppt/ink/ink2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10:20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1 824 0 0,'0'12'2168'0'0</inkml:trace>
</inkml:ink>
</file>

<file path=ppt/ink/ink2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4:28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38 656 0 0,'-5'-6'527'0'0,"3"4"215"0"0,-1-1 0 0 0,1 1-1 0 0,0-1 1 0 0,-1 0 0 0 0,1 0 0 0 0,1 0-1 0 0,-1 0 1 0 0,-2-5 0 0 0,3 6 431 0 0,1 2-1140 0 0,0 1 0 0 0,0-1-1 0 0,0 0 1 0 0,0 0 0 0 0,0 0 0 0 0,0 1-1 0 0,0-1 1 0 0,0 0 0 0 0,0 0 0 0 0,0 0-1 0 0,0 1 1 0 0,0-1 0 0 0,0 0 0 0 0,0 0-1 0 0,0 0 1 0 0,0 0 0 0 0,-1 1 0 0 0,1-1-1 0 0,0 0 1 0 0,0 0 0 0 0,0 0 0 0 0,0 0-1 0 0,0 0 1 0 0,-1 1 0 0 0,1-1 0 0 0,0 0-1 0 0,0 0 1 0 0,0 0 0 0 0,0 0 0 0 0,-1 0-1 0 0,1 0 1 0 0,0 0 0 0 0,0 0 0 0 0,0 0-1 0 0,-1 0 1 0 0,1 0 0 0 0,0 0 0 0 0,0 0-1 0 0,0 0 1 0 0,-1 0 0 0 0,1 0 0 0 0,0 0-1 0 0,0 0 1 0 0,0 0 0 0 0,-1 0 0 0 0,1 0-1 0 0,0 0 1 0 0,0 0 0 0 0,0 0 0 0 0,-1 0-1 0 0,1 0 1 0 0,0 0 0 0 0,0-1 0 0 0,0 1-1 0 0,0 0 1 0 0,-1 0 0 0 0,1 0 0 0 0,0 0-1 0 0,0 0 1 0 0,0-1 0 0 0,0 1 0 0 0,0 0-1 0 0,0 0 1 0 0,-1 0 0 0 0,1-1 0 0 0,0 1-1 0 0,0 0 1 0 0,43 459 2507 0 0,13 138-539 0 0,-53-562-1900 0 0,-1-8 92 0 0,1 0-1 0 0,12 51 0 0 0,-21-100-1177 0 0,2 0-1 0 0,1 0 1 0 0,0-1-1 0 0,1-28 1 0 0,6-121-2114 0 0,0 40 1102 0 0,-14-23 879 0 0,5 100 1318 0 0,4 41-79 0 0,0 4 34 0 0,-1 1 0 0 0,2-1 1 0 0,-1 1-1 0 0,1-1 0 0 0,1 0 0 0 0,0 1 0 0 0,0-1 0 0 0,1 0 0 0 0,0 1 0 0 0,0 0 0 0 0,6-14 0 0 0,4 1 292 0 0,-11 19-377 0 0,1-1-1 0 0,0 0 1 0 0,0 1-1 0 0,0-1 1 0 0,0 1-1 0 0,0 0 1 0 0,1 0-1 0 0,0 0 1 0 0,-1 0-1 0 0,1 0 1 0 0,0 1-1 0 0,1-1 1 0 0,-1 1-1 0 0,0-1 1 0 0,1 1-1 0 0,-1 0 1 0 0,1 1-1 0 0,4-3 1 0 0,4 1 12 0 0,1-1 1 0 0,0 1-1 0 0,0 1 1 0 0,0 0-1 0 0,1 1 1 0 0,-1 1-1 0 0,0 0 1 0 0,0 0-1 0 0,0 1 1 0 0,1 1-1 0 0,-1 0 1 0 0,0 1-1 0 0,-1 1 1 0 0,1 0-1 0 0,-1 0 1 0 0,1 1-1 0 0,-1 1 1 0 0,-1 0-1 0 0,1 1 1 0 0,-1 0-1 0 0,0 0 1 0 0,-1 2-1 0 0,0-1 1 0 0,0 1-1 0 0,12 15 1 0 0,-19-21-64 0 0,-1 1 0 0 0,1 0 0 0 0,-1-1 1 0 0,0 1-1 0 0,0 1 0 0 0,0-1 0 0 0,-1 0 1 0 0,0 0-1 0 0,1 1 0 0 0,-1-1 0 0 0,-1 0 1 0 0,1 1-1 0 0,-1-1 0 0 0,0 1 0 0 0,0-1 1 0 0,0 1-1 0 0,0-1 0 0 0,-2 7 0 0 0,0-4 24 0 0,-1-1 0 0 0,1 1 0 0 0,-1 0 0 0 0,0-1 0 0 0,-1 0 0 0 0,0 0 0 0 0,0 0 0 0 0,0 0 0 0 0,-1 0 0 0 0,-8 7 0 0 0,-3 1 153 0 0,-1 0-1 0 0,0-1 1 0 0,-1-1 0 0 0,-1 0 0 0 0,0-2-1 0 0,-32 14 1 0 0,33-17-25 0 0,0-1-1 0 0,0-1 1 0 0,-1-1 0 0 0,1 0 0 0 0,-1-1-1 0 0,0-2 1 0 0,0 1 0 0 0,-32-4 0 0 0,26-5 431 0 0,6 1-2486 0 0,6 4-6673 0 0</inkml:trace>
</inkml:ink>
</file>

<file path=ppt/ink/ink2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4:31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1 516 0 0,'-3'12'6610'0'0,"2"34"-5298"0"0,2 60-1283 0 0,64 692 3966 0 0,-10-475-2341 0 0,-50-306-2431 0 0,-7-29-1030 0 0,-1-12 1214 0 0,-1-71-5710 0 0,6 67 3695 0 0</inkml:trace>
</inkml:ink>
</file>

<file path=ppt/ink/ink2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4:32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52 205 76 0 0,'-6'-7'726'0'0,"0"1"0"0"0,0-1 0 0 0,1 0 1 0 0,0 0-1 0 0,0-1 0 0 0,1 1 0 0 0,0-1 0 0 0,-5-12 0 0 0,9 19-336 0 0,0 0-361 0 0,-1 1 0 0 0,1-1 0 0 0,0 1 0 0 0,0-1 0 0 0,0 1 0 0 0,-1 0 0 0 0,1-1 0 0 0,0 1 0 0 0,0-1 0 0 0,0 1 1 0 0,0-1-1 0 0,0 1 0 0 0,0-1 0 0 0,0 1 0 0 0,0-1 0 0 0,0 1 0 0 0,0-1 0 0 0,0 1 0 0 0,1-1 0 0 0,-1 1 0 0 0,0-1 0 0 0,0 1 0 0 0,0-1 0 0 0,1 1 0 0 0,-1-1 0 0 0,0 1 0 0 0,0 0 0 0 0,1-1 0 0 0,-1 1 0 0 0,0-1 0 0 0,1 1 0 0 0,-1 0 0 0 0,1-1 0 0 0,12-19 574 0 0,-13 20-587 0 0,7-7 70 0 0,0 1 0 0 0,1 0 0 0 0,0 0-1 0 0,-1 1 1 0 0,2 0 0 0 0,-1 0-1 0 0,1 1 1 0 0,-1 0 0 0 0,1 1-1 0 0,12-3 1 0 0,14-3 170 0 0,46-6 0 0 0,-62 12-152 0 0,5 0-1 0 0,-1 1 0 0 0,0 1 0 0 0,1 1 0 0 0,-1 1 0 0 0,0 1-1 0 0,1 1 1 0 0,-1 1 0 0 0,-1 0 0 0 0,1 2 0 0 0,-1 1 0 0 0,0 1 0 0 0,22 11 0 0 0,-32-13-79 0 0,-1 0 1 0 0,1 1 0 0 0,-1 1-1 0 0,0 0 1 0 0,-1 0 0 0 0,0 1-1 0 0,0 0 1 0 0,-1 1 0 0 0,0 0 0 0 0,-1 1-1 0 0,0 0 1 0 0,0 0 0 0 0,-1 0-1 0 0,-1 1 1 0 0,0 0 0 0 0,-1 0 0 0 0,0 1-1 0 0,0 0 1 0 0,-2-1 0 0 0,0 1-1 0 0,0 1 1 0 0,1 18 0 0 0,-4-16 56 0 0,0 1 0 0 0,0 0 0 0 0,-2-1 1 0 0,0 0-1 0 0,-1 1 0 0 0,-1-1 0 0 0,0 0 0 0 0,-1 0 1 0 0,-1-1-1 0 0,-1 1 0 0 0,0-1 0 0 0,-1-1 0 0 0,0 1 1 0 0,-1-1-1 0 0,-1-1 0 0 0,0 0 0 0 0,-1 0 0 0 0,0-1 1 0 0,-1 0-1 0 0,-23 17 0 0 0,12-11 180 0 0,-1-2 0 0 0,0-1 1 0 0,-1-2-1 0 0,-1 0 0 0 0,0-1 1 0 0,-1-2-1 0 0,0 0 0 0 0,0-2 0 0 0,-1-1 1 0 0,0-1-1 0 0,-41 2 0 0 0,50-7-68 0 0,-1-2 0 0 0,1-1 0 0 0,0 0 0 0 0,0-2 0 0 0,0 0-1 0 0,-19-7 1 0 0,36 11-405 0 0,-5-2 347 0 0</inkml:trace>
</inkml:ink>
</file>

<file path=ppt/ink/ink2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4:32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49 148 0 0,'-16'-49'9922'0'0,"18"58"-9694"0"0,79 499 2263 0 0,-18-167-1185 0 0,-52-287-1116 0 0,51 203 711 0 0,-56-236-17 0 0,8 17-3531 0 0,-14-38 2617 0 0,0 0 0 0 0,0 0 0 0 0,1 0 1 0 0,-1 0-1 0 0,0 1 0 0 0,0-1 1 0 0,0 0-1 0 0,0 0 0 0 0,0 0 1 0 0,0 0-1 0 0,0 0 0 0 0,0 0 0 0 0,1 0 1 0 0,-1 0-1 0 0,0 0 0 0 0,0 0 1 0 0,0 0-1 0 0,0 0 0 0 0,0 0 0 0 0,0 0 1 0 0,0 0-1 0 0,1 0 0 0 0,-1 0 1 0 0,0 0-1 0 0,0 0 0 0 0,0 0 1 0 0,0 0-1 0 0,0 0 0 0 0,0 0 0 0 0,1 0 1 0 0,-1 0-1 0 0,0 0 0 0 0,0 0 1 0 0,0 0-1 0 0,0 0 0 0 0,0 0 1 0 0,0 0-1 0 0,0-1 0 0 0,0 1 0 0 0,0 0 1 0 0,1 0-1 0 0,-1 0 0 0 0,0 0 1 0 0,0 0-1 0 0,0 0 0 0 0,0 0 1 0 0,0 0-1 0 0,0-1 0 0 0,0 1 0 0 0,0 0 1 0 0,0 0-1 0 0,0 0 0 0 0,0 0 1 0 0,0 0-1 0 0,0 0 0 0 0,0 0 0 0 0,0-1 1 0 0,0 1-1 0 0,0 0 0 0 0,0 0 1 0 0,0 0-1 0 0,0 0 0 0 0,0 0 1 0 0,0-1-1 0 0,3-24-876 0 0,-5-51-3200 0 0,0 55 2430 0 0,0-17-1028 0 0</inkml:trace>
</inkml:ink>
</file>

<file path=ppt/ink/ink2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4:33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34 167 436 0 0,'-5'-8'506'0'0,"1"3"-25"0"0,1 1 0 0 0,0-1 1 0 0,0 0-1 0 0,0 0 0 0 0,1 0 1 0 0,0-1-1 0 0,0 1 0 0 0,0 0 1 0 0,0-1-1 0 0,-1-11 1 0 0,4 16-434 0 0,-1-1 1 0 0,0 1-1 0 0,1-1 1 0 0,-1 0 0 0 0,1 1-1 0 0,0-1 1 0 0,-1 1-1 0 0,1-1 1 0 0,0 1 0 0 0,0 0-1 0 0,0-1 1 0 0,0 1-1 0 0,0 0 1 0 0,0 0-1 0 0,1-1 1 0 0,-1 1 0 0 0,0 0-1 0 0,0 0 1 0 0,1 0-1 0 0,-1 0 1 0 0,2 0 0 0 0,34-16 423 0 0,-33 16-402 0 0,23-9 102 0 0,0 2 1 0 0,1 0-1 0 0,0 2 0 0 0,0 1 0 0 0,1 2 1 0 0,-1 0-1 0 0,1 2 0 0 0,-1 1 0 0 0,1 2 1 0 0,0 0-1 0 0,33 8 0 0 0,-41-5-111 0 0,0 1-1 0 0,-1 1 1 0 0,1 0-1 0 0,-1 2 1 0 0,-1 0-1 0 0,0 1 1 0 0,0 1-1 0 0,-1 1 1 0 0,-1 0-1 0 0,0 1 1 0 0,0 1-1 0 0,-2 1 1 0 0,1 0-1 0 0,-2 1 1 0 0,19 27-1 0 0,-29-37-43 0 0,1 1 1 0 0,-1 1-1 0 0,0-1 0 0 0,-1 1 1 0 0,0-1-1 0 0,0 1 0 0 0,-1 0 0 0 0,1 0 1 0 0,-2 0-1 0 0,1 0 0 0 0,-1 1 1 0 0,-1-1-1 0 0,1 0 0 0 0,-1 0 1 0 0,-2 15-1 0 0,-1-11 22 0 0,0 0 0 0 0,0 0 0 0 0,-1-1 0 0 0,-1 0-1 0 0,0 0 1 0 0,0 0 0 0 0,-1 0 0 0 0,-1-1 0 0 0,-14 18 0 0 0,2-6 90 0 0,-1-2-1 0 0,-1 0 0 0 0,-1-1 1 0 0,-1-1-1 0 0,-1 0 1 0 0,0-3-1 0 0,-1 0 1 0 0,-33 15-1 0 0,9-9 227 0 0,-74 21 0 0 0,99-35-244 0 0,-1-2 0 0 0,0-1 0 0 0,0 0 1 0 0,0-2-1 0 0,-31-1 0 0 0,1-14-1485 0 0,55 13 1259 0 0,-1-1-1 0 0,1 1 1 0 0,0 0 0 0 0,-1 0 0 0 0,1-1-1 0 0,0 1 1 0 0,-1 0 0 0 0,1-1-1 0 0,0 1 1 0 0,0 0 0 0 0,-1-1 0 0 0,1 1-1 0 0,0-1 1 0 0,0 1 0 0 0,0 0 0 0 0,0-1-1 0 0,-1 1 1 0 0,1-1 0 0 0,0 1 0 0 0,0-1-1 0 0,0 1 1 0 0,0 0 0 0 0,0-1 0 0 0,0 1-1 0 0,0-1 1 0 0,0 1 0 0 0,0-1 0 0 0,0 1-1 0 0,1-1 1 0 0,-1 1 0 0 0,0 0 0 0 0,0-1-1 0 0,0 1 1 0 0,0-1 0 0 0,1 1 0 0 0,-1 0-1 0 0,0-1 1 0 0,0 1 0 0 0,1 0-1 0 0,-1-1 1 0 0,0 1 0 0 0,1 0 0 0 0,0-1-1 0 0,9-13-2838 0 0,3 2 316 0 0</inkml:trace>
</inkml:ink>
</file>

<file path=ppt/ink/ink2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4:33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41 560 0 0,'-1'-40'7772'0'0,"-8"56"-7123"0"0,0 2 0 0 0,1-1 0 0 0,-11 36 0 0 0,-2 22-177 0 0,3 0 0 0 0,3 1 0 0 0,4 1 0 0 0,-1 98 0 0 0,11-121-243 0 0,3-1-1 0 0,2 1 0 0 0,2-1 0 0 0,3 1 1 0 0,2-2-1 0 0,34 100 0 0 0,-32-120-127 0 0,1-2 0 0 0,2 0 0 0 0,0 0 0 0 0,2-2 0 0 0,30 37 0 0 0,-40-55-217 0 0,1 0 0 0 0,0 0 1 0 0,0-1-1 0 0,1 0 0 0 0,0-1 0 0 0,1 0 1 0 0,0-1-1 0 0,0 0 0 0 0,1 0 1 0 0,-1-1-1 0 0,1-1 0 0 0,1 0 0 0 0,-1-1 1 0 0,1 0-1 0 0,0-1 0 0 0,15 2 1 0 0,-21-5-393 0 0,1 0 0 0 0,0-1 0 0 0,-1-1 0 0 0,1 1 0 0 0,-1-1 0 0 0,0 0 0 0 0,1-1 0 0 0,-1 0 0 0 0,0 0 0 0 0,-1 0 0 0 0,1-1 0 0 0,0 0 0 0 0,-1 0 0 0 0,0-1-1 0 0,10-9 1 0 0,12-13-2528 0 0</inkml:trace>
</inkml:ink>
</file>

<file path=ppt/ink/ink2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4:33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4 720 0 0,'-6'-4'7867'0'0,"-5"49"-6972"0"0,2 0 0 0 0,2 0-1 0 0,-1 87 1 0 0,3-50-34 0 0,3-29-398 0 0,2 0 0 0 0,2 0 1 0 0,3 0-1 0 0,2-1 1 0 0,19 76-1 0 0,-22-114-384 0 0,0-1-1 0 0,1 0 1 0 0,0 0 0 0 0,1 0-1 0 0,1-1 1 0 0,0 1-1 0 0,0-2 1 0 0,1 1-1 0 0,1-1 1 0 0,0 0-1 0 0,18 16 1 0 0,-20-21-120 0 0,0-1 1 0 0,0-1 0 0 0,1 1 0 0 0,-1-1 0 0 0,1 0-1 0 0,0-1 1 0 0,0 0 0 0 0,0 0 0 0 0,1-1 0 0 0,-1 0-1 0 0,0 0 1 0 0,1-1 0 0 0,0 0 0 0 0,-1 0 0 0 0,1-1-1 0 0,0 0 1 0 0,-1-1 0 0 0,1 0 0 0 0,15-4-1 0 0,-21 4-107 0 0,10-1-235 0 0,0-2 1 0 0,1 0 0 0 0,12-6 0 0 0,3-10-2090 0 0,-27 18 1962 0 0,-1 0 0 0 0,1 0 1 0 0,-1 0-1 0 0,1 0 0 0 0,-1 0 1 0 0,0 0-1 0 0,0-1 1 0 0,0 1-1 0 0,0 0 0 0 0,0-1 1 0 0,0-3-1 0 0,2-9-2686 0 0</inkml:trace>
</inkml:ink>
</file>

<file path=ppt/ink/ink2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4:34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3 111 968 0 0,'-3'-1'4181'0'0,"7"-3"-1690"0"0,18-10-931 0 0,34-13-1053 0 0,91-15-320 0 0,-46 24-5749 0 0,-74 13 3122 0 0</inkml:trace>
</inkml:ink>
</file>

<file path=ppt/ink/ink2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4:34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1 436 0 0,'3'4'756'0'0,"0"1"-1"0"0,-1 0 1 0 0,1 1-1 0 0,-1-1 1 0 0,0 0 0 0 0,0 1-1 0 0,-1-1 1 0 0,1 1 0 0 0,-1-1-1 0 0,0 9 1 0 0,5 13 888 0 0,8 25-9 0 0,44 135 3217 0 0,-45-152-7672 0 0,24 45-1 0 0</inkml:trace>
</inkml:ink>
</file>

<file path=ppt/ink/ink2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4:35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12 560 0 0,'13'-4'521'0'0,"0"2"1"0"0,-1 0-1 0 0,1 0 0 0 0,0 1 0 0 0,0 0 1 0 0,0 2-1 0 0,0-1 0 0 0,0 2 0 0 0,0-1 1 0 0,0 2-1 0 0,0 0 0 0 0,-1 0 0 0 0,25 11 1 0 0,-17-5-67 0 0,0 0 1 0 0,0 2 0 0 0,-1 0 0 0 0,0 2-1 0 0,-1 0 1 0 0,-1 1 0 0 0,23 23 0 0 0,-16-11-95 0 0,-2 1-1 0 0,-1 1 1 0 0,-2 1 0 0 0,0 1 0 0 0,-2 1 0 0 0,-2 0 0 0 0,0 1 0 0 0,15 54 0 0 0,-17-41-42 0 0,-3-1 1 0 0,-1 1-1 0 0,-2 1 1 0 0,-3-1-1 0 0,-1 1 1 0 0,-5 56-1 0 0,0-74-158 0 0,-2 0 0 0 0,-2 0 0 0 0,0 0 0 0 0,-2-1 1 0 0,0 0-1 0 0,-2-1 0 0 0,-2 0 0 0 0,0 0 0 0 0,-16 24 0 0 0,10-22-238 0 0,-2 0 1 0 0,0-2-1 0 0,-1-1 0 0 0,-2 0 1 0 0,0-2-1 0 0,-2 0 0 0 0,-37 25 1 0 0,61-47-162 0 0,0-1 0 0 0,0 1 0 0 0,1-1 1 0 0,-1 1-1 0 0,0-1 0 0 0,0 1 0 0 0,0-1 1 0 0,0 0-1 0 0,0 1 0 0 0,0-1 0 0 0,0 0 1 0 0,0 0-1 0 0,0 0 0 0 0,0 0 0 0 0,0 0 1 0 0,0 0-1 0 0,0 0 0 0 0,0 0 0 0 0,0 0 1 0 0,0 0-1 0 0,0-1 0 0 0,0 1 0 0 0,0 0 1 0 0,0-1-1 0 0,0 1 0 0 0,0-1 0 0 0,1 1 1 0 0,-1-1-1 0 0,0 1 0 0 0,0-1 0 0 0,0 1 1 0 0,1-1-1 0 0,-1 0 0 0 0,0 0 0 0 0,1 1 1 0 0,-1-1-1 0 0,0 0 0 0 0,1 0 0 0 0,-1 0 1 0 0,1 1-1 0 0,0-1 0 0 0,-1 0 0 0 0,1 0 1 0 0,-1 0-1 0 0,1 0 0 0 0,0-2 0 0 0</inkml:trace>
</inkml:ink>
</file>

<file path=ppt/ink/ink2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4:35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77 180 0 0,'0'0'17252'0'0,"20"-5"-17059"0"0,158-23 294 0 0,-172 27-481 0 0,201-32 196 0 0,-181 28-245 0 0,-9 2-686 0 0,-2 2-2664 0 0,-13 5 2241 0 0,0-1-578 0 0</inkml:trace>
</inkml:ink>
</file>

<file path=ppt/ink/ink2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4:35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1 656 0 0,'0'0'1102'0'0,"26"39"7292"0"0,-6-37-7197 0 0,1 0 0 0 0,-1-2 0 0 0,21-1 0 0 0,7-8-3469 0 0,1-8-4411 0 0,-33 11 3318 0 0</inkml:trace>
</inkml:ink>
</file>

<file path=ppt/ink/ink2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4:37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88 556 0 0,'-1'-4'839'0'0,"1"-1"-477"0"0,-1 1 0 0 0,0-1 0 0 0,0 0 0 0 0,0 1 0 0 0,-1-1 0 0 0,0 0 0 0 0,0 1-1 0 0,0 0 1 0 0,0 0 0 0 0,0-1 0 0 0,-1 1 0 0 0,0 1 0 0 0,0-1 0 0 0,0 0 0 0 0,0 1 0 0 0,-1-1 0 0 0,0 1 0 0 0,-5-4 0 0 0,8 7-309 0 0,0-1 0 0 0,-1 1 1 0 0,1 0-1 0 0,-1 0 0 0 0,1-1 0 0 0,-1 1 0 0 0,1 0 1 0 0,-1 0-1 0 0,1 0 0 0 0,0 1 0 0 0,-1-1 0 0 0,1 0 1 0 0,-1 0-1 0 0,1 1 0 0 0,-1-1 0 0 0,1 1 0 0 0,0-1 1 0 0,-1 1-1 0 0,1 0 0 0 0,-2 1 0 0 0,-27 18 361 0 0,26-17-353 0 0,-9 9 38 0 0,1-1 0 0 0,0 2 0 0 0,1 0 0 0 0,0 0 0 0 0,1 1 0 0 0,1 0 0 0 0,0 1 1 0 0,1 0-1 0 0,1 0 0 0 0,0 1 0 0 0,1 0 0 0 0,0 0 0 0 0,2 0 0 0 0,0 1 0 0 0,0-1 1 0 0,-1 33-1 0 0,4-37-59 0 0,1 1 0 0 0,1-1 0 0 0,0 0 0 0 0,0 1 0 0 0,1-1 0 0 0,1 0 0 0 0,0 0 0 0 0,1 0 0 0 0,0 0 0 0 0,9 17 0 0 0,-9-21-18 0 0,1 0 0 0 0,1-1 0 0 0,-1 1-1 0 0,1-1 1 0 0,1 0 0 0 0,-1-1 0 0 0,1 0-1 0 0,0 0 1 0 0,0 0 0 0 0,1-1-1 0 0,0 0 1 0 0,0 0 0 0 0,0-1 0 0 0,0 0-1 0 0,12 4 1 0 0,-14-6 19 0 0,1 0-1 0 0,-1-1 1 0 0,1 1-1 0 0,-1-1 1 0 0,1 0 0 0 0,0-1-1 0 0,-1 0 1 0 0,1 0-1 0 0,0 0 1 0 0,-1-1-1 0 0,1 0 1 0 0,0 0 0 0 0,-1 0-1 0 0,1-1 1 0 0,-1 0-1 0 0,0-1 1 0 0,0 1-1 0 0,0-1 1 0 0,0 0 0 0 0,0-1-1 0 0,0 1 1 0 0,-1-1-1 0 0,0 0 1 0 0,0-1-1 0 0,0 1 1 0 0,8-10 0 0 0,-5 3 94 0 0,0 1-1 0 0,-1-1 1 0 0,0-1 0 0 0,0 1 0 0 0,-1-1 0 0 0,-1 0 0 0 0,0 0 0 0 0,-1-1 0 0 0,0 0 0 0 0,-1 0 0 0 0,0 0 0 0 0,1-18 0 0 0,-3 16-15 0 0,0 0 0 0 0,-1 0 0 0 0,-1 0 0 0 0,0 0 0 0 0,-1 1 0 0 0,0-1 0 0 0,-1 0 0 0 0,-1 1 0 0 0,0-1 1 0 0,-1 1-1 0 0,-1 0 0 0 0,0 0 0 0 0,-1 1 0 0 0,0 0 0 0 0,-1 0 0 0 0,-1 1 0 0 0,0 0 0 0 0,-20-21 0 0 0,28 33-202 0 0,1-1 0 0 0,-1 0 0 0 0,0 0 0 0 0,0 0 0 0 0,0 1 0 0 0,0-1 0 0 0,0 0 0 0 0,0 1 0 0 0,0-1-1 0 0,0 1 1 0 0,-1-1 0 0 0,1 1 0 0 0,0-1 0 0 0,0 1 0 0 0,0 0 0 0 0,0 0 0 0 0,-1 0 0 0 0,1 0 0 0 0,0 0 0 0 0,0 0 0 0 0,0 0 0 0 0,-1 0-1 0 0,1 0 1 0 0,0 0 0 0 0,0 0 0 0 0,0 1 0 0 0,0-1 0 0 0,0 1 0 0 0,-1-1 0 0 0,1 1 0 0 0,0-1 0 0 0,0 1 0 0 0,0-1 0 0 0,0 1 0 0 0,0 0-1 0 0,-1 1 1 0 0,1 0-177 0 0,-1-1 0 0 0,1 1-1 0 0,0-1 1 0 0,0 1 0 0 0,0 0-1 0 0,1-1 1 0 0,-1 1 0 0 0,0 0-1 0 0,1 0 1 0 0,-1 0 0 0 0,1-1-1 0 0,-1 5 1 0 0,3 15-5248 0 0,3-5 2382 0 0</inkml:trace>
</inkml:ink>
</file>

<file path=ppt/ink/ink2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4:37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44 168 0 0,'18'-4'3072'0'0,"-10"-2"-431"0"0,-3-4-253 0 0,-2-3-2976 0 0,4 8-1160 0 0,0 0-2633 0 0</inkml:trace>
</inkml:ink>
</file>

<file path=ppt/ink/ink2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4:37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13 940 0 0,'41'-12'6470'0'0,"-36"12"-6264"0"0,1 1-1 0 0,-1 0 1 0 0,0 0 0 0 0,1 0-1 0 0,-1 1 1 0 0,0 0 0 0 0,0 0-1 0 0,0 0 1 0 0,0 0 0 0 0,0 1-1 0 0,0 0 1 0 0,-1 0 0 0 0,1 1 0 0 0,-1-1-1 0 0,0 1 1 0 0,0 0 0 0 0,6 7-1 0 0,-5-4-121 0 0,-2 0 0 0 0,1 0 1 0 0,-1 0-1 0 0,0 0 0 0 0,0 0 0 0 0,-1 1 0 0 0,0-1 0 0 0,0 1 0 0 0,-1 0 0 0 0,1-1 1 0 0,-2 1-1 0 0,0 12 0 0 0,0-4 3 0 0,-1 0 0 0 0,-1 0-1 0 0,-1-1 1 0 0,0 1 0 0 0,-1-1 0 0 0,0 1 0 0 0,-14 28 0 0 0,-3-4 141 0 0,-37 55 1 0 0,12-22 280 0 0,25-38 359 0 0,22-34-850 0 0,-1 0 0 0 0,1 0 1 0 0,0-1-1 0 0,0 1 0 0 0,0 0 1 0 0,0-1-1 0 0,0 1 0 0 0,0-1 1 0 0,0 1-1 0 0,0-1 0 0 0,0 0 0 0 0,0 1 1 0 0,0-1-1 0 0,1 0 0 0 0,-1 0 1 0 0,0 0-1 0 0,0 0 0 0 0,0 0 1 0 0,0 0-1 0 0,0 0 0 0 0,0 0 1 0 0,1 0-1 0 0,-1 0 0 0 0,0-1 1 0 0,1 0-1 0 0,43-5 220 0 0,-38 5-173 0 0,220-23 949 0 0,-86 11-6811 0 0,-128 9 495 0 0</inkml:trace>
</inkml:ink>
</file>

<file path=ppt/ink/ink2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4:38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86 564 0 0,'6'-21'8910'0'0,"-3"14"-8234"0"0,-1 7-206 0 0,1 2-44 0 0,60 38 1082 0 0,89 74 1 0 0,7 6-591 0 0,-133-102-768 0 0,-19-12-80 0 0,1 0 1 0 0,0 0 0 0 0,1-1 0 0 0,-1 0-1 0 0,1-1 1 0 0,0 0 0 0 0,0 0 0 0 0,12 2-1 0 0,-20-5-54 0 0,2-5-22 0 0,0 0 1 0 0,0 0-1 0 0,-1 0 1 0 0,0 0-1 0 0,1 0 1 0 0,-2-1-1 0 0,1 1 1 0 0,0-1-1 0 0,-1 1 1 0 0,0-1-1 0 0,0 1 1 0 0,0-1-1 0 0,-1 0 1 0 0,0 1-1 0 0,1-1 1 0 0,-2 0-1 0 0,1 0 1 0 0,0 1-1 0 0,-1-1 1 0 0,-2-7-1 0 0,-3-11-119 0 0,-1 0-1 0 0,-16-38 0 0 0,16 46 97 0 0,0-2 84 0 0,-2 0 0 0 0,-1 1 0 0 0,0 0 0 0 0,0 0-1 0 0,-2 1 1 0 0,0 1 0 0 0,-1 0 0 0 0,0 0 0 0 0,-26-19-1 0 0,37 32-7 0 0,2 0-47 0 0,0 1 0 0 0,-1 0 0 0 0,1 0 0 0 0,0 0 0 0 0,0-1 0 0 0,-1 1 0 0 0,1 0 0 0 0,0 0 0 0 0,0 0 0 0 0,-1 0 0 0 0,1 0 0 0 0,0-1 0 0 0,-1 1 0 0 0,1 0 0 0 0,0 0 0 0 0,-1 0 0 0 0,1 0 0 0 0,0 0 0 0 0,0 0 0 0 0,-1 0 0 0 0,1 0 0 0 0,0 0 0 0 0,-1 0 0 0 0,1 0 0 0 0,0 0 0 0 0,-1 1 0 0 0,1-1 0 0 0,0 0 0 0 0,0 0 0 0 0,-1 0 0 0 0,1 0 0 0 0,0 0 1 0 0,-1 1-1 0 0,1-1 0 0 0,0 0 0 0 0,0 0 0 0 0,0 0 0 0 0,-1 1 0 0 0,1-1 0 0 0,0 0 0 0 0,0 0 0 0 0,0 1 0 0 0,-1-1 0 0 0,-12 11 17 0 0,8-2 12 0 0,-1 0 1 0 0,2 0-1 0 0,-1 1 0 0 0,1 0 0 0 0,1 0 0 0 0,0 0 1 0 0,0 0-1 0 0,1 1 0 0 0,-1 16 0 0 0,0 15 158 0 0,3 45 1 0 0,0-43-154 0 0,3 11 16 0 0,-2-23 95 0 0,-2 43-1 0 0,1-68-168 0 0,-1 1 1 0 0,0-1-1 0 0,-1 0 1 0 0,1 0-1 0 0,-1 0 0 0 0,-1 0 1 0 0,1 0-1 0 0,-1 0 1 0 0,-1-1-1 0 0,1 1 0 0 0,-6 7 1 0 0,6-11-80 0 0,1-1 0 0 0,-1 1 1 0 0,1-1-1 0 0,-1 0 0 0 0,0 0 1 0 0,0 0-1 0 0,1 0 0 0 0,-1-1 0 0 0,-1 1 1 0 0,1-1-1 0 0,0 1 0 0 0,0-1 1 0 0,0 0-1 0 0,-1-1 0 0 0,1 1 0 0 0,-1 0 1 0 0,1-1-1 0 0,0 0 0 0 0,-1 0 1 0 0,1 0-1 0 0,-1 0 0 0 0,1-1 0 0 0,0 1 1 0 0,-1-1-1 0 0,1 0 0 0 0,0 0 1 0 0,-1 0-1 0 0,-4-2 0 0 0,2 0-32 0 0,0 0-1 0 0,0 0 1 0 0,0 0 0 0 0,0-1 0 0 0,1 0-1 0 0,0 0 1 0 0,0 0 0 0 0,0-1-1 0 0,0 1 1 0 0,1-1 0 0 0,-1 0-1 0 0,1-1 1 0 0,-5-8 0 0 0,9 13 158 0 0,-1-1 1 0 0,1 0-1 0 0,0 0 1 0 0,0 0-1 0 0,0 0 0 0 0,0 0 1 0 0,0 0-1 0 0,0 1 1 0 0,0-1-1 0 0,0 0 1 0 0,1 0-1 0 0,-1 0 1 0 0,1 0-1 0 0,0 0 1 0 0,-1 1-1 0 0,1-1 1 0 0,0 0-1 0 0,0 1 0 0 0,0-1 1 0 0,0 0-1 0 0,0 1 1 0 0,0 0-1 0 0,1-1 1 0 0,-1 1-1 0 0,0-1 1 0 0,1 1-1 0 0,-1 0 1 0 0,3-1-1 0 0,45-30 624 0 0,25 0-234 0 0,2 4 0 0 0,100-24 1 0 0,-102 31-1810 0 0,-43 12-1066 0 0,-11 1-2012 0 0,-7 2 1101 0 0</inkml:trace>
</inkml:ink>
</file>

<file path=ppt/ink/ink2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4:41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1 260 0 0,'0'0'11220'0'0,"-3"1"-10974"0"0,-17 12-50 0 0,1 0-1 0 0,0 2 1 0 0,1 0-1 0 0,0 1 1 0 0,1 1-1 0 0,1 0 0 0 0,-23 34 1 0 0,26-33-110 0 0,1 0 0 0 0,1 1 0 0 0,1 0 0 0 0,1 1 0 0 0,-10 28 0 0 0,17-40-63 0 0,0 0 0 0 0,0-1-1 0 0,0 1 1 0 0,1 0 0 0 0,0 0 0 0 0,0 0 0 0 0,1 0-1 0 0,0 0 1 0 0,1 0 0 0 0,0 0 0 0 0,0-1 0 0 0,1 1 0 0 0,-1 0-1 0 0,2 0 1 0 0,-1-1 0 0 0,1 1 0 0 0,6 11 0 0 0,-6-16-15 0 0,0 1 0 0 0,0-1 0 0 0,0 0 0 0 0,1 0 0 0 0,-1 0 0 0 0,1 0 0 0 0,0 0 0 0 0,-1-1 0 0 0,1 0 1 0 0,0 0-1 0 0,1 0 0 0 0,-1 0 0 0 0,0-1 0 0 0,0 1 0 0 0,1-1 0 0 0,-1 0 0 0 0,1-1 0 0 0,-1 1 0 0 0,1-1 0 0 0,-1 1 1 0 0,1-2-1 0 0,-1 1 0 0 0,1 0 0 0 0,-1-1 0 0 0,1 0 0 0 0,-1 0 0 0 0,9-3 0 0 0,-4 2 65 0 0,1-1 0 0 0,-1 0 0 0 0,0-1 0 0 0,0 0 0 0 0,0-1 0 0 0,-1 0 0 0 0,1 0-1 0 0,-1-1 1 0 0,0 0 0 0 0,-1 0 0 0 0,13-13 0 0 0,-13 9 45 0 0,-1 0 0 0 0,0-1 0 0 0,0 0 0 0 0,-1 0-1 0 0,0-1 1 0 0,-1 1 0 0 0,0-1 0 0 0,-1 0 0 0 0,-1 0 0 0 0,0 0 0 0 0,0 0-1 0 0,-1 0 1 0 0,-1-17 0 0 0,0 15 52 0 0,-1 0 0 0 0,-1 0 0 0 0,0 0 0 0 0,-1 1 0 0 0,0-1 0 0 0,-1 1 0 0 0,-1-1 0 0 0,0 1 0 0 0,-1 1 0 0 0,0-1 0 0 0,-12-16 0 0 0,17 27-354 0 0,0-4 642 0 0</inkml:trace>
</inkml:ink>
</file>

<file path=ppt/ink/ink2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4:41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 24 0 0,'0'0'1495'0'0,"4"-1"552"0"0,19-6 11591 0 0,-19 5-13930 0 0,-3 1 330 0 0</inkml:trace>
</inkml:ink>
</file>

<file path=ppt/ink/ink2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4:42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10 1164 0 0,'-5'-10'11002'0'0,"11"27"-10735"0"0,0-1 0 0 0,1 0 0 0 0,1 0 0 0 0,0-1 0 0 0,1 0 0 0 0,1 0 0 0 0,0-1 0 0 0,17 17 0 0 0,-15-18-152 0 0,-1 1-1 0 0,0 0 1 0 0,-1 1 0 0 0,0 0-1 0 0,-1 0 1 0 0,-1 1 0 0 0,-1 1 0 0 0,0-1-1 0 0,-1 1 1 0 0,4 18 0 0 0,-9-30-79 0 0,-1 0 1 0 0,1 0-1 0 0,-1 1 1 0 0,-1-1-1 0 0,1 0 0 0 0,-1 0 1 0 0,0 1-1 0 0,0-1 1 0 0,-1 0-1 0 0,1 0 1 0 0,-1 0-1 0 0,0 0 0 0 0,0 0 1 0 0,-1-1-1 0 0,0 1 1 0 0,1-1-1 0 0,-1 1 1 0 0,-1-1-1 0 0,1 0 1 0 0,-1 0-1 0 0,0-1 0 0 0,1 1 1 0 0,-2-1-1 0 0,1 0 1 0 0,0 0-1 0 0,-1 0 1 0 0,1 0-1 0 0,-1-1 1 0 0,-8 4-1 0 0,6-3-245 0 0,-1-1 0 0 0,1 0 0 0 0,0 0-1 0 0,-1-1 1 0 0,1 0 0 0 0,-1 0 0 0 0,0 0 0 0 0,1-1 0 0 0,-10-1 0 0 0,11 0-528 0 0,0 0 0 0 0,-1 0 0 0 0,1 0 1 0 0,0-1-1 0 0,-1 0 0 0 0,1-1 0 0 0,1 1 1 0 0,-1-1-1 0 0,0 0 0 0 0,0 0 1 0 0,-5-6-1 0 0,-1-2-2635 0 0</inkml:trace>
</inkml:ink>
</file>

<file path=ppt/ink/ink2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4:42.5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1 104 776 0 0,'13'-7'723'0'0,"138"-61"7135"0"0,-131 61-7663 0 0,1 1-1 0 0,-1 1 1 0 0,1 1-1 0 0,1 1 0 0 0,40-1 1 0 0,43 9-6296 0 0,-77-6 3614 0 0</inkml:trace>
</inkml:ink>
</file>

<file path=ppt/ink/ink2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4:42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82 1284 0 0,'20'11'7569'0'0,"-12"-5"-7288"0"0,29 35 1825 0 0,53 45 1 0 0,-57-58-1855 0 0,1-2-1 0 0,2-1 0 0 0,0-2 1 0 0,49 23-1 0 0,-81-44-330 0 0,0 0 0 0 0,0 0 0 0 0,0 0 1 0 0,0-1-1 0 0,0 1 0 0 0,0-1 0 0 0,0 0 0 0 0,0-1 0 0 0,1 1 0 0 0,-1-1 0 0 0,0 0 1 0 0,1 0-1 0 0,-1 0 0 0 0,5-1 0 0 0,-7 0 40 0 0,-1 0-1 0 0,1 0 1 0 0,0 0 0 0 0,0-1 0 0 0,-1 1 0 0 0,1 0-1 0 0,-1-1 1 0 0,1 1 0 0 0,-1-1 0 0 0,0 0 0 0 0,0 1-1 0 0,0-1 1 0 0,0 0 0 0 0,0 0 0 0 0,0 0-1 0 0,0 0 1 0 0,0 0 0 0 0,-1 0 0 0 0,1 0 0 0 0,-1 0-1 0 0,1 0 1 0 0,-1 0 0 0 0,0 0 0 0 0,0 0 0 0 0,0 0-1 0 0,0 0 1 0 0,0 0 0 0 0,0 0 0 0 0,-2-4-1 0 0,0-12-25 0 0,0 1-1 0 0,-2-1 0 0 0,0 1 0 0 0,-1 0 1 0 0,-1 1-1 0 0,0-1 0 0 0,-1 1 0 0 0,-12-19 0 0 0,-2 0 772 0 0,-2 0 0 0 0,-38-42-1 0 0,61 76-654 0 0,-1 0 0 0 0,1 0 1 0 0,-1 0-1 0 0,0 1 0 0 0,0-1 0 0 0,1 0 0 0 0,-1 0 0 0 0,0 1 0 0 0,0-1 0 0 0,0 0 0 0 0,0 1 0 0 0,0-1 0 0 0,0 1 0 0 0,0 0 1 0 0,0-1-1 0 0,0 1 0 0 0,0 0 0 0 0,0-1 0 0 0,0 1 0 0 0,0 0 0 0 0,0 0 0 0 0,0 0 0 0 0,0 0 0 0 0,0 0 0 0 0,0 0 1 0 0,0 0-1 0 0,0 0 0 0 0,0 0 0 0 0,-2 1 0 0 0,0 1-6 0 0,1-1 0 0 0,0 1 0 0 0,0 0-1 0 0,-1 0 1 0 0,1-1 0 0 0,0 2 0 0 0,0-1 0 0 0,1 0 0 0 0,-1 0 0 0 0,0 0 0 0 0,-1 4-1 0 0,-6 11 61 0 0,2 0-1 0 0,-11 30 0 0 0,16-41 8 0 0,-9 34 184 0 0,1 1 0 0 0,-5 54 0 0 0,12-64-233 0 0,-1 0-1 0 0,-2-1 0 0 0,-1 0 0 0 0,-1 0 0 0 0,-23 52 0 0 0,27-76-270 0 0,1 0-1 0 0,-1 0 1 0 0,0-1-1 0 0,-1 1 0 0 0,1-1 1 0 0,-1 0-1 0 0,0 0 1 0 0,-1-1-1 0 0,-6 6 0 0 0,10-9 133 0 0,1 0 0 0 0,-1 0 0 0 0,0 0-1 0 0,1 0 1 0 0,-1 0 0 0 0,0 0 0 0 0,0-1-1 0 0,0 1 1 0 0,0-1 0 0 0,0 1-1 0 0,0-1 1 0 0,0 1 0 0 0,0-1 0 0 0,0 0-1 0 0,0 0 1 0 0,0 0 0 0 0,0 0 0 0 0,0-1-1 0 0,1 1 1 0 0,-1 0 0 0 0,0-1 0 0 0,0 1-1 0 0,0-1 1 0 0,0 0 0 0 0,0 0-1 0 0,0 1 1 0 0,1-1 0 0 0,-1-1 0 0 0,0 1-1 0 0,1 0 1 0 0,-1 0 0 0 0,1 0 0 0 0,-1-1-1 0 0,1 1 1 0 0,0-1 0 0 0,-2-2-1 0 0,0 1 21 0 0,1-1-1 0 0,0 0 1 0 0,1 0-1 0 0,-1 1 1 0 0,1-1-1 0 0,-1 0 0 0 0,1 0 1 0 0,0 0-1 0 0,1-1 1 0 0,-1 1-1 0 0,1 0 0 0 0,0 0 1 0 0,0 0-1 0 0,0 0 1 0 0,0-1-1 0 0,1 1 0 0 0,0 0 1 0 0,-1 0-1 0 0,2 0 1 0 0,-1 0-1 0 0,0 0 0 0 0,1 0 1 0 0,0 0-1 0 0,0 1 1 0 0,0-1-1 0 0,2-3 0 0 0,3-4-92 0 0,1 1 0 0 0,0 0 0 0 0,0 0-1 0 0,1 1 1 0 0,0 0 0 0 0,0 0 0 0 0,15-9-1 0 0,30-20-5142 0 0,-38 29 2704 0 0</inkml:trace>
</inkml:ink>
</file>

<file path=ppt/ink/ink2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4:45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267 133 492 0 0,'0'-11'854'0'0,"-1"0"1"0"0,0-1-1 0 0,-1 1 0 0 0,-1 0 1 0 0,-3-11-1 0 0,5 18-657 0 0,0 1 0 0 0,0 0-1 0 0,0 0 1 0 0,0 1 0 0 0,0-1 0 0 0,-1 0 0 0 0,1 0 0 0 0,-1 1-1 0 0,0-1 1 0 0,0 0 0 0 0,0 1 0 0 0,0 0 0 0 0,0 0 0 0 0,0-1-1 0 0,-1 1 1 0 0,1 0 0 0 0,-1 1 0 0 0,1-1 0 0 0,-1 0 0 0 0,0 1-1 0 0,-6-3 1 0 0,5 4-121 0 0,-1 1 0 0 0,0-1-1 0 0,1 1 1 0 0,-1 0 0 0 0,1 0-1 0 0,-1 0 1 0 0,1 0-1 0 0,-1 1 1 0 0,1 0 0 0 0,0 0-1 0 0,-1 0 1 0 0,1 0 0 0 0,0 1-1 0 0,1 0 1 0 0,-1 0 0 0 0,0 0-1 0 0,1 0 1 0 0,-4 4 0 0 0,-8 8 111 0 0,1 1 0 0 0,-18 26 1 0 0,24-29-105 0 0,0 1 0 0 0,1 0 0 0 0,0 0 0 0 0,1 0 0 0 0,1 1 0 0 0,0 0-1 0 0,1 0 1 0 0,0 0 0 0 0,1 0 0 0 0,-1 30 0 0 0,4-37-39 0 0,-1 0 0 0 0,2 0-1 0 0,-1 0 1 0 0,1 1 0 0 0,0-1-1 0 0,1 0 1 0 0,0-1-1 0 0,0 1 1 0 0,1 0 0 0 0,-1 0-1 0 0,2-1 1 0 0,-1 0 0 0 0,1 1-1 0 0,0-1 1 0 0,1-1 0 0 0,0 1-1 0 0,0-1 1 0 0,0 0-1 0 0,1 0 1 0 0,0 0 0 0 0,0-1-1 0 0,10 8 1 0 0,-13-12 2 0 0,0 1 0 0 0,0-1 0 0 0,0 0 0 0 0,0 0 1 0 0,0 0-1 0 0,0 0 0 0 0,0 0 0 0 0,1-1 0 0 0,-1 1 0 0 0,0-1 0 0 0,0 0 1 0 0,0 0-1 0 0,1 0 0 0 0,-1-1 0 0 0,0 1 0 0 0,0-1 0 0 0,0 0 0 0 0,1 1 0 0 0,-1-1 1 0 0,0-1-1 0 0,0 1 0 0 0,-1 0 0 0 0,1-1 0 0 0,0 0 0 0 0,0 1 0 0 0,-1-1 1 0 0,1 0-1 0 0,-1 0 0 0 0,1-1 0 0 0,-1 1 0 0 0,0 0 0 0 0,0-1 0 0 0,3-4 1 0 0,3-3 102 0 0,-1 0 1 0 0,0-1-1 0 0,-1 0 1 0 0,0 0 0 0 0,0-1-1 0 0,-2 0 1 0 0,5-14 0 0 0,-5 12-26 0 0,-1 0 1 0 0,0 0 0 0 0,-1 0-1 0 0,-1 0 1 0 0,0 0 0 0 0,-2-28-1 0 0,-11-10-2169 0 0,5 46 779 0 0,4 5-307 0 0</inkml:trace>
</inkml:ink>
</file>

<file path=ppt/ink/ink2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4:45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0 124 16554 0 0,'0'0'994'0'0,"19"-26"971"0"0,-24-20 1860 0 0,0 13-3002 0 0,4 14-6843 0 0,15 21 3059 0 0</inkml:trace>
</inkml:ink>
</file>

<file path=ppt/ink/ink2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4:46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44 472 0 0,'17'-17'3393'0'0,"-16"15"-3165"0"0,0 0-1 0 0,1 0 0 0 0,-1 1 0 0 0,0-1 0 0 0,1 0 0 0 0,-1 1 1 0 0,1-1-1 0 0,0 1 0 0 0,0-1 0 0 0,-1 1 0 0 0,1 0 0 0 0,0 0 1 0 0,0 0-1 0 0,0 0 0 0 0,0 0 0 0 0,1 0 0 0 0,-1 1 0 0 0,0-1 1 0 0,0 1-1 0 0,0-1 0 0 0,0 1 0 0 0,1 0 0 0 0,-1 0 0 0 0,0 0 1 0 0,0 0-1 0 0,1 0 0 0 0,-1 0 0 0 0,0 1 0 0 0,0-1 1 0 0,4 2-1 0 0,-2-1-151 0 0,0 1 1 0 0,0 0 0 0 0,-1-1-1 0 0,1 1 1 0 0,-1 0-1 0 0,1 1 1 0 0,-1-1 0 0 0,0 1-1 0 0,0-1 1 0 0,0 1 0 0 0,0 0-1 0 0,-1 0 1 0 0,1 0 0 0 0,-1 1-1 0 0,0-1 1 0 0,1 1 0 0 0,-2-1-1 0 0,3 5 1 0 0,-1 0-1 0 0,-1 0 1 0 0,0 0 0 0 0,0 0-1 0 0,-1 0 1 0 0,0 0 0 0 0,0 0-1 0 0,-1 0 1 0 0,-1 15 0 0 0,-1-6-16 0 0,-1 0 1 0 0,0 0-1 0 0,-1 0 1 0 0,-1-1-1 0 0,-1 0 1 0 0,0 0-1 0 0,-1 0 1 0 0,-12 20-1 0 0,-101 116 783 0 0,119-151-544 0 0,44 11 262 0 0,227-38 300 0 0,-165 30-656 0 0,-103-4-177 0 0,8 1-468 0 0,14-3 1525 0 0,-17 0-4650 0 0</inkml:trace>
</inkml:ink>
</file>

<file path=ppt/ink/ink2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4:48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2 1068 0 0,'0'0'8556'0'0,"0"-1"-8522"0"0,0 1 0 0 0,-1 0 0 0 0,1 0 0 0 0,0 0-1 0 0,-1 0 1 0 0,1 0 0 0 0,0 0 0 0 0,0 0 0 0 0,-1 0-1 0 0,1 0 1 0 0,0 0 0 0 0,-1 0 0 0 0,1 0 0 0 0,0 0 0 0 0,-1 0-1 0 0,1 0 1 0 0,0 0 0 0 0,-1 0 0 0 0,1 0 0 0 0,0 0-1 0 0,0 0 1 0 0,-1 0 0 0 0,1 1 0 0 0,0-1 0 0 0,0 0 0 0 0,-1 0-1 0 0,1 0 1 0 0,0 1 0 0 0,0-1 0 0 0,-1 0 0 0 0,1 0 0 0 0,0 0-1 0 0,0 1 1 0 0,0-1 0 0 0,-1 0 0 0 0,1 1 0 0 0,0-1-1 0 0,0 0 1 0 0,0 0 0 0 0,0 1 0 0 0,0-1 0 0 0,0 0 0 0 0,0 1-1 0 0,0-1 1 0 0,0 0 0 0 0,0 0 0 0 0,0 1 0 0 0,11 38 236 0 0,1-1 0 0 0,3-1 1 0 0,1 0-1 0 0,1-1 0 0 0,3-1 1 0 0,0-1-1 0 0,2 0 0 0 0,2-2 1 0 0,1 0-1 0 0,41 39 0 0 0,-65-70-281 0 0,-1 0 0 0 0,1 0 0 0 0,-1-1 0 0 0,1 1 0 0 0,0 0 0 0 0,-1 0 0 0 0,1-1 0 0 0,0 1 0 0 0,0 0 0 0 0,-1-1 0 0 0,1 1 0 0 0,0-1 0 0 0,0 1 0 0 0,0-1 0 0 0,0 1 0 0 0,0-1 0 0 0,0 0 0 0 0,0 1 0 0 0,0-1 1 0 0,-1 0-1 0 0,1 0 0 0 0,0 0 0 0 0,0 0 0 0 0,0 0 0 0 0,0 0 0 0 0,0 0 0 0 0,0 0 0 0 0,0 0 0 0 0,0 0 0 0 0,0-1 0 0 0,0 1 0 0 0,0 0 0 0 0,0-1 0 0 0,0 1 0 0 0,0 0 0 0 0,0-1 0 0 0,1-1 0 0 0,1-1-20 0 0,0-1 0 0 0,-1 0 0 0 0,1 0 0 0 0,-1-1 0 0 0,0 1 0 0 0,0 0 0 0 0,1-8 0 0 0,2-4 30 0 0,-1-1 0 0 0,-1 0-1 0 0,-1 0 1 0 0,0 0 0 0 0,-1 0 0 0 0,-1 0 0 0 0,-1 0 0 0 0,0 0-1 0 0,-1 0 1 0 0,-1 0 0 0 0,-1 0 0 0 0,0 1 0 0 0,-1-1 0 0 0,-1 1-1 0 0,-14-28 1 0 0,19 40 38 0 0,-1 1-1 0 0,0 0 1 0 0,0 0-1 0 0,-1 0 1 0 0,1 0 0 0 0,-1 0-1 0 0,1 1 1 0 0,-1-1-1 0 0,0 1 1 0 0,-4-3-1 0 0,6 4-17 0 0,-3 2 1 0 0,-2 2-13 0 0,0 0 0 0 0,1 1 0 0 0,-1-1 0 0 0,0 1 0 0 0,1 0 0 0 0,0 1 0 0 0,0-1 0 0 0,0 1 0 0 0,1 0 0 0 0,-1 0 0 0 0,1 1-1 0 0,0-1 1 0 0,1 1 0 0 0,-1 0 0 0 0,-4 12 0 0 0,-7 15 4 0 0,-17 58-1 0 0,25-68 1 0 0,3-8-16 0 0,-5 16-49 0 0,-1 1-1 0 0,-2-1 1 0 0,-1-1-1 0 0,-1 0 1 0 0,-2-1 0 0 0,-19 28-1 0 0,33-54 17 0 0,0-1 0 0 0,-1 1 0 0 0,1-1 0 0 0,-1 0 0 0 0,1 1 0 0 0,-1-1 0 0 0,0 0 0 0 0,1-1 0 0 0,-1 1 0 0 0,-6 2 0 0 0,8-4-88 0 0,-4-2-122 0 0,1 0 227 0 0,0 0-1 0 0,0-1 1 0 0,0 1 0 0 0,1-1-1 0 0,-1 0 1 0 0,1 0-1 0 0,-1 0 1 0 0,1-1-1 0 0,0 1 1 0 0,0-1 0 0 0,0 0-1 0 0,1 0 1 0 0,-1 0-1 0 0,1 0 1 0 0,0 0 0 0 0,0 0-1 0 0,1-1 1 0 0,-1 1-1 0 0,1 0 1 0 0,0-1 0 0 0,0 0-1 0 0,0 1 1 0 0,1-1-1 0 0,0 1 1 0 0,0-1-1 0 0,0 0 1 0 0,0 1 0 0 0,1-1-1 0 0,0-5 1 0 0,1 4 23 0 0,-1-1 0 0 0,1 1 1 0 0,0 0-1 0 0,0-1 0 0 0,1 1 1 0 0,0 0-1 0 0,0 1 0 0 0,0-1 0 0 0,1 0 1 0 0,-1 1-1 0 0,1 0 0 0 0,1 0 1 0 0,-1 0-1 0 0,1 0 0 0 0,0 1 0 0 0,0 0 1 0 0,0 0-1 0 0,0 0 0 0 0,1 0 1 0 0,0 1-1 0 0,9-4 0 0 0,17-4-124 0 0,2 2-1 0 0,-1 0 0 0 0,65-6 1 0 0,108 5-1754 0 0,-28 2-3707 0 0,-124 3 3105 0 0</inkml:trace>
</inkml:ink>
</file>

<file path=ppt/ink/ink2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4:49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30 584 0 0,'-2'-3'718'0'0,"0"0"0"0"0,0 0 0 0 0,-1 0 0 0 0,1 0 0 0 0,-1 0 0 0 0,0 1 0 0 0,0 0 0 0 0,-5-4 0 0 0,7 6-615 0 0,0 0 0 0 0,-1-1 0 0 0,1 1 0 0 0,0 0 0 0 0,-1 0 0 0 0,1 0 1 0 0,-1 0-1 0 0,1 0 0 0 0,0 0 0 0 0,-1 0 0 0 0,1 0 0 0 0,-1 1 0 0 0,1-1 0 0 0,0 1 0 0 0,-1-1 0 0 0,1 1 0 0 0,0-1 0 0 0,0 1 0 0 0,-1 0 0 0 0,1-1 0 0 0,0 1 1 0 0,0 0-1 0 0,0 0 0 0 0,0 0 0 0 0,0 0 0 0 0,-1 1 0 0 0,-11 10 192 0 0,1 1-1 0 0,0 0 1 0 0,1 1 0 0 0,0 0-1 0 0,1 1 1 0 0,1 0 0 0 0,0 1-1 0 0,1 0 1 0 0,1 0 0 0 0,-7 22-1 0 0,9-24-191 0 0,1 1-1 0 0,1 0 1 0 0,0 0-1 0 0,2 0 1 0 0,-1 0-1 0 0,2 0 0 0 0,0 0 1 0 0,0 0-1 0 0,2 0 1 0 0,0 0-1 0 0,0 0 1 0 0,7 20-1 0 0,-6-26-53 0 0,0-1 0 0 0,1 0 1 0 0,-1 0-1 0 0,2 0 0 0 0,-1 0 0 0 0,1 0 1 0 0,0-1-1 0 0,1 0 0 0 0,7 9 0 0 0,-10-14-27 0 0,-1 0 0 0 0,0-1-1 0 0,1 1 1 0 0,-1 0 0 0 0,1-1 0 0 0,0 1 0 0 0,-1-1-1 0 0,1 0 1 0 0,0 0 0 0 0,0 0 0 0 0,0 0-1 0 0,0-1 1 0 0,0 1 0 0 0,0-1 0 0 0,0 0-1 0 0,0 1 1 0 0,0-2 0 0 0,0 1 0 0 0,0 0-1 0 0,0 0 1 0 0,0-1 0 0 0,0 0 0 0 0,0 1-1 0 0,-1-1 1 0 0,1 0 0 0 0,0 0 0 0 0,0-1-1 0 0,-1 1 1 0 0,1-1 0 0 0,3-2 0 0 0,3-2 78 0 0,0 0-1 0 0,0-1 1 0 0,0 0 0 0 0,-1-1 0 0 0,0 0-1 0 0,-1 0 1 0 0,0-1 0 0 0,0 0 0 0 0,-1 0 0 0 0,0-1-1 0 0,0 1 1 0 0,-1-1 0 0 0,-1 0 0 0 0,0-1 0 0 0,0 1-1 0 0,-1-1 1 0 0,0 0 0 0 0,0 0 0 0 0,-2 0 0 0 0,1 0-1 0 0,-1 0 1 0 0,-1 0 0 0 0,0 0 0 0 0,-1 0-1 0 0,0-1 1 0 0,0 1 0 0 0,-1 0 0 0 0,-1 1 0 0 0,-5-17-1 0 0,7 24-318 0 0,0 1-1 0 0,1 0 0 0 0,-1 0 0 0 0,0 0 0 0 0,0-1 0 0 0,0 1 0 0 0,-1 0 1 0 0,1 1-1 0 0,0-1 0 0 0,-1 0 0 0 0,1 0 0 0 0,-1 0 0 0 0,1 1 1 0 0,-1-1-1 0 0,0 1 0 0 0,0-1 0 0 0,0 1 0 0 0,0 0 0 0 0,0 0 0 0 0,0 0 1 0 0,0 0-1 0 0,-3-1 0 0 0,-11 11-10298 0 0</inkml:trace>
</inkml:ink>
</file>

<file path=ppt/ink/ink2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4:49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75 1088 0 0,'21'-25'11412'0'0,"-16"7"-7207"0"0,4 5-3814 0 0,-6 11-1368 0 0,0 0 0 0 0,1 0 0 0 0,-1 0 0 0 0,1 0-1 0 0,-1 1 1 0 0,1-1 0 0 0,0 1 0 0 0,0 0 0 0 0,7-1 0 0 0,-4 0-429 0 0</inkml:trace>
</inkml:ink>
</file>

<file path=ppt/ink/ink2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4:49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60 832 0 0,'5'-5'565'0'0,"0"-1"-1"0"0,1 1 1 0 0,-1 1-1 0 0,1-1 1 0 0,0 1-1 0 0,0 0 1 0 0,1 0-1 0 0,-1 1 1 0 0,1 0 0 0 0,-1 0-1 0 0,1 1 1 0 0,0-1-1 0 0,14-1 1 0 0,-14 2-327 0 0,0 1 0 0 0,0 0 0 0 0,0 1 1 0 0,1-1-1 0 0,-1 2 0 0 0,0-1 0 0 0,0 1 0 0 0,0 0 0 0 0,1 0 1 0 0,-1 1-1 0 0,0 0 0 0 0,-1 0 0 0 0,1 0 0 0 0,7 5 0 0 0,-10-5-177 0 0,0 0-1 0 0,-1 1 0 0 0,1 0 0 0 0,-1-1 0 0 0,1 1 0 0 0,-1 1 0 0 0,0-1 0 0 0,0 0 0 0 0,-1 1 0 0 0,1 0 0 0 0,-1-1 0 0 0,1 1 0 0 0,-1 0 0 0 0,-1 0 0 0 0,1 0 0 0 0,0 1 1 0 0,1 7-1 0 0,-2-4-6 0 0,0-1 1 0 0,-1 1 0 0 0,0 0-1 0 0,0-1 1 0 0,-1 1 0 0 0,1 0-1 0 0,-2-1 1 0 0,1 1-1 0 0,-5 12 1 0 0,-1-3 1 0 0,0 0 0 0 0,-1 0 0 0 0,-1-1 0 0 0,0 0 0 0 0,-1-1 0 0 0,-1 0-1 0 0,0 0 1 0 0,-14 12 0 0 0,-94 88 1422 0 0,118-114-763 0 0,18 3-348 0 0,9-1-170 0 0,118-22 448 0 0,192-1 0 0 0,-328 20-660 0 0,0 0 32 0 0,-1 0 0 0 0,0 0 0 0 0,0-1 0 0 0,0 0 0 0 0,8-2 0 0 0,-14 3-118 0 0,-26-16-15299 0 0</inkml:trace>
</inkml:ink>
</file>

<file path=ppt/ink/ink2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4:52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49 280 0 0,'-12'-42'11934'0'0,"13"41"-11892"0"0,-1 1 0 0 0,0 0-1 0 0,0-1 1 0 0,0 1-1 0 0,0 0 1 0 0,1-1-1 0 0,-1 1 1 0 0,0 0-1 0 0,0-1 1 0 0,0 1-1 0 0,1 0 1 0 0,-1 0-1 0 0,0-1 1 0 0,1 1-1 0 0,-1 0 1 0 0,0 0-1 0 0,0 0 1 0 0,1 0-1 0 0,-1-1 1 0 0,0 1 0 0 0,1 0-1 0 0,-1 0 1 0 0,1 0-1 0 0,-1 0 1 0 0,0 0-1 0 0,1 0 1 0 0,-1 0-1 0 0,0 0 1 0 0,1 0-1 0 0,-1 0 1 0 0,0 0-1 0 0,1 0 1 0 0,-1 0-1 0 0,0 0 1 0 0,1 0-1 0 0,0 0 1 0 0,21 9 673 0 0,35 27-466 0 0,-29-17 79 0 0,238 143 502 0 0,-232-142-979 0 0,45 22-1630 0 0,-78-41 1616 0 0,1-2 132 0 0,-1 1 0 0 0,0-1 1 0 0,1 0-1 0 0,-1 1 0 0 0,1-1 0 0 0,-1 0 1 0 0,0 0-1 0 0,1 0 0 0 0,-1 0 0 0 0,0 0 1 0 0,0 0-1 0 0,0 0 0 0 0,0 0 0 0 0,0 0 1 0 0,0-1-1 0 0,0 1 0 0 0,0 0 0 0 0,-1-1 1 0 0,1 1-1 0 0,0 0 0 0 0,-1-1 0 0 0,1 1 0 0 0,-1-1 1 0 0,1 1-1 0 0,-1-1 0 0 0,0-3 0 0 0,7-39-260 0 0,-8 28 320 0 0,0-1 1 0 0,0 1-1 0 0,-1 0 1 0 0,-2 0 0 0 0,1 0-1 0 0,-2 1 1 0 0,0-1-1 0 0,0 1 1 0 0,-16-29-1 0 0,20 44-22 0 0,1 0 0 0 0,0-1 0 0 0,0 1-1 0 0,-1-1 1 0 0,1 1 0 0 0,0 0 0 0 0,0-1-1 0 0,-1 1 1 0 0,1-1 0 0 0,-1 1 0 0 0,1 0-1 0 0,0 0 1 0 0,-1-1 0 0 0,1 1 0 0 0,-1 0 0 0 0,1 0-1 0 0,0-1 1 0 0,-1 1 0 0 0,1 0 0 0 0,-1 0-1 0 0,1 0 1 0 0,-1 0 0 0 0,1 0 0 0 0,-1 0 0 0 0,1 0-1 0 0,-1 0 1 0 0,1 0 0 0 0,-1 0 0 0 0,1 0-1 0 0,-1 0 1 0 0,1 0 0 0 0,-1 0 0 0 0,1 0 0 0 0,0 0-1 0 0,-1 0 1 0 0,1 1 0 0 0,-1-1 0 0 0,1 0-1 0 0,-1 0 1 0 0,0 1 0 0 0,-13 11-28 0 0,13-12 41 0 0,-4 6-11 0 0,1-1 0 0 0,-1 1 0 0 0,1 0 0 0 0,1 1 0 0 0,-1-1 0 0 0,1 1 0 0 0,0-1 0 0 0,0 1 0 0 0,1 0 0 0 0,-2 9 0 0 0,-5 10 9 0 0,-16 47 79 0 0,-17 38 274 0 0,38-100-332 0 0,-2-1 1 0 0,0 0 0 0 0,0 0-1 0 0,-1 0 1 0 0,0-1 0 0 0,0 0-1 0 0,-15 14 1 0 0,20-22-41 0 0,1 1 0 0 0,0-1-1 0 0,-1 0 1 0 0,1 0 0 0 0,-1 0 0 0 0,1 0-1 0 0,-1 0 1 0 0,1 0 0 0 0,-1 0 0 0 0,0 0 0 0 0,1-1-1 0 0,-1 1 1 0 0,0-1 0 0 0,0 1 0 0 0,1-1-1 0 0,-1 1 1 0 0,0-1 0 0 0,0 0 0 0 0,0 0 0 0 0,0 0-1 0 0,1 0 1 0 0,-4-1 0 0 0,3 0 3 0 0,0 0 0 0 0,1 0 0 0 0,-1 0 1 0 0,1 0-1 0 0,-1-1 0 0 0,1 1 0 0 0,0 0 0 0 0,-1-1 0 0 0,1 1 1 0 0,0-1-1 0 0,0 1 0 0 0,0-1 0 0 0,0 1 0 0 0,0-1 0 0 0,0 0 1 0 0,0 0-1 0 0,0-3 0 0 0,-1-1 15 0 0,0-1 0 0 0,1 0 0 0 0,0 0 0 0 0,0 0 1 0 0,0 1-1 0 0,1-1 0 0 0,0 0 0 0 0,1 0 0 0 0,-1 0 0 0 0,4-12 0 0 0,-1 12-34 0 0,0 0 0 0 0,1 1 0 0 0,0-1 0 0 0,0 0-1 0 0,0 1 1 0 0,1 0 0 0 0,0 0 0 0 0,0 1 0 0 0,1-1 0 0 0,-1 1-1 0 0,1 0 1 0 0,1 0 0 0 0,-1 1 0 0 0,1 0 0 0 0,-1 0-1 0 0,1 1 1 0 0,13-6 0 0 0,57-15-1955 0 0,-3 10-3649 0 0,-66 12 4665 0 0,17-2-2123 0 0</inkml:trace>
</inkml:ink>
</file>

<file path=ppt/ink/ink2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4:52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25 260 0 0,'0'0'2425'0'0,"-15"-25"4946"0"0,11 26-7221 0 0,0 0 1 0 0,0-1 0 0 0,1 1 0 0 0,-1 0 0 0 0,1 1-1 0 0,-1-1 1 0 0,1 1 0 0 0,-1 0 0 0 0,1-1-1 0 0,0 1 1 0 0,-1 1 0 0 0,1-1 0 0 0,0 0 0 0 0,1 1-1 0 0,-1 0 1 0 0,0-1 0 0 0,1 1 0 0 0,0 0-1 0 0,-4 6 1 0 0,-4 5 85 0 0,1-1-1 0 0,0 1 0 0 0,-8 20 1 0 0,13-25-147 0 0,1 1 1 0 0,0 0 0 0 0,0 0 0 0 0,1 0-1 0 0,0 0 1 0 0,1 0 0 0 0,0 0 0 0 0,0 1-1 0 0,1-1 1 0 0,0 0 0 0 0,1 1 0 0 0,2 9-1 0 0,-2-15-78 0 0,1 0-1 0 0,-1-1 0 0 0,1 1 1 0 0,-1 0-1 0 0,1-1 0 0 0,1 1 1 0 0,-1-1-1 0 0,0 0 0 0 0,1 0 1 0 0,0 0-1 0 0,0 0 0 0 0,0 0 1 0 0,1-1-1 0 0,-1 1 0 0 0,1-1 0 0 0,0 0 1 0 0,0 0-1 0 0,0 0 0 0 0,0-1 1 0 0,1 1-1 0 0,-1-1 0 0 0,1 0 1 0 0,-1 0-1 0 0,1-1 0 0 0,0 0 1 0 0,9 2-1 0 0,-8-2 31 0 0,1 0 1 0 0,-1-1-1 0 0,1 0 0 0 0,0 0 0 0 0,-1-1 0 0 0,1 0 1 0 0,-1 0-1 0 0,1 0 0 0 0,-1-1 0 0 0,1 0 1 0 0,-1 0-1 0 0,0-1 0 0 0,0 0 0 0 0,0 0 0 0 0,0 0 1 0 0,-1-1-1 0 0,1 0 0 0 0,-1 0 0 0 0,0 0 1 0 0,0 0-1 0 0,6-8 0 0 0,-5 5 91 0 0,0-1 0 0 0,-1 0 1 0 0,1 0-1 0 0,-2 0 0 0 0,1 0 0 0 0,-1-1 1 0 0,0 1-1 0 0,-1-1 0 0 0,0 0 0 0 0,0 0 0 0 0,-1 0 1 0 0,0-1-1 0 0,-1 1 0 0 0,0-14 0 0 0,0 14 64 0 0,-2-1 0 0 0,1 1 0 0 0,-2-1 0 0 0,-3-14 0 0 0,5 21-296 0 0,-1 0 1 0 0,0 0 0 0 0,0 1 0 0 0,-1-1 0 0 0,1 0 0 0 0,-1 1 0 0 0,1-1 0 0 0,-1 1-1 0 0,0-1 1 0 0,0 1 0 0 0,0 0 0 0 0,0 0 0 0 0,0-1 0 0 0,-1 2 0 0 0,1-1 0 0 0,0 0-1 0 0,-1 0 1 0 0,-4-1 0 0 0,6 2-866 0 0,-21 4-4262 0 0,13 4 967 0 0</inkml:trace>
</inkml:ink>
</file>

<file path=ppt/ink/ink2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4:52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74 428 0 0,'24'-16'7715'0'0,"-19"9"-4593"0"0,8-11 2607 0 0,-7-1-4853 0 0,-5 17-1418 0 0,14-6-3833 0 0,-7 6-2467 0 0,3 1 3403 0 0</inkml:trace>
</inkml:ink>
</file>

<file path=ppt/ink/ink2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4:53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81 684 0 0,'3'-4'820'0'0,"-1"-1"0"0"0,1 1 1 0 0,0 0-1 0 0,0 0 0 0 0,1 1 0 0 0,-1-1 0 0 0,1 1 1 0 0,0-1-1 0 0,4-2 0 0 0,0 1-126 0 0,-1 0 1 0 0,1 1-1 0 0,0 0 0 0 0,16-5 1 0 0,-14 6-398 0 0,1 0 0 0 0,-1 1 1 0 0,1 0-1 0 0,-1 1 1 0 0,1 0-1 0 0,0 0 0 0 0,-1 1 1 0 0,22 3-1 0 0,-29-3-265 0 0,0 1 0 0 0,0 0 0 0 0,0-1 0 0 0,-1 1 0 0 0,1 0 0 0 0,0 0 0 0 0,0 1 0 0 0,0-1-1 0 0,-1 1 1 0 0,1-1 0 0 0,-1 1 0 0 0,1 0 0 0 0,-1 0 0 0 0,0 0 0 0 0,0 0 0 0 0,0 0 0 0 0,0 0 0 0 0,0 1 0 0 0,0-1 0 0 0,0 1 0 0 0,-1-1 0 0 0,1 1 0 0 0,-1 0 0 0 0,0 0 0 0 0,0 0-1 0 0,0-1 1 0 0,0 1 0 0 0,-1 0 0 0 0,1 0 0 0 0,-1 0 0 0 0,1 0 0 0 0,-1 0 0 0 0,0 0 0 0 0,0 0 0 0 0,-1 0 0 0 0,1 0 0 0 0,-1 0 0 0 0,1 0 0 0 0,-1 0 0 0 0,-1 3 0 0 0,-3 13-5 0 0,-2 0 1 0 0,0 0 0 0 0,-1-1 0 0 0,-16 28 0 0 0,19-38-21 0 0,4-6-14 0 0,1 0 0 0 0,-1 0 0 0 0,1 0 0 0 0,0 0 0 0 0,-1 0 0 0 0,1 0 0 0 0,0 0 0 0 0,0 0 0 0 0,0 0 0 0 0,0 0 1 0 0,1 0-1 0 0,-1 0 0 0 0,0 0 0 0 0,1 0 0 0 0,0 0 0 0 0,-1 0 0 0 0,1 0 0 0 0,0 0 0 0 0,0-1 0 0 0,0 1 1 0 0,0 0-1 0 0,0 0 0 0 0,0-1 0 0 0,1 1 0 0 0,-1-1 0 0 0,0 1 0 0 0,3 1 0 0 0,45 38-63 0 0,-41-36 48 0 0,-5-3 18 0 0,6 4-26 0 0,0 0 1 0 0,0 1-1 0 0,-1 0 1 0 0,0 1-1 0 0,0-1 1 0 0,-1 1-1 0 0,12 17 0 0 0,-19-24 31 0 0,0 0-1 0 0,0 0 0 0 0,0 0 0 0 0,0 0 0 0 0,0 0 1 0 0,0 0-1 0 0,0 0 0 0 0,0 0 0 0 0,0 0 0 0 0,0 0 0 0 0,-1 0 1 0 0,1 0-1 0 0,0-1 0 0 0,-1 1 0 0 0,1 0 0 0 0,0 0 0 0 0,-1 0 1 0 0,1 0-1 0 0,-1-1 0 0 0,0 1 0 0 0,1 0 0 0 0,-1-1 1 0 0,0 1-1 0 0,1 0 0 0 0,-1-1 0 0 0,0 1 0 0 0,1-1 0 0 0,-1 1 1 0 0,0-1-1 0 0,0 1 0 0 0,-1 0 0 0 0,-29 14 48 0 0,27-14-39 0 0,-15 7 24 0 0,-1-1 1 0 0,1-1-1 0 0,-2-1 0 0 0,-37 6 1 0 0,-1-11-2666 0 0,48-5 106 0 0,3-8-5773 0 0</inkml:trace>
</inkml:ink>
</file>

<file path=ppt/ink/ink2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4:53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141 194 896 0 0,'1'-1'395'0'0,"0"0"-1"0"0,-1 1 1 0 0,1-1-1 0 0,0 0 1 0 0,-1 1-1 0 0,1-1 1 0 0,0 1-1 0 0,0-1 1 0 0,0 1-1 0 0,-1-1 1 0 0,1 1-1 0 0,0 0 1 0 0,0-1-1 0 0,0 1 1 0 0,0 0-1 0 0,0 0 1 0 0,0 0-1 0 0,0 0 1 0 0,0 0-1 0 0,1 0 1 0 0,7 16 5025 0 0,-3 2-6266 0 0,73 153 2782 0 0,-79-170-1923 0 0,0 0-1 0 0,1 1 1 0 0,-1-1-1 0 0,0 1 1 0 0,0-1-1 0 0,0 0 1 0 0,0 1-1 0 0,0-1 1 0 0,0 0-1 0 0,0 1 1 0 0,0-1-1 0 0,-1 0 1 0 0,1 1-1 0 0,-1-1 0 0 0,1 0 1 0 0,-1 0-1 0 0,1 1 1 0 0,-1-1-1 0 0,0 0 1 0 0,-1 2-1 0 0,-18 21 164 0 0,13-18-222 0 0,-2 0 0 0 0,1-1 0 0 0,-1 0 0 0 0,0 0 0 0 0,0-1 0 0 0,0 0-1 0 0,0-1 1 0 0,-1 0 0 0 0,1 0 0 0 0,-1-1 0 0 0,-18 1 0 0 0,-19-2-2945 0 0,6-10-3473 0 0,27 3 3019 0 0</inkml:trace>
  <inkml:trace contextRef="#ctx0" brushRef="#br0" timeOffset="1">192 210 12953 0 0,'138'-64'2388'0'0,"131"-54"1895"0"0,-249 109-4645 0 0,17-6-80 0 0,-25 12-3201 0 0,0 2-3277 0 0</inkml:trace>
</inkml:ink>
</file>

<file path=ppt/ink/ink2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4:56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51 808 0 0,'-5'-16'1657'0'0,"-11"-18"11157"0"0,16 41-12454 0 0,1 31-114 0 0,3 0-1 0 0,1-1 1 0 0,2 1 0 0 0,1-1 0 0 0,2 0-1 0 0,2-1 1 0 0,1 0 0 0 0,2-1 0 0 0,20 35-1 0 0,-29-60-309 0 0,-3-4-73 0 0,0 1 0 0 0,1-1 0 0 0,0 0 0 0 0,0 0 0 0 0,1 0 0 0 0,0-1 0 0 0,0 1 0 0 0,0-1 0 0 0,11 8 0 0 0,-15-13 111 0 0,0 0 1 0 0,0 0-1 0 0,1 0 0 0 0,-1 0 0 0 0,0 1 0 0 0,0-2 0 0 0,1 1 1 0 0,-1 0-1 0 0,0 0 0 0 0,0 0 0 0 0,1 0 0 0 0,-1-1 0 0 0,0 1 1 0 0,0-1-1 0 0,0 1 0 0 0,1-1 0 0 0,-1 1 0 0 0,0-1 0 0 0,0 0 1 0 0,0 0-1 0 0,0 1 0 0 0,0-1 0 0 0,0 0 0 0 0,0 0 0 0 0,-1 0 1 0 0,1 0-1 0 0,0 0 0 0 0,0 0 0 0 0,-1 0 0 0 0,2-2 0 0 0,18-32-328 0 0,-11 14 295 0 0,0 0 0 0 0,-2 0 1 0 0,-1-1-1 0 0,0 0 0 0 0,-2 0 1 0 0,0 0-1 0 0,-2 0 0 0 0,0-1 1 0 0,-2 0-1 0 0,-4-44 0 0 0,-4 10 1245 0 0,7 54-996 0 0,-1 4-184 0 0,0 1 1 0 0,1-1 0 0 0,-1 0-1 0 0,0 1 1 0 0,0 0-1 0 0,1-1 1 0 0,-1 1-1 0 0,1 0 1 0 0,0-1 0 0 0,-1 1-1 0 0,0 3 1 0 0,0-3 4 0 0,-20 28 45 0 0,1 1 1 0 0,-23 46-1 0 0,-3 5-94 0 0,8-23-849 0 0,-73 87 1 0 0,107-141 783 0 0,1 0 0 0 0,-1 0 0 0 0,0 0 0 0 0,0-1 0 0 0,-1 0 0 0 0,1 0 1 0 0,-1 0-1 0 0,0-1 0 0 0,0 0 0 0 0,0 0 0 0 0,-1 0 0 0 0,1-1 0 0 0,-1 0 0 0 0,1 0 1 0 0,-1-1-1 0 0,-12 2 0 0 0,18-3 94 0 0,-1 0 0 0 0,1-1 0 0 0,0 1-1 0 0,-1 0 1 0 0,1 0 0 0 0,0-1 0 0 0,-1 1 0 0 0,1-1 0 0 0,0 0 0 0 0,0 1 0 0 0,-1-1 0 0 0,1 0-1 0 0,0 1 1 0 0,0-1 0 0 0,0 0 0 0 0,0 0 0 0 0,0 0 0 0 0,0 0 0 0 0,0 0 0 0 0,0 0 0 0 0,0-1-1 0 0,1 1 1 0 0,-1 0 0 0 0,0 0 0 0 0,1 0 0 0 0,-1-1 0 0 0,1 1 0 0 0,-1 0 0 0 0,1-1 0 0 0,0 1-1 0 0,-1 0 1 0 0,1-1 0 0 0,0 1 0 0 0,0-1 0 0 0,0 1 0 0 0,0 0 0 0 0,1-3 0 0 0,-1-1 0 0 0,0 0 0 0 0,0 0 1 0 0,1 0-1 0 0,0 0 1 0 0,0 0-1 0 0,0 0 1 0 0,1 1-1 0 0,4-10 0 0 0,4-2 29 0 0,2 0-1 0 0,0 0 0 0 0,1 1 0 0 0,0 0 0 0 0,2 2 0 0 0,-1-1 0 0 0,2 2 0 0 0,31-21 1 0 0,-24 19-525 0 0,2 1 0 0 0,25-10 0 0 0,-23 13-2523 0 0,50-12 0 0 0,-52 17 150 0 0</inkml:trace>
</inkml:ink>
</file>

<file path=ppt/ink/ink2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4:57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61 380 0 0,'2'-7'1655'0'0,"1"0"0"0"0,1 0 0 0 0,-1 0 0 0 0,1 1 0 0 0,0 0 0 0 0,1 0 0 0 0,7-9 1782 0 0,-17 19-3258 0 0,-12 7-77 0 0,1 0-1 0 0,0 2 0 0 0,1 0 0 0 0,0 1 0 0 0,1 1 0 0 0,0 0 1 0 0,1 0-1 0 0,-13 23 0 0 0,21-31-90 0 0,1 0 1 0 0,0 0-1 0 0,0 1 1 0 0,0-1-1 0 0,1 1 0 0 0,0 0 1 0 0,1-1-1 0 0,0 1 1 0 0,0 1-1 0 0,1-1 0 0 0,0 0 1 0 0,0 0-1 0 0,1 0 1 0 0,0 1-1 0 0,1-1 0 0 0,-1 0 1 0 0,1 0-1 0 0,1 1 1 0 0,0-1-1 0 0,0 0 0 0 0,1-1 1 0 0,0 1-1 0 0,6 12 1 0 0,-5-13-22 0 0,1-1-1 0 0,0 0 1 0 0,0 0 0 0 0,1-1 0 0 0,-1 1 0 0 0,1-1 0 0 0,0 0 0 0 0,1-1 0 0 0,-1 0 0 0 0,1 0 0 0 0,0 0 0 0 0,0-1 0 0 0,0 0 0 0 0,0 0 0 0 0,1 0 0 0 0,-1-1 0 0 0,1-1 0 0 0,-1 1 0 0 0,1-1 0 0 0,0 0 0 0 0,0-1 0 0 0,0 0 0 0 0,-1 0 0 0 0,1-1 0 0 0,0 0 0 0 0,11-2 0 0 0,-12 2 25 0 0,0-1 0 0 0,0 0 0 0 0,0 0 0 0 0,0 0 0 0 0,-1-1 0 0 0,1 0 0 0 0,-1 0 0 0 0,1 0 0 0 0,-1-1 0 0 0,0 0 0 0 0,-1 0 0 0 0,1-1 0 0 0,-1 0 0 0 0,0 0 0 0 0,0 0 0 0 0,0 0 0 0 0,0-1 0 0 0,-1 0 0 0 0,0 0 0 0 0,-1 0 0 0 0,1 0 0 0 0,-1-1 0 0 0,0 1 0 0 0,-1-1 0 0 0,1 0 0 0 0,-1 0 0 0 0,-1 0 0 0 0,2-10 0 0 0,-2 7 50 0 0,-1 0-1 0 0,0 0 1 0 0,0 0-1 0 0,-1 0 0 0 0,0 0 1 0 0,-1 0-1 0 0,0 0 1 0 0,-1 1-1 0 0,0-1 1 0 0,0 1-1 0 0,-1-1 0 0 0,0 1 1 0 0,-1 1-1 0 0,0-1 1 0 0,0 0-1 0 0,-1 1 1 0 0,0 0-1 0 0,-1 1 1 0 0,-10-11-1 0 0,-7 4-2142 0 0,23 13 1805 0 0,0 1-1 0 0,0 0 1 0 0,1 0 0 0 0,-1 0 0 0 0,0 0 0 0 0,0 0 0 0 0,0 0-1 0 0,1 0 1 0 0,-1 0 0 0 0,0 0 0 0 0,0 0 0 0 0,0 0 0 0 0,0 0-1 0 0,1 0 1 0 0,-1 1 0 0 0,0-1 0 0 0,0 0 0 0 0,1 1 0 0 0,-1-1-1 0 0,0 1 1 0 0,1-1 0 0 0,-1 1 0 0 0,0-1 0 0 0,1 1 0 0 0,-1-1-1 0 0,1 1 1 0 0,-1-1 0 0 0,1 1 0 0 0,-1 0 0 0 0,1-1 0 0 0,-1 1-1 0 0,1 0 1 0 0,-1 0 0 0 0,1 0 0 0 0,-4 8-3427 0 0</inkml:trace>
</inkml:ink>
</file>

<file path=ppt/ink/ink2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4:57.3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87 15869 0 0,'28'-26'3177'0'0,"-20"12"-2220"0"0,-6 12-835 0 0,-1 0-1 0 0,1-1 1 0 0,-1 1 0 0 0,1-1-1 0 0,-1 1 1 0 0,0-1 0 0 0,0 0-1 0 0,0 1 1 0 0,0-1 0 0 0,0-4-1 0 0,-1 5-585 0 0,6-2-2131 0 0,10-5-3260 0 0,-7 9 1151 0 0</inkml:trace>
</inkml:ink>
</file>

<file path=ppt/ink/ink2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4:57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22 492 0 0,'2'-2'366'0'0,"0"0"1"0"0,1 0-1 0 0,-1 0 0 0 0,1 0 0 0 0,-1 1 1 0 0,1-1-1 0 0,-1 1 0 0 0,1-1 0 0 0,0 1 1 0 0,0 0-1 0 0,0 0 0 0 0,0 1 0 0 0,0-1 1 0 0,0 1-1 0 0,0-1 0 0 0,0 1 1 0 0,0 0-1 0 0,0 0 0 0 0,0 0 0 0 0,0 0 1 0 0,0 1-1 0 0,0-1 0 0 0,-1 1 0 0 0,1 0 1 0 0,0 0-1 0 0,5 2 0 0 0,-5-1-260 0 0,0 0 1 0 0,0 0-1 0 0,0 1 0 0 0,-1-1 0 0 0,1 1 1 0 0,-1-1-1 0 0,1 1 0 0 0,-1 0 1 0 0,0-1-1 0 0,0 1 0 0 0,-1 0 0 0 0,1 0 1 0 0,-1 1-1 0 0,1-1 0 0 0,-1 0 0 0 0,0 0 1 0 0,0 1-1 0 0,0-1 0 0 0,-1 1 0 0 0,1-1 1 0 0,-1 1-1 0 0,0 4 0 0 0,0 2-4 0 0,-1 0-1 0 0,-1 0 1 0 0,0 0-1 0 0,0 0 0 0 0,-1-1 1 0 0,0 1-1 0 0,0-1 1 0 0,-1 0-1 0 0,-7 11 1 0 0,-8 12 248 0 0,-27 33 1 0 0,25-36-51 0 0,21-28-276 0 0,-1-1-1 0 0,1 1 1 0 0,-1 0 0 0 0,1-1-1 0 0,-1 1 1 0 0,1 0-1 0 0,0-1 1 0 0,-1 1-1 0 0,1 0 1 0 0,0 0-1 0 0,0 0 1 0 0,-1 0-1 0 0,1-1 1 0 0,0 1-1 0 0,0 0 1 0 0,0 0-1 0 0,0 0 1 0 0,0 0 0 0 0,0-1-1 0 0,0 1 1 0 0,0 0-1 0 0,1 0 1 0 0,-1 0-1 0 0,0 0 1 0 0,0-1-1 0 0,1 1 1 0 0,-1 0-1 0 0,0 0 1 0 0,1-1-1 0 0,-1 1 1 0 0,1 0-1 0 0,-1 0 1 0 0,1-1 0 0 0,-1 1-1 0 0,1-1 1 0 0,0 1-1 0 0,-1 0 1 0 0,1-1-1 0 0,0 1 1 0 0,-1-1-1 0 0,1 0 1 0 0,0 1-1 0 0,0-1 1 0 0,-1 0-1 0 0,1 1 1 0 0,0-1 0 0 0,0 0-1 0 0,0 0 1 0 0,-1 1-1 0 0,3-1 1 0 0,42 6 406 0 0,24-7-1480 0 0,75-11 0 0 0,-1-15-7436 0 0,-106 17 5176 0 0</inkml:trace>
</inkml:ink>
</file>

<file path=ppt/ink/ink2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4:58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4 145 628 0 0,'0'-2'698'0'0,"-1"0"-1"0"0,0 0 1 0 0,1 0-1 0 0,-1 1 1 0 0,1-1-1 0 0,0 0 1 0 0,-1 0-1 0 0,1 0 1 0 0,0 0-1 0 0,0 0 1 0 0,0 0-1 0 0,1 0 1 0 0,-1 0-1 0 0,0 0 1 0 0,1-2-1 0 0,0 5-531 0 0,0-1-1 0 0,0 0 0 0 0,0 1 0 0 0,0-1 0 0 0,0 0 0 0 0,0 1 0 0 0,0 0 0 0 0,0-1 0 0 0,-1 1 1 0 0,1-1-1 0 0,0 1 0 0 0,0 0 0 0 0,-1 0 0 0 0,1-1 0 0 0,0 1 0 0 0,-1 0 0 0 0,1 0 0 0 0,-1 0 1 0 0,2 1-1 0 0,43 74-390 0 0,-39-65 1532 0 0,17 28-487 0 0,-13-24-555 0 0,0 0 0 0 0,-1 1 0 0 0,-1 0 0 0 0,-1 0 0 0 0,0 1 0 0 0,-1 0 0 0 0,5 28-1 0 0,-10-43-331 0 0,-1 0-1 0 0,0 1 0 0 0,0-1 0 0 0,-1 0 1 0 0,1 1-1 0 0,0-1 0 0 0,-1 0 0 0 0,1 0 0 0 0,-1 0 1 0 0,0 1-1 0 0,0-1 0 0 0,0 0 0 0 0,0 0 1 0 0,0 0-1 0 0,0 0 0 0 0,0 0 0 0 0,-1 0 1 0 0,1-1-1 0 0,-1 1 0 0 0,1 0 0 0 0,-1-1 0 0 0,0 1 1 0 0,0-1-1 0 0,1 0 0 0 0,-1 1 0 0 0,-4 1 1 0 0,-27 5-3173 0 0,30-8 2538 0 0,0 0 0 0 0,0 0-1 0 0,0 0 1 0 0,1-1-1 0 0,-1 0 1 0 0,0 1 0 0 0,0-1-1 0 0,0 0 1 0 0,-4-2-1 0 0,-6-5-3244 0 0</inkml:trace>
  <inkml:trace contextRef="#ctx0" brushRef="#br0" timeOffset="1">163 69 13037 0 0,'86'-27'2299'0'0,"-66"18"-2065"0"0,1 2 0 0 0,0 1-1 0 0,0 0 1 0 0,0 1 0 0 0,1 2 0 0 0,0 0 0 0 0,40 1 0 0 0,-25 11-2772 0 0,-12 2-4462 0 0,-11-4 2687 0 0</inkml:trace>
</inkml:ink>
</file>

<file path=ppt/ink/ink2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4:58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61 44 0 0,'11'0'10258'0'0,"-11"0"-10044"0"0,0 0 0 0 0,0 1-1 0 0,28 22 3082 0 0,33 36-3570 0 0,-53-51 1303 0 0,31 32-434 0 0,-16-16-430 0 0,1 0 0 0 0,0-1 0 0 0,2-2 0 0 0,37 24 0 0 0,-62-44-201 0 0,0-1 31 0 0,0-1 0 0 0,1 1 0 0 0,-1-1 0 0 0,0 1 0 0 0,0-1 0 0 0,0 1 0 0 0,0-1 0 0 0,0 0 0 0 0,0 0 0 0 0,0 0 0 0 0,0 0 0 0 0,0 1 0 0 0,0-1 0 0 0,0 0 0 0 0,0 0 0 0 0,-1-1 0 0 0,1 1 0 0 0,0 0 0 0 0,-1 0 0 0 0,1 0 0 0 0,-1 0 0 0 0,1-1 0 0 0,-1 0 0 0 0,9-32-53 0 0,-8 21 81 0 0,0 1 0 0 0,-1-1 0 0 0,0 0 0 0 0,-2 1 0 0 0,1-1 0 0 0,-1 1 0 0 0,-1-1 0 0 0,0 1-1 0 0,-6-14 1 0 0,0 5 385 0 0,0 0-1 0 0,-2 1 0 0 0,0 0 0 0 0,-15-20 1 0 0,25 39-379 0 0,1 1 0 0 0,-1-1 0 0 0,0 0 1 0 0,0 0-1 0 0,1 0 0 0 0,-1 0 0 0 0,0 1 1 0 0,0-1-1 0 0,0 0 0 0 0,0 1 0 0 0,0-1 0 0 0,0 0 1 0 0,0 1-1 0 0,0 0 0 0 0,0-1 0 0 0,0 1 1 0 0,0-1-1 0 0,0 1 0 0 0,0 0 0 0 0,0 0 1 0 0,0 0-1 0 0,0 0 0 0 0,-1 0 0 0 0,1 0 0 0 0,-1 0 1 0 0,-1 1-7 0 0,0-1 1 0 0,1 1 0 0 0,-1 0-1 0 0,1 0 1 0 0,-1 1-1 0 0,1-1 1 0 0,0 0 0 0 0,0 1-1 0 0,-1 0 1 0 0,-1 2 0 0 0,-5 4 21 0 0,1 1 1 0 0,1 0-1 0 0,-11 16 1 0 0,-4 12 62 0 0,1 1 0 0 0,-19 54 0 0 0,28-60-537 0 0,-2 0 0 0 0,-1-1 0 0 0,-2-1-1 0 0,-35 50 1 0 0,48-76 232 0 0,1 0 0 0 0,-1-1 0 0 0,0 1 0 0 0,-1-1 0 0 0,1 1 0 0 0,-1-1 0 0 0,1-1 0 0 0,-1 1 0 0 0,0 0 1 0 0,0-1-1 0 0,0 0 0 0 0,0-1 0 0 0,0 1 0 0 0,-1-1 0 0 0,1 0 0 0 0,0 0 0 0 0,-9 0 0 0 0,11-1 141 0 0,1 0 0 0 0,-1 0 0 0 0,0 0 0 0 0,0-1 0 0 0,0 0 0 0 0,1 1 0 0 0,-1-1 0 0 0,0 0 0 0 0,1 0 0 0 0,-1 0 0 0 0,1-1 0 0 0,-1 1 0 0 0,1-1 0 0 0,0 1 0 0 0,-1-1 0 0 0,1 0 0 0 0,0 0 0 0 0,0 0 0 0 0,0 0 0 0 0,0 0 0 0 0,1 0 0 0 0,-1 0 0 0 0,1-1 0 0 0,-1 1 0 0 0,1-1 0 0 0,0 1 0 0 0,0-1 0 0 0,0 1 0 0 0,0-1 0 0 0,0 0 0 0 0,0 0 0 0 0,1 1 0 0 0,-1-1 0 0 0,1-4 0 0 0,0 2 71 0 0,0 1-1 0 0,1 0 1 0 0,-1-1 0 0 0,1 1-1 0 0,0 0 1 0 0,0 0 0 0 0,1-1-1 0 0,-1 1 1 0 0,1 0-1 0 0,0 0 1 0 0,0 1 0 0 0,0-1-1 0 0,1 0 1 0 0,-1 1 0 0 0,1-1-1 0 0,0 1 1 0 0,0 0-1 0 0,0 0 1 0 0,0 0 0 0 0,7-5-1 0 0,5-3-3 0 0,1 1 1 0 0,0 0-1 0 0,24-11 0 0 0,78-28-1599 0 0,-36 26-3763 0 0,-39 14 2217 0 0</inkml:trace>
</inkml:ink>
</file>

<file path=ppt/ink/ink2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5:00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18 1024 0 0,'12'-17'8699'0'0,"-11"31"-828"0"0,-2 8-9287 0 0,-10 119 2890 0 0,1-1-694 0 0,10-121-929 0 0,-1 0 0 0 0,-1-1 1 0 0,0 1-1 0 0,-2-1 0 0 0,-10 35 1 0 0,13-52-483 0 0,1 10-562 0 0</inkml:trace>
</inkml:ink>
</file>

<file path=ppt/ink/ink2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5:01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0 108 12981 0 0,'7'-9'752'0'0,"-1"0"1"0"0,-1 0-1 0 0,1 0 0 0 0,-2-1 0 0 0,8-17 0 0 0,-11 23-376 0 0,0 2-122 0 0,2-3-473 0 0,-2 4 5 0 0,-1 0 1 0 0,1 0-1 0 0,-1 0 1 0 0,1 0-1 0 0,-1 0 1 0 0,1 0-1 0 0,-1 0 1 0 0,1 0-1 0 0,0 0 1 0 0,0 0-1 0 0,-1 0 1 0 0,1 1-1 0 0,0-1 1 0 0,0 0-1 0 0,0 1 1 0 0,0-1-1 0 0,0 0 1 0 0,0 1-1 0 0,0-1 1 0 0,1 1-1 0 0,1 0-479 0 0,2-1-292 0 0,4 0-3968 0 0,7-3 1135 0 0</inkml:trace>
</inkml:ink>
</file>

<file path=ppt/ink/ink2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5:01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18 564 0 0,'-2'-3'1051'0'0,"1"2"-885"0"0,0 0-1 0 0,0 0 1 0 0,0 0-1 0 0,0 0 0 0 0,0 0 1 0 0,0 0-1 0 0,-1 0 0 0 0,1 0 1 0 0,0 0-1 0 0,0 1 0 0 0,-1-1 1 0 0,1 0-1 0 0,0 1 0 0 0,-1 0 1 0 0,1-1-1 0 0,-1 1 0 0 0,1-1 1 0 0,0 1-1 0 0,-1 0 0 0 0,1 0 1 0 0,-1 0-1 0 0,1 0 0 0 0,-1 0 1 0 0,1 0-1 0 0,-1 0 0 0 0,1 1 1 0 0,0-1-1 0 0,-3 1 0 0 0,-1 1 84 0 0,1 1 1 0 0,-1-1-1 0 0,1 1 0 0 0,0 0 0 0 0,0 0 0 0 0,0 0 0 0 0,0 0 0 0 0,-6 8 0 0 0,0 0 97 0 0,1 1-1 0 0,0 0 1 0 0,0 1 0 0 0,1 0-1 0 0,-10 23 1 0 0,16-28-232 0 0,-1 0 1 0 0,1 0-1 0 0,1 1 1 0 0,-1-1-1 0 0,1 1 1 0 0,1-1-1 0 0,-1 0 1 0 0,2 1-1 0 0,-1-1 1 0 0,1 1-1 0 0,0-1 1 0 0,3 9-1 0 0,-3-11-38 0 0,1-1 0 0 0,0 1 1 0 0,0-1-1 0 0,1 0 0 0 0,-1 0 0 0 0,1 0 0 0 0,0 0 0 0 0,1 0 0 0 0,-1 0 0 0 0,1-1 1 0 0,0 0-1 0 0,0 0 0 0 0,0 0 0 0 0,1 0 0 0 0,-1 0 0 0 0,1-1 0 0 0,0 0 0 0 0,9 4 1 0 0,-12-5 28 0 0,1-1 0 0 0,-1 0 1 0 0,1-1-1 0 0,-1 1 0 0 0,1 0 1 0 0,0-1-1 0 0,-1 1 1 0 0,1-1-1 0 0,0 0 0 0 0,0 0 1 0 0,-1 0-1 0 0,1 0 0 0 0,0 0 1 0 0,-1-1-1 0 0,1 1 0 0 0,0-1 1 0 0,-1 0-1 0 0,1 0 1 0 0,-1 0-1 0 0,4-1 0 0 0,-2-1 47 0 0,-1 0 0 0 0,1 1 0 0 0,0-1 0 0 0,-1-1 0 0 0,0 1-1 0 0,0 0 1 0 0,0-1 0 0 0,0 0 0 0 0,0 0 0 0 0,-1 0 0 0 0,2-4-1 0 0,1-2 114 0 0,0-1-1 0 0,-1 0 0 0 0,0 0 0 0 0,-1 0 0 0 0,-1 0 1 0 0,0-1-1 0 0,0 1 0 0 0,0-21 0 0 0,-2 22-270 0 0,-1-1-1 0 0,0 1 0 0 0,-1 0 1 0 0,1-1-1 0 0,-2 1 1 0 0,0 0-1 0 0,0 0 1 0 0,-1 0-1 0 0,0 1 0 0 0,0-1 1 0 0,-1 1-1 0 0,-1 0 1 0 0,-7-10-1 0 0,12 18-216 0 0,0 0-1 0 0,0 0 1 0 0,0 1-1 0 0,-1-1 1 0 0,1 0-1 0 0,0 1 1 0 0,0-1-1 0 0,0 1 1 0 0,-1 0 0 0 0,1-1-1 0 0,0 1 1 0 0,0 0-1 0 0,-1 0 1 0 0,1-1-1 0 0,0 1 1 0 0,-1 0-1 0 0,1 0 1 0 0,0 1-1 0 0,-1-1 1 0 0,1 0-1 0 0,0 0 1 0 0,-1 1-1 0 0,1-1 1 0 0,0 1 0 0 0,0-1-1 0 0,0 1 1 0 0,-1-1-1 0 0,1 1 1 0 0,-2 1-1 0 0,-9 11-6530 0 0,7-4 3083 0 0</inkml:trace>
</inkml:ink>
</file>

<file path=ppt/ink/ink2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5:02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 1296 0 0,'7'-5'9322'0'0,"19"42"-8548"0"0,1-2 1 0 0,1-1 0 0 0,2-1-1 0 0,2-2 1 0 0,0 0-1 0 0,67 45 1 0 0,-91-71-682 0 0,1 1 0 0 0,0-2 1 0 0,0 0-1 0 0,0 0 0 0 0,1 0 0 0 0,11 2 0 0 0,-20-6-88 0 0,0 0 0 0 0,0-1 0 0 0,0 1 0 0 0,0 0 0 0 0,0-1 0 0 0,0 1 0 0 0,0 0 0 0 0,0-1 0 0 0,0 1 0 0 0,-1-1 0 0 0,1 1 0 0 0,0-1 0 0 0,0 0 1 0 0,0 1-1 0 0,-1-1 0 0 0,1 0 0 0 0,0 0 0 0 0,-1 1 0 0 0,1-1 0 0 0,-1 0 0 0 0,1 0 0 0 0,-1 0 0 0 0,1 0 0 0 0,-1 0 0 0 0,1-1 0 0 0,10-29 32 0 0,-9 27-38 0 0,0-6-5 0 0,0 0-1 0 0,0 0 1 0 0,-1 0 0 0 0,-1 0-1 0 0,0 0 1 0 0,0-1 0 0 0,-1 1-1 0 0,0 0 1 0 0,0 0 0 0 0,-1 0-1 0 0,-7-18 1 0 0,-1 0 93 0 0,-1 1 1 0 0,-26-45 0 0 0,37 72-89 0 0,0-1 0 0 0,0 0 1 0 0,-1 1-1 0 0,1-1 0 0 0,0 1 1 0 0,-1-1-1 0 0,1 1 0 0 0,0-1 1 0 0,-1 1-1 0 0,1-1 1 0 0,-1 1-1 0 0,1-1 0 0 0,-1 1 1 0 0,1-1-1 0 0,-1 1 0 0 0,1 0 1 0 0,-1-1-1 0 0,1 1 0 0 0,-1 0 1 0 0,0-1-1 0 0,1 1 1 0 0,-1 0-1 0 0,0 0 0 0 0,1 0 1 0 0,-1-1-1 0 0,0 1 0 0 0,1 0 1 0 0,-1 0-1 0 0,0 0 0 0 0,1 0 1 0 0,-1 0-1 0 0,0 0 0 0 0,1 1 1 0 0,-1-1-1 0 0,0 0 1 0 0,1 0-1 0 0,-1 0 0 0 0,1 1 1 0 0,-1-1-1 0 0,0 0 0 0 0,1 0 1 0 0,-1 1-1 0 0,1-1 0 0 0,-1 1 1 0 0,1-1-1 0 0,-1 0 1 0 0,1 1-1 0 0,-1-1 0 0 0,1 1 1 0 0,-1 0-1 0 0,-21 31-16 0 0,6 4 49 0 0,2 1-1 0 0,-20 74 0 0 0,22-66 18 0 0,-31 74 0 0 0,41-114-94 0 0,-1 1 0 0 0,-1-1 0 0 0,1 0 0 0 0,-1-1 0 0 0,0 1 0 0 0,0-1 0 0 0,0 1 1 0 0,0-1-1 0 0,-1 0 0 0 0,0-1 0 0 0,-6 5 0 0 0,9-7 17 0 0,0 0 0 0 0,1 0 0 0 0,-1 0 0 0 0,0 0 0 0 0,0 0 0 0 0,0 0 0 0 0,-1 0 0 0 0,1-1 0 0 0,0 1 0 0 0,0-1 0 0 0,0 0 0 0 0,0 0 0 0 0,-1 1 0 0 0,1-1 0 0 0,0 0 0 0 0,0-1 0 0 0,0 1 0 0 0,0 0 0 0 0,-1-1 0 0 0,1 1 0 0 0,0-1 0 0 0,0 0 0 0 0,0 0 0 0 0,0 1 0 0 0,0-1 0 0 0,0-1 0 0 0,0 1 0 0 0,1 0 0 0 0,-1 0 0 0 0,0-1 0 0 0,1 1 0 0 0,-3-3 0 0 0,2 2 24 0 0,1 0 1 0 0,1 0-1 0 0,-1 0 0 0 0,0 0 0 0 0,0 0 0 0 0,1 0 0 0 0,-1 0 0 0 0,1 0 0 0 0,-1 0 0 0 0,1 0 0 0 0,0 0 0 0 0,0 0 0 0 0,0 0 0 0 0,0-1 0 0 0,1 1 0 0 0,-1 0 0 0 0,0 0 0 0 0,1 0 0 0 0,-1 0 0 0 0,1 0 0 0 0,0 0 0 0 0,0 0 0 0 0,0 0 0 0 0,0 0 0 0 0,0 1 1 0 0,0-1-1 0 0,0 0 0 0 0,1 1 0 0 0,1-3 0 0 0,4-4-5 0 0,-1 0 0 0 0,1 1 0 0 0,0 0 1 0 0,16-11-1 0 0,0 3-348 0 0,0 2 1 0 0,1 0-1 0 0,1 2 1 0 0,50-17-1 0 0,47-5-7352 0 0,-79 22 4294 0 0</inkml:trace>
</inkml:ink>
</file>

<file path=ppt/ink/ink2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5:05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276 67 1044 0 0,'0'0'1004'0'0,"-13"-30"3711"0"0,11 27-4506 0 0,1 1 0 0 0,-1-1 0 0 0,0 1 0 0 0,0-1 0 0 0,0 1 0 0 0,-1 0 0 0 0,1 0 0 0 0,0 0 1 0 0,-1 0-1 0 0,0 0 0 0 0,1 0 0 0 0,-1 1 0 0 0,0 0 0 0 0,0-1 0 0 0,0 1 0 0 0,0 0 0 0 0,0 0 0 0 0,0 0 1 0 0,-5 0-1 0 0,2 1-36 0 0,0 0 0 0 0,0 0 0 0 0,1 0 0 0 0,-1 1 0 0 0,0 0 0 0 0,0 0 1 0 0,0 1-1 0 0,0-1 0 0 0,-10 6 0 0 0,6-3-74 0 0,0 1 0 0 0,0 1 0 0 0,0 0 0 0 0,1 0 0 0 0,0 1 0 0 0,0 0 1 0 0,1 1-1 0 0,-1 0 0 0 0,2 0 0 0 0,-12 16 0 0 0,15-17-54 0 0,0 0 0 0 0,0 0-1 0 0,1 0 1 0 0,0 1 0 0 0,1-1 0 0 0,-1 1-1 0 0,2 0 1 0 0,-1 0 0 0 0,1-1 0 0 0,0 1 0 0 0,0 0-1 0 0,1 0 1 0 0,0 0 0 0 0,1 0 0 0 0,0 0 0 0 0,2 10-1 0 0,-1-12-20 0 0,0 0-1 0 0,0 0 1 0 0,1 0 0 0 0,0 0-1 0 0,0-1 1 0 0,0 0-1 0 0,0 0 1 0 0,1 1 0 0 0,0-2-1 0 0,0 1 1 0 0,1 0-1 0 0,-1-1 1 0 0,1 0-1 0 0,0 0 1 0 0,0 0 0 0 0,0-1-1 0 0,0 0 1 0 0,1 0-1 0 0,-1 0 1 0 0,1-1-1 0 0,8 3 1 0 0,-3-1 31 0 0,1-1 0 0 0,-1-1 0 0 0,1 0-1 0 0,0 0 1 0 0,-1-1 0 0 0,1-1 0 0 0,0 0 0 0 0,0 0 0 0 0,-1-1-1 0 0,1-1 1 0 0,0 0 0 0 0,-1-1 0 0 0,1 0 0 0 0,-1 0 0 0 0,0-1-1 0 0,18-10 1 0 0,-22 10 48 0 0,0 0-1 0 0,0-1 1 0 0,-1 0-1 0 0,1 0 1 0 0,-1 0-1 0 0,0-1 1 0 0,-1 0-1 0 0,1 0 1 0 0,-1-1-1 0 0,-1 0 1 0 0,1 1-1 0 0,-1-2 1 0 0,0 1-1 0 0,0 0 1 0 0,-1-1-1 0 0,0 1 1 0 0,-1-1-1 0 0,0 0 0 0 0,0 0 1 0 0,0 0-1 0 0,-1 0 1 0 0,0-1-1 0 0,-1 1 1 0 0,0-13-1 0 0,-1 11 23 0 0,0 1 0 0 0,-1-1 0 0 0,0 1 0 0 0,-1-1-1 0 0,0 1 1 0 0,-5-13 0 0 0,6 19-253 0 0,1 0 0 0 0,-1-1 1 0 0,1 1-1 0 0,-1 0 0 0 0,0 0 0 0 0,0 0 0 0 0,0 0 1 0 0,-1 1-1 0 0,1-1 0 0 0,-1 1 0 0 0,0-1 1 0 0,1 1-1 0 0,-1 0 0 0 0,0 0 0 0 0,0 0 0 0 0,0 0 1 0 0,-1 1-1 0 0,1-1 0 0 0,-7-1 0 0 0,-18 7-4601 0 0,21 2-820 0 0,2 4 1849 0 0</inkml:trace>
</inkml:ink>
</file>

<file path=ppt/ink/ink2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5:05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 15409 0 0,'15'-3'2709'0'0,"-12"-1"-2233"0"0,-1 1 1 0 0,0 0-1 0 0,1 0 1 0 0,-1-1-1 0 0,0 1 1 0 0,-1-1-1 0 0,1 0 1 0 0,2-7-1 0 0,-4 9 47 0 0,0-16-1688 0 0</inkml:trace>
</inkml:ink>
</file>

<file path=ppt/ink/ink2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5:06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33 368 0 0,'32'-21'8213'0'0,"-29"19"-7957"0"0,1 1-1 0 0,-1-1 1 0 0,1 1-1 0 0,0-1 1 0 0,-1 1-1 0 0,1 0 1 0 0,0 1-1 0 0,0-1 0 0 0,0 1 1 0 0,0-1-1 0 0,-1 1 1 0 0,1 1-1 0 0,0-1 1 0 0,0 0-1 0 0,0 1 0 0 0,0 0 1 0 0,0 0-1 0 0,-1 0 1 0 0,1 0-1 0 0,0 0 1 0 0,-1 1-1 0 0,7 3 1 0 0,-6-2-168 0 0,1-1 0 0 0,-1 1 0 0 0,0 1 1 0 0,0-1-1 0 0,0 0 0 0 0,0 1 1 0 0,-1 0-1 0 0,1 0 0 0 0,-1 0 0 0 0,0 0 1 0 0,0 1-1 0 0,-1-1 0 0 0,1 1 1 0 0,-1-1-1 0 0,0 1 0 0 0,3 10 0 0 0,-4-5-13 0 0,0-1-1 0 0,-1 1 0 0 0,0 0 0 0 0,0-1 0 0 0,-1 1 0 0 0,0 0 0 0 0,-1-1 0 0 0,0 1 0 0 0,-1-1 0 0 0,0 0 0 0 0,-7 16 0 0 0,5-13-18 0 0,-1 0-1 0 0,-1 0 1 0 0,1-1 0 0 0,-2 0-1 0 0,0 0 1 0 0,0-1 0 0 0,-1 0-1 0 0,-11 10 1 0 0,1 4 229 0 0,18-23-143 0 0,6-1-102 0 0,28-5-150 0 0,0-1 0 0 0,0-1 1 0 0,-1-2-1 0 0,0-1 0 0 0,-1-1 1 0 0,0-2-1 0 0,-1-1 1 0 0,37-24-1 0 0,12-26 269 0 0,-58 45 571 0 0,-19 18-609 0 0,-1 2-105 0 0,0-1 1 0 0,1 1-1 0 0,-1 0 0 0 0,0-1 1 0 0,1 1-1 0 0,-1 0 0 0 0,0 0 1 0 0,0 0-1 0 0,0-1 0 0 0,0 1 1 0 0,0 1-1 0 0,0-1 0 0 0,0 0 1 0 0,0 0-1 0 0,0 0 0 0 0,0 0 1 0 0,-1 1-1 0 0,1-1 0 0 0,0 0 1 0 0,-1 1-1 0 0,1-1 0 0 0,-1 2 1 0 0,17 46 19 0 0,-9-24-22 0 0,55 153 197 0 0,-63-177-263 0 0,1 0 1 0 0,-1 0-1 0 0,0 0 1 0 0,1-1-1 0 0,-1 1 1 0 0,0 0 0 0 0,0 0-1 0 0,0 0 1 0 0,0 0-1 0 0,0 0 1 0 0,0-1-1 0 0,0 1 1 0 0,0 0-1 0 0,0 0 1 0 0,0 0 0 0 0,-1 0-1 0 0,1-1 1 0 0,0 1-1 0 0,-1 0 1 0 0,1 0-1 0 0,0 0 1 0 0,-1-1-1 0 0,1 1 1 0 0,-1 0 0 0 0,1-1-1 0 0,-1 1 1 0 0,1 0-1 0 0,-1-1 1 0 0,0 1-1 0 0,1-1 1 0 0,-1 1-1 0 0,0-1 1 0 0,0 1 0 0 0,1-1-1 0 0,-1 1 1 0 0,0-1-1 0 0,0 0 1 0 0,1 1-1 0 0,-1-1 1 0 0,0 0-1 0 0,0 0 1 0 0,0 1 0 0 0,0-1-1 0 0,1 0 1 0 0,-1 0-1 0 0,0 0 1 0 0,0 0-1 0 0,0 0 1 0 0,-1-1-1 0 0,-1 1-424 0 0,0 0-1 0 0,-1 0 1 0 0,1 0 0 0 0,0-1-1 0 0,0 0 1 0 0,0 1-1 0 0,0-1 1 0 0,-1 0-1 0 0,1-1 1 0 0,1 1-1 0 0,-4-2 1 0 0,-3-7-3378 0 0,1-2 296 0 0</inkml:trace>
</inkml:ink>
</file>

<file path=ppt/ink/ink2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5:06.3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61 896 0 0,'19'-10'1006'0'0,"-1"1"1"0"0,1 2-1 0 0,0 0 0 0 0,1 1 1 0 0,-1 0-1 0 0,1 2 0 0 0,1 0 1 0 0,26-1-1 0 0,21 3-2287 0 0,77 7 1 0 0,-92-3-1612 0 0,-21 0 360 0 0</inkml:trace>
</inkml:ink>
</file>

<file path=ppt/ink/ink2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5:06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19 1164 0 0,'-1'4'448'0'0,"0"-1"0"0"0,1 0-1 0 0,0 0 1 0 0,-1 1 0 0 0,1-1 0 0 0,1 0-1 0 0,-1 1 1 0 0,0-1 0 0 0,1 0-1 0 0,0 0 1 0 0,-1 0 0 0 0,1 1 0 0 0,1-1-1 0 0,-1 0 1 0 0,0 0 0 0 0,1 0 0 0 0,-1-1-1 0 0,5 6 1 0 0,38 55 1608 0 0,-42-60-1858 0 0,15 18 340 0 0,0 0 0 0 0,2-1 0 0 0,0-1 0 0 0,1-1 0 0 0,1 0 0 0 0,38 23 0 0 0,-58-40-502 0 0,0 0 0 0 0,0 0 0 0 0,1 0-1 0 0,-1 0 1 0 0,1 0 0 0 0,-1-1 0 0 0,1 1-1 0 0,-1-1 1 0 0,1 1 0 0 0,-1-1 0 0 0,1 1-1 0 0,-1-1 1 0 0,1 0 0 0 0,0 0 0 0 0,-1 0-1 0 0,1 0 1 0 0,-1 0 0 0 0,1 0 0 0 0,0 0-1 0 0,-1-1 1 0 0,1 1 0 0 0,-1 0 0 0 0,1-1-1 0 0,-1 1 1 0 0,3-2 0 0 0,-3 0-21 0 0,1 0 0 0 0,-1 0 0 0 0,1 0 1 0 0,-1 0-1 0 0,0 0 0 0 0,0 0 0 0 0,0 0 0 0 0,0 0 1 0 0,0-1-1 0 0,0 1 0 0 0,-1 0 0 0 0,1-1 0 0 0,-1 1 0 0 0,0 0 1 0 0,1-1-1 0 0,-1 1 0 0 0,0-4 0 0 0,-1-12 81 0 0,-1 0 0 0 0,-1 0 0 0 0,0 0 0 0 0,-1 0 0 0 0,-1 1 0 0 0,-1 0 0 0 0,0 0 0 0 0,-1 0 0 0 0,-17-28 0 0 0,-3-11 1228 0 0,26 55-1165 0 0,-1-3-3 0 0,2 4-149 0 0,0 0 0 0 0,0 0 0 0 0,0-1-1 0 0,0 1 1 0 0,0 0 0 0 0,0 0 0 0 0,0-1 0 0 0,0 1 0 0 0,0 0 0 0 0,0 0-1 0 0,0 0 1 0 0,0-1 0 0 0,0 1 0 0 0,0 0 0 0 0,-1 0 0 0 0,1-1 0 0 0,0 1 0 0 0,0 0-1 0 0,0 0 1 0 0,0 0 0 0 0,-1 0 0 0 0,1-1 0 0 0,0 1 0 0 0,0 0 0 0 0,0 0-1 0 0,-1 0 1 0 0,1 0 0 0 0,0 0 0 0 0,0 0 0 0 0,0-1 0 0 0,-1 1 0 0 0,1 0-1 0 0,0 0 1 0 0,0 0 0 0 0,-1 0 0 0 0,1 0 0 0 0,0 0 0 0 0,0 0 0 0 0,-1 0 0 0 0,1 0-1 0 0,0 0 1 0 0,0 0 0 0 0,-1 0 0 0 0,1 1 0 0 0,-23 49 166 0 0,-25 84 1 0 0,31-83-59 0 0,-45 98 0 0 0,58-141-155 0 0,0 0 0 0 0,-1-1 0 0 0,1 0-1 0 0,-1 1 1 0 0,-1-2 0 0 0,1 1 0 0 0,-1-1-1 0 0,-1 0 1 0 0,1 0 0 0 0,-1 0 0 0 0,0-1-1 0 0,0 0 1 0 0,0-1 0 0 0,-11 6 0 0 0,16-10 11 0 0,1 0 0 0 0,-1 1 0 0 0,1-1 0 0 0,0 0 0 0 0,-1 0 0 0 0,1 0 0 0 0,-1 0 0 0 0,1 0 0 0 0,-1 0 0 0 0,1-1 0 0 0,0 1-1 0 0,-1 0 1 0 0,1-1 0 0 0,0 1 0 0 0,-1-1 0 0 0,1 1 0 0 0,0-1 0 0 0,-1 0 0 0 0,1 0 0 0 0,0 1 0 0 0,0-1 0 0 0,-2-2 0 0 0,0 1-35 0 0,1 0 1 0 0,-1-1-1 0 0,1 1 0 0 0,0-1 0 0 0,0 1 1 0 0,0-1-1 0 0,0 0 0 0 0,-3-5 0 0 0,4 5 29 0 0,0 0-1 0 0,0 0 1 0 0,0 0-1 0 0,0-1 1 0 0,0 1-1 0 0,1-1 0 0 0,-1 1 1 0 0,1 0-1 0 0,0-1 1 0 0,0 1-1 0 0,0-1 1 0 0,0 1-1 0 0,1-1 0 0 0,0 1 1 0 0,-1 0-1 0 0,1-1 1 0 0,0 1-1 0 0,1 0 1 0 0,2-6-1 0 0,0 3 9 0 0,0 1-1 0 0,0 0 1 0 0,1-1-1 0 0,-1 1 1 0 0,1 1-1 0 0,0-1 1 0 0,1 1-1 0 0,-1 0 1 0 0,10-5-1 0 0,11-5-951 0 0,1 2-1 0 0,0 1 1 0 0,47-13 0 0 0,-69 22 595 0 0,39-13-6159 0 0,-21 5 2771 0 0</inkml:trace>
</inkml:ink>
</file>

<file path=ppt/ink/ink2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5:09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135 119 32 0 0,'9'-23'3657'0'0,"-1"0"-1"0"0,8-41 1 0 0,-14 58-2846 0 0,-2 4 761 0 0,-6 5-1363 0 0,-6 3-144 0 0,1 0 0 0 0,0 1 0 0 0,0 1 0 0 0,1 0 0 0 0,0 0 0 0 0,1 1 0 0 0,0 0 0 0 0,0 1 0 0 0,1 0 0 0 0,0 0 0 0 0,1 1 0 0 0,0 0 0 0 0,0 0 0 0 0,1 1 0 0 0,1 0 0 0 0,0 0 0 0 0,1 0 0 0 0,0 0 0 0 0,1 1 0 0 0,-2 13 0 0 0,4-23-58 0 0,1 0-1 0 0,-1 0 1 0 0,1 0-1 0 0,0 0 1 0 0,0 0 0 0 0,0-1-1 0 0,0 1 1 0 0,1 0-1 0 0,-1 0 1 0 0,1 0-1 0 0,0 0 1 0 0,0-1-1 0 0,0 1 1 0 0,0 0-1 0 0,0-1 1 0 0,0 1-1 0 0,1 0 1 0 0,-1-1-1 0 0,1 0 1 0 0,0 1 0 0 0,0-1-1 0 0,0 0 1 0 0,0 0-1 0 0,0 0 1 0 0,0 0-1 0 0,1 0 1 0 0,-1-1-1 0 0,4 3 1 0 0,-2-3 20 0 0,1 0 1 0 0,-1 0-1 0 0,0 0 1 0 0,0 0-1 0 0,1-1 1 0 0,-1 1-1 0 0,1-1 1 0 0,-1 0-1 0 0,0-1 1 0 0,1 1-1 0 0,-1-1 1 0 0,0 0 0 0 0,1 0-1 0 0,-1 0 1 0 0,0 0-1 0 0,0-1 1 0 0,8-4-1 0 0,-4 2 71 0 0,1-2-1 0 0,-1 1 1 0 0,0-1 0 0 0,0 0-1 0 0,-1-1 1 0 0,0 1 0 0 0,0-1-1 0 0,0-1 1 0 0,-1 0 0 0 0,0 0-1 0 0,6-12 1 0 0,-3 4 89 0 0,-2 0 0 0 0,0-1 0 0 0,0 0 0 0 0,-2 0 0 0 0,5-24 0 0 0,-1-8-366 0 0,-8 47-286 0 0,0-5-642 0 0</inkml:trace>
</inkml:ink>
</file>

<file path=ppt/ink/ink2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5:09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63 672 0 0,'0'0'14122'0'0,"0"-5"-13187"0"0,-1 3-1093 0 0,1-4 208 0 0,0-1 0 0 0,0 1 1 0 0,1 0-1 0 0,0-1 0 0 0,2-9 0 0 0,-3 14-957 0 0,6 2-2302 0 0,2-3-2217 0 0,5 1 1868 0 0</inkml:trace>
</inkml:ink>
</file>

<file path=ppt/ink/ink2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5:10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14 1028 0 0,'5'-14'15726'0'0,"-42"79"-15062"0"0,4 2 1 0 0,-29 82-1 0 0,60-143-733 0 0,-1 1-1 0 0,1-1 1 0 0,0 1 0 0 0,1-1-1 0 0,0 1 1 0 0,0 0-1 0 0,0 0 1 0 0,1 0 0 0 0,0 0-1 0 0,0 0 1 0 0,0-1-1 0 0,1 1 1 0 0,0 0 0 0 0,1 0-1 0 0,3 11 1 0 0,-4-16 45 0 0,0-1 1 0 0,0 0-1 0 0,0 1 0 0 0,0-1 1 0 0,0 0-1 0 0,0 0 1 0 0,0 0-1 0 0,1 0 0 0 0,-1 0 1 0 0,0 0-1 0 0,0-1 1 0 0,1 1-1 0 0,-1 0 0 0 0,1 0 1 0 0,-1-1-1 0 0,1 1 0 0 0,-1-1 1 0 0,1 0-1 0 0,-1 1 1 0 0,1-1-1 0 0,2 0 0 0 0,0 0-5 0 0,0 0-1 0 0,0-1 0 0 0,0 1 0 0 0,0-1 0 0 0,0 0 0 0 0,0 0 0 0 0,-1-1 0 0 0,6-2 1 0 0,1-1 36 0 0,0 0 0 0 0,-1-1 0 0 0,0 0 0 0 0,0-1 0 0 0,9-8 0 0 0,23-21 2056 0 0,-39 35-1729 0 0,-5 23 1772 0 0,-1-10-2023 0 0,0-1 0 0 0,-1 0 0 0 0,0 0 0 0 0,-12 17 0 0 0,12-21-367 0 0,0 1 0 0 0,1 0 1 0 0,0 0-1 0 0,0 1 0 0 0,0-1 1 0 0,1 1-1 0 0,1 0 0 0 0,-4 16 1 0 0,5-14-577 0 0,-2 19-2814 0 0,12-13-4410 0 0</inkml:trace>
</inkml:ink>
</file>

<file path=ppt/ink/ink2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5:10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1 564 0 0,'3'10'10431'0'0,"4"35"-7118"0"0,18 96-2244 0 0,-13-102-586 0 0,-8-22-319 0 0,0-1-1 0 0,2 0 1 0 0,0 0 0 0 0,1-1 0 0 0,10 19-1 0 0,-16-32-157 0 0,-1-3-5 0 0,0 1-1 0 0,0 0 1 0 0,0 0-1 0 0,1 0 1 0 0,-1-1-1 0 0,0 1 1 0 0,0 0-1 0 0,0 0 1 0 0,0 0-1 0 0,0 0 1 0 0,0-1-1 0 0,0 1 1 0 0,1 0-1 0 0,-1 0 1 0 0,0 0-1 0 0,0 0 1 0 0,0 0-1 0 0,0-1 1 0 0,1 1 0 0 0,-1 0-1 0 0,0 0 1 0 0,0 0-1 0 0,0 0 1 0 0,1 0-1 0 0,-1 0 1 0 0,0 0-1 0 0,0 0 1 0 0,1 0-1 0 0,-1 0 1 0 0,0 0-1 0 0,0 0 1 0 0,0 0-1 0 0,1 0 1 0 0,-1 0-1 0 0,0 0 1 0 0,0 0-1 0 0,0 0 1 0 0,1 0-1 0 0,-1 0 1 0 0,0 0-1 0 0,0 0 1 0 0,0 0-1 0 0,1 0 1 0 0,-1 1-1 0 0,0-1 1 0 0,0 0-1 0 0,0 0 1 0 0,0 0-1 0 0,1 0 1 0 0,-1 0 0 0 0,0 1-1 0 0,0-1 1 0 0,0 0-1 0 0,0 0 1 0 0,0 0-1 0 0,0 0 1 0 0,1 1-1 0 0,-1-1 1 0 0,0 0-1 0 0,0 0 1 0 0,0 1-1 0 0,0-1 1 0 0,0 0-1 0 0,0 0 1 0 0,0 1-1 0 0,11-14 34 0 0,-11 12-34 0 0,5-9-6 0 0,0-1 1 0 0,-1 0-1 0 0,-1 0 0 0 0,1 0 0 0 0,-2-1 1 0 0,0 0-1 0 0,0 1 0 0 0,-1-1 0 0 0,0 0 1 0 0,-1 1-1 0 0,0-1 0 0 0,-1 0 0 0 0,-3-13 1 0 0,1-37 367 0 0,3 61-355 0 0,0 1 0 0 0,0-1-1 0 0,0 0 1 0 0,0 0 0 0 0,0 0-1 0 0,0 0 1 0 0,0 0 0 0 0,0 1-1 0 0,0-1 1 0 0,0 0 0 0 0,-1 0-1 0 0,1 0 1 0 0,0 1 0 0 0,-1-1-1 0 0,1 0 1 0 0,0 0 0 0 0,-1 1 0 0 0,1-1-1 0 0,-1 0 1 0 0,1 0 0 0 0,-1 1-1 0 0,-1-2 1 0 0,-13 6 27 0 0,-20 30-42 0 0,31-29 31 0 0,-30 36 24 0 0,2 1-1 0 0,-33 61 1 0 0,10-15-109 0 0,52-84 19 0 0,-20 19-204 0 0,22-23 229 0 0,1-4-124 0 0,0 0 131 0 0,0 0-1 0 0,0 0 0 0 0,1 0 1 0 0,0 0-1 0 0,-1 0 1 0 0,1 1-1 0 0,1-1 0 0 0,-1 0 1 0 0,0 0-1 0 0,1 1 1 0 0,0-1-1 0 0,0 1 0 0 0,0-1 1 0 0,0 1-1 0 0,1 0 1 0 0,-1 0-1 0 0,1 0 0 0 0,5-5 1 0 0,5-2-6 0 0,0 0 0 0 0,0 1 0 0 0,0 1 1 0 0,1 0-1 0 0,1 1 0 0 0,-1 1 0 0 0,24-7 0 0 0,111-23-831 0 0,-139 34 727 0 0,157-16-6280 0 0,-141 16 3542 0 0,6 0-766 0 0</inkml:trace>
</inkml:ink>
</file>

<file path=ppt/ink/ink2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5:13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255 49 324 0 0,'3'-39'9038'0'0,"-4"38"-8973"0"0,0 0 0 0 0,-1 0 0 0 0,1 0-1 0 0,0 1 1 0 0,-1-1 0 0 0,1 0 0 0 0,0 0 0 0 0,-1 1 0 0 0,1-1-1 0 0,-1 1 1 0 0,1-1 0 0 0,-1 1 0 0 0,1 0 0 0 0,-1 0-1 0 0,1 0 1 0 0,-1-1 0 0 0,0 2 0 0 0,1-1 0 0 0,-1 0 0 0 0,1 0-1 0 0,-1 0 1 0 0,1 1 0 0 0,-1-1 0 0 0,1 1 0 0 0,-1-1 0 0 0,1 1-1 0 0,-1-1 1 0 0,1 1 0 0 0,0 0 0 0 0,-1 0 0 0 0,-1 1-1 0 0,-48 38 64 0 0,38-28 87 0 0,1-2-171 0 0,-1 0-1 0 0,2 1 1 0 0,0 1-1 0 0,0 0 1 0 0,1 1-1 0 0,0-1 1 0 0,1 2-1 0 0,1 0 1 0 0,0 0-1 0 0,1 0 1 0 0,0 1-1 0 0,1 0 1 0 0,1 0-1 0 0,0 1 1 0 0,2-1-1 0 0,-1 1 1 0 0,2 0-1 0 0,-1 18 1 0 0,3-28-37 0 0,0-1 0 0 0,0 0 0 0 0,1 1 0 0 0,-1-1-1 0 0,2 0 1 0 0,-1 0 0 0 0,0 1 0 0 0,1-1 0 0 0,0 0 0 0 0,0-1 0 0 0,0 1 0 0 0,1 0 0 0 0,0 0 0 0 0,0-1 0 0 0,0 0 0 0 0,0 1 0 0 0,1-1 0 0 0,-1-1-1 0 0,1 1 1 0 0,0 0 0 0 0,0-1 0 0 0,1 0 0 0 0,-1 0 0 0 0,1 0 0 0 0,-1 0 0 0 0,1-1 0 0 0,0 0 0 0 0,0 0 0 0 0,0 0 0 0 0,0-1 0 0 0,0 1 0 0 0,10 0-1 0 0,-2 0 16 0 0,1-1-1 0 0,-1 0 1 0 0,1-1-1 0 0,-1 0 0 0 0,1-1 1 0 0,-1-1-1 0 0,0 0 1 0 0,0-1-1 0 0,1 0 0 0 0,-2-1 1 0 0,26-11-1 0 0,-18 4 80 0 0,-1 0 0 0 0,0-1 0 0 0,-1-1 1 0 0,0 0-1 0 0,-1-2 0 0 0,-1 0 0 0 0,0-1 0 0 0,24-31 0 0 0,-34 39 9 0 0,0 0 0 0 0,-1-1 0 0 0,0 1 0 0 0,0-1-1 0 0,-1-1 1 0 0,0 1 0 0 0,-1 0 0 0 0,0-1 0 0 0,0 0 0 0 0,-1 0 0 0 0,0 0 0 0 0,-1 0 0 0 0,0 0 0 0 0,-1 0 0 0 0,0 0-1 0 0,0 0 1 0 0,-1 0 0 0 0,0 0 0 0 0,-1 0 0 0 0,0 0 0 0 0,-5-14 0 0 0,-20-27 51 0 0,26 50-464 0 0,-7 0-1237 0 0,8 1 1375 0 0,-1 0 1 0 0,1 0-1 0 0,-1 0 1 0 0,1 0-1 0 0,-1 0 0 0 0,1 0 1 0 0,-1 0-1 0 0,1 0 1 0 0,0 0-1 0 0,-1 0 0 0 0,1 0 1 0 0,-1 0-1 0 0,1 1 1 0 0,-1-1-1 0 0,1 0 0 0 0,0 0 1 0 0,-1 0-1 0 0,1 1 0 0 0,0-1 1 0 0,-1 0-1 0 0,1 0 1 0 0,0 1-1 0 0,-1-1 0 0 0,1 0 1 0 0,0 1-1 0 0,-1-1 1 0 0,1 1-1 0 0,0-1 0 0 0,0 0 1 0 0,-1 1-1 0 0,1-1 0 0 0,0 1 1 0 0</inkml:trace>
</inkml:ink>
</file>

<file path=ppt/ink/ink2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5:14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92 1236 0 0,'0'0'1244'0'0,"11"-34"8220"0"0,-10 31-9335 0 0,0 0 0 0 0,0 1-1 0 0,1-1 1 0 0,-1 1 0 0 0,0 0-1 0 0,1-1 1 0 0,0 1-1 0 0,-1 0 1 0 0,1 0 0 0 0,3-3-1 0 0,24-14-6295 0 0,-23 15 4083 0 0,5-2-792 0 0</inkml:trace>
</inkml:ink>
</file>

<file path=ppt/ink/ink2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5:14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29 352 0 0,'0'0'2138'0'0,"15"-19"7033"0"0,-8 13-8658 0 0,3 4-339 0 0,0 1-1 0 0,1 1 0 0 0,-1 0 1 0 0,1 0-1 0 0,-1 1 0 0 0,1 0 0 0 0,-1 1 1 0 0,0 0-1 0 0,0 0 0 0 0,0 1 1 0 0,0 1-1 0 0,0-1 0 0 0,-1 2 1 0 0,12 6-1 0 0,-17-9-156 0 0,1 1-1 0 0,-1 0 1 0 0,0 0 0 0 0,0 0 0 0 0,-1 0-1 0 0,1 1 1 0 0,-1-1 0 0 0,1 1 0 0 0,-1 0-1 0 0,0 0 1 0 0,-1 0 0 0 0,1 0 0 0 0,-1 1-1 0 0,0-1 1 0 0,0 1 0 0 0,0 0 0 0 0,0-1-1 0 0,-1 1 1 0 0,0 0 0 0 0,0 0 0 0 0,0 0-1 0 0,-1 0 1 0 0,1 0 0 0 0,-1 0 0 0 0,-1 0-1 0 0,1 0 1 0 0,0-1 0 0 0,-1 1 0 0 0,0 0-1 0 0,-1 0 1 0 0,1 0 0 0 0,-3 6 0 0 0,-3 5-43 0 0,0-1 0 0 0,-2 0 0 0 0,0 0 0 0 0,0 0 0 0 0,-1-2 0 0 0,-1 1 0 0 0,-23 22 0 0 0,33-34-80 0 0,19 11-330 0 0,-3-11 342 0 0,-1 1 0 0 0,0 1 0 0 0,22 8 0 0 0,-31-10 71 0 0,0 1 0 0 0,0-1 0 0 0,-1 1 0 0 0,1 0 0 0 0,-1 1 0 0 0,0-1 0 0 0,1 1 0 0 0,-2-1 0 0 0,1 1 0 0 0,0 1 0 0 0,-1-1 1 0 0,4 5-1 0 0,-7-7 21 0 0,0-1 1 0 0,1 1 0 0 0,-1 0 0 0 0,0 0-1 0 0,0-1 1 0 0,0 1 0 0 0,0 0 0 0 0,0-1-1 0 0,-1 1 1 0 0,1 0 0 0 0,0-1 0 0 0,-1 1-1 0 0,1 0 1 0 0,-1-1 0 0 0,0 1 0 0 0,1-1-1 0 0,-1 1 1 0 0,0-1 0 0 0,0 1 0 0 0,0-1-1 0 0,0 0 1 0 0,-2 2 0 0 0,-25 28 50 0 0,11-20 77 0 0,0 0 0 0 0,-1-2 1 0 0,0 0-1 0 0,-22 8 0 0 0,-17 8 207 0 0,30-22-767 0 0,27-3 322 0 0,-1 0 1 0 0,0 0 0 0 0,1 1 0 0 0,-1-1-1 0 0,1 0 1 0 0,-1 0 0 0 0,0 0-1 0 0,1 0 1 0 0,-1 0 0 0 0,0 0-1 0 0,1 0 1 0 0,-1 0 0 0 0,1 0-1 0 0,-1 0 1 0 0,0-1 0 0 0,1 1 0 0 0,-1 0-1 0 0,1 0 1 0 0,-1 0 0 0 0,1-1-1 0 0,-1 1 1 0 0,0 0 0 0 0,1-1-1 0 0,-1 1 1 0 0,1 0 0 0 0,0-1-1 0 0,-1 1 1 0 0,1-1 0 0 0,-1 1-1 0 0,1-1 1 0 0,0 1 0 0 0,-1-1 0 0 0,1 1-1 0 0,0-1 1 0 0,-1 0 0 0 0,21-31-5062 0 0,-11 18 2204 0 0</inkml:trace>
</inkml:ink>
</file>

<file path=ppt/ink/ink2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5:14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1004 0 0,'1'0'220'0'0,"-1"0"0"0"0,1-1-1 0 0,-1 1 1 0 0,0 0 0 0 0,1 0 0 0 0,-1-1-1 0 0,1 1 1 0 0,-1 0 0 0 0,1 0 0 0 0,-1 0-1 0 0,1 0 1 0 0,-1 0 0 0 0,1 0-1 0 0,-1 0 1 0 0,1 0 0 0 0,-1 0 0 0 0,1 0-1 0 0,-1 0 1 0 0,1 0 0 0 0,-1 0 0 0 0,1 0-1 0 0,-1 0 1 0 0,1 0 0 0 0,-1 1 0 0 0,1-1-1 0 0,-1 0 1 0 0,1 1 0 0 0,14 14 2644 0 0,12 37-2060 0 0,-10-19 298 0 0,17 17-34 0 0,-25-38-866 0 0,0 0-1 0 0,-1 0 1 0 0,-1 1-1 0 0,0-1 1 0 0,0 2-1 0 0,-1-1 1 0 0,-1 1-1 0 0,6 23 1 0 0,-11-33-192 0 0,0-1 0 0 0,0 0 1 0 0,0 1-1 0 0,-1-1 1 0 0,1 1-1 0 0,-1-1 0 0 0,0 1 1 0 0,0-1-1 0 0,0 0 1 0 0,0 1-1 0 0,0-1 0 0 0,-1 0 1 0 0,0 0-1 0 0,1 0 1 0 0,-1 0-1 0 0,0 0 0 0 0,-1 0 1 0 0,1-1-1 0 0,0 1 0 0 0,-1-1 1 0 0,1 0-1 0 0,-1 1 1 0 0,0-1-1 0 0,0 0 0 0 0,-5 2 1 0 0,2 0-390 0 0,1-2 1 0 0,-1 1 0 0 0,0 0-1 0 0,0-1 1 0 0,-12 2-1 0 0,14-3-400 0 0,0 0-1 0 0,0-1 0 0 0,0 1 0 0 0,0-1 1 0 0,0 0-1 0 0,0-1 0 0 0,0 1 0 0 0,-7-2 1 0 0,-2-2-2480 0 0</inkml:trace>
</inkml:ink>
</file>

<file path=ppt/ink/ink2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5:15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0 104 864 0 0,'12'-11'924'0'0,"0"1"-68"0"0,3 2-44 0 0,-2-1-76 0 0,2-3-60 0 0,1 4-79 0 0,1 0-53 0 0,-4 1-88 0 0,4-1-144 0 0,-1 5-152 0 0,-1-2-196 0 0,4 2-172 0 0,6-2-140 0 0,-4 2-176 0 0,-3 1-449 0 0,1 0-1047 0 0,8 2 460 0 0</inkml:trace>
</inkml:ink>
</file>

<file path=ppt/ink/ink2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5:15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20 0 0,'15'14'4642'0'0,"26"24"-1197"0"0,71 51 1 0 0,-71-62-2821 0 0,0-2 1 0 0,2-2-1 0 0,0-1 1 0 0,58 19-1 0 0,-43-22-194 0 0,-56-18-345 0 0,-1-2-85 0 0,0 0 1 0 0,0 0 0 0 0,0 0 0 0 0,0 0-1 0 0,-1 0 1 0 0,1 0 0 0 0,0-1 0 0 0,-1 1-1 0 0,1 0 1 0 0,-1 0 0 0 0,1-1 0 0 0,-1 1-1 0 0,1 0 1 0 0,-1-1 0 0 0,0 1 0 0 0,0 0-1 0 0,0-1 1 0 0,0-1 0 0 0,2-2-7 0 0,-3-4-14 0 0,0 0-1 0 0,0-1 1 0 0,-1 1-1 0 0,0 0 0 0 0,-1 0 1 0 0,0 1-1 0 0,0-1 0 0 0,-6-9 1 0 0,-38-60 27 0 0,32 58 386 0 0,-34-36 1 0 0,22 27 823 0 0,26 28-955 0 0,-23 27 34 0 0,8 11-95 0 0,3 0 0 0 0,-13 55 0 0 0,19-62-136 0 0,-1-1-1 0 0,-1 0 0 0 0,-2 0 1 0 0,0-2-1 0 0,-24 42 0 0 0,-2-27-521 0 0,36-41 386 0 0,-3-10-463 0 0,4 9 526 0 0,-1-1 0 0 0,1 1 1 0 0,-1-1-1 0 0,1 1 0 0 0,0-1 0 0 0,-1 1 1 0 0,1-1-1 0 0,0 1 0 0 0,0-1 0 0 0,-1 1 1 0 0,1-1-1 0 0,0 1 0 0 0,0-1 0 0 0,0 1 1 0 0,0-1-1 0 0,-1 1 0 0 0,1-1 0 0 0,0 1 1 0 0,0-1-1 0 0,0 0 0 0 0,0 1 0 0 0,0-1 1 0 0,1 1-1 0 0,-1-1 0 0 0,0 1 0 0 0,0-1 1 0 0,0 1-1 0 0,0-1 0 0 0,1 1 1 0 0,-1-1-1 0 0,0 1 0 0 0,1-1 0 0 0,4-11-98 0 0,1 1 0 0 0,1 1 0 0 0,0-1 0 0 0,0 1 0 0 0,1 0 0 0 0,1 1-1 0 0,-1 0 1 0 0,1 0 0 0 0,1 1 0 0 0,0 0 0 0 0,14-9 0 0 0,-12 10-2412 0 0,1 0 0 0 0,0 1 1 0 0,16-6-1 0 0</inkml:trace>
</inkml:ink>
</file>

<file path=ppt/ink/ink2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5:17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35 156 0 0,'0'0'1038'0'0,"-2"-4"213"0"0,0 0 0 0 0,0 0 0 0 0,0 0 0 0 0,0 0 0 0 0,-1 0 0 0 0,-5-6 0 0 0,4 11-1159 0 0,0 0 1 0 0,0 1-1 0 0,0-1 1 0 0,0 1-1 0 0,1 0 1 0 0,-1 0-1 0 0,1 0 1 0 0,-1 1-1 0 0,1-1 1 0 0,0 1-1 0 0,0 0 1 0 0,0 0-1 0 0,0 0 1 0 0,-3 5-1 0 0,-41 59 518 0 0,34-47-375 0 0,-1 1-53 0 0,2 0-1 0 0,1 0 0 0 0,0 1 1 0 0,-9 30-1 0 0,16-40-100 0 0,1 1-1 0 0,-1-1 1 0 0,2 1-1 0 0,0-1 1 0 0,1 1-1 0 0,0 0 1 0 0,1 0-1 0 0,0 0 0 0 0,1-1 1 0 0,2 14-1 0 0,-2-21-56 0 0,1-1 1 0 0,-1 1-1 0 0,1-1 0 0 0,0 1 0 0 0,0-1 0 0 0,0 0 1 0 0,1 0-1 0 0,-1 0 0 0 0,1 0 0 0 0,0 0 0 0 0,0-1 1 0 0,0 1-1 0 0,1-1 0 0 0,-1 0 0 0 0,1 0 1 0 0,0 0-1 0 0,0-1 0 0 0,0 1 0 0 0,0-1 0 0 0,0 0 1 0 0,1 0-1 0 0,-1 0 0 0 0,1-1 0 0 0,-1 1 0 0 0,1-1 1 0 0,-1 0-1 0 0,1-1 0 0 0,0 1 0 0 0,-1-1 0 0 0,1 0 1 0 0,0 0-1 0 0,0 0 0 0 0,8-2 0 0 0,-4 1 48 0 0,0-1 0 0 0,0 0-1 0 0,0 0 1 0 0,0 0 0 0 0,0-1 0 0 0,0-1-1 0 0,-1 1 1 0 0,0-2 0 0 0,0 1 0 0 0,0-1 0 0 0,0 0-1 0 0,-1 0 1 0 0,0-1 0 0 0,0 0 0 0 0,0-1-1 0 0,11-13 1 0 0,-12 9 48 0 0,0 0 0 0 0,-1-1-1 0 0,0 0 1 0 0,-1 0 0 0 0,-1 0 0 0 0,1 0-1 0 0,-2 0 1 0 0,0-1 0 0 0,0 1-1 0 0,-1-26 1 0 0,-1 30-50 0 0,0-1 0 0 0,-1 1-1 0 0,0-1 1 0 0,0 1 0 0 0,-1-1 0 0 0,0 1-1 0 0,0-1 1 0 0,-1 1 0 0 0,0 0 0 0 0,-1 0 0 0 0,1 1-1 0 0,-2-1 1 0 0,1 1 0 0 0,-1 0 0 0 0,0 0-1 0 0,-11-12 1 0 0,1 9-421 0 0,14 9-21 0 0,1 1 0 0 0,-1 0 0 0 0,0-1 0 0 0,0 1-1 0 0,0 0 1 0 0,0 0 0 0 0,0-1 0 0 0,1 1-1 0 0,-1 0 1 0 0,0 0 0 0 0,0 0 0 0 0,0 0 0 0 0,0 0-1 0 0,0 0 1 0 0,0 0 0 0 0,0 0 0 0 0,0 1 0 0 0,1-1-1 0 0,-1 0 1 0 0,0 0 0 0 0,0 1 0 0 0,0-1-1 0 0,0 1 1 0 0,1-1 0 0 0,-1 1 0 0 0,0-1 0 0 0,0 1-1 0 0,1-1 1 0 0,-2 2 0 0 0</inkml:trace>
</inkml:ink>
</file>

<file path=ppt/ink/ink2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5:18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85 1388 0 0,'18'-4'8422'0'0,"-17"3"-8080"0"0,0 1 1 0 0,0-1-1 0 0,0 0 1 0 0,0 0-1 0 0,0 1 1 0 0,0-1-1 0 0,-1 0 1 0 0,1 0-1 0 0,0 0 1 0 0,-1 0-1 0 0,1 0 0 0 0,-1 0 1 0 0,1 0-1 0 0,-1 0 1 0 0,1 0-1 0 0,0-2 1 0 0,0-14 4068 0 0,-1 15-4095 0 0,13-19-4266 0 0,-11 19 3413 0 0,6-6-2038 0 0,0 2-3867 0 0,3-1 2587 0 0</inkml:trace>
</inkml:ink>
</file>

<file path=ppt/ink/ink2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5:18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39 928 0 0,'40'-32'8051'0'0,"-36"30"-7933"0"0,-1 1 0 0 0,1 0 1 0 0,0 0-1 0 0,-1 1 0 0 0,1-1 0 0 0,0 1 1 0 0,0 0-1 0 0,0 0 0 0 0,-1 0 0 0 0,1 0 1 0 0,0 1-1 0 0,0-1 0 0 0,-1 1 0 0 0,1 0 1 0 0,0 0-1 0 0,-1 1 0 0 0,1-1 0 0 0,-1 1 1 0 0,1 0-1 0 0,-1 0 0 0 0,0 0 0 0 0,0 0 1 0 0,0 0-1 0 0,0 1 0 0 0,0-1 0 0 0,0 1 1 0 0,-1 0-1 0 0,1 0 0 0 0,-1 0 0 0 0,0 0 1 0 0,0 0-1 0 0,0 0 0 0 0,0 1 0 0 0,0-1 1 0 0,1 6-1 0 0,1 0-56 0 0,0 1 0 0 0,-1 0-1 0 0,0-1 1 0 0,-1 1 0 0 0,0 0 0 0 0,-1 1 0 0 0,0-1 0 0 0,0 0 0 0 0,-1 0-1 0 0,0 0 1 0 0,-1 1 0 0 0,-3 15 0 0 0,-2-7 46 0 0,-2 1 0 0 0,0-1 0 0 0,-1 0 0 0 0,-1-1 1 0 0,-1 0-1 0 0,0 0 0 0 0,-1-1 0 0 0,-1-1 0 0 0,-1 0 0 0 0,0-1 0 0 0,-1-1 0 0 0,-18 14 0 0 0,15-11 1098 0 0,18-17-1193 0 0,0 0 0 0 0,0 0 0 0 0,0-1 0 0 0,0 1 1 0 0,0 0-1 0 0,1 0 0 0 0,-1 0 0 0 0,0 0 0 0 0,0 0 1 0 0,0 0-1 0 0,0 0 0 0 0,0 0 0 0 0,0 0 1 0 0,0 0-1 0 0,0 0 0 0 0,1 0 0 0 0,-1 0 0 0 0,0 0 1 0 0,0 0-1 0 0,0 0 0 0 0,0 0 0 0 0,0 0 1 0 0,0 0-1 0 0,0 0 0 0 0,1 0 0 0 0,-1 0 0 0 0,0 0 1 0 0,0 0-1 0 0,0 0 0 0 0,0 0 0 0 0,0 0 0 0 0,0 0 1 0 0,0 0-1 0 0,0 0 0 0 0,1 0 0 0 0,-1 1 1 0 0,0-1-1 0 0,0 0 0 0 0,0 0 0 0 0,0 0 0 0 0,0 0 1 0 0,0 0-1 0 0,0 0 0 0 0,0 0 0 0 0,0 0 1 0 0,0 0-1 0 0,0 1 0 0 0,0-1 0 0 0,0 0 0 0 0,0 0 1 0 0,0 0-1 0 0,0 0 0 0 0,0 0 0 0 0,0 0 1 0 0,0 0-1 0 0,0 1 0 0 0,0-1 0 0 0,0 0 0 0 0,0 0 1 0 0,0 0-1 0 0,0 0 0 0 0,0 0 0 0 0,0 0 0 0 0,0 0 1 0 0,0 1-1 0 0,0-1 0 0 0,0 0 0 0 0,0 0 1 0 0,42-14 774 0 0,-20 5-1023 0 0,112-41-2413 0 0,-48 9-6239 0 0,-63 27 5186 0 0</inkml:trace>
</inkml:ink>
</file>

<file path=ppt/ink/ink2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5:18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7 132 0 0,'8'-6'14053'0'0,"11"25"-13246"0"0,-2 0-1 0 0,0 2 0 0 0,-1 0 1 0 0,-1 0-1 0 0,18 36 0 0 0,-21-37-476 0 0,-9-16-297 0 0,-1-1 0 0 0,0 1 0 0 0,-1 0 0 0 0,1 0 0 0 0,-1-1 0 0 0,0 1 1 0 0,0 0-1 0 0,0 0 0 0 0,0 0 0 0 0,-1 0 0 0 0,1 0 0 0 0,-1 0 0 0 0,0 0 0 0 0,0 0 0 0 0,-1 0 0 0 0,1 0 0 0 0,-1 0 0 0 0,0 0 0 0 0,0 0 0 0 0,0 0 0 0 0,0 0 0 0 0,-1 0 1 0 0,0-1-1 0 0,0 1 0 0 0,0 0 0 0 0,0-1 0 0 0,-4 5 0 0 0,2-4-269 0 0,0 1 0 0 0,0-1 0 0 0,0 0 0 0 0,-1-1 0 0 0,0 1 0 0 0,0-1 0 0 0,0 0 0 0 0,0 0 0 0 0,0 0 1 0 0,-1-1-1 0 0,1 0 0 0 0,-1 0 0 0 0,0 0 0 0 0,0 0 0 0 0,1-1 0 0 0,-1 0 0 0 0,0-1 0 0 0,-6 1 0 0 0,7-1-472 0 0,1-1 0 0 0,-1 0-1 0 0,1 1 1 0 0,0-1 0 0 0,-1-1-1 0 0,1 1 1 0 0,0-1 0 0 0,0 0 0 0 0,0 0-1 0 0,0 0 1 0 0,0 0 0 0 0,-4-4 0 0 0,-3-6-3001 0 0</inkml:trace>
</inkml:ink>
</file>

<file path=ppt/ink/ink2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5:19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1 107 12 0 0,'20'-12'1939'0'0,"0"0"0"0"0,1 1 0 0 0,25-9-1 0 0,-19 10-587 0 0,1 1 0 0 0,30-5-1 0 0,59-1-1838 0 0,1 11-5579 0 0,-88 4 3107 0 0</inkml:trace>
</inkml:ink>
</file>

<file path=ppt/ink/ink2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5:23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1 460 0 0,'0'0'4902'0'0,"-16"11"-3971"0"0,16-9-1061 0 0</inkml:trace>
</inkml:ink>
</file>

<file path=ppt/ink/ink2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5:24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39 392 0 0,'-208'19'10669'0'0,"185"-16"-5814"0"0,30-4-4644 0 0,103-21 418 0 0,96-12-1796 0 0,-182 32 312 0 0,0 0 0 0 0,1 2 0 0 0,32 4 0 0 0,-4 9-5848 0 0,-42-8 3629 0 0</inkml:trace>
</inkml:ink>
</file>

<file path=ppt/ink/ink2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5:25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38 456 0 0,'-4'3'627'0'0,"1"-1"0"0"0,0 1 0 0 0,-1-1-1 0 0,1 1 1 0 0,1 0 0 0 0,-1 1 0 0 0,0-1 0 0 0,1 0 0 0 0,-4 7 1705 0 0,7-9-2271 0 0,1 0 0 0 0,-1 0 0 0 0,0 0 0 0 0,1 0 0 0 0,-1 0 0 0 0,1 0 0 0 0,0-1-1 0 0,-1 1 1 0 0,1-1 0 0 0,-1 1 0 0 0,1-1 0 0 0,0 0 0 0 0,-1 0 0 0 0,1 1 0 0 0,0-1 0 0 0,-1 0 0 0 0,1-1 0 0 0,2 1 0 0 0,36-9 366 0 0,-14 2-237 0 0,151-29-1679 0 0,-86 16-2739 0 0,-45 10 1704 0 0</inkml:trace>
</inkml:ink>
</file>

<file path=ppt/ink/ink2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5:29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223 214 876 0 0,'0'-32'2626'0'0,"12"-128"6406"0"0,-14 156-8651 0 0,3 3-355 0 0,-1 1 0 0 0,0-1 0 0 0,0 0 0 0 0,0 1 0 0 0,-1-1 0 0 0,1 0 0 0 0,0 1 0 0 0,0-1 0 0 0,0 1 0 0 0,0-1-1 0 0,-1 0 1 0 0,1 1 0 0 0,0-1 0 0 0,0 0 0 0 0,-1 1 0 0 0,1-1 0 0 0,-1 1 0 0 0,1-1 0 0 0,0 1 0 0 0,-1-1 0 0 0,1 1 0 0 0,-1-1 0 0 0,1 1 0 0 0,-1 0 0 0 0,1-1 0 0 0,-1 1 0 0 0,0-1 0 0 0,1 1 0 0 0,-1 0 0 0 0,1 0 0 0 0,-1-1 0 0 0,0 1 0 0 0,1 0 0 0 0,-2 0 0 0 0,-6 1 15 0 0,1 1 1 0 0,0 1-1 0 0,0-1 1 0 0,0 1-1 0 0,1 0 1 0 0,-1 1-1 0 0,1 0 1 0 0,-1 0-1 0 0,1 0 1 0 0,0 0-1 0 0,1 1 1 0 0,-1 0-1 0 0,-6 8 1 0 0,-5 6 23 0 0,1 0 1 0 0,-24 39-1 0 0,33-47-49 0 0,0 1-1 0 0,1 1 0 0 0,1-1 0 0 0,0 1 0 0 0,0 0 1 0 0,1 0-1 0 0,1 0 0 0 0,0 0 0 0 0,1 1 1 0 0,1-1-1 0 0,0 1 0 0 0,1 14 0 0 0,0-21-14 0 0,1-1-1 0 0,0 1 0 0 0,0-1 1 0 0,1 0-1 0 0,0 1 1 0 0,0-1-1 0 0,1 0 0 0 0,-1 0 1 0 0,1 0-1 0 0,0-1 1 0 0,1 1-1 0 0,-1-1 1 0 0,1 0-1 0 0,0 0 0 0 0,1 0 1 0 0,-1 0-1 0 0,1-1 1 0 0,0 1-1 0 0,0-1 0 0 0,0 0 1 0 0,1-1-1 0 0,-1 1 1 0 0,1-1-1 0 0,0-1 0 0 0,0 1 1 0 0,0-1-1 0 0,8 3 1 0 0,-1-2 2 0 0,1-1-1 0 0,-1 0 1 0 0,1-1 0 0 0,-1 0 0 0 0,1-1 0 0 0,-1 0 0 0 0,1-1 0 0 0,-1-1-1 0 0,1 0 1 0 0,-1-1 0 0 0,0 0 0 0 0,0-1 0 0 0,0 0 0 0 0,-1-1 0 0 0,1-1-1 0 0,14-9 1 0 0,-21 12 26 0 0,0 0-1 0 0,0-1 0 0 0,0 0 1 0 0,-1-1-1 0 0,0 1 1 0 0,0-1-1 0 0,0 0 0 0 0,0 0 1 0 0,-1 0-1 0 0,1-1 1 0 0,-1 0-1 0 0,-1 0 0 0 0,1 0 1 0 0,-1 0-1 0 0,0 0 0 0 0,-1-1 1 0 0,1 1-1 0 0,-1-1 1 0 0,0 0-1 0 0,-1 0 0 0 0,0 0 1 0 0,0 1-1 0 0,0-1 1 0 0,-1 0-1 0 0,0 0 0 0 0,-1 0 1 0 0,1 0-1 0 0,-1 0 1 0 0,-1 0-1 0 0,1 0 0 0 0,-1 0 1 0 0,-4-10-1 0 0,1 5 40 0 0,-1 0 0 0 0,0 1 0 0 0,0 0 0 0 0,-1 0-1 0 0,-1 1 1 0 0,0 0 0 0 0,0 0 0 0 0,0 1 0 0 0,-12-9 0 0 0,19 16-124 0 0,0 1-1 0 0,0 0 1 0 0,0 0 0 0 0,-1 1-1 0 0,1-1 1 0 0,0 0 0 0 0,-1 0 0 0 0,1 1-1 0 0,-1-1 1 0 0,1 1 0 0 0,0-1-1 0 0,-1 1 1 0 0,0-1 0 0 0,1 1-1 0 0,-1 0 1 0 0,-1 0 0 0 0,2 0-279 0 0,0 0 1 0 0,0 1-1 0 0,-1-1 1 0 0,1 1-1 0 0,0 0 0 0 0,0-1 1 0 0,0 1-1 0 0,0 0 1 0 0,0-1-1 0 0,0 1 1 0 0,0 0-1 0 0,0 0 0 0 0,0 0 1 0 0,1 0-1 0 0,-1 0 1 0 0,0 0-1 0 0,0 0 1 0 0,1 0-1 0 0,-1 0 0 0 0,1 1 1 0 0,-1-1-1 0 0,1 0 1 0 0,0 0-1 0 0,-1 0 1 0 0,1 1-1 0 0,0-1 0 0 0,0 2 1 0 0,-1 7-3124 0 0</inkml:trace>
</inkml:ink>
</file>

<file path=ppt/ink/ink2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5:29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80 760 0 0,'3'-1'565'0'0,"-1"0"0"0"0,0 0 0 0 0,1-1 0 0 0,-1 1 0 0 0,1 0-1 0 0,-1-1 1 0 0,0 1 0 0 0,0-1 0 0 0,0 0 0 0 0,0 0 0 0 0,0 0 0 0 0,0 0 0 0 0,-1 0 0 0 0,1 0-1 0 0,-1 0 1 0 0,1-1 0 0 0,-1 1 0 0 0,0 0 0 0 0,0-1 0 0 0,1-2 0 0 0,14-21 1407 0 0,-14 24-2279 0 0,0 1 0 0 0,1 0 1 0 0,0 0-1 0 0,-1 0 0 0 0,1 1 0 0 0,0-1 1 0 0,-1 1-1 0 0,1-1 0 0 0,0 1 1 0 0,3 0-1 0 0,2-1-2061 0 0,3 0-982 0 0,1-2 251 0 0</inkml:trace>
</inkml:ink>
</file>

<file path=ppt/ink/ink2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5:29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26 204 0 0,'-1'-2'589'0'0,"0"0"0"0"0,0 0 0 0 0,0 0 0 0 0,0 1 0 0 0,0-1 0 0 0,0 0 0 0 0,-1 1 0 0 0,1-1 0 0 0,-1 1 0 0 0,1 0 0 0 0,-1-1 0 0 0,1 1 0 0 0,-1 0 0 0 0,0 0 0 0 0,-3-2 0 0 0,-2 9-446 0 0,0 0 0 0 0,0 1 0 0 0,1-1 0 0 0,0 1 1 0 0,0 0-1 0 0,1 1 0 0 0,0-1 0 0 0,0 1 0 0 0,1 0 0 0 0,-1 0 0 0 0,2 1 0 0 0,-4 9 0 0 0,2-4-26 0 0,1-1 0 0 0,0 1 0 0 0,1 0 0 0 0,1 0 0 0 0,0 0 0 0 0,1 0 0 0 0,1 23 0 0 0,0-31-94 0 0,1 0 0 0 0,0 0 0 0 0,0 0 0 0 0,1 0 0 0 0,-1 0 0 0 0,1 0-1 0 0,1-1 1 0 0,-1 1 0 0 0,1-1 0 0 0,0 0 0 0 0,0 1 0 0 0,0-1 0 0 0,1-1-1 0 0,0 1 1 0 0,0 0 0 0 0,0-1 0 0 0,0 0 0 0 0,1 0 0 0 0,0 0 0 0 0,0-1-1 0 0,0 1 1 0 0,0-1 0 0 0,0 0 0 0 0,1-1 0 0 0,-1 1 0 0 0,1-1-1 0 0,-1 0 1 0 0,1-1 0 0 0,0 1 0 0 0,0-1 0 0 0,0 0 0 0 0,0-1 0 0 0,0 1-1 0 0,0-1 1 0 0,0 0 0 0 0,0-1 0 0 0,0 1 0 0 0,0-1 0 0 0,11-3 0 0 0,-7 1 52 0 0,-1 0 0 0 0,1-1 0 0 0,-1 0 0 0 0,0-1 0 0 0,0 0 0 0 0,0 0 0 0 0,0 0 0 0 0,-1-1 0 0 0,0-1 0 0 0,0 0 0 0 0,-1 0 0 0 0,1 0 0 0 0,10-15 0 0 0,-14 16-9 0 0,-1 1 1 0 0,0 0-1 0 0,0-1 1 0 0,0 0-1 0 0,-1 0 1 0 0,0 0-1 0 0,0 0 1 0 0,0 0-1 0 0,-1 0 1 0 0,0 0-1 0 0,0-1 1 0 0,0 1 0 0 0,-1-1-1 0 0,0 1 1 0 0,-1 0-1 0 0,1-1 1 0 0,-1 1-1 0 0,0 0 1 0 0,0 0-1 0 0,-1 0 1 0 0,0-1-1 0 0,0 1 1 0 0,-5-7-1 0 0,5 8-48 0 0,-1 0 0 0 0,1 0 0 0 0,-1 0 0 0 0,-1 1-1 0 0,1 0 1 0 0,-1-1 0 0 0,1 1 0 0 0,-1 0 0 0 0,0 1 0 0 0,-1-1-1 0 0,1 1 1 0 0,-1 0 0 0 0,1 0 0 0 0,-1 0 0 0 0,0 1-1 0 0,0-1 1 0 0,0 1 0 0 0,0 1 0 0 0,-1-1 0 0 0,1 1-1 0 0,0-1 1 0 0,-1 2 0 0 0,-8-2 0 0 0,8 2-284 0 0,-1 1-1 0 0,1-1 1 0 0,0 1 0 0 0,-1 0 0 0 0,1 1-1 0 0,0-1 1 0 0,0 1 0 0 0,0 1 0 0 0,0-1 0 0 0,0 1-1 0 0,1 0 1 0 0,-11 7 0 0 0,15-9-117 0 0,0 1 0 0 0,0 0 0 0 0,-1-1 0 0 0,1 1-1 0 0,0 0 1 0 0,1-1 0 0 0,-1 1 0 0 0,0 0 0 0 0,0 0 0 0 0,1 0 0 0 0,-1-1 0 0 0,1 1 0 0 0,0 0 0 0 0,0 0 0 0 0,-1 0 0 0 0,1 0-1 0 0,0 0 1 0 0,0 0 0 0 0,1 0 0 0 0,-1 2 0 0 0</inkml:trace>
</inkml:ink>
</file>

<file path=ppt/ink/ink2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5:30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19 360 0 0,'-2'-2'397'0'0,"-1"0"0"0"0,0 0 0 0 0,0 0 0 0 0,0 1 0 0 0,0-1 1 0 0,0 1-1 0 0,0-1 0 0 0,0 1 0 0 0,0 0 0 0 0,-1 0 0 0 0,-5 0 0 0 0,7 1 229 0 0,-2 0-64 0 0,-3 2-311 0 0,0 0 1 0 0,-1 1 0 0 0,1-1 0 0 0,0 1-1 0 0,1 1 1 0 0,-1-1 0 0 0,0 1 0 0 0,1 1 0 0 0,0-1-1 0 0,0 1 1 0 0,0 0 0 0 0,1 0 0 0 0,-1 1-1 0 0,1-1 1 0 0,1 1 0 0 0,-1 0 0 0 0,-7 14 0 0 0,9-15-178 0 0,0 0-1 0 0,1 0 1 0 0,-1 1 0 0 0,1-1 0 0 0,0 1 0 0 0,1-1 0 0 0,-1 1 0 0 0,1 0 0 0 0,0 0 0 0 0,1 0 0 0 0,-1 0 0 0 0,1 0 0 0 0,0 0 0 0 0,0 0 0 0 0,1-1 0 0 0,0 1 0 0 0,0 0 0 0 0,1 0-1 0 0,-1 0 1 0 0,1-1 0 0 0,0 1 0 0 0,1-1 0 0 0,-1 1 0 0 0,4 4 0 0 0,-2-5-21 0 0,0 0 0 0 0,0-1 0 0 0,0 1 0 0 0,1-1 0 0 0,-1 0 1 0 0,1 0-1 0 0,0-1 0 0 0,0 1 0 0 0,0-1 0 0 0,1 0 0 0 0,-1-1 0 0 0,1 1 0 0 0,-1-1 0 0 0,1 0 0 0 0,0 0 0 0 0,0-1 0 0 0,0 0 0 0 0,11 1 0 0 0,-12-3 56 0 0,1 0-1 0 0,-1-1 0 0 0,0 0 0 0 0,0 0 0 0 0,1 0 1 0 0,-1 0-1 0 0,-1-1 0 0 0,1 0 0 0 0,0 0 1 0 0,-1 0-1 0 0,1-1 0 0 0,-1 0 0 0 0,4-4 1 0 0,-3 2 24 0 0,-1-1 1 0 0,0 0-1 0 0,-1 0 0 0 0,1 0 1 0 0,-1 0-1 0 0,-1-1 1 0 0,1 1-1 0 0,-1-1 0 0 0,-1 0 1 0 0,1 1-1 0 0,-2-1 0 0 0,1 0 1 0 0,-1 0-1 0 0,0 0 1 0 0,0 0-1 0 0,-1 0 0 0 0,0 1 1 0 0,0-1-1 0 0,-1 0 1 0 0,0 1-1 0 0,-1-1 0 0 0,1 1 1 0 0,-1 0-1 0 0,-1 0 1 0 0,-5-10-1 0 0,6 13-100 0 0,-1 0 0 0 0,1 0 1 0 0,-1 0-1 0 0,1 0 0 0 0,-1 1 0 0 0,0 0 0 0 0,0 0 0 0 0,-1 0 1 0 0,1 0-1 0 0,-1 1 0 0 0,-8-4 0 0 0,12 5-67 0 0,-27-7-1055 0 0,20 9-5005 0 0,7 32 3373 0 0,1-32 2360 0 0,0 0 1 0 0,0 0-1 0 0,0 1 1 0 0,0-1-1 0 0,0 0 1 0 0,0 0-1 0 0,1 0 0 0 0,-1 0 1 0 0,0 1-1 0 0,1-1 1 0 0,-1 0-1 0 0,1 0 1 0 0,-1 0-1 0 0,1 0 1 0 0,-1 0-1 0 0,1 0 0 0 0,1 1 1 0 0</inkml:trace>
</inkml:ink>
</file>

<file path=ppt/ink/ink2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5:32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63 188 0 0,'0'0'11114'0'0,"5"-7"-10593"0"0,-7 2 4082 0 0,2 3-4478 0 0,-1 0-1 0 0,-1 1 1 0 0,1-1 0 0 0,0 1-1 0 0,0-1 1 0 0,-1 1 0 0 0,1-1-1 0 0,0 1 1 0 0,-1 0-1 0 0,0-1 1 0 0,1 1 0 0 0,-1 0-1 0 0,-2-1 1 0 0,2 2 433 0 0,2 4-675 0 0,-1 7 122 0 0,-1 0 0 0 0,-1 1 0 0 0,1-1 1 0 0,-6 11-1 0 0,1 14-58 0 0,7-23 55 0 0,0 1-1 0 0,1-1 1 0 0,0 1 0 0 0,1-1 0 0 0,1 1-1 0 0,6 19 1 0 0,-7-29-12 0 0,0 0 0 0 0,0 0 0 0 0,0 0 0 0 0,1 0 0 0 0,-1-1 0 0 0,1 1 0 0 0,0-1 0 0 0,0 1 0 0 0,0-1 0 0 0,1 0 0 0 0,-1 0 0 0 0,1-1 0 0 0,0 1 0 0 0,0-1 0 0 0,0 0 0 0 0,0 0 0 0 0,0 0 0 0 0,0 0 0 0 0,0-1 0 0 0,1 1 0 0 0,-1-1 0 0 0,0 0 0 0 0,1-1 0 0 0,-1 1 0 0 0,1-1 0 0 0,7 0 0 0 0,-2 0 7 0 0,0 0 0 0 0,0 0-1 0 0,0-1 1 0 0,0-1 0 0 0,0 1 0 0 0,0-2-1 0 0,-1 1 1 0 0,1-1 0 0 0,-1-1-1 0 0,0 0 1 0 0,9-5 0 0 0,-14 6 33 0 0,0 0 1 0 0,-1 0 0 0 0,1 0 0 0 0,-1-1-1 0 0,0 0 1 0 0,0 1 0 0 0,-1-1-1 0 0,1 0 1 0 0,-1 0 0 0 0,0-1 0 0 0,0 1-1 0 0,0 0 1 0 0,0-1 0 0 0,-1 1-1 0 0,0-1 1 0 0,0 0 0 0 0,1-8 0 0 0,-1 3 12 0 0,0 0 0 0 0,-1 0 0 0 0,0 0 0 0 0,-1 0 0 0 0,0 0 0 0 0,-1 0 0 0 0,-2-10 0 0 0,3 14-59 0 0,-1 0-1 0 0,0 0 1 0 0,0 0 0 0 0,0 0-1 0 0,0 0 1 0 0,-1 1-1 0 0,0-1 1 0 0,0 1 0 0 0,-1 0-1 0 0,0 0 1 0 0,0 0-1 0 0,0 0 1 0 0,0 1 0 0 0,0-1-1 0 0,-1 1 1 0 0,0 0 0 0 0,0 1-1 0 0,0-1 1 0 0,-1 1-1 0 0,1 0 1 0 0,-1 0 0 0 0,1 1-1 0 0,-1-1 1 0 0,0 1-1 0 0,-8-1 1 0 0,12 3-244 0 0,-15 1-1823 0 0,16-1 1911 0 0,0 0-1 0 0,-1 0 0 0 0,1 0 1 0 0,-1 0-1 0 0,1 0 1 0 0,-1 0-1 0 0,1 0 1 0 0,0 1-1 0 0,-1-1 1 0 0,1 0-1 0 0,-1 1 1 0 0,1-1-1 0 0,0 1 0 0 0,-2 0 1 0 0,2 0-668 0 0,0 2-257 0 0,0 13-720 0 0,-2-10-3194 0 0</inkml:trace>
</inkml:ink>
</file>

<file path=ppt/ink/ink2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5:32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26 832 0 0,'11'-7'10665'0'0,"-20"17"-10458"0"0,2 2 0 0 0,-1-1 1 0 0,2 1-1 0 0,-1 0 0 0 0,2 1 0 0 0,0-1 0 0 0,-4 14 1 0 0,8-21-186 0 0,0-1 0 0 0,1 0 0 0 0,-1 1 0 0 0,1-1 0 0 0,0 0 0 0 0,0 1 0 0 0,0-1 0 0 0,1 1 0 0 0,0-1 0 0 0,-1 0 0 0 0,1 0 0 0 0,1 1 0 0 0,-1-1 0 0 0,1 0 0 0 0,0 0 0 0 0,0 0 0 0 0,0 0 0 0 0,0-1 0 0 0,1 1 0 0 0,-1 0 0 0 0,1-1 0 0 0,0 0 0 0 0,0 0 0 0 0,0 0 0 0 0,1 0 0 0 0,-1 0 0 0 0,6 3 0 0 0,-5-3-3 0 0,1-1 1 0 0,0 1-1 0 0,-1-1 1 0 0,1 0-1 0 0,0 0 1 0 0,1 0-1 0 0,-1-1 1 0 0,0 0 0 0 0,0 0-1 0 0,1 0 1 0 0,-1-1-1 0 0,0 0 1 0 0,1 1-1 0 0,-1-2 1 0 0,1 1-1 0 0,-1-1 1 0 0,0 0 0 0 0,1 0-1 0 0,-1 0 1 0 0,0-1-1 0 0,0 0 1 0 0,0 0-1 0 0,0 0 1 0 0,9-6-1 0 0,-8 4 119 0 0,0 0 0 0 0,0 0 0 0 0,0 0 0 0 0,-1-1 0 0 0,0 0-1 0 0,0 0 1 0 0,0-1 0 0 0,0 1 0 0 0,-1-1 0 0 0,0 0-1 0 0,0 0 1 0 0,0-1 0 0 0,-1 1 0 0 0,0-1 0 0 0,0 1 0 0 0,-1-1-1 0 0,3-12 1 0 0,-4 13-25 0 0,-1 1 0 0 0,0-1 0 0 0,0 1 0 0 0,-1-1 0 0 0,1 1 0 0 0,-1-1 0 0 0,0 1 0 0 0,-1-1 0 0 0,1 1 0 0 0,-1 0 0 0 0,0 0 0 0 0,-1 0-1 0 0,1 0 1 0 0,-4-6 0 0 0,2 5-399 0 0,0 1 0 0 0,0 0 0 0 0,-1 0-1 0 0,1 0 1 0 0,-1 0 0 0 0,-5-3 0 0 0,8 6-462 0 0,-15 10-8589 0 0</inkml:trace>
</inkml:ink>
</file>

<file path=ppt/ink/ink2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5:33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11 596 0 0,'0'0'6137'0'0,"-5"4"-5650"0"0,1 0-362 0 0,0 1 0 0 0,1 0 1 0 0,0 0-1 0 0,-1 0 0 0 0,2 0 0 0 0,-1 0 0 0 0,0 1 1 0 0,1-1-1 0 0,0 1 0 0 0,1 0 0 0 0,-1-1 0 0 0,1 1 1 0 0,0 0-1 0 0,0 0 0 0 0,1 0 0 0 0,0 0 0 0 0,0 0 1 0 0,0 0-1 0 0,1 0 0 0 0,0 0 0 0 0,2 8 0 0 0,-2-9-65 0 0,1 0 0 0 0,-1 0 0 0 0,1 0 1 0 0,0-1-1 0 0,0 1 0 0 0,1-1 0 0 0,-1 0 0 0 0,1 1 0 0 0,0-1 0 0 0,0 0 0 0 0,1-1 0 0 0,-1 1 0 0 0,1 0 0 0 0,0-1 0 0 0,0 0 0 0 0,0 0 0 0 0,0 0 0 0 0,0 0 0 0 0,0-1 0 0 0,1 0 0 0 0,0 0 0 0 0,-1 0 1 0 0,1 0-1 0 0,0-1 0 0 0,0 0 0 0 0,7 1 0 0 0,-7-1 45 0 0,0-1 0 0 0,-1-1 0 0 0,1 1 0 0 0,-1-1 0 0 0,1 0 0 0 0,-1 0 0 0 0,1 0 0 0 0,-1 0 0 0 0,0-1 1 0 0,0 0-1 0 0,1 0 0 0 0,-1 0 0 0 0,0 0 0 0 0,-1-1 0 0 0,1 0 0 0 0,0 1 0 0 0,-1-1 0 0 0,1-1 0 0 0,-1 1 0 0 0,0 0 0 0 0,0-1 1 0 0,-1 0-1 0 0,1 1 0 0 0,-1-1 0 0 0,3-4 0 0 0,-2 2-5 0 0,0 0 0 0 0,0-1 1 0 0,0 1-1 0 0,-1 0 0 0 0,0-1 1 0 0,0 1-1 0 0,-1-1 0 0 0,0 0 0 0 0,0 1 1 0 0,0-1-1 0 0,-1 0 0 0 0,0 0 1 0 0,0 0-1 0 0,-1 1 0 0 0,0-1 1 0 0,-2-10-1 0 0,2 15-203 0 0,0-1 0 0 0,-1 0 0 0 0,1 1-1 0 0,-1-1 1 0 0,0 1 0 0 0,1-1 0 0 0,-1 1 0 0 0,0 0 0 0 0,0-1 0 0 0,-1 1 0 0 0,1 0 0 0 0,0 0 0 0 0,-1 1-1 0 0,1-1 1 0 0,-1 1 0 0 0,0-1 0 0 0,-4-1 0 0 0,0 0-1087 0 0,-1 1 0 0 0,1 0 0 0 0,-1 0 1 0 0,0 0-1 0 0,0 1 0 0 0,-8 0 0 0 0,-1 1-2102 0 0</inkml:trace>
</inkml:ink>
</file>

<file path=ppt/ink/ink2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5:36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1 134 396 0 0,'0'0'2784'0'0,"-1"-10"-1112"0"0,2-11 12238 0 0,4 15-13780 0 0,0 1-1 0 0,0-1 0 0 0,0 2 1 0 0,1-1-1 0 0,0 0 0 0 0,0 1 1 0 0,0 0-1 0 0,1 1 1 0 0,-1 0-1 0 0,1 0 0 0 0,0 0 1 0 0,9-2-1 0 0,18-5-74 0 0,45-6 0 0 0,-43 9 72 0 0,-35 7-125 0 0,83-13 57 0 0,-78 13-65 0 0,-1-1 0 0 0,1 1 0 0 0,-1 0 1 0 0,1 1-1 0 0,-1-1 0 0 0,1 1 0 0 0,-1 0 1 0 0,1 1-1 0 0,-1-1 0 0 0,0 1 0 0 0,0 0 0 0 0,10 5 1 0 0,-12-4-3 0 0,1 0 0 0 0,-1 0 0 0 0,0 1 0 0 0,0-1 0 0 0,0 1 0 0 0,0-1 0 0 0,-1 1 0 0 0,0 0 1 0 0,0 0-1 0 0,0 0 0 0 0,0 1 0 0 0,0-1 0 0 0,-1 0 0 0 0,0 1 0 0 0,0-1 0 0 0,0 1 1 0 0,0-1-1 0 0,-1 1 0 0 0,0-1 0 0 0,0 1 0 0 0,0-1 0 0 0,0 1 0 0 0,-2 6 0 0 0,0-2 3 0 0,0 1 1 0 0,0-1-1 0 0,-1 0 0 0 0,0 0 0 0 0,-1 0 0 0 0,0 0 0 0 0,0-1 0 0 0,-1 1 1 0 0,0-1-1 0 0,-7 8 0 0 0,12-15-8 0 0,-1-1 0 0 0,0 1 0 0 0,1 0 0 0 0,-1 0 0 0 0,1 0 0 0 0,-1 0 0 0 0,1 0 0 0 0,-1 0 0 0 0,1 0 0 0 0,0 0 0 0 0,0 0 1 0 0,-1 0-1 0 0,1 0 0 0 0,0 0 0 0 0,0 0 0 0 0,0 0 0 0 0,0 0 0 0 0,0 0 0 0 0,0 0 0 0 0,0 0 0 0 0,1 0 0 0 0,-1 0 0 0 0,0 0 0 0 0,0 0 0 0 0,1 0 0 0 0,-1 0 0 0 0,1 0 0 0 0,-1 0 0 0 0,1 0 0 0 0,-1-1 1 0 0,1 1-1 0 0,-1 0 0 0 0,1 0 0 0 0,0 0 0 0 0,0-1 0 0 0,-1 1 0 0 0,1 0 0 0 0,0-1 0 0 0,0 1 0 0 0,1 0 0 0 0,45 23-122 0 0,-33-17 70 0 0,-6-3 36 0 0,0 1 0 0 0,0 0-1 0 0,-1 0 1 0 0,0 1 0 0 0,0 0-1 0 0,-1 0 1 0 0,0 1 0 0 0,0 0 0 0 0,0 0-1 0 0,-1 0 1 0 0,7 12 0 0 0,-12-15 6 0 0,0 0 30 0 0,0-1 1 0 0,-1 1-1 0 0,0-1 0 0 0,1 0 0 0 0,-2 1 0 0 0,1-1 1 0 0,0 0-1 0 0,0 0 0 0 0,-1 1 0 0 0,0-1 1 0 0,0 0-1 0 0,0-1 0 0 0,0 1 0 0 0,0 0 0 0 0,0 0 1 0 0,-1-1-1 0 0,1 0 0 0 0,-1 1 0 0 0,0-1 0 0 0,1 0 1 0 0,-1 0-1 0 0,0 0 0 0 0,0-1 0 0 0,-1 1 1 0 0,1-1-1 0 0,0 0 0 0 0,-4 1 0 0 0,0 1 80 0 0,-8 3 281 0 0,0-1-1 0 0,0 0 0 0 0,0-1 1 0 0,-1-1-1 0 0,1 0 0 0 0,-1-1 1 0 0,0-1-1 0 0,-29-2 0 0 0,42 1-127 0 0,-5-1-250 0 0,-21-4 1818 0 0,21 4-5260 0 0</inkml:trace>
</inkml:ink>
</file>

<file path=ppt/ink/ink2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5:37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43 708 0 0,'11'-29'7728'0'0,"-8"16"-1539"0"0,-7 14-6153 0 0,0 1-1 0 0,1 0 0 0 0,-1 0 0 0 0,1 0 1 0 0,-1 0-1 0 0,1 0 0 0 0,0 1 1 0 0,0 0-1 0 0,0 0 0 0 0,0-1 0 0 0,0 2 1 0 0,-2 2-1 0 0,-4 4 94 0 0,0 0-51 0 0,1 0 1 0 0,0 1-1 0 0,0 0 1 0 0,1 0-1 0 0,1 1 1 0 0,0-1-1 0 0,-9 26 1 0 0,12-29-65 0 0,0 0 1 0 0,1 0 0 0 0,0 0-1 0 0,0 1 1 0 0,1-1-1 0 0,0 1 1 0 0,1-1-1 0 0,0 1 1 0 0,0-1 0 0 0,1 1-1 0 0,0-1 1 0 0,0 1-1 0 0,4 11 1 0 0,-2-15-23 0 0,0 1 1 0 0,0-1-1 0 0,0 0 0 0 0,0-1 1 0 0,1 1-1 0 0,0 0 0 0 0,0-1 1 0 0,0 0-1 0 0,1 0 1 0 0,-1 0-1 0 0,1 0 0 0 0,0-1 1 0 0,0 0-1 0 0,0 0 0 0 0,0 0 1 0 0,1-1-1 0 0,-1 1 0 0 0,1-1 1 0 0,-1-1-1 0 0,1 1 1 0 0,0-1-1 0 0,0 0 0 0 0,0 0 1 0 0,9 0-1 0 0,9-1 21 0 0,-1 0-1 0 0,0-1 1 0 0,0-1 0 0 0,43-10-1 0 0,-60 11 77 0 0,1-1-1 0 0,0 0 0 0 0,-1 0 0 0 0,1-1 0 0 0,-1 0 1 0 0,0 0-1 0 0,1 0 0 0 0,-2-1 0 0 0,1 0 0 0 0,0 0 1 0 0,-1 0-1 0 0,0-1 0 0 0,0 1 0 0 0,0-1 0 0 0,0-1 0 0 0,-1 1 1 0 0,0-1-1 0 0,0 1 0 0 0,0-1 0 0 0,-1 0 0 0 0,0-1 1 0 0,0 1-1 0 0,-1-1 0 0 0,1 1 0 0 0,-2-1 0 0 0,1 0 1 0 0,-1 1-1 0 0,0-1 0 0 0,0 0 0 0 0,0 0 0 0 0,-1 0 1 0 0,-1-11-1 0 0,-1 9-12 0 0,0 0 0 0 0,0 0 0 0 0,-1 0 0 0 0,0 0 0 0 0,-1 1 0 0 0,0-1 0 0 0,0 1 0 0 0,-1 0 0 0 0,0 0 0 0 0,0 0 0 0 0,-1 1 0 0 0,-12-12 0 0 0,14 14-228 0 0,-1 1-1 0 0,-1 0 1 0 0,1 0 0 0 0,0 0 0 0 0,-1 0-1 0 0,0 1 1 0 0,0 0 0 0 0,0 0 0 0 0,0 1 0 0 0,0 0-1 0 0,-1 0 1 0 0,1 0 0 0 0,-1 1 0 0 0,1 0-1 0 0,-1 0 1 0 0,1 1 0 0 0,-1-1 0 0 0,-9 2 0 0 0,12 0-213 0 0,1-1 0 0 0,0 1 1 0 0,0 0-1 0 0,0 0 1 0 0,0 0-1 0 0,0 0 1 0 0,0 1-1 0 0,1-1 1 0 0,-1 1-1 0 0,0 0 0 0 0,-3 2 1 0 0,-6 7-6332 0 0</inkml:trace>
</inkml:ink>
</file>

<file path=ppt/ink/ink2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5:37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33 236 0 0,'6'-9'1167'0'0,"5"-14"10357"0"0,-26 34-11400 0 0,1 1 1 0 0,1 0-1 0 0,0 1 0 0 0,1 1 0 0 0,0 0 1 0 0,1 0-1 0 0,0 1 0 0 0,1 1 0 0 0,1 0 1 0 0,1 0-1 0 0,0 1 0 0 0,1 0 0 0 0,1 0 1 0 0,-6 25-1 0 0,10-33-128 0 0,0-1 0 0 0,0 1 0 0 0,1 0-1 0 0,0 0 1 0 0,1 0 0 0 0,0 0 0 0 0,0 0 0 0 0,1 0 0 0 0,0 0 0 0 0,1-1 0 0 0,0 1 0 0 0,0 0 0 0 0,1-1 0 0 0,0 1 0 0 0,0-1-1 0 0,1 0 1 0 0,0 0 0 0 0,1 0 0 0 0,0-1 0 0 0,0 1 0 0 0,0-1 0 0 0,1 0 0 0 0,0-1 0 0 0,0 0 0 0 0,1 0 0 0 0,0 0-1 0 0,0 0 1 0 0,0-1 0 0 0,1 0 0 0 0,-1-1 0 0 0,16 7 0 0 0,-10-6-24 0 0,1 0 0 0 0,0-1 0 0 0,1 0 0 0 0,-1-1 0 0 0,27 2 0 0 0,-34-4 128 0 0,0-1 0 0 0,0 0 0 0 0,0 0 0 0 0,0-1 0 0 0,0 1 0 0 0,0-2 0 0 0,0 1 0 0 0,0-1-1 0 0,0 0 1 0 0,-1 0 0 0 0,1-1 0 0 0,-1 0 0 0 0,1 0 0 0 0,7-5 0 0 0,-13 7-30 0 0,1 0 1 0 0,-1 0 0 0 0,1 0-1 0 0,-1 0 1 0 0,0-1 0 0 0,0 1-1 0 0,1 0 1 0 0,-1-1-1 0 0,0 1 1 0 0,0 0 0 0 0,-1-1-1 0 0,1 0 1 0 0,0 1-1 0 0,0-1 1 0 0,-1 1 0 0 0,1-1-1 0 0,-1 0 1 0 0,1 1 0 0 0,-1-1-1 0 0,0 0 1 0 0,1 1-1 0 0,-1-1 1 0 0,0 0 0 0 0,0 0-1 0 0,-1-2 1 0 0,0 1-16 0 0,0 0 0 0 0,0 1 0 0 0,-1-1 0 0 0,1 0 0 0 0,-1 1 0 0 0,0-1 1 0 0,0 1-1 0 0,0 0 0 0 0,0 0 0 0 0,0 0 0 0 0,0 0 0 0 0,-1 0 0 0 0,-3-2 0 0 0,-7-4 39 0 0,0 0-1 0 0,0 1 0 0 0,-1 1 0 0 0,-21-7 0 0 0,16 8-147 0 0,-1 0 0 0 0,1 2-1 0 0,-1 0 1 0 0,-23-1-1 0 0,-18 9-2848 0 0,53-4 962 0 0,0 1 1 0 0,0 1-1 0 0,-1-1 1 0 0,-12 7 0 0 0</inkml:trace>
</inkml:ink>
</file>

<file path=ppt/ink/ink2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5:38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67 1020 0 0,'0'0'3268'0'0,"19"-41"7927"0"0,-12 37-11025 0 0,0 0 0 0 0,0 1 1 0 0,0 0-1 0 0,1 0 0 0 0,-1 1 0 0 0,1 0 1 0 0,0 0-1 0 0,0 1 0 0 0,-1 0 0 0 0,1 0 1 0 0,0 1-1 0 0,0 0 0 0 0,0 1 1 0 0,0-1-1 0 0,0 1 0 0 0,-1 1 0 0 0,1 0 1 0 0,0 0-1 0 0,8 3 0 0 0,-11-3-155 0 0,0 0 0 0 0,1 0 0 0 0,-1 0 0 0 0,0 0 0 0 0,0 1 0 0 0,0 0 0 0 0,0 0 0 0 0,-1 1 0 0 0,1-1 0 0 0,-1 1 0 0 0,0 0 0 0 0,0 0 0 0 0,0 0-1 0 0,-1 1 1 0 0,1-1 0 0 0,-1 1 0 0 0,0 0 0 0 0,0 0 0 0 0,-1 0 0 0 0,0 0 0 0 0,0 1 0 0 0,0-1 0 0 0,0 0 0 0 0,-1 1 0 0 0,0 0 0 0 0,1 7 0 0 0,-2-5-39 0 0,-1 0 0 0 0,1 0 0 0 0,-2-1 1 0 0,1 1-1 0 0,-1 0 0 0 0,0-1 0 0 0,-1 1 0 0 0,1-1 1 0 0,-6 9-1 0 0,-3 4-43 0 0,-29 35 1 0 0,6-9-51 0 0,33-44 297 0 0,29 11 168 0 0,1-10-604 0 0,1-1 0 0 0,56-5-1 0 0,55-15-4219 0 0,-82 5-2492 0 0,-31 8 2965 0 0</inkml:trace>
</inkml:ink>
</file>

<file path=ppt/ink/ink2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5:38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22 396 0 0,'7'-21'12738'0'0,"23"48"-12052"0"0,-2 1 0 0 0,-1 2 1 0 0,-1 0-1 0 0,-1 2 0 0 0,24 42 1 0 0,-47-72-659 0 0,0 1 0 0 0,0-1 0 0 0,-1 1 0 0 0,0-1 0 0 0,1 1 1 0 0,-1 0-1 0 0,0 0 0 0 0,0-1 0 0 0,0 1 0 0 0,-1 0 0 0 0,1 0 0 0 0,-1 0 1 0 0,1 0-1 0 0,-1 0 0 0 0,0 0 0 0 0,0 5 0 0 0,-1-6-51 0 0,0-1 0 0 0,0 1-1 0 0,1-1 1 0 0,-1 1 0 0 0,0-1-1 0 0,0 1 1 0 0,-1-1 0 0 0,1 0-1 0 0,0 1 1 0 0,0-1 0 0 0,-1 0-1 0 0,1 0 1 0 0,0 0 0 0 0,-1 0-1 0 0,1 0 1 0 0,-1 0 0 0 0,-2 1-1 0 0,-29 12-857 0 0,31-13 777 0 0,-68 17-2696 0 0,22-13-4441 0 0,31-4 3705 0 0</inkml:trace>
</inkml:ink>
</file>

<file path=ppt/ink/ink2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5:38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0 108 444 0 0,'57'-20'2483'0'0,"0"3"0"0"0,103-17 1 0 0,119 1 1303 0 0,-265 32-3702 0 0,77 0-795 0 0,-22 1-5368 0 0,-54-1 3276 0 0</inkml:trace>
</inkml:ink>
</file>

<file path=ppt/ink/ink2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5:40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12 552 0 0,'0'-1'269'0'0,"-1"0"0"0"0,1 0 0 0 0,-1 0 0 0 0,0 1 1 0 0,1-1-1 0 0,-1 0 0 0 0,0 1 0 0 0,0-1 0 0 0,1 1 0 0 0,-1-1 0 0 0,0 1 0 0 0,0-1 0 0 0,0 1 0 0 0,0-1 0 0 0,0 1 0 0 0,0 0 1 0 0,0-1-1 0 0,0 1 0 0 0,0 0 0 0 0,0 0 0 0 0,0 0 0 0 0,0 0 0 0 0,0 0 0 0 0,-1 0 0 0 0,-4 19 2324 0 0,5-10-3117 0 0,-35 230 2916 0 0,-6 299 1 0 0,24-320-1421 0 0,17-214-947 0 0,-2 30-433 0 0,3-27-3627 0 0,8-152-2180 0 0,-3 102 3699 0 0</inkml:trace>
</inkml:ink>
</file>

<file path=ppt/ink/ink2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5:40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115 183 64 0 0,'7'-16'422'0'0,"0"1"1"0"0,1 0-1 0 0,1 0 1 0 0,0 0-1 0 0,1 1 1 0 0,0 1-1 0 0,1-1 1 0 0,13-10-1 0 0,-20 19-297 0 0,1 1 1 0 0,-1 1-1 0 0,1-1 0 0 0,0 1 0 0 0,0-1 1 0 0,0 1-1 0 0,1 1 0 0 0,-1-1 1 0 0,1 1-1 0 0,-1 0 0 0 0,1 0 1 0 0,0 1-1 0 0,0-1 0 0 0,0 1 1 0 0,0 1-1 0 0,0-1 0 0 0,0 1 1 0 0,0 0-1 0 0,0 0 0 0 0,-1 1 0 0 0,1 0 1 0 0,0 0-1 0 0,0 0 0 0 0,0 1 1 0 0,0 0-1 0 0,7 3 0 0 0,-2 1-25 0 0,-1 0-1 0 0,0 1 0 0 0,0 0 1 0 0,-1 0-1 0 0,0 1 0 0 0,0 0 1 0 0,-1 1-1 0 0,0 0 0 0 0,0 0 1 0 0,-1 1-1 0 0,0-1 0 0 0,-1 2 1 0 0,0-1-1 0 0,0 1 0 0 0,-1 0 1 0 0,-1 0-1 0 0,0 0 0 0 0,-1 1 1 0 0,0-1-1 0 0,3 22 1 0 0,-4-15-32 0 0,0-1 1 0 0,-1 1 0 0 0,-1-1 0 0 0,0 1 0 0 0,-2-1 0 0 0,0 1 0 0 0,-1-1 0 0 0,0 1 0 0 0,-2-1 0 0 0,0-1 0 0 0,-1 1 0 0 0,0-1 0 0 0,-14 25 0 0 0,6-22-16 0 0,0-1 0 0 0,-1 0-1 0 0,-1 0 1 0 0,0-2 0 0 0,-1 0 0 0 0,-1-1 0 0 0,-1-1 0 0 0,0-1 0 0 0,-1 0-1 0 0,0-1 1 0 0,-1-2 0 0 0,0 0 0 0 0,0-1 0 0 0,-1-1 0 0 0,0-1-1 0 0,-1-1 1 0 0,0-1 0 0 0,-28 3 0 0 0,45-8-163 0 0,0 1 0 0 0,0-2 0 0 0,0 1-1 0 0,0-1 1 0 0,-1 0 0 0 0,-8-2 0 0 0,14 2-44 0 0,0 1 1 0 0,0 0 0 0 0,-1-1 0 0 0,1 1-1 0 0,0-1 1 0 0,0 1 0 0 0,0-1-1 0 0,0 0 1 0 0,0 1 0 0 0,-1-1-1 0 0,1 0 1 0 0,0 0 0 0 0,1 0-1 0 0,-1 0 1 0 0,0 0 0 0 0,0 0-1 0 0,0 0 1 0 0,0 0 0 0 0,1 0-1 0 0,-1 0 1 0 0,1 0 0 0 0,-1 0-1 0 0,1-1 1 0 0,-1 1 0 0 0,1 0 0 0 0,0 0-1 0 0,-1-1 1 0 0,1 1 0 0 0,0 0-1 0 0,0 0 1 0 0,0-1 0 0 0,0 1-1 0 0,0 0 1 0 0,0-1 0 0 0,0 1-1 0 0,1 0 1 0 0,-1-1 0 0 0,0 1-1 0 0,1-2 1 0 0,7-12-2324 0 0</inkml:trace>
</inkml:ink>
</file>

<file path=ppt/ink/ink2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5:40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415 25 1020 0 0,'0'-1'329'0'0,"1"0"-1"0"0,-1 0 0 0 0,0 0 1 0 0,0 0-1 0 0,0 0 1 0 0,0 0-1 0 0,0 0 0 0 0,0 0 1 0 0,0 0-1 0 0,0 0 1 0 0,-1 0-1 0 0,1 0 1 0 0,0 0-1 0 0,-1 0 0 0 0,1 0 1 0 0,0 0-1 0 0,-1 0 1 0 0,1 0-1 0 0,-1 1 1 0 0,0-1-1 0 0,1 0 0 0 0,-1 0 1 0 0,0 0-1 0 0,-1-1 1 0 0,1 2-221 0 0,0 1 1 0 0,0-1-1 0 0,0 0 1 0 0,0 0-1 0 0,0 0 1 0 0,0 1-1 0 0,0-1 1 0 0,0 0-1 0 0,0 1 1 0 0,0-1-1 0 0,0 1 1 0 0,0 0-1 0 0,0-1 1 0 0,1 1-1 0 0,-1-1 1 0 0,0 1 0 0 0,0 0-1 0 0,1 0 1 0 0,-2 0-1 0 0,-39 54-555 0 0,37-49 1140 0 0,-52 81 189 0 0,3 3 0 0 0,5 2 0 0 0,4 2 0 0 0,-39 119 0 0 0,69-165-592 0 0,1 0-1 0 0,2 0 0 0 0,3 1 1 0 0,1 0-1 0 0,1 96 0 0 0,7-119-230 0 0,1 1 0 0 0,1-1 0 0 0,1 0 0 0 0,1-1 1 0 0,1 1-1 0 0,2-1 0 0 0,0 0 0 0 0,2 0 0 0 0,1-1 0 0 0,0-1 0 0 0,2 0 0 0 0,30 42 0 0 0,-37-58-181 0 0,1 0 1 0 0,-1-1-1 0 0,1 1 1 0 0,1-1-1 0 0,-1-1 1 0 0,1 1-1 0 0,0-1 0 0 0,0 0 1 0 0,0-1-1 0 0,1 0 1 0 0,-1-1-1 0 0,1 1 1 0 0,0-2-1 0 0,0 1 0 0 0,0-1 1 0 0,1-1-1 0 0,17 2 1 0 0,-12-3-493 0 0,0 0 0 0 0,0-1 0 0 0,0-1 0 0 0,17-4 0 0 0,-10 1-1561 0 0,1-2 0 0 0,23-10-1 0 0,-3-2-1637 0 0</inkml:trace>
</inkml:ink>
</file>

<file path=ppt/ink/ink2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5:41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50 160 0 0,'-29'-50'11073'0'0,"26"56"-10582"0"0,-46 179 2134 0 0,37-131-2049 0 0,4-18-301 0 0,2 0-1 0 0,1 1 1 0 0,2 0-1 0 0,2 0 0 0 0,1 0 1 0 0,2-1-1 0 0,2 1 1 0 0,1 0-1 0 0,2-1 1 0 0,1 0-1 0 0,14 38 0 0 0,-17-62-222 0 0,0 1 0 0 0,1-1 0 0 0,0 0 0 0 0,1 0 0 0 0,0-1 0 0 0,1 0 0 0 0,0 0 0 0 0,17 15 0 0 0,-20-20-139 0 0,1-2-1 0 0,1 1 1 0 0,-1-1-1 0 0,1 0 1 0 0,0 0-1 0 0,0-1 1 0 0,0 0-1 0 0,0 0 1 0 0,0-1-1 0 0,1 1 1 0 0,-1-2-1 0 0,1 1 1 0 0,-1-1-1 0 0,1 0 1 0 0,0-1-1 0 0,11 0 1 0 0,-7-1-423 0 0,1 0 0 0 0,-1-1-1 0 0,17-4 1 0 0,3-8-2121 0 0,-10-7-3735 0 0,-15 9 2897 0 0</inkml:trace>
</inkml:ink>
</file>

<file path=ppt/ink/ink2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5:41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0 149 412 0 0,'1'-4'305'0'0,"-1"0"0"0"0,0-1 0 0 0,1 1 0 0 0,0 0 0 0 0,0 0 0 0 0,0 0 1 0 0,1 0-1 0 0,-1 0 0 0 0,1 0 0 0 0,0 1 0 0 0,0-1 0 0 0,0 1 0 0 0,0-1 0 0 0,1 1 0 0 0,0-1 0 0 0,-1 1 0 0 0,1 0 0 0 0,0 1 0 0 0,1-1 1 0 0,-1 0-1 0 0,0 1 0 0 0,1-1 0 0 0,-1 1 0 0 0,1 0 0 0 0,5-2 0 0 0,13-6 357 0 0,1 0-1 0 0,46-13 1 0 0,-66 22-632 0 0,69-12-851 0 0,-24 11-4591 0 0</inkml:trace>
</inkml:ink>
</file>

<file path=ppt/ink/ink2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5:41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1 492 0 0,'44'14'4654'0'0,"-40"-12"-4481"0"0,0 0 0 0 0,0 0 0 0 0,-1 0 0 0 0,1 1 0 0 0,-1-1 0 0 0,0 1 0 0 0,0 0 0 0 0,0 0 0 0 0,0 0 0 0 0,-1 1 0 0 0,1-1 0 0 0,-1 0 0 0 0,0 1 0 0 0,1 0 0 0 0,-2-1 0 0 0,1 1 0 0 0,0 0 0 0 0,-1 0 0 0 0,0 0 0 0 0,0 0 0 0 0,1 7-1 0 0,-2 7 79 0 0,-1-1-1 0 0,0 1 0 0 0,-2-1 0 0 0,0 0 1 0 0,0 0-1 0 0,-2 0 0 0 0,0 0 0 0 0,-1 0 1 0 0,-1-1-1 0 0,0 0 0 0 0,-2-1 0 0 0,1 0 1 0 0,-2 0-1 0 0,-11 14 0 0 0,20-28-206 0 0,0 0 0 0 0,0 0 0 0 0,0 0 1 0 0,1 0-1 0 0,-1 0 0 0 0,0 0 0 0 0,1 0 0 0 0,-1 1 0 0 0,0-1 0 0 0,1 0 0 0 0,-1 1 0 0 0,1-1 0 0 0,0 0 1 0 0,-1 1-1 0 0,1-1 0 0 0,0 2 0 0 0,0-3-7 0 0,0 1 0 0 0,1-1 1 0 0,-1 0-1 0 0,0 1 0 0 0,0-1 0 0 0,1 1 0 0 0,-1-1 1 0 0,0 0-1 0 0,1 1 0 0 0,-1-1 0 0 0,0 0 1 0 0,1 1-1 0 0,-1-1 0 0 0,1 0 0 0 0,-1 0 0 0 0,1 0 1 0 0,-1 1-1 0 0,0-1 0 0 0,1 0 0 0 0,-1 0 1 0 0,1 0-1 0 0,-1 0 0 0 0,1 0 0 0 0,-1 1 1 0 0,1-1-1 0 0,-1 0 0 0 0,1 0 0 0 0,0-1 0 0 0,42-6 732 0 0,21-11-1425 0 0,-1-4-1 0 0,93-45 0 0 0,-121 49-2935 0 0,50-36 0 0 0,-46 25 135 0 0</inkml:trace>
</inkml:ink>
</file>

<file path=ppt/ink/ink2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5:42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320 0 1248 0 0,'0'0'2502'0'0,"4"1"-1436"0"0,5 4-670 0 0,0 0-1 0 0,0 0 1 0 0,0 0 0 0 0,0 1 0 0 0,-1 1 0 0 0,0-1 0 0 0,-1 1 0 0 0,1 0-1 0 0,-1 1 1 0 0,-1 0 0 0 0,10 14 0 0 0,9 15 507 0 0,24 51 1 0 0,-27-42-605 0 0,-2 1 0 0 0,-2 0 0 0 0,-2 2 0 0 0,-3 0 0 0 0,-2 0 0 0 0,-1 2 0 0 0,-3-1 0 0 0,-3 1 0 0 0,-1-1-1 0 0,-3 1 1 0 0,-1 0 0 0 0,-4 0 0 0 0,-1-1 0 0 0,-2 1 0 0 0,-21 67 0 0 0,17-82-199 0 0,-2-1 0 0 0,-1-1-1 0 0,-2 0 1 0 0,-1-1 0 0 0,-1-1 0 0 0,-2 0-1 0 0,-2-2 1 0 0,0 0 0 0 0,-2-2-1 0 0,-1-1 1 0 0,-1 0 0 0 0,-1-3 0 0 0,-2 0-1 0 0,0-2 1 0 0,-2-1 0 0 0,0-1 0 0 0,-1-2-1 0 0,-47 19 1 0 0,74-34-197 0 0,0-1-276 0 0,0 1-1 0 0,0-1 0 0 0,0 0 1 0 0,0 0-1 0 0,0-1 1 0 0,-1 0-1 0 0,-11 1 0 0 0,15-2-732 0 0,2-7-1026 0 0,0-2 1269 0 0,5 0-3721 0 0,9-14 1052 0 0</inkml:trace>
</inkml:ink>
</file>

<file path=ppt/ink/ink2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5:42.5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90 572 0 0,'0'0'3389'0'0,"0"-2"-3806"0"0,3-14 10352 0 0,0 12-8342 0 0,2 1-1455 0 0,1 1-1 0 0,0 0 1 0 0,0 0 0 0 0,0 0-1 0 0,0 1 1 0 0,0 0-1 0 0,0 0 1 0 0,7 0 0 0 0,4-1 47 0 0,73-17 349 0 0,54-8-76 0 0,-125 24-1230 0 0,-1 2 0 0 0,1 0 1 0 0,0 1-1 0 0,0 1 0 0 0,28 6 0 0 0,-44-7 481 0 0,16 7-5769 0 0</inkml:trace>
  <inkml:trace contextRef="#ctx0" brushRef="#br0" timeOffset="1">320 274 860 0 0,'-1'1'262'0'0,"0"0"0"0"0,1 0 0 0 0,-1 0-1 0 0,1 0 1 0 0,-1 0 0 0 0,1 0 0 0 0,0 0 0 0 0,-1 0 0 0 0,1 0-1 0 0,0 0 1 0 0,0 1 0 0 0,0-1 0 0 0,0 0 0 0 0,0 0 0 0 0,0 0-1 0 0,0 0 1 0 0,0 0 0 0 0,0 1 0 0 0,0-1 0 0 0,1 0 0 0 0,-1 0-1 0 0,0 0 1 0 0,1 0 0 0 0,-1 0 0 0 0,2 2 0 0 0,-1-3-115 0 0,0 1-1 0 0,0 0 1 0 0,1 0 0 0 0,-1-1 0 0 0,0 1 0 0 0,1-1 0 0 0,-1 1 0 0 0,1-1 0 0 0,-1 0 0 0 0,1 1 0 0 0,-1-1 0 0 0,0 0-1 0 0,1 0 1 0 0,-1 0 0 0 0,1 0 0 0 0,-1 0 0 0 0,2-1 0 0 0,12-1 100 0 0,-1-1-1 0 0,0-1 1 0 0,16-6-1 0 0,-24 8 144 0 0,85-29 42 0 0,148-57-1772 0 0,-202 70-700 0 0,0-1 0 0 0,39-28 0 0 0,-34 20-584 0 0</inkml:trace>
</inkml:ink>
</file>

<file path=ppt/ink/ink2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5:52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482 90 508 0 0,'-6'-7'921'0'0,"-1"-3"202"0"0,-2-1-1 0 0,0 2 1 0 0,0-1 0 0 0,-19-14-1 0 0,24 22-999 0 0,0-1 0 0 0,0 1 0 0 0,0 0 0 0 0,0 0-1 0 0,-1 0 1 0 0,1 1 0 0 0,-1 0 0 0 0,1 0 0 0 0,-1 0 0 0 0,1 0-1 0 0,-1 0 1 0 0,0 1 0 0 0,1 0 0 0 0,-1 0 0 0 0,1 1 0 0 0,-1-1 0 0 0,0 1-1 0 0,-5 1 1 0 0,-4 3-9 0 0,0 0 0 0 0,0 1-1 0 0,1 1 1 0 0,0 0 0 0 0,0 1-1 0 0,0 1 1 0 0,1-1 0 0 0,0 2-1 0 0,1 0 1 0 0,0 0 0 0 0,1 1-1 0 0,-17 22 1 0 0,5-4 22 0 0,2 2 0 0 0,0 0-1 0 0,2 1 1 0 0,-15 40 0 0 0,26-55-95 0 0,1 0-1 0 0,1 0 1 0 0,0 0-1 0 0,1 1 0 0 0,1 0 1 0 0,1-1-1 0 0,1 1 1 0 0,0 0-1 0 0,1 0 1 0 0,1 0-1 0 0,1 0 1 0 0,0 0-1 0 0,2-1 1 0 0,0 1-1 0 0,6 17 1 0 0,-5-23-23 0 0,0 1 1 0 0,1-1 0 0 0,1 0 0 0 0,0-1-1 0 0,0 0 1 0 0,1 0 0 0 0,0 0-1 0 0,1-1 1 0 0,0 0 0 0 0,1-1-1 0 0,0 0 1 0 0,1-1 0 0 0,-1 0-1 0 0,2 0 1 0 0,-1-1 0 0 0,1 0-1 0 0,0-1 1 0 0,0-1 0 0 0,1 0-1 0 0,20 5 1 0 0,-15-6 8 0 0,1-1 0 0 0,-1-1-1 0 0,1-1 1 0 0,0 0 0 0 0,-1-2-1 0 0,1 0 1 0 0,0-1 0 0 0,-1-1 0 0 0,0 0-1 0 0,1-2 1 0 0,-1 0 0 0 0,-1-1 0 0 0,1-1-1 0 0,-1 0 1 0 0,0-1 0 0 0,30-21-1 0 0,-32 20 62 0 0,-1-1 0 0 0,0-1 0 0 0,-1-1-1 0 0,0 0 1 0 0,0 0 0 0 0,-2-1 0 0 0,1-1-1 0 0,-2 0 1 0 0,0 0 0 0 0,0-1 0 0 0,-2-1-1 0 0,0 1 1 0 0,0-1 0 0 0,-2-1 0 0 0,0 1-1 0 0,-1-1 1 0 0,0 0 0 0 0,2-20 0 0 0,-6 21 0 0 0,-1-1 0 0 0,-1 1 0 0 0,0-1 0 0 0,-1 1 0 0 0,0 0 0 0 0,-2 0 1 0 0,0 0-1 0 0,-1 0 0 0 0,0 0 0 0 0,-1 1 0 0 0,-1 0 0 0 0,-12-20 0 0 0,2 7 87 0 0,-2 1-1 0 0,-1 1 0 0 0,-1 1 1 0 0,0 1-1 0 0,-32-27 0 0 0,52 50-247 0 0,1 0-1 0 0,-1 0 0 0 0,0 1 0 0 0,0-1 1 0 0,1 0-1 0 0,-1 1 0 0 0,0-1 1 0 0,0 0-1 0 0,0 1 0 0 0,0-1 0 0 0,0 1 1 0 0,0-1-1 0 0,0 1 0 0 0,0 0 1 0 0,0-1-1 0 0,0 1 0 0 0,0 0 0 0 0,0 0 1 0 0,0 0-1 0 0,0-1 0 0 0,0 1 1 0 0,0 0-1 0 0,0 1 0 0 0,0-1 1 0 0,0 0-1 0 0,0 0 0 0 0,0 0 0 0 0,0 1 1 0 0,0-1-1 0 0,0 0 0 0 0,0 1 1 0 0,0-1-1 0 0,0 1 0 0 0,0-1 0 0 0,0 1 1 0 0,0-1-1 0 0,0 1 0 0 0,0 0 1 0 0,1 0-1 0 0,-1-1 0 0 0,0 1 1 0 0,0 0-1 0 0,1 0 0 0 0,-1 0 0 0 0,1 0 1 0 0,-1 1-1 0 0,-1 1-556 0 0,0 1 0 0 0,1-1 0 0 0,-1 1 0 0 0,1-1 0 0 0,0 1 0 0 0,0 0 0 0 0,1 0-1 0 0,-1 0 1 0 0,1-1 0 0 0,0 1 0 0 0,0 7 0 0 0,3 5-2667 0 0</inkml:trace>
</inkml:ink>
</file>

<file path=ppt/ink/ink2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5:52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1 129 1332 0 0,'0'0'1252'0'0,"18"-25"4525"0"0,-18-44 449 0 0,0 67-6323 0 0,5-11-1501 0 0,10 5-428 0 0,-2 1-2855 0 0,-4 2 1516 0 0</inkml:trace>
</inkml:ink>
</file>

<file path=ppt/ink/ink2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5:52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81 260 0 0,'21'-17'2533'0'0,"-9"7"-1380"0"0,1 1 0 0 0,0 0 0 0 0,0 0-1 0 0,20-8 1 0 0,-28 15-1009 0 0,0 0 0 0 0,0 0 0 0 0,0 1 0 0 0,0 0-1 0 0,0 0 1 0 0,1 1 0 0 0,-1-1 0 0 0,0 1 0 0 0,0 0 0 0 0,1 1-1 0 0,-1-1 1 0 0,0 1 0 0 0,0 0 0 0 0,0 0 0 0 0,0 0 0 0 0,0 1 0 0 0,7 3-1 0 0,-5-2-64 0 0,-1 0 0 0 0,0 0-1 0 0,1 1 1 0 0,-1 0 0 0 0,0 0 0 0 0,-1 1-1 0 0,1 0 1 0 0,-1 0 0 0 0,0 0-1 0 0,0 0 1 0 0,0 1 0 0 0,-1 0 0 0 0,0 0-1 0 0,0 0 1 0 0,-1 0 0 0 0,6 12-1 0 0,-6-7-16 0 0,0-1 0 0 0,-1 1-1 0 0,0 0 1 0 0,-1 0-1 0 0,0 0 1 0 0,0 0-1 0 0,-1 0 1 0 0,-1 0-1 0 0,0 0 1 0 0,-3 12-1 0 0,-2 4 10 0 0,-2 0-1 0 0,0 0 0 0 0,-2-1 0 0 0,-1 0 0 0 0,-1 0 0 0 0,-1-1 0 0 0,-31 42 1 0 0,-74 73 391 0 0,117-139-433 0 0,0-1 0 0 0,0 1 0 0 0,0 0 0 0 0,0 0 0 0 0,1 0 0 0 0,-1 0 0 0 0,0 0 0 0 0,1 0 1 0 0,-1 0-1 0 0,0 0 0 0 0,1 0 0 0 0,0 0 0 0 0,-1 0 0 0 0,1 0 0 0 0,0 0 0 0 0,-1 1 0 0 0,1-1 0 0 0,0 0 0 0 0,0 0 1 0 0,0 0-1 0 0,0 0 0 0 0,0 1 0 0 0,0-1 0 0 0,0 0 0 0 0,0 0 0 0 0,1 0 0 0 0,-1 0 0 0 0,0 1 0 0 0,1 0 1 0 0,2-1-6 0 0,-1 0 0 0 0,1 0 0 0 0,-1-1 1 0 0,1 1-1 0 0,-1-1 0 0 0,1 1 0 0 0,-1-1 0 0 0,1 0 1 0 0,-1 0-1 0 0,1 0 0 0 0,-1-1 0 0 0,1 1 1 0 0,-1 0-1 0 0,1-1 0 0 0,3-1 0 0 0,213-36-57 0 0,1 0-2092 0 0,-106 8-708 0 0,-39 5-2026 0 0,-30 8 1712 0 0</inkml:trace>
</inkml:ink>
</file>

<file path=ppt/ink/ink2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5:53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30 472 0 0,'-12'-14'4174'0'0,"8"4"1722"0"0,135 107-3295 0 0,-17-11-806 0 0,199 113 1 0 0,-116-100-1256 0 0,-196-99-550 0 0,-1 0-1 0 0,1 0 1 0 0,0 0 0 0 0,0-1-1 0 0,-1 1 1 0 0,1 0 0 0 0,0 0-1 0 0,-1 0 1 0 0,1-1-1 0 0,0 1 1 0 0,-1 0 0 0 0,1-1-1 0 0,-1 1 1 0 0,1 0 0 0 0,0-1-1 0 0,-1 1 1 0 0,1-1-1 0 0,-1 1 1 0 0,1-1 0 0 0,-1 1-1 0 0,1-1 1 0 0,-1 0-1 0 0,0 1 1 0 0,1-1 0 0 0,-1 1-1 0 0,0-1 1 0 0,1 0 0 0 0,-1 1-1 0 0,0-1 1 0 0,0 0-1 0 0,0 1 1 0 0,1-1 0 0 0,-1 0-1 0 0,0 0 1 0 0,6-24-381 0 0,-7 12 274 0 0,0 0 0 0 0,-1 0 1 0 0,0 0-1 0 0,-1 1 1 0 0,-1-1-1 0 0,0 1 0 0 0,0 0 1 0 0,-11-19-1 0 0,-1 0-206 0 0,-40-55 0 0 0,40 64 338 0 0,0 1 1 0 0,-2 1-1 0 0,-1 1 0 0 0,0 0 0 0 0,-2 2 1 0 0,0 0-1 0 0,0 1 0 0 0,-2 1 0 0 0,-29-14 1 0 0,51 28-10 0 0,0 1 0 0 0,0 0 0 0 0,0 0 0 0 0,-1-1 0 0 0,1 1 1 0 0,0 0-1 0 0,0 0 0 0 0,0 0 0 0 0,0 0 0 0 0,0 1 0 0 0,-1-1 0 0 0,1 0 0 0 0,0 0 1 0 0,0 1-1 0 0,0-1 0 0 0,0 1 0 0 0,0-1 0 0 0,0 1 0 0 0,0-1 0 0 0,0 1 1 0 0,0 0-1 0 0,0-1 0 0 0,0 1 0 0 0,1 0 0 0 0,-1 0 0 0 0,0-1 0 0 0,0 1 0 0 0,1 0 1 0 0,-1 0-1 0 0,0 0 0 0 0,1 0 0 0 0,-1 0 0 0 0,1 0 0 0 0,-1 0 0 0 0,1 0 1 0 0,0 0-1 0 0,-1 1 0 0 0,1-1 0 0 0,0 1 0 0 0,-11 46 169 0 0,11-48-172 0 0,-6 72 257 0 0,3 1 0 0 0,12 130 0 0 0,-6-147-129 0 0,-2-38-99 0 0,0 0 0 0 0,-2 1-1 0 0,0-1 1 0 0,-1 0-1 0 0,-1 0 1 0 0,0 0-1 0 0,-8 20 1 0 0,10-36-39 0 0,1 0 0 0 0,-1 0 0 0 0,0 0 0 0 0,0-1 0 0 0,0 1 1 0 0,-1-1-1 0 0,1 1 0 0 0,0 0 0 0 0,0-1 0 0 0,-1 0 1 0 0,1 1-1 0 0,-1-1 0 0 0,1 0 0 0 0,-1 0 0 0 0,0 0 1 0 0,1 0-1 0 0,-1 0 0 0 0,0 0 0 0 0,0 0 0 0 0,0-1 1 0 0,0 1-1 0 0,1-1 0 0 0,-1 1 0 0 0,0-1 0 0 0,0 0 1 0 0,0 0-1 0 0,0 0 0 0 0,0 0 0 0 0,0 0 0 0 0,0 0 1 0 0,0 0-1 0 0,0-1 0 0 0,0 1 0 0 0,0-1 0 0 0,0 1 0 0 0,0-1 1 0 0,1 0-1 0 0,-1 0 0 0 0,0 1 0 0 0,-2-3 0 0 0,-2 0-8 0 0,1 0 0 0 0,0 0 0 0 0,0-1-1 0 0,0 0 1 0 0,1 0 0 0 0,-1 0-1 0 0,1 0 1 0 0,0-1 0 0 0,0 1-1 0 0,1-1 1 0 0,-1 0 0 0 0,-4-8-1 0 0,6 8 23 0 0,0 0 0 0 0,1-1 0 0 0,-1 1 0 0 0,1 0 0 0 0,0 0 0 0 0,0-1 0 0 0,0 1 0 0 0,1-1 0 0 0,0 1 0 0 0,0 0 0 0 0,1-1 0 0 0,-1 1 0 0 0,1-1-1 0 0,0 1 1 0 0,0 0 0 0 0,4-8 0 0 0,-2 6-30 0 0,1-1-1 0 0,0 1 0 0 0,1-1 1 0 0,0 1-1 0 0,0 0 0 0 0,1 1 1 0 0,-1-1-1 0 0,1 1 0 0 0,11-8 1 0 0,3 0-272 0 0,0 0-1 0 0,1 2 1 0 0,0 0 0 0 0,1 2 0 0 0,0 0 0 0 0,37-10 0 0 0,78-19-2642 0 0,-45 18-2510 0 0,-49 10 2342 0 0</inkml:trace>
</inkml:ink>
</file>

<file path=ppt/ink/ink2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5:55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381 29 616 0 0,'-2'-2'182'0'0,"-1"-1"1"0"0,1 1-1 0 0,-1-1 0 0 0,0 1 0 0 0,0 0 1 0 0,0 0-1 0 0,0 0 0 0 0,0 1 1 0 0,0-1-1 0 0,-1 1 0 0 0,1-1 0 0 0,0 1 1 0 0,-1 0-1 0 0,1 1 0 0 0,-1-1 1 0 0,1 0-1 0 0,-1 1 0 0 0,0 0 0 0 0,1 0 1 0 0,-1 0-1 0 0,1 0 0 0 0,-1 1 1 0 0,1-1-1 0 0,-1 1 0 0 0,1 0 0 0 0,-1 0 1 0 0,1 0-1 0 0,-1 0 0 0 0,1 1 0 0 0,0 0 1 0 0,-5 2-1 0 0,-11 8-1 0 0,1 0-1 0 0,0 1 1 0 0,1 0 0 0 0,-16 18 0 0 0,18-18 153 0 0,0 1-196 0 0,1 0 0 0 0,0 1 0 0 0,1 1 0 0 0,1 0 0 0 0,0 0 0 0 0,1 2 0 0 0,1-1 0 0 0,1 1 0 0 0,0 1 0 0 0,1-1 0 0 0,-9 38 0 0 0,14-46-91 0 0,1 0-1 0 0,1 0 1 0 0,0 0-1 0 0,0 0 1 0 0,1 0-1 0 0,1 0 0 0 0,-1 0 1 0 0,1 0-1 0 0,1-1 1 0 0,0 1-1 0 0,1 0 0 0 0,-1 0 1 0 0,2-1-1 0 0,-1 0 1 0 0,1 0-1 0 0,1 0 1 0 0,0 0-1 0 0,0 0 0 0 0,1-1 1 0 0,0 0-1 0 0,0 0 1 0 0,1-1-1 0 0,0 0 0 0 0,0 0 1 0 0,16 12-1 0 0,-17-15 39 0 0,1 1 0 0 0,-1-1 0 0 0,1 0-1 0 0,0 0 1 0 0,0-1 0 0 0,0 0 0 0 0,0 0 0 0 0,1 0-1 0 0,-1-1 1 0 0,1 0 0 0 0,0-1 0 0 0,-1 0 0 0 0,15 0-1 0 0,-15-1 21 0 0,-1-1 0 0 0,0-1 0 0 0,1 1 0 0 0,-1-1 0 0 0,0 0-1 0 0,0 0 1 0 0,0-1 0 0 0,-1 0 0 0 0,1 0 0 0 0,-1 0 0 0 0,1-1 0 0 0,-1 0-1 0 0,0 0 1 0 0,0 0 0 0 0,-1 0 0 0 0,1-1 0 0 0,4-7 0 0 0,2-2 99 0 0,-2 0 0 0 0,0-1 0 0 0,0 0 0 0 0,-1-1 0 0 0,-1 0 0 0 0,-1 0 0 0 0,0 0 0 0 0,-2-1 0 0 0,1 0 0 0 0,-2 0 0 0 0,0 0 1 0 0,-1 0-1 0 0,-1-19 0 0 0,0 15-31 0 0,-2-1-1 0 0,-1 0 1 0 0,0 1 0 0 0,-2-1 0 0 0,0 1 0 0 0,-1 0 0 0 0,-1 1-1 0 0,-2-1 1 0 0,0 1 0 0 0,-11-21 0 0 0,-7-6-1964 0 0,25 46 897 0 0,-6 16-6991 0 0,5-13 6731 0 0</inkml:trace>
</inkml:ink>
</file>

<file path=ppt/ink/ink2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5:56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0 126 1284 0 0,'6'-23'5328'0'0,"-4"5"-2502"0"0,9-49 3569 0 0,-11 66-6456 0 0,1 0-25 0 0,-1 0 0 0 0,0 1-1 0 0,0-1 1 0 0,0 0 0 0 0,0 1 0 0 0,1-1 0 0 0,-1 0-1 0 0,0 1 1 0 0,1-1 0 0 0,-1 0 0 0 0,1 1 0 0 0,-1-1-1 0 0,0 1 1 0 0,1-1 0 0 0,-1 0 0 0 0,1 1 0 0 0,0-1-1 0 0,-1 1 1 0 0,1 0 0 0 0,-1-1 0 0 0,1 1-1 0 0,0-1 1 0 0,-1 1 0 0 0,1 0 0 0 0,0 0 0 0 0,-1-1-1 0 0,1 1 1 0 0,0 0 0 0 0,0 0 0 0 0,1 0 0 0 0,21-2-6257 0 0,-21 2 5352 0 0</inkml:trace>
</inkml:ink>
</file>

<file path=ppt/ink/ink2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5:56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78 876 0 0,'10'-9'857'0'0,"1"0"0"0"0,1 1 0 0 0,0 1-1 0 0,0-1 1 0 0,0 2 0 0 0,1 0 0 0 0,0 0 0 0 0,22-5 0 0 0,-25 8-683 0 0,-1 2-1 0 0,1-1 1 0 0,0 1 0 0 0,-1 1 0 0 0,1-1 0 0 0,0 2 0 0 0,-1-1 0 0 0,1 1-1 0 0,0 1 1 0 0,-1 0 0 0 0,1 0 0 0 0,-1 1 0 0 0,14 6 0 0 0,-17-7-128 0 0,-1 1 0 0 0,0-1 0 0 0,0 1 0 0 0,0 0 0 0 0,0 0 1 0 0,-1 1-1 0 0,1-1 0 0 0,-1 1 0 0 0,0 0 0 0 0,0 0 0 0 0,0 1 0 0 0,-1-1 1 0 0,0 1-1 0 0,1-1 0 0 0,-2 1 0 0 0,1 0 0 0 0,0 1 0 0 0,2 7 1 0 0,-4-6-13 0 0,1 1 1 0 0,-1 0 0 0 0,-1 0-1 0 0,1-1 1 0 0,-1 1 0 0 0,-1 0-1 0 0,1 0 1 0 0,-2 0 0 0 0,1-1-1 0 0,-1 1 1 0 0,0 0 0 0 0,-3 7-1 0 0,-4 7 21 0 0,-2 1-1 0 0,0-2 0 0 0,-2 1 1 0 0,0-2-1 0 0,-1 0 1 0 0,-1 0-1 0 0,-29 28 1 0 0,-71 63 791 0 0,115-111-815 0 0,-1 1 0 0 0,0-1 0 0 0,1 1 0 0 0,-1-1 0 0 0,0 1 0 0 0,1-1 0 0 0,-1 1 0 0 0,1-1 0 0 0,-1 1 0 0 0,1 0 0 0 0,-1-1 0 0 0,1 1 0 0 0,-1 0 0 0 0,1-1 0 0 0,0 1 0 0 0,-1 0 0 0 0,1 0 0 0 0,0-1 0 0 0,0 1 0 0 0,-1 0 0 0 0,1 0 0 0 0,0 1 0 0 0,12 4 600 0 0,22-5-132 0 0,296-38 715 0 0,-283 32-1757 0 0,-45 5 221 0 0,-48-4-12929 0 0</inkml:trace>
</inkml:ink>
</file>

<file path=ppt/ink/ink2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01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44 356 0 0,'-4'-24'2944'0'0,"3"22"-2010"0"0,0-15 6106 0 0,14 50-6872 0 0,2 1 0 0 0,0-2 0 0 0,3 0-1 0 0,0-1 1 0 0,2-1 0 0 0,1-1 0 0 0,2 0-1 0 0,0-2 1 0 0,28 25 0 0 0,-15-20-167 0 0,2-1-1 0 0,0-1 1 0 0,2-3 0 0 0,1-1-1 0 0,57 26 1 0 0,-97-51-22 0 0,0-1 0 0 0,0 1 1 0 0,1-1-1 0 0,-1 0 0 0 0,0 1 0 0 0,0-1 1 0 0,1 0-1 0 0,-1 0 0 0 0,0 0 0 0 0,0 0 1 0 0,1 0-1 0 0,-1 0 0 0 0,0 0 0 0 0,1 0 1 0 0,-1 0-1 0 0,0-1 0 0 0,0 1 0 0 0,0 0 1 0 0,1-1-1 0 0,-1 1 0 0 0,0-1 0 0 0,0 0 1 0 0,0 1-1 0 0,2-2 0 0 0,-1 0-29 0 0,1-1 0 0 0,-1 0-1 0 0,1 1 1 0 0,-1-1 0 0 0,0 0 0 0 0,0 0 0 0 0,0 0 0 0 0,2-6-1 0 0,0-2-52 0 0,0 0-1 0 0,0-1 0 0 0,-1 1 1 0 0,2-19-1 0 0,-3 5 134 0 0,-1 0-1 0 0,-1 1 0 0 0,-1-1 1 0 0,-1 0-1 0 0,-2 1 1 0 0,0-1-1 0 0,-1 1 1 0 0,-2 0-1 0 0,0 0 1 0 0,-2 1-1 0 0,0 0 1 0 0,-2 1-1 0 0,0 0 1 0 0,-2 0-1 0 0,-17-22 0 0 0,30 43-19 0 0,0 1-1 0 0,0-1 0 0 0,-1 1 0 0 0,1-1 0 0 0,0 1 0 0 0,-1 0 0 0 0,1-1 0 0 0,0 1 1 0 0,-1-1-1 0 0,1 1 0 0 0,0 0 0 0 0,-1-1 0 0 0,1 1 0 0 0,-1 0 0 0 0,1 0 0 0 0,-1-1 0 0 0,1 1 1 0 0,-1 0-1 0 0,1 0 0 0 0,-1 0 0 0 0,1 0 0 0 0,-1 0 0 0 0,1 0 0 0 0,-1-1 0 0 0,1 1 1 0 0,-1 0-1 0 0,1 0 0 0 0,-1 1 0 0 0,1-1 0 0 0,-1 0 0 0 0,1 0 0 0 0,-1 0 0 0 0,1 0 1 0 0,-2 1-1 0 0,-10 16 75 0 0,-3 33-93 0 0,14-46 37 0 0,-6 35 21 0 0,2 1 1 0 0,1 64-1 0 0,-2 13 14 0 0,1-53-44 0 0,2-21 70 0 0,-13 66 0 0 0,13-97-129 0 0,0 0 1 0 0,-1 0-1 0 0,0 0 0 0 0,-1-1 1 0 0,0 0-1 0 0,-1 0 0 0 0,0 0 1 0 0,-1-1-1 0 0,0 0 0 0 0,-9 11 0 0 0,14-19 17 0 0,0-1 0 0 0,0 1 0 0 0,0 0-1 0 0,0 0 1 0 0,0-1 0 0 0,0 1-1 0 0,0-1 1 0 0,0 1 0 0 0,-1-1-1 0 0,1 0 1 0 0,-1 0 0 0 0,1 0-1 0 0,-1 0 1 0 0,1-1 0 0 0,-1 1-1 0 0,1-1 1 0 0,-1 1 0 0 0,0-1 0 0 0,1 0-1 0 0,-1 0 1 0 0,0 0 0 0 0,1 0-1 0 0,-1-1 1 0 0,1 1 0 0 0,-1-1-1 0 0,0 1 1 0 0,1-1 0 0 0,-1 0-1 0 0,1 0 1 0 0,0 0 0 0 0,-1 0-1 0 0,1-1 1 0 0,0 1 0 0 0,-1-1-1 0 0,1 1 1 0 0,0-1 0 0 0,0 0 0 0 0,1 0-1 0 0,-1 0 1 0 0,0 0 0 0 0,-1-2-1 0 0,-3-3 14 0 0,0-1 0 0 0,0 1 1 0 0,1-1-1 0 0,1 0 0 0 0,-1 0 0 0 0,1 0 0 0 0,1-1 0 0 0,-1 1 0 0 0,2-1 0 0 0,-5-16 0 0 0,7 19 27 0 0,-1 1 0 0 0,1 0-1 0 0,0-1 1 0 0,0 1-1 0 0,1 0 1 0 0,0 0 0 0 0,0-1-1 0 0,0 1 1 0 0,0 0-1 0 0,1 0 1 0 0,0 0-1 0 0,0 0 1 0 0,0 0 0 0 0,1 1-1 0 0,-1-1 1 0 0,5-5-1 0 0,-1 3-4 0 0,0 1-1 0 0,0 0 0 0 0,1 0 0 0 0,0 0 0 0 0,0 1 1 0 0,0 0-1 0 0,0 1 0 0 0,1-1 0 0 0,10-3 0 0 0,6-1-494 0 0,1 1-1 0 0,0 1 1 0 0,1 1-1 0 0,0 1 0 0 0,45-2 1 0 0,-19 6-3832 0 0,-26 2 1829 0 0</inkml:trace>
</inkml:ink>
</file>

<file path=ppt/ink/ink2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02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44 180 0 0,'0'-7'358'0'0,"1"6"-178"0"0,-1 0 1 0 0,0-1-1 0 0,0 1 0 0 0,1 0 0 0 0,-1-1 0 0 0,0 1 0 0 0,0 0 1 0 0,0-1-1 0 0,0 1 0 0 0,-1 0 0 0 0,1-1 0 0 0,0 1 0 0 0,-1 0 1 0 0,1 0-1 0 0,0-1 0 0 0,-1 1 0 0 0,0 0 0 0 0,1 0 0 0 0,-1 0 1 0 0,0-1-1 0 0,1 1 0 0 0,-1 0 0 0 0,0 0 0 0 0,0 0 0 0 0,0 0 1 0 0,0 1-1 0 0,0-1 0 0 0,0 0 0 0 0,-2-1 0 0 0,1 1 302 0 0,-2 4-48 0 0,-10 5-259 0 0,1 2 0 0 0,1 0 0 0 0,0 0 0 0 0,0 1 0 0 0,1 0 0 0 0,0 1 0 0 0,1 1 0 0 0,1-1 0 0 0,0 2 0 0 0,0-1 0 0 0,1 1 0 0 0,1 0 0 0 0,1 1 0 0 0,-7 20 0 0 0,10-26-134 0 0,0 0 1 0 0,1 0-1 0 0,0 0 0 0 0,1 0 0 0 0,0 0 0 0 0,0 0 0 0 0,1 0 1 0 0,0 0-1 0 0,1 0 0 0 0,0 0 0 0 0,0 0 0 0 0,1 0 0 0 0,0 0 1 0 0,1 0-1 0 0,0-1 0 0 0,0 1 0 0 0,1-1 0 0 0,0 0 0 0 0,0 0 1 0 0,1 0-1 0 0,0-1 0 0 0,0 1 0 0 0,1-1 0 0 0,0 0 0 0 0,0-1 0 0 0,13 10 1 0 0,-13-11-2 0 0,1-1 1 0 0,0 1-1 0 0,0-2 0 0 0,0 1 1 0 0,0-1-1 0 0,0 0 1 0 0,1-1-1 0 0,-1 0 1 0 0,1 0-1 0 0,0 0 1 0 0,0-1-1 0 0,0 0 1 0 0,0-1-1 0 0,-1 0 1 0 0,1 0-1 0 0,0-1 0 0 0,0 1 1 0 0,0-2-1 0 0,0 1 1 0 0,-1-1-1 0 0,15-6 1 0 0,-14 5 64 0 0,1-1 0 0 0,-1 0 0 0 0,0 0-1 0 0,0-1 1 0 0,-1 0 0 0 0,1 0 0 0 0,-1-1 0 0 0,0 0 0 0 0,-1 0 0 0 0,1 0 0 0 0,-1-1 0 0 0,0 0 0 0 0,-1-1 0 0 0,0 1 0 0 0,0-1-1 0 0,-1 0 1 0 0,0 0 0 0 0,5-14 0 0 0,-5 9 84 0 0,-1 0 0 0 0,0-1 0 0 0,-1 1 0 0 0,-1 0-1 0 0,0-1 1 0 0,-1 1 0 0 0,-1-1 0 0 0,-3-24 0 0 0,2 30-179 0 0,1 0 1 0 0,-1 1 0 0 0,-1-1-1 0 0,1 1 1 0 0,-1 0 0 0 0,-1-1-1 0 0,1 2 1 0 0,-1-1 0 0 0,-1 0-1 0 0,1 1 1 0 0,-1-1 0 0 0,0 1-1 0 0,0 1 1 0 0,-1-1 0 0 0,0 1-1 0 0,-8-7 1 0 0,13 12-115 0 0,0 0-1 0 0,-1-1 1 0 0,1 1-1 0 0,0 0 1 0 0,0 0-1 0 0,0-1 1 0 0,-1 1 0 0 0,1 0-1 0 0,0 0 1 0 0,0 0-1 0 0,0 0 1 0 0,-1 1-1 0 0,1-1 1 0 0,0 0 0 0 0,0 0-1 0 0,0 1 1 0 0,0-1-1 0 0,0 1 1 0 0,0-1-1 0 0,0 1 1 0 0,-1-1-1 0 0,1 1 1 0 0,1 0 0 0 0,-1 0-1 0 0,0-1 1 0 0,0 1-1 0 0,0 0 1 0 0,0 0-1 0 0,-1 1 1 0 0,1-1-276 0 0,1 0 1 0 0,-1 0-1 0 0,0 0 0 0 0,0 0 0 0 0,1 0 1 0 0,-1 1-1 0 0,0-1 0 0 0,1 0 1 0 0,-1 0-1 0 0,1 0 0 0 0,0 0 1 0 0,-1 1-1 0 0,1-1 0 0 0,0 0 1 0 0,0 0-1 0 0,0 1 0 0 0,0 1 0 0 0,2 12-2652 0 0</inkml:trace>
</inkml:ink>
</file>

<file path=ppt/ink/ink2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02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0 132 944 0 0,'5'-6'1173'0'0,"1"1"0"0"0,-2-1 1 0 0,1-1-1 0 0,-1 1 0 0 0,1-1 0 0 0,-2 1 0 0 0,1-1 0 0 0,-1-1 1 0 0,4-13-1 0 0,7-11 1682 0 0,-13 31-2941 0 0,-1 0 1 0 0,1-1-1 0 0,0 1 0 0 0,-1 0 1 0 0,1 0-1 0 0,0 0 1 0 0,0 0-1 0 0,0 0 0 0 0,0 0 1 0 0,0 0-1 0 0,0 0 1 0 0,0 0-1 0 0,0 0 0 0 0,0 0 1 0 0,0 1-1 0 0,0-1 1 0 0,1 0-1 0 0,-1 1 0 0 0,0-1 1 0 0,0 1-1 0 0,1 0 1 0 0,-1-1-1 0 0,1 1 0 0 0,-1 0 1 0 0,0 0-1 0 0,3 0 1 0 0,22 8-7102 0 0,-19-4 3794 0 0</inkml:trace>
</inkml:ink>
</file>

<file path=ppt/ink/ink2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02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1 624 0 0,'1'1'10174'0'0,"11"20"-9946"0"0,8 9 711 0 0,43 50 0 0 0,9 12-51 0 0,-65-82-799 0 0,-1 0 0 0 0,0 1 1 0 0,-1 0-1 0 0,-1-1 1 0 0,1 2-1 0 0,-2-1 0 0 0,4 17 1 0 0,-6-24-119 0 0,-1 0 0 0 0,0 0 0 0 0,0 0 0 0 0,0 0 1 0 0,0 0-1 0 0,-1 1 0 0 0,0-1 0 0 0,0 0 1 0 0,0 0-1 0 0,0-1 0 0 0,-1 1 0 0 0,1 0 0 0 0,-1 0 1 0 0,0-1-1 0 0,0 1 0 0 0,0-1 0 0 0,-1 1 0 0 0,1-1 1 0 0,-1 0-1 0 0,0 0 0 0 0,0 0 0 0 0,0 0 0 0 0,0-1 1 0 0,0 1-1 0 0,-5 2 0 0 0,4-3-494 0 0,1 0 0 0 0,-1 0 0 0 0,0 0 1 0 0,0-1-1 0 0,0 0 0 0 0,0 1 0 0 0,0-1 0 0 0,0-1 0 0 0,-1 1 1 0 0,1-1-1 0 0,0 1 0 0 0,0-1 0 0 0,-1 0 0 0 0,1-1 0 0 0,-8-1 0 0 0,-4-2-2509 0 0</inkml:trace>
</inkml:ink>
</file>

<file path=ppt/ink/ink2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03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0 146 752 0 0,'11'-13'922'0'0,"1"1"0"0"0,0 0-1 0 0,1 0 1 0 0,0 2 0 0 0,1-1 0 0 0,0 2-1 0 0,19-10 1 0 0,-16 11-419 0 0,1 0 0 0 0,0 2 0 0 0,0 0-1 0 0,0 1 1 0 0,34-5 0 0 0,-22 7-899 0 0,0 1 0 0 0,61 5-1 0 0,62 20-4909 0 0,-107-15 2690 0 0</inkml:trace>
</inkml:ink>
</file>

<file path=ppt/ink/ink2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03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56 120 1220 0 0,'0'0'2144'0'0,"11"18"1652"0"0,3 2-3249 0 0,0 0 0 0 0,1-2 0 0 0,1 1 0 0 0,1-2 0 0 0,1 0 0 0 0,23 16 0 0 0,-4-6-155 0 0,1-1 0 0 0,57 27-1 0 0,-79-45-272 0 0,-12-5-77 0 0,-1-1-1 0 0,1 0 1 0 0,0 0-1 0 0,-1 0 1 0 0,1-1-1 0 0,0 0 0 0 0,0 1 1 0 0,1-1-1 0 0,-1-1 1 0 0,4 2-1 0 0,-7-3-35 0 0,0 0 0 0 0,0 1 0 0 0,0-1 0 0 0,0 0 0 0 0,0 0 0 0 0,0 1 0 0 0,0-1 0 0 0,0 0 0 0 0,0 0 0 0 0,-1 0 0 0 0,1 0 0 0 0,0 0 0 0 0,-1 0 0 0 0,1 0 0 0 0,-1 0 0 0 0,1-1 0 0 0,-1 1 0 0 0,1 0 0 0 0,-1 0 0 0 0,0 0 0 0 0,0-1 0 0 0,0 1 0 0 0,1 0 0 0 0,-1 0 0 0 0,0 0 0 0 0,-1-1 0 0 0,1-1 0 0 0,-1-35 56 0 0,-7 3-22 0 0,-1 0 0 0 0,-2 1 0 0 0,-2 0 0 0 0,-1 1 0 0 0,-1 0 1 0 0,-21-31-1 0 0,33 58-17 0 0,-1-2 108 0 0,-1 0-1 0 0,1 0 1 0 0,-1 1-1 0 0,-1 0 1 0 0,1 0-1 0 0,-1 0 0 0 0,-1 1 1 0 0,-6-6-1 0 0,10 14-120 0 0,0 0-1 0 0,1 0 1 0 0,-1 1-1 0 0,1 0 1 0 0,-1-1-1 0 0,1 1 1 0 0,0 0-1 0 0,0 0 1 0 0,-2 5-1 0 0,-12 34 52 0 0,2 2 0 0 0,2 0-1 0 0,-13 90 1 0 0,6-27 0 0 0,17-95-51 0 0,0 0 0 0 0,-1 0 1 0 0,0 0-1 0 0,-1-1 0 0 0,0 1 0 0 0,-1-1 1 0 0,0 0-1 0 0,-1 0 0 0 0,-1-1 0 0 0,1 0 0 0 0,-1 0 1 0 0,-1 0-1 0 0,0-1 0 0 0,-9 8 0 0 0,15-16-12 0 0,1 0 0 0 0,-1 0-1 0 0,0 0 1 0 0,1 0-1 0 0,-1 0 1 0 0,0-1 0 0 0,0 1-1 0 0,0 0 1 0 0,0-1-1 0 0,0 0 1 0 0,0 1 0 0 0,1-1-1 0 0,-1 0 1 0 0,0 0-1 0 0,0 0 1 0 0,0 0 0 0 0,0-1-1 0 0,0 1 1 0 0,0-1-1 0 0,0 1 1 0 0,0-1 0 0 0,1 1-1 0 0,-1-1 1 0 0,0 0-1 0 0,0 0 1 0 0,1 0 0 0 0,-1 0-1 0 0,0 0 1 0 0,1 0-1 0 0,-1 0 1 0 0,1-1 0 0 0,-2-1-1 0 0,1 1 7 0 0,0 0 0 0 0,0 0-1 0 0,-1 0 1 0 0,2 0 0 0 0,-1-1-1 0 0,0 1 1 0 0,0-1 0 0 0,1 0-1 0 0,0 1 1 0 0,-1-1 0 0 0,1 0-1 0 0,0 0 1 0 0,0 0 0 0 0,1 1 0 0 0,-1-1-1 0 0,1 0 1 0 0,-1 0 0 0 0,1 0-1 0 0,0 0 1 0 0,0 0 0 0 0,0-4-1 0 0,3-1 9 0 0,0 1 0 0 0,1 0 0 0 0,0 0-1 0 0,0 0 1 0 0,0 0 0 0 0,1 1 0 0 0,0 0-1 0 0,0 0 1 0 0,0 0 0 0 0,1 0 0 0 0,0 1-1 0 0,0 0 1 0 0,0 0 0 0 0,1 1 0 0 0,0 0-1 0 0,0 0 1 0 0,0 0 0 0 0,0 1 0 0 0,10-3-1 0 0,10-5-193 0 0,1 2-1 0 0,0 1 1 0 0,1 1-1 0 0,30-3 0 0 0,43-1-2827 0 0,-35 4-2147 0 0,-23 1 1693 0 0</inkml:trace>
</inkml:ink>
</file>

<file path=ppt/ink/ink2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06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387 51 808 0 0,'-1'-4'212'0'0,"0"1"0"0"0,-1 0 0 0 0,0 0 0 0 0,0 0 0 0 0,0 1-1 0 0,0-1 1 0 0,0 0 0 0 0,-1 1 0 0 0,1-1 0 0 0,-1 1 0 0 0,1 0 0 0 0,-1 0 0 0 0,0 0 0 0 0,0 0 0 0 0,0 0-1 0 0,0 1 1 0 0,0-1 0 0 0,-1 1 0 0 0,1 0 0 0 0,0 0 0 0 0,-1 0 0 0 0,1 0 0 0 0,0 1 0 0 0,-1-1 0 0 0,1 1-1 0 0,-1 0 1 0 0,1 0 0 0 0,-1 0 0 0 0,1 0 0 0 0,-1 1 0 0 0,1-1 0 0 0,0 1 0 0 0,-1 0 0 0 0,1 0-1 0 0,-5 3 1 0 0,-11 3 6 0 0,1 2-1 0 0,1 0 1 0 0,-1 1-1 0 0,1 1 0 0 0,-15 14 1 0 0,16-13-60 0 0,0 0 0 0 0,2 2 0 0 0,-1 0 0 0 0,2 0 0 0 0,0 1 0 0 0,1 1 0 0 0,-18 29 0 0 0,26-37-111 0 0,0-1-1 0 0,0 1 1 0 0,1 0 0 0 0,0 0 0 0 0,0 1-1 0 0,1-1 1 0 0,0 1 0 0 0,1-1 0 0 0,0 1-1 0 0,0 0 1 0 0,1-1 0 0 0,0 1 0 0 0,0 0-1 0 0,1-1 1 0 0,0 1 0 0 0,1-1 0 0 0,0 1-1 0 0,0-1 1 0 0,7 17 0 0 0,-7-20-20 0 0,1 0 0 0 0,0 1 0 0 0,0-1 0 0 0,0 0 1 0 0,1-1-1 0 0,0 1 0 0 0,0-1 0 0 0,0 1 0 0 0,0-1 0 0 0,0 0 1 0 0,1-1-1 0 0,0 1 0 0 0,0-1 0 0 0,0 0 0 0 0,0 0 0 0 0,1 0 1 0 0,-1-1-1 0 0,1 0 0 0 0,-1 0 0 0 0,1 0 0 0 0,0-1 1 0 0,0 0-1 0 0,-1 0 0 0 0,1 0 0 0 0,0-1 0 0 0,0 0 0 0 0,0 0 1 0 0,0 0-1 0 0,0-1 0 0 0,0 0 0 0 0,0 0 0 0 0,0 0 0 0 0,7-4 1 0 0,-3 2 55 0 0,1-1 1 0 0,-2 0 0 0 0,1 0-1 0 0,0-1 1 0 0,-1-1-1 0 0,0 0 1 0 0,0 0 0 0 0,-1 0-1 0 0,0-1 1 0 0,0 0 0 0 0,0-1-1 0 0,-1 0 1 0 0,0 0 0 0 0,-1-1-1 0 0,0 1 1 0 0,0-1 0 0 0,8-19-1 0 0,-8 11 6 0 0,-2-1-1 0 0,0 0 0 0 0,-1 1 0 0 0,-1-2 1 0 0,-1 1-1 0 0,0 0 0 0 0,-2 0 0 0 0,0 0 1 0 0,0 0-1 0 0,-2 0 0 0 0,-1 0 0 0 0,0 0 1 0 0,-1 1-1 0 0,0-1 0 0 0,-16-29 0 0 0,21 46-178 0 0,0 1 0 0 0,0 0 0 0 0,-1-1 0 0 0,1 1 0 0 0,0-1 0 0 0,-1 1 0 0 0,1 0 0 0 0,0 0 0 0 0,-1-1 0 0 0,1 1 0 0 0,0 0 0 0 0,-1-1 0 0 0,1 1-1 0 0,0 0 1 0 0,-1 0 0 0 0,1 0 0 0 0,-1 0 0 0 0,1-1 0 0 0,0 1 0 0 0,-1 0 0 0 0,1 0 0 0 0,-1 0 0 0 0,1 0 0 0 0,-1 0 0 0 0,1 0 0 0 0,-1 0-1 0 0,1 0 1 0 0,0 0 0 0 0,-1 0 0 0 0,1 0 0 0 0,-1 0 0 0 0,1 0 0 0 0,-1 1 0 0 0,1-1 0 0 0,0 0 0 0 0,-1 0 0 0 0,1 0 0 0 0,-1 1 0 0 0,1-1 0 0 0,0 0-1 0 0,-1 0 1 0 0,1 1 0 0 0,0-1 0 0 0,-1 0 0 0 0,1 1 0 0 0,0-1 0 0 0,0 0 0 0 0,-1 1 0 0 0,1 0 0 0 0,-2 0-113 0 0,1 1 0 0 0,0-1 0 0 0,0 1 0 0 0,0 0 0 0 0,0-1 0 0 0,0 1 0 0 0,0 0 0 0 0,0 0 0 0 0,1-1 0 0 0,-1 1 0 0 0,0 4 0 0 0,1 7-3144 0 0,0 1 256 0 0</inkml:trace>
</inkml:ink>
</file>

<file path=ppt/ink/ink2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06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69 576 0 0,'0'0'3396'0'0,"2"-4"-2350"0"0,1 0-174 0 0,-1-1-1 0 0,1 0 1 0 0,-1 0-1 0 0,0 0 1 0 0,-1 0-1 0 0,1-1 1 0 0,0-9-1 0 0,-2 13-419 0 0,18-10-3452 0 0</inkml:trace>
</inkml:ink>
</file>

<file path=ppt/ink/ink2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06.7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44 180 0 0,'4'-5'547'0'0,"0"1"-1"0"0,0 0 1 0 0,1 1 0 0 0,0-1-1 0 0,0 1 1 0 0,0 0 0 0 0,0 0-1 0 0,0 0 1 0 0,0 1 0 0 0,1-1-1 0 0,0 1 1 0 0,-1 1-1 0 0,11-3 1 0 0,-13 4-457 0 0,1 0-1 0 0,-1 0 0 0 0,1 1 1 0 0,-1-1-1 0 0,1 1 1 0 0,-1 0-1 0 0,0-1 0 0 0,1 2 1 0 0,-1-1-1 0 0,0 0 1 0 0,0 1-1 0 0,0-1 0 0 0,0 1 1 0 0,0 0-1 0 0,0 0 1 0 0,0 0-1 0 0,-1 0 0 0 0,1 0 1 0 0,-1 1-1 0 0,1-1 1 0 0,-1 1-1 0 0,0 0 0 0 0,0 0 1 0 0,0 0-1 0 0,1 3 1 0 0,0 1-26 0 0,0-1 0 0 0,-1 0 1 0 0,0 1-1 0 0,0-1 0 0 0,-1 1 1 0 0,0 0-1 0 0,0-1 0 0 0,0 1 1 0 0,-1 0-1 0 0,0 0 1 0 0,0-1-1 0 0,-1 1 0 0 0,-2 13 1 0 0,-1-3 26 0 0,0 0 1 0 0,-2 0 0 0 0,1 0 0 0 0,-11 18 0 0 0,2-7 43 0 0,-1-1 1 0 0,-1-1 0 0 0,-2 0 0 0 0,-21 24-1 0 0,37-48-91 0 0,-2 3 191 0 0,0 0 0 0 0,0 0 0 0 0,0 0 0 0 0,0 0 0 0 0,1 1 0 0 0,-4 8 0 0 0,11-13-178 0 0,0 0 1 0 0,0 0 0 0 0,0-1 0 0 0,0 0 0 0 0,0 1 0 0 0,0-1 0 0 0,0-1-1 0 0,8 0 1 0 0,242-29-1777 0 0,-86 3-5567 0 0,-121 18 4246 0 0</inkml:trace>
</inkml:ink>
</file>

<file path=ppt/ink/ink2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07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99 8 0 0,'6'-27'3162'0'0,"-1"-5"6581"0"0,-3 34-9685 0 0,-1-1 1 0 0,0 1 0 0 0,1-1 0 0 0,-1 0-1 0 0,1 1 1 0 0,-1-1 0 0 0,1 0 0 0 0,0 0-1 0 0,-1 0 1 0 0,1 0 0 0 0,3 1 0 0 0,-2-1 48 0 0,19 17 347 0 0,-1 1 1 0 0,-1 0-1 0 0,21 25 1 0 0,27 28 66 0 0,-40-47-363 0 0,18 16 276 0 0,94 67-1 0 0,-139-107-423 0 0,0-1 0 0 0,0 1 0 0 0,-1-1 0 0 0,1 1 0 0 0,0-1-1 0 0,0 1 1 0 0,0-1 0 0 0,0 1 0 0 0,0-1 0 0 0,0 0 0 0 0,0 1 0 0 0,-1-1 0 0 0,1 0 0 0 0,0 0 0 0 0,0 0 0 0 0,0 0 0 0 0,0 0-1 0 0,0 0 1 0 0,0 0 0 0 0,0 0 0 0 0,0 0 0 0 0,0 0 0 0 0,0 0 0 0 0,0-1 0 0 0,0 1 0 0 0,0 0 0 0 0,0-1 0 0 0,0 1 0 0 0,0-1 0 0 0,0 1-1 0 0,-1-1 1 0 0,1 1 0 0 0,2-2 0 0 0,-2-1-7 0 0,1 0 0 0 0,-1 1 0 0 0,1-1-1 0 0,-1 0 1 0 0,0 0 0 0 0,0 0 0 0 0,0 0-1 0 0,0 0 1 0 0,-1 0 0 0 0,1 0 0 0 0,-1-4 0 0 0,1-7-38 0 0,-1 0 1 0 0,0-1 0 0 0,-1 1-1 0 0,-3-16 1 0 0,-3 6-13 0 0,0 1-1 0 0,-1 0 0 0 0,-1 1 1 0 0,-2-1-1 0 0,0 2 0 0 0,-1 0 1 0 0,-1 0-1 0 0,-1 1 0 0 0,-25-27 1 0 0,10 17 9 0 0,28 29 7 0 0,-1 1 27 0 0,1 2 0 0 0,-1-1 0 0 0,0 0 0 0 0,1 0 0 0 0,-1 0 0 0 0,1 1 0 0 0,0-1 0 0 0,-1 1 0 0 0,1-1 1 0 0,0 1-1 0 0,0-1 0 0 0,0 1 0 0 0,0 0 0 0 0,0 0 0 0 0,0-1 0 0 0,0 1 0 0 0,1 0 0 0 0,-1 0 0 0 0,1 0 0 0 0,-1 3 0 0 0,-10 39-31 0 0,11-43 34 0 0,-6 46-62 0 0,-1 70 0 0 0,7-87 50 0 0,-1 1 0 0 0,-2-1 0 0 0,0 1 1 0 0,-2-1-1 0 0,-2 0 0 0 0,-11 34 0 0 0,15-58-17 0 0,0 0 0 0 0,-1 0 0 0 0,1 0 0 0 0,-1 0-1 0 0,-1-1 1 0 0,1 1 0 0 0,-1-1 0 0 0,0 0 0 0 0,0-1 0 0 0,0 1 0 0 0,-7 3-1 0 0,11-7 28 0 0,-1 1-1 0 0,0-1 1 0 0,0 0-1 0 0,0 0 1 0 0,0 0-1 0 0,0 0 0 0 0,0-1 1 0 0,0 1-1 0 0,0 0 1 0 0,0-1-1 0 0,0 1 1 0 0,0-1-1 0 0,0 0 1 0 0,0 0-1 0 0,0 0 0 0 0,-1 0 1 0 0,1 0-1 0 0,0 0 1 0 0,0-1-1 0 0,0 1 1 0 0,0-1-1 0 0,0 1 0 0 0,0-1 1 0 0,0 0-1 0 0,0 0 1 0 0,0 0-1 0 0,0 0 1 0 0,0 0-1 0 0,0 0 1 0 0,1 0-1 0 0,-1-1 0 0 0,0 1 1 0 0,1-1-1 0 0,-1 1 1 0 0,1-1-1 0 0,0 0 1 0 0,-1 1-1 0 0,0-4 0 0 0,-1 1 17 0 0,1 0-1 0 0,-1 1 0 0 0,1-1 0 0 0,0 0 0 0 0,1 0 0 0 0,-1-1 0 0 0,1 1 0 0 0,0 0 0 0 0,0 0 0 0 0,0-1 0 0 0,0 1 0 0 0,1 0 1 0 0,0-1-1 0 0,0 1 0 0 0,0-1 0 0 0,0 1 0 0 0,1-1 0 0 0,-1 1 0 0 0,3-7 0 0 0,0 5 5 0 0,0-1 0 0 0,0 1-1 0 0,1 1 1 0 0,-1-1 0 0 0,1 0 0 0 0,1 1-1 0 0,-1 0 1 0 0,1 0 0 0 0,0 0 0 0 0,0 1-1 0 0,9-7 1 0 0,5-1-156 0 0,0 1 0 0 0,0 0 0 0 0,1 2 0 0 0,0 0 0 0 0,1 2 0 0 0,42-11 0 0 0,-24 11-1416 0 0,46-2 0 0 0,-3 5-4525 0 0,-43 1 2601 0 0</inkml:trace>
</inkml:ink>
</file>

<file path=ppt/ink/ink2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09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354 107 392 0 0,'-4'-11'1178'0'0,"1"1"-1"0"0,-2-1 1 0 0,1 1-1 0 0,-2 0 1 0 0,1 0 0 0 0,-8-9-1 0 0,11 17-1066 0 0,0-1 0 0 0,-1 1-1 0 0,1 0 1 0 0,0 0 0 0 0,-1 0-1 0 0,0 0 1 0 0,1 1 0 0 0,-1-1-1 0 0,0 1 1 0 0,0 0 0 0 0,0-1 0 0 0,0 1-1 0 0,0 1 1 0 0,0-1 0 0 0,0 0-1 0 0,0 1 1 0 0,0-1 0 0 0,0 1-1 0 0,-1 0 1 0 0,1 0 0 0 0,0 0-1 0 0,0 1 1 0 0,0-1 0 0 0,0 1-1 0 0,0-1 1 0 0,-5 3 0 0 0,-8 3 4 0 0,1 0 0 0 0,0 1 0 0 0,0 1-1 0 0,1 1 1 0 0,0 0 0 0 0,0 1 0 0 0,1 0 0 0 0,0 1 0 0 0,1 0 0 0 0,0 1 0 0 0,1 0 0 0 0,-19 28 0 0 0,25-33-79 0 0,0 1 0 0 0,1 0 1 0 0,0 0-1 0 0,0 1 0 0 0,1-1 0 0 0,0 1 0 0 0,0-1 1 0 0,1 1-1 0 0,0 0 0 0 0,1 0 0 0 0,-1 12 1 0 0,3-14-21 0 0,-1-1 1 0 0,1 0 0 0 0,0 0 0 0 0,0 1 0 0 0,1-1 0 0 0,0 0 0 0 0,0 0 0 0 0,1-1 0 0 0,-1 1 0 0 0,1 0 0 0 0,0-1 0 0 0,1 0 0 0 0,-1 1 0 0 0,1-1 0 0 0,0-1 0 0 0,1 1 0 0 0,8 7 0 0 0,-8-7 33 0 0,0-1-1 0 0,0 1 1 0 0,0-1 0 0 0,1 0-1 0 0,0-1 1 0 0,0 0 0 0 0,0 0 0 0 0,0 0-1 0 0,0 0 1 0 0,1-1 0 0 0,-1 0-1 0 0,1-1 1 0 0,0 1 0 0 0,-1-1 0 0 0,1-1-1 0 0,0 1 1 0 0,0-1 0 0 0,-1 0-1 0 0,1 0 1 0 0,0-1 0 0 0,0 0-1 0 0,-1 0 1 0 0,1-1 0 0 0,-1 0 0 0 0,1 0-1 0 0,-1-1 1 0 0,0 1 0 0 0,0-1-1 0 0,0-1 1 0 0,0 1 0 0 0,0-1 0 0 0,-1 0-1 0 0,1 0 1 0 0,-1 0 0 0 0,0-1-1 0 0,-1 0 1 0 0,1 0 0 0 0,-1 0-1 0 0,0-1 1 0 0,0 0 0 0 0,0 1 0 0 0,-1-1-1 0 0,0 0 1 0 0,0-1 0 0 0,-1 1-1 0 0,3-11 1 0 0,-2 6-77 0 0,0-1 1 0 0,-1 0-1 0 0,-1 0 0 0 0,0 0 1 0 0,-1 0-1 0 0,0 0 0 0 0,-1 0 1 0 0,0 0-1 0 0,-1 0 0 0 0,0 0 1 0 0,-1 1-1 0 0,0-1 0 0 0,-1 1 1 0 0,0-1-1 0 0,-1 1 0 0 0,-6-11 1 0 0,10 21-831 0 0,-8 32-11227 0 0</inkml:trace>
</inkml:ink>
</file>

<file path=ppt/ink/ink2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10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94 292 0 0,'2'-1'514'0'0,"0"-1"1"0"0,0 1-1 0 0,-1-1 0 0 0,1 0 1 0 0,0 0-1 0 0,-1 0 0 0 0,1 0 1 0 0,-1 0-1 0 0,0 0 0 0 0,0 0 1 0 0,0 0-1 0 0,0-1 0 0 0,0 1 1 0 0,0 0-1 0 0,-1-1 0 0 0,1 1 1 0 0,-1-1-1 0 0,1 1 0 0 0,-1-1 1 0 0,0 1-1 0 0,0 0 0 0 0,0-1 1 0 0,-1 1-1 0 0,1-4 0 0 0,2-19 2085 0 0,-2 23-2135 0 0,1-7-1207 0 0,23 13-8529 0 0,-19-2 5786 0 0</inkml:trace>
</inkml:ink>
</file>

<file path=ppt/ink/ink2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10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48 572 0 0,'17'-33'7156'0'0,"-10"19"-982"0"0,-7 19-5865 0 0,0 16-63 0 0,0 0-1 0 0,-2-1 0 0 0,-1 1 1 0 0,0-1-1 0 0,-10 31 1 0 0,6-22-68 0 0,0 1 0 0 0,-1 33-1 0 0,7-57-131 0 0,0 9-70 0 0,0 0-1 0 0,1 0 1 0 0,0 0-1 0 0,2-1 0 0 0,4 25 1 0 0,-5-36 4 0 0,-1 0 1 0 0,1 0-1 0 0,1 0 1 0 0,-1-1-1 0 0,0 1 1 0 0,1-1-1 0 0,-1 1 1 0 0,1-1-1 0 0,0 1 1 0 0,0-1-1 0 0,-1 0 1 0 0,2 0-1 0 0,-1 0 0 0 0,0 0 1 0 0,0 0-1 0 0,1 0 1 0 0,-1-1-1 0 0,1 1 1 0 0,-1-1-1 0 0,1 1 1 0 0,0-1-1 0 0,-1 0 1 0 0,1 0-1 0 0,0-1 1 0 0,0 1-1 0 0,0 0 1 0 0,0-1-1 0 0,0 0 0 0 0,0 0 1 0 0,0 0-1 0 0,0 0 1 0 0,0 0-1 0 0,-1 0 1 0 0,1-1-1 0 0,3 0 1 0 0,9-3 281 0 0,-1-1 0 0 0,1 0-1 0 0,-1 0 1 0 0,-1-2 0 0 0,1 0 0 0 0,-1 0 0 0 0,0-1 0 0 0,-1-1 0 0 0,13-10 0 0 0,-24 18-14 0 0,-1 1-231 0 0,0 0 0 0 0,0-1-1 0 0,0 1 1 0 0,0 0 0 0 0,0 0-1 0 0,1 0 1 0 0,-1 0 0 0 0,0 0 0 0 0,0 0-1 0 0,0-1 1 0 0,0 1 0 0 0,0 0-1 0 0,0 0 1 0 0,1 0 0 0 0,-1 0-1 0 0,0 0 1 0 0,0 0 0 0 0,0 0-1 0 0,0 0 1 0 0,1 0 0 0 0,-1 0 0 0 0,0 0-1 0 0,0-1 1 0 0,0 1 0 0 0,0 0-1 0 0,1 0 1 0 0,-1 0 0 0 0,0 0-1 0 0,0 0 1 0 0,0 1 0 0 0,0-1-1 0 0,1 0 1 0 0,-1 0 0 0 0,0 0 0 0 0,0 0-1 0 0,0 0 1 0 0,0 0 0 0 0,1 0-1 0 0,-1 0 1 0 0,0 0 0 0 0,0 0-1 0 0,0 0 1 0 0,0 0 0 0 0,0 1-1 0 0,0-1 1 0 0,1 0 0 0 0,-1 0 0 0 0,0 0-1 0 0,0 0 1 0 0,0 0 0 0 0,0 1-1 0 0,0-1 1 0 0,0 0 0 0 0,0 0-1 0 0,0 0 1 0 0,0 0 0 0 0,0 1-1 0 0,0-1 1 0 0,0 0 0 0 0,1 0-1 0 0,-29 95 261 0 0,19-70-1016 0 0,1 1 0 0 0,1 0 0 0 0,1 0 0 0 0,2 0 0 0 0,0 1 0 0 0,0 52 0 0 0,15-39-1862 0 0,4-15-3142 0 0,-4-13 2333 0 0</inkml:trace>
</inkml:ink>
</file>

<file path=ppt/ink/ink2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11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32 584 0 0,'2'-31'4744'0'0,"2"39"-1324"0"0,6 57-374 0 0,-8-45-3304 0 0,6 18 536 0 0,2-1 0 0 0,1 0 0 0 0,2-1 0 0 0,2 0 0 0 0,1-1 0 0 0,30 49 0 0 0,-46-83-263 0 0,0 0-1 0 0,1 0 1 0 0,-1 0 0 0 0,1 0 0 0 0,-1 0-1 0 0,1 0 1 0 0,-1 0 0 0 0,1 0 0 0 0,0 0-1 0 0,-1-1 1 0 0,1 1 0 0 0,0 0 0 0 0,0 0-1 0 0,-1-1 1 0 0,1 1 0 0 0,0-1 0 0 0,0 1-1 0 0,0 0 1 0 0,0-1 0 0 0,0 0 0 0 0,0 1-1 0 0,0-1 1 0 0,0 0 0 0 0,1 1-1 0 0,-1-2-8 0 0,0 1-1 0 0,0-1 0 0 0,0 1 0 0 0,-1-1 1 0 0,1 0-1 0 0,0 1 0 0 0,-1-1 0 0 0,1 0 1 0 0,0 0-1 0 0,-1 0 0 0 0,1 1 0 0 0,-1-1 1 0 0,1 0-1 0 0,-1 0 0 0 0,0 0 0 0 0,1 0 1 0 0,-1 0-1 0 0,0 0 0 0 0,0 0 0 0 0,1-1 0 0 0,4-59 64 0 0,-5 47-6 0 0,0-1-1 0 0,-2 1 0 0 0,0-1 1 0 0,0 1-1 0 0,-1 0 1 0 0,-1-1-1 0 0,0 2 0 0 0,-10-21 1 0 0,14 32-44 0 0,-1 1 0 0 0,1-1 1 0 0,-1 1-1 0 0,0 0 0 0 0,1-1 0 0 0,-1 1 1 0 0,0 0-1 0 0,0 0 0 0 0,0-1 1 0 0,0 1-1 0 0,0 0 0 0 0,0 0 1 0 0,0 0-1 0 0,0 0 0 0 0,0 0 1 0 0,-1 1-1 0 0,1-1 0 0 0,0 0 0 0 0,-1 0 1 0 0,1 1-1 0 0,0-1 0 0 0,-1 1 1 0 0,1-1-1 0 0,-1 1 0 0 0,1 0 1 0 0,-3-1-1 0 0,0 3-8 0 0,0-1 0 0 0,1 1 0 0 0,-1 0-1 0 0,0 0 1 0 0,1 1 0 0 0,-1-1 0 0 0,1 1 0 0 0,0 0 0 0 0,-5 5 0 0 0,-15 14-1 0 0,2 2 0 0 0,1 0 0 0 0,-22 35 0 0 0,18-24-274 0 0,-33 36-1 0 0,47-60 104 0 0,-1-1 0 0 0,0 0 0 0 0,-23 15-1 0 0,33-24 157 0 0,0 0 0 0 0,-1 0-1 0 0,1 0 1 0 0,0 0 0 0 0,0 0 0 0 0,-1-1-1 0 0,1 1 1 0 0,0-1 0 0 0,-1 1-1 0 0,1-1 1 0 0,-1 1 0 0 0,1-1 0 0 0,0 0-1 0 0,-1 1 1 0 0,1-1 0 0 0,-1 0 0 0 0,1 0-1 0 0,-1 0 1 0 0,1 0 0 0 0,-1-1-1 0 0,1 1 1 0 0,-1 0 0 0 0,1 0 0 0 0,0-1-1 0 0,-1 1 1 0 0,1-1 0 0 0,0 0-1 0 0,-1 1 1 0 0,1-1 0 0 0,0 0 0 0 0,0 0-1 0 0,-1 0 1 0 0,1 1 0 0 0,0-1-1 0 0,-1-2 1 0 0,0 1 25 0 0,1-1 1 0 0,0 1-1 0 0,0-1 0 0 0,0 1 1 0 0,0-1-1 0 0,0 1 0 0 0,1-1 1 0 0,-1 0-1 0 0,1 1 0 0 0,-1-1 1 0 0,1 0-1 0 0,0 1 0 0 0,0-1 0 0 0,0 0 1 0 0,1 1-1 0 0,-1-1 0 0 0,1 0 1 0 0,-1 1-1 0 0,2-3 0 0 0,2-5 19 0 0,1 0 0 0 0,0 0-1 0 0,1 1 1 0 0,0 0 0 0 0,0 0-1 0 0,1 0 1 0 0,0 1 0 0 0,0 0 0 0 0,1 1-1 0 0,0-1 1 0 0,0 1 0 0 0,1 1-1 0 0,11-7 1 0 0,12-6 34 0 0,1 1 0 0 0,51-20 1 0 0,-44 24-243 0 0,0 1 0 0 0,0 2 0 0 0,1 1 0 0 0,0 3 0 0 0,45-3 0 0 0,1 6-3813 0 0,121 10 0 0 0,-129 0 559 0 0</inkml:trace>
</inkml:ink>
</file>

<file path=ppt/ink/ink2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14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154 112 596 0 0,'6'-9'1349'0'0,"-2"-1"0"0"0,1 0 1 0 0,-1 0-1 0 0,-1-1 0 0 0,0 1 0 0 0,0-1 0 0 0,-1 1 0 0 0,1-21 0 0 0,-28 45-1008 0 0,12-5-274 0 0,-1 1 1 0 0,1 1-1 0 0,1 0 0 0 0,0 1 0 0 0,1 0 0 0 0,0 1 0 0 0,0 0 0 0 0,2 1 1 0 0,0 0-1 0 0,0 0 0 0 0,-12 31 0 0 0,18-38-63 0 0,0-1 0 0 0,1 1-1 0 0,0 0 1 0 0,0-1 0 0 0,0 1 0 0 0,1 0 0 0 0,0 0-1 0 0,1 0 1 0 0,-1 0 0 0 0,1 1 0 0 0,1-1 0 0 0,-1 0-1 0 0,1 0 1 0 0,1 0 0 0 0,-1-1 0 0 0,1 1 0 0 0,0 0-1 0 0,1 0 1 0 0,-1-1 0 0 0,1 1 0 0 0,1-1-1 0 0,-1 0 1 0 0,1 0 0 0 0,0 0 0 0 0,0-1 0 0 0,1 1-1 0 0,0-1 1 0 0,0 0 0 0 0,0 0 0 0 0,7 4 0 0 0,-8-6 27 0 0,0 0 1 0 0,1 0-1 0 0,-1-1 0 0 0,1 1 1 0 0,-1-1-1 0 0,1 0 1 0 0,-1-1-1 0 0,1 1 1 0 0,0-1-1 0 0,0 0 1 0 0,0 0-1 0 0,0 0 0 0 0,0-1 1 0 0,0 0-1 0 0,0 0 1 0 0,0 0-1 0 0,0 0 1 0 0,0-1-1 0 0,0 0 1 0 0,0 0-1 0 0,0 0 0 0 0,-1-1 1 0 0,1 0-1 0 0,0 0 1 0 0,-1 0-1 0 0,1 0 1 0 0,-1-1-1 0 0,0 1 1 0 0,0-1-1 0 0,0 0 1 0 0,6-6-1 0 0,-1 0 130 0 0,0 0-1 0 0,-1-1 1 0 0,0 1-1 0 0,-1-2 1 0 0,0 1-1 0 0,0-1 1 0 0,-1 0-1 0 0,-1 0 1 0 0,0-1-1 0 0,-1 1 1 0 0,6-21 0 0 0,-8 21-192 0 0,-1 0 0 0 0,0 0 0 0 0,0 0 0 0 0,-1 0 1 0 0,-1-1-1 0 0,1 1 0 0 0,-2 0 0 0 0,0 0 0 0 0,-4-15 1 0 0,5 24-619 0 0,0 2-674 0 0,0 0 1051 0 0,0 0-1 0 0,0 0 1 0 0,1 0 0 0 0,-1 0-1 0 0,0 1 1 0 0,0-1 0 0 0,1 0-1 0 0,-1 0 1 0 0,0 0 0 0 0,0 1-1 0 0,1-1 1 0 0,-1 1 0 0 0,0-1 0 0 0,1 0-1 0 0,-1 1 1 0 0,0-1 0 0 0,1 1-1 0 0,-1-1 1 0 0,1 1 0 0 0,-1 0-1 0 0,1-1 1 0 0,-1 1 0 0 0,1-1-1 0 0,-1 1 1 0 0,1 0 0 0 0,-1 0-1 0 0,1-1 1 0 0,0 1 0 0 0,0 0-1 0 0,-1 1 1 0 0,0 0 195 0 0</inkml:trace>
</inkml:ink>
</file>

<file path=ppt/ink/ink2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14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57 228 0 0,'8'-7'1451'0'0,"-6"5"-968"0"0,0 0 0 0 0,0 0 0 0 0,0 0 0 0 0,0 0 0 0 0,0 0-1 0 0,0 0 1 0 0,0 0 0 0 0,-1 0 0 0 0,1-1 0 0 0,-1 1 0 0 0,0-1-1 0 0,1 1 1 0 0,-1-1 0 0 0,-1 1 0 0 0,1-1 0 0 0,1-5 0 0 0,-1 7-805 0 0,1 1 0 0 0,-1-1 0 0 0,0 0 0 0 0,1 1 0 0 0,-1-1 0 0 0,1 1 0 0 0,-1-1 0 0 0,1 1 0 0 0,-1 0 0 0 0,1 0 0 0 0,0 0 0 0 0,-1 0 0 0 0,1 0 0 0 0,2 0 0 0 0,10 0-2908 0 0</inkml:trace>
</inkml:ink>
</file>

<file path=ppt/ink/ink2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14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72 20 0 0,'22'-25'6517'0'0,"-14"21"-5835"0"0,11-6 695 0 0,1 1 0 0 0,25-7-1 0 0,-40 14-1243 0 0,0 1 0 0 0,0-1 0 0 0,0 1 0 0 0,1 1-1 0 0,-1-1 1 0 0,0 1 0 0 0,1 0 0 0 0,-1 0 0 0 0,0 0 0 0 0,0 1-1 0 0,1 0 1 0 0,-1 0 0 0 0,0 0 0 0 0,10 4 0 0 0,-13-4-110 0 0,0 1 0 0 0,-1-1 0 0 0,1 0 0 0 0,0 1 0 0 0,-1-1 0 0 0,1 1 0 0 0,-1 0 0 0 0,0-1 0 0 0,1 1 0 0 0,-1 0 0 0 0,0 0 0 0 0,0 0 0 0 0,0 0 0 0 0,0 0 0 0 0,-1 0 0 0 0,1 0 0 0 0,0 0 0 0 0,-1 0 0 0 0,0 0 0 0 0,1 1 0 0 0,-1-1 0 0 0,0 0 0 0 0,0 0 0 0 0,0 0 0 0 0,0 0 0 0 0,-1 1 0 0 0,1-1 0 0 0,-1 0 0 0 0,1 0 0 0 0,-1 0 0 0 0,0 0 0 0 0,-1 3 0 0 0,-3 9 9 0 0,-1 1-1 0 0,-1-1 1 0 0,-11 18-1 0 0,12-21-47 0 0,2-4-23 0 0,0 0 0 0 0,1 0 0 0 0,0 1 0 0 0,1-1 0 0 0,-1 1 0 0 0,2-1 0 0 0,-1 1 0 0 0,1 0 0 0 0,0 0 0 0 0,0 0 0 0 0,1 0 0 0 0,0-1 0 0 0,1 1 0 0 0,-1 0 0 0 0,2 0 0 0 0,-1 0 0 0 0,1 0 0 0 0,0-1 0 0 0,1 1 0 0 0,-1-1 0 0 0,9 14 0 0 0,-8-14 22 0 0,0 1-1 0 0,0 0 1 0 0,0 0 0 0 0,-1 0-1 0 0,0 0 1 0 0,0 1-1 0 0,-1-1 1 0 0,0 11 0 0 0,-1-16 16 0 0,-1 0 1 0 0,1 0-1 0 0,-1 0 1 0 0,0 0 0 0 0,0 0-1 0 0,0 0 1 0 0,-1 0-1 0 0,1 0 1 0 0,-1 0-1 0 0,0 0 1 0 0,1-1 0 0 0,-1 1-1 0 0,0-1 1 0 0,-1 1-1 0 0,1-1 1 0 0,0 0-1 0 0,-1 0 1 0 0,1 0 0 0 0,-1 0-1 0 0,1 0 1 0 0,-1-1-1 0 0,0 1 1 0 0,0-1-1 0 0,0 0 1 0 0,0 0 0 0 0,-5 2-1 0 0,1-1 568 0 0,-15 5-2271 0 0,21-6 1360 0 0,0-1-1 0 0,0 0 1 0 0,-1 0 0 0 0,1 0-1 0 0,0 0 1 0 0,-1 0 0 0 0,1 0-1 0 0,0 0 1 0 0,0 0 0 0 0,-1 0-1 0 0,1-1 1 0 0,0 1 0 0 0,0 0-1 0 0,-1-1 1 0 0,1 1 0 0 0,0-1-1 0 0,0 0 1 0 0,0 1 0 0 0,0-1-1 0 0,-1-1 1 0 0</inkml:trace>
</inkml:ink>
</file>

<file path=ppt/ink/ink2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15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5 836 0 0,'2'0'338'0'0,"-1"-1"-1"0"0,0 0 1 0 0,1 1-1 0 0,-1-1 1 0 0,1 1 0 0 0,-1-1-1 0 0,1 1 1 0 0,-1 0-1 0 0,1 0 1 0 0,0-1 0 0 0,-1 1-1 0 0,1 0 1 0 0,-1 0-1 0 0,1 1 1 0 0,-1-1 0 0 0,1 0-1 0 0,0 0 1 0 0,-1 1-1 0 0,1-1 1 0 0,-1 1-1 0 0,0-1 1 0 0,1 1 0 0 0,-1 0-1 0 0,1 0 1 0 0,1 1-1 0 0,2 2 3 0 0,-1 0 0 0 0,-1-1 0 0 0,1 2 0 0 0,0-1 0 0 0,-1 0 0 0 0,0 1 0 0 0,5 9 0 0 0,0 3 1 0 0,0 1 1 0 0,-1-1-1 0 0,8 34 0 0 0,-14-46-281 0 0,0 1 0 0 0,-1-1 0 0 0,1 1 0 0 0,-1-1 0 0 0,0 0 0 0 0,0 1 0 0 0,-1-1 0 0 0,1 0 0 0 0,-1 1 0 0 0,-1-1 0 0 0,1 0 0 0 0,-1 0 0 0 0,0 0 0 0 0,0 0 0 0 0,0 0 0 0 0,-1 0 0 0 0,1 0 0 0 0,-1-1 0 0 0,0 1 0 0 0,-7 6 0 0 0,7-8-217 0 0,-1 1 0 0 0,-1-1 0 0 0,1 1 0 0 0,0-1 0 0 0,-1 0 0 0 0,0-1 0 0 0,1 1-1 0 0,-1-1 1 0 0,0 0 0 0 0,0 0 0 0 0,0-1 0 0 0,-1 1 0 0 0,-6 0 0 0 0,8-2-330 0 0,1 0-1 0 0,-1 0 1 0 0,1 0-1 0 0,-1-1 1 0 0,1 1-1 0 0,-1-1 1 0 0,1 0-1 0 0,0 0 1 0 0,-1 0-1 0 0,1 0 1 0 0,0-1-1 0 0,0 1 1 0 0,0-1-1 0 0,-6-4 0 0 0,-2-3-2574 0 0</inkml:trace>
</inkml:ink>
</file>

<file path=ppt/ink/ink2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15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94 816 0 0,'45'-18'1729'0'0,"-7"2"240"0"0,0 2 0 0 0,0 1 0 0 0,2 2 0 0 0,66-10 0 0 0,-99 21-2224 0 0,1 0-1 0 0,0 0 1 0 0,-1 1 0 0 0,1 0-1 0 0,7 3 1 0 0,18 7-5453 0 0,-25-6 2810 0 0</inkml:trace>
</inkml:ink>
</file>

<file path=ppt/ink/ink2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17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88 908 0 0,'8'-80'7993'0'0,"-8"77"-7291"0"0,1 4-652 0 0,-1-1 0 0 0,0 0 1 0 0,0 0-1 0 0,0 0 0 0 0,0 0 0 0 0,0 0 0 0 0,1 0 1 0 0,-1 0-1 0 0,0 0 0 0 0,0 0 0 0 0,0 1 1 0 0,0-1-1 0 0,1 0 0 0 0,-1 0 0 0 0,0 0 0 0 0,0 0 1 0 0,0 0-1 0 0,1 0 0 0 0,-1 0 0 0 0,0 0 1 0 0,0 0-1 0 0,0 0 0 0 0,0 0 0 0 0,1 0 0 0 0,-1-1 1 0 0,0 1-1 0 0,0 0 0 0 0,0 0 0 0 0,0 0 1 0 0,1 0-1 0 0,-1 0 0 0 0,0 0 0 0 0,0 0 0 0 0,0 0 1 0 0,0 0-1 0 0,0-1 0 0 0,1 1 0 0 0,-1 0 1 0 0,0 0-1 0 0,0 0 0 0 0,0 0 0 0 0,0 0 0 0 0,0-1 1 0 0,0 1-1 0 0,0 0 0 0 0,0 0 0 0 0,0 0 1 0 0,0 0-1 0 0,1-1 0 0 0,-1 1 0 0 0,0 0 0 0 0,0 0 1 0 0,0 0-1 0 0,0 0 0 0 0,0-1 0 0 0,0 1 1 0 0,0 0-1 0 0,0 0 0 0 0,0 0 0 0 0,-1-1 0 0 0,1 1 1 0 0,0 0-1 0 0,0 0 0 0 0,0 0 0 0 0,0 0 1 0 0,0-1-1 0 0,58 117 1017 0 0,-31-59-692 0 0,35 54 1 0 0,-48-89-318 0 0,1 3-169 0 0,2 0-1 0 0,37 42 0 0 0,-53-66 107 0 0,-1 0-1 0 0,1-1 1 0 0,0 1-1 0 0,-1 0 1 0 0,1 0-1 0 0,0 0 1 0 0,0-1-1 0 0,0 1 1 0 0,0 0-1 0 0,0-1 1 0 0,0 1-1 0 0,-1-1 0 0 0,1 1 1 0 0,1-1-1 0 0,-1 1 1 0 0,0-1-1 0 0,0 0 1 0 0,0 0-1 0 0,0 1 1 0 0,0-1-1 0 0,0 0 1 0 0,0 0-1 0 0,0 0 1 0 0,0 0-1 0 0,0 0 1 0 0,0 0-1 0 0,1-1 1 0 0,-1 1-1 0 0,0 0 1 0 0,0 0-1 0 0,0-1 0 0 0,0 1 1 0 0,0-1-1 0 0,2 0 1 0 0,-1-2 2 0 0,0 1 1 0 0,1-1 0 0 0,-1 0-1 0 0,0 0 1 0 0,-1 0-1 0 0,1 0 1 0 0,0 0 0 0 0,-1 0-1 0 0,0-1 1 0 0,2-5-1 0 0,6-24 150 0 0,-2 0 0 0 0,-2 0 0 0 0,0-1 0 0 0,-3 0 0 0 0,-1-34 0 0 0,-1 65-97 0 0,0 3-56 0 0,1 0 0 0 0,-1 0 0 0 0,0 0 0 0 0,0 0 0 0 0,0-1 0 0 0,0 1 0 0 0,0 0 0 0 0,0 0 0 0 0,1 0 0 0 0,-1-1 0 0 0,0 1 0 0 0,0 0 0 0 0,0 0 0 0 0,0 0 0 0 0,0-1 0 0 0,0 1 0 0 0,0 0 0 0 0,0 0 0 0 0,0-1 0 0 0,0 1 0 0 0,0 0 0 0 0,0 0 0 0 0,0 0 0 0 0,0-1 0 0 0,0 1 0 0 0,0 0 0 0 0,-1 0 0 0 0,1 0 0 0 0,0-1 0 0 0,0 1 0 0 0,0 0 0 0 0,0 0 0 0 0,0 0 0 0 0,0 0 0 0 0,-1-1 0 0 0,1 1 0 0 0,0 0 0 0 0,0 0 0 0 0,0 0 0 0 0,0 0 0 0 0,-1 0 0 0 0,1-1 0 0 0,0 1 0 0 0,-55 96-241 0 0,38-63-39 0 0,-1-2 0 0 0,-1 1 0 0 0,-1-2 0 0 0,-2-1-1 0 0,-1-1 1 0 0,-27 26 0 0 0,45-50 227 0 0,-1 1 0 0 0,0-1-1 0 0,0 0 1 0 0,0-1 0 0 0,-1 1-1 0 0,1-1 1 0 0,-1 0 0 0 0,1-1-1 0 0,-1 0 1 0 0,0 0 0 0 0,0 0 0 0 0,0-1-1 0 0,-1 0 1 0 0,1 0 0 0 0,-10-1-1 0 0,15 0 63 0 0,1 0 0 0 0,0 0 0 0 0,-1-1-1 0 0,1 1 1 0 0,0 0 0 0 0,-1-1 0 0 0,1 1-1 0 0,0-1 1 0 0,-1 1 0 0 0,1-1 0 0 0,0 0-1 0 0,0 0 1 0 0,0 1 0 0 0,0-1 0 0 0,0 0-1 0 0,0 0 1 0 0,0 0 0 0 0,0 0 0 0 0,0 0-1 0 0,0 0 1 0 0,0 0 0 0 0,1-1 0 0 0,-1 1-1 0 0,1 0 1 0 0,-1 0 0 0 0,0-1 0 0 0,1 1-1 0 0,0 0 1 0 0,-1-1 0 0 0,1 1 0 0 0,0 0-1 0 0,0-1 1 0 0,0 1 0 0 0,0-3 0 0 0,-1 0 12 0 0,1 0-1 0 0,0 0 1 0 0,0 1 0 0 0,1-1 0 0 0,-1 0 0 0 0,1 0 0 0 0,0 0 0 0 0,0 0 0 0 0,0 0 0 0 0,3-5 0 0 0,3-1-42 0 0,-1 0-1 0 0,1 1 1 0 0,1 0-1 0 0,0 0 1 0 0,0 1-1 0 0,1 0 1 0 0,0 1 0 0 0,0 0-1 0 0,1 0 1 0 0,0 1-1 0 0,0 0 1 0 0,0 1-1 0 0,1 0 1 0 0,17-5-1 0 0,4 0-1806 0 0,1 2 0 0 0,0 2-1 0 0,60-4 1 0 0,-63 8-572 0 0</inkml:trace>
</inkml:ink>
</file>

<file path=ppt/ink/ink2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18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44 504 0 0,'-24'-43'6537'0'0,"22"42"-6001"0"0,-2 2-62 0 0,-6 3-345 0 0,1 0-1 0 0,-1 0 0 0 0,1 1 1 0 0,0 0-1 0 0,0 1 0 0 0,0 0 0 0 0,1 0 1 0 0,0 1-1 0 0,1 0 0 0 0,-1 0 1 0 0,1 1-1 0 0,0 0 0 0 0,1 0 1 0 0,0 1-1 0 0,0 0 0 0 0,1 0 0 0 0,0 0 1 0 0,1 0-1 0 0,0 1 0 0 0,-3 10 1 0 0,4-11-76 0 0,0-1 0 0 0,1 0 1 0 0,0 0-1 0 0,1 1 1 0 0,-1 0-1 0 0,2-1 1 0 0,-1 1-1 0 0,1-1 0 0 0,0 1 1 0 0,1 0-1 0 0,0-1 1 0 0,0 1-1 0 0,1-1 0 0 0,0 0 1 0 0,1 1-1 0 0,0-1 1 0 0,0 0-1 0 0,1 0 1 0 0,-1-1-1 0 0,2 1 0 0 0,-1-1 1 0 0,1 0-1 0 0,0 0 1 0 0,1 0-1 0 0,6 6 0 0 0,-10-12 18 0 0,0 1 0 0 0,0-1 0 0 0,0 1 0 0 0,0-1 0 0 0,0 0 0 0 0,0 0 0 0 0,1 0 0 0 0,-1 0 0 0 0,0 0 0 0 0,1 0 0 0 0,-1-1 0 0 0,1 1 0 0 0,-1-1 0 0 0,0 0-1 0 0,1 1 1 0 0,-1-1 0 0 0,1-1 0 0 0,3 1 0 0 0,0-1 61 0 0,-1-1-1 0 0,0 1 1 0 0,0-1-1 0 0,0 0 1 0 0,0 0 0 0 0,0-1-1 0 0,0 1 1 0 0,5-5-1 0 0,1-1 151 0 0,0-1-1 0 0,-1 0 0 0 0,0-1 1 0 0,0 0-1 0 0,-1 0 0 0 0,8-12 1 0 0,-9 9-42 0 0,-1 0 0 0 0,0 0 1 0 0,-1-1-1 0 0,-1 0 0 0 0,0 0 1 0 0,-1 0-1 0 0,0-1 0 0 0,-1 1 1 0 0,-1-1-1 0 0,0 0 0 0 0,0-19 1 0 0,-2 33-337 0 0,0 0 1 0 0,0 0 0 0 0,0 0-1 0 0,1 0 1 0 0,-1 0 0 0 0,0 0-1 0 0,-1 0 1 0 0,1 0 0 0 0,0 0-1 0 0,0-1 1 0 0,0 1 0 0 0,-1 0-1 0 0,1 0 1 0 0,0 0 0 0 0,-1 0-1 0 0,1 0 1 0 0,-1 0 0 0 0,0 1-1 0 0,1-1 1 0 0,-1 0 0 0 0,1 0-1 0 0,-1 0 1 0 0,0 0 0 0 0,0 1-1 0 0,0-1 1 0 0,1 0 0 0 0,-1 1-1 0 0,0-1 1 0 0,0 0 0 0 0,0 1-1 0 0,0-1 1 0 0,0 1 0 0 0,0 0-1 0 0,0-1 1 0 0,0 1 0 0 0,-2-1-1 0 0,1 2-475 0 0,0-1 0 0 0,-1 0 0 0 0,1 1 0 0 0,0-1 0 0 0,0 1 0 0 0,0-1 0 0 0,-1 1 0 0 0,1 0 0 0 0,0 0 0 0 0,0 0 0 0 0,0 0 0 0 0,0 1-1 0 0,1-1 1 0 0,-1 0 0 0 0,-3 3 0 0 0,-1 5-3284 0 0</inkml:trace>
</inkml:ink>
</file>

<file path=ppt/ink/ink2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18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79 956 0 0,'4'-3'963'0'0,"0"-1"0"0"0,0 0 0 0 0,0 0-1 0 0,0 0 1 0 0,-1 0 0 0 0,0 0 0 0 0,3-7 0 0 0,19-20 4185 0 0,-24 30-4986 0 0,-1 0-199 0 0,0 1 1 0 0,1 0 0 0 0,-1-1 0 0 0,0 1-1 0 0,0 0 1 0 0,0-1 0 0 0,0 1 0 0 0,0 0-1 0 0,0-1 1 0 0,1 1 0 0 0,-1 0-1 0 0,0-1 1 0 0,0 1 0 0 0,0 0 0 0 0,1-1-1 0 0,-1 1 1 0 0,0 0 0 0 0,1 0 0 0 0,-1-1-1 0 0,0 1 1 0 0,0 0 0 0 0,1 0 0 0 0,-1 0-1 0 0,0 0 1 0 0,1-1 0 0 0,-1 1 0 0 0,0 0-1 0 0,1 0 1 0 0,-1 0 0 0 0,1 0 0 0 0,-1 0-1 0 0,0 0 1 0 0,1 0 0 0 0,-1 0 0 0 0,0 0-1 0 0,1 0 1 0 0,0 0 0 0 0,11 1-4060 0 0,1 3 879 0 0</inkml:trace>
</inkml:ink>
</file>

<file path=ppt/ink/ink2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18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42 268 0 0,'3'-4'508'0'0,"-1"1"0"0"0,1 0-1 0 0,0 0 1 0 0,0 1 0 0 0,0-1 0 0 0,1 0 0 0 0,-1 1-1 0 0,1 0 1 0 0,-1 0 0 0 0,1 0 0 0 0,0 0-1 0 0,0 1 1 0 0,6-3 0 0 0,-4 3-225 0 0,1-1 0 0 0,0 1 0 0 0,0 1 0 0 0,-1-1 0 0 0,1 1 0 0 0,0 0 0 0 0,0 0 0 0 0,0 1 0 0 0,0 0 0 0 0,-1 0 0 0 0,1 1 0 0 0,6 2 0 0 0,-10-2-248 0 0,0-1 1 0 0,0 0-1 0 0,-1 1 1 0 0,1 0-1 0 0,-1 0 1 0 0,1 0-1 0 0,-1 0 1 0 0,0 0-1 0 0,1 0 1 0 0,-1 1-1 0 0,0-1 0 0 0,-1 1 1 0 0,1-1-1 0 0,0 1 1 0 0,-1 0-1 0 0,0 0 1 0 0,1 0-1 0 0,-1-1 1 0 0,0 1-1 0 0,0 0 1 0 0,-1 0-1 0 0,1 1 1 0 0,-1-1-1 0 0,1 0 1 0 0,-1 0-1 0 0,0 0 1 0 0,0 0-1 0 0,-1 0 1 0 0,1 0-1 0 0,0 0 1 0 0,-1 0-1 0 0,-2 6 1 0 0,0 5 28 0 0,-1 0 0 0 0,-1 0 0 0 0,0 0 0 0 0,-1-1 1 0 0,-11 18-1 0 0,-76 105 261 0 0,92-136-316 0 0,0 15 147 0 0,3-13-149 0 0,0 0 1 0 0,0-1-1 0 0,0 1 0 0 0,0-1 1 0 0,0 0-1 0 0,0 1 0 0 0,1-1 1 0 0,-1 0-1 0 0,0 0 0 0 0,1-1 1 0 0,-1 1-1 0 0,1 0 1 0 0,-1-1-1 0 0,1 0 0 0 0,-1 1 1 0 0,1-1-1 0 0,-1 0 0 0 0,5-1 1 0 0,61-4-97 0 0,-44 2-99 0 0,48-10-1801 0 0,-26-1-2436 0 0,-38 11 3160 0 0,16-5-1709 0 0</inkml:trace>
</inkml:ink>
</file>

<file path=ppt/ink/ink2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19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27 548 0 0,'-3'-27'12079'0'0,"5"50"-9929"0"0,8 60-2423 0 0,65 140 1572 0 0,-74-221-1301 0 0,0 0-1 0 0,0 0 0 0 0,-1 0 0 0 0,1 0 1 0 0,-1 0-1 0 0,0 0 0 0 0,1 0 0 0 0,-1 0 1 0 0,0 0-1 0 0,0 0 0 0 0,0 0 0 0 0,-1 0 0 0 0,1 0 1 0 0,0 0-1 0 0,-1 0 0 0 0,1 0 0 0 0,-1 0 1 0 0,0 0-1 0 0,0 0 0 0 0,-1 3 0 0 0,0-4-140 0 0,0 1-1 0 0,0-1 1 0 0,-1 1-1 0 0,1-1 1 0 0,0 0-1 0 0,0 0 1 0 0,-1 0-1 0 0,1 0 1 0 0,-1 0-1 0 0,1-1 1 0 0,0 1-1 0 0,-1-1 1 0 0,1 0-1 0 0,-1 1 1 0 0,0-1-1 0 0,1 0 1 0 0,-1-1-1 0 0,1 1 1 0 0,-3-1-1 0 0,-32-7-2396 0 0,12-7-2385 0 0,12 2 1883 0 0</inkml:trace>
</inkml:ink>
</file>

<file path=ppt/ink/ink2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19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1 104 572 0 0,'25'-16'1273'0'0,"1"1"-1"0"0,1 2 1 0 0,0 1-1 0 0,1 1 1 0 0,57-15-1 0 0,-66 22-1101 0 0,0 1-1 0 0,0 1 1 0 0,0 1-1 0 0,23 1 1 0 0,-28 1-912 0 0,0 0 1 0 0,0 1-1 0 0,-1 1 0 0 0,1 0 1 0 0,-1 1-1 0 0,18 8 1 0 0,-9-2-1444 0 0</inkml:trace>
</inkml:ink>
</file>

<file path=ppt/ink/ink2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19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6 127 828 0 0,'0'-2'538'0'0,"0"0"0"0"0,1 0 0 0 0,-1 0-1 0 0,0 1 1 0 0,1-1 0 0 0,0 0 0 0 0,-1 1 0 0 0,1-1 0 0 0,0 0-1 0 0,0 1 1 0 0,0-1 0 0 0,0 1 0 0 0,0 0 0 0 0,1-1 0 0 0,1-1-1 0 0,-3 3-414 0 0,1 0 0 0 0,0-1 0 0 0,-1 1 0 0 0,1 0 0 0 0,0 0 0 0 0,-1 0 0 0 0,1 0-1 0 0,0 0 1 0 0,0 0 0 0 0,-1 0 0 0 0,1 0 0 0 0,0 0 0 0 0,-1 0 0 0 0,1 0 0 0 0,0 0-1 0 0,0 1 1 0 0,-1-1 0 0 0,1 0 0 0 0,0 0 0 0 0,-1 1 0 0 0,1-1 0 0 0,-1 0 0 0 0,1 1-1 0 0,0-1 1 0 0,-1 1 0 0 0,1 0 0 0 0,6 5-134 0 0,-1 1 1 0 0,1 1-1 0 0,-2-1 1 0 0,10 15-1 0 0,-1-1 908 0 0,30 38-264 0 0,-19-24-160 0 0,1-2-1 0 0,59 59 1 0 0,-84-92-450 0 0,1 0-1 0 0,-1 0 1 0 0,1 0 0 0 0,0 0-1 0 0,-1 0 1 0 0,1 0 0 0 0,-1-1-1 0 0,1 1 1 0 0,-1 0 0 0 0,1-1-1 0 0,-1 0 1 0 0,1 1-1 0 0,-1-1 1 0 0,1 0 0 0 0,-1 1-1 0 0,0-1 1 0 0,1 0 0 0 0,-1 0-1 0 0,0 0 1 0 0,0 0 0 0 0,0 0-1 0 0,1-1 1 0 0,-1 1 0 0 0,-1 0-1 0 0,1 0 1 0 0,2-3-1 0 0,2-9 35 0 0,0 0-1 0 0,0-1 0 0 0,-1 1 0 0 0,-1-1 0 0 0,0 1 0 0 0,-1-1 0 0 0,-1 0 0 0 0,0 0 0 0 0,-1 0 0 0 0,-2-20 0 0 0,-3-21 56 0 0,-17-66 0 0 0,19 103-57 0 0,2 16-57 0 0,1 1-2 0 0,0 1 0 0 0,0 0 0 0 0,1 0 1 0 0,-1 0-1 0 0,0 0 0 0 0,0 0 0 0 0,0-1 0 0 0,0 1 0 0 0,0 0 1 0 0,0 0-1 0 0,0 0 0 0 0,0-1 0 0 0,0 1 0 0 0,0 0 1 0 0,0 0-1 0 0,0 0 0 0 0,0 0 0 0 0,0-1 0 0 0,0 1 0 0 0,0 0 1 0 0,-1 0-1 0 0,1 0 0 0 0,0 0 0 0 0,0 0 0 0 0,0-1 0 0 0,0 1 1 0 0,0 0-1 0 0,0 0 0 0 0,0 0 0 0 0,0 0 0 0 0,-1 0 1 0 0,1-1-1 0 0,0 1 0 0 0,0 0 0 0 0,0 0 0 0 0,0 0 0 0 0,0 0 1 0 0,-1 0-1 0 0,1 0 0 0 0,0 0 0 0 0,0 0 0 0 0,0 0 0 0 0,0 0 1 0 0,-1 0-1 0 0,1 0 0 0 0,0 0 0 0 0,0 0 0 0 0,0 0 1 0 0,0 0-1 0 0,-1 0 0 0 0,1 0 0 0 0,0 0 0 0 0,0 0 0 0 0,0 0 1 0 0,-1 0-1 0 0,1 0 0 0 0,0 0 0 0 0,0 0 0 0 0,-13 12-44 0 0,-11 23 21 0 0,-7 28-22 0 0,-38 116-1 0 0,8-17-1 0 0,60-158 42 0 0,-1 0 0 0 0,0 0 0 0 0,0 0 0 0 0,-1 0 0 0 0,1 0 0 0 0,-1-1 0 0 0,0 1 0 0 0,0-1 0 0 0,0 0 0 0 0,0 0 0 0 0,-1 0 1 0 0,1 0-1 0 0,-1 0 0 0 0,0-1 0 0 0,-4 3 0 0 0,6-5-10 0 0,-1-1 9 0 0,0 0 11 0 0,1 1 1 0 0,-1-1-1 0 0,1 0 1 0 0,-1 0-1 0 0,1 0 1 0 0,0-1-1 0 0,-1 1 1 0 0,1-1 0 0 0,0 1-1 0 0,0-1 1 0 0,0 0-1 0 0,0 0 1 0 0,0 0-1 0 0,1 0 1 0 0,-1 0 0 0 0,0 0-1 0 0,1 0 1 0 0,-1 0-1 0 0,1-1 1 0 0,0 1-1 0 0,0-1 1 0 0,0 1 0 0 0,0-1-1 0 0,1 1 1 0 0,-1-1-1 0 0,0 1 1 0 0,1-1-1 0 0,0 0 1 0 0,0 1 0 0 0,0-1-1 0 0,0 0 1 0 0,1-4-1 0 0,0 2 8 0 0,0 0 1 0 0,0 1-1 0 0,1-1 0 0 0,0 0 0 0 0,0 1 0 0 0,0 0 0 0 0,1-1 1 0 0,0 1-1 0 0,-1 0 0 0 0,1 1 0 0 0,1-1 0 0 0,-1 0 1 0 0,0 1-1 0 0,1-1 0 0 0,0 1 0 0 0,0 0 0 0 0,0 1 0 0 0,5-4 1 0 0,14-5 12 0 0,-1 2 0 0 0,1 0 0 0 0,0 1 0 0 0,1 2 0 0 0,0 0 0 0 0,42-4 0 0 0,-2 5-322 0 0,85 5-1 0 0,-3 12-2065 0 0,-50 1-3372 0 0,-83-11 4428 0 0,31 5-2567 0 0</inkml:trace>
</inkml:ink>
</file>

<file path=ppt/ink/ink2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22.8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79 256 0 0,'13'-30'5170'0'0,"-9"-18"5881"0"0,-6 53-11002 0 0,-14 59 167 0 0,-15 108-1 0 0,0 1-51 0 0,27-148-351 0 0,1-1-1 0 0,-1 29 1 0 0,4-51-121 0 0,-3 5-500 0 0</inkml:trace>
</inkml:ink>
</file>

<file path=ppt/ink/ink2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23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8 324 0 0,'8'-8'5609'0'0,"-3"9"-3980"0"0,-3 21-1338 0 0,0 0 0 0 0,2-1 0 0 0,1 1 0 0 0,1-1 0 0 0,0 0 0 0 0,2-1 0 0 0,0 0 0 0 0,1 0 0 0 0,1-1 0 0 0,1 0 0 0 0,16 21 0 0 0,-26-39-229 0 0,0 0 1 0 0,-1 1 0 0 0,1-1 0 0 0,0 0-1 0 0,0 0 1 0 0,0 0 0 0 0,1 1 0 0 0,-1-1-1 0 0,0 0 1 0 0,0-1 0 0 0,1 1 0 0 0,-1 0-1 0 0,0 0 1 0 0,1 0 0 0 0,-1-1 0 0 0,0 1-1 0 0,1-1 1 0 0,-1 1 0 0 0,1-1 0 0 0,-1 0-1 0 0,1 1 1 0 0,0-1 0 0 0,-1 0 0 0 0,1 0 0 0 0,-1 0-1 0 0,1 0 1 0 0,2-1 0 0 0,-2 0-16 0 0,1 0-1 0 0,0-1 1 0 0,-1 0 0 0 0,0 1 0 0 0,1-1-1 0 0,-1 0 1 0 0,0 0 0 0 0,0 0 0 0 0,0 0 0 0 0,0 0-1 0 0,0-1 1 0 0,0 1 0 0 0,1-5 0 0 0,4-4 43 0 0,-1-1 1 0 0,-1 0 0 0 0,0 0 0 0 0,-1 0-1 0 0,4-21 1 0 0,-6 16 153 0 0,0-1 1 0 0,-2 1-1 0 0,0 0 0 0 0,-3-23 0 0 0,2 37-138 0 0,-4 8-81 0 0,-11 14-15 0 0,1 1 1 0 0,0 0-1 0 0,2 1 1 0 0,0 0-1 0 0,-16 38 0 0 0,14-28-118 0 0,-1 0-1 0 0,-32 44 0 0 0,45-70 68 0 0,-1-1-1 0 0,0 1 1 0 0,0-1-1 0 0,-1 0 1 0 0,1 0-1 0 0,-1 0 1 0 0,-6 3-1 0 0,10-6 44 0 0,0 0-1 0 0,0-1 1 0 0,-1 1-1 0 0,1-1 1 0 0,0 0 0 0 0,0 1-1 0 0,0-1 1 0 0,0 0-1 0 0,-1 0 1 0 0,1 0-1 0 0,0 0 1 0 0,0 0-1 0 0,0 0 1 0 0,-1 0-1 0 0,1 0 1 0 0,0 0 0 0 0,0-1-1 0 0,0 1 1 0 0,-1 0-1 0 0,1-1 1 0 0,0 1-1 0 0,0-1 1 0 0,0 1-1 0 0,0-1 1 0 0,0 0-1 0 0,0 1 1 0 0,0-1-1 0 0,0 0 1 0 0,0 0 0 0 0,0 0-1 0 0,1 1 1 0 0,-1-1-1 0 0,0 0 1 0 0,0 0-1 0 0,1 0 1 0 0,-1-1-1 0 0,1 1 1 0 0,-1 0-1 0 0,0-2 1 0 0,1-1 11 0 0,1 0 0 0 0,-1 0-1 0 0,1 0 1 0 0,0 1 0 0 0,0-1 0 0 0,1 0 0 0 0,-1 0 0 0 0,1 1-1 0 0,0-1 1 0 0,0 1 0 0 0,0-1 0 0 0,4-4 0 0 0,0 0-55 0 0,0 1-1 0 0,1 0 1 0 0,0 1 0 0 0,0 0 0 0 0,0 0 0 0 0,1 0 0 0 0,0 1 0 0 0,0 0-1 0 0,0 1 1 0 0,1 0 0 0 0,-1 0 0 0 0,1 1 0 0 0,13-4 0 0 0,51-9-2261 0 0,-3 8-3622 0 0,-38 6 2448 0 0</inkml:trace>
</inkml:ink>
</file>

<file path=ppt/ink/ink2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26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270 112 992 0 0,'0'-7'732'0'0,"1"-1"-1"0"0,-1 0 1 0 0,0 1-1 0 0,-1-1 1 0 0,1 0 0 0 0,-4-9-1 0 0,4 14-562 0 0,-1 0 0 0 0,0 1 1 0 0,0-1-1 0 0,0 1 0 0 0,0-1 0 0 0,0 1 0 0 0,0-1 0 0 0,-1 1 1 0 0,1 0-1 0 0,-1-1 0 0 0,0 1 0 0 0,1 0 0 0 0,-1 0 0 0 0,0 0 1 0 0,0 1-1 0 0,-1-1 0 0 0,1 0 0 0 0,0 1 0 0 0,-1-1 0 0 0,-2-1 1 0 0,2 3-121 0 0,1-1 1 0 0,0 1 0 0 0,0 0 0 0 0,0 0 0 0 0,-1 0 0 0 0,1 0-1 0 0,0 0 1 0 0,0 0 0 0 0,-1 0 0 0 0,1 1 0 0 0,0-1 0 0 0,0 1-1 0 0,0-1 1 0 0,0 1 0 0 0,0 0 0 0 0,0 0 0 0 0,0 0 0 0 0,-4 3-1 0 0,-33 27 341 0 0,30-22-280 0 0,-6 3-14 0 0,1 1-1 0 0,1 1 1 0 0,0 0-1 0 0,1 1 1 0 0,0 0-1 0 0,1 1 1 0 0,-16 31-1 0 0,23-39-71 0 0,1 0 0 0 0,0 1 0 0 0,1-1-1 0 0,0 0 1 0 0,0 1 0 0 0,0-1 0 0 0,1 1-1 0 0,1 0 1 0 0,0-1 0 0 0,0 1 0 0 0,0 0 0 0 0,1-1-1 0 0,0 1 1 0 0,1-1 0 0 0,0 1 0 0 0,0-1-1 0 0,1 0 1 0 0,0 1 0 0 0,6 10 0 0 0,-5-13-10 0 0,-1-1 0 0 0,1 1 0 0 0,1-1 0 0 0,-1 0 0 0 0,1 0 0 0 0,-1 0 0 0 0,1-1 0 0 0,1 0 0 0 0,-1 0 0 0 0,1 0 0 0 0,-1-1 0 0 0,1 1 0 0 0,0-1 0 0 0,0-1 0 0 0,1 1 0 0 0,-1-1 0 0 0,0 0 0 0 0,1 0 0 0 0,-1-1 0 0 0,1 0 0 0 0,9 0 0 0 0,-6 0 6 0 0,1-1 1 0 0,-1 0 0 0 0,0-1 0 0 0,0 0 0 0 0,0 0 0 0 0,1-1-1 0 0,-1 0 1 0 0,-1-1 0 0 0,1-1 0 0 0,0 1 0 0 0,-1-1 0 0 0,0-1-1 0 0,12-7 1 0 0,-13 6 61 0 0,1 0 1 0 0,-1-1-1 0 0,-1 0 0 0 0,1-1 0 0 0,-1 0 0 0 0,-1 0 0 0 0,1 0 1 0 0,-1-1-1 0 0,-1 0 0 0 0,0 0 0 0 0,0 0 0 0 0,-1-1 1 0 0,0 0-1 0 0,0 0 0 0 0,-1 0 0 0 0,-1 0 0 0 0,0 0 1 0 0,0 0-1 0 0,-1-1 0 0 0,0 1 0 0 0,0-1 0 0 0,-2 1 0 0 0,1-1 1 0 0,-1 1-1 0 0,-1-1 0 0 0,0 1 0 0 0,0 0 0 0 0,-1 0 1 0 0,-7-17-1 0 0,4 15-79 0 0,0 1 1 0 0,0 1-1 0 0,-1-1 1 0 0,-1 1 0 0 0,0 0-1 0 0,0 1 1 0 0,-13-11-1 0 0,20 19-395 0 0,1 1 360 0 0,0 0 0 0 0,0-1 1 0 0,0 1-1 0 0,0 0 0 0 0,0 0 0 0 0,-1 0 1 0 0,1 0-1 0 0,0-1 0 0 0,0 1 0 0 0,0 0 1 0 0,0 0-1 0 0,0 0 0 0 0,0 0 0 0 0,0 0 1 0 0,-1 0-1 0 0,1 0 0 0 0,0-1 0 0 0,0 1 1 0 0,0 0-1 0 0,0 0 0 0 0,0 0 1 0 0,-1 0-1 0 0,1 0 0 0 0,0 0 0 0 0,0 0 1 0 0,0 0-1 0 0,-1 0 0 0 0,1 0 0 0 0,0 0 1 0 0,0 0-1 0 0,0 0 0 0 0,0 0 0 0 0,-1 0 1 0 0,1 0-1 0 0,0 0 0 0 0,0 0 1 0 0,0 0-1 0 0,0 0 0 0 0,-1 0 0 0 0,1 0 1 0 0,0 0-1 0 0,0 0 0 0 0,0 0 0 0 0,0 1 1 0 0,0-1-1 0 0,-1 0 0 0 0,1 0 0 0 0,0 0 1 0 0,0 0-1 0 0,0 0 0 0 0,0 0 1 0 0,0 1-1 0 0,0-1 0 0 0,0 0 0 0 0,-1 0 1 0 0,1 0-1 0 0,0 0 0 0 0,0 1 0 0 0,0-1 1 0 0,0 0-1 0 0,0 0 0 0 0,0 0 0 0 0,0 1 1 0 0,-12 11-1781 0 0,9-9 1649 0 0,1 5-1064 0 0</inkml:trace>
</inkml:ink>
</file>

<file path=ppt/ink/ink2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26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94 76 0 0,'1'-80'12305'0'0,"0"77"-11989"0"0,0-5-111 0 0,2 6-2643 0 0,1 2 2070 0 0,1 1 4 0 0,5 1-4571 0 0,10 2 2234 0 0</inkml:trace>
</inkml:ink>
</file>

<file path=ppt/ink/ink2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26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84 468 0 0,'2'-5'456'0'0,"2"-1"0"0"0,-1 1 0 0 0,0 0 0 0 0,1 1 0 0 0,0-1 0 0 0,0 1 1 0 0,0-1-1 0 0,1 1 0 0 0,-1 0 0 0 0,1 1 0 0 0,0-1 0 0 0,0 1 0 0 0,6-3 0 0 0,-4 3-197 0 0,1 0 1 0 0,-1 0-1 0 0,1 0 0 0 0,0 1 1 0 0,0 0-1 0 0,0 0 0 0 0,0 1 1 0 0,0 0-1 0 0,12 1 0 0 0,-15 0-215 0 0,-1 0-1 0 0,1 0 0 0 0,0 0 0 0 0,0 1 0 0 0,0 0 0 0 0,0 0 1 0 0,0 0-1 0 0,-1 1 0 0 0,1 0 0 0 0,0-1 0 0 0,-1 2 1 0 0,1-1-1 0 0,-1 0 0 0 0,0 1 0 0 0,0 0 0 0 0,0 0 0 0 0,0 0 1 0 0,-1 1-1 0 0,1-1 0 0 0,-1 1 0 0 0,0-1 0 0 0,0 1 1 0 0,0 1-1 0 0,0-1 0 0 0,-1 0 0 0 0,1 0 0 0 0,-1 1 0 0 0,0-1 1 0 0,-1 1-1 0 0,1 0 0 0 0,-1 0 0 0 0,0-1 0 0 0,0 1 1 0 0,0 8-1 0 0,-1 0-8 0 0,-1 0 1 0 0,0 0-1 0 0,-1 0 1 0 0,-1-1-1 0 0,0 1 1 0 0,0-1-1 0 0,-1 1 1 0 0,-1-1-1 0 0,0-1 1 0 0,-9 17-1 0 0,4-11 19 0 0,-1 0-1 0 0,0-1 0 0 0,-1 0 0 0 0,-1 0 0 0 0,-1-2 0 0 0,-15 15 0 0 0,27-29-6 0 0,1 1 1 0 0,0 0-1 0 0,-1 0 1 0 0,1 0-1 0 0,0 0 1 0 0,0 0-1 0 0,-1 0 0 0 0,1 0 1 0 0,0 0-1 0 0,0 1 1 0 0,0-1-1 0 0,0 0 1 0 0,1 1-1 0 0,-1-1 1 0 0,0 1-1 0 0,1-1 1 0 0,-1 0-1 0 0,0 1 1 0 0,1 0-1 0 0,0-1 0 0 0,-1 4 1 0 0,2-4-28 0 0,0-1-1 0 0,0 1 1 0 0,0 0 0 0 0,0-1-1 0 0,0 1 1 0 0,0-1 0 0 0,1 1 0 0 0,-1-1-1 0 0,0 1 1 0 0,0-1 0 0 0,0 0-1 0 0,1 1 1 0 0,-1-1 0 0 0,0 0 0 0 0,0 0-1 0 0,1 0 1 0 0,-1 0 0 0 0,0 0-1 0 0,0 0 1 0 0,3-1 0 0 0,87-17 197 0 0,-84 17-145 0 0,141-24-674 0 0,-81 16-1768 0 0,-1-4-3321 0 0,-48 9 2987 0 0</inkml:trace>
</inkml:ink>
</file>

<file path=ppt/ink/ink2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27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11 912 0 0,'-1'-1'237'0'0,"0"0"-1"0"0,-1 0 1 0 0,1 0-1 0 0,0 0 1 0 0,0 0 0 0 0,-1 1-1 0 0,1-1 1 0 0,-1 0-1 0 0,1 1 1 0 0,0-1 0 0 0,-1 1-1 0 0,1-1 1 0 0,-1 1-1 0 0,0 0 1 0 0,1 0 0 0 0,-1 0-1 0 0,1 0 1 0 0,-1 0-1 0 0,1 0 1 0 0,-1 0-1 0 0,1 0 1 0 0,-1 1 0 0 0,1-1-1 0 0,-1 0 1 0 0,1 1-1 0 0,-1-1 1 0 0,1 1 0 0 0,0 0-1 0 0,-1 0 1 0 0,1-1-1 0 0,-2 3 1 0 0,2-1-147 0 0,0 1 0 0 0,0-1 0 0 0,0 1 0 0 0,0 0 0 0 0,0 0 0 0 0,1-1 0 0 0,-1 1 1 0 0,1 0-1 0 0,0 0 0 0 0,0 0 0 0 0,0-1 0 0 0,0 1 0 0 0,1 0 0 0 0,-1 0 0 0 0,1 0 0 0 0,-1-1 0 0 0,3 5 0 0 0,6 17 167 0 0,0-1 0 0 0,2 0 0 0 0,1-1 0 0 0,0 0-1 0 0,27 33 1 0 0,15 29 192 0 0,-49-75-404 0 0,-1-4 7 0 0,-1 0 0 0 0,0 1-1 0 0,-1-1 1 0 0,1 1 0 0 0,-1-1 0 0 0,2 9 0 0 0,-4-12 28 0 0,-25 21-294 0 0,20-23-54 0 0,0 0-1 0 0,0 0 0 0 0,0 0 0 0 0,1 0 0 0 0,-1-1 1 0 0,0 1-1 0 0,0-1 0 0 0,0-1 0 0 0,0 1 0 0 0,1-1 0 0 0,-10-4 1 0 0,-14-9-3553 0 0,24 13 3077 0 0,-13-6-1834 0 0</inkml:trace>
</inkml:ink>
</file>

<file path=ppt/ink/ink2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27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1 105 180 0 0,'14'-12'734'0'0,"2"1"0"0"0,0 1-1 0 0,0 0 1 0 0,1 1 0 0 0,0 1 0 0 0,0 1 0 0 0,1 0 0 0 0,0 1-1 0 0,0 1 1 0 0,37-5 0 0 0,-17 5-1003 0 0,47 1 0 0 0,37 7-4063 0 0,-91-3 2426 0 0</inkml:trace>
</inkml:ink>
</file>

<file path=ppt/ink/ink2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28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27 200 0 0,'30'23'5230'0'0,"22"29"-2622"0"0,-41-39-2217 0 0,1 0 0 0 0,1-1-1 0 0,24 18 1 0 0,23 11 299 0 0,1-2-1 0 0,2-3 1 0 0,2-3 0 0 0,98 35 0 0 0,-161-67-678 0 0,0-1 1 0 0,-1 1-1 0 0,1 0 1 0 0,0-1 0 0 0,-1 1-1 0 0,1-1 1 0 0,0 0-1 0 0,-1 0 1 0 0,1 0-1 0 0,0 0 1 0 0,0 0-1 0 0,-1 0 1 0 0,1 0-1 0 0,0 0 1 0 0,0 0-1 0 0,-1-1 1 0 0,1 1 0 0 0,0-1-1 0 0,-1 0 1 0 0,1 1-1 0 0,0-1 1 0 0,-1 0-1 0 0,2-1 1 0 0,-2 0-8 0 0,0 0-1 0 0,0 1 1 0 0,0-1 0 0 0,0 0 0 0 0,0 0 0 0 0,0 0 0 0 0,-1 0 0 0 0,1 0-1 0 0,-1-1 1 0 0,1 1 0 0 0,-1 0 0 0 0,0 0 0 0 0,0 0 0 0 0,0 0 0 0 0,0 0-1 0 0,0 0 1 0 0,-1-1 0 0 0,1 1 0 0 0,-2-3 0 0 0,-3-23 96 0 0,-2 0 0 0 0,-1 0 0 0 0,-1 1 0 0 0,-1 0 0 0 0,-2 0 0 0 0,-1 1-1 0 0,0 1 1 0 0,-2 0 0 0 0,-19-23 0 0 0,-12-1 925 0 0,44 48-916 0 0,0 2-105 0 0,0-1 1 0 0,0 1-1 0 0,0 0 0 0 0,0 0 1 0 0,1 0-1 0 0,-1 0 1 0 0,0 1-1 0 0,0-1 1 0 0,1 0-1 0 0,-1 1 0 0 0,1-1 1 0 0,-1 1-1 0 0,1 0 1 0 0,-1-1-1 0 0,1 1 1 0 0,0 0-1 0 0,0 0 0 0 0,0 0 1 0 0,0 0-1 0 0,0 0 1 0 0,1 0-1 0 0,-2 2 0 0 0,-14 53 62 0 0,14-51-60 0 0,-24 150 90 0 0,3-10 33 0 0,21-139-165 0 0,1 0-1 0 0,-1-1 0 0 0,-1 1 1 0 0,1-1-1 0 0,-1 0 0 0 0,0 0 1 0 0,-1 0-1 0 0,1 0 0 0 0,-1 0 1 0 0,0-1-1 0 0,-9 9 0 0 0,11-12-5 0 0,-1 0 0 0 0,1-1-1 0 0,0 1 1 0 0,0-1 0 0 0,-1 0-1 0 0,1 1 1 0 0,-1-1 0 0 0,0 0 0 0 0,1-1-1 0 0,-1 1 1 0 0,0 0 0 0 0,1-1-1 0 0,-1 0 1 0 0,0 1 0 0 0,0-1-1 0 0,1 0 1 0 0,-1 0 0 0 0,0-1-1 0 0,0 1 1 0 0,1 0 0 0 0,-1-1-1 0 0,0 0 1 0 0,1 0 0 0 0,-1 0-1 0 0,1 0 1 0 0,-1 0 0 0 0,1 0-1 0 0,-1 0 1 0 0,1-1 0 0 0,0 0-1 0 0,0 1 1 0 0,-4-4 0 0 0,-2-2-77 0 0,0-1 0 0 0,0 0 0 0 0,1 0 0 0 0,0 0 0 0 0,1-1 0 0 0,-9-13 0 0 0,15 21 114 0 0,-1 0 8 0 0,1 1-1 0 0,-1 0 1 0 0,1-1-1 0 0,-1 1 1 0 0,1 0-1 0 0,-1-1 1 0 0,1 1-1 0 0,0-1 1 0 0,-1 1-1 0 0,1-1 1 0 0,0 1-1 0 0,0-1 0 0 0,-1 1 1 0 0,1-1-1 0 0,0 1 1 0 0,0-1-1 0 0,-1 0 1 0 0,1 1-1 0 0,0-1 1 0 0,0 1-1 0 0,0-1 1 0 0,0 1-1 0 0,0-1 1 0 0,0 0-1 0 0,0 1 1 0 0,0-1-1 0 0,0 1 1 0 0,0-1-1 0 0,1 0 1 0 0,-1 1-1 0 0,0-1 1 0 0,0 1-1 0 0,0-1 1 0 0,1 0-1 0 0,5-19 92 0 0,-3 17-86 0 0,0 0 0 0 0,0 1-1 0 0,1-1 1 0 0,-1 1 0 0 0,1-1 0 0 0,-1 1 0 0 0,1 0-1 0 0,0 0 1 0 0,0 1 0 0 0,0-1 0 0 0,6-1 0 0 0,50-9 25 0 0,-42 9-22 0 0,327-52-589 0 0,-196 37-7504 0 0,-134 17 5205 0 0</inkml:trace>
</inkml:ink>
</file>

<file path=ppt/ink/ink2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30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251 53 964 0 0,'-2'-4'507'0'0,"1"0"-1"0"0,-1 0 1 0 0,0 0-1 0 0,0 1 1 0 0,0-1-1 0 0,0 1 1 0 0,-1 0-1 0 0,1-1 1 0 0,-1 1-1 0 0,0 0 1 0 0,0 0-1 0 0,0 1 1 0 0,-7-5-1 0 0,9 6-454 0 0,-1 1 0 0 0,1 0 0 0 0,-1 0-1 0 0,1 0 1 0 0,-1 0 0 0 0,1 0 0 0 0,-1 0 0 0 0,0 1-1 0 0,1-1 1 0 0,-1 0 0 0 0,1 1 0 0 0,-1-1-1 0 0,1 1 1 0 0,0 0 0 0 0,-1-1 0 0 0,1 1-1 0 0,0 0 1 0 0,-1 0 0 0 0,1 0 0 0 0,-2 1-1 0 0,-27 23 425 0 0,26-22-384 0 0,-11 11 63 0 0,0 1-1 0 0,1 0 1 0 0,1 1-1 0 0,0 1 1 0 0,1 0-1 0 0,1 0 1 0 0,1 1-1 0 0,-12 28 1 0 0,18-38-120 0 0,1-1 1 0 0,0 0 0 0 0,1 1 0 0 0,0-1-1 0 0,0 1 1 0 0,1 0 0 0 0,0-1 0 0 0,0 1-1 0 0,1 0 1 0 0,0 0 0 0 0,0 0 0 0 0,1 0 0 0 0,0 0-1 0 0,0-1 1 0 0,1 1 0 0 0,0 0 0 0 0,0-1-1 0 0,1 1 1 0 0,0-1 0 0 0,0 0 0 0 0,1 0-1 0 0,0 0 1 0 0,0-1 0 0 0,0 1 0 0 0,8 7-1 0 0,-8-9-3 0 0,1-1-1 0 0,0 0 0 0 0,0 0 0 0 0,0-1 0 0 0,0 0 0 0 0,1 1 0 0 0,-1-2 1 0 0,1 1-1 0 0,0-1 0 0 0,0 0 0 0 0,0 0 0 0 0,0 0 0 0 0,0-1 1 0 0,0 0-1 0 0,1 0 0 0 0,-1-1 0 0 0,0 1 0 0 0,1-1 0 0 0,-1-1 0 0 0,0 1 1 0 0,0-1-1 0 0,1 0 0 0 0,-1-1 0 0 0,0 1 0 0 0,0-1 0 0 0,0-1 0 0 0,0 1 1 0 0,10-7-1 0 0,-8 5 51 0 0,0-1 0 0 0,-1 1-1 0 0,0-2 1 0 0,0 1 0 0 0,0-1 0 0 0,0 0 0 0 0,-1 0 0 0 0,0-1 0 0 0,-1 0 0 0 0,1 0-1 0 0,-1 0 1 0 0,0-1 0 0 0,-1 0 0 0 0,0 0 0 0 0,0 0 0 0 0,-1 0 0 0 0,0 0 0 0 0,0-1-1 0 0,2-16 1 0 0,-4 10-1 0 0,-1 0 0 0 0,0 0 0 0 0,-1 1-1 0 0,0-1 1 0 0,-1 0 0 0 0,-1 1 0 0 0,-1-1-1 0 0,0 1 1 0 0,-1 0 0 0 0,0 0 0 0 0,-1 0-1 0 0,0 1 1 0 0,-1 0 0 0 0,-1 0 0 0 0,0 1-1 0 0,-1 0 1 0 0,-19-20 0 0 0,27 31-429 0 0,0 1 164 0 0,1-1 0 0 0,-1 1 1 0 0,0 0-1 0 0,1 0 0 0 0,-1 0 0 0 0,0 0 1 0 0,1 1-1 0 0,-1-1 0 0 0,0 0 0 0 0,1 0 1 0 0,-1 0-1 0 0,0 0 0 0 0,1 1 1 0 0,-1-1-1 0 0,1 0 0 0 0,-1 1 0 0 0,0-1 1 0 0,1 0-1 0 0,-1 1 0 0 0,1-1 0 0 0,-1 1 1 0 0,1-1-1 0 0,-1 1 0 0 0,1-1 1 0 0,0 1-1 0 0,-1-1 0 0 0,1 1 0 0 0,0-1 1 0 0,-1 1-1 0 0,1 0 0 0 0,0-1 0 0 0,0 1 1 0 0,-1 0-1 0 0,1-1 0 0 0,0 1 1 0 0,0 0-1 0 0,0-1 0 0 0,0 1 0 0 0,0 0 1 0 0,0-1-1 0 0,0 1 0 0 0,0 0 0 0 0,0-1 1 0 0,0 1-1 0 0,0 0 0 0 0,0-1 1 0 0,1 1-1 0 0,-1-1 0 0 0,0 1 0 0 0,0 0 1 0 0,1-1-1 0 0,0 2 0 0 0,4 13-3155 0 0</inkml:trace>
</inkml:ink>
</file>

<file path=ppt/ink/ink2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30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78 900 0 0,'2'-2'520'0'0,"0"1"-1"0"0,0-1 1 0 0,-1 0-1 0 0,1 0 1 0 0,0 0 0 0 0,-1-1-1 0 0,0 1 1 0 0,1 0-1 0 0,-1 0 1 0 0,0-1-1 0 0,0 1 1 0 0,0-1 0 0 0,-1 1-1 0 0,1-1 1 0 0,-1 1-1 0 0,1-1 1 0 0,-1 1-1 0 0,0-1 1 0 0,0 1 0 0 0,0-1-1 0 0,0 0 1 0 0,0 1-1 0 0,-1-1 1 0 0,1 1-1 0 0,-2-5 1 0 0,2 5-293 0 0,0 0 711 0 0,1-1-978 0 0,2-3-254 0 0,21 15-9496 0 0,-12-4 6724 0 0</inkml:trace>
</inkml:ink>
</file>

<file path=ppt/ink/ink2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31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6 836 0 0,'-3'-6'11537'0'0,"-102"326"-9785"0"0,102-313-1722 0 0,1-1-8 0 0,-1 0 1 0 0,1 0-1 0 0,0 1 1 0 0,0-1-1 0 0,1 1 0 0 0,0-1 1 0 0,0 1-1 0 0,1-1 1 0 0,0 1-1 0 0,1 11 0 0 0,-1-16-26 0 0,1 0 1 0 0,0-1-1 0 0,1 1 0 0 0,-1 0 0 0 0,0-1 0 0 0,0 1 0 0 0,1-1 0 0 0,-1 1 1 0 0,1-1-1 0 0,-1 0 0 0 0,1 0 0 0 0,-1 1 0 0 0,1-1 0 0 0,0 0 1 0 0,0 0-1 0 0,-1-1 0 0 0,1 1 0 0 0,0 0 0 0 0,0-1 0 0 0,0 1 0 0 0,0-1 1 0 0,4 1-1 0 0,40-5-122 0 0,-31 1 75 0 0,-6 2 122 0 0,1 0 0 0 0,-1-1 0 0 0,0 0 1 0 0,0 0-1 0 0,0-1 0 0 0,0 0 0 0 0,-1-1 0 0 0,1 0 0 0 0,-1 0 1 0 0,0-1-1 0 0,0 0 0 0 0,-1 0 0 0 0,1-1 0 0 0,-1 0 0 0 0,0 0 1 0 0,-1-1-1 0 0,1 0 0 0 0,-2 0 0 0 0,1-1 0 0 0,-1 1 0 0 0,0-1 1 0 0,6-13-1 0 0,-10 20 211 0 0,-6 23 1240 0 0,-1 3-1539 0 0,-5 45-1 0 0,10-48-469 0 0,2 0 1 0 0,0 1-1 0 0,8 36 0 0 0,-8-52 29 0 0,0 0 0 0 0,1-1 0 0 0,0 1-1 0 0,1 0 1 0 0,-1-1 0 0 0,1 1 0 0 0,0-1-1 0 0,1 0 1 0 0,0 0 0 0 0,0 0 0 0 0,0 0-1 0 0,0-1 1 0 0,1 1 0 0 0,0-1 0 0 0,10 7-1 0 0,-2-5-2670 0 0,4-4 239 0 0</inkml:trace>
</inkml:ink>
</file>

<file path=ppt/ink/ink2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32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23 720 0 0,'7'-14'4173'0'0,"-7"13"-4053"0"0,0 1 0 0 0,0 0 0 0 0,0-1 0 0 0,0 1 0 0 0,0 0 0 0 0,0-1 0 0 0,0 1 0 0 0,0-1 0 0 0,1 1 0 0 0,-1 0 0 0 0,0-1 0 0 0,0 1 0 0 0,0 0-1 0 0,1 0 1 0 0,-1-1 0 0 0,0 1 0 0 0,0 0 0 0 0,1-1 0 0 0,-1 1 0 0 0,0 0 0 0 0,1 0 0 0 0,-1 0 0 0 0,0-1 0 0 0,1 1 0 0 0,-1 0 0 0 0,0 0 0 0 0,1 0 0 0 0,-1 0 0 0 0,0 0 0 0 0,1-1 0 0 0,-1 1 0 0 0,1 0 0 0 0,-1 0 0 0 0,0 0 0 0 0,1 0 0 0 0,-1 0 0 0 0,0 0 0 0 0,1 1 0 0 0,21 32 960 0 0,30 63 0 0 0,9 17-315 0 0,-35-71-533 0 0,1-2-1 0 0,2-1 1 0 0,54 55-1 0 0,-83-93-230 0 0,1-1 1 0 0,0 0-1 0 0,0 1 0 0 0,-1-1 0 0 0,1 0 0 0 0,0 0 0 0 0,0 0 1 0 0,0 1-1 0 0,-1-1 0 0 0,1 0 0 0 0,0 0 0 0 0,0 0 1 0 0,-1 0-1 0 0,1 0 0 0 0,0-1 0 0 0,0 1 0 0 0,0 0 0 0 0,-1 0 1 0 0,1 0-1 0 0,0-1 0 0 0,0 1 0 0 0,-1 0 0 0 0,1-1 1 0 0,0 1-1 0 0,-1-1 0 0 0,1 1 0 0 0,0-1 0 0 0,-1 1 0 0 0,1-1 1 0 0,-1 1-1 0 0,1-1 0 0 0,-1 1 0 0 0,1-1 0 0 0,-1 0 0 0 0,1 1 1 0 0,-1-1-1 0 0,0 0 0 0 0,1 0 0 0 0,-1 1 0 0 0,0-1 1 0 0,1 0-1 0 0,-1 0 0 0 0,0 0 0 0 0,14-33-1 0 0,-10 9 6 0 0,0 0 0 0 0,-2-1 0 0 0,-1 1 0 0 0,-1 0 0 0 0,-4-37 0 0 0,1 44 71 0 0,0-1 0 0 0,0 1 0 0 0,-2 0 0 0 0,0 0 0 0 0,-2 0 0 0 0,0 1 0 0 0,0 0 0 0 0,-12-17 0 0 0,16 29-16 0 0,2 3-28 0 0,0-1 0 0 0,-1 0 1 0 0,1 1-1 0 0,-1 0 0 0 0,1-1 0 0 0,-1 1 1 0 0,0 0-1 0 0,0 0 0 0 0,-1 0 1 0 0,1 0-1 0 0,0 0 0 0 0,0 0 0 0 0,-1 1 1 0 0,1-1-1 0 0,-1 1 0 0 0,-3-2 1 0 0,4 4-30 0 0,0 0 0 0 0,-1-1 0 0 0,1 1 0 0 0,0 0 0 0 0,0 1 0 0 0,0-1 0 0 0,0 0 0 0 0,1 0 0 0 0,-1 1 0 0 0,0-1 0 0 0,0 1 0 0 0,1 0 0 0 0,-1 0 0 0 0,1-1 0 0 0,-1 1 0 0 0,1 0 0 0 0,-1 3 0 0 0,-23 39 31 0 0,22-40-28 0 0,-12 31 25 0 0,1 1-1 0 0,2 1 1 0 0,-16 74-1 0 0,21-71 13 0 0,-3-1 1 0 0,-1-1-1 0 0,-24 55 1 0 0,33-91-33 0 0,1 1 1 0 0,-1 0-1 0 0,0 0 0 0 0,1-1 1 0 0,-1 1-1 0 0,-1-1 1 0 0,1 1-1 0 0,0-1 1 0 0,0 0-1 0 0,-5 3 0 0 0,6-4 23 0 0,-3-1-29 0 0,1 0 1 0 0,0 0-1 0 0,0-1 1 0 0,0 1-1 0 0,-1-1 0 0 0,1 0 1 0 0,0 0-1 0 0,0 0 0 0 0,0 0 1 0 0,0-1-1 0 0,-3-1 0 0 0,5 3 2 0 0,0-1 15 0 0,-1 0 0 0 0,1 0 0 0 0,-1 0 0 0 0,0 0 0 0 0,1-1 0 0 0,0 1 0 0 0,-1 0 0 0 0,1-1 0 0 0,0 1 0 0 0,0-1 0 0 0,0 1 0 0 0,0-1 0 0 0,0 0 1 0 0,0 1-1 0 0,0-1 0 0 0,0 0 0 0 0,1 0 0 0 0,-1 0 0 0 0,1 1 0 0 0,-1-1 0 0 0,1 0 0 0 0,0 0 0 0 0,0 0 0 0 0,0 0 0 0 0,0 0 0 0 0,0 0 0 0 0,0 0 0 0 0,0 0 0 0 0,1 1 0 0 0,0-4 0 0 0,0 1 17 0 0,0 1-1 0 0,1-1 1 0 0,-1 1 0 0 0,1-1 0 0 0,0 1-1 0 0,0 0 1 0 0,0 0 0 0 0,0 0 0 0 0,0 0-1 0 0,1 0 1 0 0,-1 1 0 0 0,1-1-1 0 0,5-4 1 0 0,9-1 3 0 0,0 0 0 0 0,1 1 0 0 0,0 0 0 0 0,0 2 0 0 0,0 0 0 0 0,1 1 0 0 0,32-2 0 0 0,39-11 7 0 0,-5 1-763 0 0,-83 16 475 0 0,-15 4-5848 0 0,2 0 5287 0 0,-3 2-3137 0 0,1 1 900 0 0</inkml:trace>
</inkml:ink>
</file>

<file path=ppt/ink/ink2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34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242 141 528 0 0,'1'-6'438'0'0,"0"0"0"0"0,-1 0 1 0 0,0-1-1 0 0,0 1 0 0 0,-1 0 0 0 0,1 0 0 0 0,-1 0 0 0 0,-1-1 1 0 0,1 1-1 0 0,-1 0 0 0 0,0 1 0 0 0,-1-1 0 0 0,1 0 0 0 0,-1 1 1 0 0,0-1-1 0 0,0 1 0 0 0,-1 0 0 0 0,0 0 0 0 0,-5-6 1 0 0,7 10-392 0 0,1 1 0 0 0,-1-1 0 0 0,0 1 0 0 0,0-1 0 0 0,0 1 0 0 0,0 0 0 0 0,0-1 0 0 0,1 1 0 0 0,-1 0 0 0 0,0 0 0 0 0,0 0 0 0 0,0 1 0 0 0,0-1 0 0 0,0 0 0 0 0,0 1 0 0 0,1-1 0 0 0,-1 1 0 0 0,0 0 0 0 0,0-1 0 0 0,1 1 1 0 0,-1 0-1 0 0,-1 1 0 0 0,-37 25 420 0 0,36-24-399 0 0,-6 5 12 0 0,0 1 0 0 0,0 0 0 0 0,1 0 0 0 0,0 1 0 0 0,1 0 0 0 0,0 0 1 0 0,1 1-1 0 0,0 0 0 0 0,0 1 0 0 0,1 0 0 0 0,1 0 0 0 0,0 0 0 0 0,-6 23 0 0 0,10-28-56 0 0,-1 0 0 0 0,2 0 0 0 0,-1 0 0 0 0,1 0 0 0 0,0 0 0 0 0,0 0-1 0 0,1 0 1 0 0,0 0 0 0 0,0 1 0 0 0,1-2 0 0 0,0 1 0 0 0,0 0 0 0 0,0 0 0 0 0,1 0 0 0 0,0-1 0 0 0,1 0 0 0 0,-1 0 0 0 0,1 0-1 0 0,0 0 1 0 0,1 0 0 0 0,-1-1 0 0 0,1 1 0 0 0,0-1 0 0 0,1-1 0 0 0,-1 1 0 0 0,10 6 0 0 0,-5-5 27 0 0,0 0 0 0 0,1 0 1 0 0,-1-1-1 0 0,1 0 0 0 0,0-1 1 0 0,0 0-1 0 0,0-1 0 0 0,1-1 0 0 0,-1 1 1 0 0,1-2-1 0 0,-1 1 0 0 0,1-2 0 0 0,0 0 1 0 0,-1 0-1 0 0,1-1 0 0 0,16-3 1 0 0,-19 2 42 0 0,0 0 0 0 0,-1-1 0 0 0,0 0 0 0 0,0 0 0 0 0,0-1 0 0 0,0 0 1 0 0,0-1-1 0 0,-1 1 0 0 0,1-1 0 0 0,-1-1 0 0 0,-1 1 0 0 0,1-1 0 0 0,-1-1 1 0 0,0 1-1 0 0,0-1 0 0 0,-1 0 0 0 0,0 0 0 0 0,0-1 0 0 0,-1 1 0 0 0,0-1 1 0 0,0 0-1 0 0,3-11 0 0 0,-2 2 145 0 0,0 0 0 0 0,-1-1-1 0 0,-1 0 1 0 0,-1 1 0 0 0,0-1 0 0 0,-3-35 0 0 0,1 42-231 0 0,-1-1-1 0 0,-1 1 1 0 0,0 0 0 0 0,-1 0-1 0 0,0 0 1 0 0,-1 0 0 0 0,0 1-1 0 0,0-1 1 0 0,-1 1 0 0 0,-1 0-1 0 0,-11-17 1 0 0,16 26-516 0 0,-3 3-1810 0 0,-12 20-248 0 0,13-3-3283 0 0</inkml:trace>
</inkml:ink>
</file>

<file path=ppt/ink/ink2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34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0 110 1028 0 0,'8'-94'11622'0'0,"-8"93"-11659"0"0,-1 1 0 0 0,1-1 0 0 0,0 1 0 0 0,0-1 0 0 0,0 0 0 0 0,0 1 0 0 0,1-1 0 0 0,-1 1 0 0 0,0-1 0 0 0,0 1 0 0 0,0-1 0 0 0,0 1 0 0 0,0-1 0 0 0,1 1 0 0 0,-1-1 0 0 0,0 1 0 0 0,0-1 0 0 0,1 1 0 0 0,-1-1 0 0 0,0 1 0 0 0,1 0 0 0 0,-1-1 0 0 0,1 1 0 0 0,-1 0 0 0 0,1-1 0 0 0,-1 1-1 0 0,0 0 1 0 0,1-1 0 0 0,-1 1 0 0 0,1 0 0 0 0,-1 0 0 0 0,1-1 0 0 0,-1 1 0 0 0,1 0 0 0 0,0 0 0 0 0,17 7-4297 0 0,-10-2 2049 0 0,2-1-361 0 0</inkml:trace>
</inkml:ink>
</file>

<file path=ppt/ink/ink2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34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1 104 780 0 0,'7'-9'1436'0'0,"0"1"0"0"0,1 0 1 0 0,0 1-1 0 0,15-12 0 0 0,-11 12-622 0 0,0 0 0 0 0,0 0 1 0 0,23-9-1 0 0,-26 13-658 0 0,-1 0 1 0 0,1 0-1 0 0,0 1 1 0 0,0 0-1 0 0,0 1 1 0 0,0 0-1 0 0,0 0 1 0 0,0 1-1 0 0,0 0 1 0 0,0 1-1 0 0,0 0 1 0 0,0 0-1 0 0,0 1 1 0 0,0 0-1 0 0,9 4 1 0 0,-16-6-134 0 0,0 2 1 0 0,1-1-1 0 0,-1 0 0 0 0,0 0 1 0 0,0 1-1 0 0,-1-1 1 0 0,1 1-1 0 0,0 0 0 0 0,0-1 1 0 0,-1 1-1 0 0,1 0 0 0 0,-1 0 1 0 0,1 0-1 0 0,-1 0 1 0 0,0 0-1 0 0,0 1 0 0 0,0-1 1 0 0,0 0-1 0 0,0 0 0 0 0,-1 1 1 0 0,1-1-1 0 0,-1 0 1 0 0,1 1-1 0 0,-1-1 0 0 0,0 1 1 0 0,0-1-1 0 0,0 1 1 0 0,0-1-1 0 0,0 0 0 0 0,-1 1 1 0 0,0 2-1 0 0,-2 10 64 0 0,-1 0 0 0 0,-1 0 0 0 0,-13 29 0 0 0,0 5-36 0 0,17-44-62 0 0,1-1-1 0 0,0 1 0 0 0,0 0 1 0 0,0-1-1 0 0,0 1 0 0 0,1-1 1 0 0,0 1-1 0 0,0-1 0 0 0,0 1 1 0 0,1-1-1 0 0,0 0 0 0 0,-1 1 0 0 0,4 4 1 0 0,37 54-58 0 0,-19-31 17 0 0,-15-20 39 0 0,1 1-39 0 0,-1 0 0 0 0,0 1-1 0 0,-1 0 1 0 0,0 0 0 0 0,5 19-1 0 0,-11-30 45 0 0,0 1 0 0 0,0 0 0 0 0,-1-1 0 0 0,1 1 0 0 0,-1 0 0 0 0,0-1 0 0 0,0 1 0 0 0,0 0 0 0 0,-1-1 0 0 0,1 1 0 0 0,-1 0 0 0 0,0-1 0 0 0,0 1 0 0 0,0-1 0 0 0,0 1 0 0 0,-1-1 0 0 0,0 0 0 0 0,1 1 0 0 0,-1-1 0 0 0,0 0 0 0 0,-1 0 0 0 0,1 0 0 0 0,0-1 0 0 0,-1 1 0 0 0,0 0 0 0 0,1-1 0 0 0,-6 4 0 0 0,-2 0 22 0 0,0 0-1 0 0,-1 0 1 0 0,0-1 0 0 0,1-1-1 0 0,-2 1 1 0 0,1-2 0 0 0,-17 4-1 0 0,20-5-74 0 0,0-1 0 0 0,-1 0 0 0 0,1 0 0 0 0,0 0 0 0 0,-1-1 0 0 0,1-1 0 0 0,0 1 0 0 0,-1-1 0 0 0,1-1 0 0 0,0 1 0 0 0,-10-5 0 0 0,17 6-564 0 0,-13-8-436 0 0,12-3-5588 0 0,8-7 3793 0 0</inkml:trace>
</inkml:ink>
</file>

<file path=ppt/ink/ink2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35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14 560 0 0,'5'-14'11102'0'0,"4"41"-10777"0"0,1 0 0 0 0,0-1 0 0 0,2 0 0 0 0,2-1 1 0 0,0-1-1 0 0,1 0 0 0 0,28 34 0 0 0,17 27 223 0 0,-58-82-522 0 0,0 1 0 0 0,0-1-1 0 0,0 1 1 0 0,0-1 0 0 0,0 1-1 0 0,-1 0 1 0 0,1 0 0 0 0,-1 0 0 0 0,0 0-1 0 0,0 0 1 0 0,-1 0 0 0 0,1 0-1 0 0,-1 0 1 0 0,0 0 0 0 0,0 6-1 0 0,-1-7-77 0 0,0-1 1 0 0,0 0-1 0 0,0 0 0 0 0,0 0 0 0 0,-1 0 0 0 0,1 0 0 0 0,-1 0 0 0 0,1 0 0 0 0,-1 0 0 0 0,1 0 0 0 0,-1 0 0 0 0,0-1 0 0 0,0 1 1 0 0,0-1-1 0 0,0 0 0 0 0,0 1 0 0 0,0-1 0 0 0,-1 0 0 0 0,1 0 0 0 0,0 0 0 0 0,-1-1 0 0 0,1 1 0 0 0,0-1 0 0 0,-1 1 0 0 0,1-1 1 0 0,-5 1-1 0 0,1-1-423 0 0,0 1 0 0 0,1-1 1 0 0,-1 0-1 0 0,0 0 0 0 0,1-1 1 0 0,-11-2-1 0 0,-15-9-4713 0 0,16 2 2202 0 0</inkml:trace>
</inkml:ink>
</file>

<file path=ppt/ink/ink2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35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1 154 20 0 0,'12'-12'716'0'0,"1"1"-1"0"0,0 0 1 0 0,1 1 0 0 0,0 1 0 0 0,1 0-1 0 0,0 1 1 0 0,0 1 0 0 0,1 0 0 0 0,29-8-1 0 0,13-1 708 0 0,81-10-1 0 0,-132 26-1369 0 0,39-6 44 0 0,0 2 0 0 0,1 2 0 0 0,57 5 0 0 0,58 18-5965 0 0,-122-14 3281 0 0</inkml:trace>
</inkml:ink>
</file>

<file path=ppt/ink/ink2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36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73 324 0 0,'0'-1'289'0'0,"1"-1"0"0"0,0 1-1 0 0,-1 0 1 0 0,1 0 0 0 0,0 0-1 0 0,0 0 1 0 0,0 0 0 0 0,0 0 0 0 0,0 0-1 0 0,0 0 1 0 0,0 0 0 0 0,1 0 0 0 0,-1 0-1 0 0,0 1 1 0 0,0-1 0 0 0,1 1 0 0 0,-1-1-1 0 0,0 1 1 0 0,1-1 0 0 0,1 0 0 0 0,0 1-62 0 0,0 0 1 0 0,0 0 0 0 0,-1 0-1 0 0,1 1 1 0 0,0-1-1 0 0,-1 1 1 0 0,1-1 0 0 0,0 1-1 0 0,-1 0 1 0 0,5 2 0 0 0,6 4-32 0 0,0 1 0 0 0,0 1-1 0 0,16 13 1 0 0,-9-6 667 0 0,180 113 1256 0 0,-165-110-1732 0 0,1-1 1 0 0,1-1-1 0 0,74 21 0 0 0,-109-37-371 0 0,-1-1 0 0 0,1 1 0 0 0,0-1 1 0 0,-1 1-1 0 0,1-1 0 0 0,-1 0 0 0 0,1 0 0 0 0,0 0 1 0 0,-1 0-1 0 0,1 0 0 0 0,0 0 0 0 0,-1 0 0 0 0,1 0 0 0 0,0-1 1 0 0,-1 1-1 0 0,1-1 0 0 0,-1 1 0 0 0,1-1 0 0 0,-1 1 1 0 0,1-1-1 0 0,-1 0 0 0 0,1 0 0 0 0,-1 0 0 0 0,1 0 0 0 0,1-2 1 0 0,-2 1-3 0 0,1-1 0 0 0,-1 1 0 0 0,0 0 0 0 0,0-1 1 0 0,-1 1-1 0 0,1-1 0 0 0,0 1 0 0 0,-1-1 0 0 0,0 0 1 0 0,1 1-1 0 0,-1-1 0 0 0,0 1 0 0 0,0-1 1 0 0,-1-4-1 0 0,-2-7 19 0 0,0 0 0 0 0,0 0 0 0 0,-1 0 0 0 0,-11-23 0 0 0,2 13 78 0 0,-2 0 0 0 0,-2 0 0 0 0,0 2 0 0 0,-1 0 0 0 0,-40-38 0 0 0,34 36 332 0 0,23 23-274 0 0,-1 2-167 0 0,0-1 0 0 0,1 1 0 0 0,-1-1 0 0 0,0 1 1 0 0,1 0-1 0 0,-1 0 0 0 0,1 0 0 0 0,-1-1 0 0 0,1 2 0 0 0,-1-1 1 0 0,1 0-1 0 0,-1 0 0 0 0,1 0 0 0 0,0 1 0 0 0,0-1 0 0 0,0 1 1 0 0,0-1-1 0 0,0 1 0 0 0,0-1 0 0 0,0 1 0 0 0,-1 2 0 0 0,-16 42 27 0 0,15-37-26 0 0,-9 32 26 0 0,2 1 1 0 0,-7 65-1 0 0,11-62 55 0 0,-23 87 0 0 0,26-125-78 0 0,1 1-1 0 0,-1-1 1 0 0,-1 0 0 0 0,1 0-1 0 0,-1 0 1 0 0,-1 0 0 0 0,1 0-1 0 0,-1-1 1 0 0,0 0 0 0 0,-9 9-1 0 0,11-13-16 0 0,1 0 0 0 0,-1-1 0 0 0,1 1 0 0 0,-1-1 0 0 0,0 1 1 0 0,1-1-1 0 0,-1 0 0 0 0,0 0 0 0 0,0 0 0 0 0,0 0 0 0 0,0-1 0 0 0,0 1 0 0 0,0-1 0 0 0,0 0 0 0 0,0 0 0 0 0,0 0 0 0 0,0 0 0 0 0,0 0 0 0 0,0-1 0 0 0,0 1 0 0 0,1-1 0 0 0,-1 0 0 0 0,0 0 0 0 0,0 0 1 0 0,0 0-1 0 0,1 0 0 0 0,-1-1 0 0 0,0 1 0 0 0,1-1 0 0 0,-4-2 0 0 0,1 0-4 0 0,-1-1 0 0 0,1 1 0 0 0,1-1 1 0 0,-1 0-1 0 0,1 0 0 0 0,0 0 0 0 0,0-1 0 0 0,0 1 1 0 0,1-1-1 0 0,-1 0 0 0 0,2 0 0 0 0,-1 0 0 0 0,1 0 1 0 0,0-1-1 0 0,0 1 0 0 0,0-1 0 0 0,1 1 1 0 0,0-1-1 0 0,0 0 0 0 0,1-6 0 0 0,1 10 18 0 0,0 0 0 0 0,0 1 0 0 0,0-1 0 0 0,0 1 0 0 0,1 0 0 0 0,-1-1 0 0 0,1 1 0 0 0,-1 0 0 0 0,1 0 0 0 0,0 0-1 0 0,0 0 1 0 0,0 0 0 0 0,0 1 0 0 0,0-1 0 0 0,0 0 0 0 0,1 1 0 0 0,-1 0 0 0 0,1-1 0 0 0,3 0 0 0 0,49-19 33 0 0,26 2 318 0 0,137-14-1 0 0,-159 25-11 0 0,117-16 2166 0 0,-174 24-2193 0 0,4-1-255 0 0,-3 1-1420 0 0,-10 3-3159 0 0,-20 9 1981 0 0,8-7-3127 0 0</inkml:trace>
</inkml:ink>
</file>

<file path=ppt/ink/ink2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37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186 107 440 0 0,'0'-5'391'0'0,"1"-8"923"0"0,0 0 0 0 0,0-1 0 0 0,-1 1-1 0 0,-1 0 1 0 0,-3-14 0 0 0,4 26-1281 0 0,0 1 0 0 0,-1-1-1 0 0,1 1 1 0 0,0-1 0 0 0,-1 1-1 0 0,1-1 1 0 0,0 1 0 0 0,-1-1-1 0 0,1 1 1 0 0,-1-1 0 0 0,1 1 0 0 0,-1 0-1 0 0,1-1 1 0 0,-1 1 0 0 0,1 0-1 0 0,-1 0 1 0 0,0-1 0 0 0,1 1-1 0 0,-1 0 1 0 0,1 0 0 0 0,-1 0-1 0 0,0-1 1 0 0,1 1 0 0 0,-1 0 0 0 0,1 0-1 0 0,-1 0 1 0 0,0 0 0 0 0,1 0-1 0 0,-1 0 1 0 0,0 1 0 0 0,1-1-1 0 0,-1 0 1 0 0,1 0 0 0 0,-1 0 0 0 0,0 0-1 0 0,1 1 1 0 0,-1-1 0 0 0,-22 10 404 0 0,12-3-338 0 0,0 0-1 0 0,0 1 0 0 0,1 0 1 0 0,1 1-1 0 0,-1 0 0 0 0,1 0 0 0 0,1 1 1 0 0,-1 1-1 0 0,2-1 0 0 0,-1 1 1 0 0,2 0-1 0 0,-1 1 0 0 0,-7 20 1 0 0,12-25-78 0 0,0 0 1 0 0,0 0-1 0 0,0 0 0 0 0,1 0 1 0 0,0 1-1 0 0,0-1 1 0 0,1 0-1 0 0,0 1 1 0 0,0-1-1 0 0,1 1 1 0 0,0-1-1 0 0,0 0 1 0 0,1 0-1 0 0,0 0 0 0 0,0 0 1 0 0,1 0-1 0 0,0 0 1 0 0,0 0-1 0 0,0-1 1 0 0,1 1-1 0 0,0-1 1 0 0,0 0-1 0 0,1 0 1 0 0,-1-1-1 0 0,10 9 0 0 0,-10-10 9 0 0,0-1 0 0 0,0 1-1 0 0,0-1 1 0 0,0 0-1 0 0,1 0 1 0 0,-1-1-1 0 0,1 1 1 0 0,-1-1-1 0 0,1 0 1 0 0,0 0-1 0 0,0-1 1 0 0,0 1-1 0 0,0-1 1 0 0,1 0-1 0 0,-1-1 1 0 0,0 1 0 0 0,0-1-1 0 0,0 0 1 0 0,1 0-1 0 0,-1-1 1 0 0,0 1-1 0 0,0-1 1 0 0,0-1-1 0 0,0 1 1 0 0,0 0-1 0 0,0-1 1 0 0,9-5-1 0 0,-6 3 68 0 0,0-1-1 0 0,-1 0 0 0 0,0 0 0 0 0,0-1 0 0 0,0 0 1 0 0,-1 0-1 0 0,0-1 0 0 0,0 0 0 0 0,0 0 0 0 0,-1 0 1 0 0,0-1-1 0 0,-1 1 0 0 0,1-1 0 0 0,-2 0 0 0 0,6-14 1 0 0,-1-4 353 0 0,9-48 1 0 0,-16 66-383 0 0,0 0 0 0 0,0 1 0 0 0,-1-1 0 0 0,0 0-1 0 0,-1 0 1 0 0,1 1 0 0 0,-2-1 0 0 0,1 0 0 0 0,-1 1 0 0 0,-5-15 0 0 0,-2-13-288 0 0,8 29-3196 0 0</inkml:trace>
</inkml:ink>
</file>

<file path=ppt/ink/ink2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38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1 121 784 0 0,'0'-43'7795'0'0,"0"-26"-3365"0"0,0 67-4811 0 0,5-4-3104 0 0</inkml:trace>
</inkml:ink>
</file>

<file path=ppt/ink/ink2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38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47 732 0 0,'36'-24'5299'0'0,"-27"20"-4973"0"0,0 1 1 0 0,-1-1 0 0 0,1 2-1 0 0,0-1 1 0 0,1 1 0 0 0,-1 0 0 0 0,0 1-1 0 0,0 0 1 0 0,1 1 0 0 0,-1 0-1 0 0,1 0 1 0 0,-1 1 0 0 0,0 0 0 0 0,1 0-1 0 0,-1 1 1 0 0,0 1 0 0 0,14 5-1 0 0,-17-6-281 0 0,0 1 0 0 0,-1 0-1 0 0,1 0 1 0 0,-1 1 0 0 0,0-1-1 0 0,0 1 1 0 0,0 0 0 0 0,0 1 0 0 0,-1-1-1 0 0,0 1 1 0 0,0 0 0 0 0,0 0-1 0 0,0 0 1 0 0,-1 0 0 0 0,0 1-1 0 0,0-1 1 0 0,0 1 0 0 0,-1 0-1 0 0,0 0 1 0 0,0 0 0 0 0,0 0-1 0 0,-1 0 1 0 0,0 0 0 0 0,0 1 0 0 0,-1-1-1 0 0,0 12 1 0 0,-1-5-2 0 0,0 1 0 0 0,-1-1-1 0 0,-1 0 1 0 0,0 0 0 0 0,-1 0 0 0 0,0 0 0 0 0,-1-1 0 0 0,-10 19-1 0 0,-4 1 93 0 0,-42 54-1 0 0,32-44 728 0 0,28-41-305 0 0,36-3-743 0 0,0-3 0 0 0,0 0 0 0 0,40-13 0 0 0,-29 7-1715 0 0,28-13-4969 0 0,-48 15 3678 0 0</inkml:trace>
</inkml:ink>
</file>

<file path=ppt/ink/ink2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38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32 380 0 0,'-8'-31'11721'0'0,"14"56"-11503"0"0,1-1 0 0 0,1 1 0 0 0,1-1 0 0 0,2 0 0 0 0,0-1-1 0 0,22 34 1 0 0,19 43 250 0 0,-50-96-493 0 0,1 1 83 0 0,-1 1 0 0 0,1-1 1 0 0,-1 1-1 0 0,-1 0 1 0 0,1 0-1 0 0,-1 0 0 0 0,1 9 1 0 0,-2-14-53 0 0,0 0 1 0 0,0 0-1 0 0,0 0 0 0 0,0 0 1 0 0,0 0-1 0 0,-1 0 1 0 0,1 0-1 0 0,0 0 0 0 0,-1-1 1 0 0,1 1-1 0 0,-1 0 1 0 0,1 0-1 0 0,-1 0 0 0 0,1 0 1 0 0,-1 0-1 0 0,1-1 0 0 0,-1 1 1 0 0,0 0-1 0 0,0-1 1 0 0,1 1-1 0 0,-2 0 0 0 0,0 0-42 0 0,-1 0-1 0 0,1 0 1 0 0,-1 0-1 0 0,1 0 1 0 0,0-1-1 0 0,-1 1 1 0 0,1-1-1 0 0,-1 0 1 0 0,1 0-1 0 0,-1 0 1 0 0,1 0-1 0 0,-4-1 1 0 0,1 1-270 0 0,0-1 0 0 0,1 0 0 0 0,0 0 0 0 0,-1-1 0 0 0,1 1 0 0 0,0-1 0 0 0,-1 0 0 0 0,-5-5 0 0 0,-17-16-5618 0 0,18 12 2816 0 0</inkml:trace>
</inkml:ink>
</file>

<file path=ppt/ink/ink2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39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0 116 752 0 0,'84'-30'2920'0'0,"1"4"-1"0"0,109-19 1 0 0,-164 39-2312 0 0,0 2 0 0 0,37-1 0 0 0,-3 11-1749 0 0,-56-5 176 0 0,-1 1-1 0 0,0 1 1 0 0,1-1-1 0 0,-1 1 1 0 0,12 7-1 0 0,-10-4-1511 0 0</inkml:trace>
</inkml:ink>
</file>

<file path=ppt/ink/ink2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41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11 168 0 0,'-12'-3'2991'0'0,"-21"-3"8509"0"0,59 5-11684 0 0,-1 0 0 0 0,40 5 0 0 0,-3 11-2182 0 0,-56-12 1560 0 0,0-1 0 0 0,0 1 0 0 0,-1 0 0 0 0,1 1 0 0 0,-1-1 0 0 0,0 1 0 0 0,7 6 0 0 0,-3-1-2171 0 0</inkml:trace>
</inkml:ink>
</file>

<file path=ppt/ink/ink2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41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30 228 0 0,'-5'16'7459'0'0,"18"-15"-7377"0"0,1 0-1 0 0,-1-1 1 0 0,1-1 0 0 0,-1-1 0 0 0,0 0 0 0 0,20-5 0 0 0,-4 1-419 0 0,115-16-4182 0 0,-105 15 2603 0 0</inkml:trace>
</inkml:ink>
</file>

<file path=ppt/ink/ink2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44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92 164 696 0 0,'5'-47'6612'0'0,"-5"45"-6009"0"0,1-10 851 0 0,0 10-1250 0 0,-1 1-1 0 0,1 0 1 0 0,-1-1-1 0 0,0 1 1 0 0,0-1-1 0 0,1 1 1 0 0,-1-1-1 0 0,0 1 1 0 0,0-1-1 0 0,0 1 1 0 0,0-1-1 0 0,-1 1 1 0 0,1-1-1 0 0,0 1 1 0 0,-1-1-1 0 0,1 1 1 0 0,-1 0-1 0 0,-1-3 1 0 0,-1 4-178 0 0,0 1 0 0 0,0-1 1 0 0,0 1-1 0 0,0 0 0 0 0,0 0 1 0 0,0 1-1 0 0,1-1 0 0 0,-1 1 0 0 0,0-1 1 0 0,1 1-1 0 0,-1 0 0 0 0,1 0 1 0 0,-1 0-1 0 0,1 0 0 0 0,0 0 1 0 0,0 0-1 0 0,0 1 0 0 0,0-1 0 0 0,0 1 1 0 0,1 0-1 0 0,-3 3 0 0 0,-2 3-2 0 0,0 0-1 0 0,1 1 1 0 0,0-1-1 0 0,1 1 1 0 0,-6 17-1 0 0,9-19-12 0 0,0 0 0 0 0,0-1 0 0 0,1 1 0 0 0,0 0 0 0 0,0 0 0 0 0,1 0 0 0 0,0 0 0 0 0,1 0 0 0 0,0 0 0 0 0,0-1-1 0 0,0 1 1 0 0,1-1 0 0 0,0 1 0 0 0,0-1 0 0 0,1 0 0 0 0,0 0 0 0 0,1-1 0 0 0,-1 1 0 0 0,1-1 0 0 0,9 9 0 0 0,2 1 6 0 0,0-2 1 0 0,1 0-1 0 0,1-1 0 0 0,0 0 1 0 0,0-2-1 0 0,28 13 1 0 0,-31-18 15 0 0,0 0 1 0 0,0-2-1 0 0,0 0 1 0 0,1 0 0 0 0,-1-2-1 0 0,1 0 1 0 0,0-1-1 0 0,0 0 1 0 0,0-1-1 0 0,-1-1 1 0 0,1 0 0 0 0,0-2-1 0 0,-1 1 1 0 0,1-2-1 0 0,-1 0 1 0 0,0-1-1 0 0,0-1 1 0 0,0 0 0 0 0,14-8-1 0 0,-19 8 51 0 0,0 0 0 0 0,-1 0-1 0 0,0-1 1 0 0,0-1 0 0 0,0 1 0 0 0,-1-1-1 0 0,0-1 1 0 0,0 1 0 0 0,-1-1 0 0 0,0-1-1 0 0,9-17 1 0 0,-12 18-2 0 0,0 0 0 0 0,-1 0 0 0 0,0 0 0 0 0,-1 0 0 0 0,0-1 0 0 0,0 1 1 0 0,-1-1-1 0 0,0 1 0 0 0,-1-1 0 0 0,0 1 0 0 0,-1-1 0 0 0,1 0 0 0 0,-2 1 0 0 0,0-1 0 0 0,-4-14 0 0 0,2 14-64 0 0,0 0 0 0 0,-1 1 0 0 0,-1-1-1 0 0,1 1 1 0 0,-1 0 0 0 0,-1 0 0 0 0,0 1 0 0 0,0-1-1 0 0,0 2 1 0 0,-1-1 0 0 0,0 1 0 0 0,-1 0 0 0 0,0 1-1 0 0,0 0 1 0 0,0 0 0 0 0,0 1 0 0 0,-1 0 0 0 0,0 1-1 0 0,0 0 1 0 0,-15-3 0 0 0,15 4-279 0 0,0 1-1 0 0,0 0 1 0 0,1 1 0 0 0,-1 0-1 0 0,0 0 1 0 0,0 1 0 0 0,0 1-1 0 0,0 0 1 0 0,0 0-1 0 0,-10 3 1 0 0,13-2-328 0 0,0 0-1 0 0,0 1 0 0 0,0 0 1 0 0,0 0-1 0 0,1 1 1 0 0,-1-1-1 0 0,1 1 0 0 0,0 1 1 0 0,0-1-1 0 0,1 1 1 0 0,-1 0-1 0 0,1 0 0 0 0,0 1 1 0 0,-6 8-1 0 0,3 0-2757 0 0</inkml:trace>
</inkml:ink>
</file>

<file path=ppt/ink/ink2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44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1 122 1068 0 0,'5'-27'4455'0'0,"-2"15"-2480"0"0,0 0-1 0 0,-1-1 0 0 0,-1 0 0 0 0,0 1 0 0 0,-1-17 0 0 0,0 29-2023 0 0,0 0 0 0 0,1 0 0 0 0,-1 0-1 0 0,0 0 1 0 0,0 0 0 0 0,0 0 0 0 0,0 0 0 0 0,0 1 0 0 0,0-1-1 0 0,1 0 1 0 0,-1 0 0 0 0,0 0 0 0 0,0 0 0 0 0,0 0-1 0 0,0 0 1 0 0,0 0 0 0 0,1 0 0 0 0,-1 0 0 0 0,0 0-1 0 0,0 0 1 0 0,0 0 0 0 0,0 0 0 0 0,0 0 0 0 0,1 0-1 0 0,-1 0 1 0 0,0 0 0 0 0,0 0 0 0 0,0 0 0 0 0,0 0-1 0 0,0 0 1 0 0,1 0 0 0 0,-1 0 0 0 0,0-1 0 0 0,0 1 0 0 0,0 0-1 0 0,0 0 1 0 0,0 0 0 0 0,0 0 0 0 0,1 0 0 0 0,-1 0-1 0 0,0 0 1 0 0,0-1 0 0 0,0 1 0 0 0,0 0 0 0 0,0 0-1 0 0,0 0 1 0 0,0 0 0 0 0,0 0 0 0 0,0 0 0 0 0,0-1-1 0 0,0 1 1 0 0,0 0 0 0 0,0 0 0 0 0,0 0 0 0 0,0 0 0 0 0,0-1-1 0 0,0 1 1 0 0,0 0 0 0 0,0 0 0 0 0,0 0 0 0 0,0 0-1 0 0,0 0 1 0 0,0-1 0 0 0,13 14-5696 0 0,-10-10 3813 0 0,6 7-1747 0 0</inkml:trace>
</inkml:ink>
</file>

<file path=ppt/ink/ink2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45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52 24 0 0,'-25'-29'4703'0'0,"23"27"-4552"0"0,0 1-1 0 0,0-1 1 0 0,0 1 0 0 0,0-1-1 0 0,0 1 1 0 0,0 0 0 0 0,0 0-1 0 0,0 0 1 0 0,-1 0-1 0 0,1 0 1 0 0,0 0 0 0 0,-1 1-1 0 0,1-1 1 0 0,0 1 0 0 0,-1 0-1 0 0,1-1 1 0 0,-1 1 0 0 0,1 0-1 0 0,-1 1 1 0 0,1-1-1 0 0,0 0 1 0 0,-1 1 0 0 0,1-1-1 0 0,-1 1 1 0 0,1 0 0 0 0,0 0-1 0 0,0 0 1 0 0,-1 0-1 0 0,1 0 1 0 0,0 0 0 0 0,0 0-1 0 0,0 1 1 0 0,0-1 0 0 0,0 1-1 0 0,1 0 1 0 0,-1-1 0 0 0,-3 5-1 0 0,-1 0-26 0 0,0 1 0 0 0,0 0-1 0 0,1 0 1 0 0,0 1-1 0 0,0-1 1 0 0,0 1 0 0 0,1 0-1 0 0,1 1 1 0 0,-4 9 0 0 0,4-9-74 0 0,1 1 0 0 0,1-1 0 0 0,0 1 0 0 0,0 0 0 0 0,1-1 0 0 0,0 1 1 0 0,0 0-1 0 0,1-1 0 0 0,0 1 0 0 0,1 0 0 0 0,0-1 0 0 0,1 0 0 0 0,0 1 0 0 0,1-1 0 0 0,-1 0 1 0 0,2 0-1 0 0,-1-1 0 0 0,1 1 0 0 0,0-1 0 0 0,1 0 0 0 0,0-1 0 0 0,0 1 0 0 0,10 7 0 0 0,-8-7-23 0 0,1-1-1 0 0,0 0 0 0 0,1 0 0 0 0,0-1 0 0 0,0 0 0 0 0,0-1 0 0 0,1 0 0 0 0,0-1 0 0 0,-1 0 0 0 0,2 0 0 0 0,-1-2 0 0 0,0 1 0 0 0,1-1 0 0 0,-1-1 1 0 0,1 0-1 0 0,-1 0 0 0 0,1-1 0 0 0,-1-1 0 0 0,15-2 0 0 0,-17 1 87 0 0,1 0 0 0 0,-1-1-1 0 0,0 0 1 0 0,0-1 0 0 0,0 0 0 0 0,-1 0 0 0 0,1 0 0 0 0,-1-1 0 0 0,0-1-1 0 0,0 0 1 0 0,-1 0 0 0 0,1 0 0 0 0,-1-1 0 0 0,-1 0 0 0 0,1 0 0 0 0,-1 0-1 0 0,-1-1 1 0 0,1 0 0 0 0,-1 0 0 0 0,-1-1 0 0 0,0 0 0 0 0,0 1 0 0 0,0-1-1 0 0,-1-1 1 0 0,0 1 0 0 0,-1 0 0 0 0,0-1 0 0 0,-1 1 0 0 0,0-1 0 0 0,0 1-1 0 0,-1-1 1 0 0,0 0 0 0 0,-1 1 0 0 0,0-1 0 0 0,0 1 0 0 0,-4-13 0 0 0,1 12-109 0 0,1 0 1 0 0,-1 1-1 0 0,-1 0 1 0 0,0 0 0 0 0,0 0-1 0 0,-1 0 1 0 0,0 1-1 0 0,0 0 1 0 0,-1 0 0 0 0,-8-8-1 0 0,13 14-150 0 0,0 0 0 0 0,-1 0 1 0 0,1 0-1 0 0,0 0 0 0 0,-1 0 0 0 0,1 1 0 0 0,-1-1 0 0 0,1 1 0 0 0,-1-1 1 0 0,0 1-1 0 0,0 0 0 0 0,0 0 0 0 0,0 0 0 0 0,1 0 0 0 0,-1 1 0 0 0,0-1 0 0 0,0 1 1 0 0,0 0-1 0 0,0 0 0 0 0,-1 0 0 0 0,1 0 0 0 0,0 1 0 0 0,1-1 0 0 0,-1 1 1 0 0,0-1-1 0 0,0 1 0 0 0,0 0 0 0 0,0 0 0 0 0,0 1 0 0 0,1-1 0 0 0,-1 0 0 0 0,0 1 1 0 0,1 0-1 0 0,-1 0 0 0 0,1-1 0 0 0,-4 6 0 0 0,-8 19-4433 0 0,12-22 2499 0 0</inkml:trace>
</inkml:ink>
</file>

<file path=ppt/ink/ink2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45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60 308 0 0,'0'0'1083'0'0,"0"-11"3866"0"0,-1 10-4870 0 0,0 1 0 0 0,0 0 0 0 0,-1 0 0 0 0,1 0 0 0 0,0 0 0 0 0,-1 0 1 0 0,1 0-1 0 0,0 0 0 0 0,0 0 0 0 0,-1 0 0 0 0,1 1 0 0 0,0-1 0 0 0,0 0 0 0 0,-1 1 0 0 0,1-1 0 0 0,0 1 1 0 0,0 0-1 0 0,0-1 0 0 0,0 1 0 0 0,0 0 0 0 0,0 0 0 0 0,0 0 0 0 0,0-1 0 0 0,-1 3 0 0 0,-1 0 64 0 0,0 1 0 0 0,0 0 0 0 0,1 0 0 0 0,0 0 0 0 0,0 0-1 0 0,0 0 1 0 0,-2 7 0 0 0,2-4-29 0 0,0 1-1 0 0,0-1 1 0 0,1 0-1 0 0,-1 1 1 0 0,2-1-1 0 0,-1 1 1 0 0,1 0-1 0 0,1-1 0 0 0,1 15 1 0 0,1-15-58 0 0,0 1 0 0 0,0 0 0 0 0,0-1-1 0 0,1 0 1 0 0,0 0 0 0 0,1 0 0 0 0,-1-1 0 0 0,2 1 0 0 0,-1-1-1 0 0,0 0 1 0 0,1 0 0 0 0,0-1 0 0 0,1 0 0 0 0,-1 0 0 0 0,1 0 0 0 0,0-1-1 0 0,0 0 1 0 0,0-1 0 0 0,0 1 0 0 0,1-1 0 0 0,0-1 0 0 0,-1 1-1 0 0,1-1 1 0 0,0 0 0 0 0,0-1 0 0 0,12 1 0 0 0,-12-2 69 0 0,-1 0-1 0 0,0 0 1 0 0,1-1 0 0 0,-1 0 0 0 0,0 0-1 0 0,0-1 1 0 0,1 1 0 0 0,-1-2 0 0 0,-1 1-1 0 0,1-1 1 0 0,0 0 0 0 0,0 0 0 0 0,-1-1-1 0 0,0 0 1 0 0,0 0 0 0 0,0 0 0 0 0,0-1-1 0 0,-1 0 1 0 0,0 0 0 0 0,0 0 0 0 0,0-1-1 0 0,0 0 1 0 0,-1 0 0 0 0,0 0 0 0 0,0 0-1 0 0,-1-1 1 0 0,0 1 0 0 0,0-1 0 0 0,2-9-1 0 0,-2 4 99 0 0,0 1 0 0 0,-1-1 0 0 0,-1 0 0 0 0,0 0 0 0 0,-1 0 0 0 0,-1-19 0 0 0,0 26-236 0 0,1 0 0 0 0,-1-1 0 0 0,1 1 0 0 0,-1 0 0 0 0,-1 0 0 0 0,1 0 0 0 0,-1 0 0 0 0,0 1 0 0 0,0-1 0 0 0,0 0 1 0 0,-1 1-1 0 0,0-1 0 0 0,0 1 0 0 0,0 0 0 0 0,0 0 0 0 0,-1 0 0 0 0,-5-5 0 0 0,8 8-95 0 0,0 1 0 0 0,0-1 1 0 0,0 1-1 0 0,0-1 0 0 0,0 1 0 0 0,0 0 1 0 0,0-1-1 0 0,0 1 0 0 0,0 0 1 0 0,-1 0-1 0 0,1 0 0 0 0,0 0 0 0 0,0 0 1 0 0,0 0-1 0 0,0 0 0 0 0,-1 0 0 0 0,1 0 1 0 0,0 1-1 0 0,0-1 0 0 0,0 0 0 0 0,0 1 1 0 0,0-1-1 0 0,0 1 0 0 0,0-1 1 0 0,0 1-1 0 0,0-1 0 0 0,0 1 0 0 0,0 0 1 0 0,0-1-1 0 0,0 1 0 0 0,0 1 0 0 0,-21 27-7714 0 0</inkml:trace>
</inkml:ink>
</file>

<file path=ppt/ink/ink2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45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17 728 0 0,'-2'-2'262'0'0,"0"0"0"0"0,-1 1 0 0 0,1-1 0 0 0,0 1 0 0 0,0 0 0 0 0,-1-1 0 0 0,1 1 0 0 0,0 0 0 0 0,-1 1 0 0 0,1-1 0 0 0,-1 0 0 0 0,1 1 0 0 0,-1-1 0 0 0,0 1 0 0 0,1 0 0 0 0,-1 0 0 0 0,0 0 0 0 0,1 0 0 0 0,-1 0 0 0 0,-4 1 0 0 0,3 1-76 0 0,0-1 1 0 0,1 1-1 0 0,-1 0 1 0 0,0 0 0 0 0,1 0-1 0 0,0 1 1 0 0,-1-1-1 0 0,1 1 1 0 0,0-1-1 0 0,0 1 1 0 0,1 0 0 0 0,-5 5-1 0 0,3-2-69 0 0,0 0 0 0 0,0 1 0 0 0,0-1 0 0 0,1 1 0 0 0,0-1 1 0 0,0 1-1 0 0,1 0 0 0 0,0 0 0 0 0,0 0 0 0 0,0 1 0 0 0,1-1 0 0 0,0 0 0 0 0,1 0 0 0 0,0 14 0 0 0,2-12-55 0 0,1 0 1 0 0,0-1 0 0 0,1 1-1 0 0,0-1 1 0 0,0 0-1 0 0,1 0 1 0 0,0-1-1 0 0,0 1 1 0 0,1-1-1 0 0,0 0 1 0 0,0-1-1 0 0,0 1 1 0 0,1-1-1 0 0,0-1 1 0 0,1 1-1 0 0,-1-1 1 0 0,1 0-1 0 0,0-1 1 0 0,0 0-1 0 0,0 0 1 0 0,1-1-1 0 0,-1 0 1 0 0,1 0-1 0 0,0-1 1 0 0,0 0-1 0 0,0-1 1 0 0,0 0-1 0 0,0 0 1 0 0,17-1-1 0 0,-22-1 34 0 0,0 1 0 0 0,0-1 0 0 0,0 0 0 0 0,0-1 0 0 0,0 1 0 0 0,0-1 1 0 0,0 1-1 0 0,-1-1 0 0 0,1 0 0 0 0,-1 0 0 0 0,1-1 0 0 0,-1 1 0 0 0,0-1 0 0 0,0 0 0 0 0,0 0 0 0 0,0 0 0 0 0,5-6 0 0 0,-5 3 45 0 0,0 0 0 0 0,0 0 0 0 0,0-1 0 0 0,0 1 0 0 0,-1 0 0 0 0,0-1 0 0 0,-1 0 0 0 0,1 1 0 0 0,-1-1 0 0 0,0-9 0 0 0,-1 5-53 0 0,0 1 1 0 0,0-1 0 0 0,-1 0-1 0 0,-1 1 1 0 0,1-1 0 0 0,-2 1-1 0 0,1-1 1 0 0,-2 1 0 0 0,1 0-1 0 0,-1 0 1 0 0,-1 0 0 0 0,0 1-1 0 0,-11-16 1 0 0,15 23-201 0 0,0 1 0 0 0,0-1 0 0 0,0 1 1 0 0,0 0-1 0 0,0-1 0 0 0,-1 1 0 0 0,1 0 0 0 0,-1 0 1 0 0,1 0-1 0 0,-1 0 0 0 0,1 0 0 0 0,-1 0 0 0 0,1 0 1 0 0,-1 1-1 0 0,0-1 0 0 0,1 0 0 0 0,-1 1 0 0 0,0 0 1 0 0,0-1-1 0 0,1 1 0 0 0,-1 0 0 0 0,0 0 0 0 0,0 0 1 0 0,0 0-1 0 0,1 0 0 0 0,-1 0 0 0 0,-3 1 0 0 0,3 0-587 0 0,0 1 0 0 0,-1-1 0 0 0,1 0 0 0 0,0 1 0 0 0,0-1-1 0 0,0 1 1 0 0,0 0 0 0 0,0 0 0 0 0,0 0 0 0 0,0 0 0 0 0,-2 4-1 0 0</inkml:trace>
</inkml:ink>
</file>

<file path=ppt/ink/ink2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46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74 184 0 0,'0'-1'245'0'0,"0"-1"0"0"0,0 0 0 0 0,0 0 1 0 0,0 0-1 0 0,-1 1 0 0 0,1-1 0 0 0,0 0 0 0 0,-1 0 0 0 0,0 1 0 0 0,1-1 0 0 0,-1 0 1 0 0,0 1-1 0 0,0-1 0 0 0,0 1 0 0 0,0-1 0 0 0,0 1 0 0 0,0-1 0 0 0,0 1 1 0 0,-1 0-1 0 0,1 0 0 0 0,0-1 0 0 0,-1 1 0 0 0,1 0 0 0 0,-1 0 0 0 0,1 1 0 0 0,-4-3 1 0 0,3 3 337 0 0,-21 3 785 0 0,15 2-1184 0 0,1 0-1 0 0,0 1 1 0 0,0-1 0 0 0,1 1-1 0 0,-1 1 1 0 0,1-1-1 0 0,1 1 1 0 0,-1 0 0 0 0,1 0-1 0 0,0 1 1 0 0,-5 12 0 0 0,8-15-143 0 0,0-1 1 0 0,1 1 0 0 0,0 0-1 0 0,0 0 1 0 0,1 0 0 0 0,-1 0-1 0 0,1 0 1 0 0,0 0 0 0 0,0 0 0 0 0,1-1-1 0 0,-1 1 1 0 0,1 0 0 0 0,0 0-1 0 0,1 0 1 0 0,-1 0 0 0 0,1-1-1 0 0,0 1 1 0 0,0-1 0 0 0,0 1 0 0 0,1-1-1 0 0,-1 0 1 0 0,1 0 0 0 0,5 6-1 0 0,-3-5-3 0 0,1 1 0 0 0,-1-1-1 0 0,1 0 1 0 0,0 0 0 0 0,1 0-1 0 0,-1-1 1 0 0,1 0-1 0 0,0 0 1 0 0,0-1 0 0 0,0 0-1 0 0,0 0 1 0 0,1-1 0 0 0,-1 0-1 0 0,1 0 1 0 0,-1 0-1 0 0,1-1 1 0 0,0 0 0 0 0,0-1-1 0 0,8 0 1 0 0,-11 0 55 0 0,0-1 0 0 0,1 1 0 0 0,-1-1 0 0 0,0 0 1 0 0,0 0-1 0 0,0-1 0 0 0,0 0 0 0 0,0 0 0 0 0,0 0 0 0 0,0 0 1 0 0,0-1-1 0 0,-1 1 0 0 0,1-1 0 0 0,-1-1 0 0 0,0 1 0 0 0,0 0 0 0 0,0-1 1 0 0,-1 0-1 0 0,1 0 0 0 0,-1 0 0 0 0,0 0 0 0 0,0-1 0 0 0,0 1 1 0 0,0-1-1 0 0,-1 0 0 0 0,0 0 0 0 0,0 0 0 0 0,0 0 0 0 0,0-5 0 0 0,2-5 222 0 0,-2-1-1 0 0,0 1 0 0 0,0 0 1 0 0,-2-22-1 0 0,0 31-248 0 0,0-1 1 0 0,-1 1-1 0 0,0 0 1 0 0,0-1-1 0 0,-1 1 0 0 0,1 0 1 0 0,-2 0-1 0 0,1 0 0 0 0,0 0 1 0 0,-1 0-1 0 0,0 0 1 0 0,-1 1-1 0 0,-4-7 0 0 0,7 10-238 0 0,-1 1 0 0 0,1-1-1 0 0,-1 0 1 0 0,0 0-1 0 0,0 1 1 0 0,0-1 0 0 0,0 1-1 0 0,0-1 1 0 0,0 1 0 0 0,0 0-1 0 0,-3-1 1 0 0,4 2 46 0 0,0 0 0 0 0,0 0-1 0 0,0 0 1 0 0,0 0 0 0 0,0 1 0 0 0,0-1 0 0 0,0 0 0 0 0,0 1 0 0 0,0-1 0 0 0,1 0 0 0 0,-1 1 0 0 0,0-1-1 0 0,0 1 1 0 0,0-1 0 0 0,0 1 0 0 0,1 0 0 0 0,-1-1 0 0 0,0 1 0 0 0,1 0 0 0 0,-1 0 0 0 0,1-1 0 0 0,-1 1-1 0 0,1 0 1 0 0,-1 0 0 0 0,1 0 0 0 0,-1 0 0 0 0,1 0 0 0 0,0 0 0 0 0,-1-1 0 0 0,1 1 0 0 0,0 0 0 0 0,0 2-1 0 0,-3 18-6343 0 0</inkml:trace>
</inkml:ink>
</file>

<file path=ppt/ink/ink2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46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25 792 0 0,'0'0'4376'0'0,"0"0"-4293"0"0,-1-1-1 0 0,1 1 1 0 0,0-1 0 0 0,0 1 0 0 0,-1 0 0 0 0,1-1-1 0 0,0 1 1 0 0,-1-1 0 0 0,1 1 0 0 0,-1 0-1 0 0,1-1 1 0 0,0 1 0 0 0,-1 0 0 0 0,1-1 0 0 0,-1 1-1 0 0,1 0 1 0 0,-1 0 0 0 0,1-1 0 0 0,-1 1-1 0 0,1 0 1 0 0,-1 0 0 0 0,1 0 0 0 0,-1 0 0 0 0,1 0-1 0 0,-1 0 1 0 0,1-1 0 0 0,-1 1 0 0 0,1 1-1 0 0,-1-1 1 0 0,0 0 0 0 0,1 0 0 0 0,-1 0 0 0 0,1 0-1 0 0,-1 0 1 0 0,1 0 0 0 0,-1 1 0 0 0,-4 4 7 0 0,1 0 1 0 0,0 0-1 0 0,1 1 1 0 0,-1 0-1 0 0,1 0 1 0 0,0-1-1 0 0,1 2 1 0 0,-1-1-1 0 0,1 0 1 0 0,0 0-1 0 0,1 1 1 0 0,0-1-1 0 0,0 1 1 0 0,0 0-1 0 0,0-1 1 0 0,1 1-1 0 0,1-1 1 0 0,-1 1-1 0 0,1 0 1 0 0,0-1 0 0 0,0 1-1 0 0,1-1 1 0 0,0 0-1 0 0,0 1 1 0 0,0-1-1 0 0,1 0 1 0 0,0 0-1 0 0,0 0 1 0 0,1-1-1 0 0,-1 1 1 0 0,1-1-1 0 0,1 0 1 0 0,-1 0-1 0 0,1 0 1 0 0,-1-1-1 0 0,11 8 1 0 0,-9-8 48 0 0,0 0 0 0 0,0-1 1 0 0,0 0-1 0 0,0 0 0 0 0,1 0 1 0 0,-1-1-1 0 0,1 0 0 0 0,10 2 1 0 0,-13-3-2 0 0,0-1 1 0 0,-1 0-1 0 0,1 0 1 0 0,-1-1 0 0 0,1 1-1 0 0,0-1 1 0 0,-1 0 0 0 0,1 0-1 0 0,-1 0 1 0 0,0 0-1 0 0,1 0 1 0 0,-1-1 0 0 0,0 1-1 0 0,0-1 1 0 0,0 0 0 0 0,0 0-1 0 0,0 0 1 0 0,0-1-1 0 0,2-2 1 0 0,1-1 132 0 0,-1 0-1 0 0,-1 0 0 0 0,1 0 1 0 0,-1-1-1 0 0,0 1 1 0 0,0-1-1 0 0,-1 0 1 0 0,0 0-1 0 0,0-1 1 0 0,-1 1-1 0 0,0-1 1 0 0,0 1-1 0 0,-1-1 1 0 0,1 0-1 0 0,-2 1 0 0 0,1-1 1 0 0,-1 0-1 0 0,-1 0 1 0 0,-1-14-1 0 0,1 17-244 0 0,0 0-1 0 0,-1 0 1 0 0,1 1-1 0 0,-1-1 0 0 0,0 0 1 0 0,0 1-1 0 0,-1-1 1 0 0,1 1-1 0 0,-1 0 1 0 0,0 0-1 0 0,0 0 0 0 0,0 0 1 0 0,-7-5-1 0 0,6 6-218 0 0,0 0-1 0 0,0 1 0 0 0,0-1 1 0 0,0 1-1 0 0,-1 0 1 0 0,1 1-1 0 0,0-1 1 0 0,-1 1-1 0 0,0 0 0 0 0,1 0 1 0 0,-1 0-1 0 0,0 0 1 0 0,0 1-1 0 0,1 0 0 0 0,-1 0 1 0 0,-7 1-1 0 0,-46 8-3102 0 0,20 0-3733 0 0,18-5 2666 0 0</inkml:trace>
</inkml:ink>
</file>

<file path=ppt/ink/ink2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49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35 808 0 0,'23'-35'11466'0'0,"-21"39"-11202"0"0,5 24 67 0 0,0 1 0 0 0,-2 0-1 0 0,-1 0 1 0 0,-1 0-1 0 0,-2 45 1 0 0,-1-54-208 0 0,11 189 904 0 0,-10-202-1018 0 0,-1-5-89 0 0,1 1 0 0 0,-1 0 0 0 0,0-1 0 0 0,0 1 0 0 0,0 0 0 0 0,0-1 0 0 0,-1 1 0 0 0,1 0 0 0 0,-1-1 0 0 0,1 1 0 0 0,-1 0 0 0 0,-2 3 0 0 0,2-4-439 0 0,1 4 83 0 0,-1-3-1555 0 0</inkml:trace>
</inkml:ink>
</file>

<file path=ppt/ink/ink2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49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65 248 0 0,'0'0'1114'0'0,"24"-32"6151"0"0,-20 28-6993 0 0,1 1-1 0 0,0 0 0 0 0,-1 0 0 0 0,1 0 0 0 0,0 0 0 0 0,0 1 1 0 0,0 0-1 0 0,1 0 0 0 0,-1 0 0 0 0,1 1 0 0 0,-1 0 1 0 0,1 0-1 0 0,-1 0 0 0 0,7 1 0 0 0,-1-1-95 0 0,1 1-1 0 0,-1 0 1 0 0,0 1-1 0 0,0 0 1 0 0,0 1-1 0 0,12 3 1 0 0,-16-3-147 0 0,-1-1 0 0 0,0 2 0 0 0,0-1 1 0 0,0 1-1 0 0,0 0 0 0 0,0 0 0 0 0,-1 0 0 0 0,0 1 1 0 0,1 0-1 0 0,-1 0 0 0 0,0 1 0 0 0,-1-1 0 0 0,1 1 0 0 0,-1 0 1 0 0,0 0-1 0 0,0 0 0 0 0,-1 1 0 0 0,1-1 0 0 0,-1 1 0 0 0,0 0 1 0 0,-1 0-1 0 0,0 0 0 0 0,0 0 0 0 0,0 1 0 0 0,0-1 0 0 0,-1 0 1 0 0,0 1-1 0 0,-1-1 0 0 0,1 1 0 0 0,-1-1 0 0 0,0 1 1 0 0,-1-1-1 0 0,0 1 0 0 0,0-1 0 0 0,0 1 0 0 0,-1-1 0 0 0,0 0 1 0 0,0 0-1 0 0,0 1 0 0 0,-7 10 0 0 0,-5 9 45 0 0,-27 36-1 0 0,0 1-5 0 0,40-62-68 0 0,0 1-4 0 0,-2 5 7 0 0,3-5 79 0 0,0-1-79 0 0,0 0-1 0 0,0-1 1 0 0,1 1-1 0 0,-1 0 1 0 0,1 0-1 0 0,-1 0 1 0 0,1 0-1 0 0,-1-1 1 0 0,1 1-1 0 0,-1 0 1 0 0,1-1-1 0 0,-1 1 1 0 0,1 0-1 0 0,0-1 1 0 0,0 1-1 0 0,-1-1 1 0 0,2 1-1 0 0,378-21 182 0 0,-357 19-277 0 0,5-1-492 0 0,-12-3-3476 0 0</inkml:trace>
</inkml:ink>
</file>

<file path=ppt/ink/ink2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50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72 348 0 0,'8'-30'8369'0'0,"-3"25"-8121"0"0,0 1 1 0 0,0 0-1 0 0,1 0 1 0 0,0 1 0 0 0,-1 0-1 0 0,1 0 1 0 0,0 0-1 0 0,1 0 1 0 0,-1 1-1 0 0,0 0 1 0 0,1 1-1 0 0,-1-1 1 0 0,1 1-1 0 0,0 0 1 0 0,-1 1 0 0 0,1 0-1 0 0,0 0 1 0 0,-1 0-1 0 0,1 1 1 0 0,0 0-1 0 0,-1 0 1 0 0,1 1-1 0 0,-1-1 1 0 0,8 4 0 0 0,-8-3-215 0 0,1 0 1 0 0,0 1 0 0 0,-1 0 0 0 0,1 0 0 0 0,-1 0 0 0 0,0 1-1 0 0,0 0 1 0 0,0 0 0 0 0,0 0 0 0 0,-1 1 0 0 0,0 0 0 0 0,0 0 0 0 0,0 0-1 0 0,0 0 1 0 0,-1 1 0 0 0,0 0 0 0 0,0 0 0 0 0,-1 0 0 0 0,0 1 0 0 0,0-1-1 0 0,0 1 1 0 0,3 11 0 0 0,-6-8-16 0 0,1-1 0 0 0,-2 0 1 0 0,1 1-1 0 0,-1-1 0 0 0,-1 0 0 0 0,0 0 0 0 0,0 0 0 0 0,-1 0 1 0 0,0 0-1 0 0,0 0 0 0 0,-1 0 0 0 0,0-1 0 0 0,-9 13 0 0 0,-8 11 15 0 0,-49 57 1 0 0,60-78-25 0 0,-4 4-20 0 0,12-14 7 0 0,-1 1 0 0 0,1 0 1 0 0,0 0-1 0 0,0 0 1 0 0,0 0-1 0 0,1 1 0 0 0,-1-1 1 0 0,0 0-1 0 0,1 1 1 0 0,0-1-1 0 0,-1 1 0 0 0,0 4 1 0 0,2-6 7 0 0,4 3 9 0 0,-4-3-14 0 0,0-1 1 0 0,0 0-1 0 0,0 1 0 0 0,0-1 0 0 0,0 0 1 0 0,0 1-1 0 0,0-1 0 0 0,0 0 0 0 0,1 0 1 0 0,-1 1-1 0 0,0-1 0 0 0,0 0 0 0 0,0 1 1 0 0,0-1-1 0 0,1 0 0 0 0,-1 0 0 0 0,0 0 0 0 0,0 1 1 0 0,1-1-1 0 0,-1 0 0 0 0,0 0 0 0 0,1 0 1 0 0,-1 1-1 0 0,0-1 0 0 0,1 0 0 0 0,-1 0 1 0 0,0 0-1 0 0,0 0 0 0 0,1 0 0 0 0,-1 0 1 0 0,0 0-1 0 0,1 0 0 0 0,61 3 108 0 0,104-9 0 0 0,-95 1 192 0 0,2 3 1058 0 0,-71 3 358 0 0,-2-1-1737 0 0,0-1 0 0 0,0 1 0 0 0,0 0 0 0 0,0 0-1 0 0,0 0 1 0 0,0 0 0 0 0,0 0 0 0 0,0-1 0 0 0,0 1-1 0 0,0 0 1 0 0,0 0 0 0 0,0 0 0 0 0,0 0-1 0 0,0 0 1 0 0,0-1 0 0 0,0 1 0 0 0,0 0 0 0 0,0 0-1 0 0,0 0 1 0 0,0 0 0 0 0,0 0 0 0 0,0-1 0 0 0,0 1-1 0 0,0 0 1 0 0,1 0 0 0 0,-1 0 0 0 0,0 0 0 0 0,0 0-1 0 0,0 0 1 0 0,0 0 0 0 0,0-1 0 0 0,0 1-1 0 0,0 0 1 0 0,1 0 0 0 0,-1 0 0 0 0,0 0 0 0 0,0 0-1 0 0,0 0 1 0 0,0 0 0 0 0,0 0 0 0 0,1 0 0 0 0,-1 0-1 0 0,0 0 1 0 0,0 0 0 0 0,0 0 0 0 0,0 0-1 0 0,0 0 1 0 0,1 0 0 0 0,-1 0 0 0 0,0 0 0 0 0,0 0-1 0 0,0 0 1 0 0,0 0 0 0 0,0 0 0 0 0,1 0 0 0 0,-1 0-1 0 0,0 0 1 0 0,0 0 0 0 0,0 0 0 0 0,0 0 0 0 0,0 1-1 0 0,0-1 1 0 0,1 0 0 0 0,-1 0 0 0 0,0 0-1 0 0,0 0 1 0 0,0 0 0 0 0,0 0 0 0 0,0 1 0 0 0,0-16-2814 0 0,0 12 3167 0 0,-2-1-1179 0 0,-2-9-2722 0 0,2 8-1305 0 0,-2-4 1287 0 0</inkml:trace>
</inkml:ink>
</file>

<file path=ppt/ink/ink2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51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84 724 0 0,'0'0'835'0'0,"17"-27"10581"0"0,-15 24-10802 0 0,0 0 0 0 0,0 0 0 0 0,0 0 0 0 0,-1 0 0 0 0,1 0 0 0 0,-1 0 0 0 0,0 0 0 0 0,0-1 0 0 0,0 1 0 0 0,0 0 0 0 0,0-1 0 0 0,0-5 0 0 0,-1 7 351 0 0,3-3-886 0 0,-3 2-72 0 0,-2 6 40 0 0,-12 20-150 0 0,2 1 1 0 0,0 0 0 0 0,1 1 0 0 0,-8 29-1 0 0,19-52 10 0 0,0-1-13 0 0,0 0 93 0 0,1 0 0 0 0,-1 0 0 0 0,1 0 0 0 0,0 0 0 0 0,-1 0 0 0 0,1 0 0 0 0,0 0 0 0 0,0 0 0 0 0,-1 0 0 0 0,1 0 0 0 0,0 0 0 0 0,0-1 0 0 0,0 1 0 0 0,0 0 0 0 0,0-1 0 0 0,0 1 0 0 0,0-1 0 0 0,0 1 0 0 0,0-1 0 0 0,1 1 0 0 0,-1-1 0 0 0,0 0 0 0 0,0 0 0 0 0,0 1 0 0 0,0-1 1 0 0,2 0-1 0 0,41 4-200 0 0,-35-3 156 0 0,23 1-104 0 0,5 1-176 0 0,53 10 1 0 0,-80-11 267 0 0,0 1 1 0 0,0 0-1 0 0,0 0 1 0 0,0 1 0 0 0,-1 1-1 0 0,0-1 1 0 0,1 1 0 0 0,-2 1-1 0 0,17 13 1 0 0,-20-15 35 0 0,-1 0 1 0 0,0 1 0 0 0,0-1-1 0 0,0 1 1 0 0,0 0 0 0 0,-1 1-1 0 0,0-1 1 0 0,0 1 0 0 0,4 9-1 0 0,-6-12 25 0 0,-1 1 0 0 0,1-1 0 0 0,0 0-1 0 0,-1 0 1 0 0,0 1 0 0 0,0-1 0 0 0,0 1-1 0 0,0-1 1 0 0,-1 0 0 0 0,1 1 0 0 0,-1-1-1 0 0,0 0 1 0 0,1 0 0 0 0,-2 1 0 0 0,1-1-1 0 0,0 0 1 0 0,-1 0 0 0 0,1 0 0 0 0,-1 0-1 0 0,0-1 1 0 0,0 1 0 0 0,0 0 0 0 0,-3 2-1 0 0,-4 4 15 0 0,0-1 0 0 0,-1 0 0 0 0,1-1 0 0 0,-1 0 0 0 0,-1 0 0 0 0,0-1 0 0 0,0-1 0 0 0,0 1 0 0 0,0-2 0 0 0,-1 0 0 0 0,0 0 0 0 0,1-1-1 0 0,-1-1 1 0 0,-1 0 0 0 0,1 0 0 0 0,0-1 0 0 0,-19-1 0 0 0,24-1-545 0 0,0 1-1 0 0,0-1 1 0 0,1-1 0 0 0,-1 1-1 0 0,0-1 1 0 0,1 0 0 0 0,-9-4-1 0 0,13 5-103 0 0,0 0 1 0 0,0 0-1 0 0,0 0 0 0 0,0-1 1 0 0,0 1-1 0 0,0-1 0 0 0,0 1 0 0 0,0-1 1 0 0,0 0-1 0 0,1 1 0 0 0,-1-1 0 0 0,-1-2 1 0 0,-1-5-2803 0 0</inkml:trace>
</inkml:ink>
</file>

<file path=ppt/ink/ink2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52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0 142 60 0 0,'130'-57'11072'0'0,"-17"7"-5734"0"0,-89 41-4754 0 0,0 1 0 0 0,45-9 0 0 0,-37 17-3169 0 0,-56 15-10460 0 0</inkml:trace>
</inkml:ink>
</file>

<file path=ppt/ink/ink2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55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152 460 744 0 0,'-12'-28'4297'0'0,"12"28"-4246"0"0,0 0 1 0 0,0 1-1 0 0,0-1 1 0 0,0 0-1 0 0,0 0 0 0 0,0 0 1 0 0,0 0-1 0 0,0 0 1 0 0,0 0-1 0 0,0 0 0 0 0,0 0 1 0 0,0 0-1 0 0,0 0 1 0 0,0 1-1 0 0,0-1 0 0 0,0 0 1 0 0,-1 0-1 0 0,1 0 1 0 0,0 0-1 0 0,0 0 0 0 0,0 0 1 0 0,0 0-1 0 0,0 0 1 0 0,0 0-1 0 0,0 0 0 0 0,0 0 1 0 0,0 0-1 0 0,0 0 1 0 0,-1 0-1 0 0,1 0 0 0 0,0 0 1 0 0,0 0-1 0 0,0 0 1 0 0,0 0-1 0 0,0 0 0 0 0,0 0 1 0 0,0 0-1 0 0,0 0 1 0 0,-1 0-1 0 0,1 0 0 0 0,0 0 1 0 0,0 0-1 0 0,0 0 1 0 0,0 0-1 0 0,0 0 0 0 0,0 0 1 0 0,0 0-1 0 0,0 0 1 0 0,0 0-1 0 0,0-1 0 0 0,-1 1 1 0 0,1 0-1 0 0,4 47 1954 0 0,-2-22-2175 0 0,4 59 656 0 0,-1-11-52 0 0,17 93 0 0 0,-10-110-266 0 0,28 114 452 0 0,-35-152 2360 0 0,-13-34-1844 0 0,-23-59-1170 0 0,19 46 483 0 0,3 8-334 0 0,-117-318 858 0 0,114 298-920 0 0,1 0 0 0 0,3-1 0 0 0,1 0 0 0 0,3 0 0 0 0,1 0 0 0 0,3-62 0 0 0,1 94-51 0 0,1 0 0 0 0,0-1 0 0 0,0 1 0 0 0,1 0 0 0 0,0 0 0 0 0,1 0-1 0 0,0 0 1 0 0,1 1 0 0 0,-1-1 0 0 0,2 1 0 0 0,0 0 0 0 0,0 1 0 0 0,0-1 0 0 0,1 1-1 0 0,0 1 1 0 0,1-1 0 0 0,-1 1 0 0 0,2 0 0 0 0,-1 1 0 0 0,13-8 0 0 0,-7 7-18 0 0,-1 0-1 0 0,1 1 1 0 0,1 1 0 0 0,-1 0 0 0 0,1 1 0 0 0,0 0 0 0 0,0 1-1 0 0,0 1 1 0 0,0 1 0 0 0,1 0 0 0 0,-1 1 0 0 0,0 0 0 0 0,25 4 0 0 0,-8 2-42 0 0,1 2 0 0 0,-1 0 0 0 0,-1 3 0 0 0,51 22 0 0 0,-61-22-42 0 0,1 0 0 0 0,-2 2 0 0 0,0 0 0 0 0,0 1 0 0 0,-1 1 0 0 0,-1 1 0 0 0,19 21 0 0 0,-35-35 83 0 0,1 0-1 0 0,-1 0 1 0 0,0 1-1 0 0,0-1 1 0 0,-1 1-1 0 0,1 0 1 0 0,-1 0-1 0 0,1-1 1 0 0,-1 1-1 0 0,0 0 1 0 0,0 0-1 0 0,0 0 1 0 0,0 0-1 0 0,-1 0 1 0 0,1 1-1 0 0,-1-1 1 0 0,0 0 0 0 0,1 0-1 0 0,-2 0 1 0 0,1 0-1 0 0,0 1 1 0 0,-1-1-1 0 0,1 0 1 0 0,-1 0-1 0 0,0 0 1 0 0,0 0-1 0 0,0 0 1 0 0,-2 3-1 0 0,0-1 6 0 0,-1 0 0 0 0,0 0 0 0 0,0 0-1 0 0,-1-1 1 0 0,1 1 0 0 0,-1-1 0 0 0,0 0-1 0 0,0-1 1 0 0,-1 1 0 0 0,1-1 0 0 0,-1 0 0 0 0,0 0-1 0 0,-7 2 1 0 0,-23 10-367 0 0,0-1-1 0 0,-1-2 1 0 0,-1-2 0 0 0,0-1-1 0 0,0-2 1 0 0,-59 3 0 0 0,76-8-1222 0 0,13 0-299 0 0,0-1-2169 0 0</inkml:trace>
</inkml:ink>
</file>

<file path=ppt/ink/ink2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55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74 332 0 0,'2'-31'3786'0'0,"1"15"-2746"0"0,-1-6 3583 0 0,-2 22-4560 0 0,0 0 0 0 0,0 0 0 0 0,1 0 0 0 0,-1 0 0 0 0,0 0 0 0 0,0-1 0 0 0,0 1 0 0 0,0 0 0 0 0,0 0 0 0 0,0 0 0 0 0,0 0 0 0 0,0 0 0 0 0,0-1 0 0 0,0 1-1 0 0,0 0 1 0 0,0 0 0 0 0,0 0 0 0 0,-1 0 0 0 0,1 0 0 0 0,0-1 0 0 0,0 1 0 0 0,0 0 0 0 0,0 0 0 0 0,0 0 0 0 0,0 0 0 0 0,0 0 0 0 0,0 0 0 0 0,0-1 0 0 0,0 1 0 0 0,-1 0 0 0 0,1 0 0 0 0,0 0 0 0 0,0 0 0 0 0,0 0 0 0 0,0 0-1 0 0,0 0 1 0 0,-1 0 0 0 0,1 0 0 0 0,0 0 0 0 0,0 0 0 0 0,0 0 0 0 0,0 0 0 0 0,0-1 0 0 0,-1 1 0 0 0,1 0 0 0 0,0 0 0 0 0,0 0 0 0 0,0 0 0 0 0,0 1 0 0 0,0-1 0 0 0,-1 0 0 0 0,1 0 0 0 0,0 0 0 0 0,-12 17-237 0 0,-13 30 386 0 0,2 1 1 0 0,3 0 0 0 0,1 2-1 0 0,-19 85 1 0 0,32-106-152 0 0,2-1 0 0 0,1 1 0 0 0,1 0 1 0 0,1 0-1 0 0,2 0 0 0 0,1-1 0 0 0,1 1 0 0 0,2 0 0 0 0,0-1 1 0 0,11 30-1 0 0,-6-32-4 0 0,1-1 0 0 0,1 0 0 0 0,1-1 0 0 0,1 0 0 0 0,2-1 0 0 0,0-1 0 0 0,1 0 0 0 0,1-1 1 0 0,1-1-1 0 0,31 24 0 0 0,-18-18-234 0 0,1-1 1 0 0,1-2 0 0 0,1-2 0 0 0,1-1-1 0 0,1-2 1 0 0,52 19 0 0 0,-77-33-226 0 0,0-1 0 0 0,0 0 1 0 0,0-1-1 0 0,17 2 1 0 0,23-7-5983 0 0,-33-2 3151 0 0</inkml:trace>
</inkml:ink>
</file>

<file path=ppt/ink/ink2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56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65 436 0 0,'0'0'233'0'0,"0"-11"1570"0"0,0 1 0 0 0,1 0 0 0 0,0 0 0 0 0,3-14 2618 0 0,-2 25-4368 0 0,-1 0 1 0 0,1 0-1 0 0,-1 0 1 0 0,1 0-1 0 0,-1 0 1 0 0,0 0-1 0 0,1 0 1 0 0,-1 0-1 0 0,0 1 1 0 0,0-1-1 0 0,0 1 1 0 0,0-1-1 0 0,0 0 0 0 0,0 1 1 0 0,0 0-1 0 0,-1-1 1 0 0,2 3-1 0 0,14 33 433 0 0,-14-32-383 0 0,21 50 404 0 0,1 9-157 0 0,3-2 0 0 0,3-1 0 0 0,62 94 0 0 0,-82-141-238 0 0,1 0 1 0 0,1-1-1 0 0,0-1 0 0 0,1 0 1 0 0,0-1-1 0 0,1 0 0 0 0,27 16 1 0 0,-34-23-237 0 0,0 0 0 0 0,1-1 0 0 0,0 0 0 0 0,0 0 0 0 0,0 0 0 0 0,0-1 0 0 0,0 0 1 0 0,1-1-1 0 0,-1 0 0 0 0,0 0 0 0 0,1-1 0 0 0,-1 0 0 0 0,1 0 0 0 0,-1-1 0 0 0,0 0 0 0 0,1-1 1 0 0,14-4-1 0 0,-20 5-162 0 0,-1-1 1 0 0,1 1 0 0 0,0 0-1 0 0,-1-1 1 0 0,1 1 0 0 0,-1-1-1 0 0,0 0 1 0 0,0 1 0 0 0,0-1-1 0 0,3-3 1 0 0,5-14-4733 0 0,-6 6 1490 0 0</inkml:trace>
</inkml:ink>
</file>

<file path=ppt/ink/ink2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56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35 348 0 0,'0'0'1057'0'0,"-11"-10"1621"0"0,9 3 1971 0 0,22 1-4503 0 0,0 2-1 0 0,1 1 1 0 0,-1 1-1 0 0,0 0 1 0 0,1 1-1 0 0,0 2 1 0 0,24 2-1 0 0,52 0-5877 0 0,-77-5 3388 0 0</inkml:trace>
</inkml:ink>
</file>

<file path=ppt/ink/ink2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56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0 329 92 0 0,'0'0'1870'0'0,"19"26"3886"0"0,37 152-906 0 0,-24-58-7771 0 0,-28-114 1427 0 0</inkml:trace>
  <inkml:trace contextRef="#ctx0" brushRef="#br0" timeOffset="1">257 1 680 0 0,'16'1'523'0'0,"0"0"1"0"0,0 2-1 0 0,-1 0 0 0 0,0 1 0 0 0,1 0 1 0 0,-2 1-1 0 0,1 1 0 0 0,0 0 0 0 0,22 15 1 0 0,-11-6 62 0 0,-2 2-1 0 0,0 0 1 0 0,-1 2 0 0 0,25 26-1 0 0,-30-26-237 0 0,-1 0 0 0 0,-1 1 0 0 0,-1 1 0 0 0,-1 1 0 0 0,0 0-1 0 0,-2 0 1 0 0,19 49 0 0 0,-26-54-221 0 0,0-1 1 0 0,-1 1-1 0 0,-1 0 0 0 0,0 0 1 0 0,-1 0-1 0 0,-1 1 0 0 0,-1-1 1 0 0,0 0-1 0 0,-1 0 0 0 0,-1 1 1 0 0,-1-1-1 0 0,-9 32 0 0 0,3-26-66 0 0,-1 0 0 0 0,-1-1 0 0 0,0 0 0 0 0,-2-1 0 0 0,-1 0 0 0 0,0-1-1 0 0,-2-1 1 0 0,0 0 0 0 0,-1-1 0 0 0,-35 28 0 0 0,10-13-1219 0 0,-1-2 0 0 0,-2-3-1 0 0,-94 46 1 0 0,93-54-2367 0 0,2-3 266 0 0</inkml:trace>
</inkml:ink>
</file>

<file path=ppt/ink/ink2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57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46 76 0 0,'-18'-45'7385'0'0,"27"47"-7227"0"0,-1 0 1 0 0,0 1-1 0 0,0 0 1 0 0,-1 0-1 0 0,1 1 1 0 0,-1 0 0 0 0,1 0-1 0 0,6 7 1 0 0,7 1 93 0 0,618 278 2221 0 0,-210-108-1756 0 0,-392-164-633 0 0,-1 1-1 0 0,44 31 0 0 0,-70-43-65 0 0,0 0 1 0 0,-1 1 0 0 0,0 0-1 0 0,0 0 1 0 0,-1 1 0 0 0,0 0-1 0 0,-1 1 1 0 0,0-1 0 0 0,0 1 0 0 0,-1 1-1 0 0,0-1 1 0 0,5 16 0 0 0,-9-20-10 0 0,-1 0 0 0 0,1 1 0 0 0,-1-1 0 0 0,-1 0 0 0 0,1 1 0 0 0,-1-1 0 0 0,0 1 0 0 0,0-1 0 0 0,-1 1 0 0 0,0-1 0 0 0,0 0 0 0 0,-1 1 0 0 0,-2 7 0 0 0,-1-4 6 0 0,1 1-1 0 0,-2-2 1 0 0,1 1 0 0 0,-1-1 0 0 0,-1 1 0 0 0,0-2-1 0 0,-8 10 1 0 0,-10 5 40 0 0,0 0 0 0 0,-2-2 0 0 0,-57 35 0 0 0,-218 100 434 0 0,168-97-2679 0 0,16-7-3650 0 0,77-34 2606 0 0</inkml:trace>
</inkml:ink>
</file>

<file path=ppt/ink/ink2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58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40 469 372 0 0,'0'0'2634'0'0,"-6"-5"-1738"0"0,3 5-345 0 0,4 6 2781 0 0,98 320-775 0 0,-20-56-563 0 0,-70-233-1570 0 0,6 10 3500 0 0,-19-54-3586 0 0,-96-249 1348 0 0,56 136-1354 0 0,25 66-231 0 0,2 1 0 0 0,2-2 0 0 0,3 0 1 0 0,-7-77-1 0 0,16 96-58 0 0,2-1 1 0 0,8-73-1 0 0,-4 93-57 0 0,0 1 0 0 0,0-1 0 0 0,2 1 1 0 0,0-1-1 0 0,1 1 0 0 0,0 1 0 0 0,1-1 0 0 0,15-22 0 0 0,-18 33-28 0 0,0 0 0 0 0,0 0-1 0 0,1 0 1 0 0,-1 0 0 0 0,1 1 0 0 0,0 0 0 0 0,0 0-1 0 0,1 0 1 0 0,-1 1 0 0 0,1-1 0 0 0,0 1-1 0 0,-1 1 1 0 0,1-1 0 0 0,12-2 0 0 0,-8 3-19 0 0,0 0 0 0 0,0 1 0 0 0,0 1 0 0 0,0-1 0 0 0,0 1 0 0 0,0 1 0 0 0,0 0 0 0 0,19 5 0 0 0,-12-1-36 0 0,0 0 0 0 0,-1 1 0 0 0,1 1 0 0 0,-1 1 0 0 0,0 0 0 0 0,-1 1-1 0 0,0 1 1 0 0,-1 0 0 0 0,0 1 0 0 0,18 18 0 0 0,-24-20 21 0 0,0 0 0 0 0,-1 0-1 0 0,0 1 1 0 0,-1 1 0 0 0,0-1 0 0 0,0 1 0 0 0,-1 0 0 0 0,0 0 0 0 0,-1 0-1 0 0,-1 1 1 0 0,0 0 0 0 0,2 13 0 0 0,-4-18 45 0 0,0 1 0 0 0,-1-1 0 0 0,0 0 0 0 0,0 0 0 0 0,-1 0 0 0 0,0 0 0 0 0,0 0 0 0 0,-1 0 1 0 0,0-1-1 0 0,0 1 0 0 0,0 0 0 0 0,-1-1 0 0 0,0 1 0 0 0,0-1 0 0 0,-1 0 0 0 0,0 0 0 0 0,0 0 0 0 0,0-1 0 0 0,0 1 0 0 0,-1-1 0 0 0,0 0 0 0 0,-8 6 0 0 0,-98 65-1690 0 0,60-45-6797 0 0,43-26 5502 0 0</inkml:trace>
</inkml:ink>
</file>

<file path=ppt/ink/ink2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58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61 48 0 0,'4'-22'1848'0'0,"-1"-17"5299"0"0,-25 59-6269 0 0,4 1-633 0 0,1 0-1 0 0,2 2 1 0 0,0 0 0 0 0,1 1 0 0 0,1 0 0 0 0,-18 51-1 0 0,28-69-208 0 0,-11 30 169 0 0,0 0-1 0 0,3 1 0 0 0,1 1 1 0 0,1 0-1 0 0,2 0 0 0 0,-2 56 0 0 0,8-70-94 0 0,2 1 0 0 0,1-1 0 0 0,1 1 0 0 0,1-1 0 0 0,1 0 0 0 0,1-1 0 0 0,1 1 0 0 0,1-1 0 0 0,1 0 0 0 0,1-1-1 0 0,17 28 1 0 0,-10-24-33 0 0,1-1-1 0 0,0 0 0 0 0,2-2 0 0 0,1 0 1 0 0,1-1-1 0 0,0-1 0 0 0,2-2 1 0 0,0 0-1 0 0,1-1 0 0 0,1-2 0 0 0,30 14 1 0 0,-34-19-440 0 0,2-2 0 0 0,0 0 0 0 0,0-2 0 0 0,0 0 0 0 0,48 5 1 0 0,-50-10-584 0 0,0-1 0 0 0,0-1 0 0 0,0-1 0 0 0,0-1 0 0 0,0-1 0 0 0,0-1 0 0 0,24-8 1 0 0,-6 0-2198 0 0</inkml:trace>
</inkml:ink>
</file>

<file path=ppt/ink/ink2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59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37 136 0 0,'-21'-27'4004'0'0,"15"18"-966"0"0,1 17-2643 0 0,-4 10 197 0 0,0 0 0 0 0,2 1 0 0 0,-9 29 0 0 0,8-8-196 0 0,1 0 0 0 0,2 0 1 0 0,2 1-1 0 0,2-1 0 0 0,2 1 1 0 0,1 0-1 0 0,2-1 0 0 0,2 0 0 0 0,14 51 1 0 0,-11-58-187 0 0,2-1 1 0 0,1 0 0 0 0,1-1-1 0 0,2-1 1 0 0,1 0 0 0 0,2-1 0 0 0,0-1-1 0 0,2-1 1 0 0,1 0 0 0 0,1-2-1 0 0,39 36 1 0 0,-44-48-379 0 0,-1-1 1 0 0,2-1-1 0 0,0 0 0 0 0,0-1 0 0 0,1-1 0 0 0,0-1 0 0 0,1-1 1 0 0,0 0-1 0 0,0-2 0 0 0,26 5 0 0 0,-40-9-143 0 0,0-1 1 0 0,1 0-1 0 0,-1 0 0 0 0,0 0 1 0 0,0-1-1 0 0,0 1 0 0 0,7-3 1 0 0,22-11-5807 0 0,-22 6 2753 0 0</inkml:trace>
</inkml:ink>
</file>

<file path=ppt/ink/ink2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59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83 732 0 0,'-5'-3'878'0'0,"3"2"-576"0"0,1 0 1 0 0,-1 0-1 0 0,1 0 1 0 0,-1 0 0 0 0,1 0-1 0 0,0 0 1 0 0,-1-1 0 0 0,1 1-1 0 0,0 0 1 0 0,0-1-1 0 0,0 1 1 0 0,0 0 0 0 0,0-1-1 0 0,1 1 1 0 0,-1-1-1 0 0,0 0 1 0 0,0-2 0 0 0,0 2 533 0 0,35-22 1220 0 0,1 16-1571 0 0,0 1 1 0 0,1 1-1 0 0,0 2 0 0 0,65 2 1 0 0,23 10-2170 0 0,-2 8-4245 0 0,-95-12 3246 0 0</inkml:trace>
</inkml:ink>
</file>

<file path=ppt/ink/ink2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6:59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0 674 44 0 0,'6'5'491'0'0,"-1"0"1"0"0,0 1-1 0 0,0-1 0 0 0,-1 1 1 0 0,0 0-1 0 0,0 1 1 0 0,0-1-1 0 0,0 1 0 0 0,-1-1 1 0 0,0 1-1 0 0,-1 0 0 0 0,4 13 1 0 0,-3 1 21 0 0,-1-1 1 0 0,-1 1-1 0 0,-2 27 1 0 0,1-8 606 0 0,0-37-1012 0 0,-1-1 0 0 0,1 1-1 0 0,1 0 1 0 0,-1-1 0 0 0,0 1-1 0 0,1 0 1 0 0,-1-1 0 0 0,1 1-1 0 0,0-1 1 0 0,0 1 0 0 0,0-1-1 0 0,0 1 1 0 0,0-1 0 0 0,1 1-1 0 0,-1-1 1 0 0,1 0-1 0 0,-1 0 1 0 0,4 4 0 0 0,-2-5-28 0 0,0 1 1 0 0,0 0-1 0 0,0-1 1 0 0,1 1-1 0 0,-1-1 1 0 0,0 0-1 0 0,0 0 1 0 0,1 0-1 0 0,-1-1 1 0 0,1 1-1 0 0,-1-1 1 0 0,1 0-1 0 0,-1 0 1 0 0,7 0-1 0 0,15-2-274 0 0,-1 0 0 0 0,1-2-1 0 0,0-1 1 0 0,-1-1 0 0 0,38-13-1 0 0,-33 6-1950 0 0,-1 0-1 0 0,29-18 0 0 0,-19 7-814 0 0</inkml:trace>
  <inkml:trace contextRef="#ctx0" brushRef="#br0" timeOffset="1">1033 0 144 0 0,'3'2'1103'0'0,"4"6"-582"0"0,0-1 0 0 0,-1 1 1 0 0,0 0-1 0 0,0 0 0 0 0,0 1 1 0 0,-1 0-1 0 0,-1 0 0 0 0,1 0 0 0 0,-1 1 1 0 0,-1-1-1 0 0,0 1 0 0 0,0 0 1 0 0,1 17-1 0 0,1 2 181 0 0,-2 0 1 0 0,-1 1-1 0 0,-4 49 0 0 0,-2-42-395 0 0,-3 1-1 0 0,-1-1 1 0 0,-1-1-1 0 0,-2 0 1 0 0,-2 0 0 0 0,-1-2-1 0 0,-2 1 1 0 0,-1-2-1 0 0,-36 52 1 0 0,-2-8-447 0 0,-4-2 1 0 0,-112 110 0 0 0,112-129-1112 0 0,-76 56-1 0 0,-6-13-4484 0 0,72-55 2493 0 0</inkml:trace>
</inkml:ink>
</file>

<file path=ppt/ink/ink2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7:42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315 784 256 0 0,'-4'-13'1292'0'0,"1"0"-1"0"0,1 0 1 0 0,0-1-1 0 0,1 1 1 0 0,0-16-1 0 0,1 27-312 0 0,0-5-484 0 0,0 7-465 0 0,0 0-1 0 0,0 0 1 0 0,0 0-1 0 0,1 0 1 0 0,-1 0-1 0 0,0 1 1 0 0,0-1-1 0 0,0 0 1 0 0,0 0-1 0 0,0 0 1 0 0,0 0-1 0 0,0 0 1 0 0,0 0-1 0 0,0 0 1 0 0,0 0-1 0 0,0 0 1 0 0,0 1-1 0 0,0-1 1 0 0,1 0-1 0 0,-1 0 1 0 0,0 0 0 0 0,0 0-1 0 0,0 0 1 0 0,0 0-1 0 0,0 0 1 0 0,0 0-1 0 0,0 0 1 0 0,1 0-1 0 0,-1 0 1 0 0,0 0-1 0 0,0 0 1 0 0,0 0-1 0 0,0 0 1 0 0,0 0-1 0 0,0 0 1 0 0,0 0-1 0 0,1 0 1 0 0,-1 0-1 0 0,0 0 1 0 0,0 0-1 0 0,0 0 1 0 0,0 0-1 0 0,0 0 1 0 0,0 0-1 0 0,0 0 1 0 0,1 0-1 0 0,-1 0 1 0 0,0 0-1 0 0,0 0 1 0 0,0 0-1 0 0,0-1 1 0 0,0 1-1 0 0,0 0 1 0 0,0 0-1 0 0,0 0 1 0 0,0 0 0 0 0,1 0-1 0 0,11 23 168 0 0,-1 1-1 0 0,-1 0 1 0 0,-1 1 0 0 0,-2 0-1 0 0,0 0 1 0 0,6 50 0 0 0,-13-50 104 0 0,0-23-97 0 0,-1-2-167 0 0,0 1 0 0 0,0 0 1 0 0,1-1-1 0 0,-1 1 0 0 0,0-1 0 0 0,0 1 0 0 0,0-1 0 0 0,0 0 0 0 0,0 1 0 0 0,0-1 0 0 0,0 0 1 0 0,0 0-1 0 0,0 0 0 0 0,0 1 0 0 0,0-1 0 0 0,0 0 0 0 0,-1 0 0 0 0,-13-6 94 0 0,0 0-1 0 0,1 0 0 0 0,0-1 1 0 0,0-1-1 0 0,1-1 0 0 0,-1 0 0 0 0,2 0 1 0 0,-1-1-1 0 0,2-1 0 0 0,-1 0 1 0 0,1 0-1 0 0,-13-21 0 0 0,-1-2 77 0 0,1-1 0 0 0,3-2-1 0 0,-27-59 1 0 0,37 70-146 0 0,0-1 0 0 0,3 0 0 0 0,0 0 0 0 0,1-1 0 0 0,2 0-1 0 0,1 0 1 0 0,1 0 0 0 0,1-1 0 0 0,3-41 0 0 0,0 58-55 0 0,0 0 1 0 0,1 0-1 0 0,1 0 1 0 0,-1 0-1 0 0,2 0 1 0 0,-1 1-1 0 0,2 0 1 0 0,0 0-1 0 0,0 0 0 0 0,1 0 1 0 0,0 1-1 0 0,1 0 1 0 0,0 0-1 0 0,0 0 1 0 0,1 1-1 0 0,0 1 1 0 0,1-1-1 0 0,0 1 0 0 0,1 0 1 0 0,-1 1-1 0 0,1 1 1 0 0,1-1-1 0 0,-1 1 1 0 0,17-6-1 0 0,-7 5-15 0 0,-1 1 0 0 0,1 0 0 0 0,0 2 0 0 0,1 0 0 0 0,-1 2 0 0 0,1 0 0 0 0,-1 1 0 0 0,1 1 0 0 0,-1 1 0 0 0,1 1-1 0 0,25 5 1 0 0,-35-5-22 0 0,0 1 0 0 0,-1 0-1 0 0,1 1 1 0 0,-1 0-1 0 0,0 0 1 0 0,0 1 0 0 0,0 1-1 0 0,0-1 1 0 0,-1 2 0 0 0,0-1-1 0 0,-1 1 1 0 0,1 1-1 0 0,-1-1 1 0 0,-1 1 0 0 0,1 1-1 0 0,-1 0 1 0 0,-1 0-1 0 0,0 0 1 0 0,0 0 0 0 0,-1 1-1 0 0,0 0 1 0 0,5 15-1 0 0,-8-17 4 0 0,1 0-1 0 0,-2-1 0 0 0,1 1 0 0 0,-1 0 0 0 0,-1 0 0 0 0,1 0 1 0 0,-1 0-1 0 0,-1 0 0 0 0,1 0 0 0 0,-1 0 0 0 0,-1 0 0 0 0,0-1 1 0 0,-4 14-1 0 0,1-9 8 0 0,-1-1 0 0 0,0 1 0 0 0,0-1 1 0 0,-1 0-1 0 0,-1-1 0 0 0,1 0 1 0 0,-18 17-1 0 0,0-5-79 0 0,-1 0 1 0 0,-1-2-1 0 0,-1-1 0 0 0,-1-2 1 0 0,-47 23-1 0 0,-24-1-2052 0 0,59-26-5524 0 0</inkml:trace>
</inkml:ink>
</file>

<file path=ppt/ink/ink2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7:42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1 299 220 0 0,'4'0'152'0'0,"-1"1"-1"0"0,1 0 1 0 0,0 0 0 0 0,0 0 0 0 0,0 1-1 0 0,-1-1 1 0 0,1 1 0 0 0,0 0 0 0 0,-1 0-1 0 0,0 0 1 0 0,1 0 0 0 0,-1 1-1 0 0,0-1 1 0 0,0 1 0 0 0,0 0 0 0 0,-1 0-1 0 0,1 0 1 0 0,-1 0 0 0 0,1 0-1 0 0,-1 0 1 0 0,2 6 0 0 0,-2-2 16 0 0,0-1-1 0 0,0 1 1 0 0,-1 0 0 0 0,0-1-1 0 0,-1 1 1 0 0,1 0 0 0 0,-1 0-1 0 0,-1 0 1 0 0,1-1 0 0 0,-1 1-1 0 0,-3 12 1 0 0,0-5 178 0 0,0-1 0 0 0,-1 0 0 0 0,0 0 0 0 0,-1 0 0 0 0,0 0 0 0 0,-14 19 0 0 0,19-30-23 0 0,22-26 1760 0 0,6-3-1953 0 0,0 1 0 0 0,2 2-1 0 0,1 1 1 0 0,41-25 0 0 0,-38 26-65 0 0,-32 21-67 0 0,0 0 0 0 0,1 0 0 0 0,0 0 0 0 0,-1 0 0 0 0,1 0 0 0 0,0 1 0 0 0,-1-1 0 0 0,1 1 0 0 0,0-1 0 0 0,-1 1 0 0 0,1-1 0 0 0,0 1 0 0 0,0 0 0 0 0,0 0 0 0 0,0 0 0 0 0,-1 0 0 0 0,1 0 0 0 0,0 0 0 0 0,0 1 0 0 0,0-1 0 0 0,-1 0 0 0 0,1 1 0 0 0,0 0 0 0 0,-1-1 0 0 0,1 1 0 0 0,0 0 0 0 0,-1 0 0 0 0,2 1 0 0 0,4 3-8 0 0,-1 1 1 0 0,0 0 0 0 0,0 0 0 0 0,-1 0-1 0 0,6 9 1 0 0,-8-10 14 0 0,0 0 0 0 0,1 0 0 0 0,0-1 0 0 0,-1 1 1 0 0,1-1-1 0 0,1 0 0 0 0,-1-1 0 0 0,1 1 0 0 0,9 5 0 0 0,-8-7-9 0 0,1 0 0 0 0,0-1-1 0 0,-1 0 1 0 0,1 0 0 0 0,0 0 0 0 0,-1-1 0 0 0,1 0 0 0 0,0 0-1 0 0,0-1 1 0 0,-1 0 0 0 0,1 0 0 0 0,-1-1 0 0 0,1 0 0 0 0,-1 0-1 0 0,1 0 1 0 0,-1-1 0 0 0,0 0 0 0 0,0 0 0 0 0,0 0-1 0 0,-1-1 1 0 0,1 0 0 0 0,-1 0 0 0 0,0-1 0 0 0,0 1 0 0 0,8-10-1 0 0,-6 6-33 0 0,-1 0 0 0 0,1 0-1 0 0,-1-1 1 0 0,-1 0 0 0 0,0 0-1 0 0,0 0 1 0 0,-1-1 0 0 0,0 1 0 0 0,0-1-1 0 0,-1 0 1 0 0,-1 0 0 0 0,1-1-1 0 0,-2 1 1 0 0,1 0 0 0 0,-1-1-1 0 0,-1-11 1 0 0,-2 6 44 0 0,-1 1 0 0 0,-1-1 0 0 0,0 0 0 0 0,-1 1-1 0 0,-1 0 1 0 0,0 0 0 0 0,-1 1 0 0 0,-1-1 0 0 0,0 1 0 0 0,-1 1 0 0 0,0 0 0 0 0,-1 0 0 0 0,-18-17 0 0 0,12 20 99 0 0,10 17-54 0 0,6-4-47 0 0,0 0 0 0 0,0 0 1 0 0,1 0-1 0 0,-1 1 0 0 0,1-1 0 0 0,-1 0 0 0 0,1 0 0 0 0,0 0 0 0 0,2 4 1 0 0,13 22 4 0 0,1 0 1 0 0,1-1 0 0 0,2-1 0 0 0,1-1 0 0 0,28 28-1 0 0,-25-29 2 0 0,-1 1-1 0 0,-2 1 1 0 0,0 1-1 0 0,-2 0 1 0 0,16 32-1 0 0,-34-57-12 0 0,0-1 0 0 0,0 1 0 0 0,0 0 1 0 0,0-1-1 0 0,-1 1 0 0 0,1 0 0 0 0,-1 0 0 0 0,0-1 1 0 0,1 1-1 0 0,-1 0 0 0 0,-1 0 0 0 0,1 0 0 0 0,0 0 0 0 0,-1-1 1 0 0,1 1-1 0 0,-1 0 0 0 0,0 0 0 0 0,0-1 0 0 0,0 1 0 0 0,0 0 1 0 0,0-1-1 0 0,-1 1 0 0 0,1-1 0 0 0,-1 0 0 0 0,1 1 0 0 0,-1-1 1 0 0,0 0-1 0 0,0 0 0 0 0,0 0 0 0 0,0 0 0 0 0,-1 0 0 0 0,1-1 1 0 0,0 1-1 0 0,-1-1 0 0 0,1 1 0 0 0,-1-1 0 0 0,1 0 0 0 0,-1 0 1 0 0,0 0-1 0 0,0 0 0 0 0,1-1 0 0 0,-1 1 0 0 0,0-1 0 0 0,0 0 1 0 0,0 1-1 0 0,1-1 0 0 0,-1 0 0 0 0,0-1 0 0 0,0 1 0 0 0,0 0 1 0 0,0-1-1 0 0,1 0 0 0 0,-1 0 0 0 0,-4-1 0 0 0,-4-10-1424 0 0,6 6-3357 0 0</inkml:trace>
</inkml:ink>
</file>

<file path=ppt/ink/ink2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7:43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97 108 0 0,'4'-2'690'0'0,"-1"-1"0"0"0,0 0 0 0 0,0 0 0 0 0,0 0 0 0 0,0 0 0 0 0,0 0 0 0 0,-1 0-1 0 0,1-1 1 0 0,-1 1 0 0 0,0-1 0 0 0,0 0 0 0 0,0 1 0 0 0,-1-1 0 0 0,1 0 0 0 0,-1 0 0 0 0,1-8 0 0 0,-1-5-1889 0 0,-5 3-3549 0 0</inkml:trace>
</inkml:ink>
</file>

<file path=ppt/ink/ink2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7:45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0 910 616 0 0,'0'0'2715'0'0,"4"-2"-1826"0"0,28-28 143 0 0,0-1 0 0 0,-2-1 0 0 0,-2-1 0 0 0,-1-2 0 0 0,39-66 0 0 0,-48 69-786 0 0,-1-1 0 0 0,-1-1 1 0 0,-2 0-1 0 0,-1-1 0 0 0,-2-1 0 0 0,11-66 1 0 0,-19 83-199 0 0,0 1 0 0 0,-2-1 1 0 0,0 0-1 0 0,-2 0 0 0 0,0 0 1 0 0,0 0-1 0 0,-2 0 0 0 0,-1 1 1 0 0,0-1-1 0 0,-1 1 0 0 0,-1 0 1 0 0,-1 0-1 0 0,0 1 1 0 0,-1 0-1 0 0,-13-20 0 0 0,20 35-51 0 0,0 0 1 0 0,0 1-1 0 0,0-1 0 0 0,0 0 0 0 0,0 1 0 0 0,-1-1 1 0 0,1 1-1 0 0,0-1 0 0 0,-1 1 0 0 0,1 0 0 0 0,-1 0 0 0 0,0 0 1 0 0,1 0-1 0 0,-1 0 0 0 0,0 0 0 0 0,0 0 0 0 0,1 0 1 0 0,-1 1-1 0 0,0-1 0 0 0,0 0 0 0 0,0 1 0 0 0,0 0 1 0 0,-4-1-1 0 0,4 2-1 0 0,0 0 1 0 0,0 0 0 0 0,0 0-1 0 0,0 0 1 0 0,0 0-1 0 0,0 0 1 0 0,0 0 0 0 0,0 1-1 0 0,0-1 1 0 0,1 1 0 0 0,-1-1-1 0 0,1 1 1 0 0,-1 0-1 0 0,1-1 1 0 0,-1 1 0 0 0,-1 4-1 0 0,-4 7-9 0 0,0 1-1 0 0,1 0 1 0 0,0 0 0 0 0,-4 19-1 0 0,2 7 9 0 0,2 0 0 0 0,2 1-1 0 0,1 0 1 0 0,3 0 0 0 0,1-1 0 0 0,11 76-1 0 0,-11-112 7 0 0,5 44-2 0 0,15 54 0 0 0,-17-89 9 0 0,-1-1-1 0 0,1 0 1 0 0,1-1 0 0 0,0 1 0 0 0,1-1-1 0 0,0 0 1 0 0,1 0 0 0 0,0-1 0 0 0,16 19 0 0 0,-19-26 5 0 0,0-1 0 0 0,-1 1 0 0 0,1-1 0 0 0,0 0 0 0 0,0 0 0 0 0,0 0 0 0 0,0 0 0 0 0,0-1 0 0 0,1 0 0 0 0,-1 0 0 0 0,0 0 0 0 0,1 0 0 0 0,-1-1 0 0 0,1 0 0 0 0,-1 1 0 0 0,0-2 1 0 0,1 1-1 0 0,-1 0 0 0 0,1-1 0 0 0,-1 0 0 0 0,0 0 0 0 0,1 0 0 0 0,-1-1 0 0 0,0 1 0 0 0,0-1 0 0 0,0 0 0 0 0,4-3 0 0 0,8-4 63 0 0,0 0-1 0 0,0-2 0 0 0,-2 1 0 0 0,1-2 1 0 0,14-14-1 0 0,9-5 148 0 0,-37 31-231 0 0,33 26 26 0 0,-9-10 33 0 0,48 22-1 0 0,-72-37 117 0 0,0-1-170 0 0,-1 0 0 0 0,0 0 0 0 0,1 0 0 0 0,-1 0-1 0 0,0 0 1 0 0,0 0 0 0 0,1 0 0 0 0,-1 0 0 0 0,0 0 0 0 0,1 0 0 0 0,-1 0-1 0 0,0 0 1 0 0,0 0 0 0 0,1 0 0 0 0,-1 0 0 0 0,0-1 0 0 0,1 1-1 0 0,-1 0 1 0 0,0 0 0 0 0,0 0 0 0 0,0 0 0 0 0,1 0 0 0 0,-1-1-1 0 0,0 1 1 0 0,0 0 0 0 0,1 0 0 0 0,-1-1 0 0 0,0 1 0 0 0,0 0-1 0 0,0 0 1 0 0,0-1 0 0 0,0 1 0 0 0,1 0 0 0 0,-1 0 0 0 0,0-1-1 0 0,0 1 1 0 0,0 0 0 0 0,0 0 0 0 0,0-1 0 0 0,0 1 0 0 0,0 0-1 0 0,0-1 1 0 0,0 1 0 0 0,-8-17-539 0 0,-17-10-1293 0 0,-25 0-4431 0 0,29 17 3289 0 0</inkml:trace>
</inkml:ink>
</file>

<file path=ppt/ink/ink2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7:46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1 102 268 0 0,'0'0'1818'0'0,"2"-4"-992"0"0,4-1-536 0 0,0-1-1 0 0,0 1 1 0 0,1 0-1 0 0,0 1 0 0 0,0 0 1 0 0,0 0-1 0 0,0 0 1 0 0,0 1-1 0 0,1 0 1 0 0,0 0-1 0 0,8-1 1 0 0,100-21 850 0 0,-83 20-820 0 0,27-3-350 0 0,1 2-1 0 0,97 3 0 0 0,29 12-3752 0 0,-168-8 3084 0 0,37 3-1141 0 0</inkml:trace>
</inkml:ink>
</file>

<file path=ppt/ink/ink2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7:46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13 460 0 0,'0'-1'163'0'0,"0"0"1"0"0,0 1-1 0 0,0-1 0 0 0,0 1 1 0 0,0-1-1 0 0,-1 0 0 0 0,1 1 1 0 0,0-1-1 0 0,0 1 0 0 0,-1-1 1 0 0,1 1-1 0 0,0-1 0 0 0,0 1 1 0 0,-1-1-1 0 0,1 1 0 0 0,-1-1 0 0 0,1 1 1 0 0,0-1-1 0 0,-1 1 0 0 0,1 0 1 0 0,-1-1-1 0 0,0 1 0 0 0,-5 0 57 0 0,0 0-1 0 0,0 0 0 0 0,0 1 0 0 0,1 0 0 0 0,-1 1 0 0 0,0-1 0 0 0,0 1 0 0 0,1 0 0 0 0,-1 1 1 0 0,1-1-1 0 0,0 1 0 0 0,0 0 0 0 0,-6 4 0 0 0,-2 3 201 0 0,0 0 0 0 0,1 0 0 0 0,-19 21-1 0 0,31-30-399 0 0,-1-1 0 0 0,1 0 0 0 0,-1 1 0 0 0,0-1 0 0 0,1 1 0 0 0,-1-1-1 0 0,1 1 1 0 0,-1-1 0 0 0,1 1 0 0 0,-1 0 0 0 0,1-1 0 0 0,-1 1 0 0 0,1 0-1 0 0,0-1 1 0 0,-1 1 0 0 0,1 0 0 0 0,0-1 0 0 0,0 1 0 0 0,0 0-1 0 0,-1-1 1 0 0,1 1 0 0 0,0 0 0 0 0,0 0 0 0 0,0-1 0 0 0,0 1 0 0 0,0 0-1 0 0,0 0 1 0 0,0-1 0 0 0,0 1 0 0 0,1 0 0 0 0,-1 0 0 0 0,0-1 0 0 0,0 1-1 0 0,1 0 1 0 0,-1-1 0 0 0,0 1 0 0 0,1 0 0 0 0,-1-1 0 0 0,1 1-1 0 0,-1 0 1 0 0,1-1 0 0 0,-1 1 0 0 0,1-1 0 0 0,-1 1 0 0 0,1-1 0 0 0,-1 1-1 0 0,1-1 1 0 0,0 0 0 0 0,-1 1 0 0 0,1-1 0 0 0,0 0 0 0 0,-1 1 0 0 0,1-1-1 0 0,0 0 1 0 0,-1 0 0 0 0,2 1 0 0 0,41 3 602 0 0,-34-5-556 0 0,17-1-317 0 0,0 0 1 0 0,0 2 0 0 0,0 1-1 0 0,0 1 1 0 0,43 8 0 0 0,-15 4-4781 0 0,-37-7 2637 0 0</inkml:trace>
</inkml:ink>
</file>

<file path=ppt/ink/ink2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7:48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12 331 108 0 0,'11'-32'2404'0'0,"-10"26"-1826"0"0,1 0-1 0 0,-1 1 0 0 0,1-1 0 0 0,1 0 1 0 0,-1 1-1 0 0,1-1 0 0 0,0 1 0 0 0,0 0 1 0 0,0 0-1 0 0,7-7 0 0 0,-8 11-490 0 0,-1 0 1 0 0,1 0-1 0 0,-1 0 0 0 0,1 0 1 0 0,0 1-1 0 0,0-1 0 0 0,-1 0 1 0 0,1 1-1 0 0,0 0 0 0 0,0-1 1 0 0,0 1-1 0 0,0 0 0 0 0,0 0 1 0 0,-1 0-1 0 0,1 0 0 0 0,0 0 1 0 0,0 1-1 0 0,0-1 0 0 0,0 0 1 0 0,-1 1-1 0 0,1-1 0 0 0,3 3 1 0 0,36 20 579 0 0,-31-14-570 0 0,0-1 0 0 0,-1 1 0 0 0,0 1 0 0 0,-1-1 1 0 0,0 1-1 0 0,-1 1 0 0 0,0 0 0 0 0,0 0 0 0 0,-1 0 1 0 0,-1 0-1 0 0,0 1 0 0 0,0 0 0 0 0,5 25 0 0 0,-8-31-81 0 0,-1 1-1 0 0,0-1 0 0 0,-1 1 0 0 0,1-1 0 0 0,-1 1 0 0 0,0-1 0 0 0,-1 1 0 0 0,1-1 0 0 0,-1 1 1 0 0,-1-1-1 0 0,1 1 0 0 0,-1-1 0 0 0,0 0 0 0 0,-1 0 0 0 0,1 0 0 0 0,-1 0 0 0 0,-1 0 0 0 0,1-1 0 0 0,-1 1 1 0 0,0-1-1 0 0,0 0 0 0 0,0 0 0 0 0,-1 0 0 0 0,1-1 0 0 0,-1 0 0 0 0,0 1 0 0 0,-1-2 0 0 0,-10 7 1 0 0,6-5 5 0 0,1 0 1 0 0,-1-2 0 0 0,0 1-1 0 0,0-1 1 0 0,0 0 0 0 0,0-1-1 0 0,0 0 1 0 0,0-1 0 0 0,-1 0-1 0 0,1-1 1 0 0,-1 0 0 0 0,1 0 0 0 0,0-1-1 0 0,-12-3 1 0 0,21 4-7 0 0,0 0-21 0 0,1 0-1 0 0,0 0 0 0 0,0 0 0 0 0,-1 0 1 0 0,1 0-1 0 0,0 0 0 0 0,0 0 1 0 0,-1 0-1 0 0,1-1 0 0 0,0 1 1 0 0,0 0-1 0 0,-1 0 0 0 0,1 0 1 0 0,0 0-1 0 0,0 0 0 0 0,0 0 1 0 0,-1 0-1 0 0,1-1 0 0 0,0 1 0 0 0,0 0 1 0 0,0 0-1 0 0,-1 0 0 0 0,1 0 1 0 0,0-1-1 0 0,0 1 0 0 0,0 0 1 0 0,0 0-1 0 0,0 0 0 0 0,0-1 1 0 0,-1 1-1 0 0,1 0 0 0 0,0 0 1 0 0,0-1-1 0 0,0 1 0 0 0,0 0 0 0 0,0 0 1 0 0,0 0-1 0 0,0-1 0 0 0,0 1 1 0 0,0 0-1 0 0,0 0 0 0 0,0-1 1 0 0,0 1-1 0 0,0 0 0 0 0,0 0 1 0 0,0-1-1 0 0,0 1 0 0 0,1 0 0 0 0,-1 0 1 0 0,0-1-1 0 0,0 1 0 0 0,0 0 1 0 0,0 0-1 0 0,0 0 0 0 0,0-1 1 0 0,1 1-1 0 0,-1 0 0 0 0,0 0 1 0 0,0-1-1 0 0,11-5-99 0 0,0 0 1 0 0,-1 0-1 0 0,2 1 1 0 0,-1 0-1 0 0,1 1 0 0 0,-1 1 1 0 0,16-4-1 0 0,99-13-678 0 0,-60 10 515 0 0,-4 1 50 0 0,96-21-212 0 0,-141 26 425 0 0,-1-1 0 0 0,0-1-1 0 0,0-1 1 0 0,0 0 0 0 0,-1-1-1 0 0,-1 0 1 0 0,18-13 0 0 0,-29 18 34 0 0,-1 1 1 0 0,1-1 0 0 0,0 0 0 0 0,-1 0-1 0 0,1 0 1 0 0,-1 0 0 0 0,0-1 0 0 0,0 1-1 0 0,-1-1 1 0 0,1 1 0 0 0,0-1 0 0 0,-1 1 0 0 0,0-1-1 0 0,1-6 1 0 0,-1 7 9 0 0,-26-20 62 0 0,23 22-100 0 0,0 0-1 0 0,0 1 1 0 0,0-1 0 0 0,0 1 0 0 0,0-1-1 0 0,0 1 1 0 0,0 0 0 0 0,0 0 0 0 0,-1 0-1 0 0,1 0 1 0 0,0 0 0 0 0,0 0-1 0 0,0 1 1 0 0,0-1 0 0 0,0 1 0 0 0,0-1-1 0 0,0 1 1 0 0,0 0 0 0 0,0 0 0 0 0,0 0-1 0 0,1 0 1 0 0,-1 0 0 0 0,0 0-1 0 0,1 0 1 0 0,-1 1 0 0 0,0-1 0 0 0,1 1-1 0 0,0-1 1 0 0,-1 1 0 0 0,1-1 0 0 0,0 1-1 0 0,0 0 1 0 0,0 0 0 0 0,0-1-1 0 0,0 1 1 0 0,0 0 0 0 0,0 0 0 0 0,0 3-1 0 0,0-4 2 0 0,1 0 0 0 0,0 1-1 0 0,-1-1 1 0 0,1 0 0 0 0,0 0-1 0 0,0 0 1 0 0,0 1 0 0 0,0-1-1 0 0,0 0 1 0 0,0 0 0 0 0,0 0-1 0 0,0 1 1 0 0,0-1 0 0 0,0 0-1 0 0,1 0 1 0 0,-1 0 0 0 0,1 0-1 0 0,-1 0 1 0 0,1 0 0 0 0,-1 1-1 0 0,1-1 1 0 0,-1 0 0 0 0,1 0-1 0 0,1 1 1 0 0,0 0 3 0 0,2 5 3 0 0,0 0 0 0 0,0 0 0 0 0,1-1 0 0 0,0 1 0 0 0,0-1 0 0 0,0-1 0 0 0,1 1 0 0 0,0-1 0 0 0,0 0 0 0 0,0 0 0 0 0,1 0 0 0 0,-1-1 0 0 0,1 0 0 0 0,0-1 0 0 0,1 1 0 0 0,-1-1 0 0 0,0-1 0 0 0,9 3 0 0 0,3 0-18 0 0,1 0 0 0 0,0-2 1 0 0,-1 0-1 0 0,1-1 0 0 0,40-1 1 0 0,-38-2-18 0 0,0-2 0 0 0,0 0 0 0 0,-1-2 0 0 0,39-12 0 0 0,-51 14 41 0 0,-1 0 0 0 0,0-1 1 0 0,0 0-1 0 0,0 0 0 0 0,-1-1 0 0 0,1 0 0 0 0,-1 0 0 0 0,0-1 0 0 0,-1 0 0 0 0,1 0 1 0 0,-1 0-1 0 0,-1-1 0 0 0,1 0 0 0 0,8-14 0 0 0,7-30 662 0 0,-21 50-575 0 0,1-6-42 0 0,-1 7-57 0 0,0 0 0 0 0,0 0-1 0 0,0 0 1 0 0,0 1-1 0 0,0-1 1 0 0,0 0 0 0 0,0 0-1 0 0,0 0 1 0 0,0 0-1 0 0,0 0 1 0 0,0 0 0 0 0,0 0-1 0 0,0 0 1 0 0,0 0-1 0 0,1 0 1 0 0,-1 0 0 0 0,0 0-1 0 0,0 0 1 0 0,0 0-1 0 0,0 0 1 0 0,0 0 0 0 0,0 0-1 0 0,0 0 1 0 0,0 0-1 0 0,0 0 1 0 0,0 0 0 0 0,1 0-1 0 0,-1 0 1 0 0,0 0-1 0 0,0 0 1 0 0,0 0 0 0 0,0 0-1 0 0,0 0 1 0 0,0 0-1 0 0,0 0 1 0 0,0 0 0 0 0,0 0-1 0 0,0 0 1 0 0,1 0-1 0 0,-1 0 1 0 0,0 0 0 0 0,0 0-1 0 0,0 0 1 0 0,0 0-1 0 0,0-1 1 0 0,0 1 0 0 0,0 0-1 0 0,0 0 1 0 0,0 0-1 0 0,0 0 1 0 0,0 0-1 0 0,0 0 1 0 0,0 0 0 0 0,0 0-1 0 0,0 0 1 0 0,0-1-1 0 0,2 4 3 0 0,0-1-1 0 0,0 1 0 0 0,0 0 1 0 0,-1 0-1 0 0,1-1 1 0 0,-1 1-1 0 0,0 0 0 0 0,0 0 1 0 0,0 0-1 0 0,0 0 0 0 0,-1 1 1 0 0,1 4-1 0 0,-1-6 0 0 0,1 0 0 0 0,-1 0 0 0 0,0 0 0 0 0,1 0 0 0 0,0 1 0 0 0,-1-1 0 0 0,1 0 0 0 0,0 0 0 0 0,0 0 0 0 0,0 0 0 0 0,0 0 0 0 0,1-1 0 0 0,-1 1-1 0 0,2 2 1 0 0,-2-2 6 0 0,0-1 0 0 0,0 1-1 0 0,1 0 1 0 0,-1-1 0 0 0,0 1-1 0 0,0-1 1 0 0,1 1 0 0 0,-1-1-1 0 0,1 0 1 0 0,-1 0 0 0 0,1 0-1 0 0,0 0 1 0 0,-1 0-1 0 0,1 0 1 0 0,0 0 0 0 0,0 0-1 0 0,0-1 1 0 0,0 1 0 0 0,0-1-1 0 0,0 1 1 0 0,-1-1 0 0 0,1 0-1 0 0,4 0 1 0 0,1-1 2 0 0,0 0 1 0 0,0-1-1 0 0,-1 0 1 0 0,1 0-1 0 0,11-6 0 0 0,-10 4-14 0 0,0 1 0 0 0,1 0-1 0 0,-1 0 1 0 0,1 0-1 0 0,0 1 1 0 0,0 1 0 0 0,12-2-1 0 0,-1 5-3 0 0,0 0 0 0 0,0 1 1 0 0,28 8-1 0 0,-26-5 6 0 0,1-2 0 0 0,28 3 0 0 0,-43-6 17 0 0,0-1 0 0 0,0 0 0 0 0,0-1 0 0 0,0 0 1 0 0,0 0-1 0 0,0-1 0 0 0,0 0 0 0 0,0 0 0 0 0,-1-1 0 0 0,11-4 0 0 0,-8 0 49 0 0,0 1 0 0 0,-1-1 0 0 0,0 0 0 0 0,0-1-1 0 0,0 0 1 0 0,-1-1 0 0 0,0 0 0 0 0,-1 0-1 0 0,0 0 1 0 0,-1-1 0 0 0,0 0 0 0 0,0 0 0 0 0,-1-1-1 0 0,0 1 1 0 0,5-20 0 0 0,-2 3 7 0 0,-1 0 1 0 0,-1-1-1 0 0,-1 0 1 0 0,-2 0-1 0 0,0-40 1 0 0,-9 18 4 0 0,6 48-106 0 0,-2-1-18 0 0,2 3 46 0 0,0 0-1 0 0,0-1 0 0 0,-1 1 0 0 0,1 0 1 0 0,0 0-1 0 0,0-1 0 0 0,0 1 0 0 0,0 0 1 0 0,0 0-1 0 0,0 0 0 0 0,0-1 0 0 0,-1 1 1 0 0,1 0-1 0 0,0 0 0 0 0,0 0 0 0 0,0 0 1 0 0,0-1-1 0 0,-1 1 0 0 0,1 0 0 0 0,0 0 1 0 0,0 0-1 0 0,0 0 0 0 0,-1 0 0 0 0,1 0 1 0 0,0 0-1 0 0,0-1 0 0 0,0 1 0 0 0,-1 0 1 0 0,1 0-1 0 0,0 0 0 0 0,0 0 0 0 0,-1 0 0 0 0,1 0 1 0 0,0 0-1 0 0,0 0 0 0 0,-1 0 0 0 0,1 0 1 0 0,0 0-1 0 0,0 0 0 0 0,0 1 0 0 0,-1-1 1 0 0,1 0-1 0 0,0 0 0 0 0,0 0 0 0 0,-1 0 1 0 0,1 0-1 0 0,0 0 0 0 0,0 0 0 0 0,-1 1 1 0 0,-2 2-5 0 0,-1 0 0 0 0,1 0 0 0 0,-1 0 1 0 0,1 0-1 0 0,0 1 0 0 0,0-1 0 0 0,1 1 1 0 0,-1 0-1 0 0,1 0 0 0 0,0 0 0 0 0,0 0 0 0 0,0 0 1 0 0,0 1-1 0 0,-1 7 0 0 0,1-3-2 0 0,0 1-1 0 0,1 0 1 0 0,1 0 0 0 0,-1 0-1 0 0,2 0 1 0 0,1 16-1 0 0,2-4 4 0 0,1 0-1 0 0,0 0 0 0 0,2 0 1 0 0,1-1-1 0 0,17 35 0 0 0,-20-47 11 0 0,1 0-1 0 0,0-1 1 0 0,1 1-1 0 0,0-2 1 0 0,0 1-1 0 0,1-1 1 0 0,-1 0 0 0 0,2 0-1 0 0,-1-1 1 0 0,1 0-1 0 0,0-1 1 0 0,0 0-1 0 0,0 0 1 0 0,1-1-1 0 0,-1 0 1 0 0,1-1-1 0 0,0 0 1 0 0,13 2-1 0 0,-7-2 8 0 0,-1-1-1 0 0,0-1 0 0 0,0 0 0 0 0,1-1 1 0 0,-1 0-1 0 0,1-2 0 0 0,-1 0 0 0 0,0 0 1 0 0,0-1-1 0 0,0-1 0 0 0,27-11 0 0 0,-36 12-7 0 0,0 1 1 0 0,-1-1-1 0 0,1 0 0 0 0,-1 0 0 0 0,0-1 1 0 0,0 1-1 0 0,0-1 0 0 0,-1 0 0 0 0,1-1 0 0 0,-1 1 1 0 0,0-1-1 0 0,0 0 0 0 0,0 0 0 0 0,-1 0 1 0 0,0 0-1 0 0,0-1 0 0 0,0 0 0 0 0,-1 1 0 0 0,0-1 1 0 0,0 0-1 0 0,0 0 0 0 0,1-12 0 0 0,-2 16-24 0 0,-1 6-43 0 0,0 0 29 0 0,0-1 0 0 0,1 1 0 0 0,0 0 0 0 0,-1-1 0 0 0,2 1 0 0 0,-1 0 0 0 0,0-1 0 0 0,0 1 0 0 0,1-1 0 0 0,0 0 0 0 0,0 1 0 0 0,0-1 0 0 0,0 0 0 0 0,0 0 0 0 0,1 0 0 0 0,0 0 0 0 0,-1-1 0 0 0,1 1 0 0 0,0-1 0 0 0,0 1 0 0 0,0-1 0 0 0,5 2 0 0 0,3-2 36 0 0,-1 0-1 0 0,1-1 0 0 0,-1-1 1 0 0,1 0-1 0 0,0 0 0 0 0,-1-1 1 0 0,1-1-1 0 0,-1 1 0 0 0,1-2 1 0 0,-1 1-1 0 0,0-2 0 0 0,10-3 1 0 0,43-11 12 0 0,-36 9 197 0 0,-26 8-196 0 0,1 0 0 0 0,-1 0 0 0 0,1 1-1 0 0,-1-1 1 0 0,1 0 0 0 0,0 1 0 0 0,-1-1 0 0 0,1 1 0 0 0,0 0-1 0 0,0-1 1 0 0,-1 1 0 0 0,1 0 0 0 0,0 0 0 0 0,0 0 0 0 0,-1 0 0 0 0,1 1-1 0 0,0-1 1 0 0,0 0 0 0 0,2 2 0 0 0,-2-1 47 0 0,2-1-61 0 0,1 0 0 0 0,-1 1 0 0 0,1 0 0 0 0,-1-1 0 0 0,0 2-1 0 0,1-1 1 0 0,6 4 0 0 0,-5-3-366 0 0,-1 0-1 0 0,1 0 1 0 0,0 0 0 0 0,0-1-1 0 0,0 1 1 0 0,8-1 0 0 0,40-1-1760 0 0,-15-2-2519 0 0,-23-1 2196 0 0</inkml:trace>
</inkml:ink>
</file>

<file path=ppt/ink/ink2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7:48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26 436 0 0,'9'-17'3553'0'0,"-2"8"-364"0"0,-3 10-582 0 0,-4 2-2572 0 0,1 0 0 0 0,-1 0 0 0 0,1 0 0 0 0,0 0 0 0 0,0 0 0 0 0,0 0 0 0 0,0 0 0 0 0,1 0 0 0 0,-1-1 0 0 0,1 1 0 0 0,0 0 0 0 0,0-1 0 0 0,0 1 0 0 0,0-1 0 0 0,0 0 0 0 0,0 0 0 0 0,1 0 0 0 0,-1 0 0 0 0,1 0 0 0 0,-1 0 0 0 0,1-1 0 0 0,0 1-1 0 0,-1-1 1 0 0,1 0 0 0 0,0 0 0 0 0,0 0 0 0 0,0 0 0 0 0,0 0 0 0 0,0-1 0 0 0,0 1 0 0 0,5-1 0 0 0,2 0 157 0 0,0 0 0 0 0,0-1 0 0 0,0 0 1 0 0,0-1-1 0 0,-1 0 0 0 0,1-1 0 0 0,-1 0 0 0 0,1 0 0 0 0,-1-1 0 0 0,0 0 0 0 0,13-9 0 0 0,-13 8 355 0 0,-6 4-146 0 0,-1 0-279 0 0,-1-1 0 0 0,1 1 0 0 0,0-1 0 0 0,0 1-1 0 0,0 0 1 0 0,0 0 0 0 0,0 0 0 0 0,0 0 0 0 0,0 0-1 0 0,0 0 1 0 0,0 1 0 0 0,0-1 0 0 0,0 1 0 0 0,1-1 0 0 0,-1 1-1 0 0,0 0 1 0 0,0 0 0 0 0,1 0 0 0 0,-1 0 0 0 0,0 0-1 0 0,0 1 1 0 0,0-1 0 0 0,3 1 0 0 0,46 26-450 0 0,18 8-2682 0 0,-22-19-4433 0 0,-33-14 3899 0 0</inkml:trace>
</inkml:ink>
</file>

<file path=ppt/ink/ink2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7:48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93 10293 0 0,'-8'-8'468'0'0,"-1"0"-508"0"0,4-1 12 0 0,0 0 68 0 0,-1 1 224 0 0,1-8-104 0 0,2 7 92 0 0,-1-5-156 0 0,4 3-720 0 0</inkml:trace>
</inkml:ink>
</file>

<file path=ppt/ink/ink2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8:06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133 200 796 0 0,'-4'-5'682'0'0,"0"0"0"0"0,-1 0-1 0 0,1 0 1 0 0,-1 1 0 0 0,0 0-1 0 0,0 0 1 0 0,-7-4 0 0 0,10 8-236 0 0,-14-2 844 0 0,10 7-1212 0 0,0 0-1 0 0,1 0 1 0 0,-1 0 0 0 0,1 1-1 0 0,0 0 1 0 0,1 0 0 0 0,0 1-1 0 0,-1-1 1 0 0,2 1 0 0 0,-1 0-1 0 0,1 0 1 0 0,0 0 0 0 0,1 0-1 0 0,-1 0 1 0 0,2 1 0 0 0,-1-1-1 0 0,1 1 1 0 0,0-1 0 0 0,0 1-1 0 0,1 0 1 0 0,0-1 0 0 0,0 1-1 0 0,1 0 1 0 0,0-1 0 0 0,1 1-1 0 0,-1-1 1 0 0,1 1 0 0 0,5 10-1 0 0,-6-18-56 0 0,-1 1-1 0 0,1 0 0 0 0,-1 0 1 0 0,1-1-1 0 0,0 1 0 0 0,-1 0 1 0 0,1-1-1 0 0,0 1 1 0 0,0 0-1 0 0,-1-1 0 0 0,1 1 1 0 0,0-1-1 0 0,0 1 0 0 0,0-1 1 0 0,0 0-1 0 0,0 1 1 0 0,0-1-1 0 0,0 0 0 0 0,0 0 1 0 0,0 0-1 0 0,0 0 0 0 0,0 0 1 0 0,0 0-1 0 0,0 0 1 0 0,-1 0-1 0 0,1 0 0 0 0,0 0 1 0 0,0 0-1 0 0,0 0 0 0 0,0-1 1 0 0,0 1-1 0 0,2-1 0 0 0,33-19 292 0 0,-26 14-192 0 0,31-29 71 0 0,-35 29-179 0 0,0 0 0 0 0,1 0-1 0 0,0 1 1 0 0,0 0 0 0 0,0 0-1 0 0,0 0 1 0 0,1 1 0 0 0,8-4-1 0 0,24-7 2 0 0,-1-2-1 0 0,-1-2 1 0 0,0-2 0 0 0,48-35-1 0 0,-79 51-2 0 0,-1 0 0 0 0,0 0 0 0 0,0 0 1 0 0,-1-1-1 0 0,0 0 0 0 0,0 0 0 0 0,0-1 0 0 0,5-9 0 0 0,-8 14-6 0 0,-1 0 0 0 0,0-1 0 0 0,0 1 0 0 0,0 0 0 0 0,0-1 1 0 0,-1 1-1 0 0,1-1 0 0 0,-1 1 0 0 0,1-1 0 0 0,-1 1 0 0 0,0-1 0 0 0,0 1 0 0 0,0-1 0 0 0,0 1 0 0 0,-1-1 0 0 0,1 1 0 0 0,0 0 0 0 0,-1-1 1 0 0,0 1-1 0 0,0-1 0 0 0,0 1 0 0 0,0 0 0 0 0,0-1 0 0 0,0 1 0 0 0,0 0 0 0 0,-1 0 0 0 0,1 0 0 0 0,-1 0 0 0 0,-2-2 0 0 0,3 3-7 0 0,1 1 0 0 0,-1 0 0 0 0,0-1 0 0 0,0 1-1 0 0,1 0 1 0 0,-1 0 0 0 0,0-1 0 0 0,0 1 0 0 0,0 0 0 0 0,0 0-1 0 0,1 0 1 0 0,-1 0 0 0 0,0 0 0 0 0,0 0 0 0 0,0 0-1 0 0,0 0 1 0 0,0 0 0 0 0,1 1 0 0 0,-1-1 0 0 0,0 0-1 0 0,0 1 1 0 0,0-1 0 0 0,1 0 0 0 0,-1 1 0 0 0,0-1-1 0 0,1 1 1 0 0,-1-1 0 0 0,0 1 0 0 0,1-1 0 0 0,-1 1-1 0 0,0-1 1 0 0,1 1 0 0 0,-1 0 0 0 0,1-1 0 0 0,-1 1 0 0 0,0 1-1 0 0,-18 27-24 0 0,2 17 4 0 0,2 1 0 0 0,-15 81 1 0 0,-2 101 8 0 0,0-2 21 0 0,12-147 0 0 0,18-74 3 0 0,0-1 0 0 0,0 0 0 0 0,-1 0 0 0 0,0 0 0 0 0,0 0 0 0 0,0 0 0 0 0,0 0 0 0 0,-1-1 0 0 0,1 0 0 0 0,-1 0 0 0 0,-9 7 0 0 0,10-9 13 0 0,0-1 1 0 0,-1 1 0 0 0,1-1-1 0 0,-1 0 1 0 0,1 0 0 0 0,-1-1-1 0 0,0 1 1 0 0,1-1 0 0 0,-1 1-1 0 0,0-1 1 0 0,1 0 0 0 0,-1-1-1 0 0,1 1 1 0 0,-1-1 0 0 0,0 1-1 0 0,1-1 1 0 0,-1 0 0 0 0,1 0-1 0 0,-1-1 1 0 0,1 1 0 0 0,0-1-1 0 0,0 0 1 0 0,0 0 0 0 0,-6-4-1 0 0,-1-1 66 0 0,-1 0-1 0 0,2-1 1 0 0,-1-1-1 0 0,1 0 1 0 0,-14-17-1 0 0,17 19-107 0 0,1 0-1 0 0,0 0 0 0 0,1-1 1 0 0,-1 0-1 0 0,1 0 0 0 0,1 0 1 0 0,0-1-1 0 0,0 1 1 0 0,0-1-1 0 0,1 0 0 0 0,1 0 1 0 0,-1 1-1 0 0,1-1 1 0 0,1 0-1 0 0,0 0 0 0 0,0 0 1 0 0,1 0-1 0 0,0 0 0 0 0,0 0 1 0 0,1 0-1 0 0,0 0 1 0 0,1 1-1 0 0,0-1 0 0 0,0 1 1 0 0,1 0-1 0 0,0 0 0 0 0,0 0 1 0 0,1 0-1 0 0,0 1 1 0 0,0 0-1 0 0,1 0 0 0 0,0 0 1 0 0,0 1-1 0 0,1-1 1 0 0,-1 2-1 0 0,2-1 0 0 0,-1 1 1 0 0,0 0-1 0 0,10-5 0 0 0,3 1-915 0 0,0 2-1 0 0,1-1 0 0 0,-1 2 1 0 0,1 1-1 0 0,1 1 0 0 0,-1 0 1 0 0,29 0-1 0 0,-10 1-1638 0 0</inkml:trace>
</inkml:ink>
</file>

<file path=ppt/ink/ink2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8:07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106 361 728 0 0,'0'0'232'0'0,"0"-1"0"0"0,-1 0 0 0 0,1 1 0 0 0,-1-1 1 0 0,1 0-1 0 0,-1 1 0 0 0,1-1 0 0 0,-1 1 0 0 0,1-1 0 0 0,-1 1 0 0 0,0-1 0 0 0,1 1 0 0 0,-1-1 0 0 0,0 1 1 0 0,0 0-1 0 0,1-1 0 0 0,-1 1 0 0 0,0 0 0 0 0,0 0 0 0 0,1 0 0 0 0,-1-1 0 0 0,0 1 0 0 0,0 0 0 0 0,-1 0 1 0 0,-6 6 34 0 0,-1 1 1 0 0,1 0-1 0 0,-1 0 1 0 0,2 1 0 0 0,-1 0-1 0 0,1 1 1 0 0,1-1-1 0 0,-1 1 1 0 0,2 0 0 0 0,-9 17-1 0 0,13-25 17 0 0,4 2-170 0 0,-3-3-108 0 0,0 1-1 0 0,0-1 1 0 0,0 1 0 0 0,1-1-1 0 0,-1 0 1 0 0,0 1 0 0 0,1-1-1 0 0,-1 1 1 0 0,0-1 0 0 0,1 0-1 0 0,-1 1 1 0 0,0-1 0 0 0,1 1-1 0 0,-1-1 1 0 0,0 0 0 0 0,1 0-1 0 0,-1 1 1 0 0,1-1 0 0 0,-1 0-1 0 0,1 0 1 0 0,-1 0 0 0 0,1 1-1 0 0,-1-1 1 0 0,1 0 0 0 0,-1 0-1 0 0,1 0 1 0 0,-1 0 0 0 0,2 0-1 0 0,71-38 227 0 0,-57 28-213 0 0,1 1-1 0 0,0 0 1 0 0,1 1 0 0 0,27-8 0 0 0,-15 8-18 0 0,1-1 1 0 0,-2-1-1 0 0,1-2 1 0 0,-2-1-1 0 0,47-29 1 0 0,-65 36 37 0 0,0-1 0 0 0,0 0 0 0 0,-1-1 0 0 0,0 0 0 0 0,0-1 0 0 0,-1 0 0 0 0,0 0 0 0 0,-1 0 0 0 0,0-1 0 0 0,0 0 0 0 0,-1-1 0 0 0,0 0 0 0 0,-1 0-1 0 0,0 0 1 0 0,-1 0 0 0 0,0-1 0 0 0,4-22 0 0 0,-2-34 1075 0 0,-6 65-995 0 0,0 3-112 0 0,-1 0-1 0 0,1 0 0 0 0,0 0 1 0 0,0 0-1 0 0,0 0 1 0 0,0 1-1 0 0,-1-1 0 0 0,1 0 1 0 0,0 0-1 0 0,0 0 1 0 0,0 0-1 0 0,-1 0 0 0 0,1 0 1 0 0,0 0-1 0 0,0 0 1 0 0,0 0-1 0 0,-1 0 0 0 0,1 0 1 0 0,0 0-1 0 0,0 0 1 0 0,0 0-1 0 0,-1-1 0 0 0,1 1 1 0 0,0 0-1 0 0,0 0 1 0 0,0 0-1 0 0,-1 0 0 0 0,1 0 1 0 0,0 0-1 0 0,0 0 1 0 0,0 0-1 0 0,0-1 0 0 0,0 1 1 0 0,-1 0-1 0 0,1 0 1 0 0,0 0-1 0 0,0 0 0 0 0,0-1 1 0 0,0 1-1 0 0,0 0 1 0 0,0 0-1 0 0,0 0 0 0 0,0 0 1 0 0,0-1-1 0 0,0 1 1 0 0,0 0-1 0 0,-1 0 0 0 0,1 0 1 0 0,0-1-1 0 0,0 1 1 0 0,0 0-1 0 0,0 0 0 0 0,1 0 1 0 0,-1-1-1 0 0,0 1 1 0 0,0 0-1 0 0,0 0 0 0 0,0 0 1 0 0,0-1-1 0 0,0 1 1 0 0,0 0-1 0 0,0 0 0 0 0,0 0 1 0 0,1-1-1 0 0,-9 12 7 0 0,1-1 0 0 0,1 1-1 0 0,0 0 1 0 0,0 1 0 0 0,1-1 0 0 0,0 1-1 0 0,1 0 1 0 0,1 0 0 0 0,0 1 0 0 0,0-1-1 0 0,2 1 1 0 0,-1-1 0 0 0,2 1 0 0 0,-1 0-1 0 0,3 15 1 0 0,-2-18-17 0 0,1 0-1 0 0,1 0 1 0 0,0 0 0 0 0,0-1 0 0 0,0 1-1 0 0,1-1 1 0 0,1 0 0 0 0,0 0-1 0 0,0 0 1 0 0,1 0 0 0 0,0-1-1 0 0,0 0 1 0 0,1 0 0 0 0,0 0 0 0 0,0 0-1 0 0,1-1 1 0 0,0 0 0 0 0,0-1-1 0 0,1 1 1 0 0,0-2 0 0 0,10 7 0 0 0,-13-9-13 0 0,0-1 0 0 0,0 0 1 0 0,0 0-1 0 0,0 0 0 0 0,1-1 0 0 0,-1 0 1 0 0,0 0-1 0 0,1 0 0 0 0,-1 0 1 0 0,1-1-1 0 0,0 0 0 0 0,-1 0 1 0 0,1-1-1 0 0,9-2 0 0 0,-6 1 4 0 0,-1-1-1 0 0,1 0 0 0 0,-1-1 0 0 0,0 0 0 0 0,0 0 0 0 0,0-1 0 0 0,-1 0 0 0 0,10-8 0 0 0,3-4-3 0 0,-2-2 0 0 0,0-1 0 0 0,-1 0-1 0 0,0-1 1 0 0,15-27 0 0 0,-19 23 193 0 0,-2 1 0 0 0,0-1 0 0 0,-2-1-1 0 0,0 0 1 0 0,-2 0 0 0 0,7-50 0 0 0,-14 74 131 0 0,-3 8-273 0 0,-5 12-131 0 0,0 0 0 0 0,1 1 1 0 0,1 0-1 0 0,0 0 0 0 0,2 1 0 0 0,0-1 1 0 0,1 1-1 0 0,0 30 0 0 0,3-34-314 0 0,0-1-1 0 0,1 1 0 0 0,0-1 1 0 0,2 1-1 0 0,0-1 1 0 0,0 0-1 0 0,2 0 0 0 0,-1 0 1 0 0,2-1-1 0 0,0 1 1 0 0,15 23-1 0 0,15 7-3612 0 0,-13-26 1722 0 0</inkml:trace>
</inkml:ink>
</file>

<file path=ppt/ink/ink2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8:08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200 430 144 0 0,'0'2'7169'0'0,"-1"25"-6785"0"0,0 14 615 0 0,1-1 0 0 0,7 41-1 0 0,-3-37-20 0 0,-2 45 0 0 0,-9-27 3262 0 0,-16-77-3516 0 0,12 4-566 0 0,0 0 0 0 0,1-1 0 0 0,1 0 0 0 0,0 0 0 0 0,0-1 0 0 0,1 0-1 0 0,1-1 1 0 0,0 1 0 0 0,1-2 0 0 0,-5-17 0 0 0,-5-7 39 0 0,2 6-80 0 0,3 0 0 0 0,0 0 0 0 0,2-1 0 0 0,2-1 0 0 0,-4-47 0 0 0,8 59-73 0 0,2-1 0 0 0,1 0 0 0 0,1 0-1 0 0,1 1 1 0 0,1-1 0 0 0,1 0-1 0 0,2 1 1 0 0,14-41 0 0 0,-18 56-45 0 0,2 1-1 0 0,-1 0 1 0 0,1 0 0 0 0,1 0 0 0 0,-1 0 0 0 0,1 1 0 0 0,0 0 0 0 0,0 0 0 0 0,1 0 0 0 0,0 0 0 0 0,7-5 0 0 0,-9 9-8 0 0,0 0 0 0 0,0 0-1 0 0,0 0 1 0 0,0 0 0 0 0,0 1 0 0 0,0-1 0 0 0,0 1-1 0 0,0 0 1 0 0,1 0 0 0 0,-1 1 0 0 0,0-1-1 0 0,1 1 1 0 0,-1 0 0 0 0,0 0 0 0 0,1 1 0 0 0,-1-1-1 0 0,0 1 1 0 0,0 0 0 0 0,1 0 0 0 0,-1 0-1 0 0,8 4 1 0 0,-4 0-29 0 0,0-1 0 0 0,1 2 0 0 0,-1-1 0 0 0,-1 1 1 0 0,1 0-1 0 0,-1 1 0 0 0,0-1 0 0 0,-1 1 0 0 0,0 1 0 0 0,0-1 0 0 0,0 1 0 0 0,-1 0 0 0 0,0 1 0 0 0,-1-1 0 0 0,0 1 0 0 0,0 0 0 0 0,-1 0 0 0 0,4 14 0 0 0,-7-19 19 0 0,0 0-1 0 0,0 1 1 0 0,0-1-1 0 0,-1 0 1 0 0,0 1-1 0 0,0-1 1 0 0,0 0-1 0 0,0 0 0 0 0,-1 0 1 0 0,0 0-1 0 0,1 0 1 0 0,-1 0-1 0 0,-1 0 1 0 0,1-1-1 0 0,-1 1 0 0 0,1-1 1 0 0,-1 1-1 0 0,0-1 1 0 0,0 0-1 0 0,0 0 1 0 0,-1 0-1 0 0,-4 3 0 0 0,-5 3-721 0 0,1-1-1 0 0,-1-1 0 0 0,-1 0 1 0 0,-23 9-1 0 0,32-14-370 0 0,-10 5-248 0 0</inkml:trace>
</inkml:ink>
</file>

<file path=ppt/ink/ink2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8:08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27 248 0 0,'0'0'3682'0'0,"-4"4"-3098"0"0,-1 0-343 0 0,1 1 1 0 0,0-1-1 0 0,1 1 0 0 0,-1 0 1 0 0,1 1-1 0 0,0-1 1 0 0,-4 10-1 0 0,5-12-111 0 0,1 0 0 0 0,0 0 0 0 0,1 0 0 0 0,-1 1 0 0 0,0-1 0 0 0,1 0 0 0 0,0 0 0 0 0,0 0-1 0 0,0 1 1 0 0,0-1 0 0 0,0 0 0 0 0,1 0 0 0 0,-1 1 0 0 0,1-1 0 0 0,0 0 0 0 0,0 0 0 0 0,0 0 0 0 0,0 0 0 0 0,1 0 0 0 0,1 3 0 0 0,-2-6-58 0 0,-1 1 0 0 0,1 0 0 0 0,-1 0 0 0 0,1-1 0 0 0,-1 1 0 0 0,1-1 1 0 0,0 1-1 0 0,-1 0 0 0 0,1-1 0 0 0,0 1 0 0 0,0-1 0 0 0,-1 0 0 0 0,1 1 1 0 0,0-1-1 0 0,0 0 0 0 0,0 1 0 0 0,0-1 0 0 0,-1 0 0 0 0,1 0 1 0 0,0 0-1 0 0,0 0 0 0 0,0 1 0 0 0,0-1 0 0 0,0-1 0 0 0,0 1 0 0 0,-1 0 1 0 0,1 0-1 0 0,0 0 0 0 0,0 0 0 0 0,0-1 0 0 0,0 1 0 0 0,-1 0 1 0 0,1-1-1 0 0,0 1 0 0 0,0 0 0 0 0,0-1 0 0 0,-1 1 0 0 0,1-1 0 0 0,0 1 1 0 0,-1-1-1 0 0,1 0 0 0 0,0 1 0 0 0,-1-1 0 0 0,1 0 0 0 0,-1 1 1 0 0,1-1-1 0 0,-1 0 0 0 0,1 0 0 0 0,-1 1 0 0 0,1-2 0 0 0,0-1 13 0 0,1 1 0 0 0,0-1 0 0 0,0 0-1 0 0,-1 0 1 0 0,0 0 0 0 0,1 0 0 0 0,-1 0-1 0 0,0 0 1 0 0,-1-1 0 0 0,1 1 0 0 0,0 0-1 0 0,-1 0 1 0 0,0-1 0 0 0,0 1 0 0 0,0-6-1 0 0,-3-1 22 0 0,1 0 0 0 0,-2 0 0 0 0,1 0 0 0 0,-6-10 1 0 0,8 17-427 0 0,-1 1 0 0 0,1-1 0 0 0,-1 1 0 0 0,0-1 0 0 0,1 1 0 0 0,-1 0 0 0 0,0-1 1 0 0,-1 1-1 0 0,1 0 0 0 0,-3-2 0 0 0,2 3-563 0 0</inkml:trace>
</inkml:ink>
</file>

<file path=ppt/ink/ink2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8:08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80 132 0 0,'4'-8'847'0'0,"9"-24"3360"0"0,-13 31-4079 0 0,1-1-1 0 0,-2 1 1 0 0,1 0 0 0 0,0-1 0 0 0,0 1-1 0 0,0 0 1 0 0,-1-1 0 0 0,1 1 0 0 0,0 0-1 0 0,-1-1 1 0 0,1 1 0 0 0,-1 0-1 0 0,0 0 1 0 0,1 0 0 0 0,-1-1 0 0 0,0 1-1 0 0,0 0 1 0 0,0 0 0 0 0,0 0 0 0 0,1 0-1 0 0,-2 1 1 0 0,1-1 0 0 0,-1-1-1 0 0,0 0 283 0 0,1 1-321 0 0,0 1 0 0 0,-1-1-1 0 0,1 0 1 0 0,0 0 0 0 0,-1 0 0 0 0,1 1 0 0 0,-1-1 0 0 0,1 1 0 0 0,-1-1 0 0 0,1 1 0 0 0,-1-1-1 0 0,1 1 1 0 0,-1 0 0 0 0,0 0 0 0 0,1 0 0 0 0,-1 0 0 0 0,1 0 0 0 0,-4 1 0 0 0,2-1 94 0 0,-13 17 255 0 0,13-5-365 0 0,1 0-1 0 0,0-1 1 0 0,0 1-1 0 0,2 0 1 0 0,0 0-1 0 0,0 0 1 0 0,1 0-1 0 0,0 0 1 0 0,1 0-1 0 0,6 22 1 0 0,-3-13 12 0 0,-1-1 1 0 0,1 39-1 0 0,-4-45-75 0 0,0-12-16 0 0,-1 0 0 0 0,1 0 0 0 0,-1-1 1 0 0,0 1-1 0 0,0 0 0 0 0,0 0 0 0 0,1 0 1 0 0,-2 0-1 0 0,1-1 0 0 0,0 1 0 0 0,0 0 1 0 0,0 0-1 0 0,-1 0 0 0 0,1-1 0 0 0,-1 1 1 0 0,0 0-1 0 0,1 0 0 0 0,-1-1 0 0 0,0 1 1 0 0,0-1-1 0 0,0 1 0 0 0,0-1 0 0 0,0 1 0 0 0,-1-1 1 0 0,1 1-1 0 0,0-1 0 0 0,-1 0 0 0 0,1 0 1 0 0,-1 0-1 0 0,1 0 0 0 0,-3 2 0 0 0,2-3-278 0 0</inkml:trace>
</inkml:ink>
</file>

<file path=ppt/ink/ink2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8:09.2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28 128 0 0,'0'0'891'0'0,"-2"-3"-20"0"0,-16-21 4429 0 0,14 26-4894 0 0,1 0-335 0 0,0 0 0 0 0,0 0 0 0 0,1 0 0 0 0,-1 0 0 0 0,1 1 0 0 0,-1-1 0 0 0,1 1 0 0 0,0-1 0 0 0,0 1 1 0 0,0 0-1 0 0,0 0 0 0 0,1-1 0 0 0,-1 2 0 0 0,1-1 0 0 0,0 0 0 0 0,0 0 0 0 0,0 0 0 0 0,0 0 0 0 0,0 1 0 0 0,1-1 0 0 0,0 0 0 0 0,-1 1 0 0 0,1-1 0 0 0,0 0 0 0 0,1 1 0 0 0,-1-1 0 0 0,1 0 0 0 0,-1 1 0 0 0,3 5 1 0 0,4 21 165 0 0,-1 0 1 0 0,-1 0 0 0 0,-1 0-1 0 0,-2 0 1 0 0,-3 40 0 0 0,1-56 642 0 0,4-13-485 0 0,13-24-387 0 0,2-5 56 0 0,2 7-49 0 0,41-34 0 0 0,-23 22 73 0 0,-37 32-97 0 0,-1-1 0 0 0,1 1 0 0 0,-1-1 0 0 0,1 1 0 0 0,0-1 0 0 0,0 1 0 0 0,0 0 0 0 0,0 0 0 0 0,0 0 0 0 0,0 0 0 0 0,0 0 0 0 0,0 1 0 0 0,0-1 0 0 0,0 1 0 0 0,0-1 0 0 0,0 1 0 0 0,1 0 0 0 0,-1 0 0 0 0,0 0 0 0 0,4 0 0 0 0,-5 1 50 0 0,1 0-1 0 0,0-1 1 0 0,0 1 0 0 0,-1 0 0 0 0,1 0-1 0 0,-1 1 1 0 0,1-1 0 0 0,-1 0-1 0 0,1 1 1 0 0,-1-1 0 0 0,1 0-1 0 0,-1 1 1 0 0,0 0 0 0 0,0-1-1 0 0,0 1 1 0 0,0 0 0 0 0,0-1 0 0 0,0 4-1 0 0,12 43-1503 0 0,-13-3-5436 0 0</inkml:trace>
</inkml:ink>
</file>

<file path=ppt/ink/ink2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8:09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87 256 0 0,'0'-11'860'0'0,"3"0"-36"0"0,-2 2-28 0 0,2-1 568 0 0,0-6-308 0 0,1 5-587 0 0,4-2-734 0 0,4 8-467 0 0</inkml:trace>
</inkml:ink>
</file>

<file path=ppt/ink/ink2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8:10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47 796 0 0,'0'0'4016'0'0,"1"38"-1225"0"0,5 215 1615 0 0,-5-238-4277 0 0,-1-12-95 0 0,0 0 0 0 0,0 0-1 0 0,0 0 1 0 0,1 0 0 0 0,-1 0-1 0 0,1 0 1 0 0,0-1 0 0 0,0 1-1 0 0,0 0 1 0 0,0 0 0 0 0,0-1-1 0 0,0 1 1 0 0,1 0 0 0 0,0-1-1 0 0,-1 1 1 0 0,1-1 0 0 0,0 0-1 0 0,0 0 1 0 0,3 3 0 0 0,-1-3-17 0 0,0 0 1 0 0,1 0-1 0 0,-1 0 1 0 0,1-1 0 0 0,0 1-1 0 0,-1-1 1 0 0,1 0-1 0 0,0 0 1 0 0,0-1 0 0 0,9 0-1 0 0,9 1-1 0 0,-10-1-108 0 0,0 0 0 0 0,0 1 0 0 0,0 1 1 0 0,0 0-1 0 0,0 0 0 0 0,0 1 0 0 0,16 7 0 0 0,-29-10 80 0 0,1 0-1 0 0,-1 0 0 0 0,0 0 0 0 0,1 0 0 0 0,-1 0 0 0 0,0 1 0 0 0,1-1 1 0 0,-1 0-1 0 0,0 0 0 0 0,0 0 0 0 0,1 1 0 0 0,-1-1 0 0 0,0 0 0 0 0,0 0 0 0 0,0 1 1 0 0,1-1-1 0 0,-1 0 0 0 0,0 1 0 0 0,0-1 0 0 0,0 0 0 0 0,0 1 0 0 0,0-1 1 0 0,0 0-1 0 0,1 1 0 0 0,-1-1 0 0 0,0 0 0 0 0,0 1 0 0 0,0-1 0 0 0,0 0 0 0 0,0 1 1 0 0,0-1-1 0 0,0 0 0 0 0,-1 1 0 0 0,1-1 0 0 0,0 0 0 0 0,0 1 0 0 0,0-1 0 0 0,0 0 1 0 0,0 0-1 0 0,-1 1 0 0 0,-13 13-159 0 0,-20 5 45 0 0,29-17 122 0 0,4-1 14 0 0,-3-6-7 0 0,3 4-2 0 0,1 1-1 0 0,0 0 1 0 0,-1 0 0 0 0,1 0-1 0 0,0 0 1 0 0,-1 0-1 0 0,1-1 1 0 0,0 1-1 0 0,-1 0 1 0 0,1 0 0 0 0,0 0-1 0 0,0-1 1 0 0,-1 1-1 0 0,1 0 1 0 0,0-1 0 0 0,0 1-1 0 0,-1 0 1 0 0,1 0-1 0 0,0-1 1 0 0,0 1 0 0 0,0 0-1 0 0,0-1 1 0 0,0 1-1 0 0,-1-1 1 0 0,1 1 0 0 0,0 0-1 0 0,0-1 1 0 0,0 1-1 0 0,0 0 1 0 0,0-1 0 0 0,0 1-1 0 0,0 0 1 0 0,0-1-1 0 0,0 1 1 0 0,0 0 0 0 0,1-1-1 0 0,-1 1 1 0 0,0-1-1 0 0,129-206-210 0 0,4-40 2756 0 0,-127 228-941 0 0,-20 32-1282 0 0,-23 42-256 0 0,30-39-47 0 0,1-1 0 0 0,0 1 0 0 0,1 1 0 0 0,1-1-1 0 0,1 1 1 0 0,0 0 0 0 0,1-1 0 0 0,1 1 0 0 0,0 0 0 0 0,3 19-1 0 0,-2-29-26 0 0,0-1-1 0 0,1 1 0 0 0,0-1 1 0 0,1 0-1 0 0,-1 1 0 0 0,1-1 0 0 0,0 0 1 0 0,1 0-1 0 0,-1 0 0 0 0,1-1 1 0 0,1 1-1 0 0,-1-1 0 0 0,1 1 0 0 0,-1-1 1 0 0,2 0-1 0 0,-1-1 0 0 0,0 1 1 0 0,1-1-1 0 0,0 1 0 0 0,0-1 1 0 0,0-1-1 0 0,1 1 0 0 0,-1-1 0 0 0,1 0 1 0 0,0 0-1 0 0,0-1 0 0 0,0 1 1 0 0,0-1-1 0 0,9 1 0 0 0,-8-2 82 0 0,-1 0-1 0 0,1-1 1 0 0,-1 0-1 0 0,1 0 1 0 0,-1 0-1 0 0,1-1 1 0 0,-1 0-1 0 0,1 0 1 0 0,-1-1-1 0 0,0 0 1 0 0,0 0-1 0 0,1 0 1 0 0,-1-1-1 0 0,-1 0 0 0 0,1 0 1 0 0,0-1-1 0 0,-1 1 1 0 0,0-1-1 0 0,0 0 1 0 0,0-1-1 0 0,8-8 1 0 0,-13 13 478 0 0,0-1-545 0 0,0 1 0 0 0,0 0 0 0 0,1-1 1 0 0,-1 1-1 0 0,0 0 0 0 0,0-1 1 0 0,0 1-1 0 0,1 0 0 0 0,-1-1 0 0 0,0 1 1 0 0,1 0-1 0 0,-1-1 0 0 0,0 1 1 0 0,0 0-1 0 0,1 0 0 0 0,-1-1 0 0 0,0 1 1 0 0,1 0-1 0 0,-1 0 0 0 0,1 0 1 0 0,-1 0-1 0 0,0 0 0 0 0,1-1 0 0 0,-1 1 1 0 0,0 0-1 0 0,1 0 0 0 0,-1 0 1 0 0,1 0-1 0 0,-1 0 0 0 0,0 0 0 0 0,1 0 1 0 0,0 0-1 0 0,15 16-1360 0 0,-5-1-4057 0 0,-7-9 1511 0 0,6 8-270 0 0</inkml:trace>
</inkml:ink>
</file>

<file path=ppt/ink/ink2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8:20.9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243 538 632 0 0,'-12'-39'2586'0'0,"10"28"-1218"0"0,-2-1-1 0 0,1 1 1 0 0,-2-1 0 0 0,-8-16 2283 0 0,15 168-2807 0 0,-2 98-265 0 0,-8-123-86 0 0,8-114 30 0 0,0 0-500 0 0,0-1 0 0 0,0 0 0 0 0,0 1-1 0 0,0-1 1 0 0,0 0 0 0 0,0 0 0 0 0,0 1-1 0 0,0-1 1 0 0,0 0 0 0 0,0 1 0 0 0,-1-1-1 0 0,1 0 1 0 0,0 0 0 0 0,0 1-1 0 0,0-1 1 0 0,0 0 0 0 0,0 0 0 0 0,-1 0-1 0 0,1 1 1 0 0,0-1 0 0 0,0 0 0 0 0,-1 0-1 0 0,1 0 1 0 0,0 1 0 0 0,0-1 0 0 0,-1 0-1 0 0,1 0 1 0 0,0 0 0 0 0,0 0 0 0 0,-1 0-1 0 0,1 0 1 0 0,0 0 0 0 0,0 0 0 0 0,-1 1-1 0 0,1-1 1 0 0,0 0 0 0 0,-1 0 0 0 0,1 0-1 0 0,0 0 1 0 0,0-1 0 0 0,-1 1 0 0 0,1 0-1 0 0,0 0 1 0 0,-1 0 0 0 0,-14-14 86 0 0,0-1 1 0 0,1 0 0 0 0,0-1-1 0 0,2 0 1 0 0,0-1 0 0 0,0 0 0 0 0,2-1-1 0 0,0-1 1 0 0,2 0 0 0 0,-11-28-1 0 0,8 13-53 0 0,1-1 0 0 0,2 0-1 0 0,1 0 1 0 0,2 0 0 0 0,-2-49 0 0 0,8 55-49 0 0,0 0 1 0 0,2 1 0 0 0,1-1-1 0 0,1 1 1 0 0,1 0 0 0 0,13-33-1 0 0,-13 45-55 0 0,0 0-1 0 0,1 0 0 0 0,0 1 1 0 0,2 1-1 0 0,0-1 0 0 0,0 1 0 0 0,1 1 1 0 0,1 0-1 0 0,0 0 0 0 0,1 1 1 0 0,26-20-1 0 0,-32 28 0 0 0,1 0 0 0 0,-1 0 0 0 0,1 0 0 0 0,0 1 0 0 0,0 0 0 0 0,1 1-1 0 0,-1-1 1 0 0,1 1 0 0 0,-1 1 0 0 0,1-1 0 0 0,0 1 0 0 0,-1 1 0 0 0,1 0 0 0 0,0 0 0 0 0,0 0 0 0 0,-1 1 0 0 0,11 2 0 0 0,-7 0-5 0 0,-1 0 0 0 0,1 1 0 0 0,-1 0-1 0 0,0 1 1 0 0,0 0 0 0 0,0 0 0 0 0,0 1 0 0 0,-1 1 0 0 0,0-1 0 0 0,-1 2 0 0 0,11 9 0 0 0,-10-7-4 0 0,0 0-1 0 0,-1 1 1 0 0,0-1 0 0 0,-1 2 0 0 0,0-1 0 0 0,0 1-1 0 0,-1 0 1 0 0,-1 0 0 0 0,6 19 0 0 0,-9-22 12 0 0,0 0 1 0 0,0 0-1 0 0,-1-1 1 0 0,0 1-1 0 0,0 0 1 0 0,-1 0-1 0 0,-1 0 1 0 0,1 0-1 0 0,-1 0 1 0 0,-1 0 0 0 0,0-1-1 0 0,0 1 1 0 0,0 0-1 0 0,-6 11 1 0 0,4-13 14 0 0,0 0 1 0 0,0 0-1 0 0,0-1 1 0 0,-1 0 0 0 0,0 1-1 0 0,-1-2 1 0 0,1 1 0 0 0,-1-1-1 0 0,0 1 1 0 0,0-2-1 0 0,-1 1 1 0 0,-13 7 0 0 0,8-6 34 0 0,0-1 1 0 0,0-1 0 0 0,-1 1 0 0 0,0-2 0 0 0,0 0 0 0 0,0-1-1 0 0,-17 2 1 0 0,8-3-185 0 0,0-1 0 0 0,0-1 0 0 0,-1-1-1 0 0,1 0 1 0 0,0-2 0 0 0,1-1 0 0 0,-1 0 0 0 0,-39-17-1 0 0,61 22 128 0 0,-1 0 0 0 0,1 0-1 0 0,0 0 1 0 0,0 0-1 0 0,-1 0 1 0 0,1 0-1 0 0,0-1 1 0 0,-1 1-1 0 0,1 0 1 0 0,0 0-1 0 0,0 0 1 0 0,-1 0-1 0 0,1-1 1 0 0,0 1-1 0 0,0 0 1 0 0,-1 0 0 0 0,1-1-1 0 0,0 1 1 0 0,0 0-1 0 0,0 0 1 0 0,0-1-1 0 0,-1 1 1 0 0,1 0-1 0 0,0 0 1 0 0,0-1-1 0 0,0 1 1 0 0,0 0-1 0 0,0-1 1 0 0,0 1 0 0 0,0 0-1 0 0,0-1 1 0 0,0 1-1 0 0,0 0 1 0 0,0-1-1 0 0,0 1 1 0 0,0 0-1 0 0,0-1 1 0 0,0 1-1 0 0,0 0 1 0 0,0-1-1 0 0,0 1 1 0 0,0 0 0 0 0,0 0-1 0 0,1-1 1 0 0,-1 1-1 0 0,0 0 1 0 0,0 0-1 0 0,0-1 1 0 0,0 1-1 0 0,1 0 1 0 0,-1 0-1 0 0,0-1 1 0 0,0 1-1 0 0,1 0 1 0 0,13-10-1519 0 0,-14 10 1733 0 0,28-9-3976 0 0,-11 7 1635 0 0</inkml:trace>
</inkml:ink>
</file>

<file path=ppt/ink/ink2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8:21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39 296 0 0,'0'0'854'0'0,"-2"-16"2986"0"0,2 15-3730 0 0,-1 0-1 0 0,1 0 1 0 0,0 0-1 0 0,0 0 1 0 0,0 0-1 0 0,-1 0 0 0 0,1 0 1 0 0,0 0-1 0 0,-1 0 1 0 0,1 0-1 0 0,-1 0 1 0 0,1 0-1 0 0,-1 1 0 0 0,1-1 1 0 0,-1 0-1 0 0,0 0 1 0 0,1 1-1 0 0,-1-1 0 0 0,0 0 1 0 0,0 1-1 0 0,1-1 1 0 0,-1 1-1 0 0,0-1 1 0 0,0 1-1 0 0,0-1 0 0 0,0 1 1 0 0,0 0-1 0 0,0-1 1 0 0,1 1-1 0 0,-3 0 0 0 0,0-1 12 0 0,-1 1 0 0 0,1 0 0 0 0,-1 0 0 0 0,1 1 0 0 0,-1-1 0 0 0,1 1 0 0 0,0 0 0 0 0,-1 0 0 0 0,-3 1 0 0 0,-8 4 155 0 0,0 1 0 0 0,-27 16 0 0 0,39-21-222 0 0,-9 6 118 0 0,0 0 1 0 0,1 0-1 0 0,0 1 0 0 0,-10 10 1 0 0,19-17-141 0 0,0 0 0 0 0,0 0 0 0 0,0 1 0 0 0,1-1 0 0 0,-1 0-1 0 0,1 1 1 0 0,-1-1 0 0 0,1 1 0 0 0,0-1 0 0 0,0 1 0 0 0,0 0 0 0 0,0-1 0 0 0,0 1 0 0 0,1 0 0 0 0,-1 0 0 0 0,1-1 0 0 0,0 1 0 0 0,0 0-1 0 0,0 0 1 0 0,0 0 0 0 0,0 0 0 0 0,1-1 0 0 0,-1 1 0 0 0,1 0 0 0 0,0 0 0 0 0,1 3 0 0 0,-1-5-20 0 0,0 0 0 0 0,1 1 0 0 0,-1-1 0 0 0,0 0 0 0 0,1 0 0 0 0,-1 0 0 0 0,1 0 0 0 0,0 0 1 0 0,-1-1-1 0 0,1 1 0 0 0,0 0 0 0 0,-1-1 0 0 0,1 1 0 0 0,0-1 0 0 0,0 0 0 0 0,0 1 0 0 0,-1-1 0 0 0,1 0 0 0 0,0 0 0 0 0,3-1 1 0 0,37-2 103 0 0,-24-2-137 0 0,0-1 1 0 0,-1-1-1 0 0,0-1 1 0 0,0 0-1 0 0,0-1 1 0 0,20-15-1 0 0,11-5-181 0 0,-47 28 160 0 0,0 0 34 0 0,-1 1 0 0 0,0 0-1 0 0,1 0 1 0 0,-1 0-1 0 0,1-1 1 0 0,-1 1-1 0 0,0 0 1 0 0,1 0 0 0 0,-1 0-1 0 0,1 0 1 0 0,-1 0-1 0 0,1-1 1 0 0,-1 1-1 0 0,1 0 1 0 0,-1 0 0 0 0,1 0-1 0 0,-1 1 1 0 0,1-1-1 0 0,-1 0 1 0 0,1 0-1 0 0,-1 0 1 0 0,0 0 0 0 0,1 0-1 0 0,-1 0 1 0 0,1 1-1 0 0,-1-1 1 0 0,1 0-1 0 0,2 39-69 0 0,-3-27 68 0 0,0 0 0 0 0,1 0 0 0 0,1 0-1 0 0,0 0 1 0 0,1-1 0 0 0,4 13-1 0 0,-7-24 17 0 0,1 1-1 0 0,-1 0 1 0 0,0 0-1 0 0,1 0 0 0 0,-1 0 1 0 0,0-1-1 0 0,1 1 1 0 0,-1 0-1 0 0,1 0 0 0 0,0-1 1 0 0,-1 1-1 0 0,1-1 1 0 0,-1 1-1 0 0,1 0 0 0 0,0-1 1 0 0,0 1-1 0 0,-1-1 1 0 0,1 1-1 0 0,0-1 0 0 0,0 0 1 0 0,0 1-1 0 0,-1-1 1 0 0,1 0-1 0 0,0 1 0 0 0,0-1 1 0 0,0 0-1 0 0,0 0 1 0 0,0 0-1 0 0,0 0 0 0 0,-1 0 1 0 0,1 0-1 0 0,0 0 0 0 0,0 0 1 0 0,0 0-1 0 0,0 0 1 0 0,0-1-1 0 0,0 1 0 0 0,-1 0 1 0 0,1 0-1 0 0,0-1 1 0 0,0 1-1 0 0,0-1 0 0 0,1 0 1 0 0,37-30 77 0 0,-28 22-58 0 0,17-15 31 0 0,101-77 44 0 0,-128 100-106 0 0,0 0-1 0 0,0 0 0 0 0,0 0 0 0 0,0 0 0 0 0,1 1 0 0 0,-1-1 0 0 0,0 0 1 0 0,0 1-1 0 0,1-1 0 0 0,-1 1 0 0 0,0-1 0 0 0,1 1 0 0 0,-1 0 0 0 0,0-1 1 0 0,1 1-1 0 0,-1 0 0 0 0,1 0 0 0 0,-1 0 0 0 0,1 0 0 0 0,-1 0 0 0 0,0 0 0 0 0,1 1 1 0 0,-1-1-1 0 0,3 1 0 0 0,-2 1-3 0 0,-1 0 1 0 0,1 0-1 0 0,0 0 1 0 0,-1 0-1 0 0,1 0 1 0 0,-1 0-1 0 0,0 0 1 0 0,0 1-1 0 0,0-1 1 0 0,0 0-1 0 0,0 1 1 0 0,0-1-1 0 0,0 4 1 0 0,9 26-34 0 0,-2-14 31 0 0,4 6 15 0 0,-9-19 8 0 0,0 0-1 0 0,1-1 1 0 0,-1 0 0 0 0,1 0 0 0 0,0 0 0 0 0,0 0-1 0 0,0 0 1 0 0,0-1 0 0 0,1 0 0 0 0,-1 1-1 0 0,10 3 1 0 0,-10-6-5 0 0,-1 0 0 0 0,1-1 0 0 0,0 1 0 0 0,0-1 0 0 0,0 0 0 0 0,0 0-1 0 0,0 0 1 0 0,0 0 0 0 0,0-1 0 0 0,0 0 0 0 0,0 0 0 0 0,-1 0 0 0 0,8-3 0 0 0,46-22 32 0 0,-19 1-216 0 0,-27 16-431 0 0,1 2-1 0 0,0-1 1 0 0,0 2-1 0 0,14-7 1 0 0,-24 13-340 0 0,10 0-3031 0 0</inkml:trace>
</inkml:ink>
</file>

<file path=ppt/ink/ink2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8:22.5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44 344 0 0,'-22'-32'5098'0'0,"19"31"-4923"0"0,0-1 0 0 0,0 1 0 0 0,0-1 0 0 0,0 1 0 0 0,0 0-1 0 0,0 0 1 0 0,0 0 0 0 0,0 1 0 0 0,0-1 0 0 0,0 1 0 0 0,0-1-1 0 0,0 1 1 0 0,-1 0 0 0 0,1 0 0 0 0,0 1 0 0 0,0-1-1 0 0,0 1 1 0 0,-4 0 0 0 0,5 1-125 0 0,0-1 0 0 0,0 0 0 0 0,-1 1 0 0 0,1 0-1 0 0,0-1 1 0 0,1 1 0 0 0,-1 0 0 0 0,0 0 0 0 0,0 0 0 0 0,1 0 0 0 0,-1 0-1 0 0,1 0 1 0 0,0 1 0 0 0,0-1 0 0 0,-1 0 0 0 0,2 1 0 0 0,-1-1 0 0 0,0 1-1 0 0,0-1 1 0 0,1 1 0 0 0,-1 0 0 0 0,1 2 0 0 0,-1 7 39 0 0,1 0 1 0 0,0 0-1 0 0,1 0 0 0 0,0 0 1 0 0,5 19-1 0 0,-3-16-10 0 0,-1 0 0 0 0,2 30 0 0 0,-4-40-69 0 0,-1-1 0 0 0,1 0 0 0 0,-1 1 0 0 0,0-1 1 0 0,0 0-1 0 0,0 1 0 0 0,-1-1 0 0 0,1 0 0 0 0,-1 0 0 0 0,0 0 0 0 0,0 0 0 0 0,0 0 0 0 0,-1-1 0 0 0,-3 6 0 0 0,4-7 1 0 0,0 0 0 0 0,0 0 0 0 0,-1 0 0 0 0,1 0 0 0 0,0 0 0 0 0,0 0 1 0 0,-1-1-1 0 0,1 1 0 0 0,-1-1 0 0 0,0 1 0 0 0,1-1 0 0 0,-1 0 0 0 0,0 0 0 0 0,0-1 0 0 0,0 1 0 0 0,1 0 0 0 0,-1-1 0 0 0,0 0 1 0 0,0 0-1 0 0,-4 0 0 0 0,6 0 27 0 0,-4-4-8 0 0,5 4-31 0 0,0 0 1 0 0,-1 0 0 0 0,1 0-1 0 0,0 0 1 0 0,0 0-1 0 0,-1 0 1 0 0,1-1 0 0 0,0 1-1 0 0,0 0 1 0 0,-1 0-1 0 0,1 0 1 0 0,0 0 0 0 0,0-1-1 0 0,-1 1 1 0 0,1 0-1 0 0,0 0 1 0 0,0-1 0 0 0,0 1-1 0 0,0 0 1 0 0,-1 0-1 0 0,1-1 1 0 0,0 1 0 0 0,0 0-1 0 0,0 0 1 0 0,0-1 0 0 0,0 1-1 0 0,0 0 1 0 0,0-1-1 0 0,0 1 1 0 0,0 0 0 0 0,0 0-1 0 0,0-1 1 0 0,0 1-1 0 0,0 0 1 0 0,0-1 0 0 0,0 1-1 0 0,0 0 1 0 0,0 0-1 0 0,0-1 1 0 0,0 1 0 0 0,3-6-56 0 0,1 0 1 0 0,0 1-1 0 0,-1 0 1 0 0,2 0-1 0 0,-1 0 1 0 0,0 0 0 0 0,1 0-1 0 0,0 1 1 0 0,0 0-1 0 0,1 0 1 0 0,-1 0-1 0 0,1 1 1 0 0,0 0-1 0 0,-1 0 1 0 0,9-3-1 0 0,19-7-469 0 0,52-13 0 0 0,-75 23 446 0 0,94-16-420 0 0,-80 16 451 0 0,0-1 1 0 0,-1-1 0 0 0,1-1-1 0 0,23-9 1 0 0,-46 14-5 0 0</inkml:trace>
</inkml:ink>
</file>

<file path=ppt/ink/ink2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8:23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0 155 284 0 0,'0'0'2618'0'0,"5"-1"-2067"0"0,9-2-69 0 0,-1-2 0 0 0,1 1 1 0 0,-1-2-1 0 0,-1 1 0 0 0,1-2 0 0 0,-1 0 0 0 0,0 0 0 0 0,-1-1 1 0 0,1-1-1 0 0,-2 0 0 0 0,1 0 0 0 0,-1-1 0 0 0,11-14 1 0 0,-20 22-409 0 0,0 1 1 0 0,0-1-1 0 0,0 1 1 0 0,0-1-1 0 0,0 1 1 0 0,0-1 0 0 0,-1 0-1 0 0,1 1 1 0 0,-1-1-1 0 0,1 0 1 0 0,-1 0 0 0 0,1 0-1 0 0,-1 1 1 0 0,0-4-1 0 0,0 5-61 0 0,0-1-1 0 0,-1 0 1 0 0,1 1-1 0 0,0-1 1 0 0,0 0-1 0 0,-1 1 1 0 0,1-1-1 0 0,-1 1 1 0 0,1-1-1 0 0,0 1 1 0 0,-1-1 0 0 0,1 1-1 0 0,-1-1 1 0 0,1 1-1 0 0,-1-1 1 0 0,1 1-1 0 0,-1-1 1 0 0,0 1-1 0 0,1 0 1 0 0,-1-1-1 0 0,0 1 1 0 0,1 0-1 0 0,-1 0 1 0 0,0 0-1 0 0,1-1 1 0 0,-2 1-1 0 0,-1-1 32 0 0,-26 18 58 0 0,21-9-64 0 0,0 0 0 0 0,1 0 0 0 0,-11 19 0 0 0,16-26-32 0 0,1 1-1 0 0,0 0 1 0 0,0-1-1 0 0,-1 1 1 0 0,1 0-1 0 0,1 0 1 0 0,-1-1-1 0 0,0 1 1 0 0,0 0-1 0 0,1 0 1 0 0,-1 0 0 0 0,1 0-1 0 0,-1 0 1 0 0,1 0-1 0 0,0 0 1 0 0,0 0-1 0 0,0 0 1 0 0,0 0-1 0 0,0 0 1 0 0,0 0-1 0 0,1 0 1 0 0,-1 0-1 0 0,1 0 1 0 0,-1 0-1 0 0,1 0 1 0 0,0 0-1 0 0,0 0 1 0 0,0 0 0 0 0,0-1-1 0 0,0 1 1 0 0,2 2-1 0 0,0-2-1 0 0,0 0-1 0 0,0 0 1 0 0,1-1-1 0 0,-1 1 1 0 0,0-1-1 0 0,0 0 1 0 0,1 0-1 0 0,-1 0 1 0 0,1-1 0 0 0,-1 1-1 0 0,1-1 1 0 0,-1 0-1 0 0,6 0 1 0 0,52-7 54 0 0,-36 3-48 0 0,196-18-66 0 0,-201 18 40 0 0,0 2-1 0 0,-1 1 1 0 0,1 0 0 0 0,0 2-1 0 0,-1 0 1 0 0,1 1 0 0 0,0 1-1 0 0,28 8 1 0 0,-46-10 11 0 0,0-1 0 0 0,-1 1 0 0 0,1-1 0 0 0,-1 1 0 0 0,0 0 0 0 0,1-1 0 0 0,-1 1 0 0 0,0 0 0 0 0,1 0 0 0 0,-1 0 0 0 0,0 0 0 0 0,0 0 0 0 0,0 0 0 0 0,1 0 0 0 0,-1 1 0 0 0,-1-1 0 0 0,1 0 0 0 0,0 1 0 0 0,0-1 0 0 0,0 0 0 0 0,-1 1 0 0 0,1-1 0 0 0,-1 1 0 0 0,1-1 0 0 0,-1 1 0 0 0,1 2 0 0 0,-2-1 8 0 0,1-1 0 0 0,-1 1-1 0 0,0 0 1 0 0,1-1 0 0 0,-1 0-1 0 0,-1 1 1 0 0,1-1 0 0 0,0 0-1 0 0,-1 1 1 0 0,1-1-1 0 0,-1 0 1 0 0,1 0 0 0 0,-1 0-1 0 0,-3 2 1 0 0,-7 7-244 0 0,-1-1 1 0 0,0 0-1 0 0,0-1 1 0 0,-18 8-1 0 0,19-10-1310 0 0,-1-1-1 0 0,0-1 0 0 0,-19 6 0 0 0,19-9-1005 0 0</inkml:trace>
</inkml:ink>
</file>

<file path=ppt/ink/ink2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7:50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252 150 444 0 0,'17'-15'1600'0'0,"-1"0"0"0"0,-1-2 0 0 0,0 0 0 0 0,12-19-1 0 0,-27 35-1543 0 0,1 0-1 0 0,-1 1 1 0 0,0-1-1 0 0,1 0 1 0 0,-1 0-1 0 0,0 0 0 0 0,0 0 1 0 0,1 0-1 0 0,-1 0 1 0 0,0 1-1 0 0,0-1 0 0 0,0 0 1 0 0,0 0-1 0 0,0 0 1 0 0,0 0-1 0 0,-1 0 1 0 0,1 0-1 0 0,0 0 0 0 0,0 0 1 0 0,-1 1-1 0 0,1-1 1 0 0,0 0-1 0 0,-1 0 1 0 0,1 0-1 0 0,-1 1 0 0 0,1-1 1 0 0,-1 0-1 0 0,0 0 1 0 0,1 1-1 0 0,-1-1 0 0 0,0 0 1 0 0,1 1-1 0 0,-1-1 1 0 0,0 1-1 0 0,1-1 1 0 0,-1 1-1 0 0,0-1 0 0 0,0 1 1 0 0,0 0-1 0 0,0-1 1 0 0,-1 1-1 0 0,-35-13 622 0 0,27 11-557 0 0,0 0 0 0 0,0 1 0 0 0,-1 0-1 0 0,1 1 1 0 0,0 0 0 0 0,-1 1 0 0 0,1 0-1 0 0,0 1 1 0 0,-14 3 0 0 0,22-4-103 0 0,-1-1-1 0 0,0 1 1 0 0,1 0-1 0 0,-1 0 1 0 0,1 0-1 0 0,0 1 1 0 0,-1-1 0 0 0,1 1-1 0 0,0-1 1 0 0,0 1-1 0 0,0 0 1 0 0,0-1 0 0 0,0 1-1 0 0,0 0 1 0 0,1 0-1 0 0,-1 1 1 0 0,0-1-1 0 0,1 0 1 0 0,0 0 0 0 0,0 1-1 0 0,-1-1 1 0 0,1 1-1 0 0,1-1 1 0 0,-1 1 0 0 0,0 0-1 0 0,1-1 1 0 0,-1 1-1 0 0,1 0 1 0 0,0-1-1 0 0,0 1 1 0 0,0 0 0 0 0,0-1-1 0 0,0 1 1 0 0,0 0-1 0 0,1-1 1 0 0,0 1 0 0 0,-1-1-1 0 0,1 1 1 0 0,0-1-1 0 0,2 4 1 0 0,4 9 25 0 0,0 0 1 0 0,1-1-1 0 0,1 0 0 0 0,0-1 1 0 0,12 13-1 0 0,-12-16-51 0 0,-1 0-1 0 0,0 1 1 0 0,-1 0 0 0 0,0 0-1 0 0,0 1 1 0 0,-1 0 0 0 0,-1 0-1 0 0,6 19 1 0 0,-11-29 7 0 0,0-1 1 0 0,0 1-1 0 0,0-1 0 0 0,-1 1 0 0 0,1-1 1 0 0,0 0-1 0 0,-1 1 0 0 0,1-1 1 0 0,-1 0-1 0 0,0 1 0 0 0,1-1 1 0 0,-1 0-1 0 0,0 0 0 0 0,0 1 1 0 0,0-1-1 0 0,0 0 0 0 0,0 0 1 0 0,0 0-1 0 0,0 0 0 0 0,0 0 1 0 0,0 0-1 0 0,0-1 0 0 0,-1 1 1 0 0,1 0-1 0 0,0-1 0 0 0,-1 1 1 0 0,1 0-1 0 0,-2-1 0 0 0,-39 14-18 0 0,25-10-159 0 0,0-1 0 0 0,0-1 1 0 0,0-1-1 0 0,0 0 0 0 0,-1-1 0 0 0,1-1 0 0 0,0 0 0 0 0,0-2 0 0 0,-18-4 0 0 0,29 0-1283 0 0,29-11-6578 0 0</inkml:trace>
</inkml:ink>
</file>

<file path=ppt/ink/ink2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7:51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64 118 9505 0 0,'-1'-10'217'0'0,"-1"1"1"0"0,0-1-1 0 0,-1 1 0 0 0,0 0 0 0 0,0 0 1 0 0,-1 0-1 0 0,0 0 0 0 0,-1 1 1 0 0,0 0-1 0 0,-6-8 0 0 0,8 10-184 0 0,2 5 204 0 0,-1 0-137 0 0,2 1-103 0 0,0-1-1 0 0,0 1 1 0 0,0 0-1 0 0,0 0 0 0 0,0 0 1 0 0,0 0-1 0 0,-1-1 1 0 0,1 1-1 0 0,0 0 1 0 0,0 0-1 0 0,0 0 0 0 0,0 0 1 0 0,0 0-1 0 0,-1 0 1 0 0,1-1-1 0 0,0 1 1 0 0,0 0-1 0 0,0 0 0 0 0,0 0 1 0 0,-1 0-1 0 0,1 0 1 0 0,0 0-1 0 0,0 0 1 0 0,0 0-1 0 0,0 0 0 0 0,-1 0 1 0 0,1 0-1 0 0,0 0 1 0 0,0 0-1 0 0,0 0 1 0 0,-1 0-1 0 0,1 0 0 0 0,0 0 1 0 0,0 0-1 0 0,0 0 1 0 0,0 0-1 0 0,-1 0 0 0 0,1 0 1 0 0,0 1-1 0 0,0-1 1 0 0,0 0-1 0 0,0 0 1 0 0,-1 0-1 0 0,1 0 0 0 0,0 0 1 0 0,0 0-1 0 0,0 1 1 0 0,0-1-1 0 0,0 0 1 0 0,0 0-1 0 0,0 0 0 0 0,-1 0 1 0 0,1 0-1 0 0,0 1 1 0 0,0-1-1 0 0,-1 4-95 0 0,0-1 0 0 0,-1 1-1 0 0,1-1 1 0 0,1 1 0 0 0,-1-1 0 0 0,1 1 0 0 0,-1 0-1 0 0,1 0 1 0 0,0-1 0 0 0,0 1 0 0 0,1 0-1 0 0,-1 0 1 0 0,1-1 0 0 0,2 8 0 0 0,0-3-956 0 0,0 1 1 0 0,1-1 0 0 0,0 0-1 0 0,1 0 1 0 0,10 13-1 0 0,-4-7-1339 0 0</inkml:trace>
</inkml:ink>
</file>

<file path=ppt/ink/ink2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7:51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9853 0 0,'114'-34'1570'0'0,"-112"33"-1329"0"0,6 3-42 0 0,-7-2-194 0 0,-1 1-1 0 0,1-1 1 0 0,-1 0-1 0 0,1 0 1 0 0,-1 0-1 0 0,1 0 1 0 0,-1 0-1 0 0,1 1 1 0 0,-1-1-1 0 0,1 0 1 0 0,-1 0-1 0 0,0 1 1 0 0,1-1-1 0 0,-1 0 0 0 0,1 1 1 0 0,-1-1-1 0 0,0 0 1 0 0,1 1-1 0 0,-1-1 1 0 0,0 1-1 0 0,0-1 1 0 0,1 0-1 0 0,-1 1 1 0 0,0-1-1 0 0,0 1 1 0 0,1-1-1 0 0,-1 1 1 0 0,0-1-1 0 0,0 1 1 0 0,0-1-1 0 0,0 1 1 0 0,0-1-1 0 0,0 1 1 0 0,0-1-1 0 0,0 1 0 0 0,0-1 1 0 0,0 1-1 0 0,0-1 1 0 0,0 1-1 0 0,0-1 1 0 0,0 1-1 0 0,-1 0 1 0 0,1 32-646 0 0,0 35-1526 0 0,3-24-2847 0 0,-2-30 2632 0 0</inkml:trace>
</inkml:ink>
</file>

<file path=ppt/ink/ink2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7:51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33 812 0 0,'0'-2'366'0'0,"0"0"0"0"0,1 1 0 0 0,-1-1 0 0 0,1 0 0 0 0,0 0 0 0 0,0 0 0 0 0,-1 1 0 0 0,1-1 0 0 0,0 0 0 0 0,0 1 0 0 0,1-1 0 0 0,-1 1 1 0 0,0-1-1 0 0,0 1 0 0 0,1-1 0 0 0,-1 1 0 0 0,1 0 0 0 0,2-2 0 0 0,-3 3 636 0 0,11 32-52 0 0,1-4-423 0 0,-5 21 112 0 0,-1 1 0 0 0,0 51 1 0 0,-6-95-587 0 0,-2 2 36 0 0,2-1 0 0 0,-1 1 1 0 0,1-1-1 0 0,0 1 0 0 0,0-1 0 0 0,1 1 0 0 0,5 13 0 0 0,-2-19-64 0 0,0-1 0 0 0,0 0 0 0 0,0 0 0 0 0,0 0 1 0 0,0-1-1 0 0,0 0 0 0 0,0 0 0 0 0,0 0 0 0 0,0 0 0 0 0,6-2 0 0 0,-5 1-9 0 0,5 0 0 0 0,74 0 109 0 0,-82 1-135 0 0,1 0 0 0 0,-1 0 0 0 0,0 1-1 0 0,1-1 1 0 0,-1 1 0 0 0,0 0 0 0 0,1 0 0 0 0,-1 0-1 0 0,0 0 1 0 0,0 1 0 0 0,0-1 0 0 0,0 1 0 0 0,0 0 0 0 0,0 0-1 0 0,-1 0 1 0 0,1 0 0 0 0,0 0 0 0 0,-1 1 0 0 0,0-1-1 0 0,3 4 1 0 0,-4-4 4 0 0,-1 0 1 0 0,0 0-1 0 0,0 0 0 0 0,0 0 0 0 0,0 0 1 0 0,0 0-1 0 0,0 0 0 0 0,0 0 0 0 0,-1 0 0 0 0,1 0 1 0 0,-1 0-1 0 0,1 0 0 0 0,-1-1 0 0 0,0 1 1 0 0,1 0-1 0 0,-1 0 0 0 0,0-1 0 0 0,0 1 0 0 0,-1 0 1 0 0,1-1-1 0 0,0 1 0 0 0,0-1 0 0 0,-1 1 1 0 0,1-1-1 0 0,-2 2 0 0 0,-42 34-222 0 0,42-35 163 0 0,-14 8-417 0 0,-21 12-1401 0 0,26-8-4352 0 0</inkml:trace>
</inkml:ink>
</file>

<file path=ppt/ink/ink2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7:52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25 8 0 0,'16'2'873'0'0,"-1"-1"0"0"0,1 0 0 0 0,0-1 0 0 0,-1-1-1 0 0,1-1 1 0 0,-1 0 0 0 0,1-1 0 0 0,-1-1 0 0 0,17-5 0 0 0,-31 8-770 0 0,1 0 0 0 0,0 0 0 0 0,-1 0 1 0 0,1 0-1 0 0,0 1 0 0 0,0-1 0 0 0,0 1 1 0 0,0-1-1 0 0,0 1 0 0 0,-1 0 0 0 0,1 0 1 0 0,0 0-1 0 0,0 0 0 0 0,0 0 0 0 0,0 0 0 0 0,0 1 1 0 0,0-1-1 0 0,0 1 0 0 0,0-1 0 0 0,-1 1 1 0 0,1-1-1 0 0,0 1 0 0 0,0 0 0 0 0,-1 0 0 0 0,3 2 1 0 0,-1 1-37 0 0,0 0 1 0 0,-1 1 0 0 0,0-1 0 0 0,0 1 0 0 0,0-1 0 0 0,-1 1-1 0 0,1 0 1 0 0,1 10 0 0 0,1 9 5 0 0,-1 0 0 0 0,-1 0 1 0 0,-1 0-1 0 0,-1 0 0 0 0,-1 1 0 0 0,-1-1 0 0 0,-10 43 0 0 0,-4-4-8 0 0,-40 105-1 0 0,46-146-133 0 0,-1 0 1 0 0,0 0-1 0 0,-2-2 0 0 0,-1 1 1 0 0,-1-2-1 0 0,0 0 0 0 0,-1-1 1 0 0,-37 32-1 0 0,31-32-806 0 0,0-1-1 0 0,-2 0 1 0 0,0-2 0 0 0,-30 14 0 0 0,17-14-2059 0 0,0-5 225 0 0</inkml:trace>
</inkml:ink>
</file>

<file path=ppt/ink/ink2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8:27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346 157 808 0 0,'-16'-22'3084'0'0,"13"17"-2867"0"0,0 1-1 0 0,0 0 1 0 0,0 1 0 0 0,-1-1 0 0 0,0 1 0 0 0,1-1 0 0 0,-1 1 0 0 0,-1 0 0 0 0,1 0-1 0 0,0 1 1 0 0,-1-1 0 0 0,1 1 0 0 0,-1 0 0 0 0,0 0 0 0 0,1 1 0 0 0,-1 0 0 0 0,0-1-1 0 0,0 1 1 0 0,0 1 0 0 0,0-1 0 0 0,0 1 0 0 0,0 0 0 0 0,0 0 0 0 0,-1 0 0 0 0,1 1-1 0 0,0 0 1 0 0,0 0 0 0 0,1 0 0 0 0,-1 1 0 0 0,0-1 0 0 0,-5 3 0 0 0,-8 4 25 0 0,0 0-1 0 0,1 0 1 0 0,0 2 0 0 0,-18 13 0 0 0,27-18-172 0 0,1 1 0 0 0,1 0 0 0 0,-1 1 0 0 0,1 0 0 0 0,0 0 1 0 0,0 0-1 0 0,1 1 0 0 0,0-1 0 0 0,1 1 0 0 0,-8 17 0 0 0,11-23-56 0 0,0 0-1 0 0,1 1 1 0 0,-1-1 0 0 0,0 1 0 0 0,1-1-1 0 0,0 1 1 0 0,-1-1 0 0 0,1 1 0 0 0,0-1 0 0 0,0 1-1 0 0,0-1 1 0 0,1 1 0 0 0,-1-1 0 0 0,1 1-1 0 0,-1-1 1 0 0,1 1 0 0 0,0-1 0 0 0,0 1 0 0 0,0-1-1 0 0,0 0 1 0 0,0 0 0 0 0,1 0 0 0 0,-1 1-1 0 0,1-1 1 0 0,-1 0 0 0 0,1-1 0 0 0,0 1 0 0 0,-1 0-1 0 0,1 0 1 0 0,0-1 0 0 0,0 1 0 0 0,1-1-1 0 0,-1 0 1 0 0,0 1 0 0 0,0-1 0 0 0,1 0 0 0 0,3 1-1 0 0,1 1 9 0 0,0-1 0 0 0,0 0 0 0 0,0-1 0 0 0,0 1 0 0 0,0-2 0 0 0,1 1 0 0 0,-1-1 0 0 0,0 1 0 0 0,0-2 0 0 0,0 1 0 0 0,1-1 0 0 0,12-4 0 0 0,-4 0-21 0 0,-1-1 1 0 0,0-1-1 0 0,0 0 0 0 0,0-1 0 0 0,-1 0 0 0 0,0-1 1 0 0,-1-1-1 0 0,0-1 0 0 0,0 0 0 0 0,-1 0 1 0 0,-1-1-1 0 0,0 0 0 0 0,0-1 0 0 0,-1-1 0 0 0,10-17 1 0 0,5-15-400 0 0,-19 40-48 0 0,-15 26 350 0 0,4-9 76 0 0,1 0 0 0 0,0 0 1 0 0,1 0-1 0 0,0 0 0 0 0,1 0 1 0 0,0 1-1 0 0,1-1 1 0 0,0 22-1 0 0,1-27 37 0 0,0 1 0 0 0,1 0-1 0 0,0-1 1 0 0,0 1 0 0 0,0-1 0 0 0,1 1 0 0 0,0-1 0 0 0,0 0-1 0 0,1 0 1 0 0,0 0 0 0 0,0 0 0 0 0,0 0 0 0 0,1-1 0 0 0,-1 1-1 0 0,10 8 1 0 0,-12-13 60 0 0,4-1-41 0 0,-1 0 1 0 0,1-1 0 0 0,0 1-1 0 0,0-1 1 0 0,0 0-1 0 0,0-1 1 0 0,-1 1 0 0 0,1-1-1 0 0,5-3 1 0 0,51-30 91 0 0,-2-2 0 0 0,-1-4 0 0 0,85-77 1 0 0,-132 110-114 0 0,-1-1 1 0 0,0 0 0 0 0,-1-1-1 0 0,0 0 1 0 0,0 0 0 0 0,-1-1-1 0 0,10-19 1 0 0,-17 29-25 0 0,-1 1 1 0 0,0-1 8 0 0,1 1-1 0 0,-1 0 0 0 0,0 0 0 0 0,0 0 0 0 0,0 0 0 0 0,0 0 0 0 0,0 0 1 0 0,0 0-1 0 0,1-1 0 0 0,-1 1 0 0 0,0 0 0 0 0,0 0 0 0 0,0 0 1 0 0,0 0-1 0 0,0-1 0 0 0,0 1 0 0 0,0 0 0 0 0,0 0 0 0 0,0 0 0 0 0,0-1 1 0 0,0 1-1 0 0,0 0 0 0 0,0 0 0 0 0,0 0 0 0 0,0 0 0 0 0,0-1 1 0 0,0 1-1 0 0,0 0 0 0 0,0 0 0 0 0,0 0 0 0 0,0-1 0 0 0,0 1 0 0 0,0 0 1 0 0,0 0-1 0 0,0 0 0 0 0,0 0 0 0 0,0-1 0 0 0,0 1 0 0 0,0 0 0 0 0,-1 0 1 0 0,1 0-1 0 0,0 0 0 0 0,0 0 0 0 0,0-1 0 0 0,0 1 0 0 0,0 0 1 0 0,-1 0-1 0 0,1 0 0 0 0,0 0 0 0 0,0 0 0 0 0,0 0 0 0 0,0 0 0 0 0,-1 0 1 0 0,1 0-1 0 0,0 0 0 0 0,-3-1-9 0 0,1 1-1 0 0,0 0 1 0 0,-1 0 0 0 0,1 0-1 0 0,0 1 1 0 0,-1-1 0 0 0,1 0-1 0 0,0 1 1 0 0,-1 0 0 0 0,1-1-1 0 0,0 1 1 0 0,0 0 0 0 0,0 0 0 0 0,0 1-1 0 0,0-1 1 0 0,0 0 0 0 0,0 1-1 0 0,0-1 1 0 0,0 1 0 0 0,0-1-1 0 0,1 1 1 0 0,-1 0 0 0 0,-1 2-1 0 0,2-1-1 0 0,-1 1-1 0 0,1-1 0 0 0,0 1 0 0 0,0 0 0 0 0,1 0 0 0 0,-1-1 1 0 0,1 1-1 0 0,0 0 0 0 0,0 0 0 0 0,0 0 0 0 0,0 0 0 0 0,1-1 1 0 0,0 1-1 0 0,1 7 0 0 0,16 57-39 0 0,-8-34-111 0 0,8 58 0 0 0,-17-80 57 0 0,0 0 1 0 0,-1 0 0 0 0,0 0-1 0 0,-1 0 1 0 0,0 0-1 0 0,-1-1 1 0 0,-1 1 0 0 0,-6 21-1 0 0,25-56-107 0 0,0 0 0 0 0,2 2 0 0 0,35-33 0 0 0,69-85-91 0 0,-112 127 283 0 0,5-8 203 0 0,0-1 0 0 0,-2 0 1 0 0,20-42-1 0 0,-32 61-128 0 0,0-5 12 0 0,-1 5-51 0 0,-2 5 82 0 0,-1 11-103 0 0,1 0 0 0 0,0 0 0 0 0,1 0 1 0 0,1 1-1 0 0,0-1 0 0 0,1 0 0 0 0,0 0 0 0 0,2 0 0 0 0,4 20 0 0 0,-3-15 17 0 0,-1 1-1 0 0,0 0 0 0 0,-2 0 0 0 0,-1 40 1 0 0,-20 20 85 0 0,20-78 26 0 0,-1-8-135 0 0,2-1-11 0 0,0 0 0 0 0,0 0 0 0 0,0 0 0 0 0,1 0 0 0 0,0 0 0 0 0,1 0 1 0 0,-1 1-1 0 0,1-1 0 0 0,0 1 0 0 0,1 0 0 0 0,0 0 0 0 0,0 0 0 0 0,0 0 0 0 0,0 0 0 0 0,1 1 0 0 0,10-9 0 0 0,17-16-196 0 0,53-39-1 0 0,-70 57 175 0 0,45-28-209 0 0,-59 39 220 0 0,0 1 29 0 0,0 0 0 0 0,0 1 0 0 0,0-1 0 0 0,0 1 0 0 0,0-1 0 0 0,0 0 0 0 0,0 1-1 0 0,0 0 1 0 0,0-1 0 0 0,0 1 0 0 0,0-1 0 0 0,0 1 0 0 0,-1 0 0 0 0,1 0 0 0 0,0-1 0 0 0,-1 1 0 0 0,1 0 0 0 0,0 0 0 0 0,0 1 0 0 0,1 1 7 0 0,0 4-6 0 0,0 0 1 0 0,0 1-1 0 0,-1 0 1 0 0,0-1-1 0 0,0 1 1 0 0,-1 0-1 0 0,0 13 1 0 0,-1-14 12 0 0,1 1 0 0 0,0-1 0 0 0,0 0 1 0 0,1 1-1 0 0,0-1 0 0 0,0 1 1 0 0,5 11-1 0 0,-4-13-29 0 0,12 18 294 0 0,-13-23-254 0 0,0 0 0 0 0,-1-1 0 0 0,1 1-1 0 0,0-1 1 0 0,0 1 0 0 0,0-1-1 0 0,0 1 1 0 0,0-1 0 0 0,0 0 0 0 0,0 0-1 0 0,0 1 1 0 0,0-1 0 0 0,0 0 0 0 0,0 0-1 0 0,0 0 1 0 0,0 0 0 0 0,0 0-1 0 0,0 0 1 0 0,0 0 0 0 0,0 0 0 0 0,0-1-1 0 0,0 1 1 0 0,0 0 0 0 0,0-1 0 0 0,0 1-1 0 0,2-1 1 0 0,4-3 50 0 0,1-1 0 0 0,-1 1 0 0 0,0-1 0 0 0,-1 0 0 0 0,1-1 0 0 0,-1 1 0 0 0,0-1-1 0 0,-1-1 1 0 0,1 1 0 0 0,-1-1 0 0 0,0 0 0 0 0,-1 0 0 0 0,0 0 0 0 0,0-1 0 0 0,0 0 0 0 0,-1 1 0 0 0,0-1 0 0 0,-1 0 0 0 0,0-1 0 0 0,0 1 0 0 0,-1 0 0 0 0,1-1-1 0 0,-2 1 1 0 0,1 0 0 0 0,-2-10 0 0 0,1 12-26 0 0,0 0 0 0 0,0 0 0 0 0,-1 0-1 0 0,0 0 1 0 0,-3-11 0 0 0,3 15-97 0 0,0 0 1 0 0,1 0-1 0 0,-1 0 0 0 0,0 0 0 0 0,0 1 1 0 0,-1-1-1 0 0,1 0 0 0 0,0 1 0 0 0,0-1 1 0 0,-1 1-1 0 0,1-1 0 0 0,-1 1 1 0 0,1 0-1 0 0,-1-1 0 0 0,0 1 0 0 0,0 0 1 0 0,1 0-1 0 0,-1 0 0 0 0,0 1 1 0 0,-4-2-1 0 0,4 1-406 0 0,-20 6-703 0 0,-7 14-5013 0 0</inkml:trace>
</inkml:ink>
</file>

<file path=ppt/ink/ink2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8:27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13 40 0 0,'-32'-12'5701'0'0,"27"14"-5554"0"0,0 1 0 0 0,0 0 0 0 0,0 1 0 0 0,1-1 0 0 0,0 1 1 0 0,0-1-1 0 0,0 2 0 0 0,0-1 0 0 0,0 0 0 0 0,1 1 0 0 0,0-1 0 0 0,0 1 0 0 0,0 0 0 0 0,0 0 0 0 0,1 0 0 0 0,0 0 0 0 0,0 1 0 0 0,-2 7 0 0 0,3-10-108 0 0,1 1 0 0 0,-1-1 0 0 0,1 1 0 0 0,-1 0-1 0 0,1-1 1 0 0,0 1 0 0 0,0-1 0 0 0,1 1 0 0 0,-1 0-1 0 0,1-1 1 0 0,0 1 0 0 0,0-1 0 0 0,0 1 0 0 0,0-1 0 0 0,1 0-1 0 0,-1 1 1 0 0,1-1 0 0 0,0 0 0 0 0,0 0 0 0 0,0 0 0 0 0,0 0-1 0 0,0 0 1 0 0,1-1 0 0 0,-1 1 0 0 0,1-1 0 0 0,0 0 0 0 0,0 1-1 0 0,0-1 1 0 0,0 0 0 0 0,3 1 0 0 0,0-1-14 0 0,-1 0 0 0 0,1 0 0 0 0,-1-1 0 0 0,1 0 0 0 0,0 0 0 0 0,-1-1 0 0 0,1 1 0 0 0,0-1 0 0 0,0 0 0 0 0,-1-1 0 0 0,1 1 0 0 0,0-1 0 0 0,-1-1 0 0 0,1 1 0 0 0,-1-1 0 0 0,8-2 0 0 0,11-6 152 0 0,-1-1 1 0 0,27-16-1 0 0,-39 21-28 0 0,83-54 2573 0 0,-70 50-1583 0 0,-24 10-1137 0 0,1 0 0 0 0,-1 0 0 0 0,0 0 0 0 0,0 0 0 0 0,1 0-1 0 0,-1 0 1 0 0,0 0 0 0 0,0 0 0 0 0,1 1 0 0 0,-1-1 0 0 0,0 0 0 0 0,0 0 0 0 0,1 0 0 0 0,-1 0 0 0 0,0 0 0 0 0,0 0-1 0 0,0 0 1 0 0,1 1 0 0 0,-1-1 0 0 0,0 0 0 0 0,0 0 0 0 0,0 0 0 0 0,0 0 0 0 0,1 1 0 0 0,-1-1 0 0 0,0 0 0 0 0,0 0-1 0 0,0 0 1 0 0,0 1 0 0 0,0-1 0 0 0,0 0 0 0 0,1 0 0 0 0,-1 1 0 0 0,0-1 0 0 0,0 0 0 0 0,0 0 0 0 0,0 1-1 0 0,0-1 1 0 0,0 0 0 0 0,0 0 0 0 0,0 1 0 0 0,0-1 0 0 0,-17 40-3296 0 0,4-8-3005 0 0</inkml:trace>
</inkml:ink>
</file>

<file path=ppt/ink/ink2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8:28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72 292 0 0,'8'-20'2837'0'0,"4"-14"1106"0"0,-8 16-7583 0 0</inkml:trace>
</inkml:ink>
</file>

<file path=ppt/ink/ink2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8:28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133 295 408 0 0,'0'0'859'0'0,"-4"-4"-28"0"0,-10-7-327 0 0,10 5 2355 0 0,-1 8-2299 0 0,-9 4 110 0 0,1 1 0 0 0,0 1 0 0 0,1 0 0 0 0,0 0 1 0 0,0 1-1 0 0,-11 11 0 0 0,22-19-349 0 0,-5 2-56 0 0,6-2-227 0 0,0-1 0 0 0,0 0-1 0 0,0 0 1 0 0,0 0 0 0 0,0 0 0 0 0,0 0 0 0 0,0 0 0 0 0,0 0 0 0 0,0 0-1 0 0,1 0 1 0 0,-1 0 0 0 0,0 0 0 0 0,0 0 0 0 0,0 0 0 0 0,0 0 0 0 0,0 0-1 0 0,0 0 1 0 0,0 1 0 0 0,8-5 23 0 0,2-1-156 0 0,1 1 0 0 0,-1 1-1 0 0,0-1 1 0 0,1 2 0 0 0,0-1 0 0 0,0 2-1 0 0,-1-1 1 0 0,1 1 0 0 0,15 1 0 0 0,-17 2 82 0 0,1-1 0 0 0,0 0 1 0 0,0-1-1 0 0,0 0 0 0 0,-1 0 1 0 0,1-1-1 0 0,0 0 0 0 0,0-1 1 0 0,-1 0-1 0 0,1-1 0 0 0,-1 0 1 0 0,0 0-1 0 0,0-1 0 0 0,0 0 1 0 0,0-1-1 0 0,11-8 0 0 0,-6 3 102 0 0,-1-2 0 0 0,0 0 1 0 0,-1 0-1 0 0,-1-1 0 0 0,0 0 0 0 0,0-1 0 0 0,-1-1 0 0 0,8-15 0 0 0,-7 7 94 0 0,0 0-1 0 0,12-38 1 0 0,-19 17 524 0 0,-13 49-708 0 0,-1 0 1 0 0,1 1-1 0 0,0 0 1 0 0,0 1 0 0 0,1 0-1 0 0,0 0 1 0 0,0 1-1 0 0,0 0 1 0 0,1 0 0 0 0,1 1-1 0 0,-1 0 1 0 0,1 0-1 0 0,-8 16 1 0 0,10-16 5 0 0,0-1-1 0 0,1 0 1 0 0,-1 1-1 0 0,1 0 1 0 0,1 0 0 0 0,0 0-1 0 0,0 0 1 0 0,1 0-1 0 0,0 0 1 0 0,1 0 0 0 0,0 1-1 0 0,0-1 1 0 0,1 0-1 0 0,0 0 1 0 0,1 0 0 0 0,0 0-1 0 0,3 11 1 0 0,-3-17 6 0 0,-1 0-1 0 0,1 1 1 0 0,0-1 0 0 0,0 0 0 0 0,0 0-1 0 0,1 0 1 0 0,-1 0 0 0 0,1 0 0 0 0,0-1-1 0 0,0 1 1 0 0,0-1 0 0 0,0 1 0 0 0,0-1-1 0 0,0 0 1 0 0,0-1 0 0 0,1 1 0 0 0,-1 0 0 0 0,1-1-1 0 0,-1 0 1 0 0,1 0 0 0 0,7 2 0 0 0,2-2 36 0 0,0 0 0 0 0,0 0 0 0 0,0-1 0 0 0,24-3 0 0 0,-31 2 275 0 0,20 1-488 0 0,-26 0 125 0 0,1 0-1 0 0,-1 1 1 0 0,0-1-1 0 0,1 1 0 0 0,-1-1 1 0 0,0 1-1 0 0,1-1 1 0 0,-1 1-1 0 0,0-1 0 0 0,0 1 1 0 0,0-1-1 0 0,1 1 1 0 0,-1-1-1 0 0,0 1 0 0 0,0-1 1 0 0,0 1-1 0 0,0-1 1 0 0,0 1-1 0 0,0 0 1 0 0,0-1-1 0 0,0 1 0 0 0,0-1 1 0 0,0 1-1 0 0,0-1 1 0 0,0 1-1 0 0,-1 0 0 0 0,1-1 1 0 0,0 1-1 0 0,0-1 1 0 0,0 1-1 0 0,-1-1 0 0 0,0 1 1 0 0,2 0-60 0 0,-1 0 0 0 0,0 0 0 0 0,0 1 0 0 0,1-2 1 0 0,-1 1-1 0 0,1 0 0 0 0,-1 0 0 0 0,1 0 0 0 0,-1 0 1 0 0,1 0-1 0 0,0 0 0 0 0,-1 0 0 0 0,1-1 0 0 0,0 1 0 0 0,0 0 1 0 0,0-1-1 0 0,-1 1 0 0 0,1 0 0 0 0,0-1 0 0 0,0 1 0 0 0,0-1 1 0 0,0 1-1 0 0,0-1 0 0 0,2 1 0 0 0,22 9-1270 0 0,-25-10 1370 0 0,4 2-575 0 0,1-1 0 0 0,0 0 0 0 0,-1 0 0 0 0,1 0-1 0 0,0-1 1 0 0,0 1 0 0 0,5-2 0 0 0,7-1-1562 0 0</inkml:trace>
</inkml:ink>
</file>

<file path=ppt/ink/ink2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8:29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0 510 404 0 0,'1'-2'635'0'0,"0"1"0"0"0,0-1-1 0 0,0 1 1 0 0,0-1 0 0 0,0 1 0 0 0,0-1-1 0 0,0 1 1 0 0,0 0 0 0 0,0-1 0 0 0,1 1-1 0 0,-1 0 1 0 0,0 0 0 0 0,1 0 0 0 0,1-1 0 0 0,-2 3-608 0 0,-1 0 0 0 0,0 1 0 0 0,1-1 0 0 0,-1 0 0 0 0,1 0 1 0 0,-1 0-1 0 0,1 0 0 0 0,0 0 0 0 0,0 0 0 0 0,-1 0 0 0 0,1 0 1 0 0,0 0-1 0 0,0 0 0 0 0,0 0 0 0 0,0-1 0 0 0,0 1 0 0 0,0 0 1 0 0,0-1-1 0 0,0 1 0 0 0,0-1 0 0 0,0 1 0 0 0,1-1 0 0 0,-1 1 1 0 0,0-1-1 0 0,0 0 0 0 0,0 1 0 0 0,1-1 0 0 0,-1 0 0 0 0,2 0 1 0 0,1-1 6 0 0,-1 1 0 0 0,1-1-1 0 0,0 0 1 0 0,-1 0 0 0 0,1-1 0 0 0,0 1 0 0 0,-1-1 0 0 0,0 0 0 0 0,1 1 0 0 0,2-4 0 0 0,4-2 39 0 0,0-1-1 0 0,-1 0 0 0 0,0 0 1 0 0,-1 0-1 0 0,0-1 0 0 0,9-13 0 0 0,-3-1 194 0 0,-1-1 0 0 0,-1 0 0 0 0,-1 0 0 0 0,-2-1 1 0 0,0 0-1 0 0,-1-1 0 0 0,-2 0 0 0 0,-1 0 0 0 0,-1-1 0 0 0,-1 0 0 0 0,-1 1 0 0 0,-2-42 0 0 0,-1 55 345 0 0,1 10-476 0 0,0 1 1 0 0,0-1 0 0 0,0 1 0 0 0,0-1 0 0 0,-1 1-1 0 0,1-1 1 0 0,-1 1 0 0 0,0 0 0 0 0,1-1-1 0 0,-1 1 1 0 0,0 0 0 0 0,0-1 0 0 0,-1 1 0 0 0,-1-3-1 0 0,2 4 78 0 0,-22 44 102 0 0,17-19-453 0 0,0 0 0 0 0,2-1 0 0 0,1 2 0 0 0,1-1 0 0 0,1 0 0 0 0,1 0 1 0 0,1 1-1 0 0,5 29 0 0 0,-1 21-2306 0 0,-1-17-6256 0 0</inkml:trace>
</inkml:ink>
</file>

<file path=ppt/ink/ink2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8:29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30 44 0 0,'-12'-5'3388'0'0,"11"-3"-851"0"0,26-3-1861 0 0,-9 9-108 0 0,2 1-144 0 0,9-1-160 0 0,0 2-208 0 0,1 2-232 0 0,11-2-276 0 0,-8 3-772 0 0,-1-1-1325 0 0,1 1 589 0 0</inkml:trace>
</inkml:ink>
</file>

<file path=ppt/ink/ink2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7:18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29 252 0 0,'-63'0'2256'0'0,"49"-1"-1550"0"0,0 0 0 0 0,0 2 0 0 0,0-1 0 0 0,-22 5 1 0 0,8-1 1132 0 0,16-2-267 0 0,31 10-1089 0 0,-10-9-440 0 0,0 0 1 0 0,-1 0-1 0 0,2-1 1 0 0,-1 0 0 0 0,0-1-1 0 0,0 0 1 0 0,0 0-1 0 0,1-1 1 0 0,9-1-1 0 0,15 1 61 0 0,649-34 739 0 0,-255 2-466 0 0,686 38 403 0 0,-518 41-330 0 0,-572-42-313 0 0,-23-5-145 0 0,-1 0 1 0 0,0 0 0 0 0,0 0 0 0 0,0 0 0 0 0,0 0 0 0 0,0 0 0 0 0,0 0 0 0 0,1 0 0 0 0,-1 0 0 0 0,0 1 0 0 0,0-1 0 0 0,0 0 0 0 0,0 0 0 0 0,0 0 0 0 0,0 0 0 0 0,0 0-1 0 0,0 0 1 0 0,1 0 0 0 0,-1 0 0 0 0,0 0 0 0 0,0 0 0 0 0,0 1 0 0 0,0-1 0 0 0,0 0 0 0 0,0 0 0 0 0,0 0 0 0 0,0 0 0 0 0,0 0 0 0 0,0 0 0 0 0,0 1 0 0 0,0-1 0 0 0,0 0-1 0 0,0 0 1 0 0,0 0 0 0 0,0 0 0 0 0,0 0 0 0 0,0 0 0 0 0,0 1 0 0 0,0-1 0 0 0,0 0 0 0 0,0 0 0 0 0,0 0 0 0 0,0 0 0 0 0,0 0 0 0 0,0 0 0 0 0,0 0 0 0 0,0 1 0 0 0,0-1-1 0 0,0 0 1 0 0,0 0 0 0 0,-1 0 0 0 0,1 0 0 0 0,0 0 0 0 0,0 0 0 0 0,0 0 0 0 0,0 0 0 0 0,0 0 0 0 0,0 1 0 0 0,0-1 0 0 0,0 0 0 0 0,-1 0 0 0 0,1 0 0 0 0,0 0-1 0 0,0 0 1 0 0,-42 13-1611 0 0,30-9 1291 0 0,-83 26-5415 0 0,55-19 2978 0 0</inkml:trace>
</inkml:ink>
</file>

<file path=ppt/ink/ink2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7:18.8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125 170 424 0 0,'-105'8'4106'0'0,"85"-6"-247"0"0,66-4-2493 0 0,500-59 1711 0 0,-97 8-1742 0 0,723 2 1287 0 0,-1070 49-2377 0 0,333-8 1149 0 0,-382 11 175 0 0,-51-1-1036 0 0,7 2-70 0 0</inkml:trace>
</inkml:ink>
</file>

<file path=ppt/ink/ink2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7:37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272 521 884 0 0,'3'-13'949'0'0,"3"-47"5620"0"0,-6 59-6475 0 0,0-1 1 0 0,0 1-1 0 0,0-1 0 0 0,0 1 0 0 0,0 0 0 0 0,-1-1 1 0 0,1 1-1 0 0,0-1 0 0 0,-1 1 0 0 0,1 0 0 0 0,-1-1 1 0 0,0 1-1 0 0,1 0 0 0 0,-1 0 0 0 0,0 0 0 0 0,0-1 1 0 0,0 1-1 0 0,1 0 0 0 0,-1 0 0 0 0,0 0 0 0 0,-1 0 1 0 0,1 0-1 0 0,0 1 0 0 0,0-1 0 0 0,0 0 0 0 0,0 0 1 0 0,-1 1-1 0 0,-1-2 0 0 0,-1 1 1 0 0,-1 0 1 0 0,1 1-1 0 0,0-1 0 0 0,-1 1 0 0 0,1-1 0 0 0,-1 1 1 0 0,1 1-1 0 0,-1-1 0 0 0,-5 2 0 0 0,-7 1 14 0 0,0 2 0 0 0,0 0 0 0 0,1 0 0 0 0,-17 9 0 0 0,23-9-52 0 0,0 1-1 0 0,1-1 1 0 0,0 1-1 0 0,0 1 1 0 0,0 0-1 0 0,1 0 1 0 0,0 1 0 0 0,-12 15-1 0 0,18-21-48 0 0,0 1 0 0 0,0-1 1 0 0,1 1-1 0 0,-1 0 0 0 0,1 0 0 0 0,0 0 0 0 0,0 0 1 0 0,0 0-1 0 0,0 0 0 0 0,0 0 0 0 0,0 0 0 0 0,1 0 1 0 0,0 1-1 0 0,-1-1 0 0 0,1 0 0 0 0,1 0 0 0 0,-1 0 1 0 0,0 1-1 0 0,1-1 0 0 0,-1 0 0 0 0,1 0 0 0 0,0 0 0 0 0,0 0 1 0 0,0 0-1 0 0,1 0 0 0 0,-1 0 0 0 0,1 0 0 0 0,-1-1 1 0 0,1 1-1 0 0,0 0 0 0 0,0-1 0 0 0,0 0 0 0 0,4 4 1 0 0,8 6-92 0 0,0 0 1 0 0,1-2 0 0 0,0 1 0 0 0,1-2 0 0 0,0 0-1 0 0,1-1 1 0 0,-1-1 0 0 0,1 0 0 0 0,1-1 0 0 0,-1-1 0 0 0,1-1-1 0 0,0-1 1 0 0,0 0 0 0 0,0-1 0 0 0,31-1 0 0 0,2-2-225 0 0,0-2 0 0 0,0-3 0 0 0,-1-1 0 0 0,69-21 1 0 0,-87 20 369 0 0,0-2 1 0 0,-1-1 0 0 0,0-1 0 0 0,-1-2 0 0 0,0-1-1 0 0,-1-2 1 0 0,-1 0 0 0 0,44-37 0 0 0,-59 42 474 0 0,22-25 2033 0 0,-34 35-2127 0 0,-64 68 311 0 0,62-65-742 0 0,-4 3 23 0 0,5-4-34 0 0,0 0 0 0 0,0 0-1 0 0,0 0 1 0 0,0 0 0 0 0,0 0 0 0 0,0 0-1 0 0,1 0 1 0 0,-1 0 0 0 0,0 0 0 0 0,0 0-1 0 0,0-1 1 0 0,0 1 0 0 0,0 0-1 0 0,0 0 1 0 0,0 0 0 0 0,1 0 0 0 0,-1 0-1 0 0,0 0 1 0 0,0 0 0 0 0,0 0 0 0 0,0 0-1 0 0,0 0 1 0 0,0 0 0 0 0,0 0 0 0 0,1 0-1 0 0,-1 1 1 0 0,0-1 0 0 0,0 0-1 0 0,0 0 1 0 0,0 0 0 0 0,0 0 0 0 0,0 0-1 0 0,0 0 1 0 0,1 0 0 0 0,-1 0 0 0 0,0 0-1 0 0,0 0 1 0 0,0 0 0 0 0,0 0-1 0 0,0 0 1 0 0,0 1 0 0 0,0-1 0 0 0,0 0-1 0 0,0 0 1 0 0,0 0 0 0 0,0 0 0 0 0,0 0-1 0 0,0 0 1 0 0,0 0 0 0 0,0 1 0 0 0,0-1-1 0 0,0 0 1 0 0,0 0 0 0 0,44-7-712 0 0,0 1 0 0 0,70 0 0 0 0,-54 4 361 0 0,-50 2 368 0 0,1-1 1 0 0,-1-1-1 0 0,0 1 1 0 0,0-2-1 0 0,0 1 1 0 0,0-1-1 0 0,0-1 1 0 0,-1 0-1 0 0,1 0 1 0 0,-1-1-1 0 0,0 0 1 0 0,0 0-1 0 0,-1-1 1 0 0,1-1-1 0 0,-2 1 1 0 0,1-1 0 0 0,-1 0-1 0 0,11-14 1 0 0,-8 6 153 0 0,0 0 1 0 0,-1-1-1 0 0,-1 0 1 0 0,-1 0 0 0 0,0-1-1 0 0,-1 0 1 0 0,-1 0-1 0 0,0-1 1 0 0,3-32 0 0 0,-5 16 307 0 0,-2 1 1 0 0,-1-1-1 0 0,-2 1 1 0 0,-1-1-1 0 0,-7-33 1 0 0,9 65-393 0 0,1 2-84 0 0,0 0-1 0 0,0 0 1 0 0,0 1-1 0 0,0-1 1 0 0,0 0-1 0 0,0 0 1 0 0,0 0 0 0 0,0 1-1 0 0,0-1 1 0 0,0 0-1 0 0,0 0 1 0 0,0 0-1 0 0,0 0 1 0 0,-1 1 0 0 0,1-1-1 0 0,0 0 1 0 0,0 0-1 0 0,0 0 1 0 0,0 0-1 0 0,0 1 1 0 0,-1-1 0 0 0,1 0-1 0 0,0 0 1 0 0,0 0-1 0 0,0 0 1 0 0,0 0-1 0 0,-1 0 1 0 0,1 0 0 0 0,0 0-1 0 0,0 0 1 0 0,0 0-1 0 0,0 1 1 0 0,-1-1-1 0 0,1 0 1 0 0,0 0 0 0 0,0 0-1 0 0,0 0 1 0 0,-1 0-1 0 0,1 0 1 0 0,0 0-1 0 0,0-1 1 0 0,0 1 0 0 0,-1 0-1 0 0,1 0 1 0 0,0 0-1 0 0,0 0 1 0 0,0 0-1 0 0,-1 0 1 0 0,1 0 0 0 0,0 0-1 0 0,0 0 1 0 0,0 0-1 0 0,0-1 1 0 0,-1 1-1 0 0,1 0 1 0 0,0 0 0 0 0,0 0-1 0 0,0 0 1 0 0,0 0-1 0 0,0-1 1 0 0,0 1-1 0 0,0 0 1 0 0,0 0 0 0 0,-1 0-1 0 0,1-1 1 0 0,0 1-1 0 0,0 0 1 0 0,0 0-1 0 0,0-1 1 0 0,-5 21 61 0 0,0-1-1 0 0,1 1 1 0 0,1 0-1 0 0,1 0 1 0 0,1 1-1 0 0,1-1 1 0 0,1 0-1 0 0,5 35 1 0 0,15 58-1552 0 0,8-6-5497 0 0,-25-94 2958 0 0,2-3 304 0 0</inkml:trace>
</inkml:ink>
</file>

<file path=ppt/ink/ink2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7:39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111 520 676 0 0,'3'-12'2390'0'0,"-3"12"-2276"0"0,0-1-1 0 0,0 1 1 0 0,0 0-1 0 0,0 0 1 0 0,0 0 0 0 0,1 0-1 0 0,-1 0 1 0 0,0-1 0 0 0,0 1-1 0 0,0 0 1 0 0,0 0 0 0 0,0 0-1 0 0,0 0 1 0 0,0-1 0 0 0,0 1-1 0 0,0 0 1 0 0,0 0-1 0 0,0 0 1 0 0,0 0 0 0 0,0-1-1 0 0,0 1 1 0 0,0 0 0 0 0,0 0-1 0 0,0 0 1 0 0,0-1 0 0 0,0 1-1 0 0,0 0 1 0 0,0 0 0 0 0,0 0-1 0 0,0 0 1 0 0,0-1-1 0 0,0 1 1 0 0,0 0 0 0 0,0 0-1 0 0,0 0 1 0 0,-1 0 0 0 0,1-1-1 0 0,0 1 1 0 0,0 0 0 0 0,0 0-1 0 0,0 0 1 0 0,0 0 0 0 0,-1 0-1 0 0,1 0 1 0 0,0 0-1 0 0,0-1 1 0 0,0 1 0 0 0,0 0-1 0 0,-1 0 1 0 0,1 0 0 0 0,0 0-1 0 0,0 0 1 0 0,0 0 0 0 0,0 0-1 0 0,-1 0 1 0 0,1 0 0 0 0,0 0-1 0 0,0 0 1 0 0,0 0-1 0 0,-1 0 1 0 0,1 0 0 0 0,0 0-1 0 0,0 0 1 0 0,0 0 0 0 0,-1 0-1 0 0,-12 10 8 0 0,-1 1 1 0 0,2 0-1 0 0,-1 0 0 0 0,-11 16 0 0 0,20-24-99 0 0,1 1 0 0 0,0-1-1 0 0,0 1 1 0 0,1 0 0 0 0,-1 0 0 0 0,1 0-1 0 0,0 0 1 0 0,0 0 0 0 0,0 1 0 0 0,1-1 0 0 0,-1 0-1 0 0,1 1 1 0 0,0 0 0 0 0,1-1 0 0 0,-1 1-1 0 0,1-1 1 0 0,0 1 0 0 0,0 0 0 0 0,0-1-1 0 0,2 10 1 0 0,-1-12-14 0 0,1 1 0 0 0,-1-1 1 0 0,1 0-1 0 0,0 0 0 0 0,0 0 0 0 0,0 0 0 0 0,0 0 1 0 0,0 0-1 0 0,1 0 0 0 0,-1 0 0 0 0,0-1 0 0 0,1 1 1 0 0,-1-1-1 0 0,1 0 0 0 0,0 0 0 0 0,-1 0 0 0 0,1 0 0 0 0,0 0 1 0 0,0-1-1 0 0,0 1 0 0 0,-1-1 0 0 0,1 0 0 0 0,0 1 1 0 0,5-2-1 0 0,8 2 14 0 0,-1-2 1 0 0,1 0 0 0 0,17-3-1 0 0,-5-2-3 0 0,0-1 0 0 0,-1-2-1 0 0,0 0 1 0 0,-1-2-1 0 0,1-1 1 0 0,-2-1 0 0 0,0-1-1 0 0,39-30 1 0 0,-56 38-3 0 0,9-4 154 0 0,-14 20 30 0 0,-1 10-141 0 0,-1-17-51 0 0,-2-2 2 0 0,1 0-8 0 0,0 0-1 0 0,0 0 0 0 0,0 0 1 0 0,-1-1-1 0 0,1 1 0 0 0,0 0 1 0 0,0 0-1 0 0,0 0 1 0 0,0 0-1 0 0,0 0 0 0 0,1-1 1 0 0,-1 1-1 0 0,0 0 1 0 0,0 0-1 0 0,0 0 0 0 0,1-1 1 0 0,-1 1-1 0 0,0 0 0 0 0,1 0 1 0 0,-1-1-1 0 0,1 1 1 0 0,-1 0-1 0 0,1-1 0 0 0,-1 1 1 0 0,1 0-1 0 0,-1-1 1 0 0,1 1-1 0 0,0-1 0 0 0,-1 1 1 0 0,1-1-1 0 0,0 1 0 0 0,-1-1 1 0 0,1 0-1 0 0,0 1 1 0 0,0-1-1 0 0,0 0 0 0 0,-1 1 1 0 0,1-1-1 0 0,0 0 1 0 0,0 0-1 0 0,0 0 0 0 0,-1 0 1 0 0,1 0-1 0 0,0 0 0 0 0,1 0 1 0 0,32-1 68 0 0,-33 1-69 0 0,59-6-79 0 0,-26 4-134 0 0,0-1 0 0 0,-1-2 0 0 0,48-13 0 0 0,-70 15 170 0 0,-1-1 0 0 0,0-1 1 0 0,0 1-1 0 0,0-2 0 0 0,0 1 1 0 0,-1-1-1 0 0,0-1 1 0 0,0 0-1 0 0,-1 0 0 0 0,0 0 1 0 0,0-1-1 0 0,-1-1 0 0 0,0 1 1 0 0,11-17-1 0 0,-8 4 150 0 0,0 0 0 0 0,0-1-1 0 0,-2-1 1 0 0,-1 1 0 0 0,-1-1 0 0 0,-1-1 0 0 0,-1 1-1 0 0,-1-1 1 0 0,-1 1 0 0 0,-1-1 0 0 0,-3-39-1 0 0,1 61-2 0 0,1-1 4 0 0,0 3-105 0 0,0 0 0 0 0,0 0-1 0 0,-1 0 1 0 0,1 1-1 0 0,0-1 1 0 0,0 0 0 0 0,0 0-1 0 0,0 0 1 0 0,0 0 0 0 0,-1 0-1 0 0,1 0 1 0 0,0 0-1 0 0,0 0 1 0 0,0 0 0 0 0,0 0-1 0 0,0 0 1 0 0,0 0 0 0 0,-1 0-1 0 0,1 0 1 0 0,0 0-1 0 0,0 0 1 0 0,0-1 0 0 0,0 1-1 0 0,0 0 1 0 0,-1 0 0 0 0,1 0-1 0 0,0 0 1 0 0,0 0-1 0 0,0 0 1 0 0,0 0 0 0 0,0 0-1 0 0,0 0 1 0 0,0 0 0 0 0,0-1-1 0 0,-1 1 1 0 0,1 0-1 0 0,0 0 1 0 0,0 0 0 0 0,0 0-1 0 0,0 0 1 0 0,0 0 0 0 0,0-1-1 0 0,0 1 1 0 0,0 0 0 0 0,0 0-1 0 0,0 0 1 0 0,0 0-1 0 0,0 0 1 0 0,0 0 0 0 0,0-1-1 0 0,0 1 1 0 0,0 0 0 0 0,0 0-1 0 0,0 0 1 0 0,0 0-1 0 0,0 0 1 0 0,0-1 0 0 0,0 1-1 0 0,0 0 1 0 0,0 0 0 0 0,0 0-1 0 0,-4 8 3 0 0,0 0 0 0 0,0 0 1 0 0,0 1-1 0 0,1 0 0 0 0,0-1 0 0 0,1 1 0 0 0,0 0 0 0 0,0 0 1 0 0,1 1-1 0 0,1-1 0 0 0,-1 0 0 0 0,1 0 0 0 0,1 0 0 0 0,-1 1 0 0 0,2-1 1 0 0,-1 0-1 0 0,1 0 0 0 0,1 0 0 0 0,0 0 0 0 0,0-1 0 0 0,0 1 1 0 0,8 11-1 0 0,-5-9-4 0 0,1 0 0 0 0,0-1 0 0 0,0 1 0 0 0,1-2 0 0 0,1 1 0 0 0,0-1 0 0 0,0-1 1 0 0,0 1-1 0 0,1-2 0 0 0,1 1 0 0 0,-1-1 0 0 0,1-1 0 0 0,0 0 0 0 0,1-1 0 0 0,-1 0 0 0 0,20 6 1 0 0,-14-6-33 0 0,1-1 1 0 0,0 0 0 0 0,0-2 0 0 0,1 0 0 0 0,-1-1 0 0 0,1 0-1 0 0,-1-2 1 0 0,0 0 0 0 0,1-1 0 0 0,-1-1 0 0 0,0 0 0 0 0,0-2-1 0 0,-1 0 1 0 0,23-10 0 0 0,-32 11 185 0 0,-1-1 1 0 0,0-1-1 0 0,-1 1 0 0 0,1-1 0 0 0,-1 0 0 0 0,9-12 0 0 0,-7 9 254 0 0,-7 8-34 0 0,16 20-262 0 0,-12-13-113 0 0,0 1 0 0 0,0-1 0 0 0,0 0 0 0 0,13 10 0 0 0,-10-12 3 0 0,1 0 0 0 0,-1-1 1 0 0,1 0-1 0 0,0-1 0 0 0,0 0 1 0 0,-1 0-1 0 0,2-1 0 0 0,-1 0 1 0 0,0-1-1 0 0,0 1 0 0 0,0-2 1 0 0,15-2-1 0 0,11-2-15 0 0,65-18 0 0 0,-73 14 2 0 0,0 0 0 0 0,-1-2 1 0 0,0-1-1 0 0,-1-2 0 0 0,0 0 1 0 0,-1-1-1 0 0,-1-2 0 0 0,29-24 1 0 0,-36 26-5 0 0,-1 0 1 0 0,-1 0 0 0 0,0-2 0 0 0,-2 0-1 0 0,1 0 1 0 0,-2-1 0 0 0,0 0 0 0 0,-1-1 0 0 0,-1 0-1 0 0,-1-1 1 0 0,10-36 0 0 0,-17 49-2 0 0,0 0 0 0 0,0 0 0 0 0,-1 0 0 0 0,0 0 0 0 0,0 0 0 0 0,-1 0 0 0 0,1 0 1 0 0,-4-9-1 0 0,4 15 10 0 0,0 0-1 0 0,0 0 1 0 0,-1 0 0 0 0,1 0 0 0 0,0 1 0 0 0,-1-1 0 0 0,1 0 0 0 0,-1 0-1 0 0,1 0 1 0 0,-1 0 0 0 0,1 0 0 0 0,-1 1 0 0 0,0-1 0 0 0,0 0 0 0 0,1 0-1 0 0,-1 1 1 0 0,0-1 0 0 0,0 1 0 0 0,0-1 0 0 0,1 0 0 0 0,-1 1 0 0 0,0 0 0 0 0,0-1-1 0 0,0 1 1 0 0,0 0 0 0 0,0-1 0 0 0,0 1 0 0 0,0 0 0 0 0,0 0 0 0 0,0 0-1 0 0,0 0 1 0 0,0 0 0 0 0,0 0 0 0 0,0 0 0 0 0,0 0 0 0 0,0 0 0 0 0,0 0-1 0 0,0 1 1 0 0,0-1 0 0 0,0 0 0 0 0,0 1 0 0 0,0-1 0 0 0,0 1 0 0 0,-1 0 0 0 0,-4 2-13 0 0,1-1 0 0 0,0 1 0 0 0,0 1 1 0 0,0-1-1 0 0,1 1 0 0 0,-7 6 0 0 0,5-4 9 0 0,0 1 0 0 0,0 1 0 0 0,0-1 0 0 0,1 1 1 0 0,0 0-1 0 0,1 0 0 0 0,0 0 0 0 0,0 0 0 0 0,1 1 0 0 0,0 0 0 0 0,0 0 0 0 0,1 0 0 0 0,1 0 0 0 0,-1 0 0 0 0,1 12 0 0 0,1-9 5 0 0,1 0-1 0 0,0 0 1 0 0,1-1-1 0 0,0 1 1 0 0,1 0-1 0 0,0-1 1 0 0,1 0-1 0 0,0 0 1 0 0,1 0-1 0 0,12 20 1 0 0,-9-17 15 0 0,1-1-1 0 0,1-1 1 0 0,0 0 0 0 0,0 0-1 0 0,1-1 1 0 0,0 0 0 0 0,1-1-1 0 0,1-1 1 0 0,-1 1 0 0 0,2-2-1 0 0,-1 0 1 0 0,1-1 0 0 0,0 0 0 0 0,0-1-1 0 0,1 0 1 0 0,0-1 0 0 0,0-1-1 0 0,23 3 1 0 0,-26-6 77 0 0,0-1 1 0 0,0 0-1 0 0,0-1 1 0 0,0 0-1 0 0,0-1 0 0 0,0 0 1 0 0,14-5-1 0 0,41-22 3172 0 0,-66 28-2922 0 0,0 0-293 0 0,-1 1 1 0 0,1-1-1 0 0,-1 1 0 0 0,0-1 0 0 0,1 0 1 0 0,0 1-1 0 0,-1-1 0 0 0,1 1 0 0 0,-1-1 1 0 0,1 1-1 0 0,0 0 0 0 0,-1-1 1 0 0,1 1-1 0 0,0 0 0 0 0,-1-1 0 0 0,1 1 1 0 0,0 0-1 0 0,0 0 0 0 0,-1 0 0 0 0,1 0 1 0 0,0-1-1 0 0,0 1 0 0 0,-1 0 1 0 0,1 0-1 0 0,0 0 0 0 0,0 1 0 0 0,-1-1 1 0 0,1 0-1 0 0,0 0 0 0 0,0 0 1 0 0,-1 1-1 0 0,1-1 0 0 0,1 1 0 0 0,27 6-41 0 0,4 10-1186 0 0,2 3-2616 0 0,-10-11-4353 0 0,-8-6 4319 0 0</inkml:trace>
</inkml:ink>
</file>

<file path=ppt/ink/ink2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7:40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71 12173 0 0,'0'0'316'0'0,"3"-4"-283"0"0,2-3 2 0 0,0 1 0 0 0,1 0 0 0 0,0 0-1 0 0,0 1 1 0 0,1 0 0 0 0,-1 0-1 0 0,1 0 1 0 0,12-6 0 0 0,-15 10-672 0 0,0-1 0 0 0,0 0 1 0 0,0 1-1 0 0,1 0 0 0 0,-1 0 1 0 0,0 0-1 0 0,1 1 1 0 0,-1-1-1 0 0,0 1 0 0 0,1 0 1 0 0,4 1-1 0 0</inkml:trace>
</inkml:ink>
</file>

<file path=ppt/ink/ink2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7:35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105 111 56 0 0,'-21'-33'2082'0'0,"10"18"-200"0"0,2-1 0 0 0,-12-24-1 0 0,20 38-1531 0 0,0 0 63 0 0,1 2-399 0 0,0 1 0 0 0,0-1 0 0 0,0 0 1 0 0,0 0-1 0 0,0 0 0 0 0,0 0 0 0 0,0 0 0 0 0,0 0 1 0 0,-1 0-1 0 0,1 0 0 0 0,0 0 0 0 0,0 0 1 0 0,0 0-1 0 0,0 0 0 0 0,0 0 0 0 0,0 1 0 0 0,-1-1 1 0 0,1 0-1 0 0,0 0 0 0 0,0 0 0 0 0,0 0 1 0 0,0 0-1 0 0,0 0 0 0 0,0 0 0 0 0,-1 0 0 0 0,1 0 1 0 0,0-1-1 0 0,0 1 0 0 0,0 0 0 0 0,0 0 1 0 0,0 0-1 0 0,0 0 0 0 0,-1 0 0 0 0,1 0 0 0 0,0 0 1 0 0,0 0-1 0 0,0 0 0 0 0,0 0 0 0 0,0 0 1 0 0,0 0-1 0 0,0-1 0 0 0,0 1 0 0 0,-1 0 0 0 0,1 0 1 0 0,0 0-1 0 0,0 0 0 0 0,0 0 0 0 0,0 0 1 0 0,0 0-1 0 0,0-1 0 0 0,0 1 0 0 0,0 0 0 0 0,0 0 1 0 0,0 0-1 0 0,0 0 0 0 0,0 0 0 0 0,0-1 1 0 0,0 1-1 0 0,0 0 0 0 0,0 0 0 0 0,0 0 1 0 0,0 0-1 0 0,0 0 0 0 0,0 0 0 0 0,0-1 0 0 0,0 1 1 0 0,0 0-1 0 0,-10 37 208 0 0,2 0 1 0 0,1 0-1 0 0,-3 69 1 0 0,9-80-163 0 0,2 1-1 0 0,0-1 1 0 0,2 0 0 0 0,1 0 0 0 0,1-1-1 0 0,13 42 1 0 0,-17-65-43 0 0,-1 0 0 0 0,1 0 0 0 0,0 0 0 0 0,-1-1 0 0 0,1 1 0 0 0,0 0 0 0 0,0 0 0 0 0,0-1 0 0 0,1 1 1 0 0,-1-1-1 0 0,0 1 0 0 0,0-1 0 0 0,1 1 0 0 0,-1-1 0 0 0,1 0 0 0 0,-1 0 0 0 0,1 0 0 0 0,0 0 0 0 0,-1 0 0 0 0,1 0 0 0 0,0 0 0 0 0,0 0 0 0 0,2 0 0 0 0,-1-1 0 0 0,0 0-1 0 0,-1 0 1 0 0,1 0-1 0 0,0-1 0 0 0,0 1 1 0 0,0-1-1 0 0,0 1 1 0 0,-1-1-1 0 0,1 0 0 0 0,0 0 1 0 0,0 0-1 0 0,-1-1 1 0 0,5-2-1 0 0,8-6 19 0 0,-1-1-1 0 0,-1-1 1 0 0,0 0-1 0 0,11-14 1 0 0,-20 21-26 0 0,39-46 52 0 0,-29 33-89 0 0,1 0 0 0 0,1 2 0 0 0,17-16-1 0 0,-31 31 11 0 0,-1 0-1 0 0,0 0 0 0 0,0 1 1 0 0,1-1-1 0 0,-1 1 1 0 0,1-1-1 0 0,-1 1 0 0 0,0 0 1 0 0,1-1-1 0 0,-1 1 0 0 0,1 0 1 0 0,-1 0-1 0 0,0 0 0 0 0,1 0 1 0 0,-1 0-1 0 0,1 0 0 0 0,-1 1 1 0 0,1-1-1 0 0,-1 0 0 0 0,0 1 1 0 0,1-1-1 0 0,-1 1 1 0 0,0-1-1 0 0,1 1 0 0 0,-1 0 1 0 0,2 1-1 0 0,35 29-127 0 0,-26-20 115 0 0,4 2 52 0 0,1-1 0 0 0,0 0 0 0 0,1-2 1 0 0,0 0-1 0 0,0-1 0 0 0,1-1 0 0 0,0 0 0 0 0,37 8 1 0 0,-48-14-12 0 0,-1 0 0 0 0,1-1 0 0 0,-1 0 0 0 0,1-1 0 0 0,0 0 0 0 0,-1 0 0 0 0,1-1 0 0 0,-1 0 0 0 0,1 0 1 0 0,-1 0-1 0 0,1-1 0 0 0,-1 0 0 0 0,0-1 0 0 0,0 0 0 0 0,0 0 0 0 0,0 0 0 0 0,0-1 0 0 0,-1 0 0 0 0,0 0 0 0 0,0 0 1 0 0,0-1-1 0 0,0 0 0 0 0,0-1 0 0 0,-1 1 0 0 0,0-1 0 0 0,7-11 0 0 0,-5 6-41 0 0,-1 1 1 0 0,0-1-1 0 0,-1-1 0 0 0,0 1 1 0 0,0-1-1 0 0,-2 0 0 0 0,1 0 1 0 0,-2 0-1 0 0,0 0 0 0 0,0-1 1 0 0,-1 1-1 0 0,0-15 0 0 0,21 36-97 0 0,0-1 103 0 0,0-1 1 0 0,0-1 0 0 0,1-1 0 0 0,-1 0-1 0 0,1-2 1 0 0,0-1 0 0 0,0-1 0 0 0,0 0-1 0 0,0-2 1 0 0,39-6 0 0 0,-13-1 10 0 0,77-23-1 0 0,-112 27 45 0 0,0-1-1 0 0,-1-1 0 0 0,1 0 1 0 0,-1-1-1 0 0,0 0 0 0 0,-1-1 1 0 0,0-1-1 0 0,0 0 0 0 0,20-19 1 0 0,-31 27-26 0 0,-1 1 0 0 0,1-1 0 0 0,-1 0 1 0 0,1 1-1 0 0,0-1 0 0 0,-1 1 0 0 0,0-1 1 0 0,1 0-1 0 0,-1 1 0 0 0,1-1 1 0 0,-1 0-1 0 0,0 1 0 0 0,1-1 0 0 0,-1 0 1 0 0,0 0-1 0 0,0 1 0 0 0,1-1 0 0 0,-1 0 1 0 0,0 0-1 0 0,0 0 0 0 0,0 1 0 0 0,0-1 1 0 0,0 0-1 0 0,0 0 0 0 0,0 0 0 0 0,-1 1 1 0 0,1-1-1 0 0,0 0 0 0 0,0 0 1 0 0,-1 0-1 0 0,0 0 0 0 0,0 0 0 0 0,0 0 0 0 0,0 0 0 0 0,-1 0-1 0 0,1 0 1 0 0,0 0 0 0 0,0 1 0 0 0,-1-1 0 0 0,1 0 0 0 0,-1 1 0 0 0,1-1 0 0 0,-1 1 0 0 0,1 0 0 0 0,-3-1 0 0 0,-2 0-1 0 0,1 0 0 0 0,-1 1 0 0 0,0-1-1 0 0,0 1 1 0 0,0 1 0 0 0,-11 1 0 0 0,11 0-4 0 0,1 0 1 0 0,0 0-1 0 0,0 0 0 0 0,0 1 0 0 0,0 0 1 0 0,0 0-1 0 0,1 0 0 0 0,-1 1 0 0 0,1-1 1 0 0,0 1-1 0 0,0 0 0 0 0,0 0 0 0 0,1 0 1 0 0,-5 7-1 0 0,7-7-31 0 0,0-1-1 0 0,-1 0 1 0 0,2 0 0 0 0,-1 1 0 0 0,0-1-1 0 0,1 0 1 0 0,-1 1 0 0 0,1-1 0 0 0,0 1 0 0 0,0-1-1 0 0,0 0 1 0 0,1 1 0 0 0,-1-1 0 0 0,1 1-1 0 0,0-1 1 0 0,0 0 0 0 0,0 0 0 0 0,0 1 0 0 0,0-1-1 0 0,1 0 1 0 0,0 0 0 0 0,-1 0 0 0 0,1 0-1 0 0,5 5 1 0 0,-1 0-141 0 0,1 0 0 0 0,0-1 0 0 0,1 1-1 0 0,0-1 1 0 0,0-1 0 0 0,0 0 0 0 0,1 0-1 0 0,0 0 1 0 0,10 3 0 0 0,12 5-1817 0 0,47 14 1 0 0,-69-25 1337 0 0,36 11-1531 0 0</inkml:trace>
</inkml:ink>
</file>

<file path=ppt/ink/ink2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7:36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286 13 792 0 0,'-27'-10'2482'0'0,"16"9"-2141"0"0,0 0 0 0 0,1 1 1 0 0,-1 0-1 0 0,0 1 1 0 0,0 0-1 0 0,0 0 0 0 0,1 1 1 0 0,-1 1-1 0 0,1 0 0 0 0,-1 0 1 0 0,1 1-1 0 0,0 1 1 0 0,1-1-1 0 0,-15 10 0 0 0,18-11-270 0 0,0 1-1 0 0,0 0 1 0 0,0 0-1 0 0,1 1 1 0 0,-1-1-1 0 0,1 1 1 0 0,0 0-1 0 0,1 1 0 0 0,-1-1 1 0 0,1 1-1 0 0,0 0 1 0 0,0 0-1 0 0,1 0 1 0 0,0 0-1 0 0,0 1 1 0 0,0-1-1 0 0,1 1 1 0 0,0 0-1 0 0,0 0 1 0 0,1 0-1 0 0,0 0 0 0 0,-1 13 1 0 0,3-14-41 0 0,0-1 0 0 0,-1 1 0 0 0,2-1 0 0 0,-1 1 0 0 0,1-1 0 0 0,0 0 0 0 0,0 1 0 0 0,0-1 0 0 0,0 0 0 0 0,1 0 0 0 0,0-1 0 0 0,0 1 0 0 0,1-1 0 0 0,-1 1 0 0 0,8 5 0 0 0,-4-4-4 0 0,0 0 1 0 0,1-1 0 0 0,0 0-1 0 0,0 0 1 0 0,0-1-1 0 0,1 0 1 0 0,-1 0-1 0 0,16 3 1 0 0,4 0-34 0 0,-1-2 1 0 0,1-2 0 0 0,0 0-1 0 0,0-2 1 0 0,34-2 0 0 0,-1-4-89 0 0,-1-3 0 0 0,-1-2 0 0 0,63-20 1 0 0,171-67-111 0 0,-217 70 168 0 0,-38 12 145 0 0,-1-1 0 0 0,-1-2-1 0 0,57-37 1 0 0,-90 53 1 0 0,0 0-1 0 0,0 0 0 0 0,0 0 1 0 0,-1 0-1 0 0,1-1 1 0 0,-1 1-1 0 0,1-1 0 0 0,-1 0 1 0 0,0 0-1 0 0,0 0 0 0 0,0 0 1 0 0,3-6-1 0 0,-5 8 320 0 0,-7-5-287 0 0,7 5-135 0 0,0 1-1 0 0,0 0 1 0 0,0-1-1 0 0,0 1 1 0 0,0-1-1 0 0,-1 1 1 0 0,1 0 0 0 0,0-1-1 0 0,0 1 1 0 0,0 0-1 0 0,-1 0 1 0 0,1-1-1 0 0,0 1 1 0 0,-1 0 0 0 0,1-1-1 0 0,0 1 1 0 0,-1 0-1 0 0,1 0 1 0 0,0 0-1 0 0,-1-1 1 0 0,1 1-1 0 0,0 0 1 0 0,-1 0 0 0 0,1 0-1 0 0,0 0 1 0 0,-1 0-1 0 0,1 0 1 0 0,-1 0-1 0 0,1 0 1 0 0,0 0-1 0 0,-1 0 1 0 0,1 0 0 0 0,-1 0-1 0 0,1 0 1 0 0,0 0-1 0 0,-1 0 1 0 0,-14 4 54 0 0,1 0-1 0 0,-1 2 1 0 0,1-1 0 0 0,-25 15 0 0 0,33-16-54 0 0,0 0 0 0 0,0 0 0 0 0,0 0 0 0 0,0 1 0 0 0,1 0 1 0 0,0 0-1 0 0,0 1 0 0 0,0-1 0 0 0,0 1 0 0 0,1 0 0 0 0,0 0 0 0 0,0 0 0 0 0,-3 8 1 0 0,7-12-4 0 0,-1-1 0 0 0,0 1 1 0 0,0-1-1 0 0,1 1 1 0 0,-1-1-1 0 0,1 1 1 0 0,-1 0-1 0 0,1-1 1 0 0,0 1-1 0 0,0 0 1 0 0,0-1-1 0 0,0 1 1 0 0,0 0-1 0 0,0-1 1 0 0,0 1-1 0 0,0 0 1 0 0,1-1-1 0 0,-1 1 1 0 0,1 0-1 0 0,-1-1 0 0 0,1 1 1 0 0,1 1-1 0 0,-1-2-6 0 0,0 0-1 0 0,0-1 0 0 0,0 1 0 0 0,1 0 1 0 0,-1-1-1 0 0,0 1 0 0 0,1 0 0 0 0,-1-1 1 0 0,0 0-1 0 0,1 1 0 0 0,-1-1 0 0 0,0 0 1 0 0,1 0-1 0 0,-1 0 0 0 0,1 0 0 0 0,-1 0 1 0 0,1 0-1 0 0,-1 0 0 0 0,3-1 0 0 0,7-1-81 0 0,0-1 0 0 0,-1-1 0 0 0,1 1 0 0 0,11-7 0 0 0,-20 9 55 0 0,31-16-367 0 0,29-13-518 0 0,-58 28 821 0 0,0 1 0 0 0,0 0 0 0 0,1-1 0 0 0,-1 2 0 0 0,0-1 0 0 0,1 0 0 0 0,-1 1 0 0 0,1 0 0 0 0,-1 0 0 0 0,1 0 0 0 0,-1 1 0 0 0,6 0 0 0 0,-4 2 31 0 0,0-1 1 0 0,0 1-1 0 0,0 0 0 0 0,0 1 0 0 0,-1-1 0 0 0,1 1 0 0 0,-1 0 0 0 0,5 5 0 0 0,-6-5 43 0 0,0-1 0 0 0,0 1 0 0 0,0-1 0 0 0,1 0 0 0 0,-1 0 0 0 0,1 0-1 0 0,-1-1 1 0 0,1 0 0 0 0,0 0 0 0 0,10 3 0 0 0,1-5 129 0 0,1 0 0 0 0,0-1 0 0 0,-1 0 0 0 0,1-1 0 0 0,0-1 0 0 0,-1-1 0 0 0,0 0 0 0 0,0-2 0 0 0,0 1 0 0 0,24-14 0 0 0,15-3 1493 0 0,-46 20-1606 0 0,-1 0 0 0 0,1 1 0 0 0,-1 0 1 0 0,1 1-1 0 0,-1 0 0 0 0,1 0 0 0 0,0 1 0 0 0,-1 0 1 0 0,1 0-1 0 0,-1 1 0 0 0,0 1 0 0 0,16 5 1 0 0,36 7-6565 0 0,-37-14 3481 0 0</inkml:trace>
</inkml:ink>
</file>

<file path=ppt/ink/ink2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7:53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0 504 540 0 0,'2'7'6860'0'0,"27"-23"-5963"0"0,-1-2-1 0 0,51-43 1 0 0,-31 24-225 0 0,-21 16-342 0 0,145-122 1450 0 0,-155 127-1559 0 0,0-1 1 0 0,-2-1 0 0 0,0-1 0 0 0,-1 0 0 0 0,-1-1 0 0 0,0-1 0 0 0,12-28 0 0 0,-18 23 66 0 0,-4 17-754 0 0,6 27 53 0 0,4 13 78 0 0,1-1 0 0 0,30 48 0 0 0,13 24-86 0 0,-55-97 391 0 0,0 0 0 0 0,0 0 0 0 0,-1 0 0 0 0,0 0 0 0 0,0 0 0 0 0,0 1 0 0 0,0-1 0 0 0,-1 11 0 0 0,-2-12 20 0 0,1-3 10 0 0,0 0 1 0 0,1 1-1 0 0,-1-1 0 0 0,0 0 0 0 0,0 0 0 0 0,0 0 0 0 0,0 0 0 0 0,0 0 0 0 0,-1 0 0 0 0,1 0 0 0 0,0 0 0 0 0,0 0 0 0 0,-1 0 0 0 0,1-1 0 0 0,0 1 0 0 0,-1-1 0 0 0,1 1 0 0 0,-3 0 0 0 0,2-1 4 0 0,0 1 111 0 0,1-5-127 0 0,1 2 6 0 0,-1 0 0 0 0,1 0 0 0 0,0 1 0 0 0,0-1 0 0 0,0 0 0 0 0,0 0 0 0 0,0 0 0 0 0,1 0 0 0 0,-1 0-1 0 0,1 0 1 0 0,-1 0 0 0 0,1 0 0 0 0,0 1 0 0 0,-1-1 0 0 0,1 0 0 0 0,0 0 0 0 0,2-2 0 0 0,33-33-107 0 0,-12 19 2 0 0,41-22 1 0 0,-56 35 81 0 0,135-69-269 0 0,-143 73 308 0 0,0 0-1 0 0,1 0 1 0 0,-1 1 0 0 0,1-1 0 0 0,-1 0 0 0 0,1 1 0 0 0,-1-1 0 0 0,1 1 0 0 0,0 0-1 0 0,-1 0 1 0 0,1-1 0 0 0,-1 1 0 0 0,1 0 0 0 0,0 0 0 0 0,-1 1 0 0 0,1-1-1 0 0,-1 0 1 0 0,1 0 0 0 0,0 1 0 0 0,-1-1 0 0 0,1 1 0 0 0,-1-1 0 0 0,1 1 0 0 0,-1 0-1 0 0,0 0 1 0 0,1 0 0 0 0,-1-1 0 0 0,0 1 0 0 0,1 0 0 0 0,-1 1 0 0 0,0-1 0 0 0,0 0-1 0 0,0 0 1 0 0,0 0 0 0 0,0 1 0 0 0,0-1 0 0 0,0 0 0 0 0,0 3 0 0 0,19 16 33 0 0,14-1 115 0 0,-19-13-37 0 0,-14-6-10 0 0,15 2-857 0 0,41 0-6426 0 0,-45-2 4592 0 0</inkml:trace>
</inkml:ink>
</file>

<file path=ppt/ink/ink2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7:54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28 396 0 0,'0'0'2195'0'0,"26"-4"1147"0"0,-23 6-3267 0 0,0 1 0 0 0,-1-1-1 0 0,1 0 1 0 0,-1 1 0 0 0,0-1-1 0 0,0 1 1 0 0,0 0 0 0 0,0 0-1 0 0,0 0 1 0 0,0 0 0 0 0,-1 0-1 0 0,1 0 1 0 0,-1 0 0 0 0,0 0-1 0 0,0 0 1 0 0,0 1 0 0 0,-1-1-1 0 0,1 1 1 0 0,-1-1 0 0 0,1 0-1 0 0,-1 1 1 0 0,0-1 0 0 0,-1 1-1 0 0,0 4 1 0 0,1-7 4 0 0,-1 7-61 0 0,1-8 19 0 0,0 0 0 0 0,0 0 0 0 0,0 0-1 0 0,0 0 1 0 0,1-1 0 0 0,-1 1-1 0 0,0 0 1 0 0,0 0 0 0 0,0 0-1 0 0,0 0 1 0 0,0 0 0 0 0,0 0 0 0 0,0 0-1 0 0,0 0 1 0 0,0 0 0 0 0,0 1-1 0 0,0-1 1 0 0,1 0 0 0 0,-1 0 0 0 0,0 0-1 0 0,0 0 1 0 0,0 0 0 0 0,0 0-1 0 0,0 0 1 0 0,0 0 0 0 0,0 0-1 0 0,0 0 1 0 0,0 0 0 0 0,0 0 0 0 0,0 0-1 0 0,0 0 1 0 0,0 0 0 0 0,0 0-1 0 0,1 0 1 0 0,-1 0 0 0 0,0 0-1 0 0,0 1 1 0 0,0-1 0 0 0,5-9-25 0 0,1 1-1 0 0,-1 0 1 0 0,2 0 0 0 0,-1 0 0 0 0,1 1-1 0 0,1 0 1 0 0,-1 0 0 0 0,1 1 0 0 0,0 0-1 0 0,1 0 1 0 0,-1 1 0 0 0,1 0 0 0 0,0 1-1 0 0,0-1 1 0 0,1 2 0 0 0,-1 0-1 0 0,17-4 1 0 0,-20 6-19 0 0,-1 1 0 0 0,1 0 0 0 0,-1 0 0 0 0,0 0 0 0 0,1 1 0 0 0,-1 0 0 0 0,1 0 0 0 0,-1 0 0 0 0,0 1 0 0 0,0 0 0 0 0,1 0-1 0 0,-1 0 1 0 0,-1 0 0 0 0,1 1 0 0 0,0 0 0 0 0,5 4 0 0 0,27 25 113 0 0,-36-31 274 0 0,15-2-268 0 0,10-10-841 0 0,0 5-4784 0 0,-16 5 3385 0 0</inkml:trace>
</inkml:ink>
</file>

<file path=ppt/ink/ink2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7:54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1 656 0 0,'14'-1'2840'0'0,"-11"2"-2686"0"0,-1 1 0 0 0,1-1 0 0 0,-1 1 0 0 0,1 0 0 0 0,-1-1 0 0 0,0 1 0 0 0,1 0 1 0 0,-1 1-1 0 0,0-1 0 0 0,0 0 0 0 0,-1 0 0 0 0,1 1 0 0 0,0-1 0 0 0,-1 1 0 0 0,1 0 1 0 0,-1-1-1 0 0,0 1 0 0 0,1 4 0 0 0,-2-6 202 0 0,0-1-346 0 0,0 0 0 0 0,0 0-1 0 0,0 0 1 0 0,-1 1 0 0 0,1-1 0 0 0,0 0-1 0 0,0 0 1 0 0,0 1 0 0 0,0-1 0 0 0,0 0-1 0 0,0 0 1 0 0,0 1 0 0 0,0-1 0 0 0,0 0 0 0 0,0 0-1 0 0,0 0 1 0 0,0 1 0 0 0,0-1 0 0 0,0 0-1 0 0,0 0 1 0 0,0 1 0 0 0,0-1 0 0 0,0 0 0 0 0,0 0-1 0 0,0 1 1 0 0,0-1 0 0 0,0 0 0 0 0,0 0-1 0 0,0 1 1 0 0,0-1 0 0 0,1 0 0 0 0,-1 0 0 0 0,0 0-1 0 0,0 1 1 0 0,0-1 0 0 0,0 0 0 0 0,1 0-1 0 0,-1 0 1 0 0,0 0 0 0 0,0 0 0 0 0,0 1-1 0 0,1-1 1 0 0,-1 0 0 0 0,0 0 0 0 0,0 0 0 0 0,1 0-1 0 0,-1 0 1 0 0,0 0 0 0 0,0 0 0 0 0,0 0-1 0 0,1 0 1 0 0,-1 0 0 0 0,15-7 18 0 0,0 0 0 0 0,0 1 0 0 0,0 0-1 0 0,0 2 1 0 0,1 0 0 0 0,0 0 0 0 0,0 1 0 0 0,16 0 0 0 0,0 2-792 0 0,-1 2 0 0 0,1 1-1 0 0,43 9 1 0 0,-60-9-938 0 0,-5-1 128 0 0</inkml:trace>
</inkml:ink>
</file>

<file path=ppt/ink/ink2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7:55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67 1212 0 0,'-7'-45'7381'0'0,"6"23"-11732"0"0</inkml:trace>
</inkml:ink>
</file>

<file path=ppt/ink/ink2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7:56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10 121 460 0 0,'-5'-13'2465'0'0,"1"-3"5827"0"0,16 43-8194 0 0,-4-8-21 0 0,1 0 1 0 0,0-1-1 0 0,22 31 1 0 0,-27-44-60 0 0,1 0 0 0 0,-1 0 0 0 0,1 0 0 0 0,1 0 0 0 0,-1-1 0 0 0,0 0 0 0 0,1 0 0 0 0,0 0 0 0 0,0-1 0 0 0,0 1 0 0 0,1-2 0 0 0,-1 1 0 0 0,1-1 0 0 0,-1 0 0 0 0,12 2 0 0 0,-14-3-4 0 0,-1 0-1 0 0,1-1 1 0 0,-1 0-1 0 0,1 1 1 0 0,-1-1-1 0 0,1-1 1 0 0,-1 1-1 0 0,0 0 1 0 0,1-1-1 0 0,-1 0 1 0 0,1 0-1 0 0,-1 0 1 0 0,0 0-1 0 0,0 0 1 0 0,1-1 0 0 0,-1 1-1 0 0,0-1 1 0 0,0 0-1 0 0,-1 0 1 0 0,5-3-1 0 0,-4 1 0 0 0,0 0-1 0 0,0 0 1 0 0,0 0 0 0 0,0-1-1 0 0,0 1 1 0 0,-1-1-1 0 0,0 0 1 0 0,0 1-1 0 0,0-1 1 0 0,-1 0 0 0 0,0 0-1 0 0,1-6 1 0 0,0-6 53 0 0,-1 0 0 0 0,0 1 1 0 0,-1-1-1 0 0,-1 0 0 0 0,-1 1 1 0 0,0-1-1 0 0,-5-16 0 0 0,-4-5 220 0 0,10 37-257 0 0,-1-8 346 0 0,2 6-1612 0 0,5 10-3177 0 0,4 14 713 0 0,-4-8 1320 0 0</inkml:trace>
</inkml:ink>
</file>

<file path=ppt/ink/ink2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7:57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29 560 0 0,'5'-17'2707'0'0,"3"6"4096"0"0,2 41-6662 0 0,1 0 0 0 0,2 0-1 0 0,19 31 1 0 0,-31-59-117 0 0,1 10-93 0 0,0-6 370 0 0,0-7 1262 0 0,0-8-1512 0 0,-1 1-35 0 0,1 0 1 0 0,0 0-1 0 0,0 0 0 0 0,1 0 0 0 0,0 0 1 0 0,0 0-1 0 0,0 1 0 0 0,1 0 0 0 0,1-1 1 0 0,-1 1-1 0 0,1 1 0 0 0,0-1 0 0 0,1 1 1 0 0,0 0-1 0 0,8-7 0 0 0,-9 9-23 0 0,0 0-32 0 0,0 1 0 0 0,1-1 0 0 0,-1 1 0 0 0,1 0 0 0 0,0 0 0 0 0,7-2 0 0 0,-11 5 30 0 0,0 0-1 0 0,0-1 0 0 0,0 1 0 0 0,0 0 0 0 0,0 0 0 0 0,-1 0 1 0 0,1 1-1 0 0,0-1 0 0 0,0 0 0 0 0,0 1 0 0 0,0-1 0 0 0,0 1 1 0 0,0 0-1 0 0,-1-1 0 0 0,1 1 0 0 0,0 0 0 0 0,0 0 1 0 0,-1 0-1 0 0,1 0 0 0 0,-1 1 0 0 0,1-1 0 0 0,-1 0 0 0 0,0 1 1 0 0,3 1-1 0 0,60 63-110 0 0,-63-64 152 0 0,0-1-20 0 0,0-1 1 0 0,0 1-1 0 0,1 0 0 0 0,-1 0 0 0 0,0 0 0 0 0,1-1 0 0 0,-1 1 0 0 0,1-1 0 0 0,-1 1 0 0 0,0-1 0 0 0,1 0 0 0 0,-1 1 0 0 0,1-1 0 0 0,2 0 0 0 0,3-6-14 0 0,1 0 1 0 0,0 1-1 0 0,0 0 0 0 0,1 0 0 0 0,-1 1 0 0 0,1 0 1 0 0,13-4-1 0 0,-20 7-6 0 0,0 0-10 0 0,3 2-13 0 0,0-1 12 0 0,0 1 0 0 0,0 0 0 0 0,0 1 0 0 0,0-1 0 0 0,8 5 0 0 0,7 15-965 0 0,4 4-5985 0 0,-17-21 4612 0 0</inkml:trace>
</inkml:ink>
</file>

<file path=ppt/ink/ink2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7:58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95 416 0 0,'-2'1'5819'0'0,"4"9"-2648"0"0,10 26-1897 0 0,7 26-1475 0 0,-17-69 371 0 0,-1-1 1 0 0,1 1-1 0 0,0 0 0 0 0,0-1 1 0 0,1 1-1 0 0,0 0 0 0 0,0 1 1 0 0,1-1-1 0 0,0 0 1 0 0,7-7-1 0 0,-8 8-186 0 0,1 1-1 0 0,0 0 1 0 0,1 0-1 0 0,-1 0 1 0 0,1 0 0 0 0,0 1-1 0 0,0 0 1 0 0,1 0-1 0 0,-1 0 1 0 0,1 1 0 0 0,0-1-1 0 0,-1 2 1 0 0,2-1-1 0 0,10-3 1 0 0,-10 6 8 0 0,0-1-1 0 0,0 2 0 0 0,0-1 1 0 0,0 1-1 0 0,0 0 1 0 0,-1 0-1 0 0,1 1 1 0 0,0 0-1 0 0,0 0 1 0 0,12 7-1 0 0,-6-2-13 0 0,1 0-1 0 0,-1 0 1 0 0,22 18 0 0 0,-34-24 27 0 0,0 0 1 0 0,0 1-1 0 0,0-1 1 0 0,0 0-1 0 0,0 0 1 0 0,0 0-1 0 0,0-1 1 0 0,1 1-1 0 0,-1 0 1 0 0,0 0-1 0 0,1-1 1 0 0,-1 1-1 0 0,1-1 1 0 0,-1 1 0 0 0,1-1-1 0 0,-1 1 1 0 0,1-1-1 0 0,-1 0 1 0 0,1 0-1 0 0,-1 0 1 0 0,1 0-1 0 0,-1 0 1 0 0,1 0-1 0 0,-1 0 1 0 0,1-1-1 0 0,-1 1 1 0 0,1 0-1 0 0,1-2 1 0 0,1-1-19 0 0,-1 0 0 0 0,0 0 1 0 0,1-1-1 0 0,-1 1 0 0 0,-1-1 1 0 0,1 0-1 0 0,0 0 0 0 0,2-5 0 0 0,-4 7-15 0 0,1-2-6 0 0,-1 0-1 0 0,1 1 0 0 0,0-1 1 0 0,1 1-1 0 0,-1-1 1 0 0,1 1-1 0 0,-1 0 1 0 0,1 0-1 0 0,0 0 0 0 0,0 0 1 0 0,1 1-1 0 0,-1-1 1 0 0,0 1-1 0 0,1 0 1 0 0,-1 0-1 0 0,1 0 0 0 0,0 0 1 0 0,0 1-1 0 0,0-1 1 0 0,0 1-1 0 0,0 0 1 0 0,0 1-1 0 0,0-1 0 0 0,0 0 1 0 0,0 1-1 0 0,0 0 1 0 0,0 0-1 0 0,0 0 1 0 0,0 1-1 0 0,1-1 0 0 0,-1 1 1 0 0,0 0-1 0 0,5 2 1 0 0,10 3-104 0 0,-1-2 1 0 0,1 0 0 0 0,0-2-1 0 0,0 0 1 0 0,0-1 0 0 0,0 0-1 0 0,0-2 1 0 0,0 0 0 0 0,32-7-1 0 0,-23 0 39 0 0,-19 6 262 0 0,1 0-1 0 0,-1-1 1 0 0,0 0 0 0 0,0-1 0 0 0,-1 0 0 0 0,10-6-1 0 0,-16 9 161 0 0,-2 0-299 0 0,1 1-1 0 0,-1-1 1 0 0,1 0 0 0 0,-1 1-1 0 0,1-1 1 0 0,-1 1 0 0 0,1-1-1 0 0,0 1 1 0 0,-1-1 0 0 0,1 1-1 0 0,0-1 1 0 0,-1 1 0 0 0,1-1 0 0 0,0 1-1 0 0,0 0 1 0 0,-1 0 0 0 0,1-1-1 0 0,0 1 1 0 0,0 0 0 0 0,0 0-1 0 0,-1 0 1 0 0,1 0 0 0 0,0 0-1 0 0,0 0 1 0 0,0 0 0 0 0,0 0-1 0 0,-1 0 1 0 0,1 0 0 0 0,0 0-1 0 0,0 1 1 0 0,0-1 0 0 0,-1 0-1 0 0,1 1 1 0 0,0-1 0 0 0,0 0 0 0 0,-1 1-1 0 0,1-1 1 0 0,0 1 0 0 0,-1-1-1 0 0,1 1 1 0 0,-1-1 0 0 0,1 1-1 0 0,0 0 1 0 0,-1-1 0 0 0,1 1-1 0 0,-1 0 1 0 0,0-1 0 0 0,1 1-1 0 0,0 1 1 0 0,-1 0-288 0 0,-1 19-1399 0 0,0-4-4156 0 0,0-5 3462 0 0</inkml:trace>
</inkml:ink>
</file>

<file path=ppt/ink/ink2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7:58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62 304 0 0,'-2'-4'557'0'0,"1"0"-1"0"0,-1 0 1 0 0,1-1-1 0 0,0 1 1 0 0,0 0-1 0 0,0-1 1 0 0,0 1-1 0 0,1-1 1 0 0,0 1 0 0 0,0-1-1 0 0,1-7 1 0 0,-1 10-995 0 0</inkml:trace>
</inkml:ink>
</file>

<file path=ppt/ink/ink2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7:59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76 308 0 0,'19'9'3557'0'0,"-10"-8"-3077"0"0,1 0 0 0 0,-1 0-1 0 0,1 0 1 0 0,-1-2 0 0 0,1 1 0 0 0,-1-1-1 0 0,1 0 1 0 0,16-5 0 0 0,2-4 82 0 0,41-18 1 0 0,23-9 125 0 0,-90 37-664 0 0,-1-1 0 0 0,0 0 0 0 0,1 1 0 0 0,-1-1-1 0 0,1 1 1 0 0,-1 0 0 0 0,1-1 0 0 0,-1 1 0 0 0,1 0-1 0 0,-1 0 1 0 0,1 0 0 0 0,-1 0 0 0 0,1 0 0 0 0,-1 0 0 0 0,1 0-1 0 0,-1 1 1 0 0,1-1 0 0 0,-1 0 0 0 0,1 1 0 0 0,-1 0-1 0 0,0-1 1 0 0,1 1 0 0 0,-1 0 0 0 0,0-1 0 0 0,1 1-1 0 0,-1 0 1 0 0,0 0 0 0 0,0 0 0 0 0,0 0 0 0 0,1 1 0 0 0,0 2 24 0 0,-1 0 1 0 0,0-1 0 0 0,0 1-1 0 0,0 0 1 0 0,0 0-1 0 0,-1 0 1 0 0,1 0 0 0 0,-1 0-1 0 0,0 0 1 0 0,0-1 0 0 0,-1 6-1 0 0,-41 293 107 0 0,-4-105-7119 0 0,35-161 4427 0 0</inkml:trace>
</inkml:ink>
</file>

<file path=ppt/ink/ink2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8:02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41 656 0 0,'-3'-5'7778'0'0,"3"34"-6263"0"0,3 46-1385 0 0,-1-65-26 0 0,0 0 1 0 0,1 0-1 0 0,-1 0 0 0 0,2 0 1 0 0,-1-1-1 0 0,2 1 0 0 0,-1-1 1 0 0,1 0-1 0 0,0-1 0 0 0,1 1 1 0 0,0-1-1 0 0,1 0 0 0 0,12 12 1 0 0,-17-19-63 0 0,0 0 0 0 0,1 0 0 0 0,-1 0 0 0 0,1-1 1 0 0,-1 1-1 0 0,1-1 0 0 0,-1 0 0 0 0,1 0 0 0 0,0 0 0 0 0,-1 0 1 0 0,1 0-1 0 0,-1 0 0 0 0,1-1 0 0 0,-1 1 0 0 0,1-1 1 0 0,-1 0-1 0 0,1 0 0 0 0,-1 0 0 0 0,0 0 0 0 0,3-2 0 0 0,44-28 336 0 0,-29 13-221 0 0,-12 11-106 0 0,-1 0 0 0 0,1 1 0 0 0,0 0 0 0 0,15-9 0 0 0,-19 13-48 0 0,1 1 0 0 0,-1-1 0 0 0,1 1 0 0 0,-1 0 0 0 0,1 0 0 0 0,0 0 0 0 0,0 1 0 0 0,-1-1 0 0 0,1 1 0 0 0,0 0 0 0 0,0 1 0 0 0,-1-1 0 0 0,7 2 0 0 0,-7-1-8 0 0,175 24-265 0 0,-160-23 251 0 0,0-1-1 0 0,-1-2 1 0 0,1 0 0 0 0,0 0-1 0 0,0-2 1 0 0,-1 0 0 0 0,29-10-1 0 0,-38 8 62 0 0,-1 0 0 0 0,0-1 0 0 0,0 0 0 0 0,0 0 0 0 0,-1-1 0 0 0,0 1 0 0 0,0-2 1 0 0,-1 1-1 0 0,0-1 0 0 0,0 0 0 0 0,0 0 0 0 0,-1-1 0 0 0,5-12 0 0 0,-9 18 9 0 0,0 2-3 0 0,12 28-48 0 0,-9-13 1 0 0,-1 0 0 0 0,-1 1 1 0 0,0-1-1 0 0,-1 0 1 0 0,0 0-1 0 0,-3 20 1 0 0,2 10-7 0 0,26 261 70 0 0,-26-303-34 0 0,1-1 0 0 0,-1 1 0 0 0,0 0 0 0 0,0 0 0 0 0,0 0 0 0 0,0-1 0 0 0,0 1 0 0 0,0 0 0 0 0,0 0 0 0 0,-1 0 0 0 0,1-1 0 0 0,0 1 0 0 0,-1 0 0 0 0,0 0 1 0 0,1-1-1 0 0,-2 3 0 0 0,1-5 7 0 0,0 1 0 0 0,0-1 0 0 0,0 1 0 0 0,0-1 0 0 0,1 0 0 0 0,-1 1 1 0 0,0-1-1 0 0,0 0 0 0 0,1 0 0 0 0,-1 0 0 0 0,0 1 0 0 0,1-1 1 0 0,-1 0-1 0 0,1 0 0 0 0,-1 0 0 0 0,1 0 0 0 0,0 0 0 0 0,-1-2 1 0 0,-23-67 426 0 0,20 39-526 0 0,1 0 1 0 0,2 0-1 0 0,1 0 0 0 0,1 0 0 0 0,2 0 0 0 0,7-37 0 0 0,-6 51-4 0 0,0 0 1 0 0,0 0-1 0 0,2 0 1 0 0,0 0-1 0 0,1 1 1 0 0,1 0-1 0 0,0 0 1 0 0,1 1-1 0 0,1 0 1 0 0,0 1-1 0 0,1 0 0 0 0,17-16 1 0 0,-23 25 26 0 0,0 2-1 0 0,0-1 1 0 0,0 0-1 0 0,1 1 1 0 0,-1 0-1 0 0,1 1 1 0 0,0-1 0 0 0,0 1-1 0 0,0 0 1 0 0,0 0-1 0 0,0 1 1 0 0,0 0-1 0 0,0 0 1 0 0,1 0 0 0 0,-1 1-1 0 0,0 0 1 0 0,1 0-1 0 0,9 2 1 0 0,-13-1 12 0 0,1 0 0 0 0,0 0 1 0 0,-1 0-1 0 0,1 1 0 0 0,-1-1 0 0 0,1 1 1 0 0,-1 0-1 0 0,0 0 0 0 0,0 0 0 0 0,0 0 1 0 0,0 0-1 0 0,0 1 0 0 0,0-1 0 0 0,0 1 1 0 0,-1 0-1 0 0,0 0 0 0 0,1 0 0 0 0,-1 0 1 0 0,0 0-1 0 0,0 1 0 0 0,-1-1 0 0 0,1 1 1 0 0,-1-1-1 0 0,0 1 0 0 0,0-1 0 0 0,0 1 1 0 0,0 0-1 0 0,0 0 0 0 0,-1-1 0 0 0,0 1 1 0 0,0 7-1 0 0,-1-5 18 0 0,0 1 0 0 0,0-1 0 0 0,-1 1 0 0 0,1-1 0 0 0,-1 0-1 0 0,-1 0 1 0 0,1 0 0 0 0,-1 0 0 0 0,0 0 0 0 0,-1-1 0 0 0,1 1 0 0 0,-1-1 0 0 0,0 0 0 0 0,-1 0 0 0 0,1 0 0 0 0,-1-1 0 0 0,0 0 0 0 0,0 1 0 0 0,-11 5 0 0 0,-50 29-1650 0 0,3-10-4387 0 0,53-25 3445 0 0</inkml:trace>
</inkml:ink>
</file>

<file path=ppt/ink/ink2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8:02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93 252 900 0 0,'0'0'4062'0'0,"2"5"-3581"0"0,9 32 402 0 0,-2 1-1 0 0,6 57 0 0 0,-1-10-55 0 0,20 105 1034 0 0,-34-188-1717 0 0,1-1 1 0 0,-1 1 0 0 0,0 0 0 0 0,1 0 0 0 0,-1 0 0 0 0,0 0-1 0 0,0-1 1 0 0,0 1 0 0 0,0 0 0 0 0,-1 0 0 0 0,1 0 0 0 0,0 0-1 0 0,-1-1 1 0 0,0 4 0 0 0,0-5-92 0 0,0 0 1 0 0,1 0-1 0 0,-1 0 1 0 0,1 0-1 0 0,-1 0 1 0 0,1-1-1 0 0,-1 1 1 0 0,0 0-1 0 0,1 0 1 0 0,-1 0-1 0 0,1 0 1 0 0,-1-1-1 0 0,1 1 1 0 0,-1 0-1 0 0,1 0 1 0 0,-1-1-1 0 0,1 1 1 0 0,-1-1-1 0 0,1 1 1 0 0,0 0-1 0 0,-1-1 1 0 0,1 1-1 0 0,-1-1 1 0 0,1 1-1 0 0,0-1 1 0 0,-1 1-1 0 0,1-1 1 0 0,0 0-1 0 0,-36-55 1165 0 0,33 51-1245 0 0,-18-34 268 0 0,1-1 0 0 0,3 0 0 0 0,1-1 0 0 0,-18-73 0 0 0,29 94-210 0 0,1 0 0 0 0,1 0 1 0 0,1-1-1 0 0,0 0 1 0 0,2 1-1 0 0,1-1 0 0 0,0 0 1 0 0,2 1-1 0 0,0-1 1 0 0,1 1-1 0 0,1 0 1 0 0,9-24-1 0 0,-11 38-57 0 0,0 0 1 0 0,0 0-1 0 0,0 0 0 0 0,1 1 0 0 0,0-1 1 0 0,0 1-1 0 0,0 0 0 0 0,1 0 1 0 0,-1 0-1 0 0,1 1 0 0 0,1 0 0 0 0,-1 0 1 0 0,0 0-1 0 0,1 0 0 0 0,0 1 1 0 0,9-5-1 0 0,-6 6-18 0 0,0-1 1 0 0,0 1-1 0 0,0 0 0 0 0,1 1 1 0 0,-1 0-1 0 0,0 0 0 0 0,0 1 1 0 0,1 0-1 0 0,-1 1 0 0 0,0 0 1 0 0,10 2-1 0 0,-5 0-16 0 0,0 1 1 0 0,-1 0-1 0 0,1 1 1 0 0,-1 0-1 0 0,0 1 1 0 0,0 1-1 0 0,0 0 1 0 0,-1 1-1 0 0,0 0 1 0 0,-1 0-1 0 0,0 2 1 0 0,0-1-1 0 0,-1 1 0 0 0,0 1 1 0 0,12 17-1 0 0,-14-16-11 0 0,0 2-1 0 0,-1-1 0 0 0,0 1 0 0 0,-1 0 1 0 0,0 0-1 0 0,3 15 0 0 0,-8-24 57 0 0,0-1-1 0 0,-1 0 1 0 0,1 0 0 0 0,-1 1-1 0 0,0-1 1 0 0,-1 0 0 0 0,1 0-1 0 0,-1 1 1 0 0,1-1 0 0 0,-1 0-1 0 0,0 0 1 0 0,-1 0 0 0 0,1 0-1 0 0,-1 0 1 0 0,0 0 0 0 0,0 0 0 0 0,0 0-1 0 0,0-1 1 0 0,-1 1 0 0 0,1-1-1 0 0,-1 0 1 0 0,0 0 0 0 0,0 0-1 0 0,0 0 1 0 0,-1 0 0 0 0,-3 2-1 0 0,-1 1-208 0 0,-1 0 0 0 0,0-1-1 0 0,0 0 1 0 0,0-1-1 0 0,-17 6 1 0 0,-22-2-7550 0 0</inkml:trace>
</inkml:ink>
</file>

<file path=ppt/ink/ink2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8:03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1 138 64 0 0,'9'0'391'0'0,"0"0"0"0"0,-1 1 0 0 0,1 0 0 0 0,0 1 0 0 0,0-1 0 0 0,-1 2 0 0 0,1 0 0 0 0,-1 0 0 0 0,1 0 0 0 0,-1 1 0 0 0,0 0 0 0 0,-1 0 0 0 0,1 1 0 0 0,-1 0 0 0 0,0 1 0 0 0,0-1 0 0 0,9 11 0 0 0,-13-13-295 0 0,0 1 0 0 0,0-1 0 0 0,0 1 0 0 0,-1 0-1 0 0,1 0 1 0 0,-1 0 0 0 0,0 0 0 0 0,0 1 0 0 0,-1-1 0 0 0,1 0 0 0 0,-1 1 0 0 0,0-1 0 0 0,0 1-1 0 0,0-1 1 0 0,-1 1 0 0 0,1 0 0 0 0,-1-1 0 0 0,0 1 0 0 0,-1 0 0 0 0,1-1 0 0 0,-1 1 0 0 0,0-1-1 0 0,0 1 1 0 0,0-1 0 0 0,-1 1 0 0 0,0-1 0 0 0,0 0 0 0 0,0 0 0 0 0,0 0 0 0 0,0 0 0 0 0,-1 0 0 0 0,0 0-1 0 0,-6 6 1 0 0,8-9 350 0 0,1-1-430 0 0,0 0 0 0 0,0 0 0 0 0,0 0 0 0 0,0 0 0 0 0,0-1 0 0 0,0 1 0 0 0,0 0 0 0 0,0 0 0 0 0,0 0 0 0 0,0 0 0 0 0,0 0 0 0 0,0 0 0 0 0,0 0 1 0 0,-1-1-1 0 0,1 1 0 0 0,0 0 0 0 0,0 0 0 0 0,0 0 0 0 0,0 0 0 0 0,0 0 0 0 0,0 0 0 0 0,0 0 0 0 0,0 0 0 0 0,-1 0 0 0 0,1 0 0 0 0,0 0 0 0 0,0 0 0 0 0,0 0 0 0 0,0 0 0 0 0,0 0 0 0 0,0 0 0 0 0,-1 0 0 0 0,1 0 0 0 0,0 0 0 0 0,0 0 0 0 0,0 0 0 0 0,0 0 0 0 0,0 0 0 0 0,0 0 0 0 0,0 0 0 0 0,-1 0 0 0 0,1 0 0 0 0,0 0 0 0 0,0 0 0 0 0,0 0 0 0 0,0 0 0 0 0,0 0 0 0 0,0 0 0 0 0,0 0 0 0 0,-1 0 0 0 0,1 0 0 0 0,0 1 0 0 0,0-1 0 0 0,0 0 0 0 0,0 0 0 0 0,0 0 0 0 0,13-16-41 0 0,1 0 0 0 0,0 0 0 0 0,2 1 0 0 0,0 1 0 0 0,0 1 0 0 0,1 0 0 0 0,1 2 0 0 0,0 0 0 0 0,20-9 0 0 0,19-15-83 0 0,-56 34 98 0 0,1 0-1 0 0,-1 0 1 0 0,1 1 0 0 0,-1-1-1 0 0,1 0 1 0 0,-1 0-1 0 0,1 1 1 0 0,-1-1 0 0 0,1 1-1 0 0,0-1 1 0 0,-1 1 0 0 0,1 0-1 0 0,0-1 1 0 0,0 1-1 0 0,-1 0 1 0 0,1 0 0 0 0,0 0-1 0 0,-1 1 1 0 0,1-1 0 0 0,0 0-1 0 0,-1 0 1 0 0,1 1-1 0 0,0 0 1 0 0,-1-1 0 0 0,1 1-1 0 0,-1 0 1 0 0,3 1 0 0 0,1 2-8 0 0,-1 0 0 0 0,0 0 0 0 0,0 1 0 0 0,0 0 0 0 0,-1 0 0 0 0,5 9 0 0 0,-6-10 23 0 0,0 0-1 0 0,1 0 0 0 0,-1 0 1 0 0,1 0-1 0 0,-1 0 0 0 0,1-1 1 0 0,0 1-1 0 0,1-1 0 0 0,-1 0 1 0 0,1 0-1 0 0,-1 0 0 0 0,1 0 0 0 0,0-1 1 0 0,0 1-1 0 0,0-1 0 0 0,0 0 1 0 0,8 3-1 0 0,-10-5 4 0 0,0 0 1 0 0,-1 0-1 0 0,1 0 0 0 0,0 0 1 0 0,0 0-1 0 0,0-1 0 0 0,-1 1 1 0 0,1 0-1 0 0,0-1 0 0 0,0 1 1 0 0,-1-1-1 0 0,1 0 0 0 0,-1 0 1 0 0,1 1-1 0 0,0-1 0 0 0,-1 0 1 0 0,1 0-1 0 0,-1 0 0 0 0,0-1 1 0 0,1 1-1 0 0,-1 0 0 0 0,0-1 1 0 0,0 1-1 0 0,0 0 0 0 0,0-1 1 0 0,0 1-1 0 0,0-1 0 0 0,0 0 1 0 0,0 1-1 0 0,-1-1 0 0 0,1 0 1 0 0,-1 1-1 0 0,1-1 0 0 0,-1 0 1 0 0,1-2-1 0 0,1-8 30 0 0,0 0 0 0 0,-1 0 0 0 0,0-24 0 0 0,-1 32-23 0 0,0 2-7 0 0,0 0-19 0 0,0 1-1 0 0,0 0 1 0 0,0 0 0 0 0,1-1 0 0 0,-1 1-1 0 0,0 0 1 0 0,0 0 0 0 0,1-1 0 0 0,-1 1 0 0 0,1 0-1 0 0,-1 0 1 0 0,1 0 0 0 0,0 0 0 0 0,-1 0-1 0 0,1 0 1 0 0,1-2 0 0 0,22 7 12 0 0,0 0-1 0 0,0-2 1 0 0,0 0-1 0 0,33-3 1 0 0,-49 0 33 0 0,0 0-1 0 0,-1-1 1 0 0,1 1-1 0 0,-1-1 1 0 0,0-1-1 0 0,0 0 1 0 0,0 0 0 0 0,0 0-1 0 0,0 0 1 0 0,0-1-1 0 0,-1-1 1 0 0,0 1-1 0 0,0-1 1 0 0,0 0 0 0 0,0 0-1 0 0,-1 0 1 0 0,0-1-1 0 0,6-8 1 0 0,-10 12-11 0 0,1-1 0 0 0,-1 1 1 0 0,0 0-1 0 0,0 0 0 0 0,0-1 1 0 0,-1 1-1 0 0,1 0 0 0 0,0-1 1 0 0,-1 1-1 0 0,0-1 0 0 0,1 1 1 0 0,-1 0-1 0 0,0-1 0 0 0,0 1 1 0 0,-1-1-1 0 0,1 1 0 0 0,0-1 1 0 0,-1 1-1 0 0,1-1 0 0 0,-1 1 1 0 0,0 0-1 0 0,0 0 0 0 0,-1-3 1 0 0,1 3 11 0 0,-3-1 12 0 0,2-2-44 0 0,-16 4 34 0 0,16 1-37 0 0,1 1-1 0 0,0 0 0 0 0,0-1 1 0 0,-1 1-1 0 0,1 0 0 0 0,0-1 1 0 0,0 1-1 0 0,0 0 0 0 0,0 0 1 0 0,0 0-1 0 0,0 0 0 0 0,0 0 1 0 0,0 0-1 0 0,1 0 0 0 0,-1 0 1 0 0,0 1-1 0 0,1-1 0 0 0,-1 0 1 0 0,1 0-1 0 0,-1 1 0 0 0,1-1 1 0 0,-1 0-1 0 0,1 1 0 0 0,0-1 1 0 0,0 0-1 0 0,0 1 0 0 0,0 1 1 0 0,-1 32-16 0 0,5-19 16 0 0,0 0 1 0 0,2-1 0 0 0,0 1-1 0 0,0-1 1 0 0,14 22 0 0 0,-12-24 8 0 0,0 2 0 0 0,-1-1 1 0 0,-1 1-1 0 0,-1 0 0 0 0,5 17 1 0 0,-10-31-8 0 0,0 0 1 0 0,0 1 0 0 0,0-1-1 0 0,0 0 1 0 0,0 1 0 0 0,-1-1-1 0 0,1 0 1 0 0,0 1-1 0 0,-1-1 1 0 0,1 0 0 0 0,-1 0-1 0 0,1 1 1 0 0,-1-1-1 0 0,0 0 1 0 0,1 0 0 0 0,-1 0-1 0 0,0 0 1 0 0,0 0-1 0 0,0 0 1 0 0,0 0 0 0 0,0 0-1 0 0,0 0 1 0 0,0 0 0 0 0,0-1-1 0 0,0 1 1 0 0,0 0-1 0 0,-1-1 1 0 0,1 1 0 0 0,0-1-1 0 0,0 1 1 0 0,-1-1-1 0 0,1 1 1 0 0,0-1 0 0 0,-1 0-1 0 0,-1 0 1 0 0,-43 4 32 0 0,43-4-164 0 0,-30-14-4824 0 0</inkml:trace>
</inkml:ink>
</file>

<file path=ppt/ink/ink2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8:04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40 196 0 0,'6'-1'1405'0'0,"-1"-1"0"0"0,1 0 1 0 0,-1-1-1 0 0,0 1 0 0 0,0-1 0 0 0,0 0 0 0 0,0 0 1 0 0,0-1-1 0 0,7-6 0 0 0,-11 8-313 0 0,2-1-522 0 0,-1 1-2394 0 0</inkml:trace>
</inkml:ink>
</file>

<file path=ppt/ink/ink2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8:30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35 140 0 0,'0'-1'342'0'0,"1"-1"0"0"0,0 0 0 0 0,-1 1 0 0 0,0-1 0 0 0,1 1-1 0 0,-1-1 1 0 0,0 1 0 0 0,0-1 0 0 0,1 0 0 0 0,-1 1 0 0 0,-1-1 0 0 0,1 1 0 0 0,0-1 0 0 0,0 0 0 0 0,-1 1 0 0 0,1-1-1 0 0,0 1 1 0 0,-1-1 0 0 0,0 1 0 0 0,0-2 0 0 0,0 3-199 0 0,0 0-1 0 0,0 0 1 0 0,0 0-1 0 0,0 0 1 0 0,0 0-1 0 0,0 0 1 0 0,0 1-1 0 0,0-1 1 0 0,0 0-1 0 0,0 1 1 0 0,0-1-1 0 0,0 1 1 0 0,0-1-1 0 0,1 1 1 0 0,-1-1-1 0 0,0 1 1 0 0,0-1-1 0 0,0 1 1 0 0,1 0-1 0 0,-1 0 1 0 0,0-1-1 0 0,0 2 1 0 0,-32 37 905 0 0,18-16-926 0 0,-23 52 489 0 0,36-69-575 0 0,0-1 0 0 0,1 0 0 0 0,-1 1 0 0 0,1-1 0 0 0,0 1 1 0 0,1-1-1 0 0,-1 1 0 0 0,1 0 0 0 0,0-1 0 0 0,0 1 0 0 0,1 0 0 0 0,2 10 1 0 0,-2-14-32 0 0,0-1 0 0 0,0 1 0 0 0,1-1 0 0 0,-1 1 0 0 0,0-1 0 0 0,1 1 0 0 0,-1-1 0 0 0,1 0 1 0 0,-1 0-1 0 0,1 0 0 0 0,-1 0 0 0 0,1 0 0 0 0,0 0 0 0 0,0 0 0 0 0,-1 0 0 0 0,1-1 0 0 0,0 1 1 0 0,0-1-1 0 0,0 1 0 0 0,0-1 0 0 0,0 0 0 0 0,0 0 0 0 0,0 0 0 0 0,-1 0 0 0 0,1 0 0 0 0,0 0 1 0 0,0 0-1 0 0,0-1 0 0 0,0 1 0 0 0,2-2 0 0 0,7 0-10 0 0,0 0-1 0 0,-1-1 1 0 0,20-8 0 0 0,-3-4-152 0 0,-1 0 1 0 0,0-2-1 0 0,37-32 0 0 0,-55 42 79 0 0,-7 7 30 0 0,25 19-301 0 0,-23-16 350 0 0,1 0 0 0 0,0-1 0 0 0,1 1 0 0 0,-1-1 0 0 0,0 0-1 0 0,1 0 1 0 0,-1 0 0 0 0,1 0 0 0 0,0-1 0 0 0,0 0-1 0 0,-1 0 1 0 0,1 0 0 0 0,0-1 0 0 0,0 1 0 0 0,0-1 0 0 0,0 0-1 0 0,0-1 1 0 0,0 1 0 0 0,-1-1 0 0 0,1 0 0 0 0,0 0-1 0 0,0 0 1 0 0,-1-1 0 0 0,1 0 0 0 0,6-3 0 0 0,29-13-36 0 0,-22 10 11 0 0,0 0 1 0 0,1 0-1 0 0,0 2 1 0 0,39-8-1 0 0,-56 14 23 0 0,0 0 1 0 0,0 0-1 0 0,-1 0 0 0 0,1 0 0 0 0,0 0 0 0 0,0 1 1 0 0,-1-1-1 0 0,1 0 0 0 0,0 1 0 0 0,-1 0 1 0 0,1-1-1 0 0,0 1 0 0 0,-1 0 0 0 0,1 0 1 0 0,-1 0-1 0 0,1 0 0 0 0,-1 0 0 0 0,0 0 1 0 0,1 0-1 0 0,-1 0 0 0 0,0 0 0 0 0,0 1 1 0 0,0-1-1 0 0,0 1 0 0 0,0-1 0 0 0,0 1 0 0 0,0-1 1 0 0,0 1-1 0 0,-1-1 0 0 0,1 1 0 0 0,-1 0 1 0 0,1-1-1 0 0,-1 1 0 0 0,1 0 0 0 0,-1-1 1 0 0,0 1-1 0 0,0 0 0 0 0,0 0 0 0 0,0-1 1 0 0,0 1-1 0 0,-1 3 0 0 0,1 4-724 0 0,-1-1-1 0 0,0 1 1 0 0,0 0-1 0 0,-1-1 1 0 0,0 1 0 0 0,-6 12-1 0 0</inkml:trace>
</inkml:ink>
</file>

<file path=ppt/ink/ink2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8:31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78 832 0 0,'0'0'5238'0'0,"3"5"-4655"0"0,1 8-197 0 0,1 0 1 0 0,-1 0-1 0 0,-1 0 1 0 0,-1 0 0 0 0,0 1-1 0 0,1 26 1 0 0,-5 95 1465 0 0,2-111-1617 0 0,-21 163-867 0 0,21-185 262 0 0,-1-13-2048 0 0,2 1 2071 0 0,-1-1 1 0 0,2 0 0 0 0,-1 1-1 0 0,1-1 1 0 0,1 1 0 0 0,0 0-1 0 0,0-1 1 0 0,1 2-1 0 0,0-1 1 0 0,8-13 0 0 0,-1 8 92 0 0,-1 1 1 0 0,2 1-1 0 0,0 0 1 0 0,0 0-1 0 0,28-20 1 0 0,-26 22 508 0 0,-1 1 0 0 0,-1-2 0 0 0,0 0-1 0 0,0 0 1 0 0,-2-1 0 0 0,15-21 0 0 0,-4-1 414 0 0,-11 19-146 0 0,0 0 1 0 0,-1-1-1 0 0,-1 0 1 0 0,-1-1 0 0 0,0 0-1 0 0,7-31 1 0 0,-13 27 1845 0 0,-9 43-1936 0 0,-11 50-496 0 0,15-46 137 0 0,2 0 0 0 0,1 1 0 0 0,1-1 0 0 0,1 1 0 0 0,1-1 0 0 0,7 35 0 0 0,-8-56-9 0 0,-1 0-1 0 0,1-1 1 0 0,0 1-1 0 0,1 0 1 0 0,-1-1-1 0 0,1 1 1 0 0,-1-1-1 0 0,1 1 1 0 0,0-1-1 0 0,0 0 1 0 0,1 1 0 0 0,-1-1-1 0 0,1 0 1 0 0,-1-1-1 0 0,6 5 1 0 0,-6-6 17 0 0,47-4-840 0 0,-36 1 473 0 0,88-5-6773 0 0,-75 7 4198 0 0</inkml:trace>
</inkml:ink>
</file>

<file path=ppt/ink/ink2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8:32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1 417 440 0 0,'0'0'4725'0'0,"0"1"-4616"0"0,0-1-1 0 0,1 1 0 0 0,-1-1 1 0 0,0 1-1 0 0,0-1 1 0 0,1 1-1 0 0,-1-1 0 0 0,0 0 1 0 0,1 1-1 0 0,-1-1 1 0 0,0 1-1 0 0,1-1 0 0 0,-1 0 1 0 0,1 1-1 0 0,-1-1 1 0 0,1 0-1 0 0,-1 1 1 0 0,1-1-1 0 0,-1 0 0 0 0,1 0 1 0 0,-1 1-1 0 0,1-1 1 0 0,-1 0-1 0 0,2 0 0 0 0,9-4 251 0 0,0 0 0 0 0,0-1-1 0 0,0 0 1 0 0,-1 0-1 0 0,1-1 1 0 0,-2-1 0 0 0,1 0-1 0 0,-1 0 1 0 0,0-1-1 0 0,0 0 1 0 0,8-11-1 0 0,-17 19-387 0 0,1 0 0 0 0,-1-1 1 0 0,0 1-1 0 0,1-1 0 0 0,-1 1 0 0 0,0 0 0 0 0,1-1 0 0 0,-1 1 0 0 0,1 0 0 0 0,-1-1 0 0 0,0 1 0 0 0,1 0 0 0 0,-1 0 0 0 0,1-1 0 0 0,-1 1 0 0 0,1 0 0 0 0,-1 0 0 0 0,1 0 0 0 0,-1 0 0 0 0,1 0 0 0 0,-1 0 0 0 0,1 0 0 0 0,0 0 0 0 0,-1 0 0 0 0,1 0 0 0 0,-1 0 0 0 0,1 0 0 0 0,-1 0 0 0 0,1 0 0 0 0,-1 0 0 0 0,1 1 0 0 0,20 11-461 0 0,-19-9 439 0 0,1-1 0 0 0,0 0 0 0 0,0 0 0 0 0,0 0 0 0 0,0 0 0 0 0,1-1 1 0 0,-1 1-1 0 0,0-1 0 0 0,1 0 0 0 0,-1 0 0 0 0,1 0 0 0 0,4 0 0 0 0,1-1 25 0 0,1-1-1 0 0,0 0 1 0 0,-1 0 0 0 0,1-1-1 0 0,-1-1 1 0 0,0 1 0 0 0,1-2-1 0 0,-1 1 1 0 0,-1-1 0 0 0,1 0 0 0 0,0-1-1 0 0,-1 0 1 0 0,0-1 0 0 0,0 1-1 0 0,-1-1 1 0 0,1-1 0 0 0,-1 0-1 0 0,-1 0 1 0 0,1 0 0 0 0,-1-1-1 0 0,-1 1 1 0 0,1-2 0 0 0,4-8 0 0 0,-3 3 106 0 0,0 1 1 0 0,-1-1 0 0 0,0 0 0 0 0,-1-1 0 0 0,-1 1 0 0 0,3-18 0 0 0,-5 23 160 0 0,0-1 1 0 0,-1 0-1 0 0,0 0 0 0 0,-1 1 0 0 0,0-1 1 0 0,-1 0-1 0 0,0 0 0 0 0,0 0 0 0 0,-1 1 1 0 0,-4-12-1 0 0,5 19 76 0 0,0-3 98 0 0,-1-3-445 0 0,-1 10 1590 0 0,-1 7-1530 0 0,1 0-1 0 0,0 1 1 0 0,1 0 0 0 0,0-1 0 0 0,0 1-1 0 0,1 0 1 0 0,1 0 0 0 0,-1 0-1 0 0,2 0 1 0 0,1 12 0 0 0,1 2-76 0 0,2-1 1 0 0,1 0 0 0 0,0 0 0 0 0,16 33 0 0 0,-12-35-1053 0 0,0 0 1 0 0,20 27 0 0 0,-5-9-5318 0 0,-17-30 3411 0 0</inkml:trace>
</inkml:ink>
</file>

<file path=ppt/ink/ink2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8:32.5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76 600 0 0,'24'-18'2902'0'0,"0"1"1"0"0,34-19-1 0 0,-57 36-2816 0 0,9-3-523 0 0,-2 2-894 0 0</inkml:trace>
</inkml:ink>
</file>

<file path=ppt/ink/ink2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8:32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19 80 0 0,'-11'-4'2009'0'0,"5"1"1704"0"0,5 3-3633 0 0,1 0 1 0 0,0 0-1 0 0,0 0 0 0 0,-1 0 1 0 0,1 0-1 0 0,0 0 0 0 0,0 0 1 0 0,-1 0-1 0 0,1 0 0 0 0,0 0 1 0 0,0 0-1 0 0,0 0 0 0 0,-1 0 1 0 0,1-1-1 0 0,0 1 0 0 0,0 0 1 0 0,0 0-1 0 0,-1 0 0 0 0,1 0 1 0 0,0 0-1 0 0,0-1 0 0 0,0 1 1 0 0,0 0-1 0 0,-1 0 0 0 0,1 0 1 0 0,0 0-1 0 0,0-1 0 0 0,0 1 1 0 0,0 0-1 0 0,0 0 0 0 0,0 0 1 0 0,0-1-1 0 0,0 1 0 0 0,0 0 1 0 0,0 0-1 0 0,-1-1 0 0 0,1 1 1 0 0,0 0-1 0 0,0 0 0 0 0,0-1 1 0 0,0 1-1 0 0,0 0 0 0 0,1 0 1 0 0,-1 0-1 0 0,0-1 0 0 0,0 1 1 0 0,0 0-1 0 0,15-5 630 0 0,38 7-1630 0 0,-29 2 589 0 0,-3-1-1339 0 0,0 2-1 0 0,28 8 1 0 0,-20-2-644 0 0</inkml:trace>
  <inkml:trace contextRef="#ctx0" brushRef="#br0" timeOffset="1">1362 359 652 0 0,'24'-10'6069'0'0,"-15"6"-400"0"0,14-14 795 0 0,-11 15-7374 0 0,-10 3-20 0 0,4 9-3290 0 0</inkml:trace>
</inkml:ink>
</file>

<file path=ppt/ink/ink2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8:35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72 369 360 0 0,'3'-84'8029'0'0,"-3"82"-7278"0"0,1-5 3346 0 0,10 50-3771 0 0,-2 1 0 0 0,-2 0 0 0 0,-1 1-1 0 0,-3-1 1 0 0,-3 83 0 0 0,0-123-159 0 0,-1 0 0 0 0,1 1 0 0 0,-1-1 0 0 0,0 0 0 0 0,0 0 0 0 0,0 0 0 0 0,0 1 0 0 0,-4 6 1 0 0,4-9 394 0 0,-18-23-98 0 0,10 10-367 0 0,1 0 0 0 0,0-1 0 0 0,1 0 0 0 0,0 0 0 0 0,1-1-1 0 0,1 0 1 0 0,0 0 0 0 0,0 0 0 0 0,1-1 0 0 0,-3-23 0 0 0,2 3-67 0 0,2-1 0 0 0,1 0-1 0 0,3-37 1 0 0,0 54-73 0 0,1 0 1 0 0,1 0-1 0 0,0 1 0 0 0,1-1 1 0 0,1 1-1 0 0,0 0 0 0 0,2 0 1 0 0,0 0-1 0 0,1 1 0 0 0,0 0 1 0 0,15-19-1 0 0,-18 28-10 0 0,0 0 1 0 0,1 0-1 0 0,1 0 0 0 0,-1 1 1 0 0,1 0-1 0 0,0 1 0 0 0,0-1 1 0 0,0 1-1 0 0,1 1 0 0 0,0-1 1 0 0,0 2-1 0 0,0-1 0 0 0,1 1 1 0 0,-1 0-1 0 0,1 0 0 0 0,-1 1 1 0 0,1 1-1 0 0,0-1 0 0 0,0 1 1 0 0,0 1-1 0 0,0-1 0 0 0,0 2 1 0 0,0-1-1 0 0,14 4 0 0 0,-13-2-58 0 0,0 1 0 0 0,0 0 0 0 0,-1 0 1 0 0,1 1-1 0 0,-1 1 0 0 0,0 0 0 0 0,0 0 0 0 0,0 0 0 0 0,-1 1 0 0 0,0 1 0 0 0,0-1 0 0 0,0 1 0 0 0,-1 1 0 0 0,10 12 0 0 0,-14-17 67 0 0,0 1 0 0 0,0 0 0 0 0,-1 0 0 0 0,0 0 0 0 0,1 1 0 0 0,-1-1 0 0 0,-1 0 0 0 0,1 1 0 0 0,-1-1 0 0 0,0 1 0 0 0,0 0 0 0 0,0-1 0 0 0,0 1 0 0 0,-1 0 0 0 0,0 0 0 0 0,0-1 0 0 0,0 1 0 0 0,-1 0 0 0 0,1 0 0 0 0,-1-1 0 0 0,0 1 0 0 0,-1 0 0 0 0,1-1 0 0 0,-1 1 0 0 0,0-1-1 0 0,0 0 1 0 0,0 0 0 0 0,0 0 0 0 0,-1 0 0 0 0,0 0 0 0 0,0 0 0 0 0,-6 6 0 0 0,-2 0-79 0 0,0 0-1 0 0,0-1 1 0 0,0-1-1 0 0,-1 1 0 0 0,-1-2 1 0 0,-21 10-1 0 0,-15 0-5087 0 0,34-17-530 0 0</inkml:trace>
</inkml:ink>
</file>

<file path=ppt/ink/ink2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8:35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1 40 0 0,'0'0'73'0'0,"0"0"0"0"0,0 0 0 0 0,1 0-1 0 0,-1 0 1 0 0,0 0 0 0 0,0 0 0 0 0,0 0 0 0 0,0 0 0 0 0,1 0 0 0 0,-1 0-1 0 0,0 0 1 0 0,0 0 0 0 0,0 0 0 0 0,0 0 0 0 0,1 0 0 0 0,-1 0 0 0 0,0 0 0 0 0,0 0-1 0 0,0 0 1 0 0,0 0 0 0 0,1 0 0 0 0,-1 1 0 0 0,0-1 0 0 0,0 0 0 0 0,0 0-1 0 0,0 0 1 0 0,0 0 0 0 0,0 0 0 0 0,1 0 0 0 0,-1 1 0 0 0,0-1 0 0 0,0 0-1 0 0,0 0 1 0 0,0 0 0 0 0,0 0 0 0 0,0 1 0 0 0,0-1 0 0 0,0 0 0 0 0,0 0-1 0 0,0 0 1 0 0,0 1 0 0 0,0-1 0 0 0,0 0 0 0 0,0 0 0 0 0,0 0 0 0 0,0 0 0 0 0,0 1-1 0 0,0-1 1 0 0,0 0 0 0 0,0 0 0 0 0,0 0 0 0 0,0 0 0 0 0,0 1 0 0 0,0-1-1 0 0,0 0 1 0 0,-1 0 0 0 0,1 0 0 0 0,0 1 0 0 0,-5 22 1039 0 0,-11 28-313 0 0,3-19-348 0 0,1-1 0 0 0,2 2 1 0 0,2 0-1 0 0,1 0 0 0 0,1 0 1 0 0,2 1-1 0 0,0 40 0 0 0,5-45-106 0 0,1-1 0 0 0,1 1 0 0 0,13 48-1 0 0,-12-63-261 0 0,1-1 0 0 0,1 0 0 0 0,0-1 0 0 0,0 1 0 0 0,1-1-1 0 0,0 0 1 0 0,1-1 0 0 0,1 0 0 0 0,17 18 0 0 0,-18-22-205 0 0,0 1-1 0 0,0-2 1 0 0,0 1 0 0 0,1-1 0 0 0,0 0-1 0 0,1-1 1 0 0,-1 0 0 0 0,12 4 0 0 0,-15-7-302 0 0,0 0 0 0 0,0-1 0 0 0,0 0 0 0 0,0 0 0 0 0,0 0 0 0 0,0-1 0 0 0,0 0 0 0 0,0 0 0 0 0,0 0 0 0 0,0-1 0 0 0,0 0 0 0 0,0 0 0 0 0,-1 0 0 0 0,1-1 0 0 0,10-4 0 0 0,2-2-1932 0 0</inkml:trace>
</inkml:ink>
</file>

<file path=ppt/ink/ink2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8:35.7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18 360 0 0,'0'0'945'0'0,"0"-1"-770"0"0,0 0 0 0 0,0 0-1 0 0,0 1 1 0 0,0-1 0 0 0,-1 0 0 0 0,1 0 0 0 0,0 0 0 0 0,0 1 0 0 0,0-1 0 0 0,-1 0 0 0 0,1 0 0 0 0,0 1-1 0 0,-1-1 1 0 0,1 0 0 0 0,-1 1 0 0 0,1-1 0 0 0,-1 0 0 0 0,0 0 0 0 0,0 0-63 0 0,-1 1 1 0 0,1 0-1 0 0,0-1 1 0 0,-1 1-1 0 0,1 0 1 0 0,0-1 0 0 0,-1 1-1 0 0,1 0 1 0 0,-1 0-1 0 0,1 0 1 0 0,0 0-1 0 0,-1 1 1 0 0,1-1-1 0 0,0 0 1 0 0,-1 1 0 0 0,1-1-1 0 0,0 0 1 0 0,-1 1-1 0 0,1 0 1 0 0,0-1-1 0 0,0 1 1 0 0,-1 0-1 0 0,1-1 1 0 0,0 1-1 0 0,0 0 1 0 0,0 0 0 0 0,0 0-1 0 0,0 0 1 0 0,0 0-1 0 0,-1 2 1 0 0,1 0-23 0 0,0 0 0 0 0,1 0 0 0 0,-1 0 0 0 0,1 0-1 0 0,0 0 1 0 0,0 0 0 0 0,0 1 0 0 0,0-1 0 0 0,0 0 0 0 0,1 0 0 0 0,-1 0 0 0 0,1 0 0 0 0,1 3 0 0 0,3 10 39 0 0,0-1 0 0 0,1 0 0 0 0,1 0 0 0 0,12 18 0 0 0,42 51 366 0 0,15 23-34 0 0,-75-105-450 0 0,1-1-1 0 0,-1 1 1 0 0,0 0-1 0 0,0 0 1 0 0,0-1-1 0 0,0 1 1 0 0,0 0-1 0 0,0 0 1 0 0,-1 0-1 0 0,1 0 1 0 0,0 0-1 0 0,-1 0 1 0 0,0 0-1 0 0,0 0 1 0 0,1 1-1 0 0,-1-1 1 0 0,0 0-1 0 0,-1 0 1 0 0,1 0-1 0 0,0 0 1 0 0,-1 0-1 0 0,1 0 1 0 0,-1 0-1 0 0,1 0 1 0 0,-1 0-1 0 0,0 0 1 0 0,0 0-1 0 0,0 0 1 0 0,-2 3-1 0 0,0-3-9 0 0,0-1 0 0 0,1 1 0 0 0,-1-1 0 0 0,0 1 1 0 0,0-1-1 0 0,0 0 0 0 0,0 0 0 0 0,0 0 0 0 0,0-1 0 0 0,-1 1 0 0 0,1-1 0 0 0,0 0 0 0 0,0 1 0 0 0,0-1 0 0 0,0-1 0 0 0,-1 1 0 0 0,1 0 1 0 0,0-1-1 0 0,-5-1 0 0 0,-1 0-234 0 0,-1 0-1 0 0,1-1 1 0 0,0 0 0 0 0,-1 0 0 0 0,2-1 0 0 0,-11-5 0 0 0,15 6-437 0 0,-1-1-1 0 0,1 1 1 0 0,0 0 0 0 0,0-1 0 0 0,0 0-1 0 0,1 0 1 0 0,-6-8 0 0 0,-1-2-1762 0 0</inkml:trace>
</inkml:ink>
</file>

<file path=ppt/ink/ink2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8:36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0 752 0 0,'13'2'480'0'0,"0"0"0"0"0,1 2 0 0 0,-2-1-1 0 0,1 1 1 0 0,0 1 0 0 0,-1 0 0 0 0,0 1 0 0 0,0 1-1 0 0,0-1 1 0 0,-1 2 0 0 0,0 0 0 0 0,-1 0 0 0 0,0 1-1 0 0,0 0 1 0 0,9 11 0 0 0,-12-11-314 0 0,0 0-1 0 0,-1 0 1 0 0,-1 0 0 0 0,1 1-1 0 0,-2-1 1 0 0,1 2 0 0 0,-1-1-1 0 0,-1 0 1 0 0,0 1-1 0 0,0-1 1 0 0,-1 1 0 0 0,0 0-1 0 0,-1 0 1 0 0,-1 0 0 0 0,1-1-1 0 0,-2 1 1 0 0,1 0-1 0 0,-2 0 1 0 0,-1 11 0 0 0,-3-3-43 0 0,1-1 0 0 0,-2 1 0 0 0,0-2-1 0 0,-2 1 1 0 0,0-1 0 0 0,0 0 0 0 0,-2-1 0 0 0,0 0 0 0 0,-1 0 0 0 0,0-2 0 0 0,-1 1 0 0 0,-1-2 0 0 0,0 0 0 0 0,-1 0 0 0 0,0-1 0 0 0,-21 11 0 0 0,20-13-507 0 0,-1-1 1 0 0,0-1-1 0 0,-1 0 0 0 0,0-1 1 0 0,-32 7-1 0 0,25-12-2101 0 0,16-2-1698 0 0</inkml:trace>
</inkml:ink>
</file>

<file path=ppt/ink/ink2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8:36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88 532 0 0,'0'0'14980'0'0,"15"-11"-14229"0"0,26-3-476 0 0,0 1-1 0 0,1 2 0 0 0,84-9 0 0 0,-95 15-216 0 0,-3 0-104 0 0,-18 2-134 0 0,1 1 1 0 0,0 0-1 0 0,21 0 0 0 0,-29 2-204 0 0,0 1-1 0 0,0-1 1 0 0,0 0 0 0 0,0 1-1 0 0,-1 0 1 0 0,1 0-1 0 0,0 0 1 0 0,0 0 0 0 0,-1 0-1 0 0,1 0 1 0 0,4 3-1 0 0,-6-2-777 0 0</inkml:trace>
</inkml:ink>
</file>

<file path=ppt/ink/ink2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8:37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38 960 0 0,'0'0'6373'0'0,"22"4"-4205"0"0,129-31 669 0 0,-99 20-4906 0 0,-2-1-3548 0 0</inkml:trace>
</inkml:ink>
</file>

<file path=ppt/ink/ink2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8:38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16 104 600 0 0,'-14'-7'4019'0'0,"14"7"-3935"0"0,0 0-1 0 0,-1 0 1 0 0,1 0-1 0 0,0 0 1 0 0,0 0 0 0 0,0-1-1 0 0,0 1 1 0 0,0 0-1 0 0,0 0 1 0 0,0 0 0 0 0,0 0-1 0 0,0-1 1 0 0,0 1-1 0 0,0 0 1 0 0,0 0-1 0 0,0 0 1 0 0,0 0 0 0 0,0-1-1 0 0,0 1 1 0 0,0 0-1 0 0,0 0 1 0 0,0 0 0 0 0,0-1-1 0 0,0 1 1 0 0,0 0-1 0 0,0 0 1 0 0,0 0 0 0 0,0 0-1 0 0,0-1 1 0 0,0 1-1 0 0,0 0 1 0 0,1 0-1 0 0,-1 0 1 0 0,0 0 0 0 0,0 0-1 0 0,0 0 1 0 0,0-1-1 0 0,0 1 1 0 0,0 0 0 0 0,1 0-1 0 0,-1 0 1 0 0,0 0-1 0 0,0 0 1 0 0,0 0 0 0 0,0 0-1 0 0,1 0 1 0 0,-1 0-1 0 0,0 0 1 0 0,0 0-1 0 0,0 0 1 0 0,0 0 0 0 0,1 0-1 0 0,-1 0 1 0 0,0 0-1 0 0,0 0 1 0 0,0 0 0 0 0,1 0-1 0 0,-1 0 1 0 0,0 0-1 0 0,0 0 1 0 0,0 0 0 0 0,1 0-1 0 0,25-9 1046 0 0,35-7-985 0 0,292-38 1564 0 0,-115 43-2934 0 0,-236 11 1070 0 0,0 0 0 0 0,-1 0 0 0 0,1 0 0 0 0,0 0 0 0 0,-1 0 0 0 0,1 0 0 0 0,0 0-1 0 0,-1 1 1 0 0,1-1 0 0 0,0 1 0 0 0,-1-1 0 0 0,1 1 0 0 0,-1 0 0 0 0,1-1 0 0 0,-1 1 0 0 0,1 0 0 0 0,-1 0 0 0 0,0 0 0 0 0,2 2 0 0 0,-2-3-18 0 0,-1 1 0 0 0,0 0 0 0 0,1 0 0 0 0,-1 0 0 0 0,0 0 0 0 0,0 0 0 0 0,0 0-1 0 0,0 0 1 0 0,0 0 0 0 0,0 0 0 0 0,0 0 0 0 0,0 0 0 0 0,0 0 0 0 0,0 0 0 0 0,0 0 0 0 0,-1 0 0 0 0,1 0 0 0 0,0 0 0 0 0,-1-1 0 0 0,1 1-1 0 0,-1 0 1 0 0,1 0 0 0 0,-1 0 0 0 0,1 0 0 0 0,-1-1 0 0 0,-1 2 0 0 0,-6 8-1977 0 0</inkml:trace>
</inkml:ink>
</file>

<file path=ppt/ink/ink2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8:39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40 632 0 0,'0'0'66'0'0,"0"1"-1"0"0,-1-1 1 0 0,1 0-1 0 0,0 0 1 0 0,0 0 0 0 0,0 0-1 0 0,-1 0 1 0 0,1 0-1 0 0,0 0 1 0 0,0 0 0 0 0,0 0-1 0 0,-1 0 1 0 0,1 0-1 0 0,0 0 1 0 0,0-1 0 0 0,0 1-1 0 0,-1 0 1 0 0,1 0-1 0 0,0 0 1 0 0,0 0 0 0 0,0 0-1 0 0,0 0 1 0 0,-1 0-1 0 0,1 0 1 0 0,0-1 0 0 0,0 1-1 0 0,0 0 1 0 0,0 0-1 0 0,0 0 1 0 0,0 0 0 0 0,-1-1-1 0 0,1 1 1 0 0,0 0-1 0 0,0 0 1 0 0,0 0 0 0 0,0 0-1 0 0,0-1 1 0 0,0 1-1 0 0,0 0 1 0 0,0 0 0 0 0,0 0-1 0 0,0-1 1 0 0,0 1-1 0 0,0 0 1 0 0,0 0 0 0 0,0 0-1 0 0,0-1 1 0 0,0 1-1 0 0,0 0 1 0 0,0 0 0 0 0,0 0-1 0 0,0-1 1 0 0,0 1-1 0 0,0 0 1 0 0,0 0 0 0 0,0 0-1 0 0,1 0 1 0 0,-1-1-1 0 0,0 1 1 0 0,17-10 947 0 0,31-3-429 0 0,0 7 36 0 0,51 2 0 0 0,-84 4-522 0 0,1 1-1 0 0,0 0 0 0 0,-1 1 1 0 0,1 1-1 0 0,-1 1 0 0 0,0 0 1 0 0,21 8-1 0 0,-32-10-78 0 0,1 0 0 0 0,-1 0 0 0 0,0 0 0 0 0,0 1 0 0 0,0 0 0 0 0,0-1 0 0 0,0 1 0 0 0,-1 0 1 0 0,1 1-1 0 0,-1-1 0 0 0,0 1 0 0 0,0-1 0 0 0,0 1 0 0 0,-1 0 0 0 0,1 0 0 0 0,-1 1 0 0 0,0-1 0 0 0,0 0 0 0 0,2 9 0 0 0,-3-7-5 0 0,0 1 0 0 0,-1 0 1 0 0,0-1-1 0 0,0 1 0 0 0,0-1 0 0 0,-1 1 1 0 0,0-1-1 0 0,-1 1 0 0 0,1-1 0 0 0,-1 0 1 0 0,-1 0-1 0 0,-4 10 0 0 0,-7 10 26 0 0,-2-1 0 0 0,0-1-1 0 0,-1 0 1 0 0,-2-1 0 0 0,-23 22 0 0 0,2-8 383 0 0,-2-2 1 0 0,-1-1-1 0 0,-73 42 1 0 0,65-43 237 0 0,49-33-391 0 0,6 2-132 0 0,1 1-95 0 0,1-1 1 0 0,0 0-1 0 0,0 0 1 0 0,0 0-1 0 0,0-1 1 0 0,0 0-1 0 0,0 0 1 0 0,0-1-1 0 0,12 0 1 0 0,66-7 153 0 0,-62 4-131 0 0,517-65 417 0 0,-327 39-544 0 0,-116 17-1937 0 0,-94 12 1359 0 0,9 3-470 0 0</inkml:trace>
</inkml:ink>
</file>

<file path=ppt/ink/ink2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8:39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4 244 0 0,'-1'0'291'0'0,"1"-1"1"0"0,-1 1-1 0 0,1-1 0 0 0,-1 1 1 0 0,1 0-1 0 0,-1-1 0 0 0,0 1 1 0 0,1 0-1 0 0,-1 0 0 0 0,1 0 1 0 0,-1-1-1 0 0,0 1 0 0 0,1 0 0 0 0,-1 0 1 0 0,1 0-1 0 0,-1 0 0 0 0,0 0 1 0 0,1 0-1 0 0,-1 0 0 0 0,1 0 1 0 0,-1 0-1 0 0,0 1 0 0 0,1-1 1 0 0,-1 0-1 0 0,1 0 0 0 0,-1 0 1 0 0,0 1-1 0 0,-15 16 2867 0 0,-11 39-3584 0 0,14-27 1416 0 0,10-23-883 0 0,-1 0 0 0 0,1 0 0 0 0,0 1 1 0 0,1-1-1 0 0,-1 1 0 0 0,1-1 0 0 0,1 1 0 0 0,-1 0 0 0 0,1 0 0 0 0,0 0 1 0 0,1 0-1 0 0,0 0 0 0 0,0 0 0 0 0,2 13 0 0 0,-1-16-49 0 0,0 0 0 0 0,0-1-1 0 0,1 1 1 0 0,-1-1 0 0 0,1 1 0 0 0,0-1-1 0 0,0 0 1 0 0,0 1 0 0 0,0-1 0 0 0,1 0-1 0 0,-1 0 1 0 0,1-1 0 0 0,0 1 0 0 0,0-1-1 0 0,0 1 1 0 0,0-1 0 0 0,0 0 0 0 0,1 0 0 0 0,-1 0-1 0 0,0 0 1 0 0,1-1 0 0 0,0 0 0 0 0,-1 1-1 0 0,1-1 1 0 0,0-1 0 0 0,0 1 0 0 0,4 0-1 0 0,113 9 516 0 0,-60-7-2058 0 0,-1 3-4019 0 0</inkml:trace>
</inkml:ink>
</file>

<file path=ppt/ink/ink2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8:39.7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69 248 0 0,'0'0'4256'0'0,"-1"0"-4146"0"0,1-1 0 0 0,0 1 0 0 0,0-1 0 0 0,0 1 0 0 0,-1 0 0 0 0,1-1-1 0 0,0 1 1 0 0,0-1 0 0 0,0 1 0 0 0,0-1 0 0 0,0 1 0 0 0,0-1 0 0 0,0 1 0 0 0,0-1 0 0 0,0 1 0 0 0,0-1 0 0 0,0 1 0 0 0,0-1 0 0 0,1 1 0 0 0,-1-1 0 0 0,0 1 0 0 0,0-1 0 0 0,0 1 0 0 0,1-1 0 0 0,-1 1 0 0 0,0-1 0 0 0,0 1 0 0 0,1-1 0 0 0,11-5 226 0 0,0-1 1 0 0,0 1 0 0 0,0 1 0 0 0,1 1 0 0 0,0-1-1 0 0,0 2 1 0 0,18-3 0 0 0,60-5-6680 0 0,-71 9 4067 0 0</inkml:trace>
</inkml:ink>
</file>

<file path=ppt/ink/ink2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8:43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71 336 0 0,'18'-27'4724'0'0,"8"-17"3832"0"0,-28 45-8564 0 0,-1 0 8 0 0,1 0 0 0 0,0 0 1 0 0,0 1-1 0 0,0-1 0 0 0,0 1 1 0 0,0-1-1 0 0,0 1 0 0 0,0 0 0 0 0,1 0 1 0 0,-1 0-1 0 0,-1 2 0 0 0,0-1 6 0 0,-4 5 26 0 0,0 0 1 0 0,1 1 0 0 0,0 0 0 0 0,1 0-1 0 0,0 0 1 0 0,0 0 0 0 0,1 1 0 0 0,0 0-1 0 0,1 0 1 0 0,0 0 0 0 0,1 0 0 0 0,0 1-1 0 0,0-1 1 0 0,1 1 0 0 0,0-1 0 0 0,2 21-1 0 0,0-24-6 0 0,0 0-1 0 0,0 0 0 0 0,1 0 0 0 0,0 0 0 0 0,1 0 0 0 0,-1-1 0 0 0,1 1 0 0 0,1-1 1 0 0,-1 1-1 0 0,1-1 0 0 0,0 0 0 0 0,0 0 0 0 0,1-1 0 0 0,0 1 0 0 0,0-1 0 0 0,0 0 1 0 0,0-1-1 0 0,1 1 0 0 0,0-1 0 0 0,0 0 0 0 0,0 0 0 0 0,1-1 0 0 0,-1 0 0 0 0,1 0 1 0 0,7 2-1 0 0,3 0-754 0 0,0 0 1 0 0,1-1 0 0 0,-1-1 0 0 0,32 1 0 0 0,-41-7-1064 0 0</inkml:trace>
</inkml:ink>
</file>

<file path=ppt/ink/ink2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8:43.8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75 844 0 0,'0'0'1040'0'0,"-7"-5"554"0"0,8 0 2298 0 0,3 1-3765 0 0,1 0 0 0 0,-1 0-1 0 0,1 0 1 0 0,0 1 0 0 0,0 0 0 0 0,1 0-1 0 0,-1 0 1 0 0,1 0 0 0 0,10-3 0 0 0,62-14-2459 0 0,-47 13-760 0 0,-29 7 1282 0 0</inkml:trace>
</inkml:ink>
</file>

<file path=ppt/ink/ink2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8:44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56 492 0 0,'5'-4'555'0'0,"1"1"-1"0"0,0 0 1 0 0,-1 0 0 0 0,1 1 0 0 0,0-1-1 0 0,1 1 1 0 0,-1 1 0 0 0,0-1-1 0 0,13-1 1 0 0,-19 3-495 0 0,175-29 4064 0 0,-172 29-4044 0 0,-3 7 264 0 0,-12 7-196 0 0,-27 21-91 0 0,21-19 61 0 0,12-11-67 0 0,1 1-1 0 0,0 0 0 0 0,0 0 1 0 0,1 0-1 0 0,-1 0 0 0 0,1 1 0 0 0,1 0 1 0 0,-1 0-1 0 0,1 0 0 0 0,1 0 1 0 0,-1 1-1 0 0,1-1 0 0 0,0 1 1 0 0,1-1-1 0 0,0 1 0 0 0,0-1 0 0 0,1 10 1 0 0,0-13-48 0 0,2-1-1 0 0,-1 1 1 0 0,0 0 0 0 0,1-1 0 0 0,0 0 0 0 0,-1 1 0 0 0,1-1 0 0 0,1 0-1 0 0,-1 0 1 0 0,0 0 0 0 0,1 0 0 0 0,0 0 0 0 0,-1-1 0 0 0,1 1 0 0 0,0-1-1 0 0,0 1 1 0 0,1-1 0 0 0,-1 0 0 0 0,0-1 0 0 0,1 1 0 0 0,-1 0 0 0 0,1-1-1 0 0,6 2 1 0 0,42 9-2011 0 0,-8-10-3506 0 0,-29-3 3028 0 0</inkml:trace>
</inkml:ink>
</file>

<file path=ppt/ink/ink2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8:44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10 252 0 0,'0'0'7621'0'0,"1"-7"-6977"0"0,-1 7-601 0 0,0 0 0 0 0,0 0-1 0 0,0 0 1 0 0,0 0 0 0 0,0 0 0 0 0,0 0 0 0 0,0 0 0 0 0,-1 0-1 0 0,1 0 1 0 0,0 0 0 0 0,0 0 0 0 0,0 0 0 0 0,0 0 0 0 0,0 0-1 0 0,0 0 1 0 0,0 0 0 0 0,0 0 0 0 0,0 0 0 0 0,-1 0-1 0 0,1 0 1 0 0,0 0 0 0 0,0 0 0 0 0,0 0 0 0 0,0 0 0 0 0,0 0-1 0 0,0 0 1 0 0,0 0 0 0 0,0 0 0 0 0,0 0 0 0 0,0 0 0 0 0,-1 0-1 0 0,1-1 1 0 0,0 1 0 0 0,0 0 0 0 0,0 0 0 0 0,0 0-1 0 0,0 0 1 0 0,0 0 0 0 0,0 0 0 0 0,0 0 0 0 0,0 0 0 0 0,0 0-1 0 0,0 0 1 0 0,0 0 0 0 0,0-1 0 0 0,0 1 0 0 0,0 0 0 0 0,0 0-1 0 0,0 0 1 0 0,0 0 0 0 0,-4 4 41 0 0,1-1-1 0 0,-1 1 1 0 0,1 0 0 0 0,0 1 0 0 0,1-1-1 0 0,-1 1 1 0 0,1-1 0 0 0,0 1 0 0 0,0 0 0 0 0,0-1-1 0 0,1 1 1 0 0,-1 0 0 0 0,1 0 0 0 0,1 1-1 0 0,-1-1 1 0 0,1 0 0 0 0,-1 0 0 0 0,1 0-1 0 0,1 0 1 0 0,-1 0 0 0 0,1 0 0 0 0,0 0-1 0 0,0 0 1 0 0,1 0 0 0 0,-1 0 0 0 0,1 0-1 0 0,0 0 1 0 0,0 0 0 0 0,1-1 0 0 0,-1 0-1 0 0,1 1 1 0 0,0-1 0 0 0,5 5 0 0 0,-8-8-116 0 0,9 9-201 0 0,1 1 1 0 0,-1-1-1 0 0,15 11 1 0 0,-20-18-734 0 0,1 0 0 0 0,0 0 1 0 0,-1-1-1 0 0,1 1 0 0 0,0-1 0 0 0,0 0 1 0 0,7 2-1 0 0,1-1-1771 0 0</inkml:trace>
</inkml:ink>
</file>

<file path=ppt/ink/ink2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8:45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15 120 0 0,'0'0'2904'0'0,"-4"-15"2559"0"0,2 15-5364 0 0,1 0 0 0 0,0 0 0 0 0,0 1 0 0 0,-1-1 0 0 0,1 0 0 0 0,0 1 0 0 0,0-1 0 0 0,0 1 0 0 0,-1-1 0 0 0,1 1 0 0 0,0 0-1 0 0,0-1 1 0 0,0 1 0 0 0,0 0 0 0 0,0 0 0 0 0,0-1 0 0 0,1 1 0 0 0,-1 0 0 0 0,0 0 0 0 0,0 0 0 0 0,0 0 0 0 0,1 0 0 0 0,-1 1-1 0 0,1-1 1 0 0,-1 0 0 0 0,1 0 0 0 0,-1 0 0 0 0,0 2 0 0 0,-5 10-27 0 0,6-12 144 0 0,1 3-6 0 0,21 54 626 0 0,-14-38-559 0 0,0 0 1 0 0,-1 1-1 0 0,4 23 1 0 0,-10-42-232 0 0,-1-2-53 0 0,0 1 0 0 0,0-1 0 0 0,0 1-1 0 0,1-1 1 0 0,-1 0 0 0 0,0 1 0 0 0,0-1 0 0 0,0 1 0 0 0,0-1 0 0 0,0 1 0 0 0,0-1 0 0 0,0 1-1 0 0,0-1 1 0 0,0 1 0 0 0,0-1 0 0 0,0 0 0 0 0,0 1 0 0 0,0-1 0 0 0,0 1 0 0 0,0-1-1 0 0,-1 1 1 0 0,1-1 0 0 0,0 0 0 0 0,0 1 0 0 0,0-1 0 0 0,-1 1 0 0 0,1-1 0 0 0,0 0 0 0 0,-1 1-1 0 0,1-1 1 0 0,0 0 0 0 0,-1 1 0 0 0,1-1 0 0 0,0 0 0 0 0,-1 0 0 0 0,0 1 0 0 0,-15 16-2428 0 0,-8-10-3579 0 0</inkml:trace>
</inkml:ink>
</file>

<file path=ppt/ink/ink2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8:45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1 720 0 0,'6'1'646'0'0,"0"1"0"0"0,0-1 0 0 0,0 1-1 0 0,-1 1 1 0 0,1-1 0 0 0,0 1 0 0 0,-1 0 0 0 0,0 1 0 0 0,0-1-1 0 0,0 1 1 0 0,0 0 0 0 0,0 0 0 0 0,7 9 0 0 0,-9-9-478 0 0,0 1 1 0 0,-1 0 0 0 0,1-1 0 0 0,-1 1 0 0 0,0 0 0 0 0,0 0-1 0 0,0 0 1 0 0,-1 1 0 0 0,0-1 0 0 0,0 0 0 0 0,0 1-1 0 0,-1-1 1 0 0,0 0 0 0 0,0 1 0 0 0,0-1 0 0 0,0 1-1 0 0,-1-1 1 0 0,0 0 0 0 0,0 0 0 0 0,-1 1 0 0 0,1-1 0 0 0,-1 0-1 0 0,0 0 1 0 0,-4 7 0 0 0,-6 9-153 0 0,0-1 1 0 0,-1 0-1 0 0,-1-1 0 0 0,-1 0 1 0 0,-1-1-1 0 0,0-1 0 0 0,-1 0 1 0 0,-1-1-1 0 0,-32 21 1 0 0,24-20-2124 0 0,0-1 0 0 0,-2-2 0 0 0,-55 22 0 0 0,52-25-1111 0 0</inkml:trace>
</inkml:ink>
</file>

<file path=ppt/ink/ink2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8:47.5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169 248 508 0 0,'0'0'2660'0'0,"-1"5"-2131"0"0,-6 12-138 0 0,2 1-1 0 0,1 0 1 0 0,0 1 0 0 0,1-1-1 0 0,0 26 1 0 0,4 102 1232 0 0,1-59-574 0 0,-7-40 2015 0 0,4-46-3035 0 0,1-1 0 0 0,0 0-1 0 0,-1 0 1 0 0,1 1 0 0 0,0-1-1 0 0,-1 0 1 0 0,1 0 0 0 0,0 0 0 0 0,-1 0-1 0 0,1 0 1 0 0,0 1 0 0 0,-1-1-1 0 0,1 0 1 0 0,0 0 0 0 0,-1 0 0 0 0,1 0-1 0 0,0 0 1 0 0,-1 0 0 0 0,1 0-1 0 0,-1 0 1 0 0,1 0 0 0 0,0-1-1 0 0,-1 1 1 0 0,1 0 0 0 0,0 0 0 0 0,-1 0-1 0 0,1 0 1 0 0,0 0 0 0 0,-1-1-1 0 0,1 1 1 0 0,0 0 0 0 0,0 0 0 0 0,-1 0-1 0 0,1-1 1 0 0,0 1 0 0 0,0 0-1 0 0,-1 0 1 0 0,1-1 0 0 0,0 1 0 0 0,0 0-1 0 0,-1-1 1 0 0,1 1 0 0 0,0-1-1 0 0,-17-14 453 0 0,16 15-507 0 0,-8-12 188 0 0,0 0-1 0 0,0-1 0 0 0,2 0 1 0 0,-1 0-1 0 0,2-1 0 0 0,0 0 0 0 0,0 0 1 0 0,-3-15-1 0 0,-22-116 390 0 0,27 123-496 0 0,2-1 0 0 0,1 0 0 0 0,0 0 0 0 0,2 0-1 0 0,1 1 1 0 0,0-1 0 0 0,2 0 0 0 0,10-35 0 0 0,-11 49-49 0 0,0 1-1 0 0,1-1 1 0 0,0 1-1 0 0,0 0 1 0 0,1 0 0 0 0,0 0-1 0 0,0 1 1 0 0,1 0-1 0 0,0 0 1 0 0,11-10 0 0 0,-11 13-19 0 0,-1 0-1 0 0,1 0 1 0 0,0 1 0 0 0,-1 0 0 0 0,2 0 0 0 0,-1 1 0 0 0,0-1 0 0 0,1 1 0 0 0,-1 1 0 0 0,1-1-1 0 0,-1 1 1 0 0,1 0 0 0 0,0 1 0 0 0,-1 0 0 0 0,1 0 0 0 0,7 1 0 0 0,-8-1-35 0 0,-1 1 0 0 0,1-1 0 0 0,-1 1 0 0 0,1 1 0 0 0,-1-1 0 0 0,1 1 0 0 0,-1 0 0 0 0,0 0 0 0 0,0 1 0 0 0,0-1 0 0 0,0 1 0 0 0,0 1 0 0 0,-1-1 0 0 0,1 0 0 0 0,-1 1 0 0 0,0 0 0 0 0,0 0 0 0 0,0 0 0 0 0,-1 1 0 0 0,1-1 1 0 0,-1 1-1 0 0,0 0 0 0 0,0 0 0 0 0,-1 0 0 0 0,4 10 0 0 0,-4-9 14 0 0,0 0 1 0 0,-1 1 0 0 0,0-1-1 0 0,-1 1 1 0 0,1-1-1 0 0,-1 1 1 0 0,0-1 0 0 0,-1 1-1 0 0,0-1 1 0 0,0 1 0 0 0,0-1-1 0 0,-1 0 1 0 0,0 1-1 0 0,0-1 1 0 0,0 0 0 0 0,-1 0-1 0 0,0 0 1 0 0,0-1-1 0 0,0 1 1 0 0,-1-1 0 0 0,0 1-1 0 0,-5 4 1 0 0,-9 8-149 0 0,0-1 0 0 0,-2-1 0 0 0,-41 27 1 0 0,7-11-4037 0 0,47-25-181 0 0</inkml:trace>
</inkml:ink>
</file>

<file path=ppt/ink/ink2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8:47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0 812 0 0,'0'0'3633'0'0,"-4"4"-3056"0"0,-9 11-241 0 0,1 0-1 0 0,0 1 0 0 0,1 0 0 0 0,1 1 0 0 0,1 0 0 0 0,0 1 0 0 0,1 0 0 0 0,1 0 0 0 0,-8 31 0 0 0,9-24-69 0 0,0 2-1 0 0,1-1 0 0 0,2 0 0 0 0,0 1 1 0 0,2-1-1 0 0,4 48 0 0 0,-1-53-159 0 0,1-1 0 0 0,1-1-1 0 0,1 1 1 0 0,0 0 0 0 0,2-1 0 0 0,0 0-1 0 0,1-1 1 0 0,1 1 0 0 0,1-2-1 0 0,0 1 1 0 0,1-1 0 0 0,1-1-1 0 0,1 0 1 0 0,0-1 0 0 0,1 0 0 0 0,1-1-1 0 0,0-1 1 0 0,1 0 0 0 0,18 11-1 0 0,-26-19-238 0 0,12 8-105 0 0,0-1 0 0 0,38 15 1 0 0,-52-25-267 0 0,1 1 0 0 0,0-1 0 0 0,0-1 0 0 0,0 1 1 0 0,0-1-1 0 0,0-1 0 0 0,0 1 0 0 0,0-1 0 0 0,0 0 0 0 0,1-1 0 0 0,-1 0 0 0 0,0 0 1 0 0,10-3-1 0 0,0-2-1996 0 0</inkml:trace>
</inkml:ink>
</file>

<file path=ppt/ink/ink2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8:48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17 200 0 0,'0'-17'5480'0'0,"0"31"-1104"0"0,-1 11-3810 0 0,-4 34 510 0 0,4 101 0 0 0,2-141-912 0 0,1 0-1 0 0,2 1 1 0 0,0-1-1 0 0,0 0 0 0 0,2-1 1 0 0,0 1-1 0 0,2-1 1 0 0,16 30-1 0 0,-19-41-137 0 0,0-1-1 0 0,1 0 1 0 0,0 0-1 0 0,0-1 1 0 0,0 0-1 0 0,1 0 1 0 0,-1-1-1 0 0,1 1 1 0 0,0-1 0 0 0,1-1-1 0 0,-1 1 1 0 0,1-1-1 0 0,-1-1 1 0 0,14 4-1 0 0,-14-5-372 0 0,-1 1-1 0 0,1-1 1 0 0,0 0 0 0 0,0 0 0 0 0,0-1-1 0 0,0 0 1 0 0,-1-1 0 0 0,1 1-1 0 0,0-1 1 0 0,8-2 0 0 0,-6-1-847 0 0</inkml:trace>
</inkml:ink>
</file>

<file path=ppt/ink/ink2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8:48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95 356 0 0,'-1'-1'299'0'0,"-1"0"-1"0"0,1 0 1 0 0,0 0 0 0 0,-1 0-1 0 0,1 0 1 0 0,0 0 0 0 0,-1 0-1 0 0,1 0 1 0 0,0 0 0 0 0,0-1 0 0 0,0 1-1 0 0,0 0 1 0 0,0-1 0 0 0,1 1-1 0 0,-1 0 1 0 0,0-1 0 0 0,1 0-1 0 0,-1 1 1 0 0,1-1 0 0 0,-1 1-1 0 0,1-1 1 0 0,0 1 0 0 0,-1-1-1 0 0,1 0 1 0 0,0 1 0 0 0,0-4-1 0 0,2 3-144 0 0,-1-1 0 0 0,0 1 0 0 0,0 0-1 0 0,1 0 1 0 0,-1 0 0 0 0,1 1 0 0 0,0-1 0 0 0,-1 0-1 0 0,1 0 1 0 0,0 1 0 0 0,0-1 0 0 0,0 1-1 0 0,0 0 1 0 0,0-1 0 0 0,5 0 0 0 0,4-3-245 0 0,1 0 0 0 0,0 1 0 0 0,0 1 0 0 0,0 0 0 0 0,0 0 0 0 0,16 0 0 0 0,68 3-6117 0 0,-78 2 3936 0 0</inkml:trace>
  <inkml:trace contextRef="#ctx0" brushRef="#br0" timeOffset="1">494 67 384 0 0,'9'11'1845'0'0,"-1"0"-1"0"0,1 0 1 0 0,-2 0 0 0 0,0 1-1 0 0,11 25 1 0 0,-14-26-1730 0 0,0 1 0 0 0,-1-1 1 0 0,0 1-1 0 0,-1-1 0 0 0,0 1 0 0 0,-1 0 0 0 0,0 0 0 0 0,-1 0 0 0 0,-1 0 1 0 0,0 0-1 0 0,-3 18 0 0 0,3-25-1085 0 0,-1 8-140 0 0</inkml:trace>
</inkml:ink>
</file>

<file path=ppt/ink/ink2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8:49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18 820 0 0,'1'-11'3315'0'0,"-1"11"-3202"0"0,0-1 0 0 0,0 1 1 0 0,0 0-1 0 0,0 0 0 0 0,0 0 1 0 0,0 0-1 0 0,0 0 0 0 0,0-1 1 0 0,0 1-1 0 0,0 0 0 0 0,0 0 1 0 0,0 0-1 0 0,-1 0 0 0 0,1-1 0 0 0,0 1 1 0 0,1 0-1 0 0,-1 0 0 0 0,0 0 1 0 0,0 0-1 0 0,0-1 0 0 0,0 1 1 0 0,1-1 1472 0 0,-1 0-1473 0 0,0 1 1 0 0,0 0-1 0 0,0 0 0 0 0,1 0 1 0 0,-1 0-1 0 0,0 0 0 0 0,0 0 1 0 0,0 0-1 0 0,0 0 0 0 0,1 0 1 0 0,-1 0-1 0 0,0 0 0 0 0,0 0 1 0 0,0 0-1 0 0,0 0 0 0 0,1 0 1 0 0,-1 0-1 0 0,0 0 0 0 0,0 0 0 0 0,0 0 1 0 0,0 0-1 0 0,0 0 0 0 0,1 0 1 0 0,-1 0-1 0 0,0 0 0 0 0,96 167 2953 0 0,-93-162-2974 0 0,0 0 0 0 0,0 0 0 0 0,0 0 0 0 0,-1 0-1 0 0,1 0 1 0 0,-1 1 0 0 0,-1-1 0 0 0,1 1 0 0 0,-1-1 0 0 0,0 1 0 0 0,1 10 0 0 0,-2-13-57 0 0,-1 0 0 0 0,0 0 0 0 0,0 0 0 0 0,1 0 0 0 0,-2 0 1 0 0,1 0-1 0 0,0 0 0 0 0,-1-1 0 0 0,1 1 0 0 0,-1 0 0 0 0,0-1 0 0 0,0 1 0 0 0,0-1 1 0 0,0 1-1 0 0,0-1 0 0 0,0 0 0 0 0,-1 0 0 0 0,1 0 0 0 0,-1 0 0 0 0,1-1 1 0 0,-1 1-1 0 0,-4 1 0 0 0,1 0-147 0 0,-2 0 0 0 0,1-1 0 0 0,0 0 0 0 0,0 0 0 0 0,-1-1 0 0 0,1 0 0 0 0,-1 0 0 0 0,1-1 0 0 0,-16 0 0 0 0,-33-10-5311 0 0,43 4 1792 0 0,3-4 276 0 0</inkml:trace>
</inkml:ink>
</file>

<file path=ppt/ink/ink2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8:49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2 232 0 0,'8'-1'370'0'0,"1"0"1"0"0,-1 1-1 0 0,0 0 1 0 0,1 1-1 0 0,-1 0 0 0 0,0 0 1 0 0,0 1-1 0 0,1 0 0 0 0,-1 0 1 0 0,0 1-1 0 0,-1 0 1 0 0,1 0-1 0 0,-1 1 0 0 0,1 0 1 0 0,-1 0-1 0 0,0 1 0 0 0,0 0 1 0 0,-1 0-1 0 0,1 0 1 0 0,-1 1-1 0 0,-1 0 0 0 0,1 0 1 0 0,-1 1-1 0 0,8 12 0 0 0,-4-6-128 0 0,-2 1 1 0 0,1-1-1 0 0,-2 1 0 0 0,0 0 0 0 0,0 1 0 0 0,-2-1 0 0 0,1 1 0 0 0,-2 0 0 0 0,0 1 0 0 0,-1-1 0 0 0,-1 0 0 0 0,0 27 0 0 0,-3-21-85 0 0,-1-1-1 0 0,-1 1 0 0 0,-1-1 1 0 0,0 0-1 0 0,-2 0 0 0 0,0-1 1 0 0,-1 0-1 0 0,-1 0 0 0 0,-1-1 1 0 0,0 0-1 0 0,-26 33 0 0 0,0-10-764 0 0,-2-1-1 0 0,-2-3 1 0 0,-55 43-1 0 0,87-75 27 0 0,0 1 1 0 0,0-1-1 0 0,0 0 0 0 0,-1 0 0 0 0,-11 3 0 0 0,-4 3-2492 0 0,-3 0-29 0 0</inkml:trace>
</inkml:ink>
</file>

<file path=ppt/ink/ink2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8:50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40 424 0 0,'0'0'16008'0'0,"7"-1"-15958"0"0,172-19 356 0 0,-137 12-345 0 0,9 0-32 0 0,-49 7-33 0 0,9 0 197 0 0</inkml:trace>
</inkml:ink>
</file>

<file path=ppt/ink/ink2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8:50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25 348 0 0,'0'0'4672'0'0,"20"8"-2548"0"0,165-33 3016 0 0,-143 19-4136 0 0,-33 5-3913 0 0,0 1-3276 0 0</inkml:trace>
</inkml:ink>
</file>

<file path=ppt/ink/ink2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8:53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222 281 424 0 0,'1'-15'2419'0'0,"-1"7"-441"0"0,-1 12 1216 0 0,-30 258-1762 0 0,10-47-706 0 0,5-161 472 0 0,16-52-857 0 0,0-2-303 0 0,0 0-1 0 0,0 0 1 0 0,0 0-1 0 0,0 0 1 0 0,0 1-1 0 0,1-1 1 0 0,-1 0 0 0 0,0 0-1 0 0,0 0 1 0 0,0 1-1 0 0,0-1 1 0 0,0 0-1 0 0,0 0 1 0 0,0 1-1 0 0,0-1 1 0 0,0 0-1 0 0,0 0 1 0 0,0 1-1 0 0,0-1 1 0 0,0 0-1 0 0,0 0 1 0 0,0 0-1 0 0,0 1 1 0 0,0-1-1 0 0,0 0 1 0 0,0 0-1 0 0,0 1 1 0 0,0-1-1 0 0,0 0 1 0 0,-1 0-1 0 0,1 0 1 0 0,0 1-1 0 0,0-1 1 0 0,0 0-1 0 0,0 0 1 0 0,0 0-1 0 0,-1 0 1 0 0,1 1-1 0 0,0-1 1 0 0,0 0-1 0 0,0 0 1 0 0,0 0-1 0 0,-1 0 1 0 0,1 0 0 0 0,0 0-1 0 0,0 1 1 0 0,-1-1-1 0 0,1 0 1 0 0,0 0-1 0 0,0 0 1 0 0,0 0-1 0 0,-1 0 1 0 0,1 0-1 0 0,0 0 1 0 0,0 0-1 0 0,-1 0 1 0 0,1 0-1 0 0,0 0 1 0 0,0 0-1 0 0,-1 0 1 0 0,1 0-1 0 0,0-1 1 0 0,0 1-1 0 0,0 0 1 0 0,-1 0-1 0 0,1 0 1 0 0,0 0-1 0 0,-7-5 49 0 0,1 0-1 0 0,0 0 0 0 0,1 0 1 0 0,-1-1-1 0 0,1 1 0 0 0,0-1 1 0 0,0-1-1 0 0,1 1 0 0 0,0-1 1 0 0,0 0-1 0 0,0 1 0 0 0,-4-14 1 0 0,-10-32 107 0 0,2-1 1 0 0,3 0-1 0 0,1 0 1 0 0,-4-72-1 0 0,14 106-172 0 0,1-1 0 0 0,1 0-1 0 0,1 0 1 0 0,1 1 0 0 0,0-1-1 0 0,2 1 1 0 0,0-1 0 0 0,1 1 0 0 0,1 0-1 0 0,1 1 1 0 0,1 0 0 0 0,0 0-1 0 0,1 0 1 0 0,1 1 0 0 0,17-22 0 0 0,-24 35-40 0 0,0-1 0 0 0,1 1 0 0 0,0 0 0 0 0,0 0 0 0 0,0 1 0 0 0,1-1 1 0 0,-1 1-1 0 0,1 0 0 0 0,-1 0 0 0 0,1 0 0 0 0,0 1 0 0 0,0 0 1 0 0,1 0-1 0 0,-1 0 0 0 0,0 1 0 0 0,1-1 0 0 0,-1 1 0 0 0,1 0 1 0 0,-1 1-1 0 0,1-1 0 0 0,-1 1 0 0 0,1 0 0 0 0,-1 1 0 0 0,1-1 1 0 0,6 3-1 0 0,-6-1-21 0 0,0 0 1 0 0,0 1-1 0 0,-1 0 1 0 0,1 0 0 0 0,-1 0-1 0 0,0 1 1 0 0,1-1-1 0 0,-2 1 1 0 0,1 1 0 0 0,0-1-1 0 0,-1 1 1 0 0,0-1-1 0 0,0 1 1 0 0,0 0 0 0 0,-1 1-1 0 0,0-1 1 0 0,0 1-1 0 0,0-1 1 0 0,0 1 0 0 0,-1 0-1 0 0,3 11 1 0 0,-3-10 19 0 0,0 0 1 0 0,-1 1 0 0 0,0-1-1 0 0,0 0 1 0 0,-1 0 0 0 0,0 1-1 0 0,0-1 1 0 0,-1 0-1 0 0,0 1 1 0 0,0-1 0 0 0,0 0-1 0 0,-1 0 1 0 0,0 0 0 0 0,-1 0-1 0 0,1 0 1 0 0,-1 0 0 0 0,-1-1-1 0 0,1 1 1 0 0,-1-1-1 0 0,0 0 1 0 0,-9 10 0 0 0,-6 3-211 0 0,-1-1 0 0 0,0-1 0 0 0,-1-1 1 0 0,-39 23-1 0 0,2 0-1974 0 0,43-26 217 0 0,6-3-3066 0 0</inkml:trace>
</inkml:ink>
</file>

<file path=ppt/ink/ink2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8:53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32 84 0 0,'-8'-25'2475'0'0,"-2"18"968"0"0,7 9-3303 0 0,1 0-1 0 0,0 0 1 0 0,-1 0-1 0 0,1 0 1 0 0,0 0-1 0 0,0 0 1 0 0,0 0-1 0 0,1 1 1 0 0,-1-1-1 0 0,0 1 1 0 0,1 0-1 0 0,0-1 1 0 0,-2 4-1 0 0,-23 51 190 0 0,2 1-1 0 0,2 1 0 0 0,3 1 1 0 0,3 1-1 0 0,3 0 0 0 0,-8 74 1 0 0,18-115-277 0 0,1 1 1 0 0,1-1-1 0 0,1 1 0 0 0,0 0 1 0 0,2-1-1 0 0,0 1 1 0 0,1-1-1 0 0,1 1 1 0 0,1-1-1 0 0,1 0 1 0 0,1-1-1 0 0,0 0 0 0 0,2 0 1 0 0,13 23-1 0 0,-18-35-120 0 0,0-1-1 0 0,1 0 1 0 0,-1-1-1 0 0,1 1 0 0 0,0-1 1 0 0,0 0-1 0 0,1 0 0 0 0,0 0 1 0 0,0-1-1 0 0,0 0 1 0 0,13 6-1 0 0,-14-8-261 0 0,-1 0 0 0 0,1-1 0 0 0,0 0 1 0 0,0 0-1 0 0,0 0 0 0 0,0-1 0 0 0,0 0 0 0 0,0 0 0 0 0,0 0 0 0 0,0 0 1 0 0,0-1-1 0 0,0 0 0 0 0,0 0 0 0 0,0 0 0 0 0,0-1 0 0 0,-1 1 0 0 0,1-1 1 0 0,7-4-1 0 0,10-7-1892 0 0</inkml:trace>
</inkml:ink>
</file>

<file path=ppt/ink/ink2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8:53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33 600 0 0,'-6'-20'3082'0'0,"2"9"-1044"0"0,0 10 893 0 0,-2 19-2732 0 0,1 0 0 0 0,1 1 0 0 0,1-1 1 0 0,0 1-1 0 0,2 0 0 0 0,0 0 0 0 0,1 0 1 0 0,1 0-1 0 0,0 0 0 0 0,2 0 0 0 0,5 23 1 0 0,10 22 348 0 0,46 115-1 0 0,-62-175-530 0 0,1 3 17 0 0,0 0-1 0 0,1-1 0 0 0,0 1 1 0 0,1-1-1 0 0,-1 0 0 0 0,1 0 0 0 0,0-1 1 0 0,1 1-1 0 0,-1-1 0 0 0,1 0 0 0 0,0-1 1 0 0,0 1-1 0 0,1-1 0 0 0,-1-1 0 0 0,12 6 1 0 0,-11-6-371 0 0,1 0 1 0 0,-1-1 0 0 0,0 0 0 0 0,1 0-1 0 0,-1-1 1 0 0,1 0 0 0 0,0 0 0 0 0,-1-1-1 0 0,9 0 1 0 0,0-7-4278 0 0,-9 2 1964 0 0</inkml:trace>
</inkml:ink>
</file>

<file path=ppt/ink/ink2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8:54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66 392 0 0,'7'-17'796'0'0,"2"12"-60"0"0,-4-2 536 0 0,19-4-740 0 0,-10 6-40 0 0,4 0-52 0 0,2 0-52 0 0,5 1-124 0 0,-5 2-136 0 0,5 0-164 0 0,3-1-64 0 0,-10 3-276 0 0,1 0-448 0 0,-2 0-888 0 0,-1 2 392 0 0</inkml:trace>
</inkml:ink>
</file>

<file path=ppt/ink/ink2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8:54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1 343 764 0 0,'11'14'5031'0'0,"21"97"-166"0"0,-19-73-4131 0 0,10 51-1 0 0,-22-69-1211 0 0,0-8-1456 0 0,1-3-3581 0 0</inkml:trace>
  <inkml:trace contextRef="#ctx0" brushRef="#br0" timeOffset="1">268 0 120 0 0,'16'19'777'0'0,"0"1"-1"0"0,-2 0 1 0 0,-1 1-1 0 0,0 1 1 0 0,-2 0-1 0 0,12 31 1 0 0,-15-31-468 0 0,-2 0 0 0 0,0 1 0 0 0,-1 0 0 0 0,-2 0 0 0 0,0 0 0 0 0,-1 1 0 0 0,-1-1 0 0 0,-2 0 0 0 0,0 1 0 0 0,-2-1 0 0 0,-5 25 0 0 0,4-30-174 0 0,-2-1-1 0 0,0 0 1 0 0,-1 0 0 0 0,-1 0 0 0 0,0-1 0 0 0,-1 0 0 0 0,-1 0 0 0 0,-1-1 0 0 0,0-1 0 0 0,-1 1 0 0 0,0-2 0 0 0,-1 0 0 0 0,-1 0 0 0 0,0-2 0 0 0,0 1 0 0 0,-1-2 0 0 0,-1 0 0 0 0,-21 10 0 0 0,23-13-928 0 0,0-1 0 0 0,-1-1 0 0 0,0 0 0 0 0,0-1-1 0 0,0-1 1 0 0,0 0 0 0 0,-1-1 0 0 0,-18 0 0 0 0,20-2-1845 0 0</inkml:trace>
</inkml:ink>
</file>

<file path=ppt/ink/ink2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8:54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78 820 0 0,'0'-1'629'0'0,"0"-1"-1"0"0,0 1 1 0 0,0-1-1 0 0,0 1 1 0 0,0-1 0 0 0,1 1-1 0 0,-1-1 1 0 0,0 1-1 0 0,1-1 1 0 0,-1 1-1 0 0,1 0 1 0 0,0-1 0 0 0,1-1-1 0 0,27-5 116 0 0,1 0 0 0 0,0 3-1 0 0,0 0 1 0 0,32 0 0 0 0,55-9 185 0 0,-86 9-1659 0 0,49-1 1 0 0,-77 6-9 0 0,5 4-585 0 0</inkml:trace>
</inkml:ink>
</file>

<file path=ppt/ink/ink2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8:55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12 920 0 0,'-6'-8'3281'0'0,"6"8"-3175"0"0,0 0 0 0 0,0 0 0 0 0,0-1 0 0 0,0 1-1 0 0,0 0 1 0 0,0 0 0 0 0,0 0 0 0 0,0 0-1 0 0,0 0 1 0 0,0-1 0 0 0,-1 1 0 0 0,1 0-1 0 0,0 0 1 0 0,0 0 0 0 0,0 0 0 0 0,0 0 0 0 0,0-1-1 0 0,0 1 1 0 0,-1 0 0 0 0,1 0 0 0 0,0 0-1 0 0,0 0 1 0 0,0 0 0 0 0,0 0 0 0 0,-1 0 0 0 0,1 0-1 0 0,0 0 1 0 0,0 0 0 0 0,0 0 0 0 0,0 0-1 0 0,-1 0 1 0 0,1 0 0 0 0,0 0 0 0 0,0 0-1 0 0,0 0 1 0 0,0 0 0 0 0,-1 0 0 0 0,1 0 0 0 0,0 0-1 0 0,0 0 1 0 0,0 0 0 0 0,0 0 0 0 0,-1 0-1 0 0,1 0 1 0 0,0 0 0 0 0,0 0 0 0 0,0 0 0 0 0,0 1-1 0 0,0-1 1 0 0,-1 0 0 0 0,1 0 0 0 0,0 0-1 0 0,0 0 1 0 0,0 1 0 0 0,-7 23 573 0 0,2 2-1 0 0,1-1 1 0 0,-2 51 0 0 0,8 82-1544 0 0,4-112-1083 0 0,2-19-3514 0 0</inkml:trace>
</inkml:ink>
</file>

<file path=ppt/ink/ink2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8:55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26 310 188 0 0,'0'0'276'0'0,"1"-1"0"0"0,-1 1 0 0 0,0-1 0 0 0,1 0 0 0 0,-1 1 0 0 0,1-1 0 0 0,-1 1 0 0 0,1-1 0 0 0,-1 1 0 0 0,1 0 0 0 0,0-1 0 0 0,-1 1 0 0 0,1-1 0 0 0,0 1 0 0 0,-1 0 0 0 0,1-1 0 0 0,0 1 0 0 0,-1 0-1 0 0,1 0 1 0 0,0 0 0 0 0,-1 0 0 0 0,1 0 0 0 0,0-1 0 0 0,0 1 0 0 0,8 40 1653 0 0,5 51-1 0 0,-10-57-1042 0 0,1 0 1 0 0,20 66 0 0 0,-22-65-143 0 0,-4-30 3130 0 0,-12-33-3718 0 0,0-1 0 0 0,2 0 0 0 0,1-1 1 0 0,2-1-1 0 0,1 1 0 0 0,1-1 1 0 0,2 0-1 0 0,1 0 0 0 0,1-1 0 0 0,2 1 1 0 0,1-1-1 0 0,8-53 0 0 0,-5 65-154 0 0,1 0 0 0 0,1 0 0 0 0,9-23 0 0 0,-12 36-63 0 0,0 0 0 0 0,0 1 1 0 0,1-1-1 0 0,0 1 0 0 0,0 0 0 0 0,1 0 0 0 0,-1 1 0 0 0,1-1 0 0 0,1 1 0 0 0,-1 0 0 0 0,12-8 0 0 0,-16 12 33 0 0,0 0-1 0 0,1 0 0 0 0,-1 1 1 0 0,1-1-1 0 0,-1 0 0 0 0,1 1 1 0 0,0-1-1 0 0,-1 1 0 0 0,1-1 1 0 0,0 1-1 0 0,-1 0 0 0 0,1-1 1 0 0,0 1-1 0 0,-1 0 0 0 0,1 0 1 0 0,0 0-1 0 0,-1 1 0 0 0,1-1 1 0 0,0 0-1 0 0,-1 1 0 0 0,1-1 1 0 0,0 1-1 0 0,-1-1 0 0 0,2 2 1 0 0,0 0-18 0 0,0 0 1 0 0,-1 0-1 0 0,1 0 1 0 0,-1 0-1 0 0,0 1 1 0 0,0-1-1 0 0,0 1 1 0 0,0-1-1 0 0,0 1 1 0 0,0 0-1 0 0,1 6 1 0 0,1-2-22 0 0,-1 1 1 0 0,0 1-1 0 0,-1-1 1 0 0,0 0-1 0 0,-1 1 1 0 0,1-1-1 0 0,-2 1 0 0 0,1 14 1 0 0,-3-10-1 0 0,-1 1-1 0 0,0-1 1 0 0,-1 0 0 0 0,-1 0-1 0 0,0 0 1 0 0,0-1-1 0 0,-1 1 1 0 0,-1-2 0 0 0,-15 22-1 0 0,-3-3-1781 0 0,-1 0 0 0 0,-32 26 0 0 0,16-15-4429 0 0</inkml:trace>
</inkml:ink>
</file>

<file path=ppt/ink/ink2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8:56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17 892 0 0,'6'-11'2467'0'0,"-5"6"-613"0"0,-6 9 1948 0 0,-23 25-3372 0 0,2 1 0 0 0,1 2 1 0 0,1 0-1 0 0,2 2 0 0 0,1 0 1 0 0,2 2-1 0 0,2 0 0 0 0,1 0 1 0 0,1 2-1 0 0,3 0 0 0 0,-15 72 1 0 0,24-91-282 0 0,2 0 1 0 0,0-1 0 0 0,1 1 0 0 0,0 0-1 0 0,2 0 1 0 0,0 0 0 0 0,9 32-1 0 0,-7-40-68 0 0,-1-1-1 0 0,2 1 1 0 0,0-1-1 0 0,0 0 0 0 0,0 0 1 0 0,1 0-1 0 0,1-1 0 0 0,0 0 1 0 0,0 0-1 0 0,1-1 1 0 0,0 0-1 0 0,0 0 0 0 0,1-1 1 0 0,9 7-1 0 0,-5-6-177 0 0,-1-1 1 0 0,1 0-1 0 0,1-1 0 0 0,-1 0 1 0 0,1-1-1 0 0,0 0 0 0 0,1-1 1 0 0,26 3-1 0 0,-30-6-394 0 0,0 0 0 0 0,0-1 0 0 0,-1 0 0 0 0,1-1 0 0 0,14-3 0 0 0,-17 2-408 0 0,1 0 0 0 0,-1-1 0 0 0,0 0 0 0 0,-1 0 0 0 0,1-1-1 0 0,-1 0 1 0 0,10-7 0 0 0,5-6-2234 0 0</inkml:trace>
</inkml:ink>
</file>

<file path=ppt/ink/ink2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8:56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26 292 0 0,'0'-1'257'0'0,"0"0"0"0"0,0 0 1 0 0,0 0-1 0 0,0 0 0 0 0,0 0 0 0 0,0 0 0 0 0,0 0 1 0 0,-1-1-1 0 0,1 1 0 0 0,0 0 0 0 0,0 0 0 0 0,-1 0 1 0 0,1 0-1 0 0,-1 0 0 0 0,1 0 0 0 0,-1 0 0 0 0,0 1 1 0 0,1-1-1 0 0,-1 0 0 0 0,0 0 0 0 0,1 0 0 0 0,-1 1 1 0 0,0-1-1 0 0,0 0 0 0 0,-2-1 0 0 0,2 3-140 0 0,0-1-1 0 0,0 0 1 0 0,0 1-1 0 0,0-1 1 0 0,0 0 0 0 0,-1 1-1 0 0,1-1 1 0 0,0 1-1 0 0,0 0 1 0 0,0-1 0 0 0,0 1-1 0 0,0 0 1 0 0,0-1-1 0 0,1 1 1 0 0,-1 0-1 0 0,0 0 1 0 0,0 0 0 0 0,-1 2-1 0 0,-32 55 1182 0 0,24-38-948 0 0,1 0-1 0 0,2 1 1 0 0,0-1-1 0 0,1 1 1 0 0,1 1-1 0 0,1-1 0 0 0,1 1 1 0 0,1-1-1 0 0,0 1 1 0 0,2 0-1 0 0,1 0 1 0 0,0 0-1 0 0,2-1 1 0 0,5 23-1 0 0,-6-39-272 0 0,0 1 0 0 0,0 0-1 0 0,0-1 1 0 0,1 1 0 0 0,0-1 0 0 0,0 0-1 0 0,0 0 1 0 0,0 0 0 0 0,1 0 0 0 0,0-1-1 0 0,0 1 1 0 0,0-1 0 0 0,1 0 0 0 0,-1 0 0 0 0,1-1-1 0 0,0 1 1 0 0,0-1 0 0 0,9 4 0 0 0,-1-1-504 0 0,1-1 0 0 0,0 0 0 0 0,0-1 0 0 0,1-1 0 0 0,-1 0 0 0 0,19 1 1 0 0,-17-5-1356 0 0</inkml:trace>
</inkml:ink>
</file>

<file path=ppt/ink/ink2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8:56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4 101 508 0 0,'-3'-25'5303'0'0,"9"18"-4960"0"0,0 1 0 0 0,0-1 0 0 0,1 1 1 0 0,0 1-1 0 0,0-1 0 0 0,1 1 0 0 0,0 0 1 0 0,0 1-1 0 0,0 0 0 0 0,0 0 1 0 0,0 1-1 0 0,1 0 0 0 0,0 0 0 0 0,-1 1 1 0 0,1 0-1 0 0,0 1 0 0 0,0 0 0 0 0,14 0 1 0 0,0 0-999 0 0,1 1 0 0 0,29 5 1 0 0,41 12-6041 0 0,-76-13 4625 0 0</inkml:trace>
</inkml:ink>
</file>

<file path=ppt/ink/ink2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8:57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138 383 720 0 0,'0'0'789'0'0,"48"14"4123"0"0,-46-13-4775 0 0,-1 0 0 0 0,1 0 0 0 0,-1 1 0 0 0,1-1 0 0 0,-1 1 0 0 0,0-1 0 0 0,1 1 0 0 0,-1-1 0 0 0,0 1 0 0 0,0 0 0 0 0,0 0 0 0 0,0-1 0 0 0,0 1 0 0 0,-1 0 0 0 0,1 0 0 0 0,-1 0 0 0 0,1 0 0 0 0,-1 0 0 0 0,0 0 0 0 0,1 0 0 0 0,-1 0 0 0 0,0 0 0 0 0,0 0 0 0 0,-1 0 0 0 0,1 0 0 0 0,-1 3 0 0 0,0 2 48 0 0,0 0 1 0 0,0-1-1 0 0,-1 1 0 0 0,0-1 0 0 0,-1 1 1 0 0,-3 7-1 0 0,0-4 318 0 0,0 0 0 0 0,1 1 0 0 0,0 0 0 0 0,-4 16 0 0 0,9-26-476 0 0,0 0 0 0 0,0-1 1 0 0,1 1-1 0 0,-1 0 0 0 0,0 0 0 0 0,1 0 0 0 0,-1-1 1 0 0,0 1-1 0 0,1 0 0 0 0,-1 0 0 0 0,1-1 0 0 0,0 1 1 0 0,-1 0-1 0 0,1-1 0 0 0,-1 1 0 0 0,1-1 0 0 0,0 1 1 0 0,-1-1-1 0 0,1 1 0 0 0,0-1 0 0 0,0 1 0 0 0,-1-1 1 0 0,1 0-1 0 0,0 1 0 0 0,0-1 0 0 0,0 0 0 0 0,0 0 1 0 0,-1 1-1 0 0,1-1 0 0 0,0 0 0 0 0,0 0 0 0 0,0 0 1 0 0,0 0-1 0 0,0 0 0 0 0,1-1 0 0 0,29 0 230 0 0,1-3-1217 0 0,48-14 0 0 0,-68 14-487 0 0,-1 0 0 0 0,0-1 0 0 0,0 0 0 0 0,13-9 0 0 0,-3-2-1938 0 0</inkml:trace>
  <inkml:trace contextRef="#ctx0" brushRef="#br0" timeOffset="1">671 0 220 0 0,'0'0'966'0'0,"5"3"11"0"0,4 5-528 0 0,-1 0 0 0 0,0 1 0 0 0,0 0 0 0 0,-1 0-1 0 0,0 0 1 0 0,0 1 0 0 0,-1 0 0 0 0,0 0 0 0 0,-1 1 0 0 0,0 0 0 0 0,-1 0 0 0 0,0 0 0 0 0,-1 0 0 0 0,0 1 0 0 0,1 12 0 0 0,-1-5-141 0 0,0-1 1 0 0,-1 1-1 0 0,-1 0 1 0 0,-1-1-1 0 0,-1 1 1 0 0,0 0-1 0 0,-1-1 1 0 0,-1 1-1 0 0,-7 22 0 0 0,0-18-144 0 0,-1 1 0 0 0,-1-1-1 0 0,-1-1 1 0 0,-1-1 0 0 0,-1 0-1 0 0,0 0 1 0 0,-2-2-1 0 0,0 0 1 0 0,-1-1 0 0 0,-1 0-1 0 0,-25 16 1 0 0,-7 3-734 0 0,-2-2 0 0 0,-2-3 0 0 0,-81 36 0 0 0,81-45-2729 0 0,-94 27 1 0 0,91-37 193 0 0</inkml:trace>
</inkml:ink>
</file>

<file path=ppt/ink/ink2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8:58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78 740 0 0,'0'0'1269'0'0,"-9"-6"2032"0"0,9 6-3160 0 0,-1 0-1 0 0,1-1 1 0 0,0 1-1 0 0,-1 0 1 0 0,1 0-1 0 0,0 0 1 0 0,0 0-1 0 0,0 0 0 0 0,-1-1 1 0 0,1 1-1 0 0,0 0 1 0 0,0 0-1 0 0,0 0 1 0 0,-1-1-1 0 0,1 1 1 0 0,0 0-1 0 0,0 0 1 0 0,0-1-1 0 0,0 1 0 0 0,0 0 1 0 0,-1-1-1 0 0,1 1 1 0 0,0 0-1 0 0,0 0 1 0 0,0-1-1 0 0,0 1 1 0 0,0 0-1 0 0,0-1 1 0 0,0 1-1 0 0,0 0 0 0 0,0 0 1 0 0,0-1-1 0 0,0 1 1 0 0,0 0-1 0 0,0 0 1 0 0,1-1-1 0 0,-1 1 1 0 0,0 0-1 0 0,0-1 1 0 0,0 1-1 0 0,0 0 0 0 0,0 0 1 0 0,1-1-1 0 0,11-7 147 0 0,1 1 1 0 0,0 0-1 0 0,0 0 0 0 0,0 2 0 0 0,1 0 0 0 0,0 0 0 0 0,0 1 0 0 0,21-3 0 0 0,-24 5-460 0 0,1 0 1 0 0,-1 1 0 0 0,0 1-1 0 0,1 0 1 0 0,-1 0-1 0 0,0 1 1 0 0,0 0-1 0 0,0 1 1 0 0,1 0-1 0 0,-2 1 1 0 0,22 8-1 0 0,-29-9-67 0 0,0 0 0 0 0,0 0-1 0 0,-1 0 1 0 0,1 0 0 0 0,0 0-1 0 0,-1 1 1 0 0,1-1-1 0 0,-1 1 1 0 0,3 3 0 0 0,3 18-4371 0 0,-10-7 1801 0 0</inkml:trace>
</inkml:ink>
</file>

<file path=ppt/ink/ink2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8:58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11 124 776 0 0,'0'0'1784'0'0,"-10"5"1096"0"0,34-24-2331 0 0,-12 9-65 0 0,6 3-108 0 0,4-4-128 0 0,5-2-152 0 0,-2-2-212 0 0,2 5-140 0 0,0-1-152 0 0,-1 5-152 0 0,-6-1-421 0 0,1-1-1051 0 0,2-3 468 0 0</inkml:trace>
</inkml:ink>
</file>

<file path=ppt/ink/ink2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9:01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28 664 0 0,'-1'-2'243'0'0,"-1"-1"0"0"0,0 1 1 0 0,1 0-1 0 0,-1 1 0 0 0,0-1 0 0 0,0 0 0 0 0,0 0 0 0 0,-1 1 1 0 0,1-1-1 0 0,0 1 0 0 0,0 0 0 0 0,-1 0 0 0 0,1-1 0 0 0,-1 2 1 0 0,1-1-1 0 0,-1 0 0 0 0,1 0 0 0 0,-1 1 0 0 0,0-1 0 0 0,1 1 1 0 0,-1 0-1 0 0,0 0 0 0 0,1 0 0 0 0,-4 1 0 0 0,2 0-138 0 0,0 1 0 0 0,0 0-1 0 0,0 0 1 0 0,0 0-1 0 0,0 0 1 0 0,1 1-1 0 0,-1-1 1 0 0,1 1 0 0 0,0 0-1 0 0,0 0 1 0 0,0 0-1 0 0,0 0 1 0 0,0 1 0 0 0,-3 5-1 0 0,1-1 8 0 0,1 1-1 0 0,-1-1 1 0 0,2 1 0 0 0,-1 0 0 0 0,1 0-1 0 0,0 0 1 0 0,1 0 0 0 0,0 0-1 0 0,1 1 1 0 0,0-1 0 0 0,0 1 0 0 0,1-1-1 0 0,0 0 1 0 0,1 1 0 0 0,3 17-1 0 0,-3-20-53 0 0,1-1 0 0 0,-1 1 0 0 0,1 0 0 0 0,1-1 0 0 0,-1 1 0 0 0,1-1-1 0 0,1 1 1 0 0,-1-1 0 0 0,1 0 0 0 0,0-1 0 0 0,0 1 0 0 0,0-1 0 0 0,1 0 0 0 0,0 0-1 0 0,0 0 1 0 0,0 0 0 0 0,1-1 0 0 0,0 0 0 0 0,0 0 0 0 0,0-1 0 0 0,0 1 0 0 0,9 2-1 0 0,-13-5-16 0 0,0 0 0 0 0,1 0 0 0 0,-1 0 0 0 0,0-1 0 0 0,1 1 0 0 0,-1-1 0 0 0,0 1 0 0 0,1-1 0 0 0,-1 0 0 0 0,1 0 0 0 0,-1 0 0 0 0,0-1 0 0 0,1 1 0 0 0,-1 0 0 0 0,1-1 0 0 0,-1 0 0 0 0,0 1 0 0 0,0-1 0 0 0,1 0 0 0 0,-1 0 0 0 0,0 0-1 0 0,0-1 1 0 0,0 1 0 0 0,2-2 0 0 0,-1-1 39 0 0,0 1 0 0 0,-1-1-1 0 0,1 1 1 0 0,-1-1 0 0 0,0 0-1 0 0,0 0 1 0 0,0 0 0 0 0,-1 0-1 0 0,0 0 1 0 0,1 0-1 0 0,-2 0 1 0 0,2-7 0 0 0,0-9 253 0 0,-1 0 1 0 0,-1 1-1 0 0,0-1 0 0 0,-7-35 1 0 0,3 38-78 0 0,-1-1 1 0 0,-1 0-1 0 0,-1 1 0 0 0,-10-19 1 0 0,7 14-268 0 0,9 21-304 0 0,7 48-13278 0 0</inkml:trace>
</inkml:ink>
</file>

<file path=ppt/ink/ink2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9:01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1 119 648 0 0,'20'-22'7203'0'0,"-17"2"-4473"0"0,9-33 4200 0 0,-11 51-6569 0 0,-1 1-445 0 0,1-1 1 0 0,-1 1 0 0 0,1 0 0 0 0,0 0 0 0 0,0-1 0 0 0,-1 1-1 0 0,1 0 1 0 0,0 0 0 0 0,0 0 0 0 0,0 0 0 0 0,0 0-1 0 0,0 0 1 0 0,0 1 0 0 0,1-1 0 0 0,-1 0 0 0 0,0 0-1 0 0,0 1 1 0 0,0-1 0 0 0,1 1 0 0 0,-1-1 0 0 0,0 1 0 0 0,1 0-1 0 0,-1-1 1 0 0,1 1 0 0 0,-1 0 0 0 0,0 0 0 0 0,1 0-1 0 0,-1 0 1 0 0,2 0 0 0 0,32 6-2411 0 0,-7 2-3845 0 0,-11-3 2660 0 0</inkml:trace>
</inkml:ink>
</file>

<file path=ppt/ink/ink2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9:02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13 764 0 0,'-20'-12'4933'0'0,"15"12"-4741"0"0,1 1-1 0 0,0 0 0 0 0,0 0 1 0 0,0 0-1 0 0,0 1 1 0 0,0-1-1 0 0,0 1 0 0 0,0 0 1 0 0,0 0-1 0 0,1 1 1 0 0,-1-1-1 0 0,1 1 0 0 0,-1-1 1 0 0,1 1-1 0 0,0 0 1 0 0,0 0-1 0 0,1 1 0 0 0,-1-1 1 0 0,1 1-1 0 0,-1-1 1 0 0,1 1-1 0 0,0 0 1 0 0,-2 4-1 0 0,-1 3 6 0 0,0 0 0 0 0,1 0 1 0 0,1 1-1 0 0,-1-1 0 0 0,2 1 1 0 0,-1-1-1 0 0,0 19 0 0 0,2-23-122 0 0,1 1-1 0 0,0-1 0 0 0,0 1 1 0 0,1-1-1 0 0,0 1 1 0 0,0-1-1 0 0,0 0 1 0 0,1 1-1 0 0,0-1 1 0 0,1 0-1 0 0,0 0 1 0 0,0-1-1 0 0,0 1 0 0 0,1 0 1 0 0,0-1-1 0 0,0 0 1 0 0,5 6-1 0 0,-8-12-53 0 0,0 1-1 0 0,-1-1 1 0 0,1 0-1 0 0,0 0 1 0 0,0 1 0 0 0,-1-1-1 0 0,1 0 1 0 0,0 0-1 0 0,0 0 1 0 0,0 0-1 0 0,-1 0 1 0 0,1 0-1 0 0,0 0 1 0 0,0 0 0 0 0,-1-1-1 0 0,1 1 1 0 0,0 0-1 0 0,0 0 1 0 0,-1-1-1 0 0,1 1 1 0 0,0 0-1 0 0,0-1 1 0 0,-1 1-1 0 0,1-1 1 0 0,0 1 0 0 0,-1-1-1 0 0,1 1 1 0 0,-1-1-1 0 0,1 1 1 0 0,-1-1-1 0 0,1 0 1 0 0,-1 1-1 0 0,1-2 1 0 0,15-20 458 0 0,-10 8-373 0 0,0-1-1 0 0,-1 0 1 0 0,-1 0-1 0 0,0 0 1 0 0,-1 0-1 0 0,-1-1 1 0 0,0 1-1 0 0,-2-1 1 0 0,1 1-1 0 0,-2-1 1 0 0,0 1-1 0 0,-1-1 1 0 0,-6-25-1 0 0,8 39-435 0 0</inkml:trace>
</inkml:ink>
</file>

<file path=ppt/ink/ink2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9:02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32 1124 0 0,'1'-1'454'0'0,"0"0"-1"0"0,0 0 1 0 0,0 0-1 0 0,-1-1 1 0 0,1 1-1 0 0,0 0 1 0 0,-1 0-1 0 0,1-1 1 0 0,-1 1-1 0 0,0 0 1 0 0,1-1-1 0 0,-1 1 1 0 0,0 0-1 0 0,0-1 1 0 0,0 1-1 0 0,0-1 1 0 0,0 1-1 0 0,0 0 1 0 0,0-1-1 0 0,0 1 1 0 0,-1-1-1 0 0,1 0 1 0 0,-1 2-274 0 0,-1-1 1 0 0,1 1-1 0 0,0 0 0 0 0,0 0 1 0 0,0 1-1 0 0,0-1 1 0 0,0 0-1 0 0,-1 0 0 0 0,1 0 1 0 0,0 1-1 0 0,0-1 1 0 0,0 0-1 0 0,0 1 0 0 0,0-1 1 0 0,0 1-1 0 0,0 0 1 0 0,0-1-1 0 0,0 1 0 0 0,-1 1 1 0 0,-54 44 453 0 0,49-38-575 0 0,1 0 0 0 0,0 0 0 0 0,1 1 0 0 0,-1-1 0 0 0,2 1 0 0 0,-1 0 0 0 0,1 1 0 0 0,0-1 0 0 0,1 1 0 0 0,0 0 0 0 0,1 0 0 0 0,0 0-1 0 0,-1 15 1 0 0,3-19-45 0 0,0 0-1 0 0,0 1 0 0 0,0-1 1 0 0,1 1-1 0 0,-1-1 1 0 0,2 0-1 0 0,-1 1 0 0 0,1-1 1 0 0,0 0-1 0 0,0 0 0 0 0,1 0 1 0 0,-1 0-1 0 0,1 0 0 0 0,1-1 1 0 0,-1 1-1 0 0,1-1 0 0 0,0 0 1 0 0,0 0-1 0 0,1-1 0 0 0,-1 1 1 0 0,10 6-1 0 0,-12-10 0 0 0,0 1 0 0 0,0-1 1 0 0,0 0-1 0 0,0-1 0 0 0,0 1 0 0 0,0 0 0 0 0,1-1 0 0 0,-1 1 0 0 0,0-1 0 0 0,1 0 0 0 0,-1 1 0 0 0,0-1 0 0 0,1 0 1 0 0,-1 0-1 0 0,0-1 0 0 0,0 1 0 0 0,1 0 0 0 0,-1-1 0 0 0,0 0 0 0 0,0 1 0 0 0,1-1 0 0 0,-1 0 0 0 0,0 0 1 0 0,0 0-1 0 0,0 0 0 0 0,0-1 0 0 0,0 1 0 0 0,-1-1 0 0 0,1 1 0 0 0,0-1 0 0 0,0 1 0 0 0,-1-1 0 0 0,1 0 1 0 0,-1 0-1 0 0,0 0 0 0 0,2-3 0 0 0,1 0 34 0 0,0-1 0 0 0,0 0 0 0 0,-1 0 0 0 0,0-1 0 0 0,0 1 1 0 0,0-1-1 0 0,-1 1 0 0 0,0-1 0 0 0,0 0 0 0 0,-1 0 0 0 0,1-7 0 0 0,-2 1-23 0 0,-1 0 0 0 0,0 0-1 0 0,-1 1 1 0 0,-1-1-1 0 0,0 0 1 0 0,0 1 0 0 0,-1 0-1 0 0,-1-1 1 0 0,-7-13-1 0 0,11 25-321 0 0,-2-2-258 0 0,-2-1 282 0 0,1 5-2944 0 0,-16 19 833 0 0,20-20 2093 0 0,-1 1 1 0 0,1 0-1 0 0,0-1 0 0 0,-1 1 0 0 0,1 0 0 0 0,-1-1 0 0 0,1 1 1 0 0,0 0-1 0 0,0-1 0 0 0,-1 1 0 0 0,1 0 0 0 0,0 0 1 0 0,0 0-1 0 0,0-1 0 0 0,0 1 0 0 0,0 0 0 0 0,0 0 0 0 0,0-1 1 0 0,0 1-1 0 0,0 0 0 0 0,0 1 0 0 0</inkml:trace>
</inkml:ink>
</file>

<file path=ppt/ink/ink2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9:03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89 840 0 0,'0'0'887'0'0,"15"-39"6042"0"0,-14 38-6238 0 0,8-43 7935 0 0,-9 43-8620 0 0,0 1 0 0 0,0 0 0 0 0,0 0 0 0 0,0 0 1 0 0,0-1-1 0 0,-1 1 0 0 0,1 0 0 0 0,0 0 0 0 0,0 0 0 0 0,0-1 0 0 0,0 1 0 0 0,-1 0 1 0 0,1 0-1 0 0,0 0 0 0 0,0 0 0 0 0,0-1 0 0 0,0 1 0 0 0,-1 0 0 0 0,1 0 0 0 0,0 0 0 0 0,0 0 1 0 0,-1 0-1 0 0,1 0 0 0 0,0 0 0 0 0,0 0 0 0 0,-1 0 0 0 0,1 0 0 0 0,0-1 0 0 0,0 1 0 0 0,0 0 1 0 0,-1 0-1 0 0,1 1 0 0 0,0-1 0 0 0,0 0 0 0 0,-1 0 0 0 0,1 0 0 0 0,0 0 0 0 0,0 0 1 0 0,-1 0-1 0 0,1 0 0 0 0,0 0 0 0 0,0 0 0 0 0,0 0 0 0 0,-1 1 0 0 0,1-1 0 0 0,0 0 0 0 0,0 0 1 0 0,-1 0-1 0 0,-17 7 184 0 0,13-5-161 0 0,-2 4-11 0 0,1 0-1 0 0,-1 0 1 0 0,1 1 0 0 0,1 0-1 0 0,-1 0 1 0 0,1 1-1 0 0,0-1 1 0 0,1 1-1 0 0,0 0 1 0 0,0 1 0 0 0,1-1-1 0 0,0 0 1 0 0,0 1-1 0 0,1 0 1 0 0,0 0-1 0 0,0 0 1 0 0,1 0 0 0 0,0 0-1 0 0,1 0 1 0 0,0 0-1 0 0,3 15 1 0 0,-3-12-89 0 0,2 0 1 0 0,0 0 0 0 0,0 0-1 0 0,1-1 1 0 0,1 0 0 0 0,0 1-1 0 0,0-1 1 0 0,1 0-1 0 0,0-1 1 0 0,1 1 0 0 0,1-1-1 0 0,-1 0 1 0 0,1-1 0 0 0,1 0-1 0 0,15 15 1 0 0,-20-22 70 0 0,0 0 0 0 0,0 0 0 0 0,-1 0 1 0 0,1-1-1 0 0,0 0 0 0 0,0 1 0 0 0,1-1 0 0 0,-1 0 0 0 0,0-1 0 0 0,0 1 1 0 0,0 0-1 0 0,1-1 0 0 0,-1 0 0 0 0,0 0 0 0 0,0 0 0 0 0,1 0 0 0 0,-1 0 1 0 0,0-1-1 0 0,1 1 0 0 0,-1-1 0 0 0,0 0 0 0 0,0 0 0 0 0,0 0 0 0 0,0 0 1 0 0,0-1-1 0 0,0 1 0 0 0,0-1 0 0 0,0 0 0 0 0,-1 0 0 0 0,1 0 0 0 0,-1 0 1 0 0,1 0-1 0 0,-1 0 0 0 0,2-4 0 0 0,5-2 79 0 0,-1-1 0 0 0,-1-1 0 0 0,0 1 0 0 0,0-1 0 0 0,-1-1 0 0 0,0 1 1 0 0,-1-1-1 0 0,5-12 0 0 0,-6 9-44 0 0,-1 0-1 0 0,0 0 1 0 0,-1 0 0 0 0,-1 0 0 0 0,0 0 0 0 0,-1 0-1 0 0,0 0 1 0 0,-2-1 0 0 0,1 1 0 0 0,-1 0 0 0 0,-1 0 0 0 0,-10-26-1 0 0,13 39-125 0 0,0 1-1 0 0,0-1 1 0 0,0 1-1 0 0,0-1 1 0 0,0 0-1 0 0,0 1 1 0 0,0-1-1 0 0,-1 1 0 0 0,1-1 1 0 0,0 1-1 0 0,0-1 1 0 0,-1 1-1 0 0,1-1 1 0 0,0 1-1 0 0,-1-1 1 0 0,1 1-1 0 0,-1-1 0 0 0,1 1 1 0 0,0 0-1 0 0,-1-1 1 0 0,1 1-1 0 0,-1-1 1 0 0,1 1-1 0 0,-1 0 1 0 0,0 0-1 0 0,1-1 0 0 0,-1 1 1 0 0,1 0-1 0 0,-1 0 1 0 0,1 0-1 0 0,-1 0 1 0 0,0-1-1 0 0,1 1 1 0 0,-1 0-1 0 0,1 0 1 0 0,-1 0-1 0 0,0 0 0 0 0,1 0 1 0 0,-1 1-1 0 0,1-1 1 0 0,-1 0-1 0 0,0 0 1 0 0,1 0-1 0 0,-1 0 1 0 0,1 1-1 0 0,-1-1 0 0 0,0 1 1 0 0,-1 0-558 0 0,0 0 0 0 0,1 1 0 0 0,-1-1 0 0 0,1 1 0 0 0,-1 0 0 0 0,1-1 0 0 0,0 1 0 0 0,0 0 0 0 0,0 0 0 0 0,0 0 0 0 0,0 0 0 0 0,-1 4 0 0 0,-2 7-2778 0 0</inkml:trace>
</inkml:ink>
</file>

<file path=ppt/ink/ink2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9:03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9 348 0 0,'-30'-6'5553'0'0,"25"8"-5373"0"0,0 0 1 0 0,0 0-1 0 0,0 1 1 0 0,0-1-1 0 0,1 1 1 0 0,-1 0 0 0 0,1 0-1 0 0,0 1 1 0 0,-1-1-1 0 0,2 1 1 0 0,-1 0-1 0 0,0 0 1 0 0,1 0 0 0 0,0 0-1 0 0,0 1 1 0 0,0-1-1 0 0,0 1 1 0 0,1 0-1 0 0,-1 0 1 0 0,1 0 0 0 0,1 0-1 0 0,-1 0 1 0 0,1 1-1 0 0,-1 5 1 0 0,1-5-91 0 0,0 1 1 0 0,0 0 0 0 0,1 0-1 0 0,-1 0 1 0 0,2 0-1 0 0,-1 0 1 0 0,1 0-1 0 0,0 0 1 0 0,1-1-1 0 0,-1 1 1 0 0,1 0-1 0 0,1-1 1 0 0,-1 1 0 0 0,1-1-1 0 0,0 0 1 0 0,1 0-1 0 0,-1 0 1 0 0,1 0-1 0 0,6 6 1 0 0,-9-11-38 0 0,0 0 0 0 0,0-1-1 0 0,0 1 1 0 0,1-1 0 0 0,-1 0 0 0 0,0 1 0 0 0,0-1 0 0 0,0 0 0 0 0,0 0 0 0 0,1 0-1 0 0,-1 0 1 0 0,0 0 0 0 0,0 0 0 0 0,0 0 0 0 0,0 0 0 0 0,1 0 0 0 0,-1 0 0 0 0,0-1 0 0 0,0 1-1 0 0,0 0 1 0 0,0-1 0 0 0,0 1 0 0 0,0-1 0 0 0,0 1 0 0 0,0-1 0 0 0,0 0 0 0 0,0 1-1 0 0,0-1 1 0 0,0 0 0 0 0,0 0 0 0 0,1-1 0 0 0,24-24 829 0 0,-19 16-617 0 0,0-1 0 0 0,-1 1-1 0 0,0-1 1 0 0,-1 0 0 0 0,0 0-1 0 0,-1-1 1 0 0,-1 0 0 0 0,1 1 0 0 0,-2-1-1 0 0,0 0 1 0 0,0-1 0 0 0,0-17 0 0 0,-2 27-185 0 0,-2-19 198 0 0,2 21-486 0 0,0 0 0 0 0,0 1 0 0 0,-1-1 1 0 0,1 0-1 0 0,0 0 0 0 0,0 0 0 0 0,0 0 1 0 0,-1 0-1 0 0,1 0 0 0 0,0 0 1 0 0,-1 1-1 0 0,1-1 0 0 0,-1 0 0 0 0,1 0 1 0 0,-1 0-1 0 0,1 1 0 0 0,-1-1 0 0 0,0 0 1 0 0,1 1-1 0 0,-1-1 0 0 0,0 0 0 0 0,0 1 1 0 0,0-1-1 0 0,-17 13-2425 0 0,13-3-2126 0 0,1 2 1257 0 0</inkml:trace>
</inkml:ink>
</file>

<file path=ppt/ink/ink2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9:04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10 32 0 0,'-4'-9'8787'0'0,"-4"12"-8641"0"0,0 1 1 0 0,1 0-1 0 0,-1 0 1 0 0,1 0 0 0 0,0 1-1 0 0,0 0 1 0 0,1 1-1 0 0,-1 0 1 0 0,1 0-1 0 0,1 0 1 0 0,-1 0 0 0 0,1 1-1 0 0,0 0 1 0 0,0 0-1 0 0,1 0 1 0 0,0 1-1 0 0,0 0 1 0 0,1 0-1 0 0,0 0 1 0 0,0 0 0 0 0,1 0-1 0 0,0 0 1 0 0,1 1-1 0 0,-1-1 1 0 0,2 1-1 0 0,-1-1 1 0 0,2 16 0 0 0,0-13-108 0 0,0-1 1 0 0,0 1-1 0 0,1-1 1 0 0,1 0 0 0 0,0 0-1 0 0,0 0 1 0 0,1 0-1 0 0,0-1 1 0 0,11 18 0 0 0,-13-24-13 0 0,0 0 0 0 0,1 0 0 0 0,-1 0 0 0 0,1 0 0 0 0,0-1 0 0 0,0 1 0 0 0,0-1 0 0 0,0 0 0 0 0,0 1 0 0 0,0-1 0 0 0,1-1 0 0 0,-1 1 0 0 0,0 0 0 0 0,1-1 0 0 0,0 0 1 0 0,-1 0-1 0 0,1 0 0 0 0,0 0 0 0 0,0-1 0 0 0,-1 1 0 0 0,1-1 0 0 0,0 0 0 0 0,0 0 0 0 0,0 0 0 0 0,0-1 0 0 0,-1 0 0 0 0,1 1 0 0 0,0-1 0 0 0,-1 0 0 0 0,5-2 0 0 0,2-1 192 0 0,-1-1 1 0 0,0 0-1 0 0,0 0 0 0 0,0 0 0 0 0,-1-1 0 0 0,1-1 0 0 0,-2 1 0 0 0,1-1 0 0 0,-1-1 1 0 0,0 0-1 0 0,0 0 0 0 0,-1 0 0 0 0,9-16 0 0 0,-10 17-61 0 0,-1 0 1 0 0,0-1-1 0 0,0 0 0 0 0,-1 0 0 0 0,0 0 1 0 0,-1 0-1 0 0,0-1 0 0 0,0 1 0 0 0,0 0 1 0 0,-1-1-1 0 0,-1 0 0 0 0,1 1 0 0 0,-2-1 0 0 0,1 1 1 0 0,-1-1-1 0 0,-3-15 0 0 0,2 20-235 0 0,1 1 0 0 0,-1 0 1 0 0,0 0-1 0 0,1 0 0 0 0,-1 0 0 0 0,-1 0 0 0 0,1 0 0 0 0,0 1 1 0 0,-1-1-1 0 0,1 0 0 0 0,-1 1 0 0 0,0 0 0 0 0,0 0 0 0 0,0 0 0 0 0,0 0 1 0 0,0 0-1 0 0,0 1 0 0 0,-1-1 0 0 0,1 1 0 0 0,-1 0 0 0 0,1 0 1 0 0,-7-1-1 0 0,-37-3-3337 0 0,5 8-3540 0 0,21 0 2578 0 0</inkml:trace>
</inkml:ink>
</file>

<file path=ppt/ink/ink2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9:06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92 1068 0 0,'-1'-9'1697'0'0,"0"0"1"0"0,1 0-1 0 0,0 1 0 0 0,1-1 0 0 0,-1 0 0 0 0,4-11 1 0 0,-4 19-1071 0 0,4-11 1771 0 0,-4 12-2344 0 0,0 0 1 0 0,0 0 0 0 0,-1 1-1 0 0,1-1 1 0 0,0 0-1 0 0,0 0 1 0 0,0 0 0 0 0,0 0-1 0 0,0 0 1 0 0,-1 0-1 0 0,1 0 1 0 0,0 0-1 0 0,0 0 1 0 0,0 0 0 0 0,0 0-1 0 0,-1 0 1 0 0,1 0-1 0 0,0 0 1 0 0,0 0-1 0 0,0 0 1 0 0,0 0 0 0 0,0 0-1 0 0,-1-1 1 0 0,1 1-1 0 0,0 0 1 0 0,0 0 0 0 0,0 0-1 0 0,0 0 1 0 0,0 0-1 0 0,-1 0 1 0 0,1 0-1 0 0,0 0 1 0 0,0 0 0 0 0,0-1-1 0 0,0 1 1 0 0,0 0-1 0 0,0 0 1 0 0,0 0 0 0 0,0 0-1 0 0,0 0 1 0 0,-1-1-1 0 0,1 1 1 0 0,0 0-1 0 0,0 0 1 0 0,0 0 0 0 0,0 0-1 0 0,0-1 1 0 0,0 1-1 0 0,0 0 1 0 0,0 0-1 0 0,0 0 1 0 0,0 0 0 0 0,0 0-1 0 0,0-1 1 0 0,0 1-1 0 0,0 0 1 0 0,1 0 0 0 0,-1 0-1 0 0,0 0 1 0 0,0-1-1 0 0,0 1 1 0 0,0 0-1 0 0,0 0 1 0 0,0 0 0 0 0,0 0-1 0 0,0 0 1 0 0,0 0-1 0 0,0-1 1 0 0,1 1-1 0 0,-39 40 36 0 0,2 1 0 0 0,2 2 1 0 0,2 1-1 0 0,2 2 0 0 0,-31 62 0 0 0,58-101-78 0 0,-18 41 24 0 0,21-46-43 0 0,-1 0 0 0 0,0 0 0 0 0,1 0-1 0 0,-1 0 1 0 0,1 0 0 0 0,-1 0-1 0 0,1 0 1 0 0,0 0 0 0 0,0 0 0 0 0,0 1-1 0 0,0-1 1 0 0,0 0 0 0 0,1 0 0 0 0,-1 0-1 0 0,1 0 1 0 0,-1 0 0 0 0,1 0-1 0 0,0 0 1 0 0,1 3 0 0 0,2-1-34 0 0,1-1 0 0 0,-1 0 0 0 0,1 0 0 0 0,0 0 0 0 0,0 0 0 0 0,0-1 0 0 0,0 0 0 0 0,0 0 1 0 0,0 0-1 0 0,1-1 0 0 0,-1 1 0 0 0,11 0 0 0 0,-8-1-18 0 0,0 0 1 0 0,0 0-1 0 0,-1-1 0 0 0,1 0 1 0 0,0-1-1 0 0,0 1 1 0 0,15-5-1 0 0,-14 2 79 0 0,-1-1 0 0 0,1-1 0 0 0,-1 0 0 0 0,0 0 0 0 0,0-1 0 0 0,-1 0 0 0 0,1 0 0 0 0,-1 0 0 0 0,-1-1 0 0 0,1 0 0 0 0,-1-1 0 0 0,6-9 0 0 0,-11 15 125 0 0,-7 25 128 0 0,0-1 0 0 0,-14 28 0 0 0,2-1-221 0 0,16-43-91 0 0,-41 129-1206 0 0,25-47-4629 0 0,18-87 5585 0 0,0 0 0 0 0,0-1 0 0 0,0 1 0 0 0,0 0 0 0 0,0 0 0 0 0,0 0 0 0 0,0-1 1 0 0,0 1-1 0 0,1 0 0 0 0,-1 0 0 0 0,0-1 0 0 0,0 1 0 0 0,1 0 0 0 0,-1 0 0 0 0,0-1 0 0 0,1 1 0 0 0,-1 0 0 0 0,1-1 0 0 0,-1 1 0 0 0,1 0 0 0 0,-1-1 0 0 0,1 1 0 0 0,0-1 0 0 0,-1 1 0 0 0,1-1 0 0 0,0 1 0 0 0</inkml:trace>
</inkml:ink>
</file>

<file path=ppt/ink/ink2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9:07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17 128 472 0 0,'0'0'1007'0'0,"27"-36"6409"0"0,3 1-2723 0 0,-29 34-3762 0 0,29-28 2279 0 0,56 3-2182 0 0,-84 25-991 0 0,3 1-24 0 0,-1 1 0 0 0,0-1 0 0 0,1 1 0 0 0,-1-1 0 0 0,0 1-1 0 0,1 0 1 0 0,6 4 0 0 0,-6-1-14 0 0,0 1 0 0 0,-1-1 0 0 0,1 1 0 0 0,-1 0 1 0 0,0 1-1 0 0,-1-1 0 0 0,1 1 0 0 0,-1-1 0 0 0,0 1 0 0 0,-1 0 0 0 0,1 0 0 0 0,-1 1 0 0 0,0-1 0 0 0,-1 0 1 0 0,0 1-1 0 0,0-1 0 0 0,0 1 0 0 0,-1-1 0 0 0,1 1 0 0 0,-2-1 0 0 0,1 1 0 0 0,-2 6 0 0 0,0 2-3 0 0,-1 1-1 0 0,0-1 1 0 0,-1 0 0 0 0,-1-1-1 0 0,-1 1 1 0 0,0-1-1 0 0,0 0 1 0 0,-13 19-1 0 0,-4-2 12 0 0,0-1 0 0 0,-2-1 0 0 0,-2-1 0 0 0,0-2 0 0 0,-56 43 0 0 0,61-49 114 0 0,22-20-116 0 0,0 0-1 0 0,0 1 1 0 0,0-1-1 0 0,0 0 0 0 0,0 0 1 0 0,-1 0-1 0 0,1 0 1 0 0,0 1-1 0 0,0-1 0 0 0,0 0 1 0 0,0 0-1 0 0,0 0 1 0 0,0 1-1 0 0,0-1 1 0 0,0 0-1 0 0,0 0 0 0 0,0 0 1 0 0,0 0-1 0 0,0 1 1 0 0,0-1-1 0 0,0 0 0 0 0,0 0 1 0 0,0 0-1 0 0,0 1 1 0 0,0-1-1 0 0,0 0 1 0 0,0 0-1 0 0,0 0 0 0 0,0 1 1 0 0,0-1-1 0 0,1 0 1 0 0,-1 0-1 0 0,0 0 0 0 0,0 0 1 0 0,0 0-1 0 0,0 1 1 0 0,0-1-1 0 0,0 0 1 0 0,1 0-1 0 0,-1 0 0 0 0,0 0 1 0 0,0 0-1 0 0,0 0 1 0 0,0 0-1 0 0,1 1 0 0 0,-1-1 1 0 0,0 0-1 0 0,0 0 1 0 0,0 0-1 0 0,1 0 1 0 0,-1 0-1 0 0,0 0 0 0 0,0 0 1 0 0,1 0-1 0 0,46-6 417 0 0,-19 1-467 0 0,24-3-789 0 0,107-10 2054 0 0,-106 16-5186 0 0,2 5-5002 0 0,-41-1 4992 0 0</inkml:trace>
</inkml:ink>
</file>

<file path=ppt/ink/ink2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9:07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0 431 28 0 0,'0'0'1079'0'0,"4"-1"-6"0"0,35-17 2323 0 0,45-27 0 0 0,-48 23-2198 0 0,-2-2 0 0 0,0-2 0 0 0,31-30 0 0 0,-59 51-1074 0 0,-1-1 1 0 0,-1 0-1 0 0,1 0 1 0 0,-1 0 0 0 0,0 0-1 0 0,0-1 1 0 0,-1 1-1 0 0,0-1 1 0 0,0 0-1 0 0,0 0 1 0 0,-1-1-1 0 0,0 1 1 0 0,-1 0-1 0 0,0-1 1 0 0,0 1-1 0 0,0-1 1 0 0,-1-13-1 0 0,0 17-107 0 0,-1-1 0 0 0,0 1 0 0 0,0-1 0 0 0,0 0 0 0 0,0 1-1 0 0,-1 0 1 0 0,1-1 0 0 0,-1 1 0 0 0,0 0 0 0 0,-1 0 0 0 0,1 0 0 0 0,-1 0 0 0 0,0 0-1 0 0,0 1 1 0 0,0-1 0 0 0,0 1 0 0 0,0-1 0 0 0,-1 1 0 0 0,1 1 0 0 0,-1-1 0 0 0,0 0-1 0 0,0 1 1 0 0,0 0 0 0 0,-1 0 0 0 0,1 0 0 0 0,0 0 0 0 0,-1 1 0 0 0,1-1 0 0 0,-8 0 0 0 0,7 1-20 0 0,0 0 0 0 0,1 0 0 0 0,-1 1 1 0 0,0 0-1 0 0,0-1 0 0 0,0 2 0 0 0,0-1 1 0 0,0 1-1 0 0,0-1 0 0 0,1 1 0 0 0,-1 1 1 0 0,0-1-1 0 0,-7 4 0 0 0,9-3-4 0 0,0 0 0 0 0,1 0 0 0 0,-1 0-1 0 0,1 0 1 0 0,0 0 0 0 0,-1 1 0 0 0,1-1-1 0 0,0 1 1 0 0,0-1 0 0 0,1 1 0 0 0,-1 0-1 0 0,1 0 1 0 0,-1 0 0 0 0,1-1 0 0 0,0 2-1 0 0,0-1 1 0 0,0 0 0 0 0,0 0 0 0 0,1 0 0 0 0,-1 0-1 0 0,1 1 1 0 0,0 3 0 0 0,1 28-20 0 0,2-1 1 0 0,1 0-1 0 0,1-1 1 0 0,19 60-1 0 0,-8-29-16 0 0,-10-41-58 0 0,-2-1-1 0 0,3 42 1 0 0,-7-56 43 0 0,0 1 1 0 0,0-1-1 0 0,-1 1 1 0 0,0-1-1 0 0,-1 1 0 0 0,0-1 1 0 0,0 0-1 0 0,-1 0 1 0 0,0 0-1 0 0,-6 12 0 0 0,8-17 33 0 0,-9 4-7 0 0,2-4 5 0 0,6-3 33 0 0,1 0-1 0 0,-1-1 1 0 0,1 1 0 0 0,-1 0 0 0 0,0 0 0 0 0,1-1 0 0 0,-1 1 0 0 0,1-1-1 0 0,-1 1 1 0 0,1-1 0 0 0,0 0 0 0 0,-1 1 0 0 0,1-1 0 0 0,0 0 0 0 0,-1 0 0 0 0,1 0-1 0 0,0 0 1 0 0,0 0 0 0 0,0 0 0 0 0,0 0 0 0 0,0-1 0 0 0,0 1 0 0 0,0 0-1 0 0,0-1 1 0 0,0 1 0 0 0,1 0 0 0 0,-1-1 0 0 0,0-2 0 0 0,-18-40 192 0 0,17 34-208 0 0,0 1-1 0 0,1 0 1 0 0,0-1 0 0 0,1 1 0 0 0,0-1 0 0 0,0 1 0 0 0,1-1 0 0 0,1 1-1 0 0,-1-1 1 0 0,1 1 0 0 0,1 0 0 0 0,0 0 0 0 0,0 0 0 0 0,1 0 0 0 0,0 0-1 0 0,10-15 1 0 0,-5 11-609 0 0,0 0 1 0 0,1 0-1 0 0,21-20 0 0 0,-19 22-1179 0 0,1 0 1 0 0,0 1-1 0 0,20-12 1 0 0,-12 10-1374 0 0</inkml:trace>
</inkml:ink>
</file>

<file path=ppt/ink/ink2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9:08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7 440 0 0,'0'0'7385'0'0,"5"-1"-6766"0"0,18-2-56 0 0,0 1-1 0 0,-1 1 1 0 0,1 1-1 0 0,0 1 1 0 0,0 1 0 0 0,-1 1-1 0 0,1 1 1 0 0,21 7-1 0 0,-42-10-539 0 0,0 0 0 0 0,0 0-1 0 0,0 1 1 0 0,0-1 0 0 0,-1 0-1 0 0,1 1 1 0 0,0-1 0 0 0,-1 1-1 0 0,1 0 1 0 0,-1-1 0 0 0,0 1-1 0 0,1 0 1 0 0,-1 0 0 0 0,0 0 0 0 0,0 0-1 0 0,0 0 1 0 0,0 0 0 0 0,-1 0-1 0 0,1 0 1 0 0,-1 0 0 0 0,1 1-1 0 0,-1-1 1 0 0,0 0 0 0 0,1 0-1 0 0,-1 1 1 0 0,0-1 0 0 0,0 0-1 0 0,-1 0 1 0 0,1 0 0 0 0,0 1 0 0 0,-1-1-1 0 0,-1 3 1 0 0,-1 10 36 0 0,-2 0 1 0 0,0 0-1 0 0,-12 22 0 0 0,9-19 16 0 0,-41 78 216 0 0,-6 17-2697 0 0,52-102 1273 0 0,0 2-546 0 0,-3-4-3038 0 0,1-1 1945 0 0</inkml:trace>
</inkml:ink>
</file>

<file path=ppt/ink/ink2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9:08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0 24 0 0,'0'0'9934'0'0,"2"5"-9425"0"0,50 83 1786 0 0,-38-68-1921 0 0,-1 1 1 0 0,0 0-1 0 0,-2 1 1 0 0,-1 1-1 0 0,12 35 1 0 0,-21-55-357 0 0,-1 0 1 0 0,1 1 0 0 0,-1-1-1 0 0,1 1 1 0 0,-1-1-1 0 0,0 0 1 0 0,0 1 0 0 0,-1-1-1 0 0,1 1 1 0 0,-1-1 0 0 0,1 0-1 0 0,-1 0 1 0 0,0 1-1 0 0,0-1 1 0 0,-1 0 0 0 0,1 0-1 0 0,-1 0 1 0 0,1 0-1 0 0,-1 0 1 0 0,0 0 0 0 0,0 0-1 0 0,0-1 1 0 0,-1 1 0 0 0,1-1-1 0 0,-1 0 1 0 0,1 1-1 0 0,-1-1 1 0 0,0 0 0 0 0,1-1-1 0 0,-1 1 1 0 0,0 0 0 0 0,-1-1-1 0 0,1 0 1 0 0,0 1-1 0 0,-7 0 1 0 0,2 1-382 0 0,0-1 0 0 0,-1-1 0 0 0,1 1 1 0 0,-1-1-1 0 0,1-1 0 0 0,-9 0 0 0 0,9 0-698 0 0,0-1-1 0 0,0 0 1 0 0,1 0-1 0 0,-1-1 1 0 0,0 0 0 0 0,-7-3-1 0 0,0-2-2151 0 0</inkml:trace>
</inkml:ink>
</file>

<file path=ppt/ink/ink2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49:08.8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1 139 504 0 0,'23'-12'1091'0'0,"212"-98"8233"0"0,-176 94-7982 0 0,-58 16-1627 0 0,4 0-304 0 0,10 1 44 0 0,-9 3-5041 0 0,-1 8 2626 0 0</inkml:trace>
</inkml:ink>
</file>

<file path=ppt/ink/ink2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02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1 440 0 0,'0'0'4140'0'0,"8"1"-1923"0"0</inkml:trace>
</inkml:ink>
</file>

<file path=ppt/ink/ink2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1044 0 0,'0'0'4601'0'0,"18"-8"-4161"0"0,1 11-624 0 0,3 1-2853 0 0,-4-3 1461 0 0</inkml:trace>
</inkml:ink>
</file>

<file path=ppt/ink/ink2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0 372 0 0,'1'4'2535'0'0,"2"1"1849"0"0</inkml:trace>
</inkml:ink>
</file>

<file path=ppt/ink/ink2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10:20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1 824 0 0,'0'12'2168'0'0</inkml:trace>
</inkml:ink>
</file>

<file path=ppt/ink/ink2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51:13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1 236 0 0,'0'1'10670'0'0,"-1"19"-10311"0"0,-12 82 1997 0 0,1 191 0 0 0,12-244-3518 0 0,-1-29-8150 0 0</inkml:trace>
</inkml:ink>
</file>

<file path=ppt/ink/ink2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51:13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716 52 404 0 0,'-7'-6'269'0'0,"-1"0"0"0"0,1 1 0 0 0,-1 0 0 0 0,0 1 0 0 0,0-1-1 0 0,0 2 1 0 0,-1-1 0 0 0,0 1 0 0 0,1 0 0 0 0,-1 1 0 0 0,0 0 0 0 0,0 1 0 0 0,0-1 0 0 0,0 2-1 0 0,-1-1 1 0 0,1 1 0 0 0,0 1 0 0 0,0 0 0 0 0,0 0 0 0 0,0 1 0 0 0,0 0 0 0 0,0 0 0 0 0,0 1 0 0 0,1 0-1 0 0,-9 5 1 0 0,-12 4-29 0 0,2 3-1 0 0,-1 0 0 0 0,2 1 1 0 0,0 2-1 0 0,1 1 1 0 0,1 1-1 0 0,0 0 0 0 0,2 2 1 0 0,0 1-1 0 0,2 1 0 0 0,-18 27 1 0 0,14-16-29 0 0,1 1 0 0 0,2 1 0 0 0,2 1 0 0 0,2 1 1 0 0,1 1-1 0 0,2 0 0 0 0,-15 67 0 0 0,25-80-109 0 0,1 0-1 0 0,1 0 1 0 0,2 0-1 0 0,0 1 1 0 0,2-1-1 0 0,1 0 1 0 0,1-1-1 0 0,1 1 1 0 0,2-1-1 0 0,0 1 1 0 0,2-2-1 0 0,1 1 1 0 0,1-2-1 0 0,1 1 1 0 0,1-1-1 0 0,1-1 1 0 0,1-1-1 0 0,1 0 1 0 0,1 0-1 0 0,0-2 1 0 0,2 0-1 0 0,1-2 1 0 0,31 24-1 0 0,-8-11-10 0 0,1-2 0 0 0,2-2 0 0 0,1-3 0 0 0,1-1 0 0 0,0-2 0 0 0,53 14 0 0 0,-61-24-32 0 0,0-2 1 0 0,0-2-1 0 0,1-1 0 0 0,0-2 1 0 0,0-2-1 0 0,0-2 0 0 0,0-1 1 0 0,58-10-1 0 0,-43 0 126 0 0,0-1-1 0 0,-1-3 0 0 0,-1-2 1 0 0,0-3-1 0 0,-1-2 1 0 0,-2-2-1 0 0,93-60 1 0 0,-116 65-10 0 0,0-2 1 0 0,-2-1-1 0 0,0-1 0 0 0,-2-2 1 0 0,-1 0-1 0 0,-1-1 1 0 0,0-2-1 0 0,-3 0 1 0 0,0-1-1 0 0,-2-1 0 0 0,-1 0 1 0 0,-1-1-1 0 0,-2-1 1 0 0,14-50-1 0 0,-21 58-26 0 0,-1-1 0 0 0,-2 0 0 0 0,0 1 0 0 0,-2-1-1 0 0,0 0 1 0 0,-2 0 0 0 0,-1 0 0 0 0,-1 0 0 0 0,0 0 0 0 0,-3 1-1 0 0,0 0 1 0 0,-1 0 0 0 0,-14-31 0 0 0,15 39-148 0 0,-2 1-1 0 0,0 1 1 0 0,-1 0 0 0 0,0 0-1 0 0,-1 1 1 0 0,-1 0 0 0 0,0 0-1 0 0,-1 1 1 0 0,0 1 0 0 0,0 0-1 0 0,-1 1 1 0 0,-1 0-1 0 0,0 1 1 0 0,0 1 0 0 0,-1 0-1 0 0,0 0 1 0 0,0 2 0 0 0,-1 0-1 0 0,0 1 1 0 0,0 0 0 0 0,-17-2-1 0 0,18 5-362 0 0,0 0-1 0 0,-1 2 0 0 0,1-1 0 0 0,-1 2 1 0 0,1 0-1 0 0,-1 1 0 0 0,1 0 1 0 0,0 1-1 0 0,-21 8 0 0 0,-18 11-3297 0 0,2 9-3387 0 0,32-18 2864 0 0</inkml:trace>
</inkml:ink>
</file>

<file path=ppt/ink/ink2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51:22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127 109 672 0 0,'3'-24'1315'0'0,"-2"16"-606"0"0,0 1 0 0 0,0-1-1 0 0,-1 1 1 0 0,0-1 0 0 0,0 1-1 0 0,-3-12 1 0 0,5-1 3670 0 0,-52 272-3106 0 0,-9 60-482 0 0,53-273-700 0 0,-1 4 43 0 0,2 1 0 0 0,0 54 1 0 0,5-88-104 0 0,1 1 1 0 0,-1-1 0 0 0,2 0 0 0 0,-1 1-1 0 0,2-1 1 0 0,-1 0 0 0 0,1 0 0 0 0,1 0-1 0 0,0 0 1 0 0,0-1 0 0 0,1 1-1 0 0,0-1 1 0 0,1 0 0 0 0,12 15 0 0 0,-14-21-21 0 0,1 1 1 0 0,-1-1-1 0 0,1 0 1 0 0,0-1-1 0 0,0 1 1 0 0,0-1 0 0 0,0 0-1 0 0,1 0 1 0 0,-1-1-1 0 0,1 1 1 0 0,-1-1-1 0 0,1 0 1 0 0,-1-1-1 0 0,1 0 1 0 0,-1 1 0 0 0,1-2-1 0 0,0 1 1 0 0,-1-1-1 0 0,1 1 1 0 0,-1-2-1 0 0,11-2 1 0 0,6-3 9 0 0,-1 0 1 0 0,0-1 0 0 0,-1-1-1 0 0,24-14 1 0 0,-23 11 6 0 0,-1-2 0 0 0,0-1 0 0 0,0 0 0 0 0,-2-2 0 0 0,0 0 0 0 0,-1-1 0 0 0,-1 0 1 0 0,0-2-1 0 0,-2 0 0 0 0,0 0 0 0 0,17-35 0 0 0,-20 37 727 0 0,-8 22-364 0 0,-12 42-310 0 0,2-4-289 0 0,6-18-695 0 0,0 10-1521 0 0,6-13-4743 0 0</inkml:trace>
</inkml:ink>
</file>

<file path=ppt/ink/ink2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51:22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91 96 0 0,'7'-78'8063'0'0,"-7"76"-7443"0"0,0-9 296 0 0</inkml:trace>
</inkml:ink>
</file>

<file path=ppt/ink/ink2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51:23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0 114 240 0 0,'0'0'845'0'0,"4"-1"-28"0"0,5-4-136 0 0,1-1 0 0 0,-2 0 0 0 0,1 0 0 0 0,-1 0 0 0 0,0-1 0 0 0,0-1 0 0 0,0 1 0 0 0,-1-1 0 0 0,-1-1 0 0 0,11-14 0 0 0,-8 2 2038 0 0,-13 26-2597 0 0,-4 8-41 0 0,-1 0 76 0 0,0 1 1 0 0,-11 27 0 0 0,18-38-133 0 0,1 1 0 0 0,0-1 0 0 0,0 0 0 0 0,0 1 0 0 0,0-1 0 0 0,1 1 0 0 0,-1-1 0 0 0,1 1 0 0 0,0-1 0 0 0,0 1 0 0 0,0-1 0 0 0,0 1 0 0 0,1-1 0 0 0,-1 1 0 0 0,1-1 0 0 0,0 0 0 0 0,0 1 0 0 0,0-1 0 0 0,3 5 1 0 0,-3-7-19 0 0,1 1 1 0 0,-1-1 0 0 0,1 0 0 0 0,-1 0-1 0 0,1 0 1 0 0,-1 0 0 0 0,1 0-1 0 0,0 0 1 0 0,0 0 0 0 0,0 0 0 0 0,-1-1-1 0 0,1 1 1 0 0,0-1 0 0 0,0 1 0 0 0,0-1-1 0 0,0 0 1 0 0,0 0 0 0 0,0 0 0 0 0,0 0-1 0 0,0 0 1 0 0,0 0 0 0 0,0 0 0 0 0,3-2-1 0 0,47-12 56 0 0,-48 13-55 0 0,72-25 21 0 0,-25 6-19 0 0,2 3 0 0 0,0 2 0 0 0,77-12 1 0 0,-127 27-13 0 0,0-1 1 0 0,1 1 0 0 0,-1 0 0 0 0,0 0 0 0 0,1 0-1 0 0,-1 0 1 0 0,0 1 0 0 0,1-1 0 0 0,-1 1 0 0 0,0 0-1 0 0,1 0 1 0 0,-1 0 0 0 0,0 1 0 0 0,0-1 0 0 0,0 1-1 0 0,0-1 1 0 0,0 1 0 0 0,4 4 0 0 0,-5-4 15 0 0,-1 0 0 0 0,0 0 0 0 0,1 0 0 0 0,-1 0 0 0 0,0 0 1 0 0,0 1-1 0 0,-1-1 0 0 0,1 0 0 0 0,0 1 0 0 0,-1-1 0 0 0,1 1 0 0 0,-1-1 0 0 0,0 1 1 0 0,0-1-1 0 0,0 1 0 0 0,0-1 0 0 0,0 1 0 0 0,-1-1 0 0 0,1 0 0 0 0,-1 1 1 0 0,1-1-1 0 0,-1 1 0 0 0,0-1 0 0 0,0 0 0 0 0,-2 3 0 0 0,0 3-65 0 0,-1-1 0 0 0,0 0 0 0 0,0 0-1 0 0,-1-1 1 0 0,0 1 0 0 0,-6 5 0 0 0,-18 11-7796 0 0</inkml:trace>
</inkml:ink>
</file>

<file path=ppt/ink/ink2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51:25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0 500 0 0,'0'0'11054'0'0,"-3"33"-9610"0"0,-17 121 303 0 0,10-112-4777 0 0,9-41 2253 0 0</inkml:trace>
</inkml:ink>
</file>

<file path=ppt/ink/ink2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51:25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10 111 384 0 0,'-6'-33'3512'0'0,"5"25"-3302"0"0,0-3 781 0 0,0 0 1 0 0,0 0-1 0 0,1 1 1 0 0,2-15 0 0 0,-1 23-1368 0 0,14 2-4832 0 0</inkml:trace>
</inkml:ink>
</file>

<file path=ppt/ink/ink2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51:26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10 484 0 0,'-1'21'2379'0'0,"3"0"1674"0"0,-2-20-3991 0 0,0-1 1 0 0,1 0-1 0 0,-1 1 1 0 0,0-1 0 0 0,0 0-1 0 0,1 0 1 0 0,-1 0 0 0 0,0 1-1 0 0,1-1 1 0 0,-1 0 0 0 0,0 0-1 0 0,1 0 1 0 0,-1 0-1 0 0,1 1 1 0 0,-1-1 0 0 0,0 0-1 0 0,1 0 1 0 0,-1 0 0 0 0,0 0-1 0 0,1 0 1 0 0,-1 0-1 0 0,1 0 1 0 0,-1 0 0 0 0,0 0-1 0 0,1 0 1 0 0,-1 0 0 0 0,0-1-1 0 0,1 1 1 0 0,-1 0 0 0 0,1 0-1 0 0,37-28 474 0 0,-2 2 467 0 0,-34 25-885 0 0,2 2-73 0 0,3 2-111 0 0,0 0 0 0 0,0 1 0 0 0,0-1 0 0 0,-1 1 0 0 0,1 1 0 0 0,-1-1 0 0 0,10 10 0 0 0,21 23-3341 0 0,-31-33 898 0 0,15 4 194 0 0</inkml:trace>
</inkml:ink>
</file>

<file path=ppt/ink/ink2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51:26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28 932 0 0,'48'-28'9390'0'0,"-34"60"-7816"0"0,-4 78 236 0 0,-6-40-1284 0 0,3-1 0 0 0,4 0 0 0 0,24 89 1 0 0,-17-91-3266 0 0,-18-65 2131 0 0</inkml:trace>
</inkml:ink>
</file>

<file path=ppt/ink/ink2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51:27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1 513 92 0 0,'66'-5'989'0'0,"1"-4"0"0"0,-1-3 0 0 0,-1-2 0 0 0,106-39-1 0 0,-157 47-761 0 0,-1 0-1 0 0,0-1 1 0 0,-1 0-1 0 0,0-1 1 0 0,0-1-1 0 0,-1 0 1 0 0,0 0-1 0 0,0-1 1 0 0,-1-1-1 0 0,0 0 1 0 0,-1 0-1 0 0,13-21 1 0 0,-18 25-105 0 0,0-1 0 0 0,0 1-1 0 0,-1-1 1 0 0,0 0 0 0 0,-1 0 0 0 0,1 0 0 0 0,-1 0-1 0 0,-1-1 1 0 0,0 1 0 0 0,0 0 0 0 0,-1-1 0 0 0,0 1-1 0 0,0 0 1 0 0,-1-1 0 0 0,0 1 0 0 0,0 0 0 0 0,-1-1-1 0 0,0 1 1 0 0,0 0 0 0 0,-1 0 0 0 0,0 1 0 0 0,-1-1 0 0 0,-5-8-1 0 0,0 1 262 0 0,-1 1-1 0 0,0 1 0 0 0,-21-21 1 0 0,30 32-315 0 0,1 2-64 0 0,0 0-1 0 0,0-1 1 0 0,0 1-1 0 0,-1 0 0 0 0,1 0 1 0 0,0-1-1 0 0,0 1 0 0 0,0 0 1 0 0,0 0-1 0 0,0 0 0 0 0,-1-1 1 0 0,1 1-1 0 0,0 0 0 0 0,0 0 1 0 0,0 0-1 0 0,-1 0 0 0 0,1-1 1 0 0,0 1-1 0 0,0 0 0 0 0,-1 0 1 0 0,1 0-1 0 0,0 0 0 0 0,0 0 1 0 0,-1 0-1 0 0,1 0 0 0 0,0 0 1 0 0,-1 0-1 0 0,1 0 1 0 0,0 0-1 0 0,0 0 0 0 0,-1 0 1 0 0,1 0-1 0 0,0 0 0 0 0,0 0 1 0 0,-1 0-1 0 0,1 0 0 0 0,0 0 1 0 0,0 0-1 0 0,-1 0 0 0 0,1 0 1 0 0,0 0-1 0 0,0 1 0 0 0,-1-1 1 0 0,1 0-1 0 0,0 0 0 0 0,0 0 1 0 0,0 0-1 0 0,-1 1 0 0 0,1-1 1 0 0,0 0-1 0 0,-14 9 61 0 0,13-9-74 0 0,-4 7 23 0 0,0 1 0 0 0,0-1 1 0 0,1 1-1 0 0,0 0 0 0 0,0 0 1 0 0,1 0-1 0 0,0 0 0 0 0,1 1 1 0 0,0-1-1 0 0,-2 15 1 0 0,-2 0 35 0 0,-3 16 46 0 0,1 0 0 0 0,3 1-1 0 0,0 0 1 0 0,3 0 0 0 0,1 1 0 0 0,3-1-1 0 0,1 0 1 0 0,1 0 0 0 0,3 0 0 0 0,19 66-1 0 0,-26-105-70 0 0,2 6 41 0 0,-3-6-46 0 0,1-1 0 0 0,0 1 0 0 0,0 0 0 0 0,0 0 0 0 0,0 0-1 0 0,0 0 1 0 0,0 0 0 0 0,1 0 0 0 0,-1 0 0 0 0,0-1 0 0 0,0 1-1 0 0,1 0 1 0 0,-1 0 0 0 0,0 0 0 0 0,1 0 0 0 0,-1-1 0 0 0,1 1-1 0 0,-1 0 1 0 0,1-1 0 0 0,-1 1 0 0 0,1 0 0 0 0,0-1 0 0 0,-1 1-1 0 0,1 0 1 0 0,0-1 0 0 0,-1 1 0 0 0,1-1 0 0 0,1 1 0 0 0,11-8 13 0 0,-6 2-20 0 0,1 0 0 0 0,-1 1 1 0 0,1 0-1 0 0,-1 0 0 0 0,1 1 0 0 0,0 0 0 0 0,1 0 1 0 0,-1 1-1 0 0,0 0 0 0 0,16-2 0 0 0,6 10-17 0 0,121 17-70 0 0,-134-22 125 0 0,0 0 1 0 0,0-1-1 0 0,0-1 1 0 0,0-1-1 0 0,0 0 1 0 0,31-8-1 0 0,-45 8 121 0 0,-1 1 0 0 0,1-1 0 0 0,0 1-1 0 0,0-1 1 0 0,-1 0 0 0 0,1 0 0 0 0,-1 0 0 0 0,1 0 0 0 0,-1-1-1 0 0,0 1 1 0 0,0-1 0 0 0,0 1 0 0 0,0-1 0 0 0,0 0 0 0 0,-1 1-1 0 0,3-6 1 0 0,-4 6 168 0 0,5 3-798 0 0,0 0 0 0 0,0 0 0 0 0,0 0 0 0 0,0 1 0 0 0,0-1 0 0 0,0 1 0 0 0,-1 0 0 0 0,7 4 0 0 0,13 6-6036 0 0,-7-6 2186 0 0</inkml:trace>
</inkml:ink>
</file>

<file path=ppt/ink/ink2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51:29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15 964 0 0,'-9'-14'6697'0'0,"8"27"-1522"0"0,1 16-5215 0 0,-3 7 530 0 0,-2 0 0 0 0,-2-1 0 0 0,-22 67 0 0 0,21-71-885 0 0,3-13-2670 0 0,5-17 2088 0 0</inkml:trace>
</inkml:ink>
</file>

<file path=ppt/ink/ink2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51:29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1 106 776 0 0,'0'-32'4032'0'0,"1"24"-2897"0"0,-2 4-840 0 0,1 1 1 0 0,0-1-1 0 0,1 0 1 0 0,-1 1-1 0 0,0-1 1 0 0,1 1-1 0 0,0-1 1 0 0,0 1-1 0 0,0-1 1 0 0,0 1-1 0 0,1 0 1 0 0,-1-1-1 0 0,1 1 1 0 0,0 0-1 0 0,0 0 1 0 0,0 0-1 0 0,4-3 1 0 0,-5 5-472 0 0,18 2-1999 0 0,-16 0 1699 0 0,8 4 162 0 0,-3 3-3763 0 0,-1 1 1801 0 0</inkml:trace>
</inkml:ink>
</file>

<file path=ppt/ink/ink2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51:29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1 504 0 0,'4'134'9386'0'0,"-4"-132"-8000"0"0,3-5-1104 0 0,11-15 38 0 0,-8 10-183 0 0,0-1 1 0 0,1 1-1 0 0,0 1 0 0 0,0-1 1 0 0,1 1-1 0 0,0 0 0 0 0,0 1 1 0 0,13-8-1 0 0,-20 13-132 0 0,2 3-14 0 0,1 1 16 0 0,-1-1 0 0 0,0 1 0 0 0,0 0 0 0 0,0 0 0 0 0,0 0 0 0 0,0 1 1 0 0,-1-1-1 0 0,1 1 0 0 0,-1 0 0 0 0,0-1 0 0 0,2 8 0 0 0,17 52-807 0 0,-9-25-1237 0 0,-11-37 1901 0 0,0 0 0 0 0,0 1 0 0 0,0-1 0 0 0,0 0 0 0 0,0 0 0 0 0,0 0 0 0 0,1 0 0 0 0,-1 0 0 0 0,0 0 0 0 0,1 0 0 0 0,-1 0 0 0 0,0 0 0 0 0,1-1 0 0 0,-1 1 0 0 0,3 0 0 0 0,10 1-3977 0 0,7-3 1824 0 0</inkml:trace>
</inkml:ink>
</file>

<file path=ppt/ink/ink2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51:30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297 299 168 0 0,'-17'14'934'0'0,"0"1"0"0"0,2 0 0 0 0,0 1 0 0 0,-13 19 0 0 0,22-28-681 0 0,1 1 1 0 0,1 0-1 0 0,0 0 0 0 0,0 0 0 0 0,0 1 0 0 0,1-1 0 0 0,0 1 1 0 0,1 0-1 0 0,0 0 0 0 0,1 0 0 0 0,-1 0 0 0 0,1 11 0 0 0,1-19-219 0 0,0 0 0 0 0,0-1 0 0 0,0 1 0 0 0,0 0 0 0 0,0 0 0 0 0,0-1-1 0 0,0 1 1 0 0,0 0 0 0 0,0-1 0 0 0,1 1 0 0 0,-1 0 0 0 0,0-1 0 0 0,0 1-1 0 0,1 0 1 0 0,-1-1 0 0 0,0 1 0 0 0,1 0 0 0 0,-1-1 0 0 0,1 1 0 0 0,-1-1 0 0 0,1 1-1 0 0,-1-1 1 0 0,1 1 0 0 0,-1-1 0 0 0,1 1 0 0 0,-1-1 0 0 0,1 0 0 0 0,0 1-1 0 0,-1-1 1 0 0,1 0 0 0 0,0 1 0 0 0,-1-1 0 0 0,1 0 0 0 0,0 0 0 0 0,-1 0-1 0 0,1 1 1 0 0,0-1 0 0 0,-1 0 0 0 0,1 0 0 0 0,0 0 0 0 0,0 0 0 0 0,-1 0-1 0 0,1 0 1 0 0,0-1 0 0 0,-1 1 0 0 0,1 0 0 0 0,0 0 0 0 0,-1 0 0 0 0,1-1 0 0 0,0 1-1 0 0,-1 0 1 0 0,1-1 0 0 0,0 1 0 0 0,0-1 0 0 0,34-22 775 0 0,-26 14-657 0 0,-1 0 0 0 0,0 0 0 0 0,-1-1 1 0 0,0 0-1 0 0,0-1 0 0 0,-1 0 0 0 0,0 0 0 0 0,-1 0 0 0 0,-1 0 0 0 0,0-1 1 0 0,0 0-1 0 0,-1 0 0 0 0,0 0 0 0 0,-1 0 0 0 0,-1 0 0 0 0,0-25 0 0 0,-1 22-46 0 0,-1-1 0 0 0,-1 1-1 0 0,0 0 1 0 0,-1 0-1 0 0,0 0 1 0 0,-1 0-1 0 0,-1 1 1 0 0,-1-1 0 0 0,0 1-1 0 0,-1 0 1 0 0,0 1-1 0 0,-18-25 1 0 0,19 30-113 0 0,0 0 0 0 0,-1 1 0 0 0,0 0 0 0 0,0 1 0 0 0,-1-1 1 0 0,0 1-1 0 0,0 1 0 0 0,0 0 0 0 0,-1 0 0 0 0,1 0 0 0 0,-13-4 0 0 0,17 8-158 0 0,-1 0 0 0 0,1 0-1 0 0,0 0 1 0 0,-1 1 0 0 0,1 0 0 0 0,0 0 0 0 0,-1 0-1 0 0,1 0 1 0 0,0 0 0 0 0,-1 1 0 0 0,1 0 0 0 0,0 0 0 0 0,0 0-1 0 0,-1 0 1 0 0,1 1 0 0 0,0 0 0 0 0,0 0 0 0 0,0 0-1 0 0,1 0 1 0 0,-1 0 0 0 0,0 1 0 0 0,1 0 0 0 0,0 0-1 0 0,0 0 1 0 0,0 0 0 0 0,0 0 0 0 0,-4 6 0 0 0,-12 19-4807 0 0,15-13 2116 0 0</inkml:trace>
</inkml:ink>
</file>

<file path=ppt/ink/ink2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51:30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1 186 864 0 0,'26'-11'3297'0'0,"-18"7"-2751"0"0,-1 0 1 0 0,1-1-1 0 0,-1 0 0 0 0,0 0 1 0 0,0 0-1 0 0,0-1 0 0 0,-1 0 1 0 0,1 0-1 0 0,-2 0 0 0 0,1-1 1 0 0,7-12-1 0 0,-12 18-189 0 0,0-15 910 0 0,-1 16-1252 0 0,0 0 0 0 0,0-1-1 0 0,0 1 1 0 0,0-1 0 0 0,0 1-1 0 0,0 0 1 0 0,0-1 0 0 0,0 1-1 0 0,0 0 1 0 0,0-1 0 0 0,-1 1-1 0 0,1 0 1 0 0,0-1 0 0 0,0 1-1 0 0,0 0 1 0 0,-1-1 0 0 0,1 1-1 0 0,0 0 1 0 0,-1 0 0 0 0,1-1 0 0 0,0 1-1 0 0,0 0 1 0 0,-1 0 0 0 0,1 0-1 0 0,0-1 1 0 0,-1 1 0 0 0,1 0-1 0 0,0 0 1 0 0,-1 0 0 0 0,1 0-1 0 0,-1 0 1 0 0,1 0 0 0 0,0 0-1 0 0,-1 0 1 0 0,1 0 0 0 0,0 0-1 0 0,-1 0 1 0 0,1 0 0 0 0,0 0-1 0 0,-1 0 1 0 0,1 0 0 0 0,-1 0 0 0 0,1 0-1 0 0,0 0 1 0 0,-1 1 0 0 0,-4 1 9 0 0,0 1 0 0 0,1 0 0 0 0,-1 0 0 0 0,1 0 0 0 0,0 1 0 0 0,0-1 0 0 0,0 1 0 0 0,0 0 0 0 0,1 0 0 0 0,-1 0 0 0 0,1 1 0 0 0,0-1 0 0 0,1 1 0 0 0,-1 0 0 0 0,-2 6 0 0 0,4-8-31 0 0,0-1 1 0 0,1 1-1 0 0,-1 0 1 0 0,0 0-1 0 0,1-1 1 0 0,0 1-1 0 0,0 0 1 0 0,0 0 0 0 0,0 0-1 0 0,0-1 1 0 0,0 1-1 0 0,1 0 1 0 0,-1 0-1 0 0,1-1 1 0 0,0 1-1 0 0,0 0 1 0 0,0-1-1 0 0,0 1 1 0 0,1-1-1 0 0,-1 1 1 0 0,0-1-1 0 0,1 0 1 0 0,0 1-1 0 0,0-1 1 0 0,-1 0-1 0 0,1 0 1 0 0,0 0-1 0 0,1-1 1 0 0,-1 1-1 0 0,0 0 1 0 0,0-1 0 0 0,1 1-1 0 0,2 0 1 0 0,6 3-54 0 0,-1-1 0 0 0,0 0 0 0 0,1-1 0 0 0,0 0 0 0 0,0 0 0 0 0,0-1 0 0 0,0-1 0 0 0,0 0 1 0 0,0-1-1 0 0,0 0 0 0 0,0 0 0 0 0,1-1 0 0 0,-1-1 0 0 0,0 0 0 0 0,11-3 0 0 0,-10 2 15 0 0,-1 0 1 0 0,0-1-1 0 0,0 0 0 0 0,-1-1 0 0 0,1 0 0 0 0,-1-1 0 0 0,0 0 0 0 0,-1-1 0 0 0,1 1 0 0 0,-1-2 0 0 0,-1 1 0 0 0,1-2 0 0 0,-1 1 0 0 0,9-13 0 0 0,-9 8 308 0 0,0-2 1 0 0,0 1-1 0 0,-2-1 0 0 0,10-30 0 0 0,-15 44-76 0 0,-42 168 842 0 0,25-53-952 0 0,5 0-1 0 0,7 218 1 0 0,10-207 446 0 0,-6-123 777 0 0,-2-7-1108 0 0,-5-12-134 0 0,1-1 1 0 0,0 0 0 0 0,2-1-1 0 0,0 1 1 0 0,1-1 0 0 0,-1-34-1 0 0,8-125-303 0 0,0 123 83 0 0,2 1 1 0 0,26-107-1 0 0,-26 139 91 0 0,0 1 0 0 0,2-1 0 0 0,1 2 0 0 0,0-1 0 0 0,2 1 0 0 0,0 0 0 0 0,1 1 0 0 0,1 1 0 0 0,1 0 0 0 0,21-22 0 0 0,-31 37 56 0 0,-1 0 1 0 0,1 0-1 0 0,0 0 0 0 0,-1 1 1 0 0,1-1-1 0 0,0 1 1 0 0,1 0-1 0 0,-1 0 0 0 0,0 0 1 0 0,1 1-1 0 0,-1 0 0 0 0,1 0 1 0 0,-1 0-1 0 0,1 0 0 0 0,-1 1 1 0 0,1-1-1 0 0,0 1 0 0 0,-1 0 1 0 0,1 1-1 0 0,-1-1 0 0 0,1 1 1 0 0,-1 0-1 0 0,1 0 1 0 0,-1 0-1 0 0,1 1 0 0 0,-1 0 1 0 0,0 0-1 0 0,0 0 0 0 0,0 0 1 0 0,0 0-1 0 0,0 1 0 0 0,0 0 1 0 0,0 0-1 0 0,-1 0 0 0 0,0 0 1 0 0,1 0-1 0 0,-1 1 0 0 0,3 4 1 0 0,-3-4 8 0 0,0 0-1 0 0,1 0 1 0 0,-2 1 0 0 0,1-1-1 0 0,-1 1 1 0 0,1-1 0 0 0,-1 1-1 0 0,0 0 1 0 0,-1 0 0 0 0,1 0-1 0 0,-1 0 1 0 0,0 0 0 0 0,0 0-1 0 0,-1 0 1 0 0,0 0 0 0 0,1 0-1 0 0,-2 0 1 0 0,1 1 0 0 0,-1-1-1 0 0,1 0 1 0 0,-1 0 0 0 0,-1 0-1 0 0,1 0 1 0 0,-1 0 0 0 0,0-1-1 0 0,0 1 1 0 0,0 0 0 0 0,-1-1-1 0 0,1 1 1 0 0,-1-1 0 0 0,0 0-1 0 0,-1 0 1 0 0,1 0 0 0 0,-7 6-1 0 0,2-4-61 0 0,1-1 0 0 0,-1 0 0 0 0,0 0 0 0 0,0-1-1 0 0,-10 5 1 0 0,-18-1-1852 0 0,33-8 1327 0 0,1 0 0 0 0,-1 0 1 0 0,0 0-1 0 0,0-1 0 0 0,0 1 0 0 0,0-1 1 0 0,0 0-1 0 0,0 0 0 0 0,0 0 1 0 0,-2-1-1 0 0,-15-9-2549 0 0</inkml:trace>
</inkml:ink>
</file>

<file path=ppt/ink/ink2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51:31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1 163 352 0 0,'28'4'3125'0'0,"-14"-5"-2597"0"0,-1 0 0 0 0,1-2 0 0 0,-1 1 0 0 0,0-2 0 0 0,0 1-1 0 0,0-2 1 0 0,13-6 0 0 0,-19 8-311 0 0,0 0-1 0 0,1-1 1 0 0,-1 0 0 0 0,-1 0-1 0 0,1-1 1 0 0,-1 0-1 0 0,0 0 1 0 0,0 0-1 0 0,0-1 1 0 0,0 0 0 0 0,-1 0-1 0 0,0 0 1 0 0,6-11-1 0 0,-10 15-168 0 0,0 1-1 0 0,-1 0 0 0 0,1-1 1 0 0,0 1-1 0 0,-1 0 1 0 0,1-1-1 0 0,-1 1 0 0 0,1-1 1 0 0,-1 1-1 0 0,0-1 0 0 0,1 1 1 0 0,-1-1-1 0 0,0 1 1 0 0,0-1-1 0 0,0 1 0 0 0,0-1 1 0 0,0 1-1 0 0,-1-1 0 0 0,1 1 1 0 0,0-1-1 0 0,-1 1 1 0 0,1-1-1 0 0,-1 1 0 0 0,1-1 1 0 0,-1 1-1 0 0,0 0 1 0 0,0-1-1 0 0,0 1 0 0 0,1 0 1 0 0,-1 0-1 0 0,0 0 0 0 0,-1 0 1 0 0,1-1-1 0 0,0 1 1 0 0,0 1-1 0 0,-2-2 0 0 0,-3-4 84 0 0,-17 19 4 0 0,20-12-127 0 0,0 0-1 0 0,1 0 1 0 0,-1 0-1 0 0,1 0 1 0 0,-1 0-1 0 0,1 1 1 0 0,0-1-1 0 0,0 1 0 0 0,-1 0 1 0 0,1 0-1 0 0,0 0 1 0 0,0 0-1 0 0,1 0 1 0 0,-3 3-1 0 0,2-2-3 0 0,0 1 0 0 0,0-1 0 0 0,1 1-1 0 0,-1 0 1 0 0,1-1 0 0 0,0 1 0 0 0,0 0 0 0 0,0 0 0 0 0,1 0-1 0 0,-1 0 1 0 0,1 0 0 0 0,0 0 0 0 0,0 0 0 0 0,0 0 0 0 0,1 0-1 0 0,-1 0 1 0 0,1 0 0 0 0,0-1 0 0 0,0 1 0 0 0,0 0 0 0 0,1 0-1 0 0,-1-1 1 0 0,1 1 0 0 0,0-1 0 0 0,0 1 0 0 0,3 3 0 0 0,-3-5-5 0 0,1 1 1 0 0,-1-1-1 0 0,1 0 1 0 0,0 0 0 0 0,0-1-1 0 0,0 1 1 0 0,0 0-1 0 0,0-1 1 0 0,0 0 0 0 0,0 1-1 0 0,0-1 1 0 0,0 0-1 0 0,0-1 1 0 0,1 1 0 0 0,-1-1-1 0 0,0 1 1 0 0,1-1-1 0 0,-1 0 1 0 0,0 0 0 0 0,1-1-1 0 0,-1 1 1 0 0,0-1-1 0 0,4 0 1 0 0,10-4-23 0 0,-1 0 1 0 0,0 0-1 0 0,21-12 0 0 0,-9 5-64 0 0,4-3-107 0 0,43-25-1 0 0,-52 26-16 0 0,1 0 1 0 0,0 2-1 0 0,38-12 0 0 0,-61 23 151 0 0,0 2 51 0 0,0-1 0 0 0,1 0 0 0 0,-1 1 0 0 0,0-1 0 0 0,0 0 0 0 0,0 1 1 0 0,0-1-1 0 0,0 1 0 0 0,0 0 0 0 0,0-1 0 0 0,0 1 0 0 0,0 0 0 0 0,0 0 0 0 0,-1-1 0 0 0,1 1 0 0 0,0 0 0 0 0,0 0 0 0 0,-1 0 0 0 0,1 0 0 0 0,0 0 1 0 0,-1 0-1 0 0,1 0 0 0 0,-1 0 0 0 0,1 1 0 0 0,-1-1 0 0 0,0 0 0 0 0,0 0 0 0 0,1 0 0 0 0,-1 0 0 0 0,0 2 0 0 0,3 44-112 0 0,-3-42 96 0 0,1 19 17 0 0,-1-23-3 0 0,0 1-3 0 0,0 7 10 0 0,0-9 7 0 0,0 1-1 0 0,0-1 1 0 0,1 0 0 0 0,-1 1-1 0 0,0-1 1 0 0,0 1 0 0 0,1-1-1 0 0,-1 1 1 0 0,0-1 0 0 0,1 0-1 0 0,-1 1 1 0 0,0-1 0 0 0,1 0-1 0 0,-1 1 1 0 0,0-1 0 0 0,1 0-1 0 0,-1 1 1 0 0,1-1 0 0 0,-1 0 0 0 0,1 0-1 0 0,-1 0 1 0 0,0 1 0 0 0,1-1-1 0 0,-1 0 1 0 0,1 0 0 0 0,-1 0-1 0 0,1 0 1 0 0,-1 0 0 0 0,1 0-1 0 0,-1 0 1 0 0,1 0 0 0 0,-1 0-1 0 0,1 0 1 0 0,-1 0 0 0 0,1 0-1 0 0,-1 0 1 0 0,1 0 0 0 0,-1-1-1 0 0,1 1 1 0 0,-1 0 0 0 0,1 0-1 0 0,-1 0 1 0 0,0-1 0 0 0,1 1-1 0 0,-1 0 1 0 0,1-1 0 0 0,0 0-1 0 0,27-13 19 0 0,-26 13-12 0 0,98-50 282 0 0,-98 50-285 0 0,35 19-218 0 0,-16 3-1236 0 0,-19-18 817 0 0,1 0 1 0 0,-1 0-1 0 0,1-1 1 0 0,0 1-1 0 0,-1-1 1 0 0,1 1-1 0 0,0-1 1 0 0,5 2-1 0 0,1 0-1704 0 0</inkml:trace>
</inkml:ink>
</file>

<file path=ppt/ink/ink2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51:31.9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271 291 640 0 0,'-4'1'730'0'0,"-5"3"-283"0"0,-1-1 0 0 0,1 2 0 0 0,1-1 0 0 0,-1 1 0 0 0,1 1 0 0 0,0-1 0 0 0,0 2 0 0 0,-8 7 0 0 0,13-11-302 0 0,0 0-1 0 0,0 0 1 0 0,0 0 0 0 0,0 1 0 0 0,1 0 0 0 0,0-1 0 0 0,-1 1 0 0 0,1 0-1 0 0,1 0 1 0 0,-1 0 0 0 0,0 0 0 0 0,1 0 0 0 0,0 0 0 0 0,0 1-1 0 0,0-1 1 0 0,1 0 0 0 0,-1 1 0 0 0,1-1 0 0 0,0 0 0 0 0,1 1 0 0 0,0 4-1 0 0,-1-8-105 0 0,0 0-1 0 0,1 0 1 0 0,-1 0-1 0 0,1 0 0 0 0,-1 0 1 0 0,1 0-1 0 0,-1-1 0 0 0,1 1 1 0 0,-1 0-1 0 0,1 0 1 0 0,0-1-1 0 0,-1 1 0 0 0,1 0 1 0 0,0-1-1 0 0,0 1 0 0 0,0-1 1 0 0,0 1-1 0 0,-1-1 1 0 0,1 1-1 0 0,0-1 0 0 0,0 0 1 0 0,0 1-1 0 0,0-1 1 0 0,0 0-1 0 0,0 0 0 0 0,0 1 1 0 0,0-1-1 0 0,0 0 0 0 0,0 0 1 0 0,0 0-1 0 0,0 0 1 0 0,0-1-1 0 0,0 1 0 0 0,0 0 1 0 0,0 0-1 0 0,0-1 0 0 0,0 1 1 0 0,-1 0-1 0 0,1-1 1 0 0,0 1-1 0 0,0-1 0 0 0,1 0 1 0 0,35-20 1144 0 0,-32 16-1026 0 0,0 0 0 0 0,0-1 0 0 0,-1 0 0 0 0,0 0 0 0 0,0 0 0 0 0,0-1 0 0 0,-1 1 1 0 0,0-1-1 0 0,0 0 0 0 0,0 0 0 0 0,-1 0 0 0 0,0 0 0 0 0,0 0 0 0 0,-1-1 0 0 0,0 1 0 0 0,-1 0 0 0 0,1-1 0 0 0,-2-13 0 0 0,-1-2 156 0 0,0 0 0 0 0,-2 0 1 0 0,0 0-1 0 0,-13-37 0 0 0,14 51-309 0 0,-1 0 0 0 0,0 0 0 0 0,0 1 0 0 0,-1-1 0 0 0,0 1 0 0 0,0 0 0 0 0,-1 0 0 0 0,0 1 0 0 0,0 0 1 0 0,-1 0-1 0 0,0 0 0 0 0,0 1 0 0 0,-11-7 0 0 0,14 10-286 0 0,0 1 1 0 0,-1-1-1 0 0,1 1 1 0 0,-1 0-1 0 0,0 0 1 0 0,0 1-1 0 0,0 0 0 0 0,0-1 1 0 0,0 2-1 0 0,0-1 1 0 0,0 0-1 0 0,0 1 1 0 0,0 0-1 0 0,0 0 1 0 0,0 1-1 0 0,0 0 0 0 0,0-1 1 0 0,0 2-1 0 0,0-1 1 0 0,0 0-1 0 0,0 1 1 0 0,0 0-1 0 0,1 0 1 0 0,-1 1-1 0 0,-7 4 0 0 0,-1 2-3009 0 0,2 0 251 0 0</inkml:trace>
</inkml:ink>
</file>

<file path=ppt/ink/ink2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51:32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0 120 28 0 0,'0'0'1023'0'0,"47"-20"4268"0"0,-37 15-4503 0 0,-1 0-258 0 0,0 1 0 0 0,-1-2 1 0 0,1 1-1 0 0,-1-1 0 0 0,0 0 1 0 0,-1 0-1 0 0,1-1 0 0 0,-1 0 1 0 0,-1-1-1 0 0,11-13 0 0 0,-17 19-58 0 0,1 2-279 0 0,-2 0-183 0 0,1 0 0 0 0,0 0 0 0 0,0 0 0 0 0,0 0 1 0 0,0 0-1 0 0,-1 0 0 0 0,1 0 0 0 0,0 0 1 0 0,0 0-1 0 0,0 0 0 0 0,0 0 0 0 0,-1 0 1 0 0,1 0-1 0 0,0 0 0 0 0,0 0 0 0 0,0 0 0 0 0,0 0 1 0 0,-1 0-1 0 0,1 0 0 0 0,0 0 0 0 0,0 0 1 0 0,0 0-1 0 0,0 0 0 0 0,0-1 0 0 0,-1 1 0 0 0,1 0 1 0 0,0 0-1 0 0,0 0 0 0 0,0 0 0 0 0,0 0 1 0 0,0 0-1 0 0,0-1 0 0 0,0 1 0 0 0,-1 0 1 0 0,1 0-1 0 0,0 0 0 0 0,0 0 0 0 0,0-1 0 0 0,0 1 1 0 0,0 0-1 0 0,0 0 0 0 0,0 0 0 0 0,0 0 1 0 0,0-1-1 0 0,0 1 0 0 0,0 0 0 0 0,0 0 1 0 0,0 0-1 0 0,0 0 0 0 0,0-1 0 0 0,0 1 0 0 0,0 0 1 0 0,0 0-1 0 0,0 0 0 0 0,0 0 0 0 0,1-1 1 0 0,-1 1-1 0 0,0 0 0 0 0,0 0 0 0 0,0 0 0 0 0,0 0 1 0 0,0 0-1 0 0,0-1 0 0 0,0 1 0 0 0,1 0 1 0 0,-1 0-1 0 0,0 0 0 0 0,0 0 0 0 0,-6 2 7 0 0,0 1 0 0 0,0 1 0 0 0,1-1 0 0 0,-1 1 0 0 0,1 0 0 0 0,0 0-1 0 0,0 0 1 0 0,0 1 0 0 0,1-1 0 0 0,-1 1 0 0 0,1 1 0 0 0,0-1 0 0 0,1 0-1 0 0,-1 1 1 0 0,1 0 0 0 0,0 0 0 0 0,0 0 0 0 0,1 0 0 0 0,-2 8 0 0 0,3-11-31 0 0,0 1 1 0 0,1-1-1 0 0,0 0 1 0 0,0 0 0 0 0,0 0-1 0 0,0 0 1 0 0,0 0-1 0 0,0 0 1 0 0,1 0 0 0 0,0 0-1 0 0,-1 0 1 0 0,1 0-1 0 0,0 0 1 0 0,1 0 0 0 0,-1 0-1 0 0,0 0 1 0 0,1-1-1 0 0,-1 1 1 0 0,1-1 0 0 0,0 1-1 0 0,0-1 1 0 0,0 1-1 0 0,0-1 1 0 0,1 0-1 0 0,-1 0 1 0 0,1 0 0 0 0,-1 0-1 0 0,1-1 1 0 0,3 3-1 0 0,2-1-58 0 0,0 1-1 0 0,0-1 0 0 0,0-1 0 0 0,1 0 0 0 0,-1 0 0 0 0,1 0 0 0 0,13 0 0 0 0,-7-2 12 0 0,-1-1 0 0 0,0 0-1 0 0,0-1 1 0 0,0 0 0 0 0,0-1-1 0 0,-1-1 1 0 0,1 0 0 0 0,-1-1-1 0 0,0 0 1 0 0,0-1 0 0 0,15-10-1 0 0,14-11-82 0 0,71-59-1 0 0,-83 62 184 0 0,4 2 499 0 0,-33 22-471 0 0,14 38-17 0 0,-7 31 37 0 0,-7-68-82 0 0,-1 0-1 0 0,-1-1 0 0 0,1 1 0 0 0,0-1 0 0 0,0 0 0 0 0,0 1 0 0 0,0-1-1 0 0,0 1 1 0 0,0-1 0 0 0,0 1 0 0 0,0-1 0 0 0,0 0 0 0 0,0 1 0 0 0,0-1 0 0 0,0 1 0 0 0,0-1 0 0 0,0 0 0 0 0,0 1 0 0 0,1-1 0 0 0,-1 1 0 0 0,0-1 0 0 0,0 0 0 0 0,0 1-1 0 0,1-1 1 0 0,-1 0 0 0 0,0 1 0 0 0,0-1 0 0 0,1 0 0 0 0,-1 1 0 0 0,0-1 0 0 0,1 0 0 0 0,-1 1 0 0 0,0-1 0 0 0,1 0 0 0 0,-1 0 0 0 0,0 0 0 0 0,1 1 0 0 0,-1-1 0 0 0,1 0-1 0 0,-1 0 1 0 0,0 0 0 0 0,1 0 0 0 0,-1 0 0 0 0,1 0 0 0 0,-1 0 0 0 0,1 0 0 0 0,-1 0 0 0 0,0 0 0 0 0,1 0 0 0 0,-1 0 0 0 0,1 0 0 0 0,-1 0 0 0 0,1 0 0 0 0,-1 0 0 0 0,96-48 774 0 0,-94 47-742 0 0,-2 1-34 0 0,1 0-1 0 0,-1-1 1 0 0,0 1 0 0 0,1-1 0 0 0,-1 1 0 0 0,1 0 0 0 0,-1-1 0 0 0,1 1 0 0 0,-1 0-1 0 0,1 0 1 0 0,-1-1 0 0 0,1 1 0 0 0,-1 0 0 0 0,1 0 0 0 0,-1 0 0 0 0,1-1 0 0 0,-1 1-1 0 0,1 0 1 0 0,-1 0 0 0 0,1 0 0 0 0,-1 0 0 0 0,1 0 0 0 0,-1 0 0 0 0,1 0 0 0 0,0 0 0 0 0,-1 0-1 0 0,1 1 1 0 0,-1-1 0 0 0,1 0 0 0 0,0 1 0 0 0,21 3-770 0 0,1 6-854 0 0,20 5-5587 0 0,-27-13 4437 0 0</inkml:trace>
</inkml:ink>
</file>

<file path=ppt/ink/ink2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51:32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25 44 0 0,'-19'-25'5631'0'0,"16"25"-5420"0"0,0 0 1 0 0,0 1-1 0 0,-1-1 0 0 0,1 1 1 0 0,0-1-1 0 0,0 1 0 0 0,0 0 1 0 0,0 0-1 0 0,0 0 0 0 0,0 0 1 0 0,0 1-1 0 0,0-1 0 0 0,1 1 1 0 0,-1 0-1 0 0,0 0 0 0 0,1 0 0 0 0,-1 0 1 0 0,1 0-1 0 0,0 1 0 0 0,0-1 1 0 0,0 0-1 0 0,0 1 0 0 0,0 0 1 0 0,0-1-1 0 0,-1 5 0 0 0,2-4-166 0 0,0-1-1 0 0,0 0 1 0 0,0 1-1 0 0,0-1 0 0 0,0 1 1 0 0,1-1-1 0 0,-1 1 1 0 0,1-1-1 0 0,0 1 1 0 0,0-1-1 0 0,0 1 0 0 0,0 0 1 0 0,0-1-1 0 0,0 1 1 0 0,1-1-1 0 0,-1 1 1 0 0,1-1-1 0 0,0 1 0 0 0,0-1 1 0 0,0 0-1 0 0,0 1 1 0 0,0-1-1 0 0,0 0 1 0 0,1 0-1 0 0,-1 0 0 0 0,1 0 1 0 0,-1 0-1 0 0,1 0 1 0 0,0 0-1 0 0,0 0 1 0 0,0-1-1 0 0,0 1 0 0 0,4 2 1 0 0,6 2-21 0 0,1 0 0 0 0,0-1 1 0 0,0 0-1 0 0,0-1 0 0 0,0-1 0 0 0,1 0 1 0 0,-1-1-1 0 0,1 0 0 0 0,0-1 0 0 0,19-1 1 0 0,-8 0 1 0 0,-1-2 1 0 0,1-1-1 0 0,-1-1 0 0 0,0-1 1 0 0,24-8-1 0 0,-33 8 83 0 0,-1-1 1 0 0,0 0-1 0 0,24-16 0 0 0,-35 20 50 0 0,1 0 1 0 0,-1 0-1 0 0,0 0 0 0 0,1-1 0 0 0,-1 0 1 0 0,-1 1-1 0 0,1-1 0 0 0,0 0 0 0 0,-1-1 1 0 0,1 1-1 0 0,-1 0 0 0 0,0-1 0 0 0,0 1 1 0 0,0-1-1 0 0,-1 1 0 0 0,1-1 0 0 0,-1 0 0 0 0,0 0 1 0 0,0 0-1 0 0,1-4 0 0 0,-4 6-38 0 0,1 1 0 0 0,0-1-1 0 0,-1 0 1 0 0,1 1 0 0 0,-1-1-1 0 0,0 1 1 0 0,1-1 0 0 0,-1 1-1 0 0,0 0 1 0 0,-3-2 0 0 0,3 3-113 0 0,1 1-1 0 0,-1-1 1 0 0,0 0 0 0 0,1 1 0 0 0,-1-1 0 0 0,1 1 0 0 0,-1-1 0 0 0,1 1 0 0 0,-1 0 0 0 0,1 0 0 0 0,-1 0 0 0 0,1 0 0 0 0,0 0-1 0 0,-1 0 1 0 0,1 0 0 0 0,0 0 0 0 0,0 0 0 0 0,0 1 0 0 0,0-1 0 0 0,0 0 0 0 0,0 1 0 0 0,0-1 0 0 0,0 1 0 0 0,1-1 0 0 0,-1 1-1 0 0,1-1 1 0 0,-1 1 0 0 0,1 0 0 0 0,-1 2 0 0 0,1-1-116 0 0,0-1 0 0 0,0 1 0 0 0,1 0 0 0 0,-1-1 1 0 0,1 1-1 0 0,-1-1 0 0 0,1 1 0 0 0,0 0 0 0 0,0-1 0 0 0,0 0 0 0 0,0 1 0 0 0,1-1 0 0 0,-1 0 0 0 0,0 1 0 0 0,1-1 0 0 0,0 0 1 0 0,0 0-1 0 0,-1 0 0 0 0,5 2 0 0 0,2 2-605 0 0,0-2 1 0 0,1 1 0 0 0,-1-1-1 0 0,1-1 1 0 0,0 1-1 0 0,0-2 1 0 0,0 1 0 0 0,1-1-1 0 0,-1 0 1 0 0,1-1-1 0 0,14 0 1 0 0,-17 0-99 0 0,42 4-3090 0 0</inkml:trace>
</inkml:ink>
</file>

<file path=ppt/ink/ink2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51:35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342 98 492 0 0,'2'-13'2559'0'0,"-1"11"-2113"0"0,-1 0-1 0 0,1-1 0 0 0,-1 1 0 0 0,1 0 0 0 0,-1 0 0 0 0,0 0 1 0 0,0 0-1 0 0,0 0 0 0 0,0 0 0 0 0,0-1 0 0 0,-1 1 0 0 0,1 0 1 0 0,-1 0-1 0 0,1 0 0 0 0,-1 0 0 0 0,0 0 0 0 0,1 0 0 0 0,-1 0 1 0 0,0 0-1 0 0,-1 1 0 0 0,0-3 0 0 0,0 3-375 0 0,-1 1 1 0 0,1 0-1 0 0,-1-1 0 0 0,1 1 0 0 0,-1 0 1 0 0,1 1-1 0 0,-1-1 0 0 0,1 0 1 0 0,-1 1-1 0 0,1-1 0 0 0,-1 1 0 0 0,1 0 1 0 0,-3 1-1 0 0,4-2-58 0 0,-24 9 113 0 0,1 1-1 0 0,0 1 1 0 0,0 1-1 0 0,1 1 0 0 0,1 1 1 0 0,0 1-1 0 0,1 1 1 0 0,1 1-1 0 0,1 1 1 0 0,-35 40-1 0 0,52-55-113 0 0,-1 0-1 0 0,1 0 1 0 0,0 0 0 0 0,0 1-1 0 0,1-1 1 0 0,-1 0-1 0 0,1 1 1 0 0,0-1 0 0 0,0 1-1 0 0,0 0 1 0 0,0-1-1 0 0,0 1 1 0 0,1 0 0 0 0,0 0-1 0 0,-1-1 1 0 0,2 5-1 0 0,-1-6-4 0 0,1 0 0 0 0,-1 0 0 0 0,1 0 0 0 0,0-1 0 0 0,-1 1-1 0 0,1 0 1 0 0,0-1 0 0 0,0 1 0 0 0,0 0 0 0 0,1-1-1 0 0,-1 1 1 0 0,0-1 0 0 0,0 1 0 0 0,1-1 0 0 0,-1 0-1 0 0,1 0 1 0 0,-1 0 0 0 0,1 1 0 0 0,0-1 0 0 0,-1-1-1 0 0,1 1 1 0 0,0 0 0 0 0,0 0 0 0 0,0-1 0 0 0,-1 1-1 0 0,1-1 1 0 0,0 1 0 0 0,0-1 0 0 0,0 0 0 0 0,0 0-1 0 0,0 0 1 0 0,2 0 0 0 0,11 0-5 0 0,0 0 1 0 0,0-1-1 0 0,1-1 0 0 0,-1 0 1 0 0,-1-1-1 0 0,1-1 0 0 0,0 0 1 0 0,-1-1-1 0 0,0 0 0 0 0,21-12 1 0 0,-16 5-32 0 0,0 0 1 0 0,-1 0-1 0 0,-1-2 1 0 0,0 0-1 0 0,-1-1 1 0 0,22-26-1 0 0,-37 40-8 0 0,-1 1-4 0 0,0 0 36 0 0,0 0 1 0 0,1 0-1 0 0,-1 0 1 0 0,0 0-1 0 0,0 0 1 0 0,0 1 0 0 0,0-1-1 0 0,0 0 1 0 0,0 0-1 0 0,0 0 1 0 0,0 0-1 0 0,0 0 1 0 0,1 0-1 0 0,-1 0 1 0 0,0 0-1 0 0,0 0 1 0 0,0 1-1 0 0,0-1 1 0 0,0 0-1 0 0,1 0 1 0 0,-1 0-1 0 0,0 0 1 0 0,0 0-1 0 0,0 0 1 0 0,0 0-1 0 0,0 0 1 0 0,1 0-1 0 0,-1 0 1 0 0,0 0-1 0 0,0 0 1 0 0,0 0-1 0 0,0 0 1 0 0,0 0-1 0 0,1 0 1 0 0,-1 0-1 0 0,0-1 1 0 0,0 1-1 0 0,0 0 1 0 0,0 0 0 0 0,0 0-1 0 0,0 0 1 0 0,1 0-1 0 0,-1 0 1 0 0,0 0-1 0 0,0 0 1 0 0,0 0-1 0 0,0 0 1 0 0,0-1-1 0 0,0 1 1 0 0,0 0-1 0 0,0 0 1 0 0,-3 12-29 0 0,1 0 1 0 0,-1 0-1 0 0,2 0 1 0 0,-1 17-1 0 0,2-25 31 0 0,0-1 0 0 0,1 1 1 0 0,-1 0-1 0 0,1 0 0 0 0,0 0 0 0 0,0-1 0 0 0,0 1 1 0 0,0 0-1 0 0,1-1 0 0 0,-1 1 0 0 0,1-1 0 0 0,0 0 0 0 0,0 0 1 0 0,0 1-1 0 0,1-1 0 0 0,-1 0 0 0 0,1-1 0 0 0,-1 1 1 0 0,1 0-1 0 0,4 2 0 0 0,-3-3 16 0 0,1 0-1 0 0,-1 0 1 0 0,1 0 0 0 0,0 0-1 0 0,0-1 1 0 0,0 0 0 0 0,-1 0-1 0 0,1 0 1 0 0,0-1 0 0 0,1 1-1 0 0,-1-1 1 0 0,0 0 0 0 0,0-1-1 0 0,0 1 1 0 0,0-1 0 0 0,-1 0-1 0 0,1 0 1 0 0,0-1 0 0 0,0 1-1 0 0,8-5 1 0 0,11-5 88 0 0,0-1-1 0 0,36-25 1 0 0,-44 27-59 0 0,14-10 123 0 0,0-2 0 0 0,-1 0 1 0 0,-2-2-1 0 0,0-1 0 0 0,-1-1 0 0 0,-2-1 0 0 0,39-55 1 0 0,-84 93-405 0 0,17-8 210 0 0,0 0-1 0 0,0 0 1 0 0,0 1-1 0 0,1-1 0 0 0,-1 1 1 0 0,1 0-1 0 0,-5 7 1 0 0,5-4 7 0 0,1 0 0 0 0,0-1-1 0 0,0 1 1 0 0,0 0 0 0 0,1 0 0 0 0,0 0 0 0 0,0 0 0 0 0,1 1 0 0 0,0 11 0 0 0,15 68-238 0 0,-11-73 123 0 0,-1 0 0 0 0,-1 0 0 0 0,0 0 0 0 0,0 0 0 0 0,-2 0 1 0 0,0 0-1 0 0,-3 27 0 0 0,2-33 40 0 0,-1 0 0 0 0,0 0 0 0 0,0 0 0 0 0,-1 0 0 0 0,0-1 1 0 0,-1 1-1 0 0,-5 8 0 0 0,8-15 71 0 0,1-2 18 0 0,-1 0 0 0 0,1 0 0 0 0,-1 0 0 0 0,1 0 0 0 0,-1 0 0 0 0,1 0 0 0 0,-1 0 0 0 0,1 0-1 0 0,0 0 1 0 0,0 0 0 0 0,0 0 0 0 0,-1 0 0 0 0,1 0 0 0 0,0 0 0 0 0,0 0 0 0 0,0 0 0 0 0,0 0 0 0 0,1 0 0 0 0,-1 0 0 0 0,0 0 0 0 0,0 0 0 0 0,1 0 0 0 0,-1 0 0 0 0,0 0 0 0 0,1 0 0 0 0,-1 0 0 0 0,1 0 0 0 0,1-2-1 0 0,30-37-104 0 0,51-28 7 0 0,136-83-252 0 0,-129 91 248 0 0,8-11 1338 0 0,-97 69-1070 0 0,-1 2-151 0 0,1 0 0 0 0,-1 0 0 0 0,0 0 0 0 0,0 0 1 0 0,0 0-1 0 0,0 0 0 0 0,0 0 0 0 0,1 0 1 0 0,-1 0-1 0 0,0 0 0 0 0,0 0 0 0 0,0 0 0 0 0,0-1 1 0 0,0 1-1 0 0,0 0 0 0 0,0 0 0 0 0,1 0 0 0 0,-1 0 1 0 0,0 0-1 0 0,0 0 0 0 0,0 0 0 0 0,0-1 0 0 0,0 1 1 0 0,0 0-1 0 0,0 0 0 0 0,0 0 0 0 0,0 0 0 0 0,0 0 1 0 0,0-1-1 0 0,0 1 0 0 0,0 0 0 0 0,0 0 1 0 0,0 0-1 0 0,0 0 0 0 0,0-1 0 0 0,0 1 0 0 0,0 0 1 0 0,0 0-1 0 0,0 0 0 0 0,0 0 0 0 0,0 0 0 0 0,0-1 1 0 0,0 1-1 0 0,0 0 0 0 0,0 0 0 0 0,0 0 0 0 0,-1 0 1 0 0,1 0-1 0 0,0 0 0 0 0,0-1 0 0 0,0 1 1 0 0,0 0-1 0 0,0 0 0 0 0,0 0 0 0 0,0 0 0 0 0,-1 0 1 0 0,1 0-1 0 0,0 0 0 0 0,0 0 0 0 0,0 0 0 0 0,0 0 1 0 0,0 0-1 0 0,-1 0 0 0 0,-4 2 4 0 0,0 1 0 0 0,1 0 0 0 0,-1 0 1 0 0,0 0-1 0 0,1 1 0 0 0,0-1 0 0 0,0 1 0 0 0,0 0 0 0 0,0 0 0 0 0,1 1 1 0 0,0-1-1 0 0,-1 1 0 0 0,2 0 0 0 0,-1-1 0 0 0,0 1 0 0 0,1 1 0 0 0,0-1 1 0 0,0 0-1 0 0,1 0 0 0 0,-1 1 0 0 0,1-1 0 0 0,0 11 0 0 0,0-4 1 0 0,2 0-1 0 0,-1 1 1 0 0,2-1-1 0 0,0 0 1 0 0,0 0-1 0 0,1 0 0 0 0,0 0 1 0 0,1 0-1 0 0,10 20 1 0 0,-10-24-19 0 0,0 1-1 0 0,0 0 1 0 0,-1 0 0 0 0,0 0 0 0 0,2 19 0 0 0,-4-25 10 0 0,-1-1 1 0 0,0 0 0 0 0,0 1-1 0 0,0-1 1 0 0,0 0-1 0 0,-1 1 1 0 0,1-1 0 0 0,-1 0-1 0 0,1 0 1 0 0,-1 1-1 0 0,0-1 1 0 0,0 0 0 0 0,0 0-1 0 0,0 0 1 0 0,0 0-1 0 0,0 0 1 0 0,0 0-1 0 0,-1 0 1 0 0,1 0 0 0 0,-1-1-1 0 0,1 1 1 0 0,-1 0-1 0 0,0-1 1 0 0,0 1 0 0 0,0-1-1 0 0,0 0 1 0 0,0 0-1 0 0,-3 2 1 0 0,2-1-64 0 0,0-1-1 0 0,-1 1 0 0 0,1-1 1 0 0,0 0-1 0 0,-1 0 1 0 0,1 0-1 0 0,-1-1 1 0 0,0 1-1 0 0,1-1 1 0 0,-1 0-1 0 0,0 0 1 0 0,1 0-1 0 0,-1 0 1 0 0,1 0-1 0 0,-1-1 1 0 0,0 0-1 0 0,1 0 1 0 0,-1 0-1 0 0,1 0 1 0 0,0 0-1 0 0,-1-1 1 0 0,1 1-1 0 0,0-1 1 0 0,0 0-1 0 0,0 0 0 0 0,0 0 1 0 0,0-1-1 0 0,0 1 1 0 0,1-1-1 0 0,-4-4 1 0 0,5 6-61 0 0,1 0 0 0 0,0-1 0 0 0,0 1 0 0 0,0-1 0 0 0,0 1 0 0 0,0 0-1 0 0,0-1 1 0 0,0 1 0 0 0,0 0 0 0 0,0-1 0 0 0,1 1 0 0 0,-1 0 0 0 0,0-1 0 0 0,1 1 0 0 0,0 0 0 0 0,-1-1 0 0 0,1 1 0 0 0,-1 0 0 0 0,1 0 0 0 0,1-2 0 0 0,18-23-5375 0 0,-8 14 2502 0 0</inkml:trace>
</inkml:ink>
</file>

<file path=ppt/ink/ink2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51:36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0 132 0 0,'0'0'6869'0'0,"-2"6"-6427"0"0,-3 9-61 0 0,1 0-1 0 0,1 0 0 0 0,1 0 1 0 0,0 1-1 0 0,0-1 1 0 0,2 29-1 0 0,1-40-325 0 0,-1 1-1 0 0,1-1 1 0 0,0 0 0 0 0,0 1 0 0 0,0-1 0 0 0,1 0-1 0 0,-1 0 1 0 0,1 0 0 0 0,0 0 0 0 0,0 0 0 0 0,1-1-1 0 0,-1 1 1 0 0,1-1 0 0 0,0 1 0 0 0,0-1 0 0 0,0 0-1 0 0,0 0 1 0 0,0 0 0 0 0,1 0 0 0 0,-1-1 0 0 0,1 0-1 0 0,0 1 1 0 0,0-1 0 0 0,0 0 0 0 0,0-1 0 0 0,0 1-1 0 0,0-1 1 0 0,0 0 0 0 0,9 2 0 0 0,-6-3-7 0 0,0 1 0 0 0,0-1-1 0 0,0 0 1 0 0,0 0 0 0 0,-1-1 0 0 0,1 0 0 0 0,0 0 0 0 0,0-1 0 0 0,-1 0 0 0 0,1 0-1 0 0,-1 0 1 0 0,1-1 0 0 0,-1 0 0 0 0,0 0 0 0 0,10-8 0 0 0,-1 1 567 0 0,-1-2-1 0 0,0 0 1 0 0,-1 0 0 0 0,18-22-1 0 0,-28 31-143 0 0,8-11 964 0 0,-7 10-706 0 0,-4 7-92 0 0,-3 5-788 0 0,-11 43-1527 0 0,13-22-2101 0 0,9-4-3777 0 0</inkml:trace>
</inkml:ink>
</file>

<file path=ppt/ink/ink2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51:37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15 226 328 0 0,'0'-1'228'0'0,"0"0"-1"0"0,1 0 1 0 0,-1 0 0 0 0,1 1-1 0 0,-1-1 1 0 0,1 0 0 0 0,0 0-1 0 0,-1 1 1 0 0,1-1 0 0 0,0 0 0 0 0,-1 1-1 0 0,1-1 1 0 0,0 1 0 0 0,0-1-1 0 0,0 1 1 0 0,-1 0 0 0 0,1-1-1 0 0,0 1 1 0 0,0 0 0 0 0,0-1-1 0 0,0 1 1 0 0,0 0 0 0 0,0 0-1 0 0,0 0 1 0 0,1 0 0 0 0,-1 0-136 0 0,-1 1 0 0 0,1 0-1 0 0,0 0 1 0 0,-1-1 0 0 0,1 1 0 0 0,-1 0 0 0 0,1 0 0 0 0,-1 0 0 0 0,1 0 0 0 0,-1 0 0 0 0,0 0 0 0 0,1 0 0 0 0,-1 0 0 0 0,0-1-1 0 0,0 1 1 0 0,0 0 0 0 0,0 0 0 0 0,0 2 0 0 0,-3 50 869 0 0,1-48-732 0 0,0 0 0 0 0,0 0 0 0 0,-1 0 0 0 0,0 0 0 0 0,0-1 0 0 0,0 1 0 0 0,0-1 0 0 0,-1 0 0 0 0,1 0 0 0 0,-7 5 0 0 0,9-33-106 0 0,2 21-116 0 0,-1 1 0 0 0,1-1 0 0 0,0 1 0 0 0,0 0 0 0 0,1-1-1 0 0,-1 1 1 0 0,0 0 0 0 0,1 0 0 0 0,-1 0 0 0 0,1 0 0 0 0,0 0 0 0 0,-1 0 0 0 0,1 0 0 0 0,0 0-1 0 0,0 1 1 0 0,4-3 0 0 0,2-3 24 0 0,-3 1-24 0 0,1 0-1 0 0,0 1 1 0 0,-1 0 0 0 0,2 0 0 0 0,-1 1-1 0 0,0 0 1 0 0,1 0 0 0 0,0 0-1 0 0,0 1 1 0 0,0 0 0 0 0,9-3-1 0 0,-13 6-9 0 0,0-1-1 0 0,-1 1 1 0 0,1-1-1 0 0,0 1 1 0 0,0 0-1 0 0,0 0 1 0 0,0 1-1 0 0,0-1 1 0 0,0 0-1 0 0,-1 1 1 0 0,1 0-1 0 0,0 0 1 0 0,0 0-1 0 0,-1 0 1 0 0,1 0-1 0 0,-1 0 1 0 0,1 1-1 0 0,-1-1 1 0 0,1 1-1 0 0,-1 0 1 0 0,0-1-1 0 0,0 1 1 0 0,0 0-1 0 0,0 0 1 0 0,0 1-1 0 0,0-1 1 0 0,0 0-1 0 0,-1 1 1 0 0,1-1-1 0 0,-1 1 1 0 0,0-1-1 0 0,2 6 1 0 0,11 28-9 0 0,-14-35 30 0 0,2 2 21 0 0,-2-2-26 0 0,0-1-1 0 0,0 0 0 0 0,0 0 1 0 0,0 1-1 0 0,0-1 0 0 0,0 0 0 0 0,0 0 1 0 0,0 0-1 0 0,0 1 0 0 0,1-1 0 0 0,-1 0 1 0 0,0 0-1 0 0,0 0 0 0 0,0 0 0 0 0,0 1 1 0 0,0-1-1 0 0,0 0 0 0 0,1 0 0 0 0,-1 0 1 0 0,0 0-1 0 0,0 1 0 0 0,0-1 0 0 0,0 0 1 0 0,1 0-1 0 0,-1 0 0 0 0,0 0 0 0 0,0 0 1 0 0,0 0-1 0 0,1 0 0 0 0,-1 0 1 0 0,0 0-1 0 0,0 0 0 0 0,1 0 0 0 0,-1 0 1 0 0,0 0-1 0 0,0 0 0 0 0,0 0 0 0 0,1 0 1 0 0,-1 0-1 0 0,0 0 0 0 0,0 0 0 0 0,0 0 1 0 0,1 0-1 0 0,-1 0 0 0 0,0 0 0 0 0,0 0 1 0 0,0 0-1 0 0,1 0 0 0 0,-1-1 0 0 0,31-21 12 0 0,-25 17-113 0 0,0 0 0 0 0,0 0 0 0 0,0 1 0 0 0,1 0 0 0 0,-1 0-1 0 0,1 0 1 0 0,0 1 0 0 0,0 0 0 0 0,0 1 0 0 0,1-1 0 0 0,14-2 0 0 0,-13 7-10 0 0,1 0 0 0 0,-1 0 0 0 0,0 0 0 0 0,0 1 0 0 0,0 1 0 0 0,-1-1 0 0 0,1 2 0 0 0,-1-1 0 0 0,11 8 0 0 0,21 9-380 0 0,-35-18 474 0 0,-1-1 1 0 0,1 1 0 0 0,0-1-1 0 0,-1-1 1 0 0,1 1 0 0 0,0-1-1 0 0,0 0 1 0 0,0 0 0 0 0,0 0-1 0 0,1-1 1 0 0,-1 1 0 0 0,0-1-1 0 0,0-1 1 0 0,0 1 0 0 0,0-1-1 0 0,0 0 1 0 0,0 0 0 0 0,0 0-1 0 0,0-1 1 0 0,0 1 0 0 0,0-1-1 0 0,-1-1 1 0 0,1 1 0 0 0,-1-1-1 0 0,1 1 1 0 0,-1-1 0 0 0,0 0 0 0 0,0-1-1 0 0,0 1 1 0 0,5-7 0 0 0,4-7 374 0 0,0 0 1 0 0,-1 0-1 0 0,-1-1 1 0 0,0-1 0 0 0,-2 1-1 0 0,0-2 1 0 0,-1 1 0 0 0,-1-1-1 0 0,8-39 1 0 0,-6 15 1850 0 0,-8 42-1827 0 0,-3 9-315 0 0,-12 54 29 0 0,3 0 0 0 0,3 1 0 0 0,-1 64 0 0 0,19 194 122 0 0,-1-204-154 0 0,-8-67 3830 0 0,-8-84-3258 0 0,5 29-578 0 0,0 0 0 0 0,1 1 0 0 0,0-1 0 0 0,0 0 0 0 0,0 0 0 0 0,1 0 0 0 0,0-7 0 0 0,5-18-30 0 0,2 0-1 0 0,1 1 1 0 0,1 0 0 0 0,2 0-1 0 0,0 1 1 0 0,3 0-1 0 0,0 1 1 0 0,1 1 0 0 0,2 0-1 0 0,1 2 1 0 0,1-1-1 0 0,1 2 1 0 0,43-40 0 0 0,-55 57-131 0 0,1 1 0 0 0,0 0 1 0 0,1 0-1 0 0,-1 0 0 0 0,1 1 1 0 0,0 1-1 0 0,0 0 0 0 0,1 0 0 0 0,13-2 1 0 0,-21 5 23 0 0,0 1 1 0 0,0-1-1 0 0,0 1 1 0 0,0 0-1 0 0,0 0 1 0 0,0 0-1 0 0,0 0 1 0 0,0 1 0 0 0,0-1-1 0 0,0 1 1 0 0,-1-1-1 0 0,1 1 1 0 0,0 0-1 0 0,0 1 1 0 0,0-1-1 0 0,2 2 1 0 0,-2-1 10 0 0,-1 0 0 0 0,0 0 0 0 0,0 1 0 0 0,-1-1 1 0 0,1 1-1 0 0,0-1 0 0 0,-1 1 0 0 0,0-1 0 0 0,1 1 0 0 0,-1 0 0 0 0,0-1 0 0 0,0 1 1 0 0,-1 0-1 0 0,1 0 0 0 0,-1 0 0 0 0,1 0 0 0 0,-1 0 0 0 0,0 0 0 0 0,0 5 0 0 0,-1-3 32 0 0,1-1 0 0 0,-1 1 0 0 0,0-1 0 0 0,0 0 0 0 0,0 1 0 0 0,-1-1 0 0 0,1 0 0 0 0,-1 0 0 0 0,0 0 0 0 0,0 0 0 0 0,-1 0 0 0 0,1-1 0 0 0,-1 1 0 0 0,0-1 0 0 0,0 1 0 0 0,0-1 0 0 0,0 0 0 0 0,0 0 0 0 0,-1 0 0 0 0,0-1 0 0 0,1 1 0 0 0,-1-1 0 0 0,-5 2 0 0 0,-8 4-300 0 0,0 0-1 0 0,-1-1 1 0 0,1-1 0 0 0,-21 4-1 0 0,10-21-1625 0 0,14 0-846 0 0,12-2-3311 0 0,10-8 2550 0 0</inkml:trace>
</inkml:ink>
</file>

<file path=ppt/ink/ink2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51:37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0 888 0 0,'0'0'1029'0'0,"-1"15"5040"0"0,-7 60-5076 0 0,-4-22-324 0 0,-39 184 1425 0 0,45-198-1791 0 0,2 0 0 0 0,2 1 0 0 0,1 0 0 0 0,4 40 0 0 0,-1-62 67 0 0,1 1 1 0 0,1-1 0 0 0,0 1 0 0 0,1-1 0 0 0,12 27-1 0 0,-16-43-21 0 0,2-2-74 0 0,0 0 0 0 0,0 0 0 0 0,0-1 0 0 0,0 1 0 0 0,0-1 0 0 0,0 1 0 0 0,-1-1 0 0 0,1 0 0 0 0,0 0 0 0 0,5-3-1 0 0,-2 2 906 0 0,2 0-900 0 0</inkml:trace>
</inkml:ink>
</file>

<file path=ppt/ink/ink2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51:38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38 500 0 0,'-1'-5'950'0'0,"0"-12"6468"0"0,2 2-2616 0 0,6 16-9192 0 0,1 4 3683 0 0,0 3-2925 0 0,1 2 851 0 0</inkml:trace>
</inkml:ink>
</file>

<file path=ppt/ink/ink2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51:38.5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46 132 0 0,'-2'-9'1727'0'0,"1"3"2596"0"0,-10-13-1188 0 0,9 18-2493 0 0,-19-9 2480 0 0,12 11-2982 0 0,-1 0 1 0 0,0 1 0 0 0,1 1 0 0 0,0-1 0 0 0,-1 1 0 0 0,1 1 0 0 0,0 0 0 0 0,0 0-1 0 0,1 1 1 0 0,0 0 0 0 0,-1 0 0 0 0,-11 11 0 0 0,13-11-109 0 0,1 1 0 0 0,-1 0 1 0 0,1 0-1 0 0,0 0 0 0 0,1 1 0 0 0,-1 0 1 0 0,1 0-1 0 0,1 0 0 0 0,-1 1 0 0 0,1-1 1 0 0,0 1-1 0 0,1 0 0 0 0,0 0 0 0 0,-3 14 0 0 0,6-20-54 0 0,1 3-19 0 0,-1-4 33 0 0,0 0 1 0 0,0 0 0 0 0,0 1 0 0 0,0-1 0 0 0,1 0-1 0 0,-1 0 1 0 0,0 0 0 0 0,1 0 0 0 0,-1 0 0 0 0,0 0-1 0 0,1 0 1 0 0,-1 0 0 0 0,1 0 0 0 0,0 0-1 0 0,-1 0 1 0 0,1 0 0 0 0,0 0 0 0 0,0 0 0 0 0,0 0-1 0 0,6 0-5 0 0,0 0 0 0 0,0-1 0 0 0,0 1 0 0 0,0-2-1 0 0,-1 1 1 0 0,1-1 0 0 0,0 0 0 0 0,0 0-1 0 0,-1-1 1 0 0,1 0 0 0 0,-1 0 0 0 0,12-6 0 0 0,77-41-179 0 0,-94 48 189 0 0,28-16-55 0 0,-1 0-59 0 0,2 0 0 0 0,-1 2 0 0 0,58-20 0 0 0,-86 35 114 0 0,-1-1-1 0 0,1 1 0 0 0,0 0 0 0 0,0-1 0 0 0,0 1 1 0 0,0 0-1 0 0,-1 0 0 0 0,1 0 0 0 0,0 0 0 0 0,0 0 1 0 0,0 0-1 0 0,0 0 0 0 0,-1 0 0 0 0,1 0 0 0 0,0 0 1 0 0,0 0-1 0 0,0 0 0 0 0,0 1 0 0 0,-1-1 0 0 0,1 0 1 0 0,0 1-1 0 0,0-1 0 0 0,-1 1 0 0 0,1-1 0 0 0,0 1 1 0 0,0-1-1 0 0,-1 1 0 0 0,1-1 0 0 0,-1 1 0 0 0,1-1 1 0 0,0 1-1 0 0,-1 0 0 0 0,1-1 0 0 0,-1 1 0 0 0,1 1 1 0 0,1 5 7 0 0,-1-1 0 0 0,1 1 1 0 0,-1-1-1 0 0,-1 1 1 0 0,1 0-1 0 0,-1 10 0 0 0,0-14 22 0 0,-1-3-17 0 0,1 0 1 0 0,0 0 0 0 0,0 1 0 0 0,0-1 0 0 0,0 0 0 0 0,0 0-1 0 0,0 1 1 0 0,0-1 0 0 0,0 0 0 0 0,0 0 0 0 0,0 1 0 0 0,0-1-1 0 0,0 0 1 0 0,0 0 0 0 0,0 1 0 0 0,0-1 0 0 0,1 0 0 0 0,-1 0-1 0 0,0 1 1 0 0,0-1 0 0 0,0 0 0 0 0,0 0 0 0 0,0 0 0 0 0,0 1-1 0 0,1-1 1 0 0,-1 0 0 0 0,0 0 0 0 0,0 0 0 0 0,0 0 0 0 0,1 1-1 0 0,-1-1 1 0 0,0 0 0 0 0,0 0 0 0 0,0 0 0 0 0,1 0 0 0 0,-1 0-1 0 0,0 0 1 0 0,0 0 0 0 0,1 0 0 0 0,-1 0 0 0 0,0 0 0 0 0,1 0-1 0 0,26-6 291 0 0,51-18 0 0 0,-59 16-198 0 0,1 1 1 0 0,0 2-1 0 0,0 0 1 0 0,0 0-1 0 0,30-1 0 0 0,-39 8-197 0 0,1 1-1 0 0,0 0 0 0 0,-1 1 0 0 0,0 0 1 0 0,0 1-1 0 0,0 0 0 0 0,0 0 0 0 0,-1 1 1 0 0,15 11-1 0 0,-12-8-1347 0 0,-11-8 569 0 0,9-1-1503 0 0</inkml:trace>
</inkml:ink>
</file>

<file path=ppt/ink/ink2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51:38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0 460 0 0,'-17'4'7317'0'0,"7"-3"-5993"0"0,41 10-2000 0 0,-19-10-16 0 0,-2 5-600 0 0,-1-1-1397 0 0,-2 0 621 0 0</inkml:trace>
</inkml:ink>
</file>

<file path=ppt/ink/ink2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51:41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1068 0 0,'0'0'1852'0'0,"0"13"5979"0"0</inkml:trace>
</inkml:ink>
</file>

<file path=ppt/ink/ink2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52:48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1 792 0 0,'3'10'12794'0'0,"9"-13"-12646"0"0,0 1 1 0 0,1 0-1 0 0,-1 1 0 0 0,1 0 1 0 0,-1 1-1 0 0,1 1 1 0 0,22 4-1 0 0,-31-5-152 0 0,-1 1 0 0 0,1 1 0 0 0,0-1 0 0 0,-1 0 0 0 0,1 1 0 0 0,-1 0 1 0 0,0-1-1 0 0,1 2 0 0 0,-1-1 0 0 0,0 0 0 0 0,0 0 0 0 0,-1 1 0 0 0,1 0 0 0 0,0 0 0 0 0,-1-1 0 0 0,0 1 0 0 0,1 1 0 0 0,-1-1 0 0 0,0 0 0 0 0,-1 0 1 0 0,1 1-1 0 0,-1-1 0 0 0,1 1 0 0 0,-1 0 0 0 0,0-1 0 0 0,0 1 0 0 0,-1 0 0 0 0,1-1 0 0 0,-1 1 0 0 0,0 0 0 0 0,0 6 0 0 0,-1 3-18 0 0,0-1-1 0 0,-1 0 1 0 0,-1 0-1 0 0,0 0 0 0 0,-1 0 1 0 0,0 0-1 0 0,0-1 1 0 0,-2 0-1 0 0,1 1 1 0 0,-1-2-1 0 0,-1 1 0 0 0,-11 14 1 0 0,-9 8-28 0 0,-2-1 0 0 0,-40 35 0 0 0,-5-9 5 0 0,53-43 6 0 0,0 0 0 0 0,-26 27 1 0 0,46-40 28 0 0,128-46 48 0 0,2-13-1884 0 0,139-83 0 0 0,-234 120 249 0 0,0-2 0 0 0,-2-1 0 0 0,50-46 0 0 0,-53 39-650 0 0</inkml:trace>
</inkml:ink>
</file>

<file path=ppt/ink/ink2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52:48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1023 424 2760 0 0,'3'-10'82'0'0,"-1"1"0"0"0,0-1-1 0 0,-1 0 1 0 0,0 0 0 0 0,0 0-1 0 0,-1 0 1 0 0,-1-1 0 0 0,0 1-1 0 0,0 0 1 0 0,0 1-1 0 0,-2-1 1 0 0,1 0 0 0 0,-1 0-1 0 0,0 1 1 0 0,-1-1 0 0 0,0 1-1 0 0,-1 0 1 0 0,0 1 0 0 0,0-1-1 0 0,-13-15 1 0 0,-1 4 155 0 0,-1 1-1 0 0,-1 0 1 0 0,0 2-1 0 0,-2 0 1 0 0,1 2-1 0 0,-2 0 1 0 0,0 2-1 0 0,-1 0 1 0 0,0 2 0 0 0,-1 1-1 0 0,0 0 1 0 0,-40-7-1 0 0,48 13-164 0 0,0 1 0 0 0,-1 1 0 0 0,1 1 0 0 0,-1 0 0 0 0,0 1 0 0 0,1 2-1 0 0,-1-1 1 0 0,1 2 0 0 0,-1 1 0 0 0,1 0 0 0 0,0 1 0 0 0,1 1 0 0 0,-1 0 0 0 0,1 2 0 0 0,0 0 0 0 0,1 1-1 0 0,0 0 1 0 0,0 2 0 0 0,-19 16 0 0 0,13-6 18 0 0,1 1 0 0 0,0 1 0 0 0,2 1 0 0 0,1 1 0 0 0,1 1-1 0 0,1 0 1 0 0,1 1 0 0 0,2 1 0 0 0,-14 38 0 0 0,10-15 19 0 0,2 1 0 0 0,2 0 0 0 0,3 1 0 0 0,-6 82 0 0 0,15-110-76 0 0,1-1 1 0 0,1 0 0 0 0,1 0-1 0 0,1 0 1 0 0,1-1-1 0 0,1 1 1 0 0,1-1 0 0 0,1 0-1 0 0,1 0 1 0 0,1-1 0 0 0,2 0-1 0 0,0 0 1 0 0,0-1 0 0 0,2-1-1 0 0,1 0 1 0 0,1-1-1 0 0,0 0 1 0 0,1-1 0 0 0,24 20-1 0 0,-22-21 4 0 0,0-1 0 0 0,1-1 1 0 0,1-1-1 0 0,0 0 0 0 0,1-2 0 0 0,1 0 0 0 0,-1-1 0 0 0,2-2 0 0 0,0 0 0 0 0,0-1 0 0 0,0-1 0 0 0,1-2 0 0 0,36 5 0 0 0,-19-9 183 0 0,1-1-1 0 0,-1-3 1 0 0,0-1-1 0 0,0-2 1 0 0,0-2-1 0 0,-1-2 1 0 0,0-1-1 0 0,-1-2 1 0 0,0-2-1 0 0,-1-1 1 0 0,-1-2-1 0 0,-1-2 1 0 0,0-1-1 0 0,-2-2 1 0 0,0-1-1 0 0,37-35 1 0 0,-41 31 8 0 0,-1 0 0 0 0,-1-2 1 0 0,-1 0-1 0 0,-2-2 0 0 0,-1-2 1 0 0,-2 0-1 0 0,-1-1 0 0 0,-2 0 0 0 0,-1-2 1 0 0,-2-1-1 0 0,-2 0 0 0 0,-1 0 1 0 0,-2-2-1 0 0,-2 1 0 0 0,-1-1 0 0 0,4-66 1 0 0,-12 91-180 0 0,0 0 0 0 0,-1 0 0 0 0,-1 0 0 0 0,0 0 0 0 0,-1 1 0 0 0,-1-1 0 0 0,0 1 0 0 0,-1 0 0 0 0,0 0 0 0 0,-1 0 0 0 0,-1 1 0 0 0,-8-14 0 0 0,8 17-127 0 0,0 1 0 0 0,0 1 0 0 0,-1-1 0 0 0,0 1 0 0 0,0 1 0 0 0,-1-1 0 0 0,0 1 0 0 0,0 1 0 0 0,-1 0 0 0 0,1 0 0 0 0,-2 1 0 0 0,1 0 0 0 0,0 0 0 0 0,-1 2 0 0 0,0-1 0 0 0,-13-2 0 0 0,-5 2-402 0 0,-1 0 1 0 0,0 2-1 0 0,-1 1 1 0 0,1 1-1 0 0,-52 8 1 0 0,-148 42-7875 0 0,147-25 4242 0 0</inkml:trace>
</inkml:ink>
</file>

<file path=ppt/ink/ink2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52:53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50 392 0 0,'9'-42'8241'0'0,"-5"36"-7794"0"0,-3 4-96 0 0,-4 6 1792 0 0,-27 55-1965 0 0,2 1-1 0 0,-31 96 0 0 0,31-78-83 0 0,18-51-40 0 0,2 1-1 0 0,1-1 1 0 0,1 1 0 0 0,1 0 0 0 0,2 0-1 0 0,0 1 1 0 0,3 29 0 0 0,0-47-25 0 0,1 1-1 0 0,1-1 1 0 0,0 1-1 0 0,1-1 1 0 0,0 0-1 0 0,1 0 1 0 0,0 0-1 0 0,11 19 1 0 0,-11-23-33 0 0,0-1 1 0 0,1 0 0 0 0,-1-1-1 0 0,1 1 1 0 0,1-1-1 0 0,-1 0 1 0 0,1 0-1 0 0,0 0 1 0 0,0-1-1 0 0,0 0 1 0 0,1 0 0 0 0,0 0-1 0 0,-1-1 1 0 0,15 4-1 0 0,-9-4-64 0 0,0-1 1 0 0,0 0-1 0 0,1-1 0 0 0,-1 0 0 0 0,0-1 1 0 0,0-1-1 0 0,1 0 0 0 0,-1-1 1 0 0,0 0-1 0 0,22-7 0 0 0,-5 0-321 0 0,-1-1 0 0 0,0-1-1 0 0,35-21 1 0 0,-36 18 133 0 0,-1-2 0 0 0,-1 0 1 0 0,-1-2-1 0 0,0-1 0 0 0,-1-1 0 0 0,-1 0 0 0 0,-1-2 1 0 0,23-31-1 0 0,-40 46 483 0 0,-1 0 0 0 0,0 0 0 0 0,0 0 0 0 0,0 0 1 0 0,-1-1-1 0 0,1-9 0 0 0,-2 15 179 0 0,-1 2-379 0 0,0 0 1 0 0,0-1-1 0 0,0 1 0 0 0,0 0 0 0 0,0-1 1 0 0,1 1-1 0 0,-1 0 0 0 0,0 0 1 0 0,0-1-1 0 0,0 1 0 0 0,0 0 0 0 0,0-1 1 0 0,0 1-1 0 0,0 0 0 0 0,0-1 1 0 0,0 1-1 0 0,0 0 0 0 0,0-1 0 0 0,-1 1 1 0 0,1 0-1 0 0,0 0 0 0 0,0-1 1 0 0,0 1-1 0 0,0 0 0 0 0,0-1 0 0 0,0 1 1 0 0,-1 0-1 0 0,1 0 0 0 0,0-1 1 0 0,0 1-1 0 0,0 0 0 0 0,-1 0 0 0 0,1 0 1 0 0,0-1-1 0 0,0 1 0 0 0,-1 0 1 0 0,1 0-1 0 0,0 0 0 0 0,-1 0 0 0 0,1 0 1 0 0,-1-1-1 0 0,-12 11-4 0 0,-1 1 0 0 0,1 0 1 0 0,1 0-1 0 0,0 1 0 0 0,1 1 0 0 0,0 0 1 0 0,1 0-1 0 0,0 1 0 0 0,1 0 0 0 0,-11 25 0 0 0,13-9 11 0 0,7-30-31 0 0,0 1-1 0 0,0 0 0 0 0,0-1 0 0 0,0 1 1 0 0,0-1-1 0 0,0 1 0 0 0,1 0 0 0 0,-1-1 1 0 0,0 1-1 0 0,0-1 0 0 0,0 1 0 0 0,0-1 1 0 0,1 1-1 0 0,-1 0 0 0 0,0-1 0 0 0,1 1 0 0 0,-1-1 1 0 0,0 1-1 0 0,1-1 0 0 0,-1 1 0 0 0,1-1 1 0 0,-1 0-1 0 0,2 1 0 0 0,1 0 6 0 0,0-1 0 0 0,0 1 0 0 0,1-1 0 0 0,-1 0 0 0 0,0 0 0 0 0,1-1 0 0 0,-1 1-1 0 0,0-1 1 0 0,0 1 0 0 0,1-1 0 0 0,-1 0 0 0 0,4-2 0 0 0,128-46 10 0 0,-133 48-37 0 0,22 8-90 0 0,-7 16-418 0 0,11 8-1913 0 0,-2-18-2176 0 0,-13-11 2294 0 0</inkml:trace>
</inkml:ink>
</file>

<file path=ppt/ink/ink2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52:54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108 203 864 0 0,'0'0'3098'0'0,"0"0"-3029"0"0,0-1-1 0 0,0 1 0 0 0,-1-1 1 0 0,1 1-1 0 0,0-1 0 0 0,0 1 0 0 0,0-1 1 0 0,0 1-1 0 0,-1-1 0 0 0,1 1 1 0 0,0-1-1 0 0,-1 1 0 0 0,1-1 0 0 0,0 1 1 0 0,-1 0-1 0 0,1-1 0 0 0,0 1 1 0 0,-1 0-1 0 0,1-1 0 0 0,-1 1 0 0 0,1 0 1 0 0,0-1-1 0 0,-1 1 0 0 0,1 0 1 0 0,-1 0-1 0 0,1-1 0 0 0,-1 1 0 0 0,1 0 1 0 0,-1 0-1 0 0,1 0 0 0 0,-1 0 1 0 0,1 0-1 0 0,-1 0 0 0 0,0 0 0 0 0,1 0 1 0 0,-1 0-1 0 0,0 0 0 0 0,-6 5 70 0 0,0 0-1 0 0,0 0 1 0 0,1 1 0 0 0,0 0-1 0 0,0 0 1 0 0,0 0 0 0 0,0 1-1 0 0,1 0 1 0 0,1 0-1 0 0,-1 0 1 0 0,1 1 0 0 0,0 0-1 0 0,1-1 1 0 0,-1 1-1 0 0,2 1 1 0 0,-1-1 0 0 0,1 0-1 0 0,0 1 1 0 0,-1 15-1 0 0,3-18-119 0 0,0 0-1 0 0,0 0 1 0 0,0-1-1 0 0,0 1 0 0 0,1 0 1 0 0,0 0-1 0 0,0-1 0 0 0,1 1 1 0 0,0-1-1 0 0,0 1 0 0 0,0-1 1 0 0,0 0-1 0 0,1 0 0 0 0,0 0 1 0 0,0 0-1 0 0,0 0 1 0 0,1-1-1 0 0,-1 1 0 0 0,1-1 1 0 0,0 0-1 0 0,1 0 0 0 0,-1 0 1 0 0,1-1-1 0 0,-1 0 0 0 0,1 1 1 0 0,0-2-1 0 0,0 1 0 0 0,0 0 1 0 0,1-1-1 0 0,-1 0 1 0 0,9 2-1 0 0,-6-3-11 0 0,0 0 0 0 0,0-1 0 0 0,-1 1-1 0 0,1-1 1 0 0,0-1 0 0 0,0 0 0 0 0,0 0 0 0 0,-1 0 0 0 0,1-1 0 0 0,-1 0 0 0 0,1-1-1 0 0,-1 1 1 0 0,0-1 0 0 0,0-1 0 0 0,0 1 0 0 0,0-1 0 0 0,-1-1 0 0 0,8-5 0 0 0,2-2 22 0 0,0-2 1 0 0,-1 0-1 0 0,-1 0 1 0 0,0-1 0 0 0,21-30-1 0 0,-22 23 166 0 0,0-1-1 0 0,-1 0 1 0 0,-2-1-1 0 0,0-1 1 0 0,-2 1 0 0 0,0-2-1 0 0,-2 1 1 0 0,-1-1-1 0 0,4-45 1 0 0,-3 23 1757 0 0,-6 47-1679 0 0,-14 143 351 0 0,5 105-563 0 0,9-234-101 0 0,0-12 39 0 0,0 0 0 0 0,0 0 0 0 0,0 0-1 0 0,0 0 1 0 0,0-1 0 0 0,0 1 0 0 0,1 0 0 0 0,-1 0 0 0 0,0 0 0 0 0,0 0 0 0 0,1 0 0 0 0,-1-1 0 0 0,0 1 0 0 0,1 0 0 0 0,-1 0 0 0 0,1 0 0 0 0,-1-1 0 0 0,1 1 0 0 0,-1 0 0 0 0,1-1 0 0 0,-1 1 0 0 0,1 0 0 0 0,0-1-1 0 0,0 1 1 0 0,-1-1 0 0 0,1 1 0 0 0,0-1 0 0 0,0 1 0 0 0,-1-1 0 0 0,1 0 0 0 0,0 1 0 0 0,0-1 0 0 0,0 0 0 0 0,0 0 0 0 0,0 0 0 0 0,-1 1 0 0 0,1-1 0 0 0,0 0 0 0 0,0 0 0 0 0,0 0 0 0 0,0 0 0 0 0,0-1-1 0 0,0 1 1 0 0,0 0 0 0 0,-1 0 0 0 0,1 0 0 0 0,0-1 0 0 0,0 1 0 0 0,1-1 0 0 0,47-21-99 0 0,-40 17 95 0 0,39-22 126 0 0,58-44 0 0 0,-95 66 139 0 0,-9 11-120 0 0,-11 25-86 0 0,6-25-51 0 0,1 1 1 0 0,0 0-1 0 0,0 0 0 0 0,1-1 1 0 0,-2 11-1 0 0,4-13-81 0 0,-1-1-1 0 0,1 1 1 0 0,-1 0-1 0 0,1-1 1 0 0,1 1-1 0 0,-1-1 1 0 0,0 1-1 0 0,1-1 1 0 0,0 1-1 0 0,-1-1 0 0 0,1 0 1 0 0,0 0-1 0 0,1 0 1 0 0,-1 0-1 0 0,1 0 1 0 0,-1 0-1 0 0,1-1 1 0 0,0 1-1 0 0,0-1 1 0 0,0 0-1 0 0,0 0 1 0 0,0 0-1 0 0,1 0 1 0 0,-1 0-1 0 0,1-1 1 0 0,5 2-1 0 0,3 0-901 0 0,-1 0 0 0 0,1 0-1 0 0,0-2 1 0 0,0 0 0 0 0,-1 0-1 0 0,1-1 1 0 0,23-2 0 0 0,-3-2-2082 0 0</inkml:trace>
</inkml:ink>
</file>

<file path=ppt/ink/ink2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52:55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32 227 12 0 0,'7'-9'13147'0'0,"-13"19"-13101"0"0,1-1 1 0 0,0 1-1 0 0,0 0 1 0 0,1 1-1 0 0,-5 18 1 0 0,7-26-36 0 0,1 1 0 0 0,1 0 0 0 0,-1 0 0 0 0,1-1 0 0 0,-1 1 0 0 0,1 0 0 0 0,0 0 0 0 0,0 0 0 0 0,1 0 1 0 0,-1-1-1 0 0,1 1 0 0 0,0 0 0 0 0,0 0 0 0 0,0-1 0 0 0,0 1 0 0 0,1 0 0 0 0,-1-1 0 0 0,1 0 0 0 0,0 1 0 0 0,4 4 1 0 0,-5-7-10 0 0,1 0 0 0 0,-1 0 0 0 0,0 0 0 0 0,1 0 1 0 0,-1-1-1 0 0,1 1 0 0 0,-1 0 0 0 0,1-1 0 0 0,-1 1 0 0 0,1-1 1 0 0,-1 0-1 0 0,1 1 0 0 0,0-1 0 0 0,-1 0 0 0 0,1 0 1 0 0,-1 0-1 0 0,1 0 0 0 0,0 0 0 0 0,-1 0 0 0 0,1-1 1 0 0,-1 1-1 0 0,1 0 0 0 0,-1-1 0 0 0,1 0 0 0 0,-1 1 0 0 0,1-1 1 0 0,-1 0-1 0 0,2 0 0 0 0,39-27 68 0 0,-41 27-69 0 0,14-13 15 0 0,0 0 1 0 0,18-22 0 0 0,-6 6 16 0 0,-21 25-44 0 0,0 0 0 0 0,1 1 0 0 0,0 0 1 0 0,0 0-1 0 0,0 1 0 0 0,1 0 0 0 0,-1 0 0 0 0,1 1 0 0 0,0 0 0 0 0,0 0 1 0 0,0 0-1 0 0,-1 1 0 0 0,1 1 0 0 0,15 0 0 0 0,-10-1 42 0 0,-1 0-1 0 0,0 0 1 0 0,0-2 0 0 0,0 1 0 0 0,15-6-1 0 0,-18 4 59 0 0,-1 0 0 0 0,0-1-1 0 0,0 0 1 0 0,0 0 0 0 0,-1-1 0 0 0,0 0-1 0 0,0 0 1 0 0,0-1 0 0 0,-1 0 0 0 0,11-14-1 0 0,-14 15 40 0 0,1 1 0 0 0,-1-1 0 0 0,0 0 0 0 0,0 0 0 0 0,-1 0 0 0 0,0 0 0 0 0,0-1 0 0 0,0 1 0 0 0,-1-1 0 0 0,0 1 0 0 0,0-1 0 0 0,-1 1 0 0 0,0-1-1 0 0,0 1 1 0 0,0-1 0 0 0,-2-7 0 0 0,1 11 104 0 0,1 2-116 0 0,0 0-112 0 0,0 1 0 0 0,0 0 0 0 0,0 0 0 0 0,0-1 0 0 0,0 1 0 0 0,0 0 0 0 0,0 0 0 0 0,0 0 0 0 0,0-1 0 0 0,0 1 0 0 0,0 0 0 0 0,0 0 0 0 0,0-1 0 0 0,0 1 0 0 0,0 0 0 0 0,0 0 0 0 0,0 0 0 0 0,0-1 0 0 0,0 1 0 0 0,0 0 0 0 0,0 0-1 0 0,0 0 1 0 0,0-1 0 0 0,-1 1 0 0 0,1 0 0 0 0,0 0 0 0 0,0 0 0 0 0,0 0 0 0 0,0-1 0 0 0,0 1 0 0 0,-1 0 0 0 0,1 0 0 0 0,0 0 0 0 0,0 0 0 0 0,0 0 0 0 0,-1-1 0 0 0,1 1 0 0 0,0 0 0 0 0,0 0 0 0 0,0 0 0 0 0,-1 0 0 0 0,1 0 0 0 0,0 0 0 0 0,0 0-1 0 0,0 0 1 0 0,-1 0 0 0 0,1 0 0 0 0,-1 0 0 0 0,-4 8 4 0 0,1 1-1 0 0,-1-1 1 0 0,1 1-1 0 0,1 0 1 0 0,-1 0-1 0 0,2 0 1 0 0,-1 0-1 0 0,-1 17 1 0 0,-5 87 8 0 0,5-47-28 0 0,-6 284 59 0 0,9-204-17 0 0,3-94-8 0 0,-1-28-20 0 0,0 0-1 0 0,-4 28 1 0 0,2-46 13 0 0,1-1 0 0 0,-2 1 0 0 0,1 0 0 0 0,-1 0 0 0 0,0 0 1 0 0,0-1-1 0 0,0 1 0 0 0,-1-1 0 0 0,0 1 0 0 0,0-1 0 0 0,0 0 0 0 0,-1 0 1 0 0,-6 7-1 0 0,8-11-3 0 0,-1 1-1 0 0,1 0 1 0 0,-1-1 0 0 0,0 1 0 0 0,0-1 0 0 0,0 0 0 0 0,0 0 0 0 0,0 0-1 0 0,0-1 1 0 0,0 1 0 0 0,0-1 0 0 0,0 1 0 0 0,0-1 0 0 0,0 0 0 0 0,0 0 0 0 0,0 0-1 0 0,0-1 1 0 0,0 1 0 0 0,0-1 0 0 0,0 0 0 0 0,0 1 0 0 0,0-1 0 0 0,0-1-1 0 0,0 1 1 0 0,1 0 0 0 0,-4-3 0 0 0,0 1 15 0 0,0 0 0 0 0,0 0 0 0 0,1-1 0 0 0,0 0 0 0 0,-1 0 0 0 0,1 0-1 0 0,1-1 1 0 0,-1 0 0 0 0,1 1 0 0 0,0-2 0 0 0,-7-8 0 0 0,9 8-34 0 0,-1 0 0 0 0,1 0 0 0 0,0 0 0 0 0,0 0 0 0 0,1-1 0 0 0,0 1 1 0 0,0 0-1 0 0,0-1 0 0 0,1 1 0 0 0,0-1 0 0 0,0 1 0 0 0,1-1 0 0 0,0 1 0 0 0,0 0 0 0 0,0 0 0 0 0,1-1 0 0 0,0 1 0 0 0,0 0 0 0 0,0 0 0 0 0,1 0 1 0 0,0 1-1 0 0,0-1 0 0 0,1 1 0 0 0,-1-1 0 0 0,8-6 0 0 0,-2 1-363 0 0,1 1 0 0 0,0 0 0 0 0,0 1 0 0 0,1 0 0 0 0,1 1-1 0 0,-1 0 1 0 0,1 1 0 0 0,1 0 0 0 0,-1 1 0 0 0,24-8 0 0 0,62-14-7489 0 0,-59 18 4188 0 0</inkml:trace>
</inkml:ink>
</file>

<file path=ppt/ink/ink2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53:00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1 796 652 0 0,'0'0'5251'0'0,"6"-4"-4669"0"0,267-212 3196 0 0,-152 107-2675 0 0,135-156-1 0 0,-224 224-366 0 0,45-76 0 0 0,-63 94-171 0 0,-14 23-557 0 0,1 0 0 0 0,-1 0 0 0 0,0-1 0 0 0,1 1 0 0 0,-1-1 0 0 0,0 1 0 0 0,1 0 1 0 0,-1-1-1 0 0,0 1 0 0 0,1 0 0 0 0,-1-1 0 0 0,0 1 0 0 0,0-1 0 0 0,0 1 0 0 0,1-1 0 0 0,-1 1 0 0 0,0-1 0 0 0,0 1 0 0 0,0-1 0 0 0,0 1 0 0 0,0-1 0 0 0,0 1 0 0 0,0-1 0 0 0,0 1 0 0 0,0-1 0 0 0,0 1 0 0 0,0-1 0 0 0,0 1 0 0 0,0-1 0 0 0,-1 1 0 0 0,1 0 0 0 0,0-1 0 0 0,0 1 0 0 0,0-1 0 0 0,-1 1 0 0 0,1-1 0 0 0,0 1 0 0 0,-1 0 0 0 0,1-1 0 0 0,0 1 0 0 0,-1 0 0 0 0,1-1 0 0 0,0 1 0 0 0,-1 0 0 0 0,1-1 0 0 0,-1 1 0 0 0,1 0 0 0 0,0 0 0 0 0,-1 0 0 0 0,1-1 1 0 0,-1 1-1 0 0,1 0 0 0 0,-1 0 0 0 0,1 0 0 0 0,-1 0 0 0 0,1 0 0 0 0,-1 0 0 0 0,1 0 0 0 0,-1 0 0 0 0,1 0 0 0 0,-1 0 0 0 0,1 0 0 0 0,-1 0 0 0 0,1 0 0 0 0,-1 0 0 0 0,1 0 0 0 0,-1 1 0 0 0,1-1 0 0 0,-1 0 0 0 0,-33 10-66 0 0,25-5 44 0 0,0 1 0 0 0,1 0 0 0 0,-1 1 0 0 0,1-1 0 0 0,1 1 0 0 0,-1 1 0 0 0,1 0 0 0 0,1 0-1 0 0,-1 0 1 0 0,1 1 0 0 0,1-1 0 0 0,-1 1 0 0 0,2 1 0 0 0,-1-1 0 0 0,1 1 0 0 0,1 0 0 0 0,0 0-1 0 0,0 0 1 0 0,-2 15 0 0 0,3-4-10 0 0,1-1 1 0 0,1 0-1 0 0,1 1 0 0 0,1-1 0 0 0,0 1 0 0 0,2-1 0 0 0,0 0 1 0 0,14 38-1 0 0,-12-40 12 0 0,0 1 0 0 0,-1-1 0 0 0,-1 1 1 0 0,-1-1-1 0 0,1 20 0 0 0,-5-35 16 0 0,1-1 0 0 0,-1 0 0 0 0,0 1 0 0 0,0-1 0 0 0,0 0 0 0 0,0 0 0 0 0,0 0 0 0 0,0 0 0 0 0,0 0 0 0 0,-1 0 0 0 0,1 0 1 0 0,-1 0-1 0 0,1 0 0 0 0,-1 0 0 0 0,0-1 0 0 0,0 1 0 0 0,0-1 0 0 0,0 0 0 0 0,0 1 0 0 0,0-1 0 0 0,0 0 0 0 0,0 0 0 0 0,-3 1 0 0 0,-52 16 42 0 0,44-16-72 0 0,0-1 1 0 0,-1 0-1 0 0,1-1 1 0 0,-24-3-1 0 0,32 2-284 0 0,-1 0 1 0 0,0 0-1 0 0,1-1 0 0 0,-1 0 1 0 0,1 0-1 0 0,-6-3 0 0 0,9 5-65 0 0,1-1 0 0 0,-1 0 0 0 0,1 0 0 0 0,-1-1 0 0 0,1 1 0 0 0,-1 0 0 0 0,1 0 0 0 0,0-1 0 0 0,0 1 0 0 0,-1 0 0 0 0,1-1 0 0 0,0 0-1 0 0,0 1 1 0 0,0-1 0 0 0,1 1 0 0 0,-1-1 0 0 0,0 0 0 0 0,0-2 0 0 0</inkml:trace>
</inkml:ink>
</file>

<file path=ppt/ink/ink2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53:02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0 287 692 0 0,'37'-16'1337'0'0,"-1"-2"-1"0"0,0-1 1 0 0,-2-2-1 0 0,0-1 1 0 0,60-53-1 0 0,-92 74-1252 0 0,-1 0-1 0 0,0 0 0 0 0,0-1 0 0 0,0 1 1 0 0,0 0-1 0 0,-1 0 0 0 0,1-1 0 0 0,0 1 1 0 0,0-1-1 0 0,-1 1 0 0 0,1-1 0 0 0,-1 1 1 0 0,1-1-1 0 0,-1 1 0 0 0,0-1 0 0 0,1 1 1 0 0,-1-1-1 0 0,0 0 0 0 0,0-2 0 0 0,-10-4 458 0 0,-14 13-484 0 0,10 1-7 0 0,0 0 0 0 0,1 1 0 0 0,0 1 0 0 0,0 0 0 0 0,1 1 0 0 0,0 0 0 0 0,-12 12 0 0 0,22-18-52 0 0,-1-1 1 0 0,1 0 0 0 0,-1 1-1 0 0,1-1 1 0 0,0 1 0 0 0,0 0-1 0 0,0-1 1 0 0,1 1 0 0 0,-1 0 0 0 0,0 0-1 0 0,1 0 1 0 0,0 1 0 0 0,0-1-1 0 0,0 0 1 0 0,0 0 0 0 0,1 1-1 0 0,-1-1 1 0 0,1 0 0 0 0,0 1-1 0 0,0-1 1 0 0,0 0 0 0 0,0 1-1 0 0,0-1 1 0 0,1 0 0 0 0,0 1-1 0 0,-1-1 1 0 0,1 0 0 0 0,0 0 0 0 0,1 1-1 0 0,-1-1 1 0 0,1 0 0 0 0,-1 0-1 0 0,1-1 1 0 0,0 1 0 0 0,0 0-1 0 0,0 0 1 0 0,0-1 0 0 0,1 0-1 0 0,4 4 1 0 0,-3-2 2 0 0,1-1 0 0 0,-1 0 0 0 0,1 0 0 0 0,0-1 0 0 0,0 0 0 0 0,1 0 0 0 0,-1 0 0 0 0,0 0 0 0 0,1-1 0 0 0,-1 0 0 0 0,1 0 0 0 0,-1 0 0 0 0,1-1 0 0 0,-1 0 0 0 0,1 0 0 0 0,-1 0 0 0 0,1-1 0 0 0,0 1 0 0 0,5-3 0 0 0,8-1-11 0 0,-1-1-1 0 0,0 0 1 0 0,0-2 0 0 0,22-11 0 0 0,-14 4 38 0 0,-2-1 0 0 0,0-1 1 0 0,0-2-1 0 0,-2 0 1 0 0,0-1-1 0 0,-1-1 0 0 0,-1-1 1 0 0,30-42-1 0 0,-17 22 1016 0 0,-32 40-866 0 0,0 5-164 0 0,2 42 13 0 0,-3 51 0 0 0,-1-46 22 0 0,1-50-53 0 0,0 0 1 0 0,0 1-1 0 0,0-1 1 0 0,0 0-1 0 0,0 0 1 0 0,0 0 0 0 0,1 0-1 0 0,-1 0 1 0 0,0 0-1 0 0,1 0 1 0 0,-1 0-1 0 0,1 0 1 0 0,-1 0-1 0 0,1 0 1 0 0,-1 0-1 0 0,1 0 1 0 0,0 0-1 0 0,-1 0 1 0 0,1-1-1 0 0,0 1 1 0 0,0 0-1 0 0,0 0 1 0 0,-1-1-1 0 0,1 1 1 0 0,0 0-1 0 0,0-1 1 0 0,2 1 0 0 0,2-2-2 0 0,0-1 1 0 0,-1 0-1 0 0,1 0 1 0 0,0-1-1 0 0,-1 0 1 0 0,1 1 0 0 0,-1-1-1 0 0,0-1 1 0 0,0 1-1 0 0,0-1 1 0 0,4-5 0 0 0,2-1-22 0 0,120-103-190 0 0,-129 112 192 0 0,0 1 14 0 0,1 0 0 0 0,-1 1 0 0 0,0-1 0 0 0,1 1-1 0 0,-1-1 1 0 0,0 1 0 0 0,0-1 0 0 0,0 1 0 0 0,1 0 0 0 0,-1-1 0 0 0,0 1 0 0 0,0 0 0 0 0,0 0 0 0 0,0 0 0 0 0,0 0 0 0 0,0 0 0 0 0,-1 0 0 0 0,1 0 0 0 0,0 0-1 0 0,0 1 1 0 0,-1-1 0 0 0,1 0 0 0 0,-1 0 0 0 0,1 1 0 0 0,-1-1 0 0 0,1 0 0 0 0,-1 1 0 0 0,0-1 0 0 0,1 2 0 0 0,4 18-29 0 0,-4-14 35 0 0,1 1-1 0 0,0-1 1 0 0,0 1 0 0 0,1-1-1 0 0,0 0 1 0 0,1 0 0 0 0,-1 0-1 0 0,1 0 1 0 0,9 11 0 0 0,-11-16 21 0 0,0-1 0 0 0,0 1 1 0 0,1 0-1 0 0,-1-1 0 0 0,0 0 1 0 0,1 0-1 0 0,-1 1 0 0 0,1-1 1 0 0,-1-1-1 0 0,1 1 0 0 0,-1 0 1 0 0,1-1-1 0 0,0 1 0 0 0,0-1 1 0 0,-1 0-1 0 0,1 0 0 0 0,0 0 1 0 0,-1 0-1 0 0,1 0 0 0 0,0-1 1 0 0,-1 1-1 0 0,1-1 0 0 0,0 0 1 0 0,-1 1-1 0 0,1-1 0 0 0,3-2 1 0 0,12-5 59 0 0,0 0 1 0 0,25-15-1 0 0,-33 17-63 0 0,14-7 41 0 0,-4 2 77 0 0,0 0 1 0 0,-1 0 0 0 0,0-2 0 0 0,31-28 0 0 0,-16-5 627 0 0,-33 45-571 0 0,9-19 1628 0 0,-8 14-1803 0 0,-1 4 153 0 0,-30 4-1152 0 0,-7 30 713 0 0,36-30 259 0 0,0 0 1 0 0,0 0 0 0 0,-1 0-1 0 0,1 1 1 0 0,0-1-1 0 0,1 0 1 0 0,-1 0-1 0 0,0 0 1 0 0,1 0 0 0 0,-1 0-1 0 0,1 0 1 0 0,-1 0-1 0 0,1 0 1 0 0,0 0 0 0 0,0-1-1 0 0,0 1 1 0 0,0 0-1 0 0,0 0 1 0 0,0-1 0 0 0,1 1-1 0 0,-1 0 1 0 0,0-1-1 0 0,1 1 1 0 0,-1-1 0 0 0,1 0-1 0 0,0 0 1 0 0,0 1-1 0 0,-1-1 1 0 0,4 1 0 0 0,66 37-141 0 0,-57-33 120 0 0,-4-1 24 0 0,-4-3-4 0 0,0 1 1 0 0,-1 0-1 0 0,1 0 1 0 0,-1 1-1 0 0,0-1 1 0 0,0 1-1 0 0,0 0 1 0 0,0 0-1 0 0,7 10 1 0 0,-10-13 22 0 0,-32 22 38 0 0,20-21-24 0 0,0 0 0 0 0,0 0 0 0 0,-1-1 0 0 0,1-1-1 0 0,-1 0 1 0 0,-14-2 0 0 0,22 2-41 0 0,-18-8-989 0 0,11 0-3927 0 0,14-5 1608 0 0</inkml:trace>
</inkml:ink>
</file>

<file path=ppt/ink/ink2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53:02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0 200 0 0,'21'30'5546'0'0,"-20"-20"-5021"0"0,0-1 0 0 0,-1 1 0 0 0,0-1 0 0 0,-1 1 0 0 0,0-1 0 0 0,-3 13 0 0 0,-11 15-1232 0 0,13-35 206 0 0,0 1 0 0 0,0 0 0 0 0,0 0 0 0 0,-1-1 0 0 0,1 0 0 0 0,-1 1-1 0 0,1-1 1 0 0,-1 0 0 0 0,-4 2 0 0 0</inkml:trace>
</inkml:ink>
</file>

<file path=ppt/ink/ink2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53:02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54 360 0 0,'3'-8'1169'0'0,"7"-21"5101"0"0,-7 12-9392 0 0</inkml:trace>
</inkml:ink>
</file>

<file path=ppt/ink/ink2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53:03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48 500 0 0,'-7'-30'5574'0'0,"3"13"578"0"0,3 19-6136 0 0,1 0 0 0 0,0 0 0 0 0,-1 0 0 0 0,1 0 0 0 0,-1 0 0 0 0,0 0-1 0 0,0 0 1 0 0,0 0 0 0 0,0-1 0 0 0,0 1 0 0 0,0 0 0 0 0,-2 1 0 0 0,1 1 15 0 0,-27 54 403 0 0,-34 99 0 0 0,57-138-377 0 0,1 1-1 0 0,0 0 1 0 0,2 0 0 0 0,0 0-1 0 0,1 0 1 0 0,1 1 0 0 0,1-1-1 0 0,1 0 1 0 0,4 27 0 0 0,-4-41-32 0 0,0 1 0 0 0,1-1 0 0 0,0 1 1 0 0,0-1-1 0 0,0 0 0 0 0,1 0 0 0 0,0 0 0 0 0,0 0 1 0 0,0 0-1 0 0,1-1 0 0 0,6 9 0 0 0,-7-12-8 0 0,0 0 0 0 0,0 0 0 0 0,0 0 0 0 0,0 0 0 0 0,0 0 0 0 0,0-1 0 0 0,0 1 0 0 0,1-1 0 0 0,-1 0 0 0 0,0 0 0 0 0,1 0 0 0 0,-1 0 0 0 0,1-1 0 0 0,-1 0 0 0 0,1 1 0 0 0,-1-1 0 0 0,1 0 0 0 0,0-1 0 0 0,-1 1 0 0 0,1-1 0 0 0,-1 1 0 0 0,0-1 0 0 0,6-2 0 0 0,6-3 121 0 0,0 0 0 0 0,-1-1-1 0 0,0 0 1 0 0,0-1 0 0 0,21-17 0 0 0,-8 7 1015 0 0,-26 17-818 0 0,20-6 1153 0 0,-19 50-6555 0 0,-2-42 3666 0 0</inkml:trace>
</inkml:ink>
</file>

<file path=ppt/ink/ink2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53:03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61 256 0 0,'7'-41'7418'0'0,"-1"22"-10432"0"0</inkml:trace>
</inkml:ink>
</file>

<file path=ppt/ink/ink2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53:04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1 584 0 0,'0'0'1468'0'0,"-3"52"2725"0"0,3-37-3400 0 0,1 0 0 0 0,0 0 0 0 0,7 29 0 0 0,-7-40-677 0 0,0 0 0 0 0,0 0 0 0 0,1-1 0 0 0,-1 1 0 0 0,1 0 0 0 0,0 0 0 0 0,0-1 0 0 0,0 1 0 0 0,0-1 0 0 0,1 1 0 0 0,-1-1 0 0 0,1 0 0 0 0,0 0 0 0 0,0 0 0 0 0,0-1-1 0 0,1 1 1 0 0,5 3 0 0 0,-5-4-54 0 0,0-1 0 0 0,1 0 0 0 0,-1 0 0 0 0,1 0 0 0 0,-1-1 0 0 0,1 0 0 0 0,0 0 0 0 0,-1 0 0 0 0,1 0 0 0 0,-1 0 0 0 0,1-1 0 0 0,0 0 0 0 0,-1 0 0 0 0,0 0 0 0 0,1-1 0 0 0,-1 0 0 0 0,0 1-1 0 0,0-1 1 0 0,1-1 0 0 0,3-2 0 0 0,3-2 4 0 0,-1 0 0 0 0,0-1-1 0 0,0 0 1 0 0,-1 0-1 0 0,0-1 1 0 0,10-12 0 0 0,21-45 1017 0 0,-39 64-940 0 0,-1 4 178 0 0,-3 2-319 0 0,1-1 0 0 0,0 1 0 0 0,0 0 0 0 0,1 0 0 0 0,-1 0 0 0 0,1 1 0 0 0,0-1 0 0 0,0 0 0 0 0,0 1 0 0 0,0-1 0 0 0,1 0 0 0 0,0 1 0 0 0,0-1 1 0 0,0 0-1 0 0,0 1 0 0 0,2 7 0 0 0,0-10-28 0 0,0 0-1 0 0,-1 1 1 0 0,1-1 0 0 0,0 0 0 0 0,0 0 0 0 0,0-1-1 0 0,0 1 1 0 0,1 0 0 0 0,-1-1 0 0 0,0 1 0 0 0,1-1 0 0 0,-1 0-1 0 0,1 0 1 0 0,-1 0 0 0 0,1 0 0 0 0,0 0 0 0 0,-1 0-1 0 0,1-1 1 0 0,0 1 0 0 0,0-1 0 0 0,0 0 0 0 0,-1 0 0 0 0,1 0-1 0 0,0 0 1 0 0,4-1 0 0 0,9-1-6 0 0,0 0 0 0 0,0-1 0 0 0,16-6 0 0 0,-21 6 2 0 0,35-13 958 0 0,-44 15-523 0 0,17-3 476 0 0</inkml:trace>
</inkml:ink>
</file>

<file path=ppt/ink/ink2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53:04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39 516 0 0,'16'-38'9731'0'0</inkml:trace>
</inkml:ink>
</file>

<file path=ppt/ink/ink2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53:05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0 372 524 0 0,'8'7'7763'0'0,"-1"-13"-7279"0"0,0 0 1 0 0,-1-1-1 0 0,1 0 0 0 0,-1 0 1 0 0,-1 0-1 0 0,0-1 1 0 0,0 0-1 0 0,5-10 0 0 0,32-78 1315 0 0,-15 29-1144 0 0,8-53 672 0 0,-34 118-1194 0 0,1-11 224 0 0,0 7-267 0 0,-2 8-109 0 0,-12 26 14 0 0,2 1-1 0 0,1 0 1 0 0,2 1-1 0 0,0 0 1 0 0,2 0-1 0 0,2 0 1 0 0,0 1-1 0 0,2 0 1 0 0,1-1-1 0 0,8 51 1 0 0,-8-76-8 0 0,1 0 0 0 0,0 0 0 0 0,0 0 0 0 0,1-1 0 0 0,-1 1 0 0 0,1 0 0 0 0,0-1 0 0 0,0 1 0 0 0,1-1 0 0 0,-1 1 0 0 0,1-1 0 0 0,0 0 0 0 0,0 0 0 0 0,1-1 0 0 0,-1 1 0 0 0,1-1 0 0 0,0 1 0 0 0,0-1 0 0 0,0 0 0 0 0,0 0 0 0 0,0-1 0 0 0,0 1 0 0 0,1-1 0 0 0,0 0 0 0 0,-1 0 0 0 0,1-1 0 0 0,0 0 0 0 0,0 1 0 0 0,0-1 0 0 0,0-1 0 0 0,0 1 0 0 0,8-1 0 0 0,6-1 25 0 0,0-1 0 0 0,-1-1 0 0 0,1-1-1 0 0,-1 0 1 0 0,0-1 0 0 0,0-1 0 0 0,22-11 0 0 0,-40 16-18 0 0,1 1 0 0 0,0-1 1 0 0,-1 0-1 0 0,1 1 0 0 0,0-1 1 0 0,-1 1-1 0 0,1 0 0 0 0,0-1 1 0 0,0 1-1 0 0,-1-1 0 0 0,1 1 1 0 0,0 0-1 0 0,0 0 0 0 0,0 0 1 0 0,0-1-1 0 0,-1 1 0 0 0,1 0 1 0 0,0 0-1 0 0,0 0 0 0 0,0 0 1 0 0,0 0-1 0 0,0 0 0 0 0,0 1 1 0 0,-1-1-1 0 0,1 0 1 0 0,0 0-1 0 0,0 1 0 0 0,0-1 1 0 0,-1 0-1 0 0,1 1 0 0 0,0-1 1 0 0,0 1-1 0 0,-1-1 0 0 0,1 1 1 0 0,0-1-1 0 0,-1 1 0 0 0,1-1 1 0 0,-1 1-1 0 0,1 0 0 0 0,0 0 1 0 0,-1-1-1 0 0,1 1 0 0 0,-1 0 1 0 0,0-1-1 0 0,1 1 0 0 0,-1 0 1 0 0,0 0-1 0 0,1 0 0 0 0,-1 0 1 0 0,0-1-1 0 0,0 3 0 0 0,1-2 7 0 0,1 5 18 0 0,-2-6-14 0 0,0 1 0 0 0,0-1 0 0 0,0 1-1 0 0,0-1 1 0 0,0 1 0 0 0,0-1 0 0 0,0 1 0 0 0,1-1 0 0 0,-1 1 0 0 0,0-1 0 0 0,0 0 0 0 0,0 1-1 0 0,1-1 1 0 0,-1 1 0 0 0,0-1 0 0 0,0 1 0 0 0,1-1 0 0 0,-1 0 0 0 0,0 1 0 0 0,1-1 0 0 0,-1 0 0 0 0,0 1-1 0 0,1-1 1 0 0,-1 0 0 0 0,1 0 0 0 0,-1 1 0 0 0,0-1 0 0 0,1 0 0 0 0,-1 0 0 0 0,1 0 0 0 0,0 1 0 0 0,6-4 104 0 0,-1 0 0 0 0,0 0 0 0 0,1 0 0 0 0,-1-1 0 0 0,0 0 0 0 0,-1 0 0 0 0,1-1 0 0 0,6-7 0 0 0,-11 11 194 0 0,-1 1-298 0 0,0 0 1 0 0,0 0-1 0 0,1-1 0 0 0,-1 1 0 0 0,0 0 0 0 0,0 0 0 0 0,0-1 0 0 0,0 1 0 0 0,0 0 1 0 0,1 0-1 0 0,-1 0 0 0 0,0 0 0 0 0,0-1 0 0 0,1 1 0 0 0,-1 0 0 0 0,0 0 1 0 0,0 0-1 0 0,0 0 0 0 0,1 0 0 0 0,-1 0 0 0 0,0-1 0 0 0,0 1 0 0 0,1 0 0 0 0,-1 0 1 0 0,0 0-1 0 0,0 0 0 0 0,1 0 0 0 0,-1 0 0 0 0,0 0 0 0 0,1 0 0 0 0,-1 0 0 0 0,0 0 1 0 0,0 0-1 0 0,1 0 0 0 0,-1 1 0 0 0,0-1 0 0 0,0 0 0 0 0,1 0 0 0 0,-1 0 1 0 0,0 0-1 0 0,0 0 0 0 0,1 0 0 0 0,-1 1 0 0 0,0-1 0 0 0,0 0 0 0 0,5 23 52 0 0,-1-1 1 0 0,-1 1-1 0 0,-1 0 0 0 0,-1 0 0 0 0,-1 0 0 0 0,-4 36 0 0 0,1-13 31 0 0,2 51 95 0 0,2-58-84 0 0,-1-1-1 0 0,-2 1 0 0 0,-2-1 1 0 0,-2 0-1 0 0,-14 53 0 0 0,20-89-43 0 0,-1 0 0 0 0,1 0 0 0 0,-1-1 0 0 0,1 1 0 0 0,-1 0 0 0 0,0-1 0 0 0,0 1 0 0 0,1-1 1 0 0,-1 1-1 0 0,-1-1 0 0 0,1 1 0 0 0,0-1 0 0 0,0 1 0 0 0,0-1 0 0 0,-1 0 0 0 0,1 0 0 0 0,-1 0 0 0 0,1 0 0 0 0,-1 0 0 0 0,1 0 0 0 0,-1 0 0 0 0,1 0 0 0 0,-1-1 0 0 0,0 1 0 0 0,0 0 0 0 0,1-1 0 0 0,-1 0 0 0 0,0 1 0 0 0,0-1 1 0 0,1 0-1 0 0,-1 0 0 0 0,0 0 0 0 0,0 0 0 0 0,0 0 0 0 0,0 0 0 0 0,1-1 0 0 0,-1 1 0 0 0,0-1 0 0 0,0 1 0 0 0,1-1 0 0 0,-1 1 0 0 0,0-1 0 0 0,1 0 0 0 0,-1 0 0 0 0,1 0 0 0 0,-2-1 0 0 0,-3-2 58 0 0,1 1-1 0 0,0-1 0 0 0,0 0 0 0 0,0-1 1 0 0,0 1-1 0 0,1-1 0 0 0,0 0 0 0 0,0 0 1 0 0,0 0-1 0 0,0 0 0 0 0,-5-12 0 0 0,6 6-297 0 0,0 0-1 0 0,0 0 0 0 0,1 0 0 0 0,1 0 0 0 0,0 0 0 0 0,0 0 0 0 0,1-1 1 0 0,1 1-1 0 0,0 0 0 0 0,0 0 0 0 0,1 0 0 0 0,5-17 0 0 0,-2 11-1355 0 0,1 0 0 0 0,14-27 0 0 0,23-24-7592 0 0,-28 49 5186 0 0</inkml:trace>
</inkml:ink>
</file>

<file path=ppt/ink/ink2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53:05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47 392 0 0,'9'-6'1645'0'0,"1"0"1"0"0,0 1-1 0 0,22-7 1 0 0,34-2 1491 0 0,-40 12-2575 0 0,-1 1 0 0 0,0 1 0 0 0,36 5-1 0 0,-12 11-2034 0 0,-31-9-1715 0 0</inkml:trace>
</inkml:ink>
</file>

<file path=ppt/ink/ink2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53:06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 1060 0 0,'-28'7'10094'0'0,"49"-2"-7855"0"0,62 0-5109 0 0,-75-5 3138 0 0,58 1-6123 0 0,-46-2 3079 0 0</inkml:trace>
</inkml:ink>
</file>

<file path=ppt/ink/ink2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53:08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82 548 0 0,'7'-16'1536'0'0,"-4"12"-753"0"0,-1 0 0 0 0,1 0 1 0 0,-1-1-1 0 0,0 1 0 0 0,-1-1 0 0 0,1 0 0 0 0,-1 1 0 0 0,0-1 0 0 0,0 0 0 0 0,0 0 0 0 0,-1 0 0 0 0,0-5 0 0 0,1 33 156 0 0,-2 1 0 0 0,-1-1 1 0 0,-9 41-1 0 0,1 8-538 0 0,-14 251 753 0 0,20-275-1820 0 0,-2 0 0 0 0,-16 64 0 0 0,21-108 213 0 0,-14 42-1267 0 0,0-26-821 0 0,14-19 2194 0 0,0 0-1 0 0,0 0 1 0 0,0-1-1 0 0,0 1 1 0 0,0 0-1 0 0,0-1 1 0 0,0 1-1 0 0,0-1 1 0 0,0 1-1 0 0,0-1 1 0 0,0 0-1 0 0,-1 1 1 0 0,1-1-1 0 0,0 0 1 0 0,0 0-1 0 0,-2 0 0 0 0,-18-1-2440 0 0</inkml:trace>
</inkml:ink>
</file>

<file path=ppt/ink/ink2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53:08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6 326 392 0 0,'0'0'1219'0'0,"-1"0"-1154"0"0,1 0 0 0 0,0 0 1 0 0,0 0-1 0 0,-1 0 0 0 0,1 0 1 0 0,0 0-1 0 0,0 0 0 0 0,-1 0 1 0 0,1 0-1 0 0,0 0 0 0 0,0 1 1 0 0,-1-1-1 0 0,1 0 0 0 0,0 0 0 0 0,0 0 1 0 0,0 0-1 0 0,0 1 0 0 0,-1-1 1 0 0,1 0-1 0 0,0 0 0 0 0,0 0 1 0 0,0 1-1 0 0,0-1 0 0 0,0 0 1 0 0,0 0-1 0 0,-1 1 0 0 0,1-1 1 0 0,0 0-1 0 0,0 0 0 0 0,0 1 0 0 0,0-1 1 0 0,0 0-1 0 0,0 0 0 0 0,0 1 1 0 0,0-1-1 0 0,0 0 0 0 0,0 0 1 0 0,0 1-1 0 0,0-1 0 0 0,0 0 1 0 0,1 0-1 0 0,-1 1 0 0 0,0-1 0 0 0,0 0 1 0 0,0 1-1 0 0,6 1 119 0 0,0 1 0 0 0,0-1 0 0 0,0 0 0 0 0,0 0 0 0 0,0 0 0 0 0,1-1 0 0 0,-1 0 0 0 0,1 0 0 0 0,-1-1 0 0 0,1 0 0 0 0,12-1 0 0 0,80-14 728 0 0,-77 11-649 0 0,414-97 1943 0 0,-170 36-1294 0 0,-178 39-594 0 0,-64 18-148 0 0,0 1 0 0 0,0 0 0 0 0,1 2 0 0 0,46-4 0 0 0,-66 9-142 0 0,5 2 92 0 0,-15 14-89 0 0,4-13-38 0 0,-1 0 1 0 0,1 0-1 0 0,-1 0 0 0 0,1 0 0 0 0,0 1 1 0 0,0-1-1 0 0,0 0 0 0 0,1 1 0 0 0,-1-1 0 0 0,1 1 1 0 0,0-1-1 0 0,0 1 0 0 0,0-1 0 0 0,0 0 1 0 0,1 1-1 0 0,0-1 0 0 0,-1 1 0 0 0,1-1 1 0 0,0 0-1 0 0,0 0 0 0 0,1 1 0 0 0,-1-1 1 0 0,4 5-1 0 0,-2-5-8 0 0,0 0 1 0 0,0 0-1 0 0,0 0 0 0 0,0 0 1 0 0,1-1-1 0 0,-1 0 0 0 0,1 1 1 0 0,0-1-1 0 0,0 0 1 0 0,0-1-1 0 0,0 1 0 0 0,0-1 1 0 0,0 0-1 0 0,0 1 1 0 0,0-2-1 0 0,1 1 0 0 0,-1-1 1 0 0,0 1-1 0 0,8-1 0 0 0,-5 0 74 0 0,1 0-1 0 0,-1-1 0 0 0,0 0 0 0 0,1 0 0 0 0,-1 0 0 0 0,0-1 0 0 0,0 0 0 0 0,0-1 0 0 0,0 1 0 0 0,0-1 0 0 0,0-1 0 0 0,-1 1 0 0 0,0-1 1 0 0,8-6-1 0 0,-10 7 40 0 0,-1 0 0 0 0,0-1 0 0 0,0 0 1 0 0,0 1-1 0 0,-1-1 0 0 0,1 0 1 0 0,-1 0-1 0 0,0 0 0 0 0,0-1 1 0 0,0 1-1 0 0,-1 0 0 0 0,1-1 0 0 0,-1 1 1 0 0,0-1-1 0 0,-1 0 0 0 0,1 1 1 0 0,-1-1-1 0 0,0 0 0 0 0,0 1 1 0 0,0-1-1 0 0,0 0 0 0 0,-1 1 0 0 0,-1-6 1 0 0,1 4-117 0 0,0 1-1 0 0,-1 0 1 0 0,1-1 0 0 0,-1 1 0 0 0,0 0 0 0 0,-1 0 0 0 0,1 0 0 0 0,-1 0 0 0 0,0 0-1 0 0,0 1 1 0 0,0-1 0 0 0,-1 1 0 0 0,1 0 0 0 0,-1 0 0 0 0,0 0 0 0 0,-1 0-1 0 0,1 1 1 0 0,-1 0 0 0 0,-6-5 0 0 0,9 8-645 0 0,-11 7-1578 0 0</inkml:trace>
</inkml:ink>
</file>

<file path=ppt/ink/ink2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53:11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89 120 0 0,'14'-88'14334'0'0,"-19"93"-14115"0"0,-14 20-26 0 0,1 1 0 0 0,2 1 1 0 0,0 0-1 0 0,-13 33 0 0 0,-42 128 361 0 0,66-171-514 0 0,1 1-1 0 0,1-1 0 0 0,0 1 1 0 0,1 0-1 0 0,1 0 0 0 0,1 0 0 0 0,1-1 1 0 0,0 1-1 0 0,1 0 0 0 0,1 0 1 0 0,1-1-1 0 0,9 29 0 0 0,-11-41-31 0 0,0 0 0 0 0,0 0 1 0 0,0 0-1 0 0,1-1 0 0 0,0 1 0 0 0,0 0 0 0 0,0-1 0 0 0,0 0 0 0 0,1 0 1 0 0,-1 0-1 0 0,1 0 0 0 0,0 0 0 0 0,1-1 0 0 0,-1 0 0 0 0,0 0 0 0 0,1 0 0 0 0,0 0 1 0 0,0-1-1 0 0,0 0 0 0 0,0 0 0 0 0,0 0 0 0 0,0-1 0 0 0,0 1 0 0 0,0-1 0 0 0,1 0 1 0 0,-1-1-1 0 0,8 1 0 0 0,-2-2 5 0 0,0 0 1 0 0,1-1 0 0 0,-1 0-1 0 0,0-1 1 0 0,0 0 0 0 0,-1-1-1 0 0,1 0 1 0 0,-1-1-1 0 0,0 0 1 0 0,0 0 0 0 0,0-1-1 0 0,9-8 1 0 0,7-6 76 0 0,-1-2-1 0 0,-1-1 1 0 0,35-42 0 0 0,-48 49 543 0 0,-23 28-522 0 0,8-8-119 0 0,0 1 1 0 0,0-1 0 0 0,1 1-1 0 0,0 0 1 0 0,0 0 0 0 0,0 0-1 0 0,1 1 1 0 0,-1-1 0 0 0,-1 6-1 0 0,3 1-105 0 0,0 0-1 0 0,0-1 0 0 0,2 21 0 0 0,-1-29 56 0 0,1 1 0 0 0,-1-1 0 0 0,1 0 0 0 0,0 0 0 0 0,0 0 0 0 0,1 0 0 0 0,-1 0-1 0 0,0 0 1 0 0,1 0 0 0 0,0 0 0 0 0,0 0 0 0 0,0-1 0 0 0,0 1 0 0 0,0-1 0 0 0,0 1 0 0 0,5 3 0 0 0,-5-6 42 0 0,0 1 0 0 0,0 0 0 0 0,-1-1 0 0 0,1 1-1 0 0,0-1 1 0 0,0 1 0 0 0,-1-1 0 0 0,1 0 0 0 0,0 0 0 0 0,0 0 0 0 0,0 0 0 0 0,0 0 0 0 0,0 0 0 0 0,-1 0 0 0 0,1 0 0 0 0,0-1 0 0 0,0 1 0 0 0,1-2 0 0 0,35-13-152 0 0,-30 12 118 0 0,27-15-169 0 0,0-1 1 0 0,39-29-1 0 0,-13 8-36 0 0,-52 35 227 0 0,-3 0-24 0 0,0 1 1 0 0,1 0 0 0 0,0 1 0 0 0,0 0 0 0 0,0 0-1 0 0,9-3 1 0 0,-14 6 43 0 0,1 0 0 0 0,-1 0 0 0 0,0 0-1 0 0,0 0 1 0 0,1 0 0 0 0,-1 0 0 0 0,0 0 0 0 0,0 1 0 0 0,1-1-1 0 0,-1 1 1 0 0,0 0 0 0 0,0-1 0 0 0,0 1 0 0 0,0 0 0 0 0,0 0-1 0 0,0 1 1 0 0,0-1 0 0 0,0 0 0 0 0,0 1 0 0 0,-1-1 0 0 0,1 1-1 0 0,0-1 1 0 0,-1 1 0 0 0,1 0 0 0 0,1 3 0 0 0,25 32-46 0 0,77 93-213 0 0,-103-128 206 0 0,-1 0 1 0 0,1 0-1 0 0,0-1 1 0 0,0 1-1 0 0,0-1 1 0 0,0 1-1 0 0,0-1 0 0 0,0 0 1 0 0,0 0-1 0 0,1 0 1 0 0,-1 0-1 0 0,0 0 0 0 0,1 0 1 0 0,-1-1-1 0 0,1 1 1 0 0,-1-1-1 0 0,1 0 1 0 0,-1 0-1 0 0,0 1 0 0 0,1-2 1 0 0,2 1-1 0 0,0-1-43 0 0,-1 0 0 0 0,0-1 0 0 0,1 1 0 0 0,-1-1 0 0 0,0 0 0 0 0,0 0 0 0 0,0-1 0 0 0,0 1 0 0 0,0-1 0 0 0,5-5 0 0 0,4-4-156 0 0,-1-1 0 0 0,-1 0 0 0 0,0-1 0 0 0,17-28 0 0 0,-21 31 373 0 0,-6 10-72 0 0,0 0-1 0 0,0 0 0 0 0,0-1 0 0 0,0 1 1 0 0,0-1-1 0 0,0 1 0 0 0,-1-1 0 0 0,1 1 1 0 0,0-1-1 0 0,-1 1 0 0 0,1-1 0 0 0,-1 1 0 0 0,0-1 1 0 0,1 0-1 0 0,-1 1 0 0 0,0-4 0 0 0,-1 3 216 0 0,-1 2-226 0 0,0-1-1 0 0,-1 0 1 0 0,1 1 0 0 0,-1 0 0 0 0,1-1 0 0 0,-1 1 0 0 0,1 0-1 0 0,-1 0 1 0 0,0 1 0 0 0,1-1 0 0 0,0 0 0 0 0,-1 1 0 0 0,1 0-1 0 0,-1-1 1 0 0,1 1 0 0 0,-1 0 0 0 0,-2 2 0 0 0,-45 25 349 0 0,32-16-205 0 0,6-4-62 0 0,1 1 0 0 0,-1 0 0 0 0,2 1 0 0 0,0 1 0 0 0,-15 18 0 0 0,-14 14-185 0 0,24-25-812 0 0,-3 7-6001 0 0</inkml:trace>
</inkml:ink>
</file>

<file path=ppt/ink/ink2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53:11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 36 0 0,'0'0'4136'0'0,"15"12"2121"0"0,-15 13-4582 0 0,-1 1 0 0 0,-7 38 1 0 0,-9-8-2439 0 0,13-48-383 0 0,1-1 1 0 0,-1 0 0 0 0,0 0-1 0 0,-10 13 1 0 0</inkml:trace>
</inkml:ink>
</file>

<file path=ppt/ink/ink2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53:11.7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 80 0 0,'10'-47'8407'0'0,"-10"46"-8703"0"0,3-5 1316 0 0</inkml:trace>
</inkml:ink>
</file>

<file path=ppt/ink/ink2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53:12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221 326 628 0 0,'0'0'2646'0'0,"-4"-3"-1502"0"0,1 0-861 0 0,1 1 0 0 0,-1 0 0 0 0,0 0 0 0 0,0 0 0 0 0,0 0 0 0 0,0 0-1 0 0,-1 1 1 0 0,1-1 0 0 0,0 1 0 0 0,-1 0 0 0 0,1 0 0 0 0,-1 0-1 0 0,1 1 1 0 0,-1-1 0 0 0,1 1 0 0 0,-1-1 0 0 0,1 1 0 0 0,-1 1 0 0 0,1-1-1 0 0,-1 0 1 0 0,0 1 0 0 0,1 0 0 0 0,-1 0 0 0 0,-5 2 0 0 0,1 0-119 0 0,0 0 1 0 0,0 0-1 0 0,0 1 0 0 0,1 1 1 0 0,0-1-1 0 0,-1 1 1 0 0,1 0-1 0 0,1 1 1 0 0,-1 0-1 0 0,1 0 1 0 0,0 0-1 0 0,1 1 0 0 0,-1 0 1 0 0,1 0-1 0 0,-6 12 1 0 0,8-15-168 0 0,2 0 0 0 0,-1 0 1 0 0,0 0-1 0 0,1 0 0 0 0,-1 0 1 0 0,1 0-1 0 0,0 1 0 0 0,1-1 1 0 0,-1 0-1 0 0,1 1 0 0 0,0-1 1 0 0,0 0-1 0 0,0 1 0 0 0,1-1 1 0 0,-1 0-1 0 0,1 1 0 0 0,0-1 1 0 0,0 0-1 0 0,1 0 0 0 0,-1 0 1 0 0,1 0-1 0 0,0 0 0 0 0,0 0 1 0 0,0 0-1 0 0,1 0 0 0 0,-1-1 1 0 0,1 1-1 0 0,0-1 0 0 0,0 0 1 0 0,0 0-1 0 0,0 0 0 0 0,5 3 1 0 0,-2-2-30 0 0,1 0 1 0 0,-1-1 0 0 0,1 0 0 0 0,-1 0-1 0 0,1 0 1 0 0,0-1 0 0 0,0 0 0 0 0,0-1 0 0 0,0 1-1 0 0,0-1 1 0 0,0-1 0 0 0,1 1 0 0 0,8-2-1 0 0,9 0-55 0 0,-1-2-1 0 0,35-7 0 0 0,-20-1 138 0 0,1-2-1 0 0,-2-1 1 0 0,0-2-1 0 0,-1-2 1 0 0,-1-1 0 0 0,49-35-1 0 0,-39 13 4830 0 0,-48 41-4877 0 0,1 0 0 0 0,0 0 0 0 0,-1 0-1 0 0,1 1 1 0 0,0-1 0 0 0,0 0 0 0 0,-1 1-1 0 0,1-1 1 0 0,0 1 0 0 0,0 0 0 0 0,0-1-1 0 0,-1 1 1 0 0,1 0 0 0 0,0 0 0 0 0,0-1-1 0 0,0 1 1 0 0,-1 2 0 0 0,-15 10 34 0 0,-23 19 0 0 0,39-32-28 0 0,1 1-45 0 0,0-1 11 0 0,-1 0 0 0 0,1 0 0 0 0,0 0 1 0 0,0 0-1 0 0,-1 0 0 0 0,1 0 0 0 0,0 1 1 0 0,0-1-1 0 0,-1 0 0 0 0,1 0 0 0 0,0 0 1 0 0,0 1-1 0 0,0-1 0 0 0,-1 0 0 0 0,1 0 1 0 0,0 1-1 0 0,0-1 0 0 0,0 0 0 0 0,0 0 1 0 0,0 1-1 0 0,0-1 0 0 0,-1 0 0 0 0,1 0 1 0 0,0 1-1 0 0,0-1 0 0 0,0 0 0 0 0,0 1 1 0 0,0-1-1 0 0,0 0 0 0 0,0 0 0 0 0,0 1 1 0 0,0-1-1 0 0,0 0 0 0 0,0 1 0 0 0,0-1 1 0 0,1 0-1 0 0,-1 0 0 0 0,0 1 0 0 0,0-1 0 0 0,0 0 1 0 0,0 0-1 0 0,0 1 0 0 0,1-1 0 0 0,-1 0 1 0 0,0 0-1 0 0,0 1 0 0 0,36 6-382 0 0,-27-4 316 0 0,0-1-1 0 0,0 0 1 0 0,0-1 0 0 0,0 0 0 0 0,0-1 0 0 0,1 0 0 0 0,-1 0 0 0 0,12-2 0 0 0,-11-1 81 0 0,-1 0 0 0 0,0 0 0 0 0,0-1-1 0 0,0 0 1 0 0,-1-1 0 0 0,1 0 0 0 0,-1 0 0 0 0,0-1 0 0 0,0 0 0 0 0,-1 0 0 0 0,0-1 0 0 0,0 1 0 0 0,0-2-1 0 0,7-11 1 0 0,1 0 23 0 0,-2-1 0 0 0,0-1 0 0 0,-2 0 0 0 0,18-44-1 0 0,3-37 924 0 0,-30 92-419 0 0,0-1 1 0 0,0 1-1 0 0,-2-1 1 0 0,1 1-1 0 0,-1-1 1 0 0,-1 1-1 0 0,-3-22 1 0 0,4 30 144 0 0,-5 7-542 0 0,-2 4-78 0 0,-1 1 0 0 0,1 1 0 0 0,1-1 0 0 0,0 1 0 0 0,0 0 0 0 0,1 1 0 0 0,0 0 0 0 0,1-1 0 0 0,1 1 0 0 0,0 0 0 0 0,0 1 0 0 0,1-1 0 0 0,1 1 0 0 0,0-1 0 0 0,1 15 0 0 0,1 13-1249 0 0,2 0 0 0 0,2-1 0 0 0,16 67 0 0 0,-8-64-1596 0 0,3-12-4063 0 0,-3-10 2326 0 0</inkml:trace>
</inkml:ink>
</file>

<file path=ppt/ink/ink2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53:13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1 320 0 0,'1'0'299'0'0,"-1"0"0"0"0,1 0-1 0 0,0 0 1 0 0,-1 0 0 0 0,1 0 0 0 0,-1 0-1 0 0,1 1 1 0 0,0-1 0 0 0,-1 0 0 0 0,1 0-1 0 0,0 1 1 0 0,-1-1 0 0 0,1 0 0 0 0,-1 1 0 0 0,1-1-1 0 0,-1 1 1 0 0,1-1 0 0 0,-1 1 0 0 0,1-1-1 0 0,-1 1 1 0 0,0-1 0 0 0,1 1 0 0 0,-1-1-1 0 0,1 1 1 0 0,-1 0 0 0 0,0-1 0 0 0,0 1 0 0 0,1-1-1 0 0,-1 2 1 0 0,-3 19 1897 0 0,1-13-2243 0 0,-24 87 1826 0 0,-7 5-1063 0 0,22-78-1771 0 0,5-46-9685 0 0</inkml:trace>
</inkml:ink>
</file>

<file path=ppt/ink/ink2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53:13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78 656 0 0,'18'-78'5139'0'0,"-7"78"-8008"0"0,-9 0 1223 0 0</inkml:trace>
</inkml:ink>
</file>

<file path=ppt/ink/ink2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53:13.8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0 436 0 0,'-11'33'1921'0'0,"8"-26"-1225"0"0,0 1 0 0 0,1 0 0 0 0,0 0 0 0 0,0 0 0 0 0,1 0 0 0 0,-1 8 0 0 0,2-14-324 0 0,13-14 3356 0 0,19-32-3311 0 0,-11 16 126 0 0,-20 26-510 0 0,9 0 4 0 0,-9 1-36 0 0,-1 1 1 0 0,1 0-1 0 0,0-1 1 0 0,-1 1 0 0 0,1 0-1 0 0,0 0 1 0 0,-1 0-1 0 0,1 0 1 0 0,0-1 0 0 0,-1 1-1 0 0,1 0 1 0 0,0 0-1 0 0,-1 0 1 0 0,1 0-1 0 0,0 1 1 0 0,-1-1 0 0 0,1 0-1 0 0,0 0 1 0 0,-1 0-1 0 0,1 1 1 0 0,0-1-1 0 0,-1 0 1 0 0,1 0 0 0 0,-1 1-1 0 0,1-1 1 0 0,0 1-1 0 0,-1-1 1 0 0,1 1-1 0 0,24 17-342 0 0,35 21-1729 0 0,-19-23-3233 0 0,-26-13 2665 0 0</inkml:trace>
</inkml:ink>
</file>

<file path=ppt/ink/ink2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53:14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548 578 156 0 0,'81'-123'5676'0'0,"-58"93"-4782"0"0,-2-1 0 0 0,-1-1-1 0 0,-2-1 1 0 0,17-41-1 0 0,-29 57-615 0 0,-1 0-1 0 0,0 0 0 0 0,-1-1 0 0 0,-1 0 1 0 0,0-18-1 0 0,-2 28-146 0 0,-1 0 1 0 0,-1 0-1 0 0,1 0 0 0 0,-1-1 1 0 0,-1 1-1 0 0,0 0 0 0 0,0 1 1 0 0,0-1-1 0 0,-1 0 0 0 0,0 1 1 0 0,-1-1-1 0 0,0 1 0 0 0,-4-7 1 0 0,7 13-114 0 0,0-1 1 0 0,0 1-1 0 0,0 0 1 0 0,0 0-1 0 0,0 0 1 0 0,0 0 0 0 0,0 0-1 0 0,0 0 1 0 0,-1 1-1 0 0,1-1 1 0 0,0 0-1 0 0,0 0 1 0 0,-1 1 0 0 0,1-1-1 0 0,0 1 1 0 0,-1 0-1 0 0,1-1 1 0 0,-1 1-1 0 0,1 0 1 0 0,-1 0 0 0 0,1-1-1 0 0,-1 1 1 0 0,1 0-1 0 0,0 1 1 0 0,-1-1-1 0 0,1 0 1 0 0,-1 0 0 0 0,1 1-1 0 0,-2 0 1 0 0,-2 0-3 0 0,1 1 0 0 0,0 0 0 0 0,0 0 0 0 0,0 0 1 0 0,1 1-1 0 0,-1 0 0 0 0,0-1 0 0 0,-5 7 0 0 0,-14 16 36 0 0,1 2 0 0 0,1 0 0 0 0,1 1 0 0 0,-24 46 0 0 0,-55 137 111 0 0,32-29 54 0 0,-53 221 0 0 0,110-366-190 0 0,-47 236 189 0 0,27-116-78 0 0,11-52-57 0 0,14-64-98 0 0,-3 0 0 0 0,-1-1 0 0 0,-2 0 0 0 0,-21 52 0 0 0,27-81-229 0 0,5-10 184 0 0,0 1-1 0 0,-1-1 1 0 0,1 0-1 0 0,-1 0 1 0 0,1 1-1 0 0,-1-1 1 0 0,0 0-1 0 0,1 0 1 0 0,-1 0-1 0 0,0 0 0 0 0,0 0 1 0 0,0 0-1 0 0,0 0 1 0 0,0 0-1 0 0,0 0 1 0 0,0 0-1 0 0,0 0 1 0 0,-2 0-1 0 0,2 0-569 0 0,-19-31-1990 0 0,15 15 1118 0 0,1 0 0 0 0,1 0 0 0 0,-3-20-1 0 0,4-5-1325 0 0</inkml:trace>
</inkml:ink>
</file>

<file path=ppt/ink/ink2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53:14.5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0 462 2104 0 0,'6'-17'191'0'0,"1"1"0"0"0,1 0-1 0 0,0 0 1 0 0,1 1 0 0 0,0 0-1 0 0,2 0 1 0 0,-1 1 0 0 0,2 0-1 0 0,0 1 1 0 0,27-23 0 0 0,9 4 334 0 0,2 1 1 0 0,1 3 0 0 0,1 2 0 0 0,62-21 0 0 0,-37 14 231 0 0,80-44 3363 0 0,-155 77-3057 0 0,-5 6-952 0 0,-1 6-47 0 0,-1 1 0 0 0,2 0 0 0 0,0 0 0 0 0,0 1 0 0 0,2-1 1 0 0,-1 1-1 0 0,2-1 0 0 0,0 1 0 0 0,0-1 0 0 0,4 20 0 0 0,-4-31 1242 0 0,13-61-386 0 0,-13 54-921 0 0,0-1-1 0 0,-1 1 0 0 0,1-1 0 0 0,-2 1 0 0 0,1-1 0 0 0,0 1 0 0 0,-1 0 0 0 0,0 0 1 0 0,-5-10-1 0 0,-6-1-2808 0 0,-5 2-4026 0 0</inkml:trace>
</inkml:ink>
</file>

<file path=ppt/ink/ink2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53:14.9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1 448 0 0,'8'5'805'0'0,"0"1"-1"0"0,-1 0 1 0 0,1 1-1 0 0,7 8 1 0 0,-3 0 331 0 0,-1 0-1 0 0,15 29 1 0 0,-24-41-1037 0 0,13 38 2120 0 0,-14-39-1599 0 0,1-19-140 0 0,-1-2-1788 0 0,2-3-3773 0 0,0 11 2318 0 0</inkml:trace>
</inkml:ink>
</file>

<file path=ppt/ink/ink2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53:15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27 636 0 0,'2'2'288'0'0,"0"-1"0"0"0,0 1-1 0 0,0 0 1 0 0,0-1 0 0 0,0 1 0 0 0,-1 0-1 0 0,1 0 1 0 0,-1 0 0 0 0,1 1 0 0 0,-1-1-1 0 0,0 0 1 0 0,0 0 0 0 0,0 1 0 0 0,0-1-1 0 0,0 1 1 0 0,-1-1 0 0 0,2 4 0 0 0,-2-2-99 0 0,1 0 0 0 0,-1 0 0 0 0,0-1 0 0 0,-1 1 0 0 0,1 0-1 0 0,0 0 1 0 0,-1-1 0 0 0,0 1 0 0 0,0 0 0 0 0,0-1 0 0 0,0 1 0 0 0,-1-1 0 0 0,1 1 0 0 0,-1-1 0 0 0,0 0 0 0 0,0 1 0 0 0,-3 3 0 0 0,4-6 54 0 0,1-1-208 0 0,0-1-1 0 0,0 1 0 0 0,0 0 1 0 0,0 0-1 0 0,0 0 0 0 0,-1 0 1 0 0,1 0-1 0 0,0 0 0 0 0,0-1 1 0 0,0 1-1 0 0,0 0 1 0 0,0 0-1 0 0,0 0 0 0 0,0 0 1 0 0,0 0-1 0 0,0 0 0 0 0,-1 0 1 0 0,1 0-1 0 0,0-1 1 0 0,0 1-1 0 0,0 0 0 0 0,0 0 1 0 0,0 0-1 0 0,0 0 0 0 0,-1 0 1 0 0,1 0-1 0 0,0 0 0 0 0,0 0 1 0 0,0 0-1 0 0,0 0 1 0 0,0 0-1 0 0,-1 0 0 0 0,1 0 1 0 0,0 0-1 0 0,0 0 0 0 0,0 0 1 0 0,0 0-1 0 0,0 0 0 0 0,-1 0 1 0 0,1 0-1 0 0,0 0 1 0 0,0 0-1 0 0,0 1 0 0 0,0-1 1 0 0,0 0-1 0 0,0 0 0 0 0,0 0 1 0 0,-1 0-1 0 0,1 0 1 0 0,0 0-1 0 0,0 0 0 0 0,0 0 1 0 0,0 1-1 0 0,0-1 0 0 0,0 0 1 0 0,0 0-1 0 0,0 0 0 0 0,0 0 1 0 0,0 0-1 0 0,0 0 1 0 0,0 1-1 0 0,0-1 0 0 0,-1 0 1 0 0,1 0-1 0 0,0 0 0 0 0,0 0 1 0 0,0 1-1 0 0,3-10 9 0 0,1 0-1 0 0,-1 1 1 0 0,1 0-1 0 0,0 0 1 0 0,1 0-1 0 0,0 1 1 0 0,0-1-1 0 0,1 1 1 0 0,0 0-1 0 0,0 1 1 0 0,1-1 0 0 0,-1 1-1 0 0,2 1 1 0 0,-1-1-1 0 0,0 1 1 0 0,1 0-1 0 0,0 1 1 0 0,0 0-1 0 0,14-5 1 0 0,-14 6-28 0 0,20 5 4 0 0,-22 0-17 0 0,-1 0-1 0 0,1 0 0 0 0,0 1 0 0 0,-1-1 0 0 0,0 1 0 0 0,0 0 0 0 0,0 1 0 0 0,0-1 0 0 0,0 1 0 0 0,0 0 0 0 0,-1 0 0 0 0,0 1 0 0 0,7 9 0 0 0,-8-11 8 0 0,-2-1 3 0 0,14 0 385 0 0,-14-2-387 0 0,0 0 1 0 0,0 0-1 0 0,0 1 1 0 0,0-1-1 0 0,0 0 1 0 0,0 0-1 0 0,0 0 0 0 0,-1 0 1 0 0,1 0-1 0 0,0 0 1 0 0,0-1-1 0 0,0 1 1 0 0,0 0-1 0 0,0 0 1 0 0,0-1-1 0 0,0 1 0 0 0,0-1 1 0 0,0 1-1 0 0,-1 0 1 0 0,1-1-1 0 0,1-1 1 0 0,18-8 40 0 0,0 1 0 0 0,0 1 0 0 0,0 1 0 0 0,1 0 0 0 0,39-6 0 0 0,-56 14-55 0 0,0 0 0 0 0,0 0-1 0 0,0 0 1 0 0,0 1 0 0 0,0-1 0 0 0,0 1-1 0 0,-1 0 1 0 0,1 0 0 0 0,-1 1-1 0 0,1-1 1 0 0,-1 1 0 0 0,0 0 0 0 0,5 5-1 0 0,-6-4-271 0 0,0-1 0 0 0,-1 1 0 0 0,0 0 0 0 0,0 0 0 0 0,0 0 0 0 0,0 0 0 0 0,-1 0 0 0 0,1 0 0 0 0,-1 0 0 0 0,0 0 0 0 0,0 0 0 0 0,-2 8 0 0 0,2 1-4425 0 0</inkml:trace>
</inkml:ink>
</file>

<file path=ppt/ink/ink2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53:16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130 460 588 0 0,'0'0'5167'0'0,"0"-7"-1263"0"0,0 7-3833 0 0,0 0-1 0 0,0 0 1 0 0,0 0 0 0 0,0 0-1 0 0,-24 12 460 0 0,-29 17 1032 0 0,49-27-1434 0 0,1 0 0 0 0,-1 0 0 0 0,1 1 0 0 0,0-1 0 0 0,0 1 0 0 0,0 0 0 0 0,0 0 0 0 0,0 0 0 0 0,1 0 0 0 0,-5 8 0 0 0,5-9-14 0 0,-10 14 411 0 0,12-16-521 0 0,0 1 1 0 0,0-1-1 0 0,0 0 1 0 0,0 1-1 0 0,-1-1 1 0 0,1 0 0 0 0,0 1-1 0 0,0-1 1 0 0,0 0-1 0 0,0 1 1 0 0,0-1-1 0 0,1 0 1 0 0,-1 1 0 0 0,0-1-1 0 0,0 1 1 0 0,0-1-1 0 0,0 0 1 0 0,0 1-1 0 0,0-1 1 0 0,1 0 0 0 0,-1 1-1 0 0,0-1 1 0 0,0 0-1 0 0,0 0 1 0 0,1 1-1 0 0,-1-1 1 0 0,0 0 0 0 0,0 0-1 0 0,1 1 1 0 0,-1-1-1 0 0,0 0 1 0 0,1 0-1 0 0,-1 0 1 0 0,0 1 0 0 0,1-1-1 0 0,-1 0 1 0 0,0 0-1 0 0,1 0 1 0 0,-1 0-1 0 0,0 0 1 0 0,1 0 0 0 0,-1 0-1 0 0,0 0 1 0 0,1 0-1 0 0,-1 0 1 0 0,1 0 0 0 0,-1 0-1 0 0,0 0 1 0 0,1 0-1 0 0,-1 0 1 0 0,0 0-1 0 0,1 0 1 0 0,-1 0 0 0 0,0-1-1 0 0,1 1 1 0 0,24 0-36 0 0,27 1-2 0 0,0-2 0 0 0,0-3 0 0 0,69-13 0 0 0,-106 14 90 0 0,0-1 1 0 0,0-1 0 0 0,-1 0-1 0 0,0-1 1 0 0,0 0 0 0 0,0-1 0 0 0,-1-1-1 0 0,0 0 1 0 0,0-1 0 0 0,-1 0-1 0 0,0-1 1 0 0,-1-1 0 0 0,0 1 0 0 0,-1-2-1 0 0,0 1 1 0 0,10-16 0 0 0,-16 20-31 0 0,5-6 37 0 0,-1-1 1 0 0,1 0-1 0 0,-2 0 1 0 0,0-1-1 0 0,9-28 1 0 0,-6 4 195 0 0,-2-1-1 0 0,-1 0 1 0 0,2-70 0 0 0,-12 73 295 0 0,2 36-485 0 0,-29 25-7 0 0,-12 12-29 0 0,18-7-3 0 0,2 1 0 0 0,1 1 0 0 0,1 1 1 0 0,2 1-1 0 0,-22 53 0 0 0,33-69-73 0 0,1 0-1 0 0,1 1 0 0 0,1-1 1 0 0,0 1-1 0 0,1 0 0 0 0,1 1 1 0 0,0-1-1 0 0,2 0 0 0 0,0 0 1 0 0,1 0-1 0 0,1 1 1 0 0,1-1-1 0 0,7 25 0 0 0,-8-36-1 0 0,1 0 1 0 0,0-1-1 0 0,1 1 0 0 0,-1-1 0 0 0,1 0 0 0 0,1 0 0 0 0,-1 0 1 0 0,1-1-1 0 0,0 1 0 0 0,0-1 0 0 0,1 0 0 0 0,-1-1 0 0 0,1 1 1 0 0,0-1-1 0 0,1 0 0 0 0,7 3 0 0 0,-8-4 21 0 0,-1-1 0 0 0,1 1 0 0 0,0-1 0 0 0,-1-1 0 0 0,1 1 0 0 0,0-1-1 0 0,0 0 1 0 0,0-1 0 0 0,0 1 0 0 0,0-1 0 0 0,0 0 0 0 0,0-1 0 0 0,0 1 0 0 0,0-1 0 0 0,0 0 0 0 0,0-1-1 0 0,0 1 1 0 0,0-1 0 0 0,-1-1 0 0 0,7-2 0 0 0,-10 4-224 0 0,1-1-1 0 0,0 0 1 0 0,-1 1-1 0 0,1-1 1 0 0,-1 0-1 0 0,1-1 1 0 0,-1 1 0 0 0,0 0-1 0 0,3-5 1 0 0,4-10-6730 0 0,-3 2 3428 0 0</inkml:trace>
</inkml:ink>
</file>

<file path=ppt/ink/ink2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53:16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51 1428 0 0,'0'-16'5174'0'0,"0"10"-5383"0"0,-6-17 7995 0 0,5 18-9634 0 0</inkml:trace>
</inkml:ink>
</file>

<file path=ppt/ink/ink2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53:16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36 664 0 0,'0'0'6307'0'0,"-3"-4"-5758"0"0,-10-13-50 0 0,9 12 1917 0 0,2 4-2276 0 0,0 0 1 0 0,0 0-1 0 0,0 0 1 0 0,0 0-1 0 0,0 0 0 0 0,0 0 1 0 0,-1 0-1 0 0,1 1 1 0 0,0-1-1 0 0,-1 1 1 0 0,1 0-1 0 0,0 0 0 0 0,-1-1 1 0 0,1 2-1 0 0,0-1 1 0 0,-1 0-1 0 0,1 0 0 0 0,-5 2 1 0 0,-42 13 545 0 0,40-11-602 0 0,-1 0 0 0 0,1 1 1 0 0,0 0-1 0 0,1 0 0 0 0,-1 1 1 0 0,1 0-1 0 0,0 0 0 0 0,0 1 0 0 0,1 0 1 0 0,0 0-1 0 0,0 1 0 0 0,1 0 1 0 0,0 0-1 0 0,-10 18 0 0 0,15-24-68 0 0,0 0-1 0 0,0 0 1 0 0,0 0-1 0 0,0 0 0 0 0,0 1 1 0 0,1-1-1 0 0,-1 0 1 0 0,0 0-1 0 0,1 1 0 0 0,0-1 1 0 0,0 1-1 0 0,-1-1 0 0 0,1 0 1 0 0,1 1-1 0 0,-1-1 1 0 0,0 0-1 0 0,1 1 0 0 0,-1-1 1 0 0,1 0-1 0 0,-1 1 1 0 0,1-1-1 0 0,0 0 0 0 0,2 3 1 0 0,0-4-7 0 0,0 0-1 0 0,1-1 1 0 0,-1 0 0 0 0,0 1 0 0 0,1-1 0 0 0,-1-1 0 0 0,0 1 0 0 0,0 0-1 0 0,1-1 1 0 0,-1 1 0 0 0,0-1 0 0 0,0 0 0 0 0,0 0 0 0 0,6-3 0 0 0,-8 4-10 0 0,35-15 52 0 0,-1-1 0 0 0,42-25 0 0 0,-20 10 20 0 0,-53 28-30 0 0,-2 1-26 0 0,0 1-1 0 0,-1 0 0 0 0,1 0 1 0 0,0 0-1 0 0,0 0 0 0 0,-1 0 0 0 0,1 0 1 0 0,0 1-1 0 0,0-1 0 0 0,0 0 1 0 0,0 1-1 0 0,0 0 0 0 0,0-1 1 0 0,0 1-1 0 0,0 0 0 0 0,0 0 1 0 0,0 0-1 0 0,4 1 0 0 0,39 21 762 0 0,-33-17-604 0 0,0-1 0 0 0,0 0 0 0 0,1 0 0 0 0,0-2 0 0 0,-1 1 0 0 0,1-2 1 0 0,23 1-1 0 0,-25-2-676 0 0,0 0 0 0 0,-1-1 0 0 0,1-1 1 0 0,-1 0-1 0 0,19-5 0 0 0,-7-8-7763 0 0,-13 8 4356 0 0</inkml:trace>
</inkml:ink>
</file>

<file path=ppt/ink/ink2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53:17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17 13149 0 0,'0'0'4085'0'0,"-8"-10"-3561"0"0,40 4-1524 0 0,-6 8-1049 0 0,-9 2-407 0 0,-1-4-2652 0 0,1 0 1175 0 0</inkml:trace>
</inkml:ink>
</file>

<file path=ppt/ink/ink2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13:53:17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0 944 0 0,'0'0'4781'0'0</inkml:trace>
</inkml:ink>
</file>

<file path=ppt/ink/ink2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02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1 440 0 0,'0'0'4140'0'0,"8"1"-1923"0"0</inkml:trace>
</inkml:ink>
</file>

<file path=ppt/ink/ink2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1044 0 0,'0'0'4601'0'0,"18"-8"-4161"0"0,1 11-624 0 0,3 1-2853 0 0,-4-3 1461 0 0</inkml:trace>
</inkml:ink>
</file>

<file path=ppt/ink/ink2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0 372 0 0,'1'4'2535'0'0,"2"1"1849"0"0</inkml:trace>
</inkml:ink>
</file>

<file path=ppt/ink/ink2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10:20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1 824 0 0,'0'12'2168'0'0</inkml:trace>
</inkml:ink>
</file>

<file path=ppt/ink/ink2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1:21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766 122 56 0 0,'-16'-46'5743'0'0,"15"41"-5463"0"0,0 1 0 0 0,0 1 0 0 0,-1-1 0 0 0,0 0 0 0 0,1 0 0 0 0,-1 0 0 0 0,-1 1 0 0 0,1-1-1 0 0,0 1 1 0 0,-1 0 0 0 0,0 0 0 0 0,1 0 0 0 0,-1 0 0 0 0,0 0 0 0 0,-1 0 0 0 0,-3-2 0 0 0,2 3-181 0 0,0-1 0 0 0,0 1 1 0 0,0 1-1 0 0,0-1 0 0 0,0 1 0 0 0,0 0 1 0 0,0 0-1 0 0,-1 0 0 0 0,1 0 1 0 0,0 1-1 0 0,-7 1 0 0 0,-11 1-167 0 0,1 2 0 0 0,-1 1 0 0 0,1 1 0 0 0,-37 14 0 0 0,47-16 273 0 0,-41 16-173 0 0,0 2 1 0 0,-77 44-1 0 0,106-51-33 0 0,1 0 0 0 0,0 2 1 0 0,1 1-1 0 0,1 0 1 0 0,1 1-1 0 0,0 2 0 0 0,-22 29 1 0 0,36-42 0 0 0,1 1 0 0 0,0-1 0 0 0,0 1 1 0 0,0 0-1 0 0,1 0 0 0 0,1 1 0 0 0,-1-1 1 0 0,1 1-1 0 0,1 0 0 0 0,0 0 0 0 0,1 0 0 0 0,-1 0 1 0 0,2 0-1 0 0,0 0 0 0 0,0 0 0 0 0,0 0 1 0 0,2 0-1 0 0,-1 0 0 0 0,1 0 0 0 0,0 0 1 0 0,1-1-1 0 0,0 1 0 0 0,1-1 0 0 0,0 1 0 0 0,1-1 1 0 0,0 0-1 0 0,0-1 0 0 0,0 1 0 0 0,1-1 1 0 0,1 0-1 0 0,-1-1 0 0 0,1 0 0 0 0,1 0 0 0 0,-1 0 1 0 0,1-1-1 0 0,0 0 0 0 0,1 0 0 0 0,-1-1 1 0 0,1 0-1 0 0,0-1 0 0 0,0 1 0 0 0,1-2 1 0 0,14 5-1 0 0,-8-5 3 0 0,0 0-1 0 0,1-1 1 0 0,-1-1 0 0 0,1 0 0 0 0,-1-1 0 0 0,1-1 0 0 0,-1-1-1 0 0,0 0 1 0 0,0-1 0 0 0,1 0 0 0 0,-2-2 0 0 0,1 0-1 0 0,-1-1 1 0 0,16-7 0 0 0,0-2 13 0 0,-1-2 1 0 0,0-1-1 0 0,-1-1 1 0 0,-1-1-1 0 0,43-42 0 0 0,5-15 758 0 0,-76 77-764 0 0,0-1 0 0 0,0 1-1 0 0,0 0 1 0 0,1-1-1 0 0,-1 1 1 0 0,0 0-1 0 0,0-1 1 0 0,0 1-1 0 0,1 0 1 0 0,-1 0-1 0 0,0-1 1 0 0,1 1-1 0 0,-1 0 1 0 0,0 0-1 0 0,1 0 1 0 0,-1-1-1 0 0,0 1 1 0 0,1 0-1 0 0,-1 0 1 0 0,0 0-1 0 0,1 0 1 0 0,-1 0-1 0 0,0 0 1 0 0,1 0-1 0 0,-1-1 1 0 0,0 1-1 0 0,1 0 1 0 0,-1 0-1 0 0,1 1 1 0 0,-1-1 0 0 0,0 0-1 0 0,1 0 1 0 0,-1 0-1 0 0,0 0 1 0 0,1 0-1 0 0,-1 0 1 0 0,1 0-1 0 0,-1 1 1 0 0,1-1-1 0 0,4 18 69 0 0,-7 30-49 0 0,-1-26-10 0 0</inkml:trace>
</inkml:ink>
</file>

<file path=ppt/ink/ink2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1:22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1 1 13193 0 0</inkml:trace>
</inkml:ink>
</file>

<file path=ppt/ink/ink2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1:22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1 192 0 0,'1'2'6437'0'0,"-1"24"-6351"0"0,-37 223 2128 0 0,-9 53-702 0 0,14-176-683 0 0,32-125-784 0 0,-1 8 138 0 0</inkml:trace>
</inkml:ink>
</file>

<file path=ppt/ink/ink2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1:23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0 508 0 0,'0'0'1754'0'0,"0"4"-1184"0"0,3 17 406 0 0,-1 1 0 0 0,-1 0 0 0 0,-4 36 0 0 0,1-33-280 0 0,2-1 0 0 0,4 47 0 0 0,-2-51-309 0 0,-1 0 0 0 0,-2 25-1 0 0,0-9 32 0 0,1-34-501 0 0,-2 6-156 0 0</inkml:trace>
</inkml:ink>
</file>

<file path=ppt/ink/ink2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1:23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26 764 0 0,'-1'-11'5013'0'0,"1"-4"-4097"0"0</inkml:trace>
</inkml:ink>
</file>

<file path=ppt/ink/ink2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1:24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72 448 0 0,'2'41'3316'0'0,"13"29"480"0"0,-14-69-3432 0 0,3 7 218 0 0,0-9 2826 0 0,2-7-3257 0 0,0 0 0 0 0,-1-1-1 0 0,0 0 1 0 0,0 0 0 0 0,-1 0-1 0 0,0-1 1 0 0,-1 1-1 0 0,0-1 1 0 0,2-13 0 0 0,18-46-4019 0 0,-21 66 2069 0 0,5-11-3847 0 0</inkml:trace>
</inkml:ink>
</file>

<file path=ppt/ink/ink2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1:24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34 139 376 0 0,'0'0'1791'0'0,"4"-1"-936"0"0,5-3-339 0 0,-1 0 0 0 0,0-1 0 0 0,1 0 0 0 0,-2 0 1 0 0,1-1-1 0 0,0 1 0 0 0,-1-2 0 0 0,-1 1 0 0 0,1-1 1 0 0,-1 0-1 0 0,0 0 0 0 0,0-1 0 0 0,7-13 0 0 0,-12 20-336 0 0,-25-26 496 0 0,19 26-655 0 0,0 1 1 0 0,0 0-1 0 0,0 0 1 0 0,1 0-1 0 0,-1 0 1 0 0,0 1-1 0 0,0 0 1 0 0,0 0 0 0 0,0 0-1 0 0,0 1 1 0 0,1-1-1 0 0,-1 1 1 0 0,-5 3-1 0 0,7-4-18 0 0,0 1 0 0 0,0-1 0 0 0,0 1-1 0 0,0 0 1 0 0,1 0 0 0 0,-1 0 0 0 0,0 0-1 0 0,1 0 1 0 0,-1 1 0 0 0,1-1 0 0 0,0 1-1 0 0,0-1 1 0 0,0 1 0 0 0,0 0 0 0 0,0 0 0 0 0,1 0-1 0 0,-1 0 1 0 0,1 0 0 0 0,0 0 0 0 0,0 1-1 0 0,0-1 1 0 0,0 0 0 0 0,0 6 0 0 0,1-4-10 0 0,0 0 0 0 0,1-1 0 0 0,0 0 0 0 0,0 1 0 0 0,0-1 0 0 0,1 1 0 0 0,-1-1 0 0 0,1 0 0 0 0,0 0 0 0 0,0 0 0 0 0,0 0 1 0 0,1 0-1 0 0,-1 0 0 0 0,1-1 0 0 0,0 1 0 0 0,0-1 0 0 0,0 0 0 0 0,1 0 0 0 0,-1 0 0 0 0,1 0 0 0 0,0-1 0 0 0,0 1 0 0 0,-1-1 0 0 0,2 0 0 0 0,-1 0 1 0 0,0 0-1 0 0,0-1 0 0 0,1 1 0 0 0,-1-1 0 0 0,0 0 0 0 0,8 0 0 0 0,-1 1-20 0 0,0 0 0 0 0,0-1 0 0 0,0-1 0 0 0,0 0 0 0 0,1 0 0 0 0,-1-1 0 0 0,0 0 0 0 0,0-1 0 0 0,0-1-1 0 0,0 0 1 0 0,-1 0 0 0 0,13-6 0 0 0,-6-1 21 0 0,-1 0 1 0 0,0-2-1 0 0,-1 0 0 0 0,-1 0 0 0 0,0-2 0 0 0,0 1 0 0 0,-2-2 0 0 0,0 0 1 0 0,14-22-1 0 0,-24 35 17 0 0,-1 0-1 0 0,0 0 1 0 0,1 0 0 0 0,-1 0 0 0 0,1 1 0 0 0,0-1 0 0 0,-1 1 0 0 0,1-1 0 0 0,0 1 0 0 0,0-1 0 0 0,0 1-1 0 0,0 0 1 0 0,0 0 0 0 0,0 0 0 0 0,1 0 0 0 0,1 0 0 0 0,0 3-12 0 0,-1 1-1 0 0,0 0 1 0 0,0 0 0 0 0,0 1 0 0 0,-1-1-1 0 0,1 0 1 0 0,-1 1 0 0 0,1 0 0 0 0,-1-1-1 0 0,0 1 1 0 0,-1 0 0 0 0,1 0 0 0 0,1 7-1 0 0,4 10 20 0 0,-6-18-6 0 0,1 0 1 0 0,-1 0-1 0 0,1 0 1 0 0,0-1-1 0 0,-1 1 1 0 0,1 0-1 0 0,1-1 1 0 0,-1 1-1 0 0,0-1 1 0 0,0 0-1 0 0,1 1 0 0 0,0-1 1 0 0,-1 0-1 0 0,1-1 1 0 0,5 4-1 0 0,-4-4 26 0 0,0 0 0 0 0,1 0 0 0 0,-1-1 0 0 0,1 1 0 0 0,-1-1 0 0 0,0 0 0 0 0,1 0 0 0 0,-1 0 0 0 0,1-1 0 0 0,-1 0 0 0 0,8-2 0 0 0,35-10 263 0 0,-32 8-249 0 0,0 1 1 0 0,0 0-1 0 0,1 1 0 0 0,-1 1 1 0 0,28-1-1 0 0,-33 6-212 0 0,-6 0-1515 0 0</inkml:trace>
</inkml:ink>
</file>

<file path=ppt/ink/ink2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1:27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85 504 0 0,'1'-5'714'0'0,"-1"0"1"0"0,1-1-1 0 0,-1 1 1 0 0,0-1-1 0 0,0 1 0 0 0,-1-1 1 0 0,1 1-1 0 0,-1 0 1 0 0,0-1-1 0 0,-1 1 0 0 0,1 0 1 0 0,-1 0-1 0 0,-4-9 1 0 0,4 13-603 0 0,-50 8 314 0 0,35-1-401 0 0,0 1 0 0 0,1 1 0 0 0,0 1-1 0 0,1 0 1 0 0,0 1 0 0 0,-19 16 0 0 0,28-20-22 0 0,-1 0 1 0 0,2 1-1 0 0,-1-1 0 0 0,1 1 1 0 0,0 0-1 0 0,0 1 1 0 0,1-1-1 0 0,0 1 1 0 0,0 0-1 0 0,1 0 1 0 0,-5 15-1 0 0,8-21-28 0 0,3 3-37 0 0,-3-4 61 0 0,0-1 1 0 0,0 1-1 0 0,1-1 0 0 0,-1 1 1 0 0,0-1-1 0 0,0 1 1 0 0,0-1-1 0 0,0 1 0 0 0,1-1 1 0 0,-1 1-1 0 0,0-1 0 0 0,1 1 1 0 0,-1-1-1 0 0,0 0 1 0 0,1 1-1 0 0,-1-1 0 0 0,0 0 1 0 0,1 1-1 0 0,-1-1 1 0 0,1 0-1 0 0,-1 1 0 0 0,0-1 1 0 0,1 0-1 0 0,-1 0 0 0 0,1 1 1 0 0,-1-1-1 0 0,1 0 1 0 0,-1 0-1 0 0,1 0 0 0 0,-1 0 1 0 0,1 0-1 0 0,-1 0 0 0 0,1 0 1 0 0,-1 0-1 0 0,1 0 1 0 0,0 0-1 0 0,65-16-84 0 0,-64 16 67 0 0,3 1-105 0 0,0 1 94 0 0,0 0 0 0 0,0 1 0 0 0,0-1 0 0 0,0 1-1 0 0,7 5 1 0 0,41 48-1043 0 0,-13-21-4304 0 0,-26-25 2956 0 0</inkml:trace>
</inkml:ink>
</file>

<file path=ppt/ink/ink2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1:27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0 239 304 0 0,'0'0'1933'0'0,"1"0"-1764"0"0,-1 0 0 0 0,1 0 0 0 0,-1 0 0 0 0,1-1 0 0 0,-1 1 0 0 0,1 0 0 0 0,-1 0 0 0 0,1 0 0 0 0,-1 0 0 0 0,1 0 0 0 0,-1 0 1 0 0,1 0-1 0 0,-1 0 0 0 0,1 0 0 0 0,-1 0 0 0 0,1 0 0 0 0,-1 0 0 0 0,1 0 0 0 0,-1 1 0 0 0,1-1 0 0 0,-1 0 0 0 0,1 0 0 0 0,-1 1 0 0 0,1-1 0 0 0,22 98 2360 0 0,-10-37-1537 0 0,36 99 0 0 0,-22-88-209 0 0,-26-71-603 0 0,-8-33 1946 0 0,-20-65-1641 0 0,11 48-334 0 0,3-1-1 0 0,-10-76 0 0 0,22 114-138 0 0,1 0-1 0 0,0 0 1 0 0,0 0-1 0 0,2 0 1 0 0,-1 0-1 0 0,1 0 1 0 0,1 0-1 0 0,0 1 1 0 0,1-1-1 0 0,0 1 1 0 0,1 0-1 0 0,0 0 1 0 0,1 0-1 0 0,0 1 1 0 0,14-18-1 0 0,-14 21-17 0 0,0 0 0 0 0,1 1-1 0 0,-1 0 1 0 0,1 0-1 0 0,1 1 1 0 0,-1 0 0 0 0,1 0-1 0 0,-1 0 1 0 0,1 1-1 0 0,1 0 1 0 0,-1 1 0 0 0,0 0-1 0 0,1 0 1 0 0,0 1-1 0 0,0 0 1 0 0,-1 1 0 0 0,1 0-1 0 0,0 0 1 0 0,0 1 0 0 0,0 0-1 0 0,14 2 1 0 0,-15-1-6 0 0,-1 1 1 0 0,0 0-1 0 0,1 0 1 0 0,-1 1 0 0 0,0 0-1 0 0,0 0 1 0 0,0 0-1 0 0,-1 1 1 0 0,1 0-1 0 0,-1 1 1 0 0,0 0 0 0 0,0 0-1 0 0,-1 0 1 0 0,1 0-1 0 0,-1 1 1 0 0,8 11 0 0 0,-11-14 9 0 0,0 0 0 0 0,0 0 1 0 0,-1 0-1 0 0,1 1 0 0 0,0-1 0 0 0,-1 1 1 0 0,0-1-1 0 0,0 1 0 0 0,0-1 1 0 0,-1 1-1 0 0,1-1 0 0 0,-1 1 1 0 0,0 0-1 0 0,0-1 0 0 0,0 1 1 0 0,0 0-1 0 0,0-1 0 0 0,-1 1 1 0 0,0 0-1 0 0,0-1 0 0 0,0 1 1 0 0,0-1-1 0 0,0 1 0 0 0,-1-1 1 0 0,0 0-1 0 0,1 0 0 0 0,-1 1 0 0 0,0-1 1 0 0,-1-1-1 0 0,1 1 0 0 0,0 0 1 0 0,-1 0-1 0 0,0-1 0 0 0,1 1 1 0 0,-7 3-1 0 0,-6 4-12 0 0,0 0 1 0 0,0-1-1 0 0,-1 0 0 0 0,0-1 1 0 0,-1-1-1 0 0,0-1 1 0 0,0 0-1 0 0,0-2 0 0 0,-1 0 1 0 0,0 0-1 0 0,0-2 0 0 0,0 0 1 0 0,0-1-1 0 0,-32-2 0 0 0,45 0-280 0 0,0 0 0 0 0,1 0 0 0 0,-1 0 0 0 0,0 0-1 0 0,1-1 1 0 0,-1 0 0 0 0,-5-3 0 0 0,-4-5-3609 0 0</inkml:trace>
</inkml:ink>
</file>

<file path=ppt/ink/ink2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1:28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406 47 696 0 0,'0'0'2656'0'0,"0"-11"-1793"0"0,-1 5 2442 0 0,0 4-3211 0 0,0 0 0 0 0,-1 0 0 0 0,1 0 0 0 0,-1 0 0 0 0,0 0 0 0 0,1 0 0 0 0,-1 1 0 0 0,0-1 0 0 0,0 0 0 0 0,0 1 0 0 0,0 0 0 0 0,-1-1 0 0 0,1 1 0 0 0,0 0 0 0 0,0 0 0 0 0,-1 0 0 0 0,1 0 0 0 0,-1 1 0 0 0,1-1 0 0 0,0 1 0 0 0,-1-1 0 0 0,0 1 0 0 0,1 0 0 0 0,-1 0 0 0 0,-4 1 0 0 0,-5-2-30 0 0,-1 2 0 0 0,1 0 0 0 0,-1 0 0 0 0,-18 5 0 0 0,9 0 83 0 0,0 0 0 0 0,0 2 1 0 0,1 0-1 0 0,0 2 0 0 0,-30 18 1 0 0,43-23-87 0 0,0 1 1 0 0,0 0 0 0 0,0 0-1 0 0,1 1 1 0 0,0 0-1 0 0,0 0 1 0 0,1 1-1 0 0,0 0 1 0 0,1 0 0 0 0,-1 0-1 0 0,1 1 1 0 0,1 0-1 0 0,0 0 1 0 0,0 0 0 0 0,-4 16-1 0 0,7-20-35 0 0,0 1 0 0 0,0 0-1 0 0,0-1 1 0 0,1 1 0 0 0,0 0-1 0 0,0 0 1 0 0,0-1 0 0 0,1 1-1 0 0,0 0 1 0 0,0-1 0 0 0,1 1-1 0 0,-1 0 1 0 0,1-1 0 0 0,0 0 0 0 0,5 9-1 0 0,-3-7 14 0 0,2 1 0 0 0,-1-1 0 0 0,1 0 0 0 0,0 0 0 0 0,0-1 0 0 0,1 0 1 0 0,0 0-1 0 0,0 0 0 0 0,9 5 0 0 0,3-1-74 0 0,0 0 0 0 0,0-1 0 0 0,1 0 0 0 0,0-2 0 0 0,0-1 0 0 0,1 0 0 0 0,33 4-1 0 0,25-4-1703 0 0,-25-7-4088 0 0,-35-2 2951 0 0</inkml:trace>
</inkml:ink>
</file>

<file path=ppt/ink/ink2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1:29.3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35 444 0 0,'0'0'2458'0'0,"4"-27"2138"0"0,-3 20-8691 0 0</inkml:trace>
</inkml:ink>
</file>

<file path=ppt/ink/ink2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1:31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35 188 0 0,'0'0'8303'0'0,"-1"-13"-6757"0"0,1 12-1619 0 0,-1 0 0 0 0,1 0 0 0 0,0 0 0 0 0,-1 0 0 0 0,1 0 0 0 0,-1 0 0 0 0,1 0 0 0 0,-1 0 0 0 0,0 0 0 0 0,0 0 0 0 0,1 0 0 0 0,-1 0 0 0 0,0 0-1 0 0,0 0 1 0 0,0 1 0 0 0,0-1 0 0 0,0 0 0 0 0,0 1 0 0 0,0-1 0 0 0,0 0 0 0 0,0 1 0 0 0,0 0 0 0 0,0-1 0 0 0,0 1 0 0 0,0-1 0 0 0,0 1 0 0 0,-1 0 0 0 0,1 0 0 0 0,0 0 0 0 0,0 0 0 0 0,0 0 0 0 0,-1 0 0 0 0,1 0 0 0 0,0 0 0 0 0,0 0 0 0 0,0 1 0 0 0,0-1 0 0 0,-1 0 0 0 0,1 1 0 0 0,-2 0 0 0 0,0 1-135 0 0,2-1-450 0 0,1-1 598 0 0,0 1 0 0 0,0 0 0 0 0,0-1 0 0 0,-1 1 0 0 0,1-1 0 0 0,0 1 0 0 0,-1-1 0 0 0,1 1 0 0 0,-1-1-1 0 0,1 1 1 0 0,0-1 0 0 0,-1 1 0 0 0,1-1 0 0 0,-1 0 0 0 0,1 1 0 0 0,-1-1 0 0 0,1 0 0 0 0,-1 1 0 0 0,0-1 0 0 0,1 0 0 0 0,-1 0 0 0 0,1 1 0 0 0,-1-1 0 0 0,1 0 0 0 0,-1 0-1 0 0,0 0 1 0 0,1 0 0 0 0,-1 0 0 0 0,-1 0 0 0 0,-15 1 5993 0 0,8 26-5728 0 0,-23 59 675 0 0,-41 172 1 0 0,69-242-819 0 0,-18 64 308 0 0,22-79-293 0 0,-4 10 103 0 0,4-11-283 0 0,0 0 1 0 0,0 1-1 0 0,0-1 0 0 0,0 0 1 0 0,-1 0-1 0 0,1 1 0 0 0,0-1 0 0 0,0 0 1 0 0,0 0-1 0 0,0 1 0 0 0,-1-1 1 0 0,1 0-1 0 0,0 0 0 0 0,0 0 0 0 0,-1 0 1 0 0,1 1-1 0 0,0-1 0 0 0,0 0 1 0 0,-1 0-1 0 0,1 0 0 0 0,0 0 0 0 0,0 0 1 0 0,-1 0-1 0 0,1 0 0 0 0,0 0 1 0 0,0 1-1 0 0,-1-1 0 0 0,1 0 0 0 0,0 0 1 0 0,-1 0-1 0 0,1 0 0 0 0,0 0 1 0 0,0-1-1 0 0,-1 1 0 0 0,1 0 0 0 0,0 0 1 0 0,0 0-1 0 0,-1 0 0 0 0,1 0 1 0 0,0 0-1 0 0,0 0 0 0 0,-1 0 0 0 0,1-1 1 0 0,0 1-1 0 0,0 0 0 0 0,-1 0 1 0 0,1 0-1 0 0,0-1 0 0 0,0 1 0 0 0,0 0 1 0 0,0 0-1 0 0,-1-1 0 0 0,-8-20-2743 0 0,6 8 217 0 0</inkml:trace>
</inkml:ink>
</file>

<file path=ppt/ink/ink2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1:31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70 684 0 0,'15'-10'704'0'0,"1"1"1"0"0,-1 1-1 0 0,1 0 1 0 0,1 1-1 0 0,-1 1 0 0 0,1 1 1 0 0,0 0-1 0 0,1 1 1 0 0,33-3-1 0 0,-49 7-869 0 0,3 0-139 0 0,14 0 169 0 0,-18 0-19 0 0,0-1-1 0 0,0 1 1 0 0,0 0-1 0 0,0 0 1 0 0,0 0-1 0 0,0 0 1 0 0,0 1-1 0 0,-1-1 1 0 0,1 0-1 0 0,0 0 1 0 0,0 0-1 0 0,0 1 0 0 0,0-1 1 0 0,0 0-1 0 0,-1 1 1 0 0,1-1-1 0 0,0 1 1 0 0,0-1-1 0 0,0 1 1 0 0,-1-1-1 0 0,1 1 1 0 0,0 0-1 0 0,-1-1 1 0 0,1 1-1 0 0,0 1 1 0 0</inkml:trace>
</inkml:ink>
</file>

<file path=ppt/ink/ink2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1:32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80 632 0 0,'0'0'971'0'0,"3"1"2"0"0,6 1-467 0 0,0 0-1 0 0,0-1 0 0 0,1 0 1 0 0,-1 0-1 0 0,0-1 1 0 0,1 0-1 0 0,-1-1 0 0 0,11-1 1 0 0,84-20 370 0 0,-75 15-948 0 0,125-38-4623 0 0,-124 34 2873 0 0</inkml:trace>
</inkml:ink>
</file>

<file path=ppt/ink/ink2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1:32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379 20 40 0 0,'0'0'1845'0'0,"-18"-19"3082"0"0,11 19-4732 0 0,0 0 1 0 0,0 0-1 0 0,0 1 1 0 0,0 1-1 0 0,0-1 0 0 0,0 1 1 0 0,0 0-1 0 0,1 0 0 0 0,-1 1 1 0 0,1 0-1 0 0,-12 7 1 0 0,-8 6 338 0 0,-34 29 0 0 0,38-28-211 0 0,7-5-179 0 0,1 1-1 0 0,0 1 1 0 0,1 0 0 0 0,1 0 0 0 0,0 1 0 0 0,1 1 0 0 0,0 0 0 0 0,-8 19 0 0 0,12-22-81 0 0,2-1 1 0 0,-1 1 0 0 0,2 0 0 0 0,0 1 0 0 0,0-1 0 0 0,1 1-1 0 0,1-1 1 0 0,0 1 0 0 0,1 0 0 0 0,1 0 0 0 0,2 26-1 0 0,-2-37-65 0 0,0 0-1 0 0,1 0 0 0 0,-1 0 1 0 0,1 0-1 0 0,0 0 0 0 0,0-1 0 0 0,0 1 1 0 0,0 0-1 0 0,0 0 0 0 0,1-1 0 0 0,-1 1 1 0 0,1 0-1 0 0,-1-1 0 0 0,1 0 1 0 0,0 1-1 0 0,0-1 0 0 0,1 0 0 0 0,-1 0 1 0 0,0 0-1 0 0,0 0 0 0 0,1-1 0 0 0,0 1 1 0 0,-1-1-1 0 0,1 1 0 0 0,0-1 0 0 0,-1 0 1 0 0,1 0-1 0 0,0 0 0 0 0,0 0 1 0 0,0-1-1 0 0,0 1 0 0 0,0-1 0 0 0,0 0 1 0 0,0 0-1 0 0,0 0 0 0 0,0 0 0 0 0,0 0 1 0 0,5-2-1 0 0,11-1 0 0 0,0-2 0 0 0,0 0 0 0 0,-1-2 1 0 0,33-15-1 0 0,-30 13 16 0 0,-19 8-3 0 0,1 0 14 0 0,0-1-1 0 0,0 1 1 0 0,0-1-1 0 0,0 1 1 0 0,0 0 0 0 0,0 0-1 0 0,1 1 1 0 0,-1-1 0 0 0,0 1-1 0 0,7-1 1 0 0,-9 2-19 0 0,0 0 0 0 0,0 0 0 0 0,0 0 0 0 0,0 0-1 0 0,0 0 1 0 0,0 0 0 0 0,0 1 0 0 0,0-1 0 0 0,0 0 0 0 0,0 1 0 0 0,-1-1-1 0 0,1 0 1 0 0,0 1 0 0 0,-1-1 0 0 0,0 1 0 0 0,1-1 0 0 0,-1 1 0 0 0,0-1-1 0 0,1 1 1 0 0,-1-1 0 0 0,0 1 0 0 0,0-1 0 0 0,0 1 0 0 0,0-1 0 0 0,-1 1-1 0 0,1-1 1 0 0,-1 2 0 0 0,-2 40 234 0 0,-2 0-1 0 0,-2 0 1 0 0,-18 62 0 0 0,24-104-236 0 0,-4 28-1313 0 0</inkml:trace>
</inkml:ink>
</file>

<file path=ppt/ink/ink2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1:35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1 128 0 0,'-6'15'6587'0'0,"-20"56"-5470"0"0,5-18-590 0 0,-32 77-329 0 0,13-48-4743 0 0,27-60 2289 0 0</inkml:trace>
</inkml:ink>
</file>

<file path=ppt/ink/ink2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1:50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59 172 0 0,'5'-24'10029'0'0,"-6"22"-9997"0"0,0 1-1 0 0,1-1 1 0 0,-1 0-1 0 0,0 0 1 0 0,0 0-1 0 0,0 1 1 0 0,0-1-1 0 0,0 0 1 0 0,0 1 0 0 0,0-1-1 0 0,-1 1 1 0 0,1 0-1 0 0,0-1 1 0 0,-1 1-1 0 0,1 0 1 0 0,-1 0 0 0 0,0 0-1 0 0,1 0 1 0 0,-1 0-1 0 0,0 0 1 0 0,0 0-1 0 0,1 0 1 0 0,-1 1 0 0 0,0-1-1 0 0,0 1 1 0 0,0-1-1 0 0,0 1 1 0 0,0 0-1 0 0,0 0 1 0 0,0 0 0 0 0,0 0-1 0 0,0 0 1 0 0,0 0-1 0 0,0 1 1 0 0,0-1-1 0 0,1 1 1 0 0,-1-1 0 0 0,0 1-1 0 0,-3 1 1 0 0,-8 2-45 0 0,1 1 0 0 0,-1 1 0 0 0,1 0 0 0 0,0 1 0 0 0,1 0 0 0 0,0 0 0 0 0,0 2 0 0 0,-12 10-1 0 0,17-13-26 0 0,0 1-1 0 0,0-1 1 0 0,1 1-1 0 0,0 0 1 0 0,0 1-1 0 0,0-1 1 0 0,1 1-1 0 0,0 0 1 0 0,1 0-1 0 0,0 0 1 0 0,0 0-1 0 0,0 1 1 0 0,-1 11-1 0 0,4-18 21 0 0,0 0 0 0 0,-1 0 1 0 0,1 0-1 0 0,0 1 0 0 0,0-1 0 0 0,1 0 1 0 0,-1 0-1 0 0,0 0 0 0 0,1 1 0 0 0,-1-1 0 0 0,1 0 1 0 0,0 0-1 0 0,0 0 0 0 0,0 0 0 0 0,0 0 0 0 0,0 0 1 0 0,0 0-1 0 0,0-1 0 0 0,1 1 0 0 0,-1 0 1 0 0,1-1-1 0 0,-1 1 0 0 0,1-1 0 0 0,0 1 0 0 0,-1-1 1 0 0,1 0-1 0 0,0 1 0 0 0,0-1 0 0 0,0 0 1 0 0,0 0-1 0 0,4 1 0 0 0,2 0 18 0 0,-1 0 0 0 0,1 0 0 0 0,0-1-1 0 0,0 0 1 0 0,0 0 0 0 0,0-1 0 0 0,0 0 0 0 0,12-2 0 0 0,-12 2 5 0 0,-1 0-1 0 0,0 1 1 0 0,0 0-1 0 0,0 0 1 0 0,0 1 0 0 0,0 0-1 0 0,0 0 1 0 0,-1 0-1 0 0,1 1 1 0 0,-1 0 0 0 0,1 0-1 0 0,-1 1 1 0 0,0 0-1 0 0,0 0 1 0 0,-1 0 0 0 0,6 6-1 0 0,47 27-5780 0 0,-41-30 3305 0 0</inkml:trace>
</inkml:ink>
</file>

<file path=ppt/ink/ink2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2:01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438 147 700 0 0,'1'-15'1525'0'0,"-1"11"-934"0"0,1-1 0 0 0,-1 0 0 0 0,0 0-1 0 0,0 0 1 0 0,0 0 0 0 0,-1 0-1 0 0,-1-5 1 0 0,2 8-506 0 0,-1 1 0 0 0,0-1 0 0 0,1 1-1 0 0,-1-1 1 0 0,0 1 0 0 0,0 0 0 0 0,0-1 0 0 0,0 1 0 0 0,0 0 0 0 0,0 0 0 0 0,0 0 0 0 0,-1 0-1 0 0,1 0 1 0 0,0 0 0 0 0,0 0 0 0 0,-1 0 0 0 0,1 1 0 0 0,-1-1 0 0 0,1 0 0 0 0,-1 1 0 0 0,1-1-1 0 0,-1 1 1 0 0,1 0 0 0 0,-1-1 0 0 0,0 1 0 0 0,1 0 0 0 0,-1 0 0 0 0,1 0 0 0 0,-4 0 0 0 0,-10 1 32 0 0,0 1 1 0 0,0 1 0 0 0,0 0 0 0 0,0 1 0 0 0,0 0 0 0 0,1 1-1 0 0,-1 1 1 0 0,-22 13 0 0 0,-110 73 356 0 0,134-83-412 0 0,5-3-40 0 0,0 1-1 0 0,0 0 1 0 0,0 0 0 0 0,1 1 0 0 0,0 0 0 0 0,-6 9 0 0 0,10-14-26 0 0,1 0 1 0 0,0 1 0 0 0,0-1-1 0 0,0 1 1 0 0,0-1-1 0 0,0 1 1 0 0,1 0-1 0 0,0 0 1 0 0,0 0-1 0 0,0 0 1 0 0,0 0-1 0 0,0 0 1 0 0,1 0-1 0 0,0 0 1 0 0,0 0-1 0 0,0 0 1 0 0,0 0-1 0 0,2 5 1 0 0,-1-6 2 0 0,1 0 0 0 0,-1-1 0 0 0,1 1 1 0 0,0-1-1 0 0,0 0 0 0 0,0 0 0 0 0,1 1 0 0 0,-1-1 0 0 0,0-1 1 0 0,1 1-1 0 0,-1 0 0 0 0,1-1 0 0 0,0 1 0 0 0,-1-1 0 0 0,1 0 0 0 0,0 0 1 0 0,0 0-1 0 0,0 0 0 0 0,0 0 0 0 0,0 0 0 0 0,0-1 0 0 0,0 0 1 0 0,0 0-1 0 0,3 0 0 0 0,10 1-7 0 0,-1-1-1 0 0,0 0 1 0 0,19-3 0 0 0,-7-2-16 0 0,0-1 1 0 0,0-1-1 0 0,-1-1 0 0 0,0-2 1 0 0,-1 0-1 0 0,0-2 0 0 0,0-1 1 0 0,-2-1-1 0 0,30-21 0 0 0,-18 8 275 0 0,-33 26-254 0 0,-2 1-43 0 0,6 3 36 0 0,4 20-22 0 0,-9-18 36 0 0,1-1 0 0 0,0 1 0 0 0,0-1 0 0 0,0 0 0 0 0,0 1 0 0 0,1-1 0 0 0,0 0 0 0 0,0 0 0 0 0,0-1 0 0 0,0 1 1 0 0,1 0-1 0 0,-1-1 0 0 0,1 0 0 0 0,0 0 0 0 0,0 0 0 0 0,8 4 0 0 0,-5-4 8 0 0,-1-1 1 0 0,1 0 0 0 0,0 0-1 0 0,0-1 1 0 0,0 1 0 0 0,0-2-1 0 0,0 1 1 0 0,0-1 0 0 0,0 0 0 0 0,11-2-1 0 0,6-2 93 0 0,1-1 0 0 0,-2-2 0 0 0,1 0 0 0 0,-1-1 0 0 0,34-18 0 0 0,-39 18 39 0 0,-1-1 0 0 0,0-1 0 0 0,-1 0 1 0 0,0-1-1 0 0,0-1 0 0 0,-1 0 0 0 0,-1-1 1 0 0,0-1-1 0 0,0 0 0 0 0,-2-1 0 0 0,20-29 1 0 0,-29 39-121 0 0,5-13 356 0 0,-8 18-377 0 0,0-1-1 0 0,0 1 1 0 0,0-1 0 0 0,0 1 0 0 0,0-1 0 0 0,0 1 0 0 0,0-1 0 0 0,0 1 0 0 0,-1 0 0 0 0,1-1 0 0 0,0 1 0 0 0,0-1 0 0 0,0 1 0 0 0,-1 0 0 0 0,1-1 0 0 0,0 1 0 0 0,-1 0 0 0 0,1-1 0 0 0,0 1 0 0 0,-1 0 0 0 0,1-1 0 0 0,0 1 0 0 0,-1 0 0 0 0,1 0 0 0 0,-1-1 0 0 0,1 1 0 0 0,0 0 0 0 0,-1 0 0 0 0,1 0 0 0 0,-1 0 0 0 0,1 0 0 0 0,-1-1 0 0 0,1 1 0 0 0,-1 0 0 0 0,1 0 0 0 0,0 0-1 0 0,-1 0 1 0 0,1 0 0 0 0,-1 1 0 0 0,1-1 0 0 0,-1 0 0 0 0,1 0 0 0 0,-1 0 0 0 0,-1 2-12 0 0,0-1-1 0 0,0 1 0 0 0,0-1 1 0 0,1 1-1 0 0,-1 0 0 0 0,0 0 0 0 0,1 0 1 0 0,-1 0-1 0 0,-1 4 0 0 0,3-6 5 0 0,-5 7-23 0 0,1 0 0 0 0,-1 0 0 0 0,2 0 0 0 0,-1 0 0 0 0,1 1 0 0 0,0-1 0 0 0,1 1 0 0 0,0 0 0 0 0,0 0 0 0 0,0 0 0 0 0,1 10 0 0 0,-1 11-84 0 0,5 52-1 0 0,1-19-252 0 0,-6 7-410 0 0,2-67 692 0 0,0 3 2 0 0,0-2 75 0 0,1-5-441 0 0,4-12 398 0 0,0 1 0 0 0,0 0-1 0 0,1 0 1 0 0,1 0 0 0 0,0 1 0 0 0,1 0-1 0 0,14-17 1 0 0,75-81-220 0 0,-86 98 247 0 0,97-86-184 0 0,-1 2 761 0 0,-95 81 638 0 0,-29 29-947 0 0,8-7-241 0 0,1 1-1 0 0,0 0 0 0 0,1 1 1 0 0,-9 11-1 0 0,6 1 15 0 0,2-1 1 0 0,0 1-1 0 0,1 1 1 0 0,1 0-1 0 0,-5 37 1 0 0,6-6-409 0 0,1 67-1 0 0,4-120 383 0 0,0 1-1 0 0,0-1 0 0 0,0 1 0 0 0,0-1 1 0 0,0 0-1 0 0,0 1 0 0 0,0-1 0 0 0,0 0 1 0 0,0 1-1 0 0,0-1 0 0 0,0 0 0 0 0,0 1 0 0 0,0-1 1 0 0,0 1-1 0 0,1-1 0 0 0,-1 0 0 0 0,0 1 1 0 0,0-1-1 0 0,0 0 0 0 0,1 0 0 0 0,-1 1 1 0 0,0-1-1 0 0,0 0 0 0 0,1 1 0 0 0,-1-1 0 0 0,0 0 1 0 0,1 0-1 0 0,-1 0 0 0 0,0 1 0 0 0,0-1 1 0 0,1 0-1 0 0,-1 0 0 0 0,1 0 0 0 0,-1 0 1 0 0,0 0-1 0 0,1 0 0 0 0,-1 1 0 0 0,0-1 0 0 0,1 0 1 0 0,18-7-100 0 0,21-21 84 0 0,-37 25-3 0 0,39-27-8 0 0,63-33 1 0 0,-55 33 238 0 0,-49 30-202 0 0,0-1-1 0 0,-1 1 1 0 0,1-1-1 0 0,0 1 0 0 0,0 0 1 0 0,-1-1-1 0 0,1 1 0 0 0,0 0 1 0 0,0-1-1 0 0,0 1 1 0 0,-1 0-1 0 0,1 0 0 0 0,0 0 1 0 0,0 0-1 0 0,0 0 0 0 0,0 0 1 0 0,-1 0-1 0 0,1 0 1 0 0,0 0-1 0 0,0 0 0 0 0,0 1 1 0 0,0-1-1 0 0,-1 0 0 0 0,1 0 1 0 0,0 1-1 0 0,0-1 1 0 0,-1 1-1 0 0,3 0 0 0 0,-2 1 2 0 0,0-1-1 0 0,1 1 0 0 0,-1 0 0 0 0,0-1 1 0 0,0 1-1 0 0,0 0 0 0 0,0 0 1 0 0,0 0-1 0 0,0 0 0 0 0,-1 0 0 0 0,1 3 1 0 0,1 1 9 0 0,-1 1 0 0 0,0 0 1 0 0,0 0-1 0 0,-1 0 1 0 0,0 12-1 0 0,-7 6-6 0 0,1-2-1426 0 0,5-7-4688 0 0</inkml:trace>
</inkml:ink>
</file>

<file path=ppt/ink/ink2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2:01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51 980 0 0,'11'-42'7392'0'0,"-10"41"-6868"0"0,3-6 120 0 0,1 40-8524 0 0</inkml:trace>
</inkml:ink>
</file>

<file path=ppt/ink/ink2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2:02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1 212 0 0,'0'0'8465'0'0,"-8"0"-8261"0"0,-8 2-48 0 0,-1 1 0 0 0,1 0-1 0 0,-23 9 1 0 0,33-10-106 0 0,-1 0-1 0 0,1 0 1 0 0,0 1 0 0 0,0 0 0 0 0,0 1 0 0 0,0-1 0 0 0,1 1-1 0 0,-1 0 1 0 0,1 0 0 0 0,0 1 0 0 0,0 0 0 0 0,-6 8 0 0 0,10-12-44 0 0,1 1 0 0 0,-1 0 1 0 0,1 0-1 0 0,0-1 1 0 0,-1 1-1 0 0,1 0 1 0 0,0-1-1 0 0,0 1 0 0 0,0 0 1 0 0,0 0-1 0 0,0-1 1 0 0,1 1-1 0 0,-1 0 1 0 0,0 0-1 0 0,1-1 0 0 0,0 1 1 0 0,-1-1-1 0 0,1 1 1 0 0,0 0-1 0 0,0-1 1 0 0,-1 1-1 0 0,1-1 0 0 0,0 0 1 0 0,1 1-1 0 0,-1-1 1 0 0,2 2-1 0 0,39 37 52 0 0,-35-34-40 0 0,10 9-26 0 0,0 2 0 0 0,-1 0 0 0 0,-1 0 0 0 0,-1 1-1 0 0,-1 1 1 0 0,0 1 0 0 0,-1-1 0 0 0,-1 2 0 0 0,12 31 0 0 0,-20-42 5 0 0,1 0 0 0 0,-1 0 0 0 0,-1 0 0 0 0,0 0 0 0 0,0 1 0 0 0,-1-1 0 0 0,0 0-1 0 0,-1 1 1 0 0,0-1 0 0 0,-1 1 0 0 0,0-1 0 0 0,0 1 0 0 0,-1-1 0 0 0,-1 0 0 0 0,0 0 0 0 0,0 0 0 0 0,-1 0 0 0 0,0 0 0 0 0,-1-1 0 0 0,0 0-1 0 0,0 0 1 0 0,-1 0 0 0 0,-7 8 0 0 0,10-14 31 0 0,-1 1 0 0 0,1 0 0 0 0,-1-1 0 0 0,0 0-1 0 0,0 0 1 0 0,-1 0 0 0 0,1-1 0 0 0,-1 1 0 0 0,1-1 0 0 0,-1 0 0 0 0,0 0-1 0 0,1-1 1 0 0,-9 2 0 0 0,12-3-6 0 0,-1 1 0 0 0,0-1 0 0 0,1 0 0 0 0,-1 0 0 0 0,1 0 0 0 0,-1-1 0 0 0,0 1 0 0 0,1 0 0 0 0,-1 0 0 0 0,1-1 0 0 0,-1 1 0 0 0,1-1 0 0 0,-1 0 0 0 0,1 1 0 0 0,-1-1 0 0 0,1 0 0 0 0,0 0 0 0 0,-2-1 0 0 0,1 0-9 0 0,1 0 1 0 0,-1 0-1 0 0,1 0 1 0 0,0 0-1 0 0,0 0 1 0 0,0 0 0 0 0,0 0-1 0 0,0 0 1 0 0,1 0-1 0 0,-1-1 1 0 0,1 1-1 0 0,-1 0 1 0 0,1 0 0 0 0,0-1-1 0 0,0 1 1 0 0,0-4-1 0 0,2-14-29 0 0,0-1 0 0 0,2 1 0 0 0,0 0 0 0 0,1 0-1 0 0,1 1 1 0 0,1-1 0 0 0,1 2 0 0 0,0-1 0 0 0,1 1-1 0 0,2 0 1 0 0,16-23 0 0 0,20-22-203 0 0,83-88-1 0 0,-126 147 215 0 0,15-16-62 0 0,1 0-1 0 0,39-29 1 0 0,-51 43 49 0 0,1 0 0 0 0,-1 1 1 0 0,1 0-1 0 0,1 1 1 0 0,-1-1-1 0 0,1 2 1 0 0,0-1-1 0 0,0 2 0 0 0,0-1 1 0 0,13-1-1 0 0,-20 4 16 0 0,0 1-1 0 0,-1-1 1 0 0,1 0-1 0 0,-1 1 1 0 0,1-1-1 0 0,-1 1 1 0 0,1 0-1 0 0,-1 0 1 0 0,1 0-1 0 0,-1 0 1 0 0,0 0-1 0 0,1 0 1 0 0,-1 1-1 0 0,0-1 1 0 0,0 1-1 0 0,0 0 1 0 0,0 0-1 0 0,0-1 1 0 0,-1 1-1 0 0,1 0 1 0 0,2 4-1 0 0,0 0 3 0 0,-1 0-1 0 0,1 0 1 0 0,-1 0-1 0 0,0 1 1 0 0,0-1 0 0 0,-1 1-1 0 0,2 7 1 0 0,5 76 482 0 0,21-118-442 0 0,-2 1 95 0 0,2 2-1 0 0,45-31 1 0 0,-73 54-122 0 0,0 2-12 0 0,-1 0 0 0 0,0 0-1 0 0,0 1 1 0 0,1-1 0 0 0,-1 0 0 0 0,0 0 0 0 0,1 1 0 0 0,-1-1-1 0 0,0 1 1 0 0,0-1 0 0 0,1 1 0 0 0,-1-1 0 0 0,0 1-1 0 0,0 0 1 0 0,0 0 0 0 0,0-1 0 0 0,0 1 0 0 0,0 0 0 0 0,0 0-1 0 0,0 0 1 0 0,0 0 0 0 0,-1 0 0 0 0,1 0 0 0 0,0 1-1 0 0,0-1 1 0 0,-1 0 0 0 0,1 0 0 0 0,-1 0 0 0 0,1 2 0 0 0,10 49-1604 0 0,-3-13-3450 0 0,-3-25 2521 0 0</inkml:trace>
</inkml:ink>
</file>

<file path=ppt/ink/ink2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2:02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27 1068 0 0,'12'-23'4921'0'0,"-12"23"-4843"0"0,0 0 0 0 0,0-1 1 0 0,0 1-1 0 0,0 0 1 0 0,0 0-1 0 0,1 0 1 0 0,-1 0-1 0 0,0-1 0 0 0,0 1 1 0 0,0 0-1 0 0,0 0 1 0 0,0 0-1 0 0,0 0 1 0 0,1 0-1 0 0,-1-1 0 0 0,0 1 1 0 0,0 0-1 0 0,0 0 1 0 0,0 0-1 0 0,1 0 1 0 0,-1 0-1 0 0,0 0 0 0 0,0 0 1 0 0,0 0-1 0 0,0 0 1 0 0,1 0-1 0 0,-1 0 1 0 0,0 0-1 0 0,0 0 1 0 0,0 0-1 0 0,1 0 0 0 0,-1 0 1 0 0,0 0-1 0 0,0 0 1 0 0,0 0-1 0 0,1 0 1 0 0,-1 0-1 0 0,0 0 0 0 0,0 0 1 0 0,0 0-1 0 0,0 0 1 0 0,1 0-1 0 0,-1 0 1 0 0,0 0-1 0 0,0 0 0 0 0,1 1 1 0 0,0 3 94 0 0,-1 0 1 0 0,1 0-1 0 0,-1 0 0 0 0,1 0 1 0 0,-1 0-1 0 0,0 0 0 0 0,-1 0 1 0 0,1 0-1 0 0,-2 5 0 0 0,1 5-67 0 0,-38 274 1924 0 0,25-217-2236 0 0,-2-1 0 0 0,-26 70 1 0 0,40-135-243 0 0,0-1 1 0 0,0 1-1 0 0,0-1 1 0 0,0 1 0 0 0,-1-1-1 0 0,0 0 1 0 0,1 0 0 0 0,-2 0-1 0 0,1-1 1 0 0,0 1-1 0 0,-8 6 1 0 0</inkml:trace>
</inkml:ink>
</file>

<file path=ppt/ink/ink2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2:03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0 545 88 0 0,'48'-3'925'0'0,"0"-3"0"0"0,0-1 0 0 0,-1-2 0 0 0,0-2 0 0 0,85-34 0 0 0,-116 38-585 0 0,0-1-1 0 0,-1 0 1 0 0,0-2 0 0 0,0 1 0 0 0,-1-2-1 0 0,-1 0 1 0 0,0-1 0 0 0,0 0-1 0 0,-1-1 1 0 0,-1 0 0 0 0,14-20 0 0 0,-19 23-190 0 0,0 0 0 0 0,-1 0 0 0 0,0-1 0 0 0,-1 0 1 0 0,0 0-1 0 0,-1 0 0 0 0,0-1 0 0 0,0 1 0 0 0,-1-1 0 0 0,-1 1 1 0 0,0-1-1 0 0,-1 0 0 0 0,0 1 0 0 0,0-1 0 0 0,-1 0 0 0 0,-1 1 1 0 0,-5-21-1 0 0,6 29-129 0 0,-4-15 195 0 0,0 0 0 0 0,-1 1 0 0 0,-11-20 0 0 0,16 36-168 0 0,-3 2-26 0 0,-3 2-19 0 0,-1 1 0 0 0,1 0 0 0 0,0 1 0 0 0,0-1 0 0 0,1 1 0 0 0,0 1 0 0 0,-1-1 0 0 0,2 1 0 0 0,-1 0 0 0 0,-7 11 0 0 0,-54 80 21 0 0,54-77-17 0 0,-16 30 30 0 0,3 0 0 0 0,3 2 1 0 0,1 1-1 0 0,3 1 1 0 0,2 1-1 0 0,-16 91 1 0 0,22-66 104 0 0,11-79-116 0 0,-1 3 28 0 0,1 6 426 0 0,6-12-450 0 0,1 0 1 0 0,-1-1-1 0 0,1 0 1 0 0,-1 0-1 0 0,0 0 1 0 0,0-1-1 0 0,0 1 1 0 0,9-9-1 0 0,-7 5-20 0 0,1 1 0 0 0,0 0-1 0 0,1 0 1 0 0,-1 1 0 0 0,13-5-1 0 0,-17 10-34 0 0,-1-1 0 0 0,1 1-1 0 0,-1 0 1 0 0,1 0 0 0 0,-1 0-1 0 0,1 1 1 0 0,-1-1 0 0 0,1 1-1 0 0,-1 0 1 0 0,1 1-1 0 0,-1-1 1 0 0,0 1 0 0 0,0 0-1 0 0,1 0 1 0 0,6 5 0 0 0,21 7-151 0 0,-19-11 216 0 0,-4 1 34 0 0,-1-2-1 0 0,1 1 1 0 0,0-1 0 0 0,0-1 0 0 0,0 1 0 0 0,0-1-1 0 0,0-1 1 0 0,1 0 0 0 0,-1 0 0 0 0,0-1 0 0 0,0 0 0 0 0,11-3-1 0 0,-17 3 823 0 0,14-3 585 0 0,-7 5-1936 0 0,0 1 0 0 0,0 0 1 0 0,-1 0-1 0 0,1 1 0 0 0,-1 0 0 0 0,0 1 0 0 0,11 6 0 0 0,23 7-2904 0 0,-7-6-627 0 0,3-3 306 0 0</inkml:trace>
</inkml:ink>
</file>

<file path=ppt/ink/ink2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2:04.5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183 146 616 0 0,'7'-10'6856'0'0,"-6"27"-5436"0"0,-8 33-1084 0 0,2-34-81 0 0,-1 0 0 0 0,0-1 0 0 0,0 0 1 0 0,-14 22-1 0 0,16-31-176 0 0,-1 0 1 0 0,1 0-1 0 0,-1-1 1 0 0,0 1 0 0 0,0-1-1 0 0,-1 0 1 0 0,1 0-1 0 0,-1-1 1 0 0,0 0 0 0 0,-1 0-1 0 0,1 0 1 0 0,-8 3-1 0 0,13-7-63 0 0,-1 1-1 0 0,0-1 1 0 0,1 1-1 0 0,-1-1 1 0 0,0 1-1 0 0,1-1 1 0 0,-1 0-1 0 0,0 0 1 0 0,0 0-1 0 0,1 0 0 0 0,-1 0 1 0 0,0 0-1 0 0,0-1 1 0 0,1 1-1 0 0,-1 0 1 0 0,0-1-1 0 0,1 0 1 0 0,-1 1-1 0 0,0-1 1 0 0,1 0-1 0 0,-1 0 1 0 0,1 1-1 0 0,-1-1 1 0 0,1-1-1 0 0,0 1 0 0 0,-1 0 1 0 0,1 0-1 0 0,0 0 1 0 0,0-1-1 0 0,0 1 1 0 0,0 0-1 0 0,-2-3 1 0 0,2 1-3 0 0,-1 0 0 0 0,1 1 0 0 0,0-1 0 0 0,0 0 1 0 0,-1 0-1 0 0,2 0 0 0 0,-1 0 0 0 0,0 0 0 0 0,1 0 0 0 0,-1 0 1 0 0,1 0-1 0 0,0 0 0 0 0,0 0 0 0 0,0 0 0 0 0,1 0 0 0 0,-1 0 1 0 0,1-4-1 0 0,5-6 3 0 0,0-1 1 0 0,0 1-1 0 0,2 1 1 0 0,-1-1 0 0 0,2 1-1 0 0,-1 1 1 0 0,2-1-1 0 0,-1 2 1 0 0,16-14-1 0 0,14-9-8 0 0,56-37 0 0 0,-76 57 1 0 0,-10 7-15 0 0,0 1-1 0 0,0 0 1 0 0,0 0 0 0 0,1 1 0 0 0,0 0-1 0 0,0 0 1 0 0,0 1 0 0 0,0 1 0 0 0,12-3-1 0 0,-19 5 2 0 0,0 0-1 0 0,0 0 0 0 0,0 0 0 0 0,0 0 0 0 0,-1 0 1 0 0,1 0-1 0 0,0 1 0 0 0,0-1 0 0 0,-1 1 1 0 0,1 0-1 0 0,0 0 0 0 0,-1 0 0 0 0,1 0 0 0 0,-1 0 1 0 0,1 1-1 0 0,-1-1 0 0 0,0 1 0 0 0,1-1 0 0 0,-1 1 1 0 0,0 0-1 0 0,0 0 0 0 0,0 0 0 0 0,0 0 1 0 0,-1 1-1 0 0,1-1 0 0 0,0 0 0 0 0,-1 1 0 0 0,0-1 1 0 0,1 1-1 0 0,-1-1 0 0 0,0 1 0 0 0,-1 0 0 0 0,1-1 1 0 0,0 1-1 0 0,-1 0 0 0 0,1 0 0 0 0,-1-1 1 0 0,0 5-1 0 0,1 8 11 0 0,-2 0 0 0 0,0 0 0 0 0,0-1 0 0 0,-1 1 1 0 0,-1-1-1 0 0,-1 1 0 0 0,0-1 0 0 0,0 0 0 0 0,-2 0 0 0 0,1-1 1 0 0,-2 1-1 0 0,0-1 0 0 0,0-1 0 0 0,-16 21 0 0 0,22-32 22 0 0,15-22 49 0 0,22-20-184 0 0,-29 34 80 0 0,8-7-37 0 0,0 0 1 0 0,1 0 0 0 0,1 2 0 0 0,0 0-1 0 0,0 1 1 0 0,35-16 0 0 0,-50 26 55 0 0,0 0 0 0 0,0 1 0 0 0,0-1 0 0 0,0 1 0 0 0,0 0 0 0 0,0 0 0 0 0,0 0 0 0 0,0 0 0 0 0,0 0 0 0 0,0 0 0 0 0,0 0 0 0 0,0 1 0 0 0,0-1 0 0 0,0 1 0 0 0,0-1 0 0 0,0 1 0 0 0,0 0 0 0 0,0-1 0 0 0,0 1 1 0 0,0 0-1 0 0,-1 1 0 0 0,1-1 0 0 0,0 0 0 0 0,-1 0 0 0 0,1 1 0 0 0,1 1 0 0 0,3 5-9 0 0,0 0 0 0 0,0 0 0 0 0,-1 0 0 0 0,7 13 0 0 0,11 17 10 0 0,-17-33 12 0 0,0 1 1 0 0,0-1 0 0 0,1 0 0 0 0,-1-1-1 0 0,1 0 1 0 0,0 0 0 0 0,0 0-1 0 0,1-1 1 0 0,-1 0 0 0 0,1 0-1 0 0,0-1 1 0 0,0 0 0 0 0,-1-1-1 0 0,1 1 1 0 0,0-1 0 0 0,1-1 0 0 0,-1 0-1 0 0,0 0 1 0 0,12-2 0 0 0,16-3 6 0 0,-2-1 1 0 0,1-2 0 0 0,36-13 0 0 0,-56 17-13 0 0,0-1 45 0 0,0-1 0 0 0,0 0 0 0 0,-1-1-1 0 0,0-1 1 0 0,0 0 0 0 0,0-1-1 0 0,-1 0 1 0 0,-1-1 0 0 0,1 0 0 0 0,-2-1-1 0 0,1-1 1 0 0,-2 0 0 0 0,16-21-1 0 0,-25 31 25 0 0,-1 0 5 0 0,-1 2-70 0 0,1 0-1 0 0,0 0 1 0 0,0 1-1 0 0,0-1 1 0 0,0 0 0 0 0,0 0-1 0 0,-1 0 1 0 0,1 0-1 0 0,0 0 1 0 0,0 0-1 0 0,0 0 1 0 0,0 0-1 0 0,-1 0 1 0 0,1 0-1 0 0,0 1 1 0 0,0-1-1 0 0,0 0 1 0 0,-1 0-1 0 0,1 0 1 0 0,0 0-1 0 0,0 0 1 0 0,0 0 0 0 0,0 0-1 0 0,-1-1 1 0 0,1 1-1 0 0,0 0 1 0 0,0 0-1 0 0,0 0 1 0 0,0 0-1 0 0,-1 0 1 0 0,1 0-1 0 0,0 0 1 0 0,0 0-1 0 0,0 0 1 0 0,0 0-1 0 0,-1-1 1 0 0,1 1-1 0 0,0 0 1 0 0,0 0 0 0 0,0 0-1 0 0,0 0 1 0 0,0 0-1 0 0,0-1 1 0 0,0 1-1 0 0,-1 0 1 0 0,1 0-1 0 0,0 0 1 0 0,0 0-1 0 0,0-1 1 0 0,0 1-1 0 0,0 0 1 0 0,0 0-1 0 0,0 0 1 0 0,0-1-1 0 0,0 1 1 0 0,0 0-1 0 0,0 0 1 0 0,0 0 0 0 0,0-1-1 0 0,0 1 1 0 0,0 0-1 0 0,0 0 1 0 0,0 0-1 0 0,0 0 1 0 0,0-1-1 0 0,1 1 1 0 0,-1 0-1 0 0,0 0 1 0 0,-6 3 0 0 0,0 0 1 0 0,0 1-1 0 0,0 0 1 0 0,0 1-1 0 0,1-1 1 0 0,-1 1-1 0 0,1 0 1 0 0,1 0-1 0 0,-1 0 1 0 0,1 1-1 0 0,-5 7 1 0 0,7-10-13 0 0,1 0-1 0 0,-1 1 1 0 0,1-1 0 0 0,-1 0-1 0 0,1 1 1 0 0,0-1 0 0 0,1 1-1 0 0,-1-1 1 0 0,1 1 0 0 0,-1-1-1 0 0,1 1 1 0 0,0-1 0 0 0,0 1-1 0 0,1-1 1 0 0,-1 1 0 0 0,1-1-1 0 0,0 1 1 0 0,-1-1 0 0 0,2 1-1 0 0,-1-1 1 0 0,0 0-1 0 0,1 1 1 0 0,-1-1 0 0 0,1 0-1 0 0,0 0 1 0 0,4 5 0 0 0,-4-5 34 0 0,1 0 0 0 0,-1 0 0 0 0,1 0 0 0 0,0 0 0 0 0,0-1 0 0 0,0 1 0 0 0,1-1 0 0 0,-1 0 0 0 0,1 0 0 0 0,-1 0 0 0 0,1 0 0 0 0,-1-1 0 0 0,1 1 0 0 0,0-1 0 0 0,0 0 0 0 0,0 0 0 0 0,0 0 0 0 0,0-1 0 0 0,0 1 0 0 0,0-1 0 0 0,0 0 0 0 0,0 0 0 0 0,0-1 0 0 0,0 1 0 0 0,0-1 0 0 0,0 0 0 0 0,0 0 0 0 0,-1 0 0 0 0,1 0 0 0 0,0-1 0 0 0,0 1 0 0 0,4-4 0 0 0,-2 2 99 0 0,-1-1 0 0 0,-1 1 0 0 0,1-1 0 0 0,0 0 0 0 0,-1 0 1 0 0,0 0-1 0 0,0 0 0 0 0,0-1 0 0 0,-1 0 0 0 0,1 0 0 0 0,-1 0 0 0 0,0 0 1 0 0,0 0-1 0 0,-1-1 0 0 0,0 1 0 0 0,0-1 0 0 0,0 0 0 0 0,-1 1 1 0 0,1-1-1 0 0,-1 0 0 0 0,-1 0 0 0 0,1-11 0 0 0,-1 13-176 0 0,0-1 0 0 0,0 1 0 0 0,0 0 0 0 0,-1-1 0 0 0,0 1 0 0 0,1 0 0 0 0,-1 0-1 0 0,-1 0 1 0 0,1-1 0 0 0,-1 1 0 0 0,0 0 0 0 0,0 1 0 0 0,0-1 0 0 0,0 0 0 0 0,-1 1 0 0 0,1-1 0 0 0,-1 1 0 0 0,0 0 0 0 0,0-1-1 0 0,0 1 1 0 0,0 1 0 0 0,-1-1 0 0 0,1 0 0 0 0,-1 1 0 0 0,0 0 0 0 0,0 0 0 0 0,1 0 0 0 0,-1 0 0 0 0,-1 1 0 0 0,1-1-1 0 0,0 1 1 0 0,-8-1 0 0 0,-18-1-2037 0 0,-5 9-3889 0 0,21 2 2492 0 0</inkml:trace>
</inkml:ink>
</file>

<file path=ppt/ink/ink2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2:05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168 345 440 0 0,'0'0'1594'0'0,"-3"-3"-879"0"0,0 0-499 0 0,0 0 1 0 0,-1 0-1 0 0,0 0 1 0 0,0 1-1 0 0,0 0 1 0 0,0 0-1 0 0,0 0 1 0 0,0 0-1 0 0,0 0 1 0 0,-1 1-1 0 0,1-1 1 0 0,0 1-1 0 0,-1 1 1 0 0,1-1-1 0 0,-1 1 1 0 0,0-1-1 0 0,1 1 1 0 0,-1 0-1 0 0,1 1 1 0 0,-1-1-1 0 0,1 1 1 0 0,-1 0-1 0 0,-5 2 1 0 0,9 0-154 0 0,-1 1 1 0 0,0-1-1 0 0,1 1 1 0 0,-1-1 0 0 0,1 1-1 0 0,0 0 1 0 0,0 0-1 0 0,1 0 1 0 0,-1-1-1 0 0,1 1 1 0 0,0 0 0 0 0,0 0-1 0 0,1 6 1 0 0,-1-7-12 0 0,1 18 129 0 0,1 1 0 0 0,7 25 0 0 0,-5-23-60 0 0,0 0-1 0 0,0 25 1 0 0,-3-42-81 0 0,-2 0 0 0 0,1 0 0 0 0,-1 1 0 0 0,0-1 0 0 0,0 0 0 0 0,-1 0 0 0 0,0-1 0 0 0,0 1 0 0 0,-1 0 0 0 0,0-1 0 0 0,-5 9 0 0 0,7-12 9 0 0,0-1-1 0 0,0 0 1 0 0,0 0-1 0 0,-1 0 1 0 0,1 0-1 0 0,-1 0 1 0 0,1-1-1 0 0,-1 1 1 0 0,0 0-1 0 0,1-1 1 0 0,-1 1 0 0 0,0-1-1 0 0,0 1 1 0 0,0-1-1 0 0,-1 0 1 0 0,1 0-1 0 0,0 0 1 0 0,0 0-1 0 0,-1-1 1 0 0,1 1-1 0 0,-3 0 1 0 0,4-1-42 0 0,1-1 0 0 0,-1 1 0 0 0,1-1-1 0 0,0 1 1 0 0,-1-1 0 0 0,1 1 0 0 0,0-1 0 0 0,-1 0 0 0 0,1 1 0 0 0,0-1 0 0 0,-1 1 0 0 0,1-1 0 0 0,0 0 0 0 0,0 1 0 0 0,0-1 0 0 0,0 0 0 0 0,0 1 0 0 0,0-1-1 0 0,0 0 1 0 0,0 1 0 0 0,0-1 0 0 0,0 1 0 0 0,0-1 0 0 0,0 0 0 0 0,0 1 0 0 0,0-1 0 0 0,1 0 0 0 0,-1 1 0 0 0,0-1 0 0 0,0 1 0 0 0,1-1 0 0 0,-1 0 0 0 0,1 0-1 0 0,9-25 73 0 0,-10 24-72 0 0,20-29 59 0 0,2 0-1 0 0,0 1 1 0 0,44-43-1 0 0,-9 10-7 0 0,71-103-9 0 0,35-40 491 0 0,-154 196-329 0 0,-8 6-137 0 0,1 1 0 0 0,1 1 0 0 0,-1-1-1 0 0,0 0 1 0 0,1 0 0 0 0,-1 1-1 0 0,1 0 1 0 0,0-1 0 0 0,5-2 0 0 0,-8 5-65 0 0,1 1 1 0 0,-1 0-1 0 0,1-1 1 0 0,0 1-1 0 0,-1 0 1 0 0,0-1 0 0 0,1 1-1 0 0,-1 0 1 0 0,1-1-1 0 0,-1 1 1 0 0,0 0 0 0 0,1 0-1 0 0,-1-1 1 0 0,0 1-1 0 0,0 0 1 0 0,0 0-1 0 0,0 0 1 0 0,0 0 0 0 0,1-1-1 0 0,-2 1 1 0 0,1 0-1 0 0,0 0 1 0 0,0 0-1 0 0,0-1 1 0 0,0 1 0 0 0,0 0-1 0 0,-1 0 1 0 0,1 0-1 0 0,0-1 1 0 0,-1 1-1 0 0,1 1 1 0 0,-8 25 121 0 0,8-27-130 0 0,-42 157 598 0 0,-22 68-8 0 0,56-196-476 0 0,-6 47 0 0 0,11-53-34 0 0,-1-1 1 0 0,-1 0-1 0 0,-14 39 1 0 0,18-59-38 0 0,2 32-778 0 0,-1-30 1231 0 0,0-1-2578 0 0</inkml:trace>
</inkml:ink>
</file>

<file path=ppt/ink/ink2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2:05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8 492 0 0,'131'-4'6786'0'0,"-67"1"-4944"0"0,0 2-1 0 0,82 10 1 0 0,-113-6-2090 0 0,-13-2-7078 0 0</inkml:trace>
</inkml:ink>
</file>

<file path=ppt/ink/ink2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2:08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1164 384 0 0,'-1'1'111'0'0,"1"-1"0"0"0,-1 1 0 0 0,1 0 0 0 0,-1 0 0 0 0,1 0 0 0 0,-1 0 0 0 0,1 0 0 0 0,0 0 0 0 0,-1 1 0 0 0,1-1 0 0 0,0 0 0 0 0,0 0 0 0 0,0 0 0 0 0,0 0 0 0 0,0 0 0 0 0,0 0 0 0 0,0 0 0 0 0,0 0 0 0 0,1 0 0 0 0,-1 0 0 0 0,0 0 0 0 0,1 0 0 0 0,-1 0 0 0 0,1 0 0 0 0,-1 0 0 0 0,1 0 0 0 0,0 1 0 0 0,0-1-42 0 0,1-1-1 0 0,-1 1 1 0 0,1-1-1 0 0,-1 1 1 0 0,0-1-1 0 0,1 0 1 0 0,-1 0-1 0 0,1 0 1 0 0,-1 0-1 0 0,1 0 1 0 0,-1 0-1 0 0,1 0 1 0 0,-1 0-1 0 0,1 0 1 0 0,-1-1-1 0 0,0 1 1 0 0,2-1-1 0 0,11-4 201 0 0,0-1 0 0 0,24-13 1 0 0,25-20 70 0 0,-3-3 0 0 0,-1-2 0 0 0,-2-3 1 0 0,-2-3-1 0 0,-2-1 0 0 0,-3-3 0 0 0,73-102 1 0 0,-106 133-297 0 0,0-2 1 0 0,-2 0-1 0 0,-1 0 1 0 0,-1-2-1 0 0,-1 0 1 0 0,-1 0-1 0 0,-2-1 1 0 0,-1 0-1 0 0,0 0 0 0 0,-3-1 1 0 0,0 0-1 0 0,-2 0 1 0 0,-1-1-1 0 0,-1 1 1 0 0,-2 0-1 0 0,-6-45 1 0 0,6 70-33 0 0,-19-86 542 0 0,18 83-477 0 0,0 1 1 0 0,-1-1-1 0 0,-1 0 1 0 0,1 1-1 0 0,-1-1 1 0 0,0 1-1 0 0,0 0 0 0 0,-1 1 1 0 0,0-1-1 0 0,-6-5 1 0 0,9 11-68 0 0,0 0 0 0 0,0-1 0 0 0,0 1 0 0 0,0 0 0 0 0,0 1 0 0 0,0-1 0 0 0,-1 0 0 0 0,1 1 0 0 0,0-1 0 0 0,0 1 0 0 0,0-1 0 0 0,0 1 0 0 0,0 0 0 0 0,0 0 0 0 0,1 0 0 0 0,-1 0 0 0 0,-3 3 1 0 0,4-4-11 0 0,-9 8 10 0 0,-1 0 0 0 0,1 1 0 0 0,1 0 0 0 0,-1 0 0 0 0,1 1 0 0 0,1 1 0 0 0,0-1 0 0 0,-10 19 0 0 0,-46 100 18 0 0,55-109-20 0 0,-9 21-6 0 0,3 1 0 0 0,1 0 0 0 0,2 0 1 0 0,2 1-1 0 0,2 1 0 0 0,-4 83 1 0 0,11-98 1 0 0,1 0 0 0 0,2 0 0 0 0,1 0 0 0 0,1-1 0 0 0,1 1 0 0 0,2-1 0 0 0,1 0 0 0 0,1-1 0 0 0,1 1 0 0 0,1-2 0 0 0,22 37 0 0 0,-27-53 2 0 0,1-1 0 0 0,0 0 0 0 0,0 0 0 0 0,1-1 0 0 0,0 0 1 0 0,0 0-1 0 0,1-1 0 0 0,0 0 0 0 0,0-1 0 0 0,1 0 0 0 0,0 0 1 0 0,0-1-1 0 0,0 0 0 0 0,1-1 0 0 0,14 4 0 0 0,-17-6 5 0 0,0 0 0 0 0,-1-1 0 0 0,1 0 0 0 0,0-1-1 0 0,0 0 1 0 0,-1 0 0 0 0,1-1 0 0 0,0 0 0 0 0,-1 0 0 0 0,1 0-1 0 0,-1-1 1 0 0,1 0 0 0 0,-1-1 0 0 0,0 0 0 0 0,0 0 0 0 0,0-1-1 0 0,0 1 1 0 0,0-1 0 0 0,-1-1 0 0 0,0 1 0 0 0,0-1 0 0 0,0 0 0 0 0,6-8-1 0 0,2-3 321 0 0,-1-1 0 0 0,-1-1 0 0 0,0 0 0 0 0,-2-1 1 0 0,0 0-1 0 0,-1 0 0 0 0,7-22 0 0 0,-15 39 55 0 0,1-2-176 0 0,-2 4-200 0 0,0 0 0 0 0,0 0-1 0 0,0 0 1 0 0,0-1 0 0 0,0 1 0 0 0,0 0-1 0 0,0 0 1 0 0,0 0 0 0 0,0-1-1 0 0,0 1 1 0 0,0 0 0 0 0,0 0-1 0 0,0 0 1 0 0,0-1 0 0 0,0 1 0 0 0,0 0-1 0 0,0 0 1 0 0,0 0 0 0 0,1-1-1 0 0,-1 1 1 0 0,0 0 0 0 0,0 0-1 0 0,0 0 1 0 0,0 0 0 0 0,0 0 0 0 0,0-1-1 0 0,1 1 1 0 0,-1 0 0 0 0,0 0-1 0 0,0 0 1 0 0,0 0 0 0 0,0 0-1 0 0,1 0 1 0 0,-1 0 0 0 0,0-1-1 0 0,0 1 1 0 0,0 0 0 0 0,1 0 0 0 0,-1 0-1 0 0,0 0 1 0 0,0 0 0 0 0,0 0-1 0 0,1 0 1 0 0,-1 0 0 0 0,0 0-1 0 0,0 0 1 0 0,0 0 0 0 0,1 0 0 0 0,-1 0-1 0 0,0 0 1 0 0,0 1 0 0 0,0-1-1 0 0,1 0 1 0 0,-1 0 0 0 0,0 0-1 0 0,0 0 1 0 0,0 0 0 0 0,0 0 0 0 0,1 0-1 0 0,-1 0 1 0 0,0 1 0 0 0,0-1-1 0 0,0 0 1 0 0,9 80-1853 0 0,-6-28-6110 0 0</inkml:trace>
</inkml:ink>
</file>

<file path=ppt/ink/ink2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2:08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57 224 0 0,'-6'-15'4276'0'0,"4"10"-4590"0"0,-5-18 6166 0 0,5 15-6906 0 0,1 2-3940 0 0</inkml:trace>
</inkml:ink>
</file>

<file path=ppt/ink/ink2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2:09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7 302 308 0 0,'0'0'2884'0'0,"0"-10"-1870"0"0,0 6-430 0 0,1 9 2971 0 0,6 71-2661 0 0,-4-1-1 0 0,-13 141 1 0 0,3-98-368 0 0,6-101-450 0 0,2 14 275 0 0,0-29-257 0 0,5-7-73 0 0,40-31 41 0 0,-1-3 0 0 0,-3-1 0 0 0,57-70 0 0 0,-97 108 6 0 0,4-4 21 0 0,-4 4-40 0 0,-4 5 243 0 0,-7 5-291 0 0,1 0-1 0 0,0 1 1 0 0,1 0 0 0 0,-10 15 0 0 0,15-20-7 0 0,0 0-1 0 0,0-1 1 0 0,1 1 0 0 0,-1 0 0 0 0,1 0 0 0 0,0 0-1 0 0,0 1 1 0 0,0-1 0 0 0,0 0 0 0 0,1 0 0 0 0,0 0-1 0 0,0 1 1 0 0,0-1 0 0 0,0 0 0 0 0,1 0 0 0 0,0 0-1 0 0,-1 0 1 0 0,2 1 0 0 0,0 3 0 0 0,0-5-13 0 0,0 0 0 0 0,0 0 1 0 0,1 0-1 0 0,-1 0 0 0 0,1 0 0 0 0,-1 0 1 0 0,1-1-1 0 0,0 1 0 0 0,0-1 0 0 0,0 0 1 0 0,0 0-1 0 0,0 0 0 0 0,0 0 1 0 0,1-1-1 0 0,-1 1 0 0 0,1-1 0 0 0,-1 0 1 0 0,1 0-1 0 0,7 1 0 0 0,3 1-63 0 0,0-1-1 0 0,1-1 1 0 0,23 0 0 0 0,-16-2-69 0 0,0-1 0 0 0,0-1 0 0 0,0-1 0 0 0,27-8 0 0 0,-41 10 113 0 0,0-1 0 0 0,0 0 0 0 0,-1 0 0 0 0,1-1 1 0 0,-1 0-1 0 0,0 0 0 0 0,0-1 0 0 0,0 0 0 0 0,0 0 0 0 0,-1 0 0 0 0,0-1 1 0 0,0 0-1 0 0,-1 0 0 0 0,6-8 0 0 0,-9 11 82 0 0,-1 0 1 0 0,1 0-1 0 0,-1 1 0 0 0,1-1 1 0 0,-1-1-1 0 0,0 1 0 0 0,0 0 0 0 0,-1 0 1 0 0,1 0-1 0 0,-1 0 0 0 0,1-1 1 0 0,-1 1-1 0 0,0 0 0 0 0,0 0 1 0 0,-1-1-1 0 0,1 1 0 0 0,0 0 1 0 0,-1 0-1 0 0,0 0 0 0 0,0-1 1 0 0,0 1-1 0 0,0 0 0 0 0,-1 0 0 0 0,1 0 1 0 0,-1 1-1 0 0,1-1 0 0 0,-4-4 1 0 0,3 5 49 0 0,0-1 17 0 0,2 3-106 0 0,0 0 0 0 0,0 0-1 0 0,0 0 1 0 0,0-1 0 0 0,0 1 0 0 0,0 0 0 0 0,0 0-1 0 0,0-1 1 0 0,0 1 0 0 0,-1 0 0 0 0,1 0-1 0 0,0 0 1 0 0,0-1 0 0 0,0 1 0 0 0,0 0 0 0 0,0 0-1 0 0,0 0 1 0 0,-1 0 0 0 0,1-1 0 0 0,0 1 0 0 0,0 0-1 0 0,0 0 1 0 0,0 0 0 0 0,-1 0 0 0 0,1 0-1 0 0,0 0 1 0 0,0-1 0 0 0,0 1 0 0 0,-1 0 0 0 0,1 0-1 0 0,0 0 1 0 0,0 0 0 0 0,-1 0 0 0 0,1 0-1 0 0,0 0 1 0 0,0 0 0 0 0,0 0 0 0 0,-1 0 0 0 0,1 0-1 0 0,0 0 1 0 0,0 0 0 0 0,-1 0 0 0 0,1 0-1 0 0,0 0 1 0 0,0 0 0 0 0,0 1 0 0 0,-1-1 0 0 0,1 0-1 0 0,0 0 1 0 0,0 0 0 0 0,0 0 0 0 0,-1 0-1 0 0,0 2-6 0 0,-1 0-1 0 0,1 1 0 0 0,-1-1 0 0 0,1 0 0 0 0,0 0 0 0 0,0 0 1 0 0,0 1-1 0 0,0-1 0 0 0,1 1 0 0 0,-1-1 0 0 0,0 0 0 0 0,1 1 1 0 0,0-1-1 0 0,0 1 0 0 0,0-1 0 0 0,0 1 0 0 0,0-1 0 0 0,0 1 1 0 0,0-1-1 0 0,1 1 0 0 0,-1-1 0 0 0,1 1 0 0 0,0-1 0 0 0,0 0 1 0 0,0 1-1 0 0,0-1 0 0 0,0 0 0 0 0,0 0 0 0 0,1 0 0 0 0,-1 0 1 0 0,4 4-1 0 0,-1-1-40 0 0,0 1-1 0 0,1-1 1 0 0,-1 0 0 0 0,1 0 0 0 0,0-1 0 0 0,1 0 0 0 0,-1 0-1 0 0,1 0 1 0 0,0 0 0 0 0,-1-1 0 0 0,2 0 0 0 0,-1 0 0 0 0,0-1-1 0 0,1 1 1 0 0,-1-1 0 0 0,1-1 0 0 0,-1 1 0 0 0,1-1 0 0 0,0-1-1 0 0,0 1 1 0 0,-1-1 0 0 0,1 0 0 0 0,0 0 0 0 0,0-1 0 0 0,13-3-1 0 0,-5 1-9 0 0,0-1-1 0 0,0 0 1 0 0,0-1-1 0 0,0-1 1 0 0,-1 0-1 0 0,1-1 1 0 0,-2 0-1 0 0,1-1 0 0 0,-1-1 1 0 0,15-13-1 0 0,-15 9 71 0 0,-1 0 0 0 0,0 0 0 0 0,-1-1 0 0 0,-1-1 0 0 0,0 0 1 0 0,-1 0-1 0 0,-1-1 0 0 0,0 0 0 0 0,-1-1 0 0 0,-1 0 0 0 0,-1 0 0 0 0,0 0 0 0 0,-1 0 0 0 0,-1-1 0 0 0,0 0 0 0 0,-1-27 0 0 0,-2 13 141 0 0,-1 1 1 0 0,-1-1-1 0 0,-2 1 1 0 0,-2-1-1 0 0,-1 1 1 0 0,-1 1-1 0 0,-1 0 1 0 0,-21-45-1 0 0,30 72-94 0 0,-1 1 0 0 0,-1-1 0 0 0,1 1 0 0 0,0-1 0 0 0,0 1 0 0 0,-1-1 0 0 0,0 1 0 0 0,1 0-1 0 0,-1 0 1 0 0,-2-2 0 0 0,-6 32-45 0 0,1 0 0 0 0,1 1-1 0 0,1 1 1 0 0,2-1 0 0 0,1 1 0 0 0,0 42-1 0 0,4-14 8 0 0,3 0 0 0 0,14 84 0 0 0,-9-104-11 0 0,21 68 0 0 0,-22-89-51 0 0,0 1-1 0 0,1-1 0 0 0,0 0 0 0 0,1-1 0 0 0,21 28 0 0 0,-27-41 26 0 0,-1 0 0 0 0,1 0 0 0 0,0-1-1 0 0,0 0 1 0 0,0 1 0 0 0,0-1 0 0 0,0 0-1 0 0,0-1 1 0 0,0 1 0 0 0,1 0 0 0 0,-1-1 0 0 0,1 0-1 0 0,-1 0 1 0 0,1 0 0 0 0,-1 0 0 0 0,1 0 0 0 0,0-1-1 0 0,0 0 1 0 0,-1 1 0 0 0,1-1 0 0 0,0-1-1 0 0,-1 1 1 0 0,1-1 0 0 0,0 1 0 0 0,-1-1 0 0 0,1 0-1 0 0,-1 0 1 0 0,1 0 0 0 0,-1-1 0 0 0,1 0 0 0 0,-1 1-1 0 0,0-1 1 0 0,0 0 0 0 0,6-5 0 0 0,1 0 10 0 0,-1-1 0 0 0,1 0 0 0 0,-2 0 0 0 0,1-1 0 0 0,-1 0 0 0 0,0-1 0 0 0,-1 0 0 0 0,-1 0 0 0 0,1 0 0 0 0,6-15 0 0 0,-11 17-9 0 0,1 4 6 0 0,5-7-3 0 0,-7 9 16 0 0,8-13 43 0 0,-3 12 349 0 0,-4 8-394 0 0,-1 1-1 0 0,1 0 1 0 0,0-1 0 0 0,0 1-1 0 0,0-1 1 0 0,1 0-1 0 0,0 0 1 0 0,0 0 0 0 0,1 0-1 0 0,-1 0 1 0 0,1-1-1 0 0,0 1 1 0 0,0-1 0 0 0,0 0-1 0 0,1 0 1 0 0,0-1-1 0 0,-1 1 1 0 0,1-1-1 0 0,0 0 1 0 0,1 0 0 0 0,-1-1-1 0 0,0 0 1 0 0,1 1-1 0 0,-1-2 1 0 0,1 1 0 0 0,7 0-1 0 0,-6 0 7 0 0,0-1-1 0 0,0-1 0 0 0,0 1 1 0 0,0-1-1 0 0,-1-1 0 0 0,1 1 1 0 0,0-1-1 0 0,0 0 0 0 0,0-1 1 0 0,-1 1-1 0 0,1-1 0 0 0,0-1 0 0 0,-1 1 1 0 0,0-1-1 0 0,0 0 0 0 0,9-7 1 0 0,-5 2 52 0 0,0 0 1 0 0,-1-1-1 0 0,0 0 0 0 0,0-1 1 0 0,-1 0-1 0 0,-1 0 1 0 0,11-20-1 0 0,2-18 852 0 0,-19 47-827 0 0,-11 348-59 0 0,3-266-13 0 0,-3 0 0 0 0,-26 97 0 0 0,25-120 1 0 0,9-46-1 0 0,1 0 1 0 0,-2 0-1 0 0,0 0 1 0 0,0-1 0 0 0,-1 1-1 0 0,0-1 1 0 0,-1 0-1 0 0,0 0 1 0 0,-10 14 0 0 0,12-22-8 0 0,-1 0-1 0 0,1 0 1 0 0,-1 0 0 0 0,0 0 0 0 0,0-1 0 0 0,-1 1 0 0 0,1-1 0 0 0,0 0 0 0 0,-1-1-1 0 0,1 1 1 0 0,-1-1 0 0 0,0 0 0 0 0,1 0 0 0 0,-1 0 0 0 0,-8 0 0 0 0,9-1 17 0 0,-2-1 6 0 0,3 0-29 0 0,-1 0 0 0 0,0-1 0 0 0,1 1 0 0 0,0-1 0 0 0,-1 1 0 0 0,1-1 0 0 0,0 0 0 0 0,0-1 0 0 0,0 1 0 0 0,0 0 0 0 0,0-1 0 0 0,1 1 0 0 0,-1-1 0 0 0,1 0 0 0 0,-1 0 0 0 0,1 0 0 0 0,0 0 0 0 0,0 0 0 0 0,1-1 0 0 0,-1 1 0 0 0,1-1 1 0 0,-1 1-1 0 0,1-1 0 0 0,0 1 0 0 0,1-1 0 0 0,-1 0 0 0 0,0 1 0 0 0,1-5 0 0 0,0-4-7 0 0,0 1 1 0 0,1 0-1 0 0,0 0 0 0 0,0 0 1 0 0,2 0-1 0 0,-1 0 0 0 0,1 0 1 0 0,1 1-1 0 0,0-1 1 0 0,0 1-1 0 0,7-11 0 0 0,-2 7-6 0 0,1 0-1 0 0,0 1 0 0 0,0 0 1 0 0,2 1-1 0 0,-1 0 1 0 0,25-18-1 0 0,-3 7-19 0 0,0 1 0 0 0,2 3 0 0 0,1 0 0 0 0,0 3 0 0 0,54-18 0 0 0,-64 26-1022 0 0,0 1 0 0 0,0 2 0 0 0,35-3-1 0 0,-58 7-117 0 0,16-10-6658 0 0</inkml:trace>
</inkml:ink>
</file>

<file path=ppt/ink/ink2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2:12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172 427 540 0 0,'-3'-11'2809'0'0,"2"6"-1411"0"0,1 9 1631 0 0,4 58-2460 0 0,-2 1 0 0 0,-7 72 0 0 0,1-42-134 0 0,4-68-14 0 0,-1-1 1 0 0,-1 1-1 0 0,-1-1 1 0 0,-1 0-1 0 0,-13 39 1639 0 0,11-67-1726 0 0,-3-4-208 0 0,1-1 0 0 0,-1 0 0 0 0,1-1 0 0 0,1 1 0 0 0,0-2 0 0 0,0 1 0 0 0,1-1 0 0 0,0 0 0 0 0,1 0-1 0 0,0 0 1 0 0,-6-25 0 0 0,-1-10 207 0 0,-11-87 0 0 0,19 99-288 0 0,1 0 0 0 0,2 0-1 0 0,1-1 1 0 0,2 1 0 0 0,1 0 0 0 0,2 0-1 0 0,18-65 1 0 0,-18 82-62 0 0,1 0 0 0 0,1 1 0 0 0,0 0 0 0 0,1 0 0 0 0,0 1 0 0 0,2 0 0 0 0,0 1 0 0 0,0 0 0 0 0,1 0 1 0 0,1 1-1 0 0,0 1 0 0 0,1 0 0 0 0,1 0 0 0 0,-1 1 0 0 0,2 1 0 0 0,-1 1 0 0 0,23-11 0 0 0,-22 13-48 0 0,0 2 0 0 0,1 0 0 0 0,0 0-1 0 0,0 2 1 0 0,1 0 0 0 0,-1 1 0 0 0,0 0 0 0 0,1 1 0 0 0,28 3 0 0 0,-39-1 16 0 0,1 0-1 0 0,-1 0 1 0 0,1 0 0 0 0,-1 1-1 0 0,0 0 1 0 0,0 1 0 0 0,0-1 0 0 0,0 1-1 0 0,-1 0 1 0 0,1 1 0 0 0,-1-1 0 0 0,6 5-1 0 0,-8-4 16 0 0,1 0 0 0 0,-1-1 0 0 0,0 1-1 0 0,0 1 1 0 0,-1-1 0 0 0,1 0 0 0 0,-1 1-1 0 0,0-1 1 0 0,0 1 0 0 0,0-1 0 0 0,-1 1-1 0 0,0 0 1 0 0,1 0 0 0 0,-2 0-1 0 0,1 0 1 0 0,-1 0 0 0 0,0 8 0 0 0,0-6 13 0 0,-1 1 0 0 0,0-1 0 0 0,-1 1 0 0 0,0-1 0 0 0,0 0 0 0 0,0 1 1 0 0,-1-1-1 0 0,0-1 0 0 0,0 1 0 0 0,-1 0 0 0 0,0-1 0 0 0,0 1 0 0 0,-1-1 1 0 0,0 0-1 0 0,0-1 0 0 0,0 1 0 0 0,0-1 0 0 0,-1 0 0 0 0,0 0 0 0 0,0-1 0 0 0,0 0 1 0 0,-1 0-1 0 0,0 0 0 0 0,-10 4 0 0 0,-5 1 44 0 0,0-1 0 0 0,0 0 0 0 0,0-2 0 0 0,-1 0 0 0 0,0-2-1 0 0,-40 3 1 0 0,42-7-29 0 0,1 0 0 0 0,-1-2 0 0 0,-27-6 0 0 0,9 2-1371 0 0,37 5 812 0 0,35-4-7770 0 0,-15 4 6041 0 0</inkml:trace>
</inkml:ink>
</file>

<file path=ppt/ink/ink2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2:13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8 220 0 0,'0'0'2146'0'0,"-5"-8"4279"0"0,-6 15-6321 0 0,0 1-1 0 0,0 0 0 0 0,0 0 0 0 0,1 1 0 0 0,1 0 0 0 0,-1 1 0 0 0,2 0 0 0 0,-1 0 0 0 0,1 1 0 0 0,1 0 0 0 0,-12 24 0 0 0,17-32-90 0 0,1-1 0 0 0,0 1 0 0 0,0 0 0 0 0,0-1 0 0 0,1 1 0 0 0,-1 0 0 0 0,1-1 0 0 0,-1 1 0 0 0,1 0 0 0 0,0 0 0 0 0,0 0 0 0 0,0-1 0 0 0,0 1 0 0 0,1 0 0 0 0,-1 0 0 0 0,1 0 0 0 0,-1-1 0 0 0,1 1 0 0 0,0 0-1 0 0,0-1 1 0 0,0 1 0 0 0,1-1 0 0 0,-1 1 0 0 0,1-1 0 0 0,-1 0 0 0 0,1 1 0 0 0,0-1 0 0 0,0 0 0 0 0,0 0 0 0 0,0 0 0 0 0,0 0 0 0 0,0-1 0 0 0,0 1 0 0 0,1-1 0 0 0,2 2 0 0 0,0 0 9 0 0,0-1 0 0 0,0 0 0 0 0,-1 0 0 0 0,1 0 0 0 0,1 0 0 0 0,-1-1 0 0 0,0 0 0 0 0,0 0 0 0 0,0-1 0 0 0,1 1 0 0 0,-1-1 0 0 0,0 0 0 0 0,1-1 0 0 0,-1 1 1 0 0,0-1-1 0 0,0 0 0 0 0,8-2 0 0 0,-6-1 31 0 0,0 1 0 0 0,-1-1 0 0 0,1 0 0 0 0,-1 0 0 0 0,0-1-1 0 0,0 1 1 0 0,-1-1 0 0 0,1-1 0 0 0,-1 1 0 0 0,0-1 0 0 0,-1 0 0 0 0,1 0 0 0 0,-1-1 0 0 0,0 1 0 0 0,-1-1 0 0 0,0 0 0 0 0,0 0 0 0 0,0 0 0 0 0,2-9 0 0 0,-5 14 273 0 0,0 2-319 0 0,0 0-1 0 0,0 0 1 0 0,0 0 0 0 0,0-1-1 0 0,0 1 1 0 0,0 0 0 0 0,0 0-1 0 0,0 0 1 0 0,0-1-1 0 0,0 1 1 0 0,0 0 0 0 0,0 0-1 0 0,0 0 1 0 0,0-1 0 0 0,0 1-1 0 0,0 0 1 0 0,0 0-1 0 0,0 0 1 0 0,0 0 0 0 0,0-1-1 0 0,0 1 1 0 0,0 0 0 0 0,0 0-1 0 0,0 0 1 0 0,1 0-1 0 0,-1-1 1 0 0,0 1 0 0 0,0 0-1 0 0,0 0 1 0 0,0 0 0 0 0,0 0-1 0 0,0 0 1 0 0,1-1-1 0 0,-1 1 1 0 0,0 0 0 0 0,0 0-1 0 0,0 0 1 0 0,1 0 0 0 0,-1 0-1 0 0,0 0 1 0 0,0 0-1 0 0,0 0 1 0 0,0 0 0 0 0,1 0-1 0 0,-1 0 1 0 0,0 0 0 0 0,1 0-1 0 0,5 21 31 0 0,-2-8-70 0 0,0 0-1 0 0,1 0 0 0 0,1 0 0 0 0,12 21 1 0 0,-16-32 26 0 0,2 1-4 0 0,7 1 22 0 0,-10-3-2 0 0,22-11 9 0 0,-5 0-8 0 0,-1-1 0 0 0,-1 0 0 0 0,0-1 0 0 0,24-24 0 0 0,24-19-8 0 0,-53 47-10 0 0,-7 4-5 0 0,0 1 0 0 0,0 0-1 0 0,0 0 1 0 0,1 0 0 0 0,-1 1 0 0 0,1 0-1 0 0,-1 0 1 0 0,1 0 0 0 0,0 0 0 0 0,0 1-1 0 0,9-3 1 0 0,-12 4-14 0 0,22 13-71 0 0,-17-2 73 0 0,-1-1 1 0 0,0 1 0 0 0,7 21 0 0 0,-7-18 12 0 0,0 0 0 0 0,1 0 0 0 0,9 14 0 0 0,-13-24 9 0 0,0 0 0 0 0,1 0 0 0 0,-1 0 0 0 0,1 0 0 0 0,0 0 0 0 0,0-1 0 0 0,0 1 1 0 0,1-1-1 0 0,-1 0 0 0 0,1-1 0 0 0,0 1 0 0 0,-1-1 0 0 0,7 2 0 0 0,-7-3-7 0 0,1 0 1 0 0,0 0-1 0 0,-1-1 1 0 0,1 0-1 0 0,0 0 1 0 0,-1 0-1 0 0,1-1 0 0 0,0 0 1 0 0,-1 1-1 0 0,1-1 1 0 0,-1-1-1 0 0,1 1 1 0 0,-1-1-1 0 0,0 0 1 0 0,1 0-1 0 0,-1 0 1 0 0,0 0-1 0 0,4-4 1 0 0,13-9-5 0 0,0 0 1 0 0,20-22 0 0 0,-9 10 0 0 0,-21 18 3 0 0,1 1-1 0 0,0 0 1 0 0,0 1 0 0 0,1 1 0 0 0,19-8 0 0 0,-26 12-4 0 0,0-1 0 0 0,0 2 0 0 0,1-1 0 0 0,-1 1 0 0 0,0 0 0 0 0,1 0 1 0 0,-1 0-1 0 0,1 1 0 0 0,0 0 0 0 0,-1 1 0 0 0,1 0 0 0 0,-1-1 0 0 0,13 5 0 0 0,-16-4 9 0 0,1 1 0 0 0,-1-1-1 0 0,0 1 1 0 0,0 0-1 0 0,-1 0 1 0 0,1 0-1 0 0,0 0 1 0 0,-1 0 0 0 0,1 1-1 0 0,-1-1 1 0 0,0 1-1 0 0,0-1 1 0 0,0 1 0 0 0,0 0-1 0 0,0 0 1 0 0,0 0-1 0 0,-1 0 1 0 0,1 0-1 0 0,-1 0 1 0 0,0 1 0 0 0,0-1-1 0 0,0 0 1 0 0,0 7-1 0 0,-1-5 3 0 0,1 0 0 0 0,-1 0 0 0 0,-1 0 0 0 0,1 0 0 0 0,-1 0 0 0 0,0 0 0 0 0,0 0-1 0 0,0 0 1 0 0,-1 0 0 0 0,1 0 0 0 0,-1 0 0 0 0,0-1 0 0 0,-1 1 0 0 0,1-1 0 0 0,-5 5-1 0 0,-10 21-4 0 0,17-29 10 0 0,6-2-39 0 0,-1 0 32 0 0,1 0-1 0 0,-1 0 1 0 0,1-1-1 0 0,-1 0 0 0 0,1 0 1 0 0,-1-1-1 0 0,9-4 0 0 0,46-33-103 0 0,-35 23 54 0 0,-3 2 165 0 0,-1-1 0 0 0,-1-1 0 0 0,0 0 0 0 0,22-28 0 0 0,-45 46-10 0 0,-1 1 1 0 0,1-1 0 0 0,0 1-1 0 0,0 0 1 0 0,0 0 0 0 0,0 0-1 0 0,0 0 1 0 0,0 1-1 0 0,1-1 1 0 0,-1 1 0 0 0,1 0-1 0 0,0-1 1 0 0,-1 1 0 0 0,1 0-1 0 0,-2 5 1 0 0,2-5-124 0 0,1 1 1 0 0,-1 0-1 0 0,1 0 1 0 0,-1 0-1 0 0,1 0 1 0 0,0 0-1 0 0,1 0 1 0 0,-1 1-1 0 0,1-1 1 0 0,0 0-1 0 0,0 0 1 0 0,0 0-1 0 0,1 1 1 0 0,-1-1-1 0 0,1 0 1 0 0,0 0-1 0 0,0 0 0 0 0,0 0 1 0 0,1 0-1 0 0,-1 0 1 0 0,1-1-1 0 0,0 1 1 0 0,0 0-1 0 0,1-1 1 0 0,4 7-1 0 0,-1-5-341 0 0,-1 0 0 0 0,1-1 0 0 0,0 1 0 0 0,1-1 0 0 0,-1 0 0 0 0,1-1 1 0 0,-1 0-1 0 0,1 0 0 0 0,0 0 0 0 0,0-1 0 0 0,0 0 0 0 0,1 0 0 0 0,14 1 0 0 0,7-1-2520 0 0,0 1 221 0 0</inkml:trace>
</inkml:ink>
</file>

<file path=ppt/ink/ink2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2:14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461 77 660 0 0,'1'-4'1329'0'0,"0"0"-1"0"0,0 0 1 0 0,0 0-1 0 0,-1 0 1 0 0,0 0-1 0 0,0 0 1 0 0,0-6-1 0 0,-5 8-1246 0 0,1 0 0 0 0,0 1-1 0 0,-1 0 1 0 0,1-1 0 0 0,-1 2-1 0 0,1-1 1 0 0,-1 0-1 0 0,1 1 1 0 0,-1 0 0 0 0,0 0-1 0 0,1 0 1 0 0,-1 1 0 0 0,1-1-1 0 0,-9 3 1 0 0,-71 20 298 0 0,77-21-339 0 0,-4 1-6 0 0,-126 45 326 0 0,121-41-325 0 0,1 0 0 0 0,0 1 0 0 0,0 1 0 0 0,1 0 0 0 0,0 1-1 0 0,-19 17 1 0 0,31-25-30 0 0,-1 0 0 0 0,1 0 0 0 0,0 1 1 0 0,0-1-1 0 0,0 1 0 0 0,0-1 0 0 0,0 1 0 0 0,1 0 0 0 0,-1-1 0 0 0,1 1 0 0 0,-1 0 0 0 0,1 0 0 0 0,0 0 0 0 0,0 0 0 0 0,1 0 0 0 0,-1 0 0 0 0,1 1 0 0 0,-1-1 1 0 0,1 6-1 0 0,1-6-4 0 0,0-1 1 0 0,0 1-1 0 0,0 0 0 0 0,0-1 1 0 0,0 1-1 0 0,1-1 1 0 0,0 1-1 0 0,-1-1 1 0 0,1 0-1 0 0,0 1 1 0 0,0-1-1 0 0,0 0 1 0 0,0 0-1 0 0,0 0 1 0 0,1-1-1 0 0,-1 1 1 0 0,4 2-1 0 0,7 2-13 0 0,1 0 1 0 0,-1 0-1 0 0,1-1 0 0 0,0-1 0 0 0,1 0 1 0 0,-1-1-1 0 0,16 1 0 0 0,7 0-52 0 0,0-2-1 0 0,0-2 1 0 0,1-1 0 0 0,-1-2-1 0 0,0-2 1 0 0,0-1-1 0 0,-1-2 1 0 0,0-2 0 0 0,0-1-1 0 0,50-23 1 0 0,-81 32 86 0 0,0 0 0 0 0,0-1 0 0 0,-1 1 0 0 0,1-1 0 0 0,-1 0-1 0 0,0-1 1 0 0,0 1 0 0 0,0-1 0 0 0,0 0 0 0 0,0 0 0 0 0,-1 0 0 0 0,0 0 0 0 0,0 0 0 0 0,0-1 0 0 0,0 0 0 0 0,-1 1 0 0 0,0-1 0 0 0,0 0 0 0 0,0 0 0 0 0,0 0-1 0 0,-1-1 1 0 0,1-7 0 0 0,-2 7 9 0 0,0 1-1 0 0,0 0 0 0 0,-1-1 1 0 0,0 1-1 0 0,0 0 0 0 0,-1 0 1 0 0,1 0-1 0 0,-1 0 0 0 0,0 0 1 0 0,0 0-1 0 0,-1 0 0 0 0,0 1 1 0 0,1-1-1 0 0,-1 1 0 0 0,-1 0 1 0 0,1 0-1 0 0,-1 0 0 0 0,0 0 1 0 0,1 0-1 0 0,-2 1 0 0 0,1 0 1 0 0,-8-5-1 0 0,0 0-142 0 0,-1 0 0 0 0,0 1 0 0 0,-1 1-1 0 0,0 0 1 0 0,-19-6 0 0 0,29 12-108 0 0,1 0 0 0 0,0 0-1 0 0,0 0 1 0 0,0 0-1 0 0,0 1 1 0 0,0-1 0 0 0,-1 1-1 0 0,1 0 1 0 0,0 0 0 0 0,0 0-1 0 0,1 0 1 0 0,-1 0-1 0 0,-3 3 1 0 0,-11 7-5545 0 0,8-4 3114 0 0</inkml:trace>
</inkml:ink>
</file>

<file path=ppt/ink/ink2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2:14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541 1 392 0 0,'-13'22'7862'0'0,"-32"50"-7406"0"0,24-39 244 0 0,-319 473 188 0 0,292-431-1825 0 0,-13 15-4230 0 0,49-74 2809 0 0</inkml:trace>
</inkml:ink>
</file>

<file path=ppt/ink/ink2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2:17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1 220 0 0,'0'2'8109'0'0,"-5"18"-7942"0"0,-9 11 668 0 0,-31 51 0 0 0,4-5-1418 0 0,22-28-1212 0 0,13-16-2369 0 0,6-23 2124 0 0</inkml:trace>
</inkml:ink>
</file>

<file path=ppt/ink/ink2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1:50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129 456 752 0 0,'0'0'1078'0'0,"16"5"4290"0"0,-6 0-4671 0 0,-7 2-484 0 0,0 0-1 0 0,0 0 1 0 0,-1 0 0 0 0,0 0 0 0 0,0 0 0 0 0,1 9 0 0 0,2 7 76 0 0,4 8 94 0 0,-2 1-1 0 0,0 0 0 0 0,-3 0 0 0 0,2 39 1824 0 0,-10-78-1968 0 0,-15-30 16 0 0,2 0 0 0 0,2-1 0 0 0,1-1 0 0 0,-14-65 0 0 0,21 71-173 0 0,2 1 0 0 0,1-1 0 0 0,1 0 0 0 0,2 0 0 0 0,1 0 0 0 0,7-49 0 0 0,-5 71-65 0 0,1-1 0 0 0,0 0-1 0 0,1 1 1 0 0,0 0 0 0 0,0 0-1 0 0,1 0 1 0 0,1 0 0 0 0,0 1 0 0 0,0 0-1 0 0,1 0 1 0 0,1 1 0 0 0,-1 0 0 0 0,15-13-1 0 0,-16 17-18 0 0,0 0 0 0 0,0 1 0 0 0,0 0 0 0 0,1 0 0 0 0,-1 1 0 0 0,1-1 0 0 0,0 1 0 0 0,0 1 0 0 0,1 0 0 0 0,-1 0 0 0 0,0 0 0 0 0,1 1 0 0 0,-1 0 0 0 0,1 0 0 0 0,-1 1 0 0 0,1-1 0 0 0,0 2 0 0 0,-1-1 0 0 0,1 1 0 0 0,-1 1 0 0 0,1-1 0 0 0,8 4 0 0 0,-6-1-16 0 0,-1-1-1 0 0,-1 1 1 0 0,1 1 0 0 0,0-1 0 0 0,-1 2-1 0 0,0-1 1 0 0,0 1 0 0 0,-1 0 0 0 0,0 1-1 0 0,0-1 1 0 0,0 2 0 0 0,9 12 0 0 0,-13-16 9 0 0,-1-1 1 0 0,0 1 0 0 0,0 0-1 0 0,0 0 1 0 0,0 0-1 0 0,0 0 1 0 0,-1 0 0 0 0,0 0-1 0 0,0 0 1 0 0,0 1 0 0 0,0-1-1 0 0,-1 0 1 0 0,0 1 0 0 0,1-1-1 0 0,-2 0 1 0 0,1 1 0 0 0,0-1-1 0 0,-1 0 1 0 0,0 1 0 0 0,0-1-1 0 0,0 0 1 0 0,-1 0 0 0 0,1 0-1 0 0,-1 0 1 0 0,0 0-1 0 0,0 0 1 0 0,0 0 0 0 0,-1-1-1 0 0,-5 7 1 0 0,-1 0 8 0 0,-2-1-1 0 0,1 0 1 0 0,-1 0 0 0 0,-1-1-1 0 0,1-1 1 0 0,-1 0 0 0 0,-1-1-1 0 0,1 0 1 0 0,-1 0 0 0 0,-16 3 0 0 0,-10 3-44 0 0,-1-3 1 0 0,-49 6 0 0 0,73-13-252 0 0,-1 0 0 0 0,1-2 1 0 0,-27-2-1 0 0,36 2-1101 0 0,0-2 0 0 0,0 1 0 0 0,0-1 0 0 0,0 0 0 0 0,-13-6 0 0 0,12 3-1635 0 0</inkml:trace>
</inkml:ink>
</file>

<file path=ppt/ink/ink2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1:51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1 250 292 0 0,'41'3'5746'0'0,"-34"-1"-5617"0"0,-1 1-1 0 0,0 0 1 0 0,0 0 0 0 0,0 0 0 0 0,0 1-1 0 0,0 0 1 0 0,-1 0 0 0 0,1 0 0 0 0,-1 1-1 0 0,0 0 1 0 0,-1 0 0 0 0,1 0 0 0 0,-1 1-1 0 0,0-1 1 0 0,0 1 0 0 0,-1 0 0 0 0,0 0 0 0 0,0 1-1 0 0,0-1 1 0 0,-1 1 0 0 0,0-1 0 0 0,0 1-1 0 0,0 0 1 0 0,0 8 0 0 0,-1-9-92 0 0,0-1 0 0 0,0 1 0 0 0,-1-1 0 0 0,1 1 1 0 0,-1 0-1 0 0,-1-1 0 0 0,1 1 0 0 0,-1 0 0 0 0,0-1 0 0 0,0 1 0 0 0,0-1 1 0 0,-1 1-1 0 0,0-1 0 0 0,0 0 0 0 0,-1 0 0 0 0,1 1 0 0 0,-1-2 0 0 0,0 1 1 0 0,0 0-1 0 0,-1-1 0 0 0,1 1 0 0 0,-1-1 0 0 0,0 0 0 0 0,0 0 0 0 0,-1-1 1 0 0,1 1-1 0 0,-1-1 0 0 0,1 0 0 0 0,-1 0 0 0 0,-6 2 0 0 0,9-4-24 0 0,1 0 0 0 0,-1 0 0 0 0,1-1 0 0 0,-1 1-1 0 0,0-1 1 0 0,1 1 0 0 0,-1-1 0 0 0,0 1 0 0 0,1-1 0 0 0,-1 0-1 0 0,0 0 1 0 0,0 0 0 0 0,1 0 0 0 0,-1 0 0 0 0,0-1 0 0 0,1 1-1 0 0,-1 0 1 0 0,0-1 0 0 0,1 1 0 0 0,-1-1 0 0 0,0 0 0 0 0,1 1-1 0 0,-1-1 1 0 0,1 0 0 0 0,0 0 0 0 0,-1 0 0 0 0,1 0 0 0 0,-1 0-1 0 0,1 0 1 0 0,0 0 0 0 0,0-1 0 0 0,0 1 0 0 0,0 0 0 0 0,0-1-1 0 0,-1-1 1 0 0,1 0-9 0 0,0 0 0 0 0,0 0-1 0 0,0 0 1 0 0,1 0-1 0 0,-1 0 1 0 0,1 0 0 0 0,0 0-1 0 0,0-1 1 0 0,0 1 0 0 0,0 0-1 0 0,0 0 1 0 0,1 0 0 0 0,0 0-1 0 0,-1 0 1 0 0,1 0-1 0 0,0 0 1 0 0,0 0 0 0 0,1 0-1 0 0,2-4 1 0 0,8-12-39 0 0,1-1 0 0 0,0 2-1 0 0,2 0 1 0 0,0 1 0 0 0,1 1 0 0 0,1 0 0 0 0,0 1-1 0 0,1 0 1 0 0,1 2 0 0 0,0 0 0 0 0,1 1 0 0 0,0 2-1 0 0,27-12 1 0 0,-45 21 27 0 0,0 1 0 0 0,0-1-1 0 0,0 0 1 0 0,0 1-1 0 0,0 0 1 0 0,0-1 0 0 0,0 1-1 0 0,0 0 1 0 0,0 0-1 0 0,1 0 1 0 0,-1 0 0 0 0,0 0-1 0 0,0 1 1 0 0,0-1 0 0 0,0 1-1 0 0,0-1 1 0 0,0 1-1 0 0,0 0 1 0 0,0 0 0 0 0,-1 0-1 0 0,1 0 1 0 0,0 0-1 0 0,0 0 1 0 0,-1 0 0 0 0,1 1-1 0 0,-1-1 1 0 0,1 1 0 0 0,-1-1-1 0 0,1 1 1 0 0,-1-1-1 0 0,0 1 1 0 0,0 0 0 0 0,0 0-1 0 0,2 3 1 0 0,3 7-9 0 0,-1 1 0 0 0,-1 0 0 0 0,0 1 0 0 0,4 19 0 0 0,1 3-18 0 0,-7-31 36 0 0,0 0 1 0 0,0 0-1 0 0,1 0 0 0 0,0 0 1 0 0,0 0-1 0 0,0-1 1 0 0,0 1-1 0 0,1-1 0 0 0,0 0 1 0 0,0 0-1 0 0,0 0 1 0 0,0-1-1 0 0,0 0 0 0 0,1 1 1 0 0,0-2-1 0 0,-1 1 0 0 0,1 0 1 0 0,0-1-1 0 0,1 0 1 0 0,-1 0-1 0 0,0 0 0 0 0,10 1 1 0 0,-12-2 14 0 0,1-1 0 0 0,-1 0 0 0 0,1 1 0 0 0,-1-1 0 0 0,1 0 0 0 0,-1-1 0 0 0,1 1 0 0 0,0-1 0 0 0,-1 1 0 0 0,0-1 0 0 0,1 0 0 0 0,-1 0 0 0 0,0-1 0 0 0,1 1 0 0 0,-1-1 0 0 0,0 0 0 0 0,0 1 0 0 0,0-1 0 0 0,0-1 0 0 0,-1 1 0 0 0,1 0 0 0 0,0-1 0 0 0,-1 1 0 0 0,0-1 0 0 0,1 0 0 0 0,-1 0 0 0 0,0 1 0 0 0,-1-2 0 0 0,1 1 0 0 0,0 0 0 0 0,-1 0 0 0 0,0 0 0 0 0,0-1 0 0 0,0 1 0 0 0,1-5 0 0 0,-2 4-5 0 0,1-1 1 0 0,-1 0 0 0 0,0 0-1 0 0,-1 1 1 0 0,1-1-1 0 0,-1 0 1 0 0,0 1-1 0 0,0-1 1 0 0,-1 0-1 0 0,1 1 1 0 0,-1-1-1 0 0,0 1 1 0 0,0 0-1 0 0,-3-5 1 0 0,-7-16-40 0 0,12 23-48 0 0,23 9-636 0 0,2 1 622 0 0,-10-6 44 0 0,0-1 1 0 0,0 0 0 0 0,0-1 0 0 0,-1-1 0 0 0,1-1 0 0 0,0 0 0 0 0,0-1 0 0 0,26-8 0 0 0,-33 8 55 0 0,-1-1 1 0 0,0 0-1 0 0,0 0 1 0 0,0 0 0 0 0,-1-1-1 0 0,1 0 1 0 0,-1 0-1 0 0,0-1 1 0 0,-1 1 0 0 0,1-1-1 0 0,-1-1 1 0 0,0 1-1 0 0,-1-1 1 0 0,1 0 0 0 0,-2 0-1 0 0,1 0 1 0 0,-1 0-1 0 0,4-10 1 0 0,-4 8 59 0 0,0 0 0 0 0,-1 0-1 0 0,0 0 1 0 0,0 0 0 0 0,-1-1 0 0 0,0 1 0 0 0,-1 0 0 0 0,0-1 0 0 0,0 1-1 0 0,-1 0 1 0 0,0-1 0 0 0,-1 1 0 0 0,0 0 0 0 0,0 0 0 0 0,-1 0-1 0 0,-4-9 1 0 0,7 17-64 0 0,-1 0 0 0 0,1 0-1 0 0,-1 0 1 0 0,1 0 0 0 0,-1 0-1 0 0,0 1 1 0 0,1-1 0 0 0,-1 0-1 0 0,0 0 1 0 0,0 1 0 0 0,1-1-1 0 0,-1 0 1 0 0,0 1 0 0 0,0-1-1 0 0,0 0 1 0 0,0 1-1 0 0,0 0 1 0 0,0-1 0 0 0,0 1-1 0 0,0-1 1 0 0,0 1 0 0 0,0 0-1 0 0,0 0 1 0 0,0 0 0 0 0,0-1-1 0 0,0 1 1 0 0,0 0 0 0 0,0 0-1 0 0,0 0 1 0 0,0 1 0 0 0,0-1-1 0 0,0 0 1 0 0,0 0 0 0 0,0 1-1 0 0,0-1 1 0 0,0 0 0 0 0,0 1-1 0 0,0-1 1 0 0,0 1 0 0 0,0-1-1 0 0,0 1 1 0 0,0 0 0 0 0,0-1-1 0 0,1 1 1 0 0,-1 0-1 0 0,0-1 1 0 0,-1 3 0 0 0,-1 0-3 0 0,0 0 0 0 0,0 1 0 0 0,0-1 0 0 0,0 1 0 0 0,0 0 0 0 0,1 0 0 0 0,0 0 0 0 0,-4 8 0 0 0,5-6-12 0 0,0 1 0 0 0,0-1 0 0 0,1 1-1 0 0,-1 0 1 0 0,2-1 0 0 0,-1 1 0 0 0,1 0 0 0 0,0-1 0 0 0,0 1 0 0 0,1-1-1 0 0,-1 1 1 0 0,1-1 0 0 0,1 0 0 0 0,0 0 0 0 0,-1 0 0 0 0,7 8 0 0 0,6 9-191 0 0,1 0 1 0 0,33 34 0 0 0,-15-18-195 0 0,-31-36 375 0 0,-1 0 0 0 0,1 0-1 0 0,-1 0 1 0 0,0 0 0 0 0,1 0 0 0 0,-2 1 0 0 0,1-1 0 0 0,0 1 0 0 0,-1 0 0 0 0,1-1 0 0 0,-1 1 0 0 0,0 0 0 0 0,0 0 0 0 0,-1 0 0 0 0,1 0 0 0 0,-1-1 0 0 0,0 1 0 0 0,0 0 0 0 0,0 0 0 0 0,0 0 0 0 0,-1 0 0 0 0,0 0 0 0 0,0 0 0 0 0,0 0 0 0 0,0-1 0 0 0,0 1 0 0 0,-1 0 0 0 0,0-1 0 0 0,1 1 0 0 0,-1-1-1 0 0,-1 0 1 0 0,1 1 0 0 0,0-1 0 0 0,-1 0 0 0 0,0 0 0 0 0,1-1 0 0 0,-1 1 0 0 0,0-1 0 0 0,-5 4 0 0 0,-27 16 833 0 0,34-21-712 0 0,1-1-171 0 0,-1 1 0 0 0,1-1 0 0 0,0 0-1 0 0,-1 1 1 0 0,1-1 0 0 0,0 0 0 0 0,-1 1-1 0 0,1-1 1 0 0,-1 0 0 0 0,1 0 0 0 0,0 0-1 0 0,-1 1 1 0 0,1-1 0 0 0,-1 0 0 0 0,1 0-1 0 0,-1 0 1 0 0,1 0 0 0 0,-1 0 0 0 0,1 0-1 0 0,-1 0 1 0 0,1 0 0 0 0,-1 0 0 0 0,1 0-1 0 0,-1 0 1 0 0,1 0 0 0 0,-1 0 0 0 0,-1-1-365 0 0,-5-5 48 0 0,1 4-2921 0 0</inkml:trace>
</inkml:ink>
</file>

<file path=ppt/ink/ink2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1:52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1 824 0 0,'0'0'6217'0'0</inkml:trace>
</inkml:ink>
</file>

<file path=ppt/ink/ink2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1:52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114 378 968 0 0,'0'0'7021'0'0,"8"30"-5790"0"0,14 192 1235 0 0,-21-221-2354 0 0,-1 0-1 0 0,1 0 1 0 0,-1 1-1 0 0,0-1 1 0 0,1 0-1 0 0,-1 0 1 0 0,0 0-1 0 0,0 1 1 0 0,0-1-1 0 0,0 0 0 0 0,0 0 1 0 0,0 0-1 0 0,0 1 1 0 0,-1-1-1 0 0,1 0 1 0 0,0 0-1 0 0,-1 0 1 0 0,1 0-1 0 0,-1 1 1 0 0,1-1-1 0 0,-1 0 1 0 0,1 0-1 0 0,-2 2 1 0 0,1-4-74 0 0,-1 1 1 0 0,1 0-1 0 0,0 0 1 0 0,0-1 0 0 0,0 1-1 0 0,0 0 1 0 0,0-1-1 0 0,0 0 1 0 0,0 1 0 0 0,0-1-1 0 0,0 1 1 0 0,0-1 0 0 0,0 0-1 0 0,0 0 1 0 0,0 1-1 0 0,0-1 1 0 0,1 0 0 0 0,-2-2-1 0 0,-8-8 71 0 0,1-1 0 0 0,1 0 0 0 0,-8-14 0 0 0,2-2 81 0 0,1 0-1 0 0,1 0 1 0 0,2-1-1 0 0,-11-47 0 0 0,18 58-146 0 0,1 1 0 0 0,0-1-1 0 0,1 0 1 0 0,1 1-1 0 0,1-1 1 0 0,1 0-1 0 0,0 1 1 0 0,1-1 0 0 0,8-25-1 0 0,-6 31-44 0 0,-1 0-1 0 0,1 0 0 0 0,1 1 1 0 0,0-1-1 0 0,1 2 0 0 0,0-1 1 0 0,1 1-1 0 0,0 0 0 0 0,0 0 1 0 0,1 1-1 0 0,0 0 0 0 0,1 1 1 0 0,0 0-1 0 0,0 0 0 0 0,14-7 1 0 0,-16 11-47 0 0,1 0 0 0 0,-1 0 0 0 0,1 1 0 0 0,-1 0 0 0 0,1 0 0 0 0,0 1 0 0 0,0 0 1 0 0,0 1-1 0 0,0 0 0 0 0,0 1 0 0 0,0-1 0 0 0,0 2 0 0 0,1-1 0 0 0,-1 1 0 0 0,0 1 1 0 0,0 0-1 0 0,0 0 0 0 0,-1 0 0 0 0,1 1 0 0 0,-1 1 0 0 0,1-1 0 0 0,8 7 0 0 0,-10-6-11 0 0,-1 0-1 0 0,0 1 1 0 0,0 0-1 0 0,-1 0 1 0 0,1 0-1 0 0,-1 1 0 0 0,0 0 1 0 0,-1 0-1 0 0,1 0 1 0 0,-1 0-1 0 0,0 1 1 0 0,-1 0-1 0 0,6 13 0 0 0,-8-16 36 0 0,1 0-1 0 0,-1 0 0 0 0,0 0 0 0 0,-1 0 0 0 0,1 0 0 0 0,-1 0 0 0 0,1 0 1 0 0,-1 0-1 0 0,0 0 0 0 0,-1 0 0 0 0,1 0 0 0 0,-1 0 0 0 0,0 0 0 0 0,0 0 1 0 0,0 0-1 0 0,0 0 0 0 0,-1 0 0 0 0,1 0 0 0 0,-1-1 0 0 0,0 1 0 0 0,0-1 1 0 0,0 1-1 0 0,-1-1 0 0 0,1 0 0 0 0,-1 0 0 0 0,-6 6 0 0 0,-2-1 23 0 0,0-1 0 0 0,0 0 1 0 0,-1 0-1 0 0,1-1 0 0 0,-2-1 0 0 0,1 0 0 0 0,-1 0 0 0 0,-25 5 0 0 0,8-5-1186 0 0,0-1 0 0 0,-55 0 0 0 0,83-4 105 0 0</inkml:trace>
</inkml:ink>
</file>

<file path=ppt/ink/ink2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1:53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25 672 0 0,'1'0'320'0'0,"0"-1"0"0"0,0 0-1 0 0,-1 1 1 0 0,1-1 0 0 0,0 0 0 0 0,-1 1 0 0 0,1-1 0 0 0,-1 0-1 0 0,1 0 1 0 0,-1 0 0 0 0,1 0 0 0 0,-1 0 0 0 0,0 1-1 0 0,1-1 1 0 0,-1 0 0 0 0,0 0 0 0 0,0 0 0 0 0,0 0-1 0 0,1 0 1 0 0,-1 0 0 0 0,0 0 0 0 0,0 0 0 0 0,0 0-1 0 0,-1 0 1 0 0,1-1 0 0 0,-1 2-164 0 0,0-1 0 0 0,0 1 1 0 0,-1 0-1 0 0,1 0 0 0 0,0 0 0 0 0,0 0 0 0 0,0 0 1 0 0,0 0-1 0 0,0 0 0 0 0,-1 1 0 0 0,1-1 0 0 0,0 0 0 0 0,0 1 1 0 0,0-1-1 0 0,0 1 0 0 0,-2 0 0 0 0,-50 30 355 0 0,37-19-320 0 0,1 2 0 0 0,0 0-1 0 0,1 0 1 0 0,1 1 0 0 0,-12 18 0 0 0,24-32-266 0 0,11 19-215 0 0,-6-20 275 0 0,0 0 0 0 0,0-1 0 0 0,0 1 0 0 0,-1-1 0 0 0,1 1 0 0 0,0-1 0 0 0,0-1 0 0 0,-1 1 0 0 0,1 0 0 0 0,4-3 0 0 0,-4 2-21 0 0,1 0 1 0 0,0 0 0 0 0,0 1-1 0 0,0-1 1 0 0,0 1-1 0 0,1 0 1 0 0,6 0-1 0 0,-9 1 19 0 0,0 0 0 0 0,-1 1 0 0 0,1-1 0 0 0,-1 1 0 0 0,1 0 0 0 0,-1 0-1 0 0,0 0 1 0 0,1 0 0 0 0,-1 0 0 0 0,0 0 0 0 0,1 1 0 0 0,-1-1 0 0 0,4 4-1 0 0,-4-3 15 0 0,0 0 0 0 0,1 0 0 0 0,0 0 0 0 0,-1-1-1 0 0,1 1 1 0 0,0 0 0 0 0,0-1 0 0 0,0 0 0 0 0,0 0-1 0 0,0 0 1 0 0,0 0 0 0 0,0-1 0 0 0,1 1 0 0 0,-1-1-1 0 0,0 1 1 0 0,0-1 0 0 0,0 0 0 0 0,1-1 0 0 0,-1 1-1 0 0,4-1 1 0 0,4-2 26 0 0,0-1 1 0 0,-1 1-1 0 0,0-2 1 0 0,1 0-1 0 0,-1 0 0 0 0,-1-1 1 0 0,1 0-1 0 0,-1 0 0 0 0,0-1 1 0 0,-1 0-1 0 0,15-16 0 0 0,-6 7 29 0 0,0 1-1 0 0,31-21 0 0 0,-47 35-58 0 0,1 0 1 0 0,-1 0-1 0 0,0 0 0 0 0,1 0 0 0 0,0 0 0 0 0,-1 0 1 0 0,1 1-1 0 0,-1-1 0 0 0,1 0 0 0 0,0 1 0 0 0,0-1 1 0 0,-1 1-1 0 0,1 0 0 0 0,0 0 0 0 0,2-1 0 0 0,-2 2 0 0 0,-1 0 0 0 0,1 1 0 0 0,-1-1 0 0 0,1 0 0 0 0,-1 0 0 0 0,0 1 0 0 0,1-1 0 0 0,-1 1 0 0 0,0-1 0 0 0,0 1 0 0 0,0-1 0 0 0,1 4 0 0 0,2 2 6 0 0,12 33-22 0 0,-15-36-9 0 0,0 1 0 0 0,0 0 1 0 0,0-1-1 0 0,1 1 1 0 0,0-1-1 0 0,-1 0 0 0 0,2 1 1 0 0,-1-1-1 0 0,0 0 1 0 0,1 0-1 0 0,0-1 1 0 0,0 1-1 0 0,0 0 0 0 0,0-1 1 0 0,1 0-1 0 0,-1 0 1 0 0,1 0-1 0 0,5 4 0 0 0,23 1-2125 0 0,-14-7-2709 0 0,-2-1 2183 0 0</inkml:trace>
</inkml:ink>
</file>

<file path=ppt/ink/ink2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1:53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10 480 0 0,'0'0'3650'0'0,"0"-9"-2965"0"0,-5 9 3388 0 0,0 3-4046 0 0,0-1-1 0 0,1 1 1 0 0,-1 0-1 0 0,1 0 1 0 0,0 1 0 0 0,0-1-1 0 0,0 1 1 0 0,0 0-1 0 0,1 0 1 0 0,-1 0-1 0 0,1 0 1 0 0,0 1 0 0 0,0-1-1 0 0,1 1 1 0 0,0 0-1 0 0,-1 0 1 0 0,2 0-1 0 0,-1 0 1 0 0,0 0 0 0 0,1 0-1 0 0,0 1 1 0 0,0-1-1 0 0,1 0 1 0 0,-1 1-1 0 0,1-1 1 0 0,0 0 0 0 0,1 1-1 0 0,-1-1 1 0 0,1 0-1 0 0,0 0 1 0 0,1 1-1 0 0,-1-1 1 0 0,1 0 0 0 0,3 6-1 0 0,23 39 76 0 0,-19-38-114 0 0,-2 1 0 0 0,0 1 1 0 0,0-1-1 0 0,7 24 1 0 0,-13-35-16 0 0,-15 24-36 0 0,-6-17 26 0 0,20-9 34 0 0,0 0-1 0 0,0 0 1 0 0,-1 0-1 0 0,1 0 1 0 0,0 0-1 0 0,-1 0 0 0 0,1 0 1 0 0,0 0-1 0 0,-1 0 1 0 0,1-1-1 0 0,0 1 1 0 0,0 0-1 0 0,-1 0 1 0 0,1 0-1 0 0,0-1 1 0 0,0 1-1 0 0,-1 0 1 0 0,1 0-1 0 0,0-1 1 0 0,0 1-1 0 0,0 0 1 0 0,-1 0-1 0 0,1-1 1 0 0,0 1-1 0 0,0 0 0 0 0,0 0 1 0 0,0-1-1 0 0,0 1 1 0 0,0 0-1 0 0,0-1 1 0 0,0 1-1 0 0,0 0 1 0 0,0-1-1 0 0,0 1 1 0 0,0-1-1 0 0,0-1-7 0 0,0 0 0 0 0,1-1 1 0 0,0 1-1 0 0,-1 0 0 0 0,1 0 0 0 0,0 0 0 0 0,0 0 0 0 0,0 0 0 0 0,0 0 0 0 0,1 0 0 0 0,-1 0 1 0 0,1 0-1 0 0,-1 0 0 0 0,1 1 0 0 0,-1-1 0 0 0,1 0 0 0 0,3-1 0 0 0,27-18-114 0 0,1 1-1 0 0,1 1 1 0 0,59-22-1 0 0,-64 28 147 0 0,13-4 328 0 0,-41 17-303 0 0,15 1 148 0 0,-15-1-183 0 0,0 1-1 0 0,0-1 1 0 0,0 1 0 0 0,0 0-1 0 0,0 0 1 0 0,0 0 0 0 0,0 0-1 0 0,0-1 1 0 0,0 1-1 0 0,0 0 1 0 0,0 0 0 0 0,-1 1-1 0 0,1-1 1 0 0,0 0 0 0 0,-1 0-1 0 0,1 0 1 0 0,-1 0-1 0 0,1 1 1 0 0,-1-1 0 0 0,0 0-1 0 0,0 0 1 0 0,1 1 0 0 0,-1-1-1 0 0,0 0 1 0 0,0 0-1 0 0,0 1 1 0 0,0-1 0 0 0,0 0-1 0 0,-1 1 1 0 0,1-1 0 0 0,0 0-1 0 0,0 0 1 0 0,-1 1 0 0 0,1-1-1 0 0,-1 0 1 0 0,1 0-1 0 0,-1 0 1 0 0,-1 2 0 0 0,-14 27-1328 0 0,-2-7-3581 0 0,11-14 2806 0 0</inkml:trace>
</inkml:ink>
</file>

<file path=ppt/ink/ink2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1:53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64 644 0 0,'8'-36'3618'0'0,"-7"34"-2803"0"0,2-18 1593 0 0,-2 14-6439 0 0</inkml:trace>
</inkml:ink>
</file>

<file path=ppt/ink/ink2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1:54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 40 0 0,'13'42'4113'0'0,"-4"-29"-3036"0"0,-8-10-955 0 0,0-1 0 0 0,0 1 0 0 0,0-1 1 0 0,1 0-1 0 0,-1 0 0 0 0,1 1 0 0 0,0-1 0 0 0,0 0 0 0 0,-1 0 0 0 0,1-1 0 0 0,0 1 1 0 0,1 0-1 0 0,-1-1 0 0 0,0 1 0 0 0,0-1 0 0 0,1 1 0 0 0,-1-1 0 0 0,1 0 0 0 0,-1 0 0 0 0,1 0 1 0 0,-1-1-1 0 0,1 1 0 0 0,0-1 0 0 0,-1 1 0 0 0,1-1 0 0 0,0 0 0 0 0,-1 0 0 0 0,6 0 0 0 0,169-45 3687 0 0,-175 45-3632 0 0,0-1 11 0 0,-2 1-180 0 0,1 0 0 0 0,-1 0 1 0 0,0 0-1 0 0,0 0 0 0 0,1 0 0 0 0,-1 0 0 0 0,0-1 1 0 0,0 1-1 0 0,1 0 0 0 0,-1 0 0 0 0,0 0 0 0 0,0 0 1 0 0,1 0-1 0 0,-1 0 0 0 0,0 0 0 0 0,1 0 0 0 0,-1 0 0 0 0,0 0 1 0 0,0 0-1 0 0,1 0 0 0 0,-1 0 0 0 0,0 0 0 0 0,0 0 1 0 0,1 1-1 0 0,-1-1 0 0 0,0 0 0 0 0,0 0 0 0 0,1 0 1 0 0,-1 0-1 0 0,0 0 0 0 0,0 1 0 0 0,1-1 0 0 0,-1 0 1 0 0,0 0-1 0 0,0 0 0 0 0,0 1 0 0 0,0-1 0 0 0,1 0 0 0 0,-1 0 1 0 0,0 1-1 0 0,0-1 0 0 0,0 0 0 0 0,1 17 113 0 0,-1-1 0 0 0,-1 1 0 0 0,-1-1 0 0 0,0 1 0 0 0,-1-1 0 0 0,-1 0 0 0 0,0 0 0 0 0,-10 24 0 0 0,-65 128 356 0 0,60-131-359 0 0,-31 62-175 0 0,-29 57-1376 0 0,20-55-5929 0 0,45-80 3913 0 0</inkml:trace>
</inkml:ink>
</file>

<file path=ppt/ink/ink2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1:57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217 453 204 0 0,'3'-21'6828'0'0,"-4"20"-6793"0"0,1 0 0 0 0,-1 1 0 0 0,1-1 0 0 0,-1 1 1 0 0,0-1-1 0 0,1 1 0 0 0,-1-1 0 0 0,0 1 0 0 0,1-1 0 0 0,-1 1 0 0 0,0 0 0 0 0,1-1 0 0 0,-1 1 0 0 0,0 0 1 0 0,0 0-1 0 0,0-1 0 0 0,1 1 0 0 0,-1 0 0 0 0,0 0 0 0 0,0 0 0 0 0,0 0 0 0 0,1 0 0 0 0,-1 0 0 0 0,0 0 1 0 0,-1 1-1 0 0,-29 7 414 0 0,-29 24 16 0 0,59-32-450 0 0,-9 6 57 0 0,0 0-1 0 0,1 1 1 0 0,-1 0 0 0 0,2 1 0 0 0,-1-1-1 0 0,1 2 1 0 0,0-1 0 0 0,1 1-1 0 0,0 0 1 0 0,0 1 0 0 0,-5 10-1 0 0,12-19-65 0 0,-1 0 0 0 0,1 1 0 0 0,0-1 0 0 0,-1 0 0 0 0,1 0 0 0 0,0 0-1 0 0,0 0 1 0 0,0 0 0 0 0,0 1 0 0 0,0-1 0 0 0,0 0 0 0 0,0 0 0 0 0,0 0 0 0 0,0 0 0 0 0,0 1 0 0 0,1-1-1 0 0,-1 0 1 0 0,0 0 0 0 0,1 0 0 0 0,-1 0 0 0 0,1 0 0 0 0,-1 0 0 0 0,1 0 0 0 0,0 0 0 0 0,-1 0-1 0 0,1 0 1 0 0,0 0 0 0 0,0 0 0 0 0,0-1 0 0 0,0 1 0 0 0,0 0 0 0 0,0-1 0 0 0,-1 1 0 0 0,1 0-1 0 0,1-1 1 0 0,-1 1 0 0 0,0-1 0 0 0,0 1 0 0 0,0-1 0 0 0,0 0 0 0 0,2 1 0 0 0,0 0-6 0 0,0-1 0 0 0,0 1 1 0 0,-1 0-1 0 0,1-1 1 0 0,0 0-1 0 0,1 0 0 0 0,-1 0 1 0 0,0 0-1 0 0,0 0 0 0 0,0 0 1 0 0,0-1-1 0 0,-1 0 0 0 0,1 1 1 0 0,0-1-1 0 0,6-3 1 0 0,-3 1-37 0 0,0-1 0 0 0,1 1 1 0 0,0 0-1 0 0,0 0 0 0 0,0 1 1 0 0,0 0-1 0 0,0 0 1 0 0,7 0-1 0 0,-11 2 7 0 0,17 0-47 0 0,-15 1 71 0 0,29 2-12 0 0,50-1 0 0 0,-71-3 13 0 0,0 0 0 0 0,-1-1 1 0 0,1-1-1 0 0,-1 0 1 0 0,1 0-1 0 0,-1-1 1 0 0,18-9-1 0 0,-15 4 5 0 0,0 1 1 0 0,-1-2-1 0 0,0 0 0 0 0,0-1 0 0 0,-1 0 0 0 0,-1-1 0 0 0,0 0 1 0 0,-1-1-1 0 0,0 0 0 0 0,0-1 0 0 0,-2 0 0 0 0,0-1 1 0 0,-1 0-1 0 0,8-18 0 0 0,-7 9 79 0 0,0-1 0 0 0,-2 0 1 0 0,0 0-1 0 0,-2-1 0 0 0,-1 0 0 0 0,-1 0 1 0 0,-1 0-1 0 0,-3-44 0 0 0,-6-5 710 0 0,7 74-719 0 0,-2-2-34 0 0,3 3-36 0 0,-1 0 0 0 0,0 0 1 0 0,0-1-1 0 0,0 1 0 0 0,0 0 1 0 0,0 0-1 0 0,0 0 0 0 0,0-1 1 0 0,0 1-1 0 0,0 0 0 0 0,0 0 1 0 0,0 0-1 0 0,0 0 0 0 0,0-1 1 0 0,0 1-1 0 0,0 0 0 0 0,-1 0 0 0 0,1 0 1 0 0,0-1-1 0 0,0 1 0 0 0,0 0 1 0 0,0 0-1 0 0,0 0 0 0 0,0 0 1 0 0,0-1-1 0 0,-1 1 0 0 0,1 0 1 0 0,0 0-1 0 0,0 0 0 0 0,0 0 1 0 0,0 0-1 0 0,0 0 0 0 0,-1 0 1 0 0,1-1-1 0 0,0 1 0 0 0,0 0 1 0 0,0 0-1 0 0,-1 0 0 0 0,1 0 1 0 0,0 0-1 0 0,0 0 0 0 0,0 0 0 0 0,0 0 1 0 0,-1 0-1 0 0,1 0 0 0 0,0 0 1 0 0,0 0-1 0 0,0 0 0 0 0,-1 0 1 0 0,1 0-1 0 0,0 0 0 0 0,0 0 1 0 0,-11 20 7 0 0,2 1 1 0 0,0-1 0 0 0,2 1 0 0 0,0 1-1 0 0,1 0 1 0 0,1-1 0 0 0,-3 35 0 0 0,6-26-5 0 0,0 0 0 0 0,2 0 0 0 0,1-1 0 0 0,2 1 0 0 0,8 38 0 0 0,-8-55 1 0 0,0-1 1 0 0,2 1 0 0 0,-1-1 0 0 0,1 0 0 0 0,1 0-1 0 0,1-1 1 0 0,-1 0 0 0 0,2 0 0 0 0,-1 0 0 0 0,2-1-1 0 0,-1 0 1 0 0,1 0 0 0 0,1-1 0 0 0,-1-1-1 0 0,2 1 1 0 0,15 9 0 0 0,-18-14-14 0 0,0 0-1 0 0,0 0 1 0 0,0 0 0 0 0,0-1-1 0 0,1-1 1 0 0,-1 1 0 0 0,1-1-1 0 0,-1-1 1 0 0,1 0 0 0 0,0 0-1 0 0,0 0 1 0 0,0-1 0 0 0,0-1-1 0 0,-1 1 1 0 0,1-2 0 0 0,0 1-1 0 0,0-1 1 0 0,-1 0 0 0 0,1-1-1 0 0,-1 0 1 0 0,0 0 0 0 0,0-1-1 0 0,0 0 1 0 0,0 0 0 0 0,7-7-1 0 0,-2 3 57 0 0,-1-1-1 0 0,-1-1 0 0 0,1 0 1 0 0,-2-1-1 0 0,1 0 0 0 0,-2-1 0 0 0,1 0 1 0 0,-2 0-1 0 0,1-1 0 0 0,-2 0 1 0 0,0-1-1 0 0,0 1 0 0 0,-1-1 1 0 0,-1-1-1 0 0,0 1 0 0 0,-1-1 1 0 0,-1 1-1 0 0,0-1 0 0 0,0-22 0 0 0,-2 36-38 0 0,-1 0-1 0 0,0 1 0 0 0,0-1 0 0 0,0 0 0 0 0,0 0 0 0 0,0 0 0 0 0,0 0 1 0 0,0 1-1 0 0,0-1 0 0 0,0 0 0 0 0,-1 0 0 0 0,1 0 0 0 0,0 1 0 0 0,0-1 1 0 0,-1 0-1 0 0,1 0 0 0 0,-1 1 0 0 0,1-1 0 0 0,-1 0 0 0 0,1 1 0 0 0,-1-1 1 0 0,1 1-1 0 0,-1-1 0 0 0,0-1 0 0 0,0 2-6 0 0,0 0 0 0 0,0 0 1 0 0,0 0-1 0 0,1 1 0 0 0,-1-1 0 0 0,0 0 1 0 0,0 0-1 0 0,1 0 0 0 0,-1 0 0 0 0,0 1 1 0 0,0-1-1 0 0,1 0 0 0 0,-1 1 0 0 0,0-1 1 0 0,1 1-1 0 0,-1-1 0 0 0,0 1 0 0 0,1-1 1 0 0,-1 1-1 0 0,0 0 0 0 0,-2 2-5 0 0,0 0 1 0 0,0 0-1 0 0,0 1 0 0 0,0-1 0 0 0,1 1 0 0 0,0 0 1 0 0,0-1-1 0 0,-4 8 0 0 0,0 18 18 0 0,1 0 0 0 0,0-1-1 0 0,3 1 1 0 0,0 1 0 0 0,3 32 0 0 0,22 149 25 0 0,-12-135-60 0 0,2 93 1 0 0,-13-152 12 0 0,-1 0 0 0 0,-1 0 1 0 0,0 0-1 0 0,-1 0 0 0 0,-8 25 1 0 0,10-38 9 0 0,0 0 1 0 0,0-1-1 0 0,-1 1 1 0 0,1 0-1 0 0,-1 0 1 0 0,0-1-1 0 0,0 1 1 0 0,-1-1-1 0 0,1 0 1 0 0,-1 1-1 0 0,1-1 1 0 0,-1 0 0 0 0,0 0-1 0 0,0-1 1 0 0,0 1-1 0 0,0-1 1 0 0,-1 1-1 0 0,1-1 1 0 0,-1 0-1 0 0,0-1 1 0 0,1 1-1 0 0,-1 0 1 0 0,0-1-1 0 0,0 0 1 0 0,0 0-1 0 0,0 0 1 0 0,-7 0-1 0 0,8-1 1 0 0,1 1-1 0 0,-1-1 0 0 0,0-1 1 0 0,1 1-1 0 0,-1 0 0 0 0,0-1 0 0 0,1 1 1 0 0,-1-1-1 0 0,0 0 0 0 0,1 0 1 0 0,-1 0-1 0 0,1 0 0 0 0,-1 0 1 0 0,1-1-1 0 0,0 1 0 0 0,0-1 0 0 0,-1 1 1 0 0,1-1-1 0 0,0 0 0 0 0,0 0 1 0 0,1 0-1 0 0,-1 0 0 0 0,0 0 0 0 0,1 0 1 0 0,-1 0-1 0 0,1-1 0 0 0,0 1 1 0 0,-1-1-1 0 0,1 1 0 0 0,0-1 0 0 0,1 1 1 0 0,-1-1-1 0 0,0 0 0 0 0,1 1 1 0 0,0-1-1 0 0,-1 0 0 0 0,1 1 0 0 0,0-1 1 0 0,0 0-1 0 0,1 0 0 0 0,0-3 1 0 0,0-8-20 0 0,2-1 0 0 0,0 1 0 0 0,0 1 0 0 0,1-1 0 0 0,1 0 0 0 0,9-17 0 0 0,10-12-105 0 0,2 2 1 0 0,2 0-1 0 0,1 2 0 0 0,50-50 1 0 0,-17 28-146 0 0,106-82 1 0 0,-71 64 687 0 0,-86 72 265 0 0,-6 10-369 0 0,-7 21-328 0 0,0 12-74 0 0,4-29 63 0 0,1 0 1 0 0,-1 0 0 0 0,1-1-1 0 0,0 1 1 0 0,1-1 0 0 0,0 1-1 0 0,0-1 1 0 0,0 0 0 0 0,0 0-1 0 0,1-1 1 0 0,0 0 0 0 0,11 10-1 0 0,-13-13 27 0 0,0 0 0 0 0,-1 1 0 0 0,1-1 0 0 0,0 0-1 0 0,1-1 1 0 0,-1 1 0 0 0,0 0 0 0 0,0-1 0 0 0,1 0 0 0 0,-1 0-1 0 0,1 0 1 0 0,-1 0 0 0 0,1 0 0 0 0,-1-1 0 0 0,1 0 0 0 0,-1 1-1 0 0,1-1 1 0 0,0-1 0 0 0,-1 1 0 0 0,1 0 0 0 0,-1-1 0 0 0,1 0-1 0 0,-1 0 1 0 0,1 0 0 0 0,-1 0 0 0 0,0 0 0 0 0,6-4 0 0 0,-7 4 17 0 0,0-1 1 0 0,-1 0-1 0 0,1 1 1 0 0,-1-1-1 0 0,1 0 1 0 0,-1 0-1 0 0,0 0 1 0 0,0 0-1 0 0,0 0 1 0 0,0 0-1 0 0,0-1 1 0 0,0 1-1 0 0,-1 0 1 0 0,1 0 0 0 0,-1-1-1 0 0,1 1 1 0 0,-1 0-1 0 0,0 0 1 0 0,0-1-1 0 0,0 1 1 0 0,0-1-1 0 0,0 1 1 0 0,0 0-1 0 0,-1 0 1 0 0,1-1-1 0 0,-1 1 1 0 0,-1-2-1 0 0,1-2 2 0 0,-1 0 0 0 0,-1 0 0 0 0,1 0 0 0 0,-1 0-1 0 0,0 1 1 0 0,0-1 0 0 0,0 1 0 0 0,-1 0-1 0 0,-6-7 1 0 0,2 3-236 0 0,7 7-16 0 0,-1 0 1 0 0,1 0-1 0 0,-1 0 0 0 0,1 1 1 0 0,-1-1-1 0 0,0 0 1 0 0,0 1-1 0 0,0 0 1 0 0,0-1-1 0 0,0 1 0 0 0,0 0 1 0 0,-4-2-1 0 0,4 3-822 0 0</inkml:trace>
</inkml:ink>
</file>

<file path=ppt/ink/ink2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1:57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38 580 0 0,'7'1'238'0'0,"0"0"1"0"0,0 1-1 0 0,0-1 0 0 0,-1 2 1 0 0,1-1-1 0 0,0 1 0 0 0,-1 0 1 0 0,0 0-1 0 0,0 1 0 0 0,0-1 1 0 0,0 1-1 0 0,0 1 0 0 0,-1-1 0 0 0,0 1 1 0 0,0 0-1 0 0,0 0 0 0 0,-1 1 1 0 0,1-1-1 0 0,-1 1 0 0 0,-1 0 1 0 0,1 0-1 0 0,-1 1 0 0 0,0-1 1 0 0,2 8-1 0 0,12 41 598 0 0,-17-52-793 0 0,1 0 1 0 0,-1-1-1 0 0,1 1 0 0 0,-1 0 0 0 0,0-1 0 0 0,0 1 1 0 0,0 0-1 0 0,0-1 0 0 0,-1 1 0 0 0,1 0 0 0 0,-1-1 0 0 0,0 1 1 0 0,0 0-1 0 0,0-1 0 0 0,0 1 0 0 0,0-1 0 0 0,0 0 1 0 0,-3 4-1 0 0,3-5 61 0 0,1-1-97 0 0,0 0-1 0 0,0 1 0 0 0,0-1 0 0 0,0 0 0 0 0,0 0 0 0 0,0 1 0 0 0,0-1 0 0 0,0 0 0 0 0,0 0 0 0 0,-1 0 0 0 0,1 1 1 0 0,0-1-1 0 0,0 0 0 0 0,0 0 0 0 0,0 0 0 0 0,0 0 0 0 0,-1 0 0 0 0,1 1 0 0 0,0-1 0 0 0,0 0 0 0 0,0 0 0 0 0,-1 0 1 0 0,1 0-1 0 0,0 0 0 0 0,0 0 0 0 0,0 0 0 0 0,-1 0 0 0 0,1 1 0 0 0,0-1 0 0 0,0 0 0 0 0,-1 0 0 0 0,1 0 0 0 0,0 0 1 0 0,0 0-1 0 0,-1 0 0 0 0,1 0 0 0 0,0 0 0 0 0,0-1 0 0 0,0 1 0 0 0,-1 0 0 0 0,1 0 0 0 0,0 0 0 0 0,0 0 0 0 0,0 0 1 0 0,-1 0-1 0 0,1 0 0 0 0,0 0 0 0 0,0-1 0 0 0,0 1 0 0 0,-1 0 0 0 0,1 0 0 0 0,0 0 0 0 0,0 0 0 0 0,0-1 0 0 0,0 1 1 0 0,0 0-1 0 0,-1 0 0 0 0,-12-10 204 0 0,12 9-238 0 0,0-1 39 0 0,0 0 0 0 0,0 0 0 0 0,1 0 0 0 0,-1 1 0 0 0,0-1 1 0 0,1 0-1 0 0,0 0 0 0 0,-1 0 0 0 0,1 0 0 0 0,0 0 0 0 0,0 0 0 0 0,0 0 0 0 0,0 0 1 0 0,1 0-1 0 0,-1 0 0 0 0,0 0 0 0 0,1 0 0 0 0,0-3 0 0 0,15-33 49 0 0,-8 23-53 0 0,0 2 0 0 0,1-1 0 0 0,1 1 0 0 0,0 1 0 0 0,1 0 0 0 0,0 0 0 0 0,1 1 1 0 0,1 0-1 0 0,-1 1 0 0 0,1 1 0 0 0,1 0 0 0 0,28-14 0 0 0,-39 22-18 0 0,0 0 0 0 0,0 0 0 0 0,0 0-1 0 0,0 1 1 0 0,0-1 0 0 0,0 1 0 0 0,0 0-1 0 0,0 0 1 0 0,0 0 0 0 0,0 0 0 0 0,0 0 0 0 0,0 1-1 0 0,0-1 1 0 0,0 1 0 0 0,0 0 0 0 0,0 0 0 0 0,0 0-1 0 0,0 0 1 0 0,-1 1 0 0 0,1-1 0 0 0,0 1 0 0 0,-1 0-1 0 0,1-1 1 0 0,-1 1 0 0 0,0 0 0 0 0,0 0-1 0 0,1 1 1 0 0,-1-1 0 0 0,-1 0 0 0 0,1 1 0 0 0,0-1-1 0 0,-1 1 1 0 0,1 0 0 0 0,-1-1 0 0 0,0 1 0 0 0,1 0-1 0 0,-1 0 1 0 0,0 4 0 0 0,2 0-36 0 0,-2-1 1 0 0,1 1-1 0 0,-1 0 0 0 0,0 0 1 0 0,0 0-1 0 0,-1 0 0 0 0,0 0 1 0 0,0 0-1 0 0,-1 0 1 0 0,1 0-1 0 0,-2 0 0 0 0,1 0 1 0 0,-1 0-1 0 0,0 0 0 0 0,-5 11 1 0 0,-11 9-4315 0 0</inkml:trace>
</inkml:ink>
</file>

<file path=ppt/ink/ink2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1:58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1 408 0 0,'5'1'7376'0'0,"-5"-1"-7204"0"0,1 33 2358 0 0,-5 63-2476 0 0,3-77 772 0 0,1 278 1357 0 0,4-122-2423 0 0,-4-158-585 0 0,1-7-1064 0 0,-1-3-3988 0 0</inkml:trace>
</inkml:ink>
</file>

<file path=ppt/ink/ink2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1:58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2 314 56 0 0,'11'-6'378'0'0,"1"-1"0"0"0,-2 0-1 0 0,1-1 1 0 0,-1 0 0 0 0,0 0 0 0 0,-1-1-1 0 0,0-1 1 0 0,0 0 0 0 0,-1 0 0 0 0,0 0-1 0 0,-1-1 1 0 0,0 0 0 0 0,-1-1 0 0 0,0 1-1 0 0,-1-1 1 0 0,0 0 0 0 0,-1 0 0 0 0,-1-1 0 0 0,0 0-1 0 0,0 1 1 0 0,-1-1 0 0 0,-1 0 0 0 0,0 0-1 0 0,0 0 1 0 0,-2 0 0 0 0,-1-13 0 0 0,2 24-218 0 0,1-5 7 0 0,-1 7-159 0 0,0 0 0 0 0,0 0-1 0 0,0 0 1 0 0,0 0-1 0 0,0 0 1 0 0,-1 0 0 0 0,1 0-1 0 0,0 0 1 0 0,0 0 0 0 0,0 0-1 0 0,0 0 1 0 0,0 1-1 0 0,0-1 1 0 0,0 0 0 0 0,0 0-1 0 0,0 0 1 0 0,-1 0 0 0 0,1 0-1 0 0,0 0 1 0 0,0 0-1 0 0,0 0 1 0 0,0 0 0 0 0,0 0-1 0 0,0 0 1 0 0,0 0 0 0 0,-1 0-1 0 0,1 0 1 0 0,0 0-1 0 0,0 0 1 0 0,0 0 0 0 0,0 0-1 0 0,0 0 1 0 0,0 0 0 0 0,0 0-1 0 0,0 0 1 0 0,-1-1-1 0 0,1 1 1 0 0,0 0 0 0 0,0 0-1 0 0,0 0 1 0 0,0 0-1 0 0,0 0 1 0 0,0 0 0 0 0,0 0-1 0 0,0 0 1 0 0,0 0 0 0 0,0 0-1 0 0,0 0 1 0 0,0-1-1 0 0,-1 1 1 0 0,1 0 0 0 0,0 0-1 0 0,0 0 1 0 0,0 0 0 0 0,0 0-1 0 0,0 0 1 0 0,0 0-1 0 0,0 0 1 0 0,0-1 0 0 0,0 1-1 0 0,-13 16 12 0 0,0 1-1 0 0,1 0 0 0 0,0 0 1 0 0,2 1-1 0 0,0 0 0 0 0,1 1 1 0 0,1 1-1 0 0,1-1 0 0 0,-6 22 1 0 0,-2 18 55 0 0,-15 118 1 0 0,30-176-72 0 0,-2 14 2 0 0,1 1 0 0 0,0-1 0 0 0,1 1 0 0 0,3 19 0 0 0,-3-32 37 0 0,0 0 0 0 0,1 0-1 0 0,-1-1 1 0 0,1 1 0 0 0,0 0 0 0 0,-1-1 0 0 0,1 1 0 0 0,0-1-1 0 0,0 1 1 0 0,1-1 0 0 0,-1 1 0 0 0,1-1 0 0 0,-1 0 0 0 0,1 0-1 0 0,0 0 1 0 0,-1 0 0 0 0,1 0 0 0 0,0 0 0 0 0,0 0 0 0 0,1 0-1 0 0,-1-1 1 0 0,0 1 0 0 0,1-1 0 0 0,-1 0 0 0 0,0 0 0 0 0,1 1-1 0 0,0-2 1 0 0,-1 1 0 0 0,1 0 0 0 0,-1 0 0 0 0,1-1 0 0 0,0 0-1 0 0,4 1 1 0 0,174-4 1737 0 0,-104 16-11511 0 0,-73-13 6986 0 0</inkml:trace>
</inkml:ink>
</file>

<file path=ppt/ink/ink2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1:58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8 476 0 0,'3'-1'550'0'0,"1"-1"-1"0"0,-1 1 1 0 0,1 0 0 0 0,-1 0-1 0 0,1 1 1 0 0,0-1 0 0 0,-1 1-1 0 0,1-1 1 0 0,0 1 0 0 0,-1 0-1 0 0,6 1 1 0 0,43 6 2447 0 0,47 5-770 0 0,-3-2-3365 0 0,-95-9 431 0 0,11-5-1347 0 0</inkml:trace>
</inkml:ink>
</file>

<file path=ppt/ink/ink2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1:59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0 1564 0 0,'-12'0'1464'0'0,"3"0"1001"0"0,-10 0-189 0 0,7 0-360 0 0,-1 0-1000 0 0,-1 0-2348 0 0</inkml:trace>
</inkml:ink>
</file>

<file path=ppt/ink/ink2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2:17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12 180 0 0,'19'-11'7264'0'0,"-9"10"-972"0"0,-11 65-5671 0 0,-2 0 0 0 0,-23 115 0 0 0,23-163-1056 0 0,-1-1 0 0 0,0 1 0 0 0,-1-1 1 0 0,-1 0-1 0 0,-9 15 0 0 0,12-23-551 0 0,-1 0 0 0 0,-1 0-1 0 0,0-1 1 0 0,0 1 0 0 0,0-1 0 0 0,0-1 0 0 0,-8 7-1 0 0,4-4-1881 0 0</inkml:trace>
</inkml:ink>
</file>

<file path=ppt/ink/ink2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2:17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1 115 364 0 0,'0'0'1045'0'0,"18"-1"4048"0"0,73-4-3992 0 0,578-54 1551 0 0,-166 12-1519 0 0,-501 47-1102 0 0,-1-1 1 0 0,1 1-1 0 0,-1 0 0 0 0,1 0 0 0 0,0-1 0 0 0,-1 1 0 0 0,1 0 0 0 0,0 0 0 0 0,-1 1 0 0 0,1-1 0 0 0,-1 0 1 0 0,1 1-1 0 0,0-1 0 0 0,-1 0 0 0 0,1 1 0 0 0,-1 0 0 0 0,1-1 0 0 0,1 2 0 0 0,-3 0-17 0 0,0-1 0 0 0,0 0 1 0 0,0 0-1 0 0,0 1 0 0 0,0-1 0 0 0,-1 0 0 0 0,1 1 0 0 0,0-1 0 0 0,-1 0 0 0 0,1 0 0 0 0,-1 0 0 0 0,1 1 1 0 0,-1-1-1 0 0,0 0 0 0 0,1 0 0 0 0,-2 1 0 0 0,-13 31 27 0 0,14-30-35 0 0,0 0 0 0 0,1 0 0 0 0,-1 1-1 0 0,1-1 1 0 0,0 0 0 0 0,-1 1 0 0 0,2-1 0 0 0,-1 0 0 0 0,0 0 0 0 0,1 1 0 0 0,-1-1 0 0 0,1 0 0 0 0,0 0-1 0 0,0 0 1 0 0,0 1 0 0 0,0-1 0 0 0,1 0 0 0 0,-1-1 0 0 0,1 1 0 0 0,0 0 0 0 0,0 0 0 0 0,0-1 0 0 0,0 1 0 0 0,0-1-1 0 0,1 0 1 0 0,-1 1 0 0 0,4 1 0 0 0,-1 0 84 0 0,1 0-1 0 0,-1-1 1 0 0,1 0 0 0 0,0 0-1 0 0,0 0 1 0 0,0-1 0 0 0,0 0-1 0 0,0 0 1 0 0,0 0 0 0 0,1-1-1 0 0,-1 0 1 0 0,11 0 0 0 0,-16-1-31 0 0,1 0 1 0 0,-1 0 0 0 0,1 0-1 0 0,-1 0 1 0 0,1-1-1 0 0,-1 1 1 0 0,1-1 0 0 0,-1 1-1 0 0,1-1 1 0 0,-1 0 0 0 0,0 0-1 0 0,1 1 1 0 0,-1-1 0 0 0,0 0-1 0 0,0 0 1 0 0,0 0 0 0 0,1 0-1 0 0,-1 0 1 0 0,0-1 0 0 0,0 1-1 0 0,-1 0 1 0 0,1 0 0 0 0,0-1-1 0 0,0 1 1 0 0,-1 0-1 0 0,1-1 1 0 0,0 1 0 0 0,-1-1-1 0 0,0 1 1 0 0,1-1 0 0 0,-1 1-1 0 0,0-1 1 0 0,0 1 0 0 0,0-1-1 0 0,0 1 1 0 0,0-1 0 0 0,0 1-1 0 0,0-1 1 0 0,0 1 0 0 0,0-1-1 0 0,-1 1 1 0 0,0-3 0 0 0,0-3 102 0 0,-1-1 0 0 0,1 1 0 0 0,-1-1 0 0 0,-1 1 0 0 0,0 0 0 0 0,-6-12 0 0 0,6 13-194 0 0,-1 1 0 0 0,0 0 0 0 0,0 0 0 0 0,-1 0 0 0 0,1 1 0 0 0,-1-1 0 0 0,0 1-1 0 0,0 0 1 0 0,-11-6 0 0 0,11 8-444 0 0,0 0-1 0 0,0 0 1 0 0,0 0-1 0 0,1 0 1 0 0,-2 1-1 0 0,1 0 1 0 0,-7-1-1 0 0,9 2-1988 0 0,-19 9-5319 0 0</inkml:trace>
</inkml:ink>
</file>

<file path=ppt/ink/ink2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2:18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56 700 0 0,'7'-36'10954'0'0,"-7"35"-10859"0"0,0 0-1 0 0,-1 0 0 0 0,0 0 0 0 0,1-1 1 0 0,-1 1-1 0 0,0 0 0 0 0,1 0 0 0 0,-1 0 0 0 0,0 1 1 0 0,0-1-1 0 0,0 0 0 0 0,0 0 0 0 0,0 0 1 0 0,0 1-1 0 0,0-1 0 0 0,0 0 0 0 0,0 1 1 0 0,0-1-1 0 0,0 1 0 0 0,0-1 0 0 0,-1 1 0 0 0,1 0 1 0 0,0-1-1 0 0,0 1 0 0 0,0 0 0 0 0,-1 0 1 0 0,0 0-1 0 0,-4 0 37 0 0,-1 0 0 0 0,1 0 1 0 0,0 1-1 0 0,0 0 0 0 0,0 0 0 0 0,-6 3 0 0 0,-13 4 163 0 0,-42 22 0 0 0,56-24-174 0 0,0 0 0 0 0,0 0 0 0 0,-18 17 0 0 0,25-20-101 0 0,1 0-1 0 0,-1 0 1 0 0,1 1-1 0 0,0-1 1 0 0,0 1-1 0 0,1 0 1 0 0,-1 0-1 0 0,1 0 1 0 0,0 0-1 0 0,0 0 1 0 0,0 0-1 0 0,-2 9 1 0 0,3-10-33 0 0,16 17-56 0 0,-1-17 13 0 0,0 1-1 0 0,1-2 1 0 0,-1 0-1 0 0,1 0 1 0 0,-1-2 0 0 0,1 0-1 0 0,0 0 1 0 0,17-4-1 0 0,23 1-1335 0 0,42 6-7005 0 0,-71-5 4950 0 0</inkml:trace>
</inkml:ink>
</file>

<file path=ppt/ink/ink2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2:20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1 664 200 0 0,'0'0'11804'0'0,"-1"-7"-10969"0"0,1 2-688 0 0,1 0 0 0 0,0 0 1 0 0,-1 0-1 0 0,2 0 0 0 0,-1 0 0 0 0,0 1 0 0 0,1-1 0 0 0,0 0 1 0 0,0 1-1 0 0,0-1 0 0 0,1 1 0 0 0,0 0 0 0 0,-1 0 0 0 0,2 0 1 0 0,-1 0-1 0 0,0 0 0 0 0,1 1 0 0 0,-1-1 0 0 0,1 1 0 0 0,5-3 0 0 0,19-16 123 0 0,2 2 0 0 0,0 2-1 0 0,1 0 1 0 0,1 2-1 0 0,0 1 1 0 0,1 2-1 0 0,1 2 1 0 0,0 0-1 0 0,0 2 1 0 0,1 2-1 0 0,41-3 1 0 0,-67 9-265 0 0,0 2 1 0 0,-1-1 0 0 0,1 1-1 0 0,-1 0 1 0 0,1 1-1 0 0,-1 0 1 0 0,1 1 0 0 0,-1-1-1 0 0,0 2 1 0 0,0-1-1 0 0,0 1 1 0 0,-1 0 0 0 0,0 1-1 0 0,1-1 1 0 0,-1 1-1 0 0,9 10 1 0 0,-12-12-26 0 0,-1 0-1 0 0,0 1 1 0 0,0-1 0 0 0,0 1-1 0 0,-1 0 1 0 0,1 0 0 0 0,-1 0-1 0 0,0 0 1 0 0,0 0 0 0 0,0 1-1 0 0,-1-1 1 0 0,0 1 0 0 0,0-1-1 0 0,0 1 1 0 0,0-1 0 0 0,0 1-1 0 0,-1 0 1 0 0,0-1 0 0 0,0 1 0 0 0,0-1-1 0 0,-1 1 1 0 0,0 0 0 0 0,1-1-1 0 0,-2 1 1 0 0,1-1 0 0 0,0 1-1 0 0,-1-1 1 0 0,0 0 0 0 0,0 0-1 0 0,0 0 1 0 0,0 0 0 0 0,-5 5-1 0 0,1-1 7 0 0,-1 0-1 0 0,0 0 0 0 0,0 0 0 0 0,-1-1 0 0 0,0 0 0 0 0,0-1 0 0 0,0 0 1 0 0,-1 0-1 0 0,0-1 0 0 0,-11 5 0 0 0,19-9-7 0 0,8-3-865 0 0,22-3 616 0 0,160-36-809 0 0,-162 34 977 0 0,0-2-1 0 0,0-1 1 0 0,-1-1 0 0 0,46-27 0 0 0,-64 33 100 0 0,-1 0 0 0 0,1-1 0 0 0,-1 0 0 0 0,-1 0 0 0 0,1 0 0 0 0,-1-1-1 0 0,0 0 1 0 0,0 0 0 0 0,-1 0 0 0 0,0-1 0 0 0,-1 0 0 0 0,1 0 0 0 0,4-14-1 0 0,-9 21 3 0 0,1 0 1 0 0,-1-1-1 0 0,0 1 0 0 0,0 0 0 0 0,0-1 0 0 0,0 1 0 0 0,0 0 0 0 0,0-1 0 0 0,0 1 0 0 0,-1 0 0 0 0,1 0 0 0 0,0-1 0 0 0,-1 1 0 0 0,1 0 0 0 0,-1-1 0 0 0,1 1 0 0 0,-1 0 1 0 0,0 0-1 0 0,1 0 0 0 0,-1 0 0 0 0,0 0 0 0 0,0 0 0 0 0,0 0 0 0 0,0 0 0 0 0,0 0 0 0 0,0 0 0 0 0,0 0 0 0 0,0 1 0 0 0,0-1 0 0 0,0 0 0 0 0,-1 1 0 0 0,-1-2 0 0 0,1 1-6 0 0,-1 0 0 0 0,1 0 0 0 0,-1 0-1 0 0,1 1 1 0 0,-1-1 0 0 0,1 1 0 0 0,-1-1 0 0 0,1 1-1 0 0,-1 0 1 0 0,1 0 0 0 0,-1 0 0 0 0,0 0-1 0 0,1 1 1 0 0,-1-1 0 0 0,1 0 0 0 0,-1 1-1 0 0,-2 1 1 0 0,-1 1-2 0 0,1 0-1 0 0,0 0 1 0 0,-1 0-1 0 0,1 1 1 0 0,1 0-1 0 0,-1 0 1 0 0,1 0-1 0 0,-1 1 1 0 0,1 0 0 0 0,0-1-1 0 0,1 1 1 0 0,-1 1-1 0 0,1-1 1 0 0,0 0-1 0 0,0 1 1 0 0,1 0-1 0 0,0-1 1 0 0,0 1 0 0 0,0 0-1 0 0,1 0 1 0 0,-1 0-1 0 0,1 0 1 0 0,1 1-1 0 0,-1-1 1 0 0,1 0-1 0 0,0 0 1 0 0,1 0 0 0 0,1 9-1 0 0,-2-13 4 0 0,1 1-1 0 0,0-1 1 0 0,0 0-1 0 0,0 1 1 0 0,0-1-1 0 0,0 0 1 0 0,0 0-1 0 0,1 0 1 0 0,-1 0 0 0 0,1 0-1 0 0,-1 0 1 0 0,1 0-1 0 0,0 0 1 0 0,0-1-1 0 0,0 1 1 0 0,0 0-1 0 0,0-1 1 0 0,0 0 0 0 0,0 1-1 0 0,0-1 1 0 0,0 0-1 0 0,1 0 1 0 0,-1-1-1 0 0,1 1 1 0 0,2 0-1 0 0,2 1 5 0 0,0 0 0 0 0,0-1 0 0 0,0 0 0 0 0,0 0-1 0 0,1-1 1 0 0,-1 0 0 0 0,9-1 0 0 0,1-2 47 0 0,-1-1 0 0 0,-1-1 1 0 0,1 0-1 0 0,-1-1 1 0 0,0 0-1 0 0,0-1 0 0 0,19-13 1 0 0,1-4 771 0 0,52-46 1 0 0,-15 15 1048 0 0,-71 54-1717 0 0,20 23-35 0 0,6 43-152 0 0,-26-63-44 0 0,14 8-313 0 0,157-4-2131 0 0,-159-7 2481 0 0,0-1 1 0 0,-1 0-1 0 0,1 0 1 0 0,0-2-1 0 0,-1 1 0 0 0,1-2 1 0 0,-1 0-1 0 0,0 0 1 0 0,0-1-1 0 0,-1 0 1 0 0,0-1-1 0 0,0-1 1 0 0,-1 0-1 0 0,1 0 0 0 0,15-17 1 0 0,0-4 33 0 0,0 0 0 0 0,-2-2-1 0 0,-1-1 1 0 0,18-35 0 0 0,-21 28 192 0 0,-1-2 0 0 0,-3-1 0 0 0,14-49 0 0 0,-30 91-168 0 0,0 0 0 0 0,0-1 0 0 0,0 1-1 0 0,0 0 1 0 0,0 0 0 0 0,0-1 0 0 0,1 1 0 0 0,-1 0 0 0 0,0 0-1 0 0,0-1 1 0 0,0 1 0 0 0,0 0 0 0 0,0-1 0 0 0,0 1-1 0 0,0 0 1 0 0,0 0 0 0 0,0-1 0 0 0,0 1 0 0 0,0 0 0 0 0,0 0-1 0 0,-1-1 1 0 0,1 1 0 0 0,0 0 0 0 0,0-1 0 0 0,0 1-1 0 0,0 0 1 0 0,0 0 0 0 0,0 0 0 0 0,-1-1 0 0 0,1 1 0 0 0,0 0-1 0 0,0 0 1 0 0,0 0 0 0 0,-1-1 0 0 0,1 1 0 0 0,0 0-1 0 0,0 0 1 0 0,-1 0 0 0 0,1 0 0 0 0,0 0 0 0 0,0-1 0 0 0,-1 1-1 0 0,1 0 1 0 0,-1 0 0 0 0,-16 4 101 0 0,-20 15-89 0 0,25-9-13 0 0,1 0 0 0 0,1 1 1 0 0,-1 0-1 0 0,2 1 1 0 0,-1 0-1 0 0,2 1 0 0 0,-1 0 1 0 0,2 0-1 0 0,0 1 1 0 0,1 0-1 0 0,0 0 0 0 0,1 0 1 0 0,0 1-1 0 0,-4 27 1 0 0,7-30-45 0 0,0 0 1 0 0,1 0-1 0 0,1 0 0 0 0,0 0 1 0 0,1 0-1 0 0,0 0 1 0 0,0 0-1 0 0,2 0 1 0 0,-1-1-1 0 0,2 1 0 0 0,-1-1 1 0 0,2 1-1 0 0,-1-1 1 0 0,1-1-1 0 0,1 1 0 0 0,0-1 1 0 0,1 0-1 0 0,0 0 1 0 0,10 11-1 0 0,-12-16 17 0 0,0 0 0 0 0,0-1 0 0 0,0 1 0 0 0,1-1 0 0 0,0-1 0 0 0,0 1 0 0 0,0-1 0 0 0,0 0 0 0 0,0 0 0 0 0,1-1-1 0 0,-1 0 1 0 0,1 0 0 0 0,-1 0 0 0 0,1-1 0 0 0,0 0 0 0 0,0-1 0 0 0,0 1 0 0 0,-1-1 0 0 0,1 0 0 0 0,11-2 0 0 0,-8 0 61 0 0,0-1-1 0 0,-1 1 1 0 0,1-1 0 0 0,0-1 0 0 0,-1 0 0 0 0,0-1 0 0 0,0 1-1 0 0,0-2 1 0 0,0 1 0 0 0,-1-1 0 0 0,0 0 0 0 0,14-15 0 0 0,-15 13 128 0 0,0-1 0 0 0,-1 0 0 0 0,0 0 0 0 0,-1 0 0 0 0,6-13 0 0 0,-11 21-56 0 0,0 1-121 0 0,0 0 0 0 0,0-1 0 0 0,0 1 0 0 0,0 0 0 0 0,0 0 0 0 0,0 0 0 0 0,0 0 0 0 0,0-1 0 0 0,0 1 0 0 0,0 0-1 0 0,0 0 1 0 0,0 0 0 0 0,0 0 0 0 0,0-1 0 0 0,0 1 0 0 0,1 0 0 0 0,-1 0 0 0 0,0 0 0 0 0,0 0 0 0 0,0-1 0 0 0,0 1 0 0 0,0 0 0 0 0,0 0 0 0 0,0 0-1 0 0,0 0 1 0 0,1 0 0 0 0,-1 0 0 0 0,0 0 0 0 0,0-1 0 0 0,0 1 0 0 0,0 0 0 0 0,0 0 0 0 0,1 0 0 0 0,-1 0 0 0 0,0 0 0 0 0,0 0 0 0 0,0 0-1 0 0,0 0 1 0 0,1 0 0 0 0,-1 0 0 0 0,0 0 0 0 0,0 0 0 0 0,0 0 0 0 0,0 0 0 0 0,1 0 0 0 0,-1 0 0 0 0,0 0 0 0 0,0 0 0 0 0,0 0 0 0 0,0 0 0 0 0,1 0-1 0 0,-1 0 1 0 0,0 0 0 0 0,0 0 0 0 0,0 0 0 0 0,0 1 0 0 0,0-1 0 0 0,1 0 0 0 0,-1 0 0 0 0,0 0 0 0 0,0 0 0 0 0,0 0 0 0 0,0 1 0 0 0,5 16-35 0 0,-4-13 7 0 0,-6 32-257 0 0,14 40-698 0 0,-9-75 881 0 0,17 27-582 0 0,-6-30 672 0 0,-1 0 1 0 0,1-1-1 0 0,-1 0 1 0 0,0-1-1 0 0,0 0 1 0 0,-1 0-1 0 0,12-7 1 0 0,25-11 246 0 0,-45 22-203 0 0,13-1 53 0 0,-9 2-75 0 0,-1 1 1 0 0,0 0-1 0 0,0 0 0 0 0,0 1 1 0 0,0-1-1 0 0,0 1 0 0 0,-1 0 1 0 0,1 0-1 0 0,4 5 0 0 0,23 16-1547 0 0,-27-23 704 0 0,0 0 0 0 0,0 0-1 0 0,1-1 1 0 0,-1 1-1 0 0,0-1 1 0 0,0 0 0 0 0,0-1-1 0 0,6 0 1 0 0,-7 1-260 0 0</inkml:trace>
</inkml:ink>
</file>

<file path=ppt/ink/ink2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2:20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52 976 0 0,'0'0'9000'0'0,"-5"2"-8590"0"0,2 0-298 0 0,0-1 1 0 0,-1 2 0 0 0,1-1 0 0 0,0 0 0 0 0,0 0 0 0 0,0 1-1 0 0,1 0 1 0 0,-1 0 0 0 0,1 0 0 0 0,-1 0 0 0 0,-1 3-1 0 0,3-4-89 0 0,0-1-1 0 0,0 0 1 0 0,1 1-1 0 0,-1-1 1 0 0,0 0-1 0 0,1 1 0 0 0,-1-1 1 0 0,1 1-1 0 0,0-1 1 0 0,-1 1-1 0 0,1-1 0 0 0,0 1 1 0 0,0-1-1 0 0,0 1 1 0 0,0-1-1 0 0,0 1 0 0 0,0-1 1 0 0,1 1-1 0 0,-1-1 1 0 0,0 1-1 0 0,1-1 0 0 0,-1 1 1 0 0,1-1-1 0 0,0 0 1 0 0,-1 1-1 0 0,1-1 0 0 0,0 0 1 0 0,0 1-1 0 0,0-1 1 0 0,0 0-1 0 0,0 0 0 0 0,0 0 1 0 0,0 0-1 0 0,0 0 1 0 0,0 0-1 0 0,2 1 0 0 0,3 1-7 0 0,-1 0-1 0 0,1-1 0 0 0,0 0 0 0 0,0 1 0 0 0,0-2 0 0 0,0 1 0 0 0,0-1 0 0 0,0 0 0 0 0,0 0 0 0 0,1-1 1 0 0,-1 0-1 0 0,0 0 0 0 0,1 0 0 0 0,-1-1 0 0 0,0 0 0 0 0,10-3 0 0 0,-2 1 54 0 0,-1-1 0 0 0,1 0 0 0 0,-1-2 0 0 0,0 1 0 0 0,-1-1 0 0 0,18-12 0 0 0,-15 6 530 0 0,0-1 1 0 0,-1 0-1 0 0,0-1 1 0 0,-2-1-1 0 0,12-16 1 0 0,-19 25 9 0 0,-4 5 81 0 0,-16 48 1285 0 0,-10 35-5827 0 0,24-80 2890 0 0,10 6-2961 0 0</inkml:trace>
</inkml:ink>
</file>

<file path=ppt/ink/ink2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2:20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1712 0 0,'0'0'6781'0'0,"39"-17"-6337"0"0,-20 13-420 0 0,9-2-552 0 0,-2 1-880 0 0,15-1-1521 0 0,-9-1 673 0 0</inkml:trace>
</inkml:ink>
</file>

<file path=ppt/ink/ink2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2:23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89 372 0 0,'18'-24'4250'0'0,"-14"19"-3401"0"0,0 0 1 0 0,0 0 0 0 0,0-1-1 0 0,-1 0 1 0 0,4-8 0 0 0,-7 13-410 0 0,1 0-393 0 0,-1 1 1 0 0,0-1 0 0 0,1 1 0 0 0,-1-1 0 0 0,0 0 0 0 0,0 1 0 0 0,0-1-1 0 0,1 1 1 0 0,-1-1 0 0 0,0 0 0 0 0,0 1 0 0 0,0-1 0 0 0,0 0 0 0 0,0 1-1 0 0,0-1 1 0 0,0 0 0 0 0,-1 1 0 0 0,1-1 0 0 0,0 1 0 0 0,0-1 0 0 0,0 0 0 0 0,0 1-1 0 0,-1-1 1 0 0,1 1 0 0 0,0-1 0 0 0,-1 1 0 0 0,1-1 0 0 0,0 1 0 0 0,-1-1-1 0 0,1 1 1 0 0,-1-1 0 0 0,1 1 0 0 0,-1-1 0 0 0,1 1 0 0 0,-1 0 0 0 0,1-1-1 0 0,-1 1 1 0 0,1 0 0 0 0,-1-1 0 0 0,0 1 0 0 0,1 0 0 0 0,-1 0 0 0 0,1 0-1 0 0,-1 0 1 0 0,-1-1 0 0 0,-19 2-121 0 0,-1 1 0 0 0,1 1 0 0 0,0 1 0 0 0,-1 1 0 0 0,-30 11-1 0 0,50-16 48 0 0,1 1-1 0 0,0-1 1 0 0,-1 1-1 0 0,1-1 0 0 0,0 1 1 0 0,0-1-1 0 0,-1 1 1 0 0,1 0-1 0 0,0 0 0 0 0,0 0 1 0 0,0 0-1 0 0,0 0 1 0 0,0 0-1 0 0,0 0 0 0 0,0 0 1 0 0,1 0-1 0 0,-1 0 1 0 0,0 0-1 0 0,0 0 0 0 0,1 1 1 0 0,-1-1-1 0 0,1 0 1 0 0,-1 1-1 0 0,0 1 0 0 0,2 0-2 0 0,-1-1 0 0 0,0 1 0 0 0,0 0 0 0 0,1-1 0 0 0,-1 1 0 0 0,1-1 0 0 0,0 0 0 0 0,0 1 0 0 0,0-1 0 0 0,0 1 0 0 0,0-1 0 0 0,2 3 0 0 0,6 7-66 0 0,0 0 0 0 0,1-1 0 0 0,17 17-1 0 0,-22-24 51 0 0,52 62-381 0 0,-57-65 425 0 0,1 0 0 0 0,-1-1 0 0 0,0 1 0 0 0,1-1 0 0 0,-1 1 0 0 0,0 0 0 0 0,0-1 0 0 0,1 1 0 0 0,-1 0 0 0 0,0-1 0 0 0,0 1 0 0 0,0 0 0 0 0,0-1 0 0 0,0 1 0 0 0,0 0 0 0 0,0-1 0 0 0,0 1 0 0 0,0 0 0 0 0,0-1 0 0 0,0 1 0 0 0,0 0 0 0 0,-1-1 0 0 0,1 1 0 0 0,0 0-1 0 0,0-1 1 0 0,-1 1 0 0 0,1-1 0 0 0,-1 1 0 0 0,1-1 0 0 0,0 1 0 0 0,-1 0 0 0 0,1-1 0 0 0,-1 1 0 0 0,1-1 0 0 0,-1 0 0 0 0,1 1 0 0 0,-1-1 0 0 0,1 1 0 0 0,-1-1 0 0 0,-1 1 0 0 0,-23 9 87 0 0,3-5 50 0 0,17-3-79 0 0,-1-1 0 0 0,0 0 1 0 0,0 0-1 0 0,0 0 1 0 0,0-1-1 0 0,0 0 0 0 0,0 0 1 0 0,-9-1-1 0 0,13 0-31 0 0,-16-3-261 0 0,10 2-3147 0 0</inkml:trace>
</inkml:ink>
</file>

<file path=ppt/ink/ink2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2:23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1148 0 0,'8'3'13941'0'0</inkml:trace>
</inkml:ink>
</file>

<file path=ppt/ink/ink2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2:26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689 163 380 0 0,'0'-1'190'0'0,"2"-81"7526"0"0,-2 77-7477 0 0,0 0 0 0 0,-1 1-1 0 0,0-1 1 0 0,0 1-1 0 0,0-1 1 0 0,0 1-1 0 0,-1-1 1 0 0,0 1 0 0 0,0 0-1 0 0,0 0 1 0 0,0 0-1 0 0,-1 0 1 0 0,1 0 0 0 0,-1 0-1 0 0,-3-3 1 0 0,1 5-190 0 0,0 1 1 0 0,0-1-1 0 0,0 1 1 0 0,0 0-1 0 0,0 1 1 0 0,0-1-1 0 0,0 1 1 0 0,0 0-1 0 0,0 0 1 0 0,0 1-1 0 0,0 0 1 0 0,-7 1-1 0 0,-38 10 35 0 0,1 1-1 0 0,0 3 0 0 0,1 2 1 0 0,1 3-1 0 0,1 1 1 0 0,-78 50-1 0 0,108-62-69 0 0,-7 4 1 0 0,-1 2 1 0 0,2 0-1 0 0,-24 23 1 0 0,42-36-19 0 0,0 0 1 0 0,0 1 0 0 0,1-1-1 0 0,-1 1 1 0 0,1 0-1 0 0,0 0 1 0 0,1 1-1 0 0,-1-1 1 0 0,0 0 0 0 0,1 1-1 0 0,0-1 1 0 0,0 1-1 0 0,1 0 1 0 0,-1 0-1 0 0,1 0 1 0 0,0 0-1 0 0,0 0 1 0 0,1 0 0 0 0,0 0-1 0 0,-1 0 1 0 0,2 0-1 0 0,-1 0 1 0 0,0 0-1 0 0,3 7 1 0 0,-1-8-9 0 0,0 0 1 0 0,0 0 0 0 0,0 0-1 0 0,1-1 1 0 0,0 1-1 0 0,-1-1 1 0 0,1 0-1 0 0,1 0 1 0 0,-1 0 0 0 0,0 0-1 0 0,1 0 1 0 0,-1-1-1 0 0,1 1 1 0 0,0-1-1 0 0,0 0 1 0 0,0 0 0 0 0,0-1-1 0 0,9 3 1 0 0,7 2-47 0 0,1-1 0 0 0,33 3 1 0 0,-46-7 45 0 0,31 1-35 0 0,1-2 0 0 0,-1-1 1 0 0,0-2-1 0 0,0-2 0 0 0,56-15 0 0 0,102-34-74 0 0,-170 44 171 0 0,1-1 0 0 0,-2-1 1 0 0,0-1-1 0 0,46-32 0 0 0,-67 42 2 0 0,-1-1 0 0 0,1 1 1 0 0,-1-1-1 0 0,0 0 0 0 0,0 0 1 0 0,-1-1-1 0 0,1 1 0 0 0,-1-1 1 0 0,0 1-1 0 0,0-1 0 0 0,-1 0 1 0 0,1 0-1 0 0,-1 0 0 0 0,0 0 1 0 0,0-1-1 0 0,-1 1 0 0 0,2-8 1 0 0,-3 9-28 0 0,0 0 0 0 0,-1-1 1 0 0,1 1-1 0 0,-1 0 1 0 0,0 0-1 0 0,0 0 1 0 0,0 0-1 0 0,-1 0 0 0 0,1 1 1 0 0,-1-1-1 0 0,0 0 1 0 0,0 1-1 0 0,0-1 1 0 0,0 1-1 0 0,-1 0 1 0 0,0-1-1 0 0,1 1 0 0 0,-1 0 1 0 0,0 1-1 0 0,0-1 1 0 0,-1 0-1 0 0,1 1 1 0 0,-7-4-1 0 0,-3-1 33 0 0,0 1 0 0 0,0-1 0 0 0,-1 2 1 0 0,0 0-1 0 0,0 1 0 0 0,-1 0 0 0 0,1 1 0 0 0,-1 1 0 0 0,1 0 0 0 0,-17 0 0 0 0,18 2-371 0 0,0 1 0 0 0,0 0 0 0 0,0 1 0 0 0,0 0 0 0 0,-13 4 0 0 0,18-3-578 0 0,0 0 0 0 0,1 0 0 0 0,-1 0 0 0 0,1 1 0 0 0,-1 0 0 0 0,1 1 0 0 0,1-1 0 0 0,-10 9 0 0 0,9-6-2032 0 0</inkml:trace>
</inkml:ink>
</file>

<file path=ppt/ink/ink2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2:26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529 28 760 0 0,'0'-7'153'0'0,"0"-13"8828"0"0,-3 24-8463 0 0,-51 92 1025 0 0,-6 11-613 0 0,-84 133 444 0 0,40-60-608 0 0,53-93-380 0 0,-42 102 0 0 0,74-139-3673 0 0,27-40 1031 0 0</inkml:trace>
</inkml:ink>
</file>

<file path=ppt/ink/ink2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2:27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12 984 0 0,'12'-11'10692'0'0,"-29"85"-8683"0"0,-8 45-398 0 0,7-41-2442 0 0,8-38-1472 0 0,2 0-4220 0 0,6-30 3352 0 0</inkml:trace>
</inkml:ink>
</file>

<file path=ppt/ink/ink2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2:28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12 224 0 0,'0'0'15352'0'0,"3"1"-15281"0"0,14 2 76 0 0,1-2-1 0 0,-1 0 0 0 0,1-1 0 0 0,-1 0 0 0 0,27-5 0 0 0,47 0 94 0 0,-58 6-241 0 0,-1-1-1 0 0,0-1 0 0 0,33-6 1 0 0,-63 7-194 0 0,24 0-1507 0 0</inkml:trace>
</inkml:ink>
</file>

<file path=ppt/ink/ink2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2:28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26 972 0 0,'0'1'352'0'0,"0"0"0"0"0,-1 0 0 0 0,1 0-1 0 0,0-1 1 0 0,0 1 0 0 0,-1 0 0 0 0,1 0 0 0 0,0 0-1 0 0,0 0 1 0 0,0-1 0 0 0,0 1 0 0 0,0 0 0 0 0,0 0-1 0 0,0 0 1 0 0,1 0 0 0 0,-1-1 0 0 0,0 1 0 0 0,0 0 0 0 0,1 0-1 0 0,-1 0 1 0 0,0-1 0 0 0,1 1 0 0 0,0 1 0 0 0,19 5 2803 0 0,37-15-2976 0 0,-42 5 743 0 0,69-9-411 0 0,5 0-2621 0 0,-31-1-4336 0 0,-39 8 3279 0 0</inkml:trace>
</inkml:ink>
</file>

<file path=ppt/ink/ink2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2:31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398 71 380 0 0,'-1'-16'762'0'0,"1"13"1329"0"0,-16-29 3927 0 0,13 29-5937 0 0,-1 1 1 0 0,1 0-1 0 0,0 0 0 0 0,-1 0 1 0 0,1 1-1 0 0,-1-1 0 0 0,0 1 1 0 0,1 0-1 0 0,-1 0 0 0 0,0 0 1 0 0,0 0-1 0 0,0 1 0 0 0,0 0 1 0 0,1-1-1 0 0,-1 2 0 0 0,0-1 1 0 0,0 0-1 0 0,0 1 0 0 0,0-1 1 0 0,0 1-1 0 0,-7 3 0 0 0,-5 0 46 0 0,-1 1 0 0 0,1 1-1 0 0,-28 14 1 0 0,27-10-40 0 0,0 0 1 0 0,1 1-1 0 0,0 0 0 0 0,0 2 0 0 0,1 0 1 0 0,1 0-1 0 0,0 2 0 0 0,1 0 1 0 0,1 0-1 0 0,0 1 0 0 0,-10 19 0 0 0,20-31-74 0 0,0 1 0 0 0,0 0 0 0 0,0 0 0 0 0,0-1 0 0 0,1 1 0 0 0,0 0 0 0 0,0 1 0 0 0,0-1 0 0 0,1 0 0 0 0,0 0 0 0 0,0 0 0 0 0,0 0 0 0 0,1 0 0 0 0,-1 1 0 0 0,1-1 0 0 0,0 0 0 0 0,1 0 0 0 0,2 6 0 0 0,-2-7 0 0 0,1 0 0 0 0,-1 0 0 0 0,1 0 0 0 0,1 0 0 0 0,-1-1 0 0 0,0 1 1 0 0,1-1-1 0 0,0 0 0 0 0,0 0 0 0 0,0 0 0 0 0,0 0 0 0 0,0-1 0 0 0,0 1 0 0 0,1-1 1 0 0,-1-1-1 0 0,1 1 0 0 0,-1 0 0 0 0,1-1 0 0 0,7 1 0 0 0,1 0 7 0 0,0-1-1 0 0,0-1 0 0 0,0 0 1 0 0,-1 0-1 0 0,1-1 0 0 0,0-1 1 0 0,-1 0-1 0 0,1-1 0 0 0,-1-1 1 0 0,1 0-1 0 0,-1 0 0 0 0,-1-1 1 0 0,1 0-1 0 0,-1-1 0 0 0,0-1 1 0 0,0 0-1 0 0,0 0 0 0 0,-1-1 1 0 0,0 0-1 0 0,-1-1 0 0 0,0 0 1 0 0,0-1-1 0 0,-1 0 0 0 0,0 0 1 0 0,11-20-1 0 0,7-24 845 0 0,-25 52-859 0 0,0 6-25 0 0,10 36 17 0 0,-8-29 6 0 0,0 0 0 0 0,0 0 0 0 0,1 0 1 0 0,1 0-1 0 0,0 0 0 0 0,0-1 0 0 0,1 0 0 0 0,11 14 0 0 0,-13-18 10 0 0,0-1 0 0 0,1 0 0 0 0,-1 0 1 0 0,2 0-1 0 0,-1 0 0 0 0,0-1 0 0 0,1 0 0 0 0,0 0 0 0 0,0-1 0 0 0,0 1 0 0 0,0-1 1 0 0,0 0-1 0 0,1-1 0 0 0,-1 0 0 0 0,1 0 0 0 0,0 0 0 0 0,0-1 0 0 0,0 0 1 0 0,-1 0-1 0 0,1-1 0 0 0,0 0 0 0 0,0 0 0 0 0,0-1 0 0 0,0 1 0 0 0,0-2 0 0 0,0 1 1 0 0,-1-1-1 0 0,1 0 0 0 0,0 0 0 0 0,-1 0 0 0 0,0-1 0 0 0,8-5 0 0 0,25-15 46 0 0,51-41-1 0 0,10-7-64 0 0,-97 69-6 0 0,-1 1 0 0 0,1-1 0 0 0,0 1-1 0 0,0-1 1 0 0,0 1 0 0 0,0 0 0 0 0,0 0 0 0 0,0 0 0 0 0,1 1 0 0 0,-1-1 0 0 0,0 1-1 0 0,0 0 1 0 0,1 0 0 0 0,-1 0 0 0 0,0 0 0 0 0,0 0 0 0 0,4 1 0 0 0,0 2-2 0 0,0-1 0 0 0,0 1 0 0 0,0 1 0 0 0,-1-1-1 0 0,11 8 1 0 0,29 15 14 0 0,-17-14-11 0 0,1-2-1 0 0,42 10 1 0 0,-64-18 18 0 0,0-1 0 0 0,0 0 1 0 0,0 0-1 0 0,0 0 1 0 0,1-1-1 0 0,-1 0 1 0 0,0-1-1 0 0,0 0 0 0 0,0 0 1 0 0,0-1-1 0 0,0 0 1 0 0,-1 0-1 0 0,1-1 1 0 0,12-6-1 0 0,-16 7 6 0 0,-1-1 1 0 0,0 1-1 0 0,0-1 0 0 0,0 1 1 0 0,0-1-1 0 0,-1 0 1 0 0,1 0-1 0 0,-1 0 0 0 0,1-1 1 0 0,-1 1-1 0 0,0 0 0 0 0,0-1 1 0 0,-1 0-1 0 0,1 1 0 0 0,-1-1 1 0 0,0 0-1 0 0,1-4 1 0 0,0-1 73 0 0,-1-1 0 0 0,0 1 0 0 0,-1-1 1 0 0,0 0-1 0 0,-2-15 0 0 0,2 24-84 0 0,-1 0 1 0 0,1 0-1 0 0,0 1 0 0 0,-1-1 0 0 0,1 0 1 0 0,-1 1-1 0 0,1-1 0 0 0,-1 0 1 0 0,1 1-1 0 0,-1-1 0 0 0,1 1 0 0 0,-1-1 1 0 0,0 1-1 0 0,1-1 0 0 0,-1 1 0 0 0,0-1 1 0 0,1 1-1 0 0,-1 0 0 0 0,0-1 1 0 0,0 1-1 0 0,1 0 0 0 0,-1 0 0 0 0,0-1 1 0 0,0 1-1 0 0,0 0 0 0 0,1 0 0 0 0,-1 0 1 0 0,0 0-1 0 0,0 0 0 0 0,0 0 1 0 0,1 0-1 0 0,-1 0 0 0 0,0 0 0 0 0,0 1 1 0 0,0-1-1 0 0,1 0 0 0 0,-2 1 0 0 0,-26 9 13 0 0,25-8-56 0 0,0 0 0 0 0,0 0 0 0 0,1 1 1 0 0,-1 0-1 0 0,1-1 0 0 0,0 1 0 0 0,-1 0 0 0 0,1 0 0 0 0,1 0 0 0 0,-1 0 0 0 0,0 1 1 0 0,1-1-1 0 0,0 0 0 0 0,0 1 0 0 0,0-1 0 0 0,-1 5 0 0 0,2-6 13 0 0,-1 0 1 0 0,1-1-1 0 0,0 1 0 0 0,0 0 1 0 0,0-1-1 0 0,0 1 0 0 0,0 0 1 0 0,0 0-1 0 0,0-1 0 0 0,1 1 0 0 0,-1 0 1 0 0,1-1-1 0 0,-1 1 0 0 0,1 0 1 0 0,0-1-1 0 0,-1 1 0 0 0,1-1 0 0 0,0 1 1 0 0,0-1-1 0 0,0 1 0 0 0,0-1 1 0 0,0 0-1 0 0,1 0 0 0 0,-1 1 0 0 0,0-1 1 0 0,1 0-1 0 0,-1 0 0 0 0,1 0 1 0 0,-1 0-1 0 0,1-1 0 0 0,-1 1 0 0 0,1 0 1 0 0,-1-1-1 0 0,3 2 0 0 0,0-2 2 0 0,1 1 0 0 0,0-1 0 0 0,0 0 0 0 0,-1 0-1 0 0,1 0 1 0 0,0-1 0 0 0,-1 1 0 0 0,1-1 0 0 0,-1 0-1 0 0,1-1 1 0 0,-1 1 0 0 0,1-1 0 0 0,6-3 0 0 0,53-33 450 0 0,-54 32-92 0 0,-8 5-231 0 0,-2 0-96 0 0,0 1 0 0 0,1 0 0 0 0,-1 0 0 0 0,1-1 0 0 0,-1 1 0 0 0,1 0 0 0 0,-1 0 0 0 0,1-1-1 0 0,-1 1 1 0 0,1 0 0 0 0,-1 0 0 0 0,1 0 0 0 0,-1 0 0 0 0,1 0 0 0 0,-1 0 0 0 0,1 0 0 0 0,-1 0 0 0 0,1 0-1 0 0,-1 0 1 0 0,1 0 0 0 0,-1 0 0 0 0,1 0 0 0 0,-1 1 0 0 0,1-1 0 0 0,-1 0 0 0 0,1 0 0 0 0,-1 0 0 0 0,1 1 0 0 0,-1-1-1 0 0,0 0 1 0 0,1 1 0 0 0,-1-1 0 0 0,1 0 0 0 0,-1 1 0 0 0,0-1 0 0 0,1 0 0 0 0,-1 1 0 0 0,0-1 0 0 0,0 1-1 0 0,1-1 1 0 0,-1 1 0 0 0,0-1 0 0 0,0 1 0 0 0,1-1 0 0 0,-1 1 0 0 0,0-1 0 0 0,0 1 0 0 0,0-1 0 0 0,0 1-1 0 0,0-1 1 0 0,0 1 0 0 0,0-1 0 0 0,0 1 0 0 0,0 0 0 0 0,-4 92 33 0 0,-4 0-1 0 0,-39 176 1 0 0,24-148 7 0 0,-20 76 36 0 0,35-173-60 0 0,0 0 0 0 0,-1 0-1 0 0,-2-1 1 0 0,0-1-1 0 0,-27 40 1 0 0,31-53 32 0 0,0 0 0 0 0,-1-1-1 0 0,0 1 1 0 0,-1-2 0 0 0,0 1 0 0 0,0-1 0 0 0,0-1 0 0 0,-1 0-1 0 0,0 0 1 0 0,0-1 0 0 0,-1 0 0 0 0,0-1 0 0 0,1 0-1 0 0,-18 4 1 0 0,23-7-1 0 0,-1 0 0 0 0,0 0 0 0 0,1-1 0 0 0,-1 0 0 0 0,1 0 0 0 0,-1 0 0 0 0,0 0 0 0 0,1-1 0 0 0,-1 0 0 0 0,1 0 0 0 0,-1-1 0 0 0,1 1 0 0 0,0-1 0 0 0,0 0-1 0 0,0-1 1 0 0,0 1 0 0 0,0-1 0 0 0,0 0 0 0 0,0 0 0 0 0,1-1 0 0 0,0 1 0 0 0,0-1 0 0 0,0 0 0 0 0,0 0 0 0 0,0-1 0 0 0,1 1 0 0 0,0-1 0 0 0,0 1 0 0 0,0-1 0 0 0,0 0 0 0 0,-2-7 0 0 0,0-2-14 0 0,1 1 1 0 0,0-1-1 0 0,1 0 1 0 0,0 0-1 0 0,1-1 1 0 0,1 1-1 0 0,0 0 1 0 0,1-1-1 0 0,1 1 1 0 0,0 0 0 0 0,1-1-1 0 0,0 1 1 0 0,1 0-1 0 0,1 0 1 0 0,0 0-1 0 0,1 1 1 0 0,9-18-1 0 0,-4 10-375 0 0,2 0 0 0 0,0 1-1 0 0,1 0 1 0 0,0 1-1 0 0,2 0 1 0 0,0 2 0 0 0,1-1-1 0 0,1 2 1 0 0,37-28-1 0 0,27-7-2842 0 0,-26 19-2901 0 0,-31 19 2770 0 0</inkml:trace>
</inkml:ink>
</file>

<file path=ppt/ink/ink2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2:31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5 32 0 0,'1'-1'267'0'0,"0"1"0"0"0,1-1 1 0 0,-1 0-1 0 0,1 1 0 0 0,-1 0 0 0 0,1-1 1 0 0,-1 1-1 0 0,1 0 0 0 0,-1 0 0 0 0,1 0 1 0 0,-1 0-1 0 0,1 0 0 0 0,-1 0 0 0 0,1 0 1 0 0,-1 0-1 0 0,1 0 0 0 0,-1 1 0 0 0,0-1 1 0 0,1 1-1 0 0,-1-1 0 0 0,1 1 0 0 0,-1 0 1 0 0,0-1-1 0 0,3 3 0 0 0,-2-1-87 0 0,1 0 0 0 0,-1 1 0 0 0,0 0 0 0 0,0-1 0 0 0,0 1 0 0 0,0 0 0 0 0,0 0 0 0 0,0 0 0 0 0,-1 0 0 0 0,3 6 0 0 0,-2-1-93 0 0,0-1 0 0 0,0 1 0 0 0,0-1 0 0 0,-1 1 0 0 0,0-1 0 0 0,-1 1 1 0 0,0 0-1 0 0,0 0 0 0 0,0-1 0 0 0,-3 11 0 0 0,2-13-41 0 0,0 0 1 0 0,-1-1 0 0 0,1 1-1 0 0,-1-1 1 0 0,0 1-1 0 0,-1-1 1 0 0,1 0-1 0 0,-1 0 1 0 0,0 0-1 0 0,0 0 1 0 0,0 0 0 0 0,0 0-1 0 0,-1-1 1 0 0,1 0-1 0 0,-1 0 1 0 0,0 0-1 0 0,0 0 1 0 0,0 0-1 0 0,0-1 1 0 0,-1 0 0 0 0,1 0-1 0 0,-7 2 1 0 0,9-3 59 0 0,-18-9 2 0 0,18 7-104 0 0,1 0 1 0 0,0 0-1 0 0,0 0 1 0 0,0 0-1 0 0,0-1 1 0 0,0 1-1 0 0,1 0 1 0 0,-1 0-1 0 0,0-1 1 0 0,0 1-1 0 0,1 0 1 0 0,-1-1-1 0 0,1 1 1 0 0,-1 0-1 0 0,1-1 1 0 0,0 1-1 0 0,-1-1 1 0 0,1 1-1 0 0,0-1 1 0 0,0 1-1 0 0,0-1 1 0 0,0 1-1 0 0,0 0 1 0 0,1-1-1 0 0,-1 1 1 0 0,0-1-1 0 0,1 1 1 0 0,-1-1 0 0 0,1 1-1 0 0,-1 0 1 0 0,1-1-1 0 0,-1 1 1 0 0,1 0-1 0 0,1-2 1 0 0,27-41 44 0 0,-20 35-33 0 0,0 1 0 0 0,0 0 1 0 0,1 0-1 0 0,0 1 0 0 0,1 1 0 0 0,-1 0 1 0 0,1 0-1 0 0,19-7 0 0 0,-24 11-11 0 0,-1 0 0 0 0,1 0 1 0 0,0 1-1 0 0,0 0 0 0 0,0 0 1 0 0,0 0-1 0 0,0 0 0 0 0,0 1 0 0 0,0 0 1 0 0,0 0-1 0 0,0 1 0 0 0,0 0 0 0 0,0 0 1 0 0,0 0-1 0 0,0 1 0 0 0,0 0 1 0 0,0 0-1 0 0,10 6 0 0 0,-14-7-1 0 0,1 1 0 0 0,-1 0-1 0 0,1 0 1 0 0,-1 0 0 0 0,0 1-1 0 0,0-1 1 0 0,0 1 0 0 0,0-1 0 0 0,0 1-1 0 0,-1-1 1 0 0,1 1 0 0 0,-1 0 0 0 0,0 0-1 0 0,0 0 1 0 0,0 0 0 0 0,0 0 0 0 0,0 0-1 0 0,0 0 1 0 0,-1 0 0 0 0,0 0 0 0 0,1 6-1 0 0,2 12 67 0 0,-2-19 145 0 0,-1 0-7 0 0,0-2-198 0 0,0 0 1 0 0,0 0 0 0 0,0 0 0 0 0,0 1 0 0 0,0-1 0 0 0,0 0 0 0 0,0 0 0 0 0,0 0 0 0 0,0 1 0 0 0,0-1-1 0 0,0 0 1 0 0,0 0 0 0 0,0 1 0 0 0,0-1 0 0 0,0 0 0 0 0,0 0 0 0 0,0 0 0 0 0,0 1 0 0 0,0-1 0 0 0,0 0 0 0 0,0 0-1 0 0,0 0 1 0 0,0 1 0 0 0,0-1 0 0 0,1 0 0 0 0,-1 0 0 0 0,0 0 0 0 0,0 0 0 0 0,0 0 0 0 0,0 1 0 0 0,1-1-1 0 0,-1 0 1 0 0,0 0 0 0 0,0 0 0 0 0,0 0 0 0 0,0 0 0 0 0,1 0 0 0 0,-1 0 0 0 0,0 1 0 0 0,0-1 0 0 0,0 0-1 0 0,1 0 1 0 0,-1 0 0 0 0,0 0 0 0 0,0 0 0 0 0,0 0 0 0 0,1 0 0 0 0,-1 0 0 0 0,61-67 409 0 0,-55 61-402 0 0,1 1 0 0 0,-1-1-1 0 0,1 1 1 0 0,0 1-1 0 0,0 0 1 0 0,0 0 0 0 0,1 0-1 0 0,0 1 1 0 0,8-3 0 0 0,-14 5-36 0 0,0 1 18 0 0,0 0 0 0 0,0 0 0 0 0,-1 0 0 0 0,1 1 0 0 0,0-1 1 0 0,0 0-1 0 0,-1 1 0 0 0,1-1 0 0 0,0 1 0 0 0,-1 0 1 0 0,1-1-1 0 0,0 1 0 0 0,-1 0 0 0 0,1 0 0 0 0,-1 0 1 0 0,1 0-1 0 0,-1 0 0 0 0,0 0 0 0 0,1 1 0 0 0,-1-1 1 0 0,0 0-1 0 0,0 1 0 0 0,0-1 0 0 0,0 1 0 0 0,0-1 0 0 0,0 1 1 0 0,-1-1-1 0 0,1 1 0 0 0,0 0 0 0 0,-1-1 0 0 0,1 1 1 0 0,-1 0-1 0 0,0 0 0 0 0,1-1 0 0 0,-1 5 0 0 0,0 2-13 0 0,0 1-1 0 0,0 0 1 0 0,-1 0-1 0 0,0 0 0 0 0,-3 9 1 0 0,3-14-37 0 0,-2 9-456 0 0,-4 20-1352 0 0,9-10-4296 0 0,0-13 3656 0 0</inkml:trace>
</inkml:ink>
</file>

<file path=ppt/ink/ink2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2:32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69 520 0 0,'1'-1'541'0'0,"-1"0"1"0"0,1 0-1 0 0,-1 0 0 0 0,0 0 1 0 0,0 0-1 0 0,1 0 0 0 0,-1 0 1 0 0,0 0-1 0 0,0 0 0 0 0,0 0 1 0 0,0-1-1 0 0,0 1 0 0 0,0 0 1 0 0,-1 0-1 0 0,1 0 0 0 0,0 0 1 0 0,0 0-1 0 0,-1 0 0 0 0,1 0 0 0 0,0 0 1 0 0,-2-1-1 0 0,-5 3-421 0 0,0 0 0 0 0,0 0 0 0 0,0 1 0 0 0,0 0 0 0 0,0 1-1 0 0,0 0 1 0 0,1 0 0 0 0,-1 0 0 0 0,1 1 0 0 0,0 0 0 0 0,0 0 0 0 0,0 0 0 0 0,-5 6-1 0 0,3-3-17 0 0,-1 1 0 0 0,2 0 0 0 0,-1 0 0 0 0,1 1 0 0 0,1-1-1 0 0,0 1 1 0 0,0 1 0 0 0,-6 12 0 0 0,12-21-95 0 0,-1-1 0 0 0,0 1 0 0 0,1 0 0 0 0,0 0 0 0 0,-1 0 0 0 0,1 0 0 0 0,-1 0 0 0 0,1 0 0 0 0,0 0 0 0 0,0 0 0 0 0,0 0 0 0 0,-1 0 0 0 0,1 0 0 0 0,0 0-1 0 0,0 0 1 0 0,0 0 0 0 0,1 0 0 0 0,-1 0 0 0 0,0 0 0 0 0,0 0 0 0 0,0 0 0 0 0,1 0 0 0 0,-1 0 0 0 0,1 0 0 0 0,-1 0 0 0 0,1 0 0 0 0,-1 0 0 0 0,1 0 0 0 0,-1-1 0 0 0,1 1 0 0 0,0 1 0 0 0,1-1-6 0 0,0-1 1 0 0,0 1-1 0 0,0-1 1 0 0,0 1-1 0 0,1-1 1 0 0,-1 0-1 0 0,0 1 1 0 0,0-1-1 0 0,0 0 1 0 0,0 0-1 0 0,0-1 1 0 0,0 1-1 0 0,0 0 1 0 0,2-1-1 0 0,12-3-48 0 0,0-1 0 0 0,24-11-1 0 0,-39 16 48 0 0,17-9-141 0 0,0-1 0 0 0,31-21 0 0 0,-48 30 104 0 0,0 4-153 0 0,-1 0 174 0 0,1 1 0 0 0,-1-1 0 0 0,1 0 0 0 0,-1 1 1 0 0,0-1-1 0 0,0 0 0 0 0,0 1 0 0 0,-2 6 0 0 0,1 3-35 0 0,1-12 56 0 0,1-1-1 0 0,-1 1 1 0 0,0-1 0 0 0,0 1-1 0 0,0-1 1 0 0,1 0-1 0 0,-1 1 1 0 0,0-1-1 0 0,1 1 1 0 0,-1-1 0 0 0,0 0-1 0 0,1 1 1 0 0,-1-1-1 0 0,1 0 1 0 0,-1 1-1 0 0,0-1 1 0 0,1 0 0 0 0,-1 0-1 0 0,1 1 1 0 0,-1-1-1 0 0,1 0 1 0 0,-1 0-1 0 0,1 0 1 0 0,-1 0 0 0 0,1 1-1 0 0,-1-1 1 0 0,1 0-1 0 0,-1 0 1 0 0,1 0-1 0 0,-1 0 1 0 0,1 0 0 0 0,-1 0-1 0 0,1-1 1 0 0,-1 1-1 0 0,1 0 1 0 0,27-13 60 0 0,32-34-45 0 0,-44 34 14 0 0,38-35 19 0 0,-40 34-79 0 0,0 1 0 0 0,1 0 0 0 0,1 2 0 0 0,18-12 0 0 0,-32 22-10 0 0,22 12-75 0 0,-10 8 97 0 0,-1 1 0 0 0,-1 0 0 0 0,18 43 0 0 0,20 34 80 0 0,-8-15-2800 0 0,-41-81 2267 0 0,3-2-273 0 0,1-1 474 0 0,-1 1 0 0 0,1-1 0 0 0,-1 0-1 0 0,0 0 1 0 0,1 0 0 0 0,-1-1 0 0 0,-1 0 0 0 0,1 0-1 0 0,0 0 1 0 0,-1 0 0 0 0,1 0 0 0 0,-1-1 0 0 0,0 1 0 0 0,0-1-1 0 0,3-4 1 0 0,5-7 265 0 0,-1 0-1 0 0,0-1 1 0 0,8-19-1 0 0,4-27 5055 0 0,-21 61-4174 0 0,-3 0-808 0 0,1 1 1 0 0,-1-1-1 0 0,1 1 0 0 0,-1 0 0 0 0,1-1 1 0 0,-1 1-1 0 0,0 0 0 0 0,1 0 0 0 0,-1 0 1 0 0,1 0-1 0 0,-1 0 0 0 0,0 1 0 0 0,-1-1 1 0 0,-34 18 513 0 0,0 1 0 0 0,2 2 0 0 0,1 2 0 0 0,-33 26 0 0 0,44-29-884 0 0,1 0 0 0 0,-24 31 1 0 0,32-35-1897 0 0,2 2 1 0 0,0 0 0 0 0,-18 35 0 0 0,27-42-1363 0 0</inkml:trace>
</inkml:ink>
</file>

<file path=ppt/ink/ink2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2:36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21 760 0 0,'10'-20'10646'0'0,"-12"30"-7322"0"0,-20 47-5057 0 0,14-37 3063 0 0,-60 165-76 0 0,46-135-1169 0 0,-1 4-3348 0 0,23-52 2398 0 0</inkml:trace>
</inkml:ink>
</file>

<file path=ppt/ink/ink2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2:36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0 123 696 0 0,'2'-12'2668'0'0,"7"5"-2236"0"0,0 1 0 0 0,0 0 0 0 0,0 0 0 0 0,1 1-1 0 0,0 0 1 0 0,0 1 0 0 0,0 0 0 0 0,20-4 0 0 0,96-16 716 0 0,-89 19-757 0 0,185-13 1115 0 0,-49 6-558 0 0,-144 14-3730 0 0,-28-2 2635 0 0,0 0 0 0 0,0 0 0 0 0,0 0 0 0 0,0 0 0 0 0,0 1 0 0 0,0-1 0 0 0,0 0 0 0 0,0 1-1 0 0,0-1 1 0 0,-1 0 0 0 0,1 1 0 0 0,0-1 0 0 0,0 1 0 0 0,0 0 0 0 0,-1-1 0 0 0,1 1 0 0 0,0-1 0 0 0,-1 1 0 0 0,1 0-1 0 0,-1 0 1 0 0,1-1 0 0 0,0 1 0 0 0,-1 0 0 0 0,0 0 0 0 0,1 0 0 0 0,-1-1 0 0 0,1 3 0 0 0,-1 6-2297 0 0</inkml:trace>
</inkml:ink>
</file>

<file path=ppt/ink/ink3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2:37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343 48 572 0 0,'-5'-43'9202'0'0,"2"42"-9096"0"0,0 0-1 0 0,0 1 1 0 0,0-1-1 0 0,-1 0 1 0 0,1 1-1 0 0,0 0 1 0 0,0 0-1 0 0,-1 0 1 0 0,1 0-1 0 0,0 0 1 0 0,0 1-1 0 0,-1-1 1 0 0,1 1-1 0 0,0 0 1 0 0,0 0 0 0 0,0 0-1 0 0,-5 2 1 0 0,-58 27 405 0 0,61-28-435 0 0,-12 7 69 0 0,0 1-1 0 0,1 1 0 0 0,1 0 1 0 0,0 1-1 0 0,1 0 1 0 0,0 1-1 0 0,0 1 1 0 0,-19 26-1 0 0,27-32-76 0 0,0 0 1 0 0,1 0-1 0 0,0 0 1 0 0,1 1-1 0 0,-1-1 1 0 0,2 1-1 0 0,-1 0 1 0 0,1 0-1 0 0,1 1 0 0 0,0-1 1 0 0,0 1-1 0 0,1-1 1 0 0,0 1-1 0 0,0-1 1 0 0,1 1-1 0 0,0 0 0 0 0,1-1 1 0 0,4 19-1 0 0,-3-21-12 0 0,1 1 1 0 0,0-1-1 0 0,0 0 0 0 0,1 1 0 0 0,0-1 0 0 0,1-1 0 0 0,-1 1 0 0 0,1-1 0 0 0,0 0 0 0 0,1 0 0 0 0,-1 0 0 0 0,1-1 0 0 0,1 1 0 0 0,-1-1 1 0 0,1-1-1 0 0,-1 0 0 0 0,1 0 0 0 0,1 0 0 0 0,-1 0 0 0 0,0-1 0 0 0,1-1 0 0 0,12 4 0 0 0,11 0-506 0 0,0 0-1 0 0,1-3 1 0 0,-1 0 0 0 0,40-3 0 0 0,-66 0 228 0 0,13-8-3624 0 0,-8-2-3638 0 0</inkml:trace>
</inkml:ink>
</file>

<file path=ppt/ink/ink3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2:37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43 1132 0 0,'0'0'1172'0'0,"-10"-1"6724"0"0,48-9-7147 0 0,0 1-1 0 0,0 2 1 0 0,1 2 0 0 0,46-1-1 0 0,-24 2-248 0 0,-26 4-1337 0 0,-15 1-2517 0 0,-18-1 1431 0 0</inkml:trace>
</inkml:ink>
</file>

<file path=ppt/ink/ink3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2:46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35 572 0 0,'0'0'5400'0'0,"9"-8"2123"0"0,13 10-7447 0 0,-1-2-1 0 0,1 0 1 0 0,0-2-1 0 0,39-7 0 0 0,33-3-18 0 0,51 7 39 0 0,-140 5-99 0 0,1 1 0 0 0,9 1-57 0 0,-13 4-37 0 0,-20 7 65 0 0,-12 5 36 0 0,2 2 0 0 0,0 0 0 0 0,-33 33 1 0 0,4 9 162 0 0,53-57-151 0 0,0-1 0 0 0,1 1 1 0 0,-1 0-1 0 0,1 0 0 0 0,1 1 0 0 0,-1-1 0 0 0,1 1 0 0 0,0-1 0 0 0,0 1 0 0 0,0 0 0 0 0,-1 9 0 0 0,3-12-6 0 0,1 1 0 0 0,-1-1 1 0 0,1 1-1 0 0,0-1 0 0 0,0 0 0 0 0,0 1 0 0 0,0-1 0 0 0,1 0 0 0 0,-1 0 0 0 0,1 0 0 0 0,0 0 0 0 0,0 0 0 0 0,0 0 0 0 0,0 0 0 0 0,0-1 0 0 0,1 1 1 0 0,-1-1-1 0 0,1 1 0 0 0,0-1 0 0 0,-1 0 0 0 0,1 0 0 0 0,0 0 0 0 0,0-1 0 0 0,1 1 0 0 0,-1-1 0 0 0,0 1 0 0 0,0-1 0 0 0,1 0 0 0 0,-1 0 1 0 0,6 0-1 0 0,12 3-123 0 0,-1-1 1 0 0,1-1-1 0 0,38-1 1 0 0,-47-1-101 0 0,84-5-2351 0 0,-32-6-3463 0 0,-38 4 3065 0 0</inkml:trace>
</inkml:ink>
</file>

<file path=ppt/ink/ink3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2:47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12 360 0 0,'0'0'3786'0'0,"-4"-11"3918"0"0,-11 24-7514 0 0,0 0 0 0 0,1 1 0 0 0,1 0 0 0 0,0 1 0 0 0,1 1 0 0 0,1 0 1 0 0,0 0-1 0 0,1 2 0 0 0,1-1 0 0 0,0 1 0 0 0,2 0 0 0 0,0 0 0 0 0,-6 27 0 0 0,10-35-246 0 0,1 0 0 0 0,0 0 0 0 0,1 0-1 0 0,0 1 1 0 0,1-1 0 0 0,0 1 0 0 0,0-1-1 0 0,1 0 1 0 0,1 1 0 0 0,-1-1-1 0 0,2 0 1 0 0,-1 0 0 0 0,1 0 0 0 0,1-1-1 0 0,0 1 1 0 0,0-1 0 0 0,1 1 0 0 0,0-1-1 0 0,1-1 1 0 0,0 1 0 0 0,0-1-1 0 0,1 0 1 0 0,0 0 0 0 0,0-1 0 0 0,1 0-1 0 0,0 0 1 0 0,10 6 0 0 0,-12-10-424 0 0,0 1-1 0 0,0-1 1 0 0,1-1 0 0 0,-1 1 0 0 0,12 2 0 0 0,16 0-4483 0 0,-19-4 2095 0 0</inkml:trace>
</inkml:ink>
</file>

<file path=ppt/ink/ink3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2:47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36 448 0 0,'0'-1'293'0'0,"1"0"0"0"0,-1 1 0 0 0,1-1 0 0 0,-1 0 0 0 0,1 0 0 0 0,-1 0 0 0 0,0 1 0 0 0,1-1 0 0 0,-1 0-1 0 0,0 0 1 0 0,0 0 0 0 0,1 0 0 0 0,-1 0 0 0 0,0 0 0 0 0,0 0 0 0 0,0 0 0 0 0,0 0 0 0 0,0 0 0 0 0,0 0 0 0 0,-1 0 0 0 0,1 1 0 0 0,0-1 0 0 0,0 0 0 0 0,-1 0 0 0 0,1 0 0 0 0,0 0-1 0 0,-1 0 1 0 0,1 0 0 0 0,-1 1 0 0 0,1-1 0 0 0,-1 0 0 0 0,-1-1 0 0 0,0 1-135 0 0,0 1-1 0 0,0-1 1 0 0,0 0 0 0 0,0 0 0 0 0,0 1-1 0 0,-1-1 1 0 0,1 1 0 0 0,0 0-1 0 0,0-1 1 0 0,-1 1 0 0 0,1 0 0 0 0,0 0-1 0 0,-3 1 1 0 0,-6 0-37 0 0,0 1-1 0 0,0 1 1 0 0,0-1-1 0 0,-20 9 1 0 0,30-11-111 0 0,0 1 0 0 0,1-1 1 0 0,-1 0-1 0 0,0 1 0 0 0,1-1 1 0 0,-1 0-1 0 0,1 1 0 0 0,-1-1 0 0 0,1 1 1 0 0,-1-1-1 0 0,1 1 0 0 0,-1-1 0 0 0,1 1 1 0 0,-1-1-1 0 0,1 1 0 0 0,0 0 1 0 0,-1-1-1 0 0,1 1 0 0 0,0 0 0 0 0,0-1 1 0 0,-1 1-1 0 0,1 0 0 0 0,0-1 1 0 0,0 1-1 0 0,0 0 0 0 0,0-1 0 0 0,0 1 1 0 0,0 0-1 0 0,0-1 0 0 0,0 2 0 0 0,13 22 146 0 0,28 13 23 0 0,-41-37-169 0 0,54 35 160 0 0,-42-29-183 0 0,0 1 0 0 0,-1 1-1 0 0,0 0 1 0 0,0 1 0 0 0,17 17 0 0 0,-28-26-7 0 0,0 2 19 0 0,0 0 1 0 0,-1 0-1 0 0,1-1 1 0 0,-1 1-1 0 0,0-1 1 0 0,1 1-1 0 0,-1 0 0 0 0,0-1 1 0 0,0 1-1 0 0,0-1 1 0 0,0 0-1 0 0,0 1 1 0 0,0-1-1 0 0,-1 0 0 0 0,1 0 1 0 0,0 0-1 0 0,-1 1 1 0 0,1-1-1 0 0,-1-1 1 0 0,1 1-1 0 0,-1 0 0 0 0,1 0 1 0 0,-1 0-1 0 0,-3 0 1 0 0,-52 15 9 0 0,30-9-13 0 0,9-2-164 0 0,0-1 1 0 0,-27 2-1 0 0,31-4-538 0 0,12-2-30 0 0,-4 0-947 0 0,-3-1-2960 0 0</inkml:trace>
</inkml:ink>
</file>

<file path=ppt/ink/ink3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2:48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394 1 680 0 0,'0'0'978'0'0,"39"16"3489"0"0,-28-8-4140 0 0,-1 1-1 0 0,-1 0 1 0 0,1 1-1 0 0,-2 0 1 0 0,1 0-1 0 0,-2 1 0 0 0,1 0 1 0 0,-1 0-1 0 0,-1 1 1 0 0,0-1-1 0 0,-1 2 1 0 0,0-1-1 0 0,-1 0 1 0 0,0 1-1 0 0,3 23 1 0 0,-5-26-226 0 0,-1 1 1 0 0,-1 0 0 0 0,0 0-1 0 0,0 0 1 0 0,-1 0 0 0 0,-1-1-1 0 0,1 1 1 0 0,-2 0 0 0 0,0-1 0 0 0,0 1-1 0 0,-1-1 1 0 0,0 0 0 0 0,0 0-1 0 0,-1-1 1 0 0,-1 1 0 0 0,0-1-1 0 0,0 0 1 0 0,0 0 0 0 0,-11 9 0 0 0,-3 1 48 0 0,-2-1 0 0 0,0-1 1 0 0,-1-1-1 0 0,0-1 1 0 0,-1-1-1 0 0,-44 18 1 0 0,-160 47-5213 0 0,199-71 1513 0 0,7-4 272 0 0</inkml:trace>
</inkml:ink>
</file>

<file path=ppt/ink/ink3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3:04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1 380 0 0,'0'0'1019'0'0,"1"46"1555"0"0,-2-44-2685 0 0</inkml:trace>
</inkml:ink>
</file>

<file path=ppt/ink/ink3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3:17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338 678 156 0 0,'-22'-42'6997'0'0,"21"41"-5741"0"0,0 0-545 0 0,1 0-681 0 0,0 1-1 0 0,0 0 0 0 0,0-1 1 0 0,-1 1-1 0 0,1 0 0 0 0,0 0 0 0 0,0-1 1 0 0,0 1-1 0 0,-1 0 0 0 0,1 0 1 0 0,0 0-1 0 0,0-1 0 0 0,-1 1 0 0 0,1 0 1 0 0,0 0-1 0 0,0 0 0 0 0,-1 0 1 0 0,1 0-1 0 0,0 0 0 0 0,0-1 0 0 0,-1 1 1 0 0,1 0-1 0 0,0 0 0 0 0,-1 0 1 0 0,1 0-1 0 0,0 0 0 0 0,-1 0 1 0 0,1 0-1 0 0,0 0 0 0 0,0 0 0 0 0,-1 0 1 0 0,1 0-1 0 0,0 1 0 0 0,-1-1 1 0 0,1 0-1 0 0,0 0 0 0 0,0 0 0 0 0,-1 0 1 0 0,1 0-1 0 0,0 0 0 0 0,0 1 1 0 0,-1-1-1 0 0,1 0 0 0 0,0 0 0 0 0,0 0 1 0 0,-1 1-1 0 0,1-1 0 0 0,-37 41 372 0 0,2 1 0 0 0,2 1 0 0 0,2 2 0 0 0,2 2 0 0 0,2 0 0 0 0,2 2 0 0 0,-36 100 0 0 0,40-67-55 0 0,20-76-349 0 0,0-1 1 0 0,1 1-1 0 0,0 0 1 0 0,-1 0-1 0 0,2 0 1 0 0,-1-1-1 0 0,1 1 1 0 0,0 0-1 0 0,0 0 1 0 0,0-1-1 0 0,1 1 1 0 0,2 5-1 0 0,-3-10 2 0 0,0 0-1 0 0,0 1 1 0 0,0-1 0 0 0,1 0-1 0 0,-1 0 1 0 0,0 0 0 0 0,0 0-1 0 0,1-1 1 0 0,-1 1-1 0 0,1 0 1 0 0,-1 0 0 0 0,1-1-1 0 0,-1 1 1 0 0,1-1-1 0 0,-1 1 1 0 0,1-1 0 0 0,-1 0-1 0 0,1 1 1 0 0,-1-1-1 0 0,1 0 1 0 0,0 0 0 0 0,-1 0-1 0 0,1-1 1 0 0,-1 1-1 0 0,1 0 1 0 0,0 0 0 0 0,-1-1-1 0 0,1 1 1 0 0,-1-1 0 0 0,1 1-1 0 0,-1-1 1 0 0,3-1-1 0 0,52-30 17 0 0,-48 27-16 0 0,46-34 86 0 0,-1-1-1 0 0,65-67 1 0 0,-117 106-78 0 0,0 1-8 0 0,-1-1 0 0 0,0 1 0 0 0,1-1 0 0 0,-1 1 0 0 0,0-1-1 0 0,1 1 1 0 0,-1 0 0 0 0,1-1 0 0 0,-1 1 0 0 0,1-1 0 0 0,-1 1 0 0 0,1 0 0 0 0,-1 0 0 0 0,1-1 0 0 0,-1 1 0 0 0,1 0 0 0 0,-1 0 0 0 0,1-1-1 0 0,0 1 1 0 0,-1 0 0 0 0,1 0 0 0 0,-1 0 0 0 0,1 0 0 0 0,0 0 0 0 0,-1 0 0 0 0,1 0 0 0 0,-1 0 0 0 0,1 0 0 0 0,-1 0 0 0 0,1 1-1 0 0,0-1 1 0 0,-1 0 0 0 0,2 1 0 0 0,22 4-20 0 0,-23-5 22 0 0,44 12-3 0 0,-19-4 10 0 0,0 0 0 0 0,1-2 0 0 0,0-2 0 0 0,1 0 0 0 0,-1-1 0 0 0,44-3 0 0 0,-62 0-5 0 0,0-1 0 0 0,0 0-1 0 0,1-1 1 0 0,-1 0 0 0 0,-1-1 0 0 0,1 0 0 0 0,16-7 0 0 0,-22 8-2 0 0,0 0 0 0 0,0 0 0 0 0,-1-1 0 0 0,1 1 0 0 0,0-1-1 0 0,-1 1 1 0 0,1-1 0 0 0,-1 0 0 0 0,0 0 0 0 0,0 0 0 0 0,0 0 0 0 0,-1 0 0 0 0,1 0 0 0 0,-1-1-1 0 0,1 1 1 0 0,-1 0 0 0 0,0-1 0 0 0,0 1 0 0 0,-1-1 0 0 0,1 1 0 0 0,-1-1 0 0 0,0 0-1 0 0,0-4 1 0 0,-1-10-9 0 0,0 0-1 0 0,-1 0 0 0 0,-1 0 0 0 0,-1 1 0 0 0,-1-1 1 0 0,0 1-1 0 0,-1 0 0 0 0,-1 1 0 0 0,-1 0 1 0 0,0 0-1 0 0,-12-17 0 0 0,19 31-10 0 0,0 1 1 0 0,0-1 0 0 0,0 0-1 0 0,0 1 1 0 0,0-1-1 0 0,0 0 1 0 0,0 1-1 0 0,0-1 1 0 0,1 0-1 0 0,-1 0 1 0 0,1 0-1 0 0,-1 0 1 0 0,1 0-1 0 0,0 1 1 0 0,0-1-1 0 0,0-3 1 0 0,0 4 11 0 0,1 0 0 0 0,-1 0 0 0 0,1 0 0 0 0,-1 0 0 0 0,1 1 0 0 0,-1-1 0 0 0,1 0 0 0 0,-1 0 0 0 0,1 1 0 0 0,0-1 0 0 0,0 0 0 0 0,-1 1 0 0 0,1-1 0 0 0,0 1 0 0 0,0-1 0 0 0,0 1 0 0 0,-1-1 0 0 0,1 1 0 0 0,0-1 0 0 0,0 1 0 0 0,0 0 1 0 0,2-1-1 0 0,7 0-13 0 0,0 0 0 0 0,0 0 0 0 0,0 1 0 0 0,0 0 0 0 0,11 2 0 0 0,1 0-37 0 0,54-1-135 0 0,105-10 0 0 0,-154 6 164 0 0,0-2 0 0 0,0 0-1 0 0,-1-2 1 0 0,1-1 0 0 0,-1-1-1 0 0,-1-1 1 0 0,33-18 0 0 0,-39 17 23 0 0,0-1 0 0 0,-1-1 0 0 0,-1 0 1 0 0,0-2-1 0 0,-1 0 0 0 0,-1 0 0 0 0,0-2 1 0 0,18-25-1 0 0,-27 29 8 0 0,0 1-1 0 0,0-1 1 0 0,-1 0 0 0 0,-1-1-1 0 0,0 1 1 0 0,-1-1 0 0 0,-1 0-1 0 0,0 0 1 0 0,0 0 0 0 0,-2 0-1 0 0,1 0 1 0 0,-2 0 0 0 0,0 0 0 0 0,-1 0-1 0 0,-5-23 1 0 0,1 12 52 0 0,-2 1 0 0 0,0 0 0 0 0,-1 1-1 0 0,-1 0 1 0 0,-1 0 0 0 0,-2 1 0 0 0,-26-37 0 0 0,38 57-51 0 0,0 1-1 0 0,0 0 1 0 0,-1-1-1 0 0,1 1 1 0 0,0 0 0 0 0,-1 0-1 0 0,1 0 1 0 0,-1 0 0 0 0,1 0-1 0 0,-1 0 1 0 0,0 0-1 0 0,1 0 1 0 0,-1 0 0 0 0,0 1-1 0 0,1-1 1 0 0,-1 1 0 0 0,0 0-1 0 0,0-1 1 0 0,0 1-1 0 0,1 0 1 0 0,-4 0 0 0 0,1 1-5 0 0,0-1-1 0 0,0 1 1 0 0,0 0 0 0 0,1 0-1 0 0,-1 1 1 0 0,0-1 0 0 0,1 1 0 0 0,-1 0-1 0 0,-4 3 1 0 0,-4 4-15 0 0,1 0 0 0 0,0 0-1 0 0,1 1 1 0 0,-13 15 0 0 0,-1 7 16 0 0,1 1 0 0 0,2 2 0 0 0,1 0 0 0 0,2 1 0 0 0,1 0 0 0 0,2 2 0 0 0,-10 39 0 0 0,-4 33 170 0 0,-18 136 1 0 0,43-217-137 0 0,-51 283 621 0 0,49-279-538 0 0,6-31-99 0 0,-4 16 72 0 0,5-6 746 0 0,21-40-919 0 0,1 2 0 0 0,2 0 0 0 0,35-28 0 0 0,-53 47 12 0 0,-4 5 27 0 0,0-1 1 0 0,0 1-1 0 0,-1 0 1 0 0,2 0-1 0 0,-1 0 1 0 0,0 0-1 0 0,0 1 1 0 0,0-1-1 0 0,1 1 1 0 0,-1 0-1 0 0,6-1 1 0 0,-8 1-25 0 0,30 31-187 0 0,-16-8 201 0 0,1-1 1 0 0,0-1-1 0 0,24 24 1 0 0,-33-38 43 0 0,1 1-1 0 0,0-1 1 0 0,0 0 0 0 0,0 0-1 0 0,1-1 1 0 0,0 0-1 0 0,0-1 1 0 0,0 0 0 0 0,0 0-1 0 0,1-1 1 0 0,14 3 0 0 0,-20-6 14 0 0,0 1 0 0 0,1-1 0 0 0,-1 0 0 0 0,1 0 0 0 0,-1 0 0 0 0,1-1 0 0 0,-1 1 0 0 0,0-1 0 0 0,1 0 0 0 0,-1 0 0 0 0,0-1 0 0 0,1 0 0 0 0,-1 1 0 0 0,0-1 0 0 0,0 0 0 0 0,-1-1 0 0 0,1 1 0 0 0,0-1 0 0 0,-1 0 0 0 0,1 0 0 0 0,-1 0 0 0 0,5-6 0 0 0,-2 1 4 0 0,-1 1 0 0 0,0 0 1 0 0,0-1-1 0 0,-1 0 0 0 0,0 0 1 0 0,-1-1-1 0 0,0 1 0 0 0,0-1 1 0 0,3-16-1 0 0,-17-28 597 0 0,5 61-608 0 0,1 0-1 0 0,0 1 0 0 0,0 0 1 0 0,-6 17-1 0 0,10-21 1 0 0,-1-1 0 0 0,1 0 1 0 0,0 1-1 0 0,0-1 0 0 0,0 0 0 0 0,1 1 0 0 0,0-1 1 0 0,0 1-1 0 0,0-1 0 0 0,0 1 0 0 0,0-1 0 0 0,1 1 0 0 0,0-1 1 0 0,0 1-1 0 0,2 4 0 0 0,1 1-2 0 0,1-1 0 0 0,0-1 1 0 0,0 1-1 0 0,1-1 0 0 0,11 14 0 0 0,-15-20 9 0 0,0 0 0 0 0,0 0 0 0 0,1 0-1 0 0,-1-1 1 0 0,1 1 0 0 0,-1 0 0 0 0,1-1 0 0 0,0 0-1 0 0,0 0 1 0 0,-1 0 0 0 0,1 0 0 0 0,0 0 0 0 0,0 0 0 0 0,0-1-1 0 0,0 1 1 0 0,0-1 0 0 0,0 0 0 0 0,0 0 0 0 0,0 0-1 0 0,0 0 1 0 0,0-1 0 0 0,0 1 0 0 0,4-2 0 0 0,18-7 4 0 0,0-1 0 0 0,0-1-1 0 0,-1-1 1 0 0,-1-1 0 0 0,31-23 0 0 0,11-5-39 0 0,-39 25 24 0 0,-19 11-30 0 0,0 0 0 0 0,1 0 0 0 0,0 1-1 0 0,0 1 1 0 0,0-1 0 0 0,10-2-1 0 0,-16 7 30 0 0,0 0 0 0 0,-1 0 0 0 0,1 0 0 0 0,-1 0 0 0 0,1 0 0 0 0,-1 1 0 0 0,0-1 0 0 0,1 0 0 0 0,-1 1 0 0 0,0-1 0 0 0,0 1 0 0 0,0-1 0 0 0,0 1 0 0 0,0 0 0 0 0,0 0 0 0 0,-1-1 0 0 0,1 1 0 0 0,0 0 0 0 0,0 3 0 0 0,3 5-98 0 0,-3-7 84 0 0,0-1-1 0 0,1 1 1 0 0,-1-1-1 0 0,1 1 0 0 0,0-1 1 0 0,0 1-1 0 0,-1-1 1 0 0,1 0-1 0 0,1 0 0 0 0,-1 0 1 0 0,0 0-1 0 0,0 0 1 0 0,1 0-1 0 0,-1-1 1 0 0,1 1-1 0 0,0-1 0 0 0,-1 0 1 0 0,1 0-1 0 0,0 0 1 0 0,0 0-1 0 0,0 0 0 0 0,0 0 1 0 0,0-1-1 0 0,0 0 1 0 0,5 1-1 0 0,-1-2 166 0 0,0 0-1 0 0,1 0 1 0 0,-1-1-1 0 0,0 0 1 0 0,0 0 0 0 0,0 0-1 0 0,0-1 1 0 0,0 0-1 0 0,8-6 1 0 0,-9 6 500 0 0,-5 2-589 0 0,0 0-1 0 0,1 0 0 0 0,-1 0 1 0 0,1 0-1 0 0,-1 0 0 0 0,0 0 1 0 0,1 1-1 0 0,0-1 0 0 0,-1 0 0 0 0,1 1 1 0 0,-1-1-1 0 0,1 1 0 0 0,0 0 1 0 0,-1-1-1 0 0,1 1 0 0 0,0 0 1 0 0,-1 0-1 0 0,1 0 0 0 0,0 0 0 0 0,-1 0 1 0 0,1 1-1 0 0,0-1 0 0 0,-1 0 1 0 0,1 1-1 0 0,0-1 0 0 0,-1 1 1 0 0,1 0-1 0 0,-1-1 0 0 0,1 1 0 0 0,-1 0 1 0 0,1 0-1 0 0,-1 0 0 0 0,2 2 1 0 0,9 4-835 0 0,0 0 1 0 0,0-1-1 0 0,1-1 1 0 0,-1 0-1 0 0,1-1 1 0 0,20 5-1 0 0,15 0-4670 0 0,-9-3 1780 0 0</inkml:trace>
</inkml:ink>
</file>

<file path=ppt/ink/ink3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3:17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95 880 0 0,'0'0'279'0'0,"-1"-1"0"0"0,1 1 0 0 0,-1-1 0 0 0,1 0 0 0 0,-1 0 0 0 0,1 1 0 0 0,-1-1 1 0 0,1 0-1 0 0,0 0 0 0 0,-1 1 0 0 0,1-1 0 0 0,0 0 0 0 0,0 0 0 0 0,0 0 0 0 0,0 0 0 0 0,0 1 0 0 0,0-1 0 0 0,0 0 0 0 0,0 0 0 0 0,0 0 0 0 0,0 0 0 0 0,0 1 0 0 0,0-1 0 0 0,1 0 1 0 0,-1 0-1 0 0,0 0 0 0 0,0 1 0 0 0,1-1 0 0 0,-1 0 0 0 0,1 0 0 0 0,0 0 0 0 0,1 0-68 0 0,0 0 0 0 0,0 0 0 0 0,1 0 0 0 0,-1 0 0 0 0,1 1 0 0 0,-1-1 0 0 0,1 1 1 0 0,-1-1-1 0 0,1 1 0 0 0,4 0 0 0 0,36-2 543 0 0,376-33 2609 0 0,-345 16-2808 0 0,-73 19-516 0 0,-1-1-36 0 0,0 1 1 0 0,0 0-1 0 0,0-1 0 0 0,-1 1 1 0 0,1-1-1 0 0,0 1 1 0 0,-1 0-1 0 0,1-1 0 0 0,0 1 1 0 0,-1 0-1 0 0,1 0 1 0 0,0-1-1 0 0,-1 1 0 0 0,1 0 1 0 0,0 0-1 0 0,-1-1 1 0 0,1 1-1 0 0,-1 0 0 0 0,1 0 1 0 0,-1 0-1 0 0,1 0 0 0 0,0 0 1 0 0,-1 0-1 0 0,1 0 1 0 0,-1 0-1 0 0,1 0 0 0 0,-1 0 1 0 0,1 0-1 0 0,-1 0 1 0 0,1 0-1 0 0,0 0 0 0 0,-1 0 1 0 0,1 0-1 0 0,-1 0 1 0 0,-31 6 26 0 0,-33 16-53 0 0,44-12 67 0 0,-1 0 0 0 0,1 2 0 0 0,1 0 1 0 0,0 2-1 0 0,0 0 0 0 0,2 1 0 0 0,0 1 0 0 0,0 0 0 0 0,2 2 1 0 0,0 0-1 0 0,1 0 0 0 0,1 2 0 0 0,1 0 0 0 0,0 0 0 0 0,-10 24 1 0 0,21-38-29 0 0,0 1 0 0 0,-1-1 0 0 0,2 1 1 0 0,-1 0-1 0 0,1-1 0 0 0,0 1 0 0 0,1 0 1 0 0,-1 0-1 0 0,1 0 0 0 0,1 0 0 0 0,-1-1 0 0 0,1 1 1 0 0,0 0-1 0 0,1 0 0 0 0,0-1 0 0 0,0 1 1 0 0,0-1-1 0 0,1 0 0 0 0,0 1 0 0 0,0-1 1 0 0,0 0-1 0 0,1-1 0 0 0,0 1 0 0 0,0-1 1 0 0,0 1-1 0 0,1-1 0 0 0,0 0 0 0 0,0-1 1 0 0,0 1-1 0 0,1-1 0 0 0,-1 0 0 0 0,1-1 0 0 0,12 7 1 0 0,13 0-763 0 0,1-1 0 0 0,0-1 0 0 0,44 5 0 0 0,-40-10-3259 0 0,48-2 0 0 0,-31-5-61 0 0</inkml:trace>
</inkml:ink>
</file>

<file path=ppt/ink/ink3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3:18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58 632 0 0,'10'-41'5412'0'0,"-10"32"-4600"0"0,1 8-727 0 0,-1 1-1 0 0,0 0 0 0 0,0 0 1 0 0,0 0-1 0 0,0 0 0 0 0,0-1 1 0 0,0 1-1 0 0,0 0 0 0 0,0 0 1 0 0,0 0-1 0 0,0 0 1 0 0,0-1-1 0 0,1 1 0 0 0,-1 0 1 0 0,0 0-1 0 0,0 0 0 0 0,0-1 1 0 0,0 1-1 0 0,-1 0 0 0 0,1 0 1 0 0,0 0-1 0 0,0-1 1 0 0,0 1-1 0 0,0 0 0 0 0,0 0 1 0 0,0 0-1 0 0,0 0 0 0 0,0-1 1 0 0,0 1-1 0 0,0 0 1 0 0,0 0-1 0 0,-1 0 0 0 0,1 0 1 0 0,0 0-1 0 0,0-1 0 0 0,0 1 1 0 0,0 0-1 0 0,0 0 0 0 0,-1 0 1 0 0,1 0-1 0 0,0 0 1 0 0,0 0-1 0 0,0 0 0 0 0,0 0 1 0 0,-1 0-1 0 0,1 0 0 0 0,0 0 1 0 0,0-1-1 0 0,0 1 0 0 0,0 0 1 0 0,-1 0-1 0 0,1 0 1 0 0,0 0-1 0 0,0 0 0 0 0,0 1 1 0 0,-1-1-1 0 0,-18 16 28 0 0,1 1-1 0 0,1 1 1 0 0,0 1 0 0 0,1 0-1 0 0,2 1 1 0 0,0 1 0 0 0,-12 23-1 0 0,11-17-24 0 0,2 1-1 0 0,1 0 1 0 0,0 1-1 0 0,3 0 1 0 0,-11 48-1 0 0,18-59-48 0 0,1-1 1 0 0,0 1-1 0 0,1-1 0 0 0,1 1 0 0 0,1-1 0 0 0,0 0 0 0 0,1 1 1 0 0,1-1-1 0 0,1-1 0 0 0,0 1 0 0 0,1 0 0 0 0,1-1 1 0 0,14 25-1 0 0,-14-30-240 0 0,1 0 1 0 0,0 0-1 0 0,0-1 1 0 0,1 0-1 0 0,0 0 0 0 0,1-1 1 0 0,0 0-1 0 0,12 7 1 0 0,-13-10-429 0 0,0-1 0 0 0,0 0 0 0 0,1 0 1 0 0,-1-1-1 0 0,1 0 0 0 0,0-1 0 0 0,0 0 1 0 0,1-1-1 0 0,-1 0 0 0 0,21 1 0 0 0,-5-3-2108 0 0</inkml:trace>
</inkml:ink>
</file>

<file path=ppt/ink/ink3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3:19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24 64 0 0,'-4'-3'253'0'0,"0"0"1"0"0,0 0-1 0 0,0 1 0 0 0,-1 0 1 0 0,1 0-1 0 0,0 0 1 0 0,-1 1-1 0 0,0-1 0 0 0,1 1 1 0 0,-1 0-1 0 0,0 0 0 0 0,0 1 1 0 0,0-1-1 0 0,1 1 0 0 0,-1 0 1 0 0,0 1-1 0 0,0-1 1 0 0,-6 2-1 0 0,-1 0 41 0 0,0 1 0 0 0,0 0 0 0 0,0 0 0 0 0,0 1 0 0 0,0 1 0 0 0,-11 6 0 0 0,20-10-261 0 0,1 0-1 0 0,0 0 1 0 0,0 0 0 0 0,0 0 0 0 0,0 1-1 0 0,0-1 1 0 0,0 0 0 0 0,0 1 0 0 0,0 0 0 0 0,0-1-1 0 0,0 1 1 0 0,1 0 0 0 0,-1 0 0 0 0,1 0-1 0 0,0 0 1 0 0,-1 0 0 0 0,1 0 0 0 0,0 0-1 0 0,0 1 1 0 0,0-1 0 0 0,1 0 0 0 0,-1 0-1 0 0,0 1 1 0 0,1-1 0 0 0,0 1 0 0 0,-1-1-1 0 0,1 1 1 0 0,0-1 0 0 0,0 0 0 0 0,1 1-1 0 0,-1-1 1 0 0,0 1 0 0 0,1-1 0 0 0,-1 0-1 0 0,1 1 1 0 0,0-1 0 0 0,0 0 0 0 0,0 1-1 0 0,0-1 1 0 0,0 0 0 0 0,0 0 0 0 0,1 0-1 0 0,-1 0 1 0 0,1 0 0 0 0,-1 0 0 0 0,4 2-1 0 0,9 10 38 0 0,0 0 0 0 0,1-1-1 0 0,1 0 1 0 0,26 16 0 0 0,-24-17 19 0 0,6 4-105 0 0,-1 0-1 0 0,0 2 0 0 0,-2 1 0 0 0,0 1 0 0 0,-1 0 0 0 0,25 35 0 0 0,-44-53 9 0 0,1 1-1 0 0,-1-1 0 0 0,1 0 0 0 0,-1 1 0 0 0,0-1 1 0 0,0 1-1 0 0,0-1 0 0 0,0 1 0 0 0,0 0 0 0 0,-1 0 0 0 0,1-1 1 0 0,-1 1-1 0 0,0 0 0 0 0,0 0 0 0 0,0-1 0 0 0,0 1 0 0 0,0 0 1 0 0,-1 0-1 0 0,1-1 0 0 0,-1 1 0 0 0,0 0 0 0 0,-1 3 1 0 0,0-3 16 0 0,0 0 0 0 0,-1 1 0 0 0,1-1 0 0 0,-1 0 0 0 0,0 0 0 0 0,0 0 0 0 0,0-1 1 0 0,0 1-1 0 0,-1-1 0 0 0,1 0 0 0 0,-1 1 0 0 0,1-2 0 0 0,-7 3 0 0 0,-5 2 158 0 0,0-1 0 0 0,-1-1 0 0 0,1 0 0 0 0,-1-1 0 0 0,0-1 0 0 0,-26 1 0 0 0,7-2 292 0 0,26 0-361 0 0,1 0 0 0 0,-1-1 0 0 0,0 0 1 0 0,1-1-1 0 0,-1 0 0 0 0,0 0 0 0 0,1 0 0 0 0,-14-5 0 0 0,20 5-495 0 0,1 0-602 0 0,-2-6 1048 0 0,24-15-7854 0 0</inkml:trace>
</inkml:ink>
</file>

<file path=ppt/ink/ink3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3:19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322 10 956 0 0,'1'-1'459'0'0,"1"0"0"0"0,0 0-1 0 0,-1 0 1 0 0,1 0 0 0 0,0 0-1 0 0,0 0 1 0 0,0 1 0 0 0,0-1-1 0 0,-1 1 1 0 0,1-1 0 0 0,4 1 0 0 0,12 12-222 0 0,-1 1 0 0 0,0 1 0 0 0,-1 0 0 0 0,-1 1 0 0 0,0 1 0 0 0,-1 1 0 0 0,-1 0 0 0 0,-1 0 0 0 0,0 1 0 0 0,-1 1 0 0 0,-1 0 0 0 0,-1 0 0 0 0,0 1 0 0 0,-2 0 0 0 0,0 1 0 0 0,-2 0 0 0 0,0 0 0 0 0,-1 0 0 0 0,-1 0 0 0 0,0 26 0 0 0,-2-21-148 0 0,0-1 1 0 0,-3 1-1 0 0,0-1 0 0 0,-1 1 0 0 0,-2-1 0 0 0,0 0 1 0 0,-2 0-1 0 0,0-1 0 0 0,-2 0 0 0 0,-1 0 0 0 0,-1-1 1 0 0,0 0-1 0 0,-2-1 0 0 0,-1-1 0 0 0,-1 0 0 0 0,-31 36 1 0 0,5-20 343 0 0,-2-1 0 0 0,-1-2 0 0 0,-1-1 1 0 0,-2-3-1 0 0,-61 29 0 0 0,107-58-342 0 0,-1 0-1 0 0,0 0 0 0 0,0 0 1 0 0,0 0-1 0 0,0 0 1 0 0,0 0-1 0 0,0-1 0 0 0,0 1 1 0 0,0-1-1 0 0,0 1 1 0 0,0-1-1 0 0,0 0 0 0 0,-1 0 1 0 0,1 0-1 0 0,0 0 1 0 0,0 0-1 0 0,0 0 1 0 0,0 0-1 0 0,0-1 0 0 0,-1 1 1 0 0,-1-2-1 0 0,1 0-500 0 0,-1-1 1 0 0,1 0-1 0 0,0 0 0 0 0,0 0 0 0 0,1-1 1 0 0,-1 1-1 0 0,1-1 0 0 0,-5-7 0 0 0,3 5-1025 0 0,2-6-4720 0 0</inkml:trace>
</inkml:ink>
</file>

<file path=ppt/ink/ink3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3:51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1 238 608 0 0,'0'0'3974'0'0,"29"-5"-2368"0"0,-4-10-1074 0 0,0-1 1 0 0,-2-1 0 0 0,0-2-1 0 0,-1 0 1 0 0,-1-1-1 0 0,-1-2 1 0 0,0 0-1 0 0,23-35 1 0 0,-39 47 217 0 0,-15 23-626 0 0,6-7-144 0 0,1 1-1 0 0,0 0 1 0 0,0-1 0 0 0,0 1-1 0 0,-2 9 1 0 0,5-16 17 0 0,1 1 0 0 0,0 0-1 0 0,0-1 1 0 0,-1 1 0 0 0,1 0 0 0 0,0-1 0 0 0,0 1-1 0 0,0 0 1 0 0,0 0 0 0 0,0-1 0 0 0,0 1 0 0 0,0 0-1 0 0,0 0 1 0 0,0-1 0 0 0,0 1 0 0 0,0 0-1 0 0,1-1 1 0 0,-1 1 0 0 0,0 0 0 0 0,1 0 0 0 0,-1-1-1 0 0,0 1 1 0 0,1 0 0 0 0,-1-1 0 0 0,0 1-1 0 0,1-1 1 0 0,-1 1 0 0 0,2 0 0 0 0,-1 0 1 0 0,0-1 1 0 0,1 1-1 0 0,-1-1 1 0 0,1 0-1 0 0,-1 1 1 0 0,0-1-1 0 0,1 0 1 0 0,-1 0-1 0 0,1 0 1 0 0,-1 0-1 0 0,1 0 1 0 0,-1 0-1 0 0,1-1 1 0 0,1 1-1 0 0,61-23 38 0 0,-44 15-41 0 0,40-15 12 0 0,-44 15-22 0 0,1 1 1 0 0,0 0-1 0 0,0 2 0 0 0,1 0 1 0 0,0 0-1 0 0,0 2 0 0 0,0 0 1 0 0,23 1-1 0 0,-37 2 11 0 0,-1 0-1 0 0,0 0 1 0 0,1 1-1 0 0,-1 0 1 0 0,1 0-1 0 0,-1 0 1 0 0,0 0-1 0 0,0 0 1 0 0,1 1-1 0 0,-1-1 1 0 0,0 1 0 0 0,0 0-1 0 0,-1 0 1 0 0,1 0-1 0 0,0 0 1 0 0,-1 1-1 0 0,1-1 1 0 0,-1 1-1 0 0,1-1 1 0 0,-1 1-1 0 0,0 0 1 0 0,0 0 0 0 0,-1 0-1 0 0,1 0 1 0 0,-1 0-1 0 0,1 0 1 0 0,-1 0-1 0 0,0 1 1 0 0,0-1-1 0 0,0 1 1 0 0,-1-1-1 0 0,1 0 1 0 0,-1 1 0 0 0,0-1-1 0 0,0 1 1 0 0,0-1-1 0 0,-1 7 1 0 0,-1-3-5 0 0,1-1 0 0 0,-1 0 0 0 0,-1 0-1 0 0,1 0 1 0 0,-1 0 0 0 0,0-1 0 0 0,0 1 0 0 0,-1-1 0 0 0,1 1 0 0 0,-1-1 0 0 0,0 0 0 0 0,-1-1 0 0 0,-6 7 0 0 0,8-8-546 0 0,-1 0 0 0 0,0-1 0 0 0,0 1-1 0 0,0 0 1 0 0,-1-1 0 0 0,1 0 0 0 0,0 0 0 0 0,-1-1 0 0 0,0 1 0 0 0,1-1 0 0 0,-7 1 0 0 0</inkml:trace>
</inkml:ink>
</file>

<file path=ppt/ink/ink3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3:51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75 8 0 0,'0'-18'2264'0'0,"-2"1"-124"0"0,2 3-371 0 0,0 0-77 0 0,-1 2-1536 0 0</inkml:trace>
</inkml:ink>
</file>

<file path=ppt/ink/ink3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3:52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1 631 188 0 0,'0'0'2218'0'0,"0"1"-2091"0"0,1-1 0 0 0,-1 0 0 0 0,0 1 0 0 0,1-1 0 0 0,-1 0 0 0 0,1 0 0 0 0,-1 1 0 0 0,1-1 0 0 0,-1 0 0 0 0,1 0 0 0 0,-1 0 0 0 0,1 1 0 0 0,-1-1 0 0 0,1 0 0 0 0,-1 0 1 0 0,1 0-1 0 0,-1 0 0 0 0,1 0 0 0 0,-1 0 0 0 0,1 0 0 0 0,-1 0 0 0 0,1-1 0 0 0,-1 1 0 0 0,1 0 0 0 0,-1 0 0 0 0,1 0 0 0 0,0-1 0 0 0,152-86 3366 0 0,38-25-1754 0 0,-168 95-1553 0 0,0 0 0 0 0,-1-2 1 0 0,-1-1-1 0 0,-1 0 1 0 0,33-44-1 0 0,-45 53-147 0 0,-1-1 1 0 0,0 0-1 0 0,0 0 0 0 0,-1 0 0 0 0,-1-1 1 0 0,0 0-1 0 0,-1 0 0 0 0,0 0 0 0 0,-1 0 0 0 0,-1-1 1 0 0,0 1-1 0 0,0-25 0 0 0,-2 36-35 0 0,0-1 1 0 0,-1 1-1 0 0,1 0 0 0 0,-1 0 1 0 0,1-1-1 0 0,-1 1 0 0 0,0 0 1 0 0,0 0-1 0 0,0 0 0 0 0,0 0 1 0 0,-3-4-1 0 0,4 6-5 0 0,-1-1 1 0 0,0 0-1 0 0,0 1 1 0 0,1-1-1 0 0,-1 1 1 0 0,0-1-1 0 0,0 1 0 0 0,0-1 1 0 0,1 1-1 0 0,-1 0 1 0 0,0-1-1 0 0,0 1 1 0 0,0 0-1 0 0,0 0 0 0 0,0 0 1 0 0,0 0-1 0 0,0-1 1 0 0,0 1-1 0 0,0 0 1 0 0,-1 1-1 0 0,-3 0-3 0 0,1 1 0 0 0,-1-1 0 0 0,0 1 0 0 0,1 0 0 0 0,-1 1 1 0 0,1-1-1 0 0,-1 1 0 0 0,-5 5 0 0 0,-2 1-21 0 0,0 1-1 0 0,1 1 1 0 0,1 0 0 0 0,0 0 0 0 0,0 1-1 0 0,1 0 1 0 0,0 0 0 0 0,1 1 0 0 0,1 1 0 0 0,0-1-1 0 0,1 1 1 0 0,0 0 0 0 0,1 0 0 0 0,1 1-1 0 0,0 0 1 0 0,1-1 0 0 0,1 1 0 0 0,0 0 0 0 0,1 1-1 0 0,0-1 1 0 0,2 0 0 0 0,-1 0 0 0 0,2 0-1 0 0,0 0 1 0 0,1 0 0 0 0,1 0 0 0 0,0-1 0 0 0,0 1-1 0 0,2-1 1 0 0,0 0 0 0 0,0 0 0 0 0,2-1-1 0 0,-1 0 1 0 0,2 0 0 0 0,18 22 0 0 0,-23-31 4 0 0,0 0 1 0 0,1-1-1 0 0,-1 1 0 0 0,0-1 1 0 0,1 0-1 0 0,0 0 1 0 0,0 0-1 0 0,0-1 1 0 0,0 0-1 0 0,0 0 0 0 0,0 0 1 0 0,1 0-1 0 0,-1-1 1 0 0,0 0-1 0 0,7 0 0 0 0,-4 0 5 0 0,1-1-1 0 0,0-1 0 0 0,-1 0 0 0 0,1 0 0 0 0,-1-1 0 0 0,1 0 0 0 0,-1 0 0 0 0,15-7 1 0 0,2-3 1 0 0,-1-1 1 0 0,-1-2 0 0 0,0 0 0 0 0,-1-1-1 0 0,20-20 1 0 0,-16 9 84 0 0,0-1 0 0 0,-2 0 1 0 0,-2-2-1 0 0,0-1 0 0 0,-3-1 0 0 0,0 0 1 0 0,-2-2-1 0 0,16-44 0 0 0,-22 50 382 0 0,9-47-1 0 0,1-2 1517 0 0,-21 76-1477 0 0,-2 8-451 0 0,-62 201 160 0 0,36-135-157 0 0,17-49-10 0 0,2 0 0 0 0,1 0 0 0 0,-8 35 0 0 0,-10 3-7 0 0,26-61-21 0 0,-5 20 0 0 0,4-19 152 0 0,35-33-115 0 0,82-60-244 0 0,-115 89 179 0 0,1 1-1 0 0,-1 0 1 0 0,1 0 0 0 0,0 0 0 0 0,-1 0 0 0 0,1 1-1 0 0,0-1 1 0 0,0 0 0 0 0,-1 1 0 0 0,1-1 0 0 0,0 1-1 0 0,0-1 1 0 0,0 1 0 0 0,0 0 0 0 0,-1 0-1 0 0,1 0 1 0 0,0 0 0 0 0,0 0 0 0 0,0 0 0 0 0,0 1-1 0 0,0-1 1 0 0,-1 1 0 0 0,1-1 0 0 0,0 1 0 0 0,0-1-1 0 0,-1 1 1 0 0,1 0 0 0 0,0 0 0 0 0,-1 0 0 0 0,3 2-1 0 0,5 4-20 0 0,0 1-1 0 0,0 0 1 0 0,-1 0-1 0 0,9 11 1 0 0,16 15-43 0 0,-26-29 90 0 0,1 0 0 0 0,-1-1 0 0 0,1 0 0 0 0,0 0 0 0 0,0-1 0 0 0,0 0 0 0 0,0-1 0 0 0,1 0 0 0 0,-1 0 0 0 0,1-1 0 0 0,-1 0 0 0 0,1 0 0 0 0,0-1 0 0 0,8 0 0 0 0,-12-1 43 0 0,-1 0-1 0 0,1 1 0 0 0,0-2 0 0 0,-1 1 0 0 0,1-1 1 0 0,-1 1-1 0 0,0-1 0 0 0,1 0 0 0 0,-1-1 1 0 0,0 1-1 0 0,0-1 0 0 0,-1 0 0 0 0,1 0 0 0 0,-1 0 1 0 0,1 0-1 0 0,-1-1 0 0 0,0 1 0 0 0,0-1 1 0 0,0 0-1 0 0,-1 0 0 0 0,1 0 0 0 0,-1 0 0 0 0,0 0 1 0 0,0 0-1 0 0,0-1 0 0 0,-1 1 0 0 0,2-7 0 0 0,-2 8 1 0 0,-1 0-1 0 0,1 0 0 0 0,-1 0 0 0 0,0 0 0 0 0,1 0 1 0 0,-1 0-1 0 0,-1 0 0 0 0,1 0 0 0 0,0 0 0 0 0,-1 0 1 0 0,1 0-1 0 0,-1 0 0 0 0,0 0 0 0 0,0 0 0 0 0,0 0 1 0 0,0 1-1 0 0,-1-1 0 0 0,-1-3 0 0 0,2 5-74 0 0,2 7-96 0 0,-1-2 107 0 0,1 1 0 0 0,0-1 0 0 0,0 1 0 0 0,0-1 0 0 0,1 1 0 0 0,-1-1 1 0 0,1 0-1 0 0,0 0 0 0 0,1 0 0 0 0,-1 0 0 0 0,0 0 0 0 0,1-1 0 0 0,0 1 1 0 0,0-1-1 0 0,0 1 0 0 0,1-1 0 0 0,-1 0 0 0 0,1-1 0 0 0,-1 1 0 0 0,1 0 1 0 0,0-1-1 0 0,5 3 0 0 0,49 12-1735 0 0,-13-18-6531 0 0,-24-3 4722 0 0</inkml:trace>
</inkml:ink>
</file>

<file path=ppt/ink/ink3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3:53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67 124 0 0,'-9'-2'2400'0'0,"-8"-1"1757"0"0,66-18-3561 0 0,-2 12-176 0 0,3 2-152 0 0,23-1-176 0 0,5 4-228 0 0,2 1-264 0 0,-3-2-284 0 0,-20 5-460 0 0,22-2-1233 0 0,-6 0 549 0 0</inkml:trace>
</inkml:ink>
</file>

<file path=ppt/ink/ink3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3:53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473 58 368 0 0,'0'0'1081'0'0,"-10"-41"6111"0"0,0 37-6954 0 0,0 1 1 0 0,0 0-1 0 0,0 1 1 0 0,-1 0 0 0 0,1 1-1 0 0,0 0 1 0 0,-1 0-1 0 0,1 1 1 0 0,-17 2-1 0 0,9 0-84 0 0,1 0 0 0 0,-1 1 0 0 0,1 1 0 0 0,0 1-1 0 0,-18 7 1 0 0,33-11-142 0 0,0-1 0 0 0,0 1 0 0 0,0 0 0 0 0,0 0 0 0 0,0 0 0 0 0,0 0 0 0 0,0 0 0 0 0,1 0 0 0 0,-1 1 0 0 0,0-1 0 0 0,0 0 0 0 0,1 1 0 0 0,-1 0 0 0 0,1-1 0 0 0,0 1 0 0 0,-1 0 0 0 0,1 0 0 0 0,0-1 0 0 0,0 1 0 0 0,0 0 0 0 0,0 0 0 0 0,0 0 0 0 0,1 1 0 0 0,-1-1 0 0 0,1 0 0 0 0,-1 0 0 0 0,1 0 0 0 0,0 0 0 0 0,0 0 0 0 0,-1 1 0 0 0,2-1 0 0 0,-1 0 0 0 0,0 0 0 0 0,0 0 0 0 0,1 0 0 0 0,-1 1 0 0 0,1-1 0 0 0,0 0 0 0 0,-1 0 0 0 0,1 0 0 0 0,0 0 0 0 0,0 0 0 0 0,1 0 0 0 0,1 3 0 0 0,8 9 23 0 0,-1 0-1 0 0,2-1 0 0 0,0 0 0 0 0,21 17 0 0 0,-19-17 7 0 0,10 12 13 0 0,31 38 0 0 0,-55-62-53 0 0,1-1 1 0 0,-1 1 0 0 0,0 0 0 0 0,0-1 0 0 0,1 1 0 0 0,-1 0 0 0 0,0-1 0 0 0,0 1 0 0 0,0 0 0 0 0,0-1-1 0 0,0 1 1 0 0,0 0 0 0 0,0-1 0 0 0,0 1 0 0 0,0 0 0 0 0,0 0 0 0 0,0-1 0 0 0,0 1 0 0 0,0 0 0 0 0,0-1-1 0 0,-1 1 1 0 0,1 0 0 0 0,0-1 0 0 0,-1 1 0 0 0,1-1 0 0 0,0 1 0 0 0,-1 0 0 0 0,1-1 0 0 0,-1 1 0 0 0,1-1 0 0 0,-1 1-1 0 0,1-1 1 0 0,-1 1 0 0 0,1-1 0 0 0,-1 1 0 0 0,1-1 0 0 0,-1 0 0 0 0,0 1 0 0 0,1-1 0 0 0,-1 0 0 0 0,0 0-1 0 0,1 1 1 0 0,-1-1 0 0 0,0 0 0 0 0,1 0 0 0 0,-1 0 0 0 0,0 0 0 0 0,0 0 0 0 0,-36 9 35 0 0,36-9-33 0 0,-26 3 140 0 0,0-1 0 0 0,0-1 0 0 0,0-1 0 0 0,0-1 0 0 0,1-2-1 0 0,-1-1 1 0 0,0-1 0 0 0,1-1 0 0 0,-42-15 0 0 0,67 20-327 0 0,0 1-399 0 0,1 0 521 0 0,0 0-1 0 0,0 0 1 0 0,-1 0 0 0 0,1-1-1 0 0,0 1 1 0 0,0 0 0 0 0,0 0 0 0 0,0 0-1 0 0,0 0 1 0 0,-1 0 0 0 0,1 0 0 0 0,0 0-1 0 0,0-1 1 0 0,0 1 0 0 0,0 0-1 0 0,0 0 1 0 0,0 0 0 0 0,0 0 0 0 0,-1 0-1 0 0,1-1 1 0 0,0 1 0 0 0,0 0-1 0 0,0 0 1 0 0,0 0 0 0 0,0-1 0 0 0,0 1-1 0 0,0 0 1 0 0,0 0 0 0 0,0 0 0 0 0,0 0-1 0 0,0-1 1 0 0,0 1 0 0 0,0 0-1 0 0,0 0 1 0 0,0 0 0 0 0,0 0 0 0 0,0-1-1 0 0,1 1 1 0 0,-1 0 0 0 0,0 0-1 0 0,0 0 1 0 0,0 0 0 0 0,0-1 0 0 0,0 1-1 0 0,0 0 1 0 0,0 0 0 0 0,0 0 0 0 0,1 0-1 0 0,33-7-5188 0 0</inkml:trace>
</inkml:ink>
</file>

<file path=ppt/ink/ink3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3:54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0 485 660 0 0,'19'1'1620'0'0,"8"1"-748"0"0,0-2-1 0 0,1-1 0 0 0,-1-1 1 0 0,0-1-1 0 0,0-2 1 0 0,-1 0-1 0 0,38-14 1 0 0,-62 18-780 0 0,0 0 0 0 0,1 0 1 0 0,-1 0-1 0 0,0-1 1 0 0,0 1-1 0 0,0-1 1 0 0,0 0-1 0 0,0 1 1 0 0,0-1-1 0 0,0 0 1 0 0,0 0-1 0 0,-1 0 0 0 0,1-1 1 0 0,-1 1-1 0 0,0 0 1 0 0,1-1-1 0 0,-1 1 1 0 0,0 0-1 0 0,0-1 1 0 0,1-4-1 0 0,-2 6-60 0 0,0 0 0 0 0,0 0 1 0 0,0 0-1 0 0,0 0 0 0 0,0 0 0 0 0,-1 0 0 0 0,1 0 0 0 0,0 0 0 0 0,0 0 0 0 0,-1 0 0 0 0,1 0 1 0 0,0 0-1 0 0,-1 0 0 0 0,1 0 0 0 0,-1 0 0 0 0,1 1 0 0 0,-1-1 0 0 0,1 0 0 0 0,-1 0 1 0 0,0 1-1 0 0,1-1 0 0 0,-3-1 0 0 0,1 1-16 0 0,0 0 1 0 0,0 0-1 0 0,0 0 1 0 0,-1 0-1 0 0,1 0 1 0 0,-1 1-1 0 0,1-1 1 0 0,0 1-1 0 0,-1-1 1 0 0,1 1-1 0 0,-1 0 1 0 0,1 0-1 0 0,-5 1 0 0 0,1-1 9 0 0,0 1-1 0 0,0-1 1 0 0,0 1-1 0 0,0 1 1 0 0,1-1-1 0 0,-10 4 1 0 0,12-3-20 0 0,1-1 0 0 0,0 0 0 0 0,0 0 1 0 0,0 1-1 0 0,0-1 0 0 0,1 1 0 0 0,-1 0 0 0 0,0-1 1 0 0,0 1-1 0 0,1 0 0 0 0,0 0 0 0 0,-1 0 0 0 0,1 0 1 0 0,0 0-1 0 0,0 0 0 0 0,0 1 0 0 0,0-1 0 0 0,-1 5 0 0 0,2-6-1 0 0,0 1 0 0 0,0-1 0 0 0,0 0-1 0 0,0 1 1 0 0,0-1 0 0 0,0 1 0 0 0,0-1-1 0 0,1 1 1 0 0,-1-1 0 0 0,1 0 0 0 0,-1 1-1 0 0,1-1 1 0 0,-1 0 0 0 0,1 1-1 0 0,0-1 1 0 0,-1 0 0 0 0,1 0 0 0 0,0 0-1 0 0,0 0 1 0 0,0 1 0 0 0,0-1 0 0 0,0 0-1 0 0,0-1 1 0 0,0 1 0 0 0,1 0-1 0 0,1 1 1 0 0,31 15 72 0 0,-21-12-41 0 0,1-1 0 0 0,0-1 1 0 0,0 0-1 0 0,0-1 0 0 0,0-1 0 0 0,1 0 0 0 0,-1-1 0 0 0,0 0 1 0 0,1-1-1 0 0,-1-1 0 0 0,0 0 0 0 0,0-1 0 0 0,0-1 0 0 0,0 0 0 0 0,-1-1 1 0 0,1 0-1 0 0,-1-1 0 0 0,0 0 0 0 0,-1-1 0 0 0,0-1 0 0 0,0 0 0 0 0,0-1 1 0 0,-1 0-1 0 0,-1 0 0 0 0,1-1 0 0 0,-2-1 0 0 0,1 1 0 0 0,-1-2 1 0 0,-1 1-1 0 0,0-1 0 0 0,-1-1 0 0 0,0 1 0 0 0,-1-1 0 0 0,0 0 0 0 0,5-19 1 0 0,-5 10 310 0 0,-1 0 0 0 0,-1 0 1 0 0,-1-1-1 0 0,-1 1 1 0 0,-1-1-1 0 0,-1 0 1 0 0,-1 1-1 0 0,0-1 0 0 0,-7-27 1 0 0,7 48-220 0 0,0-1 7 0 0,1 3-130 0 0,0 0 1 0 0,0 0-1 0 0,0 0 0 0 0,0 0 0 0 0,0 0 1 0 0,0-1-1 0 0,0 1 0 0 0,0 0 1 0 0,0 0-1 0 0,0 0 0 0 0,0 0 0 0 0,0-1 1 0 0,0 1-1 0 0,0 0 0 0 0,0 0 1 0 0,0 0-1 0 0,0 0 0 0 0,0 0 0 0 0,0-1 1 0 0,0 1-1 0 0,0 0 0 0 0,0 0 0 0 0,0 0 1 0 0,0 0-1 0 0,-1 0 0 0 0,1 0 1 0 0,0-1-1 0 0,0 1 0 0 0,0 0 0 0 0,0 0 1 0 0,0 0-1 0 0,0 0 0 0 0,-1 0 1 0 0,1 0-1 0 0,0 0 0 0 0,0 0 0 0 0,0 0 1 0 0,0 0-1 0 0,0 0 0 0 0,-1 0 1 0 0,1 0-1 0 0,0 0 0 0 0,0 0 0 0 0,0 0 1 0 0,0 0-1 0 0,-1 0 0 0 0,1 0 1 0 0,0 0-1 0 0,0 0 0 0 0,0 0 0 0 0,0 0 1 0 0,0 0-1 0 0,-1 0 0 0 0,1 0 0 0 0,0 0 1 0 0,0 0-1 0 0,0 0 0 0 0,-21 31 35 0 0,2 0 0 0 0,1 1 0 0 0,2 1-1 0 0,1 0 1 0 0,-21 69 0 0 0,20-39-30 0 0,2 0 0 0 0,-8 102 0 0 0,15-108 101 0 0,7-55-83 0 0,-5 20 823 0 0,3-11-1894 0 0,15-52-10353 0 0,-4 18 7651 0 0</inkml:trace>
</inkml:ink>
</file>

<file path=ppt/ink/ink3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3:54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40 764 0 0,'0'0'1197'0'0,"1"9"5267"0"0,80-17-2958 0 0,107-23-1 0 0,-139 22-2074 0 0,-47 8-1135 0 0,-44 5-4067 0 0,-19 2-3312 0 0,43-6 3534 0 0</inkml:trace>
</inkml:ink>
</file>

<file path=ppt/ink/ink3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3:56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505 288 608 0 0,'6'-38'5515'0'0,"-6"36"-5390"0"0,0 1 1 0 0,1-1-1 0 0,-1 0 1 0 0,0 1-1 0 0,-1-1 1 0 0,1 1-1 0 0,0-1 1 0 0,0 0-1 0 0,-1 1 1 0 0,1-1 0 0 0,-1 1-1 0 0,1-1 1 0 0,-1 1-1 0 0,0-1 1 0 0,0 1-1 0 0,1-1 1 0 0,-1 1-1 0 0,0 0 1 0 0,0-1-1 0 0,0 1 1 0 0,-1 0 0 0 0,1 0-1 0 0,0 0 1 0 0,0 0-1 0 0,-1 0 1 0 0,-1-2-1 0 0,0 3-60 0 0,0-1 1 0 0,0 1-1 0 0,0-1 0 0 0,0 1 0 0 0,1 0 1 0 0,-1 0-1 0 0,0 0 0 0 0,0 1 0 0 0,0-1 0 0 0,0 0 1 0 0,1 1-1 0 0,-1 0 0 0 0,0 0 0 0 0,-2 1 0 0 0,-5 2-40 0 0,0 0 0 0 0,1 1-1 0 0,0 0 1 0 0,0 1 0 0 0,0 0-1 0 0,1 0 1 0 0,-14 14 0 0 0,19-16-13 0 0,0 0 0 0 0,0 0 0 0 0,0 0 0 0 0,1 1 0 0 0,0-1 1 0 0,0 1-1 0 0,0-1 0 0 0,0 1 0 0 0,1 0 0 0 0,-1 0 0 0 0,0 6 1 0 0,2-10 17 0 0,11 7 45 0 0,-11-7-71 0 0,1 0 0 0 0,0 0 0 0 0,0 0 0 0 0,-1-1 1 0 0,1 1-1 0 0,0 0 0 0 0,0-1 0 0 0,0 1 0 0 0,0 0 0 0 0,0-1 0 0 0,0 1 0 0 0,0-1 0 0 0,0 0 1 0 0,0 1-1 0 0,0-1 0 0 0,0 0 0 0 0,0 1 0 0 0,0-1 0 0 0,0 0 0 0 0,1 0 0 0 0,-1 0 0 0 0,0 0 1 0 0,1 0-1 0 0,12-4 21 0 0,-1 1-1 0 0,0-2 1 0 0,-1 1 0 0 0,1-2 0 0 0,-1 0 0 0 0,0 0 0 0 0,0-1 0 0 0,19-16 0 0 0,-14 11-33 0 0,1 1 0 0 0,0 0 0 0 0,22-8 0 0 0,1 3-37 0 0,-3 3-34 0 0,61-32 1 0 0,-90 41 82 0 0,-1-1 0 0 0,0 0-1 0 0,0-1 1 0 0,-1 1 0 0 0,0-1 0 0 0,0-1 0 0 0,0 1 0 0 0,0-1 0 0 0,-1 0 0 0 0,-1-1 0 0 0,1 0-1 0 0,8-15 1 0 0,-13 17 34 0 0,1 1-1 0 0,-1-1 1 0 0,0 1-1 0 0,0-1 1 0 0,-1 0-1 0 0,1 1 1 0 0,-2-8 0 0 0,1 6-13 0 0,0 5-43 0 0,-4 6-70 0 0,-12 18 68 0 0,1 1 0 0 0,1 0 0 0 0,1 1 0 0 0,1 0-1 0 0,-14 44 1 0 0,6-20 11 0 0,-155 437-21 0 0,64-161 3 0 0,104-302 35 0 0,-2-1-1 0 0,0 0 1 0 0,-2 0-1 0 0,0-1 1 0 0,-1-1 0 0 0,-1 0-1 0 0,-16 19 1 0 0,23-32 50 0 0,1-1 0 0 0,0 0 0 0 0,-1 0 0 0 0,0 0-1 0 0,0-1 1 0 0,-1 0 0 0 0,1 0 0 0 0,-1-1 0 0 0,0 0 0 0 0,0 0 0 0 0,0 0 0 0 0,0-1 0 0 0,0 0 0 0 0,-1 0 0 0 0,1-1 0 0 0,-1 0 0 0 0,1 0-1 0 0,-1-1 1 0 0,1 0 0 0 0,-1 0 0 0 0,1-1 0 0 0,-1 0 0 0 0,1 0 0 0 0,-1-1 0 0 0,-8-3 0 0 0,5 1 39 0 0,1 0-1 0 0,0-1 1 0 0,0 0 0 0 0,0-1 0 0 0,0 0 0 0 0,1 0 0 0 0,0-1-1 0 0,1 0 1 0 0,-1-1 0 0 0,1 1 0 0 0,1-2 0 0 0,0 1-1 0 0,0-1 1 0 0,0 0 0 0 0,1-1 0 0 0,1 1 0 0 0,0-1-1 0 0,0-1 1 0 0,0 1 0 0 0,2 0 0 0 0,-6-21 0 0 0,6 16-42 0 0,0 0 1 0 0,1 0-1 0 0,0 0 0 0 0,1 0 1 0 0,1 0-1 0 0,0 0 1 0 0,1-1-1 0 0,1 1 1 0 0,1 0-1 0 0,0 0 1 0 0,0 1-1 0 0,2-1 0 0 0,0 1 1 0 0,0 0-1 0 0,12-20 1 0 0,-7 18-142 0 0,0 1-1 0 0,2 1 1 0 0,0 0 0 0 0,0 1 0 0 0,1 0-1 0 0,1 1 1 0 0,0 0 0 0 0,0 1 0 0 0,1 1-1 0 0,1 0 1 0 0,0 1 0 0 0,0 1 0 0 0,32-12-1 0 0,10 2-2597 0 0,1 2-1 0 0,108-14 0 0 0,-145 27 1386 0 0,22-4-1591 0 0</inkml:trace>
</inkml:ink>
</file>

<file path=ppt/ink/ink3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3:57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257 293 120 0 0,'0'0'3256'0'0,"0"-1"-3182"0"0,0 1 1 0 0,0-1 0 0 0,-1 0 0 0 0,1 1 0 0 0,0-1 0 0 0,-1 1 0 0 0,1-1-1 0 0,-1 1 1 0 0,1-1 0 0 0,-1 0 0 0 0,1 1 0 0 0,-1 0 0 0 0,1-1 0 0 0,-1 1-1 0 0,0-1 1 0 0,1 1 0 0 0,-1 0 0 0 0,0-1 0 0 0,1 1 0 0 0,-1 0 0 0 0,0 0-1 0 0,1-1 1 0 0,-1 1 0 0 0,0 0 0 0 0,1 0 0 0 0,-1 0 0 0 0,0 0-1 0 0,0 0 1 0 0,-1 0 0 0 0,-25 14 447 0 0,0 1 0 0 0,1 1 0 0 0,1 1-1 0 0,0 2 1 0 0,2 0 0 0 0,0 2 0 0 0,-30 34 0 0 0,52-55-501 0 0,1 1 1 0 0,-1 0 0 0 0,0-1 0 0 0,0 1-1 0 0,1 0 1 0 0,-1-1 0 0 0,1 1 0 0 0,-1 0 0 0 0,1 0-1 0 0,-1 0 1 0 0,1-1 0 0 0,-1 1 0 0 0,1 0 0 0 0,0 0-1 0 0,0 0 1 0 0,-1 0 0 0 0,1 0 0 0 0,0 0-1 0 0,0 0 1 0 0,0 0 0 0 0,0 0 0 0 0,0 1 0 0 0,1-1-4 0 0,-1-1 1 0 0,1 1 0 0 0,-1-1 0 0 0,1 0 0 0 0,0 1 0 0 0,-1-1-1 0 0,1 0 1 0 0,-1 1 0 0 0,1-1 0 0 0,0 0 0 0 0,0 0 0 0 0,-1 0-1 0 0,1 0 1 0 0,0 0 0 0 0,-1 1 0 0 0,1-1 0 0 0,0 0-1 0 0,-1 0 1 0 0,1-1 0 0 0,0 1 0 0 0,1 0 0 0 0,36-10 266 0 0,25-24-33 0 0,18-10-178 0 0,-79 44-134 0 0,11 0-22 0 0,0 1-1 0 0,-1 1 0 0 0,18 4 1 0 0,-21-3 75 0 0,0-1 0 0 0,1 0 0 0 0,-1-1 1 0 0,0 0-1 0 0,0-1 0 0 0,1 0 0 0 0,14-2 1 0 0,3-4 102 0 0,1-1 1 0 0,-1-1-1 0 0,0-2 0 0 0,-1-1 1 0 0,0-1-1 0 0,-1-1 1 0 0,0-1-1 0 0,-1-1 1 0 0,-1-1-1 0 0,-1-1 1 0 0,0-1-1 0 0,-1-1 0 0 0,-1-1 1 0 0,0-1-1 0 0,-2-1 1 0 0,-1 0-1 0 0,0-2 1 0 0,-2 1-1 0 0,17-35 1 0 0,-24 43 303 0 0,-7 13-332 0 0,0 1-1 0 0,0-1 1 0 0,0 0 0 0 0,0 0 0 0 0,0 0-1 0 0,0 1 1 0 0,0-1 0 0 0,-1 0 0 0 0,1 0 0 0 0,-1 0-1 0 0,1 0 1 0 0,-1-3 0 0 0,-6 7-17 0 0,-9 6-40 0 0,1 1 0 0 0,0 0 0 0 0,1 0 1 0 0,0 2-1 0 0,0-1 0 0 0,1 2 0 0 0,0 0 1 0 0,1 0-1 0 0,1 1 0 0 0,0 0 0 0 0,0 1 1 0 0,2 0-1 0 0,-10 20 0 0 0,13-25-10 0 0,0 1 0 0 0,1 0-1 0 0,0 0 1 0 0,1 0 0 0 0,0 0 0 0 0,1 0-1 0 0,0 1 1 0 0,0-1 0 0 0,1 1 0 0 0,1 0-1 0 0,0-1 1 0 0,0 1 0 0 0,1-1 0 0 0,0 1-1 0 0,1-1 1 0 0,0 1 0 0 0,1-1 0 0 0,0 0-1 0 0,1 0 1 0 0,0 0 0 0 0,0 0 0 0 0,8 11-1 0 0,-7-12-24 0 0,2 0 0 0 0,-1-1 0 0 0,1 0 0 0 0,1 0 0 0 0,-1-1-1 0 0,1 0 1 0 0,1 0 0 0 0,-1-1 0 0 0,1 0 0 0 0,0 0 0 0 0,0-1 0 0 0,11 4-1 0 0,-11-6 19 0 0,0 0 0 0 0,0-1 0 0 0,0 0 1 0 0,0-1-1 0 0,1 0 0 0 0,-1 0 0 0 0,1-1 0 0 0,-1 0 0 0 0,1-1 0 0 0,-1 0 0 0 0,0-1 0 0 0,0 1 0 0 0,1-2 0 0 0,8-3 0 0 0,0-1 4 0 0,0 0-1 0 0,-1-1 1 0 0,0-2 0 0 0,-1 1 0 0 0,0-2-1 0 0,0 0 1 0 0,-1-1 0 0 0,-1 0-1 0 0,0-1 1 0 0,0-1 0 0 0,-2 0 0 0 0,0-1-1 0 0,0 0 1 0 0,-1-1 0 0 0,12-26 0 0 0,-3 3 728 0 0,-3 0 1 0 0,-1-2-1 0 0,-3 0 1 0 0,-1-1-1 0 0,12-72 1 0 0,-28 112 427 0 0,-7 10-950 0 0,8-5-199 0 0,-1 0-1 0 0,1 0 0 0 0,0 1 1 0 0,1-1-1 0 0,-1 1 0 0 0,1-1 0 0 0,-3 6 1 0 0,-8 23-126 0 0,1-1 0 0 0,2 1 0 0 0,1 1 0 0 0,-6 38 0 0 0,9-26-1570 0 0,0 50-1 0 0,11-40-1154 0 0,7-22-3296 0 0,-1-19 2400 0 0</inkml:trace>
</inkml:ink>
</file>

<file path=ppt/ink/ink3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3:08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79 282 280 0 0,'-3'-43'7714'0'0,"2"38"-4023"0"0,-1 13-1542 0 0,-4 34-1014 0 0,-6 58-1296 0 0,11-86 201 0 0,-41 464 753 0 0,39-433-760 0 0,1-23 27 0 0,1 0 1 0 0,2 31 0 0 0,-1-51-34 0 0,-2 6-16 0 0,2-8 2 0 0,0-1-1 0 0,0 1 1 0 0,0 0 0 0 0,0 0 0 0 0,0 0-1 0 0,0 0 1 0 0,0 0 0 0 0,0 0-1 0 0,0 0 1 0 0,0 0 0 0 0,0 0-1 0 0,0 0 1 0 0,-1-1 0 0 0,1 1 0 0 0,0 0-1 0 0,0 0 1 0 0,0 0 0 0 0,0 0-1 0 0,0 0 1 0 0,0 0 0 0 0,0 0-1 0 0,0 0 1 0 0,0 0 0 0 0,0 0 0 0 0,-1 0-1 0 0,1 0 1 0 0,0 0 0 0 0,0 0-1 0 0,0 0 1 0 0,0 0 0 0 0,0 0-1 0 0,0 0 1 0 0,0 0 0 0 0,0 0 0 0 0,0 0-1 0 0,-1 0 1 0 0,1 0 0 0 0,0 0-1 0 0,0 0 1 0 0,0 0 0 0 0,-1-34 13 0 0,1 1 1 0 0,2-1-1 0 0,11-57 1 0 0,1-16-19 0 0,-8 31-54 0 0,34-324-401 0 0,-14 238 341 0 0,-25 158 71 0 0,0 0 0 0 0,0-1 1 0 0,0 1-1 0 0,0 0 0 0 0,1 0 0 0 0,-1 0 0 0 0,1 0 0 0 0,0 0 1 0 0,0 1-1 0 0,1-1 0 0 0,-1 1 0 0 0,1-1 0 0 0,0 1 0 0 0,0 0 0 0 0,0 0 1 0 0,0 0-1 0 0,0 0 0 0 0,1 1 0 0 0,4-4 0 0 0,-3 4-9 0 0,1-1 0 0 0,0 1-1 0 0,0 0 1 0 0,0 1 0 0 0,0-1-1 0 0,0 1 1 0 0,0 0 0 0 0,0 1-1 0 0,0-1 1 0 0,0 1 0 0 0,0 1-1 0 0,9 0 1 0 0,-5 1-2 0 0,-1-1 0 0 0,1 1-1 0 0,-1 1 1 0 0,1 0 0 0 0,-1 0 0 0 0,0 1 0 0 0,0 0 0 0 0,0 1 0 0 0,-1 0 0 0 0,0 0-1 0 0,0 1 1 0 0,0 0 0 0 0,0 0 0 0 0,-1 1 0 0 0,0 0 0 0 0,10 14 0 0 0,-13-16 20 0 0,-1 0 1 0 0,0 1-1 0 0,-1 0 1 0 0,1 0-1 0 0,-1-1 1 0 0,0 1 0 0 0,0 1-1 0 0,-1-1 1 0 0,0 0-1 0 0,0 0 1 0 0,0 0-1 0 0,-1 1 1 0 0,0-1 0 0 0,0 0-1 0 0,-1 1 1 0 0,0-1-1 0 0,0 0 1 0 0,-2 8-1 0 0,0-7 18 0 0,0 0-1 0 0,-1 0 1 0 0,1-1-1 0 0,-1 0 0 0 0,0 0 1 0 0,-1 0-1 0 0,1 0 0 0 0,-1-1 1 0 0,-1 0-1 0 0,1 1 0 0 0,-1-2 1 0 0,0 1-1 0 0,0-1 0 0 0,0 0 1 0 0,-8 4-1 0 0,-6 2 5 0 0,0-1-1 0 0,0-1 1 0 0,-1-1 0 0 0,-1-1-1 0 0,1-1 1 0 0,-1 0 0 0 0,1-2-1 0 0,-27 1 1 0 0,12 0-3 0 0,7-2-1 0 0,27-2-588 0 0,-3 1 1394 0 0,-10-8-11909 0 0</inkml:trace>
</inkml:ink>
</file>

<file path=ppt/ink/ink3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8T05:03:09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434 16 776,'0'0'159,"0"-1"1,0 0-1,0 1 0,0-1 1,0 1-1,0-1 1,0 1-1,0-1 0,-1 0 1,1 1-1,0-1 0,0 1 1,0-1-1,-1 1 0,1-1 1,0 1-1,0-1 0,-1 1 1,1-1-1,-1 1 0,1 0 1,0-1-1,-1 1 0,1-1 1,-1 1-1,1 0 0,-1-1 1,1 1-1,-1 0 1,1 0-1,-1-1 0,1 1 1,-1 0-1,1 0 0,-1 0 1,1 0-1,-2 0 0,-21 14 1631,-31 49-2545,43-48 1437,-41 55-412,3 3-1,3 2 1,4 1-1,-56 140 1,88-187-196,1-1 0,1 2 0,2-1 1,1 1-1,1 0 0,1 0 0,2 0 1,1 0-1,2 0 0,1 0 0,12 57 1,-8-59-304,1 0 1,2 0 0,0-1-1,2-1 1,1 1 0,1-2 0,1 0-1,1-1 1,1-1 0,1 0-1,1-1 1,30 27 0,-21-32-4019</inkml:trace>
</inkml:ink>
</file>

<file path=ppt/ink/ink3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3:09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9 776 0 0,'0'0'2588'0'0,"0"-2"-1535"0"0,-2-5 856 0 0,1 11-154 0 0,-24 81-764 0 0,9-24-489 0 0,-19 91 399 0 0,-21 77 252 0 0,38-177-1064 0 0,18-50-209 0 0,-3 9-336 0 0</inkml:trace>
</inkml:ink>
</file>

<file path=ppt/ink/ink3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3:10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69 312 0 0,'0'0'2304'0'0,"-7"-1"-1499"0"0,6-1-305 0 0,6 0 2527 0 0,106-17-2054 0 0,155-6 0 0 0,-155 17-557 0 0,193-4 827 0 0,-276 14-799 0 0,-2 0-680 0 0,-12-3-3146 0 0,-11 11-265 0 0</inkml:trace>
</inkml:ink>
</file>

<file path=ppt/ink/ink3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3:10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644 7 412 0 0,'-1'-7'7946'0'0,"-29"62"-7382"0"0,-36 92 0 0 0,-6 12-50 0 0,-14 2 110 0 0,-102 200 606 0 0,6-20 175 0 0,180-339-2149 0 0,-11 19 2105 0 0,9-13-4016 0 0</inkml:trace>
</inkml:ink>
</file>

<file path=ppt/ink/ink3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3:11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 58 364 0 0,'25'-34'6240'0'0,"-25"32"-5120"0"0,-11-19 2765 0 0,-5 22-3754 0 0,0 0 1 0 0,0 2-1 0 0,0 0 0 0 0,0 1 1 0 0,1 1-1 0 0,-22 8 0 0 0,5 1-36 0 0,1 1 0 0 0,-30 20 0 0 0,57-32-99 0 0,0-1-1 0 0,0 1 1 0 0,1-1 0 0 0,-1 1-1 0 0,1 0 1 0 0,0 0-1 0 0,0 1 1 0 0,0-1 0 0 0,1 1-1 0 0,-1-1 1 0 0,1 1 0 0 0,-1 0-1 0 0,1 0 1 0 0,0 0-1 0 0,-2 7 1 0 0,4-9-6 0 0,0 1 1 0 0,0-1-1 0 0,-1 1 1 0 0,1 0-1 0 0,1-1 1 0 0,-1 1-1 0 0,0 0 1 0 0,1-1-1 0 0,-1 1 0 0 0,1-1 1 0 0,0 1-1 0 0,0-1 1 0 0,0 1-1 0 0,0-1 1 0 0,0 0-1 0 0,1 1 1 0 0,-1-1-1 0 0,1 0 1 0 0,-1 0-1 0 0,1 0 0 0 0,0 0 1 0 0,0 0-1 0 0,0 0 1 0 0,0-1-1 0 0,0 1 1 0 0,3 1-1 0 0,15 10-53 0 0,1-1 1 0 0,0-2-1 0 0,44 17 0 0 0,-49-22 4 0 0,0 0 0 0 0,0 2 0 0 0,0 0 0 0 0,-1 1 0 0 0,-1 0 0 0 0,1 1 0 0 0,-1 1 0 0 0,0 0 0 0 0,17 18 0 0 0,-29-26 45 0 0,0-1 0 0 0,0 1-1 0 0,-1 0 1 0 0,1 1 0 0 0,-1-1 0 0 0,1 0 0 0 0,-1 0 0 0 0,0 1 0 0 0,1-1 0 0 0,-1 1 0 0 0,-1-1 0 0 0,1 1 0 0 0,0-1 0 0 0,0 1-1 0 0,-1-1 1 0 0,1 5 0 0 0,-2-5 12 0 0,0 0 0 0 0,0 0 1 0 0,0 0-1 0 0,0 0 0 0 0,0 0 0 0 0,-1 0 0 0 0,1 0 0 0 0,-1 0 0 0 0,1 0 0 0 0,-1-1 0 0 0,1 1 0 0 0,-1-1 0 0 0,0 1 0 0 0,0-1 0 0 0,0 0 0 0 0,0 1 1 0 0,0-1-1 0 0,-4 1 0 0 0,-4 4 33 0 0,-1-2 1 0 0,0 0-1 0 0,0 0 1 0 0,0-1-1 0 0,-1 0 1 0 0,1-1 0 0 0,-13 1-1 0 0,-83 1 705 0 0,90-4-564 0 0,8 0-32 0 0,0-1-1 0 0,1-1 1 0 0,-1 1 0 0 0,-13-5 0 0 0,20 5-65 0 0,-16-4 773 0 0,13 4-3339 0 0</inkml:trace>
</inkml:ink>
</file>

<file path=ppt/ink/ink3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3:12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462 0 428 0 0,'0'0'4143'0'0,"-3"5"-3844"0"0,1 12 84 0 0,31 36 676 0 0,56 77 1 0 0,-49-79-501 0 0,57 108 0 0 0,-76-121-430 0 0,-2 1 0 0 0,-1 1-1 0 0,-3 0 1 0 0,-1 1 0 0 0,-1 0-1 0 0,-3 1 1 0 0,-1 0 0 0 0,-2-1-1 0 0,-3 1 1 0 0,-4 51 0 0 0,1-66 0 0 0,0-1 0 0 0,-2 0 0 0 0,-1 0 0 0 0,-2 0 0 0 0,0-1 0 0 0,-1 0 0 0 0,-2-1 0 0 0,0 0 0 0 0,-2 0 0 0 0,0-1 0 0 0,-2-1 0 0 0,-1 0 0 0 0,0-1 0 0 0,-1-1 0 0 0,-2-1 0 0 0,0 0 0 0 0,-29 22 0 0 0,0-10 204 0 0,-1-1 0 0 0,-1-3 0 0 0,-1-2 0 0 0,-1-3 0 0 0,-1-1 0 0 0,-100 23 0 0 0,97-26 123 0 0,54-17-362 0 0,2-1-111 0 0,-1 1 0 0 0,1-1 1 0 0,0 0-1 0 0,0 0 0 0 0,0 1 1 0 0,0-1-1 0 0,0 0 0 0 0,0 0 1 0 0,-1 0-1 0 0,1 0 0 0 0,0 1 1 0 0,0-1-1 0 0,0 0 0 0 0,-1 0 1 0 0,1 0-1 0 0,0 0 0 0 0,0 0 1 0 0,0 0-1 0 0,-1 1 0 0 0,1-1 1 0 0,0 0-1 0 0,0 0 0 0 0,0 0 1 0 0,-1 0-1 0 0,1 0 0 0 0,0 0 1 0 0,0 0-1 0 0,-1 0 0 0 0,1 0 1 0 0,0 0-1 0 0,0 0 0 0 0,-1 0 1 0 0,1 0-1 0 0,0 0 0 0 0,0 0 1 0 0,0 0-1 0 0,-1-1 0 0 0,1 1 0 0 0,0 0 1 0 0,0 0-1 0 0,0 0 0 0 0,-1 0 1 0 0,1 0-1 0 0,0 0 0 0 0,0-1 1 0 0,0 1-1 0 0,-1 0 0 0 0,1 0 1 0 0,-13-8-1541 0 0,12 7 1659 0 0,-2-1-914 0 0,2-8-789 0 0,0 3-3825 0 0,-1-9 2616 0 0</inkml:trace>
</inkml:ink>
</file>

<file path=ppt/ink/ink3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3:57.9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337 272 416 0 0,'1'-5'8559'0'0,"-56"124"-6668"0"0,-35 90-373 0 0,-54 180 873 0 0,119-332 2013 0 0,21-68-4236 0 0,-1-1-1 0 0,2 1 1 0 0,-1-1 0 0 0,2 0-1 0 0,0 0 1 0 0,0 0-1 0 0,1 0 1 0 0,0 0 0 0 0,2-14-1 0 0,2-13 65 0 0,11-59 0 0 0,-2 44-260 0 0,2 0 1 0 0,2 2-1 0 0,2 0 1 0 0,3 1-1 0 0,2 1 1 0 0,2 1-1 0 0,3 1 0 0 0,1 1 1 0 0,2 2-1 0 0,55-61 1 0 0,-68 87-83 0 0,0 1 0 0 0,2 1-1 0 0,0 0 1 0 0,0 2 0 0 0,2 0 0 0 0,0 2 0 0 0,37-18-1 0 0,-52 28 40 0 0,0 0-1 0 0,1 0 1 0 0,-1 1 0 0 0,1 0-1 0 0,-1 0 1 0 0,1 1-1 0 0,0 0 1 0 0,-1 0-1 0 0,1 1 1 0 0,0 0-1 0 0,0 0 1 0 0,0 1-1 0 0,0 0 1 0 0,-1 0-1 0 0,1 1 1 0 0,-1 0-1 0 0,1 0 1 0 0,-1 1-1 0 0,1 0 1 0 0,-1 0-1 0 0,0 1 1 0 0,-1 0 0 0 0,1 0-1 0 0,-1 1 1 0 0,1-1-1 0 0,-1 1 1 0 0,-1 1-1 0 0,10 9 1 0 0,-12-11 28 0 0,1 0-1 0 0,-1 0 1 0 0,0 0 0 0 0,0 1 0 0 0,0-1 0 0 0,0 1 0 0 0,-1 0 0 0 0,0 0 0 0 0,0 0 0 0 0,0 0 0 0 0,0 0-1 0 0,-1 0 1 0 0,0 0 0 0 0,0 1 0 0 0,0-1 0 0 0,-1 0 0 0 0,0 1 0 0 0,0-1 0 0 0,0 0 0 0 0,-1 1 0 0 0,0-1-1 0 0,0 0 1 0 0,0 0 0 0 0,0 1 0 0 0,-1-1 0 0 0,0 0 0 0 0,0 0 0 0 0,-1-1 0 0 0,1 1 0 0 0,-1 0 0 0 0,0-1 0 0 0,-5 7-1 0 0,-1-1 4 0 0,0 0 0 0 0,-1-1 0 0 0,0 0 0 0 0,0-1-1 0 0,-1 0 1 0 0,0 0 0 0 0,0-1 0 0 0,-1-1 0 0 0,0 0-1 0 0,0-1 1 0 0,0 0 0 0 0,-15 4 0 0 0,7-4-41 0 0,0 0 0 0 0,-1-1 0 0 0,1-1 1 0 0,-1 0-1 0 0,0-2 0 0 0,0-1 0 0 0,0 0 0 0 0,-26-5 0 0 0,47 5 7 0 0,0 0-1 0 0,0 0 1 0 0,-1 0-1 0 0,1 1 0 0 0,0-1 1 0 0,-1 0-1 0 0,1 0 1 0 0,0 0-1 0 0,0 0 0 0 0,-1 0 1 0 0,1 0-1 0 0,0-1 0 0 0,-1 1 1 0 0,1 0-1 0 0,0 0 1 0 0,-1 0-1 0 0,1 0 0 0 0,0 0 1 0 0,0 0-1 0 0,-1 0 1 0 0,1-1-1 0 0,0 1 0 0 0,0 0 1 0 0,-1 0-1 0 0,1 0 1 0 0,0-1-1 0 0,0 1 0 0 0,0 0 1 0 0,-1 0-1 0 0,1 0 1 0 0,0-1-1 0 0,0 1 0 0 0,0 0 1 0 0,0-1-1 0 0,-1 1 0 0 0,1 0 1 0 0,0 0-1 0 0,0-1 1 0 0,0 1-1 0 0,0 0 0 0 0,0-1 1 0 0,0 1-1 0 0,0 0 1 0 0,0 0-1 0 0,0-1 0 0 0,0 1 1 0 0,0 0-1 0 0,0-1 1 0 0,0 1-1 0 0,0 0 0 0 0,0-1 1 0 0,0 1-1 0 0,1 0 0 0 0,-1 0 1 0 0,0-1-1 0 0,0 1 1 0 0,0 0-1 0 0,0 0 0 0 0,1-1 1 0 0,-1 1-1 0 0,0 0 1 0 0,0 0-1 0 0,0-1 0 0 0,1 1 1 0 0,-1 0-1 0 0,0 0 1 0 0,18-11-4494 0 0,-17 10 4808 0 0,18-6-3651 0 0</inkml:trace>
</inkml:ink>
</file>

<file path=ppt/ink/ink3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3:58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32 56 0 0,'0'0'2464'0'0,"-8"1"-1778"0"0,1 0-505 0 0,1 1 1 0 0,-1-1-1 0 0,0 2 0 0 0,1-1 0 0 0,-1 1 0 0 0,1 0 0 0 0,0 0 0 0 0,-1 0 0 0 0,2 1 1 0 0,-1 0-1 0 0,0 0 0 0 0,1 1 0 0 0,0 0 0 0 0,0 0 0 0 0,0 0 0 0 0,0 0 0 0 0,-4 9 1 0 0,5-9-78 0 0,0 1 1 0 0,0 0-1 0 0,1 0 1 0 0,0 0-1 0 0,1 1 1 0 0,-1-1-1 0 0,1 1 1 0 0,0-1-1 0 0,1 1 1 0 0,-1 0-1 0 0,1-1 1 0 0,1 1 0 0 0,-1 0-1 0 0,1 0 1 0 0,1 0-1 0 0,-1 0 1 0 0,1 0-1 0 0,0-1 1 0 0,1 1-1 0 0,-1 0 1 0 0,1-1-1 0 0,6 13 1 0 0,-8-19-65 0 0,1 1 0 0 0,-1-1 0 0 0,1 1 0 0 0,0-1 0 0 0,-1 1 0 0 0,1-1 0 0 0,0 0 0 0 0,-1 1 0 0 0,1-1 0 0 0,0 0 0 0 0,-1 1 0 0 0,1-1-1 0 0,0 0 1 0 0,0 0 0 0 0,-1 0 0 0 0,1 0 0 0 0,0 0 0 0 0,0 0 0 0 0,0 0 0 0 0,-1 0 0 0 0,1 0 0 0 0,0 0 0 0 0,0 0 0 0 0,-1 0 0 0 0,1 0 0 0 0,0-1 0 0 0,0 1 0 0 0,-1 0 0 0 0,1-1 0 0 0,0 1 0 0 0,-1 0 0 0 0,1-1 0 0 0,0 1 0 0 0,-1-1 0 0 0,1 1 0 0 0,-1-1 0 0 0,1 1 0 0 0,-1-1 0 0 0,2 0 0 0 0,23-22 606 0 0,-20 17-462 0 0,0-1 0 0 0,0-1-1 0 0,-1 1 1 0 0,1-1 0 0 0,-2 0 0 0 0,1 0-1 0 0,-1 0 1 0 0,0 0 0 0 0,-1 0-1 0 0,3-15 1 0 0,-2-4 187 0 0,-1 1 0 0 0,-2-29 1 0 0,0 31-282 0 0,0 22-452 0 0,-1-3 69 0 0,1 1-1810 0 0</inkml:trace>
</inkml:ink>
</file>

<file path=ppt/ink/ink3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3:58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48 500 0 0,'11'-28'4888'0'0,"-11"27"-4794"0"0,0 0 0 0 0,0 1 0 0 0,0-1-1 0 0,0 0 1 0 0,0 0 0 0 0,0 0 0 0 0,-1 1 0 0 0,1-1 0 0 0,0 0 0 0 0,-1 0 0 0 0,1 1 0 0 0,0-1 0 0 0,-1 0 0 0 0,1 1 0 0 0,-1-1 0 0 0,1 0 0 0 0,-1 1 0 0 0,1-1 0 0 0,-1 0 0 0 0,1 1 0 0 0,-1-1 0 0 0,0 1 0 0 0,1-1 0 0 0,-1 1 0 0 0,0 0 0 0 0,0-1 0 0 0,1 1 0 0 0,-1 0 0 0 0,0-1 0 0 0,0 1 0 0 0,1 0 0 0 0,-1 0 0 0 0,0 0 0 0 0,-1 0 0 0 0,0-1 343 0 0,-23 24 131 0 0,24-19-530 0 0,-1 0 1 0 0,1 0 0 0 0,0 0-1 0 0,0-1 1 0 0,1 1 0 0 0,-1 0-1 0 0,1 0 1 0 0,-1 0 0 0 0,1 0-1 0 0,1 1 1 0 0,-1-1 0 0 0,1 4-1 0 0,14 53 188 0 0,-9-38-160 0 0,-4-16-46 0 0,0 0 0 0 0,-1 0 1 0 0,0 0-1 0 0,0 0 0 0 0,-1 0 0 0 0,0 12 0 0 0,0-17-15 0 0,-1 0 0 0 0,1 0 0 0 0,-1 0 0 0 0,0 0 0 0 0,0-1 0 0 0,1 1 1 0 0,-1 0-1 0 0,0-1 0 0 0,-1 1 0 0 0,1 0 0 0 0,0-1 0 0 0,0 1 0 0 0,-1-1 0 0 0,1 0 0 0 0,0 1 0 0 0,-1-1 0 0 0,0 0 0 0 0,1 0 1 0 0,-1 0-1 0 0,0 0 0 0 0,1 0 0 0 0,-1 0 0 0 0,0-1 0 0 0,0 1 0 0 0,0-1 0 0 0,0 1 0 0 0,0-1 0 0 0,-3 1 0 0 0,2-1-4 0 0,-8 3 8 0 0,0-1 1 0 0,-1 0-1 0 0,1-1 0 0 0,0 0 1 0 0,-1-1-1 0 0,1 0 0 0 0,-1-1 1 0 0,-18-3-1 0 0,28 3-265 0 0,-1-6-1144 0 0,6 1-3379 0 0,14-10 2293 0 0</inkml:trace>
</inkml:ink>
</file>

<file path=ppt/ink/ink3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3:59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33 776 0 0,'0'0'1702'0'0,"-4"-15"943"0"0,4 13-2564 0 0,-1 1 0 0 0,0 0 0 0 0,0 0 0 0 0,-1-1 0 0 0,1 1 0 0 0,0 0 0 0 0,0 0 0 0 0,-1 0 0 0 0,1 0 0 0 0,0 1 0 0 0,-1-1 0 0 0,1 0 0 0 0,-1 0 0 0 0,1 1 0 0 0,-1-1 0 0 0,1 1 1 0 0,-1 0-1 0 0,0-1 0 0 0,1 1 0 0 0,-1 0 0 0 0,1 0 0 0 0,-1 0 0 0 0,0 0 0 0 0,1 0 0 0 0,-1 0 0 0 0,0 0 0 0 0,1 1 0 0 0,-1-1 0 0 0,1 1 0 0 0,-1-1 0 0 0,1 1 0 0 0,-1-1 0 0 0,1 1 0 0 0,-1 0 0 0 0,1 0 0 0 0,0 0 0 0 0,-3 1 0 0 0,1 1-22 0 0,0 1 0 0 0,0-1 0 0 0,0 0 0 0 0,1 1 1 0 0,-1 0-1 0 0,1 0 0 0 0,0-1 0 0 0,0 1 0 0 0,0 1 0 0 0,1-1 0 0 0,-1 0 0 0 0,1 0 0 0 0,-1 5 0 0 0,-2 25 209 0 0,1 62 0 0 0,2-24-47 0 0,0-69-192 0 0,-3 13 50 0 0,2-6 116 0 0,4-9 234 0 0,16-19-376 0 0,2 1 0 0 0,-1 2 0 0 0,2 0 0 0 0,0 0 0 0 0,0 2 0 0 0,2 1 0 0 0,-1 1 0 0 0,47-16 0 0 0,-67 26-28 0 0,0 0-1 0 0,1 0 0 0 0,-1 0 1 0 0,1 0-1 0 0,-1 1 1 0 0,1-1-1 0 0,-1 1 1 0 0,1 0-1 0 0,-1 0 1 0 0,1 0-1 0 0,-1 0 1 0 0,1 0-1 0 0,0 0 1 0 0,-1 1-1 0 0,1-1 1 0 0,-1 1-1 0 0,0 0 1 0 0,1 0-1 0 0,3 1 1 0 0,-4 0-18 0 0,-1 0-1 0 0,1-1 1 0 0,-1 1 0 0 0,1 0-1 0 0,-1 0 1 0 0,0 0 0 0 0,0 0-1 0 0,0 0 1 0 0,0 0 0 0 0,0 1-1 0 0,0-1 1 0 0,0 0 0 0 0,-1 0-1 0 0,1 1 1 0 0,-1-1 0 0 0,0 0-1 0 0,0 1 1 0 0,0-1 0 0 0,0 0-1 0 0,0 1 1 0 0,0-1 0 0 0,-1 3-1 0 0,-10 46-195 0 0,5-34-692 0 0,2-9-1964 0 0,2-3-340 0 0,-3 5 631 0 0</inkml:trace>
</inkml:ink>
</file>

<file path=ppt/ink/ink3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3:59.5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1 155 11365 0 0,'5'-68'1524'0'0,"-5"54"-681"0"0,0 0-1 0 0,1 0 0 0 0,4-18 0 0 0,-4 30-908 0 0,0-3-257 0 0,-1 0-2113 0 0</inkml:trace>
</inkml:ink>
</file>

<file path=ppt/ink/ink3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4:00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3 524 0 0,'4'-1'9867'0'0,"-116"266"-7268"0"0,93-227-2370 0 0,-21 33 281 0 0,39-69-246 0 0,1-2-241 0 0,0 0-1 0 0,0 0 1 0 0,0 0 0 0 0,0 1-1 0 0,-1-1 1 0 0,1 0-1 0 0,0 0 1 0 0,0 1-1 0 0,0-1 1 0 0,0 0 0 0 0,0 1-1 0 0,0-1 1 0 0,0 0-1 0 0,0 0 1 0 0,0 1-1 0 0,0-1 1 0 0,0 0 0 0 0,0 1-1 0 0,0-1 1 0 0,0 0-1 0 0,0 0 1 0 0,0 1 0 0 0,0-1-1 0 0,0 0 1 0 0,0 1-1 0 0,1-1 1 0 0,-1 0-1 0 0,0 0 1 0 0,0 0 0 0 0,0 1-1 0 0,0-1 1 0 0,1 0-1 0 0,-1 0 1 0 0,0 1-1 0 0,0-1 1 0 0,0 0 0 0 0,1 0-1 0 0,-1 0 1 0 0,0 0-1 0 0,0 1 1 0 0,1-1-1 0 0,-1 0 1 0 0,17-8-21 0 0,-1 0-1 0 0,1 2 1 0 0,1 0-1 0 0,-1 1 1 0 0,1 0-1 0 0,0 2 1 0 0,0 0-1 0 0,0 1 1 0 0,1 1-1 0 0,28 1 1 0 0,-46 0-21 0 0,1 1 1 0 0,-1-1-1 0 0,1 0 1 0 0,-1 1-1 0 0,1-1 1 0 0,-1 1-1 0 0,0-1 1 0 0,1 1-1 0 0,-1 0 0 0 0,0 0 1 0 0,1-1-1 0 0,-1 1 1 0 0,0 0-1 0 0,0 0 1 0 0,0 0-1 0 0,0 0 1 0 0,0 0-1 0 0,0 1 1 0 0,0-1-1 0 0,0 0 1 0 0,0 0-1 0 0,-1 1 1 0 0,1-1-1 0 0,0 0 1 0 0,-1 1-1 0 0,1-1 1 0 0,-1 1-1 0 0,1-1 0 0 0,-1 1 1 0 0,0-1-1 0 0,0 1 1 0 0,0-1-1 0 0,0 1 1 0 0,0-1-1 0 0,0 1 1 0 0,0-1-1 0 0,0 1 1 0 0,0-1-1 0 0,-1 0 1 0 0,1 1-1 0 0,-2 1 1 0 0,1 3-17 0 0,0-2 0 0 0,-1 1 0 0 0,0 0 1 0 0,0 0-1 0 0,-1 0 0 0 0,1-1 1 0 0,-1 0-1 0 0,0 1 0 0 0,0-1 0 0 0,-5 5 1 0 0,-52 41-240 0 0,59-49 412 0 0,7-4-131 0 0,36-14 11 0 0,0-1-1 0 0,-2-3 1 0 0,0-1 0 0 0,-2-3 0 0 0,0 0 0 0 0,-2-3-1 0 0,-1-1 1 0 0,38-40 0 0 0,-48 42 235 0 0,-1-2 0 0 0,-2 0 0 0 0,0-2 0 0 0,-3 0 0 0 0,19-39 0 0 0,-37 69-230 0 0,-1 1 0 0 0,1-1 0 0 0,-1 1 0 0 0,1-1 0 0 0,-1 1 0 0 0,0-1 0 0 0,1 1 0 0 0,-1-1 0 0 0,0 0 0 0 0,1 1 0 0 0,-1-1 0 0 0,0 1 0 0 0,0-1 0 0 0,1 0 0 0 0,-1 1 0 0 0,0-1 0 0 0,0 0 0 0 0,0 1 0 0 0,0-1 0 0 0,0 0 0 0 0,0 0 0 0 0,0 1 0 0 0,0-1 0 0 0,0 0 0 0 0,0 1 0 0 0,-1-1 0 0 0,1 0 0 0 0,0 1 0 0 0,0-1 0 0 0,-1 1 0 0 0,1-1 0 0 0,-1-1 0 0 0,-21 9 115 0 0,-30 29-182 0 0,28-13 52 0 0,1 1 0 0 0,0 1 0 0 0,-17 28-1 0 0,30-39-11 0 0,1 1-1 0 0,0 0 1 0 0,1 1-1 0 0,1 0 1 0 0,0 0-1 0 0,1 0 1 0 0,-5 27-1 0 0,10-36-14 0 0,0 0-1 0 0,0 0 1 0 0,1 0-1 0 0,0-1 1 0 0,1 1-1 0 0,-1 0 1 0 0,1 0-1 0 0,1 0 0 0 0,-1-1 1 0 0,1 1-1 0 0,0 0 1 0 0,1-1-1 0 0,-1 0 1 0 0,1 1-1 0 0,0-1 1 0 0,1 0-1 0 0,0-1 1 0 0,0 1-1 0 0,0-1 1 0 0,0 1-1 0 0,1-1 1 0 0,0-1-1 0 0,0 1 1 0 0,1-1-1 0 0,-1 1 1 0 0,1-2-1 0 0,0 1 1 0 0,0-1-1 0 0,0 1 1 0 0,0-2-1 0 0,0 1 0 0 0,1-1 1 0 0,-1 0-1 0 0,1 0 1 0 0,0-1-1 0 0,0 0 1 0 0,-1 0-1 0 0,1 0 1 0 0,0-1-1 0 0,0 0 1 0 0,0 0-1 0 0,9-3 1 0 0,-3 1 242 0 0,-2-1 1 0 0,1-1 0 0 0,0 0-1 0 0,-1-1 1 0 0,1 0 0 0 0,-1-1-1 0 0,-1 0 1 0 0,1-1-1 0 0,-1 0 1 0 0,0 0 0 0 0,13-14-1 0 0,-20 19 31 0 0,9-6 1101 0 0,-10 28-2078 0 0,-3-16 42 0 0,1 28-1418 0 0,9-8-6432 0 0,2-8 4234 0 0</inkml:trace>
</inkml:ink>
</file>

<file path=ppt/ink/ink3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4:02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287 514 492 0 0,'2'-53'9082'0'0,"-10"141"-8707"0"0,-3 0 0 0 0,-4 0 0 0 0,-4-1 0 0 0,-37 106 1 0 0,24-103 1518 0 0,31-88-364 0 0,-1-2-1476 0 0,0-1-1 0 0,0 0 1 0 0,0 1 0 0 0,1-1 0 0 0,-1 0-1 0 0,0 0 1 0 0,0 0 0 0 0,1 0-1 0 0,-1 0 1 0 0,1 0 0 0 0,-1 0-1 0 0,1-1 1 0 0,-1 1 0 0 0,1-1 0 0 0,0 1-1 0 0,0-1 1 0 0,0 1 0 0 0,0-1-1 0 0,-2-2 1 0 0,-19-39 459 0 0,17 31-354 0 0,-10-18-80 0 0,1-1-1 0 0,2-1 1 0 0,1 0-1 0 0,2-1 0 0 0,1 0 1 0 0,1 0-1 0 0,2-1 1 0 0,1 0-1 0 0,2 0 1 0 0,1 0-1 0 0,2 0 0 0 0,2 0 1 0 0,0 0-1 0 0,3 1 1 0 0,0-1-1 0 0,2 1 1 0 0,2 1-1 0 0,1 0 1 0 0,27-55-1 0 0,-24 60-160 0 0,2 1 0 0 0,1 1 0 0 0,1 0-1 0 0,2 2 1 0 0,0 0 0 0 0,1 1 0 0 0,29-23 0 0 0,-38 35 9 0 0,0 0-1 0 0,1 1 1 0 0,0 1 0 0 0,0 1 0 0 0,1-1-1 0 0,0 2 1 0 0,0 0 0 0 0,1 1 0 0 0,0 0-1 0 0,0 1 1 0 0,0 1 0 0 0,0 1 0 0 0,0 0 0 0 0,1 0-1 0 0,-1 2 1 0 0,18 1 0 0 0,-24 0 4 0 0,0 1 0 0 0,0 0 0 0 0,-1 1 1 0 0,1 0-1 0 0,0 0 0 0 0,-1 1 0 0 0,0 0 1 0 0,0 0-1 0 0,0 1 0 0 0,0 0 0 0 0,-1 0 1 0 0,0 1-1 0 0,0 0 0 0 0,0 0 0 0 0,-1 1 0 0 0,0 0 1 0 0,0 0-1 0 0,-1 0 0 0 0,0 1 0 0 0,0 0 1 0 0,-1 0-1 0 0,1 0 0 0 0,-2 1 0 0 0,1-1 0 0 0,-2 1 1 0 0,1 0-1 0 0,-1 0 0 0 0,0-1 0 0 0,-1 2 1 0 0,0-1-1 0 0,0 0 0 0 0,-1 0 0 0 0,0 0 0 0 0,-1 0 1 0 0,0 0-1 0 0,0 0 0 0 0,-1 0 0 0 0,0 0 1 0 0,-1 0-1 0 0,0 0 0 0 0,0-1 0 0 0,-1 1 0 0 0,0-1 1 0 0,-10 15-1 0 0,2-9 39 0 0,0-1-1 0 0,-1 0 1 0 0,0 0-1 0 0,-1-2 1 0 0,-1 0 0 0 0,0 0-1 0 0,0-2 1 0 0,-1 1 0 0 0,0-2-1 0 0,0 0 1 0 0,-1-2 0 0 0,0 1-1 0 0,-1-2 1 0 0,1 0-1 0 0,-1-1 1 0 0,0-1 0 0 0,0-1-1 0 0,0 0 1 0 0,0-2 0 0 0,0 0-1 0 0,-1 0 1 0 0,1-2-1 0 0,-23-5 1 0 0,-23-16 91 0 0,60 21-210 0 0,0 0 1 0 0,0 0-1 0 0,0 0 0 0 0,1-1 0 0 0,-1 1 0 0 0,1-1 1 0 0,-1 0-1 0 0,1 0 0 0 0,0 0 0 0 0,0-1 0 0 0,0 1 0 0 0,-4-8 1 0 0,7 10-460 0 0,6-3-2022 0 0,8-1-781 0 0,2 4 1190 0 0</inkml:trace>
</inkml:ink>
</file>

<file path=ppt/ink/ink3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4:04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13 164 0 0,'12'-12'8695'0'0,"-37"19"-7159"0"0,-46 26-1825 0 0,62-28 335 0 0,-1 1-1 0 0,1 0 1 0 0,1 1-1 0 0,-1 0 1 0 0,1 1 0 0 0,1-1-1 0 0,-1 1 1 0 0,1 1-1 0 0,1-1 1 0 0,-1 1-1 0 0,1 1 1 0 0,1-1-1 0 0,0 1 1 0 0,0 0-1 0 0,-3 12 1 0 0,7-20-11 0 0,1-1-32 0 0,0-1 1 0 0,0 1-1 0 0,0-1 1 0 0,0 1-1 0 0,0-1 1 0 0,1 1-1 0 0,-1-1 0 0 0,0 1 1 0 0,0-1-1 0 0,0 1 1 0 0,1-1-1 0 0,-1 1 1 0 0,0-1-1 0 0,0 1 1 0 0,1-1-1 0 0,-1 0 1 0 0,0 1-1 0 0,1-1 1 0 0,-1 0-1 0 0,1 1 1 0 0,-1-1-1 0 0,0 0 1 0 0,1 1-1 0 0,-1-1 1 0 0,1 0-1 0 0,-1 0 1 0 0,1 0-1 0 0,-1 1 1 0 0,1-1-1 0 0,-1 0 0 0 0,2 0 1 0 0,20 7 85 0 0,-10-9-125 0 0,-1-1 0 0 0,1 0 0 0 0,-1-1 0 0 0,0 0 0 0 0,0 0 0 0 0,-1-1 0 0 0,1 0 0 0 0,-1-1 0 0 0,0-1 0 0 0,0 1 0 0 0,16-16 0 0 0,-25 21-5 0 0,-1 0-10 0 0,0 1 43 0 0,0 0 1 0 0,1 0 0 0 0,-1 0-1 0 0,0-1 1 0 0,0 1 0 0 0,1 0 0 0 0,-1 0-1 0 0,0 0 1 0 0,0-1 0 0 0,1 1-1 0 0,-1 0 1 0 0,0 0 0 0 0,1 0 0 0 0,-1 0-1 0 0,0 0 1 0 0,1 0 0 0 0,-1 0-1 0 0,0 0 1 0 0,0 0 0 0 0,1 0-1 0 0,-1 0 1 0 0,0 0 0 0 0,1 0 0 0 0,-1 0-1 0 0,0 0 1 0 0,1 0 0 0 0,-1 0-1 0 0,0 0 1 0 0,1 0 0 0 0,-1 0-1 0 0,0 0 1 0 0,1 1 0 0 0,-1-1 0 0 0,0 0-1 0 0,1 0 1 0 0,0 13 16 0 0,9 45-279 0 0,-9-55 255 0 0,0 0-1 0 0,0 0 1 0 0,1 1-1 0 0,-1-1 1 0 0,1-1 0 0 0,-1 1-1 0 0,1 0 1 0 0,0 0-1 0 0,0-1 1 0 0,1 1-1 0 0,-1-1 1 0 0,0 1-1 0 0,1-1 1 0 0,-1 0-1 0 0,5 3 1 0 0,-4-5 17 0 0,-1 1 1 0 0,0 0-1 0 0,0-1 0 0 0,1 0 1 0 0,-1 1-1 0 0,1-1 1 0 0,-1 0-1 0 0,0 0 0 0 0,1 0 1 0 0,-1-1-1 0 0,1 1 0 0 0,-1 0 1 0 0,0-1-1 0 0,1 0 1 0 0,-1 1-1 0 0,0-1 0 0 0,0 0 1 0 0,0 0-1 0 0,0 0 1 0 0,3-3-1 0 0,44-29 44 0 0,-41 26-39 0 0,21-15 2 0 0,114-96-9 0 0,-143 117-8 0 0,1 0 1 0 0,-1 1-1 0 0,0-1 0 0 0,1 1 1 0 0,-1-1-1 0 0,1 1 0 0 0,-1-1 1 0 0,1 1-1 0 0,0-1 0 0 0,-1 1 1 0 0,1-1-1 0 0,-1 1 0 0 0,1 0 1 0 0,0-1-1 0 0,-1 1 0 0 0,1 0 1 0 0,0 0-1 0 0,0-1 0 0 0,-1 1 1 0 0,1 0-1 0 0,0 0 0 0 0,-1 0 1 0 0,1 0-1 0 0,0 0 0 0 0,0 0 1 0 0,-1 0-1 0 0,1 0 0 0 0,0 0 1 0 0,0 0-1 0 0,-1 1 0 0 0,1-1 1 0 0,0 0-1 0 0,-1 0 0 0 0,1 1 1 0 0,0-1-1 0 0,-1 0 0 0 0,1 1 1 0 0,0-1-1 0 0,-1 1 0 0 0,1-1 1 0 0,-1 1-1 0 0,1-1 0 0 0,-1 1 1 0 0,1-1-1 0 0,-1 1 0 0 0,1-1 1 0 0,-1 1-1 0 0,0 0 0 0 0,1-1 1 0 0,-1 1-1 0 0,0 0 0 0 0,1-1 1 0 0,-1 1-1 0 0,0 0 0 0 0,0 0 1 0 0,0-1-1 0 0,0 1 0 0 0,0 0 1 0 0,0-1-1 0 0,0 1 0 0 0,0 0 1 0 0,0 0-1 0 0,0 0 0 0 0,0 1 0 0 0,-1 1-38 0 0,-1 8 39 0 0,1-9 27 0 0,0 1-17 0 0,-1 6 7 0 0,1-7 88 0 0,1 50-279 0 0,0-47 178 0 0,4 81-1 0 0,-4-84 7 0 0,5 8 54 0 0,-5-9-53 0 0,0-1 1 0 0,0 1 0 0 0,0 0 0 0 0,0-1 0 0 0,0 1-1 0 0,0-1 1 0 0,0 1 0 0 0,0 0 0 0 0,0-1-1 0 0,1 1 1 0 0,-1-1 0 0 0,0 1 0 0 0,0-1-1 0 0,1 1 1 0 0,-1-1 0 0 0,0 1 0 0 0,1-1-1 0 0,-1 1 1 0 0,0-1 0 0 0,1 0 0 0 0,-1 1-1 0 0,1-1 1 0 0,-1 1 0 0 0,1-1 0 0 0,-1 0 0 0 0,1 0-1 0 0,-1 1 1 0 0,1-1 0 0 0,-1 0 0 0 0,1 0-1 0 0,-1 0 1 0 0,1 1 0 0 0,0-1 0 0 0,-1 0-1 0 0,1 0 1 0 0,-1 0 0 0 0,1 0 0 0 0,-1 0-1 0 0,2 0 1 0 0,15-2 20 0 0,1-1 0 0 0,-1 0 0 0 0,0-2 0 0 0,-1 0 0 0 0,1 0 0 0 0,-1-2 0 0 0,0 0 0 0 0,-1-1 0 0 0,1 0 0 0 0,-2-1 0 0 0,1-1 0 0 0,13-12 0 0 0,5-15 22 0 0,-30 33-49 0 0,-1-1-1 0 0,2 1 1 0 0,-1 0-1 0 0,0 0 1 0 0,1 0 0 0 0,0 0-1 0 0,0 1 1 0 0,0 0 0 0 0,0-1-1 0 0,0 2 1 0 0,1-1-1 0 0,-1 0 1 0 0,1 1 0 0 0,7-3-1 0 0,-4 4-7 0 0,0 1-1 0 0,-1 1 0 0 0,1-1 1 0 0,0 1-1 0 0,-1 0 1 0 0,1 1-1 0 0,-1 0 0 0 0,0 0 1 0 0,1 1-1 0 0,-1 0 0 0 0,0 0 1 0 0,-1 0-1 0 0,1 1 1 0 0,11 8-1 0 0,-9-5-2 0 0,0 0 0 0 0,0 0-1 0 0,0 1 1 0 0,-1 0 0 0 0,0 1 0 0 0,-1-1 0 0 0,1 2-1 0 0,10 18 1 0 0,-17-26 13 0 0,0 0-1 0 0,0 0 0 0 0,0 0 0 0 0,0 0 1 0 0,-1 0-1 0 0,1 0 0 0 0,-1 0 1 0 0,1 1-1 0 0,-1-1 0 0 0,0 0 1 0 0,1 0-1 0 0,-1 1 0 0 0,0-1 0 0 0,-1 0 1 0 0,1 0-1 0 0,0 1 0 0 0,-1-1 1 0 0,1 0-1 0 0,-1 0 0 0 0,0 0 1 0 0,0 1-1 0 0,1-1 0 0 0,-1 0 0 0 0,-1 0 1 0 0,1 0-1 0 0,0-1 0 0 0,0 1 1 0 0,-1 0-1 0 0,1 0 0 0 0,-1-1 1 0 0,0 1-1 0 0,-1 1 0 0 0,-6 3 19 0 0,-1 0 0 0 0,1 0 0 0 0,-1-1 0 0 0,1-1 0 0 0,-16 6 0 0 0,8-3 32 0 0,15-7 112 0 0,8-4-167 0 0,25-11-15 0 0,0 0 0 0 0,34-10 0 0 0,-40 17 45 0 0,0-2-1 0 0,0-1 1 0 0,-1 0 0 0 0,0-2 0 0 0,-1-1 0 0 0,22-17 0 0 0,-26 6 469 0 0,-18 24-370 0 0,-1 1-105 0 0,0-1 0 0 0,0 0-1 0 0,1 1 1 0 0,-1-1-1 0 0,0 0 1 0 0,0 0 0 0 0,0 1-1 0 0,0-1 1 0 0,0 0-1 0 0,0 1 1 0 0,0-1 0 0 0,0 0-1 0 0,0 1 1 0 0,-1-1-1 0 0,1 0 1 0 0,0 0 0 0 0,0 1-1 0 0,-1-1 1 0 0,1 0-1 0 0,-2 0-8 0 0,0 0 1 0 0,0 0-1 0 0,0 0 0 0 0,-1 0 0 0 0,1 1 0 0 0,0-1 0 0 0,0 1 0 0 0,0 0 0 0 0,0-1 1 0 0,0 1-1 0 0,-1 0 0 0 0,1 1 0 0 0,0-1 0 0 0,0 0 0 0 0,0 0 0 0 0,0 1 0 0 0,-3 0 0 0 0,1 1-5 0 0,0 0-1 0 0,1 0 1 0 0,0 1 0 0 0,-1-1-1 0 0,1 1 1 0 0,0-1-1 0 0,0 1 1 0 0,0 0-1 0 0,0 0 1 0 0,1 0-1 0 0,-1 1 1 0 0,1-1-1 0 0,-2 4 1 0 0,3-5-1 0 0,-1 0 1 0 0,1 0-1 0 0,0 0 0 0 0,0 0 1 0 0,0 1-1 0 0,0-1 1 0 0,1 0-1 0 0,-1 0 1 0 0,1 1-1 0 0,-1-1 0 0 0,1 0 1 0 0,0 1-1 0 0,0-1 1 0 0,0 0-1 0 0,0 1 0 0 0,0-1 1 0 0,0 0-1 0 0,1 1 1 0 0,-1-1-1 0 0,1 0 1 0 0,1 5-1 0 0,1-4-33 0 0,-1 1 0 0 0,0 0 0 0 0,1 0 0 0 0,0-1 0 0 0,0 0 0 0 0,0 0 0 0 0,1 0 0 0 0,-1 0 0 0 0,1 0 0 0 0,6 4 0 0 0,7 2-690 0 0,1 0 1 0 0,0-1 0 0 0,0-2 0 0 0,22 7 0 0 0,-4-4-2089 0 0,4-2 215 0 0</inkml:trace>
</inkml:ink>
</file>

<file path=ppt/ink/ink3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4:05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1 645 444 0 0,'11'-12'8756'0'0,"27"-32"-7851"0"0,-17 17 248 0 0,21-33-243 0 0,-3-2 0 0 0,-3-2 0 0 0,-2-1 0 0 0,41-115 0 0 0,-40 52-711 0 0,-34 126-279 0 0,-13 28-594 0 0,0 1 99 0 0,2 0-1 0 0,-8 35 1 0 0,9 3 358 0 0,4 0 1 0 0,2 1 0 0 0,3-1-1 0 0,10 73 1 0 0,0-88-246 0 0,-9-49 434 0 0,7 2 6 0 0,-7-2 21 0 0,0 0 0 0 0,-1-1 0 0 0,1 0 0 0 0,0 1 0 0 0,0-1 0 0 0,-1 1 0 0 0,1-1 0 0 0,0 0 0 0 0,0 0 0 0 0,0 1 0 0 0,0-1 0 0 0,-1 0 0 0 0,1 0 0 0 0,0 0 0 0 0,0 0 0 0 0,0 0 0 0 0,0 0 0 0 0,0 0 0 0 0,0 0 0 0 0,-1 0 0 0 0,2-1 0 0 0,21-7 9 0 0,-1 0 0 0 0,1-2 0 0 0,-2-1 0 0 0,22-14 0 0 0,27-13-3 0 0,31-9-151 0 0,-99 46 121 0 0,15 4-120 0 0,-11 1 131 0 0,0 1-1 0 0,-1 0 0 0 0,1 0 1 0 0,-1 0-1 0 0,-1 1 1 0 0,1-1-1 0 0,-1 1 0 0 0,0 1 1 0 0,0-1-1 0 0,6 13 0 0 0,-8-12 21 0 0,1-1 0 0 0,0 0 1 0 0,0 0-1 0 0,1-1 0 0 0,0 1 0 0 0,0-1 0 0 0,0 1 0 0 0,0-1 0 0 0,1-1 0 0 0,0 1 0 0 0,0-1 0 0 0,0 1 0 0 0,1-1 0 0 0,-1-1 0 0 0,1 1 0 0 0,10 3 0 0 0,-8-4 0 0 0,1-1 0 0 0,0 0 0 0 0,-1-1 0 0 0,1 0 0 0 0,0-1-1 0 0,0 0 1 0 0,0 0 0 0 0,-1-1 0 0 0,1 0 0 0 0,0 0 0 0 0,0-1 0 0 0,-1 0-1 0 0,1-1 1 0 0,-1 1 0 0 0,0-2 0 0 0,0 1 0 0 0,15-10 0 0 0,-11 5 66 0 0,1-1 0 0 0,-1 0 0 0 0,-1-1 0 0 0,0-1 0 0 0,0 0 0 0 0,-1 0 0 0 0,0-1 0 0 0,-1 0 0 0 0,12-20 0 0 0,-15 17 223 0 0,-12 17-236 0 0,5-1-61 0 0,1 0 0 0 0,-1 1 0 0 0,0-1 0 0 0,0 1 0 0 0,0-1 0 0 0,1 0 0 0 0,-1 1 0 0 0,1 0 0 0 0,-1-1 0 0 0,1 1 0 0 0,-1-1 0 0 0,1 1 0 0 0,0-1 0 0 0,0 1 0 0 0,0 0 0 0 0,0-1 0 0 0,0 1 0 0 0,0-1 0 0 0,1 4 0 0 0,1 0 6 0 0,0-1 1 0 0,1 1-1 0 0,-1 0 1 0 0,1-1-1 0 0,0 1 1 0 0,0-1-1 0 0,1 0 1 0 0,0 0-1 0 0,-1 0 1 0 0,1 0-1 0 0,0-1 1 0 0,1 0-1 0 0,-1 0 1 0 0,1 0-1 0 0,-1 0 1 0 0,1-1-1 0 0,0 1 1 0 0,0-1 0 0 0,0 0-1 0 0,7 1 1 0 0,1 1 15 0 0,0-1 0 0 0,-1-1 0 0 0,1 0 1 0 0,0 0-1 0 0,0-2 0 0 0,0 1 0 0 0,15-3 1 0 0,-20 1 58 0 0,-1 0 1 0 0,0 0 0 0 0,0-1-1 0 0,0 0 1 0 0,0-1 0 0 0,0 0-1 0 0,0 0 1 0 0,0 0 0 0 0,-1-1 0 0 0,0 0-1 0 0,0 0 1 0 0,0 0 0 0 0,0-1-1 0 0,-1 0 1 0 0,1 0 0 0 0,-1 0-1 0 0,0-1 1 0 0,-1 0 0 0 0,0 0 0 0 0,0 0-1 0 0,0 0 1 0 0,0-1 0 0 0,-1 1-1 0 0,0-1 1 0 0,2-9 0 0 0,-4 14 17 0 0,-1 2-94 0 0,-1 0 1 0 0,1-1-1 0 0,0 1 0 0 0,0 0 1 0 0,0 0-1 0 0,0 0 0 0 0,0 0 1 0 0,0-1-1 0 0,0 1 0 0 0,0 0 1 0 0,0 0-1 0 0,0 0 0 0 0,1 0 0 0 0,-1-1 1 0 0,0 1-1 0 0,0 0 0 0 0,0 0 1 0 0,0 0-1 0 0,0 0 0 0 0,0-1 1 0 0,0 1-1 0 0,0 0 0 0 0,0 0 1 0 0,0 0-1 0 0,1 0 0 0 0,-1 0 1 0 0,0-1-1 0 0,0 1 0 0 0,0 0 0 0 0,0 0 1 0 0,0 0-1 0 0,1 0 0 0 0,-1 0 1 0 0,0 0-1 0 0,0 0 0 0 0,0 0 1 0 0,0 0-1 0 0,1 0 0 0 0,-1 0 1 0 0,0 0-1 0 0,0 0 0 0 0,0 0 1 0 0,1 0-1 0 0,-1 0 0 0 0,0 0 0 0 0,0 0 1 0 0,0 0-1 0 0,0 0 0 0 0,1 0 1 0 0,-1 0-1 0 0,0 0 0 0 0,0 0 1 0 0,0 0-1 0 0,0 0 0 0 0,1 0 1 0 0,-1 0-1 0 0,0 0 0 0 0,0 0 1 0 0,0 0-1 0 0,0 1 0 0 0,0-1 0 0 0,1 0 1 0 0,-1 0-1 0 0,0 0 0 0 0,3 10 33 0 0,1-1-1 0 0,0 0 1 0 0,1 0-1 0 0,-1 0 1 0 0,2 0-1 0 0,-1-1 0 0 0,1 0 1 0 0,1 0-1 0 0,11 11 1 0 0,-12-14-393 0 0,0 0 1 0 0,0 0-1 0 0,1-1 1 0 0,0 1 0 0 0,11 4-1 0 0,-12-6-700 0 0,0-1 0 0 0,1 0-1 0 0,-1 0 1 0 0,1-1 0 0 0,-1 0-1 0 0,1 0 1 0 0,8 0-1 0 0</inkml:trace>
</inkml:ink>
</file>

<file path=ppt/ink/ink3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4:06.0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5 404 0 0,'0'0'5577'0'0,"58"-4"-5173"0"0,-37 8-164 0 0,7-3-132 0 0,2 5-164 0 0,0-3-140 0 0,10 0-132 0 0,0 6-176 0 0,-10-3-441 0 0,9 0-1015 0 0,-2-2 448 0 0</inkml:trace>
</inkml:ink>
</file>

<file path=ppt/ink/ink3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4:07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93 229 64 0 0,'0'0'14821'0'0,"-5"3"-14851"0"0,-2 1 12 0 0,-1 0-1 0 0,1 1 0 0 0,0 0 0 0 0,1 0 1 0 0,-1 1-1 0 0,-9 11 0 0 0,13-13 11 0 0,0-1 0 0 0,0 1 0 0 0,0 0 0 0 0,1 0 0 0 0,-1 0 0 0 0,1 0 0 0 0,0 0 1 0 0,1 0-1 0 0,-1 1 0 0 0,1-1 0 0 0,0 1 0 0 0,0-1 0 0 0,0 1 0 0 0,0 0 0 0 0,1-1 0 0 0,0 1 0 0 0,0 0 0 0 0,0-1 0 0 0,1 7 0 0 0,0-9 12 0 0,-1 0 0 0 0,0 0-1 0 0,1 0 1 0 0,0 0 0 0 0,-1 0-1 0 0,1 0 1 0 0,0 0-1 0 0,0 0 1 0 0,0 0 0 0 0,0 0-1 0 0,0-1 1 0 0,0 1 0 0 0,1 0-1 0 0,-1-1 1 0 0,0 1 0 0 0,1-1-1 0 0,-1 0 1 0 0,1 1 0 0 0,0-1-1 0 0,-1 0 1 0 0,1 0-1 0 0,0 0 1 0 0,0 0 0 0 0,0 0-1 0 0,0-1 1 0 0,0 1 0 0 0,0 0-1 0 0,0-1 1 0 0,0 0 0 0 0,0 1-1 0 0,0-1 1 0 0,0 0-1 0 0,0 0 1 0 0,0 0 0 0 0,0 0-1 0 0,0 0 1 0 0,0-1 0 0 0,0 1-1 0 0,0-1 1 0 0,0 1 0 0 0,3-2-1 0 0,4-1 14 0 0,-1 0 0 0 0,1-1 0 0 0,-1 0 0 0 0,0-1 0 0 0,0 1 0 0 0,0-1-1 0 0,13-12 1 0 0,-10 6-12 0 0,-1-1-1 0 0,0 0 1 0 0,0-1-1 0 0,-2 0 0 0 0,1-1 1 0 0,-2 0-1 0 0,12-27 1 0 0,-18 39-11 0 0,0 1 0 0 0,1-1 1 0 0,-1 0-1 0 0,1 1 0 0 0,-1-1 1 0 0,1 1-1 0 0,0-1 0 0 0,-1 1 1 0 0,1 0-1 0 0,0 0 1 0 0,0 0-1 0 0,0 0 0 0 0,0 0 1 0 0,0 0-1 0 0,0 0 0 0 0,3 0 1 0 0,38-8-22 0 0,-25 6 14 0 0,2-3 6 0 0,0 0 0 0 0,-1-1 0 0 0,0-1 0 0 0,-1 0 0 0 0,20-13 0 0 0,-30 16 9 0 0,0 0 1 0 0,-1 0-1 0 0,1-1 1 0 0,-1 0-1 0 0,0 0 0 0 0,0-1 1 0 0,-1 0-1 0 0,0 0 0 0 0,0 0 1 0 0,-1-1-1 0 0,0 0 1 0 0,8-17-1 0 0,-12 24-11 0 0,0-1 1 0 0,0 0-1 0 0,-1 1 0 0 0,1-1 1 0 0,-1 0-1 0 0,1 1 0 0 0,-1-1 1 0 0,0 0-1 0 0,1 0 0 0 0,-1 0 1 0 0,0 1-1 0 0,0-1 0 0 0,0 0 1 0 0,-1 0-1 0 0,1 1 0 0 0,0-1 1 0 0,-1 0-1 0 0,1 0 0 0 0,-1 1 1 0 0,1-1-1 0 0,-2-2 0 0 0,1 4 4 0 0,0-1-1 0 0,-1 1 1 0 0,1 0-1 0 0,0-1 1 0 0,0 1-1 0 0,-1 0 1 0 0,1 0-1 0 0,0 0 1 0 0,-1 0-1 0 0,1 0 1 0 0,0 0-1 0 0,0 0 1 0 0,-1 1-1 0 0,1-1 1 0 0,0 0-1 0 0,0 1 0 0 0,-1-1 1 0 0,1 1-1 0 0,0-1 1 0 0,0 1-1 0 0,0 0 1 0 0,0-1-1 0 0,0 1 1 0 0,0 0-1 0 0,0 0 1 0 0,0 0-1 0 0,0 0 1 0 0,-1 1-1 0 0,-14 13-15 0 0,0 0 0 0 0,1 1-1 0 0,1 0 1 0 0,1 2 0 0 0,0-1 0 0 0,1 1-1 0 0,1 1 1 0 0,1 0 0 0 0,1 1-1 0 0,-7 21 1 0 0,-10 34 8 0 0,-21 103 1 0 0,41-153 11 0 0,-61 359 77 0 0,65-375-61 0 0,-13 78-38 0 0,14-80 58 0 0,-1 1 0 0 0,-1-1 0 0 0,1 0-1 0 0,-1-1 1 0 0,-1 1 0 0 0,1 0 0 0 0,-1-1 0 0 0,0 0 0 0 0,-7 8-1 0 0,10-14 12 0 0,-1 1-1 0 0,1-1 1 0 0,0 0-1 0 0,-1 1 1 0 0,1-1-1 0 0,-1 0 1 0 0,1 0-1 0 0,-1 0 0 0 0,1-1 1 0 0,0 1-1 0 0,-1 0 1 0 0,1 0-1 0 0,-1-1 1 0 0,1 1-1 0 0,0-1 1 0 0,-1 1-1 0 0,1-1 0 0 0,0 0 1 0 0,-1 1-1 0 0,1-1 1 0 0,0 0-1 0 0,0 0 1 0 0,0 0-1 0 0,0 0 1 0 0,-2-1-1 0 0,3 1-59 0 0,-4-2 93 0 0,1-1-1 0 0,-1 0 0 0 0,1 0 0 0 0,0-1 1 0 0,0 1-1 0 0,1-1 0 0 0,-1 1 0 0 0,1-1 0 0 0,0 0 1 0 0,0 0-1 0 0,1 0 0 0 0,-1 0 0 0 0,1 0 0 0 0,0-1 1 0 0,1 1-1 0 0,-1 0 0 0 0,1 0 0 0 0,0-8 1 0 0,1-2 37 0 0,1 1 0 0 0,0-1 0 0 0,0 1 0 0 0,2 0 0 0 0,5-17 0 0 0,-3 13-177 0 0,1 0 0 0 0,1 1 0 0 0,1 0 1 0 0,0 0-1 0 0,1 1 0 0 0,1 0 0 0 0,1 1 1 0 0,0 0-1 0 0,1 1 0 0 0,0 0 0 0 0,1 1 0 0 0,0 0 1 0 0,1 2-1 0 0,22-14 0 0 0,-21 16-662 0 0,1 1 1 0 0,0 0-1 0 0,0 2 0 0 0,0 0 1 0 0,1 1-1 0 0,0 0 0 0 0,0 2 0 0 0,0 0 1 0 0,29 0-1 0 0,-16 2-2973 0 0,-1 0 285 0 0</inkml:trace>
</inkml:ink>
</file>

<file path=ppt/ink/ink3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4:08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352 118 516 0 0,'10'-11'1953'0'0,"-7"7"-1513"0"0,0 0-1 0 0,-1 0 1 0 0,1 0 0 0 0,-1-1-1 0 0,0 1 1 0 0,0 0 0 0 0,0-1-1 0 0,0 0 1 0 0,-1 1 0 0 0,2-10-1 0 0,-3 12-136 0 0,-24-21 632 0 0,8 18-817 0 0,-1 0 0 0 0,1 1 0 0 0,-1 0-1 0 0,0 1 1 0 0,0 2 0 0 0,0-1-1 0 0,0 2 1 0 0,-30 3 0 0 0,31-2-80 0 0,0 0 0 0 0,0 1-1 0 0,1 1 1 0 0,-18 6 0 0 0,27-7-30 0 0,0 1-1 0 0,0 0 0 0 0,0 0 1 0 0,0 0-1 0 0,0 0 1 0 0,1 1-1 0 0,0 0 1 0 0,0 0-1 0 0,0 1 0 0 0,0-1 1 0 0,1 1-1 0 0,-1 0 1 0 0,-6 11-1 0 0,10-14-3 0 0,1-1-1 0 0,-1 1 0 0 0,0 0 1 0 0,1-1-1 0 0,-1 1 1 0 0,1 0-1 0 0,0 0 0 0 0,0 0 1 0 0,-1 0-1 0 0,1-1 1 0 0,1 1-1 0 0,-1 0 0 0 0,0 0 1 0 0,0 0-1 0 0,0 0 1 0 0,1-1-1 0 0,-1 1 0 0 0,1 0 1 0 0,0 0-1 0 0,0-1 1 0 0,-1 1-1 0 0,1 0 0 0 0,0-1 1 0 0,0 1-1 0 0,0-1 1 0 0,0 1-1 0 0,2 1 0 0 0,39 37 40 0 0,-33-33-40 0 0,24 20 36 0 0,-11-10-50 0 0,0 2 1 0 0,-1 0-1 0 0,-1 1 1 0 0,-1 1-1 0 0,32 45 0 0 0,-50-62 1 0 0,0-2 11 0 0,-1 0 1 0 0,0 0-1 0 0,0 1 1 0 0,0-1-1 0 0,0 0 1 0 0,0 0-1 0 0,0 0 1 0 0,-1 0-1 0 0,1 1 1 0 0,-1-1-1 0 0,1 0 1 0 0,-1 0-1 0 0,0 0 1 0 0,0 0-1 0 0,0 0 1 0 0,0 0-1 0 0,0 0 1 0 0,0-1-1 0 0,-1 1 1 0 0,1 0-1 0 0,0-1 1 0 0,-1 1-1 0 0,0-1 1 0 0,1 1-1 0 0,-1-1 1 0 0,0 1 0 0 0,0-1-1 0 0,1 0 1 0 0,-1 0-1 0 0,0 0 1 0 0,-3 1-1 0 0,-4 0 36 0 0,1 0 1 0 0,0 0-1 0 0,-1 0 0 0 0,0-1 1 0 0,-15 0-1 0 0,14-1 52 0 0,9 0-79 0 0,-10 1 209 0 0,0 0-1 0 0,0-1 1 0 0,-22-3-1 0 0,31 3-120 0 0,-17-3 847 0 0,2 1-2395 0 0</inkml:trace>
</inkml:ink>
</file>

<file path=ppt/ink/ink3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4:08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0 784 0 0,'1'3'7555'0'0,"-9"0"-6347"0"0,-8 0-4484 0 0,-2-2-251 0 0</inkml:trace>
</inkml:ink>
</file>

<file path=ppt/ink/ink3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5:12.5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155 229 200 0 0,'0'0'1003'0'0,"0"-16"1024"0"0,0 16-2358 0 0,1-1 452 0 0,-1 0 0 0 0,1 1-1 0 0,-1-1 1 0 0,0 0 0 0 0,0 0 0 0 0,1 1-1 0 0,-1-1 1 0 0,0 0 0 0 0,0 0 0 0 0,0 0 0 0 0,0 0-1 0 0,0 1 1 0 0,0-1 0 0 0,0 0 0 0 0,0 0-1 0 0,0 0 1 0 0,-1 1 0 0 0,1-1 0 0 0,0 0 0 0 0,0 0-1 0 0,-1 0 1 0 0,1 1 0 0 0,-1-1 0 0 0,1 0-1 0 0,-2-1 1570 0 0,-19-33 1198 0 0,20 34-2543 0 0,-1 21-512 0 0,-1 0 143 0 0,-9 32 0 0 0,2-13 14 0 0,-11 81 121 0 0,-8 157 0 0 0,21-182 1 0 0,-2 61 548 0 0,9-145 1591 0 0,0-13-930 0 0,-2-26-573 0 0,-1-52-531 0 0,31-338 248 0 0,-21 350-458 0 0,-3 50-2 0 0,-1-1 0 0 0,-1 0-1 0 0,0 1 1 0 0,-2-1 0 0 0,-4-30 0 0 0,5 45-3 0 0,-1 0 0 0 0,1 0 0 0 0,0 0 0 0 0,0 0 0 0 0,0 0 0 0 0,1 0 0 0 0,-1 0 0 0 0,3-7 1 0 0,1-25-33 0 0,-4 33 23 0 0,-1 1 0 0 0,1-1 0 0 0,0 0 1 0 0,0 0-1 0 0,0 1 0 0 0,0-1 0 0 0,1 0 0 0 0,-1 0 1 0 0,1 1-1 0 0,0-1 0 0 0,-1 0 0 0 0,1 1 0 0 0,0-1 1 0 0,1 1-1 0 0,-1-1 0 0 0,0 1 0 0 0,1-1 0 0 0,-1 1 1 0 0,4-3-1 0 0,-4 4-20 0 0,22-22-75 0 0,-4 15 70 0 0,0 0-1 0 0,1 1 1 0 0,0 0 0 0 0,1 2-1 0 0,-1 1 1 0 0,1 0-1 0 0,28-1 1 0 0,-37 4 14 0 0,0 1 0 0 0,0 0-1 0 0,0 1 1 0 0,0 0 0 0 0,0 1 0 0 0,-1 1-1 0 0,1-1 1 0 0,-1 2 0 0 0,1 0 0 0 0,-1 0-1 0 0,0 1 1 0 0,0 0 0 0 0,-1 1 0 0 0,16 10-1 0 0,-17-7 0 0 0,-1-1-1 0 0,1 1 0 0 0,-2 0 0 0 0,1 1 1 0 0,-1 0-1 0 0,-1 0 0 0 0,0 1 0 0 0,0-1 1 0 0,-1 1-1 0 0,0 0 0 0 0,-1 1 0 0 0,0-1 1 0 0,-1 1-1 0 0,-1 0 0 0 0,1 0 0 0 0,-2 0 1 0 0,0 0-1 0 0,0 0 0 0 0,-1 0 0 0 0,-2 14 1 0 0,1-20 21 0 0,-1 0-1 0 0,0 0 1 0 0,0 0 0 0 0,0-1 0 0 0,-1 1-1 0 0,0-1 1 0 0,0 1 0 0 0,0-1 0 0 0,0 0-1 0 0,-1 0 1 0 0,0 0 0 0 0,0-1 0 0 0,-1 1-1 0 0,1-1 1 0 0,-1 0 0 0 0,0-1 0 0 0,0 1 0 0 0,0-1-1 0 0,0 0 1 0 0,-1 0 0 0 0,-9 4 0 0 0,-9 3 20 0 0,-1-2 0 0 0,0 0 0 0 0,-41 7 1 0 0,28-8 144 0 0,0-1 0 0 0,0-2 0 0 0,0-2 0 0 0,-1-1 0 0 0,-60-8 1 0 0,97 7 16 0 0,-25-8-130 0 0,16 9-3777 0 0,6 4 2724 0 0,-6 7-5104 0 0</inkml:trace>
</inkml:ink>
</file>

<file path=ppt/ink/ink3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5:13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4 103 252 0 0,'-3'-8'1026'0'0,"3"3"3034"0"0,5-1-3891 0 0,0 0 0 0 0,0 0 0 0 0,0 1 0 0 0,1-1 0 0 0,-1 1 0 0 0,1 0 0 0 0,1 1 0 0 0,-1-1 0 0 0,1 1 0 0 0,-1 1 0 0 0,1-1 1 0 0,0 1-1 0 0,1 0 0 0 0,-1 1 0 0 0,0 0 0 0 0,1 0 0 0 0,-1 0 0 0 0,1 1 0 0 0,0 0 0 0 0,0 1 0 0 0,9 0 0 0 0,-8-1-164 0 0,1 2-1 0 0,-1-1 1 0 0,0 1 0 0 0,0 0-1 0 0,0 1 1 0 0,0 0 0 0 0,-1 1-1 0 0,1 0 1 0 0,-1 0 0 0 0,1 1-1 0 0,-1 0 1 0 0,0 0 0 0 0,0 1-1 0 0,-1 0 1 0 0,1 0 0 0 0,-1 1-1 0 0,0 0 1 0 0,8 9 0 0 0,-10-9 3 0 0,-1-1 0 0 0,0 1 0 0 0,-1 0 1 0 0,1 0-1 0 0,-1 0 0 0 0,0 0 1 0 0,-1 1-1 0 0,1-1 0 0 0,-1 1 1 0 0,-1-1-1 0 0,1 1 0 0 0,-1 0 1 0 0,0 0-1 0 0,-1 13 0 0 0,-1-14 5 0 0,1 0 0 0 0,-2 0 0 0 0,1-1 0 0 0,-1 1 0 0 0,0 0 0 0 0,0-1 0 0 0,-1 1 0 0 0,1-1 0 0 0,-1 0 0 0 0,-1 0 0 0 0,1 0 0 0 0,-1 0 0 0 0,1 0 0 0 0,-1-1 0 0 0,-1 0 0 0 0,1 0 0 0 0,-7 5 0 0 0,-39 24 334 0 0,48-32-283 0 0,0 0 0 0 0,-1 0 1 0 0,1 0-1 0 0,0 0 0 0 0,-1 0 0 0 0,1-1 0 0 0,-1 1 0 0 0,1-1 0 0 0,0 0 0 0 0,-1 1 0 0 0,1-1 0 0 0,-1 0 0 0 0,1-1 0 0 0,-1 1 1 0 0,1 0-1 0 0,-1-1 0 0 0,1 1 0 0 0,-1-1 0 0 0,1 0 0 0 0,-4-1 0 0 0,4 0-34 0 0,0 0 1 0 0,0 0-1 0 0,0 0 0 0 0,1 0 1 0 0,-1 0-1 0 0,1 0 0 0 0,-1 0 1 0 0,1 0-1 0 0,0 0 0 0 0,0-1 1 0 0,0 1-1 0 0,0 0 0 0 0,0-1 1 0 0,1 1-1 0 0,-1-1 1 0 0,1 1-1 0 0,-1-1 0 0 0,1 1 1 0 0,0-1-1 0 0,0 0 0 0 0,0 1 1 0 0,0-1-1 0 0,1 1 0 0 0,-1-1 1 0 0,1 1-1 0 0,-1-1 0 0 0,2-2 1 0 0,1-6 7 0 0,1-1 1 0 0,0 1-1 0 0,1 0 1 0 0,7-13-1 0 0,-2 9-136 0 0,1-1-1 0 0,1 1 1 0 0,0 1-1 0 0,1 0 1 0 0,0 1 0 0 0,1 0-1 0 0,1 1 1 0 0,0 1-1 0 0,0 0 1 0 0,1 1-1 0 0,1 1 1 0 0,0 0-1 0 0,32-11 1 0 0,-46 19-132 0 0,0 0 0 0 0,0 1 0 0 0,1-1 0 0 0,-1 0 0 0 0,1 1 0 0 0,-1 0 0 0 0,1 0 0 0 0,-1 0 0 0 0,5 0 0 0 0,9 5-4303 0 0</inkml:trace>
</inkml:ink>
</file>

<file path=ppt/ink/ink3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5:14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67 364 268 0 0,'0'0'4848'0'0,"-5"2"-4567"0"0,0 1-197 0 0,0 1-1 0 0,1-1 1 0 0,0 0 0 0 0,0 1-1 0 0,0 0 1 0 0,1 0-1 0 0,-1 0 1 0 0,1 1 0 0 0,0-1-1 0 0,0 1 1 0 0,0 0-1 0 0,1 0 1 0 0,-1-1 0 0 0,1 2-1 0 0,1-1 1 0 0,-1 0-1 0 0,1 0 1 0 0,-1 1 0 0 0,1 8-1 0 0,0-6-4 0 0,0 0-1 0 0,1 0 1 0 0,0 0-1 0 0,1 0 1 0 0,-1 0-1 0 0,2 0 1 0 0,-1 0-1 0 0,1 0 1 0 0,4 10-1 0 0,-6-16 2 0 0,0-2-71 0 0,0 0-1 0 0,0 0 1 0 0,0 1-1 0 0,0-1 1 0 0,0 0-1 0 0,0 1 1 0 0,0-1-1 0 0,0 0 1 0 0,0 0-1 0 0,0 1 1 0 0,0-1-1 0 0,1 0 1 0 0,-1 0 0 0 0,0 1-1 0 0,0-1 1 0 0,0 0-1 0 0,0 0 1 0 0,0 1-1 0 0,0-1 1 0 0,1 0-1 0 0,-1 0 1 0 0,0 0-1 0 0,0 1 1 0 0,0-1-1 0 0,1 0 1 0 0,-1 0-1 0 0,0 0 1 0 0,0 0 0 0 0,0 1-1 0 0,1-1 1 0 0,-1 0-1 0 0,0 0 1 0 0,0 0-1 0 0,1 0 1 0 0,-1 0-1 0 0,0 0 1 0 0,1 0-1 0 0,-1 0 1 0 0,0 0-1 0 0,0 0 1 0 0,1 0 0 0 0,-1 0-1 0 0,16-6 176 0 0,10-15-24 0 0,-18 10-91 0 0,-1 1 0 0 0,0-1 0 0 0,-1 0 0 0 0,0 0-1 0 0,-1-1 1 0 0,0 1 0 0 0,-1-1 0 0 0,0 0 0 0 0,4-23 0 0 0,-8 35-68 0 0,0-1 1 0 0,0 1 0 0 0,0-1 0 0 0,0 1 0 0 0,1-1 0 0 0,-1 1 0 0 0,0-1 0 0 0,0 1 0 0 0,1-1 0 0 0,-1 1 0 0 0,0-1 0 0 0,1 1 0 0 0,-1-1 0 0 0,0 1-1 0 0,1-1 1 0 0,-1 1 0 0 0,1 0 0 0 0,-1-1 0 0 0,1 1 0 0 0,-1 0 0 0 0,1-1 0 0 0,-1 1 0 0 0,1 0 0 0 0,-1 0 0 0 0,1 0 0 0 0,-1-1 0 0 0,1 1 0 0 0,0 0 0 0 0,-1 0-1 0 0,1 0 1 0 0,-1 0 0 0 0,1 0 0 0 0,-1 0 0 0 0,1 0 0 0 0,0 0 0 0 0,-1 0 0 0 0,1 0 0 0 0,-1 0 0 0 0,1 1 0 0 0,-1-1 0 0 0,1 0 0 0 0,0 0 0 0 0,-1 1 0 0 0,1-1-1 0 0,-1 0 1 0 0,1 1 0 0 0,43 19-49 0 0,7 2 10 0 0,-42-21 63 0 0,-1 0 0 0 0,1-1 0 0 0,-1-1 0 0 0,1 1 0 0 0,-1-1 1 0 0,0-1-1 0 0,1 1 0 0 0,-1-2 0 0 0,0 1 0 0 0,0-1 1 0 0,0 0-1 0 0,0-1 0 0 0,-1 1 0 0 0,1-2 0 0 0,-1 1 0 0 0,0-1 1 0 0,0 0-1 0 0,-1-1 0 0 0,1 1 0 0 0,-1-1 0 0 0,0 0 1 0 0,-1-1-1 0 0,0 0 0 0 0,0 1 0 0 0,6-12 0 0 0,-1 2 98 0 0,-1-1-1 0 0,-1 0 0 0 0,0-1 1 0 0,-1 0-1 0 0,-1 0 0 0 0,-1 0 1 0 0,0-1-1 0 0,-2 0 0 0 0,0 0 1 0 0,0-28-1 0 0,-4 31 70 0 0,-1 0 0 0 0,-1 1 0 0 0,0 0 0 0 0,-6-18 0 0 0,8 31-141 0 0,0-1-3 0 0,1 3-48 0 0,0 0 0 0 0,0 0 0 0 0,0 0 0 0 0,1-1 0 0 0,-1 1-1 0 0,0 0 1 0 0,0 0 0 0 0,0-1 0 0 0,0 1 0 0 0,0 0 0 0 0,0 0 0 0 0,0 0 0 0 0,0-1 0 0 0,-1 1 0 0 0,1 0 0 0 0,0 0 0 0 0,0 0 0 0 0,0-1-1 0 0,0 1 1 0 0,0 0 0 0 0,0 0 0 0 0,0 0 0 0 0,0-1 0 0 0,0 1 0 0 0,-1 0 0 0 0,1 0 0 0 0,0 0 0 0 0,0 0 0 0 0,0-1 0 0 0,0 1 0 0 0,-1 0-1 0 0,1 0 1 0 0,0 0 0 0 0,0 0 0 0 0,0 0 0 0 0,-1 0 0 0 0,1 0 0 0 0,0 0 0 0 0,0-1 0 0 0,0 1 0 0 0,-1 0 0 0 0,1 0 0 0 0,0 0 0 0 0,0 0 0 0 0,-1 0-1 0 0,1 0 1 0 0,0 0 0 0 0,0 0 0 0 0,-1 1 0 0 0,-4 5-2 0 0,-1 1 0 0 0,1 0 1 0 0,1 0-1 0 0,-1 0 0 0 0,1 1 0 0 0,0 0 0 0 0,1 0 0 0 0,0 0 1 0 0,0 0-1 0 0,1 0 0 0 0,0 1 0 0 0,-1 13 0 0 0,-1 16-21 0 0,2 61 0 0 0,2-66-8 0 0,0-27 8 0 0,-1-1 1 0 0,1 0-1 0 0,0 0 0 0 0,1 0 0 0 0,-1 0 0 0 0,1 0 0 0 0,0 0 0 0 0,0 1 0 0 0,1-2 0 0 0,-1 1 0 0 0,1 0 0 0 0,0 0 0 0 0,0 0 0 0 0,1-1 0 0 0,0 1 0 0 0,-1-1 0 0 0,1 0 0 0 0,1 0 0 0 0,-1 0 0 0 0,1 0 0 0 0,-1-1 0 0 0,1 1 0 0 0,0-1 0 0 0,5 3 0 0 0,46 19-154 0 0,-29-13-84 0 0,41 23 1 0 0,-66-35 247 0 0,0 1 1 0 0,0 0 0 0 0,0 0 0 0 0,0-1 0 0 0,0 1-1 0 0,0 0 1 0 0,0 0 0 0 0,0 0 0 0 0,0 0 0 0 0,-1 0-1 0 0,1 0 1 0 0,0 0 0 0 0,-1 1 0 0 0,1-1 0 0 0,-1 0-1 0 0,1 0 1 0 0,-1 0 0 0 0,1 1 0 0 0,-1-1 0 0 0,0 0-1 0 0,0 1 1 0 0,0-1 0 0 0,1 0 0 0 0,-1 0 0 0 0,-1 1-1 0 0,1-1 1 0 0,0 0 0 0 0,0 1 0 0 0,0-1 0 0 0,-1 0-1 0 0,1 0 1 0 0,0 1 0 0 0,-1-1 0 0 0,1 0 0 0 0,-1 0-1 0 0,0 0 1 0 0,1 0 0 0 0,-1 0 0 0 0,0 0 0 0 0,0 0-1 0 0,0 0 1 0 0,0 0 0 0 0,1 0 0 0 0,-1 0 0 0 0,0 0-1 0 0,-1 0 1 0 0,0 0 0 0 0,-4 5-2 0 0,-1-1 0 0 0,1 0 0 0 0,-1 0 0 0 0,-1-1 0 0 0,-11 6 0 0 0,7-5 65 0 0,0 0 0 0 0,0-1-1 0 0,-1-1 1 0 0,1 0 0 0 0,-1 0 0 0 0,0-1 0 0 0,0-1 0 0 0,1 0 0 0 0,-23-2 0 0 0,7-12-248 0 0,17 3-1883 0 0,11 10 1971 0 0,0-1-1 0 0,0 1 1 0 0,0 0 0 0 0,0-1 0 0 0,0 1 0 0 0,0 0 0 0 0,0 0 0 0 0,0-1 0 0 0,0 1 0 0 0,0 0 0 0 0,0-1-1 0 0,0 1 1 0 0,0 0 0 0 0,0 0 0 0 0,0-1 0 0 0,0 1 0 0 0,0 0 0 0 0,0-1 0 0 0,0 1 0 0 0,0 0 0 0 0,0 0-1 0 0,0-1 1 0 0,1 1 0 0 0,-1 0 0 0 0,0 0 0 0 0,0 0 0 0 0,0-1 0 0 0,1 1 0 0 0,-1 0 0 0 0,0 0 0 0 0,0 0 0 0 0,0-1-1 0 0,1 1 1 0 0,-1 0 0 0 0,0 0 0 0 0,0 0 0 0 0,1 0 0 0 0,-1 0 0 0 0,1-1 0 0 0</inkml:trace>
</inkml:ink>
</file>

<file path=ppt/ink/ink3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5:16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180 353 168 0 0,'0'0'1768'0'0,"0"-1"-1556"0"0,0 0-1 0 0,-1 0 1 0 0,1 0 0 0 0,0 0-1 0 0,-1 0 1 0 0,1 0 0 0 0,0 0-1 0 0,-1 0 1 0 0,1 1-1 0 0,-1-1 1 0 0,1 0 0 0 0,-1 0-1 0 0,0 0 1 0 0,1 1 0 0 0,-1-1-1 0 0,0 0 1 0 0,1 1 0 0 0,-1-1-1 0 0,0 0 1 0 0,0 1-1 0 0,0-1 1 0 0,0 1 0 0 0,-1-1-1 0 0,-14 8-5 0 0,0 0 0 0 0,0 1-1 0 0,1 1 1 0 0,-21 16 0 0 0,30-20-158 0 0,0-1 1 0 0,1 1-1 0 0,0 0 0 0 0,0 1 1 0 0,0-1-1 0 0,0 1 1 0 0,1 0-1 0 0,0 0 0 0 0,0 1 1 0 0,1-1-1 0 0,0 1 1 0 0,0 0-1 0 0,-3 12 0 0 0,5 0 206 0 0,1-18-251 0 0,0-1-1 0 0,1 0 1 0 0,-1 1-1 0 0,1-1 1 0 0,-1 0-1 0 0,0 0 1 0 0,1 1-1 0 0,-1-1 0 0 0,1 0 1 0 0,-1 0-1 0 0,1 0 1 0 0,-1 0-1 0 0,1 0 1 0 0,-1 0-1 0 0,1 0 1 0 0,-1 0-1 0 0,1 0 1 0 0,-1 0-1 0 0,1 0 1 0 0,-1 0-1 0 0,1 0 1 0 0,-1 0-1 0 0,1 0 1 0 0,-1 0-1 0 0,1 0 1 0 0,-1-1-1 0 0,0 1 1 0 0,1 0-1 0 0,-1 0 1 0 0,1-1-1 0 0,-1 1 1 0 0,0 0-1 0 0,1-1 0 0 0,-1 1 1 0 0,0 0-1 0 0,1-1 1 0 0,-1 1-1 0 0,0 0 1 0 0,1-1-1 0 0,-1 0 1 0 0,8-5-8 0 0,1 0 0 0 0,-1 1 0 0 0,1 0 1 0 0,0 0-1 0 0,0 1 0 0 0,1 0 0 0 0,-1 0 1 0 0,1 1-1 0 0,0 1 0 0 0,10-2 0 0 0,48 18-92 0 0,-56-10 78 0 0,0-1 0 0 0,0-1 0 0 0,-1 0 0 0 0,1 0 0 0 0,17-1-1 0 0,-24-1 60 0 0,-1-1-1 0 0,1 0 0 0 0,0 0 0 0 0,-1 0 1 0 0,1 0-1 0 0,-1-1 0 0 0,0 0 0 0 0,1 0 1 0 0,-1 0-1 0 0,0 0 0 0 0,0-1 0 0 0,0 0 1 0 0,0 0-1 0 0,-1 0 0 0 0,1 0 0 0 0,-1 0 1 0 0,0-1-1 0 0,3-3 0 0 0,7-11 211 0 0,0 0 0 0 0,-1-1 0 0 0,-2 0 0 0 0,0-1 0 0 0,0 0-1 0 0,-2 0 1 0 0,-1-1 0 0 0,7-27 0 0 0,-2-14 854 0 0,6-98 1 0 0,-18 158-1005 0 0,0 1-31 0 0,0 1-65 0 0,0 0-1 0 0,1 0 0 0 0,-1 0 1 0 0,0-1-1 0 0,0 1 1 0 0,0 0-1 0 0,0 0 1 0 0,0 0-1 0 0,1 0 1 0 0,-1 0-1 0 0,0-1 1 0 0,0 1-1 0 0,0 0 1 0 0,0 0-1 0 0,0 0 1 0 0,0 0-1 0 0,0-1 1 0 0,0 1-1 0 0,0 0 1 0 0,0 0-1 0 0,0 0 0 0 0,0-1 1 0 0,0 1-1 0 0,0 0 1 0 0,0 0-1 0 0,0 0 1 0 0,0 0-1 0 0,0-1 1 0 0,0 1-1 0 0,0 0 1 0 0,0 0-1 0 0,0 0 1 0 0,0-1-1 0 0,0 1 1 0 0,0 0-1 0 0,-1 0 1 0 0,1 0-1 0 0,0 0 0 0 0,0 0 1 0 0,0-1-1 0 0,0 1 1 0 0,0 0-1 0 0,0 0 1 0 0,-1 0-1 0 0,1 0 1 0 0,0 0-1 0 0,0 0 1 0 0,0 0-1 0 0,0 0 1 0 0,-1-1-1 0 0,1 1 1 0 0,0 0-1 0 0,0 0 1 0 0,0 0-1 0 0,0 0 1 0 0,-1 0-1 0 0,1 0 0 0 0,0 0 1 0 0,0 0-1 0 0,0 0 1 0 0,-1 0-1 0 0,1 0 1 0 0,0 0-1 0 0,0 0 1 0 0,0 0-1 0 0,0 0 1 0 0,-1 0-1 0 0,1 1 1 0 0,-9 10-44 0 0,1 1 1 0 0,1 0-1 0 0,0 0 1 0 0,0 1-1 0 0,1 0 0 0 0,1 0 1 0 0,0 1-1 0 0,1 0 1 0 0,1-1-1 0 0,0 1 1 0 0,0 0-1 0 0,2 1 1 0 0,0-1-1 0 0,0 19 1 0 0,2-23-57 0 0,-1-1 0 0 0,1 1 0 0 0,1-1 0 0 0,0 0 0 0 0,0 0 1 0 0,1 0-1 0 0,0 0 0 0 0,1 0 0 0 0,-1-1 0 0 0,2 1 1 0 0,-1-1-1 0 0,1 0 0 0 0,0-1 0 0 0,1 1 0 0 0,0-1 0 0 0,0 0 1 0 0,1 0-1 0 0,0-1 0 0 0,0 0 0 0 0,0 0 0 0 0,1 0 0 0 0,0-1 1 0 0,11 6-1 0 0,50 36-1054 0 0,-69-46 1141 0 0,1-1 0 0 0,-1 1-1 0 0,0 0 1 0 0,0-1 0 0 0,1 1 0 0 0,-1-1-1 0 0,0 1 1 0 0,0 0 0 0 0,0-1-1 0 0,0 1 1 0 0,0-1 0 0 0,0 1 0 0 0,0 0-1 0 0,0-1 1 0 0,0 1 0 0 0,0 0-1 0 0,-1-1 1 0 0,1 1 0 0 0,0-1 0 0 0,0 1-1 0 0,0 0 1 0 0,-1-1 0 0 0,1 1-1 0 0,0-1 1 0 0,-1 1 0 0 0,1-1 0 0 0,-1 1-1 0 0,1-1 1 0 0,0 1 0 0 0,-1-1 0 0 0,1 1-1 0 0,-1-1 1 0 0,1 0 0 0 0,-1 1-1 0 0,0-1 1 0 0,1 0 0 0 0,-1 0 0 0 0,1 1-1 0 0,-1-1 1 0 0,1 0 0 0 0,-1 0-1 0 0,0 0 1 0 0,1 1 0 0 0,-1-1 0 0 0,0 0-1 0 0,1 0 1 0 0,-1 0 0 0 0,1 0-1 0 0,-1 0 1 0 0,0 0 0 0 0,0-1 0 0 0,-36 6 133 0 0,-1-2 0 0 0,1-2 1 0 0,-39-3-1 0 0,73 1-176 0 0,-7 3-104 0 0</inkml:trace>
</inkml:ink>
</file>

<file path=ppt/ink/ink3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5:16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86 188 0 0,'13'-75'5945'0'0,"-12"72"-5387"0"0,-1-4 26 0 0,0 8-539 0 0,0-1 0 0 0,0 0 0 0 0,0 0 0 0 0,0 0 1 0 0,0 0-1 0 0,0 0 0 0 0,-1 0 0 0 0,1 0 0 0 0,0 0 0 0 0,0 0 0 0 0,0 0 0 0 0,0 0 0 0 0,0 0 0 0 0,0 0 0 0 0,0 0 0 0 0,0 0 0 0 0,0 0 0 0 0,0 0 0 0 0,0 0 0 0 0,-1 0 0 0 0,1 0 0 0 0,0 0 1 0 0,0 0-1 0 0,0 0 0 0 0,0 0 0 0 0,0 0 0 0 0,0 0 0 0 0,0 0 0 0 0,0 0 0 0 0,0 0 0 0 0,0 0 0 0 0,-1 0 0 0 0,1 0 0 0 0,0 0 0 0 0,0 0 0 0 0,0-1 0 0 0,0 1 0 0 0,0 0 0 0 0,0 0 0 0 0,0 0 1 0 0,0 0-1 0 0,0 0 0 0 0,0 0 0 0 0,0 0 0 0 0,0 0 0 0 0,0 0 0 0 0,0 0 0 0 0,0 0 0 0 0,0 0 0 0 0,0-1 0 0 0,0 1 0 0 0,0 0 0 0 0,0 0 0 0 0,-14 25 89 0 0,1 0 0 0 0,1 1 0 0 0,2 1-1 0 0,1 0 1 0 0,0 0 0 0 0,3 1 0 0 0,-7 49 0 0 0,10-52-113 0 0,1 0 1 0 0,1 1-1 0 0,1-1 1 0 0,2 1-1 0 0,0-1 1 0 0,2 0 0 0 0,1 0-1 0 0,1 0 1 0 0,10 28-1 0 0,-16-52-16 0 0,1 1 0 0 0,0 0 0 0 0,-1-1-1 0 0,1 1 1 0 0,0-1 0 0 0,0 1 0 0 0,0-1 0 0 0,0 1-1 0 0,0-1 1 0 0,0 0 0 0 0,0 0 0 0 0,0 1 0 0 0,1-1-1 0 0,-1 0 1 0 0,0 0 0 0 0,1 0 0 0 0,-1 0 0 0 0,1 0-1 0 0,-1-1 1 0 0,1 1 0 0 0,3 1 0 0 0,-3-2 76 0 0,19-8 206 0 0,-18 6-171 0 0,1 0-1 0 0,-1 0 1 0 0,0 0-1 0 0,0-1 1 0 0,0 1-1 0 0,0-1 0 0 0,-1 0 1 0 0,1 0-1 0 0,-1 0 1 0 0,1 0-1 0 0,-1 0 0 0 0,3-7 1 0 0,-3 6 47 0 0,0 1 1 0 0,0 0-1 0 0,0-1 0 0 0,1 1 0 0 0,-1 0 1 0 0,1 0-1 0 0,0 0 0 0 0,3-2 1 0 0,-5 4-29 0 0,1-5-589 0 0,5 9-4336 0 0,0 3 421 0 0,-6-4 4664 0 0</inkml:trace>
</inkml:ink>
</file>

<file path=ppt/ink/ink3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5:16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61 588 0 0,'0'0'1076'0'0,"4"-15"864"0"0,-3-1-1088 0 0,-1 8 1285 0 0,3-6-1397 0 0,3 7-708 0 0,14 25-6057 0 0</inkml:trace>
</inkml:ink>
</file>

<file path=ppt/ink/ink3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5:17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2 236 0 0,'-6'-1'8264'0'0,"6"1"-8111"0"0,-4 23 1431 0 0,1 35-1680 0 0,4-56 120 0 0,-1 1 0 0 0,0 0 0 0 0,1 0 0 0 0,-1 0 0 0 0,0-1 0 0 0,-1 1 0 0 0,1 0 0 0 0,0 0 0 0 0,-1 0 0 0 0,0-1 0 0 0,0 1 0 0 0,0 0 0 0 0,0-1 0 0 0,0 1 0 0 0,0-1-1 0 0,0 1 1 0 0,-1-1 0 0 0,1 1 0 0 0,-1-1 0 0 0,0 0 0 0 0,0 0 0 0 0,0 0 0 0 0,0 0 0 0 0,0 0 0 0 0,0 0 0 0 0,-1-1 0 0 0,1 1 0 0 0,0-1 0 0 0,-1 1 0 0 0,1-1 0 0 0,-1 0 0 0 0,0 0 0 0 0,1 0 0 0 0,-1 0 0 0 0,0-1 0 0 0,0 1 0 0 0,1-1 0 0 0,-1 0 0 0 0,0 0 0 0 0,0 1 0 0 0,0-2 0 0 0,0 1 0 0 0,-4-1 0 0 0,4 1 15 0 0,-22-11-626 0 0,12 6-5774 0 0</inkml:trace>
</inkml:ink>
</file>

<file path=ppt/ink/ink3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5:17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116 141 448 0 0,'7'-32'3185'0'0,"-2"0"1"0"0,1-42-1 0 0,-6 72-1763 0 0,-3 6-1272 0 0,-15 23-8 0 0,2 1 0 0 0,1 1 0 0 0,1 0 0 0 0,1 1 0 0 0,1 1 0 0 0,-14 62 0 0 0,21-66-253 0 0,0 0 1 0 0,2 1 0 0 0,1 0-1 0 0,1-1 1 0 0,1 1 0 0 0,1 0 0 0 0,2-1-1 0 0,10 48 1 0 0,-11-69 30 0 0,-1-1-1 0 0,1 1 0 0 0,0-1 1 0 0,0 0-1 0 0,0 0 1 0 0,1 0-1 0 0,0 0 1 0 0,0 0-1 0 0,0-1 1 0 0,1 1-1 0 0,-1-1 1 0 0,5 4-1 0 0,-5-7 91 0 0,-1 1 0 0 0,0-1-1 0 0,0 0 1 0 0,1 0 0 0 0,-1 0 0 0 0,0 0-1 0 0,1 0 1 0 0,-1 0 0 0 0,1-1 0 0 0,-1 1-1 0 0,1-1 1 0 0,-1 0 0 0 0,1 0-1 0 0,-1 0 1 0 0,1 0 0 0 0,0 0 0 0 0,-1 0-1 0 0,1-1 1 0 0,-1 0 0 0 0,1 1 0 0 0,-1-1-1 0 0,0 0 1 0 0,1 0 0 0 0,-1 0-1 0 0,0 0 1 0 0,1 0 0 0 0,-1-1 0 0 0,4-2-1 0 0,39-40 3276 0 0,-44 43-2939 0 0,7-12 731 0 0</inkml:trace>
</inkml:ink>
</file>

<file path=ppt/ink/ink3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5:17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 56 0 0,'0'0'1048'0'0,"6"-11"800"0"0,-3 0-288 0 0,1 0-335 0 0,-2 2-677 0 0</inkml:trace>
</inkml:ink>
</file>

<file path=ppt/ink/ink3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5:18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37 376 0 0,'-2'-6'603'0'0,"2"4"-222"0"0,0 0 0 0 0,-1 0 0 0 0,1 0 0 0 0,-1 0-1 0 0,1 0 1 0 0,-1 1 0 0 0,0-1 0 0 0,1 0 0 0 0,-1 1 0 0 0,0-1 0 0 0,0 0 0 0 0,-1 1 0 0 0,1-1 0 0 0,0 1 0 0 0,-3-3 0 0 0,3 3 216 0 0,-3 2-477 0 0,1-1-1 0 0,-1 1 0 0 0,1-1 0 0 0,-1 1 1 0 0,1 0-1 0 0,-1 0 0 0 0,1 1 0 0 0,-1-1 0 0 0,1 1 1 0 0,0 0-1 0 0,-4 2 0 0 0,5-2-86 0 0,0 0 1 0 0,0 0-1 0 0,0-1 0 0 0,1 1 1 0 0,-1 0-1 0 0,1 0 0 0 0,-1 0 1 0 0,1 1-1 0 0,0-1 0 0 0,0 0 1 0 0,0 0-1 0 0,0 1 0 0 0,0-1 1 0 0,0 1-1 0 0,1-1 0 0 0,-1 1 1 0 0,1-1-1 0 0,0 1 0 0 0,0-1 1 0 0,0 1-1 0 0,0-1 0 0 0,0 1 1 0 0,0-1-1 0 0,1 1 0 0 0,-1-1 1 0 0,1 0-1 0 0,1 4 0 0 0,0-3-27 0 0,0 0-1 0 0,0 0 0 0 0,0 0 0 0 0,1 0 1 0 0,-1 0-1 0 0,1 0 0 0 0,0-1 1 0 0,0 0-1 0 0,0 1 0 0 0,0-1 0 0 0,0 0 1 0 0,0 0-1 0 0,0-1 0 0 0,1 1 1 0 0,-1-1-1 0 0,1 0 0 0 0,-1 1 0 0 0,1-2 1 0 0,5 2-1 0 0,48 1-1502 0 0,-20-9-2737 0 0,-20 0 1752 0 0</inkml:trace>
</inkml:ink>
</file>

<file path=ppt/ink/ink3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5:18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48 336 0 0,'0'0'2164'0'0,"0"-16"-388"0"0,13 5-1012 0 0,-2 7-87 0 0,2-4-65 0 0,5 5-160 0 0,0-1-220 0 0,10 3-264 0 0,2 1-300 0 0,1 1-776 0 0,2 1-1205 0 0,-5-2 533 0 0</inkml:trace>
</inkml:ink>
</file>

<file path=ppt/ink/ink3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5:19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400 158 772 0 0,'24'-27'3045'0'0,"-22"23"-2735"0"0,0 0-1 0 0,0 0 1 0 0,0 0 0 0 0,-1 0 0 0 0,1 0-1 0 0,-1 0 1 0 0,0-1 0 0 0,0 1-1 0 0,0 0 1 0 0,-1-1 0 0 0,0 1 0 0 0,1 0-1 0 0,-2-1 1 0 0,1 1 0 0 0,0-1 0 0 0,-2-6-1 0 0,0 8-235 0 0,1 0 0 0 0,0 0 0 0 0,-1 1 0 0 0,0-1 0 0 0,0 0 0 0 0,1 1-1 0 0,-2-1 1 0 0,1 1 0 0 0,0-1 0 0 0,0 1 0 0 0,-1 0 0 0 0,1 0 0 0 0,-1 0 0 0 0,0 0 0 0 0,1 1 0 0 0,-1-1-1 0 0,0 1 1 0 0,0 0 0 0 0,0-1 0 0 0,0 1 0 0 0,0 1 0 0 0,-1-1 0 0 0,-3 0 0 0 0,-12-1-11 0 0,0 0 1 0 0,0 2-1 0 0,0 0 1 0 0,0 1-1 0 0,0 1 1 0 0,0 1-1 0 0,0 1 1 0 0,1 0 0 0 0,-1 1-1 0 0,1 1 1 0 0,0 1-1 0 0,1 1 1 0 0,0 0-1 0 0,0 1 1 0 0,-27 20-1 0 0,39-25-53 0 0,0 1-1 0 0,1-1 0 0 0,-1 1 1 0 0,1-1-1 0 0,1 1 0 0 0,-1 1 0 0 0,1-1 1 0 0,-1 0-1 0 0,2 1 0 0 0,-1 0 1 0 0,1 0-1 0 0,-1 0 0 0 0,2 0 0 0 0,-1 0 1 0 0,1 0-1 0 0,0 0 0 0 0,0 0 1 0 0,0 1-1 0 0,1-1 0 0 0,0 0 0 0 0,0 0 1 0 0,1 1-1 0 0,0-1 0 0 0,3 12 1 0 0,-2-8-1 0 0,1 0 0 0 0,1 0 1 0 0,0-1-1 0 0,0 1 0 0 0,1-1 1 0 0,0 0-1 0 0,1 0 1 0 0,-1-1-1 0 0,2 1 0 0 0,-1-1 1 0 0,1-1-1 0 0,1 1 0 0 0,-1-1 1 0 0,13 9-1 0 0,2-2-106 0 0,1-1 1 0 0,1-1-1 0 0,0-1 0 0 0,0 0 0 0 0,1-2 1 0 0,0-1-1 0 0,35 6 0 0 0,-34-10-1274 0 0,0 0 0 0 0,0-2 0 0 0,0-1-1 0 0,33-3 1 0 0,-31-2-1228 0 0</inkml:trace>
</inkml:ink>
</file>

<file path=ppt/ink/ink3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5:19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0 652 0 0,'0'0'8430'0'0,"7"4"-8253"0"0,35 22 373 0 0,57 47 0 0 0,-64-45-485 0 0,-2 1-1022 0 0,5 4-4778 0 0</inkml:trace>
</inkml:ink>
</file>

<file path=ppt/ink/ink3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5:20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15 388 0 0,'0'0'959'0'0,"-1"-2"-191"0"0,1 2-544 0 0,0-1-1 0 0,0 0 1 0 0,-1 1 0 0 0,1-1 0 0 0,0 0 0 0 0,-1 1 0 0 0,1-1-1 0 0,-1 0 1 0 0,1 1 0 0 0,-1-1 0 0 0,1 1 0 0 0,-1-1 0 0 0,1 0-1 0 0,-1 1 1 0 0,0 0 0 0 0,1-1 0 0 0,-1 1 0 0 0,0-1 0 0 0,1 1-1 0 0,-1 0 1 0 0,0-1 0 0 0,1 1 0 0 0,-1 0 0 0 0,0 0 0 0 0,0 0-1 0 0,1-1 1 0 0,-2 1 0 0 0,-18 13 100 0 0,0 1-1 0 0,1 0 1 0 0,1 1-1 0 0,-25 28 0 0 0,-25 39-6237 0 0,59-68 3613 0 0</inkml:trace>
</inkml:ink>
</file>

<file path=ppt/ink/ink3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5:20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3 100 0 0,'0'0'829'0'0,"-7"-3"411"0"0,3 6 2282 0 0,-3 9-3230 0 0,0 1-1 0 0,1 1 1 0 0,0-1 0 0 0,1 1 0 0 0,1 0 0 0 0,0 0 0 0 0,1 1 0 0 0,-1 14 0 0 0,-13 47 366 0 0,13-63-875 0 0,-23 83 1179 0 0,16-35-6927 0 0</inkml:trace>
</inkml:ink>
</file>

<file path=ppt/ink/ink3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5:21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5 236 0 0,'5'-4'7503'0'0,"-5"4"-7407"0"0,3 45 252 0 0,-2 0-1 0 0,-3 0 0 0 0,-1 0 0 0 0,-2 0 0 0 0,-2 0 0 0 0,-17 56 1 0 0,16-74-253 0 0,0-2 40 0 0,2 0-1 0 0,-5 28 0 0 0,11-51-111 0 0,0-2 42 0 0,0 0-57 0 0,0 0-1 0 0,0 0 1 0 0,0 0-1 0 0,0 0 1 0 0,0 0 0 0 0,0 0-1 0 0,1 0 1 0 0,-1 0-1 0 0,0 0 1 0 0,0 0 0 0 0,0 0-1 0 0,0 0 1 0 0,0 0-1 0 0,1 0 1 0 0,-1 0-1 0 0,0 0 1 0 0,0 0 0 0 0,0 1-1 0 0,0-1 1 0 0,0 0-1 0 0,0 0 1 0 0,1 0 0 0 0,-1 0-1 0 0,0 0 1 0 0,0 0-1 0 0,0 0 1 0 0,0 0 0 0 0,0 0-1 0 0,0 0 1 0 0,0 1-1 0 0,0-1 1 0 0,1 0 0 0 0,-1 0-1 0 0,0 0 1 0 0,0 0-1 0 0,0 0 1 0 0,0 0-1 0 0,0 1 1 0 0,0-1 0 0 0,0 0-1 0 0,0 0 1 0 0,0 0-1 0 0,0 0 1 0 0,0 0 0 0 0,0 1-1 0 0,0-1 1 0 0,0 0-1 0 0,0 0 1 0 0,0 0 0 0 0,0 0-1 0 0,0 0 1 0 0,0 1-1 0 0,0-1 1 0 0,0 0 0 0 0,0 0-1 0 0,0 0 1 0 0,0 0-1 0 0,-1 0 1 0 0,1 0 0 0 0,0 1-1 0 0,0-1 1 0 0,0 0-1 0 0,0 0 1 0 0,0 0-1 0 0,0 0 1 0 0,141-109 212 0 0,36-25-136 0 0,-152 117-88 0 0,1 2 0 0 0,1 0 0 0 0,0 2 0 0 0,1 1 0 0 0,32-10 0 0 0,-29 17-94 0 0,-31 6 98 0 0,0-1 1 0 0,0 1-1 0 0,0-1 1 0 0,0 1-1 0 0,0-1 0 0 0,0 1 1 0 0,-1-1-1 0 0,1 0 1 0 0,0 1-1 0 0,0-1 0 0 0,0 1 1 0 0,0-1-1 0 0,-1 1 1 0 0,1-1-1 0 0,0 0 0 0 0,-1 1 1 0 0,1-1-1 0 0,0 1 1 0 0,-1-1-1 0 0,1 0 0 0 0,0 0 1 0 0,-1 1-1 0 0,1-1 1 0 0,0 0-1 0 0,-1 0 1 0 0,1 1-1 0 0,-1-1 0 0 0,1 0 1 0 0,-1 0-1 0 0,0 1 1 0 0,-53 31 102 0 0,-182 91 894 0 0,232-121-975 0 0,0 0 1 0 0,0 0-1 0 0,1 1 1 0 0,0-1-1 0 0,-1 1 1 0 0,1 0 0 0 0,0 0-1 0 0,0 0 1 0 0,0 1-1 0 0,1-1 1 0 0,-1 0-1 0 0,1 1 1 0 0,0 0-1 0 0,-3 5 1 0 0,4-6-14 0 0,1-1 0 0 0,-1 1 0 0 0,1-1 0 0 0,0 1 0 0 0,0-1 0 0 0,0 1 0 0 0,0 0 0 0 0,0-1 0 0 0,1 1 0 0 0,-1-1 0 0 0,1 1 0 0 0,-1-1 1 0 0,1 1-1 0 0,0-1 0 0 0,0 0 0 0 0,0 1 0 0 0,0-1 0 0 0,0 0 0 0 0,1 0 0 0 0,-1 0 0 0 0,1 1 0 0 0,-1-2 0 0 0,1 1 0 0 0,0 0 0 0 0,2 2 0 0 0,13 11 44 0 0,0-1-1 0 0,0-1 1 0 0,2-1-1 0 0,-1 0 0 0 0,30 13 1 0 0,108 38-606 0 0,-65-28-1965 0 0,-56-22-2654 0 0,-17-8 2195 0 0</inkml:trace>
</inkml:ink>
</file>

<file path=ppt/ink/ink3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5:23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1 304 0 0,'0'0'2353'0'0,"43"10"-1374"0"0,-30-7-844 0 0,204 44 936 0 0,-62-22-858 0 0,389 50 19 0 0,-537-74-231 0 0,579 36 85 0 0,-208-29-41 0 0,495 2 277 0 0,-63-16 6 0 0,-186 9-167 0 0,418-4 476 0 0,-345-1-246 0 0,401 8 41 0 0,-296 12-220 0 0,-457-8-161 0 0,833 30 936 0 0,-1119-39-871 0 0,12 0 289 0 0,97 13 0 0 0,-157-13 256 0 0,1 0 0 0 0,0 0 1 0 0,0-1-1 0 0,-1-1 1 0 0,15-2-1 0 0,-24 2-338 0 0,7 0-28 0 0</inkml:trace>
</inkml:ink>
</file>

<file path=ppt/ink/ink3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5:24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179 555 56 0 0,'-1'-3'448'0'0,"0"0"0"0"0,0 0-1 0 0,1 0 1 0 0,-1 0 0 0 0,1 0 0 0 0,0 0-1 0 0,0-1 1 0 0,0 1 0 0 0,0-4 0 0 0,1-3 4699 0 0,4 61-4873 0 0,-3-1 0 0 0,-2 1-1 0 0,-6 51 1 0 0,1-51-8 0 0,4-50-206 0 0,1 1 116 0 0,0-2-155 0 0,0 0-1 0 0,-1 0 0 0 0,1 0 0 0 0,0 0 0 0 0,0 0 0 0 0,0-1 1 0 0,0 1-1 0 0,0 0 0 0 0,0 0 0 0 0,-1 0 0 0 0,1 0 0 0 0,0 0 1 0 0,0 0-1 0 0,0 0 0 0 0,0 0 0 0 0,-1 0 0 0 0,1 0 0 0 0,0 0 1 0 0,0 0-1 0 0,0 0 0 0 0,0 0 0 0 0,-1 0 0 0 0,1 0 0 0 0,0 0 1 0 0,0 0-1 0 0,0 0 0 0 0,0 0 0 0 0,0 0 0 0 0,-1 0 0 0 0,1 0 1 0 0,0 0-1 0 0,0 1 0 0 0,0-1 0 0 0,0 0 0 0 0,0 0 0 0 0,-1 0 1 0 0,1 0-1 0 0,0 0 0 0 0,0 0 0 0 0,0 0 0 0 0,0 1 0 0 0,0-1 1 0 0,0 0-1 0 0,0 0 0 0 0,0 0 0 0 0,0 0 0 0 0,0 0 0 0 0,-1 1 1 0 0,1-1-1 0 0,0 0 0 0 0,0 0 0 0 0,0 0 0 0 0,0 0 0 0 0,0 1 1 0 0,0-1-1 0 0,0 0 0 0 0,0 0 0 0 0,0 0 0 0 0,0 0 1 0 0,0 1-1 0 0,0-1 0 0 0,1 0 0 0 0,-1 0 0 0 0,-11-18 87 0 0,2-1 0 0 0,1-1 0 0 0,0 0 0 0 0,1 0-1 0 0,1 0 1 0 0,-6-39 0 0 0,5 8 83 0 0,-1-95-1 0 0,9 98-138 0 0,2 1 1 0 0,2-1-1 0 0,3 1 1 0 0,15-56-1 0 0,-19 88-15 0 0,1 1 1 0 0,0 0-1 0 0,1 0 0 0 0,1 0 0 0 0,0 1 0 0 0,17-25 1 0 0,-21 35-52 0 0,-1 1 0 0 0,0-1 0 0 0,1 0 0 0 0,0 1 0 0 0,-1-1 0 0 0,1 1 0 0 0,0 0 0 0 0,0 0 0 0 0,1 0 0 0 0,-1 1 0 0 0,0-1 0 0 0,0 1 0 0 0,1-1 0 0 0,-1 1 0 0 0,1 0 0 0 0,-1 1 0 0 0,1-1 0 0 0,0 1 0 0 0,-1-1 0 0 0,1 1 0 0 0,0 0 0 0 0,-1 0 0 0 0,1 1 0 0 0,0-1 0 0 0,-1 1 0 0 0,1-1 0 0 0,-1 1 0 0 0,1 0 0 0 0,-1 1 0 0 0,1-1 0 0 0,-1 1 0 0 0,0-1 0 0 0,0 1 0 0 0,4 2 0 0 0,-1 1-30 0 0,1-1 0 0 0,-1 1 0 0 0,0 0 1 0 0,0 0-1 0 0,0 0 0 0 0,-1 1 0 0 0,0 0 0 0 0,0 0 1 0 0,0 1-1 0 0,-1-1 0 0 0,0 1 0 0 0,0 0 0 0 0,-1 0 0 0 0,0 0 1 0 0,0 0-1 0 0,-1 1 0 0 0,0-1 0 0 0,0 1 0 0 0,1 8 1 0 0,-2-11 23 0 0,-1 1 0 0 0,0-1 1 0 0,0 1-1 0 0,-1-1 0 0 0,1 1 1 0 0,-1-1-1 0 0,0 1 0 0 0,0-1 1 0 0,-1 0-1 0 0,0 0 0 0 0,0 0 1 0 0,0 0-1 0 0,0 0 0 0 0,-1 0 1 0 0,0 0-1 0 0,0-1 0 0 0,0 1 1 0 0,-1-1-1 0 0,1 0 0 0 0,-1 0 1 0 0,0 0-1 0 0,0-1 0 0 0,-1 1 1 0 0,1-1-1 0 0,-1 0 0 0 0,1 0 1 0 0,-9 3-1 0 0,-3 1 16 0 0,0 0-1 0 0,-1-2 0 0 0,1 0 1 0 0,-1-1-1 0 0,0 0 1 0 0,0-2-1 0 0,-23 2 0 0 0,1-4-232 0 0,-1-2 0 0 0,-40-7 0 0 0,78 9-164 0 0,9 0-3801 0 0,25 3 1610 0 0,-9 1 199 0 0</inkml:trace>
</inkml:ink>
</file>

<file path=ppt/ink/ink3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5:26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30 472 0 0,'0'-1'292'0'0,"1"0"0"0"0,0 0 0 0 0,-1 1-1 0 0,1-1 1 0 0,-1 0 0 0 0,0 0 0 0 0,1 0 0 0 0,-1 0-1 0 0,0 0 1 0 0,1 0 0 0 0,-1 0 0 0 0,0 0 0 0 0,0 0 0 0 0,0 0-1 0 0,0 0 1 0 0,0 0 0 0 0,0-1 0 0 0,0 1 0 0 0,0 0 0 0 0,0 0-1 0 0,-1 0 1 0 0,1 0 0 0 0,-1-1 0 0 0,0 2-207 0 0,1-1 0 0 0,-1 1 0 0 0,0-1 0 0 0,0 1 0 0 0,1 0 0 0 0,-1-1 0 0 0,0 1 1 0 0,0 0-1 0 0,0-1 0 0 0,0 1 0 0 0,0 0 0 0 0,1 0 0 0 0,-1 0 0 0 0,0 0 0 0 0,0 0 0 0 0,0 0 0 0 0,0 0 0 0 0,0 0 1 0 0,0 0-1 0 0,-1 1 0 0 0,-5 0-35 0 0,1 1 0 0 0,0 0 0 0 0,-1 1 1 0 0,1 0-1 0 0,0-1 0 0 0,-7 6 0 0 0,4-3 39 0 0,0 1 0 0 0,0 0-1 0 0,1 1 1 0 0,-1-1 0 0 0,2 2-1 0 0,-1-1 1 0 0,1 1 0 0 0,0 0-1 0 0,0 1 1 0 0,1-1 0 0 0,1 1-1 0 0,-1 1 1 0 0,-7 17 0 0 0,13-25-51 0 0,-2 12 64 0 0,11-7-19 0 0,15-10 28 0 0,-4-3-139 0 0,-1-2 1 0 0,1-1 0 0 0,34-21-1 0 0,-52 29 2 0 0,-2 0 22 0 0,0 1 1 0 0,0 0 0 0 0,0-1 0 0 0,0 1 0 0 0,0 0-1 0 0,0-1 1 0 0,0 1 0 0 0,1 0 0 0 0,-1 0-1 0 0,0-1 1 0 0,0 1 0 0 0,0 0 0 0 0,1 0-1 0 0,-1-1 1 0 0,0 1 0 0 0,0 0 0 0 0,1 0 0 0 0,-1-1-1 0 0,0 1 1 0 0,0 0 0 0 0,1 0 0 0 0,-1 0-1 0 0,0 0 1 0 0,1-1 0 0 0,-1 1 0 0 0,0 0-1 0 0,1 0 1 0 0,-1 0 0 0 0,0 0 0 0 0,0 0 0 0 0,1 0-1 0 0,-1 0 1 0 0,0 0 0 0 0,1 0 0 0 0,-1 0-1 0 0,0 0 1 0 0,1 0 0 0 0,-1 0 0 0 0,0 0 0 0 0,1 0-1 0 0,-1 0 1 0 0,0 1 0 0 0,1-1 0 0 0,-1 0-1 0 0,0 0 1 0 0,1 0 0 0 0,-1 0 0 0 0,0 1-1 0 0,0-1 1 0 0,1 0 0 0 0,-1 0 0 0 0,0 1 0 0 0,1-1-1 0 0,15 12-101 0 0,-8-1 87 0 0,0-1 0 0 0,1-1 0 0 0,0 0 0 0 0,19 16 0 0 0,-25-23 22 0 0,-1 0 0 0 0,1 0 0 0 0,0-1 0 0 0,0 1 0 0 0,0-1 0 0 0,0 1 0 0 0,0-1 0 0 0,0 0 0 0 0,1 0 0 0 0,-1 0 0 0 0,0-1 0 0 0,0 1 0 0 0,1-1 0 0 0,-1 1 0 0 0,0-1 0 0 0,1 0 0 0 0,-1-1 0 0 0,0 1 0 0 0,1-1 0 0 0,-1 1 0 0 0,0-1 0 0 0,0 0 0 0 0,0 0 0 0 0,0 0 0 0 0,1-1 0 0 0,2-1 0 0 0,21-16 15 0 0,0-1 1 0 0,26-27-1 0 0,-7 6-40 0 0,-43 39 8 0 0,0 0 1 0 0,0 0-1 0 0,0 0 1 0 0,0 1-1 0 0,0-1 1 0 0,0 1-1 0 0,1-1 0 0 0,-1 1 1 0 0,0 0-1 0 0,1 1 1 0 0,-1-1-1 0 0,5 0 1 0 0,-6 1-22 0 0,28 18-90 0 0,-24-11 103 0 0,0 2 0 0 0,0-1 1 0 0,-1 1-1 0 0,-1 0 1 0 0,6 14-1 0 0,-8-17 13 0 0,0-1 0 0 0,0 1 0 0 0,0-1 0 0 0,1 1-1 0 0,-1-1 1 0 0,1 0 0 0 0,1 0 0 0 0,-1 0 0 0 0,1-1 0 0 0,0 1 0 0 0,0-1-1 0 0,0 0 1 0 0,0 0 0 0 0,1 0 0 0 0,0 0 0 0 0,-1-1 0 0 0,10 5 0 0 0,-9-8 8 0 0,1 0 0 0 0,-1 0 0 0 0,0 0 0 0 0,1-1 0 0 0,-1 0 0 0 0,0 0 0 0 0,0 0 0 0 0,7-3 0 0 0,49-20-3 0 0,-33 13-5 0 0,0 0-1 0 0,1 2 0 0 0,49-10 0 0 0,-76 18 4 0 0,0 1 0 0 0,0-1-1 0 0,0 1 1 0 0,1 0-1 0 0,-1 0 1 0 0,0 0 0 0 0,0 0-1 0 0,0 0 1 0 0,0 1 0 0 0,1-1-1 0 0,-1 1 1 0 0,0-1-1 0 0,0 1 1 0 0,0 0 0 0 0,0-1-1 0 0,0 1 1 0 0,0 0 0 0 0,0 0-1 0 0,-1 1 1 0 0,1-1 0 0 0,0 0-1 0 0,-1 1 1 0 0,1-1-1 0 0,0 1 1 0 0,-1-1 0 0 0,0 1-1 0 0,1 0 1 0 0,-1 0 0 0 0,0-1-1 0 0,1 3 1 0 0,1 4-10 0 0,-1 0 0 0 0,0 0 0 0 0,0 1-1 0 0,-1-1 1 0 0,0 0 0 0 0,0 12 0 0 0,2 9-14 0 0,-3-28 30 0 0,4 10 33 0 0,4-11-29 0 0,1 0-1 0 0,0 0 0 0 0,0-1 1 0 0,0 0-1 0 0,0-1 0 0 0,0 0 1 0 0,-1 0-1 0 0,1-1 0 0 0,-1 0 1 0 0,10-5-1 0 0,81-46 18 0 0,-95 52-20 0 0,-3 1-1 0 0,66-46 329 0 0,-65 46-249 0 0,9-11 565 0 0,-31 24-653 0 0,15-8 0 0 0,2 15-44 0 0,2-17 51 0 0,1 1 1 0 0,-1-1 0 0 0,1 1 0 0 0,0-1-1 0 0,0 0 1 0 0,0 1 0 0 0,0-1-1 0 0,0 1 1 0 0,0-1 0 0 0,0 1-1 0 0,1-1 1 0 0,0 0 0 0 0,-1 1-1 0 0,1-1 1 0 0,0 0 0 0 0,0 1-1 0 0,3 3 1 0 0,-2-4 11 0 0,0 0 0 0 0,0 0 1 0 0,1 0-1 0 0,-1-1 0 0 0,1 1 0 0 0,-1-1 1 0 0,1 1-1 0 0,-1-1 0 0 0,1 0 0 0 0,0 0 0 0 0,0 0 1 0 0,0-1-1 0 0,0 1 0 0 0,4 0 0 0 0,15-3 2 0 0,0-2 0 0 0,-1 0 0 0 0,0-1-1 0 0,0-1 1 0 0,0-1 0 0 0,25-12 0 0 0,44-14-10 0 0,-73 28-19 0 0,-12 3 7 0 0,1 0 0 0 0,0 0 0 0 0,0 1 0 0 0,0-1 0 0 0,0 1 0 0 0,1 1 0 0 0,-1-1 0 0 0,0 1 0 0 0,0 0-1 0 0,0 0 1 0 0,1 1 0 0 0,-1 0 0 0 0,0 0 0 0 0,0 0 0 0 0,6 3 0 0 0,-8-3 35 0 0,0 1 1 0 0,-1 0-1 0 0,1 0 1 0 0,0 0-1 0 0,-1 0 0 0 0,1 0 1 0 0,-1 1-1 0 0,0-1 1 0 0,0 1-1 0 0,3 4 0 0 0,-4-5 46 0 0,0 0 0 0 0,0 0-1 0 0,0-1 1 0 0,0 1 0 0 0,0 0-1 0 0,0-1 1 0 0,0 0-1 0 0,0 1 1 0 0,1-1 0 0 0,-1 0-1 0 0,5 2 1 0 0,44 6-108 0 0,-9-9-7096 0 0,-18-2 4229 0 0</inkml:trace>
</inkml:ink>
</file>

<file path=ppt/ink/ink3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5:26.5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 1076 0 0,'0'0'1212'0'0,"6"-7"4313"0"0,-4-9-2969 0 0,-2 4-2368 0 0</inkml:trace>
</inkml:ink>
</file>

<file path=ppt/ink/ink3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5:28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1 256 0 0,'0'0'2670'0'0,"11"14"-609"0"0,11-8-1827 0 0,0-1 0 0 0,1 0 0 0 0,-1-2 0 0 0,1-1 0 0 0,0 0-1 0 0,0-2 1 0 0,34-3 0 0 0,-19 1-71 0 0,145-5 262 0 0,116-2 59 0 0,37 13-197 0 0,166-1 257 0 0,105-14 1818 0 0,-527 2-1066 0 0,-78 9-1147 0 0,19 3 890 0 0</inkml:trace>
</inkml:ink>
</file>

<file path=ppt/ink/ink3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5:28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27 560 0 0,'18'-6'3717'0'0,"-2"-2"-1004"0"0,1-2-161 0 0,-11 8-7285 0 0</inkml:trace>
</inkml:ink>
</file>

<file path=ppt/ink/ink3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5:40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43 172 0 0,'0'0'721'0'0,"-5"-42"6984"0"0,5 42-7670 0 0,0 0 1 0 0,0 0-1 0 0,-1 0 0 0 0,1 0 0 0 0,0 0 1 0 0,0 0-1 0 0,-1 0 0 0 0,1 0 0 0 0,0 0 1 0 0,0-1-1 0 0,0 1 0 0 0,-1 0 1 0 0,1 0-1 0 0,0 0 0 0 0,0 0 0 0 0,-1 0 1 0 0,1 0-1 0 0,0 1 0 0 0,0-1 0 0 0,-1 0 1 0 0,1 0-1 0 0,0 0 0 0 0,0 0 0 0 0,0 0 1 0 0,-1 0-1 0 0,1 0 0 0 0,0 0 0 0 0,0 0 1 0 0,0 1-1 0 0,-1-1 0 0 0,1 0 0 0 0,0 0 1 0 0,0 0-1 0 0,0 0 0 0 0,0 1 1 0 0,-1-1-1 0 0,1 0 0 0 0,0 0 0 0 0,0 0 1 0 0,0 1-1 0 0,0-1 0 0 0,0 0 0 0 0,0 0 1 0 0,0 1-1 0 0,0-1 0 0 0,0 0 0 0 0,0 0 1 0 0,0 1-1 0 0,-20 23 430 0 0,-25 39-688 0 0,38-53 407 0 0,-11 16-135 0 0,2 0 0 0 0,1 0-1 0 0,1 2 1 0 0,-15 38-1 0 0,25-53-32 0 0,0 0-1 0 0,0 0 0 0 0,2 0 1 0 0,-1 1-1 0 0,2-1 0 0 0,0 1 0 0 0,0-1 1 0 0,1 1-1 0 0,1-1 0 0 0,0 1 1 0 0,1-1-1 0 0,6 21 0 0 0,-8-32-6 0 0,0 0 0 0 0,1-1 0 0 0,-1 1 0 0 0,1-1 0 0 0,-1 1 0 0 0,1-1 0 0 0,0 0 0 0 0,0 1 0 0 0,0-1-1 0 0,0 0 1 0 0,0 1 0 0 0,0-1 0 0 0,0 0 0 0 0,0 0 0 0 0,0 0 0 0 0,0 0 0 0 0,1 0 0 0 0,-1 0 0 0 0,0 0-1 0 0,1-1 1 0 0,-1 1 0 0 0,1 0 0 0 0,1 0 0 0 0,0-1 0 0 0,0 0 0 0 0,-1 1-1 0 0,1-1 1 0 0,0-1 0 0 0,-1 1-1 0 0,1 0 1 0 0,0-1 0 0 0,-1 1 0 0 0,1-1-1 0 0,0 0 1 0 0,-1 0 0 0 0,5-2 0 0 0,8-6 10 0 0,-1 0 0 0 0,0-1 1 0 0,21-19-1 0 0,-26 21-8 0 0,12-11-12 0 0,30-37-1 0 0,-36 37-55 0 0,2 1 0 0 0,28-24 0 0 0,-45 42 52 0 0,1-1-1 0 0,0 1 1 0 0,-1 0 0 0 0,1 0 0 0 0,-1 0 0 0 0,1 0 0 0 0,0 0-1 0 0,-1 0 1 0 0,1 0 0 0 0,-1 0 0 0 0,1 0 0 0 0,0 0 0 0 0,-1 0-1 0 0,1 0 1 0 0,0 0 0 0 0,-1 0 0 0 0,1 0 0 0 0,-1 1 0 0 0,1-1-1 0 0,-1 0 1 0 0,1 1 0 0 0,-1-1 0 0 0,1 0 0 0 0,-1 1 0 0 0,1-1-1 0 0,-1 0 1 0 0,1 1 0 0 0,-1-1 0 0 0,1 1 0 0 0,-1-1 0 0 0,0 1-1 0 0,1-1 1 0 0,-1 1 0 0 0,0-1 0 0 0,1 1 0 0 0,-1 0 0 0 0,0-1-1 0 0,0 1 1 0 0,1 0 0 0 0,12 30-17 0 0,-10-24-1 0 0,3 8 38 0 0,1 0 1 0 0,0-1 0 0 0,1 0-1 0 0,1 0 1 0 0,0-1 0 0 0,0 0-1 0 0,2 0 1 0 0,-1-1 0 0 0,2-1-1 0 0,-1 0 1 0 0,21 15 0 0 0,-30-25-7 0 0,-1 0 0 0 0,1 0 0 0 0,0-1 0 0 0,0 1 0 0 0,0 0 0 0 0,0-1 0 0 0,0 1 0 0 0,0-1 0 0 0,1 0 0 0 0,-1 1 0 0 0,0-1 0 0 0,0 0 0 0 0,0 0 0 0 0,0-1 0 0 0,0 1 0 0 0,0 0 0 0 0,0-1 0 0 0,0 1 0 0 0,3-2 0 0 0,0 0 13 0 0,-1 0 0 0 0,0 0 1 0 0,0-1-1 0 0,0 0 0 0 0,0 0 0 0 0,0 0 0 0 0,0 0 1 0 0,3-5-1 0 0,2-2 66 0 0,-1 0 1 0 0,0 0 0 0 0,-1-1-1 0 0,0 0 1 0 0,8-20 0 0 0,-11 20 30 0 0,0-1-1 0 0,-1-1 1 0 0,0 1 0 0 0,-1 0-1 0 0,0-1 1 0 0,-1 1 0 0 0,0-1 0 0 0,-1 1-1 0 0,-1-1 1 0 0,0 1 0 0 0,0-1-1 0 0,-1 1 1 0 0,-1-1 0 0 0,-8-22 0 0 0,-14-16 347 0 0,24 49-492 0 0,7 5-5021 0 0,3 1 4452 0 0,21 12-3493 0 0,-19-8 1401 0 0</inkml:trace>
</inkml:ink>
</file>

<file path=ppt/ink/ink3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5:41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32 212 0 0,'8'-1'7487'0'0,"14"-1"-3850"0"0,140-12-3204 0 0,70 2 19 0 0,-231 11-298 0 0,34 0-1651 0 0,-35 6-1585 0 0,-12 6 1290 0 0,2-3-480 0 0,1-3 172 0 0</inkml:trace>
</inkml:ink>
</file>

<file path=ppt/ink/ink3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5:41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1 292 0 0,'0'10'3961'0'0,"18"-5"-3412"0"0,0-1 0 0 0,0-1 1 0 0,1 0-1 0 0,-1-1 0 0 0,1-1 0 0 0,36-3 0 0 0,-24 1 97 0 0,48 5 1 0 0,-13 0 353 0 0,-64-4-847 0 0,12 0 727 0 0,-7 0-1638 0 0,-49 8-7783 0 0</inkml:trace>
</inkml:ink>
</file>

<file path=ppt/ink/ink3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5:43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220 30 232 0 0,'-1'-9'1168'0'0,"3"-12"6966"0"0,-17 30-8029 0 0,0 1 0 0 0,1 0-1 0 0,0 1 1 0 0,0 0 0 0 0,1 1 0 0 0,1 1-1 0 0,0 0 1 0 0,1 0 0 0 0,-18 28 0 0 0,20-27-41 0 0,0 1 0 0 0,1-1 0 0 0,0 2 0 0 0,1-1 0 0 0,1 1 0 0 0,0 0 0 0 0,1 0 0 0 0,1 1 0 0 0,1-1 0 0 0,-3 28 0 0 0,6-42-49 0 0,0 1-1 0 0,-1-1 0 0 0,1 1 1 0 0,0-1-1 0 0,1 0 0 0 0,-1 1 0 0 0,0-1 1 0 0,1 1-1 0 0,-1-1 0 0 0,1 0 1 0 0,0 1-1 0 0,-1-1 0 0 0,1 0 0 0 0,1 0 1 0 0,-1 1-1 0 0,0-1 0 0 0,0 0 0 0 0,1 0 1 0 0,-1 0-1 0 0,1-1 0 0 0,-1 1 1 0 0,1 0-1 0 0,0 0 0 0 0,0-1 0 0 0,0 1 1 0 0,3 1-1 0 0,-1-2-1 0 0,-1-1 1 0 0,1 1-1 0 0,0-1 1 0 0,-1 0-1 0 0,1 0 0 0 0,0 0 1 0 0,0 0-1 0 0,-1-1 1 0 0,1 1-1 0 0,0-1 0 0 0,-1 0 1 0 0,1 0-1 0 0,-1 0 1 0 0,1-1-1 0 0,-1 1 0 0 0,4-3 1 0 0,21-12 45 0 0,-1 0 1 0 0,0-2-1 0 0,29-26 1 0 0,-3 3-4 0 0,-50 40-61 0 0,-1-1 0 0 0,1 1 0 0 0,-1 0-1 0 0,1 0 1 0 0,-1 0 0 0 0,1 1-1 0 0,0-1 1 0 0,0 1 0 0 0,-1-1 0 0 0,1 1-1 0 0,0 0 1 0 0,0 0 0 0 0,-1 0-1 0 0,1 0 1 0 0,0 1 0 0 0,0-1-1 0 0,-1 1 1 0 0,1-1 0 0 0,0 1 0 0 0,2 2-1 0 0,60 28-185 0 0,-33-13 125 0 0,-18-12 72 0 0,0-1 1 0 0,0-1 0 0 0,1 0 0 0 0,-1-1-1 0 0,1 0 1 0 0,0-1 0 0 0,0-1 0 0 0,0 0-1 0 0,21-2 1 0 0,-31 1 38 0 0,-1-1 0 0 0,1 1 0 0 0,-1-1 1 0 0,1 0-1 0 0,-1 0 0 0 0,0-1 0 0 0,1 1 0 0 0,-1-1 0 0 0,0 0 0 0 0,0 0 1 0 0,0 0-1 0 0,-1-1 0 0 0,1 1 0 0 0,0-1 0 0 0,-1 0 0 0 0,0 0 0 0 0,1 0 0 0 0,-1-1 1 0 0,-1 1-1 0 0,1-1 0 0 0,0 1 0 0 0,-1-1 0 0 0,0 0 0 0 0,0 0 0 0 0,0 0 1 0 0,0 0-1 0 0,0 0 0 0 0,-1-1 0 0 0,0 1 0 0 0,0-1 0 0 0,0 1 0 0 0,-1 0 0 0 0,1-1 1 0 0,-1 1-1 0 0,0-6 0 0 0,-1-1 31 0 0,-1 0 0 0 0,1 0 0 0 0,-2 0-1 0 0,0 0 1 0 0,0 1 0 0 0,0-1 0 0 0,-2 1 0 0 0,1 0 0 0 0,-1 0 0 0 0,-8-11 0 0 0,12 20-298 0 0,1 12-3570 0 0,0-8 3221 0 0,-1 0-1 0 0,1 1 1 0 0,0-1-1 0 0,1 0 1 0 0,-1 1-1 0 0,1-1 1 0 0,-1 0-1 0 0,1 1 1 0 0,2 3-1 0 0,3 3-2028 0 0</inkml:trace>
</inkml:ink>
</file>

<file path=ppt/ink/ink3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5:43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1 136 0 0,'0'0'6425'0'0,"0"42"-4465"0"0,-4-17-1365 0 0,-1 0 0 0 0,-13 37 0 0 0,4-13-1583 0 0,4 1-4380 0 0</inkml:trace>
</inkml:ink>
</file>

<file path=ppt/ink/ink3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5:43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0 360 0 0,'0'0'4830'0'0,"-1"5"-4510"0"0,0 16 165 0 0,-2 1 1 0 0,0-1 0 0 0,-9 30-1 0 0,6-35-2002 0 0,1 0-1 0 0,-17 29 0 0 0,17-36-113 0 0</inkml:trace>
</inkml:ink>
</file>

<file path=ppt/ink/ink3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5:44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19 208 0 0,'0'0'844'0'0,"-1"-9"6207"0"0,-1 45-6541 0 0,1-1 0 0 0,1 0-1 0 0,2 0 1 0 0,8 38 0 0 0,-10-72-500 0 0,0-1 1 0 0,0 1-1 0 0,0 0 0 0 0,0 0 1 0 0,1 0-1 0 0,-1 0 1 0 0,0-1-1 0 0,1 1 1 0 0,-1 0-1 0 0,1 0 1 0 0,-1-1-1 0 0,1 1 1 0 0,-1 0-1 0 0,1-1 1 0 0,-1 1-1 0 0,1 0 0 0 0,-1-1 1 0 0,1 1-1 0 0,0-1 1 0 0,0 1-1 0 0,-1-1 1 0 0,1 1-1 0 0,0-1 1 0 0,0 0-1 0 0,-1 1 1 0 0,1-1-1 0 0,0 0 0 0 0,0 0 1 0 0,0 1-1 0 0,0-1 1 0 0,-1 0-1 0 0,1 0 1 0 0,1 0-1 0 0,3 0-3 0 0,-1-1-1 0 0,0 1 1 0 0,0-1-1 0 0,0 0 0 0 0,1 0 1 0 0,-1-1-1 0 0,6-2 1 0 0,61-38-164 0 0,-66 39 139 0 0,-1-1 0 0 0,1 1 0 0 0,0 0 0 0 0,0 1 0 0 0,0-1 0 0 0,0 1 0 0 0,0 0 0 0 0,1 0 0 0 0,-1 1-1 0 0,0-1 1 0 0,1 1 0 0 0,-1 0 0 0 0,1 1 0 0 0,0 0 0 0 0,-1-1 0 0 0,1 2 0 0 0,-1-1 0 0 0,1 1 0 0 0,0 0 0 0 0,-1 0-1 0 0,0 0 1 0 0,8 3 0 0 0,3 1 51 0 0,1 0 0 0 0,0-2 1 0 0,0 0-1 0 0,28 1 0 0 0,-43-4 35 0 0,0 0-1 0 0,0 0 1 0 0,0 0 0 0 0,0 0 0 0 0,0-1 0 0 0,0 1 0 0 0,1-1 0 0 0,-1 1-1 0 0,0-1 1 0 0,0 0 0 0 0,0 0 0 0 0,-1 0 0 0 0,1 0 0 0 0,0 0 0 0 0,0 0-1 0 0,0 0 1 0 0,-1-1 0 0 0,1 1 0 0 0,-1-1 0 0 0,1 1 0 0 0,1-4 0 0 0,-1 1 57 0 0,0 1 1 0 0,0-1-1 0 0,-1 0 1 0 0,1 0-1 0 0,-1 0 1 0 0,0 0 0 0 0,0 0-1 0 0,-1 0 1 0 0,1 0-1 0 0,-1-7 1 0 0,0-2 201 0 0,-1-1 0 0 0,-1 1 0 0 0,0-1 0 0 0,-1 1-1 0 0,-8-23 1 0 0,11 35-436 0 0,0 1 0 0 0,0-1 0 0 0,0 0-1 0 0,0 1 1 0 0,0-1 0 0 0,0 1 0 0 0,-1-1-1 0 0,1 0 1 0 0,0 1 0 0 0,0-1 0 0 0,-1 1-1 0 0,1-1 1 0 0,0 1 0 0 0,-1-1 0 0 0,1 1-1 0 0,0-1 1 0 0,-1 1 0 0 0,1-1 0 0 0,-1 1-1 0 0,1 0 1 0 0,-1-1 0 0 0,1 1 0 0 0,-1 0-1 0 0,1-1 1 0 0,-1 1 0 0 0,1 0 0 0 0,-1-1-1 0 0,1 1 1 0 0,-1 0 0 0 0,0 0-1 0 0,1 0 1 0 0,-1 0 0 0 0,1 0 0 0 0,-1 0-1 0 0,0 0 1 0 0,1 0 0 0 0,-1 0 0 0 0,0 0-1 0 0,1 0 1 0 0,-1 0 0 0 0,1 0 0 0 0,-1 0-1 0 0,0 0 1 0 0,1 1 0 0 0,-1-1 0 0 0,1 0-1 0 0,-1 0 1 0 0,1 1 0 0 0,-1-1 0 0 0,1 0-1 0 0,-1 1 1 0 0,1-1 0 0 0,-1 1 0 0 0,1-1-1 0 0,-1 1 1 0 0,1-1 0 0 0,0 0 0 0 0,-1 1-1 0 0,1 0 1 0 0,-1 0 0 0 0</inkml:trace>
</inkml:ink>
</file>

<file path=ppt/ink/ink3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5:44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1 484 0 0,'2'0'153'0'0,"1"-1"1"0"0,-1 1-1 0 0,0 0 0 0 0,1 0 1 0 0,-1 1-1 0 0,0-1 0 0 0,1 1 1 0 0,-1-1-1 0 0,0 1 0 0 0,0-1 1 0 0,1 1-1 0 0,-1 0 0 0 0,0 0 1 0 0,0 0-1 0 0,0 1 0 0 0,0-1 1 0 0,0 0-1 0 0,0 1 0 0 0,-1-1 1 0 0,1 1-1 0 0,0 0 0 0 0,-1-1 1 0 0,1 1-1 0 0,-1 0 0 0 0,0 0 1 0 0,1 0-1 0 0,-1 0 0 0 0,0 0 1 0 0,0 0-1 0 0,0 0 0 0 0,-1 1 1 0 0,1-1-1 0 0,0 0 0 0 0,0 4 1 0 0,-1 2-20 0 0,0-1 0 0 0,0 1 0 0 0,0-1 0 0 0,-1 0 1 0 0,0 1-1 0 0,-1-1 0 0 0,0 0 0 0 0,0 0 0 0 0,0 0 1 0 0,-4 7-1 0 0,-2 9 245 0 0,-11 18 3715 0 0,44-41-3345 0 0,82-30-1008 0 0,-31 13-4191 0 0,-54 12 1710 0 0,-2 1-128 0 0</inkml:trace>
</inkml:ink>
</file>

<file path=ppt/ink/ink3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5:45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64 0 0,'7'-1'1406'0'0,"1"0"-1"0"0,-1-1 1 0 0,0 0 0 0 0,0 0 0 0 0,0 0-1 0 0,10-5 1 0 0,29-9 1222 0 0,-44 16-2413 0 0,3-2 800 0 0,-1 2-2165 0 0</inkml:trace>
</inkml:ink>
</file>

<file path=ppt/ink/ink3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5:45.4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 1136 0 0,'42'-43'9560'0'0,"-41"42"-8998"0"0,4-4-556 0 0,1 5-4279 0 0,10 7 1626 0 0,-12-5 203 0 0</inkml:trace>
</inkml:ink>
</file>

<file path=ppt/ink/ink3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5:45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50 200 0 0,'9'-5'724'0'0,"2"1"552"0"0,5-3-748 0 0,-6 4-72 0 0,-2-1-76 0 0,-1-1 64 0 0,11 0-412 0 0,-10 2-76 0 0,0-1-100 0 0,13 2-236 0 0,-1 2-124 0 0,-10-1 8 0 0,11 1-1328 0 0</inkml:trace>
  <inkml:trace contextRef="#ctx0" brushRef="#br0" timeOffset="1">293 19 108 0 0,'0'0'515'0'0,"51"-10"6421"0"0,-49 9-5474 0 0,14-7 1738 0 0</inkml:trace>
</inkml:ink>
</file>

<file path=ppt/ink/ink3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5:47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30 304 0 0,'0'0'1804'0'0,"-1"-9"-432"0"0,-5 11 2745 0 0,-11 12-3775 0 0,1 1 0 0 0,0 1 0 0 0,2 0 0 0 0,-1 1 0 0 0,-12 20 0 0 0,20-26-198 0 0,1-1-1 0 0,-1 1 1 0 0,2 0-1 0 0,0 1 1 0 0,0-1 0 0 0,1 1-1 0 0,0 0 1 0 0,1 0-1 0 0,0 1 1 0 0,-1 23-1 0 0,4-35-128 0 0,0 0 0 0 0,0 0 0 0 0,0 0-1 0 0,0 0 1 0 0,0 0 0 0 0,0 0 0 0 0,0 0-1 0 0,0 0 1 0 0,1 0 0 0 0,-1 0-1 0 0,0 0 1 0 0,1 0 0 0 0,-1 0 0 0 0,1 0-1 0 0,-1 0 1 0 0,1 0 0 0 0,0-1 0 0 0,-1 1-1 0 0,1 0 1 0 0,0 0 0 0 0,-1 0 0 0 0,1-1-1 0 0,0 1 1 0 0,0-1 0 0 0,1 2 0 0 0,0-1-1 0 0,0-1 1 0 0,0 1 0 0 0,1-1 0 0 0,-1 0 0 0 0,0 1 0 0 0,0-1-1 0 0,0 0 1 0 0,1 0 0 0 0,-1 0 0 0 0,0 0 0 0 0,4-2 0 0 0,8-1 1 0 0,0-2 0 0 0,-1 0-1 0 0,16-7 1 0 0,-17 6 1 0 0,49-24-66 0 0,-51 24-1 0 0,-1 1 1 0 0,1 0 0 0 0,0 0 0 0 0,0 1-1 0 0,1 0 1 0 0,-1 0 0 0 0,1 1 0 0 0,0 1 0 0 0,0 0-1 0 0,0 1 1 0 0,0-1 0 0 0,0 2 0 0 0,0 0 0 0 0,20 2-1 0 0,-5 4-75 0 0,-12-3 151 0 0,1 0 0 0 0,0-1-1 0 0,-1 0 1 0 0,1-1 0 0 0,19-1-1 0 0,-30-1 51 0 0,-1 1 0 0 0,1-1-1 0 0,-1 1 1 0 0,1-1 0 0 0,-1-1-1 0 0,1 1 1 0 0,-1 0 0 0 0,0-1-1 0 0,0 0 1 0 0,1 1 0 0 0,-1-1-1 0 0,0 0 1 0 0,-1-1 0 0 0,1 1-1 0 0,0 0 1 0 0,-1-1 0 0 0,1 0-1 0 0,-1 0 1 0 0,0 1 0 0 0,0-1-1 0 0,0 0 1 0 0,0-1 0 0 0,0 1-1 0 0,-1 0 1 0 0,0 0 0 0 0,1-1-1 0 0,0-3 1 0 0,0-3 165 0 0,0 0 0 0 0,-1 0 0 0 0,0 0 0 0 0,0 0 0 0 0,-1 0 0 0 0,0 0-1 0 0,-1 0 1 0 0,-3-15 0 0 0,-1-34-1894 0 0,4 61 1548 0 0,1 0 1 0 0,-1-1-1 0 0,0 1 1 0 0,0 0-1 0 0,-1-1 1 0 0,1 1-1 0 0,0 0 1 0 0,0-1-1 0 0,-1 0 1 0 0,1 1-1 0 0,-3 1 1 0 0,1-1-131 0 0,1 1-238 0 0,1 0-1 0 0,0 0 1 0 0,0 0 0 0 0,-1 1 0 0 0,2-1 0 0 0,-1 0 0 0 0,0 0 0 0 0,1 0-1 0 0,-1 1 1 0 0,1-1 0 0 0,0 0 0 0 0,0 1 0 0 0,0-1 0 0 0,1 5-1 0 0,2 7-2428 0 0</inkml:trace>
</inkml:ink>
</file>

<file path=ppt/ink/ink3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5:48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357 0 836 0 0,'0'0'765'0'0,"-6"35"2272"0"0,1-1-2140 0 0,2 2-229 0 0,-3-1 0 0 0,0 0 0 0 0,-14 39 0 0 0,16-63-471 0 0,-1 1 0 0 0,0-1 1 0 0,0-1-1 0 0,-1 1 0 0 0,-1-1 0 0 0,1 0 1 0 0,-2-1-1 0 0,1 1 0 0 0,-1-1 0 0 0,-1-1 1 0 0,0 0-1 0 0,0 0 0 0 0,-16 10 0 0 0,18-13 38 0 0,-1-1-1 0 0,1 0 1 0 0,-1 0 0 0 0,0-1-1 0 0,0 0 1 0 0,-1 0-1 0 0,1-1 1 0 0,0 0-1 0 0,-13 1 1 0 0,17-3-137 0 0,0 0 1 0 0,-1 0-1 0 0,1 0 0 0 0,0-1 1 0 0,0 1-1 0 0,0-1 1 0 0,-1 0-1 0 0,1 0 0 0 0,0-1 1 0 0,0 1-1 0 0,0-1 1 0 0,1 0-1 0 0,-1 0 1 0 0,0 0-1 0 0,1 0 0 0 0,-1-1 1 0 0,1 1-1 0 0,0-1 1 0 0,0 0-1 0 0,0 0 0 0 0,-3-4 1 0 0,3 3-195 0 0,1 0 1 0 0,0 0 0 0 0,-1 0 0 0 0,2 0-1 0 0,-1 0 1 0 0,0-1 0 0 0,1 1 0 0 0,0-1-1 0 0,0 1 1 0 0,0-1 0 0 0,1 1 0 0 0,0-1-1 0 0,0-8 1 0 0,7-34-8103 0 0</inkml:trace>
</inkml:ink>
</file>

<file path=ppt/ink/ink3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5:48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0 136 9493 0 0,'8'-126'5512'0'0,"-8"124"-5504"0"0,0 1-736 0 0,1-5 929 0 0,6 11-4779 0 0,0 6 3594 0 0,1 2-2634 0 0,-4-6 632 0 0</inkml:trace>
</inkml:ink>
</file>

<file path=ppt/ink/ink3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5:49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1 604 0 0,'0'0'9418'0'0,"41"3"-15486"0"0,-30-1 3842 0 0</inkml:trace>
</inkml:ink>
</file>

<file path=ppt/ink/ink3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5:49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32 0 0,'17'-14'7313'0'0,"-9"11"-8351"0"0,9 6-2088 0 0,-7 0 1333 0 0</inkml:trace>
  <inkml:trace contextRef="#ctx0" brushRef="#br0" timeOffset="1">511 42 364 0 0,'3'-2'841'0'0,"14"-10"6929"0"0,-11 12-10275 0 0,-5 13 55 0 0,-1-10 186 0 0</inkml:trace>
</inkml:ink>
</file>

<file path=ppt/ink/ink3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5:49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12 296 0 0,'0'0'11103'0'0,"-3"6"-10859"0"0,-39 123 1247 0 0,41-126-1454 0 0,1 1 0 0 0,-1 0-1 0 0,1 0 1 0 0,0-1 0 0 0,1 1 0 0 0,-1 0 0 0 0,0 0-1 0 0,1-1 1 0 0,0 1 0 0 0,0 0 0 0 0,0-1 0 0 0,0 1-1 0 0,1-1 1 0 0,0 0 0 0 0,-1 1 0 0 0,1-1 0 0 0,0 0 0 0 0,1 0-1 0 0,-1 0 1 0 0,0 0 0 0 0,1 0 0 0 0,3 3 0 0 0,-2-5-25 0 0,-1 0 0 0 0,1 0 1 0 0,0-1-1 0 0,-1 1 1 0 0,1-1-1 0 0,0 1 1 0 0,0-1-1 0 0,-1 0 0 0 0,1-1 1 0 0,0 1-1 0 0,0-1 1 0 0,6-1-1 0 0,47-17-16 0 0,-43 14-11 0 0,59-27-124 0 0,-51 21-67 0 0,2 1-1 0 0,45-12 1 0 0,-68 21 90 0 0,1 1 82 0 0,1 1-1 0 0,-1-1 1 0 0,0 1 0 0 0,0-1-1 0 0,0 1 1 0 0,0-1-1 0 0,0 1 1 0 0,0 0 0 0 0,0 0-1 0 0,0 0 1 0 0,2 2 0 0 0,27 40-523 0 0,6 7 46 0 0,-34-48 508 0 0,0 1-1 0 0,-1-1 1 0 0,1 1-1 0 0,0-1 1 0 0,1 0-1 0 0,-1 0 1 0 0,0-1-1 0 0,1 1 0 0 0,-1-1 1 0 0,1 1-1 0 0,-1-1 1 0 0,1 0-1 0 0,-1 0 1 0 0,5 0-1 0 0,-4-1 87 0 0,0 0 0 0 0,0-1 0 0 0,0 1 0 0 0,0-1 0 0 0,0 0 0 0 0,0 0 0 0 0,0 0 0 0 0,0-1 0 0 0,0 1 0 0 0,-1-1 0 0 0,1 0 0 0 0,0 0 0 0 0,-1 0 0 0 0,0-1 0 0 0,1 1 0 0 0,-1-1 0 0 0,0 0 0 0 0,-1 0 0 0 0,1 0 0 0 0,0 0 0 0 0,-1 0 0 0 0,5-7 0 0 0,-1-1 234 0 0,1 0 0 0 0,-1 0 0 0 0,-1-1 0 0 0,0 0 0 0 0,5-22 0 0 0,21-83 1297 0 0,-30 115-1905 0 0,-6 4-3381 0 0,2-1 3424 0 0,1 1 0 0 0,-1-1 0 0 0,1 0 0 0 0,0 1 0 0 0,0-1 0 0 0,0 1 0 0 0,0 0 0 0 0,0 0 0 0 0,0 0 0 0 0,-2 3 0 0 0,-6 7-4448 0 0,6-2 1462 0 0</inkml:trace>
</inkml:ink>
</file>

<file path=ppt/ink/ink3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5:50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60 0 0,'45'-26'7151'0'0,"-43"25"-7039"0"0,0 1-1 0 0,0 0 0 0 0,-1-1 0 0 0,1 1 1 0 0,0 0-1 0 0,0 0 0 0 0,0 0 0 0 0,-1 0 1 0 0,1 0-1 0 0,0 1 0 0 0,0-1 0 0 0,0 0 1 0 0,-1 1-1 0 0,1-1 0 0 0,0 1 0 0 0,-1 0 1 0 0,1 0-1 0 0,0-1 0 0 0,-1 1 0 0 0,1 0 1 0 0,-1 0-1 0 0,2 2 0 0 0,0 0 5 0 0,-1 0-1 0 0,0 0 1 0 0,0 0 0 0 0,0 0-1 0 0,0 0 1 0 0,0 0 0 0 0,-1 0-1 0 0,1 1 1 0 0,-1-1 0 0 0,2 7-1 0 0,-2-2-14 0 0,1 0 1 0 0,-1-1-1 0 0,0 1 0 0 0,-1 0 0 0 0,0 0 0 0 0,0 0 0 0 0,-1 0 1 0 0,0 0-1 0 0,0-1 0 0 0,-4 11 0 0 0,5-15-102 0 0,-11 29 545 0 0,16-29-227 0 0,9-12-278 0 0,9-9-39 0 0,1 1-1 0 0,1 1 1 0 0,0 1 0 0 0,0 1-1 0 0,42-15 1 0 0,-65 28-3 0 0,0 0 1 0 0,0 1 0 0 0,1-1-1 0 0,-1 1 1 0 0,0 0 0 0 0,0 0-1 0 0,0 0 1 0 0,0 0 0 0 0,0 0-1 0 0,0 0 1 0 0,0 0 0 0 0,0 1-1 0 0,0-1 1 0 0,0 1-1 0 0,0 0 1 0 0,0-1 0 0 0,0 1-1 0 0,0 0 1 0 0,0 0 0 0 0,-1 0-1 0 0,1 0 1 0 0,0 1 0 0 0,-1-1-1 0 0,1 0 1 0 0,0 1-1 0 0,-1-1 1 0 0,0 1 0 0 0,1-1-1 0 0,-1 1 1 0 0,0 0 0 0 0,0 0-1 0 0,1 2 1 0 0,1 1-36 0 0,-1 0 0 0 0,0 0 1 0 0,0 1-1 0 0,0-1 0 0 0,-1 0 1 0 0,0 1-1 0 0,0 0 0 0 0,0-1 0 0 0,-1 1 1 0 0,0 0-1 0 0,0-1 0 0 0,0 1 1 0 0,-2 6-1 0 0,2-9-351 0 0,-2 0-176 0 0,1 1 38 0 0,-3 7 224 0 0,-5-1-5004 0 0,-5 1 2292 0 0</inkml:trace>
</inkml:ink>
</file>

<file path=ppt/ink/ink3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6:05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17 507 28 0 0,'-1'2'358'0'0,"-1"-1"0"0"0,1 1 0 0 0,-1 0 0 0 0,1-1 0 0 0,-1 1 0 0 0,1 0 0 0 0,0 0 0 0 0,0 0 0 0 0,0 0 0 0 0,0 0 0 0 0,0 2-1 0 0,1-3-289 0 0,-1-1 0 0 0,1 1-1 0 0,0-1 1 0 0,0 1-1 0 0,0-1 1 0 0,0 1 0 0 0,0-1-1 0 0,0 1 1 0 0,0-1-1 0 0,0 1 1 0 0,0-1 0 0 0,0 1-1 0 0,0-1 1 0 0,0 1-1 0 0,1-1 1 0 0,-1 1 0 0 0,0-1-1 0 0,0 1 1 0 0,0-1-1 0 0,1 0 1 0 0,-1 1-1 0 0,0-1 1 0 0,1 1 0 0 0,-1-1-1 0 0,0 1 1 0 0,1-1-1 0 0,-1 0 1 0 0,0 1 0 0 0,1-1-1 0 0,-1 0 1 0 0,1 0-1 0 0,-1 1 1 0 0,1-1 0 0 0,-1 0-1 0 0,1 0 1 0 0,-1 0-1 0 0,1 1 1 0 0,-1-1-1 0 0,1 0 1 0 0,0 0 0 0 0,1 1 239 0 0,34-16 474 0 0,-20 7-605 0 0,0-1-1 0 0,0-1 0 0 0,-1 0 0 0 0,-1-1 0 0 0,0-1 0 0 0,0 0 0 0 0,-1-1 0 0 0,-1 0 1 0 0,17-23-1 0 0,-11 11 3 0 0,-1 0 0 0 0,-2-2 1 0 0,0 0-1 0 0,20-52 0 0 0,-28 55-50 0 0,0 1 0 0 0,-2-1-1 0 0,3-26 1 0 0,-7 45-119 0 0,-1 0 0 0 0,1 0-1 0 0,-1 0 1 0 0,0 0 0 0 0,-1 0 0 0 0,1 0-1 0 0,-1 0 1 0 0,0 0 0 0 0,0 0 0 0 0,-1 0 0 0 0,-2-7-1 0 0,3 11-47 0 0,-26-6-328 0 0,21 10 338 0 0,0 1 0 0 0,0 0 1 0 0,0 0-1 0 0,0 0 0 0 0,1 1 0 0 0,0 0 1 0 0,0 0-1 0 0,0 0 0 0 0,0 1 0 0 0,1-1 1 0 0,0 1-1 0 0,0 0 0 0 0,1 0 1 0 0,-1 1-1 0 0,1-1 0 0 0,1 1 0 0 0,-1 0 1 0 0,1 0-1 0 0,0-1 0 0 0,1 1 1 0 0,0 0-1 0 0,0 1 0 0 0,0-1 0 0 0,1 0 1 0 0,0 0-1 0 0,0 0 0 0 0,2 10 1 0 0,0-4 22 0 0,0 1 1 0 0,0-1 0 0 0,2 0 0 0 0,-1-1 0 0 0,1 1 0 0 0,1-1-1 0 0,1 0 1 0 0,-1 0 0 0 0,2 0 0 0 0,0-1 0 0 0,0 1 0 0 0,1-2 0 0 0,0 1-1 0 0,14 12 1 0 0,-5-10-15 0 0,0 0-1 0 0,0-2 0 0 0,1 0 1 0 0,0-1-1 0 0,1-1 1 0 0,0 0-1 0 0,1-2 0 0 0,0 0 1 0 0,0-2-1 0 0,0 0 0 0 0,1-1 1 0 0,38 3-1 0 0,-41-6 9 0 0,-1-1 0 0 0,0 0 0 0 0,0-1 0 0 0,0-1 0 0 0,0 0 0 0 0,0-1 0 0 0,0-1 0 0 0,0-1-1 0 0,-1-1 1 0 0,0 0 0 0 0,0-1 0 0 0,-1 0 0 0 0,1-1 0 0 0,-2-1 0 0 0,1-1 0 0 0,13-11 0 0 0,-24 18 25 0 0,1-1-1 0 0,-1-1 1 0 0,0 1 0 0 0,0 0-1 0 0,0-1 1 0 0,-1 0 0 0 0,0 0-1 0 0,1 0 1 0 0,-2 0 0 0 0,1-1 0 0 0,-1 1-1 0 0,0-1 1 0 0,0 1 0 0 0,0-1-1 0 0,-1 0 1 0 0,0 0 0 0 0,0 0-1 0 0,0 0 1 0 0,-1 0 0 0 0,0 0-1 0 0,0 0 1 0 0,0 0 0 0 0,-1 0 0 0 0,0 1-1 0 0,0-1 1 0 0,-4-11 0 0 0,5 17-16 0 0,-1-1 0 0 0,1 0 0 0 0,-1 0 0 0 0,0 0 0 0 0,1 1 0 0 0,-1-1 0 0 0,1 0 0 0 0,-1 1 0 0 0,0-1 1 0 0,0 1-1 0 0,1-1 0 0 0,-1 1 0 0 0,0-1 0 0 0,0 1 0 0 0,0-1 0 0 0,0 1 0 0 0,1 0 0 0 0,-1-1 0 0 0,0 1 1 0 0,0 0-1 0 0,0 0 0 0 0,0 0 0 0 0,0 0 0 0 0,0 0 0 0 0,0 0 0 0 0,0 0 0 0 0,0 0 0 0 0,0 0 0 0 0,0 0 0 0 0,1 0 1 0 0,-1 1-1 0 0,0-1 0 0 0,0 0 0 0 0,0 1 0 0 0,0-1 0 0 0,0 1 0 0 0,1-1 0 0 0,-1 1 0 0 0,0-1 0 0 0,-1 2 1 0 0,1-1-2 0 0,-1 0 1 0 0,1 0 0 0 0,0 0 0 0 0,-1 0 0 0 0,1 0 0 0 0,0 0 0 0 0,0 0-1 0 0,0 1 1 0 0,0-1 0 0 0,0 1 0 0 0,0-1 0 0 0,0 1 0 0 0,0-1-1 0 0,1 1 1 0 0,-1-1 0 0 0,1 1 0 0 0,-1-1 0 0 0,1 1 0 0 0,0 0 0 0 0,-1-1-1 0 0,1 1 1 0 0,0 0 0 0 0,0-1 0 0 0,0 1 0 0 0,0 0 0 0 0,1 2 0 0 0,1 2 2 0 0,-1-1 0 0 0,2 1 0 0 0,-1-1 0 0 0,1 0 0 0 0,-1 1 1 0 0,2-2-1 0 0,-1 1 0 0 0,0 0 0 0 0,1 0 0 0 0,0-1 1 0 0,0 0-1 0 0,0 0 0 0 0,1 0 0 0 0,5 4 0 0 0,-1-2 0 0 0,1 0-1 0 0,0-1 1 0 0,1 0-1 0 0,-1-1 1 0 0,1 1 0 0 0,22 4-1 0 0,-13-5-1 0 0,0-1 1 0 0,0-1-1 0 0,0-1 0 0 0,0 0 0 0 0,0-2 1 0 0,0 0-1 0 0,0-1 0 0 0,23-6 0 0 0,-29 5 2 0 0,0-2 1 0 0,-1 0-1 0 0,0 0 0 0 0,0-1 0 0 0,0-1 0 0 0,-1 0 1 0 0,0-1-1 0 0,0 0 0 0 0,-1 0 0 0 0,0-2 0 0 0,-1 1 1 0 0,0-1-1 0 0,0-1 0 0 0,-1 0 0 0 0,10-15 0 0 0,-9 10 16 0 0,-1 0 0 0 0,-1-1-1 0 0,-1 0 1 0 0,0-1 0 0 0,-1 1-1 0 0,-1-1 1 0 0,-1 0 0 0 0,-1-1 0 0 0,0 1-1 0 0,-1 0 1 0 0,-1-24 0 0 0,-3 11 39 0 0,-3 53-57 0 0,-7 68-42 0 0,11-83 46 0 0,-39 505 497 0 0,34-236-239 0 0,7-228 707 0 0,-1-45 605 0 0,-1-9-1385 0 0,-1-28-89 0 0,1 0-1 0 0,2 0 0 0 0,1 0 1 0 0,1 0-1 0 0,3 0 1 0 0,0 1-1 0 0,2 0 0 0 0,13-33 1 0 0,-13 44-131 0 0,1 1 1 0 0,1 0 0 0 0,1 0-1 0 0,1 1 1 0 0,1 0 0 0 0,28-34-1 0 0,-33 45 9 0 0,1 0-1 0 0,0 1 0 0 0,0 0 1 0 0,0 0-1 0 0,1 1 1 0 0,0 0-1 0 0,1 1 0 0 0,-1 0 1 0 0,1 0-1 0 0,0 1 1 0 0,1 1-1 0 0,-1 0 0 0 0,1 1 1 0 0,23-5-1 0 0,-32 8 16 0 0,1-1-1 0 0,0 1 1 0 0,0 0 0 0 0,-1 0-1 0 0,1 0 1 0 0,0 1-1 0 0,-1-1 1 0 0,1 1 0 0 0,0 0-1 0 0,-1 0 1 0 0,1 0-1 0 0,-1 0 1 0 0,1 1 0 0 0,-1-1-1 0 0,0 1 1 0 0,0 0-1 0 0,0 0 1 0 0,0 0-1 0 0,0 0 1 0 0,0 1 0 0 0,0-1-1 0 0,-1 1 1 0 0,1 0-1 0 0,-1 0 1 0 0,1-1 0 0 0,-1 2-1 0 0,0-1 1 0 0,2 6-1 0 0,-3-6 7 0 0,0 0 1 0 0,-1 1-1 0 0,1-1 0 0 0,-1 0 0 0 0,0 0 0 0 0,0 1 0 0 0,0-1 0 0 0,0 0 0 0 0,-1 0 0 0 0,1 1 0 0 0,-1-1 1 0 0,0 0-1 0 0,0 0 0 0 0,0 0 0 0 0,0 0 0 0 0,0 0 0 0 0,-1 0 0 0 0,0 0 0 0 0,1 0 0 0 0,-1-1 0 0 0,0 1 0 0 0,0-1 1 0 0,-1 1-1 0 0,1-1 0 0 0,0 0 0 0 0,-1 0 0 0 0,1 0 0 0 0,-1 0 0 0 0,0 0 0 0 0,0 0 0 0 0,0-1 0 0 0,-5 3 1 0 0,-9 3-122 0 0,-1 0 1 0 0,1-2 0 0 0,-1 1-1 0 0,0-2 1 0 0,-1-1 0 0 0,1 0 0 0 0,-1-1-1 0 0,1-1 1 0 0,-34-3 0 0 0,35-1-1549 0 0,7 0-3093 0 0</inkml:trace>
</inkml:ink>
</file>

<file path=ppt/ink/ink3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6:10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1 254 304 0 0,'0'0'8184'0'0,"3"-4"-7873"0"0,15-22 157 0 0,0 0 1 0 0,-2-2 0 0 0,-1 0-1 0 0,13-36 1 0 0,-14 8-121 0 0,-13 55-330 0 0,0-11 29 0 0,-1 12-72 0 0,0-1-1 0 0,0 1 1 0 0,0 0-1 0 0,0 0 1 0 0,-1-1 0 0 0,1 1-1 0 0,0 0 1 0 0,0 0-1 0 0,0-1 1 0 0,0 1-1 0 0,0 0 1 0 0,1 0 0 0 0,-1-1-1 0 0,0 1 1 0 0,0 0-1 0 0,0 0 1 0 0,0-1-1 0 0,0 1 1 0 0,0 0 0 0 0,0 0-1 0 0,0 0 1 0 0,0-1-1 0 0,1 1 1 0 0,-1 0-1 0 0,0 0 1 0 0,0 0 0 0 0,0-1-1 0 0,0 1 1 0 0,1 0-1 0 0,-1 0 1 0 0,0 0 0 0 0,0 0-1 0 0,1 0 1 0 0,-1-1-1 0 0,0 1 1 0 0,0 0-1 0 0,0 0 1 0 0,1 0 0 0 0,-1 0-1 0 0,0 0 1 0 0,0 0-1 0 0,1 0 1 0 0,-1 0-1 0 0,0 0 1 0 0,1 0 0 0 0,12 11-19 0 0,-10-9 4 0 0,16 20-350 0 0,-11 6 210 0 0,-8-26 172 0 0,10 17-18 0 0,-7-11 22 0 0,-3-2 1 0 0,0-1 0 0 0,0 0 0 0 0,0 1 0 0 0,0-1 0 0 0,-1 0 1 0 0,0 1-1 0 0,0-1 0 0 0,-1 0 0 0 0,1 0 0 0 0,-1 0 0 0 0,-4 8 1 0 0,2-2-1 0 0,1-4 0 0 0,0 0 0 0 0,1 0 0 0 0,0 0 0 0 0,1 0 0 0 0,-1 1 0 0 0,1-1 0 0 0,1 0 0 0 0,0 10 0 0 0,0-15-1 0 0,0 0 6 0 0,0-1-1 0 0,0 1 1 0 0,1-1-1 0 0,-1 1 1 0 0,1-1-1 0 0,-1 1 1 0 0,1-1-1 0 0,0 1 1 0 0,-1-1 0 0 0,1 0-1 0 0,0 1 1 0 0,0-1-1 0 0,0 0 1 0 0,0 0-1 0 0,0 1 1 0 0,0-1-1 0 0,0 0 1 0 0,1 0-1 0 0,-1 0 1 0 0,0-1-1 0 0,1 1 1 0 0,-1 0-1 0 0,0 0 1 0 0,1-1 0 0 0,-1 1-1 0 0,1-1 1 0 0,-1 1-1 0 0,1-1 1 0 0,-1 1-1 0 0,1-1 1 0 0,-1 0-1 0 0,3 0 1 0 0,0 1 4 0 0,1-1-1 0 0,-1 1 1 0 0,0-1 0 0 0,1 0-1 0 0,-1-1 1 0 0,1 1 0 0 0,-1-1-1 0 0,0 0 1 0 0,8-2 0 0 0,0-2 1 0 0,0-2 0 0 0,0 1 1 0 0,0-1-1 0 0,-1-1 1 0 0,0 0-1 0 0,0-1 1 0 0,-1 0-1 0 0,0 0 1 0 0,0-1-1 0 0,-1-1 0 0 0,8-12 1 0 0,24-45 283 0 0,-40 67-261 0 0,2-11 98 0 0,-1 6-108 0 0,-1 9-130 0 0,-2 2 99 0 0,0-4 10 0 0,1 1-1 0 0,-1 0 1 0 0,1-1 0 0 0,0 1 0 0 0,0 0 0 0 0,0-1 0 0 0,0 1-1 0 0,0 0 1 0 0,0 0 0 0 0,0-1 0 0 0,1 1 0 0 0,0 3 0 0 0,0-3 2 0 0,0 1 1 0 0,1 0-1 0 0,-1 0 1 0 0,1-1 0 0 0,0 1-1 0 0,0-1 1 0 0,0 1 0 0 0,0-1-1 0 0,0 0 1 0 0,0 0-1 0 0,1 0 1 0 0,-1 0 0 0 0,1 0-1 0 0,0 0 1 0 0,-1-1-1 0 0,1 1 1 0 0,0-1 0 0 0,0 0-1 0 0,0 0 1 0 0,0 0-1 0 0,0 0 1 0 0,0 0 0 0 0,0-1-1 0 0,5 1 1 0 0,4 0 6 0 0,0 0 1 0 0,0-1-1 0 0,0-1 1 0 0,18-2-1 0 0,171-21-13 0 0,-200 24-1 0 0,0-1 0 0 0,1 1 0 0 0,-1 0 0 0 0,0-1 0 0 0,0 1 0 0 0,0 0 0 0 0,0 0 0 0 0,1 0 0 0 0,-1 0 0 0 0,0 0 0 0 0,0 0 0 0 0,0 0 0 0 0,0 0 0 0 0,1 0 0 0 0,-1 0 0 0 0,0 1 0 0 0,0-1 0 0 0,0 1 0 0 0,0-1 0 0 0,0 0 0 0 0,0 1 0 0 0,0 0 0 0 0,0-1 0 0 0,0 1 0 0 0,0 0-1 0 0,0-1 1 0 0,1 3 0 0 0,-2-2 2 0 0,1 0 0 0 0,-1 0-1 0 0,0 0 1 0 0,0 0-1 0 0,0 0 1 0 0,0 0 0 0 0,0 0-1 0 0,0 0 1 0 0,0 0-1 0 0,-1 0 1 0 0,1 0-1 0 0,0 0 1 0 0,-1 0 0 0 0,1 0-1 0 0,0 0 1 0 0,-1 0-1 0 0,1 0 1 0 0,-1 0 0 0 0,1-1-1 0 0,-1 1 1 0 0,0 0-1 0 0,-1 1 1 0 0,-3 3 5 0 0,0 0 0 0 0,0 0 0 0 0,0-1 0 0 0,-1 1 0 0 0,0-1 0 0 0,0-1 0 0 0,0 1 0 0 0,0-1 0 0 0,-10 3 1 0 0,-46 28 6 0 0,61-33-7 0 0,7-2-101 0 0,2 0 97 0 0,22-3-211 0 0,55-14 0 0 0,43-18-628 0 0,-126 36 797 0 0,13-7-198 0 0</inkml:trace>
</inkml:ink>
</file>

<file path=ppt/ink/ink3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6:12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1 458 232 0 0,'0'0'2122'0'0,"6"-1"-1808"0"0,6-1-239 0 0,6-1 374 0 0,-1 0 1 0 0,0-1 0 0 0,0-1-1 0 0,-1 0 1 0 0,1-2 0 0 0,24-12 0 0 0,-38 17-385 0 0,-1 0 1 0 0,1 0-1 0 0,-1 0 1 0 0,1 0 0 0 0,-1 0-1 0 0,0-1 1 0 0,0 1 0 0 0,0-1-1 0 0,0 1 1 0 0,-1-1 0 0 0,1 0-1 0 0,-1 0 1 0 0,1 0 0 0 0,1-5-1 0 0,-3 7 87 0 0,-12-18 68 0 0,13 23-219 0 0,1 0-1 0 0,0-1 1 0 0,0 1 0 0 0,1-1 0 0 0,-1 1 0 0 0,1-1 0 0 0,0 0 0 0 0,0 0 0 0 0,0 0-1 0 0,0 0 1 0 0,0-1 0 0 0,0 1 0 0 0,1-1 0 0 0,-1 0 0 0 0,1 0 0 0 0,0 0 0 0 0,0 0 0 0 0,0-1-1 0 0,0 1 1 0 0,0-1 0 0 0,0 0 0 0 0,0-1 0 0 0,0 1 0 0 0,6 0 0 0 0,4-2 4 0 0,1-1 1 0 0,-1 0-1 0 0,-1-1 1 0 0,1 0 0 0 0,0-1-1 0 0,-1-1 1 0 0,0 0-1 0 0,20-11 1 0 0,-16 8-5 0 0,0 1 0 0 0,0 0 0 0 0,1 1 1 0 0,33-6-1 0 0,-6 8 45 0 0,-26 3-51 0 0,-1 0 0 0 0,1-2 1 0 0,-1 0-1 0 0,0-1 0 0 0,24-8 1 0 0,-36 9 14 0 0,-1 1 1 0 0,0-1 0 0 0,0 0-1 0 0,0 0 1 0 0,0-1 0 0 0,-1 0-1 0 0,1 1 1 0 0,-1-1 0 0 0,0-1 0 0 0,0 1-1 0 0,-1-1 1 0 0,1 1 0 0 0,-1-1-1 0 0,0 0 1 0 0,0 0 0 0 0,-1 0 0 0 0,1-1-1 0 0,-1 1 1 0 0,0-1 0 0 0,-1 1-1 0 0,2-12 1 0 0,-1 7 68 0 0,0-1 0 0 0,-2 0 0 0 0,1 0-1 0 0,-1 1 1 0 0,-1-1 0 0 0,0 0 0 0 0,0 0 0 0 0,-1 1 0 0 0,-1-1-1 0 0,1 0 1 0 0,-2 1 0 0 0,0 0 0 0 0,0 0 0 0 0,0 0-1 0 0,-1 1 1 0 0,-9-13 0 0 0,13 20 40 0 0,2 9-92 0 0,4 15-4 0 0,2-1-1 0 0,0 0 0 0 0,2 0 1 0 0,0-1-1 0 0,1 0 0 0 0,1-1 1 0 0,1 0-1 0 0,17 21 0 0 0,41 72 38 0 0,-63-99-50 0 0,-1 0 0 0 0,0 1-1 0 0,-1 0 1 0 0,-1 0 0 0 0,0 0 0 0 0,3 27 0 0 0,-7-38-3 0 0,0 0 0 0 0,-1 0 0 0 0,1 0 0 0 0,-1 1 0 0 0,1-1 0 0 0,-1 0 0 0 0,0 0 0 0 0,0 0 0 0 0,0-1 1 0 0,-1 1-1 0 0,1 0 0 0 0,-1 0 0 0 0,0-1 0 0 0,1 1 0 0 0,-1-1 0 0 0,0 1 0 0 0,-1-1 0 0 0,1 0 1 0 0,0 0-1 0 0,-1 0 0 0 0,1 0 0 0 0,-1 0 0 0 0,1 0 0 0 0,-1-1 0 0 0,0 1 0 0 0,0-1 0 0 0,0 0 0 0 0,0 0 1 0 0,0 0-1 0 0,0 0 0 0 0,0 0 0 0 0,-4 0 0 0 0,-2 1-160 0 0,0-1 1 0 0,0 1-1 0 0,1-2 0 0 0,-1 1 0 0 0,0-1 1 0 0,0 0-1 0 0,0-1 0 0 0,0 0 1 0 0,0-1-1 0 0,-15-4 0 0 0,7-3-3767 0 0</inkml:trace>
</inkml:ink>
</file>

<file path=ppt/ink/ink3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6:13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43 604 0 0,'14'-7'936'0'0,"2"0"-100"0"0,3 1-76 0 0,-2-2-28 0 0,0 3-96 0 0,-1 2-220 0 0,-2-1-364 0 0,6 3-380 0 0,-7 1-448 0 0,-1-2-840 0 0</inkml:trace>
</inkml:ink>
</file>

<file path=ppt/ink/ink3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6:15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18 677 236 0 0,'-10'-24'2867'0'0,"7"15"-2521"0"0,2 0 0 0 0,-1 0 0 0 0,1 0 0 0 0,1 0 0 0 0,0 0 0 0 0,0 0 0 0 0,1 0 0 0 0,0 0 0 0 0,0 0 0 0 0,1 0 0 0 0,0 0 0 0 0,1 0 0 0 0,0 1 0 0 0,0-1 0 0 0,1 1 0 0 0,0 0 0 0 0,8-13 1 0 0,-4 11-253 0 0,0 0 1 0 0,1 1 0 0 0,0 0 0 0 0,0 0 0 0 0,1 1-1 0 0,0 0 1 0 0,1 1 0 0 0,0 0 0 0 0,0 1 0 0 0,0 0 0 0 0,1 0-1 0 0,16-4 1 0 0,-5 1-35 0 0,1 2 0 0 0,0 1-1 0 0,0 1 1 0 0,1 0 0 0 0,-1 2-1 0 0,1 1 1 0 0,0 1-1 0 0,0 2 1 0 0,-1 0 0 0 0,30 5-1 0 0,-51-5-57 0 0,1-1 0 0 0,-1 1 0 0 0,1 0-1 0 0,-1 0 1 0 0,0 1 0 0 0,1-1 0 0 0,-1 0 0 0 0,0 1-1 0 0,0 0 1 0 0,0 0 0 0 0,0 0 0 0 0,0 0-1 0 0,0 0 1 0 0,-1 1 0 0 0,1-1 0 0 0,-1 1-1 0 0,0 0 1 0 0,1 0 0 0 0,-1 0 0 0 0,-1 0 0 0 0,1 0-1 0 0,0 0 1 0 0,-1 0 0 0 0,1 0 0 0 0,-1 1-1 0 0,0-1 1 0 0,0 1 0 0 0,0-1 0 0 0,-1 1-1 0 0,1-1 1 0 0,-1 1 0 0 0,0-1 0 0 0,0 5 0 0 0,-1 1-4 0 0,0 1 1 0 0,-1-1 0 0 0,0-1 0 0 0,-1 1 0 0 0,1 0-1 0 0,-2 0 1 0 0,1-1 0 0 0,-1 0 0 0 0,-1 0 0 0 0,1 0 0 0 0,-10 12-1 0 0,1-4 7 0 0,0 0 0 0 0,-30 24 0 0 0,37-34 1 0 0,-1-1 1 0 0,0 0-1 0 0,0-1 1 0 0,0 1-1 0 0,-1-1 1 0 0,1-1 0 0 0,-1 0-1 0 0,0 0 1 0 0,-12 3-1 0 0,-6 6 12 0 0,95-29-300 0 0,109-15 0 0 0,-118 25 122 0 0,0-4 0 0 0,-1-2 0 0 0,84-29 0 0 0,-134 39 140 0 0,-1-1 0 0 0,0 1 1 0 0,0-2-1 0 0,0 1 0 0 0,0-1 1 0 0,-1 0-1 0 0,0 0 0 0 0,0-1 1 0 0,0 0-1 0 0,-1 0 0 0 0,1-1 1 0 0,-2 0-1 0 0,9-11 0 0 0,-14 17 18 0 0,0 0-1 0 0,1 0 0 0 0,-1 0 1 0 0,0 0-1 0 0,0 0 0 0 0,0 0 0 0 0,0 0 1 0 0,0 0-1 0 0,0-1 0 0 0,0 1 1 0 0,0 0-1 0 0,0 0 0 0 0,0 0 1 0 0,-1 0-1 0 0,1 0 0 0 0,0 0 1 0 0,-1 0-1 0 0,1 0 0 0 0,-1 0 1 0 0,1 0-1 0 0,-1 0 0 0 0,0 0 1 0 0,1 1-1 0 0,-1-1 0 0 0,0 0 1 0 0,1 0-1 0 0,-1 1 0 0 0,0-1 1 0 0,0 0-1 0 0,0 1 0 0 0,0-1 0 0 0,0 0 1 0 0,0 1-1 0 0,0 0 0 0 0,-1-1 1 0 0,-2-1-8 0 0,1 0-1 0 0,-1 0 1 0 0,1 0 0 0 0,-1 1 0 0 0,0-1 0 0 0,0 1 0 0 0,0 0-1 0 0,-4 0 1 0 0,3 1-3 0 0,0 0 0 0 0,-1 0 0 0 0,1 1 0 0 0,0 0 1 0 0,0 0-1 0 0,0 0 0 0 0,0 1 0 0 0,-5 2 0 0 0,8-3 10 0 0,0 0 0 0 0,0 0-1 0 0,0 0 1 0 0,0 0 0 0 0,1 1 0 0 0,-1-1 0 0 0,0 0 0 0 0,1 1 0 0 0,0 0 0 0 0,-1-1 0 0 0,1 1-1 0 0,0 0 1 0 0,0 0 0 0 0,0 0 0 0 0,0 0 0 0 0,0 0 0 0 0,0 0 0 0 0,0 0 0 0 0,1 0 0 0 0,-1 0-1 0 0,1 0 1 0 0,-1 0 0 0 0,1 0 0 0 0,0 0 0 0 0,0 4 0 0 0,0-2-6 0 0,0 0 0 0 0,1 0 0 0 0,0 0 0 0 0,0 0 0 0 0,0 0 0 0 0,0 0 0 0 0,0-1 0 0 0,1 1 0 0 0,0 0 0 0 0,-1-1 0 0 0,1 1 0 0 0,1-1 0 0 0,-1 1 0 0 0,0-1 0 0 0,1 0 0 0 0,0 0 0 0 0,0 0 0 0 0,0-1 0 0 0,0 1-1 0 0,0 0 1 0 0,0-1 0 0 0,1 0 0 0 0,-1 0 0 0 0,1 0 0 0 0,-1 0 0 0 0,8 1 0 0 0,-4 0-20 0 0,0-1-1 0 0,0 0 1 0 0,0-1-1 0 0,0 1 1 0 0,0-2-1 0 0,0 1 1 0 0,0-1-1 0 0,1 0 0 0 0,-1 0 1 0 0,0-1-1 0 0,0 0 1 0 0,0 0-1 0 0,0-1 1 0 0,12-4-1 0 0,-5-1 7 0 0,-1 0-1 0 0,0-1 0 0 0,0 0 1 0 0,20-18-1 0 0,15-10 233 0 0,-8 4 563 0 0,-38 31-660 0 0,14 36-28 0 0,-16-34-70 0 0,22 30 103 0 0,-7-28-155 0 0,0 0 0 0 0,0-1 0 0 0,0-1 0 0 0,0-1 0 0 0,1 0 0 0 0,-1-1 0 0 0,0 0 1 0 0,29-7-1 0 0,-20 4-83 0 0,-9 1 89 0 0,0 0 0 0 0,0 0-1 0 0,0-2 1 0 0,-1 0 0 0 0,1 0 0 0 0,-2-2-1 0 0,1 0 1 0 0,0 0 0 0 0,-1-1-1 0 0,-1-1 1 0 0,0 0 0 0 0,0 0 0 0 0,0-2-1 0 0,-1 1 1 0 0,-1-1 0 0 0,13-18-1 0 0,-10 11 94 0 0,-2-1-1 0 0,0-1 1 0 0,-1 1-1 0 0,-1-2 1 0 0,0 1-1 0 0,-2-1 1 0 0,0-1-1 0 0,-2 1 1 0 0,0-1-1 0 0,2-36 1 0 0,-7 43 62 0 0,-1 0-1 0 0,0 0 1 0 0,-4-17-1 0 0,2 16-10 0 0,3 15-111 0 0,0 1 0 0 0,0-1 0 0 0,0 1 0 0 0,0-1 0 0 0,-1 1 0 0 0,1-1 0 0 0,0 1 0 0 0,0-1 0 0 0,0 1 0 0 0,-1-1 0 0 0,1 1 0 0 0,0-1 0 0 0,-1 1 0 0 0,1-1 0 0 0,0 1 0 0 0,-1 0 0 0 0,1-1 0 0 0,0 1 0 0 0,-1 0 0 0 0,1-1 0 0 0,-1 1 0 0 0,1 0 0 0 0,-1 0 0 0 0,1-1 0 0 0,-1 1 0 0 0,1 0 0 0 0,-1 0 0 0 0,1 0-1 0 0,-1 0 1 0 0,1-1 0 0 0,-1 1 0 0 0,1 0 0 0 0,-1 0 0 0 0,1 0 0 0 0,-1 0 0 0 0,1 0 0 0 0,-1 0 0 0 0,0 1 0 0 0,1-1 0 0 0,-1 0 0 0 0,1 0 0 0 0,-1 0 0 0 0,1 0 0 0 0,-1 1 0 0 0,1-1 0 0 0,0 0 0 0 0,-1 0 0 0 0,1 1 0 0 0,-1-1 0 0 0,1 0 0 0 0,-1 1 0 0 0,-22 16 35 0 0,14-7-34 0 0,1 0 1 0 0,0 0-1 0 0,0 1 0 0 0,1 0 0 0 0,0 1 1 0 0,1-1-1 0 0,0 1 0 0 0,1 1 0 0 0,0-1 0 0 0,1 1 1 0 0,1-1-1 0 0,0 1 0 0 0,0 0 0 0 0,1 0 0 0 0,1 1 1 0 0,1-1-1 0 0,0 15 0 0 0,1-9 2 0 0,0 0-1 0 0,2 0 0 0 0,0-1 1 0 0,1 1-1 0 0,1-1 1 0 0,0 0-1 0 0,2 0 0 0 0,0-1 1 0 0,1 1-1 0 0,0-2 1 0 0,16 23-1 0 0,-22-36-2 0 0,1 1 0 0 0,0-1 0 0 0,0 0 0 0 0,1 0 0 0 0,-1 0 0 0 0,1 0 0 0 0,0-1 0 0 0,-1 1 0 0 0,1-1 0 0 0,0 0 0 0 0,0 0 0 0 0,1 0 0 0 0,-1-1 0 0 0,9 2 0 0 0,-5-1 2 0 0,1-1-1 0 0,0 0 0 0 0,-1-1 1 0 0,1 0-1 0 0,0 0 0 0 0,-1-1 1 0 0,14-3-1 0 0,-10 2 7 0 0,-1-1 1 0 0,0 0-1 0 0,0-1 1 0 0,0 0-1 0 0,-1-1 1 0 0,1 0-1 0 0,-1-1 0 0 0,0 0 1 0 0,-1-1-1 0 0,1 0 1 0 0,15-15-1 0 0,-21 17 39 0 0,1 1-1 0 0,-1-1 0 0 0,0 0 0 0 0,0-1 0 0 0,0 1 1 0 0,0-1-1 0 0,-1 0 0 0 0,0 0 0 0 0,-1 0 0 0 0,1 0 1 0 0,-1 0-1 0 0,0 0 0 0 0,-1-1 0 0 0,2-9 0 0 0,-2-5 495 0 0,-5 60-497 0 0,3-32-46 0 0,0 1 0 0 0,0 0-1 0 0,0-1 1 0 0,1 1 0 0 0,0 0 0 0 0,0-1-1 0 0,1 1 1 0 0,0 0 0 0 0,0-1 0 0 0,1 1-1 0 0,0-1 1 0 0,0 0 0 0 0,6 13 0 0 0,-6-19-3 0 0,-1 1 0 0 0,1 0-1 0 0,-1-1 1 0 0,1 1 0 0 0,0-1 0 0 0,0 1 0 0 0,0-1 0 0 0,0 0 0 0 0,0 0 0 0 0,0 0 0 0 0,0 0-1 0 0,0 0 1 0 0,0 0 0 0 0,0-1 0 0 0,1 1 0 0 0,-1-1 0 0 0,0 1 0 0 0,0-1 0 0 0,1 0 0 0 0,-1 0-1 0 0,5 0 1 0 0,47-8-65 0 0,-5-4 9 0 0,-18 5 18 0 0,59-22 1 0 0,-51 22-37 0 0,1 18 406 0 0,-21-8-312 0 0,30 3-1070 0 0,-13-7-5404 0 0,-17-2 4035 0 0</inkml:trace>
</inkml:ink>
</file>

<file path=ppt/ink/ink3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6:15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0 180 0 0,'0'0'4846'0'0,"-1"18"-4287"0"0,2-16-529 0 0,0-1 1 0 0,0 0-1 0 0,1 0 0 0 0,-1 0 0 0 0,0 0 1 0 0,1 0-1 0 0,-1 0 0 0 0,0 0 0 0 0,1 0 0 0 0,-1-1 1 0 0,1 1-1 0 0,-1 0 0 0 0,1-1 0 0 0,0 1 1 0 0,-1-1-1 0 0,1 0 0 0 0,2 1 0 0 0,34 4 306 0 0,-35-5-290 0 0,16 1 293 0 0,-1-1-1 0 0,0 0 1 0 0,0-2 0 0 0,0 0 0 0 0,0-1 0 0 0,-1 0 0 0 0,35-13 0 0 0,-50 15 130 0 0,36-6 3956 0 0,-8 19-4404 0 0,14 6-2257 0 0,-14-13-4465 0 0</inkml:trace>
</inkml:ink>
</file>

<file path=ppt/ink/ink3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6:15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38 132 0 0,'0'0'912'0'0,"24"-14"-92"0"0,-15 9-80 0 0,-1 0-68 0 0,3-1-76 0 0,-3 3-192 0 0,14 0-684 0 0,-12 1-388 0 0</inkml:trace>
</inkml:ink>
</file>

<file path=ppt/ink/ink3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6:18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268 34 224 0 0,'0'0'1513'0'0,"-29"-32"5599"0"0,27 32-7071 0 0,0-1 1 0 0,0 1 0 0 0,-1 0-1 0 0,1 0 1 0 0,0-1 0 0 0,0 1-1 0 0,0 1 1 0 0,-1-1-1 0 0,1 0 1 0 0,0 1 0 0 0,0-1-1 0 0,0 1 1 0 0,-1-1 0 0 0,1 1-1 0 0,0 0 1 0 0,0 0 0 0 0,0 0-1 0 0,-3 3 1 0 0,-2-1 20 0 0,-24 11 233 0 0,-43 26-1 0 0,65-34-251 0 0,0 0 0 0 0,0 1 0 0 0,1 0 0 0 0,0 0 0 0 0,0 0 0 0 0,1 1 0 0 0,0 1 0 0 0,-10 15 0 0 0,17-24-40 0 0,1-1-1 0 0,-1 1 1 0 0,1 0-1 0 0,-1 0 1 0 0,1-1-1 0 0,-1 1 1 0 0,1 0-1 0 0,-1 0 1 0 0,1 0 0 0 0,-1 0-1 0 0,1 0 1 0 0,-1 0-1 0 0,1 0 1 0 0,-1 0-1 0 0,1 0 1 0 0,-1 0-1 0 0,1 0 1 0 0,-1 0-1 0 0,1 0 1 0 0,-1 1-1 0 0,1-1 1 0 0,-1 0-1 0 0,1 0 1 0 0,-1 0-1 0 0,1 1 1 0 0,-1-1-1 0 0,1 0 1 0 0,-1 1-1 0 0,1-1 1 0 0,-1 0-1 0 0,0 1 1 0 0,1-1-1 0 0,-1 1 1 0 0,0-1-1 0 0,1 0 1 0 0,-1 1-1 0 0,0-1 1 0 0,0 1 0 0 0,1-1-1 0 0,-1 1 1 0 0,0-1-1 0 0,0 1 1 0 0,0-1-1 0 0,0 1 1 0 0,0-1-1 0 0,1 1 1 0 0,-1 0-1 0 0,0-1 1 0 0,0 1-1 0 0,0-1 1 0 0,0 1-1 0 0,-1-1 1 0 0,1 1-1 0 0,0-1 1 0 0,0 1-1 0 0,0-1 1 0 0,0 1-1 0 0,-1-1 1 0 0,1 1-1 0 0,0-1 1 0 0,0 1-1 0 0,-1-1 1 0 0,1 1-1 0 0,0-1 1 0 0,-1 0 0 0 0,1 1-1 0 0,0-1 1 0 0,-1 1-1 0 0,0-1 1 0 0,40-12 22 0 0,-32 8 10 0 0,0 1 0 0 0,1-1 0 0 0,-1 1 0 0 0,1 0 0 0 0,0 1 0 0 0,0 0-1 0 0,0 0 1 0 0,0 1 0 0 0,12-1 0 0 0,-16 3-156 0 0,1-1-1 0 0,-1 1 1 0 0,0-1-1 0 0,0 1 1 0 0,0 0-1 0 0,0 1 1 0 0,0-1-1 0 0,5 3 1 0 0,-4-1-642 0 0,1 0 0 0 0,-1 1 1 0 0,0 0-1 0 0,0 0 0 0 0,0 0 0 0 0,4 6 0 0 0,-1-2-1937 0 0</inkml:trace>
</inkml:ink>
</file>

<file path=ppt/ink/ink3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6:25.1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447 44 956 0 0,'-5'-2'1612'0'0,"0"-1"1"0"0,0-1-1 0 0,1 1 0 0 0,-1-1 0 0 0,1 1 0 0 0,0-1 1 0 0,0-1-1 0 0,-6-7 0 0 0,9 11-1339 0 0,5 0-261 0 0,5 0-9 0 0,-1 0 1 0 0,1 1 0 0 0,0 0-1 0 0,0 1 1 0 0,0 0-1 0 0,0 0 1 0 0,15 4-1 0 0,-23-4-5 0 0,1 0 0 0 0,0 0 0 0 0,0 0-1 0 0,-1 1 1 0 0,1-1 0 0 0,0 0-1 0 0,-1 1 1 0 0,1-1 0 0 0,-1 1-1 0 0,0-1 1 0 0,1 1 0 0 0,-1 0 0 0 0,0-1-1 0 0,0 1 1 0 0,0 0 0 0 0,0 0-1 0 0,0 0 1 0 0,-1 0 0 0 0,1 0 0 0 0,0 0-1 0 0,-1 0 1 0 0,0 0 0 0 0,1 0-1 0 0,-1 0 1 0 0,0 0 0 0 0,0 0-1 0 0,0 0 1 0 0,0 0 0 0 0,-1 0 0 0 0,1 0-1 0 0,0 0 1 0 0,-1 0 0 0 0,0 0-1 0 0,1 0 1 0 0,-1 0 0 0 0,0 0-1 0 0,0 0 1 0 0,0-1 0 0 0,0 1 0 0 0,0 0-1 0 0,-2 1 1 0 0,-3 7-36 0 0,-1 0 0 0 0,-1-1-1 0 0,1 1 1 0 0,-1-2 0 0 0,-1 1 0 0 0,-11 8-1 0 0,-48 34-1071 0 0,-88 50 0 0 0,-5-19-5764 0 0,106-61 3317 0 0</inkml:trace>
</inkml:ink>
</file>

<file path=ppt/ink/ink3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6:22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487 113 212 0 0,'6'-63'5272'0'0,"-6"61"-4805"0"0,-5-37 2289 0 0,4 37-2351 0 0,1 2-385 0 0,-1-1 0 0 0,1 0 0 0 0,-1 1 0 0 0,1-1 0 0 0,-1 1 0 0 0,0-1 0 0 0,1 1 0 0 0,-1 0 1 0 0,0-1-1 0 0,0 1 0 0 0,1 0 0 0 0,-1-1 0 0 0,0 1 0 0 0,0 0 0 0 0,0 0 0 0 0,1-1 1 0 0,-1 1-1 0 0,0 0 0 0 0,0 0 0 0 0,0 0 0 0 0,1 0 0 0 0,-1 0 0 0 0,0 0 0 0 0,0 1 1 0 0,0-1-1 0 0,1 0 0 0 0,-1 0 0 0 0,-1 1 0 0 0,-30 5 216 0 0,30-5-217 0 0,-39 10 166 0 0,1 1 0 0 0,0 3 1 0 0,-57 28-1 0 0,76-32-135 0 0,0 1 1 0 0,0 1-1 0 0,1 1 0 0 0,1 1 1 0 0,1 0-1 0 0,0 1 0 0 0,-26 31 1 0 0,40-43-40 0 0,1 1 1 0 0,0-1-1 0 0,0 1 1 0 0,0-1-1 0 0,1 1 1 0 0,0 0-1 0 0,0 0 1 0 0,0 1-1 0 0,0-1 1 0 0,1 0-1 0 0,0 1 1 0 0,0-1 0 0 0,0 0-1 0 0,1 1 1 0 0,0-1-1 0 0,0 1 1 0 0,0-1-1 0 0,0 1 1 0 0,3 7-1 0 0,-2-8-2 0 0,1-1 0 0 0,0 1 0 0 0,0-1-1 0 0,1 1 1 0 0,-1-1 0 0 0,1 0 0 0 0,0 0-1 0 0,0 0 1 0 0,0 0 0 0 0,1-1 0 0 0,-1 1-1 0 0,1-1 1 0 0,0 0 0 0 0,0 0 0 0 0,0 0-1 0 0,0-1 1 0 0,1 1 0 0 0,-1-1 0 0 0,1 0 0 0 0,-1 0-1 0 0,7 1 1 0 0,2 0 4 0 0,1 0-1 0 0,0-1 1 0 0,-1 0-1 0 0,1-1 1 0 0,0-1-1 0 0,0 0 1 0 0,0-1-1 0 0,-1 0 1 0 0,1-1 0 0 0,0-1-1 0 0,-1 0 1 0 0,17-6-1 0 0,-5-1 16 0 0,0 0 0 0 0,0-2 0 0 0,-1 0 0 0 0,0-2 0 0 0,26-19 0 0 0,-49 31-36 0 0,1 0 0 0 0,0 0 0 0 0,0 1 0 0 0,1-1-1 0 0,-1 1 1 0 0,0 0 0 0 0,0 0 0 0 0,1-1-1 0 0,-1 1 1 0 0,1 1 0 0 0,-1-1 0 0 0,3 0 0 0 0,-2 1-20 0 0,-1 1 0 0 0,1 0 0 0 0,-1 0 0 0 0,0 0 0 0 0,1 1 0 0 0,-1-1 0 0 0,0 1 0 0 0,0-1 1 0 0,0 1-1 0 0,0 0 0 0 0,0-1 0 0 0,2 4 0 0 0,3 2 2 0 0,1-1 0 0 0,0-1 0 0 0,0 1 0 0 0,1-1 0 0 0,-1 0 0 0 0,1-1 0 0 0,11 4 0 0 0,-17-7 41 0 0,0 0 0 0 0,0 0 1 0 0,0 0-1 0 0,0 0 0 0 0,0 0 0 0 0,1-1 1 0 0,-1 1-1 0 0,0-1 0 0 0,0 0 0 0 0,1 0 0 0 0,-1 0 1 0 0,0-1-1 0 0,0 1 0 0 0,1-1 0 0 0,-1 0 1 0 0,0 0-1 0 0,0 0 0 0 0,0 0 0 0 0,0 0 1 0 0,0-1-1 0 0,0 1 0 0 0,0-1 0 0 0,0 0 0 0 0,3-3 1 0 0,-4 3 11 0 0,-1 0 0 0 0,1 0 0 0 0,-1 0 0 0 0,1 0 0 0 0,-1-1 1 0 0,0 1-1 0 0,0 0 0 0 0,0-1 0 0 0,-1 1 0 0 0,1-1 0 0 0,0 1 0 0 0,-1-1 1 0 0,0 1-1 0 0,0-1 0 0 0,1 0 0 0 0,-1 1 0 0 0,-1-1 0 0 0,1 1 0 0 0,0-1 1 0 0,-1 1-1 0 0,1-1 0 0 0,-1 1 0 0 0,0-1 0 0 0,0 1 0 0 0,0 0 0 0 0,0-1 1 0 0,0 1-1 0 0,0 0 0 0 0,-1 0 0 0 0,1 0 0 0 0,-3-3 0 0 0,1 1-90 0 0,0-1 1 0 0,0 1-1 0 0,-1 0 0 0 0,0 1 0 0 0,0-1 0 0 0,0 0 0 0 0,0 1 0 0 0,0 0 1 0 0,-1 0-1 0 0,1 1 0 0 0,-1-1 0 0 0,0 1 0 0 0,-6-2 0 0 0,9 3-379 0 0,-26 9-1322 0 0,7 7 92 0 0</inkml:trace>
</inkml:ink>
</file>

<file path=ppt/ink/ink3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6:23.3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2 516 0 0,'0'0'766'0'0,"1"0"-645"0"0,-1 0 1 0 0,0 0-1 0 0,1-1 0 0 0,-1 1 1 0 0,1 0-1 0 0,-1 0 0 0 0,0 0 1 0 0,1 0-1 0 0,-1 0 0 0 0,1 0 1 0 0,-1 0-1 0 0,1 0 0 0 0,-1 0 1 0 0,0 0-1 0 0,1 0 0 0 0,-1 0 1 0 0,1 0-1 0 0,-1 0 0 0 0,0 0 1 0 0,1 0-1 0 0,-1 1 0 0 0,1-1 0 0 0,-1 0 1 0 0,0 0-1 0 0,1 0 0 0 0,-1 1 1 0 0,2 9 167 0 0,-2 1-1 0 0,0 0 1 0 0,0-1 0 0 0,-1 1 0 0 0,0-1 0 0 0,0 1 0 0 0,-1-1-1 0 0,-7 18 1 0 0,5-13-72 0 0,1-1 1 0 0,0 1-1 0 0,-2 29 0 0 0,5-43-202 0 0,0-1-1 0 0,0 0 1 0 0,0 1-1 0 0,0-1 0 0 0,0 0 1 0 0,0 0-1 0 0,0 1 1 0 0,0-1-1 0 0,0 0 1 0 0,0 1-1 0 0,0-1 1 0 0,0 0-1 0 0,0 1 1 0 0,0-1-1 0 0,0 0 1 0 0,1 1-1 0 0,-1-1 1 0 0,0 0-1 0 0,0 0 1 0 0,0 1-1 0 0,0-1 1 0 0,1 0-1 0 0,-1 0 1 0 0,0 1-1 0 0,0-1 1 0 0,1 0-1 0 0,-1 0 1 0 0,0 0-1 0 0,0 0 1 0 0,1 1-1 0 0,-1-1 1 0 0,0 0-1 0 0,0 0 1 0 0,1 0-1 0 0,-1 0 0 0 0,0 0 1 0 0,1 0-1 0 0,-1 0 1 0 0,16-5 175 0 0,18-22-130 0 0,-33 26-37 0 0,20-17 8 0 0,-1-1 0 0 0,-1-1 1 0 0,17-22-1 0 0,-36 40-63 0 0,-4 102-140 0 0,6-82 189 0 0,0-17-11 0 0,-2 0 30 0 0,23 5 274 0 0,63-40-157 0 0,-12 4-81 0 0,-43 19-56 0 0,-19 6-16 0 0,-1 0 0 0 0,1 1 1 0 0,0 1-1 0 0,0 0 0 0 0,0 0 0 0 0,0 1 0 0 0,0 1 0 0 0,1 0 0 0 0,-1 1 0 0 0,22 2 0 0 0,-28-2-7 0 0,0 2-6 0 0,6 16 6 0 0,-12-16 9 0 0,1-1 0 0 0,0 1 1 0 0,-1-1-1 0 0,1 1 0 0 0,-1-1 1 0 0,0 1-1 0 0,1-1 0 0 0,-1 1 0 0 0,0-1 1 0 0,0 1-1 0 0,0-1 0 0 0,0 1 0 0 0,0 0 1 0 0,-1-1-1 0 0,1 1 0 0 0,0-1 1 0 0,-1 1-1 0 0,1-1 0 0 0,-1 1 0 0 0,1-1 1 0 0,-2 3-1 0 0,-2 8 5 0 0,3-10 3 0 0,1-2-8 0 0,0 0 0 0 0,0 0 0 0 0,-1 1 0 0 0,1-1 0 0 0,0 0 0 0 0,0 0 0 0 0,0 0 0 0 0,0 1 0 0 0,0-1 0 0 0,0 0 0 0 0,-1 0 0 0 0,1 0 0 0 0,0 1 0 0 0,0-1 0 0 0,0 0 0 0 0,0 0 0 0 0,0 1 0 0 0,0-1 0 0 0,0 0 0 0 0,0 0 0 0 0,0 0 0 0 0,0 1 0 0 0,0-1 0 0 0,0 0 0 0 0,0 0 0 0 0,0 1 0 0 0,0-1 0 0 0,0 0 0 0 0,1 0 0 0 0,-1 0 0 0 0,0 1 0 0 0,0-1 0 0 0,0 0 0 0 0,0 0 0 0 0,0 0 0 0 0,0 1 0 0 0,1-1 0 0 0,-1 0 0 0 0,0 0 0 0 0,0 0 0 0 0,0 0 0 0 0,0 1 0 0 0,1-1 0 0 0,-1 0 0 0 0,0 0 0 0 0,0 0 0 0 0,1 0 0 0 0,-1 0 0 0 0,0 0 0 0 0,86-18 40 0 0,-71 13-52 0 0,1 0-1 0 0,0 2 1 0 0,0 0 0 0 0,0 0 0 0 0,0 2 0 0 0,1 0-1 0 0,-1 1 1 0 0,0 0 0 0 0,26 5 0 0 0,-41-5 8 0 0,0 0 1 0 0,0 0 0 0 0,0 0 0 0 0,-1 1 0 0 0,1-1 0 0 0,0 0 0 0 0,0 0 0 0 0,0 1-1 0 0,-1-1 1 0 0,1 0 0 0 0,0 1 0 0 0,-1-1 0 0 0,1 1 0 0 0,0-1 0 0 0,-1 1 0 0 0,1-1-1 0 0,0 1 1 0 0,-1-1 0 0 0,1 1 0 0 0,-1 0 0 0 0,1-1 0 0 0,-1 1 0 0 0,0 0 0 0 0,1-1-1 0 0,-1 1 1 0 0,1 0 0 0 0,-1 0 0 0 0,0-1 0 0 0,0 1 0 0 0,0 0 0 0 0,1 0 0 0 0,-1 0-1 0 0,0-1 1 0 0,0 1 0 0 0,0 0 0 0 0,0 0 0 0 0,0 0 0 0 0,0 0 0 0 0,-1-1 0 0 0,1 1-1 0 0,0 0 1 0 0,0 0 0 0 0,0-1 0 0 0,-1 1 0 0 0,1 0 0 0 0,-1 1 0 0 0,-1 1-50 0 0,1-1 1 0 0,-1 1 0 0 0,1-1 0 0 0,-1 1-1 0 0,0-1 1 0 0,0 0 0 0 0,0 0-1 0 0,-1 0 1 0 0,1 0 0 0 0,-3 2-1 0 0,-8 5-1031 0 0,-5 0-3023 0 0,5-8 2035 0 0</inkml:trace>
</inkml:ink>
</file>

<file path=ppt/ink/ink3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6:23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67 88 0 0,'34'-66'8349'0'0,"-34"65"-7496"0"0,-8 16-6597 0 0,5-10 3746 0 0</inkml:trace>
</inkml:ink>
</file>

<file path=ppt/ink/ink3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6:24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247 26 224 0 0,'8'-6'2014'0'0,"-8"5"-1936"0"0,0 1-1 0 0,1 0 1 0 0,-1 0-1 0 0,0 0 1 0 0,0 0-1 0 0,0 0 1 0 0,1 0-1 0 0,-1 0 1 0 0,0 0-1 0 0,0-1 1 0 0,0 1-1 0 0,0 0 0 0 0,1 0 1 0 0,-1 0-1 0 0,0 0 1 0 0,0-1-1 0 0,0 1 1 0 0,0 0-1 0 0,0 0 1 0 0,0 0-1 0 0,0 0 1 0 0,0-1-1 0 0,0 1 1 0 0,1 0-1 0 0,-1 0 1 0 0,0 0-1 0 0,0-1 1 0 0,0 1-1 0 0,0 0 1 0 0,0 0-1 0 0,0-1 1 0 0,0 1-1 0 0,0 0 1 0 0,0 0-1 0 0,0 0 1 0 0,-1-1-1 0 0,1 1 1 0 0,0 0-1 0 0,0 0 1 0 0,0 0-1 0 0,0-1 1 0 0,0 1-1 0 0,0 0 1 0 0,0 0-1 0 0,0 0 1 0 0,-1 0-1 0 0,1-1 1 0 0,0 1-1 0 0,0 0 1 0 0,-6-2-38 0 0,4 0 38 0 0,-1 1 0 0 0,1 0 0 0 0,-1 0 0 0 0,1 0 0 0 0,-1 0 1 0 0,1 1-1 0 0,-1-1 0 0 0,1 1 0 0 0,-1-1 0 0 0,0 1 0 0 0,1 0 0 0 0,-1 0 1 0 0,0 0-1 0 0,1 1 0 0 0,-1-1 0 0 0,1 0 0 0 0,-1 1 0 0 0,-3 1 0 0 0,5-1-66 0 0,1-1 0 0 0,0 1 0 0 0,0 0 0 0 0,-1-1 0 0 0,1 1 0 0 0,0 0 0 0 0,0 0 0 0 0,0 0 1 0 0,0-1-1 0 0,0 1 0 0 0,0 0 0 0 0,0 0 0 0 0,0-1 0 0 0,0 1 0 0 0,0 0 0 0 0,0 0 0 0 0,0 0 0 0 0,0-1 0 0 0,1 1 0 0 0,-1 0 0 0 0,0 0 0 0 0,1-1 0 0 0,-1 1 0 0 0,0 0 0 0 0,1-1 0 0 0,-1 1 0 0 0,1 0 0 0 0,14 24 161 0 0,-13-23-150 0 0,33 42 282 0 0,14 22-15 0 0,-46-62-272 0 0,0 1-1 0 0,-1-1 1 0 0,0 0 0 0 0,0 1 0 0 0,0 0-1 0 0,-1-1 1 0 0,0 1 0 0 0,1 0 0 0 0,-1-1-1 0 0,-1 1 1 0 0,1 0 0 0 0,-1 10-1 0 0,-1-13-10 0 0,0 0 0 0 0,0 0 0 0 0,0 0 0 0 0,0 0 0 0 0,-1 0-1 0 0,1 0 1 0 0,0 0 0 0 0,-1 0 0 0 0,0 0 0 0 0,1 0-1 0 0,-1-1 1 0 0,0 1 0 0 0,0-1 0 0 0,0 0 0 0 0,0 1 0 0 0,0-1-1 0 0,0 0 1 0 0,-5 1 0 0 0,-39 16-4 0 0,23-12-243 0 0,1-2 0 0 0,-1 0 0 0 0,-34 1 1 0 0,-26-5-4124 0 0,50-2 2221 0 0</inkml:trace>
</inkml:ink>
</file>

<file path=ppt/ink/ink3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6:27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23 516 0 0,'3'-6'546'0'0,"8"-10"8170"0"0,-8 40-8352 0 0,-2 0 0 0 0,-3 45 0 0 0,2-67-315 0 0,-1 8-85 0 0,0-8-444 0 0,1-1 1 0 0,-1 1 0 0 0,1 0-1 0 0,-1-1 1 0 0,1 1-1 0 0,0 0 1 0 0,0-1 0 0 0,0 1-1 0 0,0 0 1 0 0,0-1-1 0 0,0 1 1 0 0,0 0-1 0 0,1 2 1 0 0</inkml:trace>
</inkml:ink>
</file>

<file path=ppt/ink/ink3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6:27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26 904 0 0,'1'-10'3128'0'0,"5"3"-1171"0"0,-2-2-1921 0 0,14 27-3633 0 0</inkml:trace>
</inkml:ink>
</file>

<file path=ppt/ink/ink3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6:27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1 440 0 0,'-1'1'108'0'0,"0"-1"0"0"0,1 1 1 0 0,-1 1-1 0 0,0-1 0 0 0,0 0 0 0 0,1 0 0 0 0,-1 0 0 0 0,0 0 1 0 0,1 0-1 0 0,-1 1 0 0 0,1-1 0 0 0,-1 0 0 0 0,1 1 0 0 0,0-1 0 0 0,0 0 1 0 0,-1 1-1 0 0,1-1 0 0 0,0 0 0 0 0,0 1 0 0 0,0-1 0 0 0,1 0 1 0 0,-1 1-1 0 0,0-1 0 0 0,0 0 0 0 0,1 1 0 0 0,-1-1 0 0 0,1 0 1 0 0,0 1-1 0 0,20 51 1152 0 0,-5-15-381 0 0,-11-18-416 0 0,-4-17-351 0 0,0 0 1 0 0,0 0-1 0 0,-1 0 0 0 0,1 0 1 0 0,-1 0-1 0 0,1 0 1 0 0,-1 0-1 0 0,0 0 1 0 0,0 0-1 0 0,-1 4 0 0 0,1-5 149 0 0,-1-1-229 0 0,1 0 0 0 0,0 0 0 0 0,-1 0 0 0 0,1-1 0 0 0,-1 1 0 0 0,1 0 0 0 0,-1-1 0 0 0,1 1 0 0 0,-1 0 0 0 0,1-1 0 0 0,-1 1 0 0 0,0-1 0 0 0,1 1 0 0 0,-1-1 1 0 0,0 1-1 0 0,0-1 0 0 0,1 1 0 0 0,-1-1 0 0 0,0 0 0 0 0,0 1 0 0 0,1-1 0 0 0,-1 0 0 0 0,0 0 0 0 0,0 1 0 0 0,0-1 0 0 0,0 0 0 0 0,0 0 0 0 0,1 0 0 0 0,-1 0 0 0 0,-2-1 0 0 0,-29 4 825 0 0,30-3-885 0 0,-1-1 149 0 0,1 1-246 0 0,1-1 0 0 0,0 1 1 0 0,-1-1-1 0 0,1 0 0 0 0,-1 0 1 0 0,1 0-1 0 0,0 0 0 0 0,0 0 0 0 0,-1 0 1 0 0,1 0-1 0 0,0 0 0 0 0,0 0 0 0 0,0 0 1 0 0,-1-3-1 0 0,3 0-277 0 0,4-11-3027 0 0,1 2 1224 0 0</inkml:trace>
</inkml:ink>
</file>

<file path=ppt/ink/ink3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6:28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44 188 0 0,'7'-44'7213'0'0,"-6"67"-6462"0"0,0 0-1 0 0,-2 0 1 0 0,-4 31 0 0 0,-2 12-441 0 0,3 0 1 0 0,3 0 0 0 0,14 116 0 0 0,-11-166-306 0 0,-2-8-5 0 0,1 0-1 0 0,1 0 1 0 0,-1-1-1 0 0,1 1 1 0 0,0-1-1 0 0,1 1 1 0 0,0-1-1 0 0,5 10 1 0 0,-8-17 2 0 0,1 1 1 0 0,0 0-1 0 0,0-1 1 0 0,-1 1-1 0 0,1-1 1 0 0,0 1 0 0 0,0-1-1 0 0,0 1 1 0 0,0-1-1 0 0,0 0 1 0 0,0 1-1 0 0,0-1 1 0 0,0 0-1 0 0,0 0 1 0 0,0 0 0 0 0,0 1-1 0 0,0-1 1 0 0,0 0-1 0 0,0 0 1 0 0,0-1-1 0 0,0 1 1 0 0,0 0-1 0 0,0 0 1 0 0,0 0 0 0 0,-1-1-1 0 0,1 1 1 0 0,0 0-1 0 0,2-2 1 0 0,19-10 115 0 0,-16 7-854 0 0,30-25 3289 0 0,-27 20-4616 0 0,-5 1-3855 0 0</inkml:trace>
</inkml:ink>
</file>

<file path=ppt/ink/ink3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6:28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302 559 276 0 0,'10'-13'3278'0'0,"-10"12"-3143"0"0,0 1 0 0 0,0 0 0 0 0,0-1-1 0 0,0 1 1 0 0,0 0 0 0 0,0-1 0 0 0,1 1-1 0 0,-1 0 1 0 0,0-1 0 0 0,0 1 0 0 0,0 0 0 0 0,1 0-1 0 0,-1-1 1 0 0,0 1 0 0 0,0 0 0 0 0,1 0-1 0 0,-1-1 1 0 0,0 1 0 0 0,1 0 0 0 0,-1 0-1 0 0,0 0 1 0 0,1-1 0 0 0,-1 1 0 0 0,0 0 0 0 0,1 0-1 0 0,-1 0 1 0 0,0 0 0 0 0,1 0 0 0 0,-1 0-1 0 0,0 0 1 0 0,1 0 0 0 0,-1 0 0 0 0,1 0-1 0 0,-1 0 1 0 0,0 0 0 0 0,1 0 0 0 0,-1 0 0 0 0,0 0-1 0 0,1 0 1 0 0,-1 0 0 0 0,0 0 0 0 0,1 1-1 0 0,0-1 1 0 0,2 12 33 0 0,-1-1 0 0 0,1 1-1 0 0,-2 0 1 0 0,0 0-1 0 0,0 0 1 0 0,-1 0 0 0 0,0 0-1 0 0,-4 18 1 0 0,-23 110 563 0 0,15-82-440 0 0,8-42-310 0 0,-4 28 353 0 0,-15 42 0 0 0,19-75-530 0 0,0 0 0 0 0,0 0 0 0 0,-1-1 0 0 0,-1 1 0 0 0,1-1 0 0 0,-2-1 0 0 0,1 1 0 0 0,-1-1 0 0 0,-10 10 0 0 0,-13-7-5942 0 0</inkml:trace>
  <inkml:trace contextRef="#ctx0" brushRef="#br0" timeOffset="1">1 17 184 0 0,'15'-7'652'0'0,"5"2"-60"0"0,5 1-108 0 0,3 4-176 0 0,3 0-240 0 0,11 4-252 0 0,0 4-168 0 0,3 2-380 0 0,5 1 168 0 0</inkml:trace>
</inkml:ink>
</file>

<file path=ppt/ink/ink3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6:29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57 158 664 0 0,'0'0'1827'0'0,"0"-5"-944"0"0,-1-1-530 0 0,-1-4-41 0 0,1 0 3662 0 0,-4 12-3636 0 0,1 0-250 0 0,1 0-1 0 0,-1 0 0 0 0,1 0 0 0 0,-1 0 0 0 0,1 1 0 0 0,0-1 0 0 0,0 1 1 0 0,0 0-1 0 0,0 0 0 0 0,-3 4 0 0 0,5-5-55 0 0,0-1 0 0 0,0 1 1 0 0,1-1-1 0 0,-1 1 0 0 0,0-1 0 0 0,0 1 0 0 0,1-1 0 0 0,-1 1 1 0 0,1 0-1 0 0,-1-1 0 0 0,1 1 0 0 0,0 0 0 0 0,0 0 0 0 0,0-1 1 0 0,0 1-1 0 0,0 0 0 0 0,0 0 0 0 0,0-1 0 0 0,0 1 0 0 0,1 0 1 0 0,-1-1-1 0 0,1 1 0 0 0,-1 0 0 0 0,1-1 0 0 0,0 1 0 0 0,-1-1 1 0 0,1 1-1 0 0,0-1 0 0 0,0 1 0 0 0,0-1 0 0 0,0 1 0 0 0,2 0 1 0 0,1 1-6 0 0,-1 0 1 0 0,1 0-1 0 0,0-1 1 0 0,0 1-1 0 0,1-1 1 0 0,-1 0-1 0 0,0-1 1 0 0,1 1-1 0 0,-1-1 1 0 0,1 0-1 0 0,0 0 1 0 0,-1 0 0 0 0,1 0-1 0 0,0-1 1 0 0,-1 0-1 0 0,1 0 1 0 0,0 0-1 0 0,0-1 1 0 0,-1 1-1 0 0,10-3 1 0 0,1-1 16 0 0,0 0 1 0 0,-1-1 0 0 0,1 0-1 0 0,-1-1 1 0 0,15-8 0 0 0,-8-1 49 0 0,0-1 0 0 0,-1 0 0 0 0,0-2 1 0 0,-2 0-1 0 0,0-1 0 0 0,-1-1 0 0 0,-1-1 0 0 0,16-27 1 0 0,-31 48-91 0 0,-1 0 0 0 0,0-1 0 0 0,0 1 0 0 0,0 0 0 0 0,0-1 0 0 0,0 1 0 0 0,0 0 0 0 0,1-1 0 0 0,-1 1 0 0 0,0 0 0 0 0,0 0 0 0 0,0-1 0 0 0,1 1 0 0 0,-1 0 0 0 0,0 0 0 0 0,0-1 0 0 0,1 1 0 0 0,-1 0 0 0 0,0 0 0 0 0,1 0 0 0 0,-1-1 0 0 0,0 1 0 0 0,0 0 0 0 0,1 0 0 0 0,-1 0 0 0 0,0 0 0 0 0,1 0 1 0 0,-1 0-1 0 0,0 0 0 0 0,1 0 0 0 0,-1 0 0 0 0,1 0 0 0 0,-1 0 0 0 0,0 0 0 0 0,1 0 0 0 0,-1 0 0 0 0,0 0 0 0 0,1 0 0 0 0,-1 0 0 0 0,0 0 0 0 0,1 0 0 0 0,-1 1 0 0 0,6 15 31 0 0,-4 28-27 0 0,-7-10 6 0 0,-1 1-1 0 0,-1-1 0 0 0,-2 0 0 0 0,-24 57 0 0 0,-69 124 65 0 0,86-184-68 0 0,-26 44 488 0 0,-92 128 0 0 0,140-220 3026 0 0,-5 11-3487 0 0,1 1 0 0 0,0-1 1 0 0,0 0-1 0 0,0 1 0 0 0,1-1 1 0 0,0 1-1 0 0,0 0 0 0 0,5-7 1 0 0,47-47 325 0 0,2 2 0 0 0,3 3 1 0 0,132-91-1 0 0,-53 62-3622 0 0,6 16-5208 0 0,-120 58 4520 0 0</inkml:trace>
</inkml:ink>
</file>

<file path=ppt/ink/ink3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6:30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3 155 76 0 0,'-1'-4'357'0'0,"1"-1"0"0"0,-1 0 0 0 0,1 1 0 0 0,0-1 0 0 0,0 0 1 0 0,1 0-1 0 0,-1 1 0 0 0,1-1 0 0 0,0 0 0 0 0,1 1 0 0 0,-1-1 0 0 0,1 1 0 0 0,-1-1 0 0 0,2 1 0 0 0,-1 0 1 0 0,0 0-1 0 0,1 0 0 0 0,5-7 0 0 0,-3 6-145 0 0,1 0-1 0 0,0 0 1 0 0,0 0 0 0 0,1 1 0 0 0,-1 0-1 0 0,1 0 1 0 0,0 1 0 0 0,0 0 0 0 0,0 0-1 0 0,13-3 1 0 0,2 1-100 0 0,0 1 0 0 0,0 1 0 0 0,0 1 1 0 0,0 1-1 0 0,0 1 0 0 0,0 1 0 0 0,27 4 0 0 0,-33-1-61 0 0,-1 0 1 0 0,-1 1-1 0 0,1 0 0 0 0,-1 1 1 0 0,0 1-1 0 0,0 0 1 0 0,-1 1-1 0 0,0 1 0 0 0,0 0 1 0 0,-1 1-1 0 0,19 18 1 0 0,-24-21-31 0 0,-1 1 1 0 0,1 0-1 0 0,-1 0 1 0 0,0 0-1 0 0,-1 1 1 0 0,0 0-1 0 0,-1 0 1 0 0,6 14-1 0 0,-8-16-12 0 0,-1-1 0 0 0,1 0-1 0 0,-1 1 1 0 0,-1-1 0 0 0,1 1-1 0 0,-1-1 1 0 0,0 1 0 0 0,0-1-1 0 0,-1 1 1 0 0,0-1 0 0 0,0 0 0 0 0,0 1-1 0 0,-1-1 1 0 0,-3 7 0 0 0,2-6 5 0 0,-2 0 1 0 0,1 0 0 0 0,-1 0-1 0 0,0-1 1 0 0,-1 0 0 0 0,1 0-1 0 0,-1 0 1 0 0,0-1 0 0 0,-1 1 0 0 0,1-1-1 0 0,-1-1 1 0 0,0 0 0 0 0,-1 0-1 0 0,1 0 1 0 0,0 0 0 0 0,-10 2-1 0 0,13-5 9 0 0,-1 1 0 0 0,0-1 0 0 0,0 0 0 0 0,1 0 0 0 0,-1-1 0 0 0,0 0 0 0 0,0 1-1 0 0,0-1 1 0 0,0-1 0 0 0,0 1 0 0 0,0-1 0 0 0,-7-2 0 0 0,9 2-4 0 0,0 0-1 0 0,0-1 1 0 0,0 0 0 0 0,0 1-1 0 0,0-1 1 0 0,0 0 0 0 0,0 0-1 0 0,1-1 1 0 0,-1 1 0 0 0,1-1-1 0 0,-1 1 1 0 0,1-1 0 0 0,0 0-1 0 0,0 1 1 0 0,1-1 0 0 0,-1 0-1 0 0,0 0 1 0 0,1-1 0 0 0,-2-4-1 0 0,2 2-10 0 0,-1-1 0 0 0,1 1 0 0 0,1-1 0 0 0,-1 1 0 0 0,1-1 0 0 0,0 1 0 0 0,1-1-1 0 0,0 0 1 0 0,0 1 0 0 0,0-1 0 0 0,1 1 0 0 0,0 0 0 0 0,0 0 0 0 0,0-1-1 0 0,1 1 1 0 0,0 1 0 0 0,0-1 0 0 0,1 0 0 0 0,7-9 0 0 0,3-4-4 0 0,1 1 1 0 0,1 1-1 0 0,1 0 1 0 0,23-18-1 0 0,-29 27-8 0 0,-1 0-1 0 0,1 1 0 0 0,0 0 1 0 0,1 1-1 0 0,0 0 0 0 0,0 1 1 0 0,0 1-1 0 0,21-6 0 0 0,-25 8-3 0 0,0 1 0 0 0,0 0 0 0 0,0 0 1 0 0,1 1-1 0 0,-1 0 0 0 0,0 1 0 0 0,1-1 0 0 0,-1 1 0 0 0,0 1 0 0 0,0 0 0 0 0,0 0 0 0 0,0 1 1 0 0,0 0-1 0 0,11 5 0 0 0,-6 1-2 0 0,0 0-1 0 0,0 0 1 0 0,-1 1 0 0 0,-1 1 0 0 0,1 0 0 0 0,-2 0-1 0 0,1 1 1 0 0,-2 0 0 0 0,0 1 0 0 0,0 0 0 0 0,-1 1-1 0 0,-1 0 1 0 0,11 28 0 0 0,-16-36 6 0 0,-1 0 1 0 0,0 0-1 0 0,0 0 0 0 0,-1 0 0 0 0,0 0 0 0 0,-1 11 1 0 0,2 26-1916 0 0,10-16-3250 0 0,-2-15 2518 0 0</inkml:trace>
</inkml:ink>
</file>

<file path=ppt/ink/ink3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6:31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65 264 0 0,'-6'-1'9004'0'0,"6"1"-8869"0"0,-20 14 1555 0 0,-22 25-1711 0 0,33-27 251 0 0,1 0-1 0 0,0 0 0 0 0,1 1 0 0 0,0 0 0 0 0,1 1 0 0 0,0 0 1 0 0,-7 27-1 0 0,13-39-155 0 0,5 5 60 0 0,-5-7-124 0 0,1 1 1 0 0,-1 0-1 0 0,1 0 1 0 0,-1-1-1 0 0,1 1 0 0 0,-1 0 1 0 0,1-1-1 0 0,-1 1 1 0 0,1 0-1 0 0,0-1 1 0 0,0 1-1 0 0,-1-1 0 0 0,1 1 1 0 0,0-1-1 0 0,0 0 1 0 0,-1 1-1 0 0,1-1 1 0 0,0 0-1 0 0,0 1 0 0 0,0-1 1 0 0,0 0-1 0 0,0 0 1 0 0,-1 0-1 0 0,1 0 1 0 0,0 0-1 0 0,0 0 0 0 0,0 0 1 0 0,0 0-1 0 0,0 0 1 0 0,0 0-1 0 0,0 0 1 0 0,-1-1-1 0 0,1 1 0 0 0,0 0 1 0 0,1-1-1 0 0,139-54 60 0 0,-134 53-163 0 0,0 0 1 0 0,0 1 0 0 0,0 0 0 0 0,0 1 0 0 0,0-1 0 0 0,1 2-1 0 0,-1-1 1 0 0,0 1 0 0 0,0 0 0 0 0,0 0 0 0 0,1 1 0 0 0,-2-1-1 0 0,12 6 1 0 0,-7-3-46 0 0,1-1-1 0 0,0-1 0 0 0,-1 0 1 0 0,17 1-1 0 0,-23-3 246 0 0,-1 0-1 0 0,1 0 1 0 0,0-1 0 0 0,0 1 0 0 0,0-1-1 0 0,-1 0 1 0 0,1-1 0 0 0,0 1 0 0 0,-1-1-1 0 0,1 0 1 0 0,-1 0 0 0 0,0-1-1 0 0,0 1 1 0 0,0-1 0 0 0,0 0 0 0 0,0 0-1 0 0,0 0 1 0 0,-1 0 0 0 0,0-1-1 0 0,1 1 1 0 0,-1-1 0 0 0,0 0 0 0 0,-1 0-1 0 0,1 0 1 0 0,-1-1 0 0 0,0 1-1 0 0,0 0 1 0 0,0-1 0 0 0,0 0 0 0 0,-1 1-1 0 0,0-1 1 0 0,0 0 0 0 0,0-7-1 0 0,-1 3 91 0 0,0 0 0 0 0,-1 0 0 0 0,-1 0 0 0 0,1 0 0 0 0,-1 0 0 0 0,-1 0 0 0 0,0 1 0 0 0,0 0 0 0 0,-6-11 0 0 0,-3-10 26 0 0,10 47-12074 0 0,3-12 8730 0 0</inkml:trace>
</inkml:ink>
</file>

<file path=ppt/ink/ink3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6:31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0 360 0 0,'0'0'2792'0'0,"-6"3"-2256"0"0,2-1-432 0 0,0 0 0 0 0,0 0 0 0 0,0 0 1 0 0,0 1-1 0 0,1-1 0 0 0,-1 1 0 0 0,1 0 1 0 0,0 0-1 0 0,0 0 0 0 0,0 1 0 0 0,0-1 0 0 0,0 1 1 0 0,1 0-1 0 0,-1-1 0 0 0,1 1 0 0 0,0 0 1 0 0,0 1-1 0 0,1-1 0 0 0,-1 0 0 0 0,1 0 1 0 0,0 1-1 0 0,0-1 0 0 0,0 0 0 0 0,1 1 0 0 0,0-1 1 0 0,0 7-1 0 0,0-4 35 0 0,1-1 0 0 0,0 0 0 0 0,0 1 0 0 0,0-1 0 0 0,1 0 1 0 0,0 0-1 0 0,0 0 0 0 0,1 0 0 0 0,0 0 0 0 0,0 0 0 0 0,0-1 0 0 0,1 0 0 0 0,-1 1 0 0 0,1-1 1 0 0,0 0-1 0 0,8 6 0 0 0,-11-10 236 0 0,-1-1-343 0 0,0 0-1 0 0,0 0 0 0 0,0 1 1 0 0,1-1-1 0 0,-1 0 0 0 0,0 0 1 0 0,0 0-1 0 0,0 1 1 0 0,0-1-1 0 0,1 0 0 0 0,-1 0 1 0 0,0 0-1 0 0,0 0 0 0 0,1 0 1 0 0,-1 1-1 0 0,0-1 0 0 0,0 0 1 0 0,1 0-1 0 0,-1 0 1 0 0,0 0-1 0 0,0 0 0 0 0,1 0 1 0 0,-1 0-1 0 0,0 0 0 0 0,0 0 1 0 0,1 0-1 0 0,-1 0 1 0 0,0 0-1 0 0,0 0 0 0 0,1 0 1 0 0,-1 0-1 0 0,0 0 0 0 0,0 0 1 0 0,1-1-1 0 0,-1 1 1 0 0,0 0-1 0 0,0 0 0 0 0,0 0 1 0 0,1 0-1 0 0,-1 0 0 0 0,0 0 1 0 0,0-1-1 0 0,0 1 1 0 0,1 0-1 0 0,-1 0 0 0 0,0 0 1 0 0,0-1-1 0 0,0 1 0 0 0,0 0 1 0 0,1-1-1 0 0,11-11 985 0 0,-10 7-847 0 0,0 0 0 0 0,0 1 0 0 0,0-1-1 0 0,-1 0 1 0 0,0 0 0 0 0,0 0 0 0 0,-1 0 0 0 0,1 0 0 0 0,-1 0 0 0 0,0 0 0 0 0,0 0 0 0 0,-1 0 0 0 0,1 0 0 0 0,-1 1 0 0 0,-2-9 0 0 0,-3-6 270 0 0,-1 0 1 0 0,-13-26-1 0 0,19 45-441 0 0,1-2-393 0 0,-1 2 101 0 0,-1 0 0 0 0,1 0 0 0 0,0 0 1 0 0,0 0-1 0 0,0 0 0 0 0,-1 0 0 0 0,1 1 0 0 0,0-1 0 0 0,0 0 0 0 0,0 1 0 0 0,0-1 1 0 0,0 1-1 0 0,0-1 0 0 0,0 1 0 0 0,0-1 0 0 0,0 1 0 0 0,0 0 0 0 0,0 0 1 0 0,0-1-1 0 0,0 1 0 0 0,0 0 0 0 0,0 0 0 0 0,1 0 0 0 0,-1 0 0 0 0,0 0 0 0 0,1 0 1 0 0,-1 0-1 0 0,1 0 0 0 0,-1 0 0 0 0,1 0 0 0 0,-1 1 0 0 0,0 0-499 0 0</inkml:trace>
</inkml:ink>
</file>

<file path=ppt/ink/ink3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6:32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1 100 0 0,'8'2'217'0'0,"1"0"0"0"0,-1 1 0 0 0,0 0-1 0 0,0 0 1 0 0,0 1 0 0 0,0 0 0 0 0,-1 0 0 0 0,1 1 0 0 0,-1 0-1 0 0,-1 0 1 0 0,1 1 0 0 0,-1-1 0 0 0,1 2 0 0 0,-2-1 0 0 0,1 1-1 0 0,-1 0 1 0 0,0 0 0 0 0,0 0 0 0 0,-1 1 0 0 0,0-1 0 0 0,0 1-1 0 0,-1 0 1 0 0,0 0 0 0 0,-1 1 0 0 0,3 11 0 0 0,-5-18-40 0 0,1-2-120 0 0,-1 1 0 0 0,0-1-1 0 0,0 0 1 0 0,0 1 0 0 0,0-1 0 0 0,0 0-1 0 0,0 0 1 0 0,0 1 0 0 0,0-1 0 0 0,0 0-1 0 0,0 1 1 0 0,0-1 0 0 0,0 0 0 0 0,0 0-1 0 0,0 1 1 0 0,0-1 0 0 0,-1 0-1 0 0,1 1 1 0 0,0-1 0 0 0,0 0 0 0 0,0 0-1 0 0,0 1 1 0 0,0-1 0 0 0,-1 0 0 0 0,1 0-1 0 0,0 0 1 0 0,0 1 0 0 0,0-1 0 0 0,-1 0-1 0 0,1 0 1 0 0,0 0 0 0 0,0 0-1 0 0,-1 1 1 0 0,1-1 0 0 0,0 0 0 0 0,0 0-1 0 0,-1 0 1 0 0,1 0 0 0 0,0 0 0 0 0,0 0-1 0 0,-1 0 1 0 0,1 0 0 0 0,0 0 0 0 0,-1 0-1 0 0,1 0 1 0 0,0 0 0 0 0,-1 0 0 0 0,1 0-1 0 0,0 0 1 0 0,0 0 0 0 0,-1 0-1 0 0,-1-2-6 0 0,1 1-1 0 0,-1-1 1 0 0,1 0-1 0 0,0 1 0 0 0,-1-1 1 0 0,1 0-1 0 0,0 0 0 0 0,0 0 1 0 0,0 0-1 0 0,0 0 0 0 0,1 0 1 0 0,-1 0-1 0 0,1 0 0 0 0,-1 0 1 0 0,1-1-1 0 0,0 1 0 0 0,-1 0 1 0 0,2-4-1 0 0,-1 1 32 0 0,1 0 1 0 0,0 0-1 0 0,1 0 1 0 0,0 0-1 0 0,-1 0 0 0 0,1 0 1 0 0,1 0-1 0 0,-1 1 1 0 0,4-6-1 0 0,-2 4-101 0 0,0 1 0 0 0,0-1-1 0 0,1 1 1 0 0,-1 0 0 0 0,1 0 0 0 0,0 0-1 0 0,1 1 1 0 0,-1 0 0 0 0,1 0 0 0 0,0 0-1 0 0,8-3 1 0 0,-10 5-516 0 0,1 0 0 0 0,-1 1 0 0 0,0 0 0 0 0,1-1 0 0 0,-1 2 0 0 0,1-1 0 0 0,-1 0-1 0 0,1 1 1 0 0,0 0 0 0 0,-1 0 0 0 0,5 1 0 0 0,2 1-1685 0 0</inkml:trace>
</inkml:ink>
</file>

<file path=ppt/ink/ink3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6:32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128 442 264 0 0,'0'0'681'0'0,"-8"1"-40"0"0,1 1-419 0 0,0-1-1 0 0,1 1 1 0 0,-1 1 0 0 0,0-1-1 0 0,1 1 1 0 0,0 0-1 0 0,0 0 1 0 0,0 1-1 0 0,0 0 1 0 0,0 0 0 0 0,1 1-1 0 0,0-1 1 0 0,0 1-1 0 0,0 0 1 0 0,0 0 0 0 0,-6 10-1 0 0,10-12-135 0 0,-1-1 1 0 0,0 1-1 0 0,1-1 1 0 0,0 1-1 0 0,0 0 0 0 0,0 0 1 0 0,0 0-1 0 0,0-1 0 0 0,0 1 1 0 0,1 0-1 0 0,-1 0 0 0 0,1 0 1 0 0,0 0-1 0 0,0 0 0 0 0,0 0 1 0 0,1 4-1 0 0,-1-6-58 0 0,0 0 1 0 0,0 0 0 0 0,1 0-1 0 0,-1-1 1 0 0,1 1-1 0 0,-1 0 1 0 0,0 0 0 0 0,1-1-1 0 0,0 1 1 0 0,-1 0-1 0 0,1-1 1 0 0,-1 1-1 0 0,1 0 1 0 0,0-1 0 0 0,-1 1-1 0 0,1-1 1 0 0,0 1-1 0 0,0-1 1 0 0,0 1 0 0 0,-1-1-1 0 0,2 1 1 0 0,0-1 0 0 0,1 1 0 0 0,-1-1 0 0 0,0 0 0 0 0,0 0 0 0 0,0 0 0 0 0,0 0 0 0 0,0 0 0 0 0,1-1 0 0 0,-1 1 0 0 0,0-1 0 0 0,0 1 0 0 0,3-2 0 0 0,10-4 173 0 0,0-1 1 0 0,0-1 0 0 0,-1 0-1 0 0,0-1 1 0 0,-1-1 0 0 0,0 0-1 0 0,0 0 1 0 0,-1-2-1 0 0,0 1 1 0 0,-1-1 0 0 0,16-24-1 0 0,-11 13 24 0 0,-1 0-1 0 0,-2-1 0 0 0,0-1 0 0 0,-2 0 1 0 0,0 0-1 0 0,7-32 0 0 0,-14 41-52 0 0,-1 0 0 0 0,0 0 0 0 0,-2-1 0 0 0,0 1-1 0 0,0-1 1 0 0,-2 1 0 0 0,0-1 0 0 0,-1 1 0 0 0,0 0 0 0 0,-6-21 0 0 0,7 35-157 0 0,0 0 1 0 0,1 0 0 0 0,-1 1-1 0 0,0-1 1 0 0,0 0 0 0 0,0 0-1 0 0,0 0 1 0 0,0 1 0 0 0,0-1-1 0 0,-1 1 1 0 0,1-1 0 0 0,-1 1-1 0 0,1-1 1 0 0,-1 1 0 0 0,1 0-1 0 0,-1-1 1 0 0,0 1 0 0 0,1 0-1 0 0,-1 0 1 0 0,0 0 0 0 0,0 1-1 0 0,0-1 1 0 0,0 0 0 0 0,0 1-1 0 0,0-1 1 0 0,0 1 0 0 0,0 0-1 0 0,0 0 1 0 0,0-1 0 0 0,0 1-1 0 0,0 1 1 0 0,0-1 0 0 0,0 0-1 0 0,0 0 1 0 0,0 1 0 0 0,0-1-1 0 0,0 1 1 0 0,0 0 0 0 0,0-1-1 0 0,0 1 1 0 0,0 0 0 0 0,1 0-1 0 0,-1 0 1 0 0,0 0 0 0 0,-1 2-1 0 0,-3 1-7 0 0,1-1 0 0 0,-1 1 1 0 0,1 0-1 0 0,0 1 0 0 0,0 0 0 0 0,1-1 0 0 0,-1 1 0 0 0,1 1 0 0 0,0-1 0 0 0,0 1 0 0 0,1-1 0 0 0,0 1 1 0 0,-3 7-1 0 0,3 0-22 0 0,0-1 0 0 0,1 1 0 0 0,0 0 0 0 0,1-1 1 0 0,1 1-1 0 0,0 0 0 0 0,1 0 0 0 0,0 0 0 0 0,1 0 1 0 0,0-1-1 0 0,8 25 0 0 0,-7-29-55 0 0,0 1 1 0 0,1-1-1 0 0,0 0 1 0 0,0 0-1 0 0,1 0 1 0 0,0 0-1 0 0,1-1 1 0 0,-1 0-1 0 0,1 0 1 0 0,0 0-1 0 0,1-1 0 0 0,0 0 1 0 0,0 0-1 0 0,0 0 1 0 0,1-1-1 0 0,0-1 1 0 0,16 9-1 0 0,-18-12 5 0 0,0 1-1 0 0,0-1 0 0 0,-1 0 1 0 0,1-1-1 0 0,1 1 0 0 0,-1-1 1 0 0,0 0-1 0 0,0-1 1 0 0,0 1-1 0 0,0-1 0 0 0,-1 0 1 0 0,1-1-1 0 0,0 0 1 0 0,0 0-1 0 0,7-3 0 0 0,-4 2-11 0 0,-1 0 0 0 0,0 0 1 0 0,1 1-1 0 0,-1 1 0 0 0,16-2 0 0 0,-15 4 54 0 0,-1 1 1 0 0,1-1-1 0 0,-1 2 1 0 0,0-1-1 0 0,0 1 1 0 0,0 1-1 0 0,0-1 1 0 0,-1 1-1 0 0,1 1 1 0 0,-1-1-1 0 0,0 1 1 0 0,0 1 0 0 0,-1-1-1 0 0,1 1 1 0 0,-1 0-1 0 0,-1 0 1 0 0,1 1-1 0 0,-1 0 1 0 0,0 0-1 0 0,5 10 1 0 0,-9-16 27 0 0,-1 0 0 0 0,1 0 0 0 0,-1 0 0 0 0,0 0 0 0 0,1 1 0 0 0,-1-1 0 0 0,0 0 0 0 0,1 0 0 0 0,-1 0 1 0 0,0 0-1 0 0,0 1 0 0 0,0-1 0 0 0,0 0 0 0 0,0 0 0 0 0,0 0 0 0 0,-1 1 0 0 0,1-1 0 0 0,0 0 0 0 0,-1 0 0 0 0,1 0 0 0 0,0 0 0 0 0,-1 0 1 0 0,0 0-1 0 0,1 0 0 0 0,-1 0 0 0 0,1 0 0 0 0,-2 1 0 0 0,-1 1 49 0 0,1-1 1 0 0,-1 1-1 0 0,0-1 1 0 0,0 0-1 0 0,0 0 1 0 0,0 0 0 0 0,0-1-1 0 0,0 1 1 0 0,-5 0-1 0 0,-3 2-414 0 0,1-1-1 0 0,-1 0 1 0 0,0-1 0 0 0,-21 1 0 0 0,30-3-1549 0 0</inkml:trace>
</inkml:ink>
</file>

<file path=ppt/ink/ink3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6:33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2 400 0 0,'11'-1'6921'0'0,"-1"0"-2522"0"0,-4 1-3183 0 0</inkml:trace>
</inkml:ink>
</file>

<file path=ppt/ink/ink3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6:38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1394 51 436 0 0,'-2'-6'744'0'0,"0"0"0"0"0,-1 1 0 0 0,1-1 0 0 0,-1 1 0 0 0,0 0 0 0 0,-1 0 0 0 0,-4-6 0 0 0,7 9-300 0 0,-6 4-321 0 0,0 0-1 0 0,1 1 1 0 0,-1 0-1 0 0,1 0 1 0 0,0 0-1 0 0,0 1 1 0 0,0 0-1 0 0,0 0 1 0 0,1 0-1 0 0,0 1 1 0 0,-9 8 0 0 0,0 0 20 0 0,-166 151 689 0 0,-80 63-174 0 0,235-208-605 0 0,-231 165 365 0 0,195-145-299 0 0,-2-2-1 0 0,-84 36 0 0 0,128-66-71 0 0,1 0-1 0 0,-1-1 0 0 0,1-1 0 0 0,-33 4 0 0 0,45-8-31 0 0,0 0 0 0 0,-1-1 0 0 0,1 0 0 0 0,0 0-1 0 0,0 0 1 0 0,-1-1 0 0 0,1 0 0 0 0,0 0 0 0 0,0-1-1 0 0,0 0 1 0 0,0 0 0 0 0,0 0 0 0 0,0-1 0 0 0,1 1-1 0 0,-1-1 1 0 0,1-1 0 0 0,-10-7 0 0 0,11 7-19 0 0,0 0 0 0 0,1-1 1 0 0,-1 0-1 0 0,1 0 1 0 0,1 0-1 0 0,-1 0 0 0 0,1 0 1 0 0,-1 0-1 0 0,1-1 0 0 0,1 1 1 0 0,-1-1-1 0 0,1 0 1 0 0,0 1-1 0 0,0-1 0 0 0,1 0 1 0 0,0 0-1 0 0,0 1 0 0 0,0-1 1 0 0,1 0-1 0 0,0 1 1 0 0,2-11-1 0 0,-1 8-16 0 0,0 0 0 0 0,1 0 0 0 0,0 0 0 0 0,0 0 0 0 0,1 0 0 0 0,0 1 0 0 0,0-1 1 0 0,1 1-1 0 0,-1 0 0 0 0,2 1 0 0 0,-1-1 0 0 0,1 1 0 0 0,0 0 0 0 0,9-6 0 0 0,15-8-23 0 0,0 3 0 0 0,2 0-1 0 0,0 2 1 0 0,37-12 0 0 0,140-32-92 0 0,-190 54 115 0 0,1 2 0 0 0,-1 0 0 0 0,1 1 0 0 0,-1 1 1 0 0,1 0-1 0 0,39 5 0 0 0,-47-1 5 0 0,0-1-1 0 0,0 1 1 0 0,-1 1-1 0 0,1 0 1 0 0,-1 1-1 0 0,0 0 1 0 0,0 1-1 0 0,0 0 1 0 0,-1 1 0 0 0,0 0-1 0 0,0 0 1 0 0,12 12-1 0 0,23 27-4 0 0,-11-10 12 0 0,2-2 0 0 0,1-1 0 0 0,62 42 0 0 0,-88-68 12 0 0,0-1 1 0 0,0 0 0 0 0,0 0-1 0 0,1-1 1 0 0,0-1-1 0 0,0 0 1 0 0,0 0 0 0 0,1-1-1 0 0,-1-1 1 0 0,1 0 0 0 0,-1-1-1 0 0,1 0 1 0 0,0-1-1 0 0,0 0 1 0 0,-1-1 0 0 0,1-1-1 0 0,0 0 1 0 0,21-6 0 0 0,-13 1 8 0 0,0-1 1 0 0,0-1 0 0 0,0-1 0 0 0,-1 0-1 0 0,29-22 1 0 0,-43 28 53 0 0,0-1 0 0 0,0 0 0 0 0,-1 0 0 0 0,1-1 0 0 0,-1 1 0 0 0,0-1-1 0 0,-1 0 1 0 0,1-1 0 0 0,-1 1 0 0 0,-1-1 0 0 0,1 0 0 0 0,-1 0 0 0 0,0 0 0 0 0,-1 0 0 0 0,0-1 0 0 0,0 1 0 0 0,0-1 0 0 0,-1 1-1 0 0,1-14 1 0 0,-2 19 77 0 0,2-7 466 0 0,2 16-623 0 0,0 0 1 0 0,1 0 0 0 0,0 0 0 0 0,0 0-1 0 0,0-1 1 0 0,1 0 0 0 0,0 0-1 0 0,0 0 1 0 0,1-1 0 0 0,-1 0-1 0 0,1 0 1 0 0,0-1 0 0 0,1 0-1 0 0,-1 0 1 0 0,1 0 0 0 0,0-1-1 0 0,0 0 1 0 0,0-1 0 0 0,0 0 0 0 0,0 0-1 0 0,0-1 1 0 0,1 0 0 0 0,-1 0-1 0 0,0-1 1 0 0,1 0 0 0 0,-1 0-1 0 0,13-3 1 0 0,-7 1 6 0 0,0 0 0 0 0,0-1 1 0 0,0-1-1 0 0,-1 0 0 0 0,1-1 0 0 0,-1 0 1 0 0,0-1-1 0 0,0 0 0 0 0,-1-1 0 0 0,0-1 0 0 0,0 0 1 0 0,-1 0-1 0 0,0-1 0 0 0,0-1 0 0 0,17-21 0 0 0,-10 7 11 0 0,-1-2-1 0 0,-2 0 1 0 0,-1 0-1 0 0,15-38 0 0 0,-22 45 3 0 0,-1 0 0 0 0,0 0 0 0 0,-2-1-1 0 0,0 0 1 0 0,-1 0 0 0 0,-1 0 0 0 0,-1-28-1 0 0,-5-11 356 0 0,3 57-327 0 0,-1 4-32 0 0,0 1-1 0 0,-1 0 0 0 0,1 0 1 0 0,0 0-1 0 0,0 0 0 0 0,1 0 1 0 0,-1 1-1 0 0,1-1 1 0 0,-1 0-1 0 0,1 1 0 0 0,0-1 1 0 0,0 1-1 0 0,1-1 1 0 0,-1 1-1 0 0,1 7 0 0 0,-11 78 23 0 0,12-31-108 0 0,14 92-1 0 0,2 40-215 0 0,-26-121-2908 0 0,0-54-1167 0 0</inkml:trace>
</inkml:ink>
</file>

<file path=ppt/ink/ink3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6:39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49 664 0 0,'17'-6'528'0'0,"13"-3"-144"0"0,11-2-204 0 0,3 3-316 0 0,-1 1-136 0 0,5 4-292 0 0,1-1 132 0 0</inkml:trace>
</inkml:ink>
</file>

<file path=ppt/ink/ink3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6:39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588 81 928 0 0,'-1'-42'6356'0'0,"0"39"-6199"0"0,0 1 1 0 0,0 0-1 0 0,-1 0 1 0 0,1 0-1 0 0,-1-1 1 0 0,1 1-1 0 0,-1 1 1 0 0,1-1-1 0 0,-1 0 1 0 0,0 0-1 0 0,0 1 1 0 0,0-1-1 0 0,0 1 1 0 0,0 0-1 0 0,0-1 1 0 0,-1 1-1 0 0,1 0 1 0 0,0 0-1 0 0,-4-1 1 0 0,-1 1-20 0 0,1 0 0 0 0,-1 0 1 0 0,1 0-1 0 0,-1 1 0 0 0,1 0 0 0 0,-1 0 0 0 0,-9 2 1 0 0,-66 20-22 0 0,36-6 73 0 0,37-12-47 0 0,-24 11-63 0 0,0 1 0 0 0,2 1 0 0 0,0 2 1 0 0,1 2-1 0 0,0 0 0 0 0,-50 50 0 0 0,71-62-66 0 0,1 1 0 0 0,0-1 0 0 0,1 1 0 0 0,0 1 0 0 0,0 0 0 0 0,1-1 0 0 0,0 2 0 0 0,1-1 0 0 0,1 1 0 0 0,-4 12 0 0 0,7-21-14 0 0,0 0 1 0 0,0 1-1 0 0,0-1 1 0 0,0 1 0 0 0,1-1-1 0 0,0 1 1 0 0,-1-1-1 0 0,1 1 1 0 0,1-1 0 0 0,-1 1-1 0 0,0 0 1 0 0,1-1-1 0 0,0 0 1 0 0,0 1 0 0 0,0-1-1 0 0,0 1 1 0 0,0-1-1 0 0,1 0 1 0 0,0 0 0 0 0,-1 0-1 0 0,1 0 1 0 0,0 0-1 0 0,0 0 1 0 0,1 0 0 0 0,-1-1-1 0 0,1 1 1 0 0,-1-1-1 0 0,1 0 1 0 0,0 1-1 0 0,0-1 1 0 0,0-1 0 0 0,0 1-1 0 0,0 0 1 0 0,0-1-1 0 0,0 1 1 0 0,1-1 0 0 0,-1 0-1 0 0,7 1 1 0 0,11 2-35 0 0,-1-1 1 0 0,1-2-1 0 0,-1 0 1 0 0,1 0-1 0 0,-1-2 1 0 0,1-1-1 0 0,-1-1 1 0 0,1 0-1 0 0,-1-2 1 0 0,22-7-1 0 0,16-8-81 0 0,0-2-1 0 0,59-34 0 0 0,-86 40 81 0 0,-1 0-1 0 0,40-31 1 0 0,-63 42 34 0 0,1-1 0 0 0,-1 0 0 0 0,0-1 1 0 0,-1 0-1 0 0,1 0 0 0 0,-1 0 0 0 0,-1-1 0 0 0,0 1 0 0 0,0-1 0 0 0,0-1 0 0 0,-1 1 0 0 0,0-1 0 0 0,-1 0 0 0 0,4-11 0 0 0,-7 17 1 0 0,1 0 0 0 0,-1 0 0 0 0,0 0 0 0 0,1 0 0 0 0,-1 0 0 0 0,-1-1 0 0 0,1 1-1 0 0,0 0 1 0 0,-1 0 0 0 0,0 0 0 0 0,0 0 0 0 0,0 0 0 0 0,0 0 0 0 0,0 0 0 0 0,0 0 0 0 0,-1 0-1 0 0,-3-4 1 0 0,1 2 0 0 0,1 1 0 0 0,-1 0 0 0 0,-1 0 0 0 0,1 1 0 0 0,0-1 0 0 0,-1 1 0 0 0,0 0 0 0 0,0 0 0 0 0,-7-2 0 0 0,-3-1-18 0 0,0 0 0 0 0,0 2-1 0 0,-1 0 1 0 0,0 1-1 0 0,1 1 1 0 0,-18-1 0 0 0,28 2-103 0 0,0 1 0 0 0,0 1 0 0 0,0-1-1 0 0,1 1 1 0 0,-1-1 0 0 0,0 1 0 0 0,1 1 0 0 0,-1-1 0 0 0,1 1 0 0 0,-1-1 0 0 0,1 1 0 0 0,0 1 0 0 0,-8 4 0 0 0,-26 27-5676 0 0,32-27 3391 0 0</inkml:trace>
</inkml:ink>
</file>

<file path=ppt/ink/ink3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6:39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494 39 956 0 0,'0'0'1000'0'0,"-9"-39"5954"0"0,7 39-6883 0 0,1 0 0 0 0,0 0 0 0 0,0 1 0 0 0,0-1 0 0 0,-1 0 0 0 0,1 0 1 0 0,0 1-1 0 0,0-1 0 0 0,0 1 0 0 0,-1-1 0 0 0,1 1 0 0 0,0-1 0 0 0,0 1 0 0 0,0 0 0 0 0,0 0 0 0 0,0-1 0 0 0,0 1 0 0 0,1 0 0 0 0,-1 0 0 0 0,0 0 0 0 0,0 0 0 0 0,0 0 0 0 0,1 0 0 0 0,-2 2 0 0 0,-28 36-22 0 0,25-34 114 0 0,-54 82 162 0 0,4 2 0 0 0,-52 113-1 0 0,-19 104 174 0 0,73-168-257 0 0,51-133-846 0 0,-8 17 1363 0 0,0-15-8734 0 0</inkml:trace>
</inkml:ink>
</file>

<file path=ppt/ink/ink3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6:43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47 8 0 0,'10'-31'4281'0'0,"-6"15"2105"0"0,-101 279-5904 0 0,45-128-303 0 0,-41 139 160 0 0,81-237-239 0 0,-12 28 339 0 0,23-63-323 0 0,2-1-104 0 0,-1-1-1 0 0,0 1 1 0 0,0 0 0 0 0,1-1-1 0 0,-1 1 1 0 0,0 0 0 0 0,1-1-1 0 0,-1 1 1 0 0,1 0 0 0 0,-1-1 0 0 0,0 1-1 0 0,1-1 1 0 0,0 1 0 0 0,-1-1-1 0 0,1 1 1 0 0,-1-1 0 0 0,1 1 0 0 0,0-1-1 0 0,-1 0 1 0 0,1 1 0 0 0,0-1-1 0 0,-1 0 1 0 0,1 1 0 0 0,0-1 0 0 0,-1 0-1 0 0,1 0 1 0 0,0 0 0 0 0,0 0-1 0 0,-1 0 1 0 0,1 0 0 0 0,0 0 0 0 0,0 0-1 0 0,-1 0 1 0 0,1 0 0 0 0,0 0-1 0 0,-1 0 1 0 0,1 0 0 0 0,1-1 0 0 0,42-8-13 0 0,-32 6 41 0 0,356-68 165 0 0,-358 69-204 0 0,0 1 14 0 0,-1-1 0 0 0,1 1-1 0 0,-1-2 1 0 0,1 1 0 0 0,13-7 0 0 0,-22 8 59 0 0,7-1 728 0 0</inkml:trace>
</inkml:ink>
</file>

<file path=ppt/ink/ink3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6:44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65 600 0 0,'0'0'3814'0'0,"6"-2"-3410"0"0,32-11 294 0 0,0 1 0 0 0,1 2 0 0 0,0 1 0 0 0,1 2 0 0 0,50-2-1 0 0,-74 10-463 0 0,21-4 458 0 0,-36 2-281 0 0,-3 16-7288 0 0,1-12 4924 0 0</inkml:trace>
</inkml:ink>
</file>

<file path=ppt/ink/ink3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6:45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7 640 0 0,'0'0'9186'0'0,"5"-1"-9138"0"0,32-4 108 0 0,-35 5-140 0 0,14 26 70 0 0,-20-12-73 0 0,-2 1-1 0 0,1-1 1 0 0,-2 0-1 0 0,0-1 1 0 0,-1 0-1 0 0,0 0 1 0 0,-1 0-1 0 0,0-1 1 0 0,-13 13-1 0 0,-33 49 140 0 0,25-31 126 0 0,30-41-244 0 0,-8 9 203 0 0,9-5 561 0 0,30-8-563 0 0,55-10-1 0 0,-13 1-51 0 0,-70 10-165 0 0,22-6-1898 0 0,-104 25-4264 0 0</inkml:trace>
</inkml:ink>
</file>

<file path=ppt/ink/ink3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6:46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51 1316 0 0,'0'0'2582'0'0,"-3"-10"-552"0"0,3 4 1804 0 0,0-1-4422 0 0,-2-14 7951 0 0,1 15-10997 0 0,1 13 3152 0 0,0 21-794 0 0,-1-9-3991 0 0</inkml:trace>
</inkml:ink>
</file>

<file path=ppt/ink/ink3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6:46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10 88 0 0,'0'0'4066'0'0,"2"-10"3321"0"0,1 13-7372 0 0,1 0-1 0 0,-1-1 1 0 0,0 1-1 0 0,0 1 1 0 0,-1-1 0 0 0,1 0-1 0 0,-1 1 1 0 0,1-1-1 0 0,-1 1 1 0 0,0 0 0 0 0,0 0-1 0 0,-1 0 1 0 0,1 0-1 0 0,-1 0 1 0 0,0 0-1 0 0,0 0 1 0 0,0 0 0 0 0,-1 0-1 0 0,1 1 1 0 0,-1-1-1 0 0,0 0 1 0 0,0 0 0 0 0,-1 1-1 0 0,0 4 1 0 0,-1 1-15 0 0,-1-1 0 0 0,0 0 1 0 0,0 0-1 0 0,-1 0 0 0 0,0 0 0 0 0,0-1 1 0 0,-1 1-1 0 0,0-1 0 0 0,-1 0 1 0 0,1-1-1 0 0,-2 0 0 0 0,1 1 1 0 0,-1-2-1 0 0,0 1 0 0 0,0-1 0 0 0,-1 0 1 0 0,0-1-1 0 0,0 0 0 0 0,0 0 1 0 0,-1 0-1 0 0,1-1 0 0 0,-12 3 0 0 0,18-6-394 0 0</inkml:trace>
</inkml:ink>
</file>

<file path=ppt/ink/ink3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6:47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15 244 0 0,'5'-11'4241'0'0,"-1"7"-2313"0"0,-1 5-60 0 0,1 2-1764 0 0,-1 0 0 0 0,0 0 0 0 0,1 1 0 0 0,-1-1 0 0 0,-1 1-1 0 0,1 0 1 0 0,-1 0 0 0 0,1 0 0 0 0,1 6 0 0 0,0 0 5 0 0,-1 0 1 0 0,0 0-1 0 0,0 1 1 0 0,-1-1-1 0 0,-1 1 1 0 0,1 15-1 0 0,-2 1 19 0 0,-2-1-1 0 0,0 0 1 0 0,-10 45-1 0 0,8-58-84 0 0,1 0 0 0 0,-2 0 0 0 0,1 0 0 0 0,-2-1 0 0 0,0 0-1 0 0,0 0 1 0 0,-1-1 0 0 0,-10 13 0 0 0,12-17 64 0 0,0-1 1 0 0,-1-1-1 0 0,1 1 0 0 0,-2-1 0 0 0,1 0 1 0 0,0 0-1 0 0,-1-1 0 0 0,0 1 1 0 0,0-2-1 0 0,0 1 0 0 0,-1-1 0 0 0,1 0 1 0 0,-1 0-1 0 0,-11 2 0 0 0,16-5-62 0 0,1 0 0 0 0,-1 0 0 0 0,0-1 0 0 0,1 1 0 0 0,-1 0 0 0 0,1-1 0 0 0,-1 1 0 0 0,1-1 0 0 0,-1 0 0 0 0,1 0 0 0 0,0 0 0 0 0,-1 0 0 0 0,1-1 0 0 0,0 1-1 0 0,0 0 1 0 0,0-1 0 0 0,0 0 0 0 0,0 1 0 0 0,0-1 0 0 0,0 0 0 0 0,0 0 0 0 0,1 0 0 0 0,-1 0 0 0 0,1 0 0 0 0,0-1 0 0 0,-1 1 0 0 0,1 0 0 0 0,0-1 0 0 0,0 1 0 0 0,1 0 0 0 0,-1-1 0 0 0,0 0 0 0 0,1 1 0 0 0,-1-1 0 0 0,1 1-1 0 0,0-1 1 0 0,0 1 0 0 0,0-1 0 0 0,1-4 0 0 0,-1 4 9 0 0,1 0-79 0 0,0-1 1 0 0,1 1-1 0 0,-1 0 1 0 0,0-1-1 0 0,1 1 1 0 0,0 0-1 0 0,0 0 1 0 0,0 0-1 0 0,0 0 1 0 0,0 0-1 0 0,1 1 1 0 0,-1-1-1 0 0,1 1 1 0 0,0-1-1 0 0,-1 1 1 0 0,1 0 0 0 0,0 0-1 0 0,1 0 1 0 0,-1 1-1 0 0,4-2 1 0 0,-5 2-251 0 0,5 0-53 0 0,23 0-8814 0 0</inkml:trace>
</inkml:ink>
</file>

<file path=ppt/ink/ink3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6:47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81 1008 0 0,'-1'-3'490'0'0,"0"0"0"0"0,0 0 0 0 0,1 0 0 0 0,-1 0-1 0 0,1-1 1 0 0,0 1 0 0 0,-1 0 0 0 0,1 0 0 0 0,1 0 0 0 0,-1 0-1 0 0,0 0 1 0 0,1 0 0 0 0,0 0 0 0 0,-1 0 0 0 0,1 0 0 0 0,3-6 0 0 0,9-12 621 0 0,-13 20-1098 0 0,20 5-2191 0 0,-5 18-1911 0 0,-14-12 1732 0 0</inkml:trace>
</inkml:ink>
</file>

<file path=ppt/ink/ink3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6:48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1 416 0 0,'0'0'1020'0'0,"7"22"4749"0"0,-15 9-4994 0 0,-2-1 0 0 0,-1 0 1 0 0,-18 37-1 0 0,0-17-2309 0 0,-6-6-3404 0 0</inkml:trace>
</inkml:ink>
</file>

<file path=ppt/ink/ink3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6:48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33 263 472 0 0,'0'-2'586'0'0,"1"0"-1"0"0,0 0 1 0 0,0 0-1 0 0,0-1 1 0 0,0 2 0 0 0,0-1-1 0 0,1 0 1 0 0,-1 0-1 0 0,1 0 1 0 0,-1 0 0 0 0,1 1-1 0 0,2-3 1 0 0,1 16-374 0 0,0-1 1 0 0,0 1 0 0 0,-1 0-1 0 0,-1 0 1 0 0,0 0 0 0 0,0 0-1 0 0,-1 1 1 0 0,-1-1 0 0 0,0 0-1 0 0,-1 1 1 0 0,0 0-1 0 0,-1-1 1 0 0,-1 0 0 0 0,0 1-1 0 0,-5 18 1 0 0,5-27-150 0 0,0 0-1 0 0,0-1 1 0 0,-1 1-1 0 0,1 0 1 0 0,-1-1 0 0 0,0 1-1 0 0,0-1 1 0 0,0 0 0 0 0,-4 3-1 0 0,6-5 153 0 0,-7-5-61 0 0,8 4-149 0 0,-1 0 0 0 0,0 0 1 0 0,1 0-1 0 0,-1 0 0 0 0,0-1 1 0 0,1 1-1 0 0,-1 0 0 0 0,1 0 0 0 0,-1 0 1 0 0,0-1-1 0 0,1 1 0 0 0,-1 0 1 0 0,1 0-1 0 0,-1-1 0 0 0,0 1 0 0 0,1-1 1 0 0,-1 1-1 0 0,1-1 0 0 0,0 1 0 0 0,-1 0 1 0 0,1-1-1 0 0,-1 1 0 0 0,1-1 1 0 0,0 0-1 0 0,-1 0 0 0 0,-4-16 41 0 0,1 0-1 0 0,1-1 1 0 0,1 1-1 0 0,0-1 1 0 0,1 1-1 0 0,1-1 1 0 0,1 0-1 0 0,0 1 0 0 0,1-1 1 0 0,9-32-1 0 0,-5 26-30 0 0,1 0-1 0 0,1 0 0 0 0,2 1 0 0 0,0 0 0 0 0,1 1 0 0 0,2 0 0 0 0,18-25 1 0 0,-29 43-20 0 0,0 1 0 0 0,0 0 1 0 0,1 0-1 0 0,-1 1 0 0 0,1-1 1 0 0,0 0-1 0 0,0 1 1 0 0,0 0-1 0 0,0-1 0 0 0,0 1 1 0 0,1 1-1 0 0,-1-1 1 0 0,0 0-1 0 0,1 1 0 0 0,0-1 1 0 0,-1 1-1 0 0,1 0 0 0 0,6 0 1 0 0,-6 1 0 0 0,0 0 0 0 0,0 1 0 0 0,-1-1 0 0 0,1 1 0 0 0,0 0 0 0 0,-1 0 0 0 0,1 1 0 0 0,-1-1-1 0 0,1 1 1 0 0,-1 0 0 0 0,0 0 0 0 0,0 0 0 0 0,1 0 0 0 0,-2 0 0 0 0,5 4 0 0 0,4 5 1 0 0,-1 1-1 0 0,0 0 1 0 0,-1 0-1 0 0,-1 1 1 0 0,0 0-1 0 0,0 0 1 0 0,6 18 0 0 0,-2-2 10 0 0,-1 1 0 0 0,-1 0 1 0 0,-1 0-1 0 0,-2 1 0 0 0,-2 0 1 0 0,4 61-1 0 0,-9-87-85 0 0,0 1-1 0 0,-1-1 1 0 0,0 1 0 0 0,0-1 0 0 0,0 0-1 0 0,-4 10 1 0 0,4-14-130 0 0,1 1-1 0 0,-1 0 0 0 0,0-1 1 0 0,1 1-1 0 0,-1-1 1 0 0,0 1-1 0 0,0-1 0 0 0,0 0 1 0 0,0 1-1 0 0,-1-1 1 0 0,1 0-1 0 0,0 0 0 0 0,0 0 1 0 0,-1 0-1 0 0,1 0 1 0 0,-1 0-1 0 0,1 0 0 0 0,-1 0 1 0 0,1 0-1 0 0,-1-1 1 0 0,1 1-1 0 0,-1-1 0 0 0,0 1 1 0 0,1-1-1 0 0,-3 1 1 0 0</inkml:trace>
</inkml:ink>
</file>

<file path=ppt/ink/ink3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6:48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1 116 120 0 0,'0'0'2128'0'0,"10"-18"544"0"0,19 5-1557 0 0,0 2 0 0 0,1 1-1 0 0,58-11 1 0 0,37 0-2000 0 0,-19 4-3897 0 0,-87 13 2690 0 0</inkml:trace>
</inkml:ink>
</file>

<file path=ppt/ink/ink3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6:49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20 932 0 0,'0'0'3490'0'0,"22"-10"-1644"0"0,222 0 2233 0 0,-241 10-4037 0 0,0 0 1 0 0,0 0-1 0 0,0 1 0 0 0,-1-1 1 0 0,1 1-1 0 0,0 0 0 0 0,0-1 1 0 0,-1 1-1 0 0,1 0 0 0 0,-1 1 1 0 0,1-1-1 0 0,-1 0 0 0 0,1 1 1 0 0,-1-1-1 0 0,0 1 1 0 0,1 0-1 0 0,-1 0 0 0 0,0 0 1 0 0,0 0-1 0 0,0 0 0 0 0,-1 0 1 0 0,1 1-1 0 0,-1-1 0 0 0,1 0 1 0 0,-1 1-1 0 0,0-1 0 0 0,1 1 1 0 0,-1 0-1 0 0,-1-1 0 0 0,1 1 1 0 0,0 0-1 0 0,0 3 0 0 0,1 10 26 0 0,0 1-1 0 0,-1-1 1 0 0,-1 1-1 0 0,-2 23 1 0 0,1-13 27 0 0,-28 419 365 0 0,25-418-364 0 0,-2-1-1 0 0,0 0 1 0 0,-2-1-1 0 0,0 0 1 0 0,-18 35 0 0 0,25-58-36 0 0,-1-1 1 0 0,0 1-1 0 0,0 0 1 0 0,0 0-1 0 0,0-1 1 0 0,0 1-1 0 0,0-1 1 0 0,-1 0 0 0 0,1 0-1 0 0,-1 0 1 0 0,0 0-1 0 0,0 0 1 0 0,1 0-1 0 0,-1-1 1 0 0,0 0-1 0 0,-5 2 1 0 0,-49 7 893 0 0,32-7-505 0 0,13-2-420 0 0,-1-2 0 0 0,1 0 0 0 0,0 0 0 0 0,-1-1 0 0 0,1 0 0 0 0,-16-6 0 0 0,-30-4-5753 0 0,49 11 1894 0 0</inkml:trace>
</inkml:ink>
</file>

<file path=ppt/ink/ink3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7:03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13 76 0 0,'-10'-6'1115'0'0,"10"6"-1023"0"0,0 0 0 0 0,0 0 0 0 0,0-1 277 0 0,0 1-277 0 0,1 0 0 0 0,-1 0 1 0 0,0 0-1 0 0,0 0 0 0 0,0 0 0 0 0,0-1 0 0 0,0 1 1 0 0,0 0-1 0 0,0 0 0 0 0,0 0 0 0 0,0 0 0 0 0,0 0 1 0 0,0 0-1 0 0,0-1 0 0 0,0 1 0 0 0,0 0 0 0 0,0 0 1 0 0,0 0-1 0 0,0 0 0 0 0,0 0 0 0 0,0-1 0 0 0,0 1 1 0 0,0 0-1 0 0,0 0 0 0 0,0 0 0 0 0,0 0 0 0 0,0 0 1 0 0,0-1-1 0 0,0 1 0 0 0,0 0 0 0 0,0 0 0 0 0,-1 0 277 0 0,1 0-277 0 0,0-1 1 0 0,0 1-1 0 0,0 0 0 0 0,0 0 0 0 0,-1 0 0 0 0,1 0 1 0 0,0 0-1 0 0,0 0 0 0 0,0 0 0 0 0,0 0 0 0 0,0 0 1 0 0,-1 0-1 0 0,1 0 0 0 0,0 0 0 0 0,0 0 1 0 0,0 0-1 0 0,0 0 0 0 0,0 0 0 0 0,-1 0 0 0 0,119 3 36 0 0,-5 2-40 0 0,-111-5-77 0 0,9 1 22 0 0,-5 0 10 0 0,-8 0 62 0 0,-116 7-14 0 0,115-8-118 0 0,0 1-474 0 0,3-1 437 0 0,0 0 0 0 0,-1 0 0 0 0,1-1-1 0 0,0 1 1 0 0,0 0 0 0 0,-1 0 0 0 0,1 0 0 0 0,0 0-1 0 0,0 0 1 0 0,-1 0 0 0 0,1 0 0 0 0,0 0-1 0 0,0 0 1 0 0,-1 1 0 0 0,1-1 0 0 0,0 0 0 0 0,0 0-1 0 0,-1 0 1 0 0,1 0 0 0 0,0 0 0 0 0,0 0-1 0 0,0 0 1 0 0,-1 0 0 0 0,1 1 0 0 0,0-1-1 0 0,0 0 1 0 0,0 0 0 0 0,-1 0 0 0 0,1 1 0 0 0,0-1-1 0 0,0 0 1 0 0,0 0 0 0 0,0 0 0 0 0,0 1-1 0 0,0-1 1 0 0,-1 0 0 0 0,1 1 0 0 0,2 10-1654 0 0,-1-8 134 0 0</inkml:trace>
</inkml:ink>
</file>

<file path=ppt/ink/ink3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7:16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1 543 660 0 0,'1'0'8688'0'0,"16"-8"-8532"0"0,-2-4 77 0 0,0 0-1 0 0,0-1 1 0 0,-1-1-1 0 0,0 0 1 0 0,22-33 0 0 0,47-87 365 0 0,-69 109-490 0 0,5-9 60 0 0,-1-1-1 0 0,-3-1 0 0 0,19-56 0 0 0,-28 74-71 0 0,-5 17-95 0 0,0-1 0 0 0,0 0 1 0 0,-1 0-1 0 0,1 0 0 0 0,-1-1 0 0 0,1 1 1 0 0,-1 0-1 0 0,1 0 0 0 0,-1 0 0 0 0,0 0 1 0 0,0 0-1 0 0,0-1 0 0 0,0 1 0 0 0,-1 0 0 0 0,1 0 1 0 0,-1 0-1 0 0,1 0 0 0 0,-2-4 0 0 0,1 4-42 0 0,-4 2-63 0 0,0 0 48 0 0,0 1 0 0 0,0-1 1 0 0,0 1-1 0 0,1 0 0 0 0,-1 1 1 0 0,0-1-1 0 0,1 1 0 0 0,-6 3 1 0 0,1 2-91 0 0,7-6 122 0 0,0 1 0 0 0,0-1 0 0 0,0 0 1 0 0,0 1-1 0 0,0 0 0 0 0,0-1 0 0 0,1 1 0 0 0,-1 0 0 0 0,1 0 1 0 0,-1 0-1 0 0,1 0 0 0 0,0 0 0 0 0,0 0 0 0 0,0 1 1 0 0,0-1-1 0 0,0 0 0 0 0,0 0 0 0 0,0 1 0 0 0,1-1 0 0 0,0 1 1 0 0,-1 3-1 0 0,1-4-2 0 0,-1 34-372 0 0,26-20 326 0 0,-20-13 68 0 0,0-1 0 0 0,0 1 0 0 0,-1-1 0 0 0,1 1-1 0 0,-1 0 1 0 0,1 1 0 0 0,6 6 0 0 0,-7-4 5 0 0,0 0-1 0 0,0 1 1 0 0,0-1 0 0 0,-1 1 0 0 0,0 0-1 0 0,0 0 1 0 0,-1 0 0 0 0,0 0 0 0 0,0 1-1 0 0,1 8 1 0 0,-1 8 6 0 0,-1-1 0 0 0,-2 26 0 0 0,1 51 3 0 0,0-98-11 0 0,0-1 1 0 0,0 1 0 0 0,0 0 0 0 0,1 0 0 0 0,-1-1 0 0 0,1 1 0 0 0,-1 0-1 0 0,1 0 1 0 0,-1-1 0 0 0,1 1 0 0 0,0 0 0 0 0,0-1 0 0 0,0 1-1 0 0,0-1 1 0 0,0 1 0 0 0,0-1 0 0 0,0 0 0 0 0,1 1 0 0 0,-1-1 0 0 0,0 0-1 0 0,1 0 1 0 0,-1 0 0 0 0,1 0 0 0 0,2 1 0 0 0,-1-1-1 0 0,1 0 0 0 0,0 0 1 0 0,-1 0-1 0 0,1 0 1 0 0,0-1-1 0 0,0 0 0 0 0,0 0 1 0 0,-1 0-1 0 0,1 0 0 0 0,0-1 1 0 0,4 0-1 0 0,7-3 0 0 0,1 0 0 0 0,-1-1 0 0 0,0-1-1 0 0,20-10 1 0 0,-22 8 16 0 0,0 0-1 0 0,-1-1 1 0 0,0-1 0 0 0,-1 1-1 0 0,17-20 1 0 0,-22 23 15 0 0,0-1 0 0 0,0 0 0 0 0,-1-1 1 0 0,0 1-1 0 0,0-1 0 0 0,-1 0 0 0 0,0-1 1 0 0,0 1-1 0 0,-1 0 0 0 0,3-12 0 0 0,-4 11 48 0 0,-1 0-1 0 0,0 0 1 0 0,0 0-1 0 0,-1 0 1 0 0,0 0-1 0 0,-1 0 1 0 0,-2-13-1 0 0,3 20-39 0 0,-13-16 46 0 0,12 18-86 0 0,0-1-1 0 0,-1 1 1 0 0,1 0-1 0 0,0 0 1 0 0,0 0 0 0 0,-1 0-1 0 0,1 0 1 0 0,0 0-1 0 0,0 0 1 0 0,0 0-1 0 0,-1 0 1 0 0,1 1-1 0 0,0-1 1 0 0,0 0-1 0 0,0 1 1 0 0,-1-1-1 0 0,1 1 1 0 0,0-1-1 0 0,0 1 1 0 0,0 0-1 0 0,0-1 1 0 0,0 1-1 0 0,0 0 1 0 0,0 0-1 0 0,-1 1 1 0 0,0 1-3 0 0,0 0 1 0 0,0 0-1 0 0,0 0 1 0 0,0 0-1 0 0,1 1 1 0 0,0-1-1 0 0,-1 1 1 0 0,1-1-1 0 0,0 4 1 0 0,-1 3 4 0 0,0 0 0 0 0,1 0-1 0 0,1-1 1 0 0,0 1 0 0 0,2 19 0 0 0,-1-20-1 0 0,1-1 0 0 0,0 1 0 0 0,1-1 1 0 0,0 0-1 0 0,0 0 0 0 0,1 0 0 0 0,-1 0 0 0 0,2-1 1 0 0,6 10-1 0 0,-7-13 2 0 0,0 1 0 0 0,0-1 0 0 0,1-1-1 0 0,-1 1 1 0 0,1 0 0 0 0,0-1 0 0 0,0 0 0 0 0,1 0 0 0 0,-1-1 0 0 0,0 1 0 0 0,1-1 0 0 0,0-1 0 0 0,-1 1 0 0 0,1-1-1 0 0,11 2 1 0 0,-11-3 3 0 0,1 0 0 0 0,-1 0 0 0 0,0-1 0 0 0,1 1 0 0 0,-1-2 0 0 0,0 1 0 0 0,0 0 0 0 0,0-1 0 0 0,0-1 0 0 0,0 1 0 0 0,5-4 0 0 0,61-37 35 0 0,-56 33-30 0 0,23-18 3 0 0,0-2 0 0 0,64-64 0 0 0,-64 39 314 0 0,-38 54-276 0 0,0-12 252 0 0,-1 6-29 0 0,-2 8 394 0 0,-17 69-664 0 0,3 1 0 0 0,4 0 0 0 0,-6 108 0 0 0,-17 100-363 0 0,26-244 316 0 0,-2 20 140 0 0,11-54 34 0 0,-1 1 177 0 0,1-2-284 0 0,0 0 0 0 0,0 0 0 0 0,0 0 0 0 0,-1 0 0 0 0,1 0 1 0 0,0 0-1 0 0,0 0 0 0 0,0 0 0 0 0,0 0 0 0 0,0 0 0 0 0,0 0 0 0 0,-1 0 0 0 0,1 0 0 0 0,0 0 0 0 0,0 0 0 0 0,0 0 0 0 0,0 0 0 0 0,0 0 0 0 0,0 0 0 0 0,-1 0 1 0 0,1 0-1 0 0,0 0 0 0 0,0 0 0 0 0,0 0 0 0 0,0 0 0 0 0,0 0 0 0 0,0 0 0 0 0,-1 0 0 0 0,1 0 0 0 0,0 0 0 0 0,0 0 0 0 0,0 0 0 0 0,0 0 0 0 0,0 1 0 0 0,0-1 1 0 0,0 0-1 0 0,0 0 0 0 0,0 0 0 0 0,-1 0 0 0 0,1 0 0 0 0,0 0 0 0 0,0 0 0 0 0,0 1 0 0 0,0-1 0 0 0,0 0 0 0 0,0 0 0 0 0,0 0 0 0 0,0 0 0 0 0,0 0 0 0 0,0 0 1 0 0,0 1-1 0 0,0-1 0 0 0,0 0 0 0 0,-3-28 59 0 0,0-1 0 0 0,2 0 0 0 0,2 1-1 0 0,0-1 1 0 0,2 1 0 0 0,1-1 0 0 0,1 1 0 0 0,14-42 0 0 0,12-25-425 0 0,51-103-1 0 0,-66 162 175 0 0,3 0-1 0 0,36-52 1 0 0,-42 70 85 0 0,0 2 0 0 0,1-1 0 0 0,1 2 0 0 0,0 0 0 0 0,1 1 0 0 0,29-21 0 0 0,-43 34 65 0 0,1-1 0 0 0,0 0 1 0 0,-1 1-1 0 0,1-1 0 0 0,0 1 1 0 0,0 0-1 0 0,0 0 0 0 0,0 0 1 0 0,0 1-1 0 0,0-1 0 0 0,0 1 1 0 0,0-1-1 0 0,6 1 0 0 0,-7 1 10 0 0,0-1-1 0 0,-1 0 0 0 0,1 1 1 0 0,-1-1-1 0 0,1 1 0 0 0,-1 0 1 0 0,1-1-1 0 0,-1 1 0 0 0,1 0 1 0 0,-1 0-1 0 0,1 0 0 0 0,-1 0 1 0 0,0 0-1 0 0,0 1 0 0 0,0-1 1 0 0,1 0-1 0 0,-1 0 0 0 0,0 1 1 0 0,0 1-1 0 0,1 1-3 0 0,0 1 0 0 0,0 0 0 0 0,-1-1 0 0 0,1 1 0 0 0,-1 0-1 0 0,0 0 1 0 0,-1 0 0 0 0,1 0 0 0 0,-1 0 0 0 0,0 0 0 0 0,-1 0 0 0 0,1 0 0 0 0,-1 0 0 0 0,0 0 0 0 0,-2 7 0 0 0,0-2 6 0 0,-1-1 1 0 0,1 1-1 0 0,-2-1 1 0 0,0 0-1 0 0,0 0 1 0 0,0-1-1 0 0,-1 1 1 0 0,0-1-1 0 0,-1 0 1 0 0,0-1-1 0 0,-13 12 1 0 0,6-9 14 0 0,0 1 1 0 0,-1-2-1 0 0,0 0 1 0 0,-1-1-1 0 0,-31 12 1 0 0,25-20-2371 0 0,15-1-3037 0 0</inkml:trace>
</inkml:ink>
</file>

<file path=ppt/ink/ink3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7:17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38 436 0 0,'9'1'230'0'0,"-1"0"-1"0"0,1 0 1 0 0,0 1-1 0 0,0 0 1 0 0,-1 0 0 0 0,1 1-1 0 0,-1 0 1 0 0,0 1 0 0 0,0 0-1 0 0,0 0 1 0 0,0 1-1 0 0,-1 0 1 0 0,1 0 0 0 0,-1 0-1 0 0,-1 1 1 0 0,1 0-1 0 0,-1 1 1 0 0,0-1 0 0 0,0 1-1 0 0,-1 1 1 0 0,0-1-1 0 0,0 1 1 0 0,-1-1 0 0 0,0 1-1 0 0,4 13 1 0 0,-7-20-146 0 0,-1 1 0 0 0,1-1 0 0 0,-1 0-1 0 0,1 1 1 0 0,-1-1 0 0 0,0 0 0 0 0,0 1 0 0 0,0-1 0 0 0,0 0 0 0 0,0 1 0 0 0,0-1 0 0 0,0 0-1 0 0,0 1 1 0 0,0-1 0 0 0,-1 0 0 0 0,1 1 0 0 0,0-1 0 0 0,-1 0 0 0 0,1 0 0 0 0,-1 1-1 0 0,0-1 1 0 0,1 0 0 0 0,-1 0 0 0 0,0 0 0 0 0,0 0 0 0 0,1 0 0 0 0,-1 0 0 0 0,0 0-1 0 0,0 0 1 0 0,0 0 0 0 0,0 0 0 0 0,-1 0 0 0 0,1-1 0 0 0,0 1 0 0 0,0 0 0 0 0,-3 0 1498 0 0,2-3-1539 0 0,0 0 1 0 0,1 0-1 0 0,0 0 1 0 0,-1-1-1 0 0,1 1 1 0 0,0-1-1 0 0,0 1 1 0 0,0-1-1 0 0,1 1 1 0 0,-1-1-1 0 0,1 1 0 0 0,-1-1 1 0 0,1 1-1 0 0,0-1 1 0 0,0 0-1 0 0,0 1 1 0 0,0-1-1 0 0,0 0 1 0 0,1 1-1 0 0,-1-1 1 0 0,3-4-1 0 0,-1-3 30 0 0,2 1-1 0 0,-1 0 1 0 0,1 0-1 0 0,10-16 0 0 0,-8 16-267 0 0,0 0 0 0 0,1 0-1 0 0,0 1 1 0 0,0 0 0 0 0,1 0-1 0 0,12-10 1 0 0,-12 13-1138 0 0,0 0 1 0 0,0 0-1 0 0,0 1 0 0 0,14-6 1 0 0</inkml:trace>
</inkml:ink>
</file>

<file path=ppt/ink/ink3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7:18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0 378 348 0 0,'6'0'285'0'0,"-1"0"1"0"0,1 0-1 0 0,-1 0 1 0 0,1-1-1 0 0,-1 0 0 0 0,1 0 1 0 0,-1-1-1 0 0,0 1 0 0 0,0-1 1 0 0,0 0-1 0 0,0-1 1 0 0,0 1-1 0 0,0-1 0 0 0,0 0 1 0 0,-1 0-1 0 0,5-4 0 0 0,-3 2 107 0 0,0 0-1 0 0,0 0 0 0 0,0 0 0 0 0,-1-1 1 0 0,0 0-1 0 0,0 0 0 0 0,0-1 0 0 0,-1 1 0 0 0,0-1 1 0 0,5-12-1 0 0,-8 18 408 0 0,-1 0-780 0 0,-1 1 0 0 0,1-1 1 0 0,-1 0-1 0 0,1 1 0 0 0,-1-1 1 0 0,1 1-1 0 0,-1-1 0 0 0,1 1 1 0 0,-1-1-1 0 0,1 1 0 0 0,-1 0 1 0 0,0-1-1 0 0,1 1 0 0 0,-1 0 1 0 0,0-1-1 0 0,1 1 0 0 0,-1 0 1 0 0,0 0-1 0 0,0-1 0 0 0,1 1 1 0 0,-1 0-1 0 0,0 0 0 0 0,1 0 1 0 0,-1 0-1 0 0,0 0 0 0 0,0 0 1 0 0,0 0-1 0 0,-5 3 1 0 0,1-1 1 0 0,0 1-1 0 0,0 0 0 0 0,0 0 1 0 0,0 1-1 0 0,1 0 0 0 0,0-1 1 0 0,-1 2-1 0 0,1-1 0 0 0,0 0 1 0 0,1 1-1 0 0,-1-1 0 0 0,1 1 0 0 0,0 0 1 0 0,0 0-1 0 0,1 1 0 0 0,-1-1 1 0 0,1 1-1 0 0,0-1 0 0 0,1 1 1 0 0,-1-1-1 0 0,1 1 0 0 0,0 0 1 0 0,0 11-1 0 0,1-16-20 0 0,0 0 0 0 0,0 0-1 0 0,0 0 1 0 0,1 0 0 0 0,-1 0-1 0 0,0 0 1 0 0,0 0 0 0 0,1 1 0 0 0,-1-1-1 0 0,1 0 1 0 0,-1 0 0 0 0,1 0 0 0 0,-1 0-1 0 0,1-1 1 0 0,0 1 0 0 0,-1 0 0 0 0,1 0-1 0 0,0 0 1 0 0,0 0 0 0 0,0-1 0 0 0,-1 1-1 0 0,1 0 1 0 0,0-1 0 0 0,0 1-1 0 0,0-1 1 0 0,0 1 0 0 0,0-1 0 0 0,0 1-1 0 0,0-1 1 0 0,0 0 0 0 0,1 1 0 0 0,-1-1-1 0 0,0 0 1 0 0,0 0 0 0 0,0 0 0 0 0,0 0-1 0 0,0 0 1 0 0,0 0 0 0 0,1 0-1 0 0,0-1 1 0 0,51-10-10 0 0,-45 9-6 0 0,127-50-296 0 0,-103 37 203 0 0,0 2 0 0 0,0 1 0 0 0,2 2-1 0 0,40-8 1 0 0,-72 18 100 0 0,0-1 0 0 0,0 1 0 0 0,-1 0 0 0 0,1-1 0 0 0,0 1 0 0 0,0 0 0 0 0,0 0 0 0 0,0 0 0 0 0,0 1 0 0 0,0-1 0 0 0,-1 0 0 0 0,1 1 0 0 0,0-1 1 0 0,0 1-1 0 0,0-1 0 0 0,-1 1 0 0 0,1 0 0 0 0,0 0 0 0 0,-1 0 0 0 0,1 0 0 0 0,-1 0 0 0 0,1 0 0 0 0,-1 0 0 0 0,3 3 0 0 0,-3-2 5 0 0,-1 0 1 0 0,1 0-1 0 0,-1 0 0 0 0,1 0 1 0 0,-1 0-1 0 0,0 0 1 0 0,0 0-1 0 0,0 1 1 0 0,0-1-1 0 0,0 0 1 0 0,-1 0-1 0 0,1 0 1 0 0,0 0-1 0 0,-1 0 0 0 0,0 0 1 0 0,1 0-1 0 0,-1 0 1 0 0,0 0-1 0 0,0 0 1 0 0,0-1-1 0 0,-3 4 1 0 0,-34 54-7 0 0,37-58 5 0 0,1 0 1 0 0,0-1 0 0 0,0 1 0 0 0,0-1 0 0 0,0 1 0 0 0,0-1-1 0 0,0 1 1 0 0,0-1 0 0 0,0 1 0 0 0,0-1 0 0 0,0 1 0 0 0,0-1 0 0 0,0 1 0 0 0,0-1 0 0 0,0 1 0 0 0,0-1 0 0 0,0 0-1 0 0,1 1 1 0 0,-1-1 0 0 0,0 1 0 0 0,0-1 0 0 0,0 1 0 0 0,1-1 0 0 0,-1 0 0 0 0,0 1 0 0 0,1-1 0 0 0,-1 0 0 0 0,0 1 0 0 0,1-1-1 0 0,-1 0 1 0 0,1 1 0 0 0,-1-1 0 0 0,0 0 0 0 0,1 0 0 0 0,-1 1 0 0 0,1-1 0 0 0,-1 0 0 0 0,1 0 0 0 0,-1 0 0 0 0,1 0 0 0 0,-1 0-1 0 0,0 1 1 0 0,1-1 0 0 0,-1 0 0 0 0,1 0 0 0 0,-1 0 0 0 0,1 0 0 0 0,-1-1 0 0 0,1 1 0 0 0,-1 0 0 0 0,1 0 0 0 0,-1 0 0 0 0,1 0-1 0 0,-1 0 1 0 0,1-1 0 0 0,12 0-22 0 0,0-2-1 0 0,-1 1 1 0 0,1-1-1 0 0,-1-1 1 0 0,0-1-1 0 0,0 1 1 0 0,0-2-1 0 0,0 1 1 0 0,-1-2-1 0 0,0 0 1 0 0,-1 0-1 0 0,1-1 0 0 0,-1 0 1 0 0,-1 0-1 0 0,1-1 1 0 0,-2-1-1 0 0,9-10 1 0 0,-15 16 44 0 0,2-7-8 0 0,-2 3-3 0 0,-2 7-5 0 0,-1 2-143 0 0,-1 1 136 0 0,0-1 0 0 0,0 1 0 0 0,1 0 0 0 0,-1-1 0 0 0,1 1 0 0 0,-1 0 0 0 0,1 0 0 0 0,0 0 0 0 0,0 0 0 0 0,-2 4 0 0 0,2-3 0 0 0,0 0 1 0 0,1 0 0 0 0,0 0-1 0 0,-1 0 1 0 0,1 0 0 0 0,0 0-1 0 0,1 0 1 0 0,-1 0 0 0 0,0 0-1 0 0,1 0 1 0 0,0 0 0 0 0,-1 0 0 0 0,1 0-1 0 0,0-1 1 0 0,1 1 0 0 0,-1 0-1 0 0,0 0 1 0 0,1-1 0 0 0,0 1-1 0 0,-1-1 1 0 0,4 3 0 0 0,-5-4 17 0 0,1 0-11 0 0,-1 0-1 0 0,1 0 0 0 0,-1 0 1 0 0,1 0-1 0 0,-1 0 0 0 0,1-1 1 0 0,-1 1-1 0 0,1 0 0 0 0,0 0 1 0 0,-1-1-1 0 0,1 1 0 0 0,0 0 1 0 0,0-1-1 0 0,0 1 0 0 0,-1-1 1 0 0,1 1-1 0 0,0-1 0 0 0,0 1 1 0 0,0-1-1 0 0,0 0 0 0 0,0 1 1 0 0,0-1-1 0 0,0 0 0 0 0,0 0 1 0 0,0 1-1 0 0,0-1 1 0 0,0 0-1 0 0,0 0 0 0 0,0 0 1 0 0,0 0-1 0 0,0-1 0 0 0,0 1 1 0 0,1 0-1 0 0,23-3 35 0 0,-14-1-18 0 0,-1 0-1 0 0,0-1 1 0 0,0 0-1 0 0,16-13 1 0 0,-23 15-16 0 0,0 0 0 0 0,0 0 0 0 0,1 1 1 0 0,-1-1-1 0 0,1 1 0 0 0,-1 0 1 0 0,1 0-1 0 0,0 0 0 0 0,0 0 1 0 0,0 0-1 0 0,0 1 0 0 0,0 0 0 0 0,0 0 1 0 0,0 0-1 0 0,0 0 0 0 0,0 1 1 0 0,1-1-1 0 0,-1 1 0 0 0,0 0 1 0 0,0 1-1 0 0,1-1 0 0 0,-1 1 1 0 0,7 1-1 0 0,-2 0 22 0 0,-1 0 1 0 0,1-1-1 0 0,0 0 1 0 0,-1-1-1 0 0,1 0 1 0 0,0 0-1 0 0,-1-1 1 0 0,1 0-1 0 0,-1-1 0 0 0,1 0 1 0 0,-1 0-1 0 0,1 0 1 0 0,-1-1-1 0 0,0-1 1 0 0,0 1-1 0 0,-1-1 1 0 0,1-1-1 0 0,-1 1 1 0 0,0-1-1 0 0,0-1 0 0 0,10-9 1 0 0,-5 5 101 0 0,0-2 0 0 0,-1 1 1 0 0,0-2-1 0 0,-1 1 0 0 0,-1-1 0 0 0,0-1 1 0 0,-1 0-1 0 0,0 0 0 0 0,-1-1 0 0 0,10-27 1 0 0,-13 29 251 0 0,-1 0 0 0 0,0 0 0 0 0,1-21 0 0 0,-4 31-206 0 0,0 3-158 0 0,0 0 0 0 0,0 0 0 0 0,0-1 1 0 0,0 1-1 0 0,0 0 0 0 0,0 0 0 0 0,0-1 0 0 0,1 1 1 0 0,-1 0-1 0 0,0 0 0 0 0,0-1 0 0 0,-1 1 0 0 0,1 0 1 0 0,0-1-1 0 0,0 1 0 0 0,0 0 0 0 0,0 0 0 0 0,0-1 1 0 0,0 1-1 0 0,0 0 0 0 0,0 0 0 0 0,0-1 0 0 0,0 1 1 0 0,-1 0-1 0 0,1 0 0 0 0,0-1 0 0 0,0 1 0 0 0,0 0 0 0 0,-1 0 1 0 0,1 0-1 0 0,0-1 0 0 0,0 1 0 0 0,0 0 0 0 0,-1 0 1 0 0,1 0-1 0 0,0 0 0 0 0,0 0 0 0 0,-1-1 0 0 0,1 1 1 0 0,0 0-1 0 0,-1 0 0 0 0,1 0 0 0 0,0 0 0 0 0,-1 0 1 0 0,-5 7 22 0 0,1-1 1 0 0,0 1 0 0 0,0 0 0 0 0,1 1 0 0 0,0-1 0 0 0,0 1 0 0 0,1 0 0 0 0,-1 0 0 0 0,2 0 0 0 0,-4 16-1 0 0,0 9 157 0 0,-2 51-1 0 0,-1 6 191 0 0,2-47-51 0 0,7-42-255 0 0,0 3-35 0 0,0-4-120 0 0,0 0 0 0 0,0 1 0 0 0,0-1 0 0 0,0 0 0 0 0,0 1 0 0 0,0-1 0 0 0,0 0 0 0 0,0 1 0 0 0,0-1 0 0 0,0 0 0 0 0,0 1 0 0 0,0-1 0 0 0,0 1 0 0 0,0-1 0 0 0,0 0 0 0 0,0 1 0 0 0,0-1 0 0 0,0 0 0 0 0,-1 1 0 0 0,1-1 0 0 0,0 0 0 0 0,0 1 0 0 0,0-1 0 0 0,-1 0 0 0 0,1 0 0 0 0,0 1 0 0 0,0-1 0 0 0,-1 0 0 0 0,1 0 0 0 0,0 1 0 0 0,-1-1 0 0 0,1 0 0 0 0,-4 0-406 0 0,-1-1-37 0 0</inkml:trace>
</inkml:ink>
</file>

<file path=ppt/ink/ink3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7:18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94 932 0 0,'29'-11'2553'0'0,"-2"-1"-1"0"0,0-1 0 0 0,27-18 1 0 0,-17 9-234 0 0,-35 21-2351 0 0,-12 0-1005 0 0,0 0-1 0 0,0 0 0 0 0,0 1 1 0 0,0 0-1 0 0,-12 2 1 0 0,3-1-1218 0 0,-12 1-530 0 0</inkml:trace>
</inkml:ink>
</file>

<file path=ppt/ink/ink3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7:22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3 627 416 0 0,'0'0'2162'0'0,"-3"-8"2281"0"0,26 2-4123 0 0,0-1 0 0 0,0-2 0 0 0,-1 0 0 0 0,-1-1-1 0 0,27-18 1 0 0,100-75 386 0 0,-125 86-637 0 0,-1 0 0 0 0,-1-2 0 0 0,-1-1 0 0 0,-1 0 0 0 0,-1-1 0 0 0,0-1 0 0 0,-2-1 0 0 0,0-1 0 0 0,-2 0 0 0 0,-1-1 0 0 0,0 0 0 0 0,-2-1 0 0 0,10-35 0 0 0,-19 52-53 0 0,3-6 25 0 0,-2 0 1 0 0,0 0-1 0 0,0 0 1 0 0,0-17-1 0 0,-3 30-56 0 0,-5 6-32 0 0,-9 10 42 0 0,0 1-1 0 0,0 1 1 0 0,2 0-1 0 0,0 0 1 0 0,-17 32 0 0 0,12-16 0 0 0,2 1 1 0 0,-18 53 0 0 0,28-68 1 0 0,1 0 0 0 0,1 0 0 0 0,0 0 0 0 0,1 0 0 0 0,1 1 0 0 0,1-1 1 0 0,1 1-1 0 0,0-1 0 0 0,1 0 0 0 0,5 21 0 0 0,-5-32 1 0 0,0 1 0 0 0,0 0 0 0 0,1-1 0 0 0,-1 1 1 0 0,2-1-1 0 0,-1 0 0 0 0,1 0 0 0 0,0 0 0 0 0,0-1 0 0 0,1 1 0 0 0,0-1 0 0 0,0 0 0 0 0,1 0 1 0 0,-1-1-1 0 0,1 0 0 0 0,1 0 0 0 0,-1 0 0 0 0,1 0 0 0 0,-1-1 0 0 0,1 0 0 0 0,0-1 1 0 0,1 0-1 0 0,-1 0 0 0 0,1 0 0 0 0,9 1 0 0 0,-10-3 6 0 0,1-1 0 0 0,-1 0 0 0 0,1 0-1 0 0,-1-1 1 0 0,1 0 0 0 0,-1 0 0 0 0,0-1 0 0 0,0 1 0 0 0,1-2 0 0 0,-1 1-1 0 0,-1-1 1 0 0,14-7 0 0 0,3-4-3 0 0,0-1 0 0 0,22-18 0 0 0,-15 9 7 0 0,-1-1-1 0 0,-1-2 0 0 0,-1-1 0 0 0,-1-2 1 0 0,-2 0-1 0 0,-1-1 0 0 0,33-61 0 0 0,-41 63 212 0 0,0-1 0 0 0,-2-1-1 0 0,-1 0 1 0 0,13-62 0 0 0,-17 50 1716 0 0,-123 250-1574 0 0,9-12-150 0 0,38-95 74 0 0,67-99-272 0 0,-3 2 275 0 0,9-4-285 0 0,-3 1-3 0 0,0-1 1 0 0,-1 1-1 0 0,1-1 1 0 0,-1 0 0 0 0,1 1-1 0 0,-1-1 1 0 0,1 0-1 0 0,-1 0 1 0 0,1 0-1 0 0,-1 0 1 0 0,0 0 0 0 0,1-1-1 0 0,-1 1 1 0 0,0 0-1 0 0,0-1 1 0 0,0 1 0 0 0,0 0-1 0 0,1-3 1 0 0,7-4-25 0 0,1-1 0 0 0,0 1 0 0 0,0 1 0 0 0,1 0 1 0 0,0 0-1 0 0,19-8 0 0 0,-28 14-7 0 0,-1 1 24 0 0,1-1 0 0 0,-1 1 0 0 0,1 0-1 0 0,-1-1 1 0 0,1 1 0 0 0,-1 0 0 0 0,0 0-1 0 0,1 0 1 0 0,-1 0 0 0 0,1 0 0 0 0,-1 0-1 0 0,1 1 1 0 0,-1-1 0 0 0,0 0 0 0 0,1 1-1 0 0,-1-1 1 0 0,1 1 0 0 0,0 0-1 0 0,31 9-102 0 0,64 25-17 0 0,-88-33 125 0 0,0 0-1 0 0,0 0 1 0 0,0-1-1 0 0,0 0 1 0 0,1-1-1 0 0,-1 0 1 0 0,0-1-1 0 0,0 1 1 0 0,12-4-1 0 0,-18 3 53 0 0,0 0 0 0 0,0 0-1 0 0,1 0 1 0 0,-1-1-1 0 0,0 1 1 0 0,0-1 0 0 0,0 0-1 0 0,0 0 1 0 0,-1 0-1 0 0,1 0 1 0 0,-1 0-1 0 0,1-1 1 0 0,-1 1 0 0 0,0-1-1 0 0,1 0 1 0 0,-1 0-1 0 0,2-4 1 0 0,-4 6 447 0 0,2-11 107 0 0,-2 12-574 0 0,0-1-1 0 0,0 1 1 0 0,0 0-1 0 0,0-1 1 0 0,0 1 0 0 0,0 0-1 0 0,0-1 1 0 0,0 1 0 0 0,0 0-1 0 0,0 0 1 0 0,0-1-1 0 0,0 1 1 0 0,0 0 0 0 0,0-1-1 0 0,0 1 1 0 0,0 0 0 0 0,1 0-1 0 0,-1-1 1 0 0,0 1-1 0 0,0 0 1 0 0,0 0 0 0 0,1-1-1 0 0,-1 1 1 0 0,0 0 0 0 0,0 0-1 0 0,1 0 1 0 0,-1-1-1 0 0,0 1 1 0 0,0 0 0 0 0,1 0-1 0 0,-1 0 1 0 0,0 0 0 0 0,0 0-1 0 0,1 0 1 0 0,-1-1-1 0 0,0 1 1 0 0,1 0 0 0 0,-1 0-1 0 0,0 0 1 0 0,1 0 0 0 0,12 7-577 0 0,45 21-423 0 0,-38-22-2506 0 0,0-4-3347 0 0</inkml:trace>
</inkml:ink>
</file>

<file path=ppt/ink/ink3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7:22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49 652 0 0,'-8'-2'1032'0'0,"1"0"1"0"0,0-1-1 0 0,0 0 0 0 0,0-1 1 0 0,-10-6-1 0 0,15 9-311 0 0,6-1-107 0 0,11-3-439 0 0,0 1 0 0 0,0 0 0 0 0,1 1 0 0 0,0 0 0 0 0,28 0-1 0 0,90 5-1052 0 0,-99 0 625 0 0,156 9-4171 0 0,-117-6 2353 0 0</inkml:trace>
</inkml:ink>
</file>

<file path=ppt/ink/ink3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7:23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136 151 9377 0 0,'0'0'293'0'0,"0"-4"-161"0"0,0 2-96 0 0,0 1 0 0 0,0-1-1 0 0,0 0 1 0 0,0 1-1 0 0,1-1 1 0 0,-1 1 0 0 0,0-1-1 0 0,1 1 1 0 0,-1-1 0 0 0,1 1-1 0 0,0-1 1 0 0,-1 1 0 0 0,1-1-1 0 0,0 1 1 0 0,0 0-1 0 0,0-1 1 0 0,0 1 0 0 0,0 0-1 0 0,0 0 1 0 0,0 0 0 0 0,0 0-1 0 0,1 0 1 0 0,-1 0 0 0 0,0 0-1 0 0,1 0 1 0 0,-1 0-1 0 0,1 1 1 0 0,-1-1 0 0 0,1 0-1 0 0,2 0 1 0 0,-2 1 74 0 0,20 15 259 0 0,-20-11-346 0 0,-1 1 0 0 0,1 1-1 0 0,-1-1 1 0 0,-1 0 0 0 0,1 0-1 0 0,-1 0 1 0 0,1 0 0 0 0,-2 1-1 0 0,1-1 1 0 0,0 0 0 0 0,-1 0-1 0 0,0 0 1 0 0,0 0 0 0 0,-1 0-1 0 0,1 0 1 0 0,-1 0 0 0 0,0 0-1 0 0,-1 0 1 0 0,1-1 0 0 0,-1 1-1 0 0,0-1 1 0 0,-4 6 0 0 0,3-5 48 0 0,0 0 0 0 0,0 0 1 0 0,0-1-1 0 0,0 1 0 0 0,-1-1 1 0 0,0 0-1 0 0,0 0 0 0 0,0-1 1 0 0,0 1-1 0 0,-1-1 0 0 0,1 0 0 0 0,-1-1 1 0 0,0 1-1 0 0,0-1 0 0 0,0 0 1 0 0,0-1-1 0 0,0 1 0 0 0,-10 0 1 0 0,14-2-49 0 0,0 1 0 0 0,0-1 0 0 0,0 0 0 0 0,-1 0 0 0 0,1 0 0 0 0,0 0 1 0 0,0-1-1 0 0,0 1 0 0 0,0-1 0 0 0,0 1 0 0 0,-1-1 0 0 0,1 0 0 0 0,0 1 0 0 0,0-1 1 0 0,0 0-1 0 0,0 0 0 0 0,1-1 0 0 0,-1 1 0 0 0,0 0 0 0 0,0-1 0 0 0,1 1 1 0 0,-1-1-1 0 0,1 1 0 0 0,-1-1 0 0 0,1 0 0 0 0,0 0 0 0 0,0 1 0 0 0,0-1 1 0 0,0 0-1 0 0,0 0 0 0 0,0 0 0 0 0,0 0 0 0 0,0-1 0 0 0,1 1 0 0 0,-1 0 0 0 0,1 0 1 0 0,0 0-1 0 0,-1 0 0 0 0,1-1 0 0 0,0 1 0 0 0,1 0 0 0 0,-1 0 0 0 0,0 0 1 0 0,0 0-1 0 0,1-1 0 0 0,1-2 0 0 0,0-6-7 0 0,1 0 1 0 0,1 1-1 0 0,0 0 1 0 0,1 0-1 0 0,0 0 0 0 0,0 0 1 0 0,11-14-1 0 0,-5 11-17 0 0,1 0-1 0 0,1 0 0 0 0,0 1 0 0 0,1 1 1 0 0,0 0-1 0 0,0 1 0 0 0,1 1 1 0 0,0 0-1 0 0,32-13 0 0 0,-39 19-4 0 0,0 0 1 0 0,0 0-1 0 0,0 0 0 0 0,0 1 0 0 0,0 1 0 0 0,0-1 0 0 0,0 1 0 0 0,1 1 0 0 0,-1-1 1 0 0,0 2-1 0 0,1-1 0 0 0,-1 1 0 0 0,0 0 0 0 0,0 1 0 0 0,1 0 0 0 0,-1 0 1 0 0,-1 0-1 0 0,1 1 0 0 0,0 1 0 0 0,-1-1 0 0 0,1 1 0 0 0,13 10 0 0 0,-15-9-19 0 0,0 1 0 0 0,0 0 0 0 0,-1 1 0 0 0,0-1 0 0 0,0 1 0 0 0,0 0 0 0 0,-1 0 0 0 0,0 0 0 0 0,0 1 0 0 0,0 0 0 0 0,-1-1 0 0 0,2 10 0 0 0,-4-13 7 0 0,0 0 0 0 0,0 1 0 0 0,-1-1 0 0 0,0 0 0 0 0,1 0 0 0 0,-1 0 1 0 0,-1 0-1 0 0,1 1 0 0 0,0-1 0 0 0,-1 0 0 0 0,0 0 0 0 0,0 0 0 0 0,0 0 1 0 0,-1 0-1 0 0,0 0 0 0 0,1 0 0 0 0,-1-1 0 0 0,0 1 0 0 0,-1-1 0 0 0,1 1 1 0 0,-1-1-1 0 0,1 0 0 0 0,-1 1 0 0 0,0-2 0 0 0,-5 5 0 0 0,-12 6-16 0 0,9-8-57 0 0,11-5 86 0 0,0 0-1 0 0,0 0 1 0 0,0 0-1 0 0,0 0 1 0 0,0 0-1 0 0,0 0 1 0 0,-1 0-1 0 0,1 0 1 0 0,0 0-1 0 0,0 0 1 0 0,0 0-1 0 0,0 0 1 0 0,0 0-1 0 0,0 0 1 0 0,0 0-1 0 0,0 0 1 0 0,-1 0-1 0 0,1 0 1 0 0,0 0 0 0 0,0 0-1 0 0,0 0 1 0 0,0 0-1 0 0,0 0 1 0 0,0 0-1 0 0,0-1 1 0 0,0 1-1 0 0,0 0 1 0 0,0 0-1 0 0,-1 0 1 0 0,1 0-1 0 0,0 0 1 0 0,0 0-1 0 0,0 0 1 0 0,0 0-1 0 0,0 0 1 0 0,0-1-1 0 0,0 1 1 0 0,0 0-1 0 0,0 0 1 0 0,0 0-1 0 0,0 0 1 0 0,0 0-1 0 0,0 0 1 0 0,0 0-1 0 0,0 0 1 0 0,0-1-1 0 0,0 1 1 0 0,0 0-1 0 0,0 0 1 0 0,0 0-1 0 0,0 0 1 0 0,0 0-1 0 0,0 0 1 0 0,0 0-1 0 0,0-1 1 0 0,0 1-1 0 0,0 0 1 0 0,0 0-1 0 0,1 0 1 0 0,-1 0-1 0 0,0 0 1 0 0,0 0-1 0 0,0 0 1 0 0,0 0-1 0 0,5-11-65 0 0,1 0-1 0 0,0 1 1 0 0,0 0 0 0 0,1 0-1 0 0,0 1 1 0 0,1-1-1 0 0,0 2 1 0 0,0-1 0 0 0,1 1-1 0 0,0 0 1 0 0,1 1-1 0 0,-1 0 1 0 0,1 1 0 0 0,1 0-1 0 0,-1 0 1 0 0,1 1-1 0 0,0 1 1 0 0,0 0-1 0 0,13-3 1 0 0,-21 6 63 0 0,0 1-1 0 0,0 0 1 0 0,0 0 0 0 0,0 0 0 0 0,0 0-1 0 0,0 0 1 0 0,0 1 0 0 0,0-1-1 0 0,0 1 1 0 0,-1 0 0 0 0,1 0-1 0 0,0 0 1 0 0,0 0 0 0 0,-1 0-1 0 0,1 1 1 0 0,0-1 0 0 0,-1 1-1 0 0,0 0 1 0 0,1-1 0 0 0,-1 1 0 0 0,0 0-1 0 0,0 1 1 0 0,0-1 0 0 0,0 0-1 0 0,0 1 1 0 0,0-1 0 0 0,-1 1-1 0 0,0-1 1 0 0,1 1 0 0 0,-1 0-1 0 0,2 4 1 0 0,1 8-103 0 0,0 0 1 0 0,0 0-1 0 0,-2 0 1 0 0,2 27-1 0 0,-2-20-463 0 0,11 4-1856 0 0,-7-17-986 0 0</inkml:trace>
</inkml:ink>
</file>

<file path=ppt/ink/ink3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7:23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28 440 0 0,'-2'-2'246'0'0,"1"1"0"0"0,-1-1-1 0 0,0 1 1 0 0,0-1 0 0 0,0 1 0 0 0,0 0 0 0 0,0 0-1 0 0,0 0 1 0 0,-1 0 0 0 0,1 0 0 0 0,0 0 0 0 0,-1 1-1 0 0,1-1 1 0 0,0 1 0 0 0,-1 0 0 0 0,1-1 0 0 0,0 1-1 0 0,-1 0 1 0 0,1 0 0 0 0,0 1 0 0 0,-1-1 0 0 0,1 0-1 0 0,-1 1 1 0 0,1 0 0 0 0,0-1 0 0 0,0 1 0 0 0,-5 2-1 0 0,-6 3 281 0 0,1 0 0 0 0,-1 0 1 0 0,-14 11-1 0 0,27-17-505 0 0,-5 3 120 0 0,0 0-1 0 0,0 1 1 0 0,0-1-1 0 0,1 1 1 0 0,-1 0-1 0 0,1 0 1 0 0,0 1-1 0 0,1-1 1 0 0,-1 1-1 0 0,1 0 1 0 0,0 0-1 0 0,0 0 1 0 0,0 0-1 0 0,0 1 1 0 0,1-1-1 0 0,0 1 1 0 0,-2 8-1 0 0,4-12-51 0 0,9 7 19 0 0,-8-8-108 0 0,-1-1 0 0 0,1 1 0 0 0,-1 0 0 0 0,1 0 0 0 0,0-1 0 0 0,-1 1 0 0 0,1 0 0 0 0,0-1 0 0 0,0 1-1 0 0,-1-1 1 0 0,1 1 0 0 0,0-1 0 0 0,0 1 0 0 0,0-1 0 0 0,0 1 0 0 0,-1-1 0 0 0,1 0 0 0 0,0 0 0 0 0,0 1 0 0 0,0-1 0 0 0,0 0 0 0 0,0 0 0 0 0,0 0 0 0 0,0 0 0 0 0,0 0 0 0 0,0 0 0 0 0,0 0 0 0 0,0-1 0 0 0,0 1 0 0 0,-1 0 0 0 0,2-1-1 0 0,82-32-632 0 0,-55 19 344 0 0,-27 14 237 0 0,26 26-310 0 0,-27-24 349 0 0,0 0 0 0 0,0 0 0 0 0,0 1-1 0 0,1-1 1 0 0,-1 0 0 0 0,1 0-1 0 0,-1-1 1 0 0,1 1 0 0 0,0 0 0 0 0,0 0-1 0 0,0-1 1 0 0,0 1 0 0 0,0-1 0 0 0,0 0-1 0 0,0 0 1 0 0,0 0 0 0 0,1 0 0 0 0,-1 0-1 0 0,3 1 1 0 0,-1-2 8 0 0,0 0-1 0 0,-1-1 1 0 0,1 1-1 0 0,0-1 1 0 0,-1 0-1 0 0,1 0 1 0 0,-1 0 0 0 0,1 0-1 0 0,-1-1 1 0 0,1 1-1 0 0,-1-1 1 0 0,0 0-1 0 0,3-3 1 0 0,16-10 1 0 0,38-35 0 0 0,-47 37-2 0 0,1 1 0 0 0,0 1-1 0 0,0 0 1 0 0,1 1 0 0 0,0 1-1 0 0,22-11 1 0 0,-33 19 2 0 0,-1 0 1 0 0,1 0-1 0 0,-1 0 1 0 0,1 0-1 0 0,-1 1 1 0 0,1 0-1 0 0,-1-1 1 0 0,1 1-1 0 0,0 1 1 0 0,-1-1-1 0 0,1 0 1 0 0,-1 1-1 0 0,1 0 0 0 0,-1 0 1 0 0,1 0-1 0 0,-1 0 1 0 0,0 0-1 0 0,1 1 1 0 0,-1-1-1 0 0,0 1 1 0 0,5 4-1 0 0,1 1-3 0 0,0 1 0 0 0,-1 0 0 0 0,0 1-1 0 0,13 17 1 0 0,-6-6-5 0 0,-4-6 3 0 0,2 0-1 0 0,-1 0 1 0 0,2-1 0 0 0,-1-1-1 0 0,29 20 1 0 0,-40-31 8 0 0,0 0 0 0 0,0 0 0 0 0,1 0 0 0 0,-1 0 0 0 0,1 0 0 0 0,-1 0 0 0 0,0-1 0 0 0,1 1 0 0 0,-1-1 1 0 0,1 0-1 0 0,-1 1 0 0 0,1-1 0 0 0,-1 0 0 0 0,1-1 0 0 0,0 1 0 0 0,-1 0 0 0 0,1-1 0 0 0,-1 1 0 0 0,0-1 0 0 0,1 0 0 0 0,-1 0 0 0 0,0 0 0 0 0,1 0 0 0 0,-1 0 0 0 0,0 0 0 0 0,0-1 0 0 0,0 1 1 0 0,0-1-1 0 0,0 0 0 0 0,0 1 0 0 0,0-1 0 0 0,1-2 0 0 0,5-6 182 0 0,-1-1 1 0 0,0 1-1 0 0,0-1 1 0 0,9-23 0 0 0,-10 22 243 0 0,-6 11-374 0 0,1 0 0 0 0,0-1 0 0 0,-1 1 0 0 0,1 0 0 0 0,-1 0 0 0 0,1 0 0 0 0,-1-1 0 0 0,0 1 0 0 0,0 0 0 0 0,1 0 0 0 0,-1-1 0 0 0,0 1 0 0 0,0 0 0 0 0,0-1 0 0 0,0 1 0 0 0,-1 0 0 0 0,1 0 0 0 0,0-1 0 0 0,0 1 0 0 0,-1 0 0 0 0,1 0 0 0 0,-1-1 0 0 0,1 1 0 0 0,-1 0 0 0 0,1 0 1 0 0,-1 0-1 0 0,0 0 0 0 0,0 0 0 0 0,1 0 0 0 0,-1 0 0 0 0,0 0 0 0 0,0 0 0 0 0,0 0 0 0 0,0 0 0 0 0,0 1 0 0 0,-2-2 0 0 0,0 0 8 0 0,0 1 1 0 0,0 0 0 0 0,0 0 0 0 0,0 0-1 0 0,0 0 1 0 0,-1 0 0 0 0,1 1-1 0 0,0-1 1 0 0,0 1 0 0 0,-1 0 0 0 0,-5 1-1 0 0,-7 2 49 0 0,1 0 0 0 0,0 1 0 0 0,0 1 1 0 0,0 1-1 0 0,0 0 0 0 0,1 1 0 0 0,0 1 0 0 0,1 0 0 0 0,0 0 0 0 0,0 2 0 0 0,0-1 0 0 0,-17 20 0 0 0,11-11-683 0 0,2 2 0 0 0,-23 33-1 0 0,23-28-3354 0 0,-23 49-1 0 0,35-59 566 0 0</inkml:trace>
</inkml:ink>
</file>

<file path=ppt/ink/ink3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7:24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1 456 0 0,'0'0'4807'0'0,"2"4"-4356"0"0,0 4-249 0 0,0 0 0 0 0,0 0 0 0 0,-1 1 0 0 0,0-1 0 0 0,-1 0 0 0 0,0 1 0 0 0,0-1 0 0 0,-1 1 1 0 0,0-1-1 0 0,0 0 0 0 0,-4 13 0 0 0,4-19-175 0 0,0-1 1 0 0,1 0-1 0 0,-1 1 1 0 0,1-1-1 0 0,-1 0 1 0 0,1 1-1 0 0,0-1 1 0 0,-1 1-1 0 0,1-1 1 0 0,0 1 0 0 0,0-1-1 0 0,0 1 1 0 0,0-1-1 0 0,0 1 1 0 0,0-1-1 0 0,1 1 1 0 0,-1-1-1 0 0,0 0 1 0 0,1 1-1 0 0,-1-1 1 0 0,1 1-1 0 0,0-1 1 0 0,-1 0-1 0 0,1 1 1 0 0,0-1-1 0 0,0 0 1 0 0,0 0-1 0 0,0 0 1 0 0,0 0 0 0 0,0 0-1 0 0,0 0 1 0 0,0 0-1 0 0,0 0 1 0 0,0 0-1 0 0,1 0 1 0 0,-1 0-1 0 0,0-1 1 0 0,3 2-1 0 0,0-1 61 0 0,1-1 0 0 0,-1 1 0 0 0,1-1-1 0 0,-1 0 1 0 0,0 0 0 0 0,1-1 0 0 0,-1 0-1 0 0,1 1 1 0 0,-1-1 0 0 0,5-2 0 0 0,40-15 1113 0 0,-40 14-968 0 0,1 0 1 0 0,0 1-1 0 0,0-1 1 0 0,0 2-1 0 0,0 0 0 0 0,0 0 1 0 0,0 0-1 0 0,1 1 1 0 0,-1 1-1 0 0,1 0 1 0 0,10 1-1 0 0,18 11-164 0 0,-9-2-2349 0 0,-11-7-3972 0 0</inkml:trace>
</inkml:ink>
</file>

<file path=ppt/ink/ink3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7:26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125 241 788 0 0,'11'-14'3328'0'0,"-7"20"-715"0"0,-4 30-446 0 0,-1-29-2478 0 0,-1 24 684 0 0,2-2-48 0 0,-1-1 0 0 0,-2 0 0 0 0,-1 0 0 0 0,-1 0 0 0 0,-16 48 0 0 0,21-76-301 0 0,0 1 0 0 0,0-1-1 0 0,0 1 1 0 0,-1 0 0 0 0,1-1 0 0 0,0 1 0 0 0,-1-1 0 0 0,1 1 0 0 0,0-1 0 0 0,-1 1 0 0 0,1-1 0 0 0,-1 1 0 0 0,1-1 0 0 0,-1 0 0 0 0,1 1 0 0 0,-1-1 0 0 0,1 0 0 0 0,-1 1 0 0 0,1-1-1 0 0,-1 0 1 0 0,0 0 0 0 0,1 1 0 0 0,-1-1 0 0 0,1 0 0 0 0,-1 0 0 0 0,0 0 0 0 0,1 0 0 0 0,-1 0 0 0 0,1 0 0 0 0,-1 0 0 0 0,0 0 0 0 0,0 0 0 0 0,-21-13 370 0 0,-11-28-39 0 0,27 26-323 0 0,1-1 0 0 0,0 0-1 0 0,0 0 1 0 0,2 0 0 0 0,0 0-1 0 0,1 0 1 0 0,0-1 0 0 0,2 1-1 0 0,0-1 1 0 0,0 1 0 0 0,2-1-1 0 0,0 1 1 0 0,7-25 0 0 0,-6 28-42 0 0,1-1 0 0 0,0 1-1 0 0,1 0 1 0 0,0 0 0 0 0,1 0 0 0 0,0 1 0 0 0,1 0 0 0 0,1 0 0 0 0,0 1 0 0 0,1 0 0 0 0,0 0 0 0 0,0 1 0 0 0,1 0-1 0 0,0 1 1 0 0,1 0 0 0 0,16-10 0 0 0,-20 15-19 0 0,0 1-1 0 0,0-1 0 0 0,1 2 1 0 0,-1-1-1 0 0,1 1 0 0 0,-1 0 1 0 0,1 1-1 0 0,0 0 1 0 0,-1 0-1 0 0,1 0 0 0 0,0 1 1 0 0,0 0-1 0 0,0 1 1 0 0,0 0-1 0 0,-1 0 0 0 0,1 1 1 0 0,9 2-1 0 0,-11-1-45 0 0,0-1 1 0 0,0 1-1 0 0,-1-1 1 0 0,1 2-1 0 0,-1-1 0 0 0,0 0 1 0 0,0 1-1 0 0,0 0 0 0 0,0 0 1 0 0,-1 1-1 0 0,0 0 1 0 0,0-1-1 0 0,0 1 0 0 0,0 0 1 0 0,-1 1-1 0 0,0-1 0 0 0,0 1 1 0 0,0-1-1 0 0,-1 1 1 0 0,1 0-1 0 0,1 11 0 0 0,-4-15 50 0 0,1 1-1 0 0,-1 0 1 0 0,-1 0-1 0 0,1-1 1 0 0,0 1-1 0 0,-1 0 1 0 0,1-1-1 0 0,-1 1 1 0 0,0 0-1 0 0,0-1 1 0 0,0 1-1 0 0,0-1 1 0 0,0 0-1 0 0,-1 1 1 0 0,1-1-1 0 0,-1 0 1 0 0,1 0-1 0 0,-1 1 1 0 0,0-2-1 0 0,0 1 1 0 0,0 0-1 0 0,0 0 1 0 0,0 0-1 0 0,0-1 1 0 0,0 1-1 0 0,-1-1 1 0 0,1 0-1 0 0,-1 0 1 0 0,1 0-1 0 0,-6 2 1 0 0,-7 3-16 0 0,-1-1 0 0 0,0 0 1 0 0,-25 4-1 0 0,16-5 161 0 0,0-1 0 0 0,-44 0 1 0 0,-4-13-1605 0 0,29-5-3088 0 0</inkml:trace>
</inkml:ink>
</file>

<file path=ppt/ink/ink3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7:27.8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1 281 1008 0 0,'0'-2'228'0'0,"0"0"-1"0"0,0 1 0 0 0,0-1 1 0 0,0 1-1 0 0,0-1 1 0 0,0 1-1 0 0,1-1 0 0 0,-1 1 1 0 0,1-1-1 0 0,-1 1 1 0 0,1-1-1 0 0,0 1 0 0 0,-1 0 1 0 0,1-1-1 0 0,0 1 1 0 0,0 0-1 0 0,0 0 1 0 0,0-1-1 0 0,0 1 0 0 0,0 0 1 0 0,2-1-1 0 0,2-1 52 0 0,-1-1-1 0 0,1 2 1 0 0,0-1-1 0 0,-1 0 1 0 0,1 1-1 0 0,7-2 1 0 0,5-1 28 0 0,0 1 1 0 0,0 0-1 0 0,18-1 1 0 0,-29 5-233 0 0,0-1 0 0 0,1 1-1 0 0,-1 0 1 0 0,0 1 0 0 0,0-1 0 0 0,0 1 0 0 0,0 1 0 0 0,0-1-1 0 0,0 1 1 0 0,0 0 0 0 0,-1 0 0 0 0,1 0 0 0 0,7 6 0 0 0,-10-6-53 0 0,0 0 1 0 0,0 0-1 0 0,-1 1 1 0 0,1-1 0 0 0,-1 1-1 0 0,0 0 1 0 0,1 0-1 0 0,-1 0 1 0 0,-1 0-1 0 0,1 0 1 0 0,0 0 0 0 0,-1 1-1 0 0,1-1 1 0 0,-1 0-1 0 0,0 1 1 0 0,0-1-1 0 0,-1 1 1 0 0,1 0 0 0 0,-1-1-1 0 0,0 1 1 0 0,1-1-1 0 0,-2 1 1 0 0,1 0-1 0 0,-1 4 1 0 0,0 3 8 0 0,-1-1-1 0 0,0 0 1 0 0,-1 0-1 0 0,0 0 1 0 0,-1 0 0 0 0,0 0-1 0 0,0-1 1 0 0,-1 0-1 0 0,0 0 1 0 0,0 0 0 0 0,-1 0-1 0 0,-1-1 1 0 0,1 0 0 0 0,-1 0-1 0 0,-1-1 1 0 0,1 0-1 0 0,-1 0 1 0 0,-1 0 0 0 0,1-1-1 0 0,-1-1 1 0 0,-17 9-1 0 0,23-13 42 0 0,-4-1 24 0 0,7 0-92 0 0,0 0-1 0 0,-1 1 0 0 0,1-1 1 0 0,0 0-1 0 0,-1 0 1 0 0,1 0-1 0 0,0 0 1 0 0,-1 0-1 0 0,1 0 0 0 0,0 1 1 0 0,-1-1-1 0 0,1 0 1 0 0,0 0-1 0 0,-1 0 1 0 0,1 0-1 0 0,0 0 1 0 0,-1-1-1 0 0,1 1 0 0 0,-1 0 1 0 0,1 0-1 0 0,0 0 1 0 0,-1 0-1 0 0,1 0 1 0 0,0 0-1 0 0,0 0 0 0 0,-1-1 1 0 0,1 1-1 0 0,0 0 1 0 0,-1 0-1 0 0,1-1 1 0 0,0 1-1 0 0,0 0 1 0 0,-1 0-1 0 0,1-1 0 0 0,-1-2-5 0 0,1 0 0 0 0,-1-1-1 0 0,1 1 1 0 0,0 0-1 0 0,0 0 1 0 0,0 0-1 0 0,0-1 1 0 0,1 1-1 0 0,-1 0 1 0 0,1 0-1 0 0,0 0 1 0 0,0 0-1 0 0,0 0 1 0 0,0 0 0 0 0,0 0-1 0 0,1 0 1 0 0,-1 0-1 0 0,1 0 1 0 0,0 1-1 0 0,0-1 1 0 0,0 1-1 0 0,4-5 1 0 0,9-9-72 0 0,1 1-1 0 0,21-17 1 0 0,-20 18-10 0 0,7-4-33 0 0,1 0 1 0 0,1 2-1 0 0,52-25 0 0 0,-34 18 2 0 0,-43 23 108 0 0,0-1 1 0 0,0 0-1 0 0,0 0 1 0 0,0 1-1 0 0,0-1 1 0 0,0 0-1 0 0,0 1 1 0 0,0-1-1 0 0,0 1 1 0 0,1-1-1 0 0,-1 1 1 0 0,0 0-1 0 0,0-1 1 0 0,0 1-1 0 0,1 0 1 0 0,-1 0-1 0 0,0 0 1 0 0,0 0-1 0 0,0 0 1 0 0,1 0-1 0 0,-1 0 0 0 0,0 1 1 0 0,0-1-1 0 0,0 0 1 0 0,1 1-1 0 0,-1-1 1 0 0,0 1-1 0 0,1 0 1 0 0,0 2-3 0 0,-1 0-1 0 0,0 0 1 0 0,0 0 0 0 0,0 0 0 0 0,-1 0-1 0 0,1 0 1 0 0,-1 0 0 0 0,1 0 0 0 0,-1 0 0 0 0,0 5-1 0 0,0-2-6 0 0,0 1 1 0 0,0 0-1 0 0,1 0 0 0 0,0 0 0 0 0,1-1 0 0 0,-1 1 1 0 0,1 0-1 0 0,0-1 0 0 0,1 0 0 0 0,0 1 0 0 0,0-1 1 0 0,0 0-1 0 0,5 6 0 0 0,-7-11 25 0 0,0 0-5 0 0,4 4-4 0 0,-4-4 32 0 0,2-4 0 0 0,0-1-15 0 0,0 0-1 0 0,-1 0 1 0 0,0 0 0 0 0,1 0-1 0 0,-1 0 1 0 0,-1-1-1 0 0,1 1 1 0 0,0 0 0 0 0,-1-1-1 0 0,0 0 1 0 0,0 1-1 0 0,-1-1 1 0 0,1 0-1 0 0,-1-7 1 0 0,0 10 6 0 0,0 2-27 0 0,-1 0 0 0 0,1-1 0 0 0,0 1 1 0 0,0 0-1 0 0,-1 0 0 0 0,1-1 0 0 0,0 1 1 0 0,0 0-1 0 0,0-1 0 0 0,0 1 0 0 0,0 0 1 0 0,-1 0-1 0 0,1-1 0 0 0,0 1 0 0 0,0 0 1 0 0,0-1-1 0 0,0 1 0 0 0,0 0 0 0 0,0-1 1 0 0,0 1-1 0 0,0 0 0 0 0,0-1 0 0 0,0 1 1 0 0,0 0-1 0 0,0-1 0 0 0,0 1 0 0 0,1 0 1 0 0,-1-1-1 0 0,0 1 0 0 0,0 0 0 0 0,0-1 1 0 0,0 1-1 0 0,0 0 0 0 0,1 0 0 0 0,-1-1 1 0 0,0 1-1 0 0,0 0 0 0 0,0 0 0 0 0,1-1 0 0 0,-1 1 1 0 0,0 0-1 0 0,1 0 0 0 0,-1-1 0 0 0,0 1-7 0 0,0 0 0 0 0,0-1-1 0 0,0 1 1 0 0,1 0 0 0 0,-1 0-1 0 0,0-1 1 0 0,0 1 0 0 0,0 0-1 0 0,0-1 1 0 0,0 1 0 0 0,0 0-1 0 0,0 0 1 0 0,1-1 0 0 0,-1 1-1 0 0,0 0 1 0 0,0 0 0 0 0,0-1-1 0 0,1 1 1 0 0,-1 0 0 0 0,0 0-1 0 0,0 0 1 0 0,0-1 0 0 0,1 1-1 0 0,-1 0 1 0 0,0 0 0 0 0,1 0-1 0 0,-1 0 1 0 0,0 0 0 0 0,0 0-1 0 0,1-1 1 0 0,-1 1 0 0 0,0 0-1 0 0,1 0 1 0 0,-1 0 0 0 0,0 0-1 0 0,1 0 1 0 0,-1 0 0 0 0,0 0-1 0 0,0 0 1 0 0,1 0 0 0 0,-1 1-1 0 0,5 0-156 0 0,2 1 148 0 0,1-1 0 0 0,0 0 1 0 0,0 0-1 0 0,-1 0 1 0 0,1-1-1 0 0,0-1 0 0 0,0 1 1 0 0,-1-1-1 0 0,1 0 1 0 0,0-1-1 0 0,-1 0 0 0 0,1 0 1 0 0,-1-1-1 0 0,0 0 1 0 0,0 0-1 0 0,0-1 1 0 0,0 1-1 0 0,0-1 0 0 0,-1-1 1 0 0,0 0-1 0 0,0 1 1 0 0,10-11-1 0 0,-9 8 49 0 0,0 0-1 0 0,-1 0 1 0 0,1-1-1 0 0,-2 1 1 0 0,1-1 0 0 0,-1-1-1 0 0,0 1 1 0 0,0-1-1 0 0,-1 0 1 0 0,-1 0-1 0 0,1 0 1 0 0,-1 0 0 0 0,-1-1-1 0 0,0 1 1 0 0,0-1-1 0 0,-1 0 1 0 0,0 1 0 0 0,-1-16-1 0 0,0 23-16 0 0,0-1-1 0 0,-1 1 1 0 0,1 0-1 0 0,-1 0 1 0 0,1 0-1 0 0,-1-1 1 0 0,0 1 0 0 0,1 0-1 0 0,-1 0 1 0 0,0 0-1 0 0,-1 0 1 0 0,1 0-1 0 0,0 1 1 0 0,0-1-1 0 0,-1 0 1 0 0,1 0-1 0 0,-1 1 1 0 0,0-1-1 0 0,1 1 1 0 0,-1 0 0 0 0,0-1-1 0 0,0 1 1 0 0,0 0-1 0 0,0 0 1 0 0,0 0-1 0 0,0 0 1 0 0,0 0-1 0 0,0 1 1 0 0,0-1-1 0 0,-1 1 1 0 0,1-1 0 0 0,0 1-1 0 0,0 0 1 0 0,-1 0-1 0 0,1 0 1 0 0,0 0-1 0 0,0 0 1 0 0,0 0-1 0 0,-4 2 1 0 0,4-2-10 0 0,-1 1 1 0 0,1-1 0 0 0,-1 1-1 0 0,1 0 1 0 0,-1 0-1 0 0,1 0 1 0 0,0 0 0 0 0,0 1-1 0 0,-1-1 1 0 0,1 1-1 0 0,0-1 1 0 0,0 1 0 0 0,0 0-1 0 0,1 0 1 0 0,-1 0-1 0 0,0 0 1 0 0,1 0 0 0 0,-1 0-1 0 0,1 0 1 0 0,0 0-1 0 0,-1 1 1 0 0,1-1 0 0 0,0 0-1 0 0,1 1 1 0 0,-1-1-1 0 0,0 1 1 0 0,1-1 0 0 0,-1 1-1 0 0,1-1 1 0 0,0 1-1 0 0,0 0 1 0 0,0-1 0 0 0,0 6-1 0 0,5 7 1 0 0,0 0-1 0 0,1-1 1 0 0,0 0-1 0 0,1 0 0 0 0,1 0 1 0 0,0-1-1 0 0,1 0 1 0 0,0 0-1 0 0,13 12 1 0 0,33 52-51 0 0,-54-75 41 0 0,1 0 0 0 0,-1 0 0 0 0,0 0 1 0 0,0 1-1 0 0,0-1 0 0 0,0 0 0 0 0,0 0 0 0 0,0 1 0 0 0,-1-1 0 0 0,1 1 1 0 0,-1-1-1 0 0,0 0 0 0 0,0 1 0 0 0,0-1 0 0 0,0 1 0 0 0,0-1 1 0 0,0 1-1 0 0,0-1 0 0 0,-1 0 0 0 0,-1 5 0 0 0,1-5 4 0 0,-1 0 0 0 0,1 0 0 0 0,-1 0 0 0 0,0 0 1 0 0,0-1-1 0 0,0 1 0 0 0,0 0 0 0 0,0-1 0 0 0,0 1 0 0 0,0-1 0 0 0,-1 0 0 0 0,1 0 0 0 0,0 0 0 0 0,-1 0 0 0 0,1 0 0 0 0,-1 0 0 0 0,1-1 1 0 0,-6 2-1 0 0,-66 6-209 0 0,72-8-44 0 0,-9-4-339 0 0,-1 2-475 0 0</inkml:trace>
</inkml:ink>
</file>

<file path=ppt/ink/ink3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7:28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 15653 0 0,'0'0'695'0'0,"3"-2"55"0"0,1-1-231 0 0,0 1 1 0 0,-1-1-1 0 0,1 0 1 0 0,-1 0-1 0 0,0 0 1 0 0,0 0-1 0 0,0 0 1 0 0,3-5-1 0 0,-5 7-59 0 0,0-9 406 0 0</inkml:trace>
</inkml:ink>
</file>

<file path=ppt/ink/ink3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7:30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168 271 1124 0 0,'0'0'1056'0'0,"-1"-8"4514"0"0,-22 107-4237 0 0,8-39-566 0 0,-12 105-1 0 0,9-53-61 0 0,8-65 2703 0 0,8-48-3361 0 0,0 0-1 0 0,0 0 0 0 0,0-1 0 0 0,1 1 0 0 0,-1-1 1 0 0,0 0-1 0 0,0 0 0 0 0,1 1 0 0 0,-1-1 0 0 0,1 0 1 0 0,-2-3-1 0 0,2 3 18 0 0,-4-6 40 0 0,0 0 1 0 0,0 0-1 0 0,1-1 1 0 0,0 1-1 0 0,0-1 1 0 0,1 0-1 0 0,0-1 0 0 0,-3-17 1 0 0,-4-75 305 0 0,9 78-335 0 0,0 1 0 0 0,2 0 0 0 0,0 0 0 0 0,8-37 1 0 0,-4 40-46 0 0,3-16 0 0 0,1 0 1 0 0,2 1 0 0 0,19-42-1 0 0,-24 66-42 0 0,0 1 0 0 0,0-1 0 0 0,1 1-1 0 0,0 0 1 0 0,1 1 0 0 0,0 0 0 0 0,0 0 0 0 0,1 1 0 0 0,0 0-1 0 0,0 0 1 0 0,1 1 0 0 0,0 0 0 0 0,1 1 0 0 0,11-6 0 0 0,-6 6-21 0 0,1 0-1 0 0,-1 1 1 0 0,1 1 0 0 0,0 0 0 0 0,0 2 0 0 0,0-1 0 0 0,0 2 0 0 0,1 1 0 0 0,-1 0 0 0 0,19 2 0 0 0,-29-1-6 0 0,0 1 0 0 0,0-1 0 0 0,0 1-1 0 0,0 0 1 0 0,-1 1 0 0 0,1-1 0 0 0,-1 2 0 0 0,1-1 0 0 0,-1 0 0 0 0,0 1 0 0 0,11 9 0 0 0,-14-9-2 0 0,1 0 0 0 0,-1 0 0 0 0,0 0 0 0 0,0 1 1 0 0,0-1-1 0 0,0 1 0 0 0,-1 0 0 0 0,0 0 0 0 0,0 0 1 0 0,0 0-1 0 0,-1 0 0 0 0,1 0 0 0 0,-1 0 0 0 0,-1 0 1 0 0,1 1-1 0 0,-1-1 0 0 0,0 11 0 0 0,0-10 0 0 0,-1 0 0 0 0,1 0 0 0 0,-1 1 0 0 0,-1-1-1 0 0,1 0 1 0 0,-1 0 0 0 0,0 0 0 0 0,0 0 0 0 0,-1-1 0 0 0,0 1 0 0 0,0-1-1 0 0,0 1 1 0 0,-1-1 0 0 0,1 0 0 0 0,-1 0 0 0 0,-8 7 0 0 0,4-5 19 0 0,0-1 0 0 0,-1 0 0 0 0,1-1 0 0 0,-1 0 1 0 0,0 0-1 0 0,-1 0 0 0 0,1-2 0 0 0,-1 1 0 0 0,-15 3 0 0 0,7-3 56 0 0,0-1 0 0 0,1-1-1 0 0,-1 0 1 0 0,0-1 0 0 0,0-1-1 0 0,0-1 1 0 0,0-1-1 0 0,1 0 1 0 0,-1-1 0 0 0,1-1-1 0 0,-24-8 1 0 0,39 11-122 0 0,0 1 0 0 0,1-1 0 0 0,-1 1 0 0 0,1-1 0 0 0,-1 1 0 0 0,1-1 0 0 0,0 0 0 0 0,-1 0 0 0 0,1 0 0 0 0,0 0 0 0 0,0 0 0 0 0,-1 0-1 0 0,1 0 1 0 0,0 0 0 0 0,0 0 0 0 0,0-1 0 0 0,-1-1 0 0 0,2 3-133 0 0,1-1 0 0 0,-1 0 0 0 0,0 0 0 0 0,1 1 0 0 0,-1-1-1 0 0,1 0 1 0 0,-1 1 0 0 0,1-1 0 0 0,-1 0 0 0 0,1 1 0 0 0,-1-1 0 0 0,1 1 0 0 0,0-1-1 0 0,-1 1 1 0 0,1-1 0 0 0,0 1 0 0 0,-1-1 0 0 0,1 1 0 0 0,0 0 0 0 0,0 0-1 0 0,-1-1 1 0 0,1 1 0 0 0,1 0 0 0 0,6-2-2834 0 0,11 5 236 0 0</inkml:trace>
</inkml:ink>
</file>

<file path=ppt/ink/ink3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7:31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10 720 0 0,'0'0'1608'0'0,"-4"-7"-479"0"0,0 5 2567 0 0,-2 3-3550 0 0,1 0 0 0 0,0 1 0 0 0,0-1 0 0 0,-1 1-1 0 0,1 1 1 0 0,0-1 0 0 0,1 1 0 0 0,-1-1 0 0 0,0 2-1 0 0,1-1 1 0 0,-1 0 0 0 0,1 1 0 0 0,-5 6 0 0 0,-4 3 111 0 0,2 0 1 0 0,0 1-1 0 0,-10 16 1 0 0,20-28-239 0 0,0-1 0 0 0,0 0 0 0 0,0 1 0 0 0,0-1 0 0 0,0 1 0 0 0,0-1 1 0 0,0 1-1 0 0,0-1 0 0 0,1 1 0 0 0,-1 0 0 0 0,1-1 0 0 0,-1 1 0 0 0,1 0 0 0 0,-1-1 0 0 0,1 1 0 0 0,0 0 0 0 0,0 0 0 0 0,0-1 0 0 0,0 1 1 0 0,0 0-1 0 0,1 0 0 0 0,-1-1 0 0 0,0 1 0 0 0,1 0 0 0 0,-1-1 0 0 0,1 1 0 0 0,0 0 0 0 0,-1-1 0 0 0,1 1 0 0 0,0-1 0 0 0,0 1 1 0 0,0-1-1 0 0,0 1 0 0 0,0-1 0 0 0,0 0 0 0 0,1 0 0 0 0,-1 1 0 0 0,0-1 0 0 0,1 0 0 0 0,1 1 0 0 0,1 0-6 0 0,-1-1 0 0 0,1 1-1 0 0,0-1 1 0 0,0 0 0 0 0,0 0-1 0 0,0-1 1 0 0,0 1 0 0 0,0-1-1 0 0,0 0 1 0 0,0 0-1 0 0,0 0 1 0 0,0 0 0 0 0,0-1-1 0 0,0 0 1 0 0,0 1 0 0 0,6-4-1 0 0,13-5-165 0 0,0-2 0 0 0,-1-1 0 0 0,0 0 0 0 0,-1-2 0 0 0,38-31 0 0 0,-58 44 103 0 0,-2 6-214 0 0,1 6 239 0 0,-2-5 14 0 0,2 1 1 0 0,-1-1-1 0 0,1 1 0 0 0,0-1 0 0 0,0 1 0 0 0,0-1 0 0 0,1 1 0 0 0,0-1 1 0 0,1 1-1 0 0,-1-1 0 0 0,1 0 0 0 0,1 1 0 0 0,-1-1 0 0 0,1 0 1 0 0,0-1-1 0 0,5 9 0 0 0,-7-13 54 0 0,-1 0-38 0 0,1-1 0 0 0,-1 1 0 0 0,0-1-1 0 0,1 1 1 0 0,-1-1 0 0 0,0 0 0 0 0,1 1 0 0 0,-1-1 0 0 0,1 1-1 0 0,-1-1 1 0 0,1 0 0 0 0,-1 1 0 0 0,1-1 0 0 0,-1 0-1 0 0,1 0 1 0 0,-1 1 0 0 0,1-1 0 0 0,-1 0 0 0 0,1 0-1 0 0,-1 0 1 0 0,1 0 0 0 0,-1 0 0 0 0,1 0 0 0 0,0 0-1 0 0,-1 0 1 0 0,1 0 0 0 0,-1 0 0 0 0,1 0 0 0 0,-1 0-1 0 0,1 0 1 0 0,-1 0 0 0 0,1 0 0 0 0,0-1 0 0 0,-1 1 0 0 0,1 0-1 0 0,-1 0 1 0 0,1-1 0 0 0,-1 1 0 0 0,0 0 0 0 0,2-1-1 0 0,19-8 95 0 0,19-17-7 0 0,43-38 1 0 0,11-7 19 0 0,-88 66-122 0 0,1 1-1 0 0,0 1 1 0 0,1-1 0 0 0,-1 1 0 0 0,9-2-1 0 0,-15 5 9 0 0,1-1 0 0 0,0 0-1 0 0,0 1 1 0 0,0-1-1 0 0,0 1 1 0 0,0 0 0 0 0,0 0-1 0 0,0 0 1 0 0,0 0-1 0 0,0 0 1 0 0,-1 0-1 0 0,1 0 1 0 0,0 0 0 0 0,0 1-1 0 0,0-1 1 0 0,0 1-1 0 0,0 0 1 0 0,0-1-1 0 0,-1 1 1 0 0,1 0 0 0 0,0 0-1 0 0,-1 0 1 0 0,1 0-1 0 0,2 2 1 0 0,-3 2 2 0 0,1 0-1 0 0,-1 0 1 0 0,0 1 0 0 0,0-1 0 0 0,0 0 0 0 0,-1 0-1 0 0,0 1 1 0 0,0 5 0 0 0,-3 18-18 0 0,2-21 10 0 0,0 4 16 0 0,1-1 0 0 0,0 1 1 0 0,0-1-1 0 0,1 0 1 0 0,4 18-1 0 0,-5-27-2 0 0,1-1 0 0 0,-1 1 1 0 0,1 0-1 0 0,0 0 0 0 0,0-1 0 0 0,0 1 0 0 0,0 0 1 0 0,0-1-1 0 0,0 1 0 0 0,0-1 0 0 0,1 1 0 0 0,-1-1 1 0 0,1 1-1 0 0,-1-1 0 0 0,1 0 0 0 0,-1 0 0 0 0,1 0 1 0 0,0 0-1 0 0,-1 0 0 0 0,1 0 0 0 0,0-1 0 0 0,0 1 1 0 0,0 0-1 0 0,-1-1 0 0 0,1 1 0 0 0,0-1 0 0 0,0 0 1 0 0,0 0-1 0 0,0 0 0 0 0,0 0 0 0 0,0 0 0 0 0,4 0 1 0 0,-4-1 12 0 0,37-10 40 0 0,-19 1-31 0 0,3-3-20 0 0,0 1 1 0 0,1 1-1 0 0,0 2 1 0 0,1 0-1 0 0,0 2 1 0 0,37-7-1 0 0,-54 13-12 0 0,0 0-1 0 0,0 1 1 0 0,0 0-1 0 0,0 1 1 0 0,1 0-1 0 0,-1 0 1 0 0,0 0-1 0 0,0 1 1 0 0,0 0 0 0 0,0 1-1 0 0,-1 0 1 0 0,1 0-1 0 0,-1 0 1 0 0,10 7-1 0 0,19 3 363 0 0,-34-13-279 0 0,37-7 388 0 0,-37 6-415 0 0,1-2-2 0 0,1-1 0 0 0,0 2 0 0 0,0-1 0 0 0,0 0 0 0 0,0 1 0 0 0,7-3 0 0 0,-9 4-23 0 0,4-2 609 0 0</inkml:trace>
</inkml:ink>
</file>

<file path=ppt/ink/ink3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7:32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0 248 768 0 0,'0'0'3804'0'0,"5"-3"-3239"0"0,34-21 757 0 0,-12 10-487 0 0,-2-2 0 0 0,1-1 1 0 0,-2 0-1 0 0,0-2 1 0 0,-2-1-1 0 0,40-44 0 0 0,-61 63-814 0 0,0 0-1 0 0,0 0 0 0 0,0 0 1 0 0,0 0-1 0 0,0 0 0 0 0,0 0 1 0 0,0 0-1 0 0,-1 0 0 0 0,1 0 1 0 0,0-1-1 0 0,-1 1 0 0 0,1 0 1 0 0,-1 0-1 0 0,1-1 0 0 0,-1 1 1 0 0,0 0-1 0 0,0-1 0 0 0,1 1 0 0 0,-1 0 1 0 0,0-1-1 0 0,0 1 0 0 0,0-1 1 0 0,0 1-1 0 0,-1 0 0 0 0,1-1 1 0 0,0 1-1 0 0,0 0 0 0 0,-1-1 1 0 0,1 1-1 0 0,-1 0 0 0 0,1 0 1 0 0,-1-1-1 0 0,0 1 0 0 0,-1-1 1 0 0,0 0 15 0 0,0 1 0 0 0,0 0 0 0 0,-1 0 0 0 0,1 0 0 0 0,0 0 0 0 0,-1 0 0 0 0,1 1 0 0 0,-1-1 0 0 0,1 1 0 0 0,-1 0 0 0 0,1-1 0 0 0,-1 1 0 0 0,0 0 0 0 0,1 1 0 0 0,-1-1 1 0 0,-2 1-1 0 0,3-1-39 0 0,1 0 1 0 0,0 0-1 0 0,-1 1 1 0 0,1-1-1 0 0,-1 0 1 0 0,1 1-1 0 0,0-1 0 0 0,-1 1 1 0 0,1 0-1 0 0,0-1 1 0 0,0 1-1 0 0,0 0 1 0 0,-1 0-1 0 0,1 0 1 0 0,0 0-1 0 0,0 0 1 0 0,0 0-1 0 0,0 0 1 0 0,0 0-1 0 0,1 0 1 0 0,-1 1-1 0 0,0-1 1 0 0,0 0-1 0 0,1 0 1 0 0,-1 1-1 0 0,1-1 1 0 0,-1 0-1 0 0,1 1 1 0 0,0-1-1 0 0,-1 1 1 0 0,1-1-1 0 0,0 1 1 0 0,0-1-1 0 0,0 0 1 0 0,0 1-1 0 0,0-1 1 0 0,0 1-1 0 0,1-1 1 0 0,-1 1-1 0 0,0-1 1 0 0,1 0-1 0 0,-1 1 1 0 0,1-1-1 0 0,0 2 1 0 0,2 5-19 0 0,0 0 1 0 0,1 0-1 0 0,0 0 1 0 0,0-1-1 0 0,6 9 1 0 0,-4-8-57 0 0,1 1 0 0 0,-1 0 0 0 0,-1 0 0 0 0,1 0 0 0 0,-2 0 0 0 0,1 1 0 0 0,-1 0 0 0 0,-1 0 0 0 0,0 0 0 0 0,0 1 0 0 0,-1-1 0 0 0,0 1 0 0 0,-1-1 0 0 0,0 1 0 0 0,-1-1 0 0 0,0 1 0 0 0,-1 0 0 0 0,-2 15 0 0 0,1-22 62 0 0,0 0 0 0 0,0 0 0 0 0,0 0 0 0 0,0 0 0 0 0,-1 0 0 0 0,1 0 0 0 0,-1-1 0 0 0,0 1 0 0 0,0-1 0 0 0,-1 0 0 0 0,1 0 0 0 0,-1 0 0 0 0,1 0 0 0 0,-1-1 0 0 0,0 1 0 0 0,0-1 0 0 0,0 0 1 0 0,0 0-1 0 0,-1-1 0 0 0,1 1 0 0 0,0-1 0 0 0,-7 1 0 0 0,9-2 114 0 0,-5-7-31 0 0,7 7-66 0 0,-1 0 0 0 0,1-1 0 0 0,-1 1 0 0 0,1 0 1 0 0,0 0-1 0 0,-1-1 0 0 0,1 1 0 0 0,-1-1 0 0 0,1 1 1 0 0,-1 0-1 0 0,1-1 0 0 0,0 1 0 0 0,-1-1 0 0 0,1 1 1 0 0,0-1-1 0 0,0 1 0 0 0,-1-1 0 0 0,1 1 0 0 0,0-1 0 0 0,0 1 1 0 0,0-1-1 0 0,0 1 0 0 0,-1-1 0 0 0,1 1 0 0 0,0-1 1 0 0,0 1-1 0 0,0-1 0 0 0,0 0 0 0 0,0 1 0 0 0,0-1 1 0 0,0 1-1 0 0,1-1 0 0 0,-1 1 0 0 0,0-1 0 0 0,0 1 1 0 0,0-1-1 0 0,1 1 0 0 0,-1-1 0 0 0,0 1 0 0 0,0-1 1 0 0,1 1-1 0 0,-1-1 0 0 0,0 1 0 0 0,1-1 0 0 0,-1 1 1 0 0,1-1-1 0 0,6-8-13 0 0,1 0 1 0 0,0 0-1 0 0,0 1 0 0 0,1 0 1 0 0,0 1-1 0 0,1 0 1 0 0,-1 0-1 0 0,13-6 0 0 0,96-44-497 0 0,-49 26 166 0 0,-41 17 262 0 0,68-36-311 0 0,-86 43 440 0 0,1 0 0 0 0,-1 0 0 0 0,-1-1 0 0 0,0 0 0 0 0,0 0 0 0 0,11-15 0 0 0,-19 23-24 0 0,-1-1 0 0 0,1 1 0 0 0,-1 0 0 0 0,1-1 0 0 0,-1 1 0 0 0,1 0 0 0 0,-1-1 0 0 0,0 1 0 0 0,1-1 0 0 0,-1 1 0 0 0,1-1 0 0 0,-1 1 0 0 0,0-1 0 0 0,0 1 0 0 0,1-1 0 0 0,-1 1 0 0 0,0-1 0 0 0,0 1 0 0 0,0-1 0 0 0,0 1 0 0 0,1-1 0 0 0,-1 1 0 0 0,0-1 0 0 0,0 0-1 0 0,0 1 1 0 0,0-1 0 0 0,0 1 0 0 0,0-1 0 0 0,-1 1 0 0 0,1-1 0 0 0,0 0 0 0 0,0 1 0 0 0,0-1 0 0 0,0 1 0 0 0,-1-1 0 0 0,1 1 0 0 0,0-1 0 0 0,-1 1 0 0 0,1-1 0 0 0,0 1 0 0 0,-1-1 0 0 0,1 1 0 0 0,0 0 0 0 0,-1-1 0 0 0,1 1 0 0 0,-1-1 0 0 0,1 1 0 0 0,-1-1 0 0 0,-6-9 227 0 0,-17 23-23 0 0,21-12-203 0 0,0 1-1 0 0,0-1 0 0 0,1 1 1 0 0,-1-1-1 0 0,0 1 0 0 0,1 0 1 0 0,-1 0-1 0 0,1 0 0 0 0,0 1 1 0 0,0-1-1 0 0,0 0 1 0 0,0 1-1 0 0,0 0 0 0 0,0-1 1 0 0,1 1-1 0 0,-1 0 0 0 0,1 0 1 0 0,0-1-1 0 0,0 1 1 0 0,0 0-1 0 0,0 1 0 0 0,1-1 1 0 0,-1 0-1 0 0,1 0 0 0 0,-1 0 1 0 0,1 0-1 0 0,0 0 1 0 0,0 0-1 0 0,1 1 0 0 0,-1-1 1 0 0,1 0-1 0 0,-1 0 0 0 0,1 0 1 0 0,0 0-1 0 0,0 0 1 0 0,3 5-1 0 0,0 0-83 0 0,1 0 0 0 0,0-1 0 0 0,0 0 0 0 0,1 0 0 0 0,-1 0 0 0 0,2-1 0 0 0,-1 1 0 0 0,1-2 0 0 0,0 1 0 0 0,0-1 0 0 0,13 8 0 0 0,4-2-2204 0 0,0-1 0 0 0,32 9 1 0 0,-12-5-1086 0 0</inkml:trace>
</inkml:ink>
</file>

<file path=ppt/ink/ink3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7:35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7 703 504 0 0,'0'0'4615'0'0,"4"-3"-4101"0"0,18-11 20 0 0,1 1 0 0 0,1 2-1 0 0,33-13 1 0 0,31-14 174 0 0,-21 3-43 0 0,78-53 0 0 0,-125 74-556 0 0,0-1-1 0 0,0-2 0 0 0,-2 1 1 0 0,0-2-1 0 0,-1-1 0 0 0,-1 0 1 0 0,24-37-1 0 0,-33 43-59 0 0,0-1 1 0 0,-2 0-1 0 0,0 0 1 0 0,0 0-1 0 0,-1-1 1 0 0,-1 0-1 0 0,0 1 1 0 0,1-26-1 0 0,-4 31-13 0 0,1 0 0 0 0,-2 0 0 0 0,1 0 0 0 0,-1 1 0 0 0,0-1-1 0 0,-1 0 1 0 0,0 1 0 0 0,0-1 0 0 0,-1 1 0 0 0,0 0 0 0 0,0-1-1 0 0,-1 2 1 0 0,0-1 0 0 0,-1 0 0 0 0,-10-13 0 0 0,14 20-19 0 0,1 1-15 0 0,-1 0 0 0 0,0-1 0 0 0,0 1-1 0 0,0 0 1 0 0,1 0 0 0 0,-1 0 0 0 0,0 0 0 0 0,0 0 0 0 0,0 0-1 0 0,1 0 1 0 0,-1 0 0 0 0,0 1 0 0 0,0-1 0 0 0,0 0 0 0 0,1 0-1 0 0,-1 0 1 0 0,0 1 0 0 0,0-1 0 0 0,1 1 0 0 0,-1-1 0 0 0,0 0-1 0 0,1 1 1 0 0,-2 0 0 0 0,-16 27 21 0 0,0 1-1 0 0,3 1 0 0 0,0 0 1 0 0,2 1-1 0 0,-14 45 1 0 0,11-30 9 0 0,-172 535 336 0 0,158-472-298 0 0,11-31-5 0 0,-4-1 1 0 0,-3-1-1 0 0,-39 79 0 0 0,62-149-317 0 0,-1 0 0 0 0,1 0 1 0 0,-2 0-1 0 0,1 0 0 0 0,0 0 0 0 0,-1-1 0 0 0,0 0 0 0 0,-1 0 0 0 0,1 0 0 0 0,-1-1 0 0 0,0 1 1 0 0,0-1-1 0 0,-8 3 0 0 0,13-6 61 0 0,0-1 0 0 0,0 0 0 0 0,0 0 0 0 0,0 0 0 0 0,0 0 0 0 0,0 0 0 0 0,0 0 0 0 0,0 0 0 0 0,0 0 0 0 0,1 0-1 0 0,-1 0 1 0 0,0-1 0 0 0,0 1 0 0 0,0 0 0 0 0,0-1 0 0 0,0 1 0 0 0,1 0 0 0 0,-1-1 0 0 0,-1 0 0 0 0,0 0-490 0 0,-11-8-1902 0 0</inkml:trace>
</inkml:ink>
</file>

<file path=ppt/ink/ink3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7:35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1 280 128 0 0,'26'-21'2892'0'0,"8"11"-2204"0"0,-1 1 0 0 0,2 2 0 0 0,61-6 0 0 0,-15 3-145 0 0,222-43 1021 0 0,-225 35-530 0 0,140-50 0 0 0,-211 65-821 0 0,1-1 1 0 0,-1 1-1 0 0,1-2 1 0 0,-1 1-1 0 0,0-1 0 0 0,-1 0 1 0 0,1 0-1 0 0,-1-1 1 0 0,5-6-1 0 0,-10 12-192 0 0,-1-1 1 0 0,0 1-1 0 0,0 0 0 0 0,1-1 1 0 0,-1 1-1 0 0,0-1 0 0 0,0 1 1 0 0,0-1-1 0 0,0 1 0 0 0,1 0 1 0 0,-1-1-1 0 0,0 1 0 0 0,0-1 1 0 0,0 1-1 0 0,0-1 0 0 0,0 1 1 0 0,0-1-1 0 0,0 1 0 0 0,-1-1 1 0 0,1 1-1 0 0,0-1 0 0 0,0 1 1 0 0,0-1-1 0 0,0 1 0 0 0,-1 0 1 0 0,1-1-1 0 0,0 1 0 0 0,0-1 1 0 0,-1 1-1 0 0,1 0 0 0 0,0-1 1 0 0,0 1-1 0 0,-1 0 0 0 0,1-1 1 0 0,-1 1-1 0 0,1 0 0 0 0,0-1 1 0 0,-1 1-1 0 0,1 0 0 0 0,-1 0 1 0 0,1 0-1 0 0,0-1 0 0 0,-1 1 1 0 0,1 0-1 0 0,-1 0 0 0 0,1 0 1 0 0,-1 0-1 0 0,1 0 0 0 0,-1 0 1 0 0,1 0-1 0 0,-1 0 0 0 0,1 0 1 0 0,-1 0-1 0 0,1 0 0 0 0,-1 0 1 0 0,-27-2 87 0 0,18 4-64 0 0,-1 0 0 0 0,0 0 1 0 0,1 1-1 0 0,0 1 0 0 0,0 0 1 0 0,0 0-1 0 0,0 1 0 0 0,0 0 1 0 0,-10 8-1 0 0,15-10-33 0 0,0 0 0 0 0,0 1 0 0 0,0 0 0 0 0,0 0 0 0 0,1 0 0 0 0,-1 1 0 0 0,1 0 0 0 0,0-1 0 0 0,1 1 0 0 0,-1 1 0 0 0,1-1 0 0 0,0 0 0 0 0,0 1 0 0 0,1 0 0 0 0,-1-1 0 0 0,-1 12 0 0 0,3-15-11 0 0,1 0 0 0 0,0 0-1 0 0,-1 0 1 0 0,1 0 0 0 0,0 0 0 0 0,0 0 0 0 0,1 0-1 0 0,-1 0 1 0 0,0 0 0 0 0,1 0 0 0 0,-1 0 0 0 0,1 0-1 0 0,-1 0 1 0 0,1-1 0 0 0,0 1 0 0 0,0 0 0 0 0,0 0-1 0 0,0 0 1 0 0,0-1 0 0 0,0 1 0 0 0,1-1 0 0 0,-1 1-1 0 0,1-1 1 0 0,-1 1 0 0 0,1-1 0 0 0,-1 0 0 0 0,1 0 0 0 0,0 0-1 0 0,-1 0 1 0 0,1 0 0 0 0,0 0 0 0 0,0 0 0 0 0,0 0-1 0 0,0-1 1 0 0,0 1 0 0 0,0-1 0 0 0,0 1 0 0 0,0-1-1 0 0,0 0 1 0 0,0 0 0 0 0,0 0 0 0 0,0 0 0 0 0,0 0-1 0 0,2-1 1 0 0,13 0 10 0 0,0-1-1 0 0,0-1 0 0 0,0-1 1 0 0,20-6-1 0 0,-19 5-7 0 0,40-13-50 0 0,34-8-117 0 0,-84 24 148 0 0,1 1 1 0 0,-1 0-1 0 0,1 0 0 0 0,-1 1 0 0 0,1 0 1 0 0,-1 0-1 0 0,1 1 0 0 0,12 3 1 0 0,-17-2-41 0 0,1 0 1 0 0,-1 1 0 0 0,0 0 0 0 0,0 0 0 0 0,0 0-1 0 0,0 1 1 0 0,-1-1 0 0 0,1 1 0 0 0,-1 0 0 0 0,0 0-1 0 0,0 0 1 0 0,0 0 0 0 0,-1 0 0 0 0,1 1 0 0 0,-1-1 0 0 0,0 1-1 0 0,1 5 1 0 0,3 1-34 0 0,-5-9 112 0 0,3-3 18 0 0,-1 1 0 0 0,1-1 1 0 0,0 1-1 0 0,0-1 0 0 0,-1-1 0 0 0,1 1 0 0 0,-1 0 0 0 0,1-1 0 0 0,-1 0 0 0 0,1 0 0 0 0,4-4 1 0 0,41-32 17 0 0,-33 25-70 0 0,-8 7-250 0 0,0 0 0 0 0,0 1 1 0 0,1-1-1 0 0,-1 2 1 0 0,1-1-1 0 0,1 1 1 0 0,9-3-1 0 0,-13 5-539 0 0,1 1-1 0 0,-1 0 1 0 0,0 0 0 0 0,0 0 0 0 0,0 1-1 0 0,0 0 1 0 0,9 1 0 0 0</inkml:trace>
</inkml:ink>
</file>

<file path=ppt/ink/ink3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7:36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11 44 0 0,'0'0'6007'0'0,"-3"-2"-5503"0"0,0 1-418 0 0,0-1 0 0 0,0 1 1 0 0,0 0-1 0 0,0 0 0 0 0,0 1 0 0 0,0-1 0 0 0,0 1 0 0 0,0-1 0 0 0,0 1 0 0 0,0 0 0 0 0,0 0 0 0 0,0 0 0 0 0,0 0 1 0 0,0 1-1 0 0,0-1 0 0 0,0 1 0 0 0,0 0 0 0 0,0 0 0 0 0,0 0 0 0 0,-5 3 0 0 0,-59 35 1285 0 0,59-34-1155 0 0,8-5-204 0 0,0 1-1 0 0,0-1 1 0 0,-1 0-1 0 0,1 1 0 0 0,0-1 1 0 0,0 0-1 0 0,-1 1 1 0 0,1-1-1 0 0,0 1 1 0 0,0-1-1 0 0,0 0 0 0 0,0 1 1 0 0,-1-1-1 0 0,1 0 1 0 0,0 1-1 0 0,0-1 1 0 0,0 1-1 0 0,0-1 0 0 0,0 1 1 0 0,0-1-1 0 0,0 0 1 0 0,0 1-1 0 0,0-1 1 0 0,0 1-1 0 0,0-1 1 0 0,1 0-1 0 0,-1 1 0 0 0,0-1 1 0 0,0 1-1 0 0,0-1 1 0 0,0 0-1 0 0,1 1 1 0 0,-1-1-1 0 0,0 0 0 0 0,0 1 1 0 0,1-1-1 0 0,-1 0 1 0 0,1 1-1 0 0,9 10 137 0 0,-10-11-163 0 0,8 5-26 0 0,0-1 0 0 0,0 0 0 0 0,0 0-1 0 0,1 0 1 0 0,-1-1 0 0 0,1 0 0 0 0,0-1 0 0 0,0 0 0 0 0,0-1 0 0 0,11 1 0 0 0,27 7-1586 0 0,-8 3-2564 0 0,-22-8 1796 0 0</inkml:trace>
</inkml:ink>
</file>

<file path=ppt/ink/ink3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7:36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693 170 80 0 0,'0'-4'802'0'0,"-1"-3"-472"0"0,1-1-1 0 0,-2 1 1 0 0,1 0 0 0 0,-1 0-1 0 0,0 0 1 0 0,0 0 0 0 0,-1 0-1 0 0,0 0 1 0 0,0 1 0 0 0,-1-1-1 0 0,1 1 1 0 0,-2 0 0 0 0,1 0-1 0 0,0 0 1 0 0,-8-7 0 0 0,5 8-128 0 0,0-1 0 0 0,-1 1 0 0 0,1 0 0 0 0,-1 1 0 0 0,0 0 1 0 0,0 0-1 0 0,0 1 0 0 0,0 0 0 0 0,-1 0 0 0 0,0 1 0 0 0,1 0 1 0 0,-17-2-1 0 0,3 3 11 0 0,-1 1 1 0 0,1 0-1 0 0,0 2 1 0 0,0 1-1 0 0,0 0 1 0 0,0 2-1 0 0,0 0 0 0 0,-35 14 1 0 0,30-7-27 0 0,0 0 1 0 0,0 1-1 0 0,2 2 0 0 0,0 0 0 0 0,0 2 1 0 0,-24 22-1 0 0,42-32-137 0 0,-1 0 0 0 0,1 0 0 0 0,1 0 0 0 0,-1 1 0 0 0,2 0 0 0 0,-1 1 0 0 0,1-1 0 0 0,0 1 0 0 0,0 0 0 0 0,1 1-1 0 0,1-1 1 0 0,-1 0 0 0 0,2 1 0 0 0,-1 0 0 0 0,1 0 0 0 0,1 0 0 0 0,0 0 0 0 0,0 17 0 0 0,2-18-30 0 0,0 0-1 0 0,1 0 1 0 0,0 0-1 0 0,0-1 1 0 0,1 1-1 0 0,0-1 1 0 0,0 1 0 0 0,1-1-1 0 0,0 0 1 0 0,1 0-1 0 0,0-1 1 0 0,0 1-1 0 0,1-1 1 0 0,-1-1 0 0 0,2 1-1 0 0,-1-1 1 0 0,1 0-1 0 0,0 0 1 0 0,0 0-1 0 0,0-1 1 0 0,10 5 0 0 0,-2-3-56 0 0,0 1 0 0 0,0-2 0 0 0,1 0 0 0 0,0-1 0 0 0,1 0 0 0 0,-1-2 0 0 0,1 1 0 0 0,-1-2 0 0 0,1-1 0 0 0,0 0 0 0 0,0-1 0 0 0,0 0 0 0 0,0-2 0 0 0,-1 0 0 0 0,1-1 0 0 0,-1 0 0 0 0,1-1 0 0 0,-1-1 0 0 0,0-1 0 0 0,-1 0 1 0 0,1-2-1 0 0,-1 1 0 0 0,0-2 0 0 0,-1 0 0 0 0,0 0 0 0 0,20-19 0 0 0,-1-9-142 0 0,-31 35 113 0 0,1 10-227 0 0,0 0 218 0 0,1 0-1 0 0,1 0 0 0 0,-1-1 1 0 0,1 0-1 0 0,0 0 0 0 0,1 0 1 0 0,0-1-1 0 0,0 1 1 0 0,0-2-1 0 0,1 1 0 0 0,0-1 1 0 0,8 6-1 0 0,-14-11 91 0 0,0 1 0 0 0,0 0-1 0 0,0-1 1 0 0,0 1 0 0 0,1-1 0 0 0,-1 0 0 0 0,0 1-1 0 0,0-1 1 0 0,0 0 0 0 0,1 0 0 0 0,-1 0 0 0 0,0 0-1 0 0,0 0 1 0 0,1 0 0 0 0,-1 0 0 0 0,0 0 0 0 0,0 0-1 0 0,0-1 1 0 0,1 1 0 0 0,-1 0 0 0 0,0-1 0 0 0,0 1-1 0 0,0-1 1 0 0,0 0 0 0 0,0 1 0 0 0,0-1 0 0 0,0 0-1 0 0,0 1 1 0 0,0-1 0 0 0,0 0 0 0 0,0 0 0 0 0,0 0-1 0 0,0 0 1 0 0,-1 0 0 0 0,1 0 0 0 0,0 0 0 0 0,-1 0-1 0 0,1 0 1 0 0,-1 0 0 0 0,1-1 0 0 0,-1 1-1 0 0,1 0 1 0 0,-1 0 0 0 0,0 0 0 0 0,0-3 0 0 0,2 0 76 0 0,-1-1 0 0 0,0 0 0 0 0,-1 0-1 0 0,1 0 1 0 0,-1 0 0 0 0,0 1 0 0 0,0-1 0 0 0,-1 0 0 0 0,0-7 0 0 0,-1 9-129 0 0,1 0-1 0 0,0 1 1 0 0,-1-1 0 0 0,0 0-1 0 0,0 1 1 0 0,0-1-1 0 0,0 1 1 0 0,0-1 0 0 0,0 1-1 0 0,0 0 1 0 0,-1 0-1 0 0,1 0 1 0 0,-1 0 0 0 0,0 0-1 0 0,0 1 1 0 0,1-1-1 0 0,-1 1 1 0 0,0 0-1 0 0,-4-1 1 0 0,5 1-452 0 0,-2 2-124 0 0,-19 6-555 0 0,9 0-3799 0 0,4-1 2389 0 0</inkml:trace>
</inkml:ink>
</file>

<file path=ppt/ink/ink3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7:37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12 365 648 0 0,'0'0'3602'0'0,"0"25"-2384"0"0,-10 99 521 0 0,9-120-1651 0 0,1 0 1 0 0,-1 0 0 0 0,1 0-1 0 0,0 1 1 0 0,1-1-1 0 0,-1 0 1 0 0,1 0 0 0 0,-1 0-1 0 0,1 0 1 0 0,1 0 0 0 0,-1 0-1 0 0,1 0 1 0 0,3 6-1 0 0,-4-9 483 0 0,21-9-257 0 0,-11 2-213 0 0,0 0 0 0 0,0-1 0 0 0,0 0 0 0 0,-1-1 0 0 0,-1-1 0 0 0,1 1-1 0 0,10-14 1 0 0,18-14 78 0 0,7-6 379 0 0,-44 40-493 0 0,-1 2-58 0 0,0 0 1 0 0,0 0-1 0 0,0-1 1 0 0,0 1-1 0 0,1 0 1 0 0,-1 0-1 0 0,0-1 1 0 0,0 1-1 0 0,0 0 1 0 0,0 0-1 0 0,1 0 0 0 0,-1-1 1 0 0,0 1-1 0 0,0 0 1 0 0,1 0-1 0 0,-1 0 1 0 0,0-1-1 0 0,0 1 1 0 0,1 0-1 0 0,-1 0 0 0 0,0 0 1 0 0,0 0-1 0 0,1 0 1 0 0,-1 0-1 0 0,0 0 1 0 0,1 0-1 0 0,-1 0 1 0 0,0 0-1 0 0,0 0 1 0 0,1 0-1 0 0,-1 0 0 0 0,0 0 1 0 0,1 0-1 0 0,-1 0 1 0 0,0 0-1 0 0,0 0 1 0 0,1 0-1 0 0,-1 0 1 0 0,1 1-1 0 0,2 2-2 0 0,0 1-1 0 0,0 0 1 0 0,0 0-1 0 0,-1 1 1 0 0,1-1-1 0 0,-1 0 1 0 0,2 8-1 0 0,3 1 3 0 0,-3-4-6 0 0,5 4-2 0 0,-7-12 6 0 0,0-1 1 0 0,0 1-1 0 0,0-1 0 0 0,0 0 0 0 0,1 0 0 0 0,-1 0 1 0 0,0 0-1 0 0,0 0 0 0 0,0 0 0 0 0,0 0 0 0 0,0-1 1 0 0,0 1-1 0 0,3-2 0 0 0,76-27-32 0 0,-65 21-5 0 0,0 2 0 0 0,1 0 0 0 0,0 1 0 0 0,24-5 0 0 0,-40 10 20 0 0,0 0 0 0 0,0 0 0 0 0,1-1-1 0 0,-1 1 1 0 0,0 0 0 0 0,0 0 0 0 0,0 0 0 0 0,1 0 0 0 0,-1 0 0 0 0,0 1 0 0 0,0-1 0 0 0,0 0 0 0 0,1 0 0 0 0,-1 1 0 0 0,0-1 0 0 0,0 1 0 0 0,0-1 0 0 0,0 1 0 0 0,0 0 0 0 0,1 0 0 0 0,-2 0 1 0 0,1-1 0 0 0,-1 1 0 0 0,0 0 0 0 0,1 0 0 0 0,-1-1 1 0 0,0 1-1 0 0,0 0 0 0 0,0 0 0 0 0,0-1 0 0 0,0 1 0 0 0,0 0 0 0 0,0 0 1 0 0,0-1-1 0 0,0 1 0 0 0,0 0 0 0 0,0 0 0 0 0,0 0 0 0 0,0-1 0 0 0,-1 1 1 0 0,1 0-1 0 0,0-1 0 0 0,-1 2 0 0 0,-1 2-16 0 0,-1 1 0 0 0,1-1 0 0 0,-1 0 0 0 0,0 0-1 0 0,0 0 1 0 0,0-1 0 0 0,-1 1 0 0 0,-3 2 0 0 0,-44 34-268 0 0,50-39 235 0 0,22-2-589 0 0,0-1 526 0 0,0-2 1 0 0,0 0-1 0 0,-1-1 0 0 0,1 0 0 0 0,-1-2 0 0 0,-1-1 0 0 0,1 0 0 0 0,-1-2 0 0 0,-1 0 1 0 0,1-1-1 0 0,-2 0 0 0 0,22-19 0 0 0,-23 16 95 0 0,0 0 0 0 0,0-1 0 0 0,-2 0 1 0 0,0-2-1 0 0,0 1 0 0 0,-2-2 0 0 0,0 0 0 0 0,-1 0 1 0 0,-1-1-1 0 0,0 0 0 0 0,-2-1 0 0 0,0 0 0 0 0,5-24 1 0 0,-10 32 117 0 0,-1-1 0 0 0,0 0 1 0 0,-1 0-1 0 0,0 0 1 0 0,-2 0-1 0 0,1 0 0 0 0,-1 1 1 0 0,-4-15-1 0 0,5 26-84 0 0,0 0 0 0 0,-1 0 1 0 0,1 1-1 0 0,-1-1 0 0 0,1 0 0 0 0,-1 0 0 0 0,1 1 1 0 0,-1-1-1 0 0,0 0 0 0 0,1 1 0 0 0,-1-1 0 0 0,0 1 0 0 0,1-1 1 0 0,-1 1-1 0 0,0-1 0 0 0,0 1 0 0 0,1 0 0 0 0,-1-1 0 0 0,0 1 1 0 0,0 0-1 0 0,0-1 0 0 0,0 1 0 0 0,0 0 0 0 0,1 0 1 0 0,-1 0-1 0 0,0 0 0 0 0,0 0 0 0 0,0 0 0 0 0,0 0 0 0 0,0 0 1 0 0,0 0-1 0 0,0 0 0 0 0,1 1 0 0 0,-1-1 0 0 0,0 0 0 0 0,0 1 1 0 0,0-1-1 0 0,0 0 0 0 0,1 1 0 0 0,-1-1 0 0 0,0 1 1 0 0,1-1-1 0 0,-2 2 0 0 0,-31 20 67 0 0,22-11-54 0 0,0 0 0 0 0,1 2 0 0 0,0-1 0 0 0,1 1-1 0 0,0 0 1 0 0,1 1 0 0 0,1 0 0 0 0,0 0 0 0 0,1 1 0 0 0,0 0 0 0 0,1 0 0 0 0,1 0 0 0 0,0 1 0 0 0,1-1 0 0 0,1 1 0 0 0,1 0 0 0 0,0 0 0 0 0,1-1 0 0 0,0 1 0 0 0,2 0 0 0 0,5 30-1 0 0,-6-41 50 0 0,0-1 0 0 0,0 1 0 0 0,0-1-1 0 0,0 1 1 0 0,1-1 0 0 0,0 0-1 0 0,0 0 1 0 0,0 0 0 0 0,0 0 0 0 0,0 0-1 0 0,1 0 1 0 0,0-1 0 0 0,0 1-1 0 0,0-1 1 0 0,0 0 0 0 0,0 0 0 0 0,1 0-1 0 0,0 0 1 0 0,-1 0 0 0 0,1-1-1 0 0,0 0 1 0 0,0 0 0 0 0,0 0 0 0 0,0 0-1 0 0,1 0 1 0 0,-1-1 0 0 0,0 0-1 0 0,1 0 1 0 0,-1 0 0 0 0,1-1-1 0 0,-1 1 1 0 0,1-1 0 0 0,-1 0 0 0 0,1 0-1 0 0,6-2 1 0 0,-2 0-31 0 0,-8 2 114 0 0,1-1-1 0 0,-1 1 1 0 0,1-1 0 0 0,-1 1-1 0 0,1 0 1 0 0,-1 0 0 0 0,1-1-1 0 0,0 1 1 0 0,-1 0 0 0 0,1 0-1 0 0,-1 1 1 0 0,1-1 0 0 0,-1 0-1 0 0,1 0 1 0 0,0 1 0 0 0,-1-1-1 0 0,1 1 1 0 0,-1-1 0 0 0,0 1-1 0 0,3 1 1 0 0,-3-1-861 0 0,-3 26-7247 0 0</inkml:trace>
</inkml:ink>
</file>

<file path=ppt/ink/ink3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7:38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38 964 0 0,'3'-10'2076'0'0,"2"-2"-280"0"0,1 5 37 0 0,-3-2-1565 0 0</inkml:trace>
</inkml:ink>
</file>

<file path=ppt/ink/ink3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7:38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53 744 0 0,'-1'-1'133'0'0,"1"0"-1"0"0,0 0 1 0 0,0 0-1 0 0,0 0 1 0 0,0-1 0 0 0,0 1-1 0 0,0 0 1 0 0,0 0-1 0 0,1 0 1 0 0,-1 0-1 0 0,0 0 1 0 0,1 0 0 0 0,-1 0-1 0 0,0 0 1 0 0,1 0-1 0 0,-1 0 1 0 0,1 0-1 0 0,0 0 1 0 0,-1 0 0 0 0,1 0-1 0 0,0 0 1 0 0,-1 0-1 0 0,1 1 1 0 0,0-1-1 0 0,1-1 1 0 0,34-13 1772 0 0,43 5-265 0 0,-76 10-1551 0 0,27 0 102 0 0,-1 0 0 0 0,1 3 0 0 0,0 0 0 0 0,54 14-1 0 0,-41-5-2713 0 0,43 19-1 0 0,-62-23 424 0 0</inkml:trace>
</inkml:ink>
</file>

<file path=ppt/ink/ink3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7:39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24 36 0 0,'0'-14'1901'0'0,"0"5"1009"0"0,-1 13-487 0 0,-12 37-1451 0 0,-21 35-574 0 0,4 1 0 0 0,3 2-1 0 0,3 1 1 0 0,-16 101 0 0 0,39-179-386 0 0,1-1 0 0 0,0 1 0 0 0,-1-1 0 0 0,1 1 0 0 0,0 0 0 0 0,0-1 0 0 0,0 1 1 0 0,0 0-1 0 0,0-1 0 0 0,1 1 0 0 0,-1 0 0 0 0,0-1 0 0 0,1 1 0 0 0,-1-1 0 0 0,1 1 0 0 0,0-1 0 0 0,-1 1 0 0 0,1-1 0 0 0,0 1 0 0 0,0-1 0 0 0,0 0 1 0 0,0 1-1 0 0,0-1 0 0 0,0 0 0 0 0,0 0 0 0 0,0 0 0 0 0,1 1 0 0 0,-1-2 0 0 0,0 1 0 0 0,1 0 0 0 0,-1 0 0 0 0,1 0 0 0 0,-1-1 0 0 0,1 1 0 0 0,-1 0 1 0 0,1-1-1 0 0,0 1 0 0 0,-1-1 0 0 0,1 0 0 0 0,1 0 0 0 0,3 1 24 0 0,0-1 0 0 0,0 0-1 0 0,-1-1 1 0 0,1 0 0 0 0,0 0 0 0 0,-1 0 0 0 0,1 0 0 0 0,0-1 0 0 0,-1 0-1 0 0,6-3 1 0 0,12-7 126 0 0,-1-2-1 0 0,-1 0 0 0 0,0-2 1 0 0,19-18-1 0 0,-32 28-5 0 0,-7 5 83 0 0,-1 1-231 0 0,0 0 0 0 0,0-1 0 0 0,1 1 0 0 0,-1 0 0 0 0,1-1 0 0 0,-1 1 0 0 0,0 0 1 0 0,1 0-1 0 0,-1-1 0 0 0,1 1 0 0 0,-1 0 0 0 0,0 0 0 0 0,1-1 0 0 0,-1 1 0 0 0,1 0 0 0 0,-1 0 0 0 0,1 0 0 0 0,-1 0 1 0 0,1 0-1 0 0,-1 0 0 0 0,1 0 0 0 0,-1 0 0 0 0,1 0 0 0 0,-1 0 0 0 0,1 0 0 0 0,-1 0 0 0 0,1 0 0 0 0,0 1 0 0 0,1 5 3 0 0,0 0-1 0 0,0 1 1 0 0,1-1-1 0 0,0 0 0 0 0,0 0 1 0 0,1-1-1 0 0,-1 1 0 0 0,1-1 1 0 0,6 7-1 0 0,-7-9 0 0 0,0-1 0 0 0,0 1 0 0 0,0-1 0 0 0,1 0 0 0 0,-1 0 0 0 0,1 0 0 0 0,-1 0 0 0 0,1-1 0 0 0,0 1 0 0 0,0-1 0 0 0,4 1 1 0 0,-6-2-5 0 0,0 1 1 0 0,0-1-1 0 0,-1 0 1 0 0,1 0 0 0 0,0 0-1 0 0,-1 0 1 0 0,1 0 0 0 0,0 0-1 0 0,0 0 1 0 0,-1-1 0 0 0,1 1-1 0 0,0-1 1 0 0,-1 1 0 0 0,1-1-1 0 0,-1 1 1 0 0,1-1 0 0 0,-1 0-1 0 0,1 0 1 0 0,-1 0 0 0 0,2-1-1 0 0,31-38 51 0 0,-9 8-43 0 0,-23 30-19 0 0,0 1 0 0 0,0-1 0 0 0,0 1 1 0 0,0 0-1 0 0,1 0 0 0 0,-1 0 1 0 0,0 0-1 0 0,1 0 0 0 0,-1 1 0 0 0,1-1 1 0 0,-1 1-1 0 0,1-1 0 0 0,-1 1 1 0 0,1 0-1 0 0,-1 0 0 0 0,1 0 1 0 0,2 0-1 0 0,56 8-32 0 0,-38-5 17 0 0,-16-2 17 0 0,5 1 11 0 0,0 0-1 0 0,1-1 0 0 0,-1-1 0 0 0,1 0 0 0 0,-1 0 0 0 0,1-1 0 0 0,-1-1 0 0 0,0 0 0 0 0,0 0 0 0 0,24-9 1 0 0,-35 10 8 0 0,0 1-9 0 0,0-1 1 0 0,0 1 0 0 0,0-1 0 0 0,0 1-1 0 0,-1-1 1 0 0,1 1 0 0 0,0-1-1 0 0,0 0 1 0 0,0 1 0 0 0,-1-1 0 0 0,1 0-1 0 0,-1 0 1 0 0,1 0 0 0 0,0 0-1 0 0,-1 1 1 0 0,1-1 0 0 0,-1 0 0 0 0,0 0-1 0 0,1 0 1 0 0,-1 0 0 0 0,0 0-1 0 0,1 0 1 0 0,-1 0 0 0 0,0 0-1 0 0,0-1 1 0 0,0 0 16 0 0,-3 0-16 0 0,1 1-13 0 0,0 0 1 0 0,0 0-1 0 0,0 1 0 0 0,0-1 0 0 0,0 0 0 0 0,0 1 0 0 0,0-1 1 0 0,0 1-1 0 0,0 0 0 0 0,0-1 0 0 0,0 1 0 0 0,0 0 1 0 0,0 1-1 0 0,0-1 0 0 0,0 0 0 0 0,-1 0 0 0 0,1 1 0 0 0,0-1 1 0 0,0 1-1 0 0,0 0 0 0 0,1-1 0 0 0,-1 1 0 0 0,0 0 1 0 0,0 0-1 0 0,0 1 0 0 0,0-1 0 0 0,1 0 0 0 0,-1 0 0 0 0,1 1 1 0 0,-1-1-1 0 0,1 1 0 0 0,-3 3 0 0 0,3-3-6 0 0,0 1 0 0 0,-1-1 0 0 0,1 1 0 0 0,1 0 0 0 0,-1 0 0 0 0,0-1 0 0 0,1 1 0 0 0,-1 0 0 0 0,1 0 0 0 0,0 0 0 0 0,0 0 0 0 0,0-1-1 0 0,1 1 1 0 0,-1 0 0 0 0,0 0 0 0 0,1 0 0 0 0,0-1 0 0 0,0 1 0 0 0,0 0 0 0 0,0 0 0 0 0,0-1 0 0 0,0 1 0 0 0,1-1 0 0 0,2 5 0 0 0,-2-5 6 0 0,0 0-1 0 0,1 0 1 0 0,-1 0 0 0 0,0 0-1 0 0,1-1 1 0 0,-1 1 0 0 0,1-1 0 0 0,-1 0-1 0 0,1 1 1 0 0,0-1 0 0 0,-1 0 0 0 0,1 0-1 0 0,0-1 1 0 0,0 1 0 0 0,0-1-1 0 0,-1 1 1 0 0,1-1 0 0 0,0 0 0 0 0,0 0-1 0 0,0 0 1 0 0,0 0 0 0 0,0-1-1 0 0,4 0 1 0 0,11-3-30 0 0,0 0 0 0 0,28-12 0 0 0,-19 7-23 0 0,-11 4 29 0 0,-6 3 18 0 0,0-1 1 0 0,-1-1 0 0 0,1 0 0 0 0,-1 0 0 0 0,0 0-1 0 0,9-7 1 0 0,-13 7 7 0 0,-3 4 8 0 0,13 17-57 0 0,-12-13 44 0 0,0 0 1 0 0,-1 0-1 0 0,1 0 0 0 0,1-1 0 0 0,-1 1 0 0 0,0-1 0 0 0,1 0 0 0 0,0 0 0 0 0,-1 0 0 0 0,6 3 0 0 0,5-3 19 0 0,1 1 0 0 0,-1-2 0 0 0,1 0 0 0 0,0-1-1 0 0,0 0 1 0 0,0-2 0 0 0,0 1 0 0 0,0-2-1 0 0,0 0 1 0 0,0-1 0 0 0,-1 0 0 0 0,1-1-1 0 0,-1-1 1 0 0,0 0 0 0 0,0-1 0 0 0,-1 0-1 0 0,1-1 1 0 0,-1-1 0 0 0,15-11 0 0 0,-15 5 39 0 0,0 1 0 0 0,-1-2 1 0 0,0 0-1 0 0,-2 0 0 0 0,0-1 0 0 0,0 0 1 0 0,-1 0-1 0 0,-2-1 0 0 0,1-1 1 0 0,-2 1-1 0 0,0-1 0 0 0,-1 0 0 0 0,-1-1 1 0 0,2-22-1 0 0,-5 37-66 0 0,7-56 1010 0 0,-7 60-984 0 0,-1 0 1 0 0,0 0-1 0 0,0 0 0 0 0,0 0 1 0 0,0-1-1 0 0,0 1 1 0 0,1 0-1 0 0,-1 0 1 0 0,0 0-1 0 0,0 0 0 0 0,0-1 1 0 0,0 1-1 0 0,0 0 1 0 0,0 0-1 0 0,0 0 1 0 0,0 0-1 0 0,0-1 0 0 0,0 1 1 0 0,0 0-1 0 0,0 0 1 0 0,0 0-1 0 0,0-1 1 0 0,0 1-1 0 0,0 0 0 0 0,0 0 1 0 0,0 0-1 0 0,0-1 1 0 0,0 1-1 0 0,0 0 1 0 0,0 0-1 0 0,0 0 1 0 0,0-1-1 0 0,0 1 0 0 0,0 0 1 0 0,0 0-1 0 0,-1 0 1 0 0,1 0-1 0 0,0-1 1 0 0,0 1-1 0 0,0 0 0 0 0,0 0 1 0 0,0 0-1 0 0,-1 0 1 0 0,1 0-1 0 0,0 0 1 0 0,0-1-1 0 0,0 1 0 0 0,0 0 1 0 0,-1 0-1 0 0,1 0 1 0 0,0 0-1 0 0,0 0 1 0 0,0 0-1 0 0,-1 0 1 0 0,1 0-1 0 0,0 0 0 0 0,0 0 1 0 0,-14 29 67 0 0,5-2-22 0 0,1 1 1 0 0,1 0-1 0 0,2 0 1 0 0,1 1-1 0 0,1 0 0 0 0,2 55 1 0 0,2-65-769 0 0,1 0 0 0 0,1 0 0 0 0,8 28 0 0 0,2-15-6489 0 0</inkml:trace>
</inkml:ink>
</file>

<file path=ppt/ink/ink3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7:40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56 772 0 0,'228'-49'9022'0'0,"-218"47"-9011"0"0,8-2 112 0 0,-8 4-6302 0 0</inkml:trace>
</inkml:ink>
</file>

<file path=ppt/ink/ink3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7:40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1 516 0 0,'0'0'4224'0'0,"33"14"-3992"0"0,-15-9-168 0 0,-4-3-168 0 0,5 1-168 0 0,-5 2-156 0 0,-1-3-280 0 0,-5 1-764 0 0</inkml:trace>
</inkml:ink>
</file>

<file path=ppt/ink/ink3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7:44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51 844 0 0,'-9'-31'3943'0'0,"9"30"-3747"0"0,0 0-1 0 0,-1 0 0 0 0,1 0 0 0 0,-1 0 0 0 0,1 0 1 0 0,-1 0-1 0 0,1 0 0 0 0,-1 0 0 0 0,0 0 0 0 0,1 0 1 0 0,-1 0-1 0 0,0 0 0 0 0,0 1 0 0 0,0-1 0 0 0,1 0 1 0 0,-1 1-1 0 0,0-1 0 0 0,0 0 0 0 0,0 1 0 0 0,0-1 1 0 0,0 1-1 0 0,0-1 0 0 0,-2 1 0 0 0,-17 20 416 0 0,-2 5-423 0 0,1 0 1 0 0,1 1-1 0 0,1 1 0 0 0,2 1 1 0 0,0 1-1 0 0,2 0 0 0 0,1 1 0 0 0,2 0 1 0 0,1 1-1 0 0,-11 50 0 0 0,20-72-187 0 0,1 0 0 0 0,0 0-1 0 0,0 0 1 0 0,1 0 0 0 0,2 13-1 0 0,-2-19-1 0 0,0 1 0 0 0,1-1 0 0 0,-1 0 0 0 0,1 0-1 0 0,0 1 1 0 0,0-1 0 0 0,1 0 0 0 0,-1 0 0 0 0,1 0-1 0 0,-1 0 1 0 0,1 0 0 0 0,0-1 0 0 0,0 1-1 0 0,0 0 1 0 0,0-1 0 0 0,5 5 0 0 0,-4-6 2 0 0,-1 0 0 0 0,1 0 0 0 0,0-1 0 0 0,-1 1-1 0 0,1 0 1 0 0,0-1 0 0 0,0 0 0 0 0,-1 0 0 0 0,1 1 0 0 0,0-2 0 0 0,0 1 0 0 0,-1 0 0 0 0,1 0 0 0 0,0-1 0 0 0,-1 0 0 0 0,1 1 0 0 0,0-1 0 0 0,-1 0 0 0 0,1-1 0 0 0,-1 1 0 0 0,1 0-1 0 0,-1-1 1 0 0,3-1 0 0 0,50-39 29 0 0,-41 29-27 0 0,-1-2 0 0 0,-1 1 0 0 0,13-21 0 0 0,-15 20-14 0 0,1 1 0 0 0,0 0-1 0 0,22-22 1 0 0,-32 36-17 0 0,0-1 2 0 0,0 1 22 0 0,-1 0 1 0 0,1 0 0 0 0,0 0 0 0 0,0 0 0 0 0,0 0 0 0 0,-1 0-1 0 0,1 0 1 0 0,0 0 0 0 0,0 0 0 0 0,-1 0 0 0 0,1 0 0 0 0,0 0 0 0 0,0 0-1 0 0,-1 1 1 0 0,1-1 0 0 0,0 0 0 0 0,0 1 0 0 0,-1-1 0 0 0,1 0-1 0 0,0 1 1 0 0,-1-1 0 0 0,1 1 0 0 0,-1-1 0 0 0,1 1 0 0 0,-1-1-1 0 0,2 2 1 0 0,20 13-42 0 0,-16-10 38 0 0,1 0-1 0 0,-1 0 1 0 0,1-1 0 0 0,0 0 0 0 0,1 0 0 0 0,-1-1-1 0 0,1 1 1 0 0,-1-2 0 0 0,1 1 0 0 0,0-1 0 0 0,0 0 0 0 0,0-1-1 0 0,10 1 1 0 0,-8-2 9 0 0,0-1-1 0 0,0 0 1 0 0,0-1-1 0 0,-1 0 1 0 0,1 0 0 0 0,-1-1-1 0 0,1 0 1 0 0,-1-1-1 0 0,0 0 1 0 0,12-7-1 0 0,40-24-2 0 0,115-57-7 0 0,-172 91-21 0 0,-2 1 27 0 0,-1 0-1 0 0,1 0 1 0 0,-1 0-1 0 0,1 0 0 0 0,-1 0 1 0 0,1 0-1 0 0,-1 0 0 0 0,1 1 1 0 0,-1-1-1 0 0,0 1 1 0 0,1-1-1 0 0,-1 1 0 0 0,1 0 1 0 0,-1-1-1 0 0,0 1 0 0 0,0 0 1 0 0,1 0-1 0 0,-1 0 1 0 0,0 0-1 0 0,0 0 0 0 0,0 0 1 0 0,0 0-1 0 0,0 0 0 0 0,0 1 1 0 0,0-1-1 0 0,-1 0 0 0 0,1 1 1 0 0,0-1-1 0 0,-1 0 1 0 0,1 1-1 0 0,-1-1 0 0 0,1 1 1 0 0,-1-1-1 0 0,0 1 0 0 0,1-1 1 0 0,-1 3-1 0 0,0-2 3 0 0,3 10-2 0 0,-2 1 1 0 0,1-1-1 0 0,-1 1 0 0 0,-1-1 0 0 0,-1 1 1 0 0,0 0-1 0 0,0-1 0 0 0,-1 1 0 0 0,-1-1 0 0 0,-5 17 1 0 0,6-22-553 0 0,-6 22 878 0 0,12-16-7579 0 0</inkml:trace>
</inkml:ink>
</file>

<file path=ppt/ink/ink3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7:44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15 968 0 0,'17'-15'6994'0'0,"-17"17"-6819"0"0,1 0 0 0 0,0 0 0 0 0,-1 0 0 0 0,1 0 0 0 0,-1 0 0 0 0,0 1-1 0 0,1-1 1 0 0,-1 0 0 0 0,0 0 0 0 0,0 0 0 0 0,-1 0 0 0 0,1 0 0 0 0,-1 3 0 0 0,-7 319 3249 0 0,5-258-5987 0 0,2-64 2054 0 0,-1-8-2205 0 0,-2-5 1607 0 0,1 1-1 0 0,1-1 0 0 0,-3-19 0 0 0,5 14-926 0 0</inkml:trace>
</inkml:ink>
</file>

<file path=ppt/ink/ink3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7:44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1 487 2736 0 0,'0'-4'18'0'0,"1"0"-1"0"0,0-1 0 0 0,0 1 0 0 0,0 0 1 0 0,1 0-1 0 0,0 0 0 0 0,-1 0 1 0 0,1 0-1 0 0,1 0 0 0 0,-1 0 1 0 0,1 1-1 0 0,-1-1 0 0 0,1 1 0 0 0,0-1 1 0 0,5-3-1 0 0,-1 2 17 0 0,0 1 1 0 0,1 0-1 0 0,0 0 0 0 0,0 1 1 0 0,0 0-1 0 0,0 0 0 0 0,9-1 1 0 0,144-50 725 0 0,-139 44-455 0 0,0 0 0 0 0,0-2 0 0 0,-1 0 1 0 0,36-28-1 0 0,-49 33-178 0 0,0-1 0 0 0,-1 1 0 0 0,0-1 0 0 0,-1-1 0 0 0,0 1 0 0 0,0-1 0 0 0,0 0 0 0 0,-1-1-1 0 0,-1 1 1 0 0,0-1 0 0 0,4-14 0 0 0,-5 17 56 0 0,-2 0 0 0 0,1-1 0 0 0,-1 1 0 0 0,0-1 0 0 0,-1 1 0 0 0,0-1 0 0 0,0 1-1 0 0,0-1 1 0 0,-1 0 0 0 0,0 1 0 0 0,-1 0 0 0 0,0-1 0 0 0,0 1 0 0 0,0 0 0 0 0,-1 0-1 0 0,-4-8 1 0 0,6 13 281 0 0,-1 3-448 0 0,1-1-1 0 0,-1 1 0 0 0,0 0 1 0 0,0-1-1 0 0,0 1 0 0 0,1 0 1 0 0,-1 0-1 0 0,1 0 0 0 0,-1 0 1 0 0,1 1-1 0 0,-1-1 0 0 0,1 0 1 0 0,-1 1-1 0 0,1-1 0 0 0,0 0 1 0 0,0 1-1 0 0,0 0 0 0 0,0-1 1 0 0,0 1-1 0 0,-1 2 0 0 0,-18 40 126 0 0,18-38-115 0 0,-11 30 18 0 0,2 1 0 0 0,1 0 0 0 0,2 0 0 0 0,1 1 0 0 0,3 0 0 0 0,0 0 0 0 0,3 1 1 0 0,1-1-1 0 0,2 0 0 0 0,2 1 0 0 0,9 43 0 0 0,-10-74 98 0 0,0 0 0 0 0,0 1 0 0 0,1-1 0 0 0,8 14 0 0 0,-11-21-57 0 0,0 0 201 0 0,48 0 1492 0 0,-30-3-2165 0 0,1 1 0 0 0,0 0 0 0 0,-1 2 0 0 0,1 0 0 0 0,-1 2 0 0 0,1 0 0 0 0,-1 1 0 0 0,26 9 1 0 0,13 1-4945 0 0,-27-7 2105 0 0</inkml:trace>
</inkml:ink>
</file>

<file path=ppt/ink/ink3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7:45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10 112 10601 0 0,'-10'-39'1045'0'0,"11"38"-1027"0"0,0 0 0 0 0,0 0 0 0 0,0 0 0 0 0,0 0 0 0 0,0 0-1 0 0,0 0 1 0 0,0 0 0 0 0,0 0 0 0 0,0 1 0 0 0,0-1-1 0 0,1 0 1 0 0,-1 1 0 0 0,0-1 0 0 0,0 1 0 0 0,1 0 0 0 0,-1-1-1 0 0,0 1 1 0 0,1 0 0 0 0,-1 0 0 0 0,3-1 0 0 0,37 8 128 0 0,-26-2-96 0 0,1 1 1 0 0,28 16-1 0 0,-36-17-54 0 0,-1 0-1 0 0,1 0 0 0 0,-1 1 0 0 0,0-1 0 0 0,-1 2 1 0 0,1-1-1 0 0,-1 1 0 0 0,0 0 0 0 0,-1 0 0 0 0,0 1 1 0 0,0-1-1 0 0,-1 1 0 0 0,0 1 0 0 0,4 7 0 0 0,-7-10 1 0 0,1-1-1 0 0,-1 0 0 0 0,0 1 0 0 0,0 0 0 0 0,0-1 0 0 0,-1 1 0 0 0,0-1 1 0 0,0 1-1 0 0,0 0 0 0 0,-1-1 0 0 0,0 1 0 0 0,0-1 0 0 0,0 1 0 0 0,-1-1 1 0 0,0 0-1 0 0,0 1 0 0 0,0-1 0 0 0,0 0 0 0 0,-1 0 0 0 0,0 0 0 0 0,0-1 1 0 0,0 1-1 0 0,-8 7 0 0 0,9-10 21 0 0,0 0 0 0 0,1 0 1 0 0,-1 0-1 0 0,-1 0 0 0 0,1 0 0 0 0,0 0 1 0 0,0-1-1 0 0,-1 1 0 0 0,1-1 1 0 0,-1 1-1 0 0,1-1 0 0 0,-1 0 0 0 0,1 0 1 0 0,-1 0-1 0 0,0-1 0 0 0,0 1 1 0 0,1-1-1 0 0,-1 1 0 0 0,0-1 0 0 0,0 0 1 0 0,0 0-1 0 0,1 0 0 0 0,-1 0 1 0 0,0-1-1 0 0,0 1 0 0 0,1-1 0 0 0,-1 1 1 0 0,0-1-1 0 0,0 0 0 0 0,1 0 0 0 0,-1-1 1 0 0,-3-1-1 0 0,3 1-4 0 0,1-1 0 0 0,-1 1 0 0 0,1 0 0 0 0,-1-1 1 0 0,1 0-1 0 0,0 0 0 0 0,0 0 0 0 0,0 0 0 0 0,0 0 0 0 0,0 0 0 0 0,1 0 0 0 0,0 0 0 0 0,-1-1 1 0 0,1 1-1 0 0,0-1 0 0 0,1 1 0 0 0,-1 0 0 0 0,1-1 0 0 0,-1 0 0 0 0,1 1 0 0 0,0-1 0 0 0,0 1 1 0 0,1-1-1 0 0,-1 1 0 0 0,2-6 0 0 0,4-11-28 0 0,0 0 1 0 0,1 0-1 0 0,1 1 1 0 0,1 1-1 0 0,1-1 1 0 0,17-24-1 0 0,-21 33-40 0 0,1 0 0 0 0,1 1-1 0 0,0 0 1 0 0,0 0 0 0 0,1 1-1 0 0,0 0 1 0 0,0 0 0 0 0,1 1-1 0 0,0 1 1 0 0,0-1 0 0 0,1 2-1 0 0,18-8 1 0 0,-26 12 26 0 0,0 0 0 0 0,0 1-1 0 0,0-1 1 0 0,0 1 0 0 0,0 0 0 0 0,1 0 0 0 0,-1 0-1 0 0,0 1 1 0 0,0-1 0 0 0,0 1 0 0 0,0-1-1 0 0,0 1 1 0 0,0 0 0 0 0,0 0 0 0 0,0 0 0 0 0,0 1-1 0 0,-1-1 1 0 0,1 1 0 0 0,0 0 0 0 0,-1-1-1 0 0,1 1 1 0 0,-1 0 0 0 0,0 1 0 0 0,0-1 0 0 0,0 0-1 0 0,4 5 1 0 0,4 7-45 0 0,0 1 0 0 0,-1 0 0 0 0,12 28 0 0 0,-9-18 5 0 0,-4-10-3 0 0,0 0-1 0 0,1 0 1 0 0,0-1 0 0 0,1 0-1 0 0,1-1 1 0 0,0-1-1 0 0,19 18 1 0 0,-25-27 50 0 0,-1 1 0 0 0,0-1-1 0 0,1 0 1 0 0,0-1 0 0 0,0 1 0 0 0,0-1-1 0 0,0 0 1 0 0,0 0 0 0 0,0 0 0 0 0,0-1 0 0 0,1 0-1 0 0,-1 0 1 0 0,0 0 0 0 0,1 0 0 0 0,-1-1-1 0 0,1 0 1 0 0,-1 0 0 0 0,1-1 0 0 0,-1 0-1 0 0,1 0 1 0 0,-1 0 0 0 0,0 0 0 0 0,0-1-1 0 0,1 0 1 0 0,-1 0 0 0 0,0 0 0 0 0,5-4 0 0 0,1-1 65 0 0,0 1 0 0 0,-1-1 0 0 0,0-1 0 0 0,0 0 0 0 0,-1 0 0 0 0,0-1 0 0 0,-1 0 0 0 0,0-1 0 0 0,0 0 0 0 0,-1 0 0 0 0,0-1 0 0 0,-1 1 0 0 0,0-1 0 0 0,-1-1 0 0 0,8-22 0 0 0,-12 32 243 0 0,-1 1 89 0 0,0 0-354 0 0,0 1 1 0 0,0 0-1 0 0,0 0 1 0 0,0 0-1 0 0,0-1 1 0 0,1 1-1 0 0,-1 0 1 0 0,0 0-1 0 0,0 0 1 0 0,0-1-1 0 0,0 1 0 0 0,0 0 1 0 0,0 0-1 0 0,0-1 1 0 0,0 1-1 0 0,0 0 1 0 0,0 0-1 0 0,0-1 1 0 0,0 1-1 0 0,0 0 0 0 0,0 0 1 0 0,0-1-1 0 0,0 1 1 0 0,0 0-1 0 0,0 0 1 0 0,0 0-1 0 0,-1-1 1 0 0,1 1-1 0 0,0 0 1 0 0,0 0-1 0 0,0 0 0 0 0,0-1 1 0 0,0 1-1 0 0,-1 0 1 0 0,1 0-1 0 0,0 0 1 0 0,0 0-1 0 0,0-1 1 0 0,0 1-1 0 0,-1 0 0 0 0,1 0 1 0 0,0 0-1 0 0,0 0 1 0 0,-1 0-1 0 0,1 0 1 0 0,0 0-1 0 0,0 0 1 0 0,0-1-1 0 0,-1 1 1 0 0,1 0-1 0 0,0 0 0 0 0,0 0 1 0 0,-1 0-1 0 0,1 0 1 0 0,0 0-1 0 0,0 0 1 0 0,-1 1-1 0 0,-3 2 3 0 0,-1 0 0 0 0,1 0 1 0 0,0 1-1 0 0,0 0 0 0 0,0 0 0 0 0,1 0 0 0 0,-1 0 0 0 0,1 1 1 0 0,0-1-1 0 0,0 1 0 0 0,1 0 0 0 0,0 0 0 0 0,-1 0 0 0 0,1 0 1 0 0,1 0-1 0 0,-1 0 0 0 0,1 1 0 0 0,0-1 0 0 0,0 10 0 0 0,0-5-58 0 0,1 0 0 0 0,0 0 0 0 0,0 0 0 0 0,1 0-1 0 0,1 0 1 0 0,0 0 0 0 0,0 0 0 0 0,1 0-1 0 0,0 0 1 0 0,1-1 0 0 0,5 12 0 0 0,-8-20 36 0 0,1-2-1 0 0,-1 1 0 0 0,1-1 0 0 0,0 0 0 0 0,0 1 0 0 0,0-1 0 0 0,-1 0 0 0 0,1 0 0 0 0,-1 0 0 0 0,1-1 0 0 0,-1 1 0 0 0,1 0 0 0 0,-1 0 0 0 0,0-1 0 0 0,1 1 0 0 0,-1-1 0 0 0,0 0 0 0 0,0 1 0 0 0,0-1 0 0 0,1-2 0 0 0,24-48 14 0 0,-11 20-8 0 0,-1 9 2 0 0,0 0 0 0 0,2 1 0 0 0,20-22-1 0 0,-30 37-13 0 0,1 1 0 0 0,-1-1-1 0 0,2 1 1 0 0,-1 0-1 0 0,1 1 1 0 0,0 0-1 0 0,0 0 1 0 0,0 1-1 0 0,0 0 1 0 0,1 0-1 0 0,0 1 1 0 0,11-3-1 0 0,-18 5 5 0 0,0 1-1 0 0,0 0 1 0 0,0 0-1 0 0,0 0 1 0 0,1 0-1 0 0,-1 1 1 0 0,0-1-1 0 0,0 0 1 0 0,0 1-1 0 0,0-1 0 0 0,0 1 1 0 0,0 0-1 0 0,0 0 1 0 0,0 0-1 0 0,-1 0 1 0 0,1 0-1 0 0,0 0 1 0 0,0 0-1 0 0,-1 1 1 0 0,1-1-1 0 0,-1 1 1 0 0,1-1-1 0 0,-1 1 0 0 0,0-1 1 0 0,1 1-1 0 0,-1 0 1 0 0,0 0-1 0 0,0 0 1 0 0,0-1-1 0 0,-1 1 1 0 0,1 0-1 0 0,0 0 1 0 0,-1 0-1 0 0,1 4 0 0 0,2 1-1 0 0,-2 1 0 0 0,1 0 0 0 0,-1 0-1 0 0,0 0 1 0 0,-1 0 0 0 0,0 0-1 0 0,-1 11 1 0 0,-1 5-2 0 0,1-15 6 0 0,0-1 1 0 0,0 1 0 0 0,-1 0 0 0 0,0-1-1 0 0,0 0 1 0 0,-1 0 0 0 0,-4 9-1 0 0,6-15 107 0 0,7-6-98 0 0,86-82 416 0 0,-91 85-297 0 0,3-3-12 0 0,5 10 14 0 0,9 13 22 0 0,-18-18-161 0 0,4 9-38 0 0,0 0 0 0 0,-1 1 0 0 0,-1 0-1 0 0,0 0 1 0 0,0 0 0 0 0,-1 0 0 0 0,0 11 0 0 0,4 35-7871 0 0,-2-48 5171 0 0</inkml:trace>
</inkml:ink>
</file>

<file path=ppt/ink/ink3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7:46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 84 0 0,'10'-7'2972'0'0,"0"3"-1192"0"0,6-1-1019 0 0,-5 4-81 0 0,5-3-64 0 0,3 2-72 0 0,1-3-88 0 0,-2 3-124 0 0,7 0-192 0 0,0 1-300 0 0,3-3-360 0 0,-9 6-764 0 0,7 0-1385 0 0,-7-1 613 0 0</inkml:trace>
</inkml:ink>
</file>

<file path=ppt/ink/ink3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7:47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0 605 340 0 0,'0'0'7952'0'0,"6"-2"-7419"0"0,16-10-226 0 0,-2-1 0 0 0,0-1 0 0 0,0-1 0 0 0,-1 0 0 0 0,-1-1 0 0 0,0-1 0 0 0,-2-1-1 0 0,0-1 1 0 0,-1 0 0 0 0,0-1 0 0 0,11-22 0 0 0,-17 23-201 0 0,-1-1-1 0 0,-1 1 1 0 0,0-1 0 0 0,-2 0-1 0 0,0-1 1 0 0,-2 1 0 0 0,0-1 0 0 0,-1 0-1 0 0,-1 0 1 0 0,-1 0 0 0 0,-3-25 0 0 0,3 38-79 0 0,-1 0-1 0 0,0 0 1 0 0,-1 0 0 0 0,0 0 0 0 0,0 0 0 0 0,0 0 0 0 0,-1 1 0 0 0,0-1 0 0 0,-1 1 0 0 0,0 0 0 0 0,0-1 0 0 0,-9-11 0 0 0,11 18-33 0 0,-18 11-23 0 0,12-4 22 0 0,1 0-1 0 0,0 0 1 0 0,0 1 0 0 0,0 0 0 0 0,1 0-1 0 0,0 1 1 0 0,1-1 0 0 0,0 1 0 0 0,-8 16 0 0 0,1 1-7 0 0,-17 49 1 0 0,24-54 13 0 0,0 0 0 0 0,2 1 0 0 0,0-1-1 0 0,1 1 1 0 0,1 0 0 0 0,1 0 0 0 0,1-1 0 0 0,1 1-1 0 0,0 0 1 0 0,2-1 0 0 0,0 0 0 0 0,2 0 0 0 0,14 37-1 0 0,-14-44-10 0 0,0-1-1 0 0,0 0 0 0 0,1-1 1 0 0,1 1-1 0 0,0-1 0 0 0,1-1 1 0 0,0 0-1 0 0,0 0 0 0 0,19 15 1 0 0,-19-19-15 0 0,0 0-1 0 0,0-1 1 0 0,0 0 0 0 0,0-1 0 0 0,1 0 0 0 0,0 0 0 0 0,0-1 0 0 0,0 0 0 0 0,0-1-1 0 0,0 0 1 0 0,0-1 0 0 0,1 0 0 0 0,19-1 0 0 0,-22 0 12 0 0,1 0 1 0 0,0 0-1 0 0,0-2 1 0 0,0 1-1 0 0,-1-1 1 0 0,1 0-1 0 0,-1-1 1 0 0,1 0-1 0 0,-1 0 1 0 0,0-1-1 0 0,0 0 1 0 0,0 0-1 0 0,-1-1 1 0 0,0 0-1 0 0,0 0 1 0 0,0-1-1 0 0,0 0 0 0 0,-1 0 1 0 0,0 0-1 0 0,0-1 1 0 0,-1 0-1 0 0,1 0 1 0 0,-2-1-1 0 0,1 1 1 0 0,-1-1-1 0 0,0 0 1 0 0,3-9-1 0 0,-7 13 22 0 0,0 0 1 0 0,1 0-1 0 0,-2 0 0 0 0,1 0 0 0 0,0 0 0 0 0,-1 0 0 0 0,0-1 0 0 0,1 2 1 0 0,-2-1-1 0 0,1 0 0 0 0,0 0 0 0 0,-1 0 0 0 0,0 0 0 0 0,0 1 0 0 0,0-1 1 0 0,0 1-1 0 0,-5-6 0 0 0,6 8-14 0 0,-2 1 4 0 0,1 1-1 0 0,-1 0 1 0 0,0-1-1 0 0,0 1 1 0 0,1 0 0 0 0,-1 1-1 0 0,1-1 1 0 0,-1 0 0 0 0,1 1-1 0 0,-1-1 1 0 0,1 1-1 0 0,0 0 1 0 0,0 0 0 0 0,0 0-1 0 0,0 0 1 0 0,0 0 0 0 0,-2 3-1 0 0,1 1-2 0 0,-1-1 0 0 0,1 1 0 0 0,1 0 0 0 0,-1 0 1 0 0,1 0-1 0 0,0 0 0 0 0,-2 11 0 0 0,2-8 0 0 0,1 1 1 0 0,0-1-1 0 0,0 0 1 0 0,1 0 0 0 0,0 1-1 0 0,1-1 1 0 0,0 0-1 0 0,0 0 1 0 0,1 0-1 0 0,0 0 1 0 0,6 15 0 0 0,-7-22 3 0 0,0 0 1 0 0,0 0-1 0 0,1 0 0 0 0,-1 0 1 0 0,0 0-1 0 0,1 0 1 0 0,-1 0-1 0 0,1-1 1 0 0,-1 1-1 0 0,1 0 1 0 0,0-1-1 0 0,0 0 1 0 0,0 1-1 0 0,0-1 1 0 0,0 0-1 0 0,0 0 1 0 0,0 0-1 0 0,0 0 1 0 0,0 0-1 0 0,1 0 1 0 0,-1-1-1 0 0,0 1 1 0 0,1-1-1 0 0,-1 0 1 0 0,0 1-1 0 0,1-1 1 0 0,-1 0-1 0 0,0 0 1 0 0,1-1-1 0 0,-1 1 1 0 0,3-1-1 0 0,5-2-13 0 0,0-1 0 0 0,0 1 0 0 0,-1-2 1 0 0,0 1-1 0 0,14-10 0 0 0,-19 12 1 0 0,29-20-113 0 0,33-29 1 0 0,-5 3-190 0 0,-59 47 284 0 0,-1 1-10 0 0,1 1 33 0 0,-1-1 1 0 0,0 1-1 0 0,1 0 1 0 0,-1-1-1 0 0,0 1 1 0 0,1 0 0 0 0,-1-1-1 0 0,0 1 1 0 0,0 0-1 0 0,0 0 1 0 0,0 0-1 0 0,0 0 1 0 0,0 0-1 0 0,0 1 1 0 0,0-1 0 0 0,0 0-1 0 0,0 2 1 0 0,22 35-52 0 0,-20-31 57 0 0,1 0-1 0 0,0 0 1 0 0,0 0 0 0 0,10 11-1 0 0,-9-14-91 0 0,-1-1 0 0 0,0 0 0 0 0,1 0 0 0 0,0 0 0 0 0,0 0 0 0 0,0-1 0 0 0,0 0 0 0 0,0 0 0 0 0,0 0-1 0 0,11 1 1 0 0,-12-2-590 0 0,0-1-1 0 0,0 0 0 0 0,0 0 0 0 0,0 0 0 0 0,0 0 0 0 0,1-1 0 0 0,-1 0 0 0 0,0 0 1 0 0,5-1-1 0 0</inkml:trace>
</inkml:ink>
</file>

<file path=ppt/ink/ink3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7:47.7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47 532 0 0,'0'0'984'0'0,"-9"-9"740"0"0,9-1-356 0 0,19-1-820 0 0,1 6-143 0 0,7 0-165 0 0,13 5-148 0 0,1-5-216 0 0,4 4-176 0 0,3 2-157 0 0,-7 4-383 0 0,-2 0-904 0 0,4 2 404 0 0</inkml:trace>
</inkml:ink>
</file>

<file path=ppt/ink/ink3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7:48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0 120 532 0 0,'3'-2'154'0'0,"-1"1"0"0"0,1-1-1 0 0,0 0 1 0 0,-1 1 0 0 0,1-1-1 0 0,0 1 1 0 0,0 0 0 0 0,0 0 0 0 0,0 0-1 0 0,1 1 1 0 0,-1-1 0 0 0,0 1 0 0 0,0 0-1 0 0,0-1 1 0 0,0 1 0 0 0,1 1-1 0 0,-1-1 1 0 0,0 0 0 0 0,0 1 0 0 0,0-1-1 0 0,0 1 1 0 0,0 0 0 0 0,0 0 0 0 0,0 1-1 0 0,5 2 1 0 0,-6-3-121 0 0,-1 0 0 0 0,0 1 0 0 0,1-1 0 0 0,-1 1-1 0 0,0-1 1 0 0,0 1 0 0 0,0-1 0 0 0,0 1 0 0 0,-1 0 0 0 0,1-1 0 0 0,0 1-1 0 0,-1 0 1 0 0,1 0 0 0 0,-1 0 0 0 0,1-1 0 0 0,-1 1 0 0 0,0 0 0 0 0,0 0-1 0 0,0 0 1 0 0,0 3 0 0 0,-4 37 300 0 0,2-35-239 0 0,0-1 0 0 0,0 1 0 0 0,-1 0 0 0 0,0-1 0 0 0,0 1 0 0 0,0-1 0 0 0,-1 0 0 0 0,0 0-1 0 0,0-1 1 0 0,0 1 0 0 0,-1-1 0 0 0,0 0 0 0 0,-9 8 0 0 0,12-12 398 0 0,1-1-492 0 0,1-1 1 0 0,-1 1 0 0 0,0 0-1 0 0,1-1 1 0 0,-1 1 0 0 0,0 0-1 0 0,1-1 1 0 0,-1 1 0 0 0,1-1-1 0 0,-1 1 1 0 0,0-1 0 0 0,1 1-1 0 0,-1-1 1 0 0,1 1 0 0 0,0-1-1 0 0,-1 1 1 0 0,1-1-1 0 0,-1 0 1 0 0,1 1 0 0 0,0-1-1 0 0,0 0 1 0 0,-1 1 0 0 0,1-1-1 0 0,0 0 1 0 0,0 0 0 0 0,0 1-1 0 0,0-1 1 0 0,0 0 0 0 0,0 0-1 0 0,0 1 1 0 0,0-1 0 0 0,0 0-1 0 0,0 1 1 0 0,0-1 0 0 0,0 0-1 0 0,0 0 1 0 0,1 1 0 0 0,-1-1-1 0 0,0 0 1 0 0,0 1 0 0 0,2-2-1 0 0,10-32-121 0 0,-3 20 47 0 0,0-1-1 0 0,1 2 0 0 0,1 0 0 0 0,0 0 1 0 0,1 1-1 0 0,0 0 0 0 0,1 1 0 0 0,0 0 1 0 0,20-11-1 0 0,-26 18 86 0 0,1 1 1 0 0,0 0 0 0 0,0 0-1 0 0,0 1 1 0 0,0 0-1 0 0,0 1 1 0 0,1-1-1 0 0,-1 1 1 0 0,0 1 0 0 0,1 0-1 0 0,-1 0 1 0 0,0 1-1 0 0,1 0 1 0 0,-1 0-1 0 0,0 1 1 0 0,0 0 0 0 0,0 0-1 0 0,0 1 1 0 0,9 4-1 0 0,-16-6-6 0 0,0 0 1 0 0,1 0-1 0 0,-1 0 0 0 0,0 0 0 0 0,0 0 0 0 0,0 1 0 0 0,0-1 0 0 0,0 0 0 0 0,-1 1 1 0 0,1-1-1 0 0,0 0 0 0 0,-1 1 0 0 0,1-1 0 0 0,-1 1 0 0 0,1-1 0 0 0,-1 1 0 0 0,1-1 1 0 0,-1 1-1 0 0,0-1 0 0 0,0 1 0 0 0,0-1 0 0 0,0 1 0 0 0,0-1 0 0 0,0 1 0 0 0,0-1 1 0 0,-1 1-1 0 0,0 2 0 0 0,-17 40 214 0 0,15-37-139 0 0,2-5-43 0 0,-8 9 990 0 0,15-26-1093 0 0,1 0 1 0 0,0 1-1 0 0,1 0 1 0 0,1 0-1 0 0,0 1 0 0 0,1 0 1 0 0,0 1-1 0 0,0 0 1 0 0,2 0-1 0 0,-1 1 0 0 0,2 1 1 0 0,-1 0-1 0 0,1 1 1 0 0,19-11-1 0 0,-30 20 61 0 0,0 0 0 0 0,0-1 0 0 0,0 1 0 0 0,0 0 1 0 0,-1 0-1 0 0,1 0 0 0 0,0 0 0 0 0,0 0 0 0 0,0 1 0 0 0,0-1 0 0 0,0 1 0 0 0,-1-1 1 0 0,1 1-1 0 0,0 0 0 0 0,0-1 0 0 0,-1 1 0 0 0,3 1 0 0 0,38 24 29 0 0,-10-6-17 0 0,-26-18 104 0 0,-1 0 1 0 0,1 1 0 0 0,0-2-1 0 0,0 1 1 0 0,0-1 0 0 0,1 0-1 0 0,-1 0 1 0 0,0-1 0 0 0,0 0-1 0 0,1 0 1 0 0,-1 0 0 0 0,0-1-1 0 0,0 0 1 0 0,0 0 0 0 0,0 0-1 0 0,0-1 1 0 0,0 0 0 0 0,0 0-1 0 0,0 0 1 0 0,-1-1 0 0 0,1 0-1 0 0,-1 0 1 0 0,0-1 0 0 0,10-7-1 0 0,-14 10 271 0 0,1 0 181 0 0,-2 1-529 0 0,0 0 1 0 0,0 0 0 0 0,0 0 0 0 0,0 0 0 0 0,0-1 0 0 0,0 1 0 0 0,0 0-1 0 0,0 0 1 0 0,0 0 0 0 0,0 0 0 0 0,0 0 0 0 0,1 0 0 0 0,-1 0-1 0 0,0 0 1 0 0,0-1 0 0 0,0 1 0 0 0,0 0 0 0 0,0 0 0 0 0,0 0-1 0 0,0 0 1 0 0,1 0 0 0 0,-1 0 0 0 0,0 0 0 0 0,0 0 0 0 0,0 0 0 0 0,0 0-1 0 0,0 0 1 0 0,0 0 0 0 0,1 0 0 0 0,-1 0 0 0 0,0 0 0 0 0,0 0-1 0 0,0 0 1 0 0,0 0 0 0 0,0 0 0 0 0,1 0 0 0 0,-1 0 0 0 0,0 0-1 0 0,0 0 1 0 0,0 0 0 0 0,0 0 0 0 0,0 1 0 0 0,0-1 0 0 0,0 0 0 0 0,1 0-1 0 0,-1 0 1 0 0,0 0 0 0 0,0 0 0 0 0,0 0 0 0 0,0 0 0 0 0,0 0-1 0 0,0 1 1 0 0,0-1 0 0 0,0 0 0 0 0,0 0 0 0 0,0 0 0 0 0,0 0 0 0 0,0 0-1 0 0,0 0 1 0 0,0 1 0 0 0,0-1 0 0 0,0 0 0 0 0,1 0 0 0 0,-7 48-1145 0 0,-1-10-6066 0 0,4-26 4421 0 0</inkml:trace>
</inkml:ink>
</file>

<file path=ppt/ink/ink3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7:48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88 156 0 0,'-6'-31'4754'0'0,"-2"-15"363"0"0,8 44-4133 0 0,0 1-1086 0 0,-2-7 821 0 0,-10 30-8098 0 0,9-17 4986 0 0</inkml:trace>
</inkml:ink>
</file>

<file path=ppt/ink/ink3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7:49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1 473 292 0 0,'0'0'590'0'0,"6"51"8446"0"0,-6-55-8996 0 0,0 0 0 0 0,1 0 0 0 0,0 0 0 0 0,0 0 0 0 0,0 1 0 0 0,1-1 0 0 0,-1 1 0 0 0,1-1 0 0 0,2-4 0 0 0,4-8 184 0 0,-6 11-187 0 0,0 0 0 0 0,1 0 1 0 0,0 0-1 0 0,0 0 0 0 0,0 0 1 0 0,1 1-1 0 0,-1-1 0 0 0,1 1 1 0 0,0 0-1 0 0,0 0 0 0 0,6-4 1 0 0,-6 8-86 0 0,1-1 1 0 0,-1 1-1 0 0,0 0 1 0 0,0 0 0 0 0,0 1-1 0 0,0-1 1 0 0,0 1-1 0 0,0 0 1 0 0,0 0-1 0 0,0 0 1 0 0,0 1 0 0 0,0-1-1 0 0,0 1 1 0 0,5 3-1 0 0,15 6-213 0 0,0-1-1 0 0,1-1 1 0 0,0-1 0 0 0,0-1-1 0 0,0-2 1 0 0,1 0-1 0 0,0-2 1 0 0,0-1-1 0 0,0-1 1 0 0,1-1-1 0 0,-1-1 1 0 0,0-1 0 0 0,0-2-1 0 0,-1-1 1 0 0,42-12-1 0 0,-61 15 410 0 0,0-1 0 0 0,0 0 1 0 0,0 0-1 0 0,-1 0 0 0 0,1 0 0 0 0,-1-1 0 0 0,0 0 0 0 0,0 0 0 0 0,0-1 0 0 0,0 1 1 0 0,-1-1-1 0 0,0 0 0 0 0,0 0 0 0 0,0 0 0 0 0,0-1 0 0 0,-1 0 0 0 0,0 1 0 0 0,3-10 0 0 0,-5 13 303 0 0,-3-6 140 0 0,1-5 38 0 0,-1 13-593 0 0,1 0-1 0 0,-1 0 0 0 0,0 0 1 0 0,1 0-1 0 0,-1 0 1 0 0,1 0-1 0 0,-1 0 0 0 0,0 0 1 0 0,1 1-1 0 0,-1-1 1 0 0,1 1-1 0 0,-1-1 1 0 0,1 1-1 0 0,-1-1 0 0 0,1 1 1 0 0,-1 0-1 0 0,0 1 1 0 0,-4 1-30 0 0,0 0 0 0 0,1 1 1 0 0,0-1-1 0 0,0 1 1 0 0,0 1-1 0 0,0-1 0 0 0,1 1 1 0 0,-1 0-1 0 0,1-1 1 0 0,0 2-1 0 0,1-1 0 0 0,-1 0 1 0 0,-2 8-1 0 0,-18 31 91 0 0,23-42-91 0 0,8 22 127 0 0,-1-24-126 0 0,0 0 1 0 0,0 0-1 0 0,0 0 0 0 0,0-1 1 0 0,0 0-1 0 0,0-1 0 0 0,0 1 1 0 0,0-1-1 0 0,0 0 0 0 0,0 0 0 0 0,-1-1 1 0 0,8-4-1 0 0,-4 2-18 0 0,0 1 0 0 0,0 1 0 0 0,0-1 0 0 0,19-3 0 0 0,29 2-278 0 0,-32 3-22 0 0,0 0 1 0 0,0-2 0 0 0,48-13-1 0 0,-66 14 263 0 0,1 0 0 0 0,-1 0 0 0 0,0-1 0 0 0,0 0-1 0 0,0 0 1 0 0,-1-1 0 0 0,0 1 0 0 0,1-1 0 0 0,-2-1 0 0 0,1 1-1 0 0,-1-1 1 0 0,0 0 0 0 0,0-1 0 0 0,0 1 0 0 0,-1-1 0 0 0,7-13 0 0 0,-4 2 52 0 0,-1 0 0 0 0,-1-1 0 0 0,-1 1 0 0 0,0-1 0 0 0,-1 0 0 0 0,-1 0 0 0 0,-1 0 1 0 0,-1 0-1 0 0,-3-26 0 0 0,2-11 600 0 0,1 53-423 0 0,0 0 0 0 0,0 0-1 0 0,-1 0 1 0 0,1-1 0 0 0,-1 1 0 0 0,0 0 0 0 0,0 0 0 0 0,0 0-1 0 0,0 0 1 0 0,-1 0 0 0 0,1 0 0 0 0,-4-4 0 0 0,4 6-9 0 0,-2 6-6 0 0,-5 9-56 0 0,1 0-1 0 0,0 1 1 0 0,1 0 0 0 0,1 1-1 0 0,0-1 1 0 0,-3 21 0 0 0,-11 107 88 0 0,4-19-8035 0 0,12-111 4632 0 0</inkml:trace>
</inkml:ink>
</file>

<file path=ppt/ink/ink3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7:54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317 223 68 0 0,'0'0'3462'0'0,"0"-7"-2863"0"0,-1 5-283 0 0,-2 6 1602 0 0,-76 191-537 0 0,64-165-1182 0 0,0-1 1 0 0,-2-1-1 0 0,0-1 0 0 0,-37 42 0 0 0,44-58 112 0 0,0-1 0 0 0,0 0 0 0 0,-1-1 0 0 0,-1 0 0 0 0,-18 12 0 0 0,28-21-53 0 0,-18-29 50 0 0,16 12-281 0 0,2 0 0 0 0,0-1 0 0 0,0 1 0 0 0,2-1 0 0 0,0 1 0 0 0,1-1-1 0 0,1 1 1 0 0,1-1 0 0 0,6-23 0 0 0,1 8-202 0 0,0 1 1 0 0,3 0-1 0 0,29-56 1 0 0,-27 62 41 0 0,1 2-1 0 0,1 0 1 0 0,1 1-1 0 0,33-33 1 0 0,-39 45 90 0 0,0-1 0 0 0,1 2-1 0 0,0 0 1 0 0,0 1 0 0 0,1 0 0 0 0,1 1-1 0 0,-1 0 1 0 0,1 1 0 0 0,27-8 0 0 0,-39 14 42 0 0,1 1 1 0 0,-1-1 0 0 0,0 1 0 0 0,1 0-1 0 0,-1 0 1 0 0,1 0 0 0 0,-1 1 0 0 0,0-1-1 0 0,1 1 1 0 0,-1 0 0 0 0,0 0 0 0 0,1 0 0 0 0,-1 0-1 0 0,0 0 1 0 0,0 1 0 0 0,0-1 0 0 0,0 1-1 0 0,0 0 1 0 0,0 0 0 0 0,-1 0 0 0 0,1 0 0 0 0,-1 1-1 0 0,1-1 1 0 0,-1 1 0 0 0,0-1 0 0 0,4 7-1 0 0,4 7 60 0 0,0 1-1 0 0,-1 0 0 0 0,12 32 0 0 0,-10-22 16 0 0,129 331 927 0 0,-116-297-776 0 0,-11-32 64 0 0,-2 1 0 0 0,11 47 0 0 0,-8-18 1221 0 0,-14-57-1060 0 0,-28-38-6538 0 0,22 30 2931 0 0</inkml:trace>
</inkml:ink>
</file>

<file path=ppt/ink/ink3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7:54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63 652 0 0,'0'0'4026'0'0,"4"-2"-3540"0"0,33-9 400 0 0,1 1 0 0 0,75-9 1 0 0,-57 10-469 0 0,43-2-94 0 0,-91 10-1186 0 0,1 1 1 0 0,-1 1-1 0 0,1 0 1 0 0,-1 0-1 0 0,10 3 1 0 0,-16-3-1051 0 0</inkml:trace>
</inkml:ink>
</file>

<file path=ppt/ink/ink3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7:55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12 20 0 0,'0'0'3257'0'0,"-5"-12"586"0"0,6 21-3823 0 0,1-1-1 0 0,0 0 1 0 0,0 0 0 0 0,0 0-1 0 0,1 0 1 0 0,0 0-1 0 0,6 10 1 0 0,21 25-3955 0 0,-17-31 2053 0 0</inkml:trace>
</inkml:ink>
</file>

<file path=ppt/ink/ink3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7:55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7 460 0 0,'5'-6'8361'0'0,"2"31"-7857"0"0,-8-3-216 0 0,1 4-208 0 0,-3 2-196 0 0,3 12-244 0 0,-2-4-332 0 0,-2 3-732 0 0,-1 1-1541 0 0,2-3 685 0 0</inkml:trace>
</inkml:ink>
</file>

<file path=ppt/ink/ink3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7:58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0 933 504 0 0,'0'0'3916'0'0,"5"-6"-3408"0"0,149-136 1734 0 0,-50 49-1539 0 0,2-4-80 0 0,73-70 406 0 0,-141 128-728 0 0,-2-2-1 0 0,44-65 1 0 0,-70 89-215 0 0,0 0 1 0 0,-1-1-1 0 0,-1 1 1 0 0,8-24-1 0 0,-14 35-56 0 0,0 0-1 0 0,0 0 0 0 0,-1 0 1 0 0,0 0-1 0 0,0 0 0 0 0,0 0 1 0 0,-1 0-1 0 0,0 0 0 0 0,0 0 1 0 0,0-1-1 0 0,-1 1 1 0 0,0 0-1 0 0,0 0 0 0 0,-1 0 1 0 0,1 0-1 0 0,-1 1 0 0 0,-4-8 1 0 0,5 11-27 0 0,0 1 1 0 0,-1-1-1 0 0,1 1 0 0 0,0 0 1 0 0,-1 0-1 0 0,1 0 1 0 0,-1 0-1 0 0,0 0 1 0 0,1 0-1 0 0,-1 0 0 0 0,0 0 1 0 0,0 1-1 0 0,1-1 1 0 0,-1 0-1 0 0,0 1 0 0 0,0 0 1 0 0,0-1-1 0 0,0 1 1 0 0,1 0-1 0 0,-1 0 1 0 0,0 0-1 0 0,0 0 0 0 0,0 1 1 0 0,0-1-1 0 0,0 0 1 0 0,1 1-1 0 0,-1-1 1 0 0,0 1-1 0 0,0 0 0 0 0,1-1 1 0 0,-4 3-1 0 0,-1 0-3 0 0,-1 0-1 0 0,1 0 1 0 0,0 1-1 0 0,0 0 1 0 0,0 0-1 0 0,-9 10 1 0 0,9-7-9 0 0,0 1 1 0 0,1 0-1 0 0,0 0 0 0 0,0 0 1 0 0,0 1-1 0 0,2-1 1 0 0,-1 1-1 0 0,1 0 1 0 0,0 1-1 0 0,1-1 0 0 0,0 0 1 0 0,-2 19-1 0 0,2 9-15 0 0,2 1-1 0 0,4 38 0 0 0,0 7 12 0 0,-4-59 12 0 0,1 20-29 0 0,-9 69 0 0 0,6-101 21 0 0,0 0 1 0 0,0-1-1 0 0,-2 1 0 0 0,1 0 1 0 0,-1-1-1 0 0,-1 0 1 0 0,0 0-1 0 0,-1 0 0 0 0,0-1 1 0 0,-12 17-1 0 0,16-25 7 0 0,0 0 0 0 0,0 1 0 0 0,0-1 0 0 0,-1 0 0 0 0,1 0 0 0 0,-1 0 1 0 0,1-1-1 0 0,-1 1 0 0 0,1 0 0 0 0,-1-1 0 0 0,0 0 0 0 0,0 0 0 0 0,0 0 0 0 0,1 0 0 0 0,-1 0 0 0 0,0 0 0 0 0,0-1 0 0 0,-1 1 0 0 0,1-1 1 0 0,0 0-1 0 0,0 0 0 0 0,0 0 0 0 0,-4-1 0 0 0,3 0 29 0 0,0 0 0 0 0,0-1 1 0 0,0 1-1 0 0,0-1 0 0 0,0 0 1 0 0,0 0-1 0 0,0 0 0 0 0,1-1 1 0 0,0 1-1 0 0,-1-1 0 0 0,1 0 1 0 0,0 0-1 0 0,0 0 0 0 0,-5-7 1 0 0,6 8-99 0 0,0-1 0 0 0,0 1 0 0 0,0-1 0 0 0,0 0 0 0 0,1 1 1 0 0,-1-1-1 0 0,1 0 0 0 0,0 0 0 0 0,0 0 0 0 0,0 0 0 0 0,0 0 0 0 0,0 0 1 0 0,1 0-1 0 0,-1-1 0 0 0,1 1 0 0 0,0 0 0 0 0,0 0 0 0 0,0 0 0 0 0,0-1 1 0 0,1 1-1 0 0,-1 0 0 0 0,1 0 0 0 0,0 0 0 0 0,0 0 0 0 0,0 0 0 0 0,0 0 1 0 0,0 0-1 0 0,1 0 0 0 0,-1 1 0 0 0,1-1 0 0 0,0 0 0 0 0,0 1 0 0 0,0-1 1 0 0,0 1-1 0 0,0 0 0 0 0,1 0 0 0 0,-1 0 0 0 0,1 0 0 0 0,-1 0 1 0 0,1 0-1 0 0,0 0 0 0 0,0 1 0 0 0,-1 0 0 0 0,1-1 0 0 0,6 0 0 0 0,20-6-4008 0 0,-13 7 1735 0 0</inkml:trace>
</inkml:ink>
</file>

<file path=ppt/ink/ink3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7:59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79 48 0 0,'0'0'937'0'0,"-2"-7"406"0"0,-1 11 1825 0 0,-10 35-2609 0 0,1 0 0 0 0,2 1 0 0 0,-8 71 0 0 0,6-32-148 0 0,-2 2-69 0 0,-41 184 528 0 0,32-187-366 0 0,23-78-492 0 0,0 1-1 0 0,0-1 1 0 0,0 0-1 0 0,0 0 1 0 0,0 1 0 0 0,0-1-1 0 0,0 0 1 0 0,0 0-1 0 0,0 1 1 0 0,-1-1 0 0 0,1 0-1 0 0,0 0 1 0 0,0 0-1 0 0,0 1 1 0 0,0-1 0 0 0,-1 0-1 0 0,1 0 1 0 0,0 0 0 0 0,0 0-1 0 0,0 1 1 0 0,-1-1-1 0 0,1 0 1 0 0,0 0 0 0 0,0 0-1 0 0,-1 0 1 0 0,1 0-1 0 0,0 0 1 0 0,0 0 0 0 0,-1 0-1 0 0,1 0 1 0 0,0 0 0 0 0,0 0-1 0 0,-1 0 1 0 0,1 0-1 0 0,0 0 1 0 0,0 0 0 0 0,-1 0-1 0 0,1 0 1 0 0,0 0-1 0 0,0 0 1 0 0,-1 0 0 0 0,1 0-1 0 0,0 0 1 0 0,0 0-1 0 0,-1 0 1 0 0,1-1 0 0 0,0 1-1 0 0,0 0 1 0 0,0 0 0 0 0,-1 0-1 0 0,1 0 1 0 0,0-1-1 0 0,0 1 1 0 0,0 0 0 0 0,-1 0-1 0 0,1 0 1 0 0,0-1-1 0 0,0 1 1 0 0,0 0 0 0 0,0 0-1 0 0,0-1 1 0 0,0 1 0 0 0,0 0-1 0 0,0 0 1 0 0,0-1-1 0 0,0 1 1 0 0,-1-1 0 0 0,-10-13-44 0 0,8 6 26 0 0,0 0 1 0 0,0 0-1 0 0,1 0 0 0 0,0 0 1 0 0,0-1-1 0 0,1 1 0 0 0,0-1 1 0 0,0 1-1 0 0,2-16 1 0 0,-2-7-109 0 0,-1-21-205 0 0,3 1 1 0 0,3 0-1 0 0,1 0 1 0 0,3 0-1 0 0,1 1 0 0 0,29-83 1 0 0,-34 120 270 0 0,2-1 1 0 0,-1 1 0 0 0,2 1 0 0 0,0-1-1 0 0,0 1 1 0 0,1 0 0 0 0,1 1-1 0 0,0 0 1 0 0,0 0 0 0 0,1 1 0 0 0,0 0-1 0 0,1 1 1 0 0,0 0 0 0 0,1 1-1 0 0,0 0 1 0 0,0 1 0 0 0,1 0 0 0 0,-1 1-1 0 0,1 0 1 0 0,1 1 0 0 0,-1 1-1 0 0,1 0 1 0 0,0 1 0 0 0,22-3 0 0 0,-33 6 47 0 0,0-1 0 0 0,-1 1 0 0 0,1 0 0 0 0,0 0 0 0 0,0 0 0 0 0,0 0 0 0 0,0 1 0 0 0,0-1 0 0 0,-1 1 0 0 0,1 0 0 0 0,0 0 0 0 0,-1 0 0 0 0,1 0 0 0 0,0 0 0 0 0,-1 0 0 0 0,1 1 0 0 0,-1-1 1 0 0,0 1-1 0 0,1 0 0 0 0,-1 0 0 0 0,0 0 0 0 0,0 0 0 0 0,0 0 0 0 0,0 0 0 0 0,-1 0 0 0 0,1 1 0 0 0,-1-1 0 0 0,1 1 0 0 0,-1-1 0 0 0,0 1 0 0 0,0-1 0 0 0,0 1 0 0 0,0 0 0 0 0,1 4 0 0 0,-2-2 19 0 0,1-1-1 0 0,-1 1 1 0 0,0 0-1 0 0,0-1 0 0 0,0 1 1 0 0,0-1-1 0 0,-1 1 1 0 0,0-1-1 0 0,0 1 0 0 0,0-1 1 0 0,-1 1-1 0 0,1-1 1 0 0,-1 0-1 0 0,0 0 0 0 0,0 0 1 0 0,-1 0-1 0 0,1 0 1 0 0,-1 0-1 0 0,0 0 1 0 0,0-1-1 0 0,-4 4 0 0 0,-5 2 112 0 0,1-1-1 0 0,-2 0 0 0 0,1-1 1 0 0,-1 0-1 0 0,0-1 0 0 0,0 0 1 0 0,-1-2-1 0 0,-20 6 0 0 0,24-7-68 0 0,1-1-1 0 0,-2 0 1 0 0,1-1-1 0 0,0 0 1 0 0,0-1-1 0 0,0 0 1 0 0,0 0-1 0 0,0-1 1 0 0,-1 0-1 0 0,1-1 1 0 0,0 0-1 0 0,-17-7 1 0 0,26 9-348 0 0,-12-6-498 0 0</inkml:trace>
</inkml:ink>
</file>

<file path=ppt/ink/ink3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8:00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315 93 712 0 0,'0'-7'700'0'0,"0"0"1"0"0,0 0-1 0 0,-1 0 1 0 0,-1 0-1 0 0,1 0 0 0 0,-1 0 1 0 0,-3-8-1 0 0,5 14-613 0 0,-1-1 0 0 0,0 0 0 0 0,0 0-1 0 0,0 1 1 0 0,0-1 0 0 0,0 1 0 0 0,0-1 0 0 0,0 1 0 0 0,-1-1 0 0 0,1 1-1 0 0,0 0 1 0 0,-1 0 0 0 0,1-1 0 0 0,-1 1 0 0 0,0 0 0 0 0,1 0 0 0 0,-1 1-1 0 0,0-1 1 0 0,0 0 0 0 0,1 0 0 0 0,-1 1 0 0 0,0-1 0 0 0,0 1 0 0 0,0 0-1 0 0,0 0 1 0 0,0-1 0 0 0,1 1 0 0 0,-1 0 0 0 0,0 0 0 0 0,0 1 0 0 0,0-1-1 0 0,0 0 1 0 0,-3 2 0 0 0,-14 3 126 0 0,-1 1-1 0 0,1 1 0 0 0,1 1 1 0 0,-1 1-1 0 0,1 0 0 0 0,-28 21 1 0 0,39-26-160 0 0,0 1 1 0 0,0 0-1 0 0,1 1 1 0 0,0 0-1 0 0,0 0 1 0 0,1 0-1 0 0,0 0 1 0 0,0 1-1 0 0,0 0 1 0 0,1 0-1 0 0,0 0 0 0 0,0 0 1 0 0,1 1-1 0 0,0 0 1 0 0,0 0-1 0 0,1 0 1 0 0,0 0-1 0 0,0 0 1 0 0,-1 13-1 0 0,3-20-40 0 0,0 1-1 0 0,0 0 0 0 0,0 0 0 0 0,0-1 0 0 0,0 1 0 0 0,0 0 1 0 0,1 0-1 0 0,-1-1 0 0 0,1 1 0 0 0,-1 0 0 0 0,1-1 1 0 0,0 1-1 0 0,-1 0 0 0 0,1-1 0 0 0,0 1 0 0 0,0-1 0 0 0,0 1 1 0 0,0-1-1 0 0,0 0 0 0 0,1 1 0 0 0,-1-1 0 0 0,0 0 1 0 0,3 2-1 0 0,-1-2-2 0 0,-1 0 1 0 0,1 0 0 0 0,-1-1 0 0 0,1 1-1 0 0,-1-1 1 0 0,1 0 0 0 0,0 1-1 0 0,-1-1 1 0 0,1 0 0 0 0,-1 0-1 0 0,1-1 1 0 0,0 1 0 0 0,-1-1 0 0 0,4 0-1 0 0,3-2 1 0 0,1 0-1 0 0,-1-1 0 0 0,0 0 1 0 0,0-1-1 0 0,-1 1 0 0 0,0-2 0 0 0,12-8 1 0 0,50-59-141 0 0,-69 74 112 0 0,0 0 1 0 0,0-1-1 0 0,0 1 0 0 0,0 0 1 0 0,0 0-1 0 0,0 0 0 0 0,0 0 1 0 0,0 0-1 0 0,-1 0 1 0 0,1 0-1 0 0,0 0 0 0 0,-1 1 1 0 0,1-1-1 0 0,-1 0 0 0 0,1 0 1 0 0,-1 1-1 0 0,1-1 1 0 0,-1 0-1 0 0,0 0 0 0 0,0 1 1 0 0,1-1-1 0 0,-1 3 0 0 0,14 36-99 0 0,-13-39 111 0 0,0 1 0 0 0,0 0-1 0 0,0-1 1 0 0,0 1 0 0 0,0-1-1 0 0,0 1 1 0 0,0-1 0 0 0,0 1 0 0 0,0-1-1 0 0,1 0 1 0 0,-1 1 0 0 0,0-1 0 0 0,1 0-1 0 0,-1 0 1 0 0,1 0 0 0 0,2 1-1 0 0,2-1 5 0 0,-1-1 0 0 0,1 1-1 0 0,-1-1 1 0 0,0 0-1 0 0,1-1 1 0 0,-1 0-1 0 0,1 0 1 0 0,-1 0-1 0 0,0 0 1 0 0,1-1-1 0 0,8-4 1 0 0,65-33-9 0 0,-45 21 9 0 0,13-7-25 0 0,-32 16-4 0 0,1 0 1 0 0,-1 2 0 0 0,1-1 0 0 0,19-4 0 0 0,-34 12 25 0 0,0 0 0 0 0,0-1 0 0 0,0 1 0 0 0,0 0 0 0 0,0 0 0 0 0,0 0 0 0 0,1 0 0 0 0,-1 0 0 0 0,0 0 0 0 0,0 0 0 0 0,0 1 0 0 0,0-1 0 0 0,0 0 0 0 0,0 1 0 0 0,0-1 0 0 0,0 0 0 0 0,0 1 0 0 0,0-1 0 0 0,0 1 0 0 0,-1 0 0 0 0,1-1 0 0 0,0 1 0 0 0,0 0 0 0 0,0-1 0 0 0,-1 1 0 0 0,1 0 0 0 0,0 0 0 0 0,-1 0 0 0 0,1 0 0 0 0,-1-1 0 0 0,1 1 0 0 0,-1 0 0 0 0,1 0 0 0 0,-1 0 0 0 0,1 0 0 0 0,-1 0 0 0 0,0 0 0 0 0,0 0 0 0 0,0 0 0 0 0,1 1 0 0 0,-1 0 0 0 0,0 44-63 0 0,0-44 59 0 0,-1 2 5 0 0,1 0 0 0 0,-1 0 1 0 0,0-1-1 0 0,0 1 0 0 0,0 0 0 0 0,0-1 0 0 0,-1 1 1 0 0,1-1-1 0 0,-1 1 0 0 0,0-1 0 0 0,0 0 0 0 0,-3 3 0 0 0,4-4-4 0 0,0-1 0 0 0,0 1-1 0 0,0-1 1 0 0,0 1 0 0 0,0 0 0 0 0,0-1-1 0 0,0 1 1 0 0,0 0 0 0 0,1 0-1 0 0,-1 0 1 0 0,1-1 0 0 0,-1 1-1 0 0,1 3 1 0 0,4-8-14 0 0,11-8-9 0 0,1 1 0 0 0,-1 1 0 0 0,1 0 0 0 0,31-11 0 0 0,-42 18 19 0 0,0 0 1 0 0,1 1-1 0 0,-1 0 0 0 0,1 0 1 0 0,0 0-1 0 0,-1 1 0 0 0,1 0 1 0 0,0 0-1 0 0,7 1 0 0 0,-10 0 6 0 0,0-1 0 0 0,0 1-1 0 0,0 0 1 0 0,0 1 0 0 0,-1-1-1 0 0,1 0 1 0 0,0 1 0 0 0,-1-1 0 0 0,1 1-1 0 0,-1 0 1 0 0,1 0 0 0 0,-1 0-1 0 0,0 0 1 0 0,0 0 0 0 0,0 0 0 0 0,0 1-1 0 0,0-1 1 0 0,2 6 0 0 0,-1-3-80 0 0,-1 0 1 0 0,0 1 0 0 0,0-1 0 0 0,-1 0 0 0 0,0 1 0 0 0,0 0 0 0 0,0-1-1 0 0,-1 1 1 0 0,1-1 0 0 0,-1 1 0 0 0,-1 0 0 0 0,1-1 0 0 0,-1 1-1 0 0,0 0 1 0 0,0-1 0 0 0,0 1 0 0 0,-5 8 0 0 0,6-6-1198 0 0,-1 0-2281 0 0,-3 2 1238 0 0</inkml:trace>
</inkml:ink>
</file>

<file path=ppt/ink/ink3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8:01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55 120 0 0,'0'0'2816'0'0,"9"33"-934"0"0,-10-27-1595 0 0,-1 1 0 0 0,1 0 0 0 0,-1-1-1 0 0,-1 0 1 0 0,1 1 0 0 0,-1-1 0 0 0,0 0-1 0 0,-1 0 1 0 0,1-1 0 0 0,-1 1 0 0 0,-8 9-1 0 0,10-14-115 0 0,2 0-127 0 0,0-1-1 0 0,-1 1 0 0 0,1-1 1 0 0,0 1-1 0 0,-1-1 1 0 0,1 1-1 0 0,-1-1 0 0 0,1 0 1 0 0,-1 1-1 0 0,1-1 1 0 0,-1 1-1 0 0,1-1 0 0 0,-1 0 1 0 0,1 0-1 0 0,-1 1 1 0 0,1-1-1 0 0,-1 0 1 0 0,0 0-1 0 0,1 0 0 0 0,-1 1 1 0 0,1-1-1 0 0,-1 0 1 0 0,0 0-1 0 0,1 0 0 0 0,-1 0 1 0 0,-1 0-1 0 0,6-11-31 0 0,-1 1-1 0 0,2 0 0 0 0,-1 1 0 0 0,2-1 1 0 0,-1 1-1 0 0,1 0 0 0 0,0 0 1 0 0,1 1-1 0 0,0 0 0 0 0,10-9 0 0 0,-10 10-16 0 0,0 0 0 0 0,1 1 0 0 0,-1-1 0 0 0,1 2 0 0 0,1-1 0 0 0,-1 1 0 0 0,1 0-1 0 0,0 1 1 0 0,0 0 0 0 0,0 1 0 0 0,17-5 0 0 0,-20 7 0 0 0,0 0 0 0 0,1 1 0 0 0,-1-1 0 0 0,0 1 0 0 0,0 1-1 0 0,0-1 1 0 0,0 1 0 0 0,1 0 0 0 0,-1 0 0 0 0,0 1 0 0 0,-1-1 0 0 0,1 1 0 0 0,0 1 0 0 0,7 3 0 0 0,-9-3 12 0 0,1 1-1 0 0,-1 0 1 0 0,0 0 0 0 0,0 0 0 0 0,0 0-1 0 0,0 1 1 0 0,-1 0 0 0 0,0-1 0 0 0,0 1-1 0 0,0 0 1 0 0,0 1 0 0 0,-1-1 0 0 0,0 0-1 0 0,0 1 1 0 0,1 6 0 0 0,-1-5 5 0 0,0 0 0 0 0,0 0 1 0 0,1 0-1 0 0,0 0 0 0 0,0-1 0 0 0,1 1 0 0 0,-1-1 1 0 0,7 7-1 0 0,-9-12-1 0 0,1 0-1 0 0,-1-1 1 0 0,1 1 0 0 0,-1-1 0 0 0,1 1 0 0 0,-1-1-1 0 0,1 1 1 0 0,-1-1 0 0 0,1 0 0 0 0,-1 0 0 0 0,1 0-1 0 0,0 0 1 0 0,-1 0 0 0 0,1 0 0 0 0,-1 0-1 0 0,1 0 1 0 0,-1-1 0 0 0,1 1 0 0 0,-1-1 0 0 0,1 1-1 0 0,2-2 1 0 0,36-16 61 0 0,-33 14-42 0 0,2-1 0 0 0,-1 0-1 0 0,0 0 1 0 0,0-1 0 0 0,10-10-1 0 0,20-13 293 0 0,-8 2 986 0 0,-29 26-808 0 0,1 1-464 0 0,-1 0-1 0 0,0 1 1 0 0,1-1-1 0 0,-1 1 0 0 0,1-1 1 0 0,-1 1-1 0 0,1-1 1 0 0,-1 1-1 0 0,0 0 0 0 0,1 0 1 0 0,-1 0-1 0 0,0 0 1 0 0,0 0-1 0 0,0 0 0 0 0,0 0 1 0 0,0 0-1 0 0,0 0 1 0 0,0 0-1 0 0,0 1 0 0 0,0-1 1 0 0,0 0-1 0 0,-1 1 1 0 0,1-1-1 0 0,-1 0 0 0 0,1 1 1 0 0,-1-1-1 0 0,1 1 1 0 0,-1-1-1 0 0,0 1 0 0 0,0-1 1 0 0,1 3-1 0 0,1 58-4978 0 0,-2-48 1339 0 0</inkml:trace>
</inkml:ink>
</file>

<file path=ppt/ink/ink3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8:01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96 788 0 0,'3'-94'8336'0'0,"-3"92"-7974"0"0</inkml:trace>
</inkml:ink>
</file>

<file path=ppt/ink/ink3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8:01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63 176 0 0,'0'0'104'0'0,"0"1"-1"0"0,0-1 1 0 0,0 1-1 0 0,0-1 1 0 0,1 1-1 0 0,-1-1 1 0 0,0 0 0 0 0,0 1-1 0 0,0-1 1 0 0,0 1-1 0 0,1-1 1 0 0,-1 0-1 0 0,0 1 1 0 0,0-1-1 0 0,1 0 1 0 0,-1 1 0 0 0,0-1-1 0 0,0 0 1 0 0,1 1-1 0 0,-1-1 1 0 0,0 0-1 0 0,1 0 1 0 0,-1 1 0 0 0,1-1-1 0 0,-1 0 1 0 0,0 0-1 0 0,1 0 1 0 0,-1 0-1 0 0,1 1 1 0 0,16-5 675 0 0,-1-1 0 0 0,0-1 0 0 0,0 0 0 0 0,18-10 0 0 0,-17 7-286 0 0,1 1-1 0 0,34-10 0 0 0,-51 18-478 0 0,0 0 0 0 0,0 0 0 0 0,0-1 0 0 0,0 1 0 0 0,-1 0 0 0 0,1 0 0 0 0,0 0 0 0 0,0 0 0 0 0,0 0-1 0 0,0 1 1 0 0,0-1 0 0 0,0 0 0 0 0,0 0 0 0 0,0 1 0 0 0,-1-1 0 0 0,1 0 0 0 0,0 1 0 0 0,0-1 0 0 0,0 1 0 0 0,-1-1-1 0 0,1 1 1 0 0,0-1 0 0 0,0 1 0 0 0,-1 0 0 0 0,1-1 0 0 0,-1 1 0 0 0,1 0 0 0 0,0-1 0 0 0,-1 1 0 0 0,1 0-1 0 0,-1 0 1 0 0,0 0 0 0 0,1-1 0 0 0,-1 1 0 0 0,0 0 0 0 0,1 0 0 0 0,-1 0 0 0 0,0 0 0 0 0,0 0 0 0 0,0 0-1 0 0,0 0 1 0 0,0 0 0 0 0,0-1 0 0 0,0 3 0 0 0,-3 38 233 0 0,-7-7-247 0 0,-1 0 1 0 0,-2-1 0 0 0,-1-1 0 0 0,-1 0-1 0 0,-2-1 1 0 0,-34 48 0 0 0,-22 44-5177 0 0,52-84 2727 0 0</inkml:trace>
</inkml:ink>
</file>

<file path=ppt/ink/ink3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8:12.9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2 684 0 0,'0'0'9047'0'0,"0"5"-8738"0"0,-1 15 13 0 0,2-1 0 0 0,1 0 0 0 0,0 0-1 0 0,8 31 1 0 0,-8-41-234 0 0,1 0 0 0 0,0 0 0 0 0,1 0 1 0 0,0 0-1 0 0,0 0 0 0 0,1-1 0 0 0,0 1 0 0 0,0-1 0 0 0,1 0 0 0 0,0-1 0 0 0,11 11 1 0 0,-15-16-71 0 0,0 0 0 0 0,1-1 0 0 0,-1 1 1 0 0,0-1-1 0 0,1 0 0 0 0,-1 0 1 0 0,1 0-1 0 0,-1 0 0 0 0,1 0 1 0 0,0 0-1 0 0,-1-1 0 0 0,1 1 1 0 0,0-1-1 0 0,0 0 0 0 0,-1 0 0 0 0,1 0 1 0 0,0 0-1 0 0,0 0 0 0 0,-1 0 1 0 0,1-1-1 0 0,0 0 0 0 0,-1 1 1 0 0,1-1-1 0 0,0 0 0 0 0,-1 0 1 0 0,1 0-1 0 0,-1-1 0 0 0,0 1 0 0 0,1-1 1 0 0,-1 1-1 0 0,0-1 0 0 0,3-3 1 0 0,9-7 0 0 0,-1-1 0 0 0,-1 0 0 0 0,0-1 1 0 0,10-15-1 0 0,3-3 56 0 0,-23 28-78 0 0,1 1 1 0 0,-1 0-1 0 0,0 0 0 0 0,1 0 1 0 0,0 1-1 0 0,0-1 1 0 0,0 1-1 0 0,0-1 0 0 0,0 1 1 0 0,1 0-1 0 0,-1 0 1 0 0,0 1-1 0 0,1-1 0 0 0,0 1 1 0 0,-1-1-1 0 0,1 1 1 0 0,0 0-1 0 0,0 1 0 0 0,0-1 1 0 0,-1 0-1 0 0,1 1 0 0 0,0 0 1 0 0,7 1-1 0 0,36 0-42 0 0,-25 1 40 0 0,0-2 0 0 0,25-2 0 0 0,-41 1 11 0 0,0 0 0 0 0,0 0 0 0 0,-1 0 0 0 0,1-1 0 0 0,0 0 0 0 0,-1 0 0 0 0,1 0 0 0 0,-1-1 0 0 0,1 0 0 0 0,-1 0 0 0 0,0 0 0 0 0,6-6 0 0 0,10-8 57 0 0,-16 14 24 0 0,-1 0 0 0 0,0-1 0 0 0,1 1 0 0 0,-2-1 0 0 0,1 0 0 0 0,5-7 0 0 0,-8 9 19 0 0,1-2 26 0 0,3 10-47 0 0,1 10-54 0 0,-5 8-45 0 0,-1 0 1 0 0,-1 0-1 0 0,-1 0 0 0 0,-1 0 1 0 0,-8 28-1 0 0,3-5-60 0 0,-32 204-157 0 0,39-247 253 0 0,-2 18 816 0 0,5-29 547 0 0,12-47-349 0 0,-1 24-1015 0 0,0 2 1 0 0,2-1-1 0 0,1 2 0 0 0,2 0 1 0 0,0 1-1 0 0,35-38 0 0 0,-32 42-204 0 0,1 1 0 0 0,1 1-1 0 0,50-33 1 0 0,-69 50 124 0 0,0 0 1 0 0,1 0 0 0 0,-1 0-1 0 0,1 1 1 0 0,0 0-1 0 0,0 0 1 0 0,0 0-1 0 0,0 1 1 0 0,0-1-1 0 0,1 1 1 0 0,-1 1-1 0 0,0-1 1 0 0,1 1 0 0 0,-1 0-1 0 0,0 0 1 0 0,1 0-1 0 0,6 2 1 0 0,-11-2 41 0 0,0 0 0 0 0,0 1 0 0 0,0-1 0 0 0,0 1 0 0 0,0 0 0 0 0,0-1 0 0 0,-1 1 0 0 0,1-1 0 0 0,0 1 0 0 0,0 0 0 0 0,-1 0 0 0 0,1 0 0 0 0,0-1 0 0 0,-1 1 0 0 0,1 0 0 0 0,0 0 0 0 0,-1 0 0 0 0,0 0 0 0 0,1 0 0 0 0,-1 0 0 0 0,1 0 0 0 0,-1 0 0 0 0,0 0 0 0 0,0 0 0 0 0,0 0 0 0 0,0 0 0 0 0,0 0 0 0 0,0 0 0 0 0,0 0 0 0 0,0 0 0 0 0,0 0 0 0 0,0 0 0 0 0,0 0 0 0 0,-1 1 0 0 0,1-1 0 0 0,0 0 0 0 0,-1 0 0 0 0,1-1 0 0 0,-1 1 0 0 0,1 0 0 0 0,-1 0 0 0 0,1 0 0 0 0,-1 0 0 0 0,0 0 0 0 0,1-1 0 0 0,-1 1 0 0 0,0 0 0 0 0,-1 1 0 0 0,-2 3-12 0 0,-1-1 0 0 0,1 1 1 0 0,-1-1-1 0 0,0 0 0 0 0,0 0 0 0 0,-9 5 1 0 0,-9 0-885 0 0,-45 13-1 0 0,57-19-332 0 0,9-3 93 0 0</inkml:trace>
</inkml:ink>
</file>

<file path=ppt/ink/ink3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8:13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0 548 0 0,'0'0'4010'0'0,"-3"5"-3299"0"0,-28 40 1048 0 0,1 1-1 0 0,-29 67 0 0 0,-38 109 304 0 0,92-211-1970 0 0,1 0 1 0 0,1 1-1 0 0,-1 0 1 0 0,2-1-1 0 0,0 1 0 0 0,0 0 1 0 0,1 22-1 0 0,1-31-73 0 0,0 0 0 0 0,0-1 0 0 0,1 1 0 0 0,-1-1-1 0 0,1 1 1 0 0,0-1 0 0 0,0 1 0 0 0,0-1 0 0 0,0 1 0 0 0,0-1-1 0 0,0 0 1 0 0,1 0 0 0 0,-1 1 0 0 0,1-1 0 0 0,0 0 0 0 0,3 3-1 0 0,-2-3-7 0 0,0-1-1 0 0,0 1 0 0 0,0-1 1 0 0,0 0-1 0 0,0 0 0 0 0,0 0 1 0 0,0 0-1 0 0,0 0 0 0 0,1-1 1 0 0,-1 1-1 0 0,0-1 0 0 0,0 0 1 0 0,1 0-1 0 0,-1 0 0 0 0,0-1 1 0 0,0 1-1 0 0,4-2 0 0 0,5-1-9 0 0,-1-1 0 0 0,0 0 0 0 0,-1-1-1 0 0,1 0 1 0 0,-1-1 0 0 0,0 0 0 0 0,0-1 0 0 0,-1 0-1 0 0,1 0 1 0 0,-2-1 0 0 0,1 0 0 0 0,8-11 0 0 0,-4 6 20 0 0,-11 12-11 0 0,2-4-8 0 0,-4 4-9 0 0,1 0 1 0 0,-1 1-1 0 0,0-1 0 0 0,0 1 1 0 0,1-1-1 0 0,-1 1 0 0 0,0-1 1 0 0,1 1-1 0 0,-1-1 0 0 0,0 1 1 0 0,1 0-1 0 0,-1-1 0 0 0,1 1 1 0 0,-1-1-1 0 0,1 1 0 0 0,-1 0 1 0 0,1 0-1 0 0,-1-1 1 0 0,1 1-1 0 0,-1 0 0 0 0,1 0 1 0 0,-1-1-1 0 0,1 1 0 0 0,0 0 1 0 0,23 1 111 0 0</inkml:trace>
</inkml:ink>
</file>

<file path=ppt/ink/ink3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8:13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70 516 0 0,'0'-17'2020'0'0,"9"2"-1124"0"0,-6 8 628 0 0,13-9-883 0 0,-5 9-105 0 0,5 4-148 0 0,4 0-176 0 0,8 1-224 0 0,2 2-160 0 0,8 5-232 0 0,7-3-621 0 0,-4 3-1111 0 0,6-2 492 0 0</inkml:trace>
</inkml:ink>
</file>

<file path=ppt/ink/ink3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8:14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15 116 0 0,'0'0'1937'0'0,"-4"-9"524"0"0,4 8-2367 0 0,0 1 0 0 0,0 0 1 0 0,0 0-1 0 0,0-1 0 0 0,0 1 1 0 0,0 0-1 0 0,0 0 0 0 0,0 0 1 0 0,0-1-1 0 0,-1 1 0 0 0,1 0 1 0 0,0 0-1 0 0,0 0 0 0 0,0-1 1 0 0,0 1-1 0 0,0 0 0 0 0,0 0 1 0 0,-1 0-1 0 0,1-1 0 0 0,0 1 1 0 0,0 0-1 0 0,0 0 0 0 0,-1 0 1 0 0,1 0-1 0 0,0 0 0 0 0,0 0 1 0 0,0 0-1 0 0,-1-1 0 0 0,1 1 1 0 0,0 0-1 0 0,0 0 0 0 0,0 0 1 0 0,-1 0-1 0 0,1 0 0 0 0,0 0 1 0 0,0 0-1 0 0,-1 0 0 0 0,1 0 1 0 0,0 0-1 0 0,0 0 0 0 0,0 0 1 0 0,-1 0-1 0 0,1 0 0 0 0,0 0 1 0 0,0 1-1 0 0,-1-1 0 0 0,1 0 1 0 0,0 0-1 0 0,-7 10 36 0 0,1-1 0 0 0,0 1 0 0 0,0 0 1 0 0,1 1-1 0 0,1 0 0 0 0,0 0 0 0 0,0 0 0 0 0,1 0 0 0 0,0 0 0 0 0,1 1 0 0 0,0-1 0 0 0,1 1 1 0 0,1-1-1 0 0,0 1 0 0 0,0-1 0 0 0,1 1 0 0 0,0 0 0 0 0,1-1 0 0 0,1 0 0 0 0,-1 1 0 0 0,2-1 0 0 0,0 0 1 0 0,0 0-1 0 0,1-1 0 0 0,0 0 0 0 0,1 1 0 0 0,0-2 0 0 0,8 11 0 0 0,19 14-2213 0 0,-23-32 753 0 0,-3-4-3600 0 0,10-6 2360 0 0</inkml:trace>
</inkml:ink>
</file>

<file path=ppt/ink/ink3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8:14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88 172 0 0,'-1'-4'843'0'0,"-2"-1"181"0"0,1 0 0 0 0,0-1 0 0 0,1 1 0 0 0,-1-1 0 0 0,1 1 0 0 0,0-1 0 0 0,1 1 0 0 0,-1-1 1 0 0,2-10-1 0 0,-1 14-384 0 0,5-8 334 0 0,-5 9-1014 0 0,0 1-1 0 0,0 0 1 0 0,0 0 0 0 0,0-1-1 0 0,0 1 1 0 0,0 0-1 0 0,0 0 1 0 0,1-1-1 0 0,-1 1 1 0 0,0 0-1 0 0,0 0 1 0 0,0 0-1 0 0,0-1 1 0 0,0 1-1 0 0,0 0 1 0 0,1 0-1 0 0,-1 0 1 0 0,0-1-1 0 0,0 1 1 0 0,0 0-1 0 0,1 0 1 0 0,-1 0-1 0 0,0 0 1 0 0,0 0-1 0 0,0-1 1 0 0,1 1-1 0 0,-1 0 1 0 0,0 0-1 0 0,0 0 1 0 0,1 0-1 0 0,-1 0 1 0 0,0 0 0 0 0,0 0-1 0 0,1 0 1 0 0,-1 0-1 0 0,0 0 1 0 0,0 0-1 0 0,1 0 1 0 0,-1 0-1 0 0,0 0 1 0 0,0 0-1 0 0,1 0 1 0 0,-1 0-1 0 0,0 0 1 0 0,0 0-1 0 0,1 1 1 0 0,-1-1-1 0 0,0 0 1 0 0,1 0-1 0 0,-1 0 41 0 0,14 25-1359 0 0,-4-1-3143 0 0,-6-9 1697 0 0</inkml:trace>
  <inkml:trace contextRef="#ctx0" brushRef="#br0" timeOffset="0.99">212 516 452 0 0,'0'0'3112'0'0,"-5"-5"-1585"0"0,10 4 1611 0 0,69 4-1965 0 0,142 24 0 0 0,-159-9-3893 0 0,-56-18 1251 0 0,9 2-3181 0 0</inkml:trace>
</inkml:ink>
</file>

<file path=ppt/ink/ink3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8:14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25 360 0 0,'-1'-2'465'0'0,"0"0"0"0"0,-1 0 0 0 0,1 0 0 0 0,-1 1 0 0 0,1-1 1 0 0,-1 0-1 0 0,0 1 0 0 0,1 0 0 0 0,-1-1 0 0 0,0 1 0 0 0,0 0 0 0 0,0 0 0 0 0,0 0 0 0 0,0 0 0 0 0,-5-1 0 0 0,5 1 635 0 0,-18 21 201 0 0,15-9-1133 0 0,-10 18 247 0 0,2 0 1 0 0,-13 39-1 0 0,23-57-784 0 0,1-1 0 0 0,0 1 0 0 0,0 0 0 0 0,1 13 0 0 0,1-17-296 0 0,0 0 0 0 0,1-1 0 0 0,0 1 0 0 0,0 0 0 0 0,0 0 0 0 0,1-1-1 0 0,4 11 1 0 0,2-2-1841 0 0</inkml:trace>
</inkml:ink>
</file>

<file path=ppt/ink/ink3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8:15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301 6 1008 0 0,'0'0'1768'0'0,"0"-1"-1716"0"0,0 1 1 0 0,0 0-1 0 0,0 0 0 0 0,0-1 0 0 0,0 1 0 0 0,0 0 1 0 0,1 0-1 0 0,-1-1 0 0 0,0 1 0 0 0,0 0 0 0 0,0 0 0 0 0,0 0 1 0 0,0-1-1 0 0,0 1 0 0 0,1 0 0 0 0,-1 0 0 0 0,0 0 1 0 0,0-1-1 0 0,0 1 0 0 0,0 0 0 0 0,1 0 0 0 0,-1 0 1 0 0,0 0-1 0 0,0 0 0 0 0,1 0 0 0 0,-1-1 0 0 0,0 1 0 0 0,0 0 1 0 0,0 0-1 0 0,1 0 0 0 0,-1 0 0 0 0,0 0 0 0 0,0 0 1 0 0,1 0-1 0 0,-1 0 0 0 0,0 0 0 0 0,0 0 0 0 0,1 0 0 0 0,-1 0 1 0 0,0 0-1 0 0,0 0 0 0 0,1 0 0 0 0,-1 1 0 0 0,0-1 1 0 0,0 0-1 0 0,0 0 0 0 0,1 0 0 0 0,-1 0 0 0 0,0 0 1 0 0,0 0-1 0 0,0 1 0 0 0,1-1 0 0 0,-1 0 0 0 0,0 0 0 0 0,0 0 1 0 0,0 0-1 0 0,0 1 0 0 0,1-1 0 0 0,6 14 266 0 0,-1 0 1 0 0,0 0-1 0 0,-1 0 0 0 0,0 0 1 0 0,-2 1-1 0 0,1 0 0 0 0,-2 0 0 0 0,0 0 1 0 0,0 23-1 0 0,-2-1 198 0 0,-2 1-1 0 0,-11 68 1 0 0,10-92-322 0 0,-1 0 1 0 0,-1 0-1 0 0,0-1 1 0 0,0 1-1 0 0,-1-1 0 0 0,-1 0 1 0 0,0-1-1 0 0,-1 0 1 0 0,-1 0-1 0 0,0 0 0 0 0,0-1 1 0 0,-1 0-1 0 0,0-1 1 0 0,-1-1-1 0 0,0 1 0 0 0,-1-1 1 0 0,0-1-1 0 0,0 0 1 0 0,0-1-1 0 0,-1-1 0 0 0,-1 1 1 0 0,1-2-1 0 0,-1 0 1 0 0,0-1-1 0 0,-19 4 0 0 0,30-8-142 0 0,1 1 0 0 0,-1-1 0 0 0,1 0-1 0 0,-1 0 1 0 0,1 0 0 0 0,-1-1-1 0 0,1 1 1 0 0,0-1 0 0 0,-1 1-1 0 0,1-1 1 0 0,-1 0 0 0 0,1 0-1 0 0,0 0 1 0 0,-1 0 0 0 0,1 0 0 0 0,0 0-1 0 0,0-1 1 0 0,0 1 0 0 0,0-1-1 0 0,0 1 1 0 0,0-1 0 0 0,1 0-1 0 0,-1 0 1 0 0,0 0 0 0 0,1 0-1 0 0,0 0 1 0 0,-1 0 0 0 0,1 0 0 0 0,0 0-1 0 0,0-1 1 0 0,0 1 0 0 0,0 0-1 0 0,1-1 1 0 0,-1 1 0 0 0,0-5-1 0 0,0 1-99 0 0,0 0-1 0 0,0-1 1 0 0,0 1-1 0 0,1 0 0 0 0,0 0 1 0 0,0 0-1 0 0,1-1 0 0 0,0 1 1 0 0,0 0-1 0 0,0 0 0 0 0,1 0 1 0 0,0 0-1 0 0,3-6 1 0 0,28-34-3335 0 0,-8 20-3625 0 0,-16 17 3391 0 0</inkml:trace>
</inkml:ink>
</file>

<file path=ppt/ink/ink3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8:15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79 316 0 0,'-2'-15'1180'0'0,"2"6"1048"0"0,2-11-223 0 0,-1 4-389 0 0,3 6-580 0 0,8 3-608 0 0,5 6-456 0 0,10 6-680 0 0,-11 2 0 0 0,-3 2-524 0 0,-2-1-1325 0 0,2 2 585 0 0</inkml:trace>
  <inkml:trace contextRef="#ctx0" brushRef="#br0" timeOffset="1">422 459 424 0 0,'0'0'2632'0'0,"4"-2"-1832"0"0,8-2-265 0 0,0 1 1 0 0,1 0-1 0 0,-1 1 0 0 0,1 0 0 0 0,-1 1 0 0 0,26 0 0 0 0,86 11 731 0 0,-77-5-968 0 0,-13 0-487 0 0,-5 0-1190 0 0,-10-4-2738 0 0</inkml:trace>
</inkml:ink>
</file>

<file path=ppt/ink/ink3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8:15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7 996 0 0,'-1'-1'312'0'0,"-1"0"1"0"0,1 0-1 0 0,-1 1 0 0 0,1-1 1 0 0,-1 0-1 0 0,1 1 0 0 0,-1-1 1 0 0,1 1-1 0 0,-1 0 0 0 0,1 0 1 0 0,-1-1-1 0 0,0 1 0 0 0,1 0 1 0 0,-1 0-1 0 0,1 0 0 0 0,-1 1 1 0 0,0-1-1 0 0,1 0 0 0 0,-3 1 1 0 0,2 1-148 0 0,0-1 1 0 0,0 1 0 0 0,0 0-1 0 0,0 0 1 0 0,0 0 0 0 0,0 0 0 0 0,1 0-1 0 0,-1 0 1 0 0,0 1 0 0 0,-1 4-1 0 0,-9 18 216 0 0,1 0 0 0 0,1 1 0 0 0,1 1 0 0 0,1 0 0 0 0,2 0 0 0 0,-4 32 0 0 0,0-7-1457 0 0,6-24-653 0 0,5-13-2640 0 0,0-1 1803 0 0</inkml:trace>
</inkml:ink>
</file>

<file path=ppt/ink/ink3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8:16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17 708 0 0,'3'-17'10330'0'0,"-1"53"-9899"0"0,-1 0 0 0 0,-3-1 0 0 0,-9 61 0 0 0,7-73-1523 0 0,-2 1 0 0 0,0-1 0 0 0,-17 38 0 0 0,11-33-2086 0 0,0 4 242 0 0</inkml:trace>
</inkml:ink>
</file>

<file path=ppt/ink/ink3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8:21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35 432 0 0,'-2'-19'2112'0'0,"-1"8"2028"0"0,1 10-4021 0 0,0 0-1 0 0,0 0 1 0 0,0 1-1 0 0,0-1 1 0 0,0 1 0 0 0,0 0-1 0 0,0-1 1 0 0,0 1 0 0 0,0 0-1 0 0,0 0 1 0 0,0 0-1 0 0,0 0 1 0 0,0 1 0 0 0,0-1-1 0 0,0 0 1 0 0,0 1 0 0 0,-2 1-1 0 0,-41 22 656 0 0,32-15-683 0 0,1 1 1 0 0,1 1 0 0 0,-1 0 0 0 0,-12 16 0 0 0,21-23-70 0 0,0 1 1 0 0,0-1-1 0 0,1 1 1 0 0,-1 0-1 0 0,1 0 1 0 0,0 0 0 0 0,0 0-1 0 0,1 0 1 0 0,-1 1-1 0 0,1-1 1 0 0,0 0 0 0 0,1 1-1 0 0,-1-1 1 0 0,1 10-1 0 0,1-12-9 0 0,-1 1 0 0 0,1-1 0 0 0,0 1-1 0 0,0-1 1 0 0,0 1 0 0 0,1-1 0 0 0,-1 1 0 0 0,1-1-1 0 0,-1 0 1 0 0,1 0 0 0 0,0 0 0 0 0,1 0-1 0 0,-1 0 1 0 0,0-1 0 0 0,1 1 0 0 0,-1-1 0 0 0,1 1-1 0 0,0-1 1 0 0,0 0 0 0 0,0 0 0 0 0,0 0 0 0 0,7 3-1 0 0,-7-4 3 0 0,-1 0-1 0 0,1 0 0 0 0,0 0 0 0 0,0 0 0 0 0,0 0 0 0 0,0-1 1 0 0,0 1-1 0 0,0-1 0 0 0,0 0 0 0 0,0 0 0 0 0,-1 0 1 0 0,1 0-1 0 0,0 0 0 0 0,0-1 0 0 0,0 1 0 0 0,0-1 1 0 0,0 0-1 0 0,0 0 0 0 0,5-3 0 0 0,-4 2 14 0 0,0-1 0 0 0,0 0-1 0 0,-1 0 1 0 0,1 0 0 0 0,-1 0 0 0 0,0-1 0 0 0,1 1-1 0 0,-2-1 1 0 0,1 0 0 0 0,0 0 0 0 0,3-8-1 0 0,-2 5 43 0 0,-1-1-1 0 0,0 1 0 0 0,-1-1 1 0 0,0 0-1 0 0,0 0 0 0 0,0 0 1 0 0,-1 0-1 0 0,0 0 0 0 0,-1 0 1 0 0,0 0-1 0 0,0 0 0 0 0,0 0 1 0 0,-1 0-1 0 0,-1 0 0 0 0,-2-10 0 0 0,-13-26-422 0 0,16 42-91 0 0,-16 22-6413 0 0,13-8 4181 0 0</inkml:trace>
</inkml:ink>
</file>

<file path=ppt/ink/ink3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8:21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20 756 0 0,'0'0'800'0'0,"-3"-9"1172"0"0,24 2-1444 0 0,-6 5-80 0 0,3 1-112 0 0,1 1-164 0 0,9 1-160 0 0,1-1-212 0 0,-2 2-256 0 0,-5 0-272 0 0,-3 1-792 0 0,-2-1 352 0 0</inkml:trace>
</inkml:ink>
</file>

<file path=ppt/ink/ink3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8:26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5 732 0 0,'-2'0'367'0'0,"0"-1"-1"0"0,1 0 1 0 0,-1 0 0 0 0,0 1 0 0 0,0-1-1 0 0,0 1 1 0 0,0 0 0 0 0,1-1-1 0 0,-1 1 1 0 0,0 0 0 0 0,0 0-1 0 0,0 0 1 0 0,0 0 0 0 0,0 1-1 0 0,0-1 1 0 0,-1 1 0 0 0,1 0-293 0 0,0 0 0 0 0,1 1 1 0 0,0-1-1 0 0,-1 1 0 0 0,1-1 0 0 0,0 1 1 0 0,-1-1-1 0 0,1 1 0 0 0,0 0 0 0 0,0 0 1 0 0,1-1-1 0 0,-1 1 0 0 0,0 0 0 0 0,1 0 1 0 0,-1 0-1 0 0,0 3 0 0 0,-94 320 949 0 0,83-283-1161 0 0,8-25-389 0 0,0 0 0 0 0,-2-1 0 0 0,0 1 0 0 0,0-1 1 0 0,-2-1-1 0 0,-11 20 0 0 0,12-29-1527 0 0,1 0 159 0 0</inkml:trace>
</inkml:ink>
</file>

<file path=ppt/ink/ink3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8:27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1 279 332 0 0,'0'0'3017'0'0,"4"-3"-2577"0"0,15-4-237 0 0,0 0 0 0 0,1 2 1 0 0,-1 0-1 0 0,1 1 0 0 0,0 1 0 0 0,1 0 1 0 0,21 1-1 0 0,17-3 44 0 0,812-88 1210 0 0,-763 82-1338 0 0,94-14 516 0 0,-201 25-602 0 0,0 0-1 0 0,0-1 0 0 0,0 1 0 0 0,0 0 1 0 0,0 0-1 0 0,0 0 0 0 0,0-1 0 0 0,0 1 1 0 0,0 0-1 0 0,-1-1 0 0 0,1 1 0 0 0,0-1 1 0 0,0 1-1 0 0,0-1 0 0 0,0 0 1 0 0,-1 1-1 0 0,1-1 0 0 0,0 0 0 0 0,-1 1 1 0 0,1-1-1 0 0,-1 0 0 0 0,1 0 0 0 0,0 0 1 0 0,-1 1-1 0 0,0-1 0 0 0,1 0 0 0 0,-1 0 1 0 0,0 0-1 0 0,1 0 0 0 0,-1 0 0 0 0,0 0 1 0 0,0 0-1 0 0,0 0 0 0 0,1 0 0 0 0,-1 0 1 0 0,0 0-1 0 0,-1 0 0 0 0,1 0 0 0 0,0 0 1 0 0,0 0-1 0 0,0 0 0 0 0,0 0 1 0 0,-1 1-1 0 0,1-1 0 0 0,-1 0 0 0 0,1 0 1 0 0,0 0-1 0 0,-1 0 0 0 0,0 0 0 0 0,1 1 1 0 0,-1-1-1 0 0,0-1 0 0 0,-5-6 216 0 0,1 1-1 0 0,-1 0 0 0 0,0 0 1 0 0,-10-9-1 0 0,14 14-203 0 0,0 0 0 0 0,0 0 0 0 0,-1 0 0 0 0,1 0-1 0 0,-1 1 1 0 0,0-1 0 0 0,1 1 0 0 0,-1-1 0 0 0,0 1-1 0 0,0 0 1 0 0,0 0 0 0 0,0 0 0 0 0,0 1 0 0 0,0-1-1 0 0,0 1 1 0 0,-5-1 0 0 0,5 2-40 0 0,-30 28 54 0 0,21-17-23 0 0,1 0 0 0 0,0 1 0 0 0,1 0 1 0 0,0 0-1 0 0,1 1 0 0 0,1 0 0 0 0,0 1 0 0 0,1 0 0 0 0,0 0 0 0 0,-4 17 0 0 0,-2 13 86 0 0,1 1-1 0 0,-6 55 0 0 0,13-69-28 0 0,-51 304 1681 0 0,45-293 1317 0 0,11-50-3120 0 0,0-1 0 0 0,0 0-1 0 0,1 1 1 0 0,0-1 0 0 0,1 0 0 0 0,-1 1 0 0 0,1-1 0 0 0,1 1-1 0 0,-1 0 1 0 0,1 0 0 0 0,0 0 0 0 0,1 0 0 0 0,0 0 0 0 0,0 0-1 0 0,9-9 1 0 0,-9 12-12 0 0,0 0 0 0 0,0 0 0 0 0,1 0 0 0 0,0 1 0 0 0,-1 0 0 0 0,1 0 0 0 0,0 0 0 0 0,0 1 0 0 0,1 0 0 0 0,-1 0 0 0 0,0 0 0 0 0,1 0 0 0 0,0 1 0 0 0,-1 0 0 0 0,1 0 0 0 0,0 1 0 0 0,-1-1 0 0 0,1 1 0 0 0,0 0 1 0 0,-1 1-1 0 0,1-1 0 0 0,0 1 0 0 0,-1 1 0 0 0,1-1 0 0 0,-1 1 0 0 0,1 0 0 0 0,-1 0 0 0 0,0 0 0 0 0,0 1 0 0 0,0-1 0 0 0,0 1 0 0 0,0 1 0 0 0,-1-1 0 0 0,6 5 0 0 0,-4-2 35 0 0,1-2 1 0 0,-1 1-1 0 0,1-1 1 0 0,0 0-1 0 0,0 0 1 0 0,1-1-1 0 0,-1 0 1 0 0,1 0-1 0 0,0-1 1 0 0,-1 0-1 0 0,1-1 1 0 0,0 1-1 0 0,0-1 1 0 0,0-1-1 0 0,0 1 1 0 0,0-2-1 0 0,0 1 1 0 0,0-1-1 0 0,14-3 1 0 0,-19 3 10 0 0,0-1 1 0 0,0 1-1 0 0,0-1 1 0 0,-1 0-1 0 0,1 0 1 0 0,0 0 0 0 0,-1 0-1 0 0,1-1 1 0 0,-1 1-1 0 0,0 0 1 0 0,0-1-1 0 0,3-4 1 0 0,-1 1 33 0 0,-2 5 138 0 0,-2-4-161 0 0,1 2-7 0 0,10 19-6 0 0,-9-15 1 0 0,0 1-1 0 0,-1-1 0 0 0,1 1 1 0 0,0-1-1 0 0,0 0 0 0 0,0 0 1 0 0,0 0-1 0 0,0 0 1 0 0,0 0-1 0 0,0 0 0 0 0,0 0 1 0 0,0-1-1 0 0,0 1 0 0 0,0-1 1 0 0,0 1-1 0 0,1-1 0 0 0,-1 0 1 0 0,0 0-1 0 0,0 0 0 0 0,1 0 1 0 0,-1 0-1 0 0,0-1 0 0 0,4 0 1 0 0,53-17 60 0 0,-56 17-62 0 0,28-12 1 0 0,-22 9-10 0 0,-1 0-1 0 0,2 0 1 0 0,-1 1 0 0 0,0 0 0 0 0,1 1 0 0 0,-1 0-1 0 0,18-1 1 0 0,-25 3 11 0 0,1 0 1 0 0,0 0-1 0 0,-1 1 1 0 0,1-1-1 0 0,-1 1 0 0 0,1 0 1 0 0,0 0-1 0 0,-1 0 1 0 0,1 0-1 0 0,-1 0 1 0 0,0 0-1 0 0,1 1 0 0 0,-1-1 1 0 0,0 1-1 0 0,0-1 1 0 0,0 1-1 0 0,0 0 0 0 0,0 0 1 0 0,0 0-1 0 0,-1 0 1 0 0,1 0-1 0 0,-1 1 0 0 0,1-1 1 0 0,-1 0-1 0 0,0 1 1 0 0,0-1-1 0 0,0 1 0 0 0,1 4 1 0 0,-1-4-133 0 0,0 0 0 0 0,0 0 0 0 0,-1 0 0 0 0,1 1 0 0 0,-1-1 0 0 0,0 0 0 0 0,0 0 0 0 0,0 0 0 0 0,-1 0 0 0 0,1 0 0 0 0,-1 1 0 0 0,1-1 1 0 0,-1 0-1 0 0,0 0 0 0 0,0 0 0 0 0,0 0 0 0 0,-1-1 0 0 0,1 1 0 0 0,-1 0 0 0 0,0 0 0 0 0,0-1 0 0 0,-4 5 0 0 0,-5-2-2283 0 0,5-5-2062 0 0,-9-3 1181 0 0</inkml:trace>
</inkml:ink>
</file>

<file path=ppt/ink/ink3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8:27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82 600 0 0,'0'0'1336'0'0,"0"-20"3549"0"0,0 16-4349 0 0,1 0 1 0 0,-1 0 0 0 0,1 0 0 0 0,1-1 0 0 0,-1 1-1 0 0,0 1 1 0 0,1-1 0 0 0,3-6 0 0 0,-4 8-15 0 0,7-9 526 0 0,-8 11-1153 0 0,0-1 0 0 0,0 1 0 0 0,0-1 0 0 0,0 1 0 0 0,1 0 0 0 0,-1-1 0 0 0,0 1 0 0 0,0 0 0 0 0,1-1 1 0 0,-1 1-1 0 0,0 0 0 0 0,1 0 0 0 0,-1-1 0 0 0,0 1 0 0 0,1 0 0 0 0,-1 0 0 0 0,0 0 0 0 0,1-1 1 0 0,-1 1-1 0 0,0 0 0 0 0,1 0 0 0 0,-1 0 0 0 0,1 0 0 0 0,-1 0 0 0 0,0 0 0 0 0,1 0 0 0 0,-1 0 0 0 0,1 0 1 0 0,-1 0-1 0 0,0 0 0 0 0,1 0 0 0 0,-1 0 0 0 0,1 0 0 0 0,-1 0 0 0 0,0 0 0 0 0,1 0 0 0 0,0 1 1 0 0,3 2-390 0 0,6 5-101 0 0,-3 3-2887 0 0,-2-1 857 0 0</inkml:trace>
</inkml:ink>
</file>

<file path=ppt/ink/ink3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8:31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35 296 112 0 0,'-5'-8'577'0'0,"0"0"0"0"0,0-1 1 0 0,1 1-1 0 0,0-1 0 0 0,1 0 0 0 0,-3-11 1 0 0,5 18-497 0 0,1-1 1 0 0,-1 1 0 0 0,1 0 0 0 0,0-1 0 0 0,0 1-1 0 0,0 0 1 0 0,0-1 0 0 0,0 1 0 0 0,0 0-1 0 0,1-1 1 0 0,-1 1 0 0 0,1 0 0 0 0,0 0 0 0 0,0 0-1 0 0,0-1 1 0 0,0 1 0 0 0,0 0 0 0 0,0 0-1 0 0,0 0 1 0 0,1 1 0 0 0,-1-1 0 0 0,1 0 0 0 0,-1 0-1 0 0,1 1 1 0 0,0-1 0 0 0,-1 1 0 0 0,1-1-1 0 0,0 1 1 0 0,0 0 0 0 0,0 0 0 0 0,0 0 0 0 0,4-2-1 0 0,0 1-18 0 0,0-1 0 0 0,0 1 0 0 0,1 0 0 0 0,-1 1 0 0 0,1-1 0 0 0,-1 1 0 0 0,1 1 0 0 0,-1-1 0 0 0,1 1 1 0 0,0 0-1 0 0,-1 0 0 0 0,1 1 0 0 0,0 0 0 0 0,7 2 0 0 0,-10-1-46 0 0,0-1 0 0 0,0 1 0 0 0,0 0 1 0 0,0 0-1 0 0,0 1 0 0 0,0-1 1 0 0,-1 1-1 0 0,1 0 0 0 0,-1-1 0 0 0,0 2 1 0 0,0-1-1 0 0,0 0 0 0 0,0 1 1 0 0,0-1-1 0 0,-1 1 0 0 0,0 0 0 0 0,0 0 1 0 0,0 0-1 0 0,0 0 0 0 0,0 0 1 0 0,-1 0-1 0 0,2 8 0 0 0,-1-3 13 0 0,0 0 0 0 0,-1 0 0 0 0,0 1 0 0 0,-1-1 0 0 0,0 0-1 0 0,0 1 1 0 0,-1-1 0 0 0,0 0 0 0 0,0 1 0 0 0,-1-1 0 0 0,-1 0 0 0 0,-4 13 0 0 0,0-7 138 0 0,-1-1 0 0 0,0 1 0 0 0,0-1 0 0 0,-2 0 0 0 0,0-1 0 0 0,-11 13 1 0 0,20-25-135 0 0,0 0 0 0 0,0 0 1 0 0,0 0-1 0 0,0 1 0 0 0,0-1 1 0 0,-1 0-1 0 0,1 0 0 0 0,0 0 1 0 0,0-1-1 0 0,-1 1 0 0 0,1 0 1 0 0,0 0-1 0 0,-1-1 1 0 0,1 1-1 0 0,-1-1 0 0 0,1 1 1 0 0,-3 0-1 0 0,3-2-15 0 0,0 1-1 0 0,1 0 1 0 0,-1 0-1 0 0,0-1 1 0 0,1 1-1 0 0,-1 0 1 0 0,1-1 0 0 0,-1 1-1 0 0,1-1 1 0 0,-1 1-1 0 0,1 0 1 0 0,-1-1 0 0 0,1 1-1 0 0,-1-1 1 0 0,1 0-1 0 0,-1 1 1 0 0,1-1-1 0 0,0 1 1 0 0,-1-1 0 0 0,1 0-1 0 0,0 1 1 0 0,0-1-1 0 0,-1 0 1 0 0,1 1 0 0 0,0-2-1 0 0,-1-4 20 0 0,0 1 0 0 0,1-1 0 0 0,-1 0 0 0 0,1 1 0 0 0,1-1 0 0 0,-1 1-1 0 0,2-11 1 0 0,3 1-22 0 0,0 0-1 0 0,1 0 1 0 0,1 0-1 0 0,0 1 0 0 0,1-1 1 0 0,1 2-1 0 0,0-1 1 0 0,0 1-1 0 0,1 1 0 0 0,1 0 1 0 0,0 0-1 0 0,1 1 1 0 0,15-11-1 0 0,-16 14-17 0 0,0 0-1 0 0,1 0 0 0 0,0 1 1 0 0,0 0-1 0 0,1 1 1 0 0,0 1-1 0 0,0 0 1 0 0,0 1-1 0 0,1 0 0 0 0,0 1 1 0 0,-1 0-1 0 0,1 1 1 0 0,0 1-1 0 0,0 0 1 0 0,20 2-1 0 0,-27 0 0 0 0,-1 0 0 0 0,0 0 0 0 0,0 1 0 0 0,0 0-1 0 0,0 0 1 0 0,0 0 0 0 0,0 0 0 0 0,-1 1 0 0 0,1 0 0 0 0,-1 1 0 0 0,0-1 0 0 0,6 5 0 0 0,-9-5 1 0 0,1 0 1 0 0,-1-1-1 0 0,1 1 1 0 0,-1 1 0 0 0,0-1-1 0 0,0 0 1 0 0,-1 0-1 0 0,1 1 1 0 0,-1-1 0 0 0,1 1-1 0 0,-1-1 1 0 0,0 1-1 0 0,-1 0 1 0 0,1-1 0 0 0,0 1-1 0 0,-1 0 1 0 0,0 0 0 0 0,0-1-1 0 0,0 1 1 0 0,-1 0-1 0 0,1 0 1 0 0,-1-1 0 0 0,0 1-1 0 0,0 0 1 0 0,0-1-1 0 0,-2 5 1 0 0,-13 29 187 0 0,16-37-183 0 0,0 0 1 0 0,0 0-1 0 0,0 0 0 0 0,0 0 1 0 0,0 0-1 0 0,0 0 0 0 0,0 0 0 0 0,0 0 1 0 0,0 0-1 0 0,0 0 0 0 0,0 0 0 0 0,0 0 1 0 0,0 0-1 0 0,0 0 0 0 0,0 0 1 0 0,0 0-1 0 0,0 0 0 0 0,0 0 0 0 0,0 0 1 0 0,0 0-1 0 0,0 0 0 0 0,-1 0 0 0 0,1 0 1 0 0,0 0-1 0 0,0 0 0 0 0,0 0 1 0 0,0 0-1 0 0,0 0 0 0 0,0 0 0 0 0,0 0 1 0 0,0 0-1 0 0,0 0 0 0 0,0 0 0 0 0,0 0 1 0 0,0 0-1 0 0,0 0 0 0 0,0 0 1 0 0,5-17 44 0 0,-2 9-113 0 0,1 1-1 0 0,-1-1 0 0 0,1 1 0 0 0,1 0 0 0 0,-1 1 0 0 0,1-1 0 0 0,1 1 0 0 0,-1 0 1 0 0,1 0-1 0 0,0 1 0 0 0,0-1 0 0 0,1 1 0 0 0,-1 1 0 0 0,1-1 0 0 0,0 1 0 0 0,1 1 1 0 0,-1-1-1 0 0,0 1 0 0 0,11-3 0 0 0,-15 5 46 0 0,0 1 0 0 0,1-1 0 0 0,-1 1 0 0 0,0 0 0 0 0,0 0 0 0 0,1 0-1 0 0,-1 1 1 0 0,0-1 0 0 0,0 1 0 0 0,0-1 0 0 0,1 1 0 0 0,-1 0 0 0 0,0 0 0 0 0,0 1 0 0 0,3 1 0 0 0,42 30-103 0 0,-22-15 79 0 0,-15-10 29 0 0,0-1 1 0 0,1-1-1 0 0,-1 0 1 0 0,2 0-1 0 0,-1-1 1 0 0,0-1 0 0 0,1 0-1 0 0,0-1 1 0 0,0 0-1 0 0,0-1 1 0 0,0 0-1 0 0,0-1 1 0 0,1-1-1 0 0,-1 0 1 0 0,0-1-1 0 0,0 0 1 0 0,0-1-1 0 0,0-1 1 0 0,0 0-1 0 0,0 0 1 0 0,0-1-1 0 0,-1-1 1 0 0,0 0-1 0 0,22-13 1 0 0,-21 9 13 0 0,0 1 1 0 0,-1-2-1 0 0,0 0 0 0 0,-1 0 1 0 0,10-13-1 0 0,-15 17 11 0 0,-1 0 1 0 0,-1 0-1 0 0,1-1 1 0 0,-1 0-1 0 0,-1 0 1 0 0,1 0-1 0 0,-1 0 0 0 0,0-1 1 0 0,-1 1-1 0 0,0-1 1 0 0,2-9-1 0 0,-4 15 6 0 0,1 1-1 0 0,-1-1 1 0 0,0 0 0 0 0,0 1-1 0 0,0-1 1 0 0,0 1 0 0 0,0-1-1 0 0,0 0 1 0 0,0 1-1 0 0,-1-1 1 0 0,1 1 0 0 0,-1-1-1 0 0,1 1 1 0 0,-1-1 0 0 0,1 1-1 0 0,-1-1 1 0 0,0 1 0 0 0,0-1-1 0 0,0 1 1 0 0,1 0-1 0 0,-1-1 1 0 0,-1 1 0 0 0,1 0-1 0 0,0 0 1 0 0,0 0 0 0 0,0 0-1 0 0,-1 0 1 0 0,1 0-1 0 0,0 0 1 0 0,-1 1 0 0 0,1-1-1 0 0,-1 0 1 0 0,1 1 0 0 0,-1-1-1 0 0,1 1 1 0 0,-1-1-1 0 0,1 1 1 0 0,-1 0 0 0 0,1 0-1 0 0,-1-1 1 0 0,0 1 0 0 0,1 0-1 0 0,-1 1 1 0 0,0-1-1 0 0,1 0 1 0 0,-3 1 0 0 0,-3 0 22 0 0,0 0 1 0 0,1 0-1 0 0,-1 1 1 0 0,0 0-1 0 0,0 0 1 0 0,1 1-1 0 0,0-1 1 0 0,-1 1-1 0 0,-6 6 1 0 0,4-3 6 0 0,2 0 0 0 0,-1 1 0 0 0,1 0 0 0 0,0 0 0 0 0,0 1 0 0 0,1 0 0 0 0,0 0 0 0 0,1 0 0 0 0,0 1 0 0 0,0 0 0 0 0,1 0 0 0 0,-5 11 0 0 0,8-15-32 0 0,0 0 0 0 0,0 0 0 0 0,0 0 0 0 0,1 0 0 0 0,-1 0 0 0 0,1 0 0 0 0,0 0-1 0 0,1 0 1 0 0,-1 0 0 0 0,1 0 0 0 0,0-1 0 0 0,0 1 0 0 0,1 0 0 0 0,-1 0 0 0 0,1 0-1 0 0,0-1 1 0 0,0 1 0 0 0,1-1 0 0 0,-1 0 0 0 0,1 0 0 0 0,0 0 0 0 0,0 0 0 0 0,1 0-1 0 0,-1 0 1 0 0,1-1 0 0 0,6 6 0 0 0,1-1 6 0 0,-1-1 0 0 0,1 0 0 0 0,0 0-1 0 0,1-1 1 0 0,0 0 0 0 0,0-1 0 0 0,0-1 0 0 0,0 0 0 0 0,24 5 0 0 0,-16-7-51 0 0,0 0 1 0 0,0-1-1 0 0,0 0 1 0 0,0-2-1 0 0,34-5 1 0 0,-5-5-118 0 0,-2-1 0 0 0,0-2 0 0 0,0-3 1 0 0,59-30-1 0 0,-86 38 117 0 0,0 0 0 0 0,-1-2 1 0 0,0 0-1 0 0,-1-1 0 0 0,-1-1 0 0 0,0-1 1 0 0,0 0-1 0 0,26-31 0 0 0,-41 42 79 0 0,0-1 1 0 0,0 0-1 0 0,-1 0 0 0 0,1 0 0 0 0,-1 0 1 0 0,0 0-1 0 0,0 0 0 0 0,-1 0 1 0 0,1-1-1 0 0,-1 1 0 0 0,0-8 0 0 0,0 10 129 0 0,-6-4 27 0 0,5 6-197 0 0,1-1 0 0 0,0 1 0 0 0,0 0 0 0 0,-1-1 0 0 0,1 1 0 0 0,0-1 1 0 0,-1 1-1 0 0,1 0 0 0 0,0-1 0 0 0,-1 1 0 0 0,1 0 0 0 0,0-1 0 0 0,-1 1 1 0 0,1 0-1 0 0,-1 0 0 0 0,1-1 0 0 0,-1 1 0 0 0,1 0 0 0 0,-1 0 0 0 0,1 0 0 0 0,-1 0 1 0 0,1 0-1 0 0,-1-1 0 0 0,1 1 0 0 0,-1 0 0 0 0,1 0 0 0 0,-1 0 0 0 0,1 0 1 0 0,-1 0-1 0 0,1 1 0 0 0,-1-1 0 0 0,1 0 0 0 0,-1 0 0 0 0,1 0 0 0 0,0 0 0 0 0,-1 0 1 0 0,0 1-1 0 0,-18 10 84 0 0,0 1-1 0 0,1 0 1 0 0,0 2 0 0 0,-18 17 0 0 0,28-24-56 0 0,1 0 0 0 0,0 1 0 0 0,0 0 1 0 0,1 0-1 0 0,0 0 0 0 0,1 1 0 0 0,0 0 0 0 0,0 0 1 0 0,0 0-1 0 0,1 1 0 0 0,-3 11 0 0 0,7-18-19 0 0,0-3-13 0 0,-1 1-1 0 0,1 0 1 0 0,0-1-1 0 0,0 1 0 0 0,0 0 1 0 0,1-1-1 0 0,-1 1 0 0 0,0 0 1 0 0,0-1-1 0 0,0 1 1 0 0,0 0-1 0 0,1-1 0 0 0,-1 1 1 0 0,0-1-1 0 0,0 1 0 0 0,1-1 1 0 0,-1 1-1 0 0,1 0 0 0 0,-1-1 1 0 0,0 1-1 0 0,1-1 1 0 0,-1 1-1 0 0,1-1 0 0 0,-1 0 1 0 0,1 1-1 0 0,-1-1 0 0 0,1 0 1 0 0,0 1-1 0 0,-1-1 1 0 0,2 1-1 0 0,22-4-85 0 0,31-27-312 0 0,-44 24 247 0 0,63-40-683 0 0,-69 44 791 0 0,0 0 0 0 0,0 1 0 0 0,0-1 1 0 0,0 1-1 0 0,0 0 0 0 0,0 1 1 0 0,1 0-1 0 0,-1-1 0 0 0,0 2 0 0 0,0-1 1 0 0,0 0-1 0 0,0 1 0 0 0,1 0 0 0 0,-1 0 1 0 0,7 3-1 0 0,-3-1-44 0 0,1-1 1 0 0,0-1-1 0 0,0 0 1 0 0,11 0-1 0 0,-9-1 41 0 0,-1-2 0 0 0,0 0 1 0 0,0 0-1 0 0,0-1 0 0 0,19-7 0 0 0,-25 8 58 0 0,0-1 0 0 0,0 1 0 0 0,0-1 0 0 0,0 0 1 0 0,0 0-1 0 0,-1 0 0 0 0,0-1 0 0 0,0 0 0 0 0,0 0 0 0 0,0 0 0 0 0,0 0 0 0 0,-1 0 0 0 0,0-1 0 0 0,5-8 0 0 0,15-29 670 0 0,-22 41-535 0 0,12-38 830 0 0,-12 38-617 0 0,-3 51-305 0 0,1-35-32 0 0,0 1 0 0 0,1 0 1 0 0,1 0-1 0 0,0-1 0 0 0,1 1 0 0 0,5 18 0 0 0,-7-32-19 0 0,4 2-15 0 0,-4-4 8 0 0,0 0 0 0 0,1 1 0 0 0,-1-1 1 0 0,0 1-1 0 0,0-1 0 0 0,0 0 0 0 0,1 1 1 0 0,-1-1-1 0 0,0 0 0 0 0,0 1 0 0 0,1-1 1 0 0,-1 0-1 0 0,0 0 0 0 0,1 1 0 0 0,-1-1 0 0 0,0 0 1 0 0,1 0-1 0 0,-1 1 0 0 0,0-1 0 0 0,1 0 1 0 0,-1 0-1 0 0,0 0 0 0 0,1 0 0 0 0,-1 0 1 0 0,1 1-1 0 0,-1-1 0 0 0,0 0 0 0 0,1 0 1 0 0,-1 0-1 0 0,1 0 0 0 0,-1 0 0 0 0,0 0 1 0 0,1 0-1 0 0,-1-1 0 0 0,1 1 0 0 0,-1 0 1 0 0,0 0-1 0 0,2 0 0 0 0,12-7-5 0 0,0-1 0 0 0,-1 0 0 0 0,0-1 1 0 0,0-1-1 0 0,-1 0 0 0 0,0 0 0 0 0,-1-1 0 0 0,0-1 0 0 0,0 0 0 0 0,-2 0 0 0 0,12-19 0 0 0,-8 19-100 0 0,-3 19-128 0 0,-2 25 70 0 0,-8-26 150 0 0,0 7-3 0 0,1-1 1 0 0,0 0-1 0 0,1 0 0 0 0,0 0 0 0 0,1 0 0 0 0,0 0 1 0 0,6 14-1 0 0,-8-24 20 0 0,1-1 1 0 0,0 1 0 0 0,-1-1-1 0 0,1 0 1 0 0,0 0 0 0 0,0 1-1 0 0,-1-1 1 0 0,1 0 0 0 0,0-1-1 0 0,0 1 1 0 0,0 0 0 0 0,0 0-1 0 0,0-1 1 0 0,1 1 0 0 0,-1-1-1 0 0,0 0 1 0 0,0 0 0 0 0,0 0-1 0 0,0 0 1 0 0,0 0 0 0 0,1 0-1 0 0,-1 0 1 0 0,0-1 0 0 0,0 1-1 0 0,0-1 1 0 0,0 1 0 0 0,0-1-1 0 0,3-1 1 0 0,55-26 96 0 0,-33 13 37 0 0,-1-1 1 0 0,39-32-1 0 0,-54 39-56 0 0,0-1 1 0 0,-1-1-1 0 0,0 0 0 0 0,-1 0 0 0 0,0-1 0 0 0,-1 0 1 0 0,11-22-1 0 0,-18 32-33 0 0,-1 0 0 0 0,0 1 1 0 0,1-1-1 0 0,-1 0 0 0 0,0 0 1 0 0,0 0-1 0 0,0 0 0 0 0,0 1 1 0 0,0-1-1 0 0,-1 0 0 0 0,1 0 1 0 0,0 0-1 0 0,-1 1 0 0 0,0-1 1 0 0,0-2-1 0 0,0 3 218 0 0,1 9-256 0 0,-1 0 1 0 0,1 0 0 0 0,1 0-1 0 0,-1 0 1 0 0,1 0 0 0 0,1 0 0 0 0,-1 0-1 0 0,1 0 1 0 0,1 0 0 0 0,0-1-1 0 0,0 1 1 0 0,0-1 0 0 0,5 8 0 0 0,15 18 11 0 0,-18-27-27 0 0,0 0-1 0 0,-1 1 1 0 0,0-1 0 0 0,0 1-1 0 0,-1-1 1 0 0,4 10 0 0 0,-6-14-4 0 0,-1 1 1 0 0,1-1 0 0 0,-1 0 0 0 0,0 0 0 0 0,0 0 0 0 0,0 0 0 0 0,0 0-1 0 0,0 0 1 0 0,-1 0 0 0 0,1 0 0 0 0,-1 0 0 0 0,1 1 0 0 0,-1-1-1 0 0,0-1 1 0 0,0 1 0 0 0,0 0 0 0 0,0 0 0 0 0,0 0 0 0 0,0 0 0 0 0,0-1-1 0 0,0 1 1 0 0,-1 0 0 0 0,1-1 0 0 0,-1 1 0 0 0,1-1 0 0 0,-1 0-1 0 0,-2 2 1 0 0,-22 14-347 0 0,0-1 0 0 0,0-2 0 0 0,-2 0 0 0 0,0-2 0 0 0,-30 9 0 0 0,-4 3-3290 0 0,45-18 543 0 0,-1 0 234 0 0</inkml:trace>
</inkml:ink>
</file>

<file path=ppt/ink/ink3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8:34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0 570 600 0 0,'0'0'1260'0'0,"1"-1"-1106"0"0,-1 0 1 0 0,0 0 0 0 0,0 0 0 0 0,1 0 0 0 0,-1 0 0 0 0,1 0-1 0 0,-1 0 1 0 0,1 0 0 0 0,-1 0 0 0 0,1 0 0 0 0,0 1 0 0 0,-1-1-1 0 0,1 0 1 0 0,0 0 0 0 0,0 1 0 0 0,1-2 0 0 0,18 0 450 0 0,0-2-1 0 0,0 0 1 0 0,0 0 0 0 0,-1-2 0 0 0,1-1-1 0 0,27-13 1 0 0,11-3 146 0 0,-55 22-723 0 0,-1 0 1 0 0,0-1 0 0 0,0 1 0 0 0,0-1 0 0 0,0 1 0 0 0,0-1-1 0 0,0 0 1 0 0,0 1 0 0 0,-1-1 0 0 0,1 0 0 0 0,0 0 0 0 0,-1 0-1 0 0,2-3 1 0 0,5-5 754 0 0,-28 22-787 0 0,20-11 3 0 0,-1 0 1 0 0,1-1-1 0 0,-1 1 0 0 0,1 0 1 0 0,-1 0-1 0 0,1 0 1 0 0,-1 0-1 0 0,1 0 1 0 0,0 0-1 0 0,-1 0 1 0 0,1 0-1 0 0,0 0 0 0 0,0 0 1 0 0,0 0-1 0 0,0 0 1 0 0,0 0-1 0 0,0 0 1 0 0,0 0-1 0 0,0 0 1 0 0,0 0-1 0 0,1 0 0 0 0,-1 0 1 0 0,0 0-1 0 0,1 0 1 0 0,-1 0-1 0 0,1 0 1 0 0,-1 0-1 0 0,1 1 1 0 0,15 24-59 0 0,-13-24 55 0 0,0 0-1 0 0,0 0 1 0 0,0 0-1 0 0,1-1 1 0 0,-1 1 0 0 0,1-1-1 0 0,-1 0 1 0 0,1 0 0 0 0,-1 0-1 0 0,1 0 1 0 0,-1-1-1 0 0,1 1 1 0 0,0-1 0 0 0,0 0-1 0 0,-1 0 1 0 0,1 0-1 0 0,0-1 1 0 0,-1 1 0 0 0,1-1-1 0 0,0 0 1 0 0,-1 0-1 0 0,1 0 1 0 0,-1 0 0 0 0,0-1-1 0 0,4-1 1 0 0,8-4-1 0 0,0 0 0 0 0,-1-1 0 0 0,0-1 0 0 0,17-14 0 0 0,-22 15 2 0 0,0-1 0 0 0,0 0 0 0 0,-1 0 0 0 0,-1-1 0 0 0,1 0 0 0 0,-1-1 0 0 0,-1 1 0 0 0,0-1 0 0 0,-1-1 0 0 0,0 1 0 0 0,0-1 0 0 0,-2 0 0 0 0,1 0 0 0 0,-1 0 0 0 0,1-12 0 0 0,-1-1 20 0 0,-1 1 0 0 0,-1-1 0 0 0,-1 1 1 0 0,-2-1-1 0 0,0 1 0 0 0,-10-43 0 0 0,11 61 111 0 0,-1 1-1 0 0,0 0 1 0 0,0 0 0 0 0,-1 0 0 0 0,1 0 0 0 0,-1 1 0 0 0,0-1 0 0 0,0 1 0 0 0,-1-1 0 0 0,1 1 0 0 0,-9-7-1 0 0,11 11-78 0 0,1-1 0 0 0,-1 0 0 0 0,1 1 0 0 0,-1-1 0 0 0,1 1 0 0 0,-1 0 0 0 0,1-1 0 0 0,-1 1 0 0 0,0-1 0 0 0,1 1 0 0 0,-1 0 0 0 0,0 0 0 0 0,1-1 0 0 0,-1 1 0 0 0,0 0 0 0 0,1 0 0 0 0,-1 0 0 0 0,0 0 0 0 0,1 0 0 0 0,-1 0 0 0 0,0 0 0 0 0,0 0 0 0 0,1 0 0 0 0,-1 0 0 0 0,0 0 0 0 0,1 0 0 0 0,-1 0 0 0 0,0 0 0 0 0,0 1 0 0 0,0-1 0 0 0,-14 21 362 0 0,1 37-176 0 0,14-26-108 0 0,0 1 0 0 0,2 0 0 0 0,2-1 0 0 0,1 0 0 0 0,1 0 0 0 0,14 44 0 0 0,-8-33-30 0 0,33 137-1478 0 0,-32-137-3217 0 0,-9-32 826 0 0</inkml:trace>
</inkml:ink>
</file>

<file path=ppt/ink/ink3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8:34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540 263 720 0 0,'102'-49'6132'0'0,"-33"23"-5065"0"0,-58 24-1306 0 0,-5 3-4404 0 0</inkml:trace>
  <inkml:trace contextRef="#ctx0" brushRef="#br0" timeOffset="1">25 34 844 0 0,'-7'-6'1032'0'0,"1"1"796"0"0,-6-5 393 0 0,40-3-2373 0 0,10 21-1117 0 0,-18-3-611 0 0,4 2 436 0 0</inkml:trace>
</inkml:ink>
</file>

<file path=ppt/ink/ink3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8:35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41 988 0 0,'16'-40'10192'0'0,"-16"46"-9790"0"0,-2 15-33 0 0,-1-4-68 0 0,1 1 0 0 0,1 1-1 0 0,1-1 1 0 0,1 0 0 0 0,0 0 0 0 0,1 0 0 0 0,7 27-1 0 0,-8-44-289 0 0,0 0 1 0 0,-1 0-1 0 0,1 0 0 0 0,0 0 0 0 0,0 0 0 0 0,0 0 0 0 0,0-1 0 0 0,0 1 1 0 0,0 0-1 0 0,1 0 0 0 0,-1-1 0 0 0,0 1 0 0 0,0-1 0 0 0,0 1 0 0 0,1-1 0 0 0,-1 1 1 0 0,0-1-1 0 0,1 0 0 0 0,-1 0 0 0 0,0 1 0 0 0,1-1 0 0 0,-1 0 0 0 0,0 0 1 0 0,1 0-1 0 0,-1-1 0 0 0,0 1 0 0 0,1 0 0 0 0,-1 0 0 0 0,0-1 0 0 0,0 1 0 0 0,1-1 1 0 0,-1 1-1 0 0,0-1 0 0 0,0 1 0 0 0,2-2 0 0 0,48-25-74 0 0,-47 25 78 0 0,23-15-29 0 0,10-7-10 0 0,1 1 0 0 0,1 2 0 0 0,1 2 0 0 0,68-23-1 0 0,-107 42 22 0 0,1 0 0 0 0,-1-1-1 0 0,1 1 1 0 0,-1 0-1 0 0,1 0 1 0 0,-1 0-1 0 0,1 0 1 0 0,-1 0 0 0 0,1 0-1 0 0,-1 1 1 0 0,1-1-1 0 0,-1 0 1 0 0,1 1 0 0 0,-1-1-1 0 0,1 1 1 0 0,-1 0-1 0 0,1-1 1 0 0,-1 1 0 0 0,0 0-1 0 0,0 0 1 0 0,1 0-1 0 0,-1 0 1 0 0,0 0-1 0 0,0 0 1 0 0,0 0 0 0 0,0 0-1 0 0,0 0 1 0 0,0 0-1 0 0,0 1 1 0 0,-1-1 0 0 0,1 0-1 0 0,1 3 1 0 0,-1-1 2 0 0,0-1 1 0 0,0 1-1 0 0,0 0 0 0 0,0 0 1 0 0,-1 0-1 0 0,1 0 0 0 0,-1 0 1 0 0,0 0-1 0 0,0-1 0 0 0,0 1 1 0 0,0 0-1 0 0,0 0 1 0 0,0 0-1 0 0,-2 5 0 0 0,-2 1-77 0 0,0-1 1 0 0,-1 1-1 0 0,0-1 0 0 0,0 0 0 0 0,-1 0 0 0 0,0-1 0 0 0,0 1 0 0 0,-1-1 1 0 0,-13 10-1 0 0,10-9-1908 0 0,-1 0 1 0 0,0-1 0 0 0,-20 10 0 0 0,16-12-1241 0 0</inkml:trace>
</inkml:ink>
</file>

<file path=ppt/ink/ink3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8:35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64 120 0 0,'-2'-12'2436'0'0,"-6"-8"-376"0"0,5 3-379 0 0,1 3-197 0 0,29 14-1996 0 0,1 11-1232 0 0,-11-2-561 0 0,-1 2 533 0 0</inkml:trace>
</inkml:ink>
</file>

<file path=ppt/ink/ink3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8:35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72 712 0 0,'3'-3'432'0'0,"-1"1"0"0"0,0 0 0 0 0,0-1 0 0 0,0 1 1 0 0,0-1-1 0 0,0 0 0 0 0,0 0 0 0 0,-1 0 0 0 0,1 0 0 0 0,-1 0 0 0 0,0 0 0 0 0,0 0 0 0 0,1-6 0 0 0,-1 7 235 0 0,-2-3 929 0 0,2 4-1418 0 0,-1 1-1 0 0,0-1 1 0 0,0 0-1 0 0,0 0 0 0 0,0 0 1 0 0,0 0-1 0 0,0 0 1 0 0,0 0-1 0 0,0 0 0 0 0,0 0 1 0 0,-1 0-1 0 0,1 0 1 0 0,0 0-1 0 0,-1 0 1 0 0,1 0-1 0 0,0 0 0 0 0,-1 0 1 0 0,0-1-1 0 0,-5 2-42 0 0,0 1 0 0 0,0 0 0 0 0,0 1 0 0 0,0-1 0 0 0,0 1 1 0 0,0 0-1 0 0,1 1 0 0 0,-1-1 0 0 0,1 1 0 0 0,0 0 0 0 0,-1 1 0 0 0,2-1 0 0 0,-10 8 0 0 0,-5 5 58 0 0,1 1 0 0 0,-17 20 0 0 0,28-29-130 0 0,0-1-1 0 0,1 1 1 0 0,0 0-1 0 0,1 1 1 0 0,-1-1-1 0 0,2 1 1 0 0,-1 0-1 0 0,1 0 1 0 0,1 1-1 0 0,0-1 1 0 0,0 1-1 0 0,-1 10 0 0 0,4-19-59 0 0,-1 0 1 0 0,1 0-1 0 0,0 0 0 0 0,0 0 0 0 0,1 0 0 0 0,-1 0 0 0 0,0 0 0 0 0,0 0 0 0 0,0 0 0 0 0,1 0 0 0 0,-1 0 0 0 0,1 0 0 0 0,-1 0 0 0 0,0 0 0 0 0,1-1 0 0 0,0 1 0 0 0,-1 0 0 0 0,1 0 1 0 0,0 0-1 0 0,-1 0 0 0 0,1-1 0 0 0,0 1 0 0 0,0 0 0 0 0,-1-1 0 0 0,1 1 0 0 0,0-1 0 0 0,0 1 0 0 0,0-1 0 0 0,0 1 0 0 0,0-1 0 0 0,0 0 0 0 0,0 1 0 0 0,0-1 0 0 0,0 0 0 0 0,0 0 1 0 0,0 0-1 0 0,0 1 0 0 0,0-1 0 0 0,0 0 0 0 0,0-1 0 0 0,0 1 0 0 0,0 0 0 0 0,1 0 0 0 0,46-9 14 0 0,-30 2-3 0 0,0-1 1 0 0,0-1-1 0 0,25-15 0 0 0,37-19 767 0 0,-77 42-789 0 0,-1 0 0 0 0,0 0 0 0 0,1 0-1 0 0,-1 1 1 0 0,0-1 0 0 0,1 0 0 0 0,-1 1 0 0 0,1 0 0 0 0,-1 0 0 0 0,1 0 0 0 0,-1 0-1 0 0,1 0 1 0 0,-1 0 0 0 0,1 1 0 0 0,-1-1 0 0 0,1 1 0 0 0,-1-1 0 0 0,1 1 0 0 0,3 2 0 0 0,11 16-2585 0 0,-7 9-4410 0 0,-7-13 3118 0 0</inkml:trace>
</inkml:ink>
</file>

<file path=ppt/ink/ink3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8:38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0 721 436 0 0,'0'0'934'0'0,"30"19"2774"0"0,-18-19-3400 0 0,0 0 0 0 0,-1-1 1 0 0,1 0-1 0 0,0 0 0 0 0,-1-1 1 0 0,0-1-1 0 0,1 0 0 0 0,-1-1 1 0 0,0 0-1 0 0,15-8 0 0 0,17-11 273 0 0,45-31 0 0 0,-78 48-464 0 0,82-55 503 0 0,-3-4 0 0 0,-3-4 0 0 0,-3-3 0 0 0,-4-4 0 0 0,95-115 0 0 0,-170 186-565 0 0,0 0 0 0 0,1-1 1 0 0,-2 1-1 0 0,1-1 0 0 0,-1 0 1 0 0,0 0-1 0 0,0 0 0 0 0,0-1 0 0 0,-1 1 1 0 0,0-1-1 0 0,1-6 0 0 0,-3 12-54 0 0,-1 0 0 0 0,1 0 0 0 0,-1 0 0 0 0,1 1 0 0 0,-1-1 0 0 0,0 0 1 0 0,1 0-1 0 0,-1 1 0 0 0,0-1 0 0 0,1 0 0 0 0,-1 1 0 0 0,0-1 0 0 0,0 1 0 0 0,0-1 0 0 0,1 1 0 0 0,-1-1 0 0 0,0 1 0 0 0,0 0 0 0 0,0-1 0 0 0,0 1 0 0 0,0 0 0 0 0,0 0 0 0 0,0 0 0 0 0,0 0 0 0 0,0 0 0 0 0,0 0 0 0 0,0 0 0 0 0,0 0 0 0 0,0 0 0 0 0,0 0 0 0 0,-1 1 0 0 0,2-1-1 0 0,-3 0-7 0 0,-4 2-1 0 0,2 0 2 0 0,-1-1 0 0 0,1 1 0 0 0,0 1 1 0 0,-1-1-1 0 0,1 1 0 0 0,0-1 0 0 0,0 1 1 0 0,1 1-1 0 0,-1-1 0 0 0,0 1 0 0 0,1 0 1 0 0,0 0-1 0 0,0 0 0 0 0,0 0 0 0 0,1 1 1 0 0,0 0-1 0 0,-1-1 0 0 0,1 1 0 0 0,1 1 1 0 0,-1-1-1 0 0,1 0 0 0 0,0 0 0 0 0,-2 9 1 0 0,3 3-22 0 0,1-1 1 0 0,1 1 0 0 0,0-1-1 0 0,2 1 1 0 0,0-1 0 0 0,0 1-1 0 0,1-1 1 0 0,1-1 0 0 0,12 27-1 0 0,-10-28-38 0 0,-1 2 0 0 0,-1-1 0 0 0,0 0 0 0 0,-1 1 0 0 0,-1 0 0 0 0,0 0 0 0 0,-1 0 0 0 0,-1 0 0 0 0,0 1 0 0 0,-3 18 0 0 0,1-27 43 0 0,-2 0 0 0 0,1 0 0 0 0,-1 0 0 0 0,0 0-1 0 0,-1-1 1 0 0,1 1 0 0 0,-2-1 0 0 0,1 0 0 0 0,-1-1 0 0 0,0 1 0 0 0,0-1 0 0 0,-1 0 0 0 0,0 0 0 0 0,0 0 0 0 0,0-1-1 0 0,-8 5 1 0 0,10-7 44 0 0,1-1-1 0 0,0 0 0 0 0,-1 0 1 0 0,1-1-1 0 0,-1 1 0 0 0,0-1 1 0 0,0 0-1 0 0,1 0 1 0 0,-1 0-1 0 0,0 0 0 0 0,0-1 1 0 0,0 0-1 0 0,0 1 0 0 0,0-1 1 0 0,0-1-1 0 0,0 1 0 0 0,1-1 1 0 0,-1 1-1 0 0,0-1 1 0 0,0 0-1 0 0,0 0 0 0 0,1-1 1 0 0,-1 1-1 0 0,0-1 0 0 0,1 0 1 0 0,0 0-1 0 0,-1 0 0 0 0,1 0 1 0 0,0-1-1 0 0,0 1 0 0 0,0-1 1 0 0,0 0-1 0 0,1 0 1 0 0,-1 0-1 0 0,-2-4 0 0 0,1 1 17 0 0,1 1-1 0 0,0-1 1 0 0,0 0 0 0 0,1 0-1 0 0,0 0 1 0 0,0 0 0 0 0,0-1-1 0 0,1 1 1 0 0,0 0 0 0 0,0-1-1 0 0,0 1 1 0 0,1-1-1 0 0,0 1 1 0 0,1-1 0 0 0,1-10-1 0 0,-2 14-157 0 0,24-5-2575 0 0,-20 10 2156 0 0,17 4-589 0 0,-4 2-3966 0 0,-6-2 2587 0 0</inkml:trace>
</inkml:ink>
</file>

<file path=ppt/ink/ink3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8:39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10 232 52 0 0,'0'0'5441'0'0,"-2"7"-5068"0"0,2-4-375 0 0,-3 11 600 0 0,1 1-1 0 0,1 0 1 0 0,0 0 0 0 0,2 25-1 0 0,-1-38-352 0 0,0-2-229 0 0,1 0-1 0 0,-1 1 1 0 0,1-1-1 0 0,-1 0 0 0 0,1 1 1 0 0,-1-1-1 0 0,1 0 1 0 0,-1 0-1 0 0,1 0 0 0 0,-1 1 1 0 0,1-1-1 0 0,-1 0 1 0 0,1 0-1 0 0,-1 0 0 0 0,1 0 1 0 0,-1 0-1 0 0,1 0 0 0 0,-1 0 1 0 0,1 0-1 0 0,-1 0 1 0 0,1 0-1 0 0,-1 0 0 0 0,1-1 1 0 0,0 1-1 0 0,15-10 91 0 0,-10 7-68 0 0,0-1 0 0 0,0 0 0 0 0,0 0 0 0 0,0 0 0 0 0,0-1 1 0 0,-1 0-1 0 0,0 0 0 0 0,6-8 0 0 0,-9 12-23 0 0,7-7 1 0 0,-3 5-15 0 0,13 10 2 0 0,20 15 23 0 0,-37-20-16 0 0,1 1-1 0 0,-1-1 1 0 0,0-1 0 0 0,1 1-1 0 0,0 0 1 0 0,-1-1 0 0 0,1 1-1 0 0,0-1 1 0 0,0 0-1 0 0,0 0 1 0 0,0 0 0 0 0,0 0-1 0 0,0-1 1 0 0,0 1 0 0 0,0-1-1 0 0,0 1 1 0 0,0-1-1 0 0,0 0 1 0 0,1-1 0 0 0,-1 1-1 0 0,0 0 1 0 0,0-1 0 0 0,0 0-1 0 0,0 1 1 0 0,0-1-1 0 0,0-1 1 0 0,0 1 0 0 0,-1 0-1 0 0,5-3 1 0 0,7-5 163 0 0,0-1 1 0 0,0 0-1 0 0,-2-1 0 0 0,1-1 0 0 0,-1 0 1 0 0,-1 0-1 0 0,0-1 0 0 0,-1-1 0 0 0,0 0 1 0 0,-1 0-1 0 0,-1-1 0 0 0,0 0 1 0 0,-1 0-1 0 0,0-1 0 0 0,-2 0 0 0 0,0 0 1 0 0,0-1-1 0 0,3-27 0 0 0,-8 43-150 0 0,0 0-1 0 0,1 0 1 0 0,-1 0 0 0 0,0 0-1 0 0,1 0 1 0 0,-1-1-1 0 0,0 1 1 0 0,0 0 0 0 0,0 0-1 0 0,0 0 1 0 0,0 0-1 0 0,0-1 1 0 0,0 1 0 0 0,-1 0-1 0 0,1 0 1 0 0,0 0-1 0 0,-1 0 1 0 0,1 0-1 0 0,-1 0 1 0 0,1 0 0 0 0,-1 0-1 0 0,1 0 1 0 0,-1 0-1 0 0,0 0 1 0 0,0-1 0 0 0,0 2-10 0 0,0 0 1 0 0,-1 0 0 0 0,1 0 0 0 0,0 0 0 0 0,0 0-1 0 0,0 0 1 0 0,0 0 0 0 0,0 1 0 0 0,-1-1 0 0 0,1 0-1 0 0,0 1 1 0 0,0-1 0 0 0,0 1 0 0 0,0-1 0 0 0,0 1-1 0 0,0-1 1 0 0,0 1 0 0 0,0 0 0 0 0,-1 1 0 0 0,-6 4 17 0 0,1 1 1 0 0,-1 1 0 0 0,1-1 0 0 0,-8 11 0 0 0,12-14-34 0 0,0 1 1 0 0,1-1-1 0 0,-1 1 0 0 0,1 0 1 0 0,0 0-1 0 0,0 0 0 0 0,0 0 1 0 0,1 0-1 0 0,0 0 0 0 0,0 1 1 0 0,0-1-1 0 0,1 0 0 0 0,-1 1 1 0 0,1-1-1 0 0,0 0 0 0 0,1 1 1 0 0,0-1-1 0 0,-1 0 0 0 0,2 1 1 0 0,-1-1-1 0 0,1 0 0 0 0,1 5 0 0 0,6 7-121 0 0,0-1 0 0 0,1 0-1 0 0,0-1 1 0 0,2 0 0 0 0,12 14-1 0 0,-9-12-416 0 0,24 38 0 0 0,-38-54 532 0 0,0 0 0 0 0,-1 0 0 0 0,1 0 0 0 0,-1-1 0 0 0,1 1 0 0 0,-1 0-1 0 0,1 0 1 0 0,-1 0 0 0 0,0 0 0 0 0,1 0 0 0 0,-1 0 0 0 0,0 0 0 0 0,0 0 0 0 0,0 0 0 0 0,0 0 0 0 0,0 0-1 0 0,0 0 1 0 0,0 1 0 0 0,0-1 0 0 0,0 0 0 0 0,0 0 0 0 0,-1 0 0 0 0,1 0 0 0 0,0 0 0 0 0,-1 0-1 0 0,1-1 1 0 0,-1 1 0 0 0,1 0 0 0 0,-1 0 0 0 0,1 0 0 0 0,-1 0 0 0 0,1 0 0 0 0,-1-1 0 0 0,0 1 0 0 0,0 0-1 0 0,1-1 1 0 0,-1 1 0 0 0,0 0 0 0 0,0-1 0 0 0,0 1 0 0 0,0-1 0 0 0,0 1 0 0 0,0-1 0 0 0,0 0 0 0 0,0 1-1 0 0,0-1 1 0 0,0 0 0 0 0,0 0 0 0 0,0 1 0 0 0,0-1 0 0 0,0 0 0 0 0,0 0 0 0 0,0 0 0 0 0,-1-1 0 0 0,-6 2 100 0 0,1 0 1 0 0,-1-1 0 0 0,0-1 0 0 0,1 1 0 0 0,-14-4 0 0 0,17 3-126 0 0,0 0-1 0 0,0 0 0 0 0,0-1 1 0 0,1 0-1 0 0,-1 0 0 0 0,0 0 1 0 0,1 0-1 0 0,-1 0 1 0 0,1-1-1 0 0,-4-3 0 0 0,2 2-525 0 0,4 3-219 0 0</inkml:trace>
</inkml:ink>
</file>

<file path=ppt/ink/ink3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8:40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0 598 584 0 0,'9'24'3372'0'0,"-8"-23"-3250"0"0,1-1 1 0 0,-1 1 0 0 0,1 0 0 0 0,0-1 0 0 0,-1 1-1 0 0,1-1 1 0 0,0 1 0 0 0,-1-1 0 0 0,1 0-1 0 0,0 1 1 0 0,-1-1 0 0 0,1 0 0 0 0,0 0-1 0 0,0 0 1 0 0,-1-1 0 0 0,1 1 0 0 0,0 0-1 0 0,-1-1 1 0 0,1 1 0 0 0,1-2 0 0 0,39-22 1212 0 0,-24 9-857 0 0,-2-1 0 0 0,18-19 1 0 0,-16 12-289 0 0,0 0 0 0 0,-1-2 0 0 0,-1 1 0 0 0,-2-2 0 0 0,0 0 0 0 0,-2-1 1 0 0,-1 0-1 0 0,-1-1 0 0 0,-1 0 0 0 0,-2 0 0 0 0,0-1 0 0 0,-2 0 0 0 0,-2 0 1 0 0,1-46-1 0 0,-5 62-106 0 0,-1 1 1 0 0,-1-1 0 0 0,0 0-1 0 0,-8-21 1 0 0,10 32-63 0 0,-2 3-17 0 0,1 0 0 0 0,-1 0 0 0 0,0 0 0 0 0,1 0-1 0 0,-1 0 1 0 0,1 1 0 0 0,-1-1 0 0 0,1 1 0 0 0,0 0 0 0 0,-1 0 0 0 0,1-1-1 0 0,0 2 1 0 0,0-1 0 0 0,0 0 0 0 0,1 0 0 0 0,-1 0 0 0 0,0 1-1 0 0,1-1 1 0 0,0 1 0 0 0,-1 0 0 0 0,1-1 0 0 0,-1 4 0 0 0,-26 73-11 0 0,26-71 7 0 0,-8 25-2 0 0,2-1-1 0 0,1 1 1 0 0,2 0 0 0 0,1 1-1 0 0,2-1 1 0 0,1 1 0 0 0,2-1 0 0 0,1 1-1 0 0,11 59 1 0 0,-11-85 1 0 0,0 0-1 0 0,0 0 0 0 0,1 0 1 0 0,0 0-1 0 0,0 0 1 0 0,0-1-1 0 0,1 1 0 0 0,1-1 1 0 0,6 10-1 0 0,-9-16 3 0 0,0-1 0 0 0,-1 1-1 0 0,1-1 1 0 0,0 0 0 0 0,-1 0 0 0 0,1 0-1 0 0,0 0 1 0 0,0 0 0 0 0,-1 0 0 0 0,1 0-1 0 0,0 0 1 0 0,-1-1 0 0 0,1 1 0 0 0,0-1-1 0 0,-1 1 1 0 0,1-1 0 0 0,-1 0 0 0 0,1 1-1 0 0,-1-1 1 0 0,1 0 0 0 0,-1 0 0 0 0,1 0 0 0 0,1-2-1 0 0,4-1 3 0 0,2-1 6 0 0,-1-1 0 0 0,0 1 0 0 0,-1-1-1 0 0,1 0 1 0 0,-1-1 0 0 0,-1 0 0 0 0,1 0 0 0 0,-1-1 0 0 0,10-14-1 0 0,-3 4 15 0 0,-8 11-18 0 0,11-15 35 0 0,-15 21-53 0 0,0 0 0 0 0,0 0 0 0 0,0 0 0 0 0,0 0 0 0 0,-1 0-1 0 0,1-1 1 0 0,0 1 0 0 0,-1 0 0 0 0,1 0 0 0 0,-1-1 0 0 0,1 1-1 0 0,-1 0 1 0 0,1-1 0 0 0,-1 1 0 0 0,0-3 0 0 0,1 4 8 0 0,0 0 0 0 0,0 0 0 0 0,0 0 0 0 0,0-1 0 0 0,0 1 0 0 0,0 0 0 0 0,0 0 0 0 0,0 1 1 0 0,0-1-1 0 0,0 0 0 0 0,0 0 0 0 0,0 0 0 0 0,0 1 0 0 0,-1-1 0 0 0,1 0 0 0 0,0 1 0 0 0,0-1 0 0 0,0 1 0 0 0,0-1 0 0 0,-1 1 1 0 0,1-1-1 0 0,1 2 0 0 0,22 12-24 0 0,-19-8 20 0 0,0 0 0 0 0,-1 0 0 0 0,0 0 0 0 0,0 1-1 0 0,0 0 1 0 0,-1-1 0 0 0,0 1 0 0 0,0 1 0 0 0,-1-1-1 0 0,0 0 1 0 0,0 1 0 0 0,-1-1 0 0 0,0 1-1 0 0,0-1 1 0 0,-1 1 0 0 0,0 13 0 0 0,2 23 358 0 0,-1-43-338 0 0,-1 1 1 0 0,0-1 0 0 0,0 1 0 0 0,1-1 0 0 0,-1 1 0 0 0,1-1 0 0 0,-1 1 0 0 0,1-1 0 0 0,0 0 0 0 0,-1 1 0 0 0,1-1 0 0 0,0 0 0 0 0,0 1 0 0 0,0-1 0 0 0,0 0 0 0 0,0 0 0 0 0,0 0 0 0 0,1 0 0 0 0,-1 0 0 0 0,0 0-1 0 0,0 0 1 0 0,1-1 0 0 0,2 2 0 0 0,-1-1-3 0 0,0 0-1 0 0,0 0 1 0 0,1-1-1 0 0,-1 1 0 0 0,1-1 1 0 0,-1 0-1 0 0,0 0 1 0 0,1 0-1 0 0,-1-1 1 0 0,5 0-1 0 0,1-1-10 0 0,0 0 0 0 0,-1-1 0 0 0,1 0 0 0 0,-1-1 0 0 0,0 1 0 0 0,0-2 0 0 0,10-5 0 0 0,-13 6 8 0 0,22-17-9 0 0,29-31 0 0 0,-49 45 69 0 0,0 0 0 0 0,-1-1 0 0 0,0 1 0 0 0,-1-1 0 0 0,0-1-1 0 0,0 1 1 0 0,0-1 0 0 0,-1 0 0 0 0,3-10 0 0 0,-7 17 325 0 0,-3-2-307 0 0,3 4-81 0 0,0-1 1 0 0,0 1-1 0 0,0 0 1 0 0,0-1-1 0 0,0 1 1 0 0,0 0-1 0 0,0-1 1 0 0,0 1-1 0 0,0 0 1 0 0,0 0 0 0 0,0-1-1 0 0,-1 1 1 0 0,1 0-1 0 0,0 0 1 0 0,0-1-1 0 0,0 1 1 0 0,-1 0-1 0 0,1 0 1 0 0,0-1-1 0 0,0 1 1 0 0,0 0-1 0 0,-1 0 1 0 0,1 0-1 0 0,0-1 1 0 0,-1 1-1 0 0,1 0 1 0 0,0 0-1 0 0,0 0 1 0 0,-1 0-1 0 0,1 0 1 0 0,0 0-1 0 0,-1 0 1 0 0,1 0-1 0 0,0 0 1 0 0,-1 0 0 0 0,1 0-1 0 0,0 0 1 0 0,0 0-1 0 0,-1 0 1 0 0,1 0-1 0 0,0 0 1 0 0,-1 0-1 0 0,1 0 1 0 0,-3 1 1 0 0,1 0-1 0 0,1 0 0 0 0,-1-1-1 0 0,0 1 1 0 0,1 0 0 0 0,-1 0 0 0 0,1 1 0 0 0,-1-1 0 0 0,1 0-1 0 0,-1 0 1 0 0,1 1 0 0 0,0-1 0 0 0,0 1 0 0 0,0-1 0 0 0,0 1-1 0 0,0-1 1 0 0,0 1 0 0 0,0 0 0 0 0,0-1 0 0 0,1 1 0 0 0,-1 0-1 0 0,1 0 1 0 0,-1 0 0 0 0,1 0 0 0 0,-1-1 0 0 0,1 1 0 0 0,0 0 0 0 0,0 0-1 0 0,0 0 1 0 0,1 2 0 0 0,-2-1-16 0 0,1 1-1 0 0,0-1 1 0 0,0 1 0 0 0,0-1-1 0 0,1 1 1 0 0,-1-1 0 0 0,1 1 0 0 0,0-1-1 0 0,0 1 1 0 0,0-1 0 0 0,0 0-1 0 0,1 0 1 0 0,-1 1 0 0 0,1-1-1 0 0,0 0 1 0 0,0 0 0 0 0,0-1-1 0 0,0 1 1 0 0,1 0 0 0 0,-1-1-1 0 0,1 1 1 0 0,-1-1 0 0 0,1 0 0 0 0,0 0-1 0 0,0 0 1 0 0,0 0 0 0 0,0 0-1 0 0,6 2 1 0 0,-2-2-66 0 0,0 0-1 0 0,0-1 1 0 0,0 1-1 0 0,0-1 1 0 0,0-1 0 0 0,0 0-1 0 0,0 1 1 0 0,0-2-1 0 0,-1 1 1 0 0,13-3 0 0 0,-9 0 32 0 0,-1 0 0 0 0,0-1 1 0 0,0 0-1 0 0,0 0 0 0 0,-1-1 1 0 0,1 0-1 0 0,-1-1 0 0 0,-1 1 1 0 0,1-1-1 0 0,-1-1 0 0 0,0 0 1 0 0,0 0-1 0 0,-1 0 0 0 0,11-16 1 0 0,-3 6 427 0 0,-13 16-152 0 0,1-7 10 0 0,-2 8-201 0 0,0 0 0 0 0,0 0 0 0 0,-1 0 0 0 0,1 1-1 0 0,0-1 1 0 0,0 0 0 0 0,0 0 0 0 0,0 0 0 0 0,0 0 0 0 0,0 0-1 0 0,0 0 1 0 0,0 0 0 0 0,-1 0 0 0 0,1 0 0 0 0,0 0-1 0 0,0 0 1 0 0,0 0 0 0 0,0 0 0 0 0,0 0 0 0 0,0 0 0 0 0,0 0-1 0 0,-1 0 1 0 0,1 0 0 0 0,0 0 0 0 0,0 0 0 0 0,0 0 0 0 0,0 0-1 0 0,0 0 1 0 0,0 0 0 0 0,0 0 0 0 0,0 0 0 0 0,-1 0 0 0 0,1 0-1 0 0,0-1 1 0 0,0 1 0 0 0,0 0 0 0 0,0 0 0 0 0,0 0 0 0 0,0 0-1 0 0,0 0 1 0 0,0 0 0 0 0,0 0 0 0 0,0 0 0 0 0,0 0 0 0 0,0 0-1 0 0,-1-1 1 0 0,1 1 0 0 0,0 0 0 0 0,0 0 0 0 0,0 0-1 0 0,0 0 1 0 0,0 0 0 0 0,0 0 0 0 0,0 0 0 0 0,0-1 0 0 0,0 1-1 0 0,0 0 1 0 0,0 0 0 0 0,-2 2-34 0 0,0 0 1 0 0,1 0-1 0 0,-1 0 0 0 0,0 0 1 0 0,0 1-1 0 0,1-1 0 0 0,0 0 1 0 0,-1 1-1 0 0,1 0 0 0 0,0-1 1 0 0,0 1-1 0 0,0-1 0 0 0,1 1 0 0 0,-1 0 1 0 0,1 0-1 0 0,-1-1 0 0 0,1 1 1 0 0,0 0-1 0 0,0 0 0 0 0,0 0 1 0 0,1-1-1 0 0,-1 1 0 0 0,1 0 0 0 0,-1 0 1 0 0,1-1-1 0 0,0 1 0 0 0,0 0 1 0 0,0-1-1 0 0,0 1 0 0 0,0-1 1 0 0,1 1-1 0 0,-1-1 0 0 0,1 0 1 0 0,3 4-1 0 0,-3-4-179 0 0,0 0 0 0 0,0-1 0 0 0,-1 1 0 0 0,1-1 1 0 0,0 0-1 0 0,1 0 0 0 0,-1 1 0 0 0,0-1 0 0 0,0-1 0 0 0,0 1 0 0 0,1 0 1 0 0,-1 0-1 0 0,0-1 0 0 0,1 1 0 0 0,2-1 0 0 0,-2 0-496 0 0,-1 0 1 0 0,0 0-1 0 0,1-1 0 0 0,-1 1 1 0 0,0-1-1 0 0,1 1 0 0 0,-1-1 1 0 0,0 0-1 0 0,0 0 0 0 0,0 0 1 0 0,4-2-1 0 0,5-4-2422 0 0</inkml:trace>
</inkml:ink>
</file>

<file path=ppt/ink/ink3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8:40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72 12585 0 0,'-4'-1'258'0'0,"-33"-10"942"0"0,35 11-1128 0 0,1 0 0 0 0,-1-1-1 0 0,1 1 1 0 0,0-1 0 0 0,-1 1 0 0 0,1-1 0 0 0,0 0 0 0 0,-1 1 0 0 0,1-1 0 0 0,0 0 0 0 0,0 0 0 0 0,0 0 0 0 0,-1 0 0 0 0,1 0 0 0 0,0 0 0 0 0,0 0 0 0 0,1 0 0 0 0,-1-1 0 0 0,0 1-1 0 0,-1-2 1 0 0,7-1 98 0 0,4-1-192 0 0,1 0 0 0 0,0 0 1 0 0,-1 1-1 0 0,2 0 0 0 0,-1 1 1 0 0,0 0-1 0 0,1 0 0 0 0,-1 1 1 0 0,1 1-1 0 0,0 0 0 0 0,-1 0 1 0 0,15 2-1 0 0,-15-1-1527 0 0,-1 1 0 0 0,0 0 1 0 0,0 1-1 0 0,0 0 0 0 0,13 5 1 0 0,-8-1-1909 0 0</inkml:trace>
</inkml:ink>
</file>

<file path=ppt/ink/ink3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8:43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7 365 428 0 0,'-7'0'9750'0'0,"34"-17"-9339"0"0,-2 0 1 0 0,0-2-1 0 0,-1-1 1 0 0,-1 0-1 0 0,-1-2 0 0 0,-1-1 1 0 0,-1 0-1 0 0,-1-2 1 0 0,-1 0-1 0 0,-1-1 1 0 0,15-31-1 0 0,-30 53-360 0 0,0-1 0 0 0,0 1 0 0 0,-1 0 0 0 0,1-1 0 0 0,-1 0 0 0 0,0 1-1 0 0,-1-1 1 0 0,1 0 0 0 0,-1 1 0 0 0,0-8 0 0 0,0 10-9 0 0,0 2-42 0 0,0-1 1 0 0,0 1-1 0 0,0-1 1 0 0,0 1-1 0 0,0-1 1 0 0,0 1 0 0 0,0 0-1 0 0,0-1 1 0 0,-1 1-1 0 0,1-1 1 0 0,0 1-1 0 0,0 0 1 0 0,0-1-1 0 0,-1 1 1 0 0,1-1-1 0 0,0 1 1 0 0,0 0-1 0 0,-1-1 1 0 0,1 1 0 0 0,0 0-1 0 0,-1 0 1 0 0,1-1-1 0 0,0 1 1 0 0,-1 0-1 0 0,1 0 1 0 0,-1-1-1 0 0,1 1 1 0 0,-1 0-1 0 0,1 0 1 0 0,0 0 0 0 0,-1 0-1 0 0,1-1 1 0 0,-1 1-1 0 0,1 0 1 0 0,-1 0-1 0 0,1 0 1 0 0,0 0-1 0 0,-1 0 1 0 0,1 0-1 0 0,-1 0 1 0 0,1 1-1 0 0,-1-1 1 0 0,1 0 0 0 0,-1 0-1 0 0,-26-2 13 0 0,23 3-27 0 0,1 0 0 0 0,-1 0 1 0 0,1 0-1 0 0,0 0 0 0 0,-1 1 0 0 0,1 0 0 0 0,0-1 0 0 0,0 1 0 0 0,-4 3 0 0 0,6-4-5 0 0,0 0-1 0 0,0 0 1 0 0,0 0 0 0 0,0 0-1 0 0,0 0 1 0 0,0 1-1 0 0,1-1 1 0 0,-1 0-1 0 0,0 0 1 0 0,1 1-1 0 0,-1-1 1 0 0,1 0-1 0 0,-1 1 1 0 0,1-1-1 0 0,0 0 1 0 0,-1 1-1 0 0,1-1 1 0 0,0 1-1 0 0,0-1 1 0 0,0 1-1 0 0,0-1 1 0 0,0 0-1 0 0,0 1 1 0 0,1-1-1 0 0,-1 1 1 0 0,1 1-1 0 0,2 4-19 0 0,1-1 0 0 0,-1 1 0 0 0,1-1 0 0 0,1 0 0 0 0,-1 0 0 0 0,1 0 0 0 0,0-1 0 0 0,11 9 0 0 0,18 24-44 0 0,0 17 2 0 0,-28-42 51 0 0,1-1 1 0 0,0 0-1 0 0,1 0 0 0 0,1-1 0 0 0,0 0 0 0 0,0 0 0 0 0,1-1 1 0 0,0 0-1 0 0,22 16 0 0 0,-27-24-1 0 0,1 0 1 0 0,-1-1 0 0 0,0 1-1 0 0,0-1 1 0 0,1 0-1 0 0,-1 0 1 0 0,1-1-1 0 0,-1 0 1 0 0,1 0-1 0 0,-1 0 1 0 0,0 0-1 0 0,1-1 1 0 0,-1 0-1 0 0,1 0 1 0 0,-1-1-1 0 0,10-3 1 0 0,3-2-110 0 0,1-1 1 0 0,-1 0 0 0 0,20-13 0 0 0,-28 14 107 0 0,-1-1 0 0 0,0 1 0 0 0,0-2 0 0 0,0 1 0 0 0,-1-1 0 0 0,0 0 0 0 0,-1-1 0 0 0,0 0 0 0 0,0 0 0 0 0,-1 0 0 0 0,8-21 0 0 0,-14 31 34 0 0,0 0-1 0 0,-1 0 0 0 0,1 0 1 0 0,0 0-1 0 0,-1 1 0 0 0,1-1 1 0 0,0 0-1 0 0,-1 0 0 0 0,1 0 1 0 0,0 0-1 0 0,-1 0 0 0 0,1 0 1 0 0,0 0-1 0 0,-1 0 0 0 0,1 0 1 0 0,0-1-1 0 0,-1 1 0 0 0,1 0 1 0 0,0 0-1 0 0,0 0 0 0 0,-1 0 0 0 0,1 0 1 0 0,0 0-1 0 0,-1-1 0 0 0,1 1 1 0 0,0 0-1 0 0,0 0 0 0 0,-1-1 1 0 0,1 1-1 0 0,0 0 0 0 0,0 0 1 0 0,-1-1-1 0 0,1 1 0 0 0,0 0 1 0 0,0 0-1 0 0,0-1 0 0 0,0 1 1 0 0,0 0-1 0 0,-1-1 0 0 0,1 1 1 0 0,0 0-1 0 0,0-1 0 0 0,0 1 1 0 0,0 0-1 0 0,0-1 0 0 0,0 1 1 0 0,0 0-1 0 0,0-1 0 0 0,0 1 1 0 0,0 0-1 0 0,0-1 0 0 0,0 1 1 0 0,0 0-1 0 0,1-1 0 0 0,-1 1 1 0 0,0 0-1 0 0,0-1 0 0 0,0 1 1 0 0,0 0-1 0 0,0 0 0 0 0,1-1 1 0 0,-1 1-1 0 0,0 0 0 0 0,0 0 1 0 0,1-1-1 0 0,-1 1 0 0 0,0 0 1 0 0,1-1-1 0 0,-22 12 13 0 0,18-9-13 0 0,1 1 0 0 0,-1-1 0 0 0,1 1-1 0 0,-1 0 1 0 0,1 0 0 0 0,0 0 0 0 0,0 0 0 0 0,1 0 0 0 0,-1 1-1 0 0,0-1 1 0 0,1 1 0 0 0,0-1 0 0 0,0 1 0 0 0,0-1-1 0 0,0 1 1 0 0,1-1 0 0 0,-1 1 0 0 0,1 0 0 0 0,0-1 0 0 0,0 1-1 0 0,0 0 1 0 0,1-1 0 0 0,-1 1 0 0 0,1 0 0 0 0,0-1-1 0 0,0 1 1 0 0,0-1 0 0 0,1 1 0 0 0,-1-1 0 0 0,1 0-1 0 0,0 0 1 0 0,-1 0 0 0 0,2 1 0 0 0,-1-2 0 0 0,0 1 0 0 0,0 0-1 0 0,1 0 1 0 0,0-1 0 0 0,-1 1 0 0 0,1-1 0 0 0,0 0-1 0 0,0 0 1 0 0,0 0 0 0 0,1 0 0 0 0,-1-1 0 0 0,0 1 0 0 0,1-1-1 0 0,4 2 1 0 0,-4-2 5 0 0,0 1 1 0 0,0-1-1 0 0,0 0 0 0 0,0 0 0 0 0,1-1 0 0 0,-1 1 0 0 0,0-1 1 0 0,0 0-1 0 0,0 0 0 0 0,1 0 0 0 0,-1-1 0 0 0,0 1 1 0 0,0-1-1 0 0,0 0 0 0 0,0-1 0 0 0,0 1 0 0 0,0 0 1 0 0,0-1-1 0 0,0 0 0 0 0,0 0 0 0 0,-1 0 0 0 0,1-1 0 0 0,-1 1 1 0 0,0-1-1 0 0,1 0 0 0 0,-1 1 0 0 0,-1-2 0 0 0,5-4 1 0 0,-5 5 1 0 0,0 0 1 0 0,-1 0-1 0 0,1-1 1 0 0,-1 1-1 0 0,0 0 1 0 0,0-1-1 0 0,0 1 1 0 0,0-1-1 0 0,-1 0 1 0 0,1 1-1 0 0,-1-1 1 0 0,0 1-1 0 0,0-1 1 0 0,0 0-1 0 0,-1 1 1 0 0,1-1 0 0 0,-1 1-1 0 0,0-1 1 0 0,0 1-1 0 0,0-1 1 0 0,-1 1-1 0 0,1 0 1 0 0,-1 0-1 0 0,1-1 1 0 0,-1 1-1 0 0,0 0 1 0 0,0 0-1 0 0,-1 1 1 0 0,1-1-1 0 0,-1 0 1 0 0,1 1-1 0 0,-7-5 1 0 0,2 2 7 0 0,0-1 0 0 0,-1 1 0 0 0,0 1 0 0 0,0-1 0 0 0,-17-5 0 0 0,23 8-73 0 0,0 1 1 0 0,-1 1-1 0 0,1-1 0 0 0,0 0 0 0 0,-1 0 0 0 0,1 1 0 0 0,-1-1 1 0 0,1 1-1 0 0,-1 0 0 0 0,0 0 0 0 0,1 0 0 0 0,-1 0 0 0 0,1 0 1 0 0,-1 1-1 0 0,1-1 0 0 0,-1 1 0 0 0,1-1 0 0 0,-1 1 0 0 0,1 0 0 0 0,0 0 1 0 0,-1 0-1 0 0,1 1 0 0 0,0-1 0 0 0,0 0 0 0 0,-4 4 0 0 0,5-3-368 0 0,-1 0 0 0 0,1 0 0 0 0,0 0-1 0 0,0 0 1 0 0,0 1 0 0 0,0-1-1 0 0,0 0 1 0 0,0 1 0 0 0,1-1 0 0 0,-1 0-1 0 0,1 1 1 0 0,0-1 0 0 0,0 1-1 0 0,0-1 1 0 0,0 1 0 0 0,0 3-1 0 0</inkml:trace>
</inkml:ink>
</file>

<file path=ppt/ink/ink3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8:43.5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72 1068 0 0,'0'0'3123'0'0,"-1"0"-2947"0"0,0-1 1 0 0,1 0-1 0 0,-1 1 1 0 0,0-1-1 0 0,0 0 1 0 0,0 1-1 0 0,0-1 1 0 0,0 1-1 0 0,1-1 1 0 0,-1 1-1 0 0,0 0 0 0 0,0-1 1 0 0,0 1-1 0 0,0 0 1 0 0,0 0-1 0 0,0 0 1 0 0,0-1-1 0 0,0 1 1 0 0,-2 1-1 0 0,0 1-85 0 0,1 0 0 0 0,0 0 0 0 0,0 1 0 0 0,0 0 0 0 0,0-1 0 0 0,0 1 0 0 0,1 0-1 0 0,-1 0 1 0 0,1 0 0 0 0,-1 0 0 0 0,1 0 0 0 0,0 0 0 0 0,0 0 0 0 0,1 0 0 0 0,-1 1 0 0 0,1-1 0 0 0,-1 0 0 0 0,1 0 0 0 0,0 1 0 0 0,0-1-1 0 0,1 0 1 0 0,-1 0 0 0 0,1 1 0 0 0,-1-1 0 0 0,1 0 0 0 0,0 0 0 0 0,0 0 0 0 0,1 0 0 0 0,-1 0 0 0 0,1 0 0 0 0,-1 0 0 0 0,1 0-1 0 0,0-1 1 0 0,0 1 0 0 0,0 0 0 0 0,0-1 0 0 0,0 0 0 0 0,1 1 0 0 0,-1-1 0 0 0,1 0 0 0 0,0 0 0 0 0,4 2 0 0 0,-6-3-69 0 0,0-1 0 0 0,0 1 1 0 0,0-1-1 0 0,0 1 1 0 0,0-1-1 0 0,1 1 0 0 0,-1-1 1 0 0,0 0-1 0 0,0 0 0 0 0,0 0 1 0 0,0 1-1 0 0,0-1 0 0 0,0 0 1 0 0,0 0-1 0 0,1 0 1 0 0,-1-1-1 0 0,0 1 0 0 0,0 0 1 0 0,0 0-1 0 0,0-1 0 0 0,0 1 1 0 0,0 0-1 0 0,0-1 0 0 0,0 1 1 0 0,0-1-1 0 0,0 0 0 0 0,1 0 1 0 0,0-1 53 0 0,0 0 0 0 0,0 0 1 0 0,0-1-1 0 0,0 1 0 0 0,0 0 1 0 0,-1-1-1 0 0,1 1 0 0 0,-1-1 0 0 0,0 0 1 0 0,2-3-1 0 0,-1-1 38 0 0,0 1 1 0 0,0-1-1 0 0,-1 1 1 0 0,0-1-1 0 0,0 0 0 0 0,0 0 1 0 0,-1 0-1 0 0,-1-8 1 0 0,0 9-55 0 0,-1 0 1 0 0,0 1 0 0 0,0-1 0 0 0,-1 1 0 0 0,0-1 0 0 0,0 1-1 0 0,0 0 1 0 0,-1 0 0 0 0,-4-5 0 0 0,-17-11-1312 0 0,-4 13-3729 0 0</inkml:trace>
</inkml:ink>
</file>

<file path=ppt/ink/ink3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8:44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17 864 0 0,'7'-16'8540'0'0,"-2"40"-8226"0"0,-2 0 1 0 0,0 1-1 0 0,-2-1 0 0 0,0 1 0 0 0,-4 29 0 0 0,1-17 10 0 0,5 65-1 0 0,0-81-229 0 0,-1-1-15 0 0,1 1 0 0 0,1 0 1 0 0,0 0-1 0 0,10 22 0 0 0,-13-39-68 0 0,0 0 1 0 0,1 0 0 0 0,0 0 0 0 0,0-1-1 0 0,0 1 1 0 0,0 0 0 0 0,1-1 0 0 0,-1 0-1 0 0,1 1 1 0 0,0-1 0 0 0,0 0 0 0 0,0-1-1 0 0,0 1 1 0 0,1 0 0 0 0,-1-1 0 0 0,1 0-1 0 0,-1 0 1 0 0,1 0 0 0 0,0 0 0 0 0,0 0-1 0 0,0-1 1 0 0,0 0 0 0 0,0 0 0 0 0,0 0-1 0 0,0 0 1 0 0,0-1 0 0 0,5 1 0 0 0,-5-1 5 0 0,1-1 1 0 0,-1 0-1 0 0,0 1 1 0 0,0-2-1 0 0,0 1 1 0 0,0 0 0 0 0,0-1-1 0 0,0 1 1 0 0,0-1-1 0 0,0 0 1 0 0,0-1 0 0 0,-1 1-1 0 0,1-1 1 0 0,-1 1-1 0 0,0-1 1 0 0,5-6 0 0 0,1 0 280 0 0,-1-2 0 0 0,-1 1 1 0 0,12-21-1 0 0,-18 30-257 0 0,-1 0 1 0 0,1 0-1 0 0,-1 0 0 0 0,1 0 0 0 0,-1 0 0 0 0,0 1 0 0 0,1-1 0 0 0,-1 0 0 0 0,0 0 0 0 0,0 0 1 0 0,0 0-1 0 0,0 0 0 0 0,0 0 0 0 0,0 0 0 0 0,0 0 0 0 0,0 0 0 0 0,0 0 0 0 0,0 0 0 0 0,0 0 1 0 0,-1 0-1 0 0,1 0 0 0 0,0 1 0 0 0,-1-1 0 0 0,1 0 0 0 0,-1 0 0 0 0,1 0 0 0 0,-1 0 1 0 0,1 1-1 0 0,-1-1 0 0 0,1 0 0 0 0,-1 0 0 0 0,0 1 0 0 0,1-1 0 0 0,-1 1 0 0 0,0-1 0 0 0,0 0 1 0 0,0 1-1 0 0,1-1 0 0 0,-1 1 0 0 0,0 0 0 0 0,0-1 0 0 0,0 1 0 0 0,0 0 0 0 0,0 0 0 0 0,0-1 1 0 0,0 1-1 0 0,0 0 0 0 0,0 0 0 0 0,0 0 0 0 0,0 0 0 0 0,1 0 0 0 0,-1 0 0 0 0,-2 1 1 0 0,0-1 73 0 0,-1 2-61 0 0,0 0 0 0 0,1 0-1 0 0,-1 1 1 0 0,1-1 0 0 0,0 1 0 0 0,0 0 0 0 0,-4 4 0 0 0,7-7-40 0 0,-2 4-106 0 0,0-1 0 0 0,0 1 0 0 0,1 0 1 0 0,0 0-1 0 0,-1 0 0 0 0,1 0 1 0 0,1 0-1 0 0,-1 0 0 0 0,1 0 0 0 0,-1 0 1 0 0,1 4-1 0 0,0-6-42 0 0,1-1 1 0 0,-1 1-1 0 0,0 0 1 0 0,0-1-1 0 0,1 1 1 0 0,-1-1-1 0 0,1 1 1 0 0,0-1-1 0 0,-1 1 1 0 0,1-1-1 0 0,0 1 1 0 0,0-1-1 0 0,0 0 1 0 0,0 1-1 0 0,0-1 0 0 0,0 0 1 0 0,0 0-1 0 0,1 0 1 0 0,-1 0-1 0 0,0 0 1 0 0,1 0-1 0 0,-1 0 1 0 0,1 0-1 0 0,-1 0 1 0 0,1-1-1 0 0,-1 1 1 0 0,1 0-1 0 0,-1-1 1 0 0,3 1-1 0 0,38 8-6399 0 0</inkml:trace>
</inkml:ink>
</file>

<file path=ppt/ink/ink3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8:44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8 424 516 0 0,'12'-15'10001'0'0,"-20"20"-5806"0"0,1 1-5862 0 0,3-2 1875 0 0,16 35 640 0 0,-10-38-832 0 0,-1 0 0 0 0,1 0 0 0 0,-1 0 0 0 0,1-1 0 0 0,0 1 0 0 0,-1-1 0 0 0,1 0-1 0 0,0 1 1 0 0,0-1 0 0 0,-1 0 0 0 0,1 0 0 0 0,0 0 0 0 0,0 0 0 0 0,-1 0 0 0 0,1 0 0 0 0,0-1-1 0 0,0 1 1 0 0,-1-1 0 0 0,1 1 0 0 0,2-2 0 0 0,1 0 6 0 0,-1 0-1 0 0,1-1 1 0 0,0 0-1 0 0,-1 0 1 0 0,1-1-1 0 0,6-6 1 0 0,1-3 13 0 0,0-1 0 0 0,-1 0 0 0 0,13-20 1 0 0,-5 3 13 0 0,-2 0 0 0 0,-1-1 1 0 0,16-42-1 0 0,-27 59 288 0 0,-1-1-1 0 0,0 1 1 0 0,-1-1-1 0 0,-1 0 1 0 0,0 0 0 0 0,-1 0-1 0 0,0 0 1 0 0,-2 0 0 0 0,-3-23-1 0 0,4 36 10 0 0,-1 1 40 0 0,2 2-368 0 0,-1-1 0 0 0,0 1 0 0 0,0 0 0 0 0,0 0 1 0 0,0-1-1 0 0,0 1 0 0 0,0 0 0 0 0,0 0 0 0 0,0-1 1 0 0,0 1-1 0 0,0 0 0 0 0,0 0 0 0 0,0-1 0 0 0,0 1 1 0 0,0 0-1 0 0,0 0 0 0 0,0-1 0 0 0,0 1 0 0 0,-1 0 0 0 0,1 0 1 0 0,0-1-1 0 0,0 1 0 0 0,0 0 0 0 0,0 0 0 0 0,0 0 1 0 0,-1-1-1 0 0,1 1 0 0 0,0 0 0 0 0,0 0 0 0 0,0 0 1 0 0,-1 0-1 0 0,1-1 0 0 0,0 1 0 0 0,0 0 0 0 0,0 0 1 0 0,-1 0-1 0 0,1 0 0 0 0,0 0 0 0 0,0 0 0 0 0,-1 0 0 0 0,1 0 1 0 0,0 0-1 0 0,0 0 0 0 0,-1 0 0 0 0,1 0 0 0 0,0 0 1 0 0,0 0-1 0 0,-1 0 0 0 0,1 0 0 0 0,0 0 0 0 0,0 0 1 0 0,-1 0-1 0 0,1 0 0 0 0,0 0 0 0 0,0 0 0 0 0,-1 0 1 0 0,-5 5 31 0 0,0 0 0 0 0,1 1 0 0 0,-1-1 0 0 0,1 1 0 0 0,0 0 1 0 0,1 0-1 0 0,0 1 0 0 0,0-1 0 0 0,0 1 0 0 0,1 0 0 0 0,-1 0 1 0 0,2 0-1 0 0,-1 1 0 0 0,1-1 0 0 0,-2 11 0 0 0,0 18 76 0 0,0 67 0 0 0,-1 9-4227 0 0,5-109 3661 0 0,-1 1 1 0 0,0-1-1 0 0,0 0 1 0 0,0 0-1 0 0,0 0 1 0 0,-1 0 0 0 0,1 0-1 0 0,-4 5 1 0 0,-12 9-6227 0 0,9-12 3071 0 0</inkml:trace>
</inkml:ink>
</file>

<file path=ppt/ink/ink3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8:44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32 280 0 0,'0'0'2008'0'0,"-6"-9"296"0"0,33-3-1688 0 0,-8 8-51 0 0,7 1-165 0 0,6 3-172 0 0,13 0-256 0 0,2-2-264 0 0,1 1-260 0 0,4 2-373 0 0,2 3-999 0 0,18 1 448 0 0</inkml:trace>
</inkml:ink>
</file>

<file path=ppt/ink/ink3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8:02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60 256 0 0,'-6'-55'10588'0'0,"6"55"-10513"0"0,-1-1 0 0 0,1 1 0 0 0,0 0 1 0 0,-1-1-1 0 0,1 1 0 0 0,0 0 0 0 0,-1 0 0 0 0,1-1 0 0 0,-1 1 0 0 0,1 0 0 0 0,-1 0 0 0 0,1-1 0 0 0,-1 1 0 0 0,1 0 0 0 0,-1 0 0 0 0,1 0 0 0 0,-1 0 0 0 0,1 0 0 0 0,-1 0 0 0 0,1 0 0 0 0,-1 0 0 0 0,1 0 0 0 0,-1 0 0 0 0,1 0 0 0 0,-1 0 1 0 0,1 0-1 0 0,0 0 0 0 0,-1 1 0 0 0,1-1 0 0 0,-1 0 0 0 0,1 0 0 0 0,-1 0 0 0 0,0 1 0 0 0,-14 7 183 0 0,0 2 0 0 0,0-1 0 0 0,1 2 0 0 0,1 0 0 0 0,-1 0 0 0 0,2 1 0 0 0,0 1 1 0 0,0 0-1 0 0,1 1 0 0 0,1 0 0 0 0,-14 24 0 0 0,22-33-217 0 0,-8 14 199 0 0,1 1 1 0 0,-11 31-1 0 0,20-49-271 0 0,0-2-34 0 0,0 1 61 0 0,0-1 0 0 0,1 1 0 0 0,-1-1 0 0 0,0 1 0 0 0,1-1 1 0 0,-1 0-1 0 0,0 1 0 0 0,1-1 0 0 0,-1 1 0 0 0,0-1 0 0 0,1 0 0 0 0,-1 1 0 0 0,1-1 0 0 0,-1 0 0 0 0,1 0 1 0 0,-1 1-1 0 0,1-1 0 0 0,-1 0 0 0 0,1 0 0 0 0,-1 0 0 0 0,1 1 0 0 0,-1-1 0 0 0,1 0 0 0 0,-1 0 0 0 0,1 0 0 0 0,0 0 1 0 0,-1 0-1 0 0,1 0 0 0 0,-1 0 0 0 0,1 0 0 0 0,-1 0 0 0 0,1-1 0 0 0,-1 1 0 0 0,1 0 0 0 0,-1 0 0 0 0,1 0 1 0 0,-1-1-1 0 0,1 1 0 0 0,-1 0 0 0 0,1 0 0 0 0,0-1 0 0 0,27-11-219 0 0,-26 12 187 0 0,143-83-1416 0 0,-143 82 1427 0 0,0 0-1 0 0,0 1 1 0 0,0-1-1 0 0,0 1 1 0 0,0 0 0 0 0,1 0-1 0 0,-1-1 1 0 0,0 1 0 0 0,0 1-1 0 0,0-1 1 0 0,0 0-1 0 0,0 0 1 0 0,0 1 0 0 0,0-1-1 0 0,0 1 1 0 0,0 0-1 0 0,0 0 1 0 0,0-1 0 0 0,3 3-1 0 0,39 27-387 0 0,-11-7 79 0 0,-25-19 293 0 0,0-1 0 0 0,0 1 0 0 0,1-2 0 0 0,-1 1 0 0 0,1-1 1 0 0,-1 0-1 0 0,1-1 0 0 0,0 0 0 0 0,-1 0 0 0 0,1-1 1 0 0,13-1-1 0 0,-17 0 59 0 0,0-1 0 0 0,0 1 1 0 0,-1 0-1 0 0,1-1 1 0 0,0 0-1 0 0,-1 0 0 0 0,0-1 1 0 0,0 1-1 0 0,1-1 0 0 0,-1 0 1 0 0,-1 0-1 0 0,1 0 1 0 0,0 0-1 0 0,-1-1 0 0 0,0 0 1 0 0,1 1-1 0 0,-2-1 0 0 0,1-1 1 0 0,0 1-1 0 0,-1 0 1 0 0,0 0-1 0 0,3-7 0 0 0,-3 6 24 0 0,0 0 0 0 0,0 0 0 0 0,-1 0 0 0 0,1 0 0 0 0,-1 0 0 0 0,0-1 0 0 0,-1 1 1 0 0,1 0-1 0 0,-1-1 0 0 0,0 1 0 0 0,0 0 0 0 0,-1-1 0 0 0,1 1 0 0 0,-1 0 0 0 0,-1 0 0 0 0,1 0 0 0 0,-1 0 0 0 0,1 0 0 0 0,-2 0 0 0 0,1 0 0 0 0,0 0 0 0 0,-1 0 0 0 0,0 1 0 0 0,0 0 0 0 0,-7-8 0 0 0,8 11-327 0 0,2 1 34 0 0,-1 0 1 0 0,0 0 0 0 0,0 0 0 0 0,0 0-1 0 0,0 0 1 0 0,1 0 0 0 0,-1 1-1 0 0,0-1 1 0 0,0 0 0 0 0,1 1-1 0 0,-1-1 1 0 0,0 1 0 0 0,1-1 0 0 0,-1 0-1 0 0,0 1 1 0 0,1 0 0 0 0,-1-1-1 0 0,0 1 1 0 0,1-1 0 0 0,-1 1 0 0 0,1 0-1 0 0,-1-1 1 0 0,1 1 0 0 0,0 0-1 0 0,-1 0 1 0 0,1-1 0 0 0,0 1-1 0 0,-1 0 1 0 0,1 0 0 0 0,0-1 0 0 0,0 1-1 0 0,0 0 1 0 0,0 0 0 0 0,-1 0-1 0 0,1 0 1 0 0,1 1 0 0 0,1 8-2846 0 0</inkml:trace>
</inkml:ink>
</file>

<file path=ppt/ink/ink3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8:02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26 556 0 0,'-18'-3'2964'0'0,"14"4"-2747"0"0,0 0 1 0 0,0 0 0 0 0,1 0 0 0 0,-1 0 0 0 0,0 1 0 0 0,0 0-1 0 0,1-1 1 0 0,-1 1 0 0 0,1 1 0 0 0,-1-1 0 0 0,1 0-1 0 0,0 1 1 0 0,0 0 0 0 0,0 0 0 0 0,0 0 0 0 0,0 0-1 0 0,1 0 1 0 0,0 0 0 0 0,-1 1 0 0 0,1-1 0 0 0,0 1 0 0 0,-1 4-1 0 0,0-2-77 0 0,1 0 1 0 0,0 0-1 0 0,0 0 0 0 0,1 0 0 0 0,0 1 0 0 0,0-1 0 0 0,0 0 0 0 0,1 1 0 0 0,-1-1 0 0 0,2 0 0 0 0,-1 1 0 0 0,1-1 0 0 0,2 11 0 0 0,-3-15-100 0 0,1 0 0 0 0,-1 0 0 0 0,0 0 0 0 0,1-1 0 0 0,-1 1 0 0 0,1 0-1 0 0,0 0 1 0 0,0-1 0 0 0,0 1 0 0 0,-1 0 0 0 0,1-1 0 0 0,1 1 0 0 0,-1-1 0 0 0,0 1-1 0 0,0-1 1 0 0,1 1 0 0 0,-1-1 0 0 0,0 0 0 0 0,1 0 0 0 0,0 0 0 0 0,-1 0 0 0 0,1 0 0 0 0,-1 0-1 0 0,1 0 1 0 0,0 0 0 0 0,0-1 0 0 0,0 1 0 0 0,-1-1 0 0 0,1 1 0 0 0,0-1 0 0 0,0 0-1 0 0,0 1 1 0 0,0-1 0 0 0,0 0 0 0 0,0 0 0 0 0,-1-1 0 0 0,1 1 0 0 0,0 0 0 0 0,0-1-1 0 0,0 1 1 0 0,0-1 0 0 0,-1 1 0 0 0,1-1 0 0 0,0 0 0 0 0,2-1 0 0 0,2-1 90 0 0,-1-1 1 0 0,0 1-1 0 0,0-1 1 0 0,0 0-1 0 0,-1 0 1 0 0,1 0 0 0 0,-1-1-1 0 0,0 1 1 0 0,0-1-1 0 0,-1 0 1 0 0,1 0-1 0 0,4-12 1 0 0,1-4 73 0 0,-2-1-1 0 0,-1 0 1 0 0,0-1 0 0 0,2-28 0 0 0,-6 44-86 0 0</inkml:trace>
</inkml:ink>
</file>

<file path=ppt/ink/ink3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8:03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1 188 0 0,'6'4'367'0'0,"-1"0"-1"0"0,0 0 1 0 0,0 1 0 0 0,-1 0-1 0 0,1 0 1 0 0,-1 1 0 0 0,0-1-1 0 0,0 1 1 0 0,-1 0 0 0 0,0-1 0 0 0,0 2-1 0 0,4 10 1 0 0,-3-4 43 0 0,-1 0-1 0 0,-1-1 1 0 0,0 1-1 0 0,0 0 1 0 0,-1 19 0 0 0,-1-33-317 0 0,-1 1 0 0 0,1-1 0 0 0,0 1-1 0 0,0-1 1 0 0,-1 1 0 0 0,1-1 0 0 0,-1 1 0 0 0,1-1 0 0 0,0 1 0 0 0,-1-1 0 0 0,1 1 0 0 0,-1-1 0 0 0,1 1 0 0 0,-1-1 0 0 0,1 1 0 0 0,-1 0 0 0 0,1-1 0 0 0,-1 1 0 0 0,0 0 0 0 0,1 0 0 0 0,-1 0-1 0 0,1-1 1 0 0,-1 1 0 0 0,0 0 0 0 0,1 0 0 0 0,-1 0 0 0 0,1 0 0 0 0,-1 0 0 0 0,0 0 0 0 0,1 0 0 0 0,-1 0 0 0 0,0 0 0 0 0,1 0 0 0 0,-1 0 0 0 0,1 1 0 0 0,-1-1 0 0 0,0 0 0 0 0,1 0 0 0 0,-1 1-1 0 0,1-1 1 0 0,-1 0 0 0 0,1 1 0 0 0,-1-1 0 0 0,1 0 0 0 0,-1 1 0 0 0,1-1 0 0 0,-1 1 0 0 0,1-1 0 0 0,-1 1 0 0 0,1-1 0 0 0,-1 2 0 0 0,2-9-35 0 0,0 1 0 0 0,1 1 1 0 0,-1-1-1 0 0,1 0 0 0 0,0 0 1 0 0,1 0-1 0 0,-1 1 0 0 0,1 0 1 0 0,0-1-1 0 0,1 1 0 0 0,-1 0 1 0 0,1 0-1 0 0,0 1 0 0 0,0-1 1 0 0,0 1-1 0 0,1 0 0 0 0,0 0 1 0 0,8-5-1 0 0,-5 4-579 0 0,0 0 0 0 0,0 1 0 0 0,1 0 0 0 0,16-5 0 0 0,-17 7-723 0 0,1-1 0 0 0,1 2 0 0 0,-1-1 1 0 0,15 1-1 0 0</inkml:trace>
</inkml:ink>
</file>

<file path=ppt/ink/ink3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8:03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173 257 748 0 0,'0'0'4433'0'0,"-5"-2"-3903"0"0,1 1-419 0 0,-1 0-1 0 0,1 0 1 0 0,0 1-1 0 0,0 0 0 0 0,-1 0 1 0 0,1 0-1 0 0,0 0 1 0 0,0 1-1 0 0,0 0 1 0 0,-1 0-1 0 0,1 0 1 0 0,0 0-1 0 0,0 1 1 0 0,0-1-1 0 0,0 1 0 0 0,1 0 1 0 0,-1 0-1 0 0,0 0 1 0 0,1 1-1 0 0,-5 3 1 0 0,3-3-10 0 0,-1 1 1 0 0,0 0-1 0 0,1 0 1 0 0,0 0-1 0 0,0 1 1 0 0,0-1-1 0 0,1 1 1 0 0,-1 0-1 0 0,1 1 1 0 0,1-1-1 0 0,-1 1 1 0 0,1 0-1 0 0,0 0 1 0 0,0 0-1 0 0,0 0 1 0 0,1 0-1 0 0,0 0 1 0 0,0 1-1 0 0,1-1 1 0 0,-2 11-1 0 0,4-16-93 0 0,-1 0 0 0 0,0 0-1 0 0,1-1 1 0 0,-1 1 0 0 0,1 0-1 0 0,-1 0 1 0 0,1 0 0 0 0,-1 0-1 0 0,1-1 1 0 0,0 1 0 0 0,0 0-1 0 0,-1-1 1 0 0,1 1 0 0 0,0 0-1 0 0,0-1 1 0 0,-1 1 0 0 0,1-1-1 0 0,0 1 1 0 0,0-1 0 0 0,0 0-1 0 0,0 1 1 0 0,0-1 0 0 0,0 0-1 0 0,0 0 1 0 0,0 1 0 0 0,0-1-1 0 0,0 0 1 0 0,0 0 0 0 0,0 0-1 0 0,0 0 1 0 0,0 0 0 0 0,0 0-1 0 0,0-1 1 0 0,0 1 0 0 0,1-1-1 0 0,33-5 81 0 0,-26 3-75 0 0,-1 0 1 0 0,1-1-1 0 0,-1-1 0 0 0,0 1 0 0 0,0-2 0 0 0,0 1 0 0 0,-1-1 0 0 0,1 0 1 0 0,-2 0-1 0 0,12-13 0 0 0,0-2 16 0 0,-2-1 1 0 0,19-31-1 0 0,-25 37 118 0 0,0 1 1 0 0,-1-2-1 0 0,-1 1 0 0 0,-1-1 1 0 0,-1 0-1 0 0,0-1 0 0 0,-1 0 1 0 0,-1 0-1 0 0,4-30 0 0 0,-13 5 3226 0 0,-3 51-3334 0 0,1 0-1 0 0,0 1 0 0 0,1-1 1 0 0,0 2-1 0 0,0-1 1 0 0,1 0-1 0 0,0 1 0 0 0,1 0 1 0 0,0 0-1 0 0,1 1 0 0 0,-5 18 1 0 0,-2 23-1228 0 0,-4 64 0 0 0,6-43-2732 0 0,4-45 225 0 0,2 0 281 0 0</inkml:trace>
</inkml:ink>
</file>

<file path=ppt/ink/ink3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8:07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77 552 0 0,'-4'-7'1346'0'0,"0"-1"0"0"0,0 1-1 0 0,1-1 1 0 0,0 0 0 0 0,0 0 0 0 0,-3-13 1330 0 0,8 18-2494 0 0,-2 3-191 0 0,0 0 1 0 0,0 0-1 0 0,0-1 0 0 0,0 1 1 0 0,0 0-1 0 0,0 0 1 0 0,0 0-1 0 0,0-1 1 0 0,0 1-1 0 0,0 0 0 0 0,0 0 1 0 0,0-1-1 0 0,0 1 1 0 0,0 0-1 0 0,0 0 0 0 0,0 0 1 0 0,0-1-1 0 0,1 1 1 0 0,-1 0-1 0 0,0 0 0 0 0,0 0 1 0 0,0 0-1 0 0,0-1 1 0 0,0 1-1 0 0,1 0 1 0 0,-1 0-1 0 0,0 0 0 0 0,0 0 1 0 0,0 0-1 0 0,0-1 1 0 0,1 1-1 0 0,-1 0 0 0 0,0 0 1 0 0,0 0-1 0 0,0 0 1 0 0,1 0-1 0 0,-1 0 0 0 0,0 0 1 0 0,0 0-1 0 0,1 0 1 0 0,-1 0-1 0 0,0 0 1 0 0,0 0-1 0 0,0 0 0 0 0,1 0 1 0 0,-1 0-1 0 0,0 0 1 0 0,0 0-1 0 0,1 0 0 0 0,-1 0 1 0 0,0 0-1 0 0,0 0 1 0 0,1 1-1 0 0,31 56-1830 0 0,-12-12-3073 0 0,-13-26 2506 0 0</inkml:trace>
</inkml:ink>
</file>

<file path=ppt/ink/ink3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8:06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12 720 0 0,'5'-2'293'0'0,"-1"0"1"0"0,0 0-1 0 0,1 1 0 0 0,-1 0 0 0 0,1 0 1 0 0,-1 0-1 0 0,1 0 0 0 0,-1 1 0 0 0,1-1 0 0 0,0 1 1 0 0,-1 1-1 0 0,1-1 0 0 0,0 1 0 0 0,-1-1 1 0 0,1 1-1 0 0,5 2 0 0 0,-8-2-235 0 0,0 1 1 0 0,0-1-1 0 0,0 1 0 0 0,1-1 1 0 0,-1 1-1 0 0,-1 0 0 0 0,1-1 1 0 0,0 1-1 0 0,0 0 0 0 0,-1 0 1 0 0,1 1-1 0 0,-1-1 0 0 0,1 0 1 0 0,-1 0-1 0 0,0 1 0 0 0,0-1 1 0 0,0 1-1 0 0,0-1 0 0 0,-1 1 1 0 0,1-1-1 0 0,-1 1 0 0 0,1-1 0 0 0,-1 1 1 0 0,0 0-1 0 0,0-1 0 0 0,0 1 1 0 0,-1-1-1 0 0,1 1 0 0 0,-1 3 1 0 0,-2 7 52 0 0,1-1 1 0 0,-2-1 0 0 0,0 1-1 0 0,0 0 1 0 0,-1-1 0 0 0,0 0-1 0 0,-11 15 1 0 0,8-11 84 0 0,0-1 0 0 0,-10 30 0 0 0,17-42-157 0 0,0 0 0 0 0,0-1 0 0 0,0 1 1 0 0,1 0-1 0 0,-1 0 0 0 0,1 0 0 0 0,-1-1 0 0 0,1 1 0 0 0,0 0 0 0 0,0 0 0 0 0,0 0 0 0 0,0 0 0 0 0,0 0 1 0 0,0-1-1 0 0,0 1 0 0 0,1 0 0 0 0,-1 0 0 0 0,1 0 0 0 0,-1 0 0 0 0,1-1 0 0 0,0 1 0 0 0,0 0 0 0 0,1 2 1 0 0,0-3-10 0 0,1 0 0 0 0,-1 0 0 0 0,1 0 0 0 0,-1 0 1 0 0,1 0-1 0 0,0 0 0 0 0,-1-1 0 0 0,1 0 1 0 0,0 1-1 0 0,-1-1 0 0 0,1 0 0 0 0,0 0 0 0 0,-1 0 1 0 0,1-1-1 0 0,0 1 0 0 0,2-1 0 0 0,19-2-79 0 0,49-8-722 0 0,-29-6-4519 0 0,-28 8 2884 0 0</inkml:trace>
</inkml:ink>
</file>

<file path=ppt/ink/ink3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8:07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255 1 1040 0 0,'4'14'3061'0'0,"-10"9"-2278"0"0,-2 0 0 0 0,0-1 0 0 0,-1 0 1 0 0,-1-1-1 0 0,-18 29 0 0 0,-74 92-10 0 0,20-32-6302 0 0,76-99 3253 0 0</inkml:trace>
</inkml:ink>
</file>

<file path=ppt/ink/ink3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8:07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79 350 1280 0 0,'6'-20'8540'0'0,"-20"41"-6832"0"0,-20 50-1462 0 0,26-48 17 0 0,1 0 0 0 0,0 0 0 0 0,2 1 1 0 0,1-1-1 0 0,-2 31 0 0 0,17-16-16 0 0,-10-37-443 0 0,-1 1-1 0 0,1 0 0 0 0,0-1 1 0 0,0 1-1 0 0,-1-1 0 0 0,1 1 0 0 0,0-1 1 0 0,0 0-1 0 0,0 0 0 0 0,1 1 1 0 0,-1-1-1 0 0,0 0 0 0 0,0 0 0 0 0,1 0 1 0 0,-1 0-1 0 0,0 0 0 0 0,1 0 1 0 0,-1 0-1 0 0,1-1 0 0 0,2 2 1 0 0,11-10-4498 0 0</inkml:trace>
  <inkml:trace contextRef="#ctx0" brushRef="#br0" timeOffset="1">111 93 212 0 0,'-7'-33'3179'0'0,"1"-14"1913"0"0,6 44-4090 0 0,0-4-412 0 0,0 7-620 0 0,0 0 0 0 0,0 0 0 0 0,0 0 1 0 0,1 0-1 0 0,-1 0 0 0 0,0 0 0 0 0,0 0 0 0 0,0 0 0 0 0,0 0 1 0 0,0 0-1 0 0,0 0 0 0 0,0 0 0 0 0,0 0 0 0 0,0 0 1 0 0,0 0-1 0 0,0 0 0 0 0,1 0 0 0 0,-1 0 0 0 0,0-1 0 0 0,0 1 1 0 0,0 0-1 0 0,0 0 0 0 0,0 0 0 0 0,0 0 0 0 0,0 0 1 0 0,0 0-1 0 0,0 0 0 0 0,0 0 0 0 0,0 0 0 0 0,0 0 0 0 0,0 0 1 0 0,0 0-1 0 0,0 0 0 0 0,0 0 0 0 0,0-1 0 0 0,0 1 1 0 0,0 0-1 0 0,0 0 0 0 0,0 0 0 0 0,0 0 0 0 0,0 0 0 0 0,0 0 1 0 0,0 0-1 0 0,6 14-1657 0 0,-2 0 1 0 0,6 30-1 0 0,-8-28-396 0 0</inkml:trace>
</inkml:ink>
</file>

<file path=ppt/ink/ink3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8:08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25 360 0 0,'0'0'1102'0'0,"1"-14"4926"0"0,8 11-5757 0 0,0 1 1 0 0,0 0-1 0 0,1 0 0 0 0,-1 1 1 0 0,1 1-1 0 0,-1-1 0 0 0,13 2 1 0 0,74 11 683 0 0,-60-7-591 0 0,2 0-261 0 0,44 6-145 0 0,-34 5-4193 0 0</inkml:trace>
</inkml:ink>
</file>

<file path=ppt/ink/ink3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8:08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7 972 0 0,'-1'0'195'0'0,"1"-1"1"0"0,0 1-1 0 0,-1-1 1 0 0,1 1-1 0 0,-1-1 0 0 0,1 1 1 0 0,-1-1-1 0 0,0 1 1 0 0,1-1-1 0 0,-1 1 0 0 0,1 0 1 0 0,-1-1-1 0 0,0 1 1 0 0,1 0-1 0 0,-1 0 0 0 0,0 0 1 0 0,0-1-1 0 0,1 1 1 0 0,-1 0-1 0 0,0 0 0 0 0,1 0 1 0 0,-1 0-1 0 0,0 0 1 0 0,0 0-1 0 0,1 0 0 0 0,-1 0 1 0 0,0 0-1 0 0,1 1 0 0 0,-1-1 1 0 0,0 0-1 0 0,1 0 1 0 0,-1 1-1 0 0,0-1 0 0 0,1 0 1 0 0,-1 1-1 0 0,0-1 1 0 0,1 1-1 0 0,-2 0 0 0 0,0 2 27 0 0,0-1 0 0 0,0 1 0 0 0,0 1-1 0 0,0-1 1 0 0,0 0 0 0 0,1 0-1 0 0,-1 1 1 0 0,-1 5 0 0 0,-13 72 378 0 0,4-11-174 0 0,7-46-1134 0 0,1 0 0 0 0,-2 35 0 0 0,9-45-512 0 0,-1-2-3087 0 0</inkml:trace>
</inkml:ink>
</file>

<file path=ppt/ink/ink3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8:08.8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33 1340 0 0,'0'0'-46'0'0,"0"-3"627"0"0,-1 0 0 0 0,1 0-1 0 0,-1 0 1 0 0,1 0 0 0 0,0 0 0 0 0,0 0 0 0 0,1 0-1 0 0,-1 1 1 0 0,1-4 4344 0 0,-1 14-4345 0 0,-7 90 1184 0 0,-10 91 385 0 0,13-170-2630 0 0,0 0 1 0 0,-1 0-1 0 0,-1 0 0 0 0,-13 28 1 0 0,11-26-1851 0 0,7-11-3149 0 0,-1 4 2259 0 0</inkml:trace>
  <inkml:trace contextRef="#ctx0" brushRef="#br0" timeOffset="1">466 343 680 0 0,'11'8'4127'0'0,"-8"2"-3637"0"0,0 0 0 0 0,-1 0 0 0 0,0 1 0 0 0,-1 0 0 0 0,0-1 0 0 0,-1 1 0 0 0,0-1 0 0 0,-1 1 0 0 0,0 0-1 0 0,0-1 1 0 0,-1 1 0 0 0,-1-1 0 0 0,0 0 0 0 0,0 0 0 0 0,-9 18 0 0 0,4-10-879 0 0,-2-1-1 0 0,-21 29 1 0 0,-34 29-6523 0 0,57-63 4342 0 0</inkml:trace>
</inkml:ink>
</file>

<file path=ppt/ink/ink3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8:45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216 294 664 0 0,'0'0'1105'0'0,"-5"-1"-117"0"0,0-1-1 0 0,0 1 0 0 0,-1-1 0 0 0,1 2 0 0 0,-10-2 0 0 0,-1 9-559 0 0,0 1-1 0 0,0 1 1 0 0,0 0-1 0 0,2 1 1 0 0,-1 1-1 0 0,1 0 1 0 0,1 1 0 0 0,0 0-1 0 0,-17 22 1 0 0,28-33-386 0 0,1 1 0 0 0,0-1 0 0 0,0 0 0 0 0,0 1 0 0 0,0 0 0 0 0,1-1 0 0 0,-1 1 0 0 0,0 0 0 0 0,1-1 0 0 0,-1 1 0 0 0,1 0 0 0 0,-1 0 0 0 0,1 2 0 0 0,0-3-31 0 0,0-1 1 0 0,0 1 0 0 0,0 0-1 0 0,0-1 1 0 0,0 1-1 0 0,1-1 1 0 0,-1 1 0 0 0,0-1-1 0 0,0 1 1 0 0,1-1 0 0 0,-1 1-1 0 0,0-1 1 0 0,1 1-1 0 0,-1-1 1 0 0,1 1 0 0 0,-1-1-1 0 0,0 0 1 0 0,1 1-1 0 0,-1-1 1 0 0,1 1 0 0 0,-1-1-1 0 0,1 0 1 0 0,-1 0-1 0 0,1 1 1 0 0,0-1 0 0 0,0 0-1 0 0,3 1-22 0 0,-1-1 0 0 0,0 1 0 0 0,1-1 0 0 0,-1 0 0 0 0,0-1 0 0 0,1 1 0 0 0,-1 0 0 0 0,0-1 0 0 0,0 0 0 0 0,1 0 0 0 0,-1 0 0 0 0,0 0 0 0 0,3-2 0 0 0,4-1-82 0 0,-1-1 0 0 0,1 1 1 0 0,0 0-1 0 0,0 1 0 0 0,0 0 0 0 0,0 1 0 0 0,1 0 0 0 0,-1 1 0 0 0,1 0 0 0 0,-1 0 0 0 0,1 1 1 0 0,-1 1-1 0 0,1 0 0 0 0,-1 0 0 0 0,14 4 0 0 0,-10-2 34 0 0,-5 0 36 0 0,0-1 1 0 0,-1 0 0 0 0,1-1 0 0 0,0 0 0 0 0,0 0 0 0 0,1-1-1 0 0,-1 0 1 0 0,0 0 0 0 0,0-1 0 0 0,0 0 0 0 0,15-4 0 0 0,-10 0 124 0 0,0-1-1 0 0,-1 0 1 0 0,1-1 0 0 0,-1 0 0 0 0,-1-1 0 0 0,1 0 0 0 0,-2-1-1 0 0,1-1 1 0 0,-1 0 0 0 0,0 0 0 0 0,-1-1 0 0 0,0 0 0 0 0,11-18-1 0 0,-10 10 356 0 0,0 0 0 0 0,-2-1-1 0 0,0 1 1 0 0,-1-2 0 0 0,-1 1-1 0 0,-1-1 1 0 0,-1 0 0 0 0,5-41 0 0 0,-10 1 2229 0 0,0 59-2126 0 0,-4 5-425 0 0,-3 4-85 0 0,0 0-1 0 0,1 1 1 0 0,-1 0-1 0 0,2 0 1 0 0,-1 1 0 0 0,1-1-1 0 0,1 1 1 0 0,-1 0-1 0 0,1 1 1 0 0,1-1-1 0 0,0 1 1 0 0,0-1-1 0 0,-1 14 1 0 0,-3 23 32 0 0,-2 77 1 0 0,6-52-288 0 0,1-36-975 0 0,-5 42-1019 0 0,-3-42-1372 0 0,-9-5-3353 0 0,10-23 3211 0 0</inkml:trace>
</inkml:ink>
</file>

<file path=ppt/ink/ink3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8:45.7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0 117 752 0 0,'20'-29'4832'0'0,"-13"21"-4426"0"0,0 1 1 0 0,1 1-1 0 0,0-1 1 0 0,0 2-1 0 0,0-1 1 0 0,1 1-1 0 0,0 0 1 0 0,0 1-1 0 0,0 0 1 0 0,0 0-1 0 0,1 1 1 0 0,-1 0-1 0 0,12-1 1 0 0,15-3-734 0 0,1 2 1 0 0,41 0-1 0 0,9 12-5288 0 0,-60-4 2979 0 0</inkml:trace>
</inkml:ink>
</file>

<file path=ppt/ink/ink3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8:46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232 329 1036 0 0,'4'3'6419'0'0,"-4"-3"-6296"0"0,-3 23 1408 0 0,-12 31-1038 0 0,9-33-176 0 0,-2 0 0 0 0,0 0 0 0 0,-2-1 1 0 0,0-1-1 0 0,-1 1 0 0 0,-1-2 1 0 0,-1 0-1 0 0,-26 30 0 0 0,37-47-238 0 0,1 1 0 0 0,-1 0 0 0 0,0-1-1 0 0,1 1 1 0 0,-1-1 0 0 0,0 0 0 0 0,0 0-1 0 0,0 0 1 0 0,0 0 0 0 0,0 0 0 0 0,0 0 0 0 0,-1 0-1 0 0,1-1 1 0 0,0 1 0 0 0,0-1 0 0 0,0 1 0 0 0,-1-1-1 0 0,1 0 1 0 0,0 0 0 0 0,-1 0 0 0 0,-2 0 0 0 0,2-1-29 0 0,1 0 1 0 0,0-1-1 0 0,0 1 1 0 0,0 0 0 0 0,0 0-1 0 0,0-1 1 0 0,0 0-1 0 0,1 1 1 0 0,-1-1 0 0 0,0 0-1 0 0,1 0 1 0 0,-1 1-1 0 0,1-1 1 0 0,0 0-1 0 0,0-1 1 0 0,-2-3 0 0 0,-1-5 34 0 0,0 0 0 0 0,0 0-1 0 0,2 0 1 0 0,-1-1 0 0 0,1 1 0 0 0,1-1 0 0 0,0-12 0 0 0,2 7-46 0 0,1 0-1 0 0,0-1 1 0 0,2 1 0 0 0,0 0-1 0 0,0 0 1 0 0,2 0 0 0 0,0 1-1 0 0,1 0 1 0 0,15-25 0 0 0,2 2-105 0 0,2 0 0 0 0,44-49 0 0 0,-58 74 29 0 0,1 0-1 0 0,0 1 0 0 0,1 0 1 0 0,1 1-1 0 0,0 1 0 0 0,1 0 0 0 0,0 1 1 0 0,0 1-1 0 0,20-9 0 0 0,-29 16 28 0 0,0-1-1 0 0,-1 1 0 0 0,1 0 0 0 0,0 1 0 0 0,0 0 0 0 0,0 0 1 0 0,0 0-1 0 0,0 1 0 0 0,0 0 0 0 0,0 0 0 0 0,0 1 1 0 0,0-1-1 0 0,0 2 0 0 0,0-1 0 0 0,0 1 0 0 0,-1 0 0 0 0,1 1 1 0 0,0-1-1 0 0,-1 1 0 0 0,0 0 0 0 0,0 1 0 0 0,0 0 0 0 0,0 0 1 0 0,0 0-1 0 0,-1 1 0 0 0,0-1 0 0 0,6 8 0 0 0,0 1 61 0 0,-1 1-1 0 0,-1 0 1 0 0,0 0 0 0 0,-1 1-1 0 0,-1 0 1 0 0,0 0-1 0 0,-1 1 1 0 0,8 28-1 0 0,-7-13 51 0 0,-1-1-1 0 0,-2 1 1 0 0,2 58-1 0 0,-8-63-68 0 0,-1-1-1 0 0,-1 1 0 0 0,-1-1 0 0 0,-2 0 0 0 0,-16 42 0 0 0,23-65-183 0 0,-7 2-290 0 0,7-3 305 0 0,0-1 1 0 0,-1 1 0 0 0,1 0-1 0 0,-1-1 1 0 0,1 1 0 0 0,-1-1 0 0 0,1 0-1 0 0,-1 1 1 0 0,1-1 0 0 0,-1 1-1 0 0,1-1 1 0 0,-1 0 0 0 0,0 1-1 0 0,1-1 1 0 0,-1 0 0 0 0,0 0 0 0 0,1 1-1 0 0,-1-1 1 0 0,0 0 0 0 0,1 0-1 0 0,-2 0 1 0 0,-5 0 42 0 0,-17-5-7171 0 0</inkml:trace>
</inkml:ink>
</file>

<file path=ppt/ink/ink3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8:46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54 520 0 0,'21'-4'8967'0'0,"21"-5"-6095"0"0,78-17-1942 0 0,-55 16-461 0 0,-26 6-3302 0 0,-29 6-2575 0 0</inkml:trace>
</inkml:ink>
</file>

<file path=ppt/ink/ink3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8:50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61 236 0 0,'11'-24'4096'0'0,"9"-13"3471"0"0,-18 42-7216 0 0,0 11-145 0 0,0-1 0 0 0,-2 0-1 0 0,1 0 1 0 0,-2 1 0 0 0,0-1 0 0 0,-1 0 0 0 0,-3 17 0 0 0,-34 114 594 0 0,31-117-665 0 0,-3 7-208 0 0,-1 0 1 0 0,-1 0-1 0 0,-2-1 1 0 0,-2-1-1 0 0,-1-1 1 0 0,-43 60-1 0 0,58-88-812 0 0,-10 12-216 0 0,13-17 875 0 0,0 1 0 0 0,-1-1 0 0 0,1 0 0 0 0,0 1 0 0 0,0-1 0 0 0,-1 1 0 0 0,1-1 0 0 0,0 0 0 0 0,-1 1 0 0 0,1-1 0 0 0,0 0 0 0 0,-1 0 0 0 0,1 1 0 0 0,-1-1 0 0 0,1 0 0 0 0,0 0-1 0 0,-1 0 1 0 0,1 1 0 0 0,-1-1 0 0 0,1 0 0 0 0,-1 0 0 0 0,1 0 0 0 0,-1 0 0 0 0,1 0 0 0 0,0 0 0 0 0,-1 0 0 0 0,1 0 0 0 0,-1 0 0 0 0,1 0 0 0 0,-1 0 0 0 0,1 0 0 0 0,-1-1-1 0 0,-12-10-2519 0 0</inkml:trace>
</inkml:ink>
</file>

<file path=ppt/ink/ink3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8:51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1 446 292 0 0,'65'-1'442'0'0,"0"-2"-1"0"0,0-3 1 0 0,0-3-1 0 0,-1-3 1 0 0,0-2 0 0 0,-1-3-1 0 0,-1-3 1 0 0,108-51-1 0 0,-147 59-234 0 0,0-2 0 0 0,-1 0-1 0 0,-1-1 1 0 0,23-21-1 0 0,-35 28-51 0 0,-2 0-1 0 0,1 0 0 0 0,-1-1 0 0 0,0 0 1 0 0,-1 0-1 0 0,0 0 0 0 0,-1-1 0 0 0,0 0 1 0 0,0 0-1 0 0,-1 0 0 0 0,0-1 0 0 0,2-11 1 0 0,-6 19-96 0 0,0 0 0 0 0,0 0 0 0 0,0 1 0 0 0,-1-1 0 0 0,1 0 0 0 0,-1 0 0 0 0,1 1 0 0 0,-1-1 0 0 0,0 0 0 0 0,0 1 0 0 0,0-1 0 0 0,-1 1 0 0 0,1-1 0 0 0,-1 1 0 0 0,1 0 0 0 0,-1 0 0 0 0,0 0 1 0 0,1 0-1 0 0,-1 0 0 0 0,0 0 0 0 0,-1 0 0 0 0,1 0 0 0 0,0 1 0 0 0,0-1 0 0 0,-1 1 0 0 0,1-1 0 0 0,-1 1 0 0 0,1 0 0 0 0,-1 0 0 0 0,0 0 0 0 0,1 1 0 0 0,-1-1 0 0 0,0 1 0 0 0,1-1 0 0 0,-1 1 0 0 0,0 0 0 0 0,0 0 0 0 0,0 0 1 0 0,1 0-1 0 0,-1 1 0 0 0,0-1 0 0 0,1 1 0 0 0,-1-1 0 0 0,0 1 0 0 0,1 0 0 0 0,-1 0 0 0 0,-4 3 0 0 0,-7 9 130 0 0,1 1-1 0 0,1 1 1 0 0,0 0 0 0 0,1 0 0 0 0,0 1-1 0 0,1 1 1 0 0,1 0 0 0 0,1 0 0 0 0,0 1-1 0 0,-5 20 1 0 0,-15 45 1015 0 0,-34 169 0 0 0,51-177-840 0 0,7-41-49 0 0,-12 51 0 0 0,15-84-233 0 0,0 7-58 0 0,1-5 41 0 0,3-6 132 0 0,7-11-302 0 0,1 1 0 0 0,0 0 0 0 0,1 1-1 0 0,0 0 1 0 0,1 1 0 0 0,0 1 0 0 0,1 0-1 0 0,0 0 1 0 0,29-13 0 0 0,-42 23 65 0 0,5 0 21 0 0,0 0 0 0 0,0 1 0 0 0,0 0 1 0 0,-1 0-1 0 0,1 0 0 0 0,11 5 0 0 0,6 6 17 0 0,0-2 0 0 0,1 0 0 0 0,1-1 0 0 0,0-2 0 0 0,0 0 0 0 0,0-2 0 0 0,30 3 0 0 0,-37-6 91 0 0,1-2 1 0 0,-1 0-1 0 0,1-1 1 0 0,-1-1-1 0 0,1 0 1 0 0,-1-1-1 0 0,0-2 1 0 0,0 1-1 0 0,-1-2 1 0 0,31-14-1 0 0,-41 14-30 0 0,-1 0 0 0 0,0 0-1 0 0,0 0 1 0 0,0-1-1 0 0,-1 0 1 0 0,0 0 0 0 0,8-15-1 0 0,-13 21-11 0 0,1 0-36 0 0,-1 0-1 0 0,0 1 1 0 0,-1-1-1 0 0,1 0 0 0 0,0 1 1 0 0,0-1-1 0 0,0 0 0 0 0,0 1 1 0 0,0-1-1 0 0,-1 0 1 0 0,1 1-1 0 0,0-1 0 0 0,-1 0 1 0 0,1 1-1 0 0,0-1 0 0 0,-1 1 1 0 0,1-1-1 0 0,-1 1 1 0 0,1-1-1 0 0,-1 1 0 0 0,1-1 1 0 0,-1 1-1 0 0,1-1 0 0 0,-1 1 1 0 0,0 0-1 0 0,1-1 1 0 0,-1 1-1 0 0,1 0 0 0 0,-1-1 1 0 0,0 1-1 0 0,1 0 0 0 0,-1 0 1 0 0,0 0-1 0 0,1 0 1 0 0,-1 0-1 0 0,0-1 0 0 0,0 1 1 0 0,1 1-1 0 0,-1-1 0 0 0,0 0 1 0 0,1 0-1 0 0,-2 0 1 0 0,-9 5 20 0 0,0 0 0 0 0,-1 0 0 0 0,2 1 0 0 0,-1 1 0 0 0,1-1 0 0 0,-12 11 0 0 0,22-17-32 0 0,-1 1 1 0 0,1-1-1 0 0,-1 0 1 0 0,1 0-1 0 0,-1 1 0 0 0,1-1 1 0 0,0 0-1 0 0,-1 0 1 0 0,1 1-1 0 0,-1-1 0 0 0,1 1 1 0 0,0-1-1 0 0,-1 0 1 0 0,1 1-1 0 0,0-1 0 0 0,-1 1 1 0 0,1-1-1 0 0,0 1 1 0 0,0-1-1 0 0,0 0 1 0 0,-1 1-1 0 0,1-1 0 0 0,0 1 1 0 0,0 0-1 0 0,0-1 1 0 0,0 1-1 0 0,0-1 0 0 0,0 1 1 0 0,0-1-1 0 0,0 2 1 0 0,15 2-69 0 0,24-8-90 0 0,-38 4 139 0 0,13-2-82 0 0,0 0 0 0 0,0 2 0 0 0,0-1 0 0 0,0 1 0 0 0,0 1 0 0 0,0 1 0 0 0,0 0 0 0 0,0 1 0 0 0,20 6 0 0 0,-18-5 36 0 0,-4-1 47 0 0,0-1 0 0 0,0-1 1 0 0,1 0-1 0 0,-1 0 0 0 0,1-2 0 0 0,-1 1 1 0 0,1-2-1 0 0,-1 1 0 0 0,0-2 0 0 0,0 0 1 0 0,0 0-1 0 0,0-1 0 0 0,0 0 1 0 0,-1-1-1 0 0,12-7 0 0 0,-10 5 125 0 0,-1-1 1 0 0,0 0-1 0 0,0-1 1 0 0,-1 0-1 0 0,0-1 0 0 0,0 0 1 0 0,-2-1-1 0 0,1 0 1 0 0,-1 0-1 0 0,-1-1 0 0 0,0 0 1 0 0,9-19-1 0 0,-11 15 390 0 0,0 0 0 0 0,-2-1 0 0 0,0 0 0 0 0,-1 0 0 0 0,0 0 0 0 0,-2 0 0 0 0,0 0 0 0 0,-1-27 0 0 0,0 31 323 0 0,0 13-798 0 0,0 0 1 0 0,0 0 0 0 0,0-1 0 0 0,0 1-1 0 0,0 0 1 0 0,0 0 0 0 0,0 0 0 0 0,0-1 0 0 0,0 1-1 0 0,0 0 1 0 0,0 0 0 0 0,0 0 0 0 0,0-1-1 0 0,0 1 1 0 0,0 0 0 0 0,0 0 0 0 0,0-1-1 0 0,0 1 1 0 0,0 0 0 0 0,0 0 0 0 0,0 0-1 0 0,0-1 1 0 0,0 1 0 0 0,0 0 0 0 0,0 0 0 0 0,0 0-1 0 0,0-1 1 0 0,-1 1 0 0 0,1 0 0 0 0,0 0-1 0 0,0 0 1 0 0,0 0 0 0 0,0-1 0 0 0,0 1-1 0 0,-1 0 1 0 0,1 0 0 0 0,0 0 0 0 0,0 0-1 0 0,0 0 1 0 0,-1 0 0 0 0,1 0 0 0 0,0-1-1 0 0,0 1 1 0 0,0 0 0 0 0,-1 0 0 0 0,1 0 0 0 0,0 0-1 0 0,0 0 1 0 0,-1 0 0 0 0,1 0 0 0 0,0 0-1 0 0,0 0 1 0 0,0 0 0 0 0,-1 0 0 0 0,1 0-1 0 0,0 0 1 0 0,0 0 0 0 0,0 1 0 0 0,-1-1-1 0 0,1 0 1 0 0,0 0 0 0 0,0 0 0 0 0,0 0 0 0 0,-1 0-1 0 0,1 0 1 0 0,0 0 0 0 0,0 1 0 0 0,0-1-1 0 0,-1 0 1 0 0,-7 14 86 0 0,1 0 1 0 0,0 0-1 0 0,0 0 0 0 0,1 1 1 0 0,1 0-1 0 0,-6 28 0 0 0,6-12-636 0 0,0 0 1 0 0,0 57-1 0 0,5-77-85 0 0,0 27-4278 0 0,-8-16-4983 0 0</inkml:trace>
</inkml:ink>
</file>

<file path=ppt/ink/ink3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8:51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0 116 792 0 0,'21'-11'1084'0'0,"5"1"-32"0"0,-4-1-40 0 0,3-1-68 0 0,12-2-91 0 0,-8 2-89 0 0,2 4-80 0 0,6-7-148 0 0,-7 12-184 0 0,-2-7-252 0 0,-3 6-300 0 0,2 1-336 0 0,-6 3-708 0 0,-6-2-1337 0 0,1 2 589 0 0</inkml:trace>
</inkml:ink>
</file>

<file path=ppt/ink/ink3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8:52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27 11025 0 0,'0'0'2293'0'0,"-2"-3"-1869"0"0,-6-13 416 0 0,2 9 2300 0 0,-47 132-6807 0 0,21-85-3923 0 0,21-29 3953 0 0</inkml:trace>
</inkml:ink>
</file>

<file path=ppt/ink/ink3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8:52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11 560 0 0,'-14'-5'2475'0'0,"13"4"-2258"0"0,0 1 1 0 0,0-1 0 0 0,0 0 0 0 0,0 1-1 0 0,0-1 1 0 0,0 1 0 0 0,0-1-1 0 0,-1 1 1 0 0,1 0 0 0 0,0 0-1 0 0,0-1 1 0 0,-1 1 0 0 0,1 0-1 0 0,0 0 1 0 0,0 0 0 0 0,-1 0 0 0 0,1 0-1 0 0,0 1 1 0 0,0-1 0 0 0,0 0-1 0 0,-1 0 1 0 0,1 1 0 0 0,0-1-1 0 0,0 1 1 0 0,0-1 0 0 0,0 1-1 0 0,-2 1 1 0 0,2 1-59 0 0,1 0 1 0 0,0 0-1 0 0,-1 0 0 0 0,1 0 0 0 0,0 0 0 0 0,0 0 0 0 0,1 0 1 0 0,-1 0-1 0 0,1 0 0 0 0,-1 0 0 0 0,3 6 0 0 0,-2-6 48 0 0,31 123 37 0 0,-8-42-6336 0 0,-23-82 5801 0 0,6 24-2585 0 0</inkml:trace>
</inkml:ink>
</file>

<file path=ppt/ink/ink3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8:53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291 466 376 0 0,'-6'-2'288'0'0,"0"0"-1"0"0,0 0 1 0 0,0 0-1 0 0,-1 1 1 0 0,1 0 0 0 0,0 0-1 0 0,0 1 1 0 0,-1 0-1 0 0,1 0 1 0 0,0 0 0 0 0,0 1-1 0 0,-1 0 1 0 0,1 0-1 0 0,0 1 1 0 0,0 0 0 0 0,0 0-1 0 0,-6 2 1 0 0,-1 2 83 0 0,0-1 0 0 0,0 2 0 0 0,0 0 0 0 0,1 0 0 0 0,0 1 1 0 0,-16 14-1 0 0,20-14-141 0 0,1 1 0 0 0,0 0 1 0 0,0 1-1 0 0,0-1 0 0 0,1 1 1 0 0,1 1-1 0 0,0-1 0 0 0,0 1 1 0 0,-3 12-1 0 0,7-20-157 0 0,0 0 0 0 0,0 0 0 0 0,1 0 0 0 0,-1 0 0 0 0,1 0 0 0 0,0 0 0 0 0,0 0 0 0 0,0 0 0 0 0,0 0 0 0 0,0 0 0 0 0,1 0 0 0 0,-1 0 0 0 0,1 0 0 0 0,0 0 1 0 0,0 0-1 0 0,2 4 0 0 0,-1-5-32 0 0,-1 0 0 0 0,1 0 1 0 0,0 0-1 0 0,0-1 0 0 0,0 1 1 0 0,0 0-1 0 0,1-1 0 0 0,-1 0 1 0 0,0 1-1 0 0,1-1 0 0 0,-1 0 1 0 0,1 0-1 0 0,-1 0 0 0 0,1 0 1 0 0,0-1-1 0 0,-1 1 0 0 0,1-1 1 0 0,0 0-1 0 0,-1 1 0 0 0,1-1 1 0 0,0 0-1 0 0,2-1 0 0 0,5 0 15 0 0,-1 0-1 0 0,0-1 0 0 0,0 0 0 0 0,0-1 0 0 0,0 0 1 0 0,-1 0-1 0 0,1-1 0 0 0,-1 0 0 0 0,0 0 0 0 0,0-1 0 0 0,0 0 1 0 0,-1-1-1 0 0,1 0 0 0 0,-1 0 0 0 0,-1 0 0 0 0,9-11 0 0 0,0 1 87 0 0,-1-1-1 0 0,-1-1 1 0 0,-1 0-1 0 0,0-1 0 0 0,16-38 1 0 0,-20 36-36 0 0,-1 0 0 0 0,-1 0 0 0 0,-1-1 1 0 0,0 1-1 0 0,-2-1 0 0 0,-1 0 1 0 0,-1-1-1 0 0,0 1 0 0 0,-4-28 0 0 0,1 33-63 0 0,0 0-1 0 0,-2 0 0 0 0,0 0 0 0 0,-1 0 0 0 0,0 0 0 0 0,-2 1 0 0 0,0 0 0 0 0,0 0 0 0 0,-2 1 0 0 0,0 0 1 0 0,0 1-1 0 0,-17-19 0 0 0,24 31-132 0 0,0 0 0 0 0,0 0 0 0 0,0 0-1 0 0,-1 0 1 0 0,1 1 0 0 0,-1-1 0 0 0,1 1 0 0 0,-1-1 0 0 0,0 1 0 0 0,1 0 0 0 0,-1 0 0 0 0,0 0 0 0 0,0 0-1 0 0,0 1 1 0 0,0-1 0 0 0,0 1 0 0 0,0 0 0 0 0,0-1 0 0 0,0 1 0 0 0,0 1 0 0 0,0-1 0 0 0,0 0 0 0 0,0 1 0 0 0,1 0-1 0 0,-1-1 1 0 0,0 1 0 0 0,0 0 0 0 0,-3 2 0 0 0,0 0-554 0 0,0 0 0 0 0,0 0 1 0 0,0 1-1 0 0,1 0 0 0 0,0 0 0 0 0,-1 1 1 0 0,1-1-1 0 0,0 1 0 0 0,1 0 0 0 0,-1 0 0 0 0,-4 9 1 0 0,-4 8-2566 0 0</inkml:trace>
</inkml:ink>
</file>

<file path=ppt/ink/ink3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8:54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1 155 696 0 0,'4'-1'992'0'0,"30"-6"1755"0"0,50-19 0 0 0,-71 21-2189 0 0,-1 0 1 0 0,0 0-1 0 0,0-1 1 0 0,-1-1-1 0 0,0 0 1 0 0,0-1-1 0 0,15-13 1 0 0,-25 20-480 0 0,0 0-1 0 0,0-1 1 0 0,0 1 0 0 0,0 0 0 0 0,0-1 0 0 0,0 1 0 0 0,-1 0-1 0 0,1-1 1 0 0,0 1 0 0 0,-1-1 0 0 0,1 1 0 0 0,-1-1 0 0 0,0 0-1 0 0,1 1 1 0 0,-1-1 0 0 0,0 1 0 0 0,0-1 0 0 0,0 0-1 0 0,0 1 1 0 0,0-1 0 0 0,-1-2 0 0 0,1 3-60 0 0,-1 0 1 0 0,1 0-1 0 0,-1 0 1 0 0,1 1-1 0 0,-1-1 1 0 0,0 0-1 0 0,1 0 1 0 0,-1 1-1 0 0,0-1 0 0 0,0 0 1 0 0,1 1-1 0 0,-1-1 1 0 0,0 1-1 0 0,0-1 1 0 0,0 1-1 0 0,0-1 1 0 0,0 1-1 0 0,0 0 1 0 0,0-1-1 0 0,0 1 0 0 0,0 0 1 0 0,0 0-1 0 0,0 0 1 0 0,0 0-1 0 0,0 0 1 0 0,0 0-1 0 0,0 0 1 0 0,0 0-1 0 0,0 0 0 0 0,0 0 1 0 0,0 0-1 0 0,0 1 1 0 0,0-1-1 0 0,1 0 1 0 0,-1 1-1 0 0,0-1 1 0 0,0 1-1 0 0,0-1 1 0 0,-1 1-1 0 0,-7 4 10 0 0,0-1 1 0 0,0 1-1 0 0,1 1 1 0 0,-1-1-1 0 0,1 2 0 0 0,0-1 1 0 0,1 1-1 0 0,0 0 1 0 0,0 0-1 0 0,0 1 0 0 0,1 0 1 0 0,0 0-1 0 0,-8 16 1 0 0,11-19-28 0 0,1-1 1 0 0,0 1-1 0 0,0 0 1 0 0,0 0-1 0 0,1 0 1 0 0,-1-1-1 0 0,1 1 0 0 0,0 1 1 0 0,1-1-1 0 0,-1 0 1 0 0,1 0-1 0 0,0 0 1 0 0,1 0-1 0 0,-1 0 1 0 0,1 0-1 0 0,0 0 1 0 0,0 0-1 0 0,0 0 1 0 0,1 0-1 0 0,0 0 1 0 0,0 0-1 0 0,0-1 1 0 0,0 1-1 0 0,1-1 1 0 0,0 1-1 0 0,0-1 1 0 0,0 0-1 0 0,0 0 1 0 0,1 0-1 0 0,3 3 1 0 0,-2-3-1 0 0,0-1 1 0 0,1 0 0 0 0,-1 0 0 0 0,0 0 0 0 0,1-1-1 0 0,0 1 1 0 0,-1-1 0 0 0,1-1 0 0 0,0 1-1 0 0,0-1 1 0 0,0 0 0 0 0,0 0 0 0 0,0-1 0 0 0,0 0-1 0 0,0 0 1 0 0,1 0 0 0 0,-1-1 0 0 0,0 0-1 0 0,0 0 1 0 0,0 0 0 0 0,-1-1 0 0 0,1 0 0 0 0,6-3-1 0 0,14-5 14 0 0,-1-2 1 0 0,0 0-1 0 0,36-26 0 0 0,-46 27 2 0 0,0 0 1 0 0,0-1-1 0 0,-1 0 1 0 0,-1-1-1 0 0,0-1 1 0 0,-1 0-1 0 0,-1-1 1 0 0,0 0-1 0 0,12-23 1 0 0,-22 37-17 0 0,0-1-1 0 0,-1 1 1 0 0,1-1 0 0 0,0 0 0 0 0,-1 1 0 0 0,0-1 0 0 0,1 0-1 0 0,-1 1 1 0 0,0-1 0 0 0,0 0 0 0 0,0 0 0 0 0,0 1-1 0 0,0-1 1 0 0,0 0 0 0 0,-1 1 0 0 0,1-1 0 0 0,-1 0 0 0 0,1 1-1 0 0,-1-1 1 0 0,1 0 0 0 0,-1 1 0 0 0,0-1 0 0 0,0 1 0 0 0,0-1-1 0 0,0 1 1 0 0,0 0 0 0 0,0-1 0 0 0,0 1 0 0 0,0 0 0 0 0,0 0-1 0 0,-1 0 1 0 0,1 0 0 0 0,-1 0 0 0 0,1 0 0 0 0,0 0 0 0 0,-1 0-1 0 0,0 0 1 0 0,1 1 0 0 0,-1-1 0 0 0,1 1 0 0 0,-1-1 0 0 0,-3 0-1 0 0,3 1 17 0 0,-45 5-102 0 0,45-4 62 0 0,-4 2-31 0 0,6-3 47 0 0,-1 0 1 0 0,1 0-1 0 0,-1 0 1 0 0,1 0-1 0 0,0 0 1 0 0,-1 0-1 0 0,1 0 1 0 0,-1 1-1 0 0,1-1 1 0 0,0 0-1 0 0,-1 0 1 0 0,1 0-1 0 0,-1 0 0 0 0,1 1 1 0 0,0-1-1 0 0,-1 0 1 0 0,1 0-1 0 0,0 0 1 0 0,-1 1-1 0 0,1-1 1 0 0,0 0-1 0 0,0 1 1 0 0,-1-1-1 0 0,1 0 1 0 0,0 1-1 0 0,0-1 1 0 0,-1 0-1 0 0,1 1 1 0 0,0-1-1 0 0,0 1 1 0 0,0-1-1 0 0,0 0 1 0 0,0 1-1 0 0,0-1 1 0 0,0 1-1 0 0,0-1 1 0 0,0 0-1 0 0,0 1 1 0 0,0-1-1 0 0,0 1 1 0 0,0 0-1 0 0,49 36-67 0 0,-42-34 36 0 0,-1 1-1 0 0,1 0 1 0 0,-1 0 0 0 0,0 1 0 0 0,0-1-1 0 0,-1 2 1 0 0,1-1 0 0 0,-1 0 0 0 0,0 1-1 0 0,-1 0 1 0 0,1 0 0 0 0,-1 1 0 0 0,5 10-1 0 0,-5-7-49 0 0,-1-1 0 0 0,1 0 0 0 0,0 0 0 0 0,1 0 0 0 0,0 0 0 0 0,1-1 0 0 0,0 0 0 0 0,0 0 0 0 0,10 9 0 0 0,-13-14 72 0 0,1 0-1 0 0,-1-1 1 0 0,1 1 0 0 0,0-1-1 0 0,0 0 1 0 0,0 0 0 0 0,0 0-1 0 0,0-1 1 0 0,0 1-1 0 0,1-1 1 0 0,-1 0 0 0 0,0-1-1 0 0,1 1 1 0 0,-1-1-1 0 0,0 1 1 0 0,1-1 0 0 0,-1-1-1 0 0,1 1 1 0 0,-1-1-1 0 0,0 1 1 0 0,1-1 0 0 0,-1 0-1 0 0,6-3 1 0 0,4-2 283 0 0,1-2-1 0 0,-1 0 1 0 0,0 0 0 0 0,-1-1 0 0 0,0-1 0 0 0,-1 0 0 0 0,0-1-1 0 0,0 0 1 0 0,-1-1 0 0 0,-1 0 0 0 0,0-1 0 0 0,13-22-1 0 0,-4 12 2836 0 0,-25 45-2164 0 0,3-14-1176 0 0,-17 45-496 0 0,6-19-2338 0 0,5 0-6990 0 0</inkml:trace>
</inkml:ink>
</file>

<file path=ppt/ink/ink3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8:55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62 776 0 0,'0'0'1245'0'0,"1"-3"-18"0"0,5-36 4286 0 0,-1 19-9737 0 0</inkml:trace>
</inkml:ink>
</file>

<file path=ppt/ink/ink3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8:55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2 100 368 0 0,'0'13'3951'0'0,"-1"-7"-3515"0"0,1 1 0 0 0,0-1 0 0 0,0 0 0 0 0,0 1 0 0 0,1-1 0 0 0,0 0 0 0 0,1 0 0 0 0,-1 1 0 0 0,1-1 0 0 0,0 0 0 0 0,1 0 0 0 0,-1-1 0 0 0,1 1 0 0 0,6 8 0 0 0,-1 3 255 0 0,-7-16-334 0 0,3-1-275 0 0,-1 0-1 0 0,0-1 0 0 0,1 0 1 0 0,-1 0-1 0 0,0 0 1 0 0,1 0-1 0 0,-1-1 1 0 0,0 1-1 0 0,0-1 1 0 0,0 0-1 0 0,0 0 0 0 0,0 0 1 0 0,-1 0-1 0 0,1 0 1 0 0,-1-1-1 0 0,5-4 1 0 0,38-55 295 0 0,-14 19 11 0 0,-29 41-383 0 0,1 0 1 0 0,0 0 0 0 0,0 0 0 0 0,0 0 0 0 0,0 1 0 0 0,0-1-1 0 0,0 1 1 0 0,1 0 0 0 0,-1 0 0 0 0,0 0 0 0 0,1 0-1 0 0,-1 1 1 0 0,1-1 0 0 0,-1 1 0 0 0,1 0 0 0 0,5 0 0 0 0,66 8-2 0 0,-48-4-3 0 0,-11-2 7 0 0,1-1 1 0 0,0-1 0 0 0,-1-1-1 0 0,1 0 1 0 0,-1-1 0 0 0,1-1-1 0 0,-1 0 1 0 0,0-1 0 0 0,0-1-1 0 0,0-1 1 0 0,-1 0 0 0 0,1-1-1 0 0,20-13 1 0 0,-35 20 12 0 0,0-1 1 0 0,-1 0-1 0 0,1 0 1 0 0,-1 0-1 0 0,1 0 1 0 0,-1 0-1 0 0,1 0 1 0 0,-1 0-1 0 0,1 0 1 0 0,-1 0-1 0 0,0 0 1 0 0,0-1-1 0 0,1 1 1 0 0,-1 0-1 0 0,0 0 0 0 0,0 0 1 0 0,0 0-1 0 0,0 0 1 0 0,-1-2-1 0 0,1 2-11 0 0,0 1-1 0 0,0-1 0 0 0,0 1 0 0 0,0-1 1 0 0,0 1-1 0 0,0 0 0 0 0,0-1 0 0 0,0 1 0 0 0,0-1 1 0 0,0 1-1 0 0,-1-1 0 0 0,1 1 0 0 0,0 0 1 0 0,0-1-1 0 0,0 1 0 0 0,-1-1 0 0 0,1 1 1 0 0,0 0-1 0 0,0-1 0 0 0,-1 1 0 0 0,1 0 0 0 0,0-1 1 0 0,-1 1-1 0 0,1 0 0 0 0,-1 0 0 0 0,1-1 1 0 0,0 1-1 0 0,-1 0 0 0 0,1 0 0 0 0,-1 0 1 0 0,1 0-1 0 0,0-1 0 0 0,-1 1 0 0 0,1 0 0 0 0,-1 0 1 0 0,1 0-1 0 0,-1 0 0 0 0,1 0 0 0 0,0 0 1 0 0,-1 0-1 0 0,1 0 0 0 0,-1 0 0 0 0,1 0 1 0 0,-1 1-1 0 0,1-1 0 0 0,-1 0 0 0 0,1 0 0 0 0,0 0 1 0 0,-1 0-1 0 0,1 1 0 0 0,-1-1 0 0 0,-45 33 60 0 0,43-32-70 0 0,1 1 0 0 0,0 0 0 0 0,0 0 0 0 0,0-1 0 0 0,0 2-1 0 0,0-1 1 0 0,0 0 0 0 0,0 0 0 0 0,1 1 0 0 0,-1-1 0 0 0,1 1 0 0 0,0-1 0 0 0,0 1 0 0 0,0-1 0 0 0,0 1 0 0 0,0 0-1 0 0,0 0 1 0 0,1-1 0 0 0,-1 1 0 0 0,1 0 0 0 0,0 4 0 0 0,0-5-7 0 0,1-1 1 0 0,-1 1 1 0 0,1-1-1 0 0,-1 0 0 0 0,1 0 0 0 0,0 0 1 0 0,-1 0-1 0 0,1 0 0 0 0,0 0 0 0 0,0-1 1 0 0,0 1-1 0 0,0 0 0 0 0,-1 0 0 0 0,1-1 1 0 0,0 1-1 0 0,0 0 0 0 0,0-1 1 0 0,1 1-1 0 0,-1-1 0 0 0,0 1 0 0 0,0-1 1 0 0,0 0-1 0 0,0 1 0 0 0,0-1 0 0 0,0 0 1 0 0,1 0-1 0 0,-1 0 0 0 0,0 0 0 0 0,0 0 1 0 0,0 0-1 0 0,1 0 0 0 0,-1 0 0 0 0,2-1 1 0 0,44-3-339 0 0,-45 4 323 0 0,276-46-1373 0 0,-277 46 1390 0 0,0 0 0 0 0,0 0 0 0 0,0-1 0 0 0,0 1 0 0 0,0 0 0 0 0,0 0 0 0 0,0 0 0 0 0,0 0 0 0 0,0 0 0 0 0,0 1 0 0 0,0-1 0 0 0,0 0 0 0 0,0 0 0 0 0,0 1 0 0 0,0-1 1 0 0,0 1-1 0 0,0-1 0 0 0,0 1 0 0 0,0-1 0 0 0,-1 1 0 0 0,1-1 0 0 0,0 1 0 0 0,0 0 0 0 0,0-1 0 0 0,-1 1 0 0 0,1 0 0 0 0,0 0 0 0 0,-1 0 0 0 0,1-1 0 0 0,-1 1 0 0 0,1 2 0 0 0,-4 10 7 0 0,-2-7-33 0 0,0-1 0 0 0,0 0 0 0 0,0 0 0 0 0,-1-1 0 0 0,0 1 0 0 0,0-1 0 0 0,0 0 0 0 0,0-1 0 0 0,-9 4 0 0 0,-34 13-7231 0 0,36-18 4159 0 0</inkml:trace>
</inkml:ink>
</file>

<file path=ppt/ink/ink3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8:58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7 575 276 0 0,'0'0'516'0'0,"-7"8"3792"0"0,10-7-4212 0 0,-1 1-1 0 0,0-1 0 0 0,1 0 0 0 0,-1 0 1 0 0,1 0-1 0 0,-1 0 0 0 0,1 0 0 0 0,-1 0 0 0 0,1-1 1 0 0,0 1-1 0 0,-1-1 0 0 0,1 0 0 0 0,0 1 0 0 0,-1-1 1 0 0,1-1-1 0 0,4 1 0 0 0,1-2 72 0 0,-1 0 0 0 0,1 0 0 0 0,-1 0 0 0 0,1-1 1 0 0,11-6-1 0 0,4-4 206 0 0,-1-1 0 0 0,34-27 0 0 0,-31 20-139 0 0,139-116 926 0 0,-131 106-829 0 0,-2-1-1 0 0,48-62 0 0 0,-72 83-238 0 0,0 0-1 0 0,0-1 1 0 0,-1 0-1 0 0,5-14 1 0 0,-9 21-60 0 0,0 1 1 0 0,-1-1 0 0 0,0 0-1 0 0,0 1 1 0 0,0-1 0 0 0,0 0-1 0 0,-1 0 1 0 0,0 0 0 0 0,0 0-1 0 0,0 1 1 0 0,0-1 0 0 0,-1 0-1 0 0,-2-9 1 0 0,2 12-21 0 0,0-1 0 0 0,0 1 0 0 0,0 0 0 0 0,-1-1 0 0 0,1 1 0 0 0,-1 0-1 0 0,1 0 1 0 0,-1 0 0 0 0,0 0 0 0 0,0 0 0 0 0,0 1 0 0 0,0-1 0 0 0,0 0 0 0 0,0 1 0 0 0,0-1 0 0 0,-1 1-1 0 0,1 0 1 0 0,0 0 0 0 0,-5-2 0 0 0,-2 2-30 0 0,1-1-1 0 0,0 1 1 0 0,-1 1 0 0 0,-14 0-1 0 0,11 0-113 0 0,12 4 103 0 0,1 0 0 0 0,-1 0 0 0 0,1 1 0 0 0,0-1 1 0 0,0 0-1 0 0,1 0 0 0 0,-1 0 0 0 0,1-1 0 0 0,4 8 0 0 0,-5-9 33 0 0,49 77-104 0 0,-32-52 70 0 0,-2 0 0 0 0,15 31-1 0 0,-19-31 27 0 0,0-4-4 0 0,-1 1-1 0 0,-1 0 1 0 0,-1 1-1 0 0,-1 0 1 0 0,-2 0-1 0 0,0 1 0 0 0,-2 0 1 0 0,2 37-1 0 0,-13-25 571 0 0,21-51-621 0 0,1 1 0 0 0,0 1 0 0 0,0 0 0 0 0,1 1 0 0 0,20-9 0 0 0,102-43-694 0 0,-64 30 111 0 0,-69 30 587 0 0,-2 1 41 0 0,-1 1 1 0 0,1-1-1 0 0,-1 0 0 0 0,0 0 1 0 0,1 0-1 0 0,-1 0 0 0 0,0 0 1 0 0,1-1-1 0 0,-1 1 1 0 0,0-1-1 0 0,0 1 0 0 0,0-1 1 0 0,0 0-1 0 0,-1 0 1 0 0,1 0-1 0 0,0 0 0 0 0,-1 0 1 0 0,1 0-1 0 0,-1-1 1 0 0,0 1-1 0 0,0 0 0 0 0,0-1 1 0 0,0 1-1 0 0,1-5 1 0 0,-2 4 39 0 0,-2 1 10 0 0,-1-2-13 0 0,0 1-1 0 0,-1 0 0 0 0,1 0 1 0 0,-1 0-1 0 0,0 1 1 0 0,1-1-1 0 0,-1 1 0 0 0,-1 0 1 0 0,1 0-1 0 0,0 0 1 0 0,0 1-1 0 0,-1 0 0 0 0,1-1 1 0 0,-1 2-1 0 0,1-1 1 0 0,-1 0-1 0 0,1 1 0 0 0,-1 0 1 0 0,1 0-1 0 0,-1 0 1 0 0,1 0-1 0 0,-1 1 0 0 0,1 0 1 0 0,-1 0-1 0 0,1 0 1 0 0,-1 1-1 0 0,1-1 1 0 0,0 1-1 0 0,0 0 0 0 0,0 0 1 0 0,0 0-1 0 0,0 1 1 0 0,0 0-1 0 0,-5 4 0 0 0,7-5-18 0 0,1-1-1 0 0,-1 0 0 0 0,0 1 0 0 0,1 0 0 0 0,0-1 1 0 0,-1 1-1 0 0,1 0 0 0 0,0 0 0 0 0,0 0 1 0 0,0 0-1 0 0,0 0 0 0 0,0 0 0 0 0,0 0 0 0 0,0 0 1 0 0,1 0-1 0 0,-1 1 0 0 0,1-1 0 0 0,0 0 1 0 0,-1 0-1 0 0,1 0 0 0 0,1 5 0 0 0,-1-3 5 0 0,1-1 0 0 0,1 1 0 0 0,-1 0-1 0 0,0 0 1 0 0,1-1 0 0 0,0 1 0 0 0,0-1-1 0 0,0 0 1 0 0,0 0 0 0 0,1 1 0 0 0,3 3 0 0 0,3 1-26 0 0,-1 0 1 0 0,1 0 0 0 0,0-1 0 0 0,1 0 0 0 0,0-1-1 0 0,0 0 1 0 0,14 6 0 0 0,-11-8-320 0 0,0 0 0 0 0,0-1 0 0 0,0 0 0 0 0,0-1 1 0 0,24 1-1 0 0,-24-2-889 0 0,0-2-1 0 0,0 0 1 0 0,17-4 0 0 0,-11 1-1005 0 0</inkml:trace>
</inkml:ink>
</file>

<file path=ppt/ink/ink3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9:00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24 156 0 0,'0'0'709'0'0,"-10"-13"321"0"0,4 8 1803 0 0,1 4-2608 0 0,0 0 0 0 0,0 0 1 0 0,-1 0-1 0 0,1 0 0 0 0,0 1 1 0 0,0 0-1 0 0,-1 0 0 0 0,1 0 1 0 0,0 1-1 0 0,0 0 0 0 0,0 0 1 0 0,-1 0-1 0 0,1 0 1 0 0,0 1-1 0 0,0 0 0 0 0,-8 4 1 0 0,3-1-114 0 0,1-1 0 0 0,-1 1 0 0 0,1 0 0 0 0,0 1 0 0 0,0 0 0 0 0,1 1 0 0 0,-14 13 0 0 0,21-19-101 0 0,0 0 1 0 0,0 0 0 0 0,0 0-1 0 0,0 0 1 0 0,1 0-1 0 0,-1 0 1 0 0,0 0 0 0 0,1 0-1 0 0,-1 0 1 0 0,1 0-1 0 0,-1 0 1 0 0,1 1-1 0 0,0-1 1 0 0,-1 0 0 0 0,1 0-1 0 0,0 0 1 0 0,0 1-1 0 0,0-1 1 0 0,0 0 0 0 0,0 1-1 0 0,0-1 1 0 0,0 0-1 0 0,0 0 1 0 0,0 0-1 0 0,1 1 1 0 0,-1-1 0 0 0,1 1-1 0 0,0 0 3 0 0,1 0-1 0 0,-1 0 0 0 0,1-1 1 0 0,0 1-1 0 0,-1-1 1 0 0,1 0-1 0 0,0 1 0 0 0,0-1 1 0 0,0 0-1 0 0,0 0 0 0 0,0 0 1 0 0,0 0-1 0 0,4 1 1 0 0,5 1 0 0 0,0-1 0 0 0,1 0 0 0 0,-1 0 0 0 0,16-1 0 0 0,-24-1-21 0 0,-1 0 0 0 0,1 0 0 0 0,-1 1-1 0 0,1-1 1 0 0,-1 1 0 0 0,0-1 0 0 0,1 1 0 0 0,-1 0 0 0 0,0 0 0 0 0,0 0-1 0 0,1 0 1 0 0,-1 0 0 0 0,0 0 0 0 0,0 1 0 0 0,0-1 0 0 0,0 1 0 0 0,-1-1 0 0 0,1 1-1 0 0,0 0 1 0 0,-1 0 0 0 0,1-1 0 0 0,-1 1 0 0 0,1 0 0 0 0,-1 1 0 0 0,0-1-1 0 0,0 0 1 0 0,0 0 0 0 0,0 0 0 0 0,0 1 0 0 0,-1-1 0 0 0,1 0 0 0 0,-1 1-1 0 0,1-1 1 0 0,-1 1 0 0 0,0-1 0 0 0,0 5 0 0 0,0 10 3 0 0,0 0 0 0 0,-2 0 0 0 0,0 0 0 0 0,-5 20 1 0 0,2-14-9 0 0,-5 30-3 0 0,5-27 9 0 0,0 0-1 0 0,2 1 1 0 0,0 26 0 0 0,3-52 7 0 0,-1 0 0 0 0,1-1 0 0 0,0 1 0 0 0,0 0 1 0 0,0-1-1 0 0,0 1 0 0 0,0 0 0 0 0,0-1 1 0 0,0 1-1 0 0,0 0 0 0 0,0-1 0 0 0,0 1 0 0 0,0 0 1 0 0,0-1-1 0 0,0 1 0 0 0,0 0 0 0 0,1-1 1 0 0,-1 1-1 0 0,0-1 0 0 0,0 1 0 0 0,1 0 0 0 0,-1-1 1 0 0,1 1-1 0 0,-1-1 0 0 0,0 1 0 0 0,1-1 1 0 0,-1 1-1 0 0,1-1 0 0 0,-1 1 0 0 0,1-1 0 0 0,-1 0 1 0 0,2 1-1 0 0,14-11 29 0 0,-10 5-32 0 0,4-6-16 0 0,-1 0 1 0 0,0 0 0 0 0,-1-1-1 0 0,0 0 1 0 0,0 0-1 0 0,-1-1 1 0 0,-1 0 0 0 0,0 0-1 0 0,4-16 1 0 0,-6 18-5 0 0,95-256-185 0 0,-95 251 313 0 0,-4 14-75 0 0,0 0-1 0 0,0 0 1 0 0,1 0 0 0 0,-1 1 0 0 0,1-1 0 0 0,-1 0 0 0 0,1 1 0 0 0,-1-1 0 0 0,1 0 0 0 0,0 1 0 0 0,0-1-1 0 0,0 0 1 0 0,0 1 0 0 0,0 0 0 0 0,0-1 0 0 0,1 1 0 0 0,-1 0 0 0 0,0-1 0 0 0,1 1 0 0 0,1-1 0 0 0,-1 1 15 0 0,34 94 2 0 0,-35-91-45 0 0,2 7 8 0 0,1 0 1 0 0,0 0-1 0 0,1-1 0 0 0,0 1 1 0 0,0-1-1 0 0,1 0 1 0 0,0-1-1 0 0,14 14 1 0 0,-19-20-7 0 0,0 0 0 0 0,1 0-1 0 0,-1 0 1 0 0,1 0 0 0 0,-1-1 0 0 0,1 1 0 0 0,-1-1 0 0 0,1 1 0 0 0,-1-1 0 0 0,1 1 0 0 0,-1-1 0 0 0,1 0 0 0 0,-1 0 0 0 0,1 0 0 0 0,0 0 0 0 0,-1 0 0 0 0,1 0 0 0 0,-1 0 0 0 0,1 0 0 0 0,-1-1 0 0 0,1 1 0 0 0,-1 0-1 0 0,1-1 1 0 0,-1 0 0 0 0,1 1 0 0 0,-1-1 0 0 0,1 0 0 0 0,-1 0 0 0 0,0 1 0 0 0,1-1 0 0 0,-1 0 0 0 0,0-1 0 0 0,0 1 0 0 0,0 0 0 0 0,0 0 0 0 0,0 0 0 0 0,0-1 0 0 0,0 1 0 0 0,0 0 0 0 0,0-2 0 0 0,4-5 19 0 0,0 1 0 0 0,-1 0 0 0 0,0-1 0 0 0,0 0 0 0 0,-1 0 0 0 0,3-9 0 0 0,3-26 4 0 0,-8 41-37 0 0,-1 1-18 0 0,0 1 23 0 0,0-1 0 0 0,1 1-1 0 0,-1-1 1 0 0,0 1 0 0 0,0 0 0 0 0,1-1 0 0 0,-1 1 0 0 0,0 0 0 0 0,0-1 0 0 0,1 1-1 0 0,-1 0 1 0 0,0-1 0 0 0,1 1 0 0 0,-1 0 0 0 0,1 0 0 0 0,-1-1 0 0 0,0 1 0 0 0,1 0-1 0 0,-1 0 1 0 0,1 0 0 0 0,-1-1 0 0 0,0 1 0 0 0,1 0 0 0 0,-1 0 0 0 0,1 0 0 0 0,-1 0-1 0 0,1 0 1 0 0,-1 0 0 0 0,1 0 0 0 0,0 0 0 0 0,22 5 0 0 0,0-1 0 0 0,1-1-1 0 0,-1-1 1 0 0,1 0 0 0 0,24-4 0 0 0,-45 2 12 0 0,0 0 3 0 0,-1-1 0 0 0,1 1 1 0 0,0-1-1 0 0,0 0 0 0 0,-1 0 0 0 0,1 0 0 0 0,0 0 0 0 0,-1-1 0 0 0,4-2 0 0 0,-5 3-5 0 0,0-1-1 0 0,-1 1 1 0 0,1-1-1 0 0,-1 1 1 0 0,1-1 0 0 0,-1 1-1 0 0,0-1 1 0 0,1 0 0 0 0,-1 1-1 0 0,0-1 1 0 0,0 0-1 0 0,0 1 1 0 0,-1-1 0 0 0,1 0-1 0 0,0 1 1 0 0,0-1 0 0 0,-1 1-1 0 0,1-1 1 0 0,-1 1-1 0 0,0-1 1 0 0,1 1 0 0 0,-1-1-1 0 0,0 1 1 0 0,0-1-1 0 0,0 1 1 0 0,0 0 0 0 0,-1-2-1 0 0,0 0 34 0 0,2 3-38 0 0,0 0 1 0 0,-1-1-1 0 0,1 1 1 0 0,0-1-1 0 0,0 1 1 0 0,-1-1-1 0 0,1 1 1 0 0,0 0-1 0 0,-1-1 1 0 0,1 1-1 0 0,-1 0 1 0 0,1-1-1 0 0,0 1 1 0 0,-1 0-1 0 0,1 0 0 0 0,-1 0 1 0 0,1-1-1 0 0,-1 1 1 0 0,1 0-1 0 0,-1 0 1 0 0,1 0-1 0 0,-1 0 1 0 0,1 0-1 0 0,-1 0 1 0 0,1-1-1 0 0,-1 1 1 0 0,1 0-1 0 0,-1 1 1 0 0,1-1-1 0 0,-1 0 0 0 0,1 0 1 0 0,-1 0-1 0 0,1 0 1 0 0,-1 0-1 0 0,-2 2 0 0 0,1-2-4 0 0,0 1 0 0 0,0-1 1 0 0,1 1-1 0 0,-1 0 0 0 0,0 0 0 0 0,1 0 1 0 0,-1 0-1 0 0,1 0 0 0 0,-1 0 1 0 0,1 0-1 0 0,0 0 0 0 0,-1 1 0 0 0,1-1 1 0 0,0 1-1 0 0,0-1 0 0 0,0 0 0 0 0,0 1 1 0 0,0 0-1 0 0,0-1 0 0 0,0 1 0 0 0,1 0 1 0 0,-1-1-1 0 0,1 1 0 0 0,-1 0 1 0 0,1 0-1 0 0,-1 0 0 0 0,1 2 0 0 0,0-2-13 0 0,6 23-40 0 0,-5-21 51 0 0,1-1 1 0 0,0 1-1 0 0,0-1 1 0 0,1 0-1 0 0,-1 0 1 0 0,1 0-1 0 0,-1 0 1 0 0,1 0-1 0 0,0 0 1 0 0,0-1 0 0 0,0 1-1 0 0,0-1 1 0 0,1 0-1 0 0,-1 0 1 0 0,0 0-1 0 0,1 0 1 0 0,0-1-1 0 0,-1 1 1 0 0,1-1-1 0 0,0 0 1 0 0,0 0-1 0 0,5 0 1 0 0,-2-1-44 0 0,0 0 1 0 0,-1-1-1 0 0,1 0 0 0 0,-1 0 0 0 0,0 0 1 0 0,1-1-1 0 0,-1 0 0 0 0,0 0 0 0 0,0 0 1 0 0,0-1-1 0 0,0 0 0 0 0,0 0 0 0 0,-1-1 1 0 0,6-4-1 0 0,44-34-547 0 0,-53 40 545 0 0,0 0 9 0 0,0 1-1 0 0,0-1 1 0 0,1 1-1 0 0,-1-1 0 0 0,1 1 1 0 0,-1 0-1 0 0,1 0 1 0 0,5-1-1 0 0,-5 3 57 0 0,0 1-1 0 0,-1 0 1 0 0,1 0-1 0 0,-1-1 1 0 0,1 2 0 0 0,-1-1-1 0 0,1 0 1 0 0,-1 0-1 0 0,0 1 1 0 0,0-1-1 0 0,0 1 1 0 0,2 4-1 0 0,21 23 149 0 0,-24-30-137 0 0,0 1-5 0 0,0 0-1 0 0,0-1 0 0 0,0 1 1 0 0,0-1-1 0 0,0 1 1 0 0,0-1-1 0 0,0 1 1 0 0,0-1-1 0 0,0 0 1 0 0,0 0-1 0 0,0 1 0 0 0,0-1 1 0 0,0 0-1 0 0,0 0 1 0 0,0 0-1 0 0,0 0 1 0 0,0 0-1 0 0,0-1 1 0 0,1 1-1 0 0,-1 0 0 0 0,0 0 1 0 0,0-1-1 0 0,0 1 1 0 0,0 0-1 0 0,1-2 1 0 0,19-5 252 0 0,-13 5-1006 0 0,0-1 1 0 0,0 1-1 0 0,0 0 0 0 0,0 0 0 0 0,16 0 1 0 0,-18 1-1427 0 0,6-3 167 0 0</inkml:trace>
</inkml:ink>
</file>

<file path=ppt/ink/ink3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9:00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21 148 0 0,'0'0'6613'0'0,"-1"6"-6383"0"0,1-4-202 0 0,-1 0 0 0 0,1 1 1 0 0,-1-1-1 0 0,1 0 0 0 0,0 0 1 0 0,0 0-1 0 0,0 0 0 0 0,0 0 1 0 0,1 1-1 0 0,-1-1 0 0 0,1 0 0 0 0,-1 0 1 0 0,1 0-1 0 0,-1 0 0 0 0,1 0 1 0 0,0 0-1 0 0,0 0 0 0 0,0 0 1 0 0,0 0-1 0 0,1-1 0 0 0,-1 1 1 0 0,0 0-1 0 0,1-1 0 0 0,-1 1 1 0 0,1-1-1 0 0,0 1 0 0 0,-1-1 1 0 0,1 0-1 0 0,0 1 0 0 0,0-1 1 0 0,0 0-1 0 0,0 0 0 0 0,0-1 1 0 0,0 1-1 0 0,0 0 0 0 0,0-1 0 0 0,0 1 1 0 0,0-1-1 0 0,0 0 0 0 0,0 1 1 0 0,3-1-1 0 0,5 1-1 0 0,1-1 0 0 0,-1 0 0 0 0,1 0 0 0 0,-1-1 0 0 0,0 0 1 0 0,0-1-1 0 0,1 0 0 0 0,-1-1 0 0 0,0 0 0 0 0,-1-1 0 0 0,1 0 0 0 0,-1 0 0 0 0,1-1 0 0 0,-1 0 0 0 0,-1-1 0 0 0,1 0 0 0 0,11-10 0 0 0,-10-3 1993 0 0,-3 8-7 0 0,11 28-2922 0 0,19 7-5502 0 0,-21-17 3383 0 0</inkml:trace>
</inkml:ink>
</file>

<file path=ppt/ink/ink3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9:03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126 359 144 0 0,'0'-13'728'0'0,"0"9"-194"0"0,0 0 1 0 0,0 1 0 0 0,-1-1 0 0 0,1 0-1 0 0,-1 0 1 0 0,1 0 0 0 0,-1 0 0 0 0,-3-5 0 0 0,3 7 989 0 0,1 2-1447 0 0,-1-1 0 0 0,1 0 0 0 0,-1 1 0 0 0,0-1 0 0 0,0 0-1 0 0,1 1 1 0 0,-1-1 0 0 0,0 1 0 0 0,0-1 0 0 0,1 1 0 0 0,-1-1 0 0 0,0 1 0 0 0,0 0-1 0 0,0-1 1 0 0,0 1 0 0 0,0 0 0 0 0,0 0 0 0 0,1 0 0 0 0,-1 0 0 0 0,0 0-1 0 0,0 0 1 0 0,0 0 0 0 0,0 0 0 0 0,0 0 0 0 0,0 0 0 0 0,0 0 0 0 0,0 0-1 0 0,0 1 1 0 0,1-1 0 0 0,-1 0 0 0 0,-1 1 0 0 0,-6 5 57 0 0,0-1 1 0 0,1 1-1 0 0,0 0 0 0 0,1 1 1 0 0,-1 0-1 0 0,1 0 0 0 0,0 0 1 0 0,1 1-1 0 0,0 0 0 0 0,0 0 1 0 0,-5 13-1 0 0,8-17-106 0 0,0 0 0 0 0,0 1 0 0 0,1-1 0 0 0,0 1 0 0 0,0-1 0 0 0,0 1 0 0 0,1-1 0 0 0,-1 1 0 0 0,1 0 0 0 0,0-1 0 0 0,0 1 0 0 0,1 0 0 0 0,-1-1 0 0 0,1 1 0 0 0,0-1 0 0 0,1 1 0 0 0,-1-1 0 0 0,1 1 0 0 0,-1-1 0 0 0,2 0 0 0 0,-1 0 0 0 0,0 0 0 0 0,1 0 0 0 0,-1 0 0 0 0,7 6 0 0 0,-8-8-18 0 0,0-1 0 0 0,1 1 0 0 0,0 0 0 0 0,-1-1 0 0 0,1 0 0 0 0,0 1 1 0 0,0-1-1 0 0,0 0 0 0 0,0 0 0 0 0,0 0 0 0 0,0 0 0 0 0,0 0 0 0 0,0 0 0 0 0,0-1 0 0 0,0 1 0 0 0,1-1 0 0 0,-1 1 0 0 0,0-1 0 0 0,0 0 0 0 0,1 0 0 0 0,-1 0 1 0 0,0 0-1 0 0,0 0 0 0 0,1-1 0 0 0,-1 1 0 0 0,0-1 0 0 0,0 1 0 0 0,0-1 0 0 0,0 0 0 0 0,0 0 0 0 0,0 0 0 0 0,0 0 0 0 0,0 0 0 0 0,0 0 0 0 0,0-1 0 0 0,0 1 1 0 0,0 0-1 0 0,-1-1 0 0 0,1 0 0 0 0,2-3 0 0 0,2-2 14 0 0,-1 0-1 0 0,1 0 1 0 0,-1-1 0 0 0,-1 0 0 0 0,1 0-1 0 0,-1 0 1 0 0,-1 0 0 0 0,5-14 0 0 0,9-78 72 0 0,-16 97-124 0 0,0 0-1 0 0,1 0 1 0 0,-1 0-1 0 0,0 1 0 0 0,1-1 1 0 0,0 1-1 0 0,0-1 1 0 0,0 1-1 0 0,0-1 0 0 0,0 1 1 0 0,0 0-1 0 0,1 0 1 0 0,-1 0-1 0 0,1 0 0 0 0,-1 0 1 0 0,1 1-1 0 0,0-1 1 0 0,4-1-1 0 0,60-17-467 0 0,-28 9 200 0 0,-4-2-55 0 0,65-33-1 0 0,-89 40 290 0 0,-1 0 0 0 0,0-1 0 0 0,0 0 0 0 0,-1-1 0 0 0,0 0 0 0 0,0 0 0 0 0,-1-1 0 0 0,0 0 0 0 0,13-20 0 0 0,-20 23 63 0 0,0-1-1 0 0,0 1 1 0 0,-1 0 0 0 0,0-1-1 0 0,0 1 1 0 0,0-1 0 0 0,-1 1-1 0 0,0-1 1 0 0,-1 1-1 0 0,1 0 1 0 0,-1 0 0 0 0,-3-8-1 0 0,4 11 64 0 0,0 3-59 0 0,1 0-1 0 0,0-1 0 0 0,-1 1 1 0 0,1 0-1 0 0,-1-1 1 0 0,1 1-1 0 0,-1 0 0 0 0,1 0 1 0 0,-1 0-1 0 0,1-1 0 0 0,-1 1 1 0 0,1 0-1 0 0,-1 0 1 0 0,1 0-1 0 0,-1 0 0 0 0,1 0 1 0 0,-1 0-1 0 0,1 0 0 0 0,-1 0 1 0 0,0 0-1 0 0,1 0 1 0 0,-1 0-1 0 0,1 0 0 0 0,-1 1 1 0 0,1-1-1 0 0,-1 0 0 0 0,1 0 1 0 0,-1 1-1 0 0,1-1 1 0 0,-1 0-1 0 0,1 0 0 0 0,0 1 1 0 0,-1-1-1 0 0,1 0 0 0 0,-1 1 1 0 0,1-1-1 0 0,0 1 1 0 0,-1-1-1 0 0,1 1 0 0 0,0-1 1 0 0,-1 1-1 0 0,-18 34 34 0 0,-8 48-16 0 0,3 42 22 0 0,-10 173 1 0 0,17-127-35 0 0,16-162 24 0 0,0 0-1 0 0,-1-1 1 0 0,0 1 0 0 0,0 0-1 0 0,-1-1 1 0 0,0 0 0 0 0,-1 0 0 0 0,0 0-1 0 0,0 0 1 0 0,0 0 0 0 0,-11 12-1 0 0,13-18-12 0 0,-1 1-1 0 0,1-1 1 0 0,0 0-1 0 0,-1 0 1 0 0,0-1-1 0 0,1 1 1 0 0,-1 0-1 0 0,0-1 1 0 0,0 0-1 0 0,0 0 1 0 0,0 0-1 0 0,0 0 1 0 0,0 0-1 0 0,0 0 1 0 0,-1-1-1 0 0,1 1 1 0 0,0-1-1 0 0,0 0 1 0 0,0 0-1 0 0,-1 0 1 0 0,1-1-1 0 0,0 1 1 0 0,0-1-1 0 0,0 0 1 0 0,0 0-1 0 0,0 0 0 0 0,0 0 1 0 0,0 0-1 0 0,0 0 1 0 0,0-1-1 0 0,0 0 1 0 0,1 1-1 0 0,-1-1 1 0 0,-4-4-1 0 0,2 1-84 0 0,0 1-1 0 0,0-1 0 0 0,0 0 0 0 0,0 0 0 0 0,1 0 1 0 0,0-1-1 0 0,0 1 0 0 0,0-1 0 0 0,1 0 0 0 0,-1 0 1 0 0,2-1-1 0 0,-1 1 0 0 0,1-1 0 0 0,0 1 0 0 0,0-1 1 0 0,0 0-1 0 0,1 1 0 0 0,0-1 0 0 0,1 0 0 0 0,0 0 1 0 0,0 0-1 0 0,0 0 0 0 0,1 0 0 0 0,0 0 1 0 0,0 1-1 0 0,1-1 0 0 0,-1 0 0 0 0,2 1 0 0 0,-1-1 1 0 0,1 1-1 0 0,0 0 0 0 0,0 0 0 0 0,0 0 0 0 0,1 0 1 0 0,0 0-1 0 0,0 1 0 0 0,7-7 0 0 0,41-33-4451 0 0,-18 21 1908 0 0</inkml:trace>
</inkml:ink>
</file>

<file path=ppt/ink/ink3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9:04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220 63 864 0 0,'1'-12'616'0'0,"-1"8"-77"0"0,1 0-1 0 0,-1 1 0 0 0,1-1 0 0 0,-1 0 1 0 0,1 1-1 0 0,0-1 0 0 0,0 1 0 0 0,1-1 1 0 0,-1 1-1 0 0,1 0 0 0 0,3-6 0 0 0,-3 6 333 0 0,-2 6-826 0 0,0-1-1 0 0,1 0 0 0 0,-1 0 1 0 0,1 0-1 0 0,0 0 0 0 0,0 1 1 0 0,0-1-1 0 0,0 0 1 0 0,0-1-1 0 0,0 1 0 0 0,0 0 1 0 0,2 2-1 0 0,3 5 66 0 0,0 7 33 0 0,-1 0 0 0 0,-1 0 0 0 0,0 1 0 0 0,-1 0 0 0 0,-1-1 0 0 0,-1 1 0 0 0,0 0 0 0 0,-2 17 0 0 0,-2 3 93 0 0,-1-1 0 0 0,-15 55 0 0 0,15-76-131 0 0,-1 0 1 0 0,-1-1-1 0 0,0 0 1 0 0,0 0-1 0 0,-15 22 1 0 0,16-29 65 0 0,-1 1 1 0 0,1-1-1 0 0,-1 0 1 0 0,-1 0-1 0 0,1 0 1 0 0,-1-1-1 0 0,-1 0 1 0 0,1-1-1 0 0,-1 0 1 0 0,-12 7-1 0 0,18-11-110 0 0,-1 0-1 0 0,0-1 0 0 0,0 1 1 0 0,1 0-1 0 0,-1-1 0 0 0,0 0 1 0 0,0 0-1 0 0,0 0 1 0 0,0 0-1 0 0,0 0 0 0 0,0-1 1 0 0,1 1-1 0 0,-1-1 0 0 0,0 0 1 0 0,0 0-1 0 0,1 0 0 0 0,-1 0 1 0 0,0 0-1 0 0,1 0 1 0 0,-1-1-1 0 0,1 1 0 0 0,0-1 1 0 0,-1 0-1 0 0,1 0 0 0 0,0 0 1 0 0,0 0-1 0 0,0 0 0 0 0,-2-4 1 0 0,-4-3 7 0 0,1 0 0 0 0,1-1 0 0 0,0 0 0 0 0,0 0 1 0 0,-5-14-1 0 0,10 4-2534 0 0</inkml:trace>
</inkml:ink>
</file>

<file path=ppt/ink/ink3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9:04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75 656 0 0,'-3'-16'1504'0'0,"-2"4"-144"0"0,1-2-152 0 0,4 5 881 0 0,-7-5-601 0 0,7 4-1208 0 0,17 41-7193 0 0</inkml:trace>
</inkml:ink>
</file>

<file path=ppt/ink/ink3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9:05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25 428 0 0,'0'0'926'0'0,"-1"-14"3350"0"0,1 14-4218 0 0,0 0 0 0 0,0-1 0 0 0,0 1 0 0 0,0 0 0 0 0,0 0 0 0 0,0-1-1 0 0,1 1 1 0 0,-1 0 0 0 0,0 0 0 0 0,0-1 0 0 0,0 1 0 0 0,0 0 0 0 0,0-1 0 0 0,-1 1 0 0 0,1 0 0 0 0,0 0 0 0 0,0-1 0 0 0,0 1 0 0 0,0 0 0 0 0,0 0 0 0 0,0 0 0 0 0,0-1 0 0 0,0 1 0 0 0,-1 0 0 0 0,1 0 0 0 0,0-1 0 0 0,0 1 0 0 0,0 0 0 0 0,0 0 0 0 0,-1 0 0 0 0,1 0 0 0 0,0-1 0 0 0,0 1 0 0 0,0 0 0 0 0,-1 0 0 0 0,1 0 0 0 0,0 0 0 0 0,0 0 0 0 0,-1 0-1 0 0,1 0 1 0 0,0 0 0 0 0,0-1 0 0 0,-1 1 0 0 0,1 0 0 0 0,0 0 0 0 0,0 0 0 0 0,-1 0 0 0 0,1 0 0 0 0,0 0 0 0 0,0 0 0 0 0,-1 1 0 0 0,-16 18 288 0 0,2 1 0 0 0,0 1 0 0 0,1 1 0 0 0,1 0 0 0 0,1 0 0 0 0,1 2 0 0 0,-9 24 0 0 0,20-46-321 0 0,-6 15 201 0 0,0 1 0 0 0,1-1 0 0 0,1 1 0 0 0,1 0-1 0 0,1 0 1 0 0,0 1 0 0 0,1 20 0 0 0,1-38-211 0 0,0 0 1 0 0,0 0 0 0 0,0 0-1 0 0,1 0 1 0 0,-1 0-1 0 0,0 0 1 0 0,0 0-1 0 0,1 0 1 0 0,-1 0-1 0 0,1 0 1 0 0,-1 0 0 0 0,1 0-1 0 0,-1 0 1 0 0,1 0-1 0 0,0 0 1 0 0,-1 0-1 0 0,1-1 1 0 0,0 1-1 0 0,0 0 1 0 0,-1-1 0 0 0,1 1-1 0 0,0 0 1 0 0,0-1-1 0 0,0 1 1 0 0,0-1-1 0 0,1 1 1 0 0,0 0-5 0 0,1-1 1 0 0,-1 0-1 0 0,0 0 0 0 0,0 0 1 0 0,0 0-1 0 0,0 0 0 0 0,0-1 1 0 0,0 1-1 0 0,0 0 0 0 0,0-1 1 0 0,0 0-1 0 0,3-1 0 0 0,4-2-12 0 0,0 0-1 0 0,-1-1 1 0 0,0-1-1 0 0,11-8 1 0 0,114-109-1092 0 0,-132 121 1024 0 0,1 1-37 0 0,-2 1 99 0 0,0 0 0 0 0,0-1 1 0 0,0 1-1 0 0,1 0 1 0 0,-1 0-1 0 0,0 0 0 0 0,0-1 1 0 0,0 1-1 0 0,1 0 1 0 0,-1 0-1 0 0,0 0 0 0 0,0-1 1 0 0,1 1-1 0 0,-1 0 0 0 0,0 0 1 0 0,0 0-1 0 0,1 0 1 0 0,-1 0-1 0 0,0-1 0 0 0,0 1 1 0 0,1 0-1 0 0,-1 0 1 0 0,0 0-1 0 0,1 0 0 0 0,-1 0 1 0 0,0 0-1 0 0,1 0 1 0 0,-1 0-1 0 0,0 0 0 0 0,0 0 1 0 0,1 0-1 0 0,-1 0 0 0 0,0 1 1 0 0,1-1-1 0 0,-1 0 1 0 0,0 0-1 0 0,0 0 0 0 0,1 0 1 0 0,20 24-62 0 0,22 21-251 0 0,-40-42 304 0 0,0-1 0 0 0,1 1-1 0 0,-1-1 1 0 0,0 0 0 0 0,1 0 0 0 0,-1-1-1 0 0,1 1 1 0 0,0-1 0 0 0,-1 0 0 0 0,1 0-1 0 0,0 0 1 0 0,0 0 0 0 0,7 0 0 0 0,-7-2 45 0 0,0 1 1 0 0,-1-1-1 0 0,1-1 1 0 0,0 1-1 0 0,-1 0 1 0 0,1-1-1 0 0,-1 0 1 0 0,1 0-1 0 0,-1 0 1 0 0,0 0-1 0 0,0 0 1 0 0,0-1-1 0 0,0 0 1 0 0,0 1-1 0 0,0-1 1 0 0,-1 0-1 0 0,1 0 1 0 0,-1-1-1 0 0,0 1 1 0 0,2-5-1 0 0,4-4 122 0 0,-2-1 0 0 0,1 0 0 0 0,-2 0 0 0 0,6-17 1 0 0,-8 17-22 0 0,0 0 0 0 0,-1-1 0 0 0,0 1 0 0 0,-1-26 0 0 0,0 34-88 0 0,-2-1 1 0 0,1 1-1 0 0,-1 0 1 0 0,1 0-1 0 0,-1 0 0 0 0,-1 0 1 0 0,1 0-1 0 0,-1 0 0 0 0,0 0 1 0 0,0 1-1 0 0,0-1 1 0 0,-1 0-1 0 0,1 1 0 0 0,-1 0 1 0 0,-6-7-1 0 0,8 10-97 0 0,0 0 1 0 0,0 0-1 0 0,0 1 0 0 0,0-1 0 0 0,0 0 1 0 0,0 1-1 0 0,0-1 0 0 0,0 1 1 0 0,0-1-1 0 0,0 1 0 0 0,0 0 1 0 0,0-1-1 0 0,0 1 0 0 0,0 0 0 0 0,-1 0 1 0 0,1 0-1 0 0,0 0 0 0 0,0 0 1 0 0,0 0-1 0 0,-1 0 0 0 0,1 0 1 0 0,0 0-1 0 0,0 0 0 0 0,0 1 1 0 0,0-1-1 0 0,0 0 0 0 0,0 1 0 0 0,-1-1 1 0 0,1 1-1 0 0,0 0 0 0 0,0-1 1 0 0,0 1-1 0 0,1 0 0 0 0,-1-1 1 0 0,0 1-1 0 0,0 0 0 0 0,0 0 0 0 0,0 0 1 0 0,0 1-1 0 0,-2 2-745 0 0,0-1-1 0 0,1 1 1 0 0,-1-1-1 0 0,1 1 0 0 0,0 0 1 0 0,0 0-1 0 0,1 0 1 0 0,-3 7-1 0 0,3 1-2060 0 0</inkml:trace>
</inkml:ink>
</file>

<file path=ppt/ink/ink3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9:05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50 856 0 0,'-4'3'317'0'0,"-1"1"1"0"0,1 0-1 0 0,-1 0 0 0 0,1 0 1 0 0,1 1-1 0 0,-1-1 0 0 0,0 1 1 0 0,1 0-1 0 0,0 0 0 0 0,0 0 1 0 0,1 1-1 0 0,-1-1 0 0 0,1 1 0 0 0,0-1 1 0 0,1 1-1 0 0,-1 0 0 0 0,0 10 1 0 0,2-12-235 0 0,0 0 1 0 0,0 0-1 0 0,0 1 1 0 0,1-1-1 0 0,-1 0 1 0 0,1 0-1 0 0,0 0 1 0 0,0 0-1 0 0,1 0 1 0 0,-1 0-1 0 0,1 0 1 0 0,0 0-1 0 0,0-1 1 0 0,0 1-1 0 0,1-1 1 0 0,-1 1-1 0 0,1-1 1 0 0,-1 0-1 0 0,1 0 1 0 0,0 0-1 0 0,1 0 1 0 0,-1-1-1 0 0,0 1 1 0 0,1-1-1 0 0,-1 0 1 0 0,5 2-1 0 0,-6-3-36 0 0,1 1 0 0 0,-1-1 0 0 0,0-1 0 0 0,0 1 0 0 0,1 0 0 0 0,-1 0 0 0 0,0-1 0 0 0,1 0 0 0 0,-1 1 0 0 0,1-1 0 0 0,-1 0 0 0 0,0 0 0 0 0,1 0 0 0 0,-1 0 0 0 0,1-1 0 0 0,-1 1-1 0 0,0-1 1 0 0,1 1 0 0 0,-1-1 0 0 0,0 0 0 0 0,0 0 0 0 0,1 0 0 0 0,-1 0 0 0 0,0 0 0 0 0,0-1 0 0 0,0 1 0 0 0,0 0 0 0 0,0-1 0 0 0,-1 0 0 0 0,1 1 0 0 0,0-1 0 0 0,-1 0 0 0 0,1 0 0 0 0,-1 0 0 0 0,0 0 0 0 0,2-4 0 0 0,1 0 87 0 0,-2 0 1 0 0,1 0-1 0 0,-1 0 1 0 0,0 0-1 0 0,0-1 1 0 0,-1 1-1 0 0,1-1 0 0 0,-2 1 1 0 0,1-1-1 0 0,-1 1 1 0 0,0-1-1 0 0,-1-9 1 0 0,0 7-4 0 0,0-1 0 0 0,-1 1 0 0 0,0 0 0 0 0,-1 0 0 0 0,0 0 0 0 0,-1 0 0 0 0,0 1 1 0 0,0 0-1 0 0,0-1 0 0 0,-1 1 0 0 0,-1 1 0 0 0,-10-14 0 0 0,14 20-568 0 0,-1 4-2004 0 0,-17 22-3061 0 0</inkml:trace>
</inkml:ink>
</file>

<file path=ppt/ink/ink3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9:06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8 480 0 0,'6'2'261'0'0,"0"-1"0"0"0,0 0 0 0 0,0 1 0 0 0,0 0 1 0 0,0 1-1 0 0,-1-1 0 0 0,1 1 0 0 0,-1 0 0 0 0,1 1 0 0 0,-1-1 0 0 0,0 1 0 0 0,-1 0 0 0 0,1 0 0 0 0,0 1 1 0 0,-1-1-1 0 0,0 1 0 0 0,6 10 0 0 0,-7-11-143 0 0,0 1-1 0 0,0 0 1 0 0,-1-1 0 0 0,0 1 0 0 0,0 0-1 0 0,0 1 1 0 0,0-1 0 0 0,-1 0 0 0 0,0 0-1 0 0,0 1 1 0 0,-1-1 0 0 0,1 1 0 0 0,-1-1-1 0 0,0 0 1 0 0,0 1 0 0 0,-1-1 0 0 0,0 1-1 0 0,0-1 1 0 0,0 0 0 0 0,-3 9 0 0 0,3-14-51 0 0,1 1 0 0 0,0 0 0 0 0,-1-1 0 0 0,1 1 0 0 0,-1 0 1 0 0,1-1-1 0 0,-1 1 0 0 0,1-1 0 0 0,-1 1 0 0 0,1-1 0 0 0,-1 1 1 0 0,0-1-1 0 0,1 1 0 0 0,-1-1 0 0 0,0 0 0 0 0,1 1 0 0 0,-1-1 1 0 0,0 0-1 0 0,1 1 0 0 0,-1-1 0 0 0,0 0 0 0 0,0 0 0 0 0,1 0 0 0 0,-1 0 1 0 0,0 0-1 0 0,0 0 0 0 0,1 0 0 0 0,-1 0 0 0 0,0 0 0 0 0,0 0 1 0 0,0 0-1 0 0,1 0 0 0 0,-1-1 0 0 0,0 1 0 0 0,0 0 0 0 0,-23-13 567 0 0,23 11-599 0 0,0 0 0 0 0,0 0 1 0 0,0 1-1 0 0,1-1 0 0 0,-1 0 1 0 0,0 0-1 0 0,1 0 0 0 0,-1 0 1 0 0,1 0-1 0 0,-1 0 0 0 0,1 0 1 0 0,0 0-1 0 0,0 0 0 0 0,0 0 1 0 0,0 0-1 0 0,0 0 0 0 0,1 0 1 0 0,-1 0-1 0 0,1 0 0 0 0,-1 0 1 0 0,2-2-1 0 0,14-42 192 0 0,-12 39-374 0 0,0 0 0 0 0,0 0 0 0 0,1 1 0 0 0,0-1 0 0 0,0 1 1 0 0,1 0-1 0 0,-1 0 0 0 0,1 1 0 0 0,8-7 0 0 0,-6 7-1076 0 0,0 0 1 0 0,0 1 0 0 0,0-1-1 0 0,13-3 1 0 0</inkml:trace>
</inkml:ink>
</file>

<file path=ppt/ink/ink3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9:06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120 402 664 0 0,'0'0'3185'0'0,"-7"3"-2686"0"0,-2 3-271 0 0,0 0-1 0 0,1 1 0 0 0,-1-1 0 0 0,1 2 0 0 0,0-1 0 0 0,1 1 0 0 0,0 0 0 0 0,-7 11 0 0 0,10-13-94 0 0,0 0 0 0 0,0 0 0 0 0,1 0 0 0 0,0 0 0 0 0,0 1 0 0 0,0 0 0 0 0,1-1 0 0 0,0 1 0 0 0,0 0 0 0 0,1 0 0 0 0,0 0 0 0 0,0 0 0 0 0,1 0 0 0 0,0 10 0 0 0,0-16-120 0 0,1 0 0 0 0,-1-1-1 0 0,0 1 1 0 0,1 0-1 0 0,-1-1 1 0 0,1 1 0 0 0,-1-1-1 0 0,1 1 1 0 0,0 0 0 0 0,-1-1-1 0 0,1 1 1 0 0,-1-1-1 0 0,1 0 1 0 0,0 1 0 0 0,-1-1-1 0 0,1 0 1 0 0,0 1-1 0 0,-1-1 1 0 0,1 0 0 0 0,0 0-1 0 0,0 1 1 0 0,-1-1-1 0 0,1 0 1 0 0,0 0 0 0 0,0 0-1 0 0,0 0 1 0 0,-1 0 0 0 0,1 0-1 0 0,0 0 1 0 0,0 0-1 0 0,-1-1 1 0 0,1 1 0 0 0,0 0-1 0 0,0 0 1 0 0,-1 0-1 0 0,1-1 1 0 0,0 1 0 0 0,0-1-1 0 0,27-11 143 0 0,-11-3-21 0 0,-2-1 0 0 0,0 0-1 0 0,-2 0 1 0 0,1-2 0 0 0,-2 0-1 0 0,0 0 1 0 0,14-32 0 0 0,-2-3 216 0 0,28-92 0 0 0,-46 119-107 0 0,-1-1-1 0 0,4-50 1 0 0,-6 43 324 0 0,-11-21 999 0 0,0 63-1554 0 0,0 0 1 0 0,1 1 0 0 0,0 0 0 0 0,0 0-1 0 0,1 0 1 0 0,0 1 0 0 0,1 0 0 0 0,0 0-1 0 0,1 1 1 0 0,0-1 0 0 0,1 1 0 0 0,-4 14 0 0 0,-4 27 22 0 0,-5 65 1 0 0,15-107-31 0 0,0 4-4 0 0,0 0 1 0 0,1 1-1 0 0,4 27 0 0 0,-3-38-2 0 0,-1 0 0 0 0,1 0-1 0 0,0 1 1 0 0,0-1 0 0 0,0 0 0 0 0,1 0 0 0 0,-1 0 0 0 0,1 0 0 0 0,0-1-1 0 0,0 1 1 0 0,0 0 0 0 0,1-1 0 0 0,-1 1 0 0 0,1-1 0 0 0,0 0 0 0 0,5 5 0 0 0,-5-7-3 0 0,-1 0 0 0 0,1 0 0 0 0,-1 0 0 0 0,1-1 0 0 0,0 1 0 0 0,-1-1 0 0 0,1 0 0 0 0,-1 0 1 0 0,1 0-1 0 0,0 0 0 0 0,-1 0 0 0 0,1 0 0 0 0,-1-1 0 0 0,1 1 0 0 0,0-1 0 0 0,-1 0 0 0 0,1 0 1 0 0,-1 0-1 0 0,0 0 0 0 0,1 0 0 0 0,-1 0 0 0 0,0-1 0 0 0,0 1 0 0 0,1-1 0 0 0,2-3 0 0 0,8-6 2 0 0,-1-1 0 0 0,22-26-1 0 0,-17 18 30 0 0,-4 5 165 0 0,0 2 0 0 0,23-18 0 0 0,-32 27-135 0 0,1 1-1 0 0,0 0 1 0 0,-1 0-1 0 0,1 1 0 0 0,0-1 1 0 0,1 1-1 0 0,-1 0 1 0 0,0 0-1 0 0,1 1 0 0 0,-1 0 1 0 0,1 0-1 0 0,9-1 1 0 0,-14 2-49 0 0,1 0-1 0 0,-1 0 1 0 0,1 0 0 0 0,0 1 0 0 0,-1-1 0 0 0,1 0-1 0 0,0 1 1 0 0,-1-1 0 0 0,1 1 0 0 0,-1-1 0 0 0,1 1 0 0 0,-1 0-1 0 0,0 0 1 0 0,1 0 0 0 0,-1 0 0 0 0,0 0 0 0 0,1 0-1 0 0,-1 0 1 0 0,0 0 0 0 0,0 0 0 0 0,0 1 0 0 0,0-1-1 0 0,0 0 1 0 0,0 1 0 0 0,0-1 0 0 0,-1 1 0 0 0,1-1 0 0 0,0 1-1 0 0,-1-1 1 0 0,1 1 0 0 0,-1-1 0 0 0,1 1 0 0 0,-1 0-1 0 0,0-1 1 0 0,0 1 0 0 0,0-1 0 0 0,0 1 0 0 0,0 0 0 0 0,0-1-1 0 0,0 1 1 0 0,-1 0 0 0 0,0 2 0 0 0,0 3 11 0 0,0 0-1 0 0,-1 0 1 0 0,0 0 0 0 0,0 0 0 0 0,-1 0 0 0 0,1-1 0 0 0,-9 13-1 0 0,2-5 13 0 0,-1-1-1 0 0,-1-1 1 0 0,-1 0-1 0 0,0 0 1 0 0,-23 17-1 0 0,-11-3-2569 0 0,34-23-337 0 0</inkml:trace>
</inkml:ink>
</file>

<file path=ppt/ink/ink3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9:09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170 119 292 0 0,'30'-107'7309'0'0,"-29"105"-6747"0"0,-1 0 84 0 0,0 2-616 0 0,1 0 1 0 0,-1 0-1 0 0,0 0 1 0 0,0 0-1 0 0,0 0 1 0 0,0-1-1 0 0,0 1 1 0 0,0 0 0 0 0,0 0-1 0 0,1 0 1 0 0,-1-1-1 0 0,0 1 1 0 0,0 0-1 0 0,0 0 1 0 0,0 0-1 0 0,0 0 1 0 0,0-1 0 0 0,0 1-1 0 0,0 0 1 0 0,0 0-1 0 0,0 0 1 0 0,0-1-1 0 0,0 1 1 0 0,0 0-1 0 0,0 0 1 0 0,0 0 0 0 0,0-1-1 0 0,0 1 1 0 0,0 0-1 0 0,0 0 1 0 0,-1 0-1 0 0,1 0 1 0 0,0-1-1 0 0,0 1 1 0 0,0 0 0 0 0,0 0-1 0 0,0 0 1 0 0,0 0-1 0 0,0-1 1 0 0,-1 1-1 0 0,1 0 1 0 0,0 0 0 0 0,0 0-1 0 0,0 0 1 0 0,0 0-1 0 0,-1 0 1 0 0,1 0-1 0 0,0 0 1 0 0,0 0-1 0 0,0-1 1 0 0,-1 1 0 0 0,1 0-1 0 0,0 0 1 0 0,0 0-1 0 0,0 0 1 0 0,-1 0-1 0 0,1 0 1 0 0,0 0-1 0 0,0 0 1 0 0,0 0 0 0 0,0 0-1 0 0,-1 0 1 0 0,1 1-1 0 0,0-1 1 0 0,0 0-1 0 0,0 0 1 0 0,-1 0-1 0 0,1 0 1 0 0,-12 13 101 0 0,0 0-1 0 0,1 0 1 0 0,1 1 0 0 0,0 1 0 0 0,1 0-1 0 0,-10 20 1 0 0,-44 109 681 0 0,58-131-717 0 0,-5 6 178 0 0,8-15-138 0 0,-1 0 0 0 0,1 1-1 0 0,0-1 1 0 0,0 0-1 0 0,1 1 1 0 0,-1-1 0 0 0,-1 7-1 0 0,8-13-94 0 0,29-17 11 0 0,-5 2-30 0 0,46-19-1 0 0,-67 33-59 0 0,1 0-1 0 0,1 0 0 0 0,-1 1 0 0 0,0 0 0 0 0,1 0 0 0 0,-1 1 0 0 0,1 0 0 0 0,-1 1 0 0 0,20 1 1 0 0,-28-1 30 0 0,1 1 0 0 0,-1-1 0 0 0,0 0 0 0 0,1 0 0 0 0,-1 1 0 0 0,0-1 0 0 0,1 1 0 0 0,-1-1 0 0 0,0 1 0 0 0,1-1 0 0 0,-1 1 0 0 0,0 0 0 0 0,0 0 0 0 0,0-1 0 0 0,1 1 0 0 0,-1 0 0 0 0,0 0 0 0 0,0 0 0 0 0,-1 0 0 0 0,1 1 0 0 0,0-1 0 0 0,0 0 0 0 0,0 0 0 0 0,-1 0 0 0 0,1 1 0 0 0,0 1 0 0 0,-1-1-3 0 0,1 1 1 0 0,-1 0 0 0 0,0-1-1 0 0,0 1 1 0 0,0 0 0 0 0,-1-1 0 0 0,1 1-1 0 0,-1 0 1 0 0,1-1 0 0 0,-1 1-1 0 0,0 0 1 0 0,-2 4 0 0 0,-1 1 3 0 0,-1 0 0 0 0,1 0 1 0 0,-2 0-1 0 0,1 0 0 0 0,-1-1 1 0 0,-12 12-1 0 0,11-13 53 0 0,0-1 1 0 0,-1 0-1 0 0,0-1 0 0 0,0 0 1 0 0,0 0-1 0 0,-1-1 0 0 0,1 0 1 0 0,-1 0-1 0 0,1-1 0 0 0,-1 0 1 0 0,0 0-1 0 0,0-1 0 0 0,0-1 1 0 0,0 1-1 0 0,0-1 0 0 0,0-1 1 0 0,0 0-1 0 0,0 0 0 0 0,0-1 1 0 0,0 0-1 0 0,1 0 0 0 0,-1-1 1 0 0,1 0-1 0 0,-1-1 0 0 0,-8-5 1 0 0,-2 1-2000 0 0</inkml:trace>
</inkml:ink>
</file>

<file path=ppt/ink/ink3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9:10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1 178 560 0 0,'46'-15'2553'0'0,"1"-2"-1"0"0,51-28 1 0 0,-97 44-2501 0 0,0 1 1 0 0,0 0-1 0 0,0-1 0 0 0,0 1 1 0 0,0 0-1 0 0,0-1 0 0 0,0 1 1 0 0,0-1-1 0 0,-1 0 0 0 0,1 1 1 0 0,0-1-1 0 0,0 0 0 0 0,-1 1 1 0 0,1-1-1 0 0,0 0 0 0 0,-1 0 0 0 0,1 0 1 0 0,-1 0-1 0 0,1 0 0 0 0,-1 1 1 0 0,1-1-1 0 0,-1 0 0 0 0,0 0 1 0 0,1 0-1 0 0,-1 0 0 0 0,0 0 1 0 0,0 0-1 0 0,0 0 0 0 0,0 0 1 0 0,0 0-1 0 0,0 0 0 0 0,0 0 1 0 0,0 0-1 0 0,0 0 0 0 0,0 0 0 0 0,-1 0 1 0 0,1 0-1 0 0,0 0 0 0 0,-1 0 1 0 0,0-1-1 0 0,0 1-32 0 0,0 0-1 0 0,0 0 1 0 0,0 0-1 0 0,0 0 1 0 0,0 0-1 0 0,-1 0 1 0 0,1 0 0 0 0,0 0-1 0 0,-1 1 1 0 0,1-1-1 0 0,-1 1 1 0 0,1-1-1 0 0,0 1 1 0 0,-1-1-1 0 0,1 1 1 0 0,-1 0 0 0 0,1 0-1 0 0,-1 0 1 0 0,1-1-1 0 0,-1 2 1 0 0,1-1-1 0 0,-1 0 1 0 0,1 0 0 0 0,-1 0-1 0 0,1 1 1 0 0,-1-1-1 0 0,1 1 1 0 0,-3 0-1 0 0,-6 3 6 0 0,0 1-1 0 0,0 0 0 0 0,0 1 0 0 0,0 0 1 0 0,1 1-1 0 0,0-1 0 0 0,0 2 0 0 0,1-1 0 0 0,-1 1 1 0 0,2 1-1 0 0,-10 12 0 0 0,15-18-21 0 0,-1 0 0 0 0,1 1 0 0 0,0-1 0 0 0,1 1-1 0 0,-1-1 1 0 0,0 1 0 0 0,1 0 0 0 0,0 0 0 0 0,0 0 0 0 0,0 0-1 0 0,1-1 1 0 0,-1 1 0 0 0,1 0 0 0 0,0 0 0 0 0,0 0 0 0 0,0 0 0 0 0,0 0-1 0 0,1 0 1 0 0,0 0 0 0 0,0 0 0 0 0,0 0 0 0 0,0 0 0 0 0,0 0-1 0 0,1-1 1 0 0,0 1 0 0 0,0-1 0 0 0,0 1 0 0 0,0-1 0 0 0,0 0-1 0 0,1 1 1 0 0,-1-1 0 0 0,1 0 0 0 0,0-1 0 0 0,0 1 0 0 0,0 0 0 0 0,5 2-1 0 0,0 1-3 0 0,-1-1 0 0 0,1 0 0 0 0,-1-1 0 0 0,1 0 0 0 0,0 0 0 0 0,1-1 0 0 0,-1 0 0 0 0,1-1 0 0 0,-1 1 0 0 0,1-1 0 0 0,0-1 0 0 0,13 1 0 0 0,-7-2-28 0 0,0-1-1 0 0,-1 0 1 0 0,1-1-1 0 0,0-1 1 0 0,-1 0 0 0 0,0-1-1 0 0,14-5 1 0 0,2-4-15 0 0,0-1 1 0 0,-1-1 0 0 0,-1-2 0 0 0,-1-1 0 0 0,0-1 0 0 0,26-24 0 0 0,-40 31 120 0 0,0-1 0 0 0,-1-1 1 0 0,0 0-1 0 0,-1 0 0 0 0,13-24 1 0 0,-22 35-3 0 0,-2-8 62 0 0,1 9-121 0 0,-1 0 1 0 0,0 1-1 0 0,0-1 1 0 0,1 0-1 0 0,-1 1 1 0 0,0-1-1 0 0,-1 0 1 0 0,1 0-1 0 0,0 1 1 0 0,0-1-1 0 0,-1 0 1 0 0,1 1-1 0 0,-1-1 1 0 0,1 1-1 0 0,-1-1 1 0 0,0 0-1 0 0,1 1 1 0 0,-1 0-1 0 0,0-1 1 0 0,0 1-1 0 0,0-1 1 0 0,0 1-1 0 0,0 0 1 0 0,-1 0-1 0 0,1-1 1 0 0,0 1-1 0 0,-3-2 1 0 0,1 2 3 0 0,-19 1 8 0 0,9 1-18 0 0,1 1-1 0 0,0 1 0 0 0,0 0 1 0 0,0 1-1 0 0,-18 9 0 0 0,23-9-2 0 0,0 1 0 0 0,1 0 0 0 0,-1 0 0 0 0,1 1 0 0 0,-10 11 0 0 0,13-14-4 0 0,0 1 0 0 0,0-1 1 0 0,0 1-1 0 0,0 0 0 0 0,1 0 1 0 0,-1 0-1 0 0,1 0 0 0 0,0 0 1 0 0,-1 6-1 0 0,2-9-1 0 0,1 0 1 0 0,0 1-1 0 0,0 0 0 0 0,0-1 1 0 0,0 1-1 0 0,0-1 1 0 0,0 1-1 0 0,0-1 0 0 0,0 1 1 0 0,1-1-1 0 0,-1 1 0 0 0,0-1 1 0 0,1 0-1 0 0,0 1 0 0 0,-1-1 1 0 0,1 1-1 0 0,0-1 1 0 0,0 0-1 0 0,-1 0 0 0 0,1 1 1 0 0,0-1-1 0 0,0 0 0 0 0,3 2 1 0 0,-1-2-2 0 0,0 0 0 0 0,1 0 0 0 0,0 0 0 0 0,-1 0 0 0 0,1 0 0 0 0,-1-1 0 0 0,1 1 0 0 0,0-1 0 0 0,0 0 0 0 0,-1 0-1 0 0,1-1 1 0 0,0 1 0 0 0,-1-1 0 0 0,5-1 0 0 0,3 1-23 0 0,28-5-61 0 0,-29 4 38 0 0,1 0 0 0 0,0 1 0 0 0,0 0 1 0 0,0 1-1 0 0,13 1 0 0 0,-20 0 37 0 0,-1 0 1 0 0,1 0-1 0 0,0 0 0 0 0,0 0 1 0 0,-1 1-1 0 0,1-1 0 0 0,0 1 0 0 0,-1 0 1 0 0,0 0-1 0 0,1 1 0 0 0,-1-1 1 0 0,0 0-1 0 0,0 1 0 0 0,0 0 1 0 0,-1 0-1 0 0,1 0 0 0 0,-1 0 0 0 0,4 6 1 0 0,2 6 1 0 0,-1 0 0 0 0,0 1 0 0 0,-2 0 0 0 0,1 0 0 0 0,-2 1 0 0 0,0-1 0 0 0,-1 1 0 0 0,-1 0 0 0 0,-1 0 0 0 0,0-1 0 0 0,-1 1 0 0 0,0 0 0 0 0,-2 0 0 0 0,0 0 0 0 0,-1 0 0 0 0,-7 21 0 0 0,6-23 17 0 0,-1-1 0 0 0,0 0-1 0 0,-2-1 1 0 0,1 1-1 0 0,-2-1 1 0 0,-16 22-1 0 0,19-28 79 0 0,1-1-1 0 0,-2 0 1 0 0,1-1-1 0 0,-1 1 1 0 0,1-1-1 0 0,-2 0 1 0 0,1 0-1 0 0,0-1 1 0 0,-1 0-1 0 0,0 0 1 0 0,0-1-1 0 0,0 1 1 0 0,0-2-1 0 0,-12 4 1 0 0,18-6-76 0 0,1 1 0 0 0,-1-1 1 0 0,0 0-1 0 0,0 0 0 0 0,1 0 1 0 0,-1 0-1 0 0,0 0 0 0 0,0 0 1 0 0,0 0-1 0 0,1 0 0 0 0,-1 0 0 0 0,0-1 1 0 0,0 1-1 0 0,1 0 0 0 0,-1 0 1 0 0,0-1-1 0 0,0 1 0 0 0,1 0 1 0 0,-1-1-1 0 0,0 1 0 0 0,1-1 0 0 0,-1 1 1 0 0,1-1-1 0 0,-1 1 0 0 0,0-1 1 0 0,1 1-1 0 0,-1-1 0 0 0,0 0 1 0 0,-2-24 82 0 0,16-28-176 0 0,-13 52 83 0 0,13-32-231 0 0,1 1 0 0 0,1 0 0 0 0,29-43 1 0 0,67-81-779 0 0,-106 149 992 0 0,0 1 1 0 0,1 0-1 0 0,-1 0 0 0 0,1 0 0 0 0,1 1 0 0 0,-1 0 0 0 0,1 0 0 0 0,0 0 0 0 0,0 1 0 0 0,0 0 0 0 0,0 1 0 0 0,1 0 0 0 0,0 0 1 0 0,0 0-1 0 0,11-2 0 0 0,-16 5 20 0 0,-1 0-1 0 0,1 0 1 0 0,-1 0 0 0 0,1 0 0 0 0,-1 0 0 0 0,1 0 0 0 0,-1 1 0 0 0,1-1 0 0 0,-1 1 0 0 0,1 0-1 0 0,-1 0 1 0 0,0 0 0 0 0,1 0 0 0 0,-1 0 0 0 0,0 0 0 0 0,0 0 0 0 0,0 1 0 0 0,0-1 0 0 0,0 1-1 0 0,0 0 1 0 0,0 0 0 0 0,0-1 0 0 0,-1 1 0 0 0,1 0 0 0 0,-1 1 0 0 0,1-1 0 0 0,-1 0 0 0 0,0 0-1 0 0,0 0 1 0 0,0 1 0 0 0,0-1 0 0 0,0 1 0 0 0,-1-1 0 0 0,1 1 0 0 0,0 3 0 0 0,-2-1-135 0 0,1 0-1 0 0,-1 0 1 0 0,-1 0 0 0 0,1 0 0 0 0,-1-1 0 0 0,1 1 0 0 0,-1 0 0 0 0,0-1 0 0 0,-4 6-1 0 0,-2 5-2874 0 0</inkml:trace>
</inkml:ink>
</file>

<file path=ppt/ink/ink3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9:11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94 88 0 0,'2'-11'2100'0'0,"3"-8"-1132"0"0,-4 11 752 0 0,0-11-323 0 0,4 8-401 0 0,-1 1-632 0 0,1-6-1160 0 0</inkml:trace>
</inkml:ink>
</file>

<file path=ppt/ink/ink3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9:11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80 0 0,'6'120'6979'0'0,"-6"-118"-6715"0"0,0-2-234 0 0,0 1 1 0 0,0-1 0 0 0,0 0 0 0 0,0 0-1 0 0,0 1 1 0 0,0-1 0 0 0,0 0 0 0 0,0 0-1 0 0,0 1 1 0 0,0-1 0 0 0,1 0 0 0 0,-1 0-1 0 0,0 0 1 0 0,0 1 0 0 0,0-1 0 0 0,0 0-1 0 0,0 0 1 0 0,0 0 0 0 0,1 1-1 0 0,-1-1 1 0 0,0 0 0 0 0,0 0 0 0 0,0 0-1 0 0,0 0 1 0 0,1 1 0 0 0,-1-1 0 0 0,0 0-1 0 0,0 0 1 0 0,0 0 0 0 0,1 0 0 0 0,-1 0-1 0 0,0 0 1 0 0,0 0 0 0 0,1 0 0 0 0,-1 0-1 0 0,0 0 1 0 0,0 0 0 0 0,1 0 0 0 0,-1 0-1 0 0,0 0 1 0 0,0 0 0 0 0,1 0 0 0 0,-1 0-1 0 0,0 0 1 0 0,0 0 0 0 0,0 0-1 0 0,1 0 1 0 0,-1 0 0 0 0,0 0 0 0 0,0 0-1 0 0,1-1 1 0 0,-1 1 0 0 0,0 0 0 0 0,0 0-1 0 0,1 0 1 0 0,100-57 2099 0 0,-95 55-2066 0 0,0 1 1 0 0,0 0 0 0 0,-1 0 0 0 0,1 0-1 0 0,0 1 1 0 0,0 0 0 0 0,0 0 0 0 0,8 2-1 0 0,21-1 63 0 0,-27-2-78 0 0,-1 0-1 0 0,0-1 1 0 0,0 0 0 0 0,1 0-1 0 0,-1-1 1 0 0,-1 0-1 0 0,1 0 1 0 0,0-1 0 0 0,-1 1-1 0 0,0-1 1 0 0,8-7 0 0 0,-6 4 732 0 0,0 0 0 0 0,0-1 0 0 0,14-17 0 0 0,-21 23 556 0 0,3-1-835 0 0,1 0-415 0 0,-4 5-400 0 0,-14 24-649 0 0,-5 13-4935 0 0</inkml:trace>
</inkml:ink>
</file>

<file path=ppt/ink/ink3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9:11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91 216 0 0,'0'0'1280'0'0,"0"-17"1128"0"0,1 0-319 0 0,3 5-421 0 0,1-6-612 0 0,0 4-712 0 0,4 6-452 0 0,7 3-1504 0 0</inkml:trace>
  <inkml:trace contextRef="#ctx0" brushRef="#br0" timeOffset="1">161 140 292 0 0,'11'-4'209'0'0,"12"-3"6049"0"0,-22 7-6182 0 0,-1 0-1 0 0,1 1 0 0 0,-1-1 0 0 0,1 0 0 0 0,-1 0 0 0 0,1 1 0 0 0,-1-1 1 0 0,1 0-1 0 0,-1 1 0 0 0,1-1 0 0 0,-1 1 0 0 0,1-1 0 0 0,-1 0 0 0 0,0 1 1 0 0,1-1-1 0 0,-1 1 0 0 0,0-1 0 0 0,0 1 0 0 0,1-1 0 0 0,-1 1 0 0 0,0 0 1 0 0,0-1-1 0 0,0 1 0 0 0,1-1 0 0 0,-1 1 0 0 0,0-1 0 0 0,0 1 0 0 0,0 0 1 0 0,0-1-1 0 0,0 1 0 0 0,0-1 0 0 0,0 1 0 0 0,0-1 0 0 0,-1 1 0 0 0,1 0 1 0 0,0-1-1 0 0,0 1 0 0 0,0-1 0 0 0,-1 1 0 0 0,1 0 0 0 0,-12 48 1315 0 0,-28 74-1 0 0,-2 8-648 0 0,34-106-1539 0 0,-21 44 0 0 0,5-14-5364 0 0,17-34 3008 0 0</inkml:trace>
</inkml:ink>
</file>

<file path=ppt/ink/ink3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9:13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189 226 10045 0 0,'0'0'753'0'0,"-1"-4"-257"0"0,1 2-418 0 0,-1 0 1 0 0,1 0-1 0 0,-1 0 0 0 0,0 0 0 0 0,0-1 0 0 0,1 1 0 0 0,-1 0 0 0 0,0 0 0 0 0,-1 1 1 0 0,1-1-1 0 0,0 0 0 0 0,-1 0 0 0 0,1 1 0 0 0,-1-1 0 0 0,1 0 0 0 0,-1 1 0 0 0,0 0 0 0 0,0-1 1 0 0,1 1-1 0 0,-1 0 0 0 0,0 0 0 0 0,0 0 0 0 0,-4-1 0 0 0,3 1 87 0 0,-1 2-115 0 0,-1 0 0 0 0,1 0 0 0 0,-1 0 0 0 0,1 0 0 0 0,0 1 0 0 0,-1 0 0 0 0,1 0 0 0 0,0 0 0 0 0,0 0 0 0 0,0 0 0 0 0,0 1 0 0 0,-3 3 0 0 0,-45 42 741 0 0,42-39-635 0 0,-19 23 408 0 0,28-30-420 0 0,7-5-411 0 0,17-8-97 0 0,39-27 1 0 0,-60 37 340 0 0,0 0 1 0 0,0 0-1 0 0,0 0 1 0 0,0 0-1 0 0,0 0 1 0 0,0 1-1 0 0,0-1 1 0 0,0 1-1 0 0,0-1 1 0 0,0 1-1 0 0,0 0 0 0 0,0 0 1 0 0,0 0-1 0 0,0 0 1 0 0,0 0-1 0 0,0 0 1 0 0,0 0-1 0 0,0 1 1 0 0,0-1-1 0 0,0 1 1 0 0,0 0-1 0 0,0 0 1 0 0,0-1-1 0 0,0 1 1 0 0,0 0-1 0 0,0 1 1 0 0,-1-1-1 0 0,1 0 1 0 0,0 0-1 0 0,-1 1 1 0 0,3 2-1 0 0,1 0-12 0 0,-1-1 1 0 0,0 0-1 0 0,1 0 0 0 0,0-1 0 0 0,-1 1 0 0 0,10 2 1 0 0,-6-3 59 0 0,-1-1 0 0 0,1 0-1 0 0,0-1 1 0 0,0 0 0 0 0,0 0 0 0 0,-1 0 0 0 0,1-1 0 0 0,0 0 0 0 0,0-1 0 0 0,-1 0 0 0 0,1 0 0 0 0,-1 0 0 0 0,0-1 0 0 0,1 0 0 0 0,-1-1 0 0 0,-1 1 0 0 0,1-1 0 0 0,0-1 0 0 0,-1 1 0 0 0,0-1 0 0 0,0 0 0 0 0,0-1 0 0 0,7-8 0 0 0,2-4 382 0 0,0 0 1 0 0,-2-1-1 0 0,0 0 1 0 0,0-1-1 0 0,-2-1 1 0 0,16-41-1 0 0,-12 24 2301 0 0,-27 61-2658 0 0,1-1 0 0 0,1 2 0 0 0,1-1 0 0 0,-10 41 0 0 0,-9 25-25 0 0,-18 47 99 0 0,46-134-132 0 0,-23 25 242 0 0,22-26-151 0 0,-18-4 32 0 0,8 0-119 0 0,8 2 42 0 0,-2-5-2038 0 0</inkml:trace>
</inkml:ink>
</file>

<file path=ppt/ink/ink3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9:13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0 116 316 0 0,'0'0'7411'0'0,"4"-2"-6649"0"0,19-10 290 0 0,1 1 0 0 0,0 1 0 0 0,0 1 0 0 0,51-10 1 0 0,-75 19-1052 0 0,28-7 669 0 0,-10 3-60 0 0,-1 0 0 0 0,1-1-1 0 0,-1-1 1 0 0,27-13 0 0 0,-43 18-409 0 0,23-4 1180 0 0,-18 3-5185 0 0</inkml:trace>
</inkml:ink>
</file>

<file path=ppt/ink/ink3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9:16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9 652 0 0,'0'0'1337'0'0,"4"-8"5962"0"0,18 14-7178 0 0,154 33 615 0 0,-174-38-719 0 0,-2-1-17 0 0,1 0 1 0 0,-1 0 0 0 0,0 0 0 0 0,0 0 0 0 0,0-1-1 0 0,1 1 1 0 0,-1 0 0 0 0,0 0 0 0 0,0 0 0 0 0,0 1 0 0 0,1-1-1 0 0,-1 0 1 0 0,0 0 0 0 0,0 0 0 0 0,0 0 0 0 0,1 0-1 0 0,-1 0 1 0 0,0 0 0 0 0,0 0 0 0 0,0 0 0 0 0,0 0-1 0 0,1 0 1 0 0,-1 1 0 0 0,0-1 0 0 0,0 0 0 0 0,0 0 0 0 0,0 0-1 0 0,0 0 1 0 0,0 0 0 0 0,1 1 0 0 0,-1-1 0 0 0,0 0-1 0 0,0 0 1 0 0,0 0 0 0 0,0 0 0 0 0,0 1 0 0 0,0-1-1 0 0,0 0 1 0 0,0 0 0 0 0,0 0 0 0 0,0 1 0 0 0,0-1 0 0 0,0 0-1 0 0,0 0 1 0 0,0 0 0 0 0,0 1 0 0 0,0-1 0 0 0,0 0-1 0 0,0 0 1 0 0,0 0 0 0 0,0 1 0 0 0,0-1 0 0 0,0 0-1 0 0,0 0 1 0 0,0 0 0 0 0,0 0 0 0 0,-1 1 0 0 0,1-1 0 0 0,0 0-1 0 0,0 0 1 0 0,0 0 0 0 0,-17 10 5 0 0,-23 4-16 0 0,-1-6-3 0 0,-30 8 34 0 0,69-15 150 0 0,30 8 52 0 0,0-9-94 0 0,-22 0-286 0 0,1-1-1 0 0,0 1 0 0 0,-1 1 1 0 0,1 0-1 0 0,-1 0 0 0 0,1 0 1 0 0,9 3-1 0 0,-13 4-1323 0 0,-1-3-2200 0 0</inkml:trace>
</inkml:ink>
</file>

<file path=ppt/ink/ink3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9:20.5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96 324 0 0,'0'0'4437'0'0,"-2"9"-4174"0"0,-56 226 1379 0 0,11-60-694 0 0,13-55-377 0 0,-15 63 4342 0 0,44-277-3413 0 0,8 42-1447 0 0,2-1 0 0 0,2 1 0 0 0,3 0 0 0 0,2 1-1 0 0,2 0 1 0 0,2 1 0 0 0,3 1 0 0 0,39-77 0 0 0,-48 109-110 0 0,1 0 0 0 0,0 1 0 0 0,1 1 0 0 0,0-1 0 0 0,2 2 0 0 0,22-21-1 0 0,-28 29 26 0 0,1-1 0 0 0,-1 1-1 0 0,1 1 1 0 0,0 0 0 0 0,1 0-1 0 0,-1 1 1 0 0,1 0 0 0 0,0 1-1 0 0,0-1 1 0 0,0 2-1 0 0,0 0 1 0 0,1 0 0 0 0,18 0-1 0 0,-25 2 14 0 0,1 0 0 0 0,-1 0 0 0 0,1 1-1 0 0,-1 0 1 0 0,0-1 0 0 0,0 2-1 0 0,1-1 1 0 0,-1 0 0 0 0,0 1 0 0 0,0 0-1 0 0,0 0 1 0 0,-1 0 0 0 0,1 0 0 0 0,0 1-1 0 0,-1-1 1 0 0,1 1 0 0 0,-1 0-1 0 0,0 0 1 0 0,0 0 0 0 0,0 1 0 0 0,-1-1-1 0 0,1 1 1 0 0,-1 0 0 0 0,0-1 0 0 0,1 1-1 0 0,-2 0 1 0 0,1 0 0 0 0,0 0 0 0 0,-1 0-1 0 0,0 1 1 0 0,0-1 0 0 0,0 0-1 0 0,-1 1 1 0 0,1-1 0 0 0,-1 0 0 0 0,0 1-1 0 0,0-1 1 0 0,0 0 0 0 0,-1 1 0 0 0,0-1-1 0 0,0 0 1 0 0,0 1 0 0 0,0-1 0 0 0,-1 0-1 0 0,1 0 1 0 0,-1 0 0 0 0,0 0-1 0 0,0 0 1 0 0,0-1 0 0 0,-1 1 0 0 0,0-1-1 0 0,1 1 1 0 0,-1-1 0 0 0,0 0 0 0 0,-1 0-1 0 0,1 0 1 0 0,0 0 0 0 0,-5 2 0 0 0,-2 1 18 0 0,-1-1 0 0 0,0 0 1 0 0,-1 0-1 0 0,1-1 0 0 0,-1-1 1 0 0,1 1-1 0 0,-23 1 0 0 0,25-3-78 0 0,0-1 1 0 0,0-1-1 0 0,0 0 0 0 0,0 0 0 0 0,0 0 0 0 0,0-1 0 0 0,0-1 0 0 0,0 0 0 0 0,1 0 0 0 0,-1 0 0 0 0,-8-5 0 0 0,0-1-1891 0 0</inkml:trace>
</inkml:ink>
</file>

<file path=ppt/ink/ink3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9:20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65 122 160 0 0,'0'0'1416'0'0,"-5"5"-787"0"0,-1 2-436 0 0,0-1 1 0 0,0 1 0 0 0,1 0-1 0 0,0 0 1 0 0,1 0 0 0 0,0 0-1 0 0,0 1 1 0 0,0 0-1 0 0,1 0 1 0 0,0 0 0 0 0,1 0-1 0 0,0 1 1 0 0,0-1 0 0 0,0 0-1 0 0,1 1 1 0 0,0 14 0 0 0,2-13-7 0 0,1 0 1 0 0,0-1 0 0 0,0 1 0 0 0,1-1 0 0 0,0 1 0 0 0,0-1 0 0 0,1 0 0 0 0,0 0 0 0 0,1-1 0 0 0,0 1 0 0 0,0-1 0 0 0,1 0 0 0 0,7 8 0 0 0,-13-16-149 0 0,0 0 0 0 0,1 0 1 0 0,-1 1-1 0 0,0-1 0 0 0,1 0 0 0 0,-1 0 1 0 0,0 1-1 0 0,0-1 0 0 0,1 0 0 0 0,-1 0 0 0 0,0 0 1 0 0,1 0-1 0 0,-1 1 0 0 0,0-1 0 0 0,1 0 0 0 0,-1 0 1 0 0,1 0-1 0 0,-1 0 0 0 0,0 0 0 0 0,1 0 0 0 0,-1 0 1 0 0,0 0-1 0 0,1 0 0 0 0,-1 0 0 0 0,0 0 0 0 0,1 0 1 0 0,-1-1-1 0 0,1 1 0 0 0,-1 0 0 0 0,0 0 1 0 0,1 0-1 0 0,-1 0 0 0 0,0 0 0 0 0,0-1 0 0 0,1 1 1 0 0,9-15 405 0 0,0-18-22 0 0,-9 26-440 0 0,0 0 0 0 0,0 0 0 0 0,-1 0 1 0 0,0 0-1 0 0,0 0 0 0 0,-1 0 0 0 0,0 0 1 0 0,0 0-1 0 0,-1 0 0 0 0,1 0 0 0 0,-2 0 1 0 0,1 1-1 0 0,-1-1 0 0 0,0 1 1 0 0,0-1-1 0 0,-1 1 0 0 0,0 0 0 0 0,-8-10 1 0 0,11 15-609 0 0</inkml:trace>
  <inkml:trace contextRef="#ctx0" brushRef="#br0" timeOffset="1">488 167 28 0 0,'0'0'1867'0'0,"-2"-4"-1049"0"0,1 3-698 0 0,0-1 1 0 0,0 0-1 0 0,0 1 0 0 0,0-1 1 0 0,0 1-1 0 0,0-1 0 0 0,0 1 1 0 0,-1 0-1 0 0,1-1 0 0 0,-1 1 1 0 0,1 0-1 0 0,-1 0 0 0 0,1 0 1 0 0,-1 0-1 0 0,1 0 0 0 0,-1 0 1 0 0,0 1-1 0 0,0-1 0 0 0,1 1 1 0 0,-1-1-1 0 0,0 1 0 0 0,0-1 1 0 0,-2 1-1 0 0,-1 0 25 0 0,1 0-1 0 0,0 1 1 0 0,0-1 0 0 0,-1 1-1 0 0,1 0 1 0 0,0 0 0 0 0,0 1-1 0 0,0-1 1 0 0,0 1 0 0 0,-5 3-1 0 0,2-2-30 0 0,1 1-1 0 0,0 0 0 0 0,1 0 0 0 0,-1 0 0 0 0,1 1 0 0 0,-1 0 1 0 0,1 0-1 0 0,1 0 0 0 0,-1 1 0 0 0,1 0 0 0 0,0-1 0 0 0,0 2 1 0 0,-5 10-1 0 0,5 0 17 0 0,2 0-1 0 0,-1-1 1 0 0,2 1 0 0 0,0 0-1 0 0,3 25 1 0 0,-1-26-72 0 0,0 1 0 0 0,-2 0 0 0 0,0 0 0 0 0,-1-1 0 0 0,-6 27 1 0 0,6-32-5 0 0,-2-1 1 0 0,1 1-1 0 0,-2-1 1 0 0,1 0-1 0 0,-10 14 1 0 0,12-21-13 0 0,0-1 0 0 0,0 0 0 0 0,0 1 0 0 0,0-1 0 0 0,0 0 0 0 0,-1 0 0 0 0,1-1 0 0 0,-1 1 0 0 0,0 0 0 0 0,1-1 0 0 0,-1 0 0 0 0,0 1 0 0 0,0-1 0 0 0,0 0 0 0 0,0 0 0 0 0,0-1 0 0 0,0 1 0 0 0,0-1 0 0 0,0 1 0 0 0,0-1 0 0 0,0 0 0 0 0,0 0 0 0 0,-5-1 0 0 0,7 0-28 0 0,-1 1 1 0 0,1-1-1 0 0,-1 0 0 0 0,1 0 0 0 0,-1 1 1 0 0,1-1-1 0 0,0 0 0 0 0,-1 0 1 0 0,1-1-1 0 0,0 1 0 0 0,0 0 1 0 0,0 0-1 0 0,0 0 0 0 0,0-1 0 0 0,0 1 1 0 0,0-1-1 0 0,1 1 0 0 0,-1 0 1 0 0,0-1-1 0 0,1 0 0 0 0,-1-1 0 0 0,-7-34-414 0 0,7 35 255 0 0,1-1 0 0 0,0 1 0 0 0,1-1 0 0 0,-1 1-1 0 0,0 0 1 0 0,1-1 0 0 0,-1 1 0 0 0,1 0 0 0 0,0-1 0 0 0,0 1 0 0 0,0 0-1 0 0,0 0 1 0 0,0-1 0 0 0,3-2 0 0 0,10-9-4565 0 0,-5 7 2308 0 0</inkml:trace>
  <inkml:trace contextRef="#ctx0" brushRef="#br0" timeOffset="2">561 402 268 0 0,'0'0'5557'0'0,"9"16"-3453"0"0,-9-14-1796 0 0,-17 39 843 0 0,-16 18-1173 0 0,16-32-5246 0 0,11-17 2962 0 0</inkml:trace>
  <inkml:trace contextRef="#ctx0" brushRef="#br0" timeOffset="3">689 168 416 0 0,'0'0'1180'0'0,"0"-21"948"0"0,0 3-307 0 0,-1 0-1057 0 0,2 10 432 0 0</inkml:trace>
  <inkml:trace contextRef="#ctx0" brushRef="#br0" timeOffset="4">972 14 104 0 0,'0'0'1142'0'0,"-6"-9"1492"0"0,6 8-2544 0 0,0 1-1 0 0,0 0 0 0 0,0 0 1 0 0,0 0-1 0 0,0-1 0 0 0,0 1 1 0 0,0 0-1 0 0,0 0 0 0 0,-1 0 1 0 0,1-1-1 0 0,0 1 0 0 0,0 0 0 0 0,0 0 1 0 0,0 0-1 0 0,-1-1 0 0 0,1 1 1 0 0,0 0-1 0 0,0 0 0 0 0,0 0 1 0 0,-1 0-1 0 0,1 0 0 0 0,0 0 1 0 0,0 0-1 0 0,-1-1 0 0 0,1 1 1 0 0,0 0-1 0 0,0 0 0 0 0,-1 0 1 0 0,1 0-1 0 0,0 0 0 0 0,0 0 1 0 0,-1 0-1 0 0,1 0 0 0 0,0 0 0 0 0,0 0 1 0 0,-1 0-1 0 0,1 1 0 0 0,0-1 1 0 0,0 0-1 0 0,0 0 0 0 0,-1 0 1 0 0,1 0-1 0 0,0 0 0 0 0,0 0 1 0 0,0 0-1 0 0,-1 1 0 0 0,1-1 1 0 0,0 0-1 0 0,0 0 0 0 0,0 0 1 0 0,-1 1-1 0 0,1-1 0 0 0,0 0 0 0 0,-22 37 303 0 0,2 1-1 0 0,2 1 0 0 0,1 0 1 0 0,2 1-1 0 0,2 1 0 0 0,1 0 1 0 0,3 1-1 0 0,-5 45 0 0 0,14-83-356 0 0,0 1-1 0 0,0 0 1 0 0,0-1-1 0 0,1 1 1 0 0,-1-1-1 0 0,1 1 1 0 0,1-1-1 0 0,-1 0 1 0 0,0 1-1 0 0,1-1 1 0 0,0 0-1 0 0,0 0 1 0 0,0 0-1 0 0,1 0 1 0 0,3 5-1 0 0,-4-9-21 0 0,0 1 1 0 0,-1 0-1 0 0,1-1 0 0 0,0 1 0 0 0,0 0 1 0 0,-1-1-1 0 0,1 0 0 0 0,0 0 0 0 0,0 1 1 0 0,0-1-1 0 0,0 0 0 0 0,-1 0 1 0 0,1-1-1 0 0,0 1 0 0 0,0 0 0 0 0,0-1 1 0 0,0 1-1 0 0,-1-1 0 0 0,1 1 0 0 0,0-1 1 0 0,-1 0-1 0 0,1 0 0 0 0,0 0 0 0 0,-1 0 1 0 0,1 0-1 0 0,-1 0 0 0 0,1 0 0 0 0,1-2 1 0 0,39-38 245 0 0,2-28 3100 0 0,-43 67-3193 0 0,-1 7-1566 0 0,-2 17 389 0 0,-1 24-7713 0 0</inkml:trace>
  <inkml:trace contextRef="#ctx0" brushRef="#br0" timeOffset="5">1070 367 988 0 0,'0'-9'1768'0'0,"-1"0"-525"0"0,1 1 1 0 0,0 0 0 0 0,1-1-1 0 0,0 1 1 0 0,3-13 0 0 0,-3 19-865 0 0,0 0-363 0 0,1-4 132 0 0,15 18-6650 0 0,-11-2 4107 0 0</inkml:trace>
  <inkml:trace contextRef="#ctx0" brushRef="#br0" timeOffset="6">1422 353 488 0 0,'-1'-3'626'0'0,"-1"0"0"0"0,0 0 0 0 0,0 0 0 0 0,0 0-1 0 0,0 0 1 0 0,-1 1 0 0 0,1-1 0 0 0,-1 1 0 0 0,1 0 0 0 0,-1-1 0 0 0,-5-2-1 0 0,6 4-436 0 0,0 0-1 0 0,-1 0 1 0 0,1 0-1 0 0,-1 1 0 0 0,1-1 1 0 0,-1 1-1 0 0,1-1 1 0 0,-1 1-1 0 0,1 0 0 0 0,-1 0 1 0 0,1 0-1 0 0,-1 0 1 0 0,-2 1-1 0 0,-2 0-91 0 0,-1 2 1 0 0,1-1-1 0 0,0 1 1 0 0,1 0-1 0 0,-1 1 1 0 0,0-1-1 0 0,1 1 1 0 0,0 1-1 0 0,-10 7 0 0 0,11-8-49 0 0,0 0 0 0 0,0 0 0 0 0,0 1 0 0 0,0-1-1 0 0,1 1 1 0 0,0 0 0 0 0,0 0 0 0 0,0 0 0 0 0,1 1 0 0 0,-1-1-1 0 0,1 1 1 0 0,1 0 0 0 0,-1 0 0 0 0,1 0 0 0 0,0 0 0 0 0,0 0-1 0 0,0 8 1 0 0,1-13-42 0 0,1 0 0 0 0,0 0 0 0 0,0 0 0 0 0,0 0 0 0 0,0-1 0 0 0,0 1 0 0 0,0 0 0 0 0,1 0 0 0 0,-1 0 0 0 0,0 0 0 0 0,0 0 0 0 0,1 0 0 0 0,-1-1 0 0 0,0 1 0 0 0,1 0 0 0 0,-1 0-1 0 0,1 0 1 0 0,-1-1 0 0 0,1 1 0 0 0,-1 0 0 0 0,1-1 0 0 0,0 1 0 0 0,-1 0 0 0 0,1-1 0 0 0,0 1 0 0 0,-1-1 0 0 0,1 1 0 0 0,0-1 0 0 0,0 1 0 0 0,0-1 0 0 0,-1 0 0 0 0,1 1 0 0 0,0-1 0 0 0,0 0 0 0 0,0 0 0 0 0,0 0 0 0 0,0 0 0 0 0,0 1 0 0 0,0-1 0 0 0,-1 0 0 0 0,2-1 0 0 0,30-3 93 0 0,-1-8-45 0 0,52-29 1 0 0,-56 27 66 0 0,-1 1-1 0 0,33-10 0 0 0,-52 20-6 0 0,-1 1 0 0 0,1 0 0 0 0,0 1-1 0 0,0-1 1 0 0,0 1 0 0 0,0 1 0 0 0,0-1 0 0 0,0 1 0 0 0,11 2-1 0 0,-16-2 40 0 0,27 2 318 0 0,28-5 528 0 0,-22 1-2481 0 0,-1 1-6804 0 0</inkml:trace>
  <inkml:trace contextRef="#ctx0" brushRef="#br0" timeOffset="7">1620 97 236 0 0,'-5'-15'1476'0'0,"-1"6"-80"0"0,0-4 1125 0 0,0-7-461 0 0,6 5-580 0 0,13 1-1064 0 0,0 9-224 0 0,7 2-252 0 0,-1 4-264 0 0,11 1-296 0 0,-2 6-844 0 0,12-3-1585 0 0,0 6 705 0 0</inkml:trace>
</inkml:ink>
</file>

<file path=ppt/ink/ink3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9:21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32 200 0 0,'-1'-11'1640'0'0,"1"10"-1137"0"0,0 0 0 0 0,1 0 0 0 0,-1 0 1 0 0,0 1-1 0 0,0-1 0 0 0,0 0 0 0 0,1 0 1 0 0,-1 0-1 0 0,1 1 0 0 0,-1-1 0 0 0,1 0 1 0 0,-1 1-1 0 0,1-1 0 0 0,-1 0 0 0 0,1 1 1 0 0,-1-1-1 0 0,1 0 0 0 0,0 1 1 0 0,-1-1-1 0 0,1 1 0 0 0,1-1 0 0 0,10-3-806 0 0,-10 4 1397 0 0,0 5-808 0 0,-1 0-221 0 0,0 0 0 0 0,0 0-1 0 0,-1 1 1 0 0,0-1 0 0 0,0 0 0 0 0,0 0 0 0 0,-1 0 0 0 0,1 1-1 0 0,-1-1 1 0 0,-1 0 0 0 0,1 0 0 0 0,-1 0 0 0 0,1 0 0 0 0,-6 8-1 0 0,-6 14 236 0 0,-26 37-1 0 0,5-10 34 0 0,26-40-253 0 0,6-11-55 0 0,0-1-1 0 0,1 0 1 0 0,-1 1-1 0 0,1-1 1 0 0,0 1-1 0 0,0-1 1 0 0,0 1-1 0 0,0 0 1 0 0,0-1-1 0 0,0 1 1 0 0,0 4-1 0 0,1-5 36 0 0,13 6 56 0 0,-4-7-314 0 0,-1-1 1 0 0,1 0-1 0 0,-1 0 1 0 0,1-1-1 0 0,-1 0 1 0 0,0-1-1 0 0,1 0 1 0 0,8-3 0 0 0,17-15-8073 0 0,-20 8 4675 0 0</inkml:trace>
</inkml:ink>
</file>

<file path=ppt/ink/ink3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9:21.6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52 204 13845 0 0,'-12'-24'2715'0'0,"-18"-52"0"0"0,28 69-2441 0 0,0 0-1 0 0,0 0 1 0 0,1 0-1 0 0,0 0 1 0 0,0 0-1 0 0,1-1 1 0 0,-1 1-1 0 0,2 0 1 0 0,-1-1-1 0 0,1 1 1 0 0,0 0-1 0 0,3-8 1 0 0,-4 13-1237 0 0</inkml:trace>
</inkml:ink>
</file>

<file path=ppt/ink/ink3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8T05:09:24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355 726 120,'-9'-8'556,"0"-1"1,1 0-1,0-1 1,1 0-1,0 0 0,0 0 1,-5-14-1,-34-83 1404,41 92-1690,-4-10-24,2 1 0,1-1 0,1-1 0,0 1 1,3-1-1,0 1 0,2-40 0,1 48-170,0 1-1,2 0 0,0-1 0,0 1 0,2 1 1,0-1-1,0 0 0,2 1 0,0 0 1,0 1-1,2-1 0,17-22 0,-23 33-80,0 0-1,0 1 1,1-1 0,-1 1-1,1-1 1,0 1 0,0 0-1,0 1 1,0-1 0,0 1-1,1-1 1,-1 1-1,1 1 1,-1-1 0,1 1-1,0 0 1,9-2 0,-14 4-3,1-1 0,0 0 0,0 1 0,0-1 0,0 0 0,-1 1 0,1-1 0,0 1 0,0 0 0,-1-1 0,1 1 0,0-1 0,-1 1 0,1 0 0,-1 0 0,1-1 0,-1 1 0,1 0 0,-1 0 0,0 0 0,1-1 0,-1 1 0,0 0 0,0 0 0,1 0 0,-1 0 1,0 0-1,0 0 0,0-1 0,0 1 0,0 0 0,0 0 0,0 0 0,-1 0 0,1 0 0,0 0 0,-1 1 0,-9 32-101,10-33 107,-16 35-57,-1 0 1,-2-2-1,-2 0 1,-1-1 0,-33 38-1,-143 140 166,196-209-88,0 0-1,0 0 1,1 0-1,-1 0 1,0 0-1,1 0 1,-1 1-1,1-1 1,0 0-1,-2 6 1,3-8-15,0 1-1,0-1 1,0 1 0,0-1-1,0 1 1,0 0 0,0-1 0,0 1-1,0-1 1,0 1 0,0-1 0,0 1-1,1-1 1,-1 1 0,0-1 0,0 1-1,1-1 1,-1 1 0,0-1 0,1 1-1,-1-1 1,1 0 0,-1 1 0,0-1-1,1 1 1,-1-1 0,1 0 0,-1 0-1,1 1 1,0-1 0,5 2-21,1 0 0,-1-1 0,0 0 0,1-1 0,-1 1 0,1-1 0,6-1 0,259-21-5449,-217 14 3374</inkml:trace>
</inkml:ink>
</file>

<file path=ppt/ink/ink3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8T05:09:25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30 876,'6'-22'3778,"-4"15"1096,-25 58-4006,3 2-1,-27 103 1,18-52-329,22-81-363,-1 0 1,-2 0-1,0-1 1,-1-1-1,-23 34 1,18-38 438,19-31-195,0 4-509,2-3 125,0 0 0,1 1 1,0 0-1,1 0 0,1 1 0,0-1 1,0 2-1,19-19 0,-21 23-7,-4 4-27,-1 1 0,1-1 1,0 1-1,0 0 0,0-1 0,0 1 0,0 0 0,0 0 1,0 1-1,1-1 0,-1 0 0,0 1 0,0-1 0,1 1 1,-1 0-1,0-1 0,1 1 0,-1 0 0,0 1 0,0-1 1,1 0-1,-1 1 0,0-1 0,1 1 0,-1 0 0,0-1 1,0 1-1,0 0 0,0 1 0,0-1 0,0 0 1,0 0-1,0 1 0,-1-1 0,1 1 0,0 0 0,-1-1 1,3 5-1,5 7-112,0 2 0,-1-1 0,0 1 1,7 23-1,-9-22-57,1-1 1,0 0-1,0 0 0,14 18 1,4-12-2776,-8-13-2324</inkml:trace>
</inkml:ink>
</file>

<file path=ppt/ink/ink3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8T05:09:25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10 868,'-6'-7'1894,"2"5"1583,-2 1-3184,0 1 1,1 0-1,-1 1 1,0 0-1,0-1 1,1 2-1,-1-1 1,1 1-1,-1 0 1,1 0-1,0 0 1,-1 1-1,1-1 1,1 1-1,-1 1 1,-7 4-1,2 0 64,1 0-1,-1 0 1,2 1-1,-1 1 0,1-1 1,-13 20-1,21-29-346,-1 1 0,1-1 0,-1 1 0,1-1 0,0 1 0,-1-1 0,1 1 0,0-1 0,-1 1 0,1 0 0,0-1 0,-1 1 0,1-1-1,0 1 1,0 0 0,0-1 0,0 1 0,0 0 0,0-1 0,0 1 0,0 0 0,0-1 0,0 1 0,0 0 0,0-1 0,0 1 0,0 0 0,1-1 0,-1 1 0,0 0-1,0-1 1,1 1 0,-1-1 0,1 1 0,-1 0 0,0-1 0,1 1 0,-1-1 0,1 0 0,-1 1 0,1-1 0,-1 1 0,1-1 0,0 0 0,-1 1 0,1-1 0,-1 0 0,1 1-1,1-1 1,31 1-312,-33-1 301,3-1-73,0 0 20,1 1 0,-1-1 0,1 1 0,0-1 0,-1 1 0,1 0 0,-1 0 0,1 1 0,0-1 0,-1 1 0,7 1 0,-9-1 14,28 51-190,-27-45 212,-2-7 17,0 1 0,0 0-1,0-1 1,0 1 0,0-1-1,0 1 1,0 0-1,1-1 1,-1 1 0,0-1-1,0 1 1,1 0 0,-1-1-1,0 1 1,1-1 0,-1 1-1,0-1 1,1 1-1,-1-1 1,1 0 0,-1 1-1,1-1 1,0 1 0,2 0-14,-1 1 0,0-1 0,1 0 1,-1-1-1,1 1 0,0 0 1,-1-1-1,1 1 0,-1-1 1,1 0-1,0 0 0,-1 0 1,1 0-1,0-1 0,-1 1 1,5-2-1,39-15-355,-34 11 216,25-10-180,77-27-414,-102 39 666,0 1 1,0 0-1,1 1 1,-1 0-1,0 1 0,1 1 1,16 1-1,-27-2 74,-1 1-1,1 1 1,-1-1-1,1 0 1,-1 0-1,1 1 1,-1-1-1,1 0 1,-1 1-1,1 0 1,-1-1-1,0 1 1,1 0-1,-1 0 1,0-1-1,1 1 1,-1 0-1,0 1 1,0-1-1,0 0 1,0 0-1,0 0 1,1 2-1,-2-1 4,0-1 0,1 1 0,-1-1 0,0 1 0,0-1 0,0 1 0,-1 0 0,1-1 0,0 1 0,-1-1 0,1 1 0,0-1 0,-1 1 0,0-1 0,1 1 0,-1-1 0,0 1 0,-1 0 0,-4 6-4,1 0 0,-2-1-1,1 0 1,-1-1 0,0 1 0,-8 5-1,-24 11-381,13-10-2673</inkml:trace>
</inkml:ink>
</file>

<file path=ppt/ink/ink3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8T05:09:25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1 988,'0'0'5483,"-5"0"-4603,-3 0-539,0 0-1,0 1 1,0 0 0,1 0-1,-1 1 1,0 0-1,1 1 1,-1-1 0,1 1-1,-9 5 1,-4 3 611,0 0 1,-27 23-1,46-34-933,1 0 0,0 0 0,0 0-1,0 0 1,-1 0 0,1 0 0,0 0 0,0 1-1,0-1 1,0 0 0,-1 0 0,1 0 0,0 0 0,0 0-1,0 1 1,0-1 0,0 0 0,0 0 0,0 0-1,0 1 1,-1-1 0,1 0 0,0 0 0,0 1-1,0-1 1,0 0 0,0 0 0,0 0 0,0 1-1,0-1 1,0 0 0,0 0 0,0 0 0,0 1-1,1-1 1,-1 0 0,0 0 0,0 0 0,0 1-1,0-1 1,0 0 0,0 0 0,0 0 0,1 0-1,-1 1 1,13 5 227,16-2-17,-7-4-598,43 3 617,-20 11-9019,-30-7 5168</inkml:trace>
</inkml:ink>
</file>

<file path=ppt/ink/ink3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8T05:09:26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121 461 152,'0'0'3616,"2"6"-3004,3 21-60,-2 0 1,0 0-1,-2 0 0,0 0 0,-2 0 0,-2 0 0,-5 31 0,7-56-422,1 0-34,0-1 0,0 0 0,0 1 0,0-1-1,-1 0 1,1 1 0,0-1 0,-1 0 0,1 0 0,-1 1-1,1-1 1,-1 0 0,0 0 0,0 0 0,1 0-1,-1 0 1,0 0 0,0 0 0,0 0 0,0 0-1,0 0 1,-2 1 0,-2-6-12,1 1-1,0-1 1,0 0 0,0 0-1,1 0 1,0 0 0,-1-1-1,1 1 1,1-1-1,-5-9 1,-4-11 39,0-1 0,1 0 0,2-1 0,1 0 0,1 0 0,1 0 0,2-1-1,-1-46 1,5 37-55,1 1 0,2-1 0,1 1 0,2 1-1,2-1 1,14-38 0,-20 67-63,0 1-1,0-1 1,0 1 0,1-1 0,0 1-1,1 0 1,-1 0 0,1 1-1,0-1 1,0 1 0,1 0 0,0 1-1,0-1 1,0 1 0,0 0-1,0 1 1,1 0 0,0 0 0,0 0-1,0 0 1,13-2 0,-15 4-10,1 1 0,0-1 0,-1 1 0,1 0 0,0 1 0,0-1 0,-1 1-1,1 0 1,-1 1 0,1-1 0,-1 1 0,1 0 0,-1 0 0,0 1 0,0-1 0,0 1 0,0 1 0,-1-1 0,1 0 0,-1 1 0,0 0 0,0 0 0,0 1 0,0-1 0,-1 1 0,0-1 0,0 1 0,3 7 0,0-2-2,-2 1 0,1 0 0,-2 1 0,1-1 0,-1 1 0,-1-1 0,0 1 0,-1 0 0,0 0-1,-1 0 1,0 0 0,-3 18 0,2-23 7,-1-1 0,1 1-1,-1-1 1,0 0 0,-1 0 0,1 0-1,-1 0 1,0 0 0,-1-1-1,1 1 1,-1-1 0,-1 0 0,1 0-1,0 0 1,-1-1 0,0 1 0,0-1-1,-1 0 1,1-1 0,-1 1-1,0-1 1,1 0 0,-1-1 0,-7 3-1,2-2-12,-1 0-1,1-1 1,-1 0-1,0-1 1,0-1 0,0 1-1,1-2 1,-1 0-1,0 0 1,-11-3-1,2 1-286,-4-17-1944,12 10-3739</inkml:trace>
</inkml:ink>
</file>

<file path=ppt/ink/ink3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8T05:09:27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60 138 604,'4'0'203,"0"1"-1,0 0 0,0 0 1,-1 0-1,1 0 1,0 0-1,-1 1 1,1 0-1,-1 0 1,1 0-1,-1 0 1,0 0-1,5 5 1,-7-5-130,1 0 1,-1 0 0,1 0-1,-1 0 1,0 1 0,0-1-1,0 0 1,0 1 0,0-1-1,0 1 1,-1-1 0,1 1-1,-1-1 1,0 1 0,0 0-1,0-1 1,0 1 0,0-1-1,0 1 1,-1-1-1,1 1 1,-1-1 0,-1 3-1,-7 20 293,-1 0-1,-2-1 1,0 0-1,-19 26 1,25-40-269,2-3 32,3-4-69,-1 0-1,1 0 1,-1-1-1,0 1 1,1 0 0,-1 0-1,0-1 1,-1 0-1,1 1 1,0-1-1,-1 0 1,1 0 0,-1 0-1,0 0 1,1-1-1,-6 3 1,11-10-32,5-11-60,1 0 1,1 1-1,1 0 1,0 0-1,1 2 0,1-1 1,0 2-1,16-13 1,6-4-58,2 1 0,54-32 0,-22 27 555,-67 33-313,-1 1-147,0 0 0,-1 0 1,1 0-1,0 0 0,0 0 1,0 0-1,-1 1 0,1-1 0,0 0 1,0 1-1,-1-1 0,1 0 1,0 1-1,-1-1 0,1 1 1,0-1-1,-1 1 0,1 0 0,-1-1 1,1 1-1,-1-1 0,1 1 1,-1 0-1,1 0 0,-1-1 1,0 1-1,1 0 0,-1 0 1,0-1-1,0 1 0,1 1 0,1 32 170,0-11-111,0-8-9,12 49 91,-13-61-129,0 1 1,0-1-1,1 0 0,-1 1 1,1-1-1,0 0 0,0 0 1,0 0-1,0 0 1,0-1-1,1 1 0,-1 0 1,1-1-1,4 3 1,-6-4 119,1-2-132,1 0 1,-1-1-1,0 1 1,0-1-1,0 0 1,0 0 0,0 0-1,0 0 1,-1 0-1,1 0 1,0 0-1,-1 0 1,0-1 0,0 1-1,0-1 1,0 1-1,0-1 1,0 1-1,0-1 1,0-3 0,-1 1 7,1 0 1,-1 0 0,0 0 0,0 0 0,-1 0 0,0 0 0,0 0 0,0 0-1,-3-7 1,3 9 45,0-5 49,-2-5-66,3 12-43,0 1 0,0 0 0,0 0-1,0 0 1,0 0 0,0 0-1,0 0 1,0 0 0,0 0 0,0-1-1,0 1 1,0 0 0,0 0 0,0 0-1,0 0 1,0 0 0,0 0 0,0 0-1,0-1 1,0 1 0,0 0 0,0 0-1,0 0 1,0 0 0,0 0-1,0 0 1,0 0 0,0-1 0,0 1-1,0 0 1,0 0 0,0 0 0,0 0-1,0 0 1,0 0 0,0 0 0,1 0-1,-1 0 1,0 0 0,0-1 0,0 1-1,0 0 1,0 0 0,0 0 0,0 0-1,0 0 1,1 0 0,-1 0-1,0 0 1,0 0 0,0 0 0,0 0-1,0 0 1,0 0 0,0 0 0,1 0-1,-1 0 1,0 0 0,0 0 0,0 0-1,0 0 1,0 0 0,0 0 0,0 0-1,1 0 1,-1 0 0,0 0-1,0 1 1,7 3 5,-1 1 0,2-1 0,-1 0-1,0-1 1,1 1 0,-1-1 0,1-1-1,0 0 1,0 0 0,0 0 0,0-1-1,0 0 1,1-1 0,-1 0 0,0 0-1,0-1 1,0 0 0,1 0 0,-1-1-1,-1 0 1,1 0 0,0-1 0,0 0-1,-1 0 1,0-1 0,1 0 0,-1 0-1,-1-1 1,1 0 0,-1 0 0,0-1-1,0 1 1,0-1 0,-1-1 0,0 1-1,0-1 1,6-11 0,-9 14 41,1 1 1,-1-2-1,0 1 0,0 0 1,0 0-1,-1-1 0,1 1 1,-1 0-1,0-1 0,0 0 0,-1 1 1,1-1-1,-1 1 0,0-1 1,-1 0-1,1 1 0,-1-1 1,1 1-1,-2-1 0,1 1 1,0-1-1,-4-7 0,2 10-25,0 1-1,1-1 0,-1 0 0,0 1 1,0 0-1,0 0 0,0 0 0,0 0 1,0 0-1,0 0 0,0 1 0,-1 0 1,1-1-1,0 1 0,0 0 1,0 1-1,-7 0 0,8 0-15,-1 0 0,0 0 0,0 0 1,0 0-1,1 0 0,-1 0 0,1 1 0,-1 0 0,1-1 1,0 1-1,-1 0 0,1 0 0,0 0 0,0 0 0,-2 4 0,2-2-1,0 0 0,0 0 0,0 0-1,1-1 1,0 2 0,0-1 0,0 0 0,1 0-1,-1 0 1,1 0 0,0 0 0,0 1-1,0-1 1,1 0 0,0 5 0,2 3 4,1 0 0,0 0 0,1 0 0,1-1 0,-1 0 0,2 0 0,12 18 0,-12-20-30,0 0 0,-1 1 0,0 0 1,-1 0-1,0 1 0,-1-1 0,0 1 0,2 11 1,-6-20 17,0 1-1,0-1 1,0 0 0,0 0 0,-1 0 0,1 0-1,-1 1 1,0-1 0,0 0 0,0 0 0,0 0-1,0 0 1,0-1 0,0 1 0,0 0 0,-1 0-1,1-1 1,-1 1 0,1-1 0,-1 1 0,0-1-1,1 0 1,-1 1 0,0-1 0,0 0 0,0 0-1,0 0 1,0-1 0,0 1 0,0 0 0,0-1-1,-1 1 1,1-1 0,-3 0 0,-1 2-20,0-1 0,-1-1 0,1 1 0,0-1 0,-1 0 0,1 0 0,0-1 0,0 1 0,-1-2 0,-7-1 0,11 2-231,-12-9-1276,9 1-3532</inkml:trace>
</inkml:ink>
</file>

<file path=ppt/ink/ink3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8T05:09:29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0 52,'0'0'3137,"-5"2"-2671,0 1-4,-4 2-376,2-3 4444,-4 2 4109,9-4-7312,-16 9-2652,6-4-3907,-13-1-1769</inkml:trace>
</inkml:ink>
</file>

<file path=ppt/ink/ink3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8T05:09:31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286 52 788,'0'0'821,"3"-36"5260,-4 34-5646,-10-9 686,3 10-925,0 0 1,0 1-1,0 0 0,-1 0 1,1 1-1,0 0 0,0 0 0,0 1 1,0 0-1,1 0 0,-1 1 1,-8 4-1,9-4-116,1 0 0,-1 0 1,1 1-1,0 0 0,0 0 0,0 0 1,1 1-1,0 0 0,0 0 1,0 0-1,0 0 0,1 1 0,0 0 1,-5 8-1,8-12-61,0 0 0,0-1 1,1 1-1,-1 0 0,1-1 1,-1 1-1,1 0 0,-1 0 1,1-1-1,0 1 0,0 0 1,0 0-1,0 0 0,0 0 0,0-1 1,0 1-1,1 0 0,-1 0 1,2 2-1,-2-3-6,1 0-1,0 0 1,0-1-1,0 1 1,0 0-1,0-1 1,0 1-1,0-1 1,0 1-1,0-1 1,0 1-1,0-1 1,0 0-1,1 0 1,-1 1 0,0-1-1,0 0 1,0 0-1,0 0 1,1 0-1,-1 0 1,1-1-1,10-1 38,-1-1-1,1 0 1,-1-1-1,14-7 0,-21 10-49,12-7 41,-12 6-40,0-1-1,0 1 1,0 0-1,0 1 1,1-1-1,-1 1 1,0 0-1,1 0 1,-1 0-1,7 0 1,-8 2-6,0-1 1,0 0-1,1 1 1,-1 0-1,0 0 1,0 0-1,0 0 0,0 0 1,-1 1-1,1-1 1,0 1-1,-1 0 1,1 0-1,0 0 1,-1 0-1,0 0 0,0 0 1,0 1-1,0-1 1,0 1-1,0 0 1,0-1-1,-1 1 0,1 0 1,0 5-1,1 1-6,0 0 0,-1 0 0,-1 0 0,0 1 0,0 16 0,-1-25 9,1 23-85,-2 1-1,-1-1 0,0 1 1,-2-1-1,-1 0 1,-1 0-1,-12 33 0,13-46 92,0 0 0,-1 0-1,0-1 1,0 1-1,-1-1 1,-1-1-1,1 1 1,-2-1-1,1-1 1,-1 1-1,0-1 1,-1-1-1,0 0 1,0 0-1,-1-1 1,0-1-1,-12 6 1,19-9 55,0-1 1,-1 1 0,1-1-1,-1 0 1,1 0 0,-1-1-1,0 1 1,1-1-1,-1 0 1,0 0 0,1 0-1,-1-1 1,-6-1-1,9 1-23,-1 0 0,0-1 0,0 1 0,1 0 0,-1-1 0,0 0 0,1 1 0,0-1 0,-1 0 0,1 0 0,0-1 0,0 1 0,0 0 0,0-1 0,1 1 0,-3-4 0,2 0-32,0 0-1,0 0 1,0 0 0,1-1-1,-1 1 1,2 0-1,-1-1 1,1 1-1,0-1 1,0 1-1,0 0 1,1-1-1,0 1 1,1 0-1,-1 0 1,1-1-1,0 1 1,4-6-1,0 0-306,0 0-1,1 1 0,0 0 1,0 0-1,2 0 1,-1 1-1,11-9 0,-9 10-1519,1 0-1,0 1 1,23-13-1,-16 12-952</inkml:trace>
</inkml:ink>
</file>

<file path=ppt/ink/ink3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09:33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0 699 552 0 0,'1'0'206'0'0,"1"1"0"0"0,-1-1 0 0 0,0 1 0 0 0,1-1 0 0 0,-1 0 0 0 0,0 0 0 0 0,1 0 0 0 0,-1 1 0 0 0,0-1 0 0 0,1 0 0 0 0,-1 0 0 0 0,0-1 0 0 0,1 1 0 0 0,-1 0 0 0 0,0 0 0 0 0,1-1 0 0 0,-1 1 0 0 0,0-1 0 0 0,1 1 0 0 0,-1-1 0 0 0,0 0 0 0 0,0 1 0 0 0,2-2 0 0 0,43-23 1051 0 0,-33 18-576 0 0,-3 2-422 0 0,0 0 1 0 0,-1-1-1 0 0,0 0 1 0 0,0 0-1 0 0,0-1 0 0 0,-1 0 1 0 0,0-1-1 0 0,-1 0 1 0 0,1 0-1 0 0,-1 0 0 0 0,-1-1 1 0 0,0 0-1 0 0,0 0 1 0 0,4-11-1 0 0,-5 11-39 0 0,-1 0 0 0 0,0 0 0 0 0,-1-1 1 0 0,3-15-1 0 0,-5 21-162 0 0,-1-1 0 0 0,0 1 0 0 0,0 0 1 0 0,0-1-1 0 0,0 1 0 0 0,-1-1 1 0 0,0 1-1 0 0,1 0 0 0 0,-2-1 0 0 0,1 1 1 0 0,-1 0-1 0 0,-2-6 0 0 0,2 8-47 0 0,1 0-1 0 0,0 0 1 0 0,-1 0-1 0 0,1 1 1 0 0,-1-1-1 0 0,1 0 1 0 0,-1 1-1 0 0,0 0 1 0 0,0-1-1 0 0,0 1 1 0 0,1 0-1 0 0,-1 0 1 0 0,0 0-1 0 0,0 0 0 0 0,-1 0 1 0 0,1 0-1 0 0,0 1 1 0 0,0-1-1 0 0,0 1 1 0 0,0 0-1 0 0,-1-1 1 0 0,1 1-1 0 0,0 0 1 0 0,0 0-1 0 0,-1 0 1 0 0,1 1-1 0 0,0-1 1 0 0,-4 2-1 0 0,2-2-20 0 0,3 0 4 0 0,0 0-1 0 0,0 1 1 0 0,0-1 0 0 0,0 0-1 0 0,0 1 1 0 0,0-1 0 0 0,0 1-1 0 0,1-1 1 0 0,-1 1-1 0 0,0-1 1 0 0,0 1 0 0 0,0 0-1 0 0,0-1 1 0 0,1 1 0 0 0,-2 2-1 0 0,1 1-7 0 0,2 0 0 0 0,-1-1 0 0 0,0 1 0 0 0,1 0-1 0 0,-1 0 1 0 0,1 0 0 0 0,0 0 0 0 0,1 0 0 0 0,-1-1-1 0 0,1 1 1 0 0,-1-1 0 0 0,1 1 0 0 0,0-1 0 0 0,0 1 0 0 0,1-1-1 0 0,-1 0 1 0 0,6 5 0 0 0,8 14-131 0 0,14 16-151 0 0,-21-28 155 0 0,1-1 0 0 0,0 0-1 0 0,17 10 1 0 0,-16-11-27 0 0,1-1-1 0 0,0-1 1 0 0,1 0 0 0 0,0-1-1 0 0,-1 0 1 0 0,2-1 0 0 0,-1-1-1 0 0,0 0 1 0 0,1 0 0 0 0,-1-2 0 0 0,17 1-1 0 0,-22-2 108 0 0,-1-1 0 0 0,1 0-1 0 0,-1-1 1 0 0,1 1 0 0 0,-1-1-1 0 0,0-1 1 0 0,0 1 0 0 0,0-1-1 0 0,0-1 1 0 0,0 1 0 0 0,0-1-1 0 0,-1 0 1 0 0,0-1 0 0 0,9-7-1 0 0,-7 5 75 0 0,0-1 0 0 0,-1 0 0 0 0,0-1 0 0 0,0 0 0 0 0,0 0 0 0 0,-1 0 0 0 0,-1-1 0 0 0,0 0 0 0 0,4-11 0 0 0,-7 19 20 0 0,-1-1-1 0 0,0 1 0 0 0,0-1 0 0 0,-1 1 1 0 0,1-1-1 0 0,0 1 0 0 0,-1-1 1 0 0,0 0-1 0 0,1 1 0 0 0,-1-1 1 0 0,0 0-1 0 0,-1 0 0 0 0,1 1 1 0 0,0-1-1 0 0,-1 1 0 0 0,1-1 1 0 0,-1 0-1 0 0,0 1 0 0 0,0-1 1 0 0,0 1-1 0 0,0-1 0 0 0,0 1 1 0 0,-1 0-1 0 0,-2-4 0 0 0,1 5-13 0 0,-1 0 1 0 0,1 1-1 0 0,0-1 0 0 0,0 1 0 0 0,-1 0 1 0 0,1 0-1 0 0,0 0 0 0 0,-1 1 0 0 0,1-1 1 0 0,0 1-1 0 0,0-1 0 0 0,-1 1 0 0 0,1 0 1 0 0,-6 3-1 0 0,8-3-28 0 0,-3 0 20 0 0,0 1 0 0 0,0 0 0 0 0,0 1 0 0 0,0-1 1 0 0,0 1-1 0 0,0 0 0 0 0,0 0 0 0 0,1 0 0 0 0,0 0 0 0 0,-1 1 1 0 0,1-1-1 0 0,1 1 0 0 0,-1 0 0 0 0,0 0 0 0 0,1 0 1 0 0,0 0-1 0 0,0 0 0 0 0,0 1 0 0 0,0-1 0 0 0,1 1 0 0 0,0-1 1 0 0,0 1-1 0 0,0-1 0 0 0,0 1 0 0 0,1 0 0 0 0,0-1 0 0 0,0 1 1 0 0,0 0-1 0 0,0 0 0 0 0,1-1 0 0 0,0 1 0 0 0,0-1 1 0 0,0 1-1 0 0,0-1 0 0 0,1 1 0 0 0,0-1 0 0 0,0 0 0 0 0,5 9 1 0 0,-2-8-44 0 0,0 1 0 0 0,1-1 1 0 0,0-1-1 0 0,0 1 1 0 0,0-1-1 0 0,0 0 0 0 0,1 0 1 0 0,0 0-1 0 0,0-1 0 0 0,0 0 1 0 0,0-1-1 0 0,0 1 1 0 0,11 1-1 0 0,-5-2-58 0 0,0-1-1 0 0,0-1 1 0 0,1 1-1 0 0,-1-2 1 0 0,0 0 0 0 0,0-1-1 0 0,14-3 1 0 0,15-7-117 0 0,-1-1 1 0 0,-1-2-1 0 0,65-35 0 0 0,-89 41 377 0 0,0 0-1 0 0,0-1 1 0 0,-1-1-1 0 0,19-16 1 0 0,-33 26 18 0 0,12-28 955 0 0,-15 28-1005 0 0,-16-3-17 0 0,15 4 7 0 0,-5 0-45 0 0,1 1 1 0 0,-1 0-1 0 0,0 0 0 0 0,1 1 0 0 0,0 0 1 0 0,-1 0-1 0 0,1 0 0 0 0,0 1 0 0 0,0 1 1 0 0,0-1-1 0 0,1 1 0 0 0,-1 0 0 0 0,1 0 1 0 0,0 1-1 0 0,0 0 0 0 0,-8 9 1 0 0,13-13-58 0 0,1-1-22 0 0,0 0 0 0 0,-1 0 0 0 0,1 0 0 0 0,0 0 1 0 0,0 1-1 0 0,0-1 0 0 0,-1 0 0 0 0,1 0 1 0 0,0 0-1 0 0,0 0 0 0 0,0 0 0 0 0,-1 0 1 0 0,1 0-1 0 0,0 1 0 0 0,0-1 0 0 0,0 0 1 0 0,0 0-1 0 0,0 0 0 0 0,-1 0 0 0 0,1 1 1 0 0,0-1-1 0 0,0 0 0 0 0,0 0 0 0 0,0 0 1 0 0,0 1-1 0 0,0-1 0 0 0,0 0 0 0 0,0 0 1 0 0,0 0-1 0 0,0 1 0 0 0,0-1 0 0 0,0 0 1 0 0,0 0-1 0 0,0 1 0 0 0,0-1 0 0 0,0 0 1 0 0,0 0-1 0 0,0 0 0 0 0,0 1 0 0 0,0-1 1 0 0,0 0-1 0 0,0 0 0 0 0,0 0 0 0 0,0 1 1 0 0,0-1-1 0 0,0 0 0 0 0,1 0 0 0 0,-1 0 1 0 0,0 0-1 0 0,0 1 0 0 0,0-1 0 0 0,0 0 1 0 0,0 0-1 0 0,1 0 0 0 0,-1 1 0 0 0,1 0 0 0 0,-1-1-1 0 0,1 1 1 0 0,-1-1 0 0 0,1 1 0 0 0,-1-1 0 0 0,1 1-1 0 0,-1-1 1 0 0,1 0 0 0 0,-1 1 0 0 0,1-1 0 0 0,-1 1-1 0 0,1-1 1 0 0,0 0 0 0 0,-1 0 0 0 0,1 1 0 0 0,0-1-1 0 0,-1 0 1 0 0,1 0 0 0 0,0 0 0 0 0,-1 0 0 0 0,1 0-1 0 0,0 0 1 0 0,125-8-684 0 0,-118 7 651 0 0,0 0 0 0 0,0-1 0 0 0,0 0 0 0 0,0 0 0 0 0,7-4 0 0 0,-1 0 4 0 0,0 0-1 0 0,-1-2 1 0 0,0 0-1 0 0,13-11 1 0 0,-6 3 13 0 0,-1 0 1 0 0,-1-2 0 0 0,0 0 0 0 0,14-21 0 0 0,-20 22 30 0 0,-1 0-1 0 0,-1 0 1 0 0,0-1 0 0 0,-1-1 0 0 0,-2 1 0 0 0,9-27 0 0 0,-12 31 52 0 0,-1 1 1 0 0,-1-1-1 0 0,0 0 1 0 0,0 0 0 0 0,-1 1-1 0 0,-1-1 1 0 0,-1 0 0 0 0,0 0-1 0 0,-5-27 1 0 0,6 39-69 0 0,0 1 1 0 0,0 0 0 0 0,0 0-1 0 0,0-1 1 0 0,-1 1-1 0 0,1 0 1 0 0,0 0 0 0 0,-1 0-1 0 0,1-1 1 0 0,-1 1-1 0 0,1 0 1 0 0,-1 0 0 0 0,1 0-1 0 0,-1 0 1 0 0,0 0-1 0 0,1 0 1 0 0,-1 0 0 0 0,0 0-1 0 0,0 0 1 0 0,0 0-1 0 0,0 1 1 0 0,0-1 0 0 0,0 0-1 0 0,0 0 1 0 0,0 1-1 0 0,0-1 1 0 0,0 1 0 0 0,0-1-1 0 0,-2 0 1 0 0,1 2-3 0 0,0 0 1 0 0,1 0-1 0 0,-1 0 0 0 0,1 0 1 0 0,-1 0-1 0 0,0 0 1 0 0,1 0-1 0 0,0 1 0 0 0,-1-1 1 0 0,1 0-1 0 0,0 1 0 0 0,0-1 1 0 0,-1 1-1 0 0,1-1 0 0 0,0 1 1 0 0,-1 2-1 0 0,-5 11-7 0 0,0-1-1 0 0,1 2 1 0 0,-8 26-1 0 0,8-16 1 0 0,1 1 1 0 0,2 0-1 0 0,0-1 0 0 0,2 1 1 0 0,1 0-1 0 0,1 0 0 0 0,1 0 0 0 0,1-1 1 0 0,10 38-1 0 0,-11-57-18 0 0,0 0 1 0 0,1-1 0 0 0,0 1-1 0 0,0-1 1 0 0,0 0-1 0 0,0 0 1 0 0,1 0 0 0 0,0 0-1 0 0,1-1 1 0 0,-1 1 0 0 0,1-1-1 0 0,8 7 1 0 0,-9-9 16 0 0,-1-1-1 0 0,1 0 1 0 0,-1-1 0 0 0,1 1 0 0 0,0-1-1 0 0,0 1 1 0 0,0-1 0 0 0,0 0 0 0 0,0 0 0 0 0,0-1-1 0 0,0 1 1 0 0,0-1 0 0 0,0 0 0 0 0,0 0 0 0 0,0-1-1 0 0,0 1 1 0 0,0-1 0 0 0,0 0 0 0 0,0 0-1 0 0,0 0 1 0 0,0 0 0 0 0,7-4 0 0 0,-1 1 11 0 0,-1-1 0 0 0,0 0 1 0 0,0 0-1 0 0,0-1 0 0 0,-1 0 0 0 0,0 0 1 0 0,0-1-1 0 0,-1 0 0 0 0,1-1 1 0 0,-2 0-1 0 0,1 0 0 0 0,-1 0 0 0 0,0-1 1 0 0,-1 0-1 0 0,0 0 0 0 0,7-18 0 0 0,-11 25 36 0 0,0 1-34 0 0,-1 0 0 0 0,0 0 0 0 0,1 1 0 0 0,-1-1 0 0 0,0 0 0 0 0,0 0 0 0 0,0 0 0 0 0,0 0 0 0 0,0 0 0 0 0,0 0 0 0 0,0 0 0 0 0,0 0-1 0 0,0 0 1 0 0,0 0 0 0 0,0 0 0 0 0,0 0 0 0 0,-1 0 0 0 0,1 1 0 0 0,0-1 0 0 0,-1 0 0 0 0,1 0 0 0 0,-1 0 0 0 0,1 0 0 0 0,-1 1 0 0 0,1-1-1 0 0,-1 0 1 0 0,0 0 0 0 0,1 1 0 0 0,-1-1 0 0 0,0 0 0 0 0,0 1 0 0 0,1-1 0 0 0,-1 1 0 0 0,0-1 0 0 0,0 1 0 0 0,0 0 0 0 0,0-1-1 0 0,1 1 1 0 0,-1 0 0 0 0,0-1 0 0 0,-2 1 0 0 0,-2 1-2 0 0,1 1 0 0 0,-1 0 0 0 0,1 0 0 0 0,-1 0 1 0 0,1 1-1 0 0,0-1 0 0 0,0 1 0 0 0,0 0 0 0 0,0 1 0 0 0,1-1 0 0 0,-1 0 0 0 0,1 1 0 0 0,0 0 0 0 0,0 0 0 0 0,0 0 0 0 0,0 0 0 0 0,1 0 1 0 0,0 1-1 0 0,0-1 0 0 0,0 1 0 0 0,0-1 0 0 0,1 1 0 0 0,-1 0 0 0 0,1 0 0 0 0,0 8 0 0 0,0-10 4 0 0,24 23-89 0 0,-15-25 8 0 0,0-2 0 0 0,0 1 0 0 0,0-1 0 0 0,0 0 0 0 0,1 0 0 0 0,-1-1 0 0 0,-1 0 0 0 0,14-6 0 0 0,66-35-598 0 0,-12 5 207 0 0,-22 18 240 0 0,-51 19 210 0 0,6 3 46 0 0,-7-2-26 0 0,0 0 0 0 0,0 0-1 0 0,0 0 1 0 0,-1 0 0 0 0,1 0-1 0 0,0 0 1 0 0,0 0 0 0 0,-1 0-1 0 0,1 0 1 0 0,0 1 0 0 0,0-1-1 0 0,-1 0 1 0 0,1 0 0 0 0,0 1 0 0 0,-1-1-1 0 0,1 0 1 0 0,0 1 0 0 0,-1-1-1 0 0,1 1 1 0 0,0 0 0 0 0,0 1-1 0 0,1 6 29 0 0,1-2 18 0 0,2 1 100 0 0,-3-5-141 0 0,0-1 1 0 0,0 1-1 0 0,0-1 0 0 0,-1 0 1 0 0,1 1-1 0 0,1-1 0 0 0,-1 0 1 0 0,0 0-1 0 0,0-1 0 0 0,0 1 1 0 0,0 0-1 0 0,3 0 0 0 0,-2-1-318 0 0,0 0 0 0 0,0 0 0 0 0,-1 0 0 0 0,1 0 0 0 0,0 0 0 0 0,0 0 0 0 0,0-1 0 0 0,0 1 0 0 0,0-1 0 0 0,-1 0 0 0 0,1 0 0 0 0,0 0 0 0 0,4-3 0 0 0,-4 2-2406 0 0</inkml:trace>
</inkml:ink>
</file>

<file path=ppt/ink/ink3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8T05:09:33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48 1084,'0'0'1300,"-11"-7"3501,51-13-4121,-25 16-136,1-3-184,0 3-192,1 0-200,-1 3-224,14 2-984,-11-1-2573</inkml:trace>
</inkml:ink>
</file>

<file path=ppt/ink/ink3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02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1 440 0 0,'0'0'4140'0'0,"8"1"-1923"0"0</inkml:trace>
</inkml:ink>
</file>

<file path=ppt/ink/ink3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1044 0 0,'0'0'4601'0'0,"18"-8"-4161"0"0,1 11-624 0 0,3 1-2853 0 0,-4-3 1461 0 0</inkml:trace>
</inkml:ink>
</file>

<file path=ppt/ink/ink3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0 372 0 0,'1'4'2535'0'0,"2"1"1849"0"0</inkml:trace>
</inkml:ink>
</file>

<file path=ppt/ink/ink3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10:20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1 824 0 0,'0'12'2168'0'0</inkml:trace>
</inkml:ink>
</file>

<file path=ppt/ink/ink3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0:09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6 729 112 0 0,'0'0'1276'0'0,"-6"36"1288"0"0,8-29-2313 0 0,0 0 0 0 0,0 0 1 0 0,0 0-1 0 0,1-1 1 0 0,0 1-1 0 0,1-1 0 0 0,-1 1 1 0 0,1-1-1 0 0,0 0 1 0 0,10 10-1 0 0,-11-14-170 0 0,0 1 1 0 0,1-1-1 0 0,-1 1 1 0 0,1-1-1 0 0,0 0 1 0 0,0 0 0 0 0,0-1-1 0 0,0 1 1 0 0,0-1-1 0 0,0 0 1 0 0,0 0-1 0 0,1 0 1 0 0,-1-1-1 0 0,0 1 1 0 0,1-1-1 0 0,-1 0 1 0 0,0 0-1 0 0,1-1 1 0 0,-1 1-1 0 0,8-3 1 0 0,21-6 125 0 0,0-1 0 0 0,-1-1 0 0 0,0-2 0 0 0,0-1 0 0 0,-2-1 0 0 0,0-2 0 0 0,45-33 0 0 0,-22 9 140 0 0,-2-2-1 0 0,88-95 1 0 0,-115 109-262 0 0,0-2-1 0 0,-2 0 1 0 0,-1-1-1 0 0,-1 0 1 0 0,-2-2 0 0 0,-2-1-1 0 0,-1 0 1 0 0,-1 0-1 0 0,10-43 1 0 0,-22 66-73 0 0,1-1-1 0 0,-2 1 1 0 0,1 0-1 0 0,-2 0 1 0 0,0-1 0 0 0,0 1-1 0 0,-3-19 1 0 0,2 29-96 0 0,-4 6-99 0 0,-11 10 148 0 0,1 0 0 0 0,0 0 0 0 0,1 2 0 0 0,1 0 0 0 0,1 0 0 0 0,-16 26 0 0 0,2 4-21 0 0,-29 69 1 0 0,45-89 48 0 0,1 0 1 0 0,1 0-1 0 0,1 1 1 0 0,2 0-1 0 0,1 0 0 0 0,1 1 1 0 0,1-1-1 0 0,1 0 1 0 0,1 1-1 0 0,2-1 0 0 0,1 1 1 0 0,7 27-1 0 0,-9-48-3 0 0,2 0 0 0 0,-1 0 0 0 0,1 0 0 0 0,0 0 0 0 0,0-1 0 0 0,1 1 0 0 0,0-1 0 0 0,0 0 0 0 0,0 0 0 0 0,1 0 0 0 0,0-1-1 0 0,0 1 1 0 0,0-1 0 0 0,1 0 0 0 0,0-1 0 0 0,0 1 0 0 0,9 4 0 0 0,-10-7 8 0 0,1 1 0 0 0,0-1 0 0 0,0 0 0 0 0,0-1 0 0 0,1 1 0 0 0,-1-1 0 0 0,0-1-1 0 0,0 1 1 0 0,1-1 0 0 0,-1 0 0 0 0,0 0 0 0 0,1-1 0 0 0,-1 0 0 0 0,0 0 0 0 0,0 0 0 0 0,0-1 0 0 0,0 0 0 0 0,0 0 0 0 0,0-1-1 0 0,8-4 1 0 0,16-11 2 0 0,-2-1 1 0 0,0-1-1 0 0,-1-1 0 0 0,-1-1 0 0 0,-2-2 0 0 0,0 0 0 0 0,-1-1 0 0 0,-2-2 0 0 0,0 0 1 0 0,25-46-1 0 0,-25 33-17 0 0,0 0 0 0 0,-3-1 1 0 0,-1-1-1 0 0,-3-1 0 0 0,-1-1 1 0 0,-2 0-1 0 0,8-65 0 0 0,-12 30 133 0 0,-7 77-126 0 0,1-7-15 0 0,-1 7 17 0 0,-1 7-40 0 0,-22 150 350 0 0,-19 89 351 0 0,24-157-474 0 0,12-56-87 0 0,-2 1 1 0 0,-12 35-1 0 0,10-29-7 0 0,9-32-56 0 0,-1 0 0 0 0,1 1 1 0 0,-1-1-1 0 0,0 0 0 0 0,-1 0 0 0 0,-4 8 0 0 0,6-13 4 0 0,-1 6-65 0 0,0-5 136 0 0,2-8 555 0 0,3-11-650 0 0,1 0 0 0 0,0 1 1 0 0,1-1-1 0 0,0 1 0 0 0,2 0 0 0 0,9-19 1 0 0,-12 27-28 0 0,-1 2 0 0 0,1-1 1 0 0,0 0-1 0 0,1 1 0 0 0,-1 0 0 0 0,1 0 1 0 0,1 0-1 0 0,-1 1 0 0 0,1-1 0 0 0,0 1 1 0 0,0 1-1 0 0,0-1 0 0 0,1 1 0 0 0,0 0 1 0 0,-1 1-1 0 0,1-1 0 0 0,1 1 0 0 0,7-2 1 0 0,-14 5-29 0 0,25 13-166 0 0,-20-5 180 0 0,0 0 1 0 0,0 0-1 0 0,-1 1 1 0 0,-1-1-1 0 0,1 1 1 0 0,-1 0-1 0 0,2 11 1 0 0,-3-12 5 0 0,0 1 1 0 0,1-1-1 0 0,0 1 1 0 0,0-1 0 0 0,0 0-1 0 0,1-1 1 0 0,1 1-1 0 0,11 12 1 0 0,-13-16 10 0 0,0-1-1 0 0,0 1 1 0 0,1-1 0 0 0,0 0 0 0 0,-1 0-1 0 0,1-1 1 0 0,0 0 0 0 0,0 0 0 0 0,1 0 0 0 0,-1 0-1 0 0,0-1 1 0 0,1 0 0 0 0,-1 0 0 0 0,1 0-1 0 0,9 0 1 0 0,-6-2 5 0 0,0 0 0 0 0,0-1-1 0 0,0 0 1 0 0,0 0 0 0 0,0 0-1 0 0,-1-1 1 0 0,1-1 0 0 0,14-7-1 0 0,1-4 4 0 0,0-2-1 0 0,-1 0 1 0 0,-1-1-1 0 0,-1-1 0 0 0,23-26 1 0 0,-30 30 92 0 0,-1-1-1 0 0,0-1 1 0 0,-1 0 0 0 0,-1 0 0 0 0,14-30-1 0 0,-24 45 16 0 0,-1-1 22 0 0,0 3-116 0 0,0 0-1 0 0,0 0 1 0 0,0 0 0 0 0,1-1-1 0 0,-1 1 1 0 0,0 0-1 0 0,0 0 1 0 0,0 0 0 0 0,0-1-1 0 0,0 1 1 0 0,0 0 0 0 0,0 0-1 0 0,0 0 1 0 0,0-1-1 0 0,0 1 1 0 0,0 0 0 0 0,0 0-1 0 0,0 0 1 0 0,0-1 0 0 0,0 1-1 0 0,0 0 1 0 0,0 0-1 0 0,0 0 1 0 0,0-1 0 0 0,0 1-1 0 0,0 0 1 0 0,0 0 0 0 0,0 0-1 0 0,0-1 1 0 0,0 1-1 0 0,0 0 1 0 0,0 0 0 0 0,-1 0-1 0 0,1 0 1 0 0,0-1 0 0 0,0 1-1 0 0,0 0 1 0 0,0 0-1 0 0,0 0 1 0 0,-1 0 0 0 0,1 0-1 0 0,0 0 1 0 0,0-1 0 0 0,0 1-1 0 0,-1 0 1 0 0,1 0-1 0 0,0 0 1 0 0,0 0 0 0 0,0 0-1 0 0,-1 0 1 0 0,1 0 0 0 0,0 0-1 0 0,0 0 1 0 0,0 0-1 0 0,-1 0 1 0 0,1 0 0 0 0,0 0-1 0 0,0 0 1 0 0,0 0 0 0 0,-1 0-1 0 0,1 0 1 0 0,0 0-1 0 0,0 0 1 0 0,0 0 0 0 0,-1 0-1 0 0,1 0 1 0 0,0 1 0 0 0,-8 5 8 0 0,0 1 0 0 0,0 0 0 0 0,1 0 0 0 0,0 0 0 0 0,0 1 0 0 0,1 1 1 0 0,0-1-1 0 0,1 1 0 0 0,0 0 0 0 0,0 0 0 0 0,1 0 0 0 0,-5 13 1 0 0,4 1 18 0 0,-10 29 11 0 0,14-51-45 0 0,1 1 1 0 0,0-1-1 0 0,0 0 1 0 0,-1 1-1 0 0,1-1 1 0 0,0 0-1 0 0,0 1 0 0 0,0-1 1 0 0,1 1-1 0 0,-1-1 1 0 0,0 0-1 0 0,0 0 1 0 0,1 1-1 0 0,-1-1 0 0 0,2 2 1 0 0,1 11 40 0 0,2-17-32 0 0,69-64 27 0 0,-41 35-136 0 0,-33 31 91 0 0,1 1 1 0 0,0 0-1 0 0,-1-1 1 0 0,1 1-1 0 0,0 0 1 0 0,-1 0-1 0 0,1 0 1 0 0,0 0-1 0 0,0 0 1 0 0,-1 0-1 0 0,1 0 1 0 0,0 0-1 0 0,0 0 1 0 0,-1 0-1 0 0,1 0 1 0 0,0 0-1 0 0,-1 0 1 0 0,1 0-1 0 0,0 1 1 0 0,0-1-1 0 0,-1 0 1 0 0,1 1-1 0 0,-1-1 1 0 0,1 0-1 0 0,0 1 1 0 0,-1-1 0 0 0,1 1-1 0 0,-1-1 1 0 0,2 1-1 0 0,21 20-23 0 0,-13-11-19 0 0,-4-7 47 0 0,1 1 1 0 0,0-1-1 0 0,0 0 1 0 0,0 0-1 0 0,1-1 1 0 0,-1 0-1 0 0,1 0 1 0 0,-1-1 0 0 0,1 0-1 0 0,0 0 1 0 0,-1-1-1 0 0,1 0 1 0 0,0 0-1 0 0,0-1 1 0 0,-1 0 0 0 0,1 0-1 0 0,-1-1 1 0 0,1 0-1 0 0,-1 0 1 0 0,0-1-1 0 0,11-5 1 0 0,-6 2 19 0 0,0 0 1 0 0,-1-1-1 0 0,0 0 1 0 0,-1-1-1 0 0,1 0 0 0 0,-2 0 1 0 0,1-1-1 0 0,-1-1 1 0 0,0 0-1 0 0,-1 0 0 0 0,12-20 1 0 0,-4 12 12 0 0,-15 17-29 0 0,-1 1 1 0 0,1 0-1 0 0,-1 0 1 0 0,1 0-1 0 0,-1 0 0 0 0,1-1 1 0 0,0 1-1 0 0,-1 0 0 0 0,1 0 1 0 0,-1 0-1 0 0,1 0 1 0 0,-1 0-1 0 0,1 0 0 0 0,-1 0 1 0 0,1 0-1 0 0,-1 1 0 0 0,1-1 1 0 0,-1 0-1 0 0,1 0 1 0 0,-1 0-1 0 0,1 1 0 0 0,-1-1 1 0 0,1 0-1 0 0,-1 0 1 0 0,1 1-1 0 0,3 3-7 0 0,-1 0-1 0 0,0-1 1 0 0,0 1 0 0 0,-1 1 0 0 0,1-1-1 0 0,-1 0 1 0 0,2 6 0 0 0,-1-5 15 0 0,-1 0 1 0 0,1 0-1 0 0,0 0 1 0 0,0 0-1 0 0,1 0 0 0 0,3 4 1 0 0,-4-7 17 0 0,1 1 1 0 0,-1-2-1 0 0,0 1 1 0 0,1 0-1 0 0,-1-1 0 0 0,1 1 1 0 0,0-1-1 0 0,0 0 1 0 0,-1 0-1 0 0,1-1 1 0 0,0 1-1 0 0,0-1 0 0 0,0 0 1 0 0,0 0-1 0 0,7-1 1 0 0,66-14 403 0 0,-33 5-192 0 0,9 4-25 0 0,-51 5-206 0 0,0 1-83 0 0,0 0 0 0 0,0-1-1 0 0,0 1 1 0 0,0 0-1 0 0,0 0 1 0 0,0 1 0 0 0,0-1-1 0 0,-1 0 1 0 0,1 0-1 0 0,0 1 1 0 0,0 0 0 0 0,0-1-1 0 0,3 2 1 0 0</inkml:trace>
</inkml:ink>
</file>

<file path=ppt/ink/ink3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0:09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13 14681 0 0,'-220'28'1325'0'0,"217"-28"-1437"0"0,13-1-982 0 0,86-10-1114 0 0,12-6-3969 0 0,-53 6 2570 0 0</inkml:trace>
</inkml:ink>
</file>

<file path=ppt/ink/ink3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0:12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207 413 256 0 0,'0'0'733'0'0,"3"-45"4183"0"0,-2 33-4399 0 0,-1-24 3189 0 0,-1 34-3239 0 0,-5 6-402 0 0,-22 18-14 0 0,1 1-1 0 0,1 2 1 0 0,1 0-1 0 0,2 1 1 0 0,0 2-1 0 0,-19 30 1 0 0,41-57-49 0 0,0 0 0 0 0,0 0 1 0 0,1 0-1 0 0,-1 0 1 0 0,0 1-1 0 0,1-1 0 0 0,-1 0 1 0 0,0 0-1 0 0,1 0 1 0 0,-1 0-1 0 0,1 1 0 0 0,0-1 1 0 0,-1 0-1 0 0,1 1 1 0 0,0-1-1 0 0,0 0 0 0 0,0 0 1 0 0,0 1-1 0 0,0-1 0 0 0,0 0 1 0 0,0 1-1 0 0,1-1 1 0 0,-1 0-1 0 0,1 2 0 0 0,0-2 2 0 0,0-1-1 0 0,0 1 1 0 0,0 0-1 0 0,0-1 1 0 0,0 1 0 0 0,0-1-1 0 0,0 1 1 0 0,1-1-1 0 0,-1 0 1 0 0,0 1-1 0 0,0-1 1 0 0,0 0-1 0 0,1 0 1 0 0,-1 0-1 0 0,0 0 1 0 0,0 0-1 0 0,1 0 1 0 0,-1 0-1 0 0,2-1 1 0 0,9-1 31 0 0,-1-1 0 0 0,1 0 1 0 0,17-8-1 0 0,-14 3-19 0 0,0-1 0 0 0,-1 0-1 0 0,0-2 1 0 0,-1 1 0 0 0,0-2 0 0 0,12-13-1 0 0,22-18-4 0 0,-45 42-22 0 0,0 0 0 0 0,0 0 1 0 0,0 1-1 0 0,0-1 0 0 0,0 1 0 0 0,1 0 0 0 0,-1 0 0 0 0,0 0 0 0 0,0 0 0 0 0,0 0 0 0 0,0 0 0 0 0,0 0 0 0 0,0 1 0 0 0,0-1 0 0 0,0 1 0 0 0,0-1 0 0 0,0 1 0 0 0,0 0 0 0 0,0 0 1 0 0,0 0-1 0 0,0 0 0 0 0,-1 0 0 0 0,1 0 0 0 0,0 1 0 0 0,-1-1 0 0 0,3 3 0 0 0,17 8 10 0 0,-11-10 11 0 0,0 0-1 0 0,0 0 1 0 0,0-1 0 0 0,0 0 0 0 0,0 0 0 0 0,0-1 0 0 0,0-1 0 0 0,0 0 0 0 0,0 0-1 0 0,0-1 1 0 0,0 0 0 0 0,0-1 0 0 0,-1 0 0 0 0,1 0 0 0 0,-1-1 0 0 0,0 0 0 0 0,0-1-1 0 0,0 0 1 0 0,14-11 0 0 0,10-10 68 0 0,0-1 0 0 0,-2-1-1 0 0,36-43 1 0 0,-53 56-30 0 0,14-19 159 0 0,0-2-1 0 0,-2-1 1 0 0,26-50 0 0 0,-48 79-129 0 0,10-20 676 0 0,-23 34-407 0 0,2 3-324 0 0,0 0 1 0 0,1 0-1 0 0,-10 18 0 0 0,10-13-20 0 0,1 1 0 0 0,0-1 0 0 0,1 1 0 0 0,1 0 0 0 0,0 0 0 0 0,2 0 0 0 0,-1 1-1 0 0,2-1 1 0 0,0 0 0 0 0,3 24 0 0 0,-2-28-36 0 0,1 0 0 0 0,1-1 0 0 0,-1 1 0 0 0,2-1 0 0 0,0 0 0 0 0,0 0 0 0 0,0 0 0 0 0,1 0-1 0 0,1-1 1 0 0,0 0 0 0 0,0 0 0 0 0,1 0 0 0 0,0-1 0 0 0,0 0 0 0 0,16 13 0 0 0,-19-18 21 0 0,0-1 1 0 0,0 1 0 0 0,0-1-1 0 0,1 1 1 0 0,-1-1-1 0 0,1-1 1 0 0,0 1-1 0 0,-1-1 1 0 0,1 1-1 0 0,0-1 1 0 0,0-1 0 0 0,0 1-1 0 0,0-1 1 0 0,0 0-1 0 0,7 0 1 0 0,-3-1 4 0 0,0-1 1 0 0,0 0 0 0 0,0-1-1 0 0,0 1 1 0 0,0-2 0 0 0,0 1-1 0 0,13-9 1 0 0,-1-1 3 0 0,-1-1-1 0 0,0 0 1 0 0,-1-2 0 0 0,-1 0-1 0 0,22-26 1 0 0,-24 22 71 0 0,0-2 0 0 0,-2 1 0 0 0,0-2 0 0 0,-2 0 0 0 0,0 0 0 0 0,-2-1-1 0 0,0-1 1 0 0,-2 0 0 0 0,-1 0 0 0 0,6-40 0 0 0,-12 62 374 0 0,-8 9-415 0 0,-1 3-19 0 0,-1 0-1 0 0,1 1 1 0 0,1 0 0 0 0,0 0 0 0 0,1 1-1 0 0,-1 0 1 0 0,2 0 0 0 0,0 0-1 0 0,0 1 1 0 0,1 0 0 0 0,-5 23 0 0 0,5-7-106 0 0,0 0 0 0 0,2 0 1 0 0,2 40-1 0 0,1-52-597 0 0,1 0 0 0 0,0 0 0 0 0,1 0 0 0 0,0 0-1 0 0,2 0 1 0 0,0-1 0 0 0,9 20 0 0 0,-3-19-2476 0 0,1-3 247 0 0</inkml:trace>
</inkml:ink>
</file>

<file path=ppt/ink/ink3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0:13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124 364 724 0 0,'0'-15'4142'0'0,"-1"13"-3961"0"0,1 0-1 0 0,0 1 1 0 0,0-1-1 0 0,-1 0 1 0 0,1 0-1 0 0,-1 1 1 0 0,1-1-1 0 0,-1 0 1 0 0,1 1-1 0 0,-1-1 0 0 0,0 1 1 0 0,0-1-1 0 0,0 1 1 0 0,0-1-1 0 0,0 1 1 0 0,0 0-1 0 0,-1 0 1 0 0,1-1-1 0 0,0 1 1 0 0,-1 0-1 0 0,1 0 0 0 0,-1 0 1 0 0,1 0-1 0 0,-1 0 1 0 0,1 1-1 0 0,-1-1 1 0 0,1 0-1 0 0,-1 1 1 0 0,0-1-1 0 0,0 1 0 0 0,1 0 1 0 0,-4-1-1 0 0,2 2-77 0 0,0-1-1 0 0,-1 1 1 0 0,1 0-1 0 0,0 0 0 0 0,0 0 1 0 0,0 0-1 0 0,0 0 1 0 0,0 1-1 0 0,1 0 0 0 0,-1-1 1 0 0,0 1-1 0 0,1 0 1 0 0,-1 0-1 0 0,1 0 0 0 0,-1 1 1 0 0,1-1-1 0 0,-3 4 0 0 0,1 0-47 0 0,0-1 0 0 0,1 1 0 0 0,0 0 0 0 0,0 0 0 0 0,0 0 0 0 0,1 0 0 0 0,0 1 0 0 0,0-1 0 0 0,0 1 0 0 0,1-1 0 0 0,0 1 0 0 0,0 0 0 0 0,1-1 0 0 0,0 1 0 0 0,0 0 0 0 0,0-1 0 0 0,1 1 0 0 0,0 0 0 0 0,0-1 0 0 0,1 1 0 0 0,0-1 0 0 0,5 12 0 0 0,-1-4-21 0 0,0-1 1 0 0,1-1-1 0 0,1 0 1 0 0,0 0-1 0 0,0 0 1 0 0,1-1-1 0 0,1 0 1 0 0,0-1-1 0 0,18 15 1 0 0,-27-23-21 0 0,0-1 0 0 0,1 0 1 0 0,-1-1-1 0 0,0 1 0 0 0,0 0 0 0 0,1 0 0 0 0,-1 0 1 0 0,1-1-1 0 0,-1 1 0 0 0,0-1 0 0 0,1 1 1 0 0,-1-1-1 0 0,1 0 0 0 0,-1 1 0 0 0,1-1 0 0 0,-1 0 1 0 0,1 0-1 0 0,0 0 0 0 0,-1 0 0 0 0,1 0 1 0 0,-1-1-1 0 0,1 1 0 0 0,2-1 0 0 0,-2 0-1 0 0,1-1 1 0 0,-1 0-1 0 0,0 1 0 0 0,1-1 0 0 0,-1 0 1 0 0,0 0-1 0 0,0 0 0 0 0,0-1 0 0 0,0 1 1 0 0,-1 0-1 0 0,1-1 0 0 0,1-3 0 0 0,11-23 15 0 0,-2-1 0 0 0,-1-1-1 0 0,-1 1 1 0 0,-2-2 0 0 0,8-54-1 0 0,15-59-123 0 0,-22 118 57 0 0,0-1 0 0 0,2 1-1 0 0,18-34 1 0 0,-26 56 25 0 0,0-1 0 0 0,0 1 0 0 0,1 0 0 0 0,-1 0 0 0 0,1 0 0 0 0,0 0 0 0 0,0 1 0 0 0,1-1 0 0 0,0 1 0 0 0,-1 0 0 0 0,1 0 0 0 0,1 1 1 0 0,-1 0-1 0 0,0 0 0 0 0,1 0 0 0 0,-1 0 0 0 0,1 1 0 0 0,0 0 0 0 0,0 0 0 0 0,0 1 0 0 0,0 0 0 0 0,8-1 0 0 0,-10 2 2 0 0,-1 1 1 0 0,1-1-1 0 0,-1 1 1 0 0,0 0-1 0 0,0 0 1 0 0,1 1 0 0 0,-1-1-1 0 0,0 1 1 0 0,0-1-1 0 0,0 1 1 0 0,0 0-1 0 0,-1 0 1 0 0,1 0 0 0 0,0 1-1 0 0,-1-1 1 0 0,0 1-1 0 0,1-1 1 0 0,3 6-1 0 0,-1 1-3 0 0,1-1 0 0 0,-1 1 0 0 0,0 0 0 0 0,-1 0 0 0 0,4 12 0 0 0,9 35 26 0 0,-2 0 0 0 0,-3 0 0 0 0,6 71 0 0 0,-15-86 34 0 0,-2 0-1 0 0,-1-1 1 0 0,-2 1-1 0 0,-2 0 1 0 0,-13 57-1 0 0,2-41-1103 0 0,14-55 660 0 0,-11-37-10329 0 0</inkml:trace>
</inkml:ink>
</file>

<file path=ppt/ink/ink3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0:14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0 546 288 0 0,'11'-5'234'0'0,"37"-16"723"0"0,-1-2-1 0 0,-1-3 1 0 0,82-60-1 0 0,-117 77-821 0 0,0 0-1 0 0,-1-1 0 0 0,0 0 1 0 0,0-1-1 0 0,-1 0 0 0 0,-1 0 1 0 0,0-1-1 0 0,-1 0 0 0 0,0-1 1 0 0,0 1-1 0 0,-2-1 0 0 0,0-1 0 0 0,0 1 1 0 0,-1-1-1 0 0,-1 1 0 0 0,0-1 1 0 0,-1 0-1 0 0,0 0 0 0 0,-1-26 1 0 0,-1 35-52 0 0,-1-1 1 0 0,0 0-1 0 0,0 0 1 0 0,0 1-1 0 0,0-1 1 0 0,-1 1-1 0 0,0-1 0 0 0,-1 1 1 0 0,1 0-1 0 0,-1 0 1 0 0,0 0-1 0 0,0 0 1 0 0,0 0-1 0 0,-1 1 1 0 0,0-1-1 0 0,1 1 1 0 0,-2 0-1 0 0,1 0 1 0 0,0 0-1 0 0,-1 1 1 0 0,0 0-1 0 0,0 0 1 0 0,-5-3-1 0 0,8 6-76 0 0,1 0 1 0 0,-1 0-1 0 0,1 0 0 0 0,-1 0 0 0 0,1 0 0 0 0,-1 0 1 0 0,1 0-1 0 0,0 0 0 0 0,-1 1 0 0 0,1-1 1 0 0,-1 1-1 0 0,1-1 0 0 0,0 1 0 0 0,-1 0 0 0 0,1-1 1 0 0,0 1-1 0 0,-1 0 0 0 0,1 0 0 0 0,0 0 1 0 0,0 0-1 0 0,0 0 0 0 0,0 0 0 0 0,0 0 0 0 0,-2 2 1 0 0,-18 32 116 0 0,19-30-98 0 0,-7 15 73 0 0,0 0 0 0 0,2 1 0 0 0,0 0 0 0 0,2 1 0 0 0,0-1-1 0 0,-1 24 1 0 0,-4 139 378 0 0,6-73-238 0 0,1-49-81 0 0,-13 112 203 0 0,13-124 119 0 0,3-48 490 0 0,2-7-889 0 0,6-12-48 0 0,-4 7-17 0 0,0 1-1 0 0,0-1 0 0 0,1 1 0 0 0,0 0 0 0 0,1 1 0 0 0,-1-1 0 0 0,2 1 0 0 0,-1 0 1 0 0,1 1-1 0 0,1 0 0 0 0,7-7 0 0 0,-12 13-19 0 0,-1 0 0 0 0,1 0 0 0 0,-1 1 0 0 0,1-1 0 0 0,-1 1 0 0 0,1 0 0 0 0,-1 0 1 0 0,1 0-1 0 0,-1 0 0 0 0,1 0 0 0 0,0 0 0 0 0,-1 1 0 0 0,1-1 0 0 0,-1 1 0 0 0,1-1 0 0 0,2 2 0 0 0,44 21-29 0 0,-25-11 24 0 0,-1-3-36 0 0,-1-1 1 0 0,2-1 0 0 0,43 8 0 0 0,-61-14 42 0 0,1 0-1 0 0,0 0 1 0 0,-1-1 0 0 0,1 0-1 0 0,0-1 1 0 0,0 1 0 0 0,-1-1-1 0 0,1-1 1 0 0,0 1 0 0 0,-1-1-1 0 0,1 0 1 0 0,-1 0 0 0 0,0-1-1 0 0,0 0 1 0 0,0 0 0 0 0,0-1-1 0 0,0 1 1 0 0,6-7 0 0 0,-7 6 3 0 0,6-10-6 0 0,-4-7 29 0 0,-5 18-17 0 0,-1 1-1 0 0,0-1 1 0 0,1 1 0 0 0,-1-1 0 0 0,0 0 0 0 0,0 0 0 0 0,-1 1-1 0 0,1-1 1 0 0,0 0 0 0 0,-1 0 0 0 0,0 0 0 0 0,0-3-1 0 0,0-1 87 0 0,-1 7-94 0 0,1-1 0 0 0,-1 1 0 0 0,1-1 0 0 0,-1 1 1 0 0,1-1-1 0 0,-1 1 0 0 0,0-1 0 0 0,1 1 1 0 0,-1 0-1 0 0,1-1 0 0 0,-1 1 0 0 0,0 0 1 0 0,0-1-1 0 0,1 1 0 0 0,-1 0 0 0 0,0 0 1 0 0,1 0-1 0 0,-1 0 0 0 0,0 0 0 0 0,0 0 0 0 0,1 0 1 0 0,-1 0-1 0 0,0 0 0 0 0,0 0 0 0 0,1 0 1 0 0,-2 1-1 0 0,-3 5-3 0 0,2-1-1 0 0,0 0 0 0 0,-1 1-1 0 0,2-1 1 0 0,-1 1-1 0 0,1 0 1 0 0,0-1 0 0 0,0 1-1 0 0,0 0 1 0 0,1 0 0 0 0,0 1-1 0 0,0-1 1 0 0,0 0 0 0 0,1 0-1 0 0,0 0 1 0 0,1 8 0 0 0,0-9-19 0 0,0 0 1 0 0,0 0 0 0 0,0 0 0 0 0,1 1 0 0 0,0-2 0 0 0,0 1 0 0 0,0 0 0 0 0,0 0 0 0 0,1-1 0 0 0,0 1 0 0 0,0-1 0 0 0,0 0 0 0 0,7 7 0 0 0,-8-9-11 0 0,3-2 24 0 0,1 0 0 0 0,0 0 0 0 0,0-1-1 0 0,0 0 1 0 0,0 0 0 0 0,-1-1 0 0 0,1 1-1 0 0,-1-1 1 0 0,10-4 0 0 0,74-52-61 0 0,-31 18 17 0 0,-55 38 58 0 0,1-2-6 0 0,0 2 0 0 0,1-1 0 0 0,-1 0 1 0 0,1 1-1 0 0,-1 0 0 0 0,1 0 0 0 0,0 0 0 0 0,5-1 0 0 0,-6 7 54 0 0,0-1 0 0 0,0 1 0 0 0,0-1 0 0 0,-1 1-1 0 0,1 0 1 0 0,-1 1 0 0 0,0-1 0 0 0,0 1 0 0 0,0-1-1 0 0,-1 1 1 0 0,1 0 0 0 0,1 6 0 0 0,9 13 131 0 0,-10-19-340 0 0,1 0-1 0 0,1 0 0 0 0,-1-1 1 0 0,1 1-1 0 0,-1-1 1 0 0,1 0-1 0 0,1-1 0 0 0,-1 1 1 0 0,0-1-1 0 0,1 0 1 0 0,11 5-1 0 0,40 6-5692 0 0,-32-11 2856 0 0</inkml:trace>
</inkml:ink>
</file>

<file path=ppt/ink/ink3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0:14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180 245 660 0 0,'0'4'6873'0'0,"-2"8"-3524"0"0,-11 70-2621 0 0,-78 405 2361 0 0,89-477-2986 0 0,1 5 101 0 0,0-1 0 0 0,-2 1 0 0 0,0-1 1 0 0,0 0-1 0 0,-2 0 0 0 0,-8 22 0 0 0,12-35 121 0 0,0 5 1432 0 0,-6-11-1366 0 0,-9-22-169 0 0,10-1-155 0 0,1-1-1 0 0,1 0 1 0 0,2 0-1 0 0,1-1 1 0 0,1 1-1 0 0,2 0 1 0 0,1 0-1 0 0,1 0 1 0 0,1 0-1 0 0,2 0 1 0 0,12-34-1 0 0,4 1-200 0 0,2 1 0 0 0,2 1-1 0 0,68-106 1 0 0,-76 137 30 0 0,1 0-1 0 0,42-45 1 0 0,-56 67 39 0 0,1 0 1 0 0,0 1-1 0 0,0 0 1 0 0,1 0-1 0 0,0 0 0 0 0,0 1 1 0 0,0 0-1 0 0,1 1 1 0 0,-1 0-1 0 0,1 0 0 0 0,0 1 1 0 0,0 0-1 0 0,1 1 1 0 0,15-3-1 0 0,-22 5 30 0 0,1-1 0 0 0,-1 1 0 0 0,0 0 0 0 0,0 0 1 0 0,1 1-1 0 0,-1-1 0 0 0,0 1 0 0 0,0-1 0 0 0,0 1 0 0 0,0 0 0 0 0,0 0 0 0 0,1 1 1 0 0,-2-1-1 0 0,1 0 0 0 0,0 1 0 0 0,0 0 0 0 0,0 0 0 0 0,-1 0 0 0 0,1 0 0 0 0,-1 0 1 0 0,0 0-1 0 0,1 1 0 0 0,-1-1 0 0 0,0 1 0 0 0,-1-1 0 0 0,1 1 0 0 0,0 0 0 0 0,-1 0 1 0 0,1 0-1 0 0,-1 0 0 0 0,0 0 0 0 0,0 0 0 0 0,0 0 0 0 0,0 0 0 0 0,-1 0 0 0 0,1 1 1 0 0,-1 2-1 0 0,1 2-2 0 0,-1-1 1 0 0,0 0 0 0 0,-1 0-1 0 0,0 1 1 0 0,0-1 0 0 0,0 0 0 0 0,-1 0-1 0 0,0 0 1 0 0,0 0 0 0 0,-1-1-1 0 0,0 1 1 0 0,0 0 0 0 0,-1-1-1 0 0,1 0 1 0 0,-10 11 0 0 0,5-8 17 0 0,-1-1-1 0 0,0 0 1 0 0,-1-1 0 0 0,0 0 0 0 0,0 0-1 0 0,0-1 1 0 0,-1 0 0 0 0,0-1 0 0 0,0-1-1 0 0,0 1 1 0 0,-22 4 0 0 0,23-7-443 0 0,1-1 0 0 0,-1 0 1 0 0,0 0-1 0 0,1-1 0 0 0,-11-1 0 0 0,8-1-1176 0 0</inkml:trace>
</inkml:ink>
</file>

<file path=ppt/ink/ink3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0:15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40 884 0 0,'0'0'939'0'0,"-3"4"-73"0"0,-4 5-312 0 0,1 1 0 0 0,0 0 0 0 0,1 0 0 0 0,0 0 0 0 0,0 1 0 0 0,1 0 0 0 0,-4 16 0 0 0,7-22-429 0 0,0 1 1 0 0,1-1-1 0 0,0 0 1 0 0,-1 1-1 0 0,2-1 0 0 0,-1 1 1 0 0,0-1-1 0 0,1 1 1 0 0,0-1-1 0 0,1 0 0 0 0,-1 1 1 0 0,1-1-1 0 0,0 0 1 0 0,0 0-1 0 0,1 0 0 0 0,-1 0 1 0 0,1-1-1 0 0,4 7 1 0 0,-5-9-51 0 0,-1-1 1 0 0,0 1 0 0 0,0 0 0 0 0,1 0-1 0 0,-1-1 1 0 0,1 1 0 0 0,-1-1 0 0 0,1 0-1 0 0,0 1 1 0 0,0-1 0 0 0,0 0 0 0 0,-1 0-1 0 0,1 0 1 0 0,0 0 0 0 0,0 0 0 0 0,0-1-1 0 0,0 1 1 0 0,0-1 0 0 0,1 1 0 0 0,-1-1-1 0 0,0 0 1 0 0,0 0 0 0 0,0 0 0 0 0,0 0-1 0 0,0 0 1 0 0,1 0 0 0 0,-1 0 0 0 0,0-1-1 0 0,0 1 1 0 0,0-1 0 0 0,0 1 0 0 0,0-1-1 0 0,0 0 1 0 0,0 0 0 0 0,0 0 0 0 0,0 0-1 0 0,-1 0 1 0 0,3-2 0 0 0,0-1 95 0 0,0 1 1 0 0,0-1 0 0 0,0 0-1 0 0,-1 0 1 0 0,1 0-1 0 0,-1-1 1 0 0,0 1-1 0 0,0-1 1 0 0,-1 1 0 0 0,0-1-1 0 0,1 0 1 0 0,-2 0-1 0 0,1 0 1 0 0,1-7-1 0 0,-1 1-134 0 0,-1 0-1 0 0,0 0 0 0 0,0 0 0 0 0,-2 0 0 0 0,1 0 0 0 0,-1 0 0 0 0,-1 0 0 0 0,0 0 1 0 0,0 0-1 0 0,-1 1 0 0 0,-1-1 0 0 0,1 1 0 0 0,-2-1 0 0 0,1 1 0 0 0,-9-11 0 0 0,12 20-739 0 0,-3-2 15 0 0</inkml:trace>
</inkml:ink>
</file>

<file path=ppt/ink/ink3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0:15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51 4 0 0,'0'0'931'0'0,"-2"-3"-37"0"0,0-1-540 0 0,-1 1 0 0 0,0-1 0 0 0,0 1 0 0 0,0 0 0 0 0,0-1 0 0 0,-1 2 0 0 0,1-1 0 0 0,-1 0 1 0 0,0 1-1 0 0,0-1 0 0 0,0 1 0 0 0,0 0 0 0 0,0 1 0 0 0,-8-3 0 0 0,10 3-286 0 0,0 0-1 0 0,0 1 1 0 0,0-1 0 0 0,0 1-1 0 0,-1-1 1 0 0,1 1-1 0 0,0 0 1 0 0,0 0 0 0 0,0 0-1 0 0,-1 0 1 0 0,1 0 0 0 0,0 1-1 0 0,0-1 1 0 0,0 0 0 0 0,0 1-1 0 0,0 0 1 0 0,0 0 0 0 0,0-1-1 0 0,0 1 1 0 0,0 0 0 0 0,0 1-1 0 0,0-1 1 0 0,0 0-1 0 0,0 0 1 0 0,1 1 0 0 0,-1-1-1 0 0,1 1 1 0 0,-1 0 0 0 0,1-1-1 0 0,-1 1 1 0 0,1 0 0 0 0,0 0-1 0 0,0 0 1 0 0,-1 2 0 0 0,0 1-14 0 0,1 0 0 0 0,0 0 0 0 0,0 1 0 0 0,0-1 0 0 0,1 0 0 0 0,0 0 0 0 0,0 1 0 0 0,0-1 0 0 0,0 0 0 0 0,1 1 0 0 0,0-1 0 0 0,0 0 0 0 0,0 0 0 0 0,1 0 0 0 0,3 7 0 0 0,5 11 63 0 0,1 0 1 0 0,16 22 0 0 0,3 9 72 0 0,-27-48-175 0 0,0 0 18 0 0,0-1-1 0 0,0 1 0 0 0,-1 0 0 0 0,0 0 1 0 0,-1 0-1 0 0,1 0 0 0 0,1 12 0 0 0,-4-17-25 0 0,1 0-1 0 0,-1 1 1 0 0,1-1-1 0 0,-1 0 1 0 0,1 0-1 0 0,-1 0 1 0 0,0 0-1 0 0,0 0 1 0 0,1 0-1 0 0,-1 0 1 0 0,0 0-1 0 0,0-1 1 0 0,0 1-1 0 0,0 0 1 0 0,0 0-1 0 0,0-1 1 0 0,0 1-1 0 0,0-1 1 0 0,-1 1 0 0 0,1-1-1 0 0,0 1 1 0 0,0-1-1 0 0,0 1 1 0 0,-1-1-1 0 0,1 0 1 0 0,-1 0-1 0 0,-36 6 117 0 0,35-6-100 0 0,-5 1-93 0 0,0 0 0 0 0,0-1 0 0 0,0 0 0 0 0,-1 0-1 0 0,1-1 1 0 0,0 0 0 0 0,0-1 0 0 0,0 0 0 0 0,0 0 0 0 0,0 0 0 0 0,1-1 0 0 0,-1 0 0 0 0,1-1 0 0 0,-1 0 0 0 0,1 0 0 0 0,-11-9 0 0 0,15-2-1977 0 0,6 7-1543 0 0,10-11 952 0 0</inkml:trace>
</inkml:ink>
</file>

<file path=ppt/ink/ink3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0:15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24 1036 0 0,'0'0'1017'0'0,"-18"-22"4542"0"0,18 22-5512 0 0,0 0 1 0 0,-1-1-1 0 0,1 1 0 0 0,0 0 1 0 0,-1 0-1 0 0,1 0 1 0 0,-1 0-1 0 0,1 0 0 0 0,0-1 1 0 0,-1 1-1 0 0,1 0 0 0 0,0 0 1 0 0,-1 0-1 0 0,1 0 0 0 0,-1 0 1 0 0,1 0-1 0 0,0 0 0 0 0,-1 0 1 0 0,1 0-1 0 0,-1 1 0 0 0,1-1 1 0 0,0 0-1 0 0,-1 0 1 0 0,1 0-1 0 0,0 0 0 0 0,-1 0 1 0 0,1 1-1 0 0,0-1 0 0 0,-1 0 1 0 0,1 0-1 0 0,0 1 0 0 0,-1-1 1 0 0,1 0-1 0 0,0 0 0 0 0,0 1 1 0 0,-1-1-1 0 0,1 0 1 0 0,0 1-1 0 0,0-1 0 0 0,0 0 1 0 0,-1 1-1 0 0,1-1 0 0 0,0 1 1 0 0,0-1-1 0 0,0 1 0 0 0,-2 28 778 0 0,16 33-220 0 0,-6-43-437 0 0,0 1-95 0 0,0 0 1 0 0,-1 0-1 0 0,-1 1 0 0 0,6 35 0 0 0,-12-50-75 0 0,1 0-1 0 0,-1 1 0 0 0,0-1 1 0 0,-1 0-1 0 0,0 0 1 0 0,0 0-1 0 0,0 1 1 0 0,0-1-1 0 0,-1 0 1 0 0,0-1-1 0 0,-1 1 0 0 0,1 0 1 0 0,-1-1-1 0 0,0 1 1 0 0,0-1-1 0 0,-1 0 1 0 0,0 0-1 0 0,1 0 1 0 0,-2 0-1 0 0,-8 7 0 0 0,12-11 6 0 0,0 0-1 0 0,0 0 0 0 0,0 0 0 0 0,0 0 0 0 0,0 0 0 0 0,0 0 0 0 0,0 0 0 0 0,0-1 0 0 0,-1 1 1 0 0,1 0-1 0 0,0-1 0 0 0,0 1 0 0 0,-1-1 0 0 0,1 1 0 0 0,-3-1 0 0 0,4 0-4 0 0,-1-1 1 0 0,1 1-1 0 0,-1-1 0 0 0,1 0 0 0 0,-1 1 1 0 0,1-1-1 0 0,-1 0 0 0 0,1 1 0 0 0,0-1 1 0 0,-1 0-1 0 0,1 1 0 0 0,0-1 0 0 0,0 0 1 0 0,0 0-1 0 0,-1 1 0 0 0,1-1 0 0 0,0 0 1 0 0,0 0-1 0 0,0 0 0 0 0,0 1 0 0 0,0-1 1 0 0,1-1-1 0 0,-1-1-5 0 0,1 1 0 0 0,0-1 0 0 0,0 0 0 0 0,1 0 1 0 0,-1 1-1 0 0,1-1 0 0 0,-1 1 0 0 0,1-1 0 0 0,0 1 0 0 0,0 0 1 0 0,0 0-1 0 0,0 0 0 0 0,0 0 0 0 0,0 0 0 0 0,0 0 0 0 0,5-2 1 0 0,-1-1-19 0 0,15-15-42 0 0,2 0-1 0 0,1 2 1 0 0,0 1 0 0 0,1 0-1 0 0,1 2 1 0 0,0 1 0 0 0,1 1-1 0 0,35-11 1 0 0,-59 23 73 0 0,1 0 0 0 0,-1 1-1 0 0,1 0 1 0 0,0 0 0 0 0,-1 0 0 0 0,1 0 0 0 0,-1 0-1 0 0,1 1 1 0 0,-1-1 0 0 0,1 1 0 0 0,-1 0-1 0 0,1 0 1 0 0,-1 0 0 0 0,0 1 0 0 0,0-1 0 0 0,1 1-1 0 0,-1 0 1 0 0,0 0 0 0 0,-1 0 0 0 0,1 0 0 0 0,0 0-1 0 0,0 1 1 0 0,-1-1 0 0 0,0 1 0 0 0,1 0 0 0 0,-1 0-1 0 0,0 0 1 0 0,0 0 0 0 0,-1 0 0 0 0,3 5-1 0 0,0-2-12 0 0,-1 0-1 0 0,0 1 0 0 0,-1 0 0 0 0,1 0 1 0 0,-1 0-1 0 0,-1 0 0 0 0,1 0 0 0 0,-1 0 1 0 0,-1 0-1 0 0,1 0 0 0 0,-1 0 0 0 0,0 1 0 0 0,-3 13 1 0 0,3-20-180 0 0,-4 12-1223 0 0,0-6-3111 0 0,-5-2 1765 0 0</inkml:trace>
</inkml:ink>
</file>

<file path=ppt/ink/ink3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0:16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51 572 0 0,'5'-7'1804'0'0,"4"-6"-1036"0"0,-3 6 344 0 0,1-2-920 0 0,8 4-744 0 0,-10 0-100 0 0,6 0-1744 0 0</inkml:trace>
</inkml:ink>
</file>

<file path=ppt/ink/ink3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0:16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27 508 0 0,'0'0'10546'0'0,"-3"5"-10122"0"0,-7 20-17 0 0,0 0 0 0 0,2 1-1 0 0,1 1 1 0 0,1-1-1 0 0,-3 44 1 0 0,3-30 46 0 0,-19 71 0 0 0,16-74-256 0 0,-9 21 232 0 0,17-57-350 0 0,1 0-78 0 0,0-1-3 0 0,0 1-1 0 0,0-1 0 0 0,0 0 0 0 0,-1 0 0 0 0,1 1 1 0 0,0-1-1 0 0,0 0 0 0 0,0 0 0 0 0,0 1 0 0 0,0-1 0 0 0,0 0 1 0 0,0 0-1 0 0,0 1 0 0 0,0-1 0 0 0,0 0 0 0 0,0 0 1 0 0,0 1-1 0 0,0-1 0 0 0,0 0 0 0 0,0 1 0 0 0,0-1 0 0 0,0 0 1 0 0,0 0-1 0 0,0 1 0 0 0,0-1 0 0 0,1 0 0 0 0,-1 0 1 0 0,0 0-1 0 0,0 1 0 0 0,0-1 0 0 0,0 0 0 0 0,1 0 0 0 0,-1 0 1 0 0,0 1-1 0 0,0-1 0 0 0,0 0 0 0 0,1 0 0 0 0,15-1-32 0 0,1 0-1 0 0,26-7 0 0 0,-35 5 3 0 0,1 1-1 0 0,0 0 1 0 0,-1 0-1 0 0,1 1 1 0 0,0 0-1 0 0,0 1 1 0 0,0 0 0 0 0,0 0-1 0 0,0 1 1 0 0,0 0-1 0 0,-1 0 1 0 0,1 1 0 0 0,0 1-1 0 0,12 4 1 0 0,-20-6 20 0 0,1 0 0 0 0,-1 0 1 0 0,0 0-1 0 0,0 0 1 0 0,0 0-1 0 0,0 0 1 0 0,0 0-1 0 0,0 0 0 0 0,0 0 1 0 0,0 1-1 0 0,0-1 1 0 0,-1 0-1 0 0,1 1 0 0 0,0-1 1 0 0,-1 0-1 0 0,1 1 1 0 0,-1-1-1 0 0,0 1 0 0 0,1-1 1 0 0,-1 1-1 0 0,0-1 1 0 0,0 1-1 0 0,0-1 0 0 0,0 1 1 0 0,0-1-1 0 0,0 1 1 0 0,0-1-1 0 0,-1 1 0 0 0,1-1 1 0 0,0 1-1 0 0,-1-1 1 0 0,1 1-1 0 0,-1-1 0 0 0,0 0 1 0 0,1 1-1 0 0,-1-1 1 0 0,0 0-1 0 0,0 0 0 0 0,0 1 1 0 0,-1 0-1 0 0,-2 3-23 0 0,0 1 1 0 0,0-1-1 0 0,0 0 1 0 0,0-1-1 0 0,-1 1 0 0 0,0-1 1 0 0,0 0-1 0 0,-6 5 0 0 0,-36 19-154 0 0,45-27 168 0 0,7-4-256 0 0,31-17 184 0 0,-2-1 1 0 0,0-2 0 0 0,-1-2 0 0 0,-2 0-1 0 0,0-3 1 0 0,-2 0 0 0 0,27-34 0 0 0,-6-7 254 0 0,-4-1 1 0 0,-3-2-1 0 0,36-80 1 0 0,-76 137 221 0 0,-12 16-110 0 0,-14 13-175 0 0,12-5-87 0 0,1 2 1 0 0,-1-1-1 0 0,2 1 0 0 0,0 1 0 0 0,0-1 0 0 0,-13 25 0 0 0,5-4 15 0 0,-18 49-1 0 0,28-61-14 0 0,1-1-1 0 0,1 1 1 0 0,1 1-1 0 0,0-1 1 0 0,0 23 0 0 0,3-33-21 0 0,1 0 1 0 0,0 0 0 0 0,1 0 0 0 0,0 0 0 0 0,0 0 0 0 0,1 0 0 0 0,0 0 0 0 0,1-1 0 0 0,0 1 0 0 0,1-1 0 0 0,0 0 0 0 0,6 11 0 0 0,-8-17 1 0 0,0 0 0 0 0,0 0 0 0 0,0 0 0 0 0,1 0-1 0 0,-1-1 1 0 0,1 1 0 0 0,-1-1 0 0 0,1 0 0 0 0,0 0 0 0 0,0 0 0 0 0,0 0 0 0 0,0 0 0 0 0,0 0 0 0 0,1-1-1 0 0,-1 0 1 0 0,0 0 0 0 0,1 0 0 0 0,-1 0 0 0 0,1 0 0 0 0,-1 0 0 0 0,1-1 0 0 0,-1 0 0 0 0,1 0 0 0 0,-1 0-1 0 0,1 0 1 0 0,-1 0 0 0 0,1-1 0 0 0,0 1 0 0 0,-1-1 0 0 0,6-2 0 0 0,2-2 312 0 0,-1 1 0 0 0,0-1 0 0 0,0-1 0 0 0,0 0 0 0 0,-1 0 0 0 0,0-1 0 0 0,0 0 0 0 0,9-10 0 0 0,-17 16 1 0 0,-1 1-289 0 0,0-1 1 0 0,0 1 0 0 0,0 0 0 0 0,0 0 0 0 0,0 0-1 0 0,0-1 1 0 0,1 1 0 0 0,-1 0 0 0 0,0 0 0 0 0,0 0-1 0 0,0 0 1 0 0,0-1 0 0 0,0 1 0 0 0,0 0 0 0 0,0 0-1 0 0,1 0 1 0 0,-1 0 0 0 0,0 0 0 0 0,0-1 0 0 0,0 1-1 0 0,0 0 1 0 0,0 0 0 0 0,1 0 0 0 0,-1 0 0 0 0,0 0-1 0 0,0 0 1 0 0,0 0 0 0 0,1 0 0 0 0,-1 0 0 0 0,0 0-1 0 0,0 0 1 0 0,0 0 0 0 0,1 0 0 0 0,-1 0 0 0 0,0 0-1 0 0,0 0 1 0 0,0 0 0 0 0,1 0 0 0 0,-1 0 0 0 0,0 0-1 0 0,0 0 1 0 0,0 0 0 0 0,0 0 0 0 0,1 0 0 0 0,-1 0-1 0 0,0 0 1 0 0,0 0 0 0 0,0 0 0 0 0,0 1 0 0 0,1-1-1 0 0,-1 0 1 0 0,0 0 0 0 0,0 0 0 0 0,0 0 0 0 0,0 0-1 0 0,0 1 1 0 0,0-1 0 0 0,1 0 0 0 0,-1 0 0 0 0,0 0-1 0 0,0 0 1 0 0,0 1 0 0 0,0-1 0 0 0,0 0 0 0 0,0 0 0 0 0,0 0-1 0 0,0 1 1 0 0,0-1 0 0 0,0 0 0 0 0,11 15 155 0 0,-8-10-538 0 0,-1 0 1 0 0,0 0-1 0 0,1 0 0 0 0,0 0 1 0 0,0-1-1 0 0,1 1 1 0 0,5 6-1 0 0,-6-9-464 0 0,0 0-1 0 0,-1-1 0 0 0,1 1 1 0 0,0 0-1 0 0,0-1 0 0 0,0 0 1 0 0,0 1-1 0 0,0-1 0 0 0,6 1 1 0 0,7 1-3177 0 0</inkml:trace>
</inkml:ink>
</file>

<file path=ppt/ink/ink3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0:20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34 657 548 0 0,'0'0'685'0'0,"-21"5"4080"0"0,9-2 931 0 0,19-6-5371 0 0,36-20 57 0 0,-2-1 1 0 0,-1-3-1 0 0,-1-1 0 0 0,56-52 0 0 0,-19 16-18 0 0,30-28-54 0 0,135-152-1 0 0,-232 235-331 0 0,-2 2-20 0 0,0 0-1 0 0,0-1 1 0 0,0 0-1 0 0,-1-1 1 0 0,-1 1-1 0 0,7-14 1 0 0,-11 21-56 0 0,-6 0-50 0 0,-1 1 109 0 0,1 0 0 0 0,0 0 0 0 0,0 1 0 0 0,-1 0 0 0 0,1 0 0 0 0,0 0 0 0 0,0 0 0 0 0,0 1 0 0 0,0 0 0 0 0,0 0 0 0 0,1 0 0 0 0,-1 0 0 0 0,0 1 0 0 0,1 0 0 0 0,0 0 0 0 0,0 0 0 0 0,0 1 0 0 0,0-1 0 0 0,0 1 0 0 0,1 0 0 0 0,-1 0 0 0 0,1 0 0 0 0,0 0 0 0 0,0 1 0 0 0,1 0 0 0 0,0-1 0 0 0,-1 1 0 0 0,1 0-1 0 0,1 0 1 0 0,-1 0 0 0 0,1 0 0 0 0,0 0 0 0 0,0 0 0 0 0,0 0 0 0 0,1 1 0 0 0,0-1 0 0 0,0 0 0 0 0,0 0 0 0 0,2 9 0 0 0,5 19-186 0 0,21 60 1 0 0,-18-66 19 0 0,-1 0 0 0 0,-1 1 0 0 0,-1 0 1 0 0,4 45-1 0 0,-11-66 173 0 0,0 0 0 0 0,0 0 0 0 0,-1 0 0 0 0,1 0-1 0 0,-2 0 1 0 0,1 0 0 0 0,-1 0 0 0 0,0 0 0 0 0,0 0 0 0 0,-1-1 0 0 0,0 1-1 0 0,0-1 1 0 0,0 0 0 0 0,-1 1 0 0 0,0-2 0 0 0,0 1 0 0 0,-1 0 0 0 0,0-1 0 0 0,1 0-1 0 0,-2 0 1 0 0,1 0 0 0 0,-1-1 0 0 0,-5 4 0 0 0,2-2 7 0 0,0 0 0 0 0,-1-1-1 0 0,1 0 1 0 0,-15 4 0 0 0,21-8 15 0 0,0 0-1 0 0,0 0 1 0 0,0 0 0 0 0,-1-1-1 0 0,1 1 1 0 0,0-1 0 0 0,0 0 0 0 0,-1 0-1 0 0,1 0 1 0 0,0 0 0 0 0,-1-1-1 0 0,1 1 1 0 0,0-1 0 0 0,0 0-1 0 0,-1 0 1 0 0,1 0 0 0 0,-5-3 0 0 0,8 4-5 0 0,-1-1 1 0 0,1 0-1 0 0,-1 0 1 0 0,1 0 0 0 0,-1 1-1 0 0,1-1 1 0 0,-1 0 0 0 0,1 0-1 0 0,0 0 1 0 0,0 0-1 0 0,-1 0 1 0 0,1 0 0 0 0,0 0-1 0 0,0 0 1 0 0,0 0 0 0 0,0 0-1 0 0,0 0 1 0 0,0 0-1 0 0,0 0 1 0 0,0 1 0 0 0,1-1-1 0 0,-1 0 1 0 0,0 0-1 0 0,0 0 1 0 0,1 0 0 0 0,-1 0-1 0 0,1 0 1 0 0,-1 0 0 0 0,1 1-1 0 0,0-2 1 0 0,16-26-301 0 0,-5 15 133 0 0,1 0 1 0 0,0 1-1 0 0,1 0 1 0 0,1 1-1 0 0,0 1 1 0 0,18-10-1 0 0,100-47-625 0 0,-89 47 1150 0 0,-1-3 1 0 0,-1-1-1 0 0,41-32 1 0 0,-66 45 1428 0 0,-12 11-815 0 0,-16 22-555 0 0,-8 15-391 0 0,2 53 151 0 0,17-89-129 0 0,4 3 16 0 0,-4-4-48 0 0,0 1 1 0 0,0-1-1 0 0,0 0 1 0 0,0 1-1 0 0,0-1 1 0 0,0 0-1 0 0,1 0 1 0 0,-1 1 0 0 0,0-1-1 0 0,0 0 1 0 0,0 0-1 0 0,0 1 1 0 0,1-1-1 0 0,-1 0 1 0 0,0 0-1 0 0,0 1 1 0 0,1-1-1 0 0,-1 0 1 0 0,0 0 0 0 0,0 0-1 0 0,1 0 1 0 0,-1 1-1 0 0,0-1 1 0 0,0 0-1 0 0,1 0 1 0 0,-1 0-1 0 0,0 0 1 0 0,1 0 0 0 0,-1 0-1 0 0,0 0 1 0 0,0 0-1 0 0,1 0 1 0 0,-1 0-1 0 0,0 0 1 0 0,1 0-1 0 0,15-5-59 0 0,1-2-1 0 0,-2 0 1 0 0,1 0-1 0 0,-1-2 1 0 0,0 1-1 0 0,-1-2 1 0 0,0 0-1 0 0,0-1 1 0 0,13-14-1 0 0,-26 24 16 0 0,-1 0 32 0 0,1 1 0 0 0,-1-1 1 0 0,1 0-1 0 0,0 0 0 0 0,-1 1 0 0 0,1-1 1 0 0,0 1-1 0 0,-1-1 0 0 0,1 0 0 0 0,0 1 1 0 0,0 0-1 0 0,0-1 0 0 0,-1 1 0 0 0,1-1 1 0 0,0 1-1 0 0,0 0 0 0 0,0 0 1 0 0,0-1-1 0 0,0 1 0 0 0,0 0 0 0 0,-1 0 1 0 0,1 0-1 0 0,0 0 0 0 0,0 0 0 0 0,0 0 1 0 0,2 1-1 0 0,26 0-230 0 0,-20 1 228 0 0,0 0 0 0 0,0-1-1 0 0,0 0 1 0 0,0 0 0 0 0,0-1 0 0 0,0 0-1 0 0,0-1 1 0 0,0 0 0 0 0,0-1 0 0 0,0 0-1 0 0,-1 0 1 0 0,1 0 0 0 0,-1-1 0 0 0,1-1 0 0 0,-1 1-1 0 0,0-2 1 0 0,0 1 0 0 0,10-8 0 0 0,-9 4 67 0 0,1 0 1 0 0,-1 0-1 0 0,0-2 1 0 0,-1 1-1 0 0,0-1 1 0 0,0 0-1 0 0,-1 0 1 0 0,0-1-1 0 0,-1 0 1 0 0,-1-1-1 0 0,1 1 1 0 0,5-22-1 0 0,8-35 705 0 0,-18 65-664 0 0,0-5 31 0 0,-1 8-123 0 0,0 0 0 0 0,0 0 1 0 0,0 0-1 0 0,0 0 0 0 0,0 0 1 0 0,0-1-1 0 0,0 1 0 0 0,0 0 1 0 0,0 0-1 0 0,0 0 0 0 0,0 0 1 0 0,0-1-1 0 0,0 1 0 0 0,0 0 1 0 0,0 0-1 0 0,0 0 0 0 0,0 0 1 0 0,0 0-1 0 0,0 0 0 0 0,0-1 1 0 0,-1 1-1 0 0,1 0 0 0 0,0 0 1 0 0,0 0-1 0 0,0 0 0 0 0,0 0 1 0 0,0 0-1 0 0,0 0 0 0 0,0-1 1 0 0,0 1-1 0 0,-1 0 0 0 0,1 0 1 0 0,0 0-1 0 0,0 0 0 0 0,0 0 1 0 0,0 0-1 0 0,0 0 0 0 0,-1 0 1 0 0,1 0-1 0 0,0 0 0 0 0,0 0 1 0 0,0 0-1 0 0,0 0 0 0 0,0 0 1 0 0,-1 0-1 0 0,1 0 0 0 0,0 0 1 0 0,0 0-1 0 0,0 0 0 0 0,0 0 1 0 0,0 0-1 0 0,-1 0 0 0 0,1 0 1 0 0,0 0-1 0 0,0 0 0 0 0,0 0 1 0 0,0 0-1 0 0,0 1 0 0 0,0-1 1 0 0,-1 0-1 0 0,1 0 0 0 0,0 0 1 0 0,0 0-1 0 0,0 0 0 0 0,0 0 1 0 0,0 0-1 0 0,0 0 0 0 0,0 1 1 0 0,0-1-1 0 0,-6 5-7 0 0,1 1-1 0 0,0-1 1 0 0,0 1 0 0 0,0 0-1 0 0,1 1 1 0 0,0-1-1 0 0,0 1 1 0 0,0 0 0 0 0,1 0-1 0 0,0 0 1 0 0,1 0 0 0 0,0 0-1 0 0,0 1 1 0 0,0-1-1 0 0,1 1 1 0 0,0-1 0 0 0,0 1-1 0 0,1 0 1 0 0,0-1-1 0 0,1 1 1 0 0,-1-1 0 0 0,1 1-1 0 0,1 0 1 0 0,0-1 0 0 0,3 12-1 0 0,5 11-187 0 0,-5-17-15 0 0,-1 0-1 0 0,-1 1 0 0 0,0-1 1 0 0,2 24-1 0 0,-5-35 177 0 0,0 1 1 0 0,0 0-1 0 0,-1 0 0 0 0,1 0 1 0 0,-1 0-1 0 0,0 0 0 0 0,0-1 1 0 0,0 1-1 0 0,0 0 0 0 0,0-1 1 0 0,-1 1-1 0 0,1-1 0 0 0,-1 1 1 0 0,0-1-1 0 0,1 0 0 0 0,-1 0 1 0 0,0 0-1 0 0,-5 4 0 0 0,6-5-46 0 0,0 0-1 0 0,-1 0 1 0 0,1 0 0 0 0,-1 0-1 0 0,1 0 1 0 0,-1-1 0 0 0,0 1-1 0 0,1 0 1 0 0,-1-1 0 0 0,0 1-1 0 0,1-1 1 0 0,-1 0-1 0 0,0 0 1 0 0,0 1 0 0 0,1-1-1 0 0,-1 0 1 0 0,0 0 0 0 0,0-1-1 0 0,1 1 1 0 0,-1 0 0 0 0,0-1-1 0 0,1 1 1 0 0,-1-1 0 0 0,0 1-1 0 0,1-1 1 0 0,-1 0-1 0 0,0 1 1 0 0,-1-3 0 0 0,1 2-655 0 0,1-14-3127 0 0,0 13 1629 0 0</inkml:trace>
</inkml:ink>
</file>

<file path=ppt/ink/ink3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0:21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5 204 0 0,'2'6'6331'0'0,"11"-5"-3832"0"0,29-6-3043 0 0,-21 3 420 0 0,33-2-4711 0 0</inkml:trace>
</inkml:ink>
</file>

<file path=ppt/ink/ink3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0:22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0 686 476 0 0,'0'0'3048'0'0,"6"-2"-2342"0"0,28-16-40 0 0,0 0-1 0 0,-1-3 1 0 0,-2-1-1 0 0,0-1 0 0 0,-1-1 1 0 0,-2-2-1 0 0,0-1 1 0 0,24-31-1 0 0,-33 34-498 0 0,-1-1 0 0 0,-2 0 1 0 0,0-1-1 0 0,-2 0 0 0 0,-1-2 1 0 0,-1 1-1 0 0,-1-2 0 0 0,-1 1 0 0 0,8-45 1 0 0,-17 61-121 0 0,0 0 1 0 0,-1-1 0 0 0,0 1-1 0 0,-4-20 1 0 0,1-14 70 0 0,3 44-125 0 0,-3-1 1 0 0,3 3 5 0 0,0 0 0 0 0,0 0 0 0 0,0 0 0 0 0,0-1 0 0 0,-1 1 0 0 0,1 0 0 0 0,0 0 0 0 0,0 0 0 0 0,0-1 0 0 0,0 1 0 0 0,0 0 0 0 0,-1 0 0 0 0,1 0 0 0 0,0 0 0 0 0,0-1 0 0 0,0 1 0 0 0,0 0 0 0 0,-1 0 0 0 0,1 0 0 0 0,0 0 0 0 0,0 0 0 0 0,0 0 0 0 0,-1 0 0 0 0,1 0 0 0 0,0-1 0 0 0,0 1 0 0 0,-1 0 0 0 0,1 0 0 0 0,0 0 0 0 0,0 0 0 0 0,-1 0 0 0 0,1 0 0 0 0,0 0 0 0 0,0 0 0 0 0,0 1 0 0 0,-1-1 0 0 0,1 0 0 0 0,0 0 0 0 0,0 0-1 0 0,-1 0 1 0 0,1 0 0 0 0,0 0 0 0 0,0 0 0 0 0,0 0 0 0 0,-1 1 0 0 0,1-1 0 0 0,0 0 0 0 0,-12 8-2 0 0,1 1-1 0 0,1 0 0 0 0,-1 0 1 0 0,1 1-1 0 0,1 0 0 0 0,0 1 0 0 0,0 0 1 0 0,1 1-1 0 0,1 0 0 0 0,0 0 0 0 0,1 0 1 0 0,-9 23-1 0 0,5-10 1 0 0,2 0-1 0 0,0 1 1 0 0,2 0 0 0 0,0 1 0 0 0,-2 50-1 0 0,7-56-72 0 0,1 0-1 0 0,2 1 0 0 0,0-1 0 0 0,7 29 0 0 0,-7-41 46 0 0,0-1 0 0 0,1 0-1 0 0,0 0 1 0 0,0 0 0 0 0,1 0 0 0 0,0-1-1 0 0,0 1 1 0 0,1-1 0 0 0,0 0 0 0 0,0 0-1 0 0,0-1 1 0 0,1 0 0 0 0,11 10-1 0 0,-13-15 47 0 0,-1 1-1 0 0,1-1 0 0 0,0 0 1 0 0,-1 0-1 0 0,1 0 0 0 0,0-1 0 0 0,0 1 1 0 0,0-1-1 0 0,-1 0 0 0 0,1 0 1 0 0,0 0-1 0 0,0-1 0 0 0,0 1 0 0 0,0-1 1 0 0,-1 0-1 0 0,1 0 0 0 0,0 0 1 0 0,-1-1-1 0 0,7-2 0 0 0,1-1 48 0 0,0 0-1 0 0,-1 0 1 0 0,0-1 0 0 0,-1-1-1 0 0,14-10 1 0 0,-10 5-2 0 0,-1-1-1 0 0,-1 0 1 0 0,0-1 0 0 0,0 0 0 0 0,-2-1 0 0 0,16-30-1 0 0,-24 44-62 0 0,-1 1 0 0 0,-1-1 1 0 0,1 1-1 0 0,0-1 0 0 0,0 1 0 0 0,0 0 1 0 0,0-1-1 0 0,1 1 0 0 0,-1-1 1 0 0,0 1-1 0 0,0 0 0 0 0,0-1 0 0 0,0 1 1 0 0,0-1-1 0 0,0 1 0 0 0,1 0 0 0 0,-1-1 1 0 0,0 1-1 0 0,0 0 0 0 0,0-1 1 0 0,1 1-1 0 0,-1 0 0 0 0,0-1 0 0 0,1 1 1 0 0,-1 0-1 0 0,0 0 0 0 0,1-1 0 0 0,-1 1 1 0 0,0 0-1 0 0,1 0 0 0 0,-1 0 1 0 0,0-1-1 0 0,1 1 0 0 0,-1 0 0 0 0,0 0 1 0 0,1 0-1 0 0,17 5-115 0 0,-15-4 105 0 0,0 1 1 0 0,0 0 0 0 0,0 0-1 0 0,0 0 1 0 0,-1 0 0 0 0,1 1-1 0 0,-1-1 1 0 0,1 1-1 0 0,3 5 1 0 0,-1 3-3 0 0,5 10-10 0 0,0 0-1 0 0,2-1 0 0 0,0 0 0 0 0,23 27 1 0 0,-31-41 20 0 0,1-2 1 0 0,0 1 0 0 0,0 0-1 0 0,0-1 1 0 0,1 0 0 0 0,0 0 0 0 0,-1-1-1 0 0,1 0 1 0 0,1 0 0 0 0,-1 0-1 0 0,0-1 1 0 0,1 0 0 0 0,-1 0-1 0 0,1 0 1 0 0,0-1 0 0 0,-1 0-1 0 0,1 0 1 0 0,0-1 0 0 0,0 0-1 0 0,9-1 1 0 0,-3 1 22 0 0,-1-2 1 0 0,1 0-1 0 0,0 0 0 0 0,-1-1 1 0 0,0-1-1 0 0,0 0 0 0 0,0-1 1 0 0,0 0-1 0 0,-1 0 0 0 0,1-2 1 0 0,-1 1-1 0 0,-1-1 0 0 0,1-1 1 0 0,-1 0-1 0 0,-1 0 0 0 0,0-1 1 0 0,0 0-1 0 0,0-1 0 0 0,7-12 1 0 0,-15 20 17 0 0,0-1 1 0 0,0 0-1 0 0,0 1 1 0 0,0-1-1 0 0,0 0 1 0 0,-1 1-1 0 0,0-1 0 0 0,1 0 1 0 0,-1 0-1 0 0,0 1 1 0 0,0-1-1 0 0,-1 0 1 0 0,1 0-1 0 0,-1 0 1 0 0,1 1-1 0 0,-1-1 1 0 0,0 0-1 0 0,-1-2 1 0 0,1 3-13 0 0,4 6-14 0 0,2 2-9 0 0,-1 0 0 0 0,1-1 0 0 0,1 1 1 0 0,-1-1-1 0 0,1 0 0 0 0,0-1 0 0 0,0 0 1 0 0,0 0-1 0 0,1 0 0 0 0,0 0 0 0 0,-1-1 1 0 0,1 0-1 0 0,0-1 0 0 0,0 0 1 0 0,1 0-1 0 0,-1 0 0 0 0,0-1 0 0 0,1 0 1 0 0,11 0-1 0 0,-13 0 66 0 0,0-1 1 0 0,1 0-1 0 0,-1 0 0 0 0,0 0 1 0 0,0-1-1 0 0,0 0 0 0 0,1 0 1 0 0,-1 0-1 0 0,0-1 1 0 0,0 0-1 0 0,0 0 0 0 0,-1-1 1 0 0,1 1-1 0 0,-1-1 0 0 0,1-1 1 0 0,-1 1-1 0 0,0-1 0 0 0,0 0 1 0 0,0 0-1 0 0,-1 0 1 0 0,1-1-1 0 0,4-6 0 0 0,-8 10 187 0 0,1-12 1021 0 0,3 12-685 0 0,13 19-779 0 0,10 9-811 0 0,12-7-1430 0 0,-13-12-4439 0 0</inkml:trace>
</inkml:ink>
</file>

<file path=ppt/ink/ink3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0:22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1404 0 0,'0'0'1316'0'0,"-13"4"4389"0"0,40 9-5609 0 0,-11-9-288 0 0,1-1-292 0 0,4 3-264 0 0,-4-1-436 0 0,7 1-1285 0 0,-7-1 573 0 0</inkml:trace>
</inkml:ink>
</file>

<file path=ppt/ink/ink3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0:24.6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329 589 584 0 0,'0'-2'275'0'0,"-1"-1"0"0"0,1 1 0 0 0,-1 0 0 0 0,1 0 0 0 0,-1 0 0 0 0,0 0 0 0 0,0 0 0 0 0,0 0 0 0 0,0 0 0 0 0,0 0 0 0 0,0 0 0 0 0,0 0 0 0 0,-1 0 0 0 0,1 0 0 0 0,-1 1 0 0 0,0-1 0 0 0,1 1 0 0 0,-1-1 0 0 0,0 1 0 0 0,0 0 0 0 0,0 0 0 0 0,0-1 0 0 0,-3 0 0 0 0,1 1-70 0 0,-1 0 0 0 0,1 1 0 0 0,0-1 0 0 0,0 1 0 0 0,0 0 0 0 0,-1 0 0 0 0,1 0 0 0 0,0 1 0 0 0,0 0 0 0 0,0-1 0 0 0,0 2 0 0 0,-5 0 0 0 0,-4 3 5 0 0,-1 1 0 0 0,1 0-1 0 0,0 1 1 0 0,0 1 0 0 0,0 0-1 0 0,-17 16 1 0 0,25-20-137 0 0,1 0-1 0 0,0 0 1 0 0,0 1 0 0 0,0 0-1 0 0,1 0 1 0 0,-1 0 0 0 0,1 0-1 0 0,0 1 1 0 0,-3 10-1 0 0,5-15-59 0 0,1 0 0 0 0,-1 1 0 0 0,1-1 0 0 0,0 1 0 0 0,0-1 0 0 0,0 0 0 0 0,0 1 0 0 0,0-1 0 0 0,0 1 0 0 0,0-1 0 0 0,0 0 0 0 0,1 1 0 0 0,-1-1 0 0 0,0 0 0 0 0,1 1 0 0 0,-1-1 0 0 0,1 0 0 0 0,0 1 0 0 0,0 0 0 0 0,1 0-7 0 0,-1-1 0 0 0,1 1 0 0 0,0-1 0 0 0,-1 0 0 0 0,1 0 0 0 0,0 0 0 0 0,0 0 0 0 0,0 0 0 0 0,0 0 0 0 0,0 0 0 0 0,0-1 0 0 0,0 1 0 0 0,0 0 0 0 0,0-1 0 0 0,0 0-1 0 0,4 1 1 0 0,7-1 22 0 0,-1 0 0 0 0,1-1-1 0 0,-1 0 1 0 0,1-1-1 0 0,-1 0 1 0 0,0-1-1 0 0,1 0 1 0 0,-2-1-1 0 0,1-1 1 0 0,0 0-1 0 0,-1 0 1 0 0,0-1-1 0 0,0 0 1 0 0,0-1-1 0 0,-1-1 1 0 0,13-11 0 0 0,-10 8 22 0 0,0-1 1 0 0,-1-1-1 0 0,0 0 1 0 0,-1-1 0 0 0,0-1-1 0 0,-1 1 1 0 0,-1-1-1 0 0,0-1 1 0 0,-1 0 0 0 0,-1 0-1 0 0,5-18 1 0 0,-7 18 7 0 0,-2 0 0 0 0,0-1 1 0 0,0 1-1 0 0,-2 0 0 0 0,0-1 1 0 0,-1 1-1 0 0,0-1 0 0 0,-2 1 0 0 0,0-1 1 0 0,-1 1-1 0 0,0 0 0 0 0,-1 0 0 0 0,-1 0 1 0 0,-13-28-1 0 0,12 32-37 0 0,-1 0-1 0 0,0 1 0 0 0,-1-1 1 0 0,0 2-1 0 0,-1-1 1 0 0,0 1-1 0 0,-1 1 1 0 0,0 0-1 0 0,0 0 1 0 0,-1 1-1 0 0,0 0 1 0 0,0 1-1 0 0,-1 0 0 0 0,0 1 1 0 0,0 0-1 0 0,-1 1 1 0 0,0 0-1 0 0,-22-4 1 0 0,20 5-130 0 0,1 1 0 0 0,-1 1 0 0 0,0 1 0 0 0,0 0 1 0 0,0 1-1 0 0,-27 3 0 0 0,36-2-155 0 0,0 1 1 0 0,0-1-1 0 0,1 1 0 0 0,-1 0 1 0 0,1 0-1 0 0,0 1 0 0 0,-1 0 1 0 0,-8 6-1 0 0,11-6-221 0 0,-1 0 0 0 0,1 0 0 0 0,0 0 0 0 0,0 1 0 0 0,0-1-1 0 0,0 1 1 0 0,1 0 0 0 0,0 0 0 0 0,-1 0 0 0 0,1 0 0 0 0,1 0 0 0 0,-3 8 0 0 0,-1 5-2497 0 0</inkml:trace>
</inkml:ink>
</file>

<file path=ppt/ink/ink3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0:25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6 247 664 0 0,'22'-20'1174'0'0,"-5"5"-266"0"0,-1 0 1 0 0,0-1 0 0 0,-1 0 0 0 0,0-2 0 0 0,-2 1 0 0 0,17-30-1 0 0,-27 42-686 0 0,-1 0-1 0 0,0 0 1 0 0,0-1 0 0 0,0 1-1 0 0,-1-1 1 0 0,1-6-1 0 0,1-1 248 0 0,-3 11-221 0 0,-7-8 135 0 0,7 10-365 0 0,-1-1 0 0 0,0 0 1 0 0,1 0-1 0 0,-1 0 1 0 0,1 0-1 0 0,-1 1 0 0 0,0-1 1 0 0,0 0-1 0 0,1 0 1 0 0,-1 1-1 0 0,0-1 0 0 0,0 1 1 0 0,0-1-1 0 0,0 1 1 0 0,0-1-1 0 0,0 1 0 0 0,0 0 1 0 0,0-1-1 0 0,0 1 1 0 0,0 0-1 0 0,0 0 0 0 0,0 0 1 0 0,0-1-1 0 0,0 1 1 0 0,0 0-1 0 0,0 0 0 0 0,0 1 1 0 0,0-1-1 0 0,-2 0 1 0 0,-3 1 1 0 0,-1 0-1 0 0,1 1 1 0 0,-1-1 0 0 0,1 1 0 0 0,0 0 0 0 0,0 1 0 0 0,0 0 0 0 0,0 0 0 0 0,0 0-1 0 0,0 0 1 0 0,1 1 0 0 0,0 0 0 0 0,0 0 0 0 0,0 1 0 0 0,0-1 0 0 0,0 1-1 0 0,1 0 1 0 0,0 0 0 0 0,0 1 0 0 0,1-1 0 0 0,-1 1 0 0 0,1 0 0 0 0,0 0 0 0 0,-3 11-1 0 0,5-13-38 0 0,0 0-1 0 0,1 1 1 0 0,0-1-1 0 0,0 0 1 0 0,0 1-1 0 0,0-1 1 0 0,0 0-1 0 0,1 1 0 0 0,0-1 1 0 0,0 0-1 0 0,0 0 1 0 0,1 1-1 0 0,-1-1 1 0 0,1 0-1 0 0,0 0 1 0 0,0-1-1 0 0,0 1 1 0 0,5 6-1 0 0,-1-3-24 0 0,0-1 0 0 0,1 0 0 0 0,0 0 0 0 0,0 0 0 0 0,0-1 0 0 0,0 0 0 0 0,1-1-1 0 0,0 1 1 0 0,9 3 0 0 0,-4-3-2 0 0,0 0 0 0 0,0-1 0 0 0,0 0 0 0 0,1-1-1 0 0,-1 0 1 0 0,1-1 0 0 0,0-1 0 0 0,-1 0-1 0 0,1-1 1 0 0,0 0 0 0 0,0-1 0 0 0,22-5 0 0 0,-22 2 130 0 0,-1-1 0 0 0,1 0 0 0 0,-1-1 0 0 0,0-1 0 0 0,-1 0-1 0 0,0-1 1 0 0,0 0 0 0 0,-1-1 0 0 0,1 0 0 0 0,-2-1 0 0 0,0 0 0 0 0,0-1 0 0 0,-1 0 0 0 0,0 0 0 0 0,-1-1 0 0 0,0 0 0 0 0,-1-1 0 0 0,0 0 0 0 0,-1 0 0 0 0,0 0 0 0 0,4-18 0 0 0,-9 28 3 0 0,0-15 300 0 0,-1 17-380 0 0,0 0 0 0 0,-1 0 0 0 0,1 0 0 0 0,0 0 0 0 0,0 0 0 0 0,0 0 0 0 0,-1 0 0 0 0,1 0 0 0 0,-1 0 0 0 0,1 0 0 0 0,-1 0 0 0 0,1 0 0 0 0,-1 0 0 0 0,1 1 1 0 0,-1-1-1 0 0,0 0 0 0 0,1 0 0 0 0,-1 1 0 0 0,0-1 0 0 0,0 0 0 0 0,0 1 0 0 0,1-1 0 0 0,-1 1 0 0 0,-2-1 0 0 0,-17-1-147 0 0,15 2 47 0 0,4 2-2 0 0,1-1 84 0 0,-1 0 0 0 0,1 0 1 0 0,-1 0-1 0 0,1 0 0 0 0,0 0 0 0 0,-1 0 0 0 0,1 0 0 0 0,0 0 0 0 0,0 0 0 0 0,0 0 1 0 0,0 1-1 0 0,0-1 0 0 0,0 0 0 0 0,0 0 0 0 0,0 0 0 0 0,0 0 0 0 0,0 0 0 0 0,1 2 0 0 0,21 22-248 0 0,1 0 0 0 0,27 21 0 0 0,-23-23-188 0 0,-1 2 0 0 0,25 32 0 0 0,-41-45 212 0 0,0 0 1 0 0,1 0-1 0 0,0 0 0 0 0,0-2 0 0 0,26 19 0 0 0,-32-26 200 0 0,-1 0-1 0 0,1-1 1 0 0,0 1-1 0 0,0-1 1 0 0,0 0-1 0 0,1 0 1 0 0,-1-1-1 0 0,0 0 1 0 0,1 0 0 0 0,-1 0-1 0 0,1 0 1 0 0,-1-1-1 0 0,1 0 1 0 0,-1 0-1 0 0,1 0 1 0 0,-1-1 0 0 0,1 0-1 0 0,-1 0 1 0 0,0-1-1 0 0,9-2 1 0 0,-3-1 46 0 0,-1 0 0 0 0,0-1 0 0 0,0 0 0 0 0,-1-1 0 0 0,0 0 1 0 0,0 0-1 0 0,0-1 0 0 0,-1 0 0 0 0,0 0 0 0 0,7-12 0 0 0,-1 1 572 0 0,0-2-1 0 0,-2 0 0 0 0,16-36 0 0 0,-20 47 1216 0 0,-5 25-1064 0 0,-5 51-840 0 0,0-30 159 0 0,1 2-1100 0 0,1-3-5905 0 0</inkml:trace>
</inkml:ink>
</file>

<file path=ppt/ink/ink3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0:25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56 368 0 0,'-12'-46'8902'0'0,"11"42"-8871"0"0,0-1 276 0 0</inkml:trace>
</inkml:ink>
</file>

<file path=ppt/ink/ink3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0:26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1 496 0 0,'-1'7'507'0'0,"0"0"0"0"0,1 0 0 0 0,0 0 0 0 0,1 0 0 0 0,0 0 0 0 0,0 0 0 0 0,0 0 0 0 0,1 0-1 0 0,0 0 1 0 0,0 0 0 0 0,4 7 0 0 0,0 0-105 0 0,0 0 0 0 0,2 0 0 0 0,-1 0 0 0 0,13 15 0 0 0,-14-21-202 0 0,0-1 0 0 0,1 1 0 0 0,0-1 0 0 0,0-1-1 0 0,1 1 1 0 0,-1-1 0 0 0,2 0 0 0 0,-1-1 0 0 0,14 7-1 0 0,-18-11-147 0 0,0 1 1 0 0,-1-1-1 0 0,1 0 0 0 0,0-1 0 0 0,0 1 0 0 0,0-1 0 0 0,0 1 0 0 0,0-1 0 0 0,-1 0 0 0 0,1-1 1 0 0,0 1-1 0 0,0-1 0 0 0,0 0 0 0 0,0 0 0 0 0,-1 0 0 0 0,1 0 0 0 0,0 0 0 0 0,-1-1 0 0 0,1 0 1 0 0,-1 0-1 0 0,0 0 0 0 0,1 0 0 0 0,-1 0 0 0 0,0-1 0 0 0,0 1 0 0 0,0-1 0 0 0,3-5 0 0 0,1 1 37 0 0,-1-1-1 0 0,-1 0 0 0 0,1 0 1 0 0,-1 0-1 0 0,-1-1 0 0 0,0 0 1 0 0,0 0-1 0 0,0 0 1 0 0,-1 0-1 0 0,-1-1 0 0 0,1 1 1 0 0,-2-1-1 0 0,2-18 0 0 0,-3 31-112 0 0,0 1 0 0 0,0-1 0 0 0,0 0 0 0 0,1 0-1 0 0,-1 0 1 0 0,1 0 0 0 0,0 0 0 0 0,0 0 0 0 0,0 0 0 0 0,0 0-1 0 0,0 0 1 0 0,1-1 0 0 0,-1 1 0 0 0,1 0 0 0 0,0-1 0 0 0,0 1-1 0 0,0-1 1 0 0,0 0 0 0 0,0 1 0 0 0,4 2 0 0 0,-1-3-27 0 0,0 1 0 0 0,-1 0 0 0 0,1-1 0 0 0,1 0 0 0 0,-1 0 0 0 0,0 0 1 0 0,1-1-1 0 0,-1 0 0 0 0,0 0 0 0 0,11 0 0 0 0,6 0 313 0 0,0-2 0 0 0,0-1 0 0 0,0-1-1 0 0,37-9 1 0 0,-58 11-202 0 0,1 1-1 0 0,-1-1 1 0 0,1 1 0 0 0,-1 0-1 0 0,0-1 1 0 0,1 1-1 0 0,-1 0 1 0 0,1 0-1 0 0,-1 0 1 0 0,1 0 0 0 0,-1 0-1 0 0,1 0 1 0 0,-1 0-1 0 0,1 0 1 0 0,-1 1-1 0 0,1-1 1 0 0,-1 0 0 0 0,0 1-1 0 0,1 0 1 0 0,-1-1-1 0 0,0 1 1 0 0,1 0-1 0 0,-1-1 1 0 0,0 1 0 0 0,0 0-1 0 0,2 1 1 0 0,-2 2-141 0 0,1-1 0 0 0,-1 1 0 0 0,0-1 0 0 0,1 1 0 0 0,-2-1 0 0 0,1 1 0 0 0,0 0 0 0 0,-1-1 0 0 0,0 8 0 0 0,1-5-1272 0 0,0 19-1729 0 0,-1-16-1262 0 0</inkml:trace>
</inkml:ink>
</file>

<file path=ppt/ink/ink3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0:26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0 110 976 0 0,'18'-73'7432'0'0,"-17"70"-6822"0"0,0-5 95 0 0,4-10-963 0 0,-4 11-5257 0 0</inkml:trace>
</inkml:ink>
</file>

<file path=ppt/ink/ink3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0:26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88 0 0,'3'15'3262'0'0,"1"9"-1415"0"0,-4-22-1083 0 0,2 9-239 0 0,6-12 2459 0 0,-5-1-2980 0 0,9-4 80 0 0,0 0-1 0 0,0 1 1 0 0,1 0 0 0 0,-1 1-1 0 0,1 0 1 0 0,0 1 0 0 0,1 1 0 0 0,-1 0-1 0 0,25-1 1 0 0,23 10-212 0 0,-21-2-168 0 0,0-1 1 0 0,1-2-1 0 0,68-6 1 0 0,-100 1 560 0 0,0 1 1 0 0,0-2 0 0 0,0 1-1 0 0,0-1 1 0 0,-1-1 0 0 0,0 1-1 0 0,1-1 1 0 0,11-11 0 0 0,-18 15 794 0 0,5-6-515 0 0,-4 7-362 0 0,-6 10 935 0 0,-69 139-572 0 0,-100 151 0 0 0,43-79-1948 0 0,8-28-6091 0 0,87-146 3842 0 0</inkml:trace>
</inkml:ink>
</file>

<file path=ppt/ink/ink3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0:30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1 968 348 0 0,'0'1'72'0'0,"1"-1"0"0"0,-1 0 0 0 0,0 1 0 0 0,1-1-1 0 0,-1 0 1 0 0,0 0 0 0 0,1 1 0 0 0,-1-1 0 0 0,1 0 0 0 0,-1 0 0 0 0,1 0 0 0 0,-1 0-1 0 0,1 0 1 0 0,-1 0 0 0 0,0 0 0 0 0,1 0 0 0 0,-1 0 0 0 0,1 0 0 0 0,-1 0-1 0 0,1 0 1 0 0,-1 0 0 0 0,1 0 0 0 0,-1 0 0 0 0,1 0 0 0 0,-1 0 0 0 0,0 0 0 0 0,1-1-1 0 0,-1 1 1 0 0,1 0 0 0 0,48-25 888 0 0,-2-1-1 0 0,68-50 1 0 0,80-76 254 0 0,35-51 27 0 0,-196 168-1083 0 0,-2 0 0 0 0,-2-2 0 0 0,-1-2 0 0 0,30-52 0 0 0,-41 55 221 0 0,22-60 1 0 0,-40 96-371 0 0,0 0 1 0 0,0-1 0 0 0,0 1-1 0 0,0 0 1 0 0,1 0 0 0 0,-1-1-1 0 0,0 1 1 0 0,0 0 0 0 0,0 0-1 0 0,0-1 1 0 0,0 1-1 0 0,0 0 1 0 0,0 0 0 0 0,0-1-1 0 0,0 1 1 0 0,0 0 0 0 0,0-1-1 0 0,0 1 1 0 0,0 0-1 0 0,0 0 1 0 0,0-1 0 0 0,0 1-1 0 0,0 0 1 0 0,0-1 0 0 0,0 1-1 0 0,0 0 1 0 0,0 0 0 0 0,0-1-1 0 0,-1 1 1 0 0,1 0-1 0 0,0 0 1 0 0,0-1 0 0 0,0 1-1 0 0,0 0 1 0 0,-1 0 0 0 0,1 0-1 0 0,0-1 1 0 0,0 1-1 0 0,-1 0 1 0 0,1 0 0 0 0,0 0-1 0 0,-15 3 74 0 0,-17 19-75 0 0,10 1-1 0 0,1 1-1 0 0,2 0 1 0 0,0 2 0 0 0,1 0-1 0 0,2 1 1 0 0,1 0-1 0 0,1 2 1 0 0,1 0-1 0 0,2 0 1 0 0,1 1 0 0 0,1 0-1 0 0,1 1 1 0 0,2 0-1 0 0,1 0 1 0 0,0 34 0 0 0,5-57-31 0 0,0 1 1 0 0,1 0 0 0 0,0-1 0 0 0,1 1 0 0 0,-1-1 0 0 0,2 0 0 0 0,-1 0 0 0 0,1 0-1 0 0,0 0 1 0 0,1 0 0 0 0,0 0 0 0 0,0-1 0 0 0,1 1 0 0 0,0-1 0 0 0,0-1-1 0 0,9 10 1 0 0,-9-12 10 0 0,0 0 0 0 0,0 0 0 0 0,0 0 0 0 0,0-1-1 0 0,1 0 1 0 0,-1 0 0 0 0,1 0 0 0 0,0-1 0 0 0,0 0 0 0 0,0 0-1 0 0,0 0 1 0 0,1-1 0 0 0,-1 0 0 0 0,0 0 0 0 0,0-1 0 0 0,1 1 0 0 0,-1-1-1 0 0,0-1 1 0 0,1 1 0 0 0,-1-1 0 0 0,0 0 0 0 0,11-4 0 0 0,11-5-7 0 0,-1-2 0 0 0,0 0 0 0 0,-1-2 0 0 0,-1-1 1 0 0,0-1-1 0 0,-1-1 0 0 0,0-1 0 0 0,-2-1 0 0 0,0-1 1 0 0,-2-1-1 0 0,0-1 0 0 0,18-25 0 0 0,19-32-34 0 0,-4-2 0 0 0,55-113 0 0 0,-99 177 233 0 0,0-1 0 0 0,-1 0 0 0 0,-1 0-1 0 0,-1 0 1 0 0,-1-1 0 0 0,0 0 0 0 0,-2 0 0 0 0,2-21 0 0 0,-5 38-52 0 0,3-4 9 0 0,-3 6-124 0 0,0 1-1 0 0,0-1 1 0 0,0 0-1 0 0,0 0 0 0 0,0 0 1 0 0,-1 0-1 0 0,1 0 1 0 0,0 0-1 0 0,0 0 0 0 0,0 0 1 0 0,0 0-1 0 0,0 0 1 0 0,0 0-1 0 0,0 0 0 0 0,0 0 1 0 0,0 0-1 0 0,0 0 1 0 0,0 0-1 0 0,0 0 0 0 0,-1 0 1 0 0,1 0-1 0 0,0 0 1 0 0,0 0-1 0 0,0 0 0 0 0,0 0 1 0 0,0 0-1 0 0,0 0 1 0 0,0 0-1 0 0,0 0 0 0 0,0 0 1 0 0,0-1-1 0 0,0 1 1 0 0,0 0-1 0 0,-29 40 49 0 0,3 0-1 0 0,1 2 1 0 0,2 1-1 0 0,-33 87 1 0 0,-21 40 67 0 0,51-124-98 0 0,9-19 7 0 0,2 1 0 0 0,-11 29 0 0 0,14-40 27 0 0,11-15 241 0 0,6-5-314 0 0,0 1 11 0 0,-1-1 0 0 0,0 0 1 0 0,0 0-1 0 0,0 0 0 0 0,7-8 1 0 0,-2 3 4 0 0,1 0-9 0 0,4-3-10 0 0,0-1-1 0 0,1 2 1 0 0,0 0 0 0 0,1 1 0 0 0,18-8 0 0 0,-33 17 6 0 0,0 0 0 0 0,1-1-1 0 0,-1 1 1 0 0,0 0 0 0 0,1 0-1 0 0,-1 0 1 0 0,0 0 0 0 0,1 0-1 0 0,-1 0 1 0 0,0 0 0 0 0,0 0-1 0 0,1 1 1 0 0,-1-1 0 0 0,0 0-1 0 0,1 1 1 0 0,-1-1-1 0 0,0 1 1 0 0,0-1 0 0 0,0 1-1 0 0,0 0 1 0 0,1-1 0 0 0,-1 1-1 0 0,0 0 1 0 0,0 0 0 0 0,0 0-1 0 0,0 0 1 0 0,-1 0 0 0 0,1 0-1 0 0,0 0 1 0 0,1 2 0 0 0,20 44-29 0 0,-8-17 25 0 0,-10-25 5 0 0,0 0 0 0 0,-1 0 0 0 0,1 0 0 0 0,1-1 0 0 0,-1 1 0 0 0,1-1 1 0 0,0 0-1 0 0,0-1 0 0 0,0 1 0 0 0,6 2 0 0 0,-7-4 8 0 0,0-1-1 0 0,1 0 1 0 0,-1 0 0 0 0,1 0 0 0 0,-1 0-1 0 0,1-1 1 0 0,-1 0 0 0 0,1 0-1 0 0,0 0 1 0 0,-1-1 0 0 0,1 1-1 0 0,-1-1 1 0 0,1 0 0 0 0,-1 0-1 0 0,1 0 1 0 0,-1-1 0 0 0,0 0-1 0 0,4-2 1 0 0,1-1 129 0 0,-1-1 0 0 0,1 1 0 0 0,-1-2 0 0 0,-1 1 0 0 0,1-1 0 0 0,-1 0 0 0 0,-1-1 0 0 0,1 0 0 0 0,-1 0 0 0 0,7-13 1 0 0,-12 20 62 0 0,-1 0-183 0 0,0 1 0 0 0,0 0 0 0 0,0 0 0 0 0,0-1 0 0 0,-1 1 0 0 0,1 0 0 0 0,0 0 0 0 0,0-1 0 0 0,0 1 0 0 0,0 0 0 0 0,0 0 0 0 0,0-1 0 0 0,0 1 0 0 0,0 0 0 0 0,0 0 0 0 0,0-1 0 0 0,0 1 0 0 0,0 0 0 0 0,0-1 0 0 0,0 1 0 0 0,0 0 0 0 0,1 0 0 0 0,-1-1-1 0 0,0 1 1 0 0,0 0 0 0 0,0 0 0 0 0,0 0 0 0 0,0-1 0 0 0,0 1 0 0 0,1 0 0 0 0,-1 0 0 0 0,0 0 0 0 0,0-1 0 0 0,0 1 0 0 0,1 0 0 0 0,-1 0 0 0 0,0 0 0 0 0,0 0 0 0 0,1-1 0 0 0,-1 1 0 0 0,0 0 0 0 0,0 0 0 0 0,0 0 0 0 0,1 0 0 0 0,-1 0 0 0 0,0 0 0 0 0,1 0 0 0 0,-1 0 0 0 0,0 0 0 0 0,0 0 0 0 0,1 0 0 0 0,-1 0 0 0 0,0 0 0 0 0,0 0 0 0 0,1 0 0 0 0,-1 0 0 0 0,0 0 0 0 0,0 0 0 0 0,1 0 0 0 0,-1 0 0 0 0,0 1 0 0 0,0-1 0 0 0,1 0 0 0 0,-1 0 0 0 0,0 0 0 0 0,0 0 0 0 0,0 1 0 0 0,1-1 0 0 0,-1 0 0 0 0,10 12 152 0 0,-7-8-364 0 0,0 1-1 0 0,0 0 0 0 0,1-1 1 0 0,0 0-1 0 0,-1 0 0 0 0,1 0 1 0 0,1 0-1 0 0,-1 0 0 0 0,1-1 1 0 0,-1 0-1 0 0,1 0 0 0 0,0 0 1 0 0,0-1-1 0 0,0 1 0 0 0,0-1 1 0 0,0 0-1 0 0,1-1 0 0 0,-1 1 1 0 0,1-1-1 0 0,-1 0 0 0 0,1-1 1 0 0,6 1-1 0 0,-10-1-1616 0 0,3-1-1130 0 0,19-7 223 0 0</inkml:trace>
</inkml:ink>
</file>

<file path=ppt/ink/ink3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0:30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22 548 0 0,'-9'3'960'0'0,"-3"-3"2620"0"0,102 0-3492 0 0,-48-3-164 0 0,10 1-240 0 0,7-3-484 0 0,-4 0-860 0 0,21-4 380 0 0</inkml:trace>
</inkml:ink>
</file>

<file path=ppt/ink/ink3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0:30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39 327 696 0 0,'-1'0'280'0'0,"0"0"-1"0"0,0 1 0 0 0,-1-1 1 0 0,1 0-1 0 0,0 0 1 0 0,-1-1-1 0 0,1 1 1 0 0,0 0-1 0 0,-1 0 1 0 0,1 0-1 0 0,0-1 1 0 0,0 1-1 0 0,-1-1 0 0 0,1 1 1 0 0,0-1-1 0 0,0 0 1 0 0,0 1-1 0 0,0-1 1 0 0,0 0-1 0 0,0 0 1 0 0,0 1-1 0 0,0-1 1 0 0,0 0-1 0 0,0 0 1 0 0,0 0-1 0 0,0 0 0 0 0,1 0 1 0 0,-1-1-1 0 0,0 1 1 0 0,1 0-1 0 0,-1-2 1 0 0,-4-22 1051 0 0,8 10-608 0 0,1 4-529 0 0,0 1 1 0 0,2-1-1 0 0,-1 1 1 0 0,1 0-1 0 0,0 1 1 0 0,1-1-1 0 0,0 1 0 0 0,1 0 1 0 0,17-14-1 0 0,6-4 193 0 0,46-30 0 0 0,-63 47-329 0 0,1 1-1 0 0,1 1 1 0 0,-1 1-1 0 0,1 0 1 0 0,0 0-1 0 0,1 2 1 0 0,0 0-1 0 0,0 1 1 0 0,21-2-1 0 0,-28 5-52 0 0,0 0 1 0 0,0 1-1 0 0,0 0 0 0 0,0 0 0 0 0,1 1 0 0 0,-1 1 1 0 0,0 0-1 0 0,0 0 0 0 0,0 1 0 0 0,-1 0 1 0 0,1 1-1 0 0,-1 0 0 0 0,0 0 0 0 0,0 1 0 0 0,0 0 1 0 0,0 1-1 0 0,9 8 0 0 0,-12-10-33 0 0,-1 1-1 0 0,0 0 0 0 0,-1 0 1 0 0,1 0-1 0 0,-1 1 1 0 0,0 0-1 0 0,0 0 1 0 0,-1 0-1 0 0,0 0 1 0 0,0 0-1 0 0,0 1 1 0 0,-1-1-1 0 0,0 1 1 0 0,0 0-1 0 0,0 0 1 0 0,-1-1-1 0 0,0 1 1 0 0,-1 0-1 0 0,1 0 1 0 0,-1 0-1 0 0,-1 0 1 0 0,1 0-1 0 0,-1 0 1 0 0,-1 0-1 0 0,1 0 1 0 0,-1 0-1 0 0,-5 12 0 0 0,1-7-12 0 0,0 0-1 0 0,0-1 0 0 0,-1 1 1 0 0,-1-1-1 0 0,0-1 0 0 0,0 0 1 0 0,-1 0-1 0 0,-1 0 0 0 0,1-1 1 0 0,-1-1-1 0 0,-1 0 0 0 0,0 0 1 0 0,-21 11-1 0 0,18-12 32 0 0,0-1 0 0 0,0 0 0 0 0,-21 5-1 0 0,31-10 33 0 0,0 0-1 0 0,1 0 0 0 0,-1-1 1 0 0,0 1-1 0 0,0-1 1 0 0,0 0-1 0 0,1 1 0 0 0,-1-2 1 0 0,0 1-1 0 0,0 0 0 0 0,0-1 1 0 0,1 0-1 0 0,-1 0 0 0 0,0 0 1 0 0,1 0-1 0 0,-1-1 1 0 0,1 1-1 0 0,-1-1 0 0 0,-3-2 1 0 0,6 3-16 0 0,-1 0 1 0 0,1 0-1 0 0,0-1 1 0 0,0 1-1 0 0,0 0 1 0 0,0 0 0 0 0,0-1-1 0 0,0 1 1 0 0,0 0-1 0 0,1-1 1 0 0,-1 1-1 0 0,0-1 1 0 0,1 1 0 0 0,-1-1-1 0 0,1 1 1 0 0,0-1-1 0 0,-1 1 1 0 0,1-1-1 0 0,0 1 1 0 0,0-1 0 0 0,0 1-1 0 0,0-1 1 0 0,1-2-1 0 0,-1 1-8 0 0,1 0-1 0 0,1 0 1 0 0,-1 0-1 0 0,0 1 0 0 0,1-1 1 0 0,-1 1-1 0 0,1-1 1 0 0,0 1-1 0 0,0-1 1 0 0,0 1-1 0 0,4-4 0 0 0,0 1-70 0 0,1 0 0 0 0,0 0 0 0 0,0 0 0 0 0,0 1 0 0 0,0 0 0 0 0,1 0 0 0 0,0 1 0 0 0,11-4 0 0 0,-10 5-196 0 0,0 1-1 0 0,0-1 1 0 0,0 2 0 0 0,0-1 0 0 0,0 1 0 0 0,0 0-1 0 0,0 1 1 0 0,0 0 0 0 0,12 3 0 0 0,22 8-3902 0 0,-26-7 1853 0 0,-3-1-143 0 0</inkml:trace>
</inkml:ink>
</file>

<file path=ppt/ink/ink3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0:31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39 616 0 0,'-17'-32'4835'0'0,"15"31"-4685"0"0,-1 0 1 0 0,1 0-1 0 0,-1 0 0 0 0,1 0 1 0 0,-1 1-1 0 0,1-1 0 0 0,-1 1 1 0 0,1 0-1 0 0,-1 0 0 0 0,1 0 1 0 0,-1 0-1 0 0,1 0 0 0 0,-1 0 0 0 0,0 1 1 0 0,-3 1-1 0 0,-39 12 723 0 0,44-14-839 0 0,-13 5 228 0 0,2 1 0 0 0,-1 0-1 0 0,1 1 1 0 0,0 0 0 0 0,-12 10 0 0 0,20-14-190 0 0,0 0 0 0 0,0 1-1 0 0,0 0 1 0 0,1-1 0 0 0,-1 1 0 0 0,1 1-1 0 0,0-1 1 0 0,0 0 0 0 0,0 1 0 0 0,0 0 0 0 0,1-1-1 0 0,0 1 1 0 0,0 0 0 0 0,0 0 0 0 0,-1 10-1 0 0,3-13-68 0 0,0 0-1 0 0,1 0 1 0 0,-1 0-1 0 0,1 0 1 0 0,-1 0-1 0 0,1-1 1 0 0,-1 1-1 0 0,1 0 1 0 0,0 0-1 0 0,0 0 1 0 0,0-1-1 0 0,0 1 1 0 0,1-1-1 0 0,-1 1 0 0 0,0-1 1 0 0,0 1-1 0 0,1-1 1 0 0,-1 0-1 0 0,1 1 1 0 0,0-1-1 0 0,-1 0 1 0 0,1 0-1 0 0,0 0 1 0 0,-1 0-1 0 0,1-1 1 0 0,0 1-1 0 0,0 0 1 0 0,0-1-1 0 0,2 1 1 0 0,4 2-49 0 0,0-1-1 0 0,1 0 1 0 0,-1 0 0 0 0,0-1 0 0 0,11 0 0 0 0,65-16-749 0 0,-82 15 720 0 0,14-1-414 0 0,11 21 19 0 0,-26-18 430 0 0,0-1 0 0 0,0 1 1 0 0,1 0-1 0 0,-1-1 1 0 0,1 1-1 0 0,-1-1 0 0 0,1 0 1 0 0,0 0-1 0 0,-1 1 1 0 0,1-1-1 0 0,0 0 0 0 0,0 0 1 0 0,0-1-1 0 0,0 1 1 0 0,0 0-1 0 0,0-1 0 0 0,0 1 1 0 0,0-1-1 0 0,0 1 1 0 0,0-1-1 0 0,0 0 0 0 0,0 0 1 0 0,0 0-1 0 0,1 0 1 0 0,-1 0-1 0 0,0-1 0 0 0,0 1 1 0 0,3-2-1 0 0,36-14-144 0 0,78-42 0 0 0,-94 43 349 0 0,0 2 0 0 0,1 0-1 0 0,1 2 1 0 0,0 1 0 0 0,0 1 0 0 0,48-10 0 0 0,-74 19-158 0 0,0 0 0 0 0,0 0 0 0 0,0 0-1 0 0,0 0 1 0 0,0 0 0 0 0,0 0 0 0 0,0 0 0 0 0,0 0-1 0 0,-1 0 1 0 0,1 0 0 0 0,0 1 0 0 0,0-1 0 0 0,0 0-1 0 0,0 1 1 0 0,0-1 0 0 0,-1 0 0 0 0,1 1 0 0 0,0-1-1 0 0,0 1 1 0 0,-1-1 0 0 0,1 1 0 0 0,0 0 0 0 0,-1-1-1 0 0,1 1 1 0 0,0 0 0 0 0,-1-1 0 0 0,1 1 0 0 0,-1 0-1 0 0,1 0 1 0 0,-1-1 0 0 0,0 1 0 0 0,1 0 0 0 0,-1 0-1 0 0,0 0 1 0 0,1 0 0 0 0,-1-1 0 0 0,0 1 0 0 0,0 0-1 0 0,0 0 1 0 0,0 0 0 0 0,0 0 0 0 0,0 0 0 0 0,0 0-1 0 0,0 0 1 0 0,0 0 0 0 0,0-1 0 0 0,-1 1 0 0 0,1 0-1 0 0,0 0 1 0 0,-1 0 0 0 0,1 0 0 0 0,0-1 0 0 0,-2 2-1 0 0,0 5 22 0 0,0-1 1 0 0,0 1-1 0 0,-1-1 0 0 0,0 0 0 0 0,-7 10 0 0 0,2-8 48 0 0,1-1 0 0 0,-2 1 0 0 0,1-1 0 0 0,-1-1 0 0 0,0 1-1 0 0,0-1 1 0 0,-1-1 0 0 0,0 0 0 0 0,-15 5 0 0 0,24-9 101 0 0,2-4-180 0 0,-1-1 1 0 0,1 1 0 0 0,0-1-1 0 0,1 1 1 0 0,-1 0 0 0 0,1-1 0 0 0,-1 1-1 0 0,1 0 1 0 0,0 0 0 0 0,0 0-1 0 0,1 0 1 0 0,-1 1 0 0 0,0-1-1 0 0,1 1 1 0 0,0-1 0 0 0,-1 1 0 0 0,6-3-1 0 0,58-37-125 0 0,-56 37 115 0 0,0-1-13 0 0,0 1-1 0 0,0 0 1 0 0,0 1 0 0 0,1 0 0 0 0,0 1-1 0 0,-1 0 1 0 0,1 0 0 0 0,0 1 0 0 0,0 1-1 0 0,1 0 1 0 0,18 1 0 0 0,-26 0 16 0 0,1 1 1 0 0,-1 0-1 0 0,0 0 1 0 0,1 0 0 0 0,-1 1-1 0 0,0-1 1 0 0,1 1-1 0 0,-1 0 1 0 0,0 1-1 0 0,-1-1 1 0 0,1 1-1 0 0,0-1 1 0 0,5 6 0 0 0,-5-3 4 0 0,0-1 0 0 0,-1 1 0 0 0,1 1 0 0 0,-1-1 0 0 0,0 0 1 0 0,0 1-1 0 0,-1 0 0 0 0,0-1 0 0 0,0 1 0 0 0,0 0 1 0 0,0 0-1 0 0,0 9 0 0 0,-4 39 263 0 0,26-73-252 0 0,4-2-172 0 0,0 2 0 0 0,1 1 0 0 0,55-25 0 0 0,-83 42 126 0 0,7 2 19 0 0,-1 1 0 0 0,1-1 0 0 0,-1 2 0 0 0,1-1 0 0 0,-1 1 0 0 0,0 0 1 0 0,1 0-1 0 0,-2 1 0 0 0,11 6 0 0 0,29 14 13 0 0,-30-18 8 0 0,0-1 0 0 0,1 0 0 0 0,-1-2-1 0 0,28 4 1 0 0,-38-7 40 0 0,0 1-1 0 0,-1-1 0 0 0,1 0 0 0 0,0-1 1 0 0,-1 1-1 0 0,1-1 0 0 0,0 0 1 0 0,-1 0-1 0 0,0-1 0 0 0,1 0 1 0 0,-1 0-1 0 0,0 0 0 0 0,0 0 1 0 0,0-1-1 0 0,0 0 0 0 0,0 0 1 0 0,5-5-1 0 0,-8 6 93 0 0,0-1-1 0 0,0 0 1 0 0,-1 0 0 0 0,1 0 0 0 0,-1 1-1 0 0,0-1 1 0 0,0-1 0 0 0,0 1 0 0 0,0 0 0 0 0,0 0-1 0 0,-1 0 1 0 0,1 0 0 0 0,-1-1 0 0 0,0 1-1 0 0,0 0 1 0 0,0 0 0 0 0,-1 0 0 0 0,1-1-1 0 0,-1 1 1 0 0,1 0 0 0 0,-1 0 0 0 0,0 0-1 0 0,-2-5 1 0 0,3 7-37 0 0,-1 0 0 0 0,1-1-1 0 0,0 1 1 0 0,-1 0-1 0 0,1-1 1 0 0,-1 1 0 0 0,0 0-1 0 0,1 0 1 0 0,-1 0 0 0 0,0-1-1 0 0,0 1 1 0 0,1 0 0 0 0,-1 0-1 0 0,0 0 1 0 0,0 0 0 0 0,0 0-1 0 0,0 0 1 0 0,-1 1 0 0 0,0-2-1 0 0,1 2-63 0 0,0 0-1 0 0,1 1 1 0 0,-1-1-1 0 0,1 0 1 0 0,-1 1-1 0 0,0-1 1 0 0,1 0-1 0 0,-1 1 0 0 0,1-1 1 0 0,-1 1-1 0 0,1-1 1 0 0,-1 1-1 0 0,1-1 1 0 0,-1 1-1 0 0,1-1 1 0 0,0 1-1 0 0,-1 0 1 0 0,1-1-1 0 0,0 1 1 0 0,-1-1-1 0 0,1 1 0 0 0,0 0 1 0 0,0-1-1 0 0,0 1 1 0 0,-1 1-1 0 0,0 4-307 0 0,-1 1 0 0 0,1-1 0 0 0,0 1 0 0 0,0 0 0 0 0,1-1 0 0 0,0 1-1 0 0,1 9 1 0 0,0-12 177 0 0,4 20-1721 0 0,8 2-3649 0 0,-1-16 2006 0 0</inkml:trace>
</inkml:ink>
</file>

<file path=ppt/ink/ink3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0:36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240 128 260 0 0,'10'-28'2662'0'0,"9"-61"4308"0"0,-19 87-6410 0 0,2-6 55 0 0,-2 8-567 0 0,0 0 0 0 0,0 0 1 0 0,0 0-1 0 0,0 0 0 0 0,0 1 0 0 0,0-1 1 0 0,0 0-1 0 0,0 0 0 0 0,0 0 0 0 0,0 0 1 0 0,0 0-1 0 0,-1 0 0 0 0,1 0 0 0 0,0 1 1 0 0,0-1-1 0 0,0 0 0 0 0,0 0 1 0 0,0 0-1 0 0,0 0 0 0 0,-1 0 0 0 0,1 0 1 0 0,0 0-1 0 0,0 0 0 0 0,0 0 0 0 0,0 0 1 0 0,0 0-1 0 0,-1 0 0 0 0,1 0 0 0 0,0 0 1 0 0,0 0-1 0 0,0 0 0 0 0,0 0 1 0 0,0 0-1 0 0,-1 0 0 0 0,1 0 0 0 0,0 0 1 0 0,0 0-1 0 0,0 0 0 0 0,0 0 0 0 0,0 0 1 0 0,0 0-1 0 0,-1 0 0 0 0,1 0 0 0 0,0-1 1 0 0,0 1-1 0 0,0 0 0 0 0,0 0 1 0 0,0 0-1 0 0,0 0 0 0 0,0 0 0 0 0,-1 0 1 0 0,1 0-1 0 0,0-1 0 0 0,0 1 0 0 0,0 0 1 0 0,0 0-1 0 0,0 0 0 0 0,0 0 0 0 0,0 0 1 0 0,0-1-1 0 0,0 1 0 0 0,-53 51 352 0 0,3 2 0 0 0,-63 85 0 0 0,105-128-395 0 0,1 1-1 0 0,1 0 1 0 0,0 0-1 0 0,0 0 1 0 0,1 1-1 0 0,-4 12 1 0 0,9-23-19 0 0,-1 0-1 0 0,1 0 1 0 0,0 1 0 0 0,0-1 0 0 0,-1 0-1 0 0,1 1 1 0 0,0-1 0 0 0,0 0 0 0 0,0 0 0 0 0,1 1-1 0 0,-1-1 1 0 0,0 0 0 0 0,0 1 0 0 0,1-1 0 0 0,-1 0-1 0 0,1 0 1 0 0,-1 0 0 0 0,1 1 0 0 0,-1-1-1 0 0,1 0 1 0 0,0 0 0 0 0,-1 0 0 0 0,1 0 0 0 0,0 0-1 0 0,0 0 1 0 0,0 0 0 0 0,0 0 0 0 0,0-1 0 0 0,0 1-1 0 0,0 0 1 0 0,0 0 0 0 0,0-1 0 0 0,0 1 0 0 0,1-1-1 0 0,-1 1 1 0 0,0-1 0 0 0,0 0 0 0 0,1 1-1 0 0,-1-1 1 0 0,0 0 0 0 0,0 0 0 0 0,1 0 0 0 0,-1 0-1 0 0,0 0 1 0 0,1 0 0 0 0,1 0 0 0 0,7 0-80 0 0,0 0 1 0 0,0-1 0 0 0,0 0-1 0 0,14-4 1 0 0,6-3-236 0 0,1-2 1 0 0,-2-2-1 0 0,1 0 0 0 0,-2-2 0 0 0,29-18 1 0 0,0-5-727 0 0,-56 37 960 0 0,3 9-93 0 0,0 0 132 0 0,0-1 1 0 0,1 1 0 0 0,10 13-1 0 0,-10-18 57 0 0,0-1-1 0 0,0 1 1 0 0,0-1 0 0 0,0 0-1 0 0,0-1 1 0 0,1 1-1 0 0,-1-1 1 0 0,1 0-1 0 0,0 0 1 0 0,-1 0-1 0 0,1-1 1 0 0,0 0 0 0 0,0 0-1 0 0,11-1 1 0 0,0 0 5 0 0,0 0 1 0 0,-1-2-1 0 0,1 0 1 0 0,16-5-1 0 0,-25 6 51 0 0,0-1 1 0 0,0-1-1 0 0,0 1 0 0 0,-1-2 1 0 0,1 1-1 0 0,-1-1 0 0 0,0 0 1 0 0,0 0-1 0 0,-1-1 0 0 0,1 1 1 0 0,-1-2-1 0 0,0 1 1 0 0,0-1-1 0 0,-1 0 0 0 0,1 0 1 0 0,6-11-1 0 0,-8 11 62 0 0,-2-1 0 0 0,1 1-1 0 0,0-1 1 0 0,-1 1 0 0 0,-1-1 0 0 0,1 0 0 0 0,-1 1-1 0 0,0-1 1 0 0,0 0 0 0 0,-1 0 0 0 0,0 0 0 0 0,0 0-1 0 0,-1 0 1 0 0,0 0 0 0 0,0 0 0 0 0,0 1 0 0 0,-1-1-1 0 0,0 0 1 0 0,-6-11 0 0 0,6 13-86 0 0,0-1 0 0 0,-1 1 0 0 0,0 0 0 0 0,0 0 0 0 0,0 0 0 0 0,-1 0 0 0 0,1 1 0 0 0,-1 0 0 0 0,0-1 0 0 0,-1 1 0 0 0,1 1 1 0 0,-1-1-1 0 0,1 1 0 0 0,-1-1 0 0 0,0 1 0 0 0,0 1 0 0 0,-1-1 0 0 0,1 1 0 0 0,-1 0 0 0 0,1 0 0 0 0,-1 0 0 0 0,-10-1 0 0 0,13 3-557 0 0,-12 15-3180 0 0,25 2-4516 0 0</inkml:trace>
</inkml:ink>
</file>

<file path=ppt/ink/ink3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0:36.5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20 516 0 0,'-7'4'891'0'0,"-2"0"-370"0"0,0 2 0 0 0,0-1 0 0 0,0 1 0 0 0,1 1 0 0 0,-1-1 0 0 0,2 2 0 0 0,-1-1 0 0 0,-9 13 0 0 0,14-17-383 0 0,1 0-1 0 0,-1 1 1 0 0,1-1-1 0 0,0 1 1 0 0,0 0-1 0 0,0-1 1 0 0,0 1-1 0 0,1 0 1 0 0,0 0 0 0 0,0 0-1 0 0,0 0 1 0 0,0 0-1 0 0,0 0 1 0 0,1 0-1 0 0,0 1 1 0 0,0-1-1 0 0,0 0 1 0 0,0 0-1 0 0,1 0 1 0 0,-1 0-1 0 0,1 0 1 0 0,0 0-1 0 0,1 0 1 0 0,-1 0-1 0 0,1 0 1 0 0,1 4 0 0 0,0-5-124 0 0,-1-1 1 0 0,0 1-1 0 0,1-1 1 0 0,0 0 0 0 0,-1 0-1 0 0,1 0 1 0 0,0 0 0 0 0,0 0-1 0 0,0-1 1 0 0,0 1-1 0 0,0-1 1 0 0,1 0 0 0 0,-1 0-1 0 0,0 0 1 0 0,1 0 0 0 0,5 0-1 0 0,-8-1 22 0 0,28-12 383 0 0,-26 9-320 0 0,0-1 0 0 0,1 1 0 0 0,-1-1 0 0 0,-1 0 0 0 0,1 0 0 0 0,-1 0 0 0 0,1 0 0 0 0,-1-1 0 0 0,-1 1 0 0 0,1-1 0 0 0,0 1 0 0 0,-1-1 1 0 0,0 1-1 0 0,0-1 0 0 0,-1 0 0 0 0,1 1 0 0 0,-1-1 0 0 0,0 0 0 0 0,0-5 0 0 0,-1 3-37 0 0,1-1 0 0 0,-1 1 1 0 0,0 0-1 0 0,0 0 0 0 0,-1 0 1 0 0,0 0-1 0 0,0 1 0 0 0,0-1 1 0 0,-1 0-1 0 0,0 1 0 0 0,-1 0 1 0 0,1 0-1 0 0,-1 0 0 0 0,-1 0 1 0 0,1 0-1 0 0,-6-5 0 0 0,-3 4-742 0 0,-18 3-7289 0 0</inkml:trace>
</inkml:ink>
</file>

<file path=ppt/ink/ink3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0:36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0 328 0 0,'4'3'128'0'0,"0"0"1"0"0,0 0-1 0 0,-1 0 0 0 0,1 0 1 0 0,-1 0-1 0 0,0 1 0 0 0,0-1 1 0 0,0 1-1 0 0,0 0 0 0 0,-1 0 0 0 0,0 0 1 0 0,1 0-1 0 0,-2 1 0 0 0,1-1 1 0 0,0 1-1 0 0,-1-1 0 0 0,0 1 1 0 0,0-1-1 0 0,0 1 0 0 0,-1 0 1 0 0,1-1-1 0 0,-1 1 0 0 0,-1 7 0 0 0,0-4 169 0 0,0 1 0 0 0,-1-1 0 0 0,0 1-1 0 0,-1-1 1 0 0,0 0 0 0 0,0 0-1 0 0,-1 0 1 0 0,1 0 0 0 0,-2-1 0 0 0,1 1-1 0 0,-11 11 1 0 0,15-18-212 0 0,-1-1 1 0 0,1 0-1 0 0,-1 1 0 0 0,1-1 1 0 0,-1 1-1 0 0,1-1 1 0 0,-1 0-1 0 0,1 0 0 0 0,-1 1 1 0 0,1-1-1 0 0,-1 0 0 0 0,1 0 1 0 0,-1 1-1 0 0,0-1 1 0 0,1 0-1 0 0,-1 0 0 0 0,1 0 1 0 0,-1 0-1 0 0,0 0 0 0 0,1 0 1 0 0,-1 0-1 0 0,1 0 0 0 0,-1 0 1 0 0,0 0-1 0 0,1-1 1 0 0,-1 1-1 0 0,1 0 0 0 0,-1 0 1 0 0,1 0-1 0 0,-1-1 0 0 0,1 1 1 0 0,-1 0-1 0 0,1-1 1 0 0,-1 1-1 0 0,1 0 0 0 0,-1-1 1 0 0,1 1-1 0 0,-1-1 0 0 0,0 0-59 0 0,0 0 0 0 0,0 0-1 0 0,1 1 1 0 0,-1-1-1 0 0,0 0 1 0 0,1 0-1 0 0,-1 0 1 0 0,1 0 0 0 0,-1 0-1 0 0,1 0 1 0 0,0 0-1 0 0,-1 0 1 0 0,1 0-1 0 0,0 0 1 0 0,-1 0 0 0 0,1 0-1 0 0,0 0 1 0 0,0 0-1 0 0,0 0 1 0 0,0 0 0 0 0,0 0-1 0 0,1-3 1 0 0,3-6-52 0 0,1 0 0 0 0,0 0 0 0 0,0 0 0 0 0,1 1 0 0 0,1 0 0 0 0,-1 0 0 0 0,1 0 0 0 0,1 1 0 0 0,0 0 0 0 0,0 0 0 0 0,17-11 0 0 0,-13 10-1101 0 0,0 1-1 0 0,1 1 1 0 0,0 0 0 0 0,1 1-1 0 0,16-5 1 0 0,-16 6-1019 0 0</inkml:trace>
</inkml:ink>
</file>

<file path=ppt/ink/ink3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0:37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41 360 716 0 0,'-5'9'614'0'0,"-1"0"0"0"0,1 0 0 0 0,0 0 0 0 0,1 1 0 0 0,0 0 0 0 0,-4 18 0 0 0,7-27-587 0 0,1 0 1 0 0,-1 0-1 0 0,1 0 0 0 0,0 0 1 0 0,-1-1-1 0 0,1 1 1 0 0,0 1-1 0 0,0-1 0 0 0,0 0 1 0 0,0 0-1 0 0,0 0 1 0 0,0 0-1 0 0,0 0 0 0 0,0 0 1 0 0,0 0-1 0 0,1 0 1 0 0,-1 0-1 0 0,0 0 0 0 0,1 0 1 0 0,-1-1-1 0 0,1 1 1 0 0,-1 0-1 0 0,1 0 0 0 0,-1 0 1 0 0,1 0-1 0 0,-1 0 1 0 0,1-1-1 0 0,0 1 0 0 0,0 1 1 0 0,1-2-19 0 0,0 1 0 0 0,0-1 0 0 0,0 1-1 0 0,-1-1 1 0 0,1 1 0 0 0,0-1 0 0 0,0 0 0 0 0,0 0 0 0 0,0 0 0 0 0,0 0 0 0 0,0 0 0 0 0,0 0 0 0 0,0-1 0 0 0,1 0 0 0 0,7-1-41 0 0,0-1 0 0 0,0-1 0 0 0,0 0 0 0 0,10-6 1 0 0,-11 4 87 0 0,0-1 1 0 0,0 0 0 0 0,-1 0 0 0 0,0-1 0 0 0,-1-1 0 0 0,0 1 0 0 0,0-1 0 0 0,-1 0 0 0 0,0 0 0 0 0,0-1 0 0 0,-1 0-1 0 0,0 0 1 0 0,-1 0 0 0 0,0-1 0 0 0,-1 1 0 0 0,0-1 0 0 0,2-17 0 0 0,1-11 1062 0 0,-2 0 0 0 0,-2 0 1 0 0,-4-61-1 0 0,0 78 663 0 0,2-9 333 0 0,0 29-557 0 0,-18 22-986 0 0,14-15-522 0 0,1 0 1 0 0,0 1-1 0 0,0-1 1 0 0,0 0-1 0 0,1 1 0 0 0,0 0 1 0 0,0 0-1 0 0,0-1 1 0 0,1 1-1 0 0,0 0 1 0 0,0 0-1 0 0,0 0 0 0 0,1 1 1 0 0,0 5-1 0 0,1 12-382 0 0,1-1-1 0 0,8 31 1 0 0,-5-24-436 0 0,-3-19 126 0 0,1 1-1 0 0,0-1 1 0 0,0 1-1 0 0,7 12 1 0 0,17 18-5591 0 0,-6-22 2360 0 0</inkml:trace>
</inkml:ink>
</file>

<file path=ppt/ink/ink3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0:38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10 678 676 0 0,'-10'11'7631'0'0,"46"-28"-7245"0"0,0-2 0 0 0,-2-1 0 0 0,0-2-1 0 0,35-30 1 0 0,125-116 681 0 0,-156 133-890 0 0,-35 33-160 0 0,137-132 604 0 0,-119 111-487 0 0,-1 0 0 0 0,-1-2 0 0 0,-1 0 0 0 0,16-31 1 0 0,-22 18 28 0 0,-12 37-162 0 0,0 0 1 0 0,0 0 0 0 0,0 0-1 0 0,0 0 1 0 0,0-1 0 0 0,0 1-1 0 0,0 0 1 0 0,0 0 0 0 0,0 0-1 0 0,0 0 1 0 0,-1 0 0 0 0,1 0 0 0 0,0 0-1 0 0,-1 0 1 0 0,1 0 0 0 0,-1 0-1 0 0,1 0 1 0 0,-1 1 0 0 0,0-1-1 0 0,1 0 1 0 0,-1 0 0 0 0,0 0-1 0 0,1 1 1 0 0,-1-1 0 0 0,0 0-1 0 0,0 1 1 0 0,0-1 0 0 0,0 0-1 0 0,1 1 1 0 0,-1-1 0 0 0,0 1-1 0 0,0 0 1 0 0,0-1 0 0 0,0 1-1 0 0,0 0 1 0 0,0-1 0 0 0,0 1-1 0 0,-1 0 1 0 0,1 0 0 0 0,0 0-1 0 0,0 0 1 0 0,-1 0 0 0 0,-5 0-10 0 0,0 1 1 0 0,0 0 0 0 0,0 0-1 0 0,0 0 1 0 0,0 1-1 0 0,0 0 1 0 0,0 0 0 0 0,0 1-1 0 0,1 0 1 0 0,0 0-1 0 0,-1 1 1 0 0,1-1 0 0 0,0 1-1 0 0,1 1 1 0 0,-1-1-1 0 0,1 1 1 0 0,-1 0 0 0 0,2 0-1 0 0,-1 0 1 0 0,0 1-1 0 0,1 0 1 0 0,0 0 0 0 0,1 0-1 0 0,-1 0 1 0 0,1 1-1 0 0,0-1 1 0 0,1 1 0 0 0,-1 0-1 0 0,1-1 1 0 0,1 1-1 0 0,-1 0 1 0 0,1 1 0 0 0,1-1-1 0 0,-1 0 1 0 0,1 0-1 0 0,0 0 1 0 0,2 13 0 0 0,3 5-73 0 0,1 1 1 0 0,0-1-1 0 0,2 0 1 0 0,21 44-1 0 0,-19-47-91 0 0,-1 0 0 0 0,-1 0-1 0 0,-1 1 1 0 0,0 0 0 0 0,-2 0 0 0 0,2 24-1 0 0,-7-43 164 0 0,0 1 0 0 0,0-1 0 0 0,0 0 0 0 0,-1 0 0 0 0,0 0 0 0 0,1 0 0 0 0,-2 0 0 0 0,1 0 0 0 0,0 0 0 0 0,-1 0 0 0 0,0 0 0 0 0,0-1 0 0 0,0 1 0 0 0,0 0 0 0 0,-1-1 0 0 0,1 0 0 0 0,-1 0 0 0 0,0 0 0 0 0,0 0 0 0 0,0 0 0 0 0,0 0 0 0 0,0-1 0 0 0,-1 1 0 0 0,1-1 0 0 0,-1 0 0 0 0,0 0 0 0 0,1 0 0 0 0,-1-1 0 0 0,0 1 0 0 0,0-1 0 0 0,0 0 0 0 0,0 0 0 0 0,0-1 0 0 0,-1 1 0 0 0,1-1 0 0 0,0 0 0 0 0,-6 0 0 0 0,7 0 18 0 0,4-5-61 0 0,0 0 0 0 0,1-1 1 0 0,-1 1-1 0 0,1 0 0 0 0,0 1 0 0 0,1-1 1 0 0,-1 0-1 0 0,1 0 0 0 0,0 1 1 0 0,0 0-1 0 0,0-1 0 0 0,0 1 0 0 0,1 0 1 0 0,0 1-1 0 0,-1-1 0 0 0,2 1 1 0 0,-1 0-1 0 0,0 0 0 0 0,8-4 0 0 0,17-11-408 0 0,59-26 0 0 0,-65 33 236 0 0,44-20-134 0 0,93-49-665 0 0,-144 71 1167 0 0,1-2 1 0 0,-2-1-1 0 0,0 0 0 0 0,0 0 0 0 0,-1-1 0 0 0,-1-1 1 0 0,13-17-1 0 0,-24 29-40 0 0,-1 1 1 0 0,1-1-1 0 0,-1 0 1 0 0,0 0-1 0 0,1 0 1 0 0,-1 0-1 0 0,0 0 1 0 0,0 0 0 0 0,0 0-1 0 0,0 0 1 0 0,-1-1-1 0 0,1 1 1 0 0,-1 0-1 0 0,1 0 1 0 0,-1-1-1 0 0,0 1 1 0 0,1 0-1 0 0,-1-1 1 0 0,-1 1-1 0 0,1 0 1 0 0,0-1-1 0 0,0 1 1 0 0,-1 0-1 0 0,0 0 1 0 0,1-1-1 0 0,-1 1 1 0 0,0 0 0 0 0,-2-3-1 0 0,3 4-82 0 0,-1 1 0 0 0,0-1 1 0 0,0 1-1 0 0,0-1 0 0 0,0 1 0 0 0,0-1 0 0 0,0 1 0 0 0,0 0 1 0 0,0-1-1 0 0,-1 1 0 0 0,1 0 0 0 0,0 0 0 0 0,0 0 1 0 0,0 0-1 0 0,0 0 0 0 0,0 0 0 0 0,0 0 0 0 0,0 1 0 0 0,0-1 1 0 0,0 0-1 0 0,0 0 0 0 0,-2 1 0 0 0,-23 10 192 0 0,24-10-168 0 0,-9 3 30 0 0,2 2 0 0 0,-1-1-1 0 0,1 1 1 0 0,-1 0 0 0 0,2 1-1 0 0,-1 0 1 0 0,1 1 0 0 0,0 0-1 0 0,0 0 1 0 0,-12 18 0 0 0,18-22-77 0 0,0-1 0 0 0,0 0 1 0 0,1 1-1 0 0,-1-1 0 0 0,1 1 1 0 0,0 0-1 0 0,-1-1 0 0 0,2 1 0 0 0,-1 0 1 0 0,0 0-1 0 0,1-1 0 0 0,0 1 1 0 0,0 0-1 0 0,0 0 0 0 0,0 0 1 0 0,1 0-1 0 0,-1-1 0 0 0,1 1 0 0 0,0 0 1 0 0,0-1-1 0 0,0 1 0 0 0,1 0 1 0 0,-1-1-1 0 0,1 1 0 0 0,0-1 1 0 0,0 0-1 0 0,0 0 0 0 0,1 0 0 0 0,-1 0 1 0 0,1 0-1 0 0,-1 0 0 0 0,1 0 1 0 0,0-1-1 0 0,0 0 0 0 0,4 3 1 0 0,1 1-169 0 0,1-1 0 0 0,-1 0 0 0 0,1-1 0 0 0,0 0 0 0 0,0 0 1 0 0,0-1-1 0 0,1 0 0 0 0,-1-1 0 0 0,1 1 0 0 0,0-2 0 0 0,14 1 1 0 0,-6-1-938 0 0,1-1 0 0 0,-1-1 0 0 0,0-1 1 0 0,1 0-1 0 0,21-6 0 0 0,-10 0-1453 0 0</inkml:trace>
</inkml:ink>
</file>

<file path=ppt/ink/ink3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0:40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181 113 844 0 0,'-9'-8'12437'0'0,"-6"16"-12357"0"0,0 1-1 0 0,0 1 1 0 0,1 0 0 0 0,0 1-1 0 0,1 0 1 0 0,0 1-1 0 0,1 1 1 0 0,0 0-1 0 0,1 1 1 0 0,-15 23 0 0 0,24-35-90 0 0,1 0 1 0 0,0 0-1 0 0,-1 1 1 0 0,1-1-1 0 0,0 0 1 0 0,0 1-1 0 0,1-1 1 0 0,-1 1-1 0 0,0-1 1 0 0,1 1-1 0 0,-1 0 1 0 0,1-1 0 0 0,0 1-1 0 0,0 0 1 0 0,0-1-1 0 0,0 1 1 0 0,1-1-1 0 0,-1 1 1 0 0,1 0-1 0 0,-1-1 1 0 0,3 5-1 0 0,-2-5-4 0 0,1-1 0 0 0,-1 0 0 0 0,1 0 1 0 0,-1 0-1 0 0,1 0 0 0 0,-1 0 0 0 0,1 0 0 0 0,0 0 0 0 0,-1 0 0 0 0,1-1 0 0 0,0 1 0 0 0,0-1 0 0 0,0 1 0 0 0,-1-1 0 0 0,1 0 0 0 0,0 1 0 0 0,0-1 0 0 0,0 0 0 0 0,0 0 0 0 0,0-1 0 0 0,0 1 0 0 0,-1 0 1 0 0,1-1-1 0 0,0 1 0 0 0,0-1 0 0 0,0 1 0 0 0,-1-1 0 0 0,1 0 0 0 0,2-1 0 0 0,34-12-323 0 0,0-2 1 0 0,68-38-1 0 0,-99 49 253 0 0,-4 2 49 0 0,0 1 1 0 0,1 0-1 0 0,-1 0 1 0 0,1 0 0 0 0,-1 0-1 0 0,1 1 1 0 0,0-1-1 0 0,0 1 1 0 0,-1 0 0 0 0,7-1-1 0 0,-13 8 43 0 0,-25 58 34 0 0,-43 71 1 0 0,23-47 34 0 0,14-20 47 0 0,2 2 1 0 0,-36 115-1 0 0,67-183-113 0 0,0 0 0 0 0,0 0 0 0 0,1-1 0 0 0,-1 1 0 0 0,1 0 0 0 0,0 0 0 0 0,0 0 0 0 0,-1 0 0 0 0,1 0 0 0 0,0-1 0 0 0,1 1 0 0 0,-1 0 0 0 0,0 0 0 0 0,0 0 0 0 0,1 0 0 0 0,-1 0 0 0 0,1-1 0 0 0,0 1 0 0 0,-1 0 0 0 0,1 0 0 0 0,1 1 1 0 0,0-2-4 0 0,-1 0 1 0 0,0-1 0 0 0,1 0 0 0 0,-1 1 0 0 0,1-1-1 0 0,-1 0 1 0 0,1 0 0 0 0,-1 0 0 0 0,1 0 0 0 0,-1 0-1 0 0,1 0 1 0 0,-1 0 0 0 0,1 0 0 0 0,-1-1 0 0 0,0 1-1 0 0,1 0 1 0 0,-1-1 0 0 0,1 0 0 0 0,0 0-1 0 0,29-12 60 0 0,-17 4-43 0 0,0-1 0 0 0,0 0 0 0 0,-1-1 0 0 0,-1-1 0 0 0,0 0 0 0 0,19-24 0 0 0,54-92 4 0 0,-54 79-29 0 0,228-376-263 0 0,-225 357 1251 0 0,-34 66-848 0 0,6-9 764 0 0,-12 38-882 0 0,-5 54-1 0 0,10-72-21 0 0,1-1-1 0 0,0 1 1 0 0,0 0 0 0 0,1-1 0 0 0,0 1-1 0 0,0-1 1 0 0,1 1 0 0 0,0-1 0 0 0,1 0-1 0 0,0 0 1 0 0,6 12 0 0 0,-8-18-16 0 0,0 0 0 0 0,1 1 1 0 0,0-1-1 0 0,-1 0 1 0 0,1-1-1 0 0,0 1 0 0 0,0 0 1 0 0,0 0-1 0 0,0-1 0 0 0,0 1 1 0 0,0-1-1 0 0,0 0 0 0 0,0 0 1 0 0,1 0-1 0 0,-1 0 1 0 0,1 0-1 0 0,-1 0 0 0 0,1 0 1 0 0,-1-1-1 0 0,1 1 0 0 0,-1-1 1 0 0,1 0-1 0 0,-1 0 0 0 0,1 0 1 0 0,2 0-1 0 0,1-1 1 0 0,-1 0 0 0 0,1-1 0 0 0,0 0 0 0 0,-1 0 0 0 0,1 0 0 0 0,-1-1-1 0 0,0 1 1 0 0,0-1 0 0 0,0 0 0 0 0,8-7 0 0 0,-3 2-20 0 0,0 0 1 0 0,-1-1-1 0 0,0 0 1 0 0,-1-1-1 0 0,0 0 0 0 0,0 0 1 0 0,-1-1-1 0 0,0 1 1 0 0,10-24-1 0 0,-17 33 16 0 0,34-14-158 0 0,21 7 142 0 0,37-6-71 0 0,-84 12 97 0 0,1-1 0 0 0,-1 0-1 0 0,0 0 1 0 0,0 0 0 0 0,0-1-1 0 0,-1 0 1 0 0,1-1 0 0 0,8-7-1 0 0,-14 11 14 0 0,-1-1-1 0 0,1 0 1 0 0,-1 0-1 0 0,1 0 0 0 0,-1 0 1 0 0,0 0-1 0 0,0 0 1 0 0,0 0-1 0 0,0 0 1 0 0,0 0-1 0 0,-1 0 0 0 0,1-1 1 0 0,-1 1-1 0 0,1 0 1 0 0,-1 0-1 0 0,0-1 1 0 0,0 1-1 0 0,0 0 0 0 0,0-1 1 0 0,0 1-1 0 0,-1-4 1 0 0,1 1 9 0 0,0 3 1 0 0,0-1 1 0 0,1-6 1 0 0,-1 6-1 0 0,0 3-28 0 0,0-1 1 0 0,1 0-1 0 0,-1 0 1 0 0,0 0-1 0 0,0 0 0 0 0,0 0 1 0 0,0 1-1 0 0,0-1 1 0 0,0 0-1 0 0,0 0 1 0 0,-1 0-1 0 0,1 0 0 0 0,0 1 1 0 0,0-1-1 0 0,-1 0 1 0 0,1 0-1 0 0,0 0 1 0 0,-1 1-1 0 0,1-1 0 0 0,-1 0 1 0 0,1 0-1 0 0,-1 1 1 0 0,1-1-1 0 0,-1 1 0 0 0,1-1 1 0 0,-1 0-1 0 0,0 1 1 0 0,1-1-1 0 0,-2 0 1 0 0,-9 8 2 0 0,1 0 0 0 0,0 1 0 0 0,0 0 0 0 0,0 1 1 0 0,1 0-1 0 0,-10 13 0 0 0,14-15-1 0 0,1 1 1 0 0,0-1-1 0 0,0 1 0 0 0,1 0 1 0 0,0 0-1 0 0,0 0 0 0 0,1 0 1 0 0,0 0-1 0 0,0 0 0 0 0,0 17 1 0 0,2-20 11 0 0,0 0 0 0 0,0 0 1 0 0,0 0-1 0 0,1 0 0 0 0,0 0 1 0 0,0 0-1 0 0,1 0 0 0 0,-1 0 0 0 0,1-1 1 0 0,0 1-1 0 0,0-1 0 0 0,0 1 1 0 0,1-1-1 0 0,0 0 0 0 0,0 0 0 0 0,0 0 1 0 0,0 0-1 0 0,0 0 0 0 0,1-1 1 0 0,0 0-1 0 0,6 5 0 0 0,-5-4-2 0 0,0-1-1 0 0,1 0 0 0 0,-1 0 0 0 0,1-1 1 0 0,0 0-1 0 0,0 0 0 0 0,0 0 1 0 0,0 0-1 0 0,0-1 0 0 0,0 0 0 0 0,0-1 1 0 0,1 1-1 0 0,10-1 0 0 0,-7-2 3 0 0,1 1 0 0 0,-1-1 0 0 0,0-1 0 0 0,0 0 0 0 0,-1 0 0 0 0,1-1 0 0 0,16-9 0 0 0,-7 1 8 0 0,0-1 1 0 0,-1 0 0 0 0,0-1-1 0 0,-1-1 1 0 0,0-1-1 0 0,26-34 1 0 0,-35 40 146 0 0,-2-1 0 0 0,0 1 0 0 0,7-17 1 0 0,-12 24-33 0 0,2-6 146 0 0,-3 9-262 0 0,0-1-1 0 0,0 1 1 0 0,0 0 0 0 0,0 0-1 0 0,0 0 1 0 0,0-1-1 0 0,0 1 1 0 0,0 0 0 0 0,1 0-1 0 0,-1-1 1 0 0,0 1-1 0 0,0 0 1 0 0,0 0 0 0 0,0 0-1 0 0,0 0 1 0 0,0-1-1 0 0,0 1 1 0 0,0 0-1 0 0,1 0 1 0 0,-1 0 0 0 0,0 0-1 0 0,0-1 1 0 0,0 1-1 0 0,0 0 1 0 0,0 0 0 0 0,1 0-1 0 0,-1 0 1 0 0,0 0-1 0 0,0 0 1 0 0,0 0 0 0 0,1-1-1 0 0,-1 1 1 0 0,0 0-1 0 0,0 0 1 0 0,0 0-1 0 0,1 0 1 0 0,-1 0 0 0 0,0 0-1 0 0,0 0 1 0 0,0 0-1 0 0,1 0 1 0 0,-1 0 0 0 0,0 0-1 0 0,0 0 1 0 0,0 0-1 0 0,1 0 1 0 0,-1 1 0 0 0,0-1-1 0 0,1 0 1 0 0,2 5-2 0 0,1 1 0 0 0,-1-1 0 0 0,0 1 1 0 0,-1 0-1 0 0,1 0 0 0 0,2 11 0 0 0,-4-10-35 0 0,1-1-1 0 0,1 1 1 0 0,-1-1-1 0 0,1 0 0 0 0,0 0 1 0 0,8 11-1 0 0,-10-16 26 0 0,1 0-1 0 0,-1 0 0 0 0,1-1 1 0 0,-1 1-1 0 0,0 0 1 0 0,1-1-1 0 0,-1 1 0 0 0,1-1 1 0 0,0 0-1 0 0,-1 1 0 0 0,1-1 1 0 0,-1 0-1 0 0,1 0 0 0 0,-1 0 1 0 0,1 0-1 0 0,0 0 1 0 0,-1-1-1 0 0,1 1 0 0 0,-1 0 1 0 0,1-1-1 0 0,-1 1 0 0 0,1-1 1 0 0,-1 1-1 0 0,1-1 0 0 0,1-1 1 0 0,44-23-12 0 0,-39 19 1 0 0,56-34 336 0 0,-62 39-284 0 0,8-2 37 0 0,-6 4-130 0 0,-1 1-1 0 0,1 0 1 0 0,-1 0 0 0 0,0 0-1 0 0,0 0 1 0 0,0 0-1 0 0,0 1 1 0 0,0 0 0 0 0,0-1-1 0 0,-1 1 1 0 0,1 0 0 0 0,-1 0-1 0 0,4 7 1 0 0,-5-8-117 0 0,1 0 1 0 0,-1 0 0 0 0,0 0-1 0 0,1 0 1 0 0,-1 0-1 0 0,1 0 1 0 0,0 0-1 0 0,0-1 1 0 0,-1 1 0 0 0,1 0-1 0 0,3 1 1 0 0,23 12-6423 0 0,-19-11 3508 0 0</inkml:trace>
</inkml:ink>
</file>

<file path=ppt/ink/ink3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0:40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3 252 0 0,'-2'-1'267'0'0,"-1"1"1"0"0,1-1-1 0 0,-1 1 0 0 0,0 0 1 0 0,1 0-1 0 0,-1 0 1 0 0,0 0-1 0 0,1 0 0 0 0,-1 1 1 0 0,0-1-1 0 0,1 1 0 0 0,-1-1 1 0 0,1 1-1 0 0,-1 0 0 0 0,1 0 1 0 0,0 0-1 0 0,-1 1 1 0 0,1-1-1 0 0,0 1 0 0 0,0-1 1 0 0,0 1-1 0 0,0 0 0 0 0,0-1 1 0 0,0 1-1 0 0,0 0 0 0 0,0 0 1 0 0,1 0-1 0 0,-1 1 0 0 0,1-1 1 0 0,0 0-1 0 0,-1 1 1 0 0,1-1-1 0 0,0 1 0 0 0,1-1 1 0 0,-2 3-1 0 0,1 0-170 0 0,-1-1-1 0 0,1 1 1 0 0,0-1-1 0 0,0 1 1 0 0,1-1-1 0 0,-1 1 1 0 0,1 0-1 0 0,0-1 1 0 0,1 1-1 0 0,-1 0 1 0 0,1-1-1 0 0,-1 1 1 0 0,2-1-1 0 0,-1 1 1 0 0,0-1-1 0 0,1 0 1 0 0,0 1-1 0 0,0-1 1 0 0,4 7-1 0 0,-2-7-88 0 0,1-1-1 0 0,-1 1 1 0 0,0-1-1 0 0,1 0 1 0 0,0-1-1 0 0,0 1 1 0 0,0-1 0 0 0,0 0-1 0 0,0 0 1 0 0,0 0-1 0 0,0-1 1 0 0,1 0-1 0 0,-1 0 1 0 0,1 0-1 0 0,-1-1 1 0 0,1 1 0 0 0,-1-1-1 0 0,0-1 1 0 0,1 1-1 0 0,-1-1 1 0 0,6-1-1 0 0,2 0 21 0 0,1-1 0 0 0,-2 0-1 0 0,1-1 1 0 0,0 0 0 0 0,-1-1-1 0 0,0 0 1 0 0,20-13-1 0 0,-28 16 199 0 0,0-1-1 0 0,-1 0 1 0 0,1 0-1 0 0,-1-1 1 0 0,0 1-1 0 0,0-1 1 0 0,0 0-1 0 0,0 1 0 0 0,0-1 1 0 0,-1-1-1 0 0,0 1 1 0 0,0 0-1 0 0,0 0 1 0 0,0-1-1 0 0,-1 1 1 0 0,0-1-1 0 0,0 1 0 0 0,0-1 1 0 0,0 0-1 0 0,-1 0 1 0 0,1 1-1 0 0,-2-8 1 0 0,1 10 239 0 0,-1-9 837 0 0,4 15-1535 0 0,0 0 0 0 0,0 0 0 0 0,0 0-1 0 0,0 0 1 0 0,0 0 0 0 0,1-1 0 0 0,0 1 0 0 0,0-1 0 0 0,0 0-1 0 0,0 0 1 0 0,0 0 0 0 0,0-1 0 0 0,1 1 0 0 0,-1-1 0 0 0,7 2-1 0 0,3 0-1426 0 0,0 0-1 0 0,1-1 1 0 0,-1 0-1 0 0,22 1 1 0 0,9-2-2342 0 0</inkml:trace>
</inkml:ink>
</file>

<file path=ppt/ink/ink3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0:43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0 424 0 0,'0'0'4411'0'0,"5"8"-2579"0"0</inkml:trace>
</inkml:ink>
</file>

<file path=ppt/ink/ink3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1:10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410 288 628 0 0,'-5'-19'4624'0'0,"-5"17"-1294"0"0,8 4-3179 0 0,-1 0 1 0 0,0 1-1 0 0,0-1 0 0 0,1 1 0 0 0,-1-1 0 0 0,1 1 1 0 0,0 0-1 0 0,-3 5 0 0 0,-40 66 524 0 0,-53 117 0 0 0,49-91-415 0 0,10-19-46 0 0,16-30 98 0 0,-2-2 1 0 0,-2-1-1 0 0,-35 48 1 0 0,61-95 327 0 0,2-12-579 0 0,15-70-127 0 0,4 0 0 0 0,35-92-1 0 0,77-162-541 0 0,-111 287 601 0 0,38-63-1 0 0,-46 89 11 0 0,1 2-1 0 0,1 0 0 0 0,1 0 1 0 0,0 2-1 0 0,21-18 1 0 0,-36 34 2 0 0,1 1 1 0 0,-1 0 0 0 0,1 1-1 0 0,0-1 1 0 0,-1 0 0 0 0,1 0 0 0 0,0 1-1 0 0,0-1 1 0 0,-1 1 0 0 0,1-1 0 0 0,0 1-1 0 0,0 0 1 0 0,0 0 0 0 0,0 0-1 0 0,-1 0 1 0 0,1 0 0 0 0,0 0 0 0 0,0 0-1 0 0,0 1 1 0 0,0-1 0 0 0,-1 1 0 0 0,1-1-1 0 0,0 1 1 0 0,0 0 0 0 0,-1-1-1 0 0,3 3 1 0 0,2 0 25 0 0,0 1 1 0 0,-1-1-1 0 0,0 1 0 0 0,0 1 0 0 0,0-1 1 0 0,5 6-1 0 0,5 10 64 0 0,-1-1 0 0 0,0 2 0 0 0,-1 0 0 0 0,-2 1 0 0 0,12 27 0 0 0,37 122 348 0 0,-45-126-317 0 0,-10-28-82 0 0,31 91 423 0 0,43 217 0 0 0,-72-249-199 0 0,-7-75-322 0 0,0 0-1 0 0,0 0 1 0 0,1 0-1 0 0,-1 0 1 0 0,0 0-1 0 0,0 0 1 0 0,0 0 0 0 0,0 1-1 0 0,0-1 1 0 0,0 0-1 0 0,-1 0 1 0 0,1 0-1 0 0,0 0 1 0 0,-1 0-1 0 0,1 0 1 0 0,0 0-1 0 0,-1 0 1 0 0,1 0-1 0 0,-1 0 1 0 0,1 0-1 0 0,-1 0 1 0 0,-1 1-1 0 0,1-1-28 0 0,0-1 0 0 0,0 0 0 0 0,0 0 0 0 0,0 0 0 0 0,0 0 0 0 0,0 0 0 0 0,0 0 0 0 0,0 0 0 0 0,1 0 0 0 0,-1 0 0 0 0,0 0 0 0 0,0 0 0 0 0,0 0 0 0 0,0-1 0 0 0,0 1 0 0 0,0 0 0 0 0,0-1 0 0 0,0 1 0 0 0,1-1 0 0 0,-2 0 0 0 0,-44-36-6923 0 0,28 20 3815 0 0</inkml:trace>
</inkml:ink>
</file>

<file path=ppt/ink/ink3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1:11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0 244 256 0 0,'0'0'3386'0'0,"6"1"-2906"0"0,33-1 17 0 0,1-1 1 0 0,-1-2-1 0 0,0-1 1 0 0,41-11-1 0 0,157-48 867 0 0,-167 42-967 0 0,336-110 2137 0 0,-405 130-2478 0 0,1 0 0 0 0,-1 1 0 0 0,1-1 0 0 0,-1 0 0 0 0,1 1 0 0 0,-1-1 0 0 0,1 1 0 0 0,-1-1 0 0 0,1 1 0 0 0,-1 0 0 0 0,1 0 0 0 0,-1 0-1 0 0,1-1 1 0 0,0 2 0 0 0,-1-1 0 0 0,1 0 0 0 0,-1 0 0 0 0,1 0 0 0 0,0 1 0 0 0,-1-1 0 0 0,1 1 0 0 0,-1-1 0 0 0,1 1 0 0 0,-1 0 0 0 0,0-1 0 0 0,1 1 0 0 0,-1 0 0 0 0,0 0-1 0 0,1 0 1 0 0,-1 0 0 0 0,0 0 0 0 0,0 0 0 0 0,0 1 0 0 0,0-1 0 0 0,0 0 0 0 0,0 1 0 0 0,0-1 0 0 0,0 0 0 0 0,-1 1 0 0 0,1-1 0 0 0,0 3 0 0 0,14 18 47 0 0,-7-11-66 0 0,0 0 0 0 0,-1 1 0 0 0,0 0 0 0 0,-1 0 0 0 0,0 0 0 0 0,-1 1-1 0 0,0 0 1 0 0,2 16 0 0 0,-7-29-45 0 0,1 1 0 0 0,-1-1 0 0 0,0 0-1 0 0,0 1 1 0 0,0-1 0 0 0,0 1 0 0 0,0-1 0 0 0,0 1 0 0 0,0-1-1 0 0,1 0 1 0 0,-1 1 0 0 0,0-1 0 0 0,0 1 0 0 0,1-1-1 0 0,-1 0 1 0 0,0 1 0 0 0,0-1 0 0 0,1 0 0 0 0,-1 1-1 0 0,0-1 1 0 0,1 0 0 0 0,-1 0 0 0 0,1 1 0 0 0,-1-1-1 0 0,0 0 1 0 0,1 0 0 0 0,-1 0 0 0 0,1 1 0 0 0,-1-1 0 0 0,1 0-1 0 0,-1 0 1 0 0,0 0 0 0 0,1 0 0 0 0,0 0 0 0 0,18-8-173 0 0,27-29-21 0 0,-31 24 105 0 0,-6 6 111 0 0,1-1 0 0 0,0 2 0 0 0,1-1 0 0 0,0 2 1 0 0,0-1-1 0 0,0 1 0 0 0,22-6 0 0 0,-27 10-5 0 0,1 0 1 0 0,-1 1-1 0 0,1-1 0 0 0,-1 1 0 0 0,1 0 1 0 0,-1 1-1 0 0,1 0 0 0 0,-1 0 0 0 0,1 0 0 0 0,-1 1 1 0 0,0 0-1 0 0,0 0 0 0 0,1 0 0 0 0,-1 1 1 0 0,10 6-1 0 0,6 10-2301 0 0,-19-16 1682 0 0,0 0-1 0 0,0-1 1 0 0,0 1 0 0 0,0-1 0 0 0,0 1-1 0 0,1-1 1 0 0,-1 0 0 0 0,4 1 0 0 0,7 2-2430 0 0</inkml:trace>
</inkml:ink>
</file>

<file path=ppt/ink/ink3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1:17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316 27 88 0 0,'0'0'742'0'0,"-30"-19"3194"0"0,25 17-3877 0 0,0 1 1 0 0,-1-1-1 0 0,1 1 1 0 0,-1 0-1 0 0,1 1 1 0 0,-1-1-1 0 0,0 1 0 0 0,1 0 1 0 0,-1 1-1 0 0,1-1 1 0 0,-1 1-1 0 0,1 0 1 0 0,-1 0-1 0 0,1 1 1 0 0,-1 0-1 0 0,1 0 1 0 0,0 0-1 0 0,-9 5 1 0 0,-3 2 87 0 0,0 1 1 0 0,1 0-1 0 0,0 1 1 0 0,-18 18-1 0 0,27-23-76 0 0,0 0 0 0 0,1 1 0 0 0,0 0 0 0 0,0 1 0 0 0,0-1-1 0 0,1 1 1 0 0,1 0 0 0 0,-1 0 0 0 0,1 1 0 0 0,0-1 0 0 0,1 1 0 0 0,0 0 0 0 0,-2 12-1 0 0,4-14-25 0 0,0-1 0 0 0,1 1-1 0 0,0 0 1 0 0,0 0 0 0 0,1-1-1 0 0,-1 1 1 0 0,2 0 0 0 0,-1-1-1 0 0,1 1 1 0 0,0-1 0 0 0,0 0-1 0 0,0 1 1 0 0,1-1 0 0 0,0 0-1 0 0,0-1 1 0 0,1 1 0 0 0,0 0-1 0 0,0-1 1 0 0,4 5 0 0 0,-5-7-3 0 0,-1-1 1 0 0,1 1 0 0 0,-1-1-1 0 0,1 0 1 0 0,0 0 0 0 0,0 0 0 0 0,0 0-1 0 0,0-1 1 0 0,0 1 0 0 0,0-1-1 0 0,0 0 1 0 0,0 0 0 0 0,1 0-1 0 0,-1 0 1 0 0,0 0 0 0 0,1-1-1 0 0,-1 1 1 0 0,5-1 0 0 0,-1-1 14 0 0,0 1 0 0 0,0-2 0 0 0,0 1 0 0 0,-1-1 0 0 0,1 0 0 0 0,-1 0 0 0 0,1 0 0 0 0,10-7 1 0 0,-2 0 37 0 0,-1 0 0 0 0,0-1 0 0 0,-1 0 1 0 0,0-2-1 0 0,-1 1 0 0 0,21-26 0 0 0,42-70 914 0 0,-74 105-888 0 0,1-13-18 0 0,1 17 63 0 0,7 23 112 0 0,-8-20-265 0 0,-1 1-6 0 0,1 0 0 0 0,0-1 0 0 0,0 0 0 0 0,0 1-1 0 0,0-1 1 0 0,1 0 0 0 0,0 0 0 0 0,0 0 0 0 0,1-1 0 0 0,-1 1 0 0 0,1-1 0 0 0,0 0 0 0 0,0 0 0 0 0,1 0 0 0 0,-1 0 0 0 0,1-1 0 0 0,-1 0 0 0 0,1 0 0 0 0,0 0 0 0 0,0 0 0 0 0,7 1-1 0 0,-8-3 3 0 0,0-1 0 0 0,0 0 0 0 0,0 0-1 0 0,0 0 1 0 0,0 0 0 0 0,0-1 0 0 0,0 1-1 0 0,0-1 1 0 0,0 0 0 0 0,0 0 0 0 0,0-1-1 0 0,0 1 1 0 0,0-1 0 0 0,-1 0 0 0 0,1 0-1 0 0,-1 0 1 0 0,1 0 0 0 0,5-6 0 0 0,6-5 29 0 0,-2 0-1 0 0,22-26 1 0 0,-23 25-22 0 0,99-95-30 0 0,-111 108 7 0 0,1 0-1 0 0,0 1 1 0 0,0-1-1 0 0,-1 0 1 0 0,1 1-1 0 0,0-1 0 0 0,0 1 1 0 0,0-1-1 0 0,0 1 1 0 0,-1-1-1 0 0,1 1 1 0 0,0-1-1 0 0,0 1 0 0 0,0 0 1 0 0,0 0-1 0 0,0-1 1 0 0,0 1-1 0 0,0 0 1 0 0,0 0-1 0 0,0 0 0 0 0,0 0 1 0 0,0 0-1 0 0,0 0 1 0 0,0 1-1 0 0,0-1 0 0 0,1 0 1 0 0,0 1 0 0 0,0 1 0 0 0,0-1-1 0 0,0 0 1 0 0,0 0 0 0 0,-1 1 0 0 0,1-1 0 0 0,-1 1 0 0 0,1 0-1 0 0,-1-1 1 0 0,1 1 0 0 0,1 3 0 0 0,4 9-2 0 0,0 0 0 0 0,9 29 0 0 0,-10-27-17 0 0,0-3 23 0 0,27 56 15 0 0,-30-65-4 0 0,0 1-1 0 0,1-1 0 0 0,-1 0 1 0 0,1 0-1 0 0,0 0 0 0 0,0 0 1 0 0,1-1-1 0 0,-1 1 0 0 0,1-1 1 0 0,-1 0-1 0 0,8 3 0 0 0,-8-6 1 0 0,-1-1-1 0 0,0 1 1 0 0,1 0 0 0 0,-1-1-1 0 0,1 1 1 0 0,-1-1-1 0 0,0 0 1 0 0,0 0-1 0 0,1-1 1 0 0,-1 1-1 0 0,0 0 1 0 0,0-1-1 0 0,0 0 1 0 0,3-3-1 0 0,2-1-12 0 0,-1-1 0 0 0,0 0 0 0 0,0 0 0 0 0,-1-1 0 0 0,0 0 0 0 0,0 0 0 0 0,0 0 0 0 0,-1-1 0 0 0,-1 0 0 0 0,0 0 0 0 0,4-10 0 0 0,-3 7-43 0 0,0 1 0 0 0,1-1 0 0 0,0 1 0 0 0,1 0 0 0 0,10-12 0 0 0,-16 22 40 0 0,0 0 1 0 0,0-1-1 0 0,0 1 0 0 0,1 0 1 0 0,-1 0-1 0 0,0 0 0 0 0,1 0 1 0 0,-1 0-1 0 0,1 0 0 0 0,-1 0 1 0 0,1 1-1 0 0,0-1 0 0 0,-1 0 0 0 0,1 1 1 0 0,0 0-1 0 0,-1-1 0 0 0,1 1 1 0 0,0 0-1 0 0,0 0 0 0 0,-1 0 1 0 0,1 0-1 0 0,0 0 0 0 0,0 0 1 0 0,-1 0-1 0 0,1 1 0 0 0,0-1 1 0 0,-1 0-1 0 0,1 1 0 0 0,0 0 0 0 0,-1-1 1 0 0,1 1-1 0 0,-1 0 0 0 0,1 0 1 0 0,-1 0-1 0 0,1 0 0 0 0,-1 0 1 0 0,3 2-1 0 0,4 5-14 0 0,0 0-1 0 0,-1 0 1 0 0,1 1 0 0 0,9 15-1 0 0,-10-14 5 0 0,19 32-14 0 0,-20-30 32 0 0,1-1 1 0 0,0-1 0 0 0,0 0-1 0 0,1 0 1 0 0,14 14-1 0 0,-19-22-89 0 0,0 0 0 0 0,0 0 0 0 0,-1-1 0 0 0,1 1 0 0 0,0-1 0 0 0,0 1 0 0 0,1-1 0 0 0,-1 0 0 0 0,0 0 0 0 0,0-1 0 0 0,0 1 0 0 0,1-1 0 0 0,-1 0 0 0 0,0 1 0 0 0,0-1 0 0 0,1-1 0 0 0,-1 1 0 0 0,0 0 0 0 0,6-2 0 0 0,34-15-5333 0 0,-29 9 2890 0 0</inkml:trace>
</inkml:ink>
</file>

<file path=ppt/ink/ink3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1:18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38 292 0 0,'0'0'9064'0'0,"-3"1"-8966"0"0,-7 5 25 0 0,0 0 0 0 0,0 0 0 0 0,1 1 1 0 0,0 1-1 0 0,0-1 0 0 0,1 1 1 0 0,0 1-1 0 0,-12 16 0 0 0,10-11 12 0 0,0-1 0 0 0,1 2 0 0 0,1-1 0 0 0,1 1 0 0 0,-10 25-1 0 0,17-38-124 0 0,0-1 0 0 0,0 1 0 0 0,0-1 0 0 0,0 1 0 0 0,0-1 1 0 0,0 1-1 0 0,0-1 0 0 0,1 1 0 0 0,-1-1 0 0 0,0 1 0 0 0,1-1 0 0 0,-1 1 0 0 0,1-1 0 0 0,0 1 0 0 0,-1-1 0 0 0,1 0 0 0 0,0 1 0 0 0,0-1 0 0 0,0 0 0 0 0,0 0 0 0 0,0 0 0 0 0,0 0 0 0 0,0 0 0 0 0,0 0 0 0 0,1 0 0 0 0,-1 0 0 0 0,2 1 0 0 0,-2-2 41 0 0,24-10 8 0 0,25-63 56 0 0,-49 72-125 0 0,5-4-77 0 0,-6 5 84 0 0,0-1 0 0 0,0 1 0 0 0,0-1 1 0 0,1 1-1 0 0,-1 0 0 0 0,0-1 0 0 0,0 1 0 0 0,0 0 0 0 0,1-1 0 0 0,-1 1 0 0 0,0 0 0 0 0,1-1 0 0 0,-1 1 0 0 0,0 0 0 0 0,1 0 0 0 0,-1-1 0 0 0,0 1 0 0 0,1 0 0 0 0,-1 0 0 0 0,1 0 0 0 0,-1 0 0 0 0,0-1 0 0 0,1 1 0 0 0,-1 0 0 0 0,1 0 0 0 0,-1 0 0 0 0,1 0 0 0 0,-1 0 0 0 0,0 0 0 0 0,1 0 0 0 0,-1 0 0 0 0,1 0 1 0 0,-1 0-1 0 0,1 0 0 0 0,-1 0 0 0 0,0 1 0 0 0,1-1 0 0 0,0 0 0 0 0,12 4-7 0 0,1 0 0 0 0,0-1 0 0 0,0-1 0 0 0,0 0 0 0 0,23 0 0 0 0,21 2-94 0 0,-50-5 101 0 0,-1 0-1 0 0,0-1 0 0 0,1 0 0 0 0,-1 0 0 0 0,0-1 1 0 0,0 0-1 0 0,0-1 0 0 0,-1 1 0 0 0,1-1 0 0 0,-1 0 1 0 0,0-1-1 0 0,7-6 0 0 0,-8 7 65 0 0,0-1 1 0 0,-1-1-1 0 0,0 1 0 0 0,0-1 1 0 0,0 1-1 0 0,0-1 1 0 0,-1 0-1 0 0,5-13 0 0 0,2-3 70 0 0,-9 20-30 0 0,5-20 742 0 0,-3 15-826 0 0,-3 5 17 0 0,1 6-143 0 0,0 0 111 0 0,-1-1 0 0 0,1 1 0 0 0,0-1 0 0 0,1 1 0 0 0,-1-1 0 0 0,1 1 0 0 0,0-1-1 0 0,-1 0 1 0 0,1 0 0 0 0,1 0 0 0 0,-1 0 0 0 0,0 0 0 0 0,1 0 0 0 0,-1 0 0 0 0,1-1-1 0 0,0 0 1 0 0,0 1 0 0 0,0-1 0 0 0,0 0 0 0 0,1 0 0 0 0,4 2 0 0 0,-1 0 12 0 0,1-1 0 0 0,0 1 0 0 0,1-1 0 0 0,-1-1 1 0 0,0 1-1 0 0,1-1 0 0 0,-1-1 0 0 0,15 1 0 0 0,-16-2-11 0 0,0 0 0 0 0,0 0 0 0 0,0-1 0 0 0,0 0 0 0 0,0-1-1 0 0,-1 0 1 0 0,1 0 0 0 0,0 0 0 0 0,-1 0 0 0 0,0-1 0 0 0,1 0 0 0 0,-1-1 0 0 0,-1 0-1 0 0,1 0 1 0 0,0 0 0 0 0,-1 0 0 0 0,0-1 0 0 0,0 0 0 0 0,0 0 0 0 0,0 0 0 0 0,-1 0-1 0 0,0-1 1 0 0,0 0 0 0 0,-1 0 0 0 0,1 0 0 0 0,-1 0 0 0 0,-1-1 0 0 0,4-10 0 0 0,-1 7-1 0 0,-2 11-4 0 0,2 21-12 0 0,-3 35-11 0 0,-6-6 35 0 0,-3 0 1 0 0,-2 0-1 0 0,-18 57 1 0 0,8-34-4 0 0,-36 116 35 0 0,46-168 101 0 0,0 0 0 0 0,-1-1-1 0 0,-1 0 1 0 0,-1 0 0 0 0,-1-1-1 0 0,-20 23 1 0 0,32-41-61 0 0,-1 0 0 0 0,1 0 0 0 0,0-1 0 0 0,-1 1 0 0 0,1-1 0 0 0,-1 1 1 0 0,0-1-1 0 0,0 0 0 0 0,1 0 0 0 0,-1 1 0 0 0,0-1 0 0 0,0-1 0 0 0,0 1 0 0 0,0 0 0 0 0,0 0 0 0 0,0-1 0 0 0,0 1 0 0 0,0-1 1 0 0,-1 1-1 0 0,-1-1 0 0 0,2 0-35 0 0,0-1 0 0 0,1 0 0 0 0,-1 1 0 0 0,1-1 0 0 0,-1 0 0 0 0,1 0 0 0 0,0 1 0 0 0,-1-1 0 0 0,1 0 0 0 0,0-1 0 0 0,-1 1 0 0 0,1 0 0 0 0,0 0 0 0 0,0 0 0 0 0,0-1 0 0 0,0 1 0 0 0,0 0 0 0 0,1-1 0 0 0,-1 1 0 0 0,-1-3 0 0 0,-1-3 21 0 0,1 0-1 0 0,0-1 1 0 0,0 1-1 0 0,0-1 0 0 0,1 0 1 0 0,0 0-1 0 0,0 0 0 0 0,1 1 1 0 0,0-13-1 0 0,3 5-198 0 0,0 1 0 0 0,1-1 1 0 0,0 1-1 0 0,1 0 0 0 0,1 0 0 0 0,0 1 0 0 0,1 0 0 0 0,1 0 1 0 0,9-13-1 0 0,20-16-3139 0 0,5 9-3661 0 0,-31 26 3441 0 0</inkml:trace>
</inkml:ink>
</file>

<file path=ppt/ink/ink3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1:19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14 144 768 0 0,'0'0'891'0'0,"-13"2"5961"0"0,13-6-6708 0 0,1 0-1 0 0,0 0 0 0 0,1 0 0 0 0,-1 0 0 0 0,1 0 0 0 0,-1 1 0 0 0,1-1 1 0 0,0 0-1 0 0,0 1 0 0 0,1 0 0 0 0,-1-1 0 0 0,1 1 0 0 0,0 0 1 0 0,0 1-1 0 0,0-1 0 0 0,6-4 0 0 0,3-2 26 0 0,0 0-1 0 0,0 1 1 0 0,19-9 0 0 0,-16 10-81 0 0,0 1 1 0 0,1 0 0 0 0,0 1-1 0 0,0 1 1 0 0,0 0-1 0 0,0 1 1 0 0,1 1 0 0 0,-1 0-1 0 0,1 2 1 0 0,20 1-1 0 0,-29-1-59 0 0,1 2-1 0 0,-1-1 1 0 0,1 1-1 0 0,-1 0 1 0 0,0 1-1 0 0,0 0 0 0 0,0 0 1 0 0,0 1-1 0 0,0 0 1 0 0,-1 0-1 0 0,0 1 1 0 0,0 0-1 0 0,0 0 0 0 0,0 1 1 0 0,-1-1-1 0 0,0 2 1 0 0,0-1-1 0 0,-1 0 1 0 0,0 1-1 0 0,0 0 0 0 0,6 11 1 0 0,-6-8-3 0 0,0 0 0 0 0,-1 1 0 0 0,-1-1 0 0 0,1 1 0 0 0,-2 0 0 0 0,1 0-1 0 0,-2 0 1 0 0,1 0 0 0 0,-1 0 0 0 0,-1 14 0 0 0,-1-18-3 0 0,1 0 0 0 0,-1 0 0 0 0,-1 0 1 0 0,1 0-1 0 0,-1-1 0 0 0,0 1 0 0 0,-1 0 0 0 0,1-1 0 0 0,-1 1 0 0 0,-1-1 0 0 0,1 0 0 0 0,-1 0 0 0 0,0 0 0 0 0,-1-1 0 0 0,1 1 0 0 0,-1-1 1 0 0,-8 7-1 0 0,12-11-17 0 0,0 0 1 0 0,0 0-1 0 0,-1 0 1 0 0,1 0-1 0 0,0 0 1 0 0,-1 0-1 0 0,1-1 1 0 0,-1 1 0 0 0,1 0-1 0 0,-1-1 1 0 0,1 1-1 0 0,-1-1 1 0 0,0 1-1 0 0,1-1 1 0 0,-1 0-1 0 0,1 0 1 0 0,-1 0 0 0 0,0 0-1 0 0,1 0 1 0 0,-1 0-1 0 0,0 0 1 0 0,1 0-1 0 0,-1-1 1 0 0,1 1-1 0 0,-1-1 1 0 0,0 1 0 0 0,1-1-1 0 0,-1 0 1 0 0,1 1-1 0 0,0-1 1 0 0,-1 0-1 0 0,1 0 1 0 0,0 0-1 0 0,-1 0 1 0 0,1 0 0 0 0,0 0-1 0 0,0-1 1 0 0,0 1-1 0 0,0 0 1 0 0,0 0-1 0 0,-1-3 1 0 0,-1 0-21 0 0,1 0 0 0 0,0 0 1 0 0,0 0-1 0 0,0 0 0 0 0,1-1 0 0 0,-1 1 0 0 0,1-1 1 0 0,0 1-1 0 0,0-1 0 0 0,1 1 0 0 0,-1-1 1 0 0,1 0-1 0 0,0 1 0 0 0,1-7 0 0 0,3-6-36 0 0,0 1 1 0 0,2 0-1 0 0,0 0 0 0 0,0 1 0 0 0,2-1 0 0 0,-1 2 0 0 0,2-1 1 0 0,0 1-1 0 0,1 0 0 0 0,0 1 0 0 0,18-18 0 0 0,-21 24 25 0 0,1 1-1 0 0,-1 0 0 0 0,1 0 0 0 0,0 0 1 0 0,1 1-1 0 0,-1 0 0 0 0,1 1 0 0 0,0 0 1 0 0,13-4-1 0 0,-16 6 7 0 0,1 1 0 0 0,0 0 1 0 0,-1 0-1 0 0,1 0 0 0 0,0 1 0 0 0,0 0 1 0 0,-1 0-1 0 0,1 1 0 0 0,0 0 0 0 0,0 0 1 0 0,-1 1-1 0 0,1 0 0 0 0,-1 0 0 0 0,11 5 1 0 0,-8-4-18 0 0,-1 2 1 0 0,1-1 0 0 0,-1 1 0 0 0,0 0-1 0 0,0 1 1 0 0,0 0 0 0 0,-1 0 0 0 0,0 1-1 0 0,0 0 1 0 0,-1 0 0 0 0,0 1 0 0 0,0-1-1 0 0,0 1 1 0 0,-1 1 0 0 0,0-1 0 0 0,-1 1-1 0 0,0-1 1 0 0,-1 1 0 0 0,1 1 0 0 0,-2-1-1 0 0,1 0 1 0 0,-1 1 0 0 0,-1-1 0 0 0,0 1-1 0 0,0-1 1 0 0,-1 1 0 0 0,0 0 0 0 0,0-1-1 0 0,-1 1 1 0 0,-4 15 0 0 0,2-4-1060 0 0,2 5-5016 0 0</inkml:trace>
</inkml:ink>
</file>

<file path=ppt/ink/ink3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1:21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25 672 0 0,'0'0'830'0'0,"2"-14"2001"0"0,-2 13-2728 0 0,0 1 1 0 0,0 0 0 0 0,0 0-1 0 0,0-1 1 0 0,1 1 0 0 0,-1 0 0 0 0,0-1-1 0 0,0 1 1 0 0,0 0 0 0 0,0-1-1 0 0,0 1 1 0 0,0 0 0 0 0,0 0 0 0 0,0-1-1 0 0,0 1 1 0 0,0 0 0 0 0,-1-1-1 0 0,1 1 1 0 0,0 0 0 0 0,0-1 0 0 0,0 1-1 0 0,0 0 1 0 0,0 0 0 0 0,-1-1 0 0 0,1 1-1 0 0,0 0 1 0 0,0 0 0 0 0,0-1-1 0 0,-1 1 1 0 0,1 0 0 0 0,0 0 0 0 0,0 0-1 0 0,0-1 1 0 0,-1 1 0 0 0,1 0-1 0 0,0 0 1 0 0,-1 0 0 0 0,1 0 0 0 0,0 0-1 0 0,0-1 1 0 0,-1 1 0 0 0,1 0-1 0 0,0 0 1 0 0,-1 0 0 0 0,1 0 0 0 0,0 0-1 0 0,-1 0 1 0 0,1 0 0 0 0,0 0-1 0 0,-1 0 1 0 0,-14 7 43 0 0,0 0-1 0 0,1 1 1 0 0,0 1-1 0 0,1 0 0 0 0,-1 1 1 0 0,2 0-1 0 0,-1 1 1 0 0,2 0-1 0 0,-1 1 1 0 0,1 0-1 0 0,1 1 1 0 0,1 0-1 0 0,-10 17 0 0 0,18-29-137 0 0,1 0 0 0 0,-1 0 0 0 0,0 1-1 0 0,1-1 1 0 0,-1 1 0 0 0,1-1 0 0 0,-1 1-1 0 0,1-1 1 0 0,0 1 0 0 0,-1-1-1 0 0,1 1 1 0 0,0-1 0 0 0,0 1 0 0 0,0-1-1 0 0,0 1 1 0 0,0-1 0 0 0,1 1 0 0 0,-1-1-1 0 0,0 1 1 0 0,1-1 0 0 0,-1 1-1 0 0,1-1 1 0 0,-1 1 0 0 0,1-1 0 0 0,0 0-1 0 0,0 1 1 0 0,-1-1 0 0 0,3 2 0 0 0,0-1-15 0 0,-1 0 1 0 0,1-1-1 0 0,0 1 1 0 0,0-1 0 0 0,0 1-1 0 0,0-1 1 0 0,0 0-1 0 0,0-1 1 0 0,1 1 0 0 0,-1 0-1 0 0,0-1 1 0 0,6 1-1 0 0,9-1-133 0 0,0-1-1 0 0,0 0 0 0 0,26-6 0 0 0,-38 5 64 0 0,0 1-1 0 0,0 0 0 0 0,0 0 0 0 0,1 1 0 0 0,-1-1 0 0 0,0 2 1 0 0,1-1-1 0 0,9 2 0 0 0,-14-1 45 0 0,29 2-75 0 0,-25-3 111 0 0,1 0 0 0 0,0-1 0 0 0,0 0 0 0 0,-1 0 0 0 0,1-1 0 0 0,-1 1 1 0 0,1-2-1 0 0,-1 1 0 0 0,0 0 0 0 0,0-1 0 0 0,0 0 0 0 0,0-1 0 0 0,7-5 1 0 0,-1-1 11 0 0,0-1 0 0 0,-1 0 0 0 0,18-24 0 0 0,-2 2 13 0 0,-19 24-8 0 0,-5 5-26 0 0,0 0 1 0 0,1 0-1 0 0,-1 0 0 0 0,1 1 1 0 0,0-1-1 0 0,0 1 0 0 0,0 0 1 0 0,0 0-1 0 0,7-3 1 0 0,-9 5-6 0 0,21 22-24 0 0,-20-10 53 0 0,-1 0 0 0 0,1 0-1 0 0,-2 0 1 0 0,0 0 0 0 0,0 0 0 0 0,-1 0-1 0 0,0 0 1 0 0,-1 0 0 0 0,0 0 0 0 0,-1 0-1 0 0,-5 19 1 0 0,-11 4 568 0 0,20-42-628 0 0,1 1 0 0 0,0 0 0 0 0,1-1 0 0 0,-1 1 0 0 0,1 0-1 0 0,0 1 1 0 0,1-1 0 0 0,0 1 0 0 0,0 0 0 0 0,0 0 0 0 0,1 0-1 0 0,0 1 1 0 0,0 0 0 0 0,13-9 0 0 0,-19 14 41 0 0,22-12-109 0 0,0 1-1 0 0,25-10 1 0 0,-42 19 91 0 0,0 0 0 0 0,0 1 0 0 0,0-1 0 0 0,0 1 0 0 0,0 0 0 0 0,0 1 0 0 0,0-1 0 0 0,0 1 0 0 0,1 0 0 0 0,-1 0 0 0 0,0 0 0 0 0,0 1 0 0 0,0 0 0 0 0,0 0 0 0 0,0 0 0 0 0,9 4 0 0 0,-11-3 19 0 0,-1 0 0 0 0,1 1 0 0 0,-1-1 0 0 0,0 0 0 0 0,0 1 0 0 0,0 0 0 0 0,0-1 0 0 0,0 1 0 0 0,-1 0 0 0 0,1 0 0 0 0,-1 0-1 0 0,0 0 1 0 0,0 0 0 0 0,0 0 0 0 0,0 0 0 0 0,-1 1 0 0 0,1 5 0 0 0,0-7 17 0 0,1 7 24 0 0,-2-9-34 0 0,0 1 1 0 0,0 0-1 0 0,0-1 0 0 0,0 1 0 0 0,0 0 0 0 0,0-1 0 0 0,0 1 0 0 0,0 0 0 0 0,0-1 1 0 0,1 1-1 0 0,-1 0 0 0 0,0-1 0 0 0,0 1 0 0 0,1-1 0 0 0,-1 1 0 0 0,0 0 1 0 0,1-1-1 0 0,-1 1 0 0 0,0-1 0 0 0,1 1 0 0 0,-1-1 0 0 0,1 1 0 0 0,-1-1 1 0 0,1 1-1 0 0,-1-1 0 0 0,1 0 0 0 0,-1 1 0 0 0,2 0 0 0 0,9-10-61 0 0,1 1 0 0 0,-1 1-1 0 0,2 0 1 0 0,-1 0 0 0 0,1 1 0 0 0,0 1-1 0 0,0 0 1 0 0,0 1 0 0 0,1 1-1 0 0,-1 0 1 0 0,1 0 0 0 0,0 1 0 0 0,19 1-1 0 0,-3 1 40 0 0,-13 1-67 0 0,0-1 0 0 0,0-1 0 0 0,0 0 0 0 0,0-1 0 0 0,30-8 0 0 0,-46 10 233 0 0,1-3 166 0 0,-1 3-278 0 0,-1 0-1 0 0,0 0 1 0 0,0 0 0 0 0,0 0 0 0 0,1 0-1 0 0,-1 0 1 0 0,0 0 0 0 0,0 0 0 0 0,0 0 0 0 0,0-1-1 0 0,1 1 1 0 0,-1 0 0 0 0,0 0 0 0 0,0 0-1 0 0,0 0 1 0 0,0-1 0 0 0,0 1 0 0 0,0 0-1 0 0,1 0 1 0 0,-1 0 0 0 0,0 0 0 0 0,0-1 0 0 0,0 1-1 0 0,0 0 1 0 0,0 0 0 0 0,0 0 0 0 0,0-1-1 0 0,0 1 1 0 0,0 0 0 0 0,0 0 0 0 0,0 0 0 0 0,0-1-1 0 0,0 1 1 0 0,0 0 0 0 0,0 0 0 0 0,0 0-1 0 0,0-1 1 0 0,0 1 0 0 0,0 0 0 0 0,0 0-1 0 0,0 0 1 0 0,-1-1 0 0 0,1 1 0 0 0,0 0 0 0 0,0 0-1 0 0,0-1 1 0 0,-1 1-31 0 0,1 0 0 0 0,0-1 0 0 0,-1 1 0 0 0,1 0 0 0 0,-1-1 0 0 0,1 1 0 0 0,-1 0 0 0 0,1-1 0 0 0,-1 1 0 0 0,1 0 0 0 0,-1 0 0 0 0,1-1 0 0 0,-1 1 0 0 0,1 0 0 0 0,-1 0 0 0 0,1 0 0 0 0,-1 0 0 0 0,1 0 1 0 0,-1 0-1 0 0,1 0 0 0 0,-1 0 0 0 0,0 0 0 0 0,1 0 0 0 0,-1 0 0 0 0,1 0 0 0 0,-1 0 0 0 0,1 0 0 0 0,-1 1 0 0 0,1-1 0 0 0,-1 0 0 0 0,1 0 0 0 0,-1 1 0 0 0,1-1 0 0 0,-1 0 0 0 0,1 1 0 0 0,-1-1 0 0 0,1 0 0 0 0,0 1 0 0 0,-1-1 0 0 0,1 1 0 0 0,0-1 0 0 0,-1 0 0 0 0,1 1 0 0 0,0-1 0 0 0,-1 1 0 0 0,1-1 0 0 0,0 1 0 0 0,0-1 0 0 0,0 1 0 0 0,0-1 0 0 0,-1 1 0 0 0,1 0 0 0 0,0-1 0 0 0,0 1 0 0 0,0-1 0 0 0,0 1 0 0 0,0 0 0 0 0,-1 3 43 0 0,3-1 2 0 0,5 4-109 0 0,0 0 0 0 0,-1-1 0 0 0,2 0 0 0 0,-1 0 0 0 0,1-1 0 0 0,0 0 0 0 0,11 5 0 0 0,40 13-6659 0 0,-44-19 3904 0 0</inkml:trace>
</inkml:ink>
</file>

<file path=ppt/ink/ink3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1:21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160 316 600 0 0,'-16'-15'3006'0'0,"9"14"-2731"0"0,1 0 0 0 0,-1 1 0 0 0,1 0 0 0 0,0 0 1 0 0,-1 0-1 0 0,1 1 0 0 0,-1 0 0 0 0,1 1 0 0 0,0-1 1 0 0,-1 1-1 0 0,1 0 0 0 0,0 1 0 0 0,0-1 0 0 0,1 1 1 0 0,-1 0-1 0 0,1 1 0 0 0,-1 0 0 0 0,1-1 0 0 0,0 2 1 0 0,-7 6-1 0 0,11-10-255 0 0,0 0 1 0 0,0 0-1 0 0,0 0 1 0 0,0 0 0 0 0,1 0-1 0 0,-1 0 1 0 0,0 0-1 0 0,1 0 1 0 0,-1 0-1 0 0,1 0 1 0 0,-1 0-1 0 0,1 0 1 0 0,-1 0-1 0 0,1 1 1 0 0,0-1-1 0 0,-1 0 1 0 0,1 0-1 0 0,0 0 1 0 0,0 1-1 0 0,0-1 1 0 0,0 0-1 0 0,0 0 1 0 0,0 1 0 0 0,0-1-1 0 0,1 0 1 0 0,-1 0-1 0 0,0 0 1 0 0,1 1-1 0 0,-1-1 1 0 0,1 0-1 0 0,-1 0 1 0 0,1 0-1 0 0,0 0 1 0 0,-1 0-1 0 0,1 0 1 0 0,0 0-1 0 0,0 0 1 0 0,0 0-1 0 0,-1 0 1 0 0,1 0-1 0 0,0-1 1 0 0,0 1 0 0 0,0 0-1 0 0,0-1 1 0 0,1 1-1 0 0,-1 0 1 0 0,0-1-1 0 0,0 0 1 0 0,0 1-1 0 0,0-1 1 0 0,1 0-1 0 0,1 1 1 0 0,3 1-31 0 0,1 0 0 0 0,-1 0 1 0 0,1-1-1 0 0,-1 0 0 0 0,1 0 1 0 0,0 0-1 0 0,-1-1 0 0 0,10 0 1 0 0,-5-3-29 0 0,-1 0-1 0 0,0 0 1 0 0,0-1 0 0 0,0 0 0 0 0,0 0 0 0 0,-1-1 0 0 0,1-1 0 0 0,-1 1 0 0 0,0-2 0 0 0,-1 1-1 0 0,0-1 1 0 0,0 0 0 0 0,0-1 0 0 0,-1 0 0 0 0,0 0 0 0 0,-1-1 0 0 0,0 1 0 0 0,0-1 0 0 0,-1-1 0 0 0,7-14-1 0 0,-2 1 275 0 0,-2 0 0 0 0,-1-1 0 0 0,0 1 0 0 0,-2-1 0 0 0,-1 0 0 0 0,0-1 0 0 0,-1-43-1 0 0,-3 67-175 0 0,1 0 0 0 0,-1 0 0 0 0,0 1 0 0 0,0-1 0 0 0,0 0 0 0 0,1 0 0 0 0,-1 0 0 0 0,0 0 0 0 0,0 1 0 0 0,0-1 0 0 0,0 0 0 0 0,-1 0 0 0 0,1 0 0 0 0,0 1 0 0 0,0-1 0 0 0,0 0 0 0 0,-1 0 0 0 0,1 0 0 0 0,0 1 0 0 0,-1-1 0 0 0,1 0 0 0 0,-1 0 0 0 0,1 1 0 0 0,-1-1 0 0 0,1 1 0 0 0,-1-1 0 0 0,1 0 0 0 0,-1 1 0 0 0,0-1 0 0 0,1 1 0 0 0,-1-1 0 0 0,-1 0 0 0 0,1 2-29 0 0,-1 0 0 0 0,1 0 0 0 0,-1 0 1 0 0,1 0-1 0 0,0 0 0 0 0,-1 0 0 0 0,1 0 1 0 0,0 0-1 0 0,0 0 0 0 0,-1 1 0 0 0,1-1 1 0 0,0 0-1 0 0,0 1 0 0 0,0 1 0 0 0,-6 8 15 0 0,0 0-1 0 0,2 1 1 0 0,-10 22 0 0 0,11-15-138 0 0,0 1 0 0 0,1-1 0 0 0,1 1 0 0 0,1-1 0 0 0,1 25 0 0 0,12 25-2253 0 0,-9-58 1178 0 0,1-2-1 0 0,0 1 0 0 0,0 0 1 0 0,10 14-1 0 0,0-4-1852 0 0</inkml:trace>
</inkml:ink>
</file>

<file path=ppt/ink/ink3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1:22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28 355 820 0 0,'4'-6'9887'0'0,"2"34"-9184"0"0,-2 1 1 0 0,-1 0-1 0 0,-2 0 0 0 0,-3 54 0 0 0,2-78-579 0 0,-1 0 1 0 0,0 0-1 0 0,0 1 0 0 0,0-1 0 0 0,-1 0 0 0 0,0 0 0 0 0,0-1 0 0 0,0 1 1 0 0,-3 5-1 0 0,3-9 516 0 0,2-1-633 0 0,0-1 1 0 0,0 1-1 0 0,0-1 1 0 0,0 1-1 0 0,0 0 1 0 0,0-1-1 0 0,-1 1 1 0 0,1-1-1 0 0,0 1 1 0 0,0-1-1 0 0,-1 1 1 0 0,1 0-1 0 0,0-1 1 0 0,0 1-1 0 0,-1 0 1 0 0,1-1-1 0 0,0 1 1 0 0,-1 0-1 0 0,1 0 1 0 0,-1-1-1 0 0,1 1 1 0 0,0 0-1 0 0,-1 0 1 0 0,1 0-1 0 0,-1-1 1 0 0,1 1-1 0 0,0 0 1 0 0,-1 0-1 0 0,0 0 1 0 0,0 0-1 0 0,1 0-1 0 0,-1-1 1 0 0,1 1 0 0 0,-1 0 0 0 0,1 0 0 0 0,-1 0-1 0 0,1-1 1 0 0,-1 1 0 0 0,0 0 0 0 0,1-1 0 0 0,0 1-1 0 0,-1 0 1 0 0,1-1 0 0 0,-1 1 0 0 0,1-1 0 0 0,-1 1-1 0 0,1 0 1 0 0,0-1 0 0 0,-1 1 0 0 0,1-1 0 0 0,0 1-1 0 0,0-1 1 0 0,-1 1 0 0 0,1-1 0 0 0,0 0 0 0 0,0 1-1 0 0,0-1 1 0 0,-1 1 0 0 0,1-1 0 0 0,0 1 0 0 0,0-2 0 0 0,-1-40 386 0 0,-1 24-295 0 0,2 0 0 0 0,0-1 1 0 0,4-24-1 0 0,1 15-59 0 0,0 0-1 0 0,2 0 1 0 0,1 1 0 0 0,2 0-1 0 0,0 1 1 0 0,2 0-1 0 0,0 0 1 0 0,20-27 0 0 0,-21 36-45 0 0,1 1 0 0 0,1 1 0 0 0,1 0 0 0 0,0 0 0 0 0,16-12 0 0 0,-21 20-5 0 0,0 0 0 0 0,1 1 0 0 0,0 1 1 0 0,0-1-1 0 0,0 1 0 0 0,1 1 0 0 0,-1 0 1 0 0,1 0-1 0 0,0 1 0 0 0,17-2 1 0 0,-13 3 14 0 0,3-1-38 0 0,0 1 1 0 0,1 1-1 0 0,-1 0 0 0 0,37 4 0 0 0,-50-2 27 0 0,0 0 1 0 0,1 0-1 0 0,-1 1 1 0 0,0 0-1 0 0,0 0 1 0 0,0 0-1 0 0,0 1 1 0 0,-1-1-1 0 0,1 1 0 0 0,-1 0 1 0 0,1 1-1 0 0,-1-1 1 0 0,0 1-1 0 0,-1-1 1 0 0,1 1-1 0 0,0 0 1 0 0,-1 1-1 0 0,0-1 1 0 0,0 1-1 0 0,0-1 0 0 0,3 10 1 0 0,-2-6 0 0 0,-1-1-1 0 0,0 1 1 0 0,-1 0 0 0 0,0-1 0 0 0,0 1-1 0 0,-1 0 1 0 0,0 0 0 0 0,0 1-1 0 0,0-1 1 0 0,-1 0 0 0 0,-1 0 0 0 0,0 0-1 0 0,0 0 1 0 0,0 0 0 0 0,-1 0-1 0 0,0 0 1 0 0,0 0 0 0 0,-1-1 0 0 0,0 1-1 0 0,-1-1 1 0 0,1 0 0 0 0,-1 0-1 0 0,-1 0 1 0 0,1 0 0 0 0,-1-1 0 0 0,-1 1-1 0 0,1-1 1 0 0,-1-1 0 0 0,0 1-1 0 0,0-1 1 0 0,0 0 0 0 0,-1 0 0 0 0,0-1-1 0 0,0 0 1 0 0,0 0 0 0 0,-1-1 0 0 0,-13 5-1 0 0,8-3 9 0 0,-1 0 0 0 0,0-1-1 0 0,-1-1 1 0 0,1 0 0 0 0,0-1-1 0 0,-1 0 1 0 0,-15-1 0 0 0,30-2-5 0 0,0 1-1 0 0,0 0 1 0 0,1 0 0 0 0,-1 0 0 0 0,0 0 0 0 0,0 0 0 0 0,0 0 0 0 0,0 0 0 0 0,0 0 0 0 0,0-1 0 0 0,0 1 0 0 0,0 0 0 0 0,1 0 0 0 0,-1 0 0 0 0,0 0 0 0 0,0 0 0 0 0,0-1 0 0 0,0 1-1 0 0,0 0 1 0 0,0 0 0 0 0,0 0 0 0 0,0 0 0 0 0,0-1 0 0 0,0 1 0 0 0,0 0 0 0 0,0 0 0 0 0,0 0 0 0 0,0 0 0 0 0,0 0 0 0 0,0-1 0 0 0,0 1 0 0 0,0 0 0 0 0,0 0 0 0 0,0 0 0 0 0,-1 0-1 0 0,1 0 1 0 0,0-1 0 0 0,0 1 0 0 0,0 0 0 0 0,0 0 0 0 0,0 0 0 0 0,0 0 0 0 0,0 0 0 0 0,0 0 0 0 0,-1-1 0 0 0,1 1 0 0 0,0 0 0 0 0,0 0 0 0 0,0 0 0 0 0,0 0 0 0 0,0 0 0 0 0,-1 0-1 0 0,1 0 1 0 0,0 0 0 0 0,0 0 0 0 0,0 0 0 0 0,0 0 0 0 0,0 0 0 0 0,-1 0 0 0 0,1 0 0 0 0,0 0 0 0 0,0 0 0 0 0,33-4-63 0 0,1 2 1 0 0,0 2-1 0 0,57 6 1 0 0,-76-4 15 0 0,1 0 1 0 0,0 2-1 0 0,-1 0 1 0 0,0 0-1 0 0,0 2 0 0 0,0 0 1 0 0,-1 0-1 0 0,0 1 1 0 0,0 1-1 0 0,20 15 0 0 0,-32-22 35 0 0,0 1 0 0 0,0-1-1 0 0,0 1 1 0 0,0-1 0 0 0,-1 1-1 0 0,1 0 1 0 0,-1-1-1 0 0,1 1 1 0 0,-1 0 0 0 0,0 0-1 0 0,1 0 1 0 0,-1 0-1 0 0,0 0 1 0 0,0 1 0 0 0,0-1-1 0 0,-1 0 1 0 0,1 0 0 0 0,-1 1-1 0 0,1-1 1 0 0,-1 0-1 0 0,0 1 1 0 0,1-1 0 0 0,-2 4-1 0 0,0-3 10 0 0,0 0-1 0 0,0 0 0 0 0,0 0 1 0 0,-1 0-1 0 0,0-1 0 0 0,1 1 1 0 0,-1 0-1 0 0,0-1 0 0 0,0 1 1 0 0,-1-1-1 0 0,1 0 1 0 0,0 0-1 0 0,-1 0 0 0 0,1 0 1 0 0,-4 2-1 0 0,-11 5 41 0 0,0 0 1 0 0,0-1-1 0 0,-1-1 1 0 0,-26 8-1 0 0,9-6 334 0 0,-1-1 1 0 0,0-1-1 0 0,-1-2 0 0 0,0-2 0 0 0,1-2 1 0 0,-1 0-1 0 0,0-3 0 0 0,1-1 0 0 0,-51-11 0 0 0,30-4-191 0 0,55 18-461 0 0</inkml:trace>
</inkml:ink>
</file>

<file path=ppt/ink/ink3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1:23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21 202 244 0 0,'3'-6'12997'0'0,"-18"244"-10997"0"0,13-90-1259 0 0,1-108-572 0 0,1-38-41 0 0,0 5-32 0 0,0-5-93 0 0,-1-5 3 0 0,-1-50-90 0 0,0 11-123 0 0,5-82 1 0 0,1 88 139 0 0,-2 11 12 0 0,1 1-1 0 0,2 0 0 0 0,11-38 0 0 0,-7 35 22 0 0,-5 14 27 0 0,-1 1-1 0 0,2 0 0 0 0,0 0 0 0 0,1 0 0 0 0,0 0 1 0 0,0 1-1 0 0,1 0 0 0 0,1 0 0 0 0,10-12 0 0 0,-14 19 2 0 0,3-3-6 0 0,0 0 0 0 0,0 0 0 0 0,0 0 0 0 0,1 1 0 0 0,0 0 0 0 0,0 1 0 0 0,0 0 0 0 0,1 0 0 0 0,0 0 0 0 0,0 1 0 0 0,0 1 0 0 0,10-3 0 0 0,-9 3 17 0 0,0 2 0 0 0,0-1 0 0 0,0 2 0 0 0,1-1 0 0 0,-1 1 0 0 0,0 1 0 0 0,0 0-1 0 0,1 0 1 0 0,-1 1 0 0 0,12 3 0 0 0,-14-2 14 0 0,-1 1 0 0 0,0 0-1 0 0,1 0 1 0 0,-1 0-1 0 0,-1 1 1 0 0,1 0-1 0 0,-1 0 1 0 0,0 1 0 0 0,0-1-1 0 0,0 2 1 0 0,-1-1-1 0 0,0 0 1 0 0,6 10-1 0 0,-5-7-1 0 0,0 1-1 0 0,-1 0 1 0 0,0 0-1 0 0,0 0 1 0 0,-1 0-1 0 0,0 1 1 0 0,3 17-1 0 0,-6-24 7 0 0,-1-1 1 0 0,1 1-1 0 0,-1-1 0 0 0,0 0 0 0 0,0 1 0 0 0,0-1 1 0 0,-1 1-1 0 0,1-1 0 0 0,-1 0 0 0 0,0 1 0 0 0,0-1 0 0 0,0 0 1 0 0,0 1-1 0 0,-1-1 0 0 0,1 0 0 0 0,-1 0 0 0 0,0 0 1 0 0,0 0-1 0 0,0-1 0 0 0,0 1 0 0 0,0 0 0 0 0,-1-1 0 0 0,1 0 1 0 0,-1 1-1 0 0,1-1 0 0 0,-1 0 0 0 0,0 0 0 0 0,-5 2 1 0 0,-12 6 48 0 0,1-2 1 0 0,-2-1 0 0 0,1 0-1 0 0,-1-1 1 0 0,0-1 0 0 0,-33 3-1 0 0,-39-4-2475 0 0,2-9-5499 0 0,68 2 4165 0 0</inkml:trace>
</inkml:ink>
</file>

<file path=ppt/ink/ink3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1:29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83 488 0 0,'-1'-34'4976'0'0,"14"-15"2735"0"0,-15 56-7577 0 0,-6 26 23 0 0,-9 46 320 0 0,16-72-434 0 0,0 1 0 0 0,1-1 1 0 0,0 0-1 0 0,0 0 0 0 0,0 1 0 0 0,1-1 1 0 0,0 0-1 0 0,3 11 0 0 0,-3-16-27 0 0,2-3-9 0 0,24-4-36 0 0,0-1 1 0 0,0-1-1 0 0,37-16 1 0 0,3 0-150 0 0,-58 20 126 0 0,-1 0 0 0 0,0 1 0 0 0,1 0 0 0 0,0 0-1 0 0,-1 1 1 0 0,1 0 0 0 0,0 1 0 0 0,0 0 0 0 0,-1 0 0 0 0,1 1 0 0 0,0 0-1 0 0,15 5 1 0 0,-23-6 45 0 0,0 1-1 0 0,0-1 1 0 0,0 1-1 0 0,0-1 1 0 0,0 1-1 0 0,0 0 1 0 0,0-1 0 0 0,0 1-1 0 0,-1 0 1 0 0,1 0-1 0 0,0 0 1 0 0,0 0-1 0 0,-1 0 1 0 0,1 0-1 0 0,-1-1 1 0 0,1 1-1 0 0,-1 1 1 0 0,1-1 0 0 0,-1 0-1 0 0,0 0 1 0 0,1 0-1 0 0,-1 0 1 0 0,0 0-1 0 0,0 0 1 0 0,0 0-1 0 0,0 0 1 0 0,0 1-1 0 0,0-1 1 0 0,0 0-1 0 0,0 0 1 0 0,0 0 0 0 0,-1 0-1 0 0,1 0 1 0 0,-1 2-1 0 0,0 0-108 0 0,0 1-1 0 0,0-1 1 0 0,-1 0-1 0 0,0 1 1 0 0,1-1 0 0 0,-1 0-1 0 0,0 0 1 0 0,-1 0-1 0 0,-2 3 1 0 0,4-5 34 0 0,-19 14-1083 0 0,-1-8-4648 0 0,4-6 3057 0 0</inkml:trace>
</inkml:ink>
</file>

<file path=ppt/ink/ink3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1:29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47 644 0 0,'-1'-27'6969'0'0,"3"8"-3441"0"0,9 43-12665 0 0</inkml:trace>
</inkml:ink>
</file>

<file path=ppt/ink/ink3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1:30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65 288 0 0,'0'0'696'0'0,"28"-40"7585"0"0,-25 33-7996 0 0,-2-10 8033 0 0,-6 26-8308 0 0,-2 7 93 0 0,0 0 1 0 0,-9 28 0 0 0,15-37-112 0 0,-1-1 1 0 0,1 1 0 0 0,1 0 0 0 0,-1-1 0 0 0,1 1 0 0 0,0 0 0 0 0,1-1 0 0 0,0 1 0 0 0,0 0-1 0 0,3 11 1 0 0,-3-16-30 0 0,0 1 0 0 0,-1-1 0 0 0,1 1 0 0 0,0-1 0 0 0,0 0 0 0 0,1 0 0 0 0,-1 1 0 0 0,0-1 0 0 0,1 0 0 0 0,0 0-1 0 0,-1 0 1 0 0,1 0 0 0 0,0-1 0 0 0,0 1 0 0 0,0 0 0 0 0,0-1 0 0 0,0 0 0 0 0,0 1 0 0 0,0-1 0 0 0,1 0 0 0 0,-1 0 0 0 0,4 1-1 0 0,-2-1 5 0 0,1 0-1 0 0,0-1 0 0 0,-1 0 0 0 0,1 0 0 0 0,0 0 0 0 0,-1 0 0 0 0,1-1 0 0 0,0 0 1 0 0,-1 0-1 0 0,1 0 0 0 0,5-3 0 0 0,6-2-61 0 0,0-2 1 0 0,-1 0-1 0 0,0 0 1 0 0,0-2-1 0 0,19-15 0 0 0,-14 8-54 0 0,-1-1 0 0 0,19-22-1 0 0,-37 39 171 0 0,-3 16-139 0 0,1 0 0 0 0,0 0 0 0 0,1 0 0 0 0,0 0 1 0 0,2 0-1 0 0,4 23 0 0 0,-6-36 87 0 0,1-1 1 0 0,-1 1 0 0 0,1-1-1 0 0,-1 1 1 0 0,1-1 0 0 0,0 1-1 0 0,0-1 1 0 0,-1 0 0 0 0,1 1-1 0 0,0-1 1 0 0,0 0 0 0 0,0 0 0 0 0,0 0-1 0 0,1 1 1 0 0,-1-1 0 0 0,0-1-1 0 0,0 1 1 0 0,1 0 0 0 0,-1 0-1 0 0,1 0 1 0 0,-1-1 0 0 0,0 1-1 0 0,1-1 1 0 0,2 2 0 0 0,0-3 1 0 0,0 1 0 0 0,0-1-1 0 0,0 0 1 0 0,0 0 0 0 0,0 0 0 0 0,0 0 0 0 0,0-1 0 0 0,-1 1 0 0 0,6-4 0 0 0,101-58-570 0 0,-74 41 365 0 0,0 1 1 0 0,60-24 0 0 0,-94 44 220 0 0,-1 0-1 0 0,1 0 1 0 0,0 0-1 0 0,0 0 1 0 0,0 1-1 0 0,0-1 1 0 0,1 1-1 0 0,-1 0 1 0 0,0-1-1 0 0,0 1 0 0 0,0 0 1 0 0,0 0-1 0 0,0 0 1 0 0,0 0-1 0 0,0 1 1 0 0,0-1-1 0 0,0 1 1 0 0,1-1-1 0 0,-1 1 1 0 0,0 0-1 0 0,-1-1 1 0 0,1 1-1 0 0,0 0 1 0 0,0 0-1 0 0,0 0 1 0 0,0 1-1 0 0,-1-1 1 0 0,1 0-1 0 0,-1 1 1 0 0,2 1-1 0 0,-2 0 7 0 0,0-1 1 0 0,0 1-1 0 0,0-1 0 0 0,0 1 0 0 0,-1 0 1 0 0,0-1-1 0 0,1 1 0 0 0,-1 0 0 0 0,0 0 0 0 0,0-1 1 0 0,0 1-1 0 0,-1 0 0 0 0,1-1 0 0 0,-1 1 1 0 0,1 0-1 0 0,-1-1 0 0 0,0 1 0 0 0,0-1 1 0 0,0 1-1 0 0,-1-1 0 0 0,1 1 0 0 0,0-1 1 0 0,-4 4-1 0 0,0 2-1 0 0,-1 1 1 0 0,-1-1 0 0 0,1-1-1 0 0,-1 1 1 0 0,-1-1 0 0 0,1 0-1 0 0,-14 8 1 0 0,20-14-6 0 0,14-2-29 0 0,1 0 43 0 0,-1-1-1 0 0,0 0 0 0 0,0-1 1 0 0,0-1-1 0 0,15-6 1 0 0,74-37 252 0 0,-84 37-87 0 0,15-12 1506 0 0,-31 11-17 0 0,-20 7-1245 0 0,16 5-406 0 0,0-1 1 0 0,0 1-1 0 0,0 0 0 0 0,0 0 1 0 0,1 0-1 0 0,-1 0 1 0 0,0 0-1 0 0,1 1 0 0 0,-1-1 1 0 0,0 0-1 0 0,1 1 1 0 0,0-1-1 0 0,-1 1 0 0 0,1 0 1 0 0,0-1-1 0 0,0 1 1 0 0,0 0-1 0 0,0 0 0 0 0,0-1 1 0 0,0 1-1 0 0,-1 3 0 0 0,2-4 0 0 0,13 24-362 0 0,-5-20 74 0 0,1 0-1 0 0,-1-1 0 0 0,1 0 0 0 0,0 0 0 0 0,1-1 0 0 0,-1 0 0 0 0,0 0 0 0 0,1-1 0 0 0,0-1 0 0 0,17 2 0 0 0,0-2-2336 0 0,-1-1 0 0 0,50-6 0 0 0,-55 3-131 0 0</inkml:trace>
</inkml:ink>
</file>

<file path=ppt/ink/ink3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1:30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115 369 528 0 0,'-6'-2'682'0'0,"0"-1"-1"0"0,0 1 1 0 0,-1 0-1 0 0,1 0 1 0 0,0 1-1 0 0,-1 0 1 0 0,-12-1-1 0 0,17 2-605 0 0,0-1 0 0 0,0 1 0 0 0,0 0 0 0 0,0 0 0 0 0,0 0 0 0 0,0 1 0 0 0,0-1 0 0 0,1 0 0 0 0,-1 1 0 0 0,0-1 0 0 0,0 1 0 0 0,0 0 0 0 0,1 0 0 0 0,-1-1 0 0 0,0 1 0 0 0,1 0 0 0 0,-1 0 0 0 0,1 1 0 0 0,-1-1 0 0 0,1 0 0 0 0,0 0 0 0 0,-1 1 0 0 0,1-1 0 0 0,0 1 0 0 0,0-1 0 0 0,0 1 0 0 0,0-1 0 0 0,0 1 0 0 0,0 0 0 0 0,0 0 0 0 0,1-1 0 0 0,-2 4 0 0 0,2-2-74 0 0,-1-1-1 0 0,1 0 1 0 0,-1 0 0 0 0,1 0-1 0 0,0 0 1 0 0,0 0 0 0 0,0 0-1 0 0,0 0 1 0 0,1 0 0 0 0,-1 1-1 0 0,0-1 1 0 0,1 0 0 0 0,-1 0-1 0 0,1 0 1 0 0,0 0-1 0 0,0 0 1 0 0,0 0 0 0 0,0-1-1 0 0,0 1 1 0 0,0 0 0 0 0,0 0-1 0 0,1-1 1 0 0,-1 1 0 0 0,1-1-1 0 0,-1 1 1 0 0,1-1 0 0 0,-1 1-1 0 0,1-1 1 0 0,0 0-1 0 0,0 0 1 0 0,0 0 0 0 0,-1 0-1 0 0,1 0 1 0 0,0 0 0 0 0,0-1-1 0 0,0 1 1 0 0,1-1 0 0 0,-1 1-1 0 0,2-1 1 0 0,1 1-59 0 0,0-1 0 0 0,0 0-1 0 0,0 0 1 0 0,0 0 0 0 0,-1 0 0 0 0,1-1 0 0 0,0 0 0 0 0,0 0-1 0 0,0 0 1 0 0,-1-1 0 0 0,1 1 0 0 0,0-1 0 0 0,-1 0 0 0 0,0-1 0 0 0,8-4-1 0 0,-3-1 56 0 0,-1-1-1 0 0,0 0 0 0 0,-1 0 0 0 0,0-1 0 0 0,0 1 0 0 0,-1-2 1 0 0,0 1-1 0 0,-1-1 0 0 0,0 0 0 0 0,6-20 0 0 0,-2-1 409 0 0,-1-1 1 0 0,6-52-1 0 0,-12 57 931 0 0,-1-1 0 0 0,-2 1 1 0 0,-5-37-1 0 0,6 63-58 0 0,-17 18-985 0 0,11-12-243 0 0,1 2 6 0 0,0 2-1 0 0,0-1 0 0 0,0 0 1 0 0,1 1-1 0 0,0 0 1 0 0,1 0-1 0 0,0 0 1 0 0,0 0-1 0 0,0 0 1 0 0,-2 16-1 0 0,0 11 100 0 0,-1 45 0 0 0,5-61-104 0 0,-1 16-497 0 0,-7 76 14 0 0,-2-58-2551 0 0,-8-5-4170 0 0,13-39 3905 0 0</inkml:trace>
</inkml:ink>
</file>

<file path=ppt/ink/ink3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1:33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0 912 56 0 0,'0'0'4865'0'0,"5"-4"-4340"0"0,49-36 373 0 0,-2-3 1 0 0,-1-2 0 0 0,-3-2-1 0 0,68-85 1 0 0,-78 79-658 0 0,-3-1 1 0 0,-2-2 0 0 0,-3-1-1 0 0,-2-1 1 0 0,-3-2-1 0 0,26-88 1 0 0,-31 46 180 0 0,-19 100-416 0 0,-1 2-8 0 0,0-1-1 0 0,0 1 0 0 0,0 0 1 0 0,0-1-1 0 0,0 1 0 0 0,0 0 0 0 0,0 0 1 0 0,1-1-1 0 0,-1 1 0 0 0,0 0 1 0 0,0-1-1 0 0,0 1 0 0 0,0 0 0 0 0,0-1 1 0 0,0 1-1 0 0,-1 0 0 0 0,1 0 1 0 0,0-1-1 0 0,0 1 0 0 0,0 0 0 0 0,0-1 1 0 0,0 1-1 0 0,0 0 0 0 0,0 0 0 0 0,-1-1 1 0 0,1 1-1 0 0,0 0 0 0 0,0 0 1 0 0,0-1-1 0 0,-1 1 0 0 0,1 0 0 0 0,0 0 1 0 0,0 0-1 0 0,-1 0 0 0 0,1-1 1 0 0,0 1-1 0 0,0 0 0 0 0,-1 0 0 0 0,-17 20-15 0 0,2 0 0 0 0,0 1 0 0 0,1 1 0 0 0,-24 47 0 0 0,-39 107-24 0 0,72-160 36 0 0,-11 27-8 0 0,2 1 1 0 0,-12 56-1 0 0,23-80 13 0 0,1 0-1 0 0,0 0 0 0 0,1 1 0 0 0,2-1 0 0 0,0 0 1 0 0,1 1-1 0 0,6 31 0 0 0,-6-47 11 0 0,-1-1-1 0 0,1 0 1 0 0,1 0 0 0 0,-1-1-1 0 0,0 1 1 0 0,1 0 0 0 0,0 0-1 0 0,0-1 1 0 0,0 1-1 0 0,1-1 1 0 0,-1 0 0 0 0,1 1-1 0 0,-1-1 1 0 0,1 0 0 0 0,0-1-1 0 0,7 6 1 0 0,-7-7 2 0 0,1 1 0 0 0,0-1 0 0 0,-1 0 0 0 0,1 0 1 0 0,0 0-1 0 0,0 0 0 0 0,0-1 0 0 0,-1 0 0 0 0,1 0 0 0 0,0 0 1 0 0,0 0-1 0 0,0 0 0 0 0,0-1 0 0 0,-1 0 0 0 0,1 0 0 0 0,0 0 0 0 0,0 0 1 0 0,5-3-1 0 0,15-6 30 0 0,-1-2 1 0 0,0-1 0 0 0,0-1-1 0 0,-1 0 1 0 0,-1-2-1 0 0,-1 0 1 0 0,24-25-1 0 0,-44 40-46 0 0,0 1-1 0 0,1 0 0 0 0,-1-1 0 0 0,0 1 1 0 0,1 0-1 0 0,-1 0 0 0 0,1-1 0 0 0,-1 1 0 0 0,0 0 1 0 0,1 0-1 0 0,-1-1 0 0 0,1 1 0 0 0,-1 0 0 0 0,1 0 1 0 0,-1 0-1 0 0,1 0 0 0 0,-1 0 0 0 0,1 0 1 0 0,-1 0-1 0 0,1 0 0 0 0,-1 0 0 0 0,0 0 0 0 0,1 0 1 0 0,-1 0-1 0 0,1 0 0 0 0,-1 0 0 0 0,1 0 0 0 0,-1 0 1 0 0,1 1-1 0 0,-1-1 0 0 0,1 0 0 0 0,-1 0 1 0 0,0 0-1 0 0,1 1 0 0 0,-1-1 0 0 0,1 0 0 0 0,-1 1 1 0 0,1 0-1 0 0,14 21-112 0 0,-13-18 107 0 0,-1-1 0 0 0,1 0-1 0 0,0 1 1 0 0,0-1 0 0 0,1 0-1 0 0,-1 0 1 0 0,1-1-1 0 0,4 5 1 0 0,-2-4 22 0 0,-1-1 0 0 0,1 0-1 0 0,-1 0 1 0 0,1 0 0 0 0,0 0 0 0 0,-1-1 0 0 0,1 0-1 0 0,0 0 1 0 0,0 0 0 0 0,0-1 0 0 0,0 0-1 0 0,0 0 1 0 0,5 0 0 0 0,-7 0 9 0 0,-1-1 1 0 0,0 1-1 0 0,1-1 1 0 0,-1 0-1 0 0,0 1 0 0 0,1-1 1 0 0,-1 0-1 0 0,0 0 0 0 0,0 0 1 0 0,0-1-1 0 0,1 1 1 0 0,-1 0-1 0 0,-1-1 0 0 0,1 0 1 0 0,0 1-1 0 0,0-1 0 0 0,-1 0 1 0 0,1 0-1 0 0,-1 0 1 0 0,1 0-1 0 0,-1 0 0 0 0,0 0 1 0 0,0 0-1 0 0,0 0 0 0 0,2-5 1 0 0,-3 5-97 0 0,-1-1-1 0 0,1 1 1 0 0,-1-1 0 0 0,1 1 0 0 0,-1 0 0 0 0,0 0 0 0 0,0-1-1 0 0,1 1 1 0 0,-2 0 0 0 0,1 0 0 0 0,0 0 0 0 0,0 0-1 0 0,-1 0 1 0 0,1 0 0 0 0,-1 0 0 0 0,0 1 0 0 0,1-1-1 0 0,-1 0 1 0 0,0 1 0 0 0,0-1 0 0 0,-2 0 0 0 0,-54-37-6322 0 0,42 28 3802 0 0</inkml:trace>
</inkml:ink>
</file>

<file path=ppt/ink/ink3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1:33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47 484 0 0,'0'0'1144'0'0,"-7"-5"3209"0"0,32-9-3733 0 0,-7 11-72 0 0,9-5-164 0 0,14 3-148 0 0,0 2-176 0 0,4 0-232 0 0,4-1-276 0 0,-4 2-756 0 0,0 4-1301 0 0,1-4 577 0 0</inkml:trace>
</inkml:ink>
</file>

<file path=ppt/ink/ink3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1:34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0 354 796 0 0,'0'0'4130'0'0,"0"12"5123"0"0,2-18-8869 0 0,4-18 241 0 0,1 1 0 0 0,15-31 0 0 0,-14 37-488 0 0,1 1 0 0 0,0 0-1 0 0,1 0 1 0 0,1 1 0 0 0,0 0 0 0 0,1 1 0 0 0,15-14-1 0 0,81-71 376 0 0,-106 97-440 0 0,-1 0 1 0 0,0 1-1 0 0,1-1 0 0 0,0 0 0 0 0,-1 1 0 0 0,1-1 0 0 0,0 1 1 0 0,0-1-1 0 0,0 1 0 0 0,-1 0 0 0 0,1 0 0 0 0,1 0 0 0 0,-1 0 0 0 0,0 0 1 0 0,3-1-1 0 0,-3 3-83 0 0,0 0 1 0 0,-1 0-1 0 0,1 0 1 0 0,-1 0-1 0 0,1 0 1 0 0,-1 1-1 0 0,1-1 1 0 0,-1 0 0 0 0,0 1-1 0 0,1-1 1 0 0,-1 1-1 0 0,0-1 1 0 0,0 1-1 0 0,0 0 1 0 0,1 2-1 0 0,9 12-4 0 0,3 4-100 0 0,-1 1 0 0 0,0 1-1 0 0,10 24 1 0 0,-20-39 58 0 0,-1-1 0 0 0,1 1 0 0 0,-1 0-1 0 0,0 0 1 0 0,0 0 0 0 0,-1 0 0 0 0,0 1 0 0 0,0-1 0 0 0,-1 0 0 0 0,0 1 0 0 0,0-1 0 0 0,-1 0 0 0 0,0 0 0 0 0,0 1 0 0 0,-3 6 0 0 0,2-9 45 0 0,-1 0 1 0 0,0 0-1 0 0,0 0 1 0 0,0-1 0 0 0,-1 1-1 0 0,0-1 1 0 0,0 0-1 0 0,0 0 1 0 0,0 0 0 0 0,0-1-1 0 0,-1 0 1 0 0,0 1-1 0 0,1-1 1 0 0,-1-1 0 0 0,0 1-1 0 0,-1-1 1 0 0,1 0-1 0 0,0 0 1 0 0,-1-1 0 0 0,1 1-1 0 0,-1-1 1 0 0,1 0-1 0 0,-1-1 1 0 0,1 1 0 0 0,-1-1-1 0 0,0 0 1 0 0,1-1-1 0 0,-9-1 1 0 0,11 1-20 0 0,3 1 4 0 0,-1 0 1 0 0,1-1-1 0 0,-1 1 1 0 0,1-1-1 0 0,-1 1 1 0 0,1 0 0 0 0,0-1-1 0 0,-1 1 1 0 0,1-1-1 0 0,-1 1 1 0 0,1-1 0 0 0,0 0-1 0 0,0 1 1 0 0,-1-1-1 0 0,1 1 1 0 0,0-1-1 0 0,0 0 1 0 0,0 1 0 0 0,0-1-1 0 0,0 1 1 0 0,0-1-1 0 0,0 0 1 0 0,0 1 0 0 0,0-1-1 0 0,0 1 1 0 0,0-1-1 0 0,0 0 1 0 0,0 1-1 0 0,0-1 1 0 0,0 1 0 0 0,1-1-1 0 0,-1 0 1 0 0,8-25-2682 0 0,-2 20 2079 0 0,13-8-6647 0 0,-9 10 4017 0 0</inkml:trace>
</inkml:ink>
</file>

<file path=ppt/ink/ink3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1:34.6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79 752 0 0,'3'-30'1885'0'0,"-5"-11"5378"0"0,-2 33-1655 0 0,1 46-4875 0 0,-1 79-126 0 0,-33 198 0 0 0,37-311-1038 0 0,-1 0 1 0 0,0-1-1 0 0,0 1 0 0 0,-1 0 1 0 0,1-1-1 0 0,-1 1 0 0 0,1 0 1 0 0,-1-1-1 0 0,-3 5 1 0 0,4-7-548 0 0,-12-1-5641 0 0</inkml:trace>
</inkml:ink>
</file>

<file path=ppt/ink/ink3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1:35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88 292 0 0,'32'-4'1657'0'0,"289"-50"4747"0"0,-304 54-3927 0 0,-14 6-1170 0 0,-23 19-804 0 0,16-21-446 0 0,0 1 0 0 0,0-1 0 0 0,0 1-1 0 0,1 0 1 0 0,-1 0 0 0 0,1 0 0 0 0,-3 7 0 0 0,5-10-52 0 0,1 1 0 0 0,-1-1 0 0 0,1 1 0 0 0,-1-1 1 0 0,1 1-1 0 0,0-1 0 0 0,0 1 0 0 0,0-1 0 0 0,0 1 1 0 0,0-1-1 0 0,1 0 0 0 0,-1 1 0 0 0,1-1 0 0 0,-1 1 1 0 0,1-1-1 0 0,0 0 0 0 0,0 1 0 0 0,0-1 0 0 0,0 0 1 0 0,1 0-1 0 0,-1 0 0 0 0,3 3 0 0 0,-1-2 31 0 0,0-1 0 0 0,-1 0 0 0 0,1 0 0 0 0,0-1 0 0 0,0 1-1 0 0,0-1 1 0 0,1 1 0 0 0,-1-1 0 0 0,0 0 0 0 0,0 0 0 0 0,1 0 0 0 0,-1-1-1 0 0,0 1 1 0 0,1-1 0 0 0,-1 0 0 0 0,4 0 0 0 0,-4 0 20 0 0,-1-1 0 0 0,0 1 0 0 0,0-1 0 0 0,0 0-1 0 0,0 0 1 0 0,0 1 0 0 0,0-1 0 0 0,0 0 0 0 0,0-1 0 0 0,0 1 0 0 0,0 0 0 0 0,0-1 0 0 0,0 1-1 0 0,-1-1 1 0 0,1 1 0 0 0,-1-1 0 0 0,1 0 0 0 0,-1 0 0 0 0,0 1 0 0 0,1-1 0 0 0,-1 0 0 0 0,0 0 0 0 0,0 0-1 0 0,-1-1 1 0 0,1 1 0 0 0,0-3 0 0 0,2-2 75 0 0,-1 0 0 0 0,0 0 0 0 0,-1 0 0 0 0,0-1 0 0 0,0 1 0 0 0,0-9 0 0 0,-1 11-247 0 0,-1 0-1 0 0,1 0 0 0 0,-1 0 1 0 0,0 0-1 0 0,0 0 1 0 0,-1 1-1 0 0,0-1 1 0 0,1 0-1 0 0,-1 1 1 0 0,-1 0-1 0 0,-2-5 0 0 0,4 7-431 0 0,-1 0 0 0 0,1 0 0 0 0,-1 1-1 0 0,1-1 1 0 0,-1 1 0 0 0,0-1-1 0 0,0 1 1 0 0,1 0 0 0 0,-1 0-1 0 0,0 0 1 0 0,0 0 0 0 0,-1 0-1 0 0,1 0 1 0 0,0 0 0 0 0,-3 0 0 0 0</inkml:trace>
</inkml:ink>
</file>

<file path=ppt/ink/ink3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1:35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44 0 0,'12'4'2772'0'0,"-7"0"-2478"0"0,0 0 0 0 0,0 0 0 0 0,-1 0 0 0 0,1 0 0 0 0,-1 1 0 0 0,0-1 0 0 0,0 1 0 0 0,-1 0 0 0 0,1 1 0 0 0,-1-1 0 0 0,-1 0 0 0 0,1 1 0 0 0,-1 0-1 0 0,1 0 1 0 0,-2-1 0 0 0,1 1 0 0 0,-1 0 0 0 0,0 1 0 0 0,0-1 0 0 0,0 0 0 0 0,-1 0 0 0 0,0 0 0 0 0,-1 7 0 0 0,1-11-245 0 0,-1 1 0 0 0,0-1 0 0 0,1 0 0 0 0,-1 1-1 0 0,0-1 1 0 0,0 0 0 0 0,0 0 0 0 0,0 0 0 0 0,-1 0 0 0 0,1 0 0 0 0,-1 0 0 0 0,1 0 0 0 0,-1 0 0 0 0,1 0-1 0 0,-1-1 1 0 0,0 1 0 0 0,-4 2 0 0 0,-34 20 820 0 0,39-24-164 0 0,7-2-648 0 0,139-38 112 0 0,74-24-4 0 0,-210 60-64 0 0,0 0-1 0 0,-1 0 1 0 0,1-1 0 0 0,14-11-1 0 0,-21 15 15 0 0,0-1 0 0 0,0 1 0 0 0,0-1 0 0 0,0 0 0 0 0,-1 0 0 0 0,1 0 0 0 0,0 0 0 0 0,-1 0 0 0 0,1 0 0 0 0,-1-1 0 0 0,0 1 0 0 0,0 0-1 0 0,0-1 1 0 0,0 1 0 0 0,0 0 0 0 0,-1-1 0 0 0,1 1 0 0 0,-1-1 0 0 0,1 0 0 0 0,-1 1 0 0 0,0-1 0 0 0,0-3 0 0 0,0 5 184 0 0,-2-5 80 0 0,2 6-366 0 0,0 0 1 0 0,0 0-1 0 0,0-1 0 0 0,0 1 1 0 0,0 0-1 0 0,0-1 1 0 0,0 1-1 0 0,0 0 0 0 0,0-1 1 0 0,0 1-1 0 0,0 0 1 0 0,0 0-1 0 0,0-1 0 0 0,0 1 1 0 0,0 0-1 0 0,-1-1 0 0 0,1 1 1 0 0,0 0-1 0 0,0 0 1 0 0,0-1-1 0 0,0 1 0 0 0,-1 0 1 0 0,1 0-1 0 0,0-1 1 0 0,0 1-1 0 0,-1 0 0 0 0,1 0 1 0 0,0 0-1 0 0,0-1 0 0 0,-1 1 1 0 0,1 0-1 0 0,0 0 1 0 0,0 0-1 0 0,-1 0 0 0 0,1 0 1 0 0,0 0-1 0 0,-1 0 0 0 0,1 0 1 0 0,-3 0 14 0 0,0 1 1 0 0,1 0 0 0 0,-1 0-1 0 0,1 0 1 0 0,-1 0-1 0 0,1 0 1 0 0,-1 1 0 0 0,1-1-1 0 0,0 1 1 0 0,-1 0-1 0 0,1-1 1 0 0,0 1-1 0 0,0 0 1 0 0,0 0 0 0 0,1 1-1 0 0,-1-1 1 0 0,0 0-1 0 0,1 1 1 0 0,-1-1-1 0 0,1 0 1 0 0,0 1 0 0 0,0 0-1 0 0,0-1 1 0 0,0 1-1 0 0,1 0 1 0 0,-1-1-1 0 0,0 6 1 0 0,0-4-161 0 0,1 0 0 0 0,0-1-1 0 0,0 1 1 0 0,0 0 0 0 0,0 0-1 0 0,0-1 1 0 0,1 1 0 0 0,0 0 0 0 0,0-1-1 0 0,0 1 1 0 0,0-1 0 0 0,0 1-1 0 0,1-1 1 0 0,-1 0 0 0 0,1 1 0 0 0,0-1-1 0 0,0 0 1 0 0,0 0 0 0 0,1 0 0 0 0,-1 0-1 0 0,1-1 1 0 0,4 5 0 0 0,2-1-1694 0 0,1 0 0 0 0,0-1 0 0 0,18 8 0 0 0,11 0-2403 0 0</inkml:trace>
</inkml:ink>
</file>

<file path=ppt/ink/ink3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1:37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84 152 0 0,'5'-43'5801'0'0,"-5"36"-5359"0"0,-2-27 6676 0 0,-3 35-4199 0 0,-5 17-3191 0 0,-43 129 1092 0 0,37-97-576 0 0,-2 0 0 0 0,-28 53 0 0 0,35-66-492 0 0,34-50 173 0 0,0 0 1 0 0,0 1-1 0 0,1 1 0 0 0,46-13 1 0 0,-58 20-25 0 0,1 1 1 0 0,0 1-1 0 0,0 0 0 0 0,0 1 0 0 0,0 0 1 0 0,0 1-1 0 0,0 1 0 0 0,1 0 1 0 0,-1 0-1 0 0,-1 1 0 0 0,1 1 1 0 0,15 5-1 0 0,-25-7 63 0 0,0 0 0 0 0,0-1 0 0 0,-1 2-1 0 0,1-1 1 0 0,0 0 0 0 0,-1 0 0 0 0,1 1 0 0 0,-1-1 0 0 0,0 1-1 0 0,1 0 1 0 0,-1 0 0 0 0,0 0 0 0 0,0 0 0 0 0,0 0-1 0 0,0 0 1 0 0,0 1 0 0 0,-1-1 0 0 0,1 1 0 0 0,-1-1 0 0 0,0 1-1 0 0,1-1 1 0 0,-1 1 0 0 0,0 0 0 0 0,-1 0 0 0 0,1 0 0 0 0,0-1-1 0 0,-1 1 1 0 0,0 0 0 0 0,1 4 0 0 0,-2-3 11 0 0,0 0 1 0 0,0 0-1 0 0,-1 1 1 0 0,1-1-1 0 0,-1 0 1 0 0,0 0-1 0 0,0 0 1 0 0,0-1-1 0 0,0 1 0 0 0,-1 0 1 0 0,0-1-1 0 0,1 0 1 0 0,-1 1-1 0 0,-1-1 1 0 0,1 0-1 0 0,0-1 1 0 0,-1 1-1 0 0,-7 4 1 0 0,-4 2 56 0 0,-1-1 0 0 0,0 0 1 0 0,-1-1-1 0 0,1-1 1 0 0,-1-1-1 0 0,-1 0 0 0 0,-25 3 1 0 0,36-6 18 0 0,0-1 1 0 0,0-1 0 0 0,0 1 0 0 0,0-1-1 0 0,0 0 1 0 0,0-1 0 0 0,0 1-1 0 0,0-1 1 0 0,0-1 0 0 0,1 1 0 0 0,-1-1-1 0 0,0-1 1 0 0,1 1 0 0 0,-1-1-1 0 0,1 0 1 0 0,0-1 0 0 0,0 1 0 0 0,0-1-1 0 0,0 0 1 0 0,1-1 0 0 0,-10-9-1 0 0,13 12-72 0 0,0 0 0 0 0,0-1 0 0 0,0 1 0 0 0,1-1 0 0 0,-1 1 0 0 0,1-1 0 0 0,-1 0 0 0 0,1 1 0 0 0,0-1 0 0 0,0 0 0 0 0,0 0-1 0 0,1 0 1 0 0,-1 0 0 0 0,1 0 0 0 0,0 0 0 0 0,-1 0 0 0 0,1 0 0 0 0,0 0 0 0 0,1 0 0 0 0,-1 0 0 0 0,1 0 0 0 0,-1 0 0 0 0,1 0-1 0 0,0 0 1 0 0,0 1 0 0 0,0-1 0 0 0,0 0 0 0 0,1 0 0 0 0,-1 1 0 0 0,1-1 0 0 0,-1 1 0 0 0,1-1 0 0 0,0 1 0 0 0,0 0 0 0 0,4-4 0 0 0,-1 2-204 0 0,0 0 0 0 0,0 0 0 0 0,1 0 0 0 0,0 1 1 0 0,-1 0-1 0 0,1 0 0 0 0,0 1 0 0 0,0-1 0 0 0,1 1 1 0 0,-1 0-1 0 0,0 1 0 0 0,1 0 0 0 0,-1 0 0 0 0,1 0 1 0 0,8 1-1 0 0,38 3-2214 0 0,-17 0-1969 0 0,-17 0 1901 0 0</inkml:trace>
</inkml:ink>
</file>

<file path=ppt/ink/ink3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1:38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282 28 256 0 0,'0'0'865'0'0,"-5"-23"4828"0"0,2 22-5581 0 0,1 1 0 0 0,-1-1 0 0 0,1 0 0 0 0,-1 1 1 0 0,1-1-1 0 0,-1 1 0 0 0,0 0 0 0 0,1 0 0 0 0,-1 0 0 0 0,1 0 0 0 0,-1 0 1 0 0,1 1-1 0 0,-1-1 0 0 0,1 1 0 0 0,-1 0 0 0 0,1-1 0 0 0,-1 1 0 0 0,-2 2 0 0 0,-51 24 628 0 0,50-24-616 0 0,-9 5 55 0 0,0 1 0 0 0,1 1 0 0 0,1 0 1 0 0,-1 1-1 0 0,2 1 0 0 0,0 0 0 0 0,0 0 0 0 0,1 1 1 0 0,0 1-1 0 0,1 0 0 0 0,-10 20 0 0 0,19-33-170 0 0,1-1 0 0 0,-1 1-1 0 0,1 0 1 0 0,0 0 0 0 0,-1-1-1 0 0,1 1 1 0 0,0 0 0 0 0,-1 0-1 0 0,1 0 1 0 0,0 0 0 0 0,0 0-1 0 0,0-1 1 0 0,0 1-1 0 0,0 0 1 0 0,0 0 0 0 0,0 0-1 0 0,0 0 1 0 0,0 0 0 0 0,0 0-1 0 0,1-1 1 0 0,-1 1 0 0 0,0 0-1 0 0,1 0 1 0 0,-1 0 0 0 0,0 0-1 0 0,1-1 1 0 0,-1 1-1 0 0,1 0 1 0 0,0 0 0 0 0,1 1 8 0 0,-1-1-1 0 0,1 0 1 0 0,0 0 0 0 0,0 0-1 0 0,0 0 1 0 0,0 0 0 0 0,0-1 0 0 0,0 1-1 0 0,0 0 1 0 0,0-1 0 0 0,4 1-1 0 0,49-1 164 0 0,3-17-75 0 0,-26 7 145 0 0,-32 9-248 0 0,1 0 0 0 0,0 1 1 0 0,0-1-1 0 0,0 1 0 0 0,0 0 0 0 0,0-1 1 0 0,0 1-1 0 0,0 0 0 0 0,0-1 1 0 0,0 1-1 0 0,0 0 0 0 0,0 0 1 0 0,0 0-1 0 0,0 0 0 0 0,0 0 1 0 0,0 0-1 0 0,0 0 0 0 0,0 0 1 0 0,1 1-1 0 0,-1-1 0 0 0,0 0 1 0 0,-1 1-1 0 0,1-1 0 0 0,0 1 1 0 0,0-1-1 0 0,0 1 0 0 0,0-1 1 0 0,0 1-1 0 0,0-1 0 0 0,0 1 1 0 0,-1 0-1 0 0,2 1 0 0 0,13 12-929 0 0,-9-10 551 0 0,0 0 1 0 0,0-1-1 0 0,0 0 1 0 0,0 0-1 0 0,0 0 1 0 0,8 2-1 0 0,25 2-4609 0 0,-21-6 2461 0 0</inkml:trace>
</inkml:ink>
</file>

<file path=ppt/ink/ink3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1:38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120 277 328 0 0,'0'-1'183'0'0,"0"0"0"0"0,0 0-1 0 0,0 0 1 0 0,0 0 0 0 0,0 0 0 0 0,0 0-1 0 0,0 0 1 0 0,0 0 0 0 0,0 0-1 0 0,-1 0 1 0 0,1 0 0 0 0,0 0 0 0 0,-1 0-1 0 0,1 0 1 0 0,0 0 0 0 0,-1 1 0 0 0,1-1-1 0 0,-1 0 1 0 0,0 0 0 0 0,1 0 0 0 0,-1 1-1 0 0,0-1 1 0 0,1 0 0 0 0,-1 0 0 0 0,0 1-1 0 0,0-1 1 0 0,1 1 0 0 0,-1-1 0 0 0,-2 0-1 0 0,1 1-25 0 0,0 0-1 0 0,0 0 1 0 0,0 0-1 0 0,0 0 1 0 0,0 0-1 0 0,0 0 1 0 0,0 1-1 0 0,0-1 1 0 0,1 1-1 0 0,-1-1 1 0 0,0 1-1 0 0,0 0 1 0 0,-3 2-1 0 0,-2 1 41 0 0,0 0 1 0 0,0 1 0 0 0,0 0-1 0 0,1 0 1 0 0,0 0-1 0 0,-9 11 1 0 0,12-13-143 0 0,1 1 0 0 0,0 0 1 0 0,0 0-1 0 0,0 0 1 0 0,0 0-1 0 0,0 0 0 0 0,1 0 1 0 0,0 0-1 0 0,0 1 1 0 0,0-1-1 0 0,0 0 0 0 0,1 1 1 0 0,0-1-1 0 0,0 1 1 0 0,0-1-1 0 0,0 1 1 0 0,0-1-1 0 0,1 0 0 0 0,0 1 1 0 0,2 6-1 0 0,-1-8-48 0 0,-1 0 1 0 0,1 0-1 0 0,0 0 0 0 0,0 0 0 0 0,0 0 0 0 0,0-1 1 0 0,0 1-1 0 0,1 0 0 0 0,0-1 0 0 0,-1 0 0 0 0,1 0 1 0 0,0 1-1 0 0,0-2 0 0 0,0 1 0 0 0,0 0 0 0 0,0-1 1 0 0,0 1-1 0 0,1-1 0 0 0,-1 0 0 0 0,0 0 0 0 0,1 0 1 0 0,-1 0-1 0 0,1-1 0 0 0,-1 0 0 0 0,1 1 0 0 0,5-2 1 0 0,1 1-12 0 0,0-1 0 0 0,0-1 1 0 0,1 0-1 0 0,-2 0 0 0 0,1-1 1 0 0,0-1-1 0 0,0 1 1 0 0,-1-1-1 0 0,0-1 0 0 0,0 0 1 0 0,0 0-1 0 0,-1-1 0 0 0,1 0 1 0 0,12-13-1 0 0,6-7 13 0 0,-1-2 0 0 0,36-50 0 0 0,-46 53 153 0 0,0-1-1 0 0,-2-1 0 0 0,14-34 0 0 0,3-6 1470 0 0,-15 29 749 0 0,-16 37-1573 0 0,-1 9-751 0 0,-15 75 228 0 0,-47 142 0 0 0,62-220-307 0 0,-1 0 0 0 0,1 0 1 0 0,0 0-1 0 0,0 0 0 0 0,1 1 0 0 0,-1-1 1 0 0,1 6-1 0 0,0-9-92 0 0,22 11-284 0 0,-9-17 361 0 0,-1 0-1 0 0,1 0 1 0 0,-1-1-1 0 0,-1-1 1 0 0,1 0-1 0 0,-1-1 1 0 0,0 0-1 0 0,13-11 1 0 0,-23 17 52 0 0,0 0-1 0 0,4-2-12 0 0,-4 2 5 0 0,-1 1-7 0 0,0 0 1 0 0,0 0 0 0 0,0 0-1 0 0,0 0 1 0 0,1-1 0 0 0,-1 1-1 0 0,0 0 1 0 0,0 0 0 0 0,0 0-1 0 0,0 0 1 0 0,0 0 0 0 0,0-1-1 0 0,0 1 1 0 0,1 0-1 0 0,-1 0 1 0 0,0 0 0 0 0,0 0-1 0 0,0 0 1 0 0,0 0 0 0 0,0 0-1 0 0,1 0 1 0 0,-1 0 0 0 0,0-1-1 0 0,0 1 1 0 0,0 0 0 0 0,0 0-1 0 0,1 0 1 0 0,-1 0 0 0 0,0 0-1 0 0,0 0 1 0 0,0 0-1 0 0,0 0 1 0 0,1 0 0 0 0,-1 0-1 0 0,0 0 1 0 0,0 1 0 0 0,0-1-1 0 0,1 0 1 0 0,-1 0 0 0 0,0 0-1 0 0,0 0 1 0 0,0 0 0 0 0,0 0-1 0 0,0 0 1 0 0,1 0-1 0 0,-1 0 1 0 0,0 0 0 0 0,0 1-1 0 0,0-1 1 0 0,0 0 0 0 0,0 0-1 0 0,0 0 1 0 0,0 0 0 0 0,1 0-1 0 0,-1 1 1 0 0,0-1 0 0 0,0 0-1 0 0,0 0 1 0 0,0 0 0 0 0,0 0-1 0 0,0 1 1 0 0,-2 3-53 0 0,1-1 1 0 0,0 1-1 0 0,0 0 1 0 0,0 0-1 0 0,0 0 1 0 0,1 0-1 0 0,-1 0 1 0 0,1 0-1 0 0,0 0 1 0 0,0 0-1 0 0,1 0 1 0 0,-1 0-1 0 0,1 0 1 0 0,0 0-1 0 0,0 0 1 0 0,0 0-1 0 0,0 0 1 0 0,1-1-1 0 0,0 1 1 0 0,0 0-1 0 0,0-1 1 0 0,0 1-1 0 0,5 5 1 0 0,-3-6-284 0 0,0 0-1 0 0,-1 0 1 0 0,1 0 0 0 0,1-1 0 0 0,-1 0 0 0 0,0 1 0 0 0,0-2 0 0 0,7 3 0 0 0,23 4-5058 0 0,-8-6 1966 0 0</inkml:trace>
</inkml:ink>
</file>

<file path=ppt/ink/ink3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1:39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67 191 460 0 0,'0'0'5490'0'0,"-1"1"-5358"0"0,0 0 0 0 0,0 0 0 0 0,0 0 0 0 0,0-1 0 0 0,1 1 0 0 0,-1 0 0 0 0,0 0 0 0 0,1 0 0 0 0,-1 1 0 0 0,1-1 0 0 0,-1 0 0 0 0,1 0 0 0 0,0 0 0 0 0,-1 0 0 0 0,1 2 0 0 0,16 79 1182 0 0,-3 0 1 0 0,-4 1-1 0 0,-2 127 0 0 0,-12-161 732 0 0,4-47-1441 0 0,1-2-560 0 0,0 0 0 0 0,0 1 0 0 0,0-1 0 0 0,0 0 0 0 0,0 0 0 0 0,0 0 0 0 0,-1 1 0 0 0,1-1 0 0 0,0 0 0 0 0,0 0 0 0 0,0 0 0 0 0,-1 1 0 0 0,1-1 0 0 0,0 0 0 0 0,0 0 0 0 0,-1 0 0 0 0,1 0 0 0 0,0 0 0 0 0,0 0 0 0 0,0 0 0 0 0,-1 1 0 0 0,1-1 0 0 0,0 0 0 0 0,-1 0 0 0 0,1 0 0 0 0,0 0 0 0 0,0 0 0 0 0,-1 0 0 0 0,1 0 0 0 0,0 0 0 0 0,0 0 0 0 0,-1 0 0 0 0,1 0 0 0 0,0-1 0 0 0,0 1 0 0 0,-1 0 0 0 0,1 0 0 0 0,0 0 0 0 0,0 0 0 0 0,-1 0 0 0 0,1 0 0 0 0,0-1 0 0 0,0 1 0 0 0,0 0 0 0 0,-1 0 0 0 0,1 0 0 0 0,0-1 0 0 0,-11-13 158 0 0,2 0 0 0 0,-1-1 0 0 0,2 0 0 0 0,0-1-1 0 0,1 0 1 0 0,0 0 0 0 0,1-1 0 0 0,1 0 0 0 0,1 1 0 0 0,0-2-1 0 0,1 1 1 0 0,1 0 0 0 0,1-1 0 0 0,1 1 0 0 0,0-1-1 0 0,1 1 1 0 0,4-22 0 0 0,-1 13-211 0 0,1 1-1 0 0,1 0 1 0 0,1 0 0 0 0,2 1 0 0 0,0 0-1 0 0,2 0 1 0 0,0 1 0 0 0,2 0-1 0 0,0 1 1 0 0,1 0 0 0 0,20-21-1 0 0,-25 33-98 0 0,1 1 0 0 0,-1 0 0 0 0,2 1 0 0 0,-1 0 1 0 0,1 0-1 0 0,0 1 0 0 0,1 0 0 0 0,0 1 0 0 0,24-8 0 0 0,-32 12 13 0 0,1 0 1 0 0,-1 1 0 0 0,1 0-1 0 0,0 0 1 0 0,-1 0-1 0 0,1 1 1 0 0,0-1 0 0 0,0 1-1 0 0,0 0 1 0 0,-1 1 0 0 0,1-1-1 0 0,0 1 1 0 0,0 0-1 0 0,-1 0 1 0 0,1 1 0 0 0,0-1-1 0 0,-1 1 1 0 0,0 0-1 0 0,1 0 1 0 0,-1 0 0 0 0,0 1-1 0 0,0 0 1 0 0,0-1 0 0 0,0 1-1 0 0,-1 1 1 0 0,1-1-1 0 0,-1 0 1 0 0,0 1 0 0 0,4 6-1 0 0,-5-9 54 0 0,-1 1 0 0 0,0 0-1 0 0,0 0 1 0 0,0 0-1 0 0,0 0 1 0 0,0 0 0 0 0,0 0-1 0 0,-1 1 1 0 0,1-1-1 0 0,-1 0 1 0 0,1 0 0 0 0,-1 0-1 0 0,0 1 1 0 0,0-1-1 0 0,0 0 1 0 0,0 0 0 0 0,0 1-1 0 0,-1-1 1 0 0,1 0 0 0 0,0 0-1 0 0,-1 1 1 0 0,-1 2-1 0 0,0-1 8 0 0,-1 0 0 0 0,0 0 1 0 0,1 0-1 0 0,-1-1 0 0 0,0 1 0 0 0,-1-1 0 0 0,1 0 0 0 0,-1 0 0 0 0,1 0 0 0 0,-7 4 0 0 0,-6 2 30 0 0,-1 0 0 0 0,-1-1 1 0 0,1 0-1 0 0,-22 5 0 0 0,-20 1-1463 0 0,58-14 716 0 0</inkml:trace>
</inkml:ink>
</file>

<file path=ppt/ink/ink3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1:40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78 284 0 0,'0'-11'9170'0'0,"-2"17"-8812"0"0,-1 4-236 0 0,0-1 1 0 0,0 0-1 0 0,1 1 1 0 0,0-1-1 0 0,0 1 1 0 0,1-1-1 0 0,1 1 1 0 0,-1 0-1 0 0,2-1 1 0 0,-1 1-1 0 0,1 0 1 0 0,1-1-1 0 0,0 1 1 0 0,0-1-1 0 0,1 1 1 0 0,0-1-1 0 0,0 0 1 0 0,1 0-1 0 0,1 0 1 0 0,-1-1-1 0 0,1 0 1 0 0,9 12-1 0 0,-13-19-67 0 0,0 0 0 0 0,1 0 0 0 0,-1 0 0 0 0,0 0 0 0 0,0 0 0 0 0,1 0 0 0 0,-1 0 0 0 0,0 0 0 0 0,1-1 0 0 0,-1 1 0 0 0,1 0 0 0 0,-1-1 1 0 0,1 1-1 0 0,-1-1 0 0 0,1 0 0 0 0,0 1 0 0 0,-1-1 0 0 0,1 0 0 0 0,-1 0 0 0 0,1 0 0 0 0,0 0 0 0 0,-1 0 0 0 0,2-1 0 0 0,1 0 21 0 0,-1 0 0 0 0,0 0 0 0 0,1-1 0 0 0,-1 1 0 0 0,0-1 0 0 0,0 0 0 0 0,0 0 0 0 0,0 0 0 0 0,0 0 0 0 0,2-3 0 0 0,1-1 18 0 0,-1 0 0 0 0,1 0 0 0 0,-1 0-1 0 0,-1-1 1 0 0,0 1 0 0 0,1-1 0 0 0,-2 0-1 0 0,6-13 1 0 0,-6 7-26 0 0,0 1 1 0 0,-1-1-1 0 0,-1 0 0 0 0,0 0 1 0 0,0 1-1 0 0,-2-1 0 0 0,1 0 1 0 0,-2 0-1 0 0,-2-15 0 0 0,3 24-63 0 0,0 0-1 0 0,0 0 0 0 0,-1 0 0 0 0,1 1 0 0 0,-1-1 0 0 0,1 1 0 0 0,-1-1 0 0 0,0 1 0 0 0,-1 0 0 0 0,1 0 0 0 0,0-1 0 0 0,-1 2 0 0 0,0-1 1 0 0,0 0-1 0 0,0 0 0 0 0,0 1 0 0 0,0 0 0 0 0,0 0 0 0 0,-1 0 0 0 0,1 0 0 0 0,0 0 0 0 0,-1 0 0 0 0,0 1 0 0 0,1 0 0 0 0,-1 0 0 0 0,0 0 1 0 0,0 0-1 0 0,0 0 0 0 0,0 1 0 0 0,0 0 0 0 0,0 0 0 0 0,0 0 0 0 0,1 0 0 0 0,-6 1 0 0 0,1 0-31 0 0,0 1-1 0 0,-1 0 0 0 0,1 0 1 0 0,0 0-1 0 0,1 1 0 0 0,-1 0 1 0 0,-10 6-1 0 0,17-8 10 0 0,0 0-1 0 0,-1-1 1 0 0,1 1-1 0 0,0 0 1 0 0,-1 0 0 0 0,1 0-1 0 0,0 0 1 0 0,0 0 0 0 0,0 0-1 0 0,0 0 1 0 0,0 1 0 0 0,0-1-1 0 0,0 0 1 0 0,0 0 0 0 0,0 1-1 0 0,1-1 1 0 0,-1 1 0 0 0,1-1-1 0 0,-1 1 1 0 0,1-1 0 0 0,-1 1-1 0 0,1-1 1 0 0,0 1-1 0 0,0-1 1 0 0,-1 1 0 0 0,1-1-1 0 0,0 1 1 0 0,1-1 0 0 0,-1 1-1 0 0,0-1 1 0 0,0 1 0 0 0,1 0-1 0 0,-1-1 1 0 0,1 1 0 0 0,-1-1-1 0 0,1 0 1 0 0,-1 1 0 0 0,1-1-1 0 0,0 0 1 0 0,0 1 0 0 0,0-1-1 0 0,0 0 1 0 0,0 0-1 0 0,0 1 1 0 0,0-1 0 0 0,0 0-1 0 0,2 1 1 0 0,3 3-38 0 0,0 0-1 0 0,1-1 1 0 0,-1 0-1 0 0,1 0 1 0 0,0 0-1 0 0,0-1 0 0 0,0 0 1 0 0,1 0-1 0 0,-1-1 1 0 0,1 0-1 0 0,-1 0 1 0 0,1-1-1 0 0,0 0 1 0 0,-1 0-1 0 0,11-1 1 0 0,1 0-76 0 0,1-1 0 0 0,-1 0 0 0 0,0-2-1 0 0,0 0 1 0 0,20-7 0 0 0,-23 4 40 0 0,0-1 0 0 0,0 0 0 0 0,0-2 0 0 0,-1 0 0 0 0,16-12 0 0 0,22-13 1106 0 0,-51 33-798 0 0,-2 1-192 0 0,1 0 0 0 0,-1 0 0 0 0,0 0 0 0 0,1 0 0 0 0,-1 0 0 0 0,0 0 0 0 0,1 0 0 0 0,-1 0 0 0 0,0 1 0 0 0,1-1 0 0 0,-1 0 0 0 0,0 0 0 0 0,1 0 0 0 0,-1 1 0 0 0,0-1 0 0 0,1 0 0 0 0,-1 0 0 0 0,0 0 0 0 0,0 1-1 0 0,1-1 1 0 0,-1 0 0 0 0,0 1 0 0 0,0-1 0 0 0,0 0 0 0 0,1 1 0 0 0,-1-1 0 0 0,0 0 0 0 0,0 1 0 0 0,0-1 0 0 0,0 0 0 0 0,0 1 0 0 0,0-1 0 0 0,0 0 0 0 0,0 1 0 0 0,0-1 0 0 0,0 1 0 0 0,0-1 0 0 0,-1 25 233 0 0,-11 32-228 0 0,11-53 22 0 0,-3 10-156 0 0,-1-1-1 0 0,-1 0 1 0 0,-7 14-1 0 0,-10 14-3257 0 0,22-39 2469 0 0,-5 3-1280 0 0</inkml:trace>
</inkml:ink>
</file>

<file path=ppt/ink/ink3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1:40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25 912 0 0,'0'0'1003'0'0,"7"-21"5252"0"0,-1 18-6362 0 0</inkml:trace>
</inkml:ink>
</file>

<file path=ppt/ink/ink3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1:41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1 374 784 0 0,'3'71'6716'0'0,"-3"-69"-6232"0"0,2 4 217 0 0,5 7 5265 0 0,47-84-4844 0 0,-53 70-1094 0 0,6-3-148 0 0,-7 3 109 0 0,1 1 0 0 0,-1 0 0 0 0,0-1 0 0 0,1 1 0 0 0,-1-1 0 0 0,1 1 1 0 0,-1 0-1 0 0,1 0 0 0 0,-1-1 0 0 0,1 1 0 0 0,-1 0 0 0 0,1 0 0 0 0,-1-1 1 0 0,1 1-1 0 0,-1 0 0 0 0,1 0 0 0 0,-1 0 0 0 0,1 0 0 0 0,-1 0 0 0 0,1 0 0 0 0,-1 0 1 0 0,1 0-1 0 0,-1 0 0 0 0,1 0 0 0 0,-1 0 0 0 0,1 0 0 0 0,-1 0 0 0 0,1 0 1 0 0,-1 1-1 0 0,1-1 0 0 0,-1 0 0 0 0,1 1 0 0 0,22 8-378 0 0,0-1 0 0 0,0-1 0 0 0,0-1 0 0 0,1-1 0 0 0,43 4 0 0 0,-57-9 325 0 0,1-1-1 0 0,-1 1 1 0 0,1-2 0 0 0,-1 1-1 0 0,1-1 1 0 0,-1-1-1 0 0,0 0 1 0 0,0 0 0 0 0,0-1-1 0 0,0-1 1 0 0,-1 1 0 0 0,0-1-1 0 0,0-1 1 0 0,0 0-1 0 0,0 0 1 0 0,9-10 0 0 0,-1 0 21 0 0,-1-1 1 0 0,-1-1-1 0 0,0 0 1 0 0,-1-1-1 0 0,21-40 1 0 0,-27 43 134 0 0,-1 1-1 0 0,0-1 1 0 0,-1 0 0 0 0,-1 0-1 0 0,-1-1 1 0 0,0 0 0 0 0,-1 0-1 0 0,1-31 1 0 0,-4 47-62 0 0,0-1 0 0 0,1 1 0 0 0,-1-1 0 0 0,0 1 0 0 0,0-1 0 0 0,0 0 1 0 0,0 1-1 0 0,-1-1 0 0 0,1 1 0 0 0,0-1 0 0 0,-1 1 0 0 0,1-1 0 0 0,-1 1 0 0 0,1-1 0 0 0,-1 1 1 0 0,0-1-1 0 0,0 1 0 0 0,1 0 0 0 0,-1-1 0 0 0,0 1 0 0 0,0 0 0 0 0,0 0 0 0 0,-1 0 0 0 0,1 0 1 0 0,-2-2-1 0 0,1 3-18 0 0,0-1-1 0 0,0 1 1 0 0,0 0 0 0 0,1 1 0 0 0,-1-1 0 0 0,0 0 0 0 0,0 0 0 0 0,0 1 0 0 0,0-1 0 0 0,1 1 0 0 0,-1-1 0 0 0,0 1 0 0 0,1 0 0 0 0,-1 0 0 0 0,0 0-1 0 0,1 0 1 0 0,-4 2 0 0 0,-6 6-9 0 0,1 0 0 0 0,0 0-1 0 0,0 1 1 0 0,-13 18 0 0 0,14-14 3 0 0,0 0 0 0 0,1 1 0 0 0,1 0 0 0 0,0 0 0 0 0,1 1 0 0 0,1 0 0 0 0,0 0 0 0 0,1 0 0 0 0,1 0 0 0 0,1 1 0 0 0,-1 24 0 0 0,2-32-50 0 0,1 1 1 0 0,1 0-1 0 0,-1 0 1 0 0,2 0-1 0 0,-1-1 1 0 0,1 1-1 0 0,1-1 1 0 0,0 1 0 0 0,0-1-1 0 0,1 0 1 0 0,0 0-1 0 0,0-1 1 0 0,1 1-1 0 0,1-1 1 0 0,-1 0-1 0 0,1 0 1 0 0,0 0-1 0 0,1-1 1 0 0,0 0-1 0 0,12 9 1 0 0,-15-13 11 0 0,1 0-1 0 0,0-1 1 0 0,-1 1 0 0 0,1-1 0 0 0,0 0 0 0 0,0-1-1 0 0,0 1 1 0 0,0-1 0 0 0,1 0 0 0 0,-1 0 0 0 0,0-1-1 0 0,0 1 1 0 0,1-1 0 0 0,-1 0 0 0 0,0-1-1 0 0,0 1 1 0 0,1-1 0 0 0,-1 0 0 0 0,0 0 0 0 0,0-1-1 0 0,0 0 1 0 0,0 0 0 0 0,0 0 0 0 0,0 0 0 0 0,-1-1-1 0 0,6-3 1 0 0,2-2 33 0 0,0-1 0 0 0,-1 0-1 0 0,0-1 1 0 0,-1 0 0 0 0,1 0-1 0 0,-2-1 1 0 0,0-1 0 0 0,10-15-1 0 0,-13 18 134 0 0,-1-1 0 0 0,0 1 0 0 0,0-2 0 0 0,6-17 0 0 0,-11 26-3 0 0,0 2-122 0 0,0 0 0 0 0,0 0 0 0 0,0 0 0 0 0,0 0 0 0 0,-1 0 0 0 0,1 0 0 0 0,0 0 1 0 0,0 0-1 0 0,0 0 0 0 0,0 0 0 0 0,0 0 0 0 0,-1 0 0 0 0,1 0 0 0 0,0 0 0 0 0,0 0 0 0 0,0-1 0 0 0,0 1 0 0 0,0 0 0 0 0,-1 0 0 0 0,1 0 0 0 0,0 0 0 0 0,0 0 0 0 0,0 0 0 0 0,0 0 0 0 0,0-1 0 0 0,0 1 0 0 0,0 0 0 0 0,0 0 0 0 0,0 0 1 0 0,-1 0-1 0 0,1 0 0 0 0,0-1 0 0 0,0 1 0 0 0,0 0 0 0 0,0 0 0 0 0,0 0 0 0 0,0 0 0 0 0,0-1 0 0 0,0 1 0 0 0,0 0 0 0 0,0 0 0 0 0,0 0 0 0 0,0 0 0 0 0,0-1 0 0 0,0 1 0 0 0,0 0 0 0 0,1 0 0 0 0,-1 0 0 0 0,0 0 0 0 0,0 0 0 0 0,0-1 1 0 0,0 1-1 0 0,0 0 0 0 0,0 0 0 0 0,0 0 0 0 0,0 0 0 0 0,0 0 0 0 0,1 0 0 0 0,-1 0 0 0 0,0-1 0 0 0,0 1 0 0 0,0 0 0 0 0,0 0 0 0 0,0 0 0 0 0,1 0 0 0 0,-1 0 0 0 0,-8 5-1 0 0,0 1 1 0 0,0 0-1 0 0,1 0 0 0 0,0 1 0 0 0,0 0 1 0 0,1 0-1 0 0,0 0 0 0 0,0 1 1 0 0,1 0-1 0 0,-1 0 0 0 0,2 0 0 0 0,-7 16 1 0 0,8-16 2 0 0,2-5-35 0 0,-1 0 0 0 0,1-1 0 0 0,0 1 0 0 0,0 0 0 0 0,0 0 0 0 0,1 0 0 0 0,-1 0 0 0 0,0 0 0 0 0,1 0 0 0 0,0 0 1 0 0,0 0-1 0 0,0 0 0 0 0,0 0 0 0 0,1 0 0 0 0,-1 0 0 0 0,1 0 0 0 0,-1 0 0 0 0,1 0 0 0 0,0 0 0 0 0,0 0 1 0 0,1 0-1 0 0,-1-1 0 0 0,2 4 0 0 0,-2-5-48 0 0,11 4-101 0 0,-11-4 158 0 0,0 0 0 0 0,0-1-1 0 0,0 1 1 0 0,0-1 0 0 0,0 1-1 0 0,0-1 1 0 0,0 1-1 0 0,0-1 1 0 0,1 0 0 0 0,-1 1-1 0 0,0-1 1 0 0,0 0 0 0 0,0 0-1 0 0,0 0 1 0 0,0 0-1 0 0,1 0 1 0 0,-1 0 0 0 0,0 0-1 0 0,0 0 1 0 0,0-1 0 0 0,0 1-1 0 0,0 0 1 0 0,2-2-1 0 0,178-74-1214 0 0,-149 62 1110 0 0,-31 13 124 0 0,-1 1 0 0 0,1-1 0 0 0,-1 1 0 0 0,1 0 0 0 0,0-1 0 0 0,-1 1 0 0 0,1 0 1 0 0,0-1-1 0 0,-1 1 0 0 0,1 0 0 0 0,0 0 0 0 0,-1-1 0 0 0,1 1 0 0 0,0 0 0 0 0,0 0 0 0 0,-1 0 0 0 0,1 0 0 0 0,0 0 0 0 0,0 0 0 0 0,-1 0 0 0 0,1 0 0 0 0,0 1 0 0 0,-1-1 0 0 0,1 0 0 0 0,0 0 0 0 0,0 1 0 0 0,-1-1 0 0 0,1 0 0 0 0,-1 1 0 0 0,1-1 0 0 0,0 0 0 0 0,-1 1 0 0 0,1-1 0 0 0,-1 1 0 0 0,1-1 0 0 0,-1 1 0 0 0,1-1 0 0 0,-1 1 0 0 0,1 0 0 0 0,-1-1 0 0 0,0 1 0 0 0,1 0 0 0 0,-1-1 0 0 0,0 1 0 0 0,1 0 0 0 0,-1-1 0 0 0,0 1 0 0 0,0 0 1 0 0,0-1-1 0 0,0 1 0 0 0,1 1 0 0 0,-5 46 247 0 0,1-29-112 0 0,3-17-125 0 0,0-1 0 0 0,0 1 0 0 0,0-1 0 0 0,0 1 0 0 0,0-1 1 0 0,1 0-1 0 0,-1 1 0 0 0,0-1 0 0 0,1 1 0 0 0,-1-1 0 0 0,1 0 0 0 0,0 0 1 0 0,-1 1-1 0 0,1-1 0 0 0,0 0 0 0 0,0 0 0 0 0,0 0 0 0 0,0 1 0 0 0,0-1 1 0 0,0 0-1 0 0,0 0 0 0 0,0-1 0 0 0,0 1 0 0 0,0 0 0 0 0,2 1 0 0 0,0-1-17 0 0,0 0-1 0 0,0 0 0 0 0,1 0 0 0 0,-1-1 0 0 0,0 1 0 0 0,0-1 0 0 0,1 0 0 0 0,-1 0 0 0 0,0 0 0 0 0,0 0 0 0 0,4-1 0 0 0,0 0-409 0 0,-1 0 0 0 0,0-1 0 0 0,0 1 0 0 0,0-1 0 0 0,0-1 0 0 0,0 1-1 0 0,0-1 1 0 0,-1 0 0 0 0,1 0 0 0 0,-1 0 0 0 0,9-8 0 0 0,-7 3-2132 0 0,0-1 197 0 0</inkml:trace>
</inkml:ink>
</file>

<file path=ppt/ink/ink3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1:41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24 240 0 0,'0'0'4116'0'0,"49"-9"-3528"0"0,-34 8-59 0 0,4-1-161 0 0,-2-1-184 0 0,5 3-172 0 0,1 0-160 0 0,3-3-188 0 0,1 1-593 0 0,-9 1-999 0 0,9-1 440 0 0</inkml:trace>
</inkml:ink>
</file>

<file path=ppt/ink/ink3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1:43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39 644 0 0,'0'0'1811'0'0,"9"-12"1206"0"0,-9 2 2765 0 0,-4 8-5691 0 0,0-1 0 0 0,0 1-1 0 0,0 0 1 0 0,0 1-1 0 0,-1-1 1 0 0,1 1 0 0 0,0 0-1 0 0,-1 0 1 0 0,1 0 0 0 0,-1 1-1 0 0,1 0 1 0 0,-1-1-1 0 0,0 2 1 0 0,1-1 0 0 0,-1 0-1 0 0,1 1 1 0 0,-1 0 0 0 0,1 0-1 0 0,0 0 1 0 0,-1 1-1 0 0,1-1 1 0 0,0 1 0 0 0,0 0-1 0 0,0 0 1 0 0,-7 6 0 0 0,10-7-82 0 0,0 0 1 0 0,0 1 0 0 0,1-1 0 0 0,-1 0 0 0 0,1 1 0 0 0,0-1 0 0 0,-1 1 0 0 0,1-1 0 0 0,0 0 0 0 0,0 1-1 0 0,-1-1 1 0 0,1 1 0 0 0,1-1 0 0 0,-1 1 0 0 0,0-1 0 0 0,0 1 0 0 0,0-1 0 0 0,1 1 0 0 0,-1-1 0 0 0,1 0-1 0 0,-1 1 1 0 0,2 1 0 0 0,18 36 107 0 0,-11-25-40 0 0,-9-12-36 0 0,0-1-36 0 0,0 0-1 0 0,0 0 0 0 0,0 0 1 0 0,0 0-1 0 0,0 0 0 0 0,-1 0 1 0 0,1 0-1 0 0,-1 0 0 0 0,1 0 1 0 0,0 0-1 0 0,-1 0 0 0 0,0 0 1 0 0,1-1-1 0 0,-1 1 0 0 0,1 0 1 0 0,-1 0-1 0 0,0 0 0 0 0,0-1 1 0 0,1 1-1 0 0,-1 0 0 0 0,0-1 1 0 0,0 1-1 0 0,0-1 0 0 0,0 1 1 0 0,-1 0-1 0 0,-80 21 284 0 0,80-21-285 0 0,-22 0-1196 0 0</inkml:trace>
</inkml:ink>
</file>

<file path=ppt/ink/ink3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1:43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20 0 0,'5'2'-914'0'0,"10"5"14008"0"0,-11-5-12996 0 0</inkml:trace>
</inkml:ink>
</file>

<file path=ppt/ink/ink3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1:45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63 1160 0 0,'6'-27'1261'0'0,"-1"-8"10261"0"0,-9 63-11044 0 0,1-4-289 0 0,-35 338 1560 0 0,30-295-3377 0 0,8-65 1160 0 0,-5 2-966 0 0,5-4 1364 0 0,0 0 1 0 0,-1 1 0 0 0,1-1 0 0 0,0 0 0 0 0,-1 1 0 0 0,1-1 0 0 0,0 0 0 0 0,-1 1 0 0 0,1-1 0 0 0,-1 0 0 0 0,1 0 0 0 0,-1 1 0 0 0,1-1 0 0 0,-1 0 0 0 0,1 0-1 0 0,0 0 1 0 0,-1 0 0 0 0,1 0 0 0 0,-1 0 0 0 0,1 0 0 0 0,-1 0 0 0 0,1 0 0 0 0,-1 0 0 0 0,1 0 0 0 0,-1 0 0 0 0,1 0 0 0 0,-1 0 0 0 0,1 0 0 0 0,-1 0 0 0 0,1 0-1 0 0,-1-1 1 0 0,1 1 0 0 0,-1 0 0 0 0,1 0 0 0 0,-1-1 0 0 0,1 1 0 0 0,0 0 0 0 0,-1-1 0 0 0,1 1 0 0 0,0 0 0 0 0,-1-1 0 0 0,1 1 0 0 0,-1-1 0 0 0,-32-22-4780 0 0,13 10 2068 0 0</inkml:trace>
</inkml:ink>
</file>

<file path=ppt/ink/ink3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1:47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4 372 224 0 0,'-1'0'94'0'0,"1"0"1"0"0,0-1-1 0 0,-1 1 0 0 0,1 0 1 0 0,0-1-1 0 0,0 1 1 0 0,-1 0-1 0 0,1-1 0 0 0,0 1 1 0 0,0-1-1 0 0,0 1 0 0 0,-1 0 1 0 0,1-1-1 0 0,0 1 0 0 0,0-1 1 0 0,0 1-1 0 0,0-1 1 0 0,0 1-1 0 0,0 0 0 0 0,0-1 1 0 0,0 1-1 0 0,0-1 0 0 0,0 1 1 0 0,0-1-1 0 0,0 1 0 0 0,1-1 1 0 0,-1 1-1 0 0,0 0 1 0 0,0-1-1 0 0,0 1 0 0 0,1-1 1 0 0,4-3 68 0 0,0 0 0 0 0,1 1 1 0 0,-1 0-1 0 0,1 0 0 0 0,-1 0 0 0 0,1 1 1 0 0,0 0-1 0 0,0 0 0 0 0,0 0 1 0 0,1 1-1 0 0,10-1 0 0 0,81-2 650 0 0,-64 4-576 0 0,36-1 31 0 0,332-12 973 0 0,-305 4-847 0 0,0-3 0 0 0,107-29 0 0 0,-188 37-242 0 0,0 0 0 0 0,-1-1 0 0 0,0-1 0 0 0,0-1 0 0 0,-1 0 0 0 0,19-12 0 0 0,-29 16-55 0 0,1-1 0 0 0,-1 1 0 0 0,0-1 0 0 0,0 0 0 0 0,0 0 0 0 0,0 0 0 0 0,-1-1 0 0 0,1 0 0 0 0,-1 1 0 0 0,0-1 0 0 0,-1 0 0 0 0,1 0 0 0 0,-1 0 0 0 0,0-1 0 0 0,0 1 0 0 0,-1 0 0 0 0,0-1 0 0 0,0 0 0 0 0,0 1 0 0 0,0-1 0 0 0,-1-9 0 0 0,-1 1 191 0 0,0 1 0 0 0,-1 0 1 0 0,0 0-1 0 0,-5-14 0 0 0,6 26-62 0 0,-3 5-217 0 0,-3 5-4 0 0,0 0-1 0 0,0 1 1 0 0,1-1 0 0 0,0 1-1 0 0,1 1 1 0 0,0-1 0 0 0,-5 15-1 0 0,-25 91 124 0 0,27-85-68 0 0,-49 246 524 0 0,36-157-258 0 0,20-116-320 0 0,-4 6 8 0 0,-2 11 30 0 0,6-20-32 0 0,0 12 63 0 0,147-125 1393 0 0,-96 87-1594 0 0,-49 24 82 0 0,24 31-206 0 0,-21-22 243 0 0,-1 0 1 0 0,1 0-1 0 0,1-1 0 0 0,-1 0 0 0 0,1 1 1 0 0,1-2-1 0 0,-1 1 0 0 0,14 11 0 0 0,-14-14 21 0 0,0-1 0 0 0,0 0 0 0 0,1-1 0 0 0,-1 1 0 0 0,1-1 0 0 0,0 0 0 0 0,-1 0 0 0 0,1-1 0 0 0,0 0 0 0 0,0 0 0 0 0,0 0 0 0 0,0-1 0 0 0,9 0 0 0 0,-8-1 4 0 0,-1 1-1 0 0,1-1 0 0 0,-1-1 0 0 0,1 1 0 0 0,-1-1 0 0 0,0 0 0 0 0,1-1 0 0 0,-1 1 0 0 0,-1-1 0 0 0,1-1 0 0 0,0 1 0 0 0,-1-1 1 0 0,1 0-1 0 0,-1 0 0 0 0,0 0 0 0 0,5-6 0 0 0,-3 2 12 0 0,-1 0 1 0 0,0 0 0 0 0,0 0-1 0 0,0-1 1 0 0,-1 0 0 0 0,0 0-1 0 0,-1 0 1 0 0,0-1 0 0 0,-1 1-1 0 0,0-1 1 0 0,3-16 0 0 0,-5 24 2 0 0,-1 0-20 0 0,0-6-27 0 0,0 6-2 0 0,-5 4-63 0 0,-1 2 62 0 0,1-1-1 0 0,0 1 1 0 0,0 0-1 0 0,0 0 0 0 0,0 1 1 0 0,0-1-1 0 0,1 1 1 0 0,0 0-1 0 0,0 1 1 0 0,0-1-1 0 0,1 0 1 0 0,0 1-1 0 0,0 0 1 0 0,0 0-1 0 0,1 0 0 0 0,0 0 1 0 0,0 0-1 0 0,0 1 1 0 0,1-1-1 0 0,0 0 1 0 0,-1 12-1 0 0,2-16 7 0 0,0 0 0 0 0,0 0 0 0 0,0 0 0 0 0,0 0-1 0 0,0 0 1 0 0,0 0 0 0 0,0 0 0 0 0,1 0 0 0 0,-1 0 0 0 0,1 0-1 0 0,-1 0 1 0 0,1 0 0 0 0,0 0 0 0 0,0-1 0 0 0,0 1 0 0 0,0 0-1 0 0,0-1 1 0 0,0 1 0 0 0,0 0 0 0 0,1-1 0 0 0,-1 1 0 0 0,1-1-1 0 0,-1 0 1 0 0,3 2 0 0 0,-1-1 5 0 0,1 0 1 0 0,-1-1-1 0 0,1 0 1 0 0,0 1-1 0 0,0-1 0 0 0,0-1 1 0 0,0 1-1 0 0,0 0 0 0 0,0-1 1 0 0,0 0-1 0 0,6 0 1 0 0,7-2-3 0 0,0 0 1 0 0,0-1-1 0 0,1-1 1 0 0,22-9 0 0 0,11-5-113 0 0,1 2 0 0 0,82-14-1 0 0,-100 22 58 0 0,-30 6 15 0 0,-1 1 1 0 0,1-1 0 0 0,-1 1 0 0 0,1 0-1 0 0,0 0 1 0 0,0 1 0 0 0,0-1 0 0 0,-1 1-1 0 0,1 0 1 0 0,0 0 0 0 0,0 0 0 0 0,0 0-1 0 0,0 1 1 0 0,-1-1 0 0 0,1 1 0 0 0,0 0-1 0 0,6 3 1 0 0,-9-3-39 0 0,-1-1 76 0 0,1 0 0 0 0,-1 1 0 0 0,0-1 0 0 0,0 1 1 0 0,1-1-1 0 0,-1 1 0 0 0,0-1 0 0 0,0 1 0 0 0,0-1 0 0 0,0 1 1 0 0,0-1-1 0 0,0 1 0 0 0,0-1 0 0 0,0 1 0 0 0,0-1 0 0 0,0 1 1 0 0,0-1-1 0 0,0 1 0 0 0,0-1 0 0 0,0 1 0 0 0,0-1 0 0 0,0 1 1 0 0,-1-1-1 0 0,1 1 0 0 0,-8 8-47 0 0,0 0 0 0 0,-1-1-1 0 0,0 0 1 0 0,0-1 0 0 0,0 0 0 0 0,-12 6 0 0 0,20-13 26 0 0,0 1 0 0 0,-1-1 1 0 0,1 1-1 0 0,0 0 0 0 0,0-1 1 0 0,0 1-1 0 0,0 0 0 0 0,0-1 1 0 0,0 1-1 0 0,0 0 0 0 0,1 0 1 0 0,-1 0-1 0 0,0 0 0 0 0,0 0 1 0 0,1 0-1 0 0,-1 0 0 0 0,0 0 1 0 0,1 0-1 0 0,-1 1 0 0 0,1-1 1 0 0,0 0-1 0 0,-1 0 0 0 0,1 0 1 0 0,0 1-1 0 0,0 1 0 0 0,0-2 17 0 0,1 0 0 0 0,-1 0 0 0 0,1 0-1 0 0,-1 0 1 0 0,1-1 0 0 0,0 1 0 0 0,0 0-1 0 0,-1 0 1 0 0,1 0 0 0 0,0-1 0 0 0,0 1-1 0 0,0 0 1 0 0,0-1 0 0 0,0 1 0 0 0,0-1-1 0 0,0 1 1 0 0,0-1 0 0 0,0 0-1 0 0,0 1 1 0 0,0-1 0 0 0,0 0 0 0 0,0 0-1 0 0,1 0 1 0 0,-1 0 0 0 0,0 0 0 0 0,0 0-1 0 0,0 0 1 0 0,0 0 0 0 0,0 0 0 0 0,0 0-1 0 0,0-1 1 0 0,2 1 0 0 0,17-2 89 0 0,0 0 1 0 0,-1-1-1 0 0,1-1 1 0 0,0-1-1 0 0,-1-1 0 0 0,0 0 1 0 0,0-2-1 0 0,-1 0 1 0 0,0-1-1 0 0,0-1 0 0 0,-1 0 1 0 0,-1-1-1 0 0,0-1 1 0 0,0-1-1 0 0,15-15 1 0 0,-31 28-64 0 0,0-1 1 0 0,0 1 0 0 0,1 0 0 0 0,-1-1 0 0 0,0 1-1 0 0,1 0 1 0 0,-1 0 0 0 0,0-1 0 0 0,0 1 0 0 0,0 0-1 0 0,1-1 1 0 0,-1 1 0 0 0,0-1 0 0 0,0 1 0 0 0,0 0-1 0 0,0-1 1 0 0,0 1 0 0 0,0 0 0 0 0,0-1 0 0 0,0 1-1 0 0,0-1 1 0 0,0 1 0 0 0,0 0 0 0 0,0-1 0 0 0,0 1-1 0 0,0-1 1 0 0,0 1 0 0 0,0 0 0 0 0,0-1 0 0 0,0 1-1 0 0,0 0 1 0 0,-1-1 0 0 0,1 1 0 0 0,0 0 0 0 0,0-1-1 0 0,0 1 1 0 0,-1 0 0 0 0,1-1 0 0 0,0 1 0 0 0,0 0-1 0 0,-1-1 1 0 0,1 1 0 0 0,0 0 0 0 0,-1 0 0 0 0,1 0-1 0 0,0-1 1 0 0,-1 1 0 0 0,1 0 0 0 0,0 0 0 0 0,-1 0-1 0 0,1 0 1 0 0,-1 0 0 0 0,1-1 0 0 0,0 1 0 0 0,-1 0-1 0 0,1 0 1 0 0,0 0 0 0 0,-1 0 0 0 0,1 0 0 0 0,-1 0-1 0 0,1 0 1 0 0,0 1 0 0 0,-2-1 0 0 0,1 0-11 0 0,0 0 0 0 0,0 0 0 0 0,0 0 0 0 0,-1 0-1 0 0,1 0 1 0 0,0 0 0 0 0,0 0 0 0 0,0 0 0 0 0,0 1 0 0 0,-1-1 0 0 0,1 1 0 0 0,0-1 0 0 0,0 1 0 0 0,0-1 0 0 0,0 1 0 0 0,0-1 0 0 0,0 1 0 0 0,0 0 0 0 0,0 0 0 0 0,0 0 0 0 0,1-1 0 0 0,-1 1 0 0 0,0 0 0 0 0,0 0 0 0 0,0 2 0 0 0,0-1 8 0 0,0 0 0 0 0,0 0 0 0 0,1 0 0 0 0,-1 0 0 0 0,1 0 0 0 0,-1 1 1 0 0,1-1-1 0 0,0 0 0 0 0,0 0 0 0 0,0 1 0 0 0,0-1 0 0 0,0 0 0 0 0,1 0 1 0 0,-1 1-1 0 0,1-1 0 0 0,-1 0 0 0 0,1 0 0 0 0,0 0 0 0 0,0 0 0 0 0,0 0 0 0 0,1 2 1 0 0,1 0-43 0 0,0 0 1 0 0,0-1 0 0 0,0 1 0 0 0,1-1 0 0 0,-1 0 0 0 0,1 0 0 0 0,0 0 0 0 0,0-1 0 0 0,7 4 0 0 0,8 3-650 0 0,1-2 1 0 0,0 0-1 0 0,33 7 0 0 0,31-3-5155 0 0,-42-9 2498 0 0</inkml:trace>
</inkml:ink>
</file>

<file path=ppt/ink/ink3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1:48.8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183 359 912 0 0,'-9'-8'3402'0'0,"8"7"-3036"0"0,1 1-1 0 0,-1-1 1 0 0,0 0 0 0 0,0 0-1 0 0,0 1 1 0 0,1-1-1 0 0,-1 1 1 0 0,0-1-1 0 0,0 1 1 0 0,0-1-1 0 0,0 1 1 0 0,0-1-1 0 0,0 1 1 0 0,0 0 0 0 0,-1-1-1 0 0,1 1 1 0 0,0 0-1 0 0,-2 0 1 0 0,-1 8-195 0 0,0 0 0 0 0,0 0 0 0 0,1 0 0 0 0,0 0 0 0 0,0 1 0 0 0,1-1 1 0 0,0 1-1 0 0,1 0 0 0 0,-1 14 0 0 0,-4 17 129 0 0,-32 233 1098 0 0,20-120-888 0 0,-2 19 152 0 0,20-171-644 0 0,0-1 0 0 0,0 1 0 0 0,0 0 0 0 0,0 0 0 0 0,0 0 0 0 0,0 0 0 0 0,0 0 0 0 0,0 0 1 0 0,-1-1-1 0 0,1 1 0 0 0,0 0 0 0 0,0 0 0 0 0,-1 0 0 0 0,1-1 0 0 0,-1 1 0 0 0,1 0 0 0 0,-1 0 0 0 0,1-1 0 0 0,-1 1 0 0 0,1 0 0 0 0,-1-1 1 0 0,1 1-1 0 0,-2 1 0 0 0,-10-14 39 0 0,-5-35-150 0 0,12-2-29 0 0,3 0 1 0 0,2-1-1 0 0,2 1 1 0 0,3 0-1 0 0,16-76 0 0 0,-6 59-70 0 0,4 0 0 0 0,2 2 0 0 0,45-94 0 0 0,-51 130 115 0 0,0 1 0 0 0,2 1 0 0 0,0 0 0 0 0,2 2 0 0 0,38-39-1 0 0,-44 50 66 0 0,0 1 0 0 0,0 0-1 0 0,1 2 1 0 0,1-1-1 0 0,0 2 1 0 0,0 0-1 0 0,1 1 1 0 0,0 0 0 0 0,1 1-1 0 0,0 1 1 0 0,24-6-1 0 0,-35 11 10 0 0,0 0-1 0 0,0 1 0 0 0,0 0 1 0 0,0-1-1 0 0,1 2 1 0 0,-1-1-1 0 0,0 1 0 0 0,0 0 1 0 0,0 0-1 0 0,0 1 0 0 0,0 0 1 0 0,-1 0-1 0 0,1 0 1 0 0,0 0-1 0 0,-1 1 0 0 0,0 0 1 0 0,1 0-1 0 0,-1 1 0 0 0,-1 0 1 0 0,1-1-1 0 0,0 2 1 0 0,-1-1-1 0 0,0 0 0 0 0,0 1 1 0 0,0 0-1 0 0,0 0 1 0 0,-1 0-1 0 0,0 0 0 0 0,0 1 1 0 0,0-1-1 0 0,-1 1 0 0 0,0 0 1 0 0,0-1-1 0 0,0 1 1 0 0,-1 0-1 0 0,0 0 0 0 0,0 0 1 0 0,0 0-1 0 0,-1 1 0 0 0,0-1 1 0 0,0 0-1 0 0,-1 0 1 0 0,0 0-1 0 0,0 0 0 0 0,0 0 1 0 0,0 0-1 0 0,-1 0 0 0 0,0-1 1 0 0,0 1-1 0 0,-4 6 1 0 0,-1 0 31 0 0,-1 0 1 0 0,0-1 0 0 0,0 0-1 0 0,-1-1 1 0 0,-1 1 0 0 0,1-2-1 0 0,-2 1 1 0 0,1-2 0 0 0,-1 1 0 0 0,-1-1-1 0 0,1-1 1 0 0,-1 0 0 0 0,-1-1-1 0 0,1 0 1 0 0,-1-1 0 0 0,0 0-1 0 0,-21 4 1 0 0,15-5 31 0 0,0-1 0 0 0,0-1 0 0 0,0-1 0 0 0,0 0 0 0 0,-1-1 0 0 0,1-1 0 0 0,0-1-1 0 0,0-1 1 0 0,0-1 0 0 0,1 0 0 0 0,-1-2 0 0 0,-19-7 0 0 0,36 12-192 0 0,0 0 0 0 0,0 0 0 0 0,0 0 0 0 0,0 0 0 0 0,0 0 0 0 0,0 0 0 0 0,0 0 0 0 0,0 0-1 0 0,1-1 1 0 0,-1 1 0 0 0,0-1 0 0 0,1 1 0 0 0,-1-1 0 0 0,1 0 0 0 0,0 0 0 0 0,-2-2 0 0 0,3 2 24 0 0,0 1 1 0 0,0 0-1 0 0,0 0 0 0 0,1 0 1 0 0,-1 0-1 0 0,0-1 0 0 0,1 1 1 0 0,-1 0-1 0 0,0 0 0 0 0,1 0 1 0 0,0 0-1 0 0,-1 0 0 0 0,1 0 1 0 0,0 0-1 0 0,-1 0 0 0 0,1 0 1 0 0,0 0-1 0 0,0 0 0 0 0,0 1 1 0 0,0-1-1 0 0,0 0 0 0 0,0 1 1 0 0,0-1-1 0 0,0 0 0 0 0,0 1 1 0 0,0-1-1 0 0,0 1 1 0 0,0 0-1 0 0,0-1 0 0 0,0 1 1 0 0,0 0-1 0 0,3-1 0 0 0,27-8-4571 0 0,-16 5 1996 0 0</inkml:trace>
</inkml:ink>
</file>

<file path=ppt/ink/ink3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1:49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80 628 0 0,'0'0'2887'0'0,"-8"1"-2023"0"0,3 0-658 0 0,-1 1 1 0 0,0-1-1 0 0,1 1 0 0 0,-1 0 1 0 0,1 1-1 0 0,0 0 0 0 0,0-1 1 0 0,0 2-1 0 0,0-1 0 0 0,0 0 1 0 0,1 1-1 0 0,-1 0 0 0 0,1 0 1 0 0,0 0-1 0 0,0 1 0 0 0,0-1 0 0 0,1 1 1 0 0,0 0-1 0 0,-5 9 0 0 0,4-3-1 0 0,-1 1 0 0 0,2-1 0 0 0,-1 1 0 0 0,2 0 0 0 0,-1 0-1 0 0,2 0 1 0 0,0 0 0 0 0,0 1 0 0 0,2 18 0 0 0,-1-26-147 0 0,0 1 0 0 0,1 0 1 0 0,0-1-1 0 0,0 1 1 0 0,1-1-1 0 0,-1 1 0 0 0,1-1 1 0 0,0 1-1 0 0,1-1 0 0 0,-1 0 1 0 0,1 0-1 0 0,0 0 1 0 0,0-1-1 0 0,1 1 0 0 0,-1-1 1 0 0,1 1-1 0 0,0-1 1 0 0,0 0-1 0 0,1-1 0 0 0,-1 1 1 0 0,1-1-1 0 0,8 5 0 0 0,-10-7-33 0 0,1 0 0 0 0,-1-1 0 0 0,0 1 0 0 0,1-1 0 0 0,-1 0 0 0 0,1 0 0 0 0,-1 0 0 0 0,1 0 0 0 0,-1 0 0 0 0,1-1 0 0 0,-1 0 0 0 0,1 0 0 0 0,-1 0 0 0 0,0 0 0 0 0,1 0 0 0 0,-1-1 0 0 0,0 1 0 0 0,0-1 0 0 0,6-4 0 0 0,0 0 13 0 0,1-1 0 0 0,-1-1 0 0 0,0 1 0 0 0,12-15 0 0 0,-6 4 14 0 0,0-1 0 0 0,-2 0 0 0 0,0-1 0 0 0,17-36 0 0 0,-25 45-28 0 0,-1 0 0 0 0,0-1 0 0 0,0 1 0 0 0,-1 0 1 0 0,-1-1-1 0 0,0 0 0 0 0,0 0 0 0 0,-1 0 0 0 0,-1 1 0 0 0,0-1 0 0 0,-2-15 0 0 0,2 25-7 0 0,-1-1 0 0 0,1 0 0 0 0,-1 1 0 0 0,0-1 0 0 0,0 0 0 0 0,0 1 0 0 0,0-1 0 0 0,0 1 0 0 0,-1-1 0 0 0,1 1 0 0 0,-1 0 0 0 0,1-1 0 0 0,-1 1 0 0 0,0 0 0 0 0,0 0 0 0 0,0 0 0 0 0,0 1 0 0 0,0-1 0 0 0,0 0 0 0 0,-1 1 0 0 0,-4-3 0 0 0,3 3-3 0 0,0-1 0 0 0,0 1 0 0 0,0 0 0 0 0,-1 1 0 0 0,1-1 1 0 0,0 1-1 0 0,-1 0 0 0 0,1 0 0 0 0,0 0 0 0 0,-1 0 0 0 0,1 1 1 0 0,-8 2-1 0 0,5-2-14 0 0,1 1 1 0 0,0 0 0 0 0,0 1-1 0 0,0-1 1 0 0,0 1-1 0 0,0 0 1 0 0,0 1 0 0 0,1-1-1 0 0,0 1 1 0 0,-1 0 0 0 0,1 1-1 0 0,1-1 1 0 0,-1 1-1 0 0,1 0 1 0 0,0 0 0 0 0,0 0-1 0 0,0 1 1 0 0,-5 10 0 0 0,8-13-4 0 0,0 0 1 0 0,0 0 0 0 0,1 0-1 0 0,-1 0 1 0 0,1 0 0 0 0,0 0-1 0 0,0 0 1 0 0,0 1 0 0 0,0-1 0 0 0,1 0-1 0 0,-1 0 1 0 0,1 0 0 0 0,-1 0-1 0 0,1 0 1 0 0,0 0 0 0 0,1-1 0 0 0,-1 1-1 0 0,0 0 1 0 0,4 4 0 0 0,-2-2-32 0 0,1-1 0 0 0,0 1 1 0 0,1-1-1 0 0,-1 0 0 0 0,1 0 1 0 0,0-1-1 0 0,0 0 0 0 0,0 1 1 0 0,10 3-1 0 0,-3-2-110 0 0,1 0 0 0 0,-1 0 0 0 0,1-2 0 0 0,0 0 0 0 0,1 0 0 0 0,-1-1 0 0 0,1-1 0 0 0,18 0 0 0 0,-18-2-21 0 0,0-1 1 0 0,0-1-1 0 0,0-1 0 0 0,0 1 1 0 0,-1-2-1 0 0,1 0 0 0 0,-1-1 1 0 0,-1 0-1 0 0,18-11 1 0 0,-9 2 353 0 0,-1 0 0 0 0,0-1 0 0 0,-2-1 0 0 0,24-26 0 0 0,-41 42 165 0 0,4-4-157 0 0,-5 5-185 0 0,0 0 0 0 0,0 0 0 0 0,0 1 1 0 0,0-1-1 0 0,0 0 0 0 0,0 0 0 0 0,0 0 1 0 0,0 0-1 0 0,0 0 0 0 0,0 0 0 0 0,0 0 0 0 0,0 0 1 0 0,0 1-1 0 0,0-1 0 0 0,0 0 0 0 0,0 0 1 0 0,0 0-1 0 0,0 0 0 0 0,0 0 0 0 0,0 0 1 0 0,0 0-1 0 0,0 1 0 0 0,0-1 0 0 0,0 0 1 0 0,0 0-1 0 0,0 0 0 0 0,0 0 0 0 0,0 0 1 0 0,0 0-1 0 0,0 0 0 0 0,0 0 0 0 0,0 0 0 0 0,1 0 1 0 0,-1 1-1 0 0,0-1 0 0 0,0 0 0 0 0,0 0 1 0 0,0 0-1 0 0,0 0 0 0 0,0 0 0 0 0,0 0 1 0 0,0 0-1 0 0,0 0 0 0 0,1 0 0 0 0,-1 0 1 0 0,0 0-1 0 0,0 0 0 0 0,0 0 0 0 0,0 0 1 0 0,0 0-1 0 0,0 0 0 0 0,0 0 0 0 0,1 0 0 0 0,-53 198 716 0 0,26-126-2117 0 0,25-70 822 0 0,-4 4-481 0 0</inkml:trace>
</inkml:ink>
</file>

<file path=ppt/ink/ink3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1:49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45 520 0 0,'-3'-12'2848'0'0,"-4"-13"2230"0"0,6 17-9628 0 0</inkml:trace>
</inkml:ink>
</file>

<file path=ppt/ink/ink3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1:51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1 223 484 0 0,'9'36'4141'0'0,"2"18"-907"0"0,-11-53-2928 0 0,3 5 3735 0 0,-1-16-4004 0 0,0 1 0 0 0,0-1 0 0 0,1 1 0 0 0,1 0 0 0 0,-1 0-1 0 0,1 0 1 0 0,8-12 0 0 0,-11 20-46 0 0,2 0-21 0 0,6-1 20 0 0,-4 3-2 0 0,-1 1-1 0 0,1 0 1 0 0,-1 0 0 0 0,0 0 0 0 0,0 1 0 0 0,0-1 0 0 0,0 1 0 0 0,0 0-1 0 0,0 0 1 0 0,4 6 0 0 0,0-2-99 0 0,-2-4 65 0 0,-1 1 1 0 0,0-1-1 0 0,1 0 0 0 0,0 0 1 0 0,0-1-1 0 0,0 0 0 0 0,0 0 1 0 0,0 0-1 0 0,0 0 0 0 0,1-1 1 0 0,-1 0-1 0 0,0-1 0 0 0,1 0 1 0 0,-1 0-1 0 0,1 0 0 0 0,-1 0 1 0 0,0-1-1 0 0,1 0 0 0 0,-1-1 0 0 0,9-2 1 0 0,-5 1 36 0 0,1-1 0 0 0,-2-1 0 0 0,1 1 0 0 0,0-2 0 0 0,-1 1 0 0 0,0-1 0 0 0,0-1 0 0 0,-1 1 0 0 0,1-2 0 0 0,-2 1 0 0 0,10-11 0 0 0,-8 6 116 0 0,0-1 0 0 0,-1 0-1 0 0,-1 0 1 0 0,0-1 0 0 0,-1 1-1 0 0,0-1 1 0 0,7-30 0 0 0,-12 37 131 0 0,-1 0-1 0 0,0-1 1 0 0,0 1 0 0 0,0-1 0 0 0,-3-10-1 0 0,2 14-130 0 0,1 4-89 0 0,0-1 0 0 0,0 0 1 0 0,0 1-1 0 0,0-1 0 0 0,0 0 0 0 0,0 1 0 0 0,-1-1 0 0 0,1 1 0 0 0,0-1 0 0 0,0 0 0 0 0,-1 1 0 0 0,1-1 1 0 0,0 1-1 0 0,-1-1 0 0 0,1 1 0 0 0,-1-1 0 0 0,1 1 0 0 0,-1-1 0 0 0,1 1 0 0 0,-1-1 0 0 0,1 1 1 0 0,-1-1-1 0 0,1 1 0 0 0,-1 0 0 0 0,1-1 0 0 0,-1 1 0 0 0,0 0 0 0 0,1 0 0 0 0,-1 0 0 0 0,0-1 0 0 0,-22 7 238 0 0,18-3-240 0 0,1-1 0 0 0,-1 1 1 0 0,1 0-1 0 0,0 1 0 0 0,0-1 0 0 0,0 1 0 0 0,-4 5 0 0 0,5-3-14 0 0,-1 1 0 0 0,1 0-1 0 0,1 0 1 0 0,-1 0 0 0 0,1 1-1 0 0,0-1 1 0 0,1 0 0 0 0,0 1-1 0 0,0-1 1 0 0,1 1-1 0 0,0 0 1 0 0,0-1 0 0 0,0 1-1 0 0,1-1 1 0 0,0 1 0 0 0,1-1-1 0 0,0 0 1 0 0,0 1 0 0 0,0-1-1 0 0,5 8 1 0 0,-4-7-51 0 0,1 0 1 0 0,0-1-1 0 0,1 1 1 0 0,0-1-1 0 0,0 0 0 0 0,1 0 1 0 0,-1 0-1 0 0,2-1 1 0 0,-1 0-1 0 0,1 0 0 0 0,-1-1 1 0 0,2 0-1 0 0,-1 0 1 0 0,0 0-1 0 0,1-1 0 0 0,0 0 1 0 0,11 3-1 0 0,-15-6 31 0 0,1 0 0 0 0,-1 0 0 0 0,1-1 0 0 0,-1 0 0 0 0,1 0 0 0 0,0 0 0 0 0,-1 0 0 0 0,1-1 0 0 0,-1 0 0 0 0,1 0 0 0 0,-1 0 0 0 0,1 0 0 0 0,-1-1 0 0 0,0 0 0 0 0,1 0 0 0 0,-1 0 0 0 0,0 0 0 0 0,0-1 0 0 0,-1 1 0 0 0,1-1 0 0 0,0 0 0 0 0,2-4 0 0 0,1 2 29 0 0,-2-1 1 0 0,1 0-1 0 0,-1-1 1 0 0,0 1-1 0 0,0-1 0 0 0,-1 0 1 0 0,1 0-1 0 0,-2-1 1 0 0,1 1-1 0 0,-1-1 0 0 0,2-9 1 0 0,-4 15 57 0 0,-1-11 369 0 0,1 12-432 0 0,-1 1 1 0 0,0 0-1 0 0,0 0 1 0 0,0 0-1 0 0,0-1 0 0 0,0 1 1 0 0,0 0-1 0 0,0 0 1 0 0,0 0-1 0 0,0-1 1 0 0,1 1-1 0 0,-1 0 1 0 0,0 0-1 0 0,0-1 1 0 0,0 1-1 0 0,0 0 0 0 0,0 0 1 0 0,0 0-1 0 0,0-1 1 0 0,0 1-1 0 0,-1 0 1 0 0,1 0-1 0 0,0-1 1 0 0,0 1-1 0 0,0 0 0 0 0,0 0 1 0 0,0 0-1 0 0,0-1 1 0 0,0 1-1 0 0,0 0 1 0 0,-1 0-1 0 0,1 0 1 0 0,0 0-1 0 0,0-1 1 0 0,0 1-1 0 0,0 0 0 0 0,-1 0 1 0 0,1 0-1 0 0,0 0 1 0 0,0 0-1 0 0,0 0 1 0 0,-1-1-1 0 0,1 1 1 0 0,0 0-1 0 0,0 0 0 0 0,0 0 1 0 0,-1 0-1 0 0,1 0 1 0 0,0 0-1 0 0,0 0 1 0 0,-1 0-1 0 0,1 0 1 0 0,0 0-1 0 0,0 0 1 0 0,0 0-1 0 0,-1 0 0 0 0,1 0 1 0 0,0 0-1 0 0,-18 17-4 0 0,16-15-3 0 0,0 0 0 0 0,1 0 0 0 0,-1 0 0 0 0,1 0 0 0 0,0 1 0 0 0,0-1-1 0 0,-1 0 1 0 0,2 1 0 0 0,-1-1 0 0 0,0 1 0 0 0,0-1 0 0 0,1 1 0 0 0,-1-1 0 0 0,1 1-1 0 0,0 0 1 0 0,0-1 0 0 0,0 1 0 0 0,1 4 0 0 0,-1-4-2 0 0,-1 0-20 0 0,0-1 1 0 0,0 1 0 0 0,1 0 0 0 0,0-1-1 0 0,-1 1 1 0 0,1 0 0 0 0,0-1 0 0 0,0 1-1 0 0,0 0 1 0 0,0 0 0 0 0,1-1 0 0 0,-1 1-1 0 0,1-1 1 0 0,0 1 0 0 0,0 0 0 0 0,0-1-1 0 0,0 1 1 0 0,0-1 0 0 0,0 0 0 0 0,1 1-1 0 0,-1-1 1 0 0,1 0 0 0 0,-1 0 0 0 0,1 0 0 0 0,0 0-1 0 0,0 0 1 0 0,0 0 0 0 0,0 0 0 0 0,0-1-1 0 0,1 1 1 0 0,-1-1 0 0 0,0 0 0 0 0,1 1-1 0 0,-1-1 1 0 0,1 0 0 0 0,-1 0 0 0 0,1-1-1 0 0,-1 1 1 0 0,1 0 0 0 0,0-1 0 0 0,-1 0-1 0 0,1 0 1 0 0,0 0 0 0 0,0 0 0 0 0,-1 0-1 0 0,1 0 1 0 0,0 0 0 0 0,-1-1 0 0 0,1 0-1 0 0,-1 1 1 0 0,6-3 0 0 0,9-4-102 0 0,-1-1-1 0 0,0-1 1 0 0,0 0 0 0 0,-1-1-1 0 0,0 0 1 0 0,0-2 0 0 0,-2 0-1 0 0,15-14 1 0 0,-28 25 115 0 0,0 0 0 0 0,1 1 0 0 0,-1-1 0 0 0,0 1 0 0 0,1-1 0 0 0,-1 0 0 0 0,0 1-1 0 0,1-1 1 0 0,-1 1 0 0 0,1-1 0 0 0,-1 1 0 0 0,1 0 0 0 0,-1-1 0 0 0,1 1 0 0 0,-1-1 0 0 0,1 1 0 0 0,0 0 0 0 0,-1 0 0 0 0,1-1-1 0 0,-1 1 1 0 0,1 0 0 0 0,0 0 0 0 0,-1 0 0 0 0,1-1 0 0 0,0 1 0 0 0,-1 0 0 0 0,1 0 0 0 0,0 0 0 0 0,-1 0 0 0 0,1 0 0 0 0,0 0-1 0 0,-1 1 1 0 0,1-1 0 0 0,-1 0 0 0 0,1 0 0 0 0,0 0 0 0 0,-1 0 0 0 0,1 1 0 0 0,0-1 0 0 0,-1 0 0 0 0,1 1 0 0 0,-1-1-1 0 0,1 1 1 0 0,-1-1 0 0 0,1 1 0 0 0,13 32 31 0 0,-2-3 73 0 0,-8-27-65 0 0,0 0 0 0 0,1 0 0 0 0,0 0 0 0 0,-1-1 0 0 0,1 0 0 0 0,0 0 0 0 0,0 0 0 0 0,0 0 0 0 0,0-1 0 0 0,1 0 0 0 0,-1 0 0 0 0,0 0 0 0 0,1-1 0 0 0,-1 1 0 0 0,0-1 0 0 0,7-1 0 0 0,21-7-2214 0 0,-5-10-3276 0 0,-19 8 2922 0 0</inkml:trace>
</inkml:ink>
</file>

<file path=ppt/ink/ink3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1:51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0 832 0 0,'0'0'3404'0'0,"11"13"-2107"0"0,-1-12-261 0 0,8-1-388 0 0,0 2-524 0 0,-9 0-200 0 0,5-4-592 0 0,0 6-989 0 0</inkml:trace>
</inkml:ink>
</file>

<file path=ppt/ink/ink3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1:53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219 62 684 0 0,'13'-33'6116'0'0,"-12"33"-6011"0"0,-1-1 0 0 0,1 0 0 0 0,-1 1 0 0 0,0-1 0 0 0,1 1 1 0 0,-1-1-1 0 0,0 0 0 0 0,0 0 0 0 0,1 1 0 0 0,-1-1 0 0 0,0 0 0 0 0,0 1 0 0 0,0-1 0 0 0,0 0 1 0 0,0 1-1 0 0,0-1 0 0 0,0 0 0 0 0,0 0 0 0 0,0 1 0 0 0,0-1 0 0 0,0 0 0 0 0,0 1 0 0 0,-1-1 1 0 0,1 0-1 0 0,0 1 0 0 0,-1-1 0 0 0,1 0 0 0 0,0 1 0 0 0,-1-1 0 0 0,1 0 0 0 0,-1 1 0 0 0,1-1 1 0 0,0 1-1 0 0,-1-1 0 0 0,0 1 0 0 0,1-1 0 0 0,-1 1 0 0 0,0-1 0 0 0,-2 0 11 0 0,0 0-1 0 0,0 1 1 0 0,0-1-1 0 0,0 1 0 0 0,0 0 1 0 0,0-1-1 0 0,0 1 1 0 0,0 1-1 0 0,0-1 1 0 0,-3 1-1 0 0,-69 18 390 0 0,54-12-286 0 0,-1 1-1 0 0,1 1 0 0 0,-20 12 0 0 0,40-21-215 0 0,0 0-1 0 0,1 1 0 0 0,-1-1 0 0 0,0 1 1 0 0,1-1-1 0 0,-1 0 0 0 0,1 1 1 0 0,-1 0-1 0 0,0-1 0 0 0,1 1 1 0 0,-1-1-1 0 0,1 1 0 0 0,0 0 1 0 0,-1-1-1 0 0,1 1 0 0 0,0 0 0 0 0,-1-1 1 0 0,1 1-1 0 0,0 0 0 0 0,-1-1 1 0 0,1 1-1 0 0,0 0 0 0 0,0 0 1 0 0,0 0-1 0 0,0-1 0 0 0,0 1 0 0 0,0 0 1 0 0,0 0-1 0 0,0-1 0 0 0,0 1 1 0 0,0 0-1 0 0,1 0 0 0 0,-1-1 1 0 0,0 1-1 0 0,0 0 0 0 0,1 0 1 0 0,-1-1-1 0 0,0 1 0 0 0,1 0 0 0 0,-1-1 1 0 0,1 1-1 0 0,-1-1 0 0 0,1 1 1 0 0,-1 0-1 0 0,1-1 0 0 0,-1 1 1 0 0,2 0-1 0 0,31 22-8 0 0,-29-20-6 0 0,10 3-64 0 0,0 0 0 0 0,0 0 0 0 0,1-1 0 0 0,16 3 0 0 0,18 6-399 0 0,-48-14 473 0 0,-1 0-1 0 0,0 0 1 0 0,0 0 0 0 0,0 0-1 0 0,0 0 1 0 0,0 0 0 0 0,1 0-1 0 0,-1 0 1 0 0,0 0 0 0 0,0 0-1 0 0,0 0 1 0 0,0 0 0 0 0,0 0-1 0 0,0 0 1 0 0,1 0 0 0 0,-1 0-1 0 0,0 1 1 0 0,0-1 0 0 0,0 0-1 0 0,0 0 1 0 0,0 0 0 0 0,0 0-1 0 0,0 0 1 0 0,0 0 0 0 0,1 0-1 0 0,-1 0 1 0 0,0 1 0 0 0,0-1-1 0 0,0 0 1 0 0,0 0 0 0 0,0 0-1 0 0,0 0 1 0 0,0 0 0 0 0,0 0-1 0 0,0 1 1 0 0,0-1 0 0 0,0 0-1 0 0,0 0 1 0 0,0 0 0 0 0,0 0-1 0 0,0 0 1 0 0,0 0 0 0 0,0 1-1 0 0,0-1 1 0 0,0 0 0 0 0,0 0-1 0 0,0 0 1 0 0,0 0 0 0 0,0 0-1 0 0,0 0 1 0 0,0 1 0 0 0,0-1-1 0 0,0 0 1 0 0,0 0 0 0 0,-1 0-1 0 0,1 0 1 0 0,0 0 0 0 0,0 0-1 0 0,0 0 1 0 0,0 0 0 0 0,0 1-1 0 0,0-1 1 0 0,0 0-1 0 0,0 0 1 0 0,-1 0 0 0 0,-13 6-40 0 0,-18 2 19 0 0,-34-1-553 0 0,24-5-3267 0 0</inkml:trace>
</inkml:ink>
</file>

<file path=ppt/ink/ink3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1:56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331 564 228 0 0,'-1'-15'3088'0'0,"-20"-72"3994"0"0,20 86-7015 0 0,1-1 0 0 0,-1 1 0 0 0,0 0 0 0 0,1 0 0 0 0,-1-1 1 0 0,0 1-1 0 0,0 0 0 0 0,0 0 0 0 0,0 0 0 0 0,0 0 0 0 0,0 0 1 0 0,0 0-1 0 0,0 0 0 0 0,0 1 0 0 0,0-1 0 0 0,-1 0 0 0 0,1 1 0 0 0,0-1 1 0 0,0 0-1 0 0,-1 1 0 0 0,1 0 0 0 0,0-1 0 0 0,-3 1 0 0 0,-26-5 486 0 0,22 6-519 0 0,-1 1 0 0 0,1 0 0 0 0,0 1 0 0 0,-1 0 0 0 0,1 0 0 0 0,1 1 0 0 0,-1 0 0 0 0,0 0 0 0 0,1 1 0 0 0,0 0 0 0 0,-8 7 0 0 0,-2 0 31 0 0,1-1-12 0 0,0 0-1 0 0,1 2 1 0 0,-20 19 0 0 0,30-26-44 0 0,0 0 0 0 0,0 0 0 0 0,0 1 0 0 0,1-1 0 0 0,0 1 0 0 0,0 0 0 0 0,1 1 0 0 0,0-1 0 0 0,0 1 1 0 0,1-1-1 0 0,0 1 0 0 0,-2 13 0 0 0,3-20-14 0 0,1 0 1 0 0,0 1-1 0 0,-1-1 1 0 0,1 1-1 0 0,0-1 1 0 0,0 0-1 0 0,0 1 1 0 0,0-1-1 0 0,0 1 1 0 0,1-1-1 0 0,-1 0 1 0 0,0 1-1 0 0,0-1 1 0 0,1 1-1 0 0,-1-1 1 0 0,1 0-1 0 0,0 0 1 0 0,-1 1-1 0 0,1-1 1 0 0,0 0-1 0 0,0 0 1 0 0,-1 0-1 0 0,1 0 1 0 0,1 2-1 0 0,1-2-4 0 0,0-1-1 0 0,-1 1 1 0 0,1 0-1 0 0,0-1 1 0 0,0 1-1 0 0,-1-1 0 0 0,1 0 1 0 0,0 0-1 0 0,0 0 1 0 0,-1 0-1 0 0,1-1 1 0 0,5-1-1 0 0,2 0-16 0 0,-1-1-1 0 0,1 0 0 0 0,-1 0 1 0 0,0-1-1 0 0,0-1 0 0 0,0 0 1 0 0,-1 0-1 0 0,0 0 0 0 0,12-10 1 0 0,69-69-292 0 0,-56 50 131 0 0,29-20-417 0 0,-61 53 517 0 0,20 21-254 0 0,-15-11 302 0 0,-1 0-37 0 0,1 0 0 0 0,0-1 0 0 0,1 0 0 0 0,0 0 0 0 0,11 10 0 0 0,-15-16 63 0 0,0 0 0 0 0,0 0 0 0 0,0 0 0 0 0,0-1 0 0 0,0 1 0 0 0,0-1 0 0 0,0 0 0 0 0,0 0 0 0 0,1 0 0 0 0,-1 0 0 0 0,0 0 0 0 0,1-1 0 0 0,-1 0 0 0 0,1 0 0 0 0,-1 0 0 0 0,0 0 0 0 0,1 0 0 0 0,-1 0 0 0 0,0-1 0 0 0,1 0 0 0 0,-1 0 0 0 0,4-1 0 0 0,9-4 30 0 0,1-1-1 0 0,-1-1 1 0 0,0 0 0 0 0,0-2 0 0 0,-1 1 0 0 0,0-2 0 0 0,-1 0 0 0 0,-1-1 0 0 0,1 0 0 0 0,-2-1 0 0 0,0 0 0 0 0,18-26 0 0 0,-13 12 190 0 0,0-1 0 0 0,-2 0 0 0 0,-1-1 1 0 0,-1-1-1 0 0,-2 0 0 0 0,10-40 0 0 0,-9 7 1143 0 0,-12 61-1187 0 0,0 2-142 0 0,-1 0-1 0 0,1 0 1 0 0,-1 0-1 0 0,1 0 1 0 0,-1 0-1 0 0,1 0 1 0 0,-1 0-1 0 0,1 0 1 0 0,-1 0-1 0 0,1 1 1 0 0,-1-1 0 0 0,1 0-1 0 0,-1 0 1 0 0,1 0-1 0 0,-1 1 1 0 0,1-1-1 0 0,-1 0 1 0 0,1 1-1 0 0,0-1 1 0 0,-1 0-1 0 0,1 1 1 0 0,-1-1-1 0 0,1 0 1 0 0,0 1-1 0 0,-1-1 1 0 0,1 1-1 0 0,0-1 1 0 0,0 0-1 0 0,-1 1 1 0 0,1 0-1 0 0,-20 29 139 0 0,-14 37-81 0 0,28-53-61 0 0,0 1 1 0 0,2 0-1 0 0,-1 0 1 0 0,2 0-1 0 0,0 0 1 0 0,1 0-1 0 0,0 1 1 0 0,1 20-1 0 0,1-29-62 0 0,1 0-1 0 0,-1 1 1 0 0,1-1 0 0 0,1 0-1 0 0,-1 0 1 0 0,1 0 0 0 0,0 0-1 0 0,1 0 1 0 0,0-1 0 0 0,0 1-1 0 0,0-1 1 0 0,1 1-1 0 0,0-1 1 0 0,0 0 0 0 0,0 0-1 0 0,1-1 1 0 0,0 0 0 0 0,0 1-1 0 0,10 6 1 0 0,-11-9-3 0 0,1-1 1 0 0,-1 0-1 0 0,0-1 1 0 0,0 1-1 0 0,1-1 0 0 0,-1 0 1 0 0,1 0-1 0 0,-1 0 0 0 0,1-1 1 0 0,-1 1-1 0 0,1-1 1 0 0,0 0-1 0 0,-1-1 0 0 0,1 1 1 0 0,-1-1-1 0 0,1 0 1 0 0,-1 0-1 0 0,1 0 0 0 0,-1-1 1 0 0,0 1-1 0 0,1-1 1 0 0,5-4-1 0 0,1 1-12 0 0,-1-1 1 0 0,0-1-1 0 0,-1 0 0 0 0,1 0 0 0 0,-1-1 1 0 0,-1 0-1 0 0,11-12 0 0 0,-4 0 8 0 0,-1 0-1 0 0,-1-1 0 0 0,-1-1 1 0 0,-1 0-1 0 0,15-43 1 0 0,25-121 372 0 0,-38 109 1060 0 0,-13 75-1217 0 0,0 2-151 0 0,0 0 0 0 0,0 0 0 0 0,0 0 1 0 0,-1 0-1 0 0,1 0 0 0 0,0 0 0 0 0,0 0 1 0 0,0 0-1 0 0,0 0 0 0 0,0 0 0 0 0,-1 0 1 0 0,1 0-1 0 0,0 0 0 0 0,0 0 0 0 0,0 0 1 0 0,0 0-1 0 0,0 0 0 0 0,-1-1 0 0 0,1 1 1 0 0,0 0-1 0 0,0 0 0 0 0,0 0 0 0 0,0 0 1 0 0,0 0-1 0 0,0 0 0 0 0,0 0 0 0 0,-1-1 1 0 0,1 1-1 0 0,0 0 0 0 0,0 0 0 0 0,0 0 1 0 0,0 0-1 0 0,0 0 0 0 0,0 0 0 0 0,0-1 1 0 0,0 1-1 0 0,0 0 0 0 0,0 0 0 0 0,0 0 1 0 0,0 0-1 0 0,0-1 0 0 0,0 1 0 0 0,0 0 1 0 0,0 0-1 0 0,0 0 0 0 0,0 0 0 0 0,0 0 1 0 0,0-1-1 0 0,0 1 0 0 0,0 0 0 0 0,0 0 1 0 0,0 0-1 0 0,0 0 0 0 0,1 0 0 0 0,-1 0 1 0 0,0-1-1 0 0,0 1 0 0 0,0 0 0 0 0,0 0 1 0 0,0 0-1 0 0,0 0 0 0 0,0 0 0 0 0,1 0 1 0 0,-16 23 15 0 0,1 0 1 0 0,1 1-1 0 0,1 1 1 0 0,1 0-1 0 0,1 1 1 0 0,2 0-1 0 0,0 0 1 0 0,2 1-1 0 0,-4 38 1 0 0,8-51-55 0 0,1 1 0 0 0,1 0 1 0 0,1 0-1 0 0,0 0 0 0 0,1 0 0 0 0,0 0 1 0 0,7 21-1 0 0,-7-31-26 0 0,-1-1-1 0 0,1 1 1 0 0,1 0 0 0 0,-1-1-1 0 0,1 1 1 0 0,-1-1 0 0 0,1 0 0 0 0,0 1-1 0 0,1-2 1 0 0,-1 1 0 0 0,7 5-1 0 0,-8-7 0 0 0,1 0-1 0 0,1-1 0 0 0,-1 1 1 0 0,0-1-1 0 0,0 1 0 0 0,0-1 0 0 0,1 0 1 0 0,-1 0-1 0 0,1 0 0 0 0,-1-1 1 0 0,1 1-1 0 0,-1-1 0 0 0,1 0 0 0 0,-1 0 1 0 0,1 0-1 0 0,-1-1 0 0 0,1 1 1 0 0,5-2-1 0 0,3-1-51 0 0,0-1 1 0 0,0 0-1 0 0,-1-1 1 0 0,0-1 0 0 0,0 1-1 0 0,0-2 1 0 0,0 0-1 0 0,-1 0 1 0 0,0 0-1 0 0,-1-2 1 0 0,1 1-1 0 0,9-12 1 0 0,-18 18 146 0 0,-1 2-43 0 0,0 0 0 0 0,0 0 0 0 0,0 0 0 0 0,0-1 0 0 0,0 1 0 0 0,0 0 0 0 0,0 0 0 0 0,0 0 0 0 0,0-1 0 0 0,0 1 0 0 0,0 0 0 0 0,0 0 0 0 0,0 0 0 0 0,1 0 0 0 0,-1-1 0 0 0,0 1 0 0 0,0 0 0 0 0,0 0 0 0 0,0 0 0 0 0,1 0 0 0 0,-1 0 0 0 0,0-1 0 0 0,0 1 0 0 0,0 0 0 0 0,0 0 0 0 0,1 0 0 0 0,-1 0 0 0 0,0 0 0 0 0,0 0 0 0 0,1 0 0 0 0,-1 0 0 0 0,0 0 0 0 0,0 0 0 0 0,0 0 0 0 0,1 0 0 0 0,-1 0 0 0 0,0 0 0 0 0,0 0 0 0 0,0 0 0 0 0,1 0 0 0 0,-1 0 0 0 0,0 0 0 0 0,0 0 0 0 0,0 0 0 0 0,1 0 0 0 0,-1 0 0 0 0,0 0 0 0 0,0 1 0 0 0,1-1 0 0 0,-1 0-4 0 0,2 5-72 0 0,1-1 0 0 0,0 0 0 0 0,0 0 0 0 0,0 0 0 0 0,0 0-1 0 0,0 0 1 0 0,1-1 0 0 0,0 0 0 0 0,0 0 0 0 0,0 0 0 0 0,0 0 0 0 0,0 0 0 0 0,0-1 0 0 0,1 1 0 0 0,-1-1 0 0 0,1-1 0 0 0,0 1 0 0 0,-1-1 0 0 0,1 1 0 0 0,0-1 0 0 0,6 0 0 0 0,-7 0 110 0 0,-1-1 0 0 0,1 0 0 0 0,-1 0-1 0 0,1 0 1 0 0,-1 0 0 0 0,1 0 0 0 0,-1-1 0 0 0,1 1-1 0 0,-1-1 1 0 0,1 0 0 0 0,4-2 0 0 0,-7 2 68 0 0,1 0 1 0 0,-1 0-1 0 0,0-1 0 0 0,1 1 1 0 0,-1 0-1 0 0,0-1 1 0 0,0 1-1 0 0,1-1 0 0 0,-1 1 1 0 0,0-1-1 0 0,-1 1 1 0 0,1-1-1 0 0,0 0 0 0 0,0 1 1 0 0,-1-1-1 0 0,1 0 1 0 0,-1 0-1 0 0,1 1 0 0 0,-1-1 1 0 0,0-2-1 0 0,1 2 225 0 0,-4-1-28 0 0,-1-3-239 0 0,0 1 0 0 0,0 0 0 0 0,-1 0 1 0 0,0 0-1 0 0,0 0 0 0 0,0 1 1 0 0,0 0-1 0 0,-1 0 0 0 0,1 1 0 0 0,-1-1 1 0 0,-7-2-1 0 0,11 6-654 0 0,-29 8-6932 0 0</inkml:trace>
</inkml:ink>
</file>

<file path=ppt/ink/ink3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1:57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72 380 0 0,'0'0'7279'0'0,"-4"5"-6725"0"0,-1 5-307 0 0,-1 0 1 0 0,2 1-1 0 0,-1 0 0 0 0,1 0 1 0 0,1 0-1 0 0,0 0 1 0 0,1 0-1 0 0,0 1 0 0 0,1 0 1 0 0,0-1-1 0 0,0 1 1 0 0,2-1-1 0 0,-1 1 0 0 0,4 17 1 0 0,-3-25-222 0 0,-1-3-26 0 0,0 0-1 0 0,0 0 1 0 0,0 0-1 0 0,1 0 1 0 0,-1 0-1 0 0,0 0 1 0 0,1 0-1 0 0,-1 0 1 0 0,1 0-1 0 0,-1 0 1 0 0,1 0-1 0 0,-1 0 1 0 0,1 0-1 0 0,0 0 1 0 0,-1 0-1 0 0,1-1 1 0 0,0 1-1 0 0,0 0 1 0 0,0 0-1 0 0,0-1 0 0 0,-1 1 1 0 0,1-1-1 0 0,0 1 1 0 0,0-1-1 0 0,0 1 1 0 0,0-1-1 0 0,0 1 1 0 0,0-1-1 0 0,1 0 1 0 0,-1 0-1 0 0,0 1 1 0 0,0-1-1 0 0,0 0 1 0 0,0 0-1 0 0,0 0 1 0 0,0 0-1 0 0,0 0 1 0 0,0-1-1 0 0,2 1 1 0 0,4-2-4 0 0,-1 1-1 0 0,0-1 1 0 0,0 0 0 0 0,0 0 0 0 0,0 0 0 0 0,-1-1-1 0 0,1 0 1 0 0,-1 0 0 0 0,1-1 0 0 0,-1 0 0 0 0,0 0-1 0 0,8-8 1 0 0,1-2 310 0 0,0-2 0 0 0,18-25 0 0 0,-31 39 575 0 0,-1 9-881 0 0,0 0 1 0 0,0-1-1 0 0,1 1 0 0 0,0 0 1 0 0,0-1-1 0 0,1 1 0 0 0,0-1 1 0 0,0 0-1 0 0,3 7 0 0 0,-4-11-10 0 0,1 0 0 0 0,-1 0 0 0 0,0 0 0 0 0,1-1-1 0 0,-1 1 1 0 0,1 0 0 0 0,0-1 0 0 0,-1 1 0 0 0,1-1 0 0 0,0 1-1 0 0,0-1 1 0 0,0 0 0 0 0,0 0 0 0 0,0 0 0 0 0,1 0 0 0 0,-1 0-1 0 0,0 0 1 0 0,0-1 0 0 0,1 1 0 0 0,-1-1 0 0 0,0 1-1 0 0,1-1 1 0 0,-1 0 0 0 0,0 0 0 0 0,1 0 0 0 0,-1 0 0 0 0,0 0-1 0 0,1-1 1 0 0,-1 1 0 0 0,4-2 0 0 0,9-3 86 0 0,1 0-1 0 0,-2-1 1 0 0,1-1 0 0 0,-1 0 0 0 0,0 0 0 0 0,0-2-1 0 0,-1 0 1 0 0,18-16 0 0 0,-22 18 35 0 0,0-1 1 0 0,-1 0-1 0 0,0-1 0 0 0,-1 0 0 0 0,1 0 1 0 0,-2 0-1 0 0,0-1 0 0 0,0 0 1 0 0,0 0-1 0 0,-1-1 0 0 0,-1 1 0 0 0,6-22 1 0 0,-9 30-56 0 0,-1 0 0 0 0,0 0 0 0 0,1 0 0 0 0,-1 0 0 0 0,0 0 0 0 0,0 0 0 0 0,-1 0 0 0 0,1 0 0 0 0,0 0 0 0 0,-1 0 0 0 0,1 0 0 0 0,-1 0 0 0 0,1 0 0 0 0,-1 0 0 0 0,0 0 0 0 0,0 0 0 0 0,0 1 0 0 0,0-1 0 0 0,-2-2 0 0 0,2 3-48 0 0,0 1 0 0 0,1-1 1 0 0,-1 1-1 0 0,0-1 0 0 0,0 1 1 0 0,0-1-1 0 0,0 1 1 0 0,0 0-1 0 0,1 0 0 0 0,-1-1 1 0 0,0 1-1 0 0,0 0 0 0 0,0 0 1 0 0,0 0-1 0 0,0 0 0 0 0,0 0 1 0 0,0 0-1 0 0,0 0 1 0 0,0 0-1 0 0,0 0 0 0 0,0 1 1 0 0,1-1-1 0 0,-1 0 0 0 0,0 1 1 0 0,0-1-1 0 0,0 0 0 0 0,0 1 1 0 0,0-1-1 0 0,1 1 1 0 0,-1 0-1 0 0,0-1 0 0 0,1 1 1 0 0,-1-1-1 0 0,0 1 0 0 0,1 0 1 0 0,-1 0-1 0 0,1-1 0 0 0,-1 1 1 0 0,1 0-1 0 0,-2 1 1 0 0,1 0-25 0 0,0-1 1 0 0,-1 0 0 0 0,1 1 0 0 0,0-1 0 0 0,-1 1 0 0 0,1 0 0 0 0,0-1-1 0 0,0 1 1 0 0,0 0 0 0 0,1 0 0 0 0,-1 0 0 0 0,0 0 0 0 0,1 0 0 0 0,-1 0-1 0 0,1 0 1 0 0,-1 0 0 0 0,1 0 0 0 0,0 0 0 0 0,0 0 0 0 0,0 0 0 0 0,0 0-1 0 0,0 0 1 0 0,1 0 0 0 0,-1 0 0 0 0,1 0 0 0 0,-1 0 0 0 0,1-1 0 0 0,0 1-1 0 0,-1 0 1 0 0,1 0 0 0 0,0 0 0 0 0,0-1 0 0 0,0 1 0 0 0,1 0 0 0 0,-1-1-1 0 0,0 1 1 0 0,1-1 0 0 0,-1 1 0 0 0,1-1 0 0 0,-1 0 0 0 0,1 0-1 0 0,0 1 1 0 0,-1-1 0 0 0,4 1 0 0 0,3 2-106 0 0,0 0-1 0 0,0-1 0 0 0,0 0 1 0 0,1-1-1 0 0,-1 0 1 0 0,1 0-1 0 0,-1 0 1 0 0,1-1-1 0 0,9-1 1 0 0,0-1-98 0 0,-1-2 1 0 0,1 0 0 0 0,0-1-1 0 0,22-8 1 0 0,-18 5 18 0 0,0 1 1 0 0,40-5-1 0 0,-56 10 166 0 0,0 1 1 0 0,0 0 0 0 0,-1 0-1 0 0,1 0 1 0 0,0 1-1 0 0,0 0 1 0 0,0 0 0 0 0,0 1-1 0 0,-1-1 1 0 0,1 1-1 0 0,0 0 1 0 0,-1 1-1 0 0,0-1 1 0 0,1 1 0 0 0,4 4-1 0 0,-9-6 37 0 0,1 0 1 0 0,-1 0-1 0 0,0 0 0 0 0,0 0 0 0 0,1 0 1 0 0,-1 0-1 0 0,0 1 0 0 0,0-1 0 0 0,0 0 1 0 0,0 1-1 0 0,-1-1 0 0 0,1 1 0 0 0,0-1 1 0 0,-1 1-1 0 0,1-1 0 0 0,-1 1 0 0 0,1-1 1 0 0,-1 1-1 0 0,0 0 0 0 0,1-1 0 0 0,-1 1 0 0 0,0-1 1 0 0,0 1-1 0 0,-1 1 0 0 0,1 1 13 0 0,-1-1-1 0 0,0 1 0 0 0,-1-1 1 0 0,1 0-1 0 0,-1 0 1 0 0,1 1-1 0 0,-1-1 0 0 0,0 0 1 0 0,0 0-1 0 0,-4 4 0 0 0,-3 2 30 0 0,0 0-1 0 0,0-1 0 0 0,-1 0 0 0 0,0 0 0 0 0,-16 8 1 0 0,-35 13-897 0 0,26-13-3180 0 0</inkml:trace>
</inkml:ink>
</file>

<file path=ppt/ink/ink3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1:58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1 976 0 0,'-2'0'512'0'0,"1"0"1"0"0,-1 0-1 0 0,0 0 0 0 0,0 0 1 0 0,1 0-1 0 0,-1 0 0 0 0,0 1 0 0 0,0-1 1 0 0,1 0-1 0 0,-1 1 0 0 0,0 0 1 0 0,1-1-1 0 0,-1 1 0 0 0,-2 1 0 0 0,-31 22 1528 0 0,-21 31-1175 0 0,46-43-651 0 0,-39 55 822 0 0,46-62-971 0 0,0 1-1 0 0,0 0 1 0 0,0 0 0 0 0,1 0-1 0 0,0 1 1 0 0,0-1 0 0 0,0 0-1 0 0,1 1 1 0 0,0-1 0 0 0,0 9 0 0 0,1-13-35 0 0,3 3-9 0 0,-3-3-29 0 0,1 0 1 0 0,0 0 0 0 0,0 0-1 0 0,0 0 1 0 0,0 0-1 0 0,1 0 1 0 0,-1 0 0 0 0,0 0-1 0 0,1-1 1 0 0,-1 1 0 0 0,4 2-1 0 0,5-3-4 0 0,-1-1-1 0 0,1 0 0 0 0,0 0 1 0 0,-1-1-1 0 0,1-1 0 0 0,12-2 1 0 0,6-8 33 0 0,1-1 1 0 0,-1-1 0 0 0,-1-1-1 0 0,31-23 1 0 0,-24 16 213 0 0,-24 15-3 0 0,0-1 0 0 0,-1 0 0 0 0,0 0 0 0 0,10-11 0 0 0,-18 18-102 0 0,1-1 66 0 0,1 0-1 0 0,-1 0 0 0 0,1 0 1 0 0,-1 0-1 0 0,0 0 1 0 0,0 0-1 0 0,0-1 1 0 0,0 1-1 0 0,0-1 1 0 0,3-6 2310 0 0,-10 40-2564 0 0,3-23 33 0 0,0 0-1 0 0,1 0 1 0 0,0 0 0 0 0,0 0 0 0 0,1 12 0 0 0,0-18 0 0 0,0-1 0 0 0,1 1 1 0 0,-1-1-1 0 0,0 1 0 0 0,1-1 0 0 0,-1 1 1 0 0,1-1-1 0 0,-1 1 0 0 0,1-1 1 0 0,0 0-1 0 0,-1 1 0 0 0,1-1 0 0 0,0 0 1 0 0,0 0-1 0 0,0 0 0 0 0,0 1 1 0 0,0-1-1 0 0,0 0 0 0 0,1 0 0 0 0,-1 0 1 0 0,0-1-1 0 0,0 1 0 0 0,1 0 1 0 0,2 1-1 0 0,-1-1-7 0 0,0-1-1 0 0,1 1 1 0 0,-1 0 0 0 0,1-1 0 0 0,-1 0-1 0 0,1 0 1 0 0,-1 0 0 0 0,1 0 0 0 0,-1-1-1 0 0,6 0 1 0 0,3-3-17 0 0,1 1 0 0 0,-2-1 0 0 0,1-1 1 0 0,0 0-1 0 0,12-9 0 0 0,2-5-19 0 0,-1-1 1 0 0,-1-2 0 0 0,-1 0 0 0 0,32-41 0 0 0,-53 62 54 0 0,0 0 0 0 0,0 1 0 0 0,0 0 0 0 0,0-1 0 0 0,0 1 0 0 0,0 0 0 0 0,0 0 0 0 0,0 0 0 0 0,0 0 0 0 0,0 1 0 0 0,0-1 0 0 0,0 0 0 0 0,0 1 0 0 0,0 0 0 0 0,0-1 0 0 0,0 1 0 0 0,0 0 0 0 0,-1 0 0 0 0,3 1 0 0 0,2 1 9 0 0,1 1 0 0 0,-2-1 0 0 0,1 1 0 0 0,0 0 0 0 0,-1 1-1 0 0,0-1 1 0 0,0 1 0 0 0,0 0 0 0 0,-1 0 0 0 0,1 1 0 0 0,-1 0 0 0 0,0-1 0 0 0,-1 1 0 0 0,0 0 0 0 0,4 10 0 0 0,-5-12 17 0 0,-1-1-1 0 0,0 1 0 0 0,-1 0 0 0 0,1-1 1 0 0,0 1-1 0 0,-1 0 0 0 0,0 0 0 0 0,0 0 1 0 0,0-1-1 0 0,-1 1 0 0 0,1 0 0 0 0,-1 0 1 0 0,0 0-1 0 0,0-1 0 0 0,0 1 1 0 0,0-1-1 0 0,-1 1 0 0 0,1-1 0 0 0,-1 1 1 0 0,0-1-1 0 0,0 0 0 0 0,0 0 0 0 0,-1 0 1 0 0,1 0-1 0 0,-1 0 0 0 0,0 0 0 0 0,1-1 1 0 0,-6 4-1 0 0,-4 3 66 0 0,0-2-1 0 0,-1 1 1 0 0,0-1 0 0 0,0-1-1 0 0,0 0 1 0 0,-1-1 0 0 0,-16 4 0 0 0,-25-2-3840 0 0,49-9-271 0 0,-1-2 2158 0 0,5 3 573 0 0</inkml:trace>
</inkml:ink>
</file>

<file path=ppt/ink/ink3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2:02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0 635 16 0 0,'0'0'5428'0'0,"3"-1"-5187"0"0,31-17 516 0 0,-2-1 0 0 0,0-1 0 0 0,-1-2 1 0 0,31-28-1 0 0,-46 35-600 0 0,30-25 242 0 0,-2-2 0 0 0,-2-2 0 0 0,-2-2 0 0 0,57-84-1 0 0,-84 110-184 0 0,-1-1 0 0 0,-1 0 0 0 0,0-1-1 0 0,-2 0 1 0 0,-1-1 0 0 0,7-28 0 0 0,-15 49-99 0 0,0 2-105 0 0,1 0 1 0 0,-1 0 0 0 0,0 0-1 0 0,0-1 1 0 0,0 1-1 0 0,0 0 1 0 0,0 0-1 0 0,0 0 1 0 0,0-1 0 0 0,-1 1-1 0 0,1 0 1 0 0,0 0-1 0 0,0 0 1 0 0,0 0-1 0 0,0-1 1 0 0,0 1 0 0 0,0 0-1 0 0,0 0 1 0 0,0 0-1 0 0,0 0 1 0 0,0-1-1 0 0,-1 1 1 0 0,1 0 0 0 0,0 0-1 0 0,0 0 1 0 0,0 0-1 0 0,0 0 1 0 0,0 0-1 0 0,-1-1 1 0 0,1 1 0 0 0,0 0-1 0 0,0 0 1 0 0,0 0-1 0 0,0 0 1 0 0,-1 0 0 0 0,1 0-1 0 0,0 0 1 0 0,0 0-1 0 0,0 0 1 0 0,-1 0-1 0 0,1 0 1 0 0,0 0 0 0 0,0 0-1 0 0,0 0 1 0 0,-1 0-1 0 0,1 0 1 0 0,0 0-1 0 0,0 0 1 0 0,0 0 0 0 0,0 0-1 0 0,-1 0 1 0 0,1 0-1 0 0,0 0 1 0 0,0 1-1 0 0,0-1 1 0 0,0 0 0 0 0,-1 0-1 0 0,1 0 1 0 0,0 0-1 0 0,0 0 1 0 0,-18 15 99 0 0,-16 29-155 0 0,11-4 36 0 0,3 1 0 0 0,-22 59 0 0 0,36-82 5 0 0,1-1 0 0 0,0 1 0 0 0,1 1-1 0 0,1-1 1 0 0,0 0 0 0 0,2 1 0 0 0,0-1-1 0 0,3 34 1 0 0,0-30 0 0 0,-2-14-2 0 0,1 1 0 0 0,0 0-1 0 0,0 0 1 0 0,1 0 0 0 0,4 12-1 0 0,-5-19 12 0 0,-1 0-1 0 0,1-1 0 0 0,0 1 0 0 0,0 0 0 0 0,0-1 0 0 0,0 1 1 0 0,0-1-1 0 0,0 1 0 0 0,1-1 0 0 0,-1 0 0 0 0,0 0 0 0 0,1 1 1 0 0,-1-1-1 0 0,1 0 0 0 0,-1 0 0 0 0,1 0 0 0 0,0 0 0 0 0,-1-1 1 0 0,1 1-1 0 0,0 0 0 0 0,0-1 0 0 0,-1 1 0 0 0,1-1 1 0 0,0 0-1 0 0,0 1 0 0 0,0-1 0 0 0,0 0 0 0 0,-1 0 0 0 0,1 0 1 0 0,0 0-1 0 0,0-1 0 0 0,0 1 0 0 0,2-1 0 0 0,24-6 72 0 0,0-1-1 0 0,0-2 1 0 0,-1 0 0 0 0,-1-2-1 0 0,50-30 1 0 0,-74 41-69 0 0,-1 0-11 0 0,3-3-8 0 0,-2 4-5 0 0,15 50-169 0 0,-15-47 208 0 0,-1-1 0 0 0,1 0 0 0 0,0 1 0 0 0,0-1 0 0 0,0 0 0 0 0,0 0 0 0 0,0 0 0 0 0,0-1 0 0 0,1 1 0 0 0,-1 0 1 0 0,1-1-1 0 0,-1 0 0 0 0,1 0 0 0 0,0 1 0 0 0,-1-1 0 0 0,1-1 0 0 0,0 1 0 0 0,0 0 0 0 0,-1-1 0 0 0,1 1 0 0 0,0-1 0 0 0,0 0 0 0 0,0 0 1 0 0,0 0-1 0 0,0 0 0 0 0,-1-1 0 0 0,1 1 0 0 0,0-1 0 0 0,0 0 0 0 0,0 0 0 0 0,-1 0 0 0 0,1 0 0 0 0,0 0 0 0 0,-1 0 0 0 0,1-1 1 0 0,-1 1-1 0 0,0-1 0 0 0,1 0 0 0 0,-1 1 0 0 0,0-1 0 0 0,0 0 0 0 0,0-1 0 0 0,0 1 0 0 0,0 0 0 0 0,-1 0 0 0 0,1-1 0 0 0,-1 1 0 0 0,0-1 1 0 0,1 1-1 0 0,0-5 0 0 0,-1 5 18 0 0,-19-39-764 0 0,-21 15-2660 0 0,16 14-3000 0 0,12 5 3629 0 0</inkml:trace>
</inkml:ink>
</file>

<file path=ppt/ink/ink3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2:02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11 556 0 0,'-5'9'3064'0'0,"40"-9"-2988"0"0,-19-2-188 0 0,4 0-220 0 0,-3-3-212 0 0,13-1-588 0 0,-3 1 260 0 0</inkml:trace>
</inkml:ink>
</file>

<file path=ppt/ink/ink3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2:03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0 472 480 0 0,'0'0'574'0'0,"11"16"3163"0"0,-2-17-3415 0 0,-1 0-1 0 0,1-1 1 0 0,-1-1-1 0 0,0 1 1 0 0,0-1-1 0 0,0 0 1 0 0,-1-1-1 0 0,1 0 1 0 0,-1 0-1 0 0,0-1 1 0 0,0 0-1 0 0,0 0 1 0 0,-1-1-1 0 0,8-7 1 0 0,12-13 580 0 0,42-54-1 0 0,-53 59-702 0 0,-1-1 0 0 0,-1 0 0 0 0,0-1 0 0 0,-2 0-1 0 0,-1-1 1 0 0,-1 0 0 0 0,-1 0 0 0 0,-1-1 0 0 0,-1 0 0 0 0,4-40 0 0 0,-10 62-170 0 0,0 0-17 0 0,0 2-13 0 0,0 1 0 0 0,0-1 0 0 0,0 1 0 0 0,0-1 0 0 0,0 1-1 0 0,0-1 1 0 0,0 0 0 0 0,0 1 0 0 0,0-1 0 0 0,0 1 0 0 0,0-1 0 0 0,0 1 0 0 0,0-1 0 0 0,0 1-1 0 0,0-1 1 0 0,0 1 0 0 0,-1-1 0 0 0,1 1 0 0 0,0-1 0 0 0,0 1 0 0 0,-1 0 0 0 0,1-1 0 0 0,0 1-1 0 0,-1-1 1 0 0,1 1 0 0 0,0 0 0 0 0,-1-1 0 0 0,1 1 0 0 0,-1 0 0 0 0,1-1 0 0 0,-1 1 0 0 0,1 0-1 0 0,-1-1 1 0 0,1 1 0 0 0,-1 0 0 0 0,1 0 0 0 0,-1 0 0 0 0,1 0 0 0 0,-1 0 0 0 0,1-1 0 0 0,-1 1-1 0 0,1 0 1 0 0,-1 0 0 0 0,1 0 0 0 0,-1 0 0 0 0,0 1 0 0 0,-4 1-9 0 0,0 1 1 0 0,0-1-1 0 0,1 2 0 0 0,-1-1 1 0 0,1 0-1 0 0,0 1 1 0 0,0 0-1 0 0,0 0 0 0 0,0 0 1 0 0,1 0-1 0 0,-1 1 0 0 0,1-1 1 0 0,-4 9-1 0 0,5-9 4 0 0,1-1 0 0 0,0 1 0 0 0,0 0 0 0 0,0 0 0 0 0,0 0 0 0 0,1 0 0 0 0,-1 0 0 0 0,1 0 0 0 0,0 0 0 0 0,0 0 0 0 0,1 0-1 0 0,-1 0 1 0 0,1 0 0 0 0,0-1 0 0 0,0 1 0 0 0,0 0 0 0 0,0 0 0 0 0,1 0 0 0 0,-1-1 0 0 0,1 1 0 0 0,4 5 0 0 0,-1-1-14 0 0,1-1-1 0 0,-1 0 1 0 0,1 0 0 0 0,1-1 0 0 0,-1 0 0 0 0,1 0-1 0 0,0 0 1 0 0,1-1 0 0 0,-1 0 0 0 0,1 0-1 0 0,10 4 1 0 0,-3-3-75 0 0,-1-1-1 0 0,1 0 0 0 0,0-1 1 0 0,0-1-1 0 0,0 0 0 0 0,18 1 1 0 0,-4-3-145 0 0,-1-1-1 0 0,0-2 1 0 0,0 0 0 0 0,0-2 0 0 0,0-1 0 0 0,49-16-1 0 0,-66 17 175 0 0,1-1 0 0 0,-1-1 0 0 0,0 0 0 0 0,0 0 0 0 0,-1-1 0 0 0,0 0 1 0 0,13-12-1 0 0,-18 14 88 0 0,0 0 1 0 0,0 0 0 0 0,0-1-1 0 0,-1 1 1 0 0,1-1 0 0 0,-1 0-1 0 0,-1 0 1 0 0,1-1 0 0 0,-1 1 0 0 0,0-1-1 0 0,-1 1 1 0 0,1-1 0 0 0,1-13-1 0 0,-3 18 14 0 0,-1 0-1 0 0,1-1 1 0 0,-1 1 0 0 0,0 0-1 0 0,0-1 1 0 0,0 1-1 0 0,-1 0 1 0 0,1-1 0 0 0,0 1-1 0 0,-1 0 1 0 0,1-1-1 0 0,-1 1 1 0 0,0 0 0 0 0,0 0-1 0 0,0 0 1 0 0,0-1-1 0 0,0 1 1 0 0,-1 0 0 0 0,1 1-1 0 0,0-1 1 0 0,-1 0-1 0 0,1 0 1 0 0,-1 0-1 0 0,-3-2 1 0 0,2 3-24 0 0,1 0 0 0 0,0 1-1 0 0,0-1 1 0 0,0 0 0 0 0,-1 1 0 0 0,1-1-1 0 0,0 1 1 0 0,-1 0 0 0 0,1 0 0 0 0,0 0 0 0 0,-1 0-1 0 0,1 0 1 0 0,0 1 0 0 0,0-1 0 0 0,-1 1-1 0 0,1-1 1 0 0,0 1 0 0 0,0 0 0 0 0,-1 0 0 0 0,1 0-1 0 0,0 0 1 0 0,0 0 0 0 0,0 0 0 0 0,-2 3-1 0 0,-5 2 10 0 0,2 1 0 0 0,-1 0 0 0 0,1 0 0 0 0,0 1 0 0 0,0 0 1 0 0,1 0-1 0 0,0 1 0 0 0,1-1 0 0 0,0 1 0 0 0,0 0 0 0 0,-6 18 0 0 0,9-22-14 0 0,0 0 0 0 0,1 0 0 0 0,-1 0 0 0 0,1 1 0 0 0,0-1 0 0 0,1 0 0 0 0,-1 1 0 0 0,1-1 0 0 0,0 1 0 0 0,1-1 0 0 0,-1 0 0 0 0,1 1 0 0 0,0-1 0 0 0,0 0 0 0 0,1 1 0 0 0,-1-1 0 0 0,1 0 0 0 0,0 0 1 0 0,1 0-1 0 0,-1-1 0 0 0,1 1 0 0 0,0 0 0 0 0,7 7 0 0 0,-2-4-59 0 0,-1-1 1 0 0,1 0 0 0 0,1 0-1 0 0,-1-1 1 0 0,1 0 0 0 0,0-1-1 0 0,1 0 1 0 0,-1 0-1 0 0,1-1 1 0 0,0 0 0 0 0,0-1-1 0 0,21 4 1 0 0,-17-5-1064 0 0,1 0-1 0 0,0-2 1 0 0,0 0 0 0 0,0-1 0 0 0,21-3-1 0 0,-10-1-1564 0 0</inkml:trace>
</inkml:ink>
</file>

<file path=ppt/ink/ink3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2:04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296 32 544 0 0,'-21'-30'6747'0'0,"16"29"-6535"0"0,0 0 1 0 0,-1 1 0 0 0,1 0 0 0 0,0 1 0 0 0,-1-1-1 0 0,1 1 1 0 0,0 0 0 0 0,0 0 0 0 0,0 0 0 0 0,0 1-1 0 0,0 0 1 0 0,0 0 0 0 0,0 0 0 0 0,-9 6 0 0 0,-68 47 950 0 0,74-50-945 0 0,-4 4-13 0 0,1 1-1 0 0,0-1 1 0 0,1 2 0 0 0,0-1 0 0 0,-11 16 0 0 0,19-23-161 0 0,-1 1 1 0 0,0-1-1 0 0,1 1 0 0 0,0 0 1 0 0,0 0-1 0 0,0 0 0 0 0,0 1 1 0 0,1-1-1 0 0,0 0 0 0 0,0 1 1 0 0,0-1-1 0 0,0 0 0 0 0,1 1 1 0 0,-1-1-1 0 0,1 1 0 0 0,0-1 1 0 0,1 1-1 0 0,-1-1 0 0 0,1 1 1 0 0,2 8-1 0 0,-1-9-46 0 0,1 0 0 0 0,-1-1 0 0 0,1 1 0 0 0,0-1 1 0 0,0 0-1 0 0,0 1 0 0 0,0-1 0 0 0,1 0 0 0 0,-1-1 0 0 0,1 1 0 0 0,0-1 0 0 0,0 0 0 0 0,0 0 1 0 0,0 0-1 0 0,0 0 0 0 0,0 0 0 0 0,0-1 0 0 0,1 0 0 0 0,-1 0 0 0 0,0 0 0 0 0,1-1 1 0 0,5 1-1 0 0,4 0-100 0 0,0 0 0 0 0,1-1 0 0 0,-1 0 0 0 0,0-1 1 0 0,25-6-1 0 0,-17 2 1 0 0,0-2 0 0 0,-1-1 0 0 0,0 0 0 0 0,0-2 0 0 0,-1 0 1 0 0,0-1-1 0 0,-1-1 0 0 0,0-1 0 0 0,-1-1 0 0 0,-1 0 0 0 0,0-2 0 0 0,-1 0 0 0 0,0 0 1 0 0,-1-2-1 0 0,14-22 0 0 0,-18 15 416 0 0,-29 34 112 0 0,11-4-395 0 0,1-1-27 0 0,1 0 0 0 0,0 0 1 0 0,0 0-1 0 0,0 0 0 0 0,0 1 0 0 0,1 0 1 0 0,0 0-1 0 0,0 0 0 0 0,0 0 0 0 0,0 1 1 0 0,1-1-1 0 0,0 1 0 0 0,0 0 1 0 0,1 0-1 0 0,0 0 0 0 0,0 0 0 0 0,0 1 1 0 0,0-1-1 0 0,1 1 0 0 0,1-1 0 0 0,-1 8 1 0 0,1-10-15 0 0,0-1 0 0 0,0 0 0 0 0,1 0 0 0 0,0 1 0 0 0,-1-1 0 0 0,1 0 0 0 0,0 0 0 0 0,1 0 0 0 0,-1 0 0 0 0,0 0 0 0 0,1 0 0 0 0,0 0 0 0 0,0-1 0 0 0,0 1 0 0 0,0-1 0 0 0,4 5 0 0 0,-2-4-10 0 0,-1-1 1 0 0,1 0 0 0 0,-1 0 0 0 0,1 0-1 0 0,0 0 1 0 0,0-1 0 0 0,0 1 0 0 0,0-1-1 0 0,0 0 1 0 0,0 0 0 0 0,0-1 0 0 0,0 1-1 0 0,1-1 1 0 0,-1 0 0 0 0,0 0 0 0 0,5-1-1 0 0,-4 1 79 0 0,-1 0-1 0 0,1-1 0 0 0,0 0 1 0 0,0 0-1 0 0,-1 0 0 0 0,1-1 0 0 0,-1 1 1 0 0,1-1-1 0 0,-1 0 0 0 0,0-1 1 0 0,0 1-1 0 0,0-1 0 0 0,0 1 0 0 0,0-1 1 0 0,0-1-1 0 0,-1 1 0 0 0,1 0 1 0 0,-1-1-1 0 0,0 0 0 0 0,0 1 0 0 0,-1-1 1 0 0,1 0-1 0 0,-1-1 0 0 0,0 1 0 0 0,0 0 1 0 0,0-1-1 0 0,0 1 0 0 0,-1-1 1 0 0,0 1-1 0 0,0-1 0 0 0,0 0 0 0 0,0 0 1 0 0,-1 1-1 0 0,0-11 0 0 0,-1 13-131 0 0,1 0 0 0 0,-1 0-1 0 0,0 0 1 0 0,0 0 0 0 0,-1 0-1 0 0,1 0 1 0 0,0 0 0 0 0,-1 0-1 0 0,1 0 1 0 0,-1 1 0 0 0,1-1-1 0 0,-1 0 1 0 0,0 1 0 0 0,0-1-1 0 0,0 1 1 0 0,0 0 0 0 0,0 0-1 0 0,0 0 1 0 0,0 0 0 0 0,-3-1 0 0 0,3 1-776 0 0,-2-1-929 0 0</inkml:trace>
</inkml:ink>
</file>

<file path=ppt/ink/ink3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2:04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55 380 0 0,'3'9'974'0'0,"0"0"1"0"0,-1 0-1 0 0,0 0 0 0 0,2 14 0 0 0,-2-11-584 0 0,-1-7-129 0 0,1 1 0 0 0,0-1 1 0 0,0 0-1 0 0,0 1 0 0 0,1-1 0 0 0,0 0 0 0 0,0-1 0 0 0,0 1 1 0 0,0 0-1 0 0,1-1 0 0 0,0 0 0 0 0,0 0 0 0 0,0 0 0 0 0,0 0 0 0 0,6 3 1 0 0,-7-7-87 0 0,0 0 1 0 0,0 0-1 0 0,0 0 1 0 0,0 0 0 0 0,0-1-1 0 0,0 1 1 0 0,0-1-1 0 0,0 0 1 0 0,0 0 0 0 0,0 0-1 0 0,4-3 1 0 0,0 2 63 0 0,2-2-13 0 0,-1 0 1 0 0,0 0-1 0 0,-1-1 1 0 0,1 0-1 0 0,-1-1 1 0 0,0 1-1 0 0,0-1 1 0 0,10-12 0 0 0,45-62-477 0 0,-33 40-2053 0 0,-16 25-4043 0 0</inkml:trace>
</inkml:ink>
</file>

<file path=ppt/ink/ink3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2:05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53 312 0 0,'15'-3'2829'0'0,"-3"-1"-1892"0"0,-6 2-391 0 0,0-1 1 0 0,0 1 0 0 0,0-1 0 0 0,0 0-1 0 0,-1 0 1 0 0,1-1 0 0 0,-1 1-1 0 0,0-1 1 0 0,0-1 0 0 0,7-7 0 0 0,-11 11-135 0 0,-10 25 2369 0 0,3-12-2758 0 0,1 0 1 0 0,1 0-1 0 0,0 0 0 0 0,0 0 0 0 0,-1 14 1 0 0,5-25-44 0 0,-1 1 1 0 0,1 0-1 0 0,1 0 1 0 0,-1 0 0 0 0,0-1-1 0 0,0 1 1 0 0,0 0 0 0 0,1 0-1 0 0,-1-1 1 0 0,1 1-1 0 0,0 0 1 0 0,-1-1 0 0 0,1 1-1 0 0,0-1 1 0 0,0 1 0 0 0,0-1-1 0 0,0 1 1 0 0,0-1-1 0 0,0 0 1 0 0,1 1 0 0 0,-1-1-1 0 0,0 0 1 0 0,1 0 0 0 0,-1 0-1 0 0,3 2 1 0 0,0-2-19 0 0,-1 0 1 0 0,1 0-1 0 0,-1 0 0 0 0,1-1 1 0 0,0 1-1 0 0,-1-1 0 0 0,1 0 1 0 0,0 0-1 0 0,0 0 0 0 0,-1-1 1 0 0,8-1-1 0 0,9-3-86 0 0,1-2 1 0 0,-1 0-1 0 0,26-14 1 0 0,-42 19 119 0 0,52-26-142 0 0,-34 15 403 0 0,1 1 1 0 0,32-10-1 0 0,-53 21-146 0 0,4 4-87 0 0,0-1 0 0 0,-1 1 0 0 0,1 1 0 0 0,0-1-1 0 0,-1 1 1 0 0,0 0 0 0 0,0 0 0 0 0,0 0 0 0 0,-1 1-1 0 0,1-1 1 0 0,5 10 0 0 0,0-4-538 0 0,-1 1-1 0 0,2-1 1 0 0,13 11 0 0 0,21 4-5157 0 0,-21-16 2709 0 0</inkml:trace>
</inkml:ink>
</file>

<file path=ppt/ink/ink3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2:05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14 980 0 0,'-10'-13'3919'0'0,"3"14"1758"0"0,1 6-5401 0 0,0 0 0 0 0,1 1 0 0 0,0 0 0 0 0,0 0 0 0 0,0 0 0 0 0,1 1-1 0 0,1-1 1 0 0,-1 1 0 0 0,-3 16 0 0 0,-14 96 1166 0 0,8-39-724 0 0,7-44-560 0 0,-7 36-506 0 0,12-70 24 0 0,-1 0 0 0 0,1 0 0 0 0,-1 1 0 0 0,1-1 0 0 0,-1 0 0 0 0,-1 0 0 0 0,1-1 0 0 0,0 1 0 0 0,-1 0 0 0 0,0-1 1 0 0,0 1-1 0 0,-5 4 0 0 0,-1-6-1376 0 0</inkml:trace>
</inkml:ink>
</file>

<file path=ppt/ink/ink3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2:06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0 438 56 0 0,'50'-2'610'0'0,"0"-2"0"0"0,0-2 0 0 0,-1-3 0 0 0,95-29 0 0 0,-131 33-459 0 0,-2 0 0 0 0,1 0-1 0 0,-1-1 1 0 0,1-1 0 0 0,-2 0 0 0 0,1 0 0 0 0,-1-1 0 0 0,0 0 0 0 0,-1-1 0 0 0,0 0 0 0 0,0-1 0 0 0,-1 0 0 0 0,10-15 0 0 0,-13 18 13 0 0,-1 0 0 0 0,0 0 0 0 0,0 0 0 0 0,-1-1 0 0 0,0 0 0 0 0,0 0 0 0 0,-1 1 0 0 0,0-1 0 0 0,0-1 0 0 0,-1 1 0 0 0,0 0 0 0 0,-1 0 0 0 0,0-1 0 0 0,0 1 0 0 0,0 0 0 0 0,-1 0 0 0 0,0 0 0 0 0,-1-1 0 0 0,0 1 0 0 0,0 0 0 0 0,-7-14 0 0 0,6 17 86 0 0,0-1-1 0 0,-1 1 1 0 0,0-1-1 0 0,0 1 1 0 0,0 0-1 0 0,-1 0 0 0 0,-9-7 1 0 0,-6-6 775 0 0,20 17-1008 0 0,-1 1 0 0 0,0 0 0 0 0,0-1 0 0 0,0 1 1 0 0,1 0-1 0 0,-1 0 0 0 0,0 0 0 0 0,0 0 0 0 0,0-1 0 0 0,0 1 1 0 0,0 0-1 0 0,0 0 0 0 0,1 1 0 0 0,-1-1 0 0 0,0 0 0 0 0,0 0 1 0 0,0 0-1 0 0,0 1 0 0 0,1-1 0 0 0,-1 0 0 0 0,0 1 0 0 0,0-1 1 0 0,1 0-1 0 0,-1 1 0 0 0,0-1 0 0 0,0 1 0 0 0,1 0 0 0 0,-1-1 1 0 0,0 2-1 0 0,-19 16 164 0 0,6 4-73 0 0,1 0 1 0 0,0 1 0 0 0,2 0-1 0 0,1 1 1 0 0,0 0-1 0 0,2 0 1 0 0,-9 48-1 0 0,-18 46 191 0 0,15-41-144 0 0,17-61-107 0 0,0 1 1 0 0,-2-1-1 0 0,-8 22 0 0 0,12-37-23 0 0,0 0-1 0 0,1 0 1 0 0,-1-1 0 0 0,0 1-1 0 0,1 0 1 0 0,-1 0-1 0 0,1 0 1 0 0,-1 1 0 0 0,1-1-1 0 0,0 0 1 0 0,-1 0-1 0 0,1 0 1 0 0,0 0-1 0 0,0 0 1 0 0,0 0 0 0 0,0 0-1 0 0,0 1 1 0 0,0-1-1 0 0,0 0 1 0 0,0 0-1 0 0,0 0 1 0 0,0 0 0 0 0,1 0-1 0 0,-1 0 1 0 0,1 0-1 0 0,-1 0 1 0 0,2 2 0 0 0,-1-3-14 0 0,0 0 0 0 0,0 0-1 0 0,0 0 1 0 0,0-1 0 0 0,0 1 0 0 0,1 0 0 0 0,-1-1 0 0 0,0 1 0 0 0,0-1 0 0 0,0 0 0 0 0,0 1 0 0 0,0-1 0 0 0,0 0 0 0 0,0 1 0 0 0,0-1 0 0 0,-1 0 0 0 0,1 0 0 0 0,0 0 0 0 0,0 0 0 0 0,-1 0 0 0 0,1 0 0 0 0,0 0 0 0 0,-1 0 0 0 0,1-2 0 0 0,2 0 5 0 0,-1 1-24 0 0,1 0 0 0 0,0 1 0 0 0,0-1 0 0 0,0 0 0 0 0,0 1-1 0 0,0 0 1 0 0,0 0 0 0 0,1 0 0 0 0,-1 0 0 0 0,0 0 0 0 0,1 0 0 0 0,-1 1 0 0 0,0 0 0 0 0,1 0-1 0 0,-1 0 1 0 0,5 0 0 0 0,54 13-310 0 0,-38-6 180 0 0,-7-4 32 0 0,1 0 0 0 0,-1-2 0 0 0,1 0 0 0 0,18-1 1 0 0,-27-1 311 0 0,0 0 0 0 0,0 0 0 0 0,0 0 0 0 0,-1-1 0 0 0,1 0 0 0 0,-1-1 0 0 0,1 0 0 0 0,-1-1 0 0 0,12-6 0 0 0,-19 9 207 0 0,16-2 870 0 0,4 0-3855 0 0,53 14-6197 0 0,-50-7 5211 0 0</inkml:trace>
</inkml:ink>
</file>

<file path=ppt/ink/ink3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2:06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36 1740 0 0,'10'-35'13772'0'0,"-22"67"-12860"0"0,-89 225 2973 0 0,100-256-3895 0 0,1-1 1 0 0,-1 1 0 0 0,0 0-1 0 0,1 0 1 0 0,-1 0 0 0 0,1 0-1 0 0,-1 0 1 0 0,1 0 0 0 0,-1 0 0 0 0,1 0-1 0 0,0 1 1 0 0,0-1 0 0 0,0 0-1 0 0,-1 0 1 0 0,1 0 0 0 0,0 0-1 0 0,0 0 1 0 0,0 0 0 0 0,1 0 0 0 0,-1 0-1 0 0,0 1 1 0 0,1 0 0 0 0,19-4-545 0 0,-10-1 666 0 0,21-4-407 0 0,2 0-346 0 0,53-7 0 0 0,-77 13 469 0 0,-1 1 1 0 0,1 0-1 0 0,0 0 0 0 0,0 1 0 0 0,0 0 1 0 0,-1 1-1 0 0,1 0 0 0 0,0 0 0 0 0,-1 1 1 0 0,16 6-1 0 0,-23-8 146 0 0,0-1 0 0 0,0 1 0 0 0,0-1 0 0 0,0 1 1 0 0,0-1-1 0 0,0 1 0 0 0,0-1 0 0 0,0 1 0 0 0,-1 0 0 0 0,1 0 1 0 0,0-1-1 0 0,0 1 0 0 0,0 0 0 0 0,-1 0 0 0 0,1 0 0 0 0,-1 0 1 0 0,1 0-1 0 0,0 0 0 0 0,-1 0 0 0 0,0 0 0 0 0,1 0 0 0 0,-1 0 1 0 0,0 0-1 0 0,1 0 0 0 0,-1 0 0 0 0,0 2 0 0 0,0-1 3 0 0,-1 0 0 0 0,1-1 0 0 0,-1 1 0 0 0,0-1 0 0 0,0 1-1 0 0,0-1 1 0 0,0 1 0 0 0,0-1 0 0 0,0 1 0 0 0,0-1 0 0 0,0 0 0 0 0,0 0 0 0 0,-1 1-1 0 0,1-1 1 0 0,-2 1 0 0 0,-7 4-5 0 0,0 0 0 0 0,0 0 1 0 0,0-1-1 0 0,-14 4 0 0 0,4-2 2 0 0,-1-2 1 0 0,0 0-1 0 0,0-1 0 0 0,0-1 0 0 0,-1-1 1 0 0,1-1-1 0 0,-35-2 0 0 0,29-7-2679 0 0,12 2-2767 0 0</inkml:trace>
</inkml:ink>
</file>

<file path=ppt/ink/ink3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2:08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1 385 432 0 0,'0'0'71'0'0,"0"0"0"0"0,0 0 0 0 0,0 0 0 0 0,0-1 0 0 0,1 1 0 0 0,-1 0 0 0 0,0 0 0 0 0,0 0 0 0 0,0 0 0 0 0,0 0 0 0 0,0 0 0 0 0,0 0 0 0 0,1 0 0 0 0,-1 0 0 0 0,0 0 0 0 0,0 0 0 0 0,0 1 0 0 0,0-1 0 0 0,0 0 0 0 0,0 0 0 0 0,0 0 0 0 0,1 0 0 0 0,-1 0 0 0 0,0 0 0 0 0,0 0 0 0 0,0 0 0 0 0,0 0 0 0 0,0 0 0 0 0,0 0 0 0 0,0 0 0 0 0,0 0 0 0 0,0 0 0 0 0,0 1 0 0 0,0-1 0 0 0,1 0 0 0 0,-1 0 0 0 0,0 0 0 0 0,0 0 0 0 0,0 0 0 0 0,0 0 0 0 0,0 0 0 0 0,0 1 0 0 0,0-1 0 0 0,0 0 0 0 0,0 0 0 0 0,0 0 1 0 0,0 0-1 0 0,0 0 0 0 0,0 0 0 0 0,0 0 0 0 0,0 1 0 0 0,0-1 0 0 0,0 0 0 0 0,0 0 0 0 0,0 0 0 0 0,0 0 0 0 0,0 0 0 0 0,0 0 0 0 0,-1 0 0 0 0,1 1 0 0 0,0-1 0 0 0,0 0 0 0 0,0 0 0 0 0,0 0 0 0 0,0 0 0 0 0,0 0 0 0 0,19 1 1052 0 0,22-5-849 0 0,-20-1 58 0 0,0-2-1 0 0,-1 0 0 0 0,0-1 1 0 0,0-1-1 0 0,-1-1 0 0 0,0-1 0 0 0,0-1 1 0 0,-2 0-1 0 0,1-2 0 0 0,-2 0 1 0 0,28-29-1 0 0,-42 42-285 0 0,-1-1 0 0 0,1 0 0 0 0,-1 1 0 0 0,0-1 0 0 0,0 0-1 0 0,0 0 1 0 0,0 0 0 0 0,0 1 0 0 0,0-1 0 0 0,0 0 0 0 0,-1 0 0 0 0,1 0 0 0 0,0-5 0 0 0,-1 6-19 0 0,0 0 0 0 0,0 0 0 0 0,0 0 0 0 0,-1 0 0 0 0,1 0 0 0 0,0 0 0 0 0,0 0 0 0 0,-1 0 0 0 0,1 1 0 0 0,-1-1 0 0 0,1 0 0 0 0,-1 0 0 0 0,1 0 0 0 0,-1 0 0 0 0,1 0 0 0 0,-1 1 0 0 0,0-1 0 0 0,1 0 0 0 0,-1 0 1 0 0,-1 0-1 0 0,-1-1-3 0 0,0 1 0 0 0,1 0-1 0 0,-1 0 1 0 0,0 0 0 0 0,0 0 0 0 0,1 0 0 0 0,-1 0 0 0 0,0 1 0 0 0,0-1 0 0 0,0 1 0 0 0,0 0 0 0 0,0 0 0 0 0,0 0 0 0 0,0 1 0 0 0,0-1 0 0 0,0 1 0 0 0,-5 1 0 0 0,3 0-15 0 0,-1 0-1 0 0,1 1 1 0 0,0 0-1 0 0,-1 0 1 0 0,1 1 0 0 0,1 0-1 0 0,-1-1 1 0 0,0 1-1 0 0,1 1 1 0 0,0-1-1 0 0,0 1 1 0 0,0 0 0 0 0,1-1-1 0 0,-1 2 1 0 0,1-1-1 0 0,0 0 1 0 0,-2 9-1 0 0,3-12-10 0 0,1 1-1 0 0,0 0 0 0 0,0 0 0 0 0,0 1 0 0 0,0-1 0 0 0,0 0 1 0 0,1 0-1 0 0,-1 0 0 0 0,1 0 0 0 0,0 1 0 0 0,0-1 0 0 0,0 0 1 0 0,1 0-1 0 0,-1 1 0 0 0,1-1 0 0 0,-1 0 0 0 0,1 0 0 0 0,0 0 1 0 0,1 0-1 0 0,-1 0 0 0 0,0 0 0 0 0,1 0 0 0 0,-1-1 0 0 0,1 1 1 0 0,0 0-1 0 0,0-1 0 0 0,0 1 0 0 0,0-1 0 0 0,1 0 0 0 0,-1 0 1 0 0,1 0-1 0 0,-1 0 0 0 0,4 2 0 0 0,0-1-34 0 0,0-1 0 0 0,-1 0 0 0 0,1-1 0 0 0,0 0 0 0 0,0 1 0 0 0,0-2-1 0 0,0 1 1 0 0,0-1 0 0 0,0 0 0 0 0,0 0 0 0 0,1 0 0 0 0,-1-1 0 0 0,0 0 0 0 0,-1-1 0 0 0,13-3 0 0 0,10-5-207 0 0,52-25 1 0 0,-57 23 168 0 0,-2 2-2 0 0,0 0 0 0 0,0 1 0 0 0,1 1 0 0 0,0 1 0 0 0,0 1 0 0 0,43-6 0 0 0,-62 12 68 0 0,-1 0 0 0 0,0 0 0 0 0,0 0 0 0 0,0 0 0 0 0,0 0 0 0 0,0 1 0 0 0,1-1 0 0 0,-1 1 0 0 0,0-1 0 0 0,0 1 0 0 0,0 0 0 0 0,0-1 0 0 0,0 1-1 0 0,-1 0 1 0 0,1 1 0 0 0,0-1 0 0 0,0 0 0 0 0,2 2 0 0 0,-3-1 7 0 0,-1-1-1 0 0,1 0 0 0 0,-1 0 0 0 0,1 1 0 0 0,-1-1 1 0 0,1 1-1 0 0,-1-1 0 0 0,1 0 0 0 0,-1 1 0 0 0,0-1 1 0 0,0 1-1 0 0,0-1 0 0 0,0 1 0 0 0,0-1 1 0 0,0 0-1 0 0,0 1 0 0 0,-1-1 0 0 0,1 1 0 0 0,0-1 1 0 0,-1 2-1 0 0,-2 4 4 0 0,0 0 1 0 0,-1-1-1 0 0,1 1 0 0 0,-1-1 1 0 0,-1 0-1 0 0,1 0 0 0 0,-1-1 1 0 0,0 1-1 0 0,-6 5 0 0 0,-15 17-23 0 0,25-27 10 0 0,6-1-84 0 0,11-2 30 0 0,-1-1 0 0 0,0-1 0 0 0,0 0 0 0 0,0-1 0 0 0,0 0 0 0 0,-1-1 0 0 0,0-1 0 0 0,0 0 0 0 0,0-1 0 0 0,13-11-1 0 0,0 0-19 0 0,-1-2-1 0 0,-1-1 1 0 0,44-49 0 0 0,-51 47 937 0 0,0-2 0 0 0,-2 0 0 0 0,26-56 0 0 0,-29 62 2399 0 0,-13 20-3224 0 0,1 0 0 0 0,-1 0 0 0 0,0 0 1 0 0,0 0-1 0 0,0 0 0 0 0,1 0 0 0 0,-1 0 1 0 0,0 0-1 0 0,0 0 0 0 0,0 0 0 0 0,1 0 1 0 0,-1 0-1 0 0,0 0 0 0 0,0 1 0 0 0,0-1 1 0 0,1 0-1 0 0,-1 0 0 0 0,0 0 0 0 0,0 0 1 0 0,0 0-1 0 0,0 1 0 0 0,1-1 0 0 0,-1 0 1 0 0,0 0-1 0 0,0 0 0 0 0,0 0 0 0 0,0 1 1 0 0,0-1-1 0 0,0 0 0 0 0,0 0 0 0 0,0 0 1 0 0,0 1-1 0 0,1-1 0 0 0,-1 0 0 0 0,0 0 1 0 0,0 1-1 0 0,0-1 0 0 0,0 0 0 0 0,0 0 1 0 0,0 0-1 0 0,0 1 0 0 0,0-1 0 0 0,-1 0 1 0 0,1 0-1 0 0,0 0 0 0 0,0 1 1 0 0,0-1-1 0 0,-3 57-268 0 0,1-19 686 0 0,1 44-566 0 0,-13 108 0 0 0,10-167-1950 0 0</inkml:trace>
</inkml:ink>
</file>

<file path=ppt/ink/ink3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2:08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77 1216 0 0,'0'0'2512'0'0,"9"-7"-463"0"0,4 1-1145 0 0,-1 3-108 0 0,6-2-84 0 0,5-2-116 0 0,3 2-212 0 0,4-4-264 0 0,3 4-324 0 0,10-4-304 0 0,3 5-320 0 0,-1-4-468 0 0,1 3-1397 0 0,2 2 625 0 0</inkml:trace>
</inkml:ink>
</file>

<file path=ppt/ink/ink3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2:21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45 108 0 0,'-17'-39'6533'0'0,"17"39"-6413"0"0,-1-1 1 0 0,1 1 0 0 0,0 0 0 0 0,-1-1 0 0 0,1 1-1 0 0,0 0 1 0 0,-1-1 0 0 0,1 1 0 0 0,0 0 0 0 0,-1-1 0 0 0,1 1-1 0 0,-1 0 1 0 0,1 0 0 0 0,0 0 0 0 0,-1-1 0 0 0,1 1-1 0 0,-1 0 1 0 0,1 0 0 0 0,-1 0 0 0 0,1 0 0 0 0,-1 0-1 0 0,1 0 1 0 0,-1 0 0 0 0,1 0 0 0 0,-1 0 0 0 0,1 0-1 0 0,-1 0 1 0 0,1 0 0 0 0,0 0 0 0 0,-1 0 0 0 0,1 0-1 0 0,-1 0 1 0 0,1 1 0 0 0,-1-1 0 0 0,1 0 0 0 0,-1 0 0 0 0,1 1-1 0 0,0-1 1 0 0,-1 0 0 0 0,1 0 0 0 0,0 1 0 0 0,-1-1-1 0 0,1 1 1 0 0,-17 28 1126 0 0,-3 42-994 0 0,-79 363 1130 0 0,81-377-2420 0 0,4-29-1145 0 0,-4-11-4111 0 0</inkml:trace>
</inkml:ink>
</file>

<file path=ppt/ink/ink3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2:22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1 599 588 0 0,'4'-1'657'0'0,"72"-17"1145"0"0,138-14-1 0 0,-117 20-1269 0 0,545-114 1630 0 0,-618 120-2068 0 0,45-13 159 0 0,83-34 0 0 0,-135 46-202 0 0,0-1 0 0 0,0 0 0 0 0,-1-2-1 0 0,0 0 1 0 0,-1 0 0 0 0,0-2 0 0 0,-1 0 0 0 0,0 0 0 0 0,23-28 0 0 0,-34 36 15 0 0,0-1-1 0 0,-1 1 1 0 0,0 0 0 0 0,0-1-1 0 0,0 0 1 0 0,-1 1 0 0 0,0-1-1 0 0,1 0 1 0 0,-2 0 0 0 0,1 0 0 0 0,0 0-1 0 0,-1 0 1 0 0,0 0 0 0 0,0 0-1 0 0,-1 0 1 0 0,1 0 0 0 0,-1 0 0 0 0,0 0-1 0 0,-1 1 1 0 0,1-1 0 0 0,-1 0-1 0 0,0 1 1 0 0,0-1 0 0 0,-4-6 0 0 0,3 5 64 0 0,0 1 0 0 0,-1-1 1 0 0,0 1-1 0 0,0 0 1 0 0,0 0-1 0 0,0 0 1 0 0,-1 1-1 0 0,0-1 0 0 0,0 1 1 0 0,0 0-1 0 0,0 1 1 0 0,-1-1-1 0 0,0 1 1 0 0,1 0-1 0 0,-1 0 1 0 0,0 1-1 0 0,0 0 0 0 0,-8-2 1 0 0,13 4-119 0 0,-1 0-1 0 0,1 1 1 0 0,-1-1 0 0 0,1 0 0 0 0,-1 1 0 0 0,1-1-1 0 0,0 1 1 0 0,-1 0 0 0 0,1-1 0 0 0,-1 1 0 0 0,1 0-1 0 0,0 0 1 0 0,0 0 0 0 0,-1 0 0 0 0,1 0 0 0 0,0 0-1 0 0,0 0 1 0 0,0 0 0 0 0,0 1 0 0 0,0 0 0 0 0,-21 30 83 0 0,19-27-77 0 0,-9 21 53 0 0,0 1-1 0 0,2 1 1 0 0,0-1 0 0 0,3 2-1 0 0,-9 51 1 0 0,9-45 31 0 0,-87 460 1286 0 0,63-391-784 0 0,31-102-560 0 0,7-18 1044 0 0,0 0-1151 0 0,0 1 1 0 0,0 0-1 0 0,1 0 1 0 0,1 1-1 0 0,1 0 0 0 0,15-18 1 0 0,-22 31 25 0 0,-1 0 0 0 0,1 0 0 0 0,0 0 0 0 0,-1 0 0 0 0,1 1 0 0 0,0-1 1 0 0,-1 1-1 0 0,1-1 0 0 0,0 1 0 0 0,0 0 0 0 0,0 0 0 0 0,-1 1 0 0 0,1-1 0 0 0,0 0 0 0 0,-1 1 0 0 0,1 0 1 0 0,0-1-1 0 0,-1 1 0 0 0,4 2 0 0 0,56 27-108 0 0,-35-17 68 0 0,-7-4 40 0 0,1-1-1 0 0,-1-1 0 0 0,36 7 0 0 0,-49-13 36 0 0,1 0-1 0 0,-1 0 0 0 0,1 0 0 0 0,0-1 1 0 0,-1 0-1 0 0,1 0 0 0 0,0-1 1 0 0,-1 0-1 0 0,1 0 0 0 0,-1-1 1 0 0,1 0-1 0 0,-1 0 0 0 0,12-6 1 0 0,-17 7 39 0 0,0 0 0 0 0,0-1 0 0 0,0 1 0 0 0,0 0 0 0 0,0 0 0 0 0,0-1 0 0 0,-1 1 0 0 0,1-1 1 0 0,0 0-1 0 0,-1 1 0 0 0,1-1 0 0 0,-1 0 0 0 0,0 0 0 0 0,0 0 0 0 0,0 0 0 0 0,0 0 0 0 0,0 0 0 0 0,0 0 0 0 0,0 0 1 0 0,0-1-1 0 0,-1 1 0 0 0,0 0 0 0 0,1-4 0 0 0,-1 3 94 0 0,-1 0 0 0 0,0 0 1 0 0,1 0-1 0 0,-1 0 0 0 0,0 1 0 0 0,-1-1 1 0 0,1 0-1 0 0,0 1 0 0 0,-1-1 1 0 0,1 1-1 0 0,-1-1 0 0 0,0 1 0 0 0,0 0 1 0 0,0 0-1 0 0,0 0 0 0 0,-4-3 0 0 0,5 4 103 0 0,-1 0 39 0 0,2 0-265 0 0,0 1 0 0 0,0 0 0 0 0,0 0 1 0 0,0 0-1 0 0,0 0 0 0 0,0-1 0 0 0,0 1 1 0 0,0 0-1 0 0,0 0 0 0 0,0 0 0 0 0,0 0 1 0 0,0 0-1 0 0,-1-1 0 0 0,1 1 0 0 0,0 0 1 0 0,0 0-1 0 0,0 0 0 0 0,0 0 0 0 0,0 0 1 0 0,0 0-1 0 0,-1 0 0 0 0,1 0 0 0 0,0 0 1 0 0,0-1-1 0 0,0 1 0 0 0,0 0 0 0 0,-1 0 1 0 0,1 0-1 0 0,0 0 0 0 0,0 0 0 0 0,0 0 1 0 0,0 0-1 0 0,-1 0 0 0 0,1 0 0 0 0,0 0 1 0 0,0 0-1 0 0,0 0 0 0 0,0 0 0 0 0,-1 0 1 0 0,1 0-1 0 0,0 1 0 0 0,0-1 0 0 0,0 0 1 0 0,0 0-1 0 0,0 0 0 0 0,-1 0 0 0 0,1 0 0 0 0,0 0 1 0 0,0 0-1 0 0,0 0 0 0 0,0 1 0 0 0,0-1 1 0 0,0 0-1 0 0,-1 0 0 0 0,1 0 0 0 0,-1 4-123 0 0,1-1-1 0 0,-1 1 0 0 0,1 0 0 0 0,0-1 1 0 0,0 1-1 0 0,0-1 0 0 0,0 1 0 0 0,1 0 1 0 0,-1-1-1 0 0,1 1 0 0 0,0-1 0 0 0,0 1 1 0 0,0-1-1 0 0,0 1 0 0 0,1-1 0 0 0,0 0 1 0 0,3 6-1 0 0,20 21-2951 0 0,8-8-3317 0 0,-9-10 2024 0 0</inkml:trace>
</inkml:ink>
</file>

<file path=ppt/ink/ink3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2:24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278 361 80 0 0,'0'-11'1161'0'0,"1"9"-717"0"0,-1 0 0 0 0,0-1 0 0 0,0 1 0 0 0,0-1 0 0 0,0 1 0 0 0,0 0 0 0 0,-1-1 0 0 0,1 1 0 0 0,-1-1 1 0 0,1 1-1 0 0,-1 0 0 0 0,0-1 0 0 0,0 1 0 0 0,-1-3 0 0 0,0 4 449 0 0,-5 5-508 0 0,-10 7-174 0 0,0 2 1 0 0,1-1-1 0 0,1 2 0 0 0,0 0 1 0 0,1 1-1 0 0,1 0 0 0 0,0 1 1 0 0,-18 30-1 0 0,24-36-132 0 0,1 0 0 0 0,0 1 1 0 0,0 0-1 0 0,2 0 0 0 0,-1 1 0 0 0,1-1 0 0 0,1 1 1 0 0,0 0-1 0 0,0 0 0 0 0,1 0 0 0 0,1 0 0 0 0,0 0 1 0 0,1 1-1 0 0,0-1 0 0 0,1 0 0 0 0,4 21 0 0 0,-4-29-60 0 0,0 0-1 0 0,0 0 0 0 0,1 0 0 0 0,-1 0 0 0 0,1 0 0 0 0,0 0 1 0 0,0 0-1 0 0,0-1 0 0 0,1 1 0 0 0,-1-1 0 0 0,1 0 0 0 0,0 0 0 0 0,0 0 1 0 0,0 0-1 0 0,0 0 0 0 0,0 0 0 0 0,1-1 0 0 0,-1 0 0 0 0,1 1 0 0 0,0-1 1 0 0,0-1-1 0 0,0 1 0 0 0,0-1 0 0 0,0 1 0 0 0,0-1 0 0 0,0 0 0 0 0,0 0 1 0 0,0-1-1 0 0,0 1 0 0 0,1-1 0 0 0,-1 0 0 0 0,0 0 0 0 0,0-1 0 0 0,0 1 1 0 0,1-1-1 0 0,-1 0 0 0 0,6-2 0 0 0,3-1 3 0 0,-1 0 0 0 0,0-1 0 0 0,0 0 0 0 0,0-1-1 0 0,-1-1 1 0 0,0 0 0 0 0,0 0 0 0 0,0-1 0 0 0,-1 0 0 0 0,0-1 0 0 0,9-11 0 0 0,2-5 26 0 0,-1-1 1 0 0,-1-1 0 0 0,-1-1 0 0 0,-1-1 0 0 0,-2 0-1 0 0,14-37 1 0 0,-24 51-33 0 0,0-1 1 0 0,0 0-1 0 0,-2 0 0 0 0,0 0 0 0 0,0 0 1 0 0,-2-1-1 0 0,0 1 0 0 0,-1 0 0 0 0,0-1 1 0 0,-2 1-1 0 0,0-1 0 0 0,-1 1 0 0 0,0 0 1 0 0,-8-22-1 0 0,10 34-13 0 0,-1 0 0 0 0,0 1 0 0 0,0-1 0 0 0,0 0 0 0 0,0 0 0 0 0,-1 1 0 0 0,1 0-1 0 0,-1-1 1 0 0,0 1 0 0 0,0 0 0 0 0,0 0 0 0 0,0 0 0 0 0,0 1 0 0 0,-1-1 0 0 0,0 1 0 0 0,1 0 0 0 0,-6-3 0 0 0,2 3 0 0 0,1 0 0 0 0,0 1-1 0 0,-1-1 1 0 0,0 1 0 0 0,1 1 0 0 0,-1-1 0 0 0,1 1 0 0 0,-1 0 0 0 0,0 1-1 0 0,-7 0 1 0 0,-9 4 31 0 0,1 1-1 0 0,-1 1 0 0 0,1 0 1 0 0,1 2-1 0 0,-27 15 0 0 0,2 1 3 0 0,-24 23 32 0 0,63-43-64 0 0,1 1 0 0 0,-1 0 0 0 0,1 0 0 0 0,1 0 0 0 0,-1 1 0 0 0,1 0 0 0 0,0 0 0 0 0,0 0 0 0 0,1 1 0 0 0,0 0 0 0 0,1 0 0 0 0,-1 0 0 0 0,-2 14 0 0 0,5-20-7 0 0,1 1 0 0 0,0 0-1 0 0,0 0 1 0 0,0-1-1 0 0,1 1 1 0 0,-1 0 0 0 0,1 0-1 0 0,-1-1 1 0 0,1 1-1 0 0,0 0 1 0 0,0-1 0 0 0,0 1-1 0 0,0-1 1 0 0,1 1-1 0 0,-1-1 1 0 0,1 1 0 0 0,0-1-1 0 0,1 2 1 0 0,2 2-17 0 0,0-1 0 0 0,0 0 1 0 0,1-1-1 0 0,-1 1 1 0 0,12 6-1 0 0,-12-9 0 0 0,0 0 1 0 0,0 0-1 0 0,0-1 0 0 0,0 0 1 0 0,0 0-1 0 0,0 0 0 0 0,8 0 1 0 0,117 13-442 0 0,-113-13 395 0 0,0-1 1 0 0,0 0-1 0 0,0-2 1 0 0,0 0 0 0 0,0 0-1 0 0,0-2 1 0 0,0 0-1 0 0,24-10 1 0 0,-9 3-24 0 0,52-15-73 0 0,-1-4 0 0 0,-2-4 0 0 0,-2-3 0 0 0,97-62 0 0 0,-164 91 534 0 0,-1-1 1 0 0,-1 0 0 0 0,13-14 0 0 0,-22 22 138 0 0,-2 7-462 0 0,-29 77 95 0 0,21-61-108 0 0,1 0 0 0 0,0 1 0 0 0,2 0 0 0 0,-6 39 0 0 0,8-13 21 0 0,4-48-55 0 0,0-1 1 0 0,0 0 0 0 0,0 0-1 0 0,0 1 1 0 0,0-1 0 0 0,0 0-1 0 0,0 1 1 0 0,0-1 0 0 0,0 0 0 0 0,0 0-1 0 0,0 1 1 0 0,0-1 0 0 0,0 0-1 0 0,0 0 1 0 0,1 1 0 0 0,-1-1-1 0 0,0 0 1 0 0,0 0 0 0 0,0 1-1 0 0,0-1 1 0 0,1 0 0 0 0,-1 0 0 0 0,0 0-1 0 0,0 1 1 0 0,0-1 0 0 0,1 0-1 0 0,-1 0 1 0 0,0 0 0 0 0,0 0-1 0 0,1 0 1 0 0,-1 0 0 0 0,0 1-1 0 0,0-1 1 0 0,1 0 0 0 0,-1 0 0 0 0,0 0-1 0 0,1 0 1 0 0,-1 0 0 0 0,0 0-1 0 0,0 0 1 0 0,1 0 0 0 0,-1 0-1 0 0,0 0 1 0 0,1 0 0 0 0,-1 0-1 0 0,0 0 1 0 0,0-1 0 0 0,1 1-1 0 0,-1 0 1 0 0,0 0 0 0 0,0 0 0 0 0,1 0-1 0 0,-1 0 1 0 0,0-1 0 0 0,1 1-1 0 0,11-7-21 0 0,-1-1-1 0 0,1 0 1 0 0,-1-1-1 0 0,-1 0 0 0 0,0-1 1 0 0,12-14-1 0 0,36-32-317 0 0,-57 55 328 0 0,1 1 0 0 0,-1-1 0 0 0,1 0 0 0 0,0 1 1 0 0,-1 0-1 0 0,1-1 0 0 0,0 1 0 0 0,-1 0 0 0 0,1 0 1 0 0,0 0-1 0 0,-1 0 0 0 0,1 0 0 0 0,0 0 0 0 0,-1 0 1 0 0,1 0-1 0 0,0 1 0 0 0,-1-1 0 0 0,1 1 0 0 0,-1-1 1 0 0,1 1-1 0 0,-1 0 0 0 0,3 1 0 0 0,37 22-84 0 0,-30-17 20 0 0,-1 0 56 0 0,0-2 1 0 0,1 1 0 0 0,0-1-1 0 0,0-1 1 0 0,0 0 0 0 0,0 0 0 0 0,1-1-1 0 0,0-1 1 0 0,-1 0 0 0 0,1 0 0 0 0,0-1-1 0 0,0-1 1 0 0,0 0 0 0 0,0-1-1 0 0,0 0 1 0 0,-1 0 0 0 0,1-1 0 0 0,0-1-1 0 0,-1 0 1 0 0,0-1 0 0 0,1 0-1 0 0,-1-1 1 0 0,-1 0 0 0 0,1 0 0 0 0,-1-1-1 0 0,0-1 1 0 0,0 0 0 0 0,-1 0-1 0 0,0-1 1 0 0,0 0 0 0 0,-1 0 0 0 0,0-1-1 0 0,0 0 1 0 0,-1-1 0 0 0,6-10 0 0 0,-5 4 364 0 0,-2-1-1 0 0,0 1 1 0 0,-1-1 0 0 0,-1-1 0 0 0,-1 1 0 0 0,0-1 0 0 0,-1 1 0 0 0,-1-1 0 0 0,0 0 0 0 0,-2 1 0 0 0,-4-36 0 0 0,-2 34 1241 0 0,7 19-1565 0 0,0 0 0 0 0,0 0 1 0 0,0-1-1 0 0,0 1 0 0 0,-1 0 0 0 0,1 0 0 0 0,0 0 0 0 0,0 0 1 0 0,0 0-1 0 0,-1 0 0 0 0,1 0 0 0 0,0 0 0 0 0,0 0 0 0 0,0 0 1 0 0,0 0-1 0 0,-1 0 0 0 0,1 0 0 0 0,0 0 0 0 0,0 0 0 0 0,0 0 1 0 0,-1 0-1 0 0,1 1 0 0 0,0-1 0 0 0,0 0 0 0 0,0 0 0 0 0,0 0 1 0 0,-1 0-1 0 0,1 0 0 0 0,0 0 0 0 0,0 0 0 0 0,0 1 0 0 0,0-1 1 0 0,0 0-1 0 0,-1 0 0 0 0,1 0 0 0 0,0 0 0 0 0,0 1 0 0 0,0-1 1 0 0,0 0-1 0 0,0 0 0 0 0,0 0 0 0 0,0 0 0 0 0,0 1 0 0 0,0-1 1 0 0,0 0-1 0 0,-13 39 408 0 0,7 1-348 0 0,1 0 1 0 0,1 1 0 0 0,3-1 0 0 0,4 45 0 0 0,-2-3-2526 0 0,-3-60-389 0 0</inkml:trace>
</inkml:ink>
</file>

<file path=ppt/ink/ink3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2:24.5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58 56 0 0,'0'0'5405'0'0,"13"-17"-4797"0"0,-4 13-84 0 0,6 0-144 0 0,3-2-172 0 0,1 1-204 0 0,-1 1-196 0 0,10-1-200 0 0,-2 2-248 0 0,-2 0-357 0 0,-11-2-1075 0 0,9 4 476 0 0</inkml:trace>
</inkml:ink>
</file>

<file path=ppt/ink/ink3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2:24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50 360 0 0,'-3'5'845'0'0,"-5"16"-113"0"0,1 0 1 0 0,0 1-1 0 0,2 0 1 0 0,0 0-1 0 0,2 0 0 0 0,-2 32 1 0 0,-5 33 202 0 0,3-33-138 0 0,0 73-1 0 0,6-85-112 0 0,-1 1 0 0 0,-3-1-1 0 0,-11 54 1 0 0,15-96-635 0 0,1 1-1 0 0,0-1 1 0 0,0 0 0 0 0,0 1 0 0 0,0-1-1 0 0,0 0 1 0 0,-1 1 0 0 0,1-1 0 0 0,0 0-1 0 0,0 0 1 0 0,-1 1 0 0 0,1-1-1 0 0,0 0 1 0 0,0 0 0 0 0,-1 0 0 0 0,1 1-1 0 0,0-1 1 0 0,-1 0 0 0 0,1 0-1 0 0,0 0 1 0 0,-1 0 0 0 0,1 0 0 0 0,0 1-1 0 0,-1-1 1 0 0,1 0 0 0 0,0 0-1 0 0,-1 0 1 0 0,1 0 0 0 0,0 0 0 0 0,-1 0-1 0 0,1 0 1 0 0,-1 0 0 0 0,1 0-1 0 0,0 0 1 0 0,-1-1 0 0 0,1 1 0 0 0,0 0-1 0 0,-1 0 1 0 0,1 0 0 0 0,0 0-1 0 0,-1 0 1 0 0,1-1 0 0 0,0 1 0 0 0,0 0-1 0 0,-1 0 1 0 0,1-1 0 0 0,0 1-1 0 0,0 0 1 0 0,-1 0 0 0 0,1-1 0 0 0,0 1-1 0 0,-15-14-194 0 0,15 13 293 0 0,-5-6-23 0 0,0-1 0 0 0,1 0 0 0 0,0 0 0 0 0,1-1 0 0 0,0 1 0 0 0,0-1 0 0 0,0 1 0 0 0,1-1 0 0 0,1 0 0 0 0,-2-17 0 0 0,3 23-92 0 0,-3-27 121 0 0,1-1-1 0 0,2 1 1 0 0,1-1-1 0 0,1 1 1 0 0,1-1-1 0 0,2 1 1 0 0,14-48-1 0 0,-11 55-141 0 0,0 0-1 0 0,1 0 1 0 0,2 0-1 0 0,0 2 1 0 0,1-1-1 0 0,2 1 1 0 0,0 1-1 0 0,1 0 1 0 0,34-34-1 0 0,-41 47-27 0 0,-1 1 0 0 0,1-1-1 0 0,1 2 1 0 0,-1-1 0 0 0,1 1-1 0 0,0 0 1 0 0,0 1 0 0 0,0 0-1 0 0,1 1 1 0 0,-1 0 0 0 0,1 0-1 0 0,0 1 1 0 0,14-2 0 0 0,-19 4 3 0 0,1 0 1 0 0,0 0-1 0 0,-1 1 1 0 0,1-1-1 0 0,-1 1 1 0 0,0 0-1 0 0,1 1 1 0 0,-1-1-1 0 0,0 1 1 0 0,0 0-1 0 0,0 0 0 0 0,0 1 1 0 0,0 0-1 0 0,0 0 1 0 0,0 0-1 0 0,-1 0 1 0 0,0 0-1 0 0,0 1 1 0 0,0 0-1 0 0,0 0 1 0 0,0 0-1 0 0,-1 1 1 0 0,0-1-1 0 0,0 1 1 0 0,4 7-1 0 0,-5-8 0 0 0,0 0 0 0 0,0 0 0 0 0,0 0 0 0 0,-1 1 0 0 0,1-1 0 0 0,-1 1 0 0 0,0-1 0 0 0,-1 1 0 0 0,1-1 0 0 0,-1 1 0 0 0,0 0 0 0 0,0-1 0 0 0,0 1-1 0 0,-1-1 1 0 0,1 1 0 0 0,-1-1 0 0 0,-2 7 0 0 0,0-4 4 0 0,0 0 0 0 0,0 0 0 0 0,-1-1 0 0 0,0 1 0 0 0,0-1 1 0 0,-1 0-1 0 0,0 0 0 0 0,0 0 0 0 0,-11 8 0 0 0,2-2 7 0 0,-1-1 0 0 0,0-1 0 0 0,-1 0 0 0 0,-1-1 0 0 0,1-1 0 0 0,-1 0-1 0 0,-32 9 1 0 0,41-15-152 0 0,-76 15 42 0 0,43-19-2448 0 0,39 2 2132 0 0,0-1 0 0 0,0 1 0 0 0,0-1 0 0 0,1 0 0 0 0,-1 0 0 0 0,0 0 0 0 0,0 0 0 0 0,1 0 0 0 0,-1 0 0 0 0,0 0 0 0 0,1 0 0 0 0,-1-1-1 0 0,1 1 1 0 0,-1 0 0 0 0,0-3 0 0 0</inkml:trace>
</inkml:ink>
</file>

<file path=ppt/ink/ink3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2:25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6 218 868 0 0,'0'0'962'0'0,"-1"17"2825"0"0,-1-1-2718 0 0,1 0 0 0 0,0 0 1 0 0,1 1-1 0 0,1-1 1 0 0,4 30-1 0 0,-3-36-678 0 0,-2-10-369 0 0,0 1 1 0 0,0-1 0 0 0,0 0-1 0 0,0 1 1 0 0,0-1-1 0 0,1 0 1 0 0,-1 0 0 0 0,0 1-1 0 0,0-1 1 0 0,0 0 0 0 0,1 0-1 0 0,-1 1 1 0 0,0-1-1 0 0,0 0 1 0 0,1 0 0 0 0,-1 1-1 0 0,0-1 1 0 0,0 0-1 0 0,1 0 1 0 0,-1 0 0 0 0,0 0-1 0 0,1 0 1 0 0,-1 1-1 0 0,0-1 1 0 0,0 0 0 0 0,1 0-1 0 0,-1 0 1 0 0,0 0-1 0 0,1 0 1 0 0,-1 0 0 0 0,0 0-1 0 0,1 0 1 0 0,-1 0 0 0 0,0 0-1 0 0,1 0 1 0 0,-1 0-1 0 0,0-1 1 0 0,1 1 0 0 0,-1 0-1 0 0,0 0 1 0 0,1 0-1 0 0,-1 0 1 0 0,0 0 0 0 0,1-1-1 0 0,10-6 20 0 0,0-1-1 0 0,0-1 1 0 0,-1 0-1 0 0,0 0 1 0 0,10-13 0 0 0,-18 21-127 0 0,14 1-734 0 0,13 11 11 0 0,-12-3 246 0 0,1-2 0 0 0,0 0 0 0 0,1 0 0 0 0,-1-2 0 0 0,22 3 1 0 0,-35-7 501 0 0,0 0 1 0 0,1 0-1 0 0,-1 0 1 0 0,0-1-1 0 0,0 1 1 0 0,0-1-1 0 0,0 0 1 0 0,0-1-1 0 0,0 1 1 0 0,-1-1-1 0 0,1 0 1 0 0,0 0-1 0 0,-1-1 1 0 0,1 1-1 0 0,-1-1 1 0 0,0 0-1 0 0,0 0 1 0 0,0 0 0 0 0,0-1-1 0 0,-1 0 1 0 0,1 1-1 0 0,-1-1 1 0 0,0 0-1 0 0,5-9 1 0 0,1-2 330 0 0,-2-1 1 0 0,0 0 0 0 0,-1 0 0 0 0,0-1 0 0 0,-1 0-1 0 0,4-30 1 0 0,-4 5 3252 0 0,0-70 2351 0 0,-6 119-5673 0 0,-5 48 12 0 0,2 1-1 0 0,3 0 1 0 0,3 0 0 0 0,9 67 0 0 0,-10-120-734 0 0,0 46-1485 0 0,-4-34-1335 0 0,-4-3-3579 0 0,1-7 3034 0 0</inkml:trace>
</inkml:ink>
</file>

<file path=ppt/ink/ink3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2:25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32 876 0 0,'0'0'1024'0'0,"8"-11"556"0"0,4 4-748 0 0,1 1-856 0 0,-4 3-692 0 0,-1-2-776 0 0</inkml:trace>
</inkml:ink>
</file>

<file path=ppt/ink/ink3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2:37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32 693 292 0 0,'-1'-18'8493'0'0,"146"-82"-6964"0"0,12-9-1017 0 0,-131 88-400 0 0,-1-2-1 0 0,0 0 1 0 0,36-47-1 0 0,-48 53 10 0 0,-1-1 0 0 0,0 0-1 0 0,-2-1 1 0 0,0 0-1 0 0,-2-1 1 0 0,0 0-1 0 0,-1-1 1 0 0,-1 1 0 0 0,0-1-1 0 0,-2 0 1 0 0,-1-1-1 0 0,0 1 1 0 0,-1-30 0 0 0,-2 50-106 0 0,0 0 1 0 0,0 0 0 0 0,0 1 0 0 0,0-1-1 0 0,0 0 1 0 0,1 0 0 0 0,-1 1 0 0 0,0-1 0 0 0,-1 0-1 0 0,1 0 1 0 0,0 1 0 0 0,0-1 0 0 0,0 0-1 0 0,0 1 1 0 0,-1-1 0 0 0,1 0 0 0 0,0 0 0 0 0,0 1-1 0 0,-1-1 1 0 0,1 0 0 0 0,-1 1 0 0 0,1-1 0 0 0,-1 1-1 0 0,1-1 1 0 0,-1 1 0 0 0,1-1 0 0 0,-2 0-1 0 0,-12 14 117 0 0,-21 49-183 0 0,29-50 95 0 0,-47 100-6 0 0,6 3 1 0 0,5 1-1 0 0,-31 133 0 0 0,58-190-64 0 0,-58 186-481 0 0,59-208-161 0 0,-1-2 0 0 0,-1 0 1 0 0,-3-1-1 0 0,-35 52 0 0 0,50-80 195 0 0,-1-1 1 0 0,1 0-1 0 0,-1 0 0 0 0,0 0 0 0 0,0-1 0 0 0,0 1 0 0 0,-1-1 1 0 0,1-1-1 0 0,-1 1 0 0 0,0-1 0 0 0,-9 4 0 0 0,-5-1-1853 0 0</inkml:trace>
</inkml:ink>
</file>

<file path=ppt/ink/ink3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2:37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0 440 448 0 0,'138'-48'1892'0'0,"76"-6"-679"0"0,-109 29-762 0 0,734-212 2862 0 0,-791 222-3047 0 0,89-34 1746 0 0,-129 41-7 0 0,-18 5-1631 0 0,6 2-370 0 0,0 1-1 0 0,0 1 1 0 0,0-1-1 0 0,0 0 1 0 0,0 1-1 0 0,0 0 1 0 0,-6 2-1 0 0,-17 8 126 0 0,1 1-1 0 0,1 2 0 0 0,-38 26 0 0 0,56-36-117 0 0,1 0 1 0 0,0 1-1 0 0,1 0 0 0 0,-1 0 0 0 0,1 0 1 0 0,0 1-1 0 0,0 0 0 0 0,1 0 1 0 0,-1 0-1 0 0,1 0 0 0 0,1 1 0 0 0,-1 0 1 0 0,1-1-1 0 0,0 1 0 0 0,1 1 0 0 0,0-1 1 0 0,0 0-1 0 0,0 0 0 0 0,0 10 0 0 0,2-15-9 0 0,0 0-1 0 0,0 0 0 0 0,0 1 0 0 0,0-1 0 0 0,0 0 0 0 0,0 0 0 0 0,1 1 1 0 0,-1-1-1 0 0,1 0 0 0 0,0 0 0 0 0,-1 0 0 0 0,1 1 0 0 0,0-1 0 0 0,0 0 1 0 0,1 0-1 0 0,-1-1 0 0 0,0 1 0 0 0,0 0 0 0 0,1 0 0 0 0,0-1 0 0 0,-1 1 1 0 0,1 0-1 0 0,0-1 0 0 0,-1 0 0 0 0,1 1 0 0 0,0-1 0 0 0,0 0 0 0 0,0 0 1 0 0,0 0-1 0 0,1 0 0 0 0,-1-1 0 0 0,0 1 0 0 0,0 0 0 0 0,0-1 0 0 0,1 1 1 0 0,-1-1-1 0 0,0 0 0 0 0,0 0 0 0 0,1 0 0 0 0,2 0 0 0 0,7-2 8 0 0,1 1 0 0 0,0-1 0 0 0,0-1-1 0 0,-1-1 1 0 0,16-5 0 0 0,-21 6-14 0 0,35-13-7 0 0,45-25-1 0 0,-53 24-39 0 0,0 1 0 0 0,48-15 0 0 0,-79 30 35 0 0,-1 1-1 0 0,1-1 1 0 0,-1 1 0 0 0,1 0 0 0 0,0 0 0 0 0,-1 0 0 0 0,1 0-1 0 0,0 0 1 0 0,-1 0 0 0 0,1 1 0 0 0,-1-1 0 0 0,1 1-1 0 0,-1 0 1 0 0,1 0 0 0 0,-1 0 0 0 0,1 0 0 0 0,-1 0-1 0 0,0 1 1 0 0,1-1 0 0 0,-1 1 0 0 0,2 1 0 0 0,4 4-46 0 0,-1 0 0 0 0,-1 1 0 0 0,1 0 0 0 0,6 9 1 0 0,5 8-60 0 0,-17-24 194 0 0,1-1-5 0 0,0 0-1 0 0,0-1 1 0 0,0 1-1 0 0,1 0 0 0 0,-1-1 1 0 0,0 1-1 0 0,0-1 1 0 0,0 0-1 0 0,0 0 0 0 0,0 0 1 0 0,0 0-1 0 0,0 0 0 0 0,-1 0 1 0 0,1 0-1 0 0,0 0 1 0 0,0-1-1 0 0,1-2 0 0 0,34-37 86 0 0,-31 33-509 0 0,1 0-1 0 0,-1 1 0 0 0,1 0 0 0 0,0 0 1 0 0,13-9-1 0 0,35-10-5716 0 0,-30 18 3239 0 0</inkml:trace>
</inkml:ink>
</file>

<file path=ppt/ink/ink3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2: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22 1064 0 0,'-2'-3'683'0'0,"-1"1"-1"0"0,1-1 0 0 0,-1 1 1 0 0,1 0-1 0 0,-1 0 1 0 0,0 0-1 0 0,0 1 1 0 0,-6-4-1 0 0,-8 12-158 0 0,0 1 0 0 0,1 0 0 0 0,-20 14 0 0 0,31-19-410 0 0,-1 1-1 0 0,1 0 1 0 0,0 1 0 0 0,0-1-1 0 0,0 1 1 0 0,1 0-1 0 0,-1 0 1 0 0,1 0 0 0 0,1 1-1 0 0,-1 0 1 0 0,1-1-1 0 0,-5 11 1 0 0,8-15-100 0 0,0-1 0 0 0,0 1 0 0 0,0 0 1 0 0,-1-1-1 0 0,1 1 0 0 0,0-1 0 0 0,0 1 0 0 0,0 0 0 0 0,0-1 1 0 0,0 1-1 0 0,0 0 0 0 0,0-1 0 0 0,0 1 0 0 0,1-1 0 0 0,-1 1 1 0 0,0 0-1 0 0,0-1 0 0 0,0 1 0 0 0,1-1 0 0 0,-1 1 0 0 0,0 0 1 0 0,1-1-1 0 0,-1 1 0 0 0,0-1 0 0 0,1 1 0 0 0,-1-1 0 0 0,1 1 1 0 0,-1-1-1 0 0,1 0 0 0 0,-1 1 0 0 0,1 0 0 0 0,24 5 178 0 0,29-8-30 0 0,-51 2-136 0 0,77-13 66 0 0,-10 1-1902 0 0,-23 8-3058 0 0,-25 4 2038 0 0</inkml:trace>
</inkml:ink>
</file>

<file path=ppt/ink/ink3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2:39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1 857 200 0 0,'-1'-1'7771'0'0,"11"-18"-7417"0"0,14-5 126 0 0,2 1 0 0 0,0 1 0 0 0,52-34 0 0 0,-28 21-98 0 0,169-135 854 0 0,85-108-188 0 0,-182 139-626 0 0,-68 75-126 0 0,-55 64-300 0 0,1 0 0 0 0,-1 1 0 0 0,1-1 0 0 0,-1 0 1 0 0,0 1-1 0 0,1-1 0 0 0,-1 0 0 0 0,0 0 0 0 0,1 0 0 0 0,-1 0 1 0 0,0 1-1 0 0,1-1 0 0 0,-1 0 0 0 0,0 0 0 0 0,1 0 1 0 0,-1 0-1 0 0,0-1 0 0 0,1 1 0 0 0,-1 0 0 0 0,0 0 1 0 0,1 0-1 0 0,-1-1 0 0 0,0 1 0 0 0,1 0 0 0 0,-1 0 1 0 0,1-1-1 0 0,-1 1 0 0 0,1-1 0 0 0,-1 1 0 0 0,0 0 0 0 0,1-1 1 0 0,0 1-1 0 0,-1-1 0 0 0,1 1 0 0 0,-1-1 0 0 0,1 0 1 0 0,-1 1-1 0 0,1-1 0 0 0,0 1 0 0 0,0-1 0 0 0,-1 0 1 0 0,1 1-1 0 0,0-1 0 0 0,0 0 0 0 0,0 1 0 0 0,0-1 1 0 0,-1 0-1 0 0,1 1 0 0 0,0-1 0 0 0,0 0 0 0 0,0 1 0 0 0,0-1 1 0 0,1 0-1 0 0,-1 1 0 0 0,0-1 0 0 0,0 0 0 0 0,0 1 1 0 0,1-1-1 0 0,-1 0 0 0 0,0 1 0 0 0,0-1 0 0 0,1 1 1 0 0,-1-1-1 0 0,1 1 0 0 0,-1-1 0 0 0,0 0 0 0 0,1 1 1 0 0,-1-1-1 0 0,2 0 0 0 0,-27 12-48 0 0,0 1 1 0 0,1 0-1 0 0,1 2 0 0 0,0 1 1 0 0,1 1-1 0 0,1 0 0 0 0,0 2 1 0 0,2 0-1 0 0,0 2 0 0 0,-24 30 1 0 0,37-39 6 0 0,-1 0-1 0 0,2 1 1 0 0,-1 0-1 0 0,2 0 1 0 0,0 1 0 0 0,0-1-1 0 0,1 1 1 0 0,0 0 0 0 0,2 0-1 0 0,-1 0 1 0 0,1 0 0 0 0,1 0-1 0 0,0 0 1 0 0,1 0 0 0 0,1 0-1 0 0,0 0 1 0 0,1 0 0 0 0,0 0-1 0 0,1-1 1 0 0,5 15 0 0 0,24 64-553 0 0,-33-89 574 0 0,1 0-24 0 0,1 4 118 0 0,0-7-613 0 0,3-7 446 0 0,-1-1 0 0 0,1 1 0 0 0,0 1 0 0 0,1-1 0 0 0,0 1-1 0 0,0 0 1 0 0,0 0 0 0 0,1 0 0 0 0,14-10 0 0 0,84-53-418 0 0,-47 34 554 0 0,-20 8 213 0 0,-20 14 395 0 0,1 1 0 0 0,25-13-1 0 0,-42 25-448 0 0,-8 6-101 0 0,-1 1 0 0 0,1 0-1 0 0,0 1 1 0 0,1-1 0 0 0,0 1-1 0 0,0 0 1 0 0,0 1-1 0 0,1-1 1 0 0,0 1 0 0 0,0 0-1 0 0,1 0 1 0 0,-3 10 0 0 0,6-16-98 0 0,-1-1 1 0 0,1 0 0 0 0,0 0 0 0 0,0 0 0 0 0,0 1 0 0 0,0-1 0 0 0,1 0 0 0 0,-1 0 0 0 0,0 1 0 0 0,0-1 0 0 0,1 0 0 0 0,-1 0 0 0 0,1 0 0 0 0,-1 0 0 0 0,1 0 0 0 0,-1 0 0 0 0,1 0 0 0 0,0 0 0 0 0,0 0 0 0 0,-1 0 0 0 0,1 0 0 0 0,0 0 0 0 0,0 0 0 0 0,0 0 0 0 0,0-1 0 0 0,0 1 0 0 0,0 0 0 0 0,0-1 0 0 0,0 1 0 0 0,0 0 0 0 0,0-1 0 0 0,0 0 0 0 0,1 1 0 0 0,-1-1 0 0 0,0 0 0 0 0,0 1 0 0 0,0-1 0 0 0,1 0 0 0 0,-1 0 0 0 0,2 0 0 0 0,53 0 0 0 0,-49-1 0 0 0,6 0 3 0 0,4-2-3 0 0,36-1-71 0 0,-51 4 52 0 0,31 26-3312 0 0,-15-12-1357 0 0,-8-11 1992 0 0</inkml:trace>
</inkml:ink>
</file>

<file path=ppt/ink/ink3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2:39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9 684 0 0,'-5'-2'384'0'0,"0"0"-1"0"0,0 1 1 0 0,0 0-1 0 0,0 0 1 0 0,-1 0-1 0 0,1 1 1 0 0,0-1 0 0 0,-1 1-1 0 0,1 0 1 0 0,0 1-1 0 0,0-1 1 0 0,-1 1-1 0 0,1 0 1 0 0,0 1-1 0 0,-6 1 1 0 0,4 0-119 0 0,-1 0 0 0 0,1 0 0 0 0,0 1 0 0 0,0 0 0 0 0,0 0 0 0 0,1 0-1 0 0,0 1 1 0 0,0 0 0 0 0,-8 8 0 0 0,13-12-283 0 0,0 1 0 0 0,0-1 0 0 0,1 0 0 0 0,-1 1 0 0 0,1-1 0 0 0,-1 0 0 0 0,1 1-1 0 0,-1-1 1 0 0,1 1 0 0 0,0-1 0 0 0,0 0 0 0 0,0 1 0 0 0,0-1 0 0 0,0 1 0 0 0,0-1 0 0 0,0 1 0 0 0,0-1 0 0 0,0 1-1 0 0,1-1 1 0 0,-1 1 0 0 0,1-1 0 0 0,-1 0 0 0 0,1 1 0 0 0,-1-1 0 0 0,1 0 0 0 0,0 0 0 0 0,0 1 0 0 0,0-1-1 0 0,-1 0 1 0 0,1 0 0 0 0,0 0 0 0 0,1 0 0 0 0,-1 0 0 0 0,0 0 0 0 0,2 1 0 0 0,2 3-533 0 0,1 0 1 0 0,0 0-1 0 0,1 0 0 0 0,12 6 1 0 0,-4-4-1747 0 0,2-2 176 0 0</inkml:trace>
</inkml:ink>
</file>

<file path=ppt/ink/ink3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2:40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2 232 0 0,'-15'-1'2494'0'0,"3"2"-1515"0"0,0 1 1 0 0,0 1-1 0 0,-21 8 0 0 0,30-11-883 0 0,0 1 1 0 0,1 0-1 0 0,-1 0 1 0 0,1 0-1 0 0,-1 0 1 0 0,1 1 0 0 0,0-1-1 0 0,-1 1 1 0 0,1-1-1 0 0,0 1 1 0 0,0 0-1 0 0,0 0 1 0 0,0 0-1 0 0,0 0 1 0 0,0 0-1 0 0,1 0 1 0 0,-1 0-1 0 0,1 1 1 0 0,-1-1-1 0 0,1 0 1 0 0,0 1 0 0 0,0-1-1 0 0,0 1 1 0 0,0 3-1 0 0,1-2-65 0 0,1 0-1 0 0,0 0 1 0 0,0 0-1 0 0,0-1 0 0 0,0 1 1 0 0,1 0-1 0 0,0 0 1 0 0,0-1-1 0 0,0 1 1 0 0,0-1-1 0 0,0 0 1 0 0,0 0-1 0 0,1 1 1 0 0,0-1-1 0 0,0-1 0 0 0,0 1 1 0 0,0 0-1 0 0,0-1 1 0 0,0 0-1 0 0,1 1 1 0 0,-1-1-1 0 0,1-1 1 0 0,-1 1-1 0 0,1 0 1 0 0,5 1-1 0 0,7 3-82 0 0,1-1 0 0 0,-1 0 1 0 0,1-1-1 0 0,23 2 0 0 0,-25-5 22 0 0,0 0 0 0 0,-1-1 0 0 0,1-1 0 0 0,0 0 0 0 0,0-1 0 0 0,-1-1 1 0 0,1 0-1 0 0,19-7 0 0 0,-9 0 404 0 0,0-1-1 0 0,-1-1 1 0 0,35-24 0 0 0,-59 36-328 0 0,-1 1 0 0 0,0-1 0 0 0,0 0 0 0 0,1 0 0 0 0,-1 0 0 0 0,0 0 0 0 0,0 0 0 0 0,0 0 0 0 0,1-1 0 0 0,-1 1 0 0 0,0 0 0 0 0,0 0 0 0 0,0 0 0 0 0,1-1 0 0 0,-1 1 0 0 0,0 0 0 0 0,1-1 0 0 0,-1 1 0 0 0,0-1 0 0 0,1 1 0 0 0,-1-1 0 0 0,0 1 0 0 0,1-1 0 0 0,-1 1 0 0 0,1-1 0 0 0,-1 0 0 0 0,1 1 0 0 0,-1-1 0 0 0,1 0 0 0 0,0 1 0 0 0,-1-1 1 0 0,1 0-1 0 0,0 1 0 0 0,-1-1 0 0 0,1 0 0 0 0,0 0 0 0 0,0 1 0 0 0,0-1 0 0 0,0 0 0 0 0,0 0 0 0 0,0 0 0 0 0,0 1 0 0 0,0-1 0 0 0,0 0 0 0 0,0 0 0 0 0,0 0 0 0 0,0 1 0 0 0,0-1 0 0 0,1 0 0 0 0,-1 0 0 0 0,0 1 0 0 0,1-1 0 0 0,-1 0 0 0 0,1 1 0 0 0,-1-1 0 0 0,0 0 0 0 0,2-1 0 0 0,-7 5-5 0 0,-1 0-1 0 0,1 0 1 0 0,0 1-1 0 0,0-1 1 0 0,-9 9 0 0 0,13-11-56 0 0,0 0 1 0 0,0 0 0 0 0,0 0-1 0 0,0 1 1 0 0,0-1 0 0 0,0 0-1 0 0,0 0 1 0 0,1 1 0 0 0,-1-1-1 0 0,0 1 1 0 0,1-1 0 0 0,-1 0-1 0 0,1 1 1 0 0,0-1 0 0 0,-1 1-1 0 0,1-1 1 0 0,0 1 0 0 0,0-1-1 0 0,0 1 1 0 0,0-1 0 0 0,0 1-1 0 0,0-1 1 0 0,1 1 0 0 0,-1-1-1 0 0,0 1 1 0 0,1-1 0 0 0,-1 1-1 0 0,2 2 1 0 0,-1-3 3 0 0,0 1 0 0 0,1-1 1 0 0,-1 1-1 0 0,0-1 0 0 0,1 0 0 0 0,-1 0 1 0 0,1 1-1 0 0,0-1 0 0 0,-1 0 1 0 0,1 0-1 0 0,0 0 0 0 0,0-1 0 0 0,-1 1 1 0 0,1 0-1 0 0,0-1 0 0 0,0 1 0 0 0,0-1 1 0 0,0 0-1 0 0,0 0 0 0 0,3 1 0 0 0,42-3-179 0 0,-37 1 133 0 0,47-4-143 0 0,-17 0 107 0 0,-1 2 1 0 0,1 2-1 0 0,0 1 0 0 0,-1 2 1 0 0,1 2-1 0 0,41 9 0 0 0,-78-12 86 0 0,0-1 0 0 0,-1 1 0 0 0,1 0 0 0 0,-1 0-1 0 0,1 0 1 0 0,-1 0 0 0 0,1 0 0 0 0,-1 1 0 0 0,0-1-1 0 0,0 1 1 0 0,1-1 0 0 0,-1 1 0 0 0,0 0 0 0 0,0 0-1 0 0,-1 0 1 0 0,1 0 0 0 0,0 0 0 0 0,-1 0 0 0 0,1 0-1 0 0,-1 1 1 0 0,0-1 0 0 0,0 1 0 0 0,0-1 0 0 0,2 4-1 0 0,-5-2 16 0 0,-22 19-18 0 0,24-23 6 0 0,0 0 1 0 0,0 0 0 0 0,0 0-1 0 0,0 0 1 0 0,0 0-1 0 0,0 0 1 0 0,0 0-1 0 0,0-1 1 0 0,0 1 0 0 0,0 0-1 0 0,0 0 1 0 0,0 0-1 0 0,0 0 1 0 0,0 0 0 0 0,0 0-1 0 0,-1 0 1 0 0,1 0-1 0 0,0 0 1 0 0,0 0-1 0 0,0 0 1 0 0,0-1 0 0 0,0 1-1 0 0,0 0 1 0 0,0 0-1 0 0,0 0 1 0 0,-1 0 0 0 0,1 0-1 0 0,0 0 1 0 0,0 0-1 0 0,0 0 1 0 0,0 0-1 0 0,0 0 1 0 0,0 0 0 0 0,-1 0-1 0 0,1 0 1 0 0,0 0-1 0 0,0 0 1 0 0,0 0 0 0 0,0 0-1 0 0,0 0 1 0 0,0 0-1 0 0,0 0 1 0 0,-1 1-1 0 0,1-1 1 0 0,0 0 0 0 0,0 0-1 0 0,0 0 1 0 0,0 0-1 0 0,0 0 1 0 0,0 0 0 0 0,0 0-1 0 0,0 0 1 0 0,0 0-1 0 0,0 0 1 0 0,-1 1-1 0 0,1-1 1 0 0,0 0 0 0 0,0 0-1 0 0,0 0 1 0 0,0 0-1 0 0,0 0 1 0 0,0 0 0 0 0,1-2-26 0 0,1 0 0 0 0,-1 0 0 0 0,1 0 0 0 0,-1 0 0 0 0,1 0 1 0 0,0 0-1 0 0,0 0 0 0 0,0 1 0 0 0,0-1 0 0 0,0 1 0 0 0,0-1 1 0 0,5-1-1 0 0,15-7-192 0 0,0 1 0 0 0,0 1-1 0 0,32-7 1 0 0,-46 13 164 0 0,0 0 0 0 0,0 1 0 0 0,0 1 0 0 0,0-1 0 0 0,0 1 0 0 0,0 0 0 0 0,0 1 0 0 0,0 0 0 0 0,0 1 0 0 0,0-1-1 0 0,0 1 1 0 0,0 1 0 0 0,11 4 0 0 0,-18-6 69 0 0,1 0 0 0 0,-1-1 0 0 0,1 1 0 0 0,-1 0 0 0 0,1 0 0 0 0,-1 0 0 0 0,1 0 0 0 0,-1 1 0 0 0,0-1 0 0 0,0 0 0 0 0,0 1 1 0 0,0-1-1 0 0,0 0 0 0 0,0 1 0 0 0,0-1 0 0 0,0 1 0 0 0,0 0 0 0 0,0-1 0 0 0,-1 1 0 0 0,1 0 0 0 0,-1-1 0 0 0,0 1 0 0 0,1 0 0 0 0,-1-1 0 0 0,0 1 0 0 0,0 0 0 0 0,0 0 0 0 0,0-1 0 0 0,0 1 0 0 0,0 0 0 0 0,-1 0 0 0 0,1-1 0 0 0,0 1 0 0 0,-1 0 0 0 0,0-1 0 0 0,-1 4 0 0 0,-17 23-897 0 0,-5-10-4304 0 0</inkml:trace>
</inkml:ink>
</file>

<file path=ppt/ink/ink3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2:41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450 151 488 0 0,'-4'-6'749'0'0,"1"0"-1"0"0,-1 1 1 0 0,1-1-1 0 0,-1 1 1 0 0,-1 0-1 0 0,1 1 1 0 0,-1-1-1 0 0,-5-4 1 0 0,8 8-224 0 0,-1 3-56 0 0,-2 4-312 0 0,0 0 0 0 0,0-1-1 0 0,1 2 1 0 0,0-1-1 0 0,0 1 1 0 0,0-1 0 0 0,0 1-1 0 0,1 0 1 0 0,1 0-1 0 0,-4 14 1 0 0,-16 89 664 0 0,10-46-394 0 0,-12 61 263 0 0,14-64-302 0 0,-3 1 1 0 0,-24 65 0 0 0,33-117-346 0 0,-1-1 0 0 0,1 1-1 0 0,-2-1 1 0 0,1 0 0 0 0,-2 0 0 0 0,1-1 0 0 0,-1 0 0 0 0,0 0 0 0 0,-1 0 0 0 0,-9 7-1 0 0,10-10-7 0 0,1 0-1 0 0,-1-1 0 0 0,0 0 0 0 0,0 0 0 0 0,0-1 0 0 0,0 0 0 0 0,-14 4 1 0 0,15-6-7 0 0,1 0 0 0 0,-1 0 1 0 0,0-1-1 0 0,1 0 0 0 0,-1 0 1 0 0,-11-1-1 0 0,15 1-43 0 0,0 0 1 0 0,0 0-1 0 0,0-1 0 0 0,0 1 0 0 0,0-1 0 0 0,0 1 1 0 0,0-1-1 0 0,0 0 0 0 0,0 0 0 0 0,1 1 0 0 0,-1-1 0 0 0,0-1 1 0 0,0 1-1 0 0,1 0 0 0 0,-1 0 0 0 0,0-1 0 0 0,1 1 1 0 0,0-1-1 0 0,-1 1 0 0 0,1-1 0 0 0,-2-3 0 0 0,2 3-18 0 0,1 0-1 0 0,-1 0 1 0 0,1 0-1 0 0,0 0 1 0 0,0 0-1 0 0,0-1 1 0 0,0 1-1 0 0,0 0 1 0 0,0 0-1 0 0,1 0 0 0 0,-1 0 1 0 0,1 0-1 0 0,-1 0 1 0 0,1 0-1 0 0,0 0 1 0 0,0 0-1 0 0,1-3 1 0 0,3-3-83 0 0,0-1 1 0 0,1 1 0 0 0,0 0 0 0 0,1 1-1 0 0,0-1 1 0 0,0 1 0 0 0,13-10 0 0 0,34-16-520 0 0,1 2 1 0 0,2 2 0 0 0,109-37-1 0 0,5-6 385 0 0,-84 34 2873 0 0,-85 37-2379 0 0,0 0 0 0 0,0 0 0 0 0,-1 0 0 0 0,1 0 1 0 0,0 1-1 0 0,0-1 0 0 0,0 0 0 0 0,0 1 0 0 0,0 0 0 0 0,0-1 0 0 0,0 1 0 0 0,0 0 0 0 0,3 0 0 0 0,-5 1-156 0 0,1 0-1 0 0,0 0 1 0 0,-1 0-1 0 0,0 0 1 0 0,1 0-1 0 0,-1 0 1 0 0,0 0-1 0 0,1 0 1 0 0,-1 1-1 0 0,0-1 1 0 0,0 0-1 0 0,0 0 1 0 0,0 0-1 0 0,0 0 1 0 0,0 0-1 0 0,0 0 1 0 0,0 0-1 0 0,-1 2 1 0 0,1 13-441 0 0,-4 1 420 0 0,4-15-65 0 0,-1 0-1 0 0,1-1 0 0 0,-1 1 0 0 0,1 0 0 0 0,0-1 0 0 0,-1 1 0 0 0,1 0 0 0 0,0 0 0 0 0,0-1 0 0 0,0 1 0 0 0,0 0 0 0 0,1-1 1 0 0,-1 1-1 0 0,0 0 0 0 0,1-1 0 0 0,-1 1 0 0 0,1 0 0 0 0,0-1 0 0 0,-1 1 0 0 0,3 2 0 0 0,1-6-39 0 0,24-16-12 0 0,-23 14-66 0 0,0 0-1 0 0,0 0 1 0 0,1 1 0 0 0,-1 0 0 0 0,1 0 0 0 0,0 0 0 0 0,0 1 0 0 0,0 0 0 0 0,0 0 0 0 0,1 0 0 0 0,-1 1-1 0 0,0 0 1 0 0,1 0 0 0 0,-1 0 0 0 0,1 1 0 0 0,10 1 0 0 0,22 6-232 0 0,-1-3 0 0 0,0 0 0 0 0,1-3 0 0 0,0-1 0 0 0,-1-2 1 0 0,60-11-1 0 0,-80 10 334 0 0,-1-2 0 0 0,1-1 1 0 0,-1 0-1 0 0,0-1 1 0 0,-1 0-1 0 0,1-2 0 0 0,-2 0 1 0 0,1 0-1 0 0,-1-2 0 0 0,-1 0 1 0 0,0 0-1 0 0,0-2 1 0 0,-1 1-1 0 0,-1-2 0 0 0,0 0 1 0 0,10-17-1 0 0,-11 16 135 0 0,-1-1 0 0 0,-1 0 0 0 0,-1-1-1 0 0,-1 0 1 0 0,0 0 0 0 0,-1-1 0 0 0,0 1 0 0 0,-2-1-1 0 0,0-1 1 0 0,-1 1 0 0 0,-1 0 0 0 0,-1-1 0 0 0,0 0-1 0 0,-4-28 1 0 0,3 39-49 0 0,-4-14 572 0 0,3 21-565 0 0,-4 6-9 0 0,-10 10-23 0 0,1 1 1 0 0,0 0-1 0 0,1 1 1 0 0,1 1-1 0 0,1 0 1 0 0,1 1-1 0 0,0 0 1 0 0,1 0-1 0 0,1 1 1 0 0,1 0-1 0 0,-6 29 0 0 0,4-8-151 0 0,1 1-1 0 0,3-1 1 0 0,1 1-1 0 0,2 0 1 0 0,3 43-1 0 0,0-74-499 0 0,1 0 1 0 0,0 0-1 0 0,5 19 1 0 0,12 8-5276 0 0,-7-25 2284 0 0</inkml:trace>
</inkml:ink>
</file>

<file path=ppt/ink/ink3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2:43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233 274 760 0 0,'3'-14'4434'0'0,"-2"9"-2214"0"0,-3 11 187 0 0,-64 226-966 0 0,-16 66-447 0 0,56-213-729 0 0,12-43-47 0 0,14-41-157 0 0,0 0-1 0 0,0 0 1 0 0,-1 0-1 0 0,1-1 1 0 0,0 1-1 0 0,0 0 1 0 0,0 0 0 0 0,0 0-1 0 0,-1 0 1 0 0,1-1-1 0 0,0 1 1 0 0,-1 0-1 0 0,1 0 1 0 0,-1-1-1 0 0,1 1 1 0 0,-1 0 0 0 0,1 0-1 0 0,-1-1 1 0 0,1 1-1 0 0,-1-1 1 0 0,0 1-1 0 0,1 0 1 0 0,-1-1-1 0 0,0 0 1 0 0,0 1-1 0 0,1-1 1 0 0,-1 1 0 0 0,0-1-1 0 0,-1 1 1 0 0,1-3-5 0 0,-1 0 1 0 0,1 0 0 0 0,0 0-1 0 0,-1 0 1 0 0,1 0 0 0 0,0 0 0 0 0,0 0-1 0 0,1 0 1 0 0,-1-1 0 0 0,0 1-1 0 0,1 0 1 0 0,-1 0 0 0 0,1-3-1 0 0,-7-29 6 0 0,2-1 0 0 0,1 1 0 0 0,2-1 0 0 0,1 1 0 0 0,2-1-1 0 0,1 1 1 0 0,12-59 0 0 0,-3 46-199 0 0,1-1-1 0 0,3 2 1 0 0,2 0 0 0 0,41-80-1 0 0,-46 105 64 0 0,0 2 1 0 0,2-1-1 0 0,0 2 0 0 0,1 0 0 0 0,0 1 0 0 0,2 0 0 0 0,0 1 0 0 0,1 1 0 0 0,29-18 0 0 0,-33 24 47 0 0,0 0 1 0 0,1 1-1 0 0,0 1 0 0 0,1 1 1 0 0,0 0-1 0 0,0 1 0 0 0,0 0 1 0 0,0 2-1 0 0,1 0 0 0 0,-1 0 1 0 0,1 2-1 0 0,0 0 0 0 0,29 3 1 0 0,-38-1-16 0 0,1 1 0 0 0,-1 0 1 0 0,0 0-1 0 0,0 1 0 0 0,1 0 1 0 0,-2 0-1 0 0,1 1 0 0 0,0 0 0 0 0,-1 1 1 0 0,0 0-1 0 0,0 0 0 0 0,0 0 1 0 0,0 1-1 0 0,-1 0 0 0 0,0 0 1 0 0,0 0-1 0 0,6 11 0 0 0,-9-13 18 0 0,0 0 0 0 0,-1 1 0 0 0,0-1 0 0 0,1 1-1 0 0,-2 0 1 0 0,1 0 0 0 0,0 0 0 0 0,-1 0 0 0 0,0 0 0 0 0,0 0-1 0 0,-1 0 1 0 0,1 0 0 0 0,-1 0 0 0 0,0 0 0 0 0,-1 1 0 0 0,1-1-1 0 0,-1 0 1 0 0,0 0 0 0 0,0 0 0 0 0,0 0 0 0 0,-1 0 0 0 0,0-1-1 0 0,0 1 1 0 0,0 0 0 0 0,-1-1 0 0 0,1 1 0 0 0,-1-1-1 0 0,0 0 1 0 0,-5 6 0 0 0,-4 2 19 0 0,-1 0-1 0 0,0-1 1 0 0,0 0 0 0 0,-1-1-1 0 0,0 0 1 0 0,-1-1 0 0 0,0-1-1 0 0,-1-1 1 0 0,1 0 0 0 0,-2-1-1 0 0,1 0 1 0 0,0-1 0 0 0,-1-1-1 0 0,-26 2 1 0 0,11-2 121 0 0,-1-2-1 0 0,0-1 1 0 0,1-2-1 0 0,-1-1 1 0 0,0-2-1 0 0,-55-13 1 0 0,21-8-1279 0 0,67 25 1091 0 0,-1 0 0 0 0,1 0-1 0 0,0 0 1 0 0,-1 0 0 0 0,1 0 0 0 0,0 0 0 0 0,-1 0-1 0 0,1 0 1 0 0,0-1 0 0 0,-1 1 0 0 0,1 0-1 0 0,0 0 1 0 0,0 0 0 0 0,-1 0 0 0 0,1-1-1 0 0,0 1 1 0 0,0 0 0 0 0,-1 0 0 0 0,1-1 0 0 0,0 1-1 0 0,0 0 1 0 0,0 0 0 0 0,-1-1 0 0 0,1 1-1 0 0,0 0 1 0 0,0-1 0 0 0,0 1 0 0 0,0 0-1 0 0,0-1 1 0 0,0 1 0 0 0,0 0 0 0 0,-1 0 0 0 0,1-1-1 0 0,0 1 1 0 0,0 0 0 0 0,0-1 0 0 0,0 1-1 0 0,0 0 1 0 0,1-1 0 0 0,-1 1 0 0 0,0 0-1 0 0,0-1 1 0 0,0 1 0 0 0,0 0 0 0 0,0-1 0 0 0,0 1-1 0 0,0 0 1 0 0,1 0 0 0 0,-1-1 0 0 0,0 1-1 0 0,0 0 1 0 0,0-1 0 0 0,1 1 0 0 0,-1 0-1 0 0,11-10-3193 0 0,-11 10 3289 0 0,10-7-2790 0 0</inkml:trace>
</inkml:ink>
</file>

<file path=ppt/ink/ink3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2:45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34 92 0 0,'-1'-2'184'0'0,"0"0"0"0"0,0 0 0 0 0,0 0 0 0 0,0 0 0 0 0,-1 0 0 0 0,1 0 0 0 0,0 1 1 0 0,-1-1-1 0 0,0 0 0 0 0,1 1 0 0 0,-1-1 0 0 0,0 1 0 0 0,0 0 0 0 0,1-1 0 0 0,-1 1 0 0 0,0 0 0 0 0,0 0 0 0 0,-1 0 0 0 0,1 1 0 0 0,0-1 0 0 0,0 0 0 0 0,0 1 0 0 0,0 0 1 0 0,-1-1-1 0 0,1 1 0 0 0,0 0 0 0 0,-1 0 0 0 0,1 0 0 0 0,0 0 0 0 0,0 0 0 0 0,-1 1 0 0 0,1-1 0 0 0,0 1 0 0 0,0 0 0 0 0,0-1 0 0 0,0 1 0 0 0,0 0 0 0 0,0 0 1 0 0,0 0-1 0 0,0 1 0 0 0,-4 2 0 0 0,-7 3 26 0 0,0 1 0 0 0,1 0 0 0 0,-1 1 0 0 0,2 1 0 0 0,-1-1 0 0 0,1 2 0 0 0,1 0 0 0 0,0 0 0 0 0,0 1 0 0 0,1 0 0 0 0,1 1 0 0 0,-9 17 0 0 0,15-28-193 0 0,1-1 0 0 0,1 1 0 0 0,-1 0-1 0 0,0 0 1 0 0,0-1 0 0 0,1 1 0 0 0,-1 0 0 0 0,1 0 0 0 0,-1 0 0 0 0,1 0 0 0 0,0 0-1 0 0,0 0 1 0 0,0 0 0 0 0,0 0 0 0 0,0 0 0 0 0,0 0 0 0 0,1 0 0 0 0,-1 0-1 0 0,1 0 1 0 0,-1-1 0 0 0,1 1 0 0 0,1 3 0 0 0,-1-4-8 0 0,1 0 1 0 0,-1 1 0 0 0,1-1-1 0 0,-1 0 1 0 0,1 1-1 0 0,0-1 1 0 0,0 0-1 0 0,-1 0 1 0 0,1-1-1 0 0,0 1 1 0 0,0 0-1 0 0,0-1 1 0 0,0 1-1 0 0,0-1 1 0 0,0 1 0 0 0,0-1-1 0 0,4 0 1 0 0,1 0-19 0 0,1 0 1 0 0,0 0 0 0 0,-1-1-1 0 0,1 0 1 0 0,-1-1 0 0 0,1 1-1 0 0,-1-2 1 0 0,0 1 0 0 0,1-1-1 0 0,9-5 1 0 0,-4 0 0 0 0,-1 0 1 0 0,1-1-1 0 0,-2-1 0 0 0,1 0 0 0 0,-1 0 1 0 0,14-18-1 0 0,-24 26 64 0 0,-5 26 125 0 0,2-20-182 0 0,1 1 1 0 0,0 0-1 0 0,1 0 1 0 0,-1 0-1 0 0,1 0 1 0 0,0 0-1 0 0,0 0 1 0 0,0 0-1 0 0,1 0 1 0 0,0 0-1 0 0,0 0 1 0 0,0 0-1 0 0,1-1 1 0 0,-1 1-1 0 0,1 0 1 0 0,4 6-1 0 0,-5-8 2 0 0,0-1 0 0 0,1 0-1 0 0,0 0 1 0 0,-1 0 0 0 0,1 0 0 0 0,0 0-1 0 0,0 0 1 0 0,0 0 0 0 0,0-1-1 0 0,0 1 1 0 0,0-1 0 0 0,0 1-1 0 0,1-1 1 0 0,-1 0 0 0 0,0 0-1 0 0,1 0 1 0 0,-1 0 0 0 0,1 0 0 0 0,0 0-1 0 0,-1-1 1 0 0,1 0 0 0 0,-1 1-1 0 0,1-1 1 0 0,0 0 0 0 0,-1 0-1 0 0,1 0 1 0 0,0-1 0 0 0,-1 1 0 0 0,1-1-1 0 0,-1 1 1 0 0,1-1 0 0 0,-1 0-1 0 0,4-1 1 0 0,7-4 11 0 0,0-1 0 0 0,0-1 0 0 0,-1 1 0 0 0,0-2 0 0 0,0 0 0 0 0,-1 0 0 0 0,15-16 0 0 0,-3-1 57 0 0,39-55 1 0 0,-56 73 10 0 0,12-26 726 0 0,-17 32-804 0 0,-2 8-164 0 0,-1 17 161 0 0,3-16-4 0 0,3-4-2 0 0,0 0 0 0 0,0 0 0 0 0,-1 1 0 0 0,0 0 0 0 0,1 0 0 0 0,-1 0 0 0 0,-1 0 0 0 0,1 0 0 0 0,-1 0 0 0 0,1 1-1 0 0,-1-1 1 0 0,2 9 0 0 0,10 39-14 0 0,-11-40-25 0 0,0 0 0 0 0,0-1 0 0 0,1 0 0 0 0,0 0 0 0 0,6 11 0 0 0,-8-19 24 0 0,0 0 1 0 0,0 0 0 0 0,0 0 0 0 0,1 0-1 0 0,-1-1 1 0 0,1 1 0 0 0,0-1-1 0 0,-1 1 1 0 0,1-1 0 0 0,0 0 0 0 0,1 0-1 0 0,-1-1 1 0 0,0 1 0 0 0,0 0-1 0 0,1-1 1 0 0,-1 0 0 0 0,1 0 0 0 0,-1 0-1 0 0,1 0 1 0 0,5 0 0 0 0,0-1 3 0 0,-1 1 0 0 0,0-1 1 0 0,0-1-1 0 0,1 1 1 0 0,-1-2-1 0 0,0 1 0 0 0,0-1 1 0 0,0 0-1 0 0,0-1 0 0 0,-1 1 1 0 0,1-2-1 0 0,-1 1 0 0 0,1-1 1 0 0,-1 0-1 0 0,10-8 1 0 0,4-5 1 0 0,-1-2 1 0 0,-1 1-1 0 0,23-31 1 0 0,-38 46 15 0 0,0-2-3 0 0,1 0 0 0 0,-1 1 0 0 0,1 0 0 0 0,1 0 0 0 0,-1 0 0 0 0,1 0 0 0 0,-1 1 0 0 0,1 0 0 0 0,0 0 0 0 0,0 1 0 0 0,0 0 0 0 0,0 0 0 0 0,1 0 0 0 0,-1 1 0 0 0,0 0 0 0 0,1 0 0 0 0,-1 0 0 0 0,1 1 0 0 0,-1 0 0 0 0,1 0 0 0 0,7 2 0 0 0,-9-1-2 0 0,0 0 0 0 0,0 0 0 0 0,0 0 0 0 0,0 1 0 0 0,0 0 0 0 0,0 0 0 0 0,0 0 0 0 0,0 1 0 0 0,-1-1 0 0 0,0 1 0 0 0,1 0 1 0 0,-1 1-1 0 0,0-1 0 0 0,0 1 0 0 0,-1 0 0 0 0,1 0 0 0 0,-1 0 0 0 0,0 0 0 0 0,0 0 0 0 0,0 1 0 0 0,0-1 0 0 0,-1 1 0 0 0,0 0 0 0 0,0 0 0 0 0,0 0 0 0 0,1 7 0 0 0,-2-9 5 0 0,-1-1-1 0 0,0 1 1 0 0,0 0-1 0 0,0 0 0 0 0,0-1 1 0 0,0 1-1 0 0,-1 0 1 0 0,1 0-1 0 0,-1-1 0 0 0,0 1 1 0 0,1-1-1 0 0,-1 1 1 0 0,0 0-1 0 0,-1-1 0 0 0,1 0 1 0 0,0 1-1 0 0,-1-1 1 0 0,1 0-1 0 0,-1 1 0 0 0,-2 1 1 0 0,-5 5 13 0 0,-1 0 1 0 0,0-1 0 0 0,-16 11-1 0 0,25-18-33 0 0,15-3-338 0 0,-1-1 242 0 0,0-1 0 0 0,1 0 0 0 0,-2-1 1 0 0,21-10-1 0 0,17-5-255 0 0,-32 14 457 0 0,1 0 0 0 0,-1-1 0 0 0,-1-1 0 0 0,1-1 1 0 0,-1-1-1 0 0,-1 0 0 0 0,0-1 0 0 0,0-1 0 0 0,26-25 1 0 0,-33 25 1239 0 0,-11 12-499 0 0,-11 10-575 0 0,10-6-184 0 0,3 0-45 0 0,0 0 1 0 0,1 0 0 0 0,0 0 0 0 0,0 0 0 0 0,0 0 0 0 0,0 0 0 0 0,0 0 0 0 0,5 7 0 0 0,-3-8-148 0 0,0 1 0 0 0,1-1 0 0 0,-1 0 0 0 0,1 0 0 0 0,-1 0 1 0 0,1-1-1 0 0,0 1 0 0 0,1-1 0 0 0,-1 0 0 0 0,0 0 0 0 0,0 0 0 0 0,7 1 0 0 0,2 1-1418 0 0,-1-1-1 0 0,0-1 1 0 0,20 1-1 0 0,-3-2-1426 0 0</inkml:trace>
</inkml:ink>
</file>

<file path=ppt/ink/ink3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2:56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205 627 540 0 0,'-3'-32'1889'0'0,"-7"-50"7961"0"0,-10 247-8286 0 0,-31 227-328 0 0,48-378-1107 0 0,2-1 64 0 0,-1-1 0 0 0,0 0 1 0 0,-1 1-1 0 0,0-1 1 0 0,-1 0-1 0 0,-8 17 1 0 0,11-28 290 0 0,-1-7-294 0 0,-16-59-23 0 0,2-2 0 0 0,4 0 0 0 0,-6-100 0 0 0,8 68-92 0 0,3 40-124 0 0,2 0 0 0 0,3 0-1 0 0,3-1 1 0 0,12-88 0 0 0,-9 126 24 0 0,1 0-1 0 0,1 0 1 0 0,1 1 0 0 0,1-1-1 0 0,1 2 1 0 0,15-27 0 0 0,-16 34 16 0 0,0 0 0 0 0,2 1 1 0 0,0 0-1 0 0,0 0 0 0 0,1 1 0 0 0,0 1 1 0 0,1 0-1 0 0,0 0 0 0 0,1 1 0 0 0,16-9 1 0 0,-22 14-32 0 0,0 1 0 0 0,0-1 0 0 0,0 1 0 0 0,1 1 0 0 0,-1 0 1 0 0,1 0-1 0 0,-1 0 0 0 0,1 1 0 0 0,0 0 0 0 0,-1 0 0 0 0,1 1 1 0 0,0 0-1 0 0,0 0 0 0 0,0 1 0 0 0,-1 0 0 0 0,1 1 0 0 0,0-1 1 0 0,-1 1-1 0 0,1 1 0 0 0,-1 0 0 0 0,0 0 0 0 0,0 0 0 0 0,0 1 1 0 0,0 0-1 0 0,-1 0 0 0 0,1 0 0 0 0,-1 1 0 0 0,0 0 0 0 0,-1 1 1 0 0,1-1-1 0 0,-1 1 0 0 0,0 0 0 0 0,0 0 0 0 0,-1 1 0 0 0,0-1 1 0 0,0 1-1 0 0,0 0 0 0 0,-1 0 0 0 0,0 0 0 0 0,-1 1 0 0 0,1-1 1 0 0,1 15-1 0 0,-3-11 11 0 0,-1-1 0 0 0,-1 0 0 0 0,0 0 0 0 0,-1 0-1 0 0,0 0 1 0 0,0 0 0 0 0,-1 0 0 0 0,0 0 0 0 0,-1-1 0 0 0,0 0 0 0 0,0 1 0 0 0,-1-1 0 0 0,0-1 0 0 0,-1 1 0 0 0,0-1 0 0 0,0 0 0 0 0,-1 0 0 0 0,0-1 0 0 0,-14 12 0 0 0,0-1 4 0 0,-1-1 0 0 0,-1-1 1 0 0,-1-1-1 0 0,0 0 1 0 0,0-2-1 0 0,-30 10 0 0 0,16-9-128 0 0,-15 7-933 0 0,23-5-3715 0 0</inkml:trace>
</inkml:ink>
</file>

<file path=ppt/ink/ink3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2:57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1 331 352 0 0,'16'-5'979'0'0,"0"1"0"0"0,0 1 0 0 0,1 0 0 0 0,0 1 1 0 0,0 1-1 0 0,31 2 0 0 0,-43 0-880 0 0,0-1 1 0 0,0 1-1 0 0,0 0 1 0 0,0 1 0 0 0,0-1-1 0 0,-1 1 1 0 0,1 0-1 0 0,-1 0 1 0 0,1 1-1 0 0,-1-1 1 0 0,0 1 0 0 0,0 0-1 0 0,0 0 1 0 0,0 1-1 0 0,0-1 1 0 0,-1 1-1 0 0,0-1 1 0 0,0 1-1 0 0,0 0 1 0 0,0 0 0 0 0,0 1-1 0 0,-1-1 1 0 0,0 1-1 0 0,0-1 1 0 0,0 1-1 0 0,0 0 1 0 0,1 8 0 0 0,-2-6-41 0 0,0 0 0 0 0,-1 0 0 0 0,0 0 0 0 0,0 0 0 0 0,-1 0 0 0 0,0 0 1 0 0,0 0-1 0 0,0 0 0 0 0,-1-1 0 0 0,0 1 0 0 0,0 0 0 0 0,-1-1 0 0 0,0 1 0 0 0,0-1 1 0 0,-1 0-1 0 0,1 0 0 0 0,-1 0 0 0 0,-1-1 0 0 0,1 1 0 0 0,-1-1 0 0 0,0 0 1 0 0,0-1-1 0 0,0 1 0 0 0,-1-1 0 0 0,-6 5 0 0 0,11-9-56 0 0,1 0-1 0 0,-1 1 1 0 0,1-1 0 0 0,-1 0-1 0 0,1 0 1 0 0,-1 1 0 0 0,1-1-1 0 0,-1 0 1 0 0,1 0 0 0 0,-1 0-1 0 0,1 0 1 0 0,-1 0 0 0 0,1 1-1 0 0,-1-1 1 0 0,1 0 0 0 0,-1 0-1 0 0,0 0 1 0 0,1-1 0 0 0,-1 1-1 0 0,1 0 1 0 0,-1 0 0 0 0,1 0-1 0 0,-1 0 1 0 0,1 0 0 0 0,-1-1-1 0 0,1 1 1 0 0,-1 0 0 0 0,1 0-1 0 0,-1-1 1 0 0,1 1-1 0 0,-1 0 1 0 0,1-1 0 0 0,0 1-1 0 0,-1-1 1 0 0,1 1 0 0 0,0 0-1 0 0,-1-1 1 0 0,1 1 0 0 0,0-1-1 0 0,-1 1 1 0 0,1-1 0 0 0,0 1-1 0 0,0-1 1 0 0,-1 1 0 0 0,1-1-1 0 0,0 1 1 0 0,0-1 0 0 0,0 1-1 0 0,0-1 1 0 0,0 0 0 0 0,0 1-1 0 0,0-1 1 0 0,0 1 0 0 0,0-1-1 0 0,0 1 1 0 0,0-1 0 0 0,1 0-1 0 0,3-34-175 0 0,9 6 61 0 0,2 1-1 0 0,1 0 0 0 0,1 1 0 0 0,1 1 1 0 0,1 0-1 0 0,1 2 0 0 0,1 0 0 0 0,46-38 1 0 0,-21 25-7 0 0,-43 34 92 0 0,1 0 0 0 0,0 1 0 0 0,0-1 0 0 0,0 1 0 0 0,0 0 0 0 0,0 0-1 0 0,0 1 1 0 0,1-1 0 0 0,-1 1 0 0 0,6-1 0 0 0,-8 2 23 0 0,-1 0 0 0 0,0 1 0 0 0,0-1 0 0 0,0 1 0 0 0,1-1 0 0 0,-1 0 0 0 0,0 1 0 0 0,0 0 0 0 0,0-1 0 0 0,0 1 0 0 0,0 0 0 0 0,0 0 1 0 0,0-1-1 0 0,0 1 0 0 0,0 0 0 0 0,0 0 0 0 0,-1 0 0 0 0,1 0 0 0 0,0 0 0 0 0,-1 0 0 0 0,1 1 0 0 0,0-1 0 0 0,-1 0 0 0 0,1 0 0 0 0,-1 0 0 0 0,1 3 0 0 0,9 42-34 0 0,-5-18 2 0 0,-1-18 35 0 0,0 0-1 0 0,1 0 1 0 0,0 0 0 0 0,9 13 0 0 0,-12-20 8 0 0,-1-1-1 0 0,1 0 0 0 0,0 0 0 0 0,-1 0 1 0 0,1 0-1 0 0,0 0 0 0 0,0-1 1 0 0,0 1-1 0 0,1 0 0 0 0,-1-1 1 0 0,0 0-1 0 0,1 1 0 0 0,-1-1 1 0 0,0 0-1 0 0,1 0 0 0 0,0 0 1 0 0,-1-1-1 0 0,1 1 0 0 0,-1-1 1 0 0,1 1-1 0 0,0-1 0 0 0,3 0 1 0 0,-3-1 0 0 0,0 1 1 0 0,-1-1-1 0 0,1 0 1 0 0,0 0-1 0 0,-1-1 1 0 0,1 1-1 0 0,-1 0 1 0 0,1-1-1 0 0,-1 0 1 0 0,0 1-1 0 0,0-1 1 0 0,1 0-1 0 0,-1 0 1 0 0,-1 0-1 0 0,1-1 1 0 0,0 1-1 0 0,0 0 1 0 0,-1-1-1 0 0,0 1 1 0 0,1-1-1 0 0,-1 1 1 0 0,2-6-1 0 0,13-57 363 0 0,-16 63-337 0 0,1-1 28 0 0,-1 0 1 0 0,0 1-1 0 0,0-1 1 0 0,-1 0-1 0 0,1 0 1 0 0,0 1-1 0 0,-1-1 1 0 0,0 0-1 0 0,1 1 0 0 0,-1-1 1 0 0,0 1-1 0 0,-2-5 1 0 0,2 6 114 0 0,1 7-553 0 0,0 17 280 0 0,0-22 86 0 0,0 0 1 0 0,1 0 0 0 0,-1 0 0 0 0,0 0 0 0 0,1 0 0 0 0,-1 1-1 0 0,1-1 1 0 0,-1 0 0 0 0,1 0 0 0 0,0 0 0 0 0,-1 0-1 0 0,1-1 1 0 0,0 1 0 0 0,0 0 0 0 0,-1 0 0 0 0,1 0-1 0 0,0-1 1 0 0,0 1 0 0 0,0 0 0 0 0,0-1 0 0 0,0 1-1 0 0,0-1 1 0 0,0 1 0 0 0,0-1 0 0 0,1 1 0 0 0,-1-1-1 0 0,0 0 1 0 0,0 0 0 0 0,0 1 0 0 0,0-1 0 0 0,0 0-1 0 0,1 0 1 0 0,-1 0 0 0 0,0 0 0 0 0,0 0 0 0 0,2-1-1 0 0,36-5-120 0 0,-26 2 158 0 0,0 0-1 0 0,0-2 1 0 0,0 1 0 0 0,-1-2 0 0 0,0 1-1 0 0,0-2 1 0 0,-1 0 0 0 0,0 0 0 0 0,-1-1-1 0 0,1 0 1 0 0,-2-1 0 0 0,1 0-1 0 0,-1-1 1 0 0,-1 1 0 0 0,0-2 0 0 0,0 1-1 0 0,-1-1 1 0 0,-1 0 0 0 0,0-1-1 0 0,-1 0 1 0 0,0 0 0 0 0,-1 0 0 0 0,3-17-1 0 0,-6 29 8 0 0,-1 1 0 0 0,1-1 0 0 0,-1 0-1 0 0,0 0 1 0 0,0 0 0 0 0,1 1 0 0 0,-1-1 0 0 0,0 0-1 0 0,0 0 1 0 0,0 0 0 0 0,0 0 0 0 0,0 0-1 0 0,0 1 1 0 0,0-1 0 0 0,0 0 0 0 0,0 0 0 0 0,-1 0-1 0 0,1 0 1 0 0,0 1 0 0 0,-1-1 0 0 0,1 0-1 0 0,0 0 1 0 0,-1 0 0 0 0,1 1 0 0 0,-1-1 0 0 0,1 0-1 0 0,-1 1 1 0 0,1-1 0 0 0,-1 0 0 0 0,-1 0-1 0 0,1 1-18 0 0,-1 0-1 0 0,1 1 1 0 0,0-1-1 0 0,-1 0 0 0 0,1 1 1 0 0,-1-1-1 0 0,1 1 0 0 0,0 0 1 0 0,0-1-1 0 0,-1 1 1 0 0,1 0-1 0 0,0 0 0 0 0,0 0 1 0 0,0 0-1 0 0,-2 2 0 0 0,-4 3 1 0 0,1 1 0 0 0,0 0-1 0 0,0 0 1 0 0,0 0 0 0 0,-8 16-1 0 0,13-18-15 0 0,0 1-1 0 0,0-1 1 0 0,1 1 0 0 0,-1-1-1 0 0,1 1 1 0 0,0-1 0 0 0,1 1-1 0 0,-1-1 1 0 0,1 1 0 0 0,0-1-1 0 0,1 1 1 0 0,-1-1 0 0 0,1 0-1 0 0,4 9 1 0 0,0-6-39 0 0,0 0 0 0 0,1 0-1 0 0,-1 0 1 0 0,2 0 0 0 0,8 6-1 0 0,-8-7-64 0 0,-1 0-1 0 0,1 1 0 0 0,-2-1 1 0 0,1 1-1 0 0,7 12 1 0 0,-13-18 94 0 0,0-1 0 0 0,-1 1 0 0 0,1 0 0 0 0,0 0 0 0 0,-1 0 0 0 0,0 0 1 0 0,1 0-1 0 0,-1 0 0 0 0,0 0 0 0 0,0 0 0 0 0,0 0 0 0 0,0 0 0 0 0,0 0 0 0 0,0 0 0 0 0,-1 0 1 0 0,1 0-1 0 0,-1 0 0 0 0,1 0 0 0 0,-1-1 0 0 0,0 1 0 0 0,0 0 0 0 0,0 0 0 0 0,0 0 0 0 0,0-1 1 0 0,0 1-1 0 0,0-1 0 0 0,-1 1 0 0 0,1-1 0 0 0,0 1 0 0 0,-1-1 0 0 0,1 0 0 0 0,-1 1 0 0 0,0-1 1 0 0,1 0-1 0 0,-1 0 0 0 0,-2 1 0 0 0,-9 5 137 0 0,-1 0 0 0 0,0 0 0 0 0,-25 7-1 0 0,20-7 79 0 0,1-3-156 0 0,17-4-293 0 0,0 0 0 0 0,0 0 0 0 0,0 0 0 0 0,0-1 0 0 0,0 1 0 0 0,0 0-1 0 0,0 0 1 0 0,0-1 0 0 0,0 1 0 0 0,0 0 0 0 0,0-1 0 0 0,0 1 0 0 0,0-1 0 0 0,0 1-1 0 0,1-1 1 0 0,-1 1 0 0 0,-1-2 0 0 0</inkml:trace>
</inkml:ink>
</file>

<file path=ppt/ink/ink3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2:58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 1268 0 0,'7'-1'-88'0'0,"12"-8"13740"0"0,-15 7-14582 0 0</inkml:trace>
</inkml:ink>
</file>

<file path=ppt/ink/ink3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3:00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230 342 864 0 0,'-1'3'7890'0'0,"-6"30"-7703"0"0,-5 29 319 0 0,-86 390 2401 0 0,96-444-2582 0 0,0 0-1 0 0,-1 0 0 0 0,0 0 1 0 0,0-1-1 0 0,-1 1 0 0 0,-7 11 1 0 0,9-18 295 0 0,-1-3-350 0 0,-3-2-198 0 0,1-1 0 0 0,0 0 0 0 0,0-1-1 0 0,0 1 1 0 0,0-1 0 0 0,1 0-1 0 0,0 0 1 0 0,0-1 0 0 0,1 1-1 0 0,0-1 1 0 0,0 1 0 0 0,0-1-1 0 0,1 0 1 0 0,0 0 0 0 0,-1-12 0 0 0,-3-9 35 0 0,1-1 0 0 0,-1-51 0 0 0,6 17-125 0 0,2-1 0 0 0,16-89 0 0 0,-12 119-35 0 0,2 0 0 0 0,1 1 0 0 0,2-1-1 0 0,1 2 1 0 0,2 0 0 0 0,18-33 0 0 0,-24 52 24 0 0,1 0 1 0 0,0 0 0 0 0,1 1 0 0 0,0 1-1 0 0,1-1 1 0 0,0 2 0 0 0,1-1 0 0 0,0 2-1 0 0,1-1 1 0 0,0 2 0 0 0,0 0 0 0 0,28-13-1 0 0,-33 18-19 0 0,0 0 0 0 0,-1 1-1 0 0,1 0 1 0 0,0 0 0 0 0,0 1-1 0 0,1 0 1 0 0,-1 0 0 0 0,0 1-1 0 0,0 0 1 0 0,0 0 0 0 0,0 1-1 0 0,1 0 1 0 0,-1 0 0 0 0,0 1-1 0 0,0 0 1 0 0,-1 1-1 0 0,1 0 1 0 0,0 0 0 0 0,-1 0-1 0 0,0 1 1 0 0,1 0 0 0 0,-2 1-1 0 0,1 0 1 0 0,0 0 0 0 0,9 9-1 0 0,-14-11 19 0 0,1-1 0 0 0,-1 1 0 0 0,1-1 0 0 0,-1 1 0 0 0,0 0 0 0 0,0 0 0 0 0,0 0 0 0 0,-1 0 0 0 0,1 1 0 0 0,-1-1 0 0 0,1 0 0 0 0,-1 1-1 0 0,0-1 1 0 0,0 1 0 0 0,-1-1 0 0 0,1 1 0 0 0,-1-1 0 0 0,0 1 0 0 0,0 0 0 0 0,0 5 0 0 0,-2-3 3 0 0,1 0 1 0 0,-1-1-1 0 0,0 1 1 0 0,-1 0-1 0 0,1-1 1 0 0,-1 0-1 0 0,0 0 1 0 0,0 0-1 0 0,-1 0 1 0 0,0 0-1 0 0,-6 6 1 0 0,0 0 8 0 0,-1-2 1 0 0,0 1 0 0 0,-1-1 0 0 0,0-1 0 0 0,-1 0 0 0 0,1-1 0 0 0,-1 0 0 0 0,-1-1 0 0 0,-17 6 0 0 0,3-4 106 0 0,0-2 1 0 0,0-1-1 0 0,-36 1 1 0 0,55-5-159 0 0,-1-1-1 0 0,1-1 1 0 0,-1 1-1 0 0,1-1 1 0 0,-1-1 0 0 0,1 0-1 0 0,0 0 1 0 0,0-1-1 0 0,0 0 1 0 0,0-1-1 0 0,0 0 1 0 0,0 0 0 0 0,-8-6-1 0 0,17 9-7 0 0,-1 1 0 0 0,1 0-1 0 0,0 0 1 0 0,-1-1 0 0 0,1 1-1 0 0,0 0 1 0 0,-1-1 0 0 0,1 1-1 0 0,0 0 1 0 0,0-1 0 0 0,-1 1-1 0 0,1 0 1 0 0,0-1 0 0 0,0 1-1 0 0,0-1 1 0 0,-1 1 0 0 0,1-1-1 0 0,0 1 1 0 0,0 0 0 0 0,0-1-1 0 0,0 1 1 0 0,0-1 0 0 0,0 1 0 0 0,0-1-1 0 0,0 1 1 0 0,0 0 0 0 0,0-1-1 0 0,0 1 1 0 0,0-1 0 0 0,0 1-1 0 0,1-1 1 0 0,-1 1 0 0 0,0 0-1 0 0,0-1 1 0 0,0 1 0 0 0,1-1-1 0 0,-1 1 1 0 0,0 0 0 0 0,0-1-1 0 0,1 1 1 0 0,-1 0 0 0 0,0-1-1 0 0,1 1 1 0 0,-1 0 0 0 0,0 0-1 0 0,1-1 1 0 0,-1 1 0 0 0,0 0 0 0 0,1 0-1 0 0,-1 0 1 0 0,1-1 0 0 0,0 1-1 0 0,21-10-4178 0 0,-4 4 1527 0 0</inkml:trace>
</inkml:ink>
</file>

<file path=ppt/ink/ink3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3:01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56 792 0 0,'3'-26'9095'0'0,"-8"30"-8853"0"0,-12 10-47 0 0,1 0 1 0 0,1 1-1 0 0,1 0 1 0 0,0 1-1 0 0,-16 25 1 0 0,23-31-123 0 0,1 0 1 0 0,0 1-1 0 0,0 0 0 0 0,1 0 1 0 0,1 1-1 0 0,0 0 1 0 0,0-1-1 0 0,1 1 0 0 0,1 0 1 0 0,0 1-1 0 0,-1 12 0 0 0,3-23-66 0 0,0-1 0 0 0,0 0 0 0 0,0 1 0 0 0,0-1 0 0 0,0 0 0 0 0,0 0 0 0 0,1 1 0 0 0,-1-1 0 0 0,0 0 0 0 0,1 0 0 0 0,-1 1 0 0 0,1-1 0 0 0,-1 0 0 0 0,1 0 0 0 0,-1 0 0 0 0,1 0-1 0 0,0 0 1 0 0,0 0 0 0 0,0 0 0 0 0,-1 0 0 0 0,1 0 0 0 0,0 0 0 0 0,0 0 0 0 0,0 0 0 0 0,0-1 0 0 0,0 1 0 0 0,1 0 0 0 0,-1-1 0 0 0,0 1 0 0 0,0-1 0 0 0,0 1 0 0 0,1-1 0 0 0,-1 0-1 0 0,0 1 1 0 0,0-1 0 0 0,1 0 0 0 0,-1 0 0 0 0,0 0 0 0 0,0 0 0 0 0,3 0 0 0 0,2-1-5 0 0,-1 0 0 0 0,1 0 0 0 0,-1 0 0 0 0,1 0 0 0 0,-1-1 0 0 0,0 0 0 0 0,0 0 0 0 0,5-4-1 0 0,6-5-34 0 0,0 0 1 0 0,-1-2-1 0 0,0 0 0 0 0,-1-1 0 0 0,-1 0 0 0 0,0-1 0 0 0,-1 0 0 0 0,-1-1 0 0 0,11-21 0 0 0,1 3 203 0 0,-24 47-148 0 0,0 0-1 0 0,1 0 0 0 0,1 0 1 0 0,0 0-1 0 0,5 25 1 0 0,-4-32-19 0 0,0-1 0 0 0,0 1 0 0 0,0-1 0 0 0,1 0 0 0 0,0 0-1 0 0,0 0 1 0 0,4 5 0 0 0,-6-9 0 0 0,0 0-1 0 0,0 0 0 0 0,0 0 0 0 0,0 0 0 0 0,0-1 0 0 0,0 1 0 0 0,0 0 1 0 0,0-1-1 0 0,0 1 0 0 0,1-1 0 0 0,-1 1 0 0 0,0-1 0 0 0,0 0 1 0 0,1 1-1 0 0,-1-1 0 0 0,0 0 0 0 0,0 0 0 0 0,1 0 0 0 0,-1 0 0 0 0,0 0 1 0 0,1 0-1 0 0,-1 0 0 0 0,0-1 0 0 0,0 1 0 0 0,1 0 0 0 0,-1-1 1 0 0,0 1-1 0 0,0-1 0 0 0,0 1 0 0 0,1-1 0 0 0,-1 1 0 0 0,0-1 1 0 0,0 0-1 0 0,0 0 0 0 0,0 0 0 0 0,1-1 0 0 0,11-7 14 0 0,0 0-1 0 0,-2-1 1 0 0,1-1-1 0 0,-1 0 0 0 0,0 0 1 0 0,-1-1-1 0 0,-1-1 1 0 0,0 1-1 0 0,0-1 1 0 0,12-28-1 0 0,-8 15 92 0 0,6-17 517 0 0,-19 41-427 0 0,0 2-65 0 0,3-5-173 0 0,-12-8 671 0 0,7 11-609 0 0,7 5-93 0 0,16 11 63 0 0,-7-6-86 0 0,-2 0 0 0 0,1 1 0 0 0,-1 0 0 0 0,-1 1 0 0 0,1 0 0 0 0,10 14 0 0 0,31 56-485 0 0,-51-78 547 0 0,0 0 1 0 0,0 0 0 0 0,0 0 0 0 0,0 0-1 0 0,1 0 1 0 0,-1 0 0 0 0,1-1 0 0 0,-1 0 0 0 0,1 1-1 0 0,0-1 1 0 0,-1 0 0 0 0,1 0 0 0 0,0 0-1 0 0,0-1 1 0 0,0 1 0 0 0,0-1 0 0 0,0 1 0 0 0,0-1-1 0 0,0 0 1 0 0,-1 0 0 0 0,1-1 0 0 0,0 1-1 0 0,0 0 1 0 0,0-1 0 0 0,0 0 0 0 0,0 0 0 0 0,0 0-1 0 0,-1 0 1 0 0,1 0 0 0 0,4-3 0 0 0,3-1-1 0 0,0 0 0 0 0,-1 0 0 0 0,1-1 0 0 0,-1-1 0 0 0,-1 0-1 0 0,16-15 1 0 0,24-43-54 0 0,-38 50 159 0 0,0 0 0 0 0,1 1 0 0 0,19-19-1 0 0,-27 30-68 0 0,1 1 0 0 0,-1 0-1 0 0,0 1 1 0 0,0-1 0 0 0,1 0-1 0 0,-1 1 1 0 0,0 0 0 0 0,1 0-1 0 0,0 0 1 0 0,-1 0 0 0 0,1 0-1 0 0,0 1 1 0 0,-1 0 0 0 0,1-1-1 0 0,0 1 1 0 0,-1 1-1 0 0,1-1 1 0 0,0 0 0 0 0,-1 1-1 0 0,1 0 1 0 0,0 0 0 0 0,-1 0-1 0 0,1 0 1 0 0,-1 1 0 0 0,0-1-1 0 0,1 1 1 0 0,-1 0 0 0 0,0 0-1 0 0,0 0 1 0 0,3 3 0 0 0,1 0-3 0 0,0 0 1 0 0,-1 0-1 0 0,0 1 1 0 0,0 0-1 0 0,-1 0 1 0 0,1 0-1 0 0,-1 1 1 0 0,0 0-1 0 0,-1-1 1 0 0,0 2-1 0 0,0-1 1 0 0,4 12-1 0 0,-7-13 4 0 0,0 0-1 0 0,0 0 1 0 0,-1 1 0 0 0,0-1-1 0 0,0 0 1 0 0,0 0 0 0 0,-1 1-1 0 0,0-1 1 0 0,-1 0 0 0 0,1 0-1 0 0,-1 0 1 0 0,0 0 0 0 0,0 0-1 0 0,-1-1 1 0 0,0 1 0 0 0,0 0-1 0 0,0-1 1 0 0,-1 0-1 0 0,1 0 1 0 0,-1 0 0 0 0,-1 0-1 0 0,-4 4 1 0 0,8-8-6 0 0,3-2-200 0 0,0 0 193 0 0,0 0 0 0 0,-1 1 1 0 0,1-2-1 0 0,0 1 1 0 0,-1 0-1 0 0,1 0 0 0 0,0 0 1 0 0,-1-1-1 0 0,0 1 1 0 0,1-1-1 0 0,1-2 0 0 0,16-14-72 0 0,44-22-373 0 0,83-69 0 0 0,-121 83 3590 0 0,-27 26-3126 0 0,0 1-1 0 0,0-1 1 0 0,0 1-1 0 0,0 0 1 0 0,0 0-1 0 0,0 0 1 0 0,0 0 0 0 0,1 0-1 0 0,-1 0 1 0 0,0 0-1 0 0,1 0 1 0 0,-1 1 0 0 0,1-1-1 0 0,-1 1 1 0 0,1-1-1 0 0,0 1 1 0 0,0-1 0 0 0,-1 1-1 0 0,1 0 1 0 0,0 0-1 0 0,1-1 1 0 0,-1 1 0 0 0,0 0-1 0 0,0 0 1 0 0,1 0-1 0 0,-1 0 1 0 0,1 0-1 0 0,0 0 1 0 0,-1 0 0 0 0,1 0-1 0 0,0 0 1 0 0,0 0-1 0 0,0 0 1 0 0,1 0 0 0 0,-1 0-1 0 0,0 0 1 0 0,1 0-1 0 0,-1 0 1 0 0,1 0 0 0 0,0 0-1 0 0,0 0 1 0 0,0 0-1 0 0,0-1 1 0 0,0 1 0 0 0,0 0-1 0 0,0 0 1 0 0,0-1-1 0 0,1 1 1 0 0,-1-1-1 0 0,1 1 1 0 0,1 0 0 0 0,1 1-254 0 0,1 1-1 0 0,0-2 1 0 0,0 1 0 0 0,0 0 0 0 0,0-1 0 0 0,1 0 0 0 0,-1 0 0 0 0,1-1 0 0 0,-1 0-1 0 0,10 2 1 0 0,34 0-4549 0 0,-42-3 3754 0 0,23 0-2354 0 0</inkml:trace>
</inkml:ink>
</file>

<file path=ppt/ink/ink3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3:04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444 166 788 0 0,'24'-30'4403'0'0,"-19"25"-3583"0"0,-1 0-1 0 0,0-1 1 0 0,0 0-1 0 0,0 0 1 0 0,3-10-1 0 0,-6 15-669 0 0,0-1-1 0 0,-1 1 1 0 0,1-1 0 0 0,-1 1-1 0 0,1-1 1 0 0,-1 1 0 0 0,0-1-1 0 0,0 0 1 0 0,0 1-1 0 0,0-1 1 0 0,0 0 0 0 0,0 1-1 0 0,0-1 1 0 0,0 1-1 0 0,-1-1 1 0 0,1 0 0 0 0,-1 1-1 0 0,1-1 1 0 0,-1 1 0 0 0,0-1-1 0 0,1 1 1 0 0,-1 0-1 0 0,0-1 1 0 0,0 1 0 0 0,0 0-1 0 0,0-1 1 0 0,0 1-1 0 0,0 0 1 0 0,-2-1 0 0 0,1 1-113 0 0,1 0 0 0 0,-1 1 1 0 0,0-1-1 0 0,0 0 0 0 0,0 1 0 0 0,0 0 1 0 0,0-1-1 0 0,0 1 0 0 0,0 0 1 0 0,1 0-1 0 0,-1 0 0 0 0,0 0 1 0 0,0 1-1 0 0,0-1 0 0 0,0 0 1 0 0,-3 2-1 0 0,-33 10 190 0 0,31-10-168 0 0,-84 34 343 0 0,-146 78 0 0 0,228-109-406 0 0,1 0 0 0 0,-1 1 0 0 0,1-1 0 0 0,1 2 0 0 0,-1-1 0 0 0,1 1 0 0 0,0 0 0 0 0,-6 10 0 0 0,12-15-16 0 0,1-1 0 0 0,0 1 0 0 0,0 0 0 0 0,0 0 0 0 0,0 0 0 0 0,0 0 0 0 0,0 0 0 0 0,0-1 0 0 0,1 1 0 0 0,-1 0 0 0 0,1 0-1 0 0,0 0 1 0 0,-1-1 0 0 0,1 1 0 0 0,0 0 0 0 0,0-1 0 0 0,0 1 0 0 0,0-1 0 0 0,0 1 0 0 0,0-1 0 0 0,1 1 0 0 0,-1-1 0 0 0,0 0 0 0 0,1 0 0 0 0,1 2 0 0 0,8 3-48 0 0,0-1 0 0 0,0-1 0 0 0,0 0 0 0 0,1 0 0 0 0,-1-1 0 0 0,1 0 0 0 0,0-1 0 0 0,19 1 0 0 0,-9-1-23 0 0,37 4-189 0 0,0-2-1 0 0,-1-3 1 0 0,1-3 0 0 0,85-14 0 0 0,-36-3-176 0 0,154-48 1 0 0,-249 63 441 0 0,0 0 1 0 0,-1-1 0 0 0,0-1 0 0 0,0 0 0 0 0,0-1 0 0 0,-1 0 0 0 0,0-1-1 0 0,14-11 1 0 0,-22 16 36 0 0,0 0 0 0 0,0 0 1 0 0,0 0-1 0 0,-1 0 0 0 0,1 0 0 0 0,-1-1 0 0 0,0 1 0 0 0,0-1 0 0 0,0 1 0 0 0,0-1 0 0 0,-1 0 0 0 0,0 0 0 0 0,1 0 0 0 0,-1 0 1 0 0,-1 0-1 0 0,1 0 0 0 0,-1 0 0 0 0,1 0 0 0 0,-1 0 0 0 0,0 0 0 0 0,0-1 0 0 0,-1 1 0 0 0,0 0 0 0 0,1 0 0 0 0,-1 0 0 0 0,0 0 1 0 0,-1 0-1 0 0,1 1 0 0 0,-1-1 0 0 0,-3-6 0 0 0,1 5-10 0 0,0 0-1 0 0,0 0 1 0 0,0 0-1 0 0,-1 1 1 0 0,1-1 0 0 0,-1 1-1 0 0,0 1 1 0 0,0-1-1 0 0,-1 1 1 0 0,1-1 0 0 0,-1 1-1 0 0,0 1 1 0 0,0-1 0 0 0,0 1-1 0 0,0 0 1 0 0,0 1-1 0 0,-9-2 1 0 0,-8-1-5 0 0,-1 1 0 0 0,1 1 1 0 0,-33 2-1 0 0,-121 10 91 0 0,146-7-327 0 0,1 2-1 0 0,0 1 0 0 0,-54 18 0 0 0,81-23 65 0 0,1 0 0 0 0,-1 0 0 0 0,0 1 0 0 0,1-1 0 0 0,-1 1 0 0 0,1 0 0 0 0,-1 0 0 0 0,1 0 0 0 0,-4 3 0 0 0,-6 15-5972 0 0</inkml:trace>
</inkml:ink>
</file>

<file path=ppt/ink/ink3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3:04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402 43 444 0 0,'0'-43'11420'0'0,"-3"51"-11055"0"0,-154 334 1664 0 0,54-127-1426 0 0,-31 43-107 0 0,134-257-635 0 0,-3 5 43 0 0,1-4-775 0 0,20-22-7839 0 0,-5 6 5593 0 0</inkml:trace>
</inkml:ink>
</file>

<file path=ppt/ink/ink3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3:05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431 35 404 0 0,'8'-25'6235'0'0,"-8"16"-804"0"0,-77 225-3479 0 0,49-143-1630 0 0,-14 30 70 0 0,-4-2 1 0 0,-115 186-1 0 0,140-256-277 0 0,5-7 100 0 0,0 0 0 0 0,-15 34 0 0 0,31-56 18 0 0,44-5-17 0 0,0-2-1 0 0,-1-2 1 0 0,71-20 0 0 0,29-5-113 0 0,61-6-738 0 0,-193 37 351 0 0,-9 1 153 0 0,0 0 1 0 0,0 0-1 0 0,-1 0 1 0 0,1 0-1 0 0,0 0 1 0 0,0 0-1 0 0,-1-1 1 0 0,1 1-1 0 0,0-1 1 0 0,-1 1-1 0 0,1-1 1 0 0,-1 0-1 0 0,1 0 1 0 0,-1 1-1 0 0,1-1 1 0 0,-1 0-1 0 0,1 0 0 0 0,-1-1 1 0 0,0 1-1 0 0,2-2 1 0 0,-2 2-542 0 0,-3-2-902 0 0,-31-35-5208 0 0,26 29 4086 0 0</inkml:trace>
</inkml:ink>
</file>

<file path=ppt/ink/ink3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3:05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87 1012 0 0,'0'-2'240'0'0,"1"0"1"0"0,-1 0-1 0 0,1 0 0 0 0,-1 0 0 0 0,1 0 1 0 0,0 1-1 0 0,0-1 0 0 0,0 0 1 0 0,0 0-1 0 0,0 1 0 0 0,0-1 0 0 0,0 1 1 0 0,0-1-1 0 0,1 1 0 0 0,-1-1 0 0 0,1 1 1 0 0,-1 0-1 0 0,1 0 0 0 0,-1 0 1 0 0,1 0-1 0 0,0 0 0 0 0,-1 0 0 0 0,1 0 1 0 0,0 0-1 0 0,0 1 0 0 0,0-1 0 0 0,2 0 1 0 0,63-12 1101 0 0,-47 10-767 0 0,30-6 144 0 0,-20 2-404 0 0,0 1 0 0 0,0 1 0 0 0,0 2 0 0 0,1 1 0 0 0,39 3 0 0 0,-49 6-1458 0 0,-20-7 935 0 0,-1 1-1 0 0,1-1 0 0 0,0 1 1 0 0,-1-1-1 0 0,1 0 0 0 0,0 1 0 0 0,-1-1 1 0 0,1 1-1 0 0,-1 0 0 0 0,1-1 1 0 0,-1 1-1 0 0,1-1 0 0 0,-1 1 1 0 0,0 0-1 0 0,1-1 0 0 0,-1 1 1 0 0,0 0-1 0 0,1-1 0 0 0,-1 1 0 0 0,0 0 1 0 0,0 0-1 0 0,0-1 0 0 0,0 1 1 0 0,1 0-1 0 0,-1 0 0 0 0,0-1 1 0 0,0 1-1 0 0,-1 0 0 0 0,1 0 0 0 0,0 0 1 0 0</inkml:trace>
</inkml:ink>
</file>

<file path=ppt/ink/ink3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3:06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44 496 0 0,'0'0'4082'0'0,"2"-4"-4105"0"0,6-29 14306 0 0,-7 27-12680 0 0,-24 56-1617 0 0,15-26-33 0 0,0 0 1 0 0,-21 42 0 0 0,8-19 79 0 0,-25 86 41 0 0,46-132-52 0 0,-4 26 606 0 0</inkml:trace>
</inkml:ink>
</file>

<file path=ppt/ink/ink3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3:06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1 212 0 0,'9'31'6946'0'0,"-11"24"-3259"0"0,1-47-3417 0 0,-1 0 0 0 0,0-1 1 0 0,-1 1-1 0 0,0 0 0 0 0,0-1 0 0 0,-1 0 1 0 0,1 0-1 0 0,-10 13 0 0 0,4-8-660 0 0,-16 20-5 0 0,3-14-6561 0 0,10-11 3840 0 0</inkml:trace>
</inkml:ink>
</file>

<file path=ppt/ink/ink3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3:07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68 784 0 0,'-1'-1'259'0'0,"0"0"1"0"0,1 1-1 0 0,-1-1 0 0 0,0 0 0 0 0,1 0 0 0 0,-1 0 1 0 0,1 1-1 0 0,0-1 0 0 0,-1 0 0 0 0,1 0 1 0 0,-1 0-1 0 0,1 0 0 0 0,0 0 0 0 0,0 0 1 0 0,0 0-1 0 0,0 0 0 0 0,0 0 0 0 0,0 0 0 0 0,0 0 1 0 0,0 0-1 0 0,0 0 0 0 0,0 0 0 0 0,0 0 1 0 0,0 0-1 0 0,1 1 0 0 0,-1-1 0 0 0,0 0 1 0 0,1 0-1 0 0,-1 0 0 0 0,1 0 0 0 0,0-1 1 0 0,2 0-36 0 0,-1-1 1 0 0,1 1 0 0 0,-1 1 0 0 0,1-1 0 0 0,0 0 0 0 0,-1 1 0 0 0,1-1 0 0 0,0 1 0 0 0,0 0 0 0 0,4-1-1 0 0,48-10-216 0 0,-28 8 849 0 0,-16 3-779 0 0,0 0 0 0 0,0 1 1 0 0,1 0-1 0 0,-1 0 0 0 0,0 1 0 0 0,0 1 1 0 0,0 0-1 0 0,0 0 0 0 0,-1 1 1 0 0,1 1-1 0 0,0-1 0 0 0,-1 2 0 0 0,0-1 1 0 0,0 2-1 0 0,-1-1 0 0 0,16 12 1 0 0,-22-14-65 0 0,1 0 1 0 0,0 0 0 0 0,-1 0 0 0 0,1 0 0 0 0,-1 1 0 0 0,0-1-1 0 0,0 1 1 0 0,-1 0 0 0 0,1 0 0 0 0,-1 0 0 0 0,0 0-1 0 0,0 0 1 0 0,0 0 0 0 0,0 1 0 0 0,-1-1 0 0 0,1 1 0 0 0,-1 0-1 0 0,-1-1 1 0 0,1 1 0 0 0,0-1 0 0 0,-1 1 0 0 0,0 0-1 0 0,0 0 1 0 0,-1-1 0 0 0,1 1 0 0 0,-1 0 0 0 0,0-1 0 0 0,0 1-1 0 0,-1-1 1 0 0,-2 7 0 0 0,0-2 4 0 0,-1-1-1 0 0,0-1 1 0 0,0 1 0 0 0,0-1 0 0 0,-1 0-1 0 0,0 0 1 0 0,0 0 0 0 0,-1-1-1 0 0,0 0 1 0 0,-10 7 0 0 0,5-5 9 0 0,0 0 0 0 0,-1-1 0 0 0,0-1 0 0 0,0 0 0 0 0,-27 9 0 0 0,39-15-29 0 0,0 1 1 0 0,0-1-1 0 0,0 1 0 0 0,0-1 0 0 0,0 0 1 0 0,0 1-1 0 0,0-1 0 0 0,0 0 0 0 0,0 0 1 0 0,0 1-1 0 0,0-1 0 0 0,0 0 0 0 0,0 0 1 0 0,-1 0-1 0 0,1-1 0 0 0,0 1 0 0 0,0 0 1 0 0,0 0-1 0 0,0 0 0 0 0,0-1 0 0 0,0 1 1 0 0,0-1-1 0 0,0 1 0 0 0,0-1 0 0 0,0 1 1 0 0,0-1-1 0 0,0 1 0 0 0,0-1 0 0 0,-1-1 1 0 0,2 0-15 0 0,0 0 1 0 0,0 0 0 0 0,0 1 0 0 0,0-1 0 0 0,0 0 0 0 0,0 0-1 0 0,0 0 1 0 0,1 1 0 0 0,-1-1 0 0 0,0 0 0 0 0,1 1 0 0 0,0-1 0 0 0,-1 0-1 0 0,1 1 1 0 0,2-4 0 0 0,6-9-128 0 0,0 0 0 0 0,21-24 0 0 0,-10 17 16 0 0,1 0 0 0 0,2 2-1 0 0,-1 1 1 0 0,2 1-1 0 0,1 1 1 0 0,0 0 0 0 0,0 2-1 0 0,2 2 1 0 0,0 0 0 0 0,56-16-1 0 0,-80 27 145 0 0,1 0-1 0 0,0 0 0 0 0,0 0 1 0 0,0 1-1 0 0,0-1 0 0 0,0 1 1 0 0,0 0-1 0 0,-1 0 1 0 0,1 0-1 0 0,0 1 0 0 0,0 0 1 0 0,0-1-1 0 0,0 1 0 0 0,0 1 1 0 0,-1-1-1 0 0,1 0 0 0 0,0 1 1 0 0,-1 0-1 0 0,1 0 1 0 0,-1 0-1 0 0,0 0 0 0 0,0 0 1 0 0,0 1-1 0 0,0 0 0 0 0,0-1 1 0 0,0 1-1 0 0,-1 0 1 0 0,1 0-1 0 0,3 7 0 0 0,-2-2 99 0 0,0 0 0 0 0,-1 0-1 0 0,0 0 1 0 0,0 0 0 0 0,-1 1-1 0 0,0-1 1 0 0,-1 0 0 0 0,1 1 0 0 0,-2 0-1 0 0,1-1 1 0 0,-1 1 0 0 0,-1 0-1 0 0,0 8 1 0 0,-2-4-204 0 0,1 0 0 0 0,-2 0 0 0 0,-5 17 0 0 0,-2-7-2514 0 0,-2-2-3459 0 0,9-15 2886 0 0</inkml:trace>
</inkml:ink>
</file>

<file path=ppt/ink/ink3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3:07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1 684 0 0,'4'19'6826'0'0,"-9"5"-3569"0"0,-18 25-1735 0 0,13-30-521 0 0,-26 45-1510 0 0,8-30-6934 0 0</inkml:trace>
</inkml:ink>
</file>

<file path=ppt/ink/ink3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3:07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96 180 0 0,'14'-40'7214'0'0,"-13"37"-6690"0"0,-1-1 0 0 0,1 1 0 0 0,-1-1-1 0 0,1 1 1 0 0,-1-1 0 0 0,0 1 0 0 0,-1-1 0 0 0,0-4 0 0 0,1 6-450 0 0,-1 1 0 0 0,1 0 0 0 0,-1 0 0 0 0,0 0 0 0 0,1 0 1 0 0,-1 0-1 0 0,0 0 0 0 0,1 0 0 0 0,-1 0 0 0 0,0 0 0 0 0,0 1 1 0 0,0-1-1 0 0,0 0 0 0 0,0 0 0 0 0,0 1 0 0 0,0-1 0 0 0,0 0 0 0 0,0 1 1 0 0,-1-1-1 0 0,1 1 0 0 0,0 0 0 0 0,0-1 0 0 0,0 1 0 0 0,-1 0 1 0 0,1 0-1 0 0,0 0 0 0 0,0 0 0 0 0,0 0 0 0 0,-1 0 0 0 0,1 0 1 0 0,0 0-1 0 0,0 0 0 0 0,-2 1 0 0 0,-21 1 240 0 0,0 2 1 0 0,0 0-1 0 0,-26 9 1 0 0,42-10-244 0 0,0 0 1 0 0,0 0 0 0 0,0 1-1 0 0,0 0 1 0 0,0 0-1 0 0,1 1 1 0 0,0 0-1 0 0,0 0 1 0 0,0 1 0 0 0,1 0-1 0 0,0 0 1 0 0,-9 11-1 0 0,15-14-65 0 0,1 1 0 0 0,-1-1-1 0 0,0 0 1 0 0,1 0-1 0 0,0 0 1 0 0,0 0 0 0 0,0 0-1 0 0,0 0 1 0 0,0 0 0 0 0,1-1-1 0 0,-1 1 1 0 0,1 0 0 0 0,-1-1-1 0 0,1 1 1 0 0,0-1 0 0 0,4 5-1 0 0,22 17-171 0 0,1-1 1 0 0,59 36-1 0 0,-60-43-144 0 0,-1 2 1 0 0,-1 1-1 0 0,0 1 0 0 0,31 33 1 0 0,-56-52 297 0 0,0-1 1 0 0,-1 1-1 0 0,1-1 0 0 0,0 1 1 0 0,-1 0-1 0 0,1 0 1 0 0,-1-1-1 0 0,1 1 1 0 0,-1 0-1 0 0,1 0 1 0 0,-1 0-1 0 0,0-1 0 0 0,1 1 1 0 0,-1 0-1 0 0,0 0 1 0 0,0 0-1 0 0,0 0 1 0 0,0 0-1 0 0,1 0 1 0 0,-1 0-1 0 0,0 0 0 0 0,0-1 1 0 0,-1 1-1 0 0,1 0 1 0 0,0 0-1 0 0,0 0 1 0 0,0 0-1 0 0,-1 0 1 0 0,1 0-1 0 0,0 0 0 0 0,-1-1 1 0 0,1 1-1 0 0,-1 0 1 0 0,1 0-1 0 0,-1-1 1 0 0,0 3-1 0 0,-3-1 15 0 0,1 1 1 0 0,0-1-1 0 0,-1 0 0 0 0,0 0 0 0 0,1 0 1 0 0,-1 0-1 0 0,0 0 0 0 0,-8 1 0 0 0,-9 3 155 0 0,0-2-1 0 0,-29 3 0 0 0,31-7-150 0 0,1 1 0 0 0,-1-2 0 0 0,1-1 0 0 0,0 0 0 0 0,-1-1 0 0 0,1-1 0 0 0,-25-9 0 0 0,38 6-1374 0 0</inkml:trace>
</inkml:ink>
</file>

<file path=ppt/ink/ink3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8T05:13:12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4 372,'-2'-3'6343,"10"4"-2833,26 12-1898,40 12-1306,-20-13 355,1-2 0,93 5 1,-139-15-499,18 5 137,-25-3-304,2 7 5,-1-1 1,0 1-1,0 0 0,-1 0 0,0 0 1,-1 1-1,0-1 0,0 0 1,-1 1-1,0-1 0,0 0 1,-3 13-1,1-10-2,-7 64 12,-4 0 0,-32 107-1,-66 143 53,25-81-67,38-59 310,43-175 80,1-1-1,-2 0 0,-11 18 0,16-26-158,-111 14 905,-131-3 181,234-12-2145,1 0 0,0 0 0,0 0 0,-14 5 0,-7 1-6337</inkml:trace>
</inkml:ink>
</file>

<file path=ppt/ink/ink3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3:14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325 1 820 0 0,'0'0'5698'0'0,"-2"3"-4982"0"0,-89 165 3312 0 0,-38 12-2806 0 0,60-89-3405 0 0,45-63-2898 0 0,14-17 2145 0 0</inkml:trace>
</inkml:ink>
</file>

<file path=ppt/ink/ink3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3:15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177 405 1236 0 0,'0'0'3950'0'0,"-6"-12"-2699"0"0,-1 16 1643 0 0,-2 8-2683 0 0,-79 115 1458 0 0,77-109-1474 0 0,2 0 0 0 0,0 1 0 0 0,-6 21 1 0 0,-5 22 340 0 0,20-61-531 0 0,-1 0 1 0 0,1-1-1 0 0,0 1 1 0 0,-1-1-1 0 0,1 1 0 0 0,0 0 1 0 0,0-1-1 0 0,-1 1 1 0 0,1 0-1 0 0,0-1 1 0 0,0 1-1 0 0,0 0 1 0 0,0-1-1 0 0,0 1 0 0 0,0 0 1 0 0,0-1-1 0 0,0 1 1 0 0,0 0-1 0 0,1-1 1 0 0,-1 1-1 0 0,0 0 0 0 0,0-1 1 0 0,0 1-1 0 0,1 0 1 0 0,-1-1-1 0 0,0 1 1 0 0,1-1-1 0 0,-1 1 1 0 0,1 0-1 0 0,-1-1 0 0 0,0 1 1 0 0,1-1-1 0 0,-1 0 1 0 0,1 1-1 0 0,0-1 1 0 0,-1 1-1 0 0,1-1 1 0 0,-1 0-1 0 0,1 1 0 0 0,0-1 1 0 0,-1 0-1 0 0,1 1 1 0 0,0-1-1 0 0,-1 0 1 0 0,1 0-1 0 0,0 0 1 0 0,-1 0-1 0 0,1 0 0 0 0,0 0 1 0 0,-1 0-1 0 0,1 0 1 0 0,0 0-1 0 0,-1 0 1 0 0,1 0-1 0 0,0 0 0 0 0,1-1 1 0 0,52-22 131 0 0,-22 7-91 0 0,-19 13-76 0 0,0 0-1 0 0,0 1 1 0 0,0 0 0 0 0,0 1-1 0 0,0 0 1 0 0,0 1 0 0 0,0 1-1 0 0,0 0 1 0 0,0 1 0 0 0,16 3-1 0 0,56 4-3 0 0,-76-9 60 0 0,0-1 1 0 0,0 0-1 0 0,0 0 0 0 0,0-1 0 0 0,0 0 0 0 0,0-1 0 0 0,-1 0 1 0 0,1-1-1 0 0,-1 1 0 0 0,0-2 0 0 0,0 1 0 0 0,0-1 1 0 0,0 0-1 0 0,-1-1 0 0 0,0 1 0 0 0,0-1 0 0 0,-1-1 1 0 0,0 0-1 0 0,0 0 0 0 0,0 0 0 0 0,-1 0 0 0 0,0-1 0 0 0,0 0 1 0 0,-1 0-1 0 0,0 0 0 0 0,0 0 0 0 0,-1-1 0 0 0,0 0 1 0 0,-1 1-1 0 0,0-1 0 0 0,0 0 0 0 0,-1 0 0 0 0,0 0 1 0 0,0-1-1 0 0,-1 1 0 0 0,-1 0 0 0 0,1 0 0 0 0,-2 0 0 0 0,1 0 1 0 0,-1 0-1 0 0,0 0 0 0 0,-1 0 0 0 0,0 1 0 0 0,0-1 1 0 0,-1 1-1 0 0,-7-11 0 0 0,9 15-22 0 0,1 3-9 0 0,0 0 1 0 0,0-1-1 0 0,1 1 1 0 0,-1 0-1 0 0,0-1 1 0 0,1 1-1 0 0,-1-1 0 0 0,1 1 1 0 0,-1 0-1 0 0,1-1 1 0 0,0 1-1 0 0,-1-1 1 0 0,1 1-1 0 0,0-1 1 0 0,0 0-1 0 0,0-1 0 0 0,14 8-122 0 0,-4 0 93 0 0,26 5 46 0 0,0-2-1 0 0,1-2 0 0 0,-1-1 0 0 0,1-2 1 0 0,0-1-1 0 0,0-2 0 0 0,0-2 1 0 0,0-1-1 0 0,0-2 0 0 0,0-1 0 0 0,-1-2 1 0 0,65-24-1 0 0,-85 26 1 0 0,0-1 0 0 0,-1 0 0 0 0,1-1-1 0 0,-2-1 1 0 0,1 0 0 0 0,-1-2 0 0 0,-1 1 0 0 0,0-1 0 0 0,20-23 0 0 0,-28 28-10 0 0,0 0 0 0 0,-1 0 1 0 0,0 0-1 0 0,0-1 0 0 0,0 0 1 0 0,-1 1-1 0 0,0-1 0 0 0,0-1 1 0 0,-1 1-1 0 0,0 0 1 0 0,0 0-1 0 0,-1-1 0 0 0,0 1 1 0 0,0-1-1 0 0,-1 0 0 0 0,0 1 1 0 0,0-1-1 0 0,0 1 0 0 0,-1-1 1 0 0,-1 0-1 0 0,1 1 1 0 0,-1 0-1 0 0,-5-13 0 0 0,7 18-6 0 0,-1 1-1 0 0,0-1 1 0 0,1 1-1 0 0,-1-1 1 0 0,0 1-1 0 0,0-1 1 0 0,0 1-1 0 0,0-1 1 0 0,0 1-1 0 0,0 0 0 0 0,0 0 1 0 0,0 0-1 0 0,0 0 1 0 0,-1-1-1 0 0,1 2 1 0 0,0-1-1 0 0,-1 0 1 0 0,1 0-1 0 0,-1 0 1 0 0,1 1-1 0 0,-1-1 1 0 0,1 0-1 0 0,-1 1 1 0 0,-3-1-1 0 0,2 1-2 0 0,0 0 0 0 0,0 1 0 0 0,0-1 0 0 0,0 1 0 0 0,-1 0 0 0 0,1-1 0 0 0,0 2 0 0 0,0-1 0 0 0,0 0 0 0 0,1 0 0 0 0,-1 1 0 0 0,-3 2 0 0 0,-5 3-9 0 0,1 1 0 0 0,0 1 0 0 0,0-1 0 0 0,1 2 0 0 0,-11 12 0 0 0,-8 17 1 0 0,2 0 0 0 0,-40 85 0 0 0,-25 96-51 0 0,29-65 46 0 0,31-75 205 0 0,31-79-63 0 0,2-14 2550 0 0,0 6-2645 0 0,0 1 1 0 0,1 0-1 0 0,0-1 0 0 0,0 1 1 0 0,0 0-1 0 0,0 1 0 0 0,1-1 1 0 0,0 1-1 0 0,8-10 0 0 0,31-26-526 0 0,-41 40 480 0 0,0 1 0 0 0,0-1 0 0 0,0 1 0 0 0,0 0-1 0 0,0-1 1 0 0,0 1 0 0 0,0 0 0 0 0,0 0-1 0 0,0 0 1 0 0,0 0 0 0 0,0 1 0 0 0,0-1 0 0 0,0 0-1 0 0,0 1 1 0 0,0 0 0 0 0,0-1 0 0 0,-1 1-1 0 0,1 0 1 0 0,0 0 0 0 0,0 0 0 0 0,-1 0 0 0 0,1 0-1 0 0,1 2 1 0 0,47 36-166 0 0,-35-27 137 0 0,-13-11-76 0 0,45 33-250 0 0,-24-24-4393 0 0</inkml:trace>
</inkml:ink>
</file>

<file path=ppt/ink/ink3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3:24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0 1220 0 0,'0'0'10578'0'0,"-1"7"-10289"0"0,-3 86 1123 0 0,3-91-1557 0 0,1 1 0 0 0,0-1 0 0 0,0 1 0 0 0,-1-1 0 0 0,1 1 0 0 0,-1-1 0 0 0,0 0 0 0 0,0 1 0 0 0,0-1 0 0 0,0 0 0 0 0,0 0 0 0 0,0 0 0 0 0,-1 1 0 0 0,1-1 0 0 0,-1-1 0 0 0,-1 4 0 0 0,1-4-147 0 0,1 0-661 0 0</inkml:trace>
</inkml:ink>
</file>

<file path=ppt/ink/ink3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3:25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81 844 0 0,'25'-72'8572'0'0,"-24"71"-8162"0"0,1-2-54 0 0,-2 2-377 0 0,0 1 0 0 0,0 0 0 0 0,0 0 1 0 0,0 0-1 0 0,0-1 0 0 0,0 1 1 0 0,0 0-1 0 0,0 0 0 0 0,0 0 1 0 0,0 0-1 0 0,0-1 0 0 0,0 1 1 0 0,1 0-1 0 0,-1 0 0 0 0,0 0 0 0 0,0 0 1 0 0,0-1-1 0 0,0 1 0 0 0,0 0 1 0 0,1 0-1 0 0,-1 0 0 0 0,0 0 1 0 0,0 0-1 0 0,0 0 0 0 0,0-1 0 0 0,1 1 1 0 0,-1 0-1 0 0,0 0 0 0 0,0 0 1 0 0,0 0-1 0 0,1 0 0 0 0,-1 0 1 0 0,0 0-1 0 0,0 0 0 0 0,0 0 1 0 0,1 0-1 0 0,-1 0 0 0 0,0 0 0 0 0,0 0 1 0 0,0 0-1 0 0,1 0 0 0 0,-1 0 1 0 0,0 0-1 0 0,0 0 0 0 0,0 0 1 0 0,1 1-1 0 0,-1-1 0 0 0,21 14-1294 0 0,-7 3-2653 0 0,-8-7 1771 0 0</inkml:trace>
</inkml:ink>
</file>

<file path=ppt/ink/ink3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3:25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116 429 1128 0 0,'-2'-1'458'0'0,"1"-1"0"0"0,-1 0 0 0 0,1 1 0 0 0,-1 0 1 0 0,0-1-1 0 0,1 1 0 0 0,-1 0 0 0 0,0-1 0 0 0,0 1 0 0 0,0 0 0 0 0,0 1 0 0 0,-4-2 0 0 0,0 4-235 0 0,0 1 0 0 0,0 1-1 0 0,0-1 1 0 0,0 1 0 0 0,0 0 0 0 0,1 1-1 0 0,0-1 1 0 0,0 1 0 0 0,0 0-1 0 0,0 0 1 0 0,-5 9 0 0 0,8-12-163 0 0,0 1-1 0 0,0-1 1 0 0,1 1 0 0 0,-1 0-1 0 0,1 0 1 0 0,-1 0 0 0 0,1 0-1 0 0,0 0 1 0 0,0 0 0 0 0,0 0-1 0 0,0 1 1 0 0,1-1 0 0 0,-1 0-1 0 0,1 0 1 0 0,0 1 0 0 0,0-1-1 0 0,0 0 1 0 0,1 1 0 0 0,-1-1-1 0 0,1 0 1 0 0,-1 0 0 0 0,1 0-1 0 0,0 1 1 0 0,0-1 0 0 0,1 0-1 0 0,1 4 1 0 0,0-4-32 0 0,-1 0 0 0 0,1-1-1 0 0,0 1 1 0 0,0-1 0 0 0,0 1 0 0 0,1-1 0 0 0,-1 0-1 0 0,0 0 1 0 0,1 0 0 0 0,0 0 0 0 0,-1-1-1 0 0,1 0 1 0 0,0 0 0 0 0,0 0 0 0 0,-1 0 0 0 0,1 0-1 0 0,0-1 1 0 0,0 1 0 0 0,0-1 0 0 0,4-1 0 0 0,7 1 25 0 0,-1-1 0 0 0,1-1 1 0 0,26-6-1 0 0,-22 2-27 0 0,0-1 0 0 0,-1-1 0 0 0,0-1 0 0 0,-1 0-1 0 0,0-1 1 0 0,0-1 0 0 0,-1-1 0 0 0,-1 0 0 0 0,0-1-1 0 0,0 0 1 0 0,20-26 0 0 0,-3 0 10 0 0,-2-2 1 0 0,-1-1-1 0 0,30-61 0 0 0,14-48 1141 0 0,-65 112 27 0 0,-6 28-780 0 0,-2 9 96 0 0,-4 5-437 0 0,-7 8-46 0 0,1 1-1 0 0,-1 0 1 0 0,2 0 0 0 0,0 1 0 0 0,0 0 0 0 0,1 1 0 0 0,1 0-1 0 0,0 0 1 0 0,1 1 0 0 0,-7 25 0 0 0,5-10-122 0 0,1-1 1 0 0,1 2-1 0 0,1-1 0 0 0,0 52 1 0 0,5-72 19 0 0,2 34-293 0 0,-2-42 353 0 0,0-1 0 0 0,1 1 0 0 0,-1 0-1 0 0,1 0 1 0 0,-1 0 0 0 0,1-1-1 0 0,0 1 1 0 0,0 0 0 0 0,0-1-1 0 0,0 1 1 0 0,0-1 0 0 0,0 1-1 0 0,0-1 1 0 0,0 1 0 0 0,0-1-1 0 0,1 0 1 0 0,-1 0 0 0 0,1 1-1 0 0,1 0 1 0 0,-2-2 55 0 0,56-19 693 0 0,-47 16-964 0 0,0 1 0 0 0,0-1 0 0 0,0 2 0 0 0,0-1-1 0 0,0 1 1 0 0,0 1 0 0 0,0 0 0 0 0,0 0-1 0 0,0 1 1 0 0,0 0 0 0 0,19 5 0 0 0,23 9-2724 0 0,-16-3-1954 0 0,-12-4 1652 0 0</inkml:trace>
</inkml:ink>
</file>

<file path=ppt/ink/ink3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3:26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440 84 104 0 0,'1'-7'1282'0'0,"1"0"0"0"0,0 0 0 0 0,-1 0 0 0 0,-1-1 0 0 0,1 1 0 0 0,-1 0 0 0 0,-1-13 0 0 0,0 19-1208 0 0,1 0 0 0 0,0 0 1 0 0,-1 1-1 0 0,1-1 1 0 0,0 0-1 0 0,-1 1 0 0 0,1-1 1 0 0,-1 0-1 0 0,1 1 1 0 0,-1-1-1 0 0,1 1 1 0 0,-1-1-1 0 0,0 1 0 0 0,1-1 1 0 0,-1 1-1 0 0,0-1 1 0 0,1 1-1 0 0,-1-1 0 0 0,0 1 1 0 0,0 0-1 0 0,1 0 1 0 0,-1-1-1 0 0,0 1 0 0 0,0 0 1 0 0,1 0-1 0 0,-1 0 1 0 0,0 0-1 0 0,0 0 0 0 0,0 0 1 0 0,-1 0-1 0 0,-25 2 709 0 0,-2 5-471 0 0,2 2 1 0 0,-1 1-1 0 0,1 1 1 0 0,1 1-1 0 0,0 1 1 0 0,-36 24-1 0 0,47-26-223 0 0,0 0-1 0 0,0 0 0 0 0,1 2 1 0 0,0 0-1 0 0,1 0 0 0 0,1 1 1 0 0,0 1-1 0 0,1 0 0 0 0,1 0 1 0 0,0 1-1 0 0,-9 21 0 0 0,17-32-86 0 0,-1 1 0 0 0,2-1 1 0 0,-1 1-1 0 0,1-1 0 0 0,-1 1 0 0 0,2 0 0 0 0,-1 0 0 0 0,1-1 0 0 0,-1 1 0 0 0,2 0 0 0 0,-1 0 1 0 0,1-1-1 0 0,-1 1 0 0 0,2 0 0 0 0,-1-1 0 0 0,1 1 0 0 0,-1 0 0 0 0,2-1 0 0 0,-1 0 0 0 0,0 0 1 0 0,6 8-1 0 0,-3-7-36 0 0,0 0 0 0 0,1 0 0 0 0,-1-1 1 0 0,1 1-1 0 0,0-1 0 0 0,0-1 0 0 0,1 1 0 0 0,0-1 1 0 0,-1 0-1 0 0,1-1 0 0 0,1 0 0 0 0,-1 0 0 0 0,0 0 1 0 0,1-1-1 0 0,10 2 0 0 0,12 0-55 0 0,-1-1 0 0 0,1-1 0 0 0,0-1 0 0 0,-1-2 0 0 0,1-1-1 0 0,-1-1 1 0 0,1-2 0 0 0,-1-1 0 0 0,0-1 0 0 0,-1-2 0 0 0,0 0 0 0 0,0-2 0 0 0,-1-1-1 0 0,0-2 1 0 0,-1 0 0 0 0,-1-1 0 0 0,26-22 0 0 0,-49 36 103 0 0,0-1-1 0 0,0 1 1 0 0,0-1-1 0 0,0 1 1 0 0,0-1-1 0 0,-1 0 1 0 0,1 0-1 0 0,0 0 1 0 0,-1 0 0 0 0,0 0-1 0 0,0 0 1 0 0,1-1-1 0 0,-1 1 1 0 0,0 0-1 0 0,-1-1 1 0 0,1 1-1 0 0,0-4 1 0 0,-4 3 12 0 0,-1 3-39 0 0,-1-1 0 0 0,1 0 1 0 0,0 1-1 0 0,-1 0 0 0 0,1 0 0 0 0,-1 0 0 0 0,1 1 0 0 0,0-1 1 0 0,-1 1-1 0 0,1 0 0 0 0,0 1 0 0 0,0-1 0 0 0,0 1 0 0 0,0-1 1 0 0,0 1-1 0 0,0 0 0 0 0,0 1 0 0 0,0-1 0 0 0,1 1 0 0 0,-4 3 1 0 0,5-4-58 0 0,0 0 0 0 0,0 0 0 0 0,0 1 0 0 0,0-1 1 0 0,1 1-1 0 0,-1-1 0 0 0,1 1 0 0 0,-1 0 1 0 0,1 0-1 0 0,0-1 0 0 0,0 1 0 0 0,1 0 1 0 0,-1 0-1 0 0,0 0 0 0 0,1 0 0 0 0,0 0 0 0 0,0 0 1 0 0,0 0-1 0 0,0 0 0 0 0,0 0 0 0 0,1 0 1 0 0,0 4-1 0 0,0-4 43 0 0,0-1 0 0 0,0 0 0 0 0,0 0 0 0 0,0 0 0 0 0,0 0 0 0 0,0 0 0 0 0,1 0 0 0 0,-1 0 0 0 0,1 0 0 0 0,-1 0 0 0 0,1-1 0 0 0,0 1 0 0 0,0-1 0 0 0,0 1 0 0 0,0-1 0 0 0,0 0 0 0 0,0 1 0 0 0,0-1 0 0 0,0 0 0 0 0,0-1 0 0 0,0 1 0 0 0,1 0 0 0 0,-1 0 0 0 0,0-1 0 0 0,1 0 0 0 0,-1 1 0 0 0,0-1 0 0 0,1 0 0 0 0,-1 0 0 0 0,1 0 0 0 0,-1 0 0 0 0,3-1 0 0 0,-2 0 114 0 0,0 1 0 0 0,0-1 0 0 0,-1 0-1 0 0,1 0 1 0 0,0 0 0 0 0,0 0 0 0 0,-1 0-1 0 0,1 0 1 0 0,-1-1 0 0 0,1 1-1 0 0,-1-1 1 0 0,0 0 0 0 0,1 0 0 0 0,-1 0-1 0 0,0 0 1 0 0,0 0 0 0 0,0 0 0 0 0,-1 0-1 0 0,1-1 1 0 0,-1 1 0 0 0,1-1 0 0 0,-1 1-1 0 0,0-1 1 0 0,1 0 0 0 0,-2 1 0 0 0,1-1-1 0 0,1-3 1 0 0,-1 0 52 0 0,-1 1 0 0 0,0 0 0 0 0,1-1 0 0 0,-2 1 0 0 0,1 0 0 0 0,-1 0 0 0 0,1-1 0 0 0,-1 1 0 0 0,-4-9 0 0 0,5 12-222 0 0,-1 0-1 0 0,0 0 0 0 0,0 0 1 0 0,0 1-1 0 0,-1-1 0 0 0,1 0 1 0 0,0 1-1 0 0,-1-1 0 0 0,1 1 1 0 0,-1-1-1 0 0,1 1 0 0 0,-4-2 1 0 0,3 2-303 0 0,0 0 1 0 0,0 0-1 0 0,-1 0 1 0 0,1 0 0 0 0,0 1-1 0 0,0-1 1 0 0,-1 1 0 0 0,1 0-1 0 0,0 0 1 0 0,0-1 0 0 0,-1 2-1 0 0,1-1 1 0 0,-5 1 0 0 0,-8 1-3186 0 0,2 0 270 0 0</inkml:trace>
</inkml:ink>
</file>

<file path=ppt/ink/ink3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3:26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 1056 0 0,'14'-2'2691'0'0,"-6"4"-2377"0"0,0 1-1 0 0,0 0 1 0 0,0 1-1 0 0,-1-1 1 0 0,0 1-1 0 0,0 1 1 0 0,0 0-1 0 0,0 0 1 0 0,0 0-1 0 0,-1 0 1 0 0,0 1-1 0 0,-1 0 1 0 0,1 1-1 0 0,-1-1 1 0 0,0 1-1 0 0,0 0 1 0 0,6 13-1 0 0,-11-17-250 0 0,11 43 6811 0 0,-10-53-6506 0 0,0-4-394 0 0,2 0 1 0 0,-1 1-1 0 0,2-1 0 0 0,-1 1 1 0 0,1 0-1 0 0,1 0 0 0 0,0 0 1 0 0,0 1-1 0 0,1-1 0 0 0,6-8 0 0 0,20-15-3398 0 0,6 5-3810 0 0,-30 24 4000 0 0</inkml:trace>
</inkml:ink>
</file>

<file path=ppt/ink/ink3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3:26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15 532 0 0,'6'5'519'0'0,"1"0"0"0"0,-1 1 0 0 0,0-1 0 0 0,-1 1 0 0 0,1 1 0 0 0,-1-1 0 0 0,0 1 0 0 0,-1-1 0 0 0,0 1 0 0 0,0 1 0 0 0,0-1 0 0 0,-1 0 0 0 0,0 1 0 0 0,4 15 0 0 0,0-3 830 0 0,2-15 36 0 0,15-25 534 0 0,-8 3-1942 0 0,-1 2-159 0 0,55-45-878 0 0,-21 25-5573 0 0,-38 29 3777 0 0</inkml:trace>
</inkml:ink>
</file>

<file path=ppt/ink/ink3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3:27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0 101 12 0 0,'59'-32'4854'0'0,"-56"30"-4577"0"0,0 0 0 0 0,1 0-1 0 0,-1 0 1 0 0,0-1 0 0 0,-1 1 0 0 0,1-1 0 0 0,0 0 0 0 0,-1 1 0 0 0,0-1-1 0 0,1-1 1 0 0,-1 1 0 0 0,0 0 0 0 0,-1 0 0 0 0,1-1 0 0 0,1-3 0 0 0,-3 6 250 0 0,6-10 466 0 0,-6 11-955 0 0,0 0 0 0 0,0 0 0 0 0,1 0 1 0 0,-1 0-1 0 0,0-1 0 0 0,0 1 1 0 0,0 0-1 0 0,0 0 0 0 0,0 0 0 0 0,0 0 1 0 0,0-1-1 0 0,1 1 0 0 0,-1 0 1 0 0,0 0-1 0 0,0 0 0 0 0,0-1 0 0 0,0 1 1 0 0,0 0-1 0 0,0 0 0 0 0,0 0 1 0 0,0-1-1 0 0,0 1 0 0 0,0 0 0 0 0,0 0 1 0 0,0 0-1 0 0,0-1 0 0 0,-1 1 1 0 0,1 0-1 0 0,0 0 0 0 0,0 0 0 0 0,0-1 1 0 0,0 1-1 0 0,0 0 0 0 0,0 0 0 0 0,0 0 1 0 0,0 0-1 0 0,-1-1 0 0 0,1 1 1 0 0,0 0-1 0 0,0 0 0 0 0,0 0 0 0 0,0 0 1 0 0,-1 0-1 0 0,1 0 0 0 0,0-1 1 0 0,0 1-1 0 0,0 0 0 0 0,-1 0 0 0 0,1 0 1 0 0,0 0-1 0 0,0 0 0 0 0,0 0 1 0 0,-1 0-1 0 0,1 0 0 0 0,-6 2-29 0 0,0 1 1 0 0,0-1-1 0 0,0 1 0 0 0,0 1 0 0 0,0-1 0 0 0,-5 5 0 0 0,9-6-30 0 0,-1 0 0 0 0,1 0 0 0 0,0 0 0 0 0,0 0 0 0 0,0 0 0 0 0,0 0 0 0 0,1 0 0 0 0,-1 1 0 0 0,0-1 0 0 0,1 1 0 0 0,0 0 0 0 0,-1-1 0 0 0,1 1 0 0 0,0 0 0 0 0,1-1 0 0 0,-1 1 0 0 0,0 0 0 0 0,0 5 0 0 0,1-6-25 0 0,3 0 30 0 0,0 0-1 0 0,-1-1 0 0 0,1 1 0 0 0,0 0 0 0 0,0-1 0 0 0,0 0 0 0 0,0 0 0 0 0,0 0 0 0 0,0 0 0 0 0,0 0 0 0 0,1 0 0 0 0,-1-1 0 0 0,0 0 0 0 0,0 1 1 0 0,1-1-1 0 0,5-1 0 0 0,61-11-288 0 0,-37 6 107 0 0,42-8-173 0 0,-52 8 257 0 0,1 1 0 0 0,0 1-1 0 0,0 1 1 0 0,0 1 0 0 0,0 2 0 0 0,0 0-1 0 0,32 5 1 0 0,-53-4 27 0 0,1 0 0 0 0,-1 1 0 0 0,1 0 0 0 0,-1-1 0 0 0,1 1 0 0 0,-1 1 0 0 0,0-1 0 0 0,0 0-1 0 0,0 1 1 0 0,0-1 0 0 0,-1 1 0 0 0,1 0 0 0 0,-1 0 0 0 0,1 0 0 0 0,-1 0 0 0 0,0 0 0 0 0,0 1 0 0 0,-1-1 0 0 0,1 1 0 0 0,2 6 0 0 0,-4-8-7 0 0,0-2 80 0 0,1 1 0 0 0,-1-1 0 0 0,0 1 0 0 0,0-1 0 0 0,0 1 0 0 0,1-1 0 0 0,-1 1 0 0 0,0-1 1 0 0,1 0-1 0 0,-1 1 0 0 0,0-1 0 0 0,1 1 0 0 0,-1-1 0 0 0,0 0 0 0 0,1 1 0 0 0,-1-1 0 0 0,1 0 0 0 0,-1 1 0 0 0,1-1 0 0 0,-1 0 1 0 0,1 0-1 0 0,-1 0 0 0 0,1 1 0 0 0,16-4-36 0 0,0 0 1 0 0,-1-1-1 0 0,0 0 1 0 0,0-2-1 0 0,0 0 1 0 0,-1 0-1 0 0,0-2 1 0 0,20-12-1 0 0,22-9 216 0 0,-37 19 8 0 0,-14 7-14 0 0,0 0-1 0 0,0 0 1 0 0,1 0 0 0 0,-1 1-1 0 0,0 0 1 0 0,8-1-1 0 0,-12 3-68 0 0,1 2 16 0 0,-2-2-99 0 0,0 0 1 0 0,0 1 0 0 0,0-1-1 0 0,0 1 1 0 0,0-1-1 0 0,0 1 1 0 0,-1-1 0 0 0,1 1-1 0 0,0-1 1 0 0,0 1-1 0 0,-1 0 1 0 0,1-1 0 0 0,0 1-1 0 0,-1 0 1 0 0,1 0 0 0 0,-1-1-1 0 0,1 1 1 0 0,-1 0-1 0 0,1 0 1 0 0,-1 0 0 0 0,1 0-1 0 0,-1 0 1 0 0,0 0-1 0 0,0 0 1 0 0,1 1 0 0 0,-2 32 122 0 0,-1 0 1 0 0,-1 0-1 0 0,-2 0 1 0 0,-1 0 0 0 0,-11 33-1 0 0,-9 50 190 0 0,21-86-219 0 0,4-17 57 0 0,-1 0-1 0 0,-1 0 0 0 0,0-1 1 0 0,-1 1-1 0 0,-9 21 0 0 0,3-21 3271 0 0,2-30-2176 0 0,6 11-1142 0 0,1 0 0 0 0,0 1 0 0 0,1-1-1 0 0,-1 0 1 0 0,1 0 0 0 0,0 0 0 0 0,0 0 0 0 0,1 0-1 0 0,0 0 1 0 0,-1 1 0 0 0,3-7 0 0 0,19-51 516 0 0,-16 47-494 0 0,4-8-25 0 0,0 0 0 0 0,2 1 0 0 0,1 0 0 0 0,0 2 0 0 0,2-1 0 0 0,0 1 0 0 0,1 1 0 0 0,21-18 0 0 0,-24 24-121 0 0,1 1 1 0 0,0 1-1 0 0,1 0 1 0 0,0 1 0 0 0,1 1-1 0 0,0 0 1 0 0,1 1 0 0 0,0 1-1 0 0,0 0 1 0 0,0 1-1 0 0,31-5 1 0 0,-41 9-42 0 0,0 2-1 0 0,1-1 1 0 0,-1 1-1 0 0,1 0 1 0 0,-1 1-1 0 0,1 0 1 0 0,-1 0-1 0 0,0 1 1 0 0,0-1 0 0 0,0 2-1 0 0,11 4 1 0 0,-14-6 15 0 0,-1 1 1 0 0,0 0 0 0 0,0 0 0 0 0,0 0 0 0 0,0 0 0 0 0,0 0 0 0 0,-1 1 0 0 0,1-1-1 0 0,-1 1 1 0 0,1 0 0 0 0,-1 0 0 0 0,0 0 0 0 0,0 0 0 0 0,0 0 0 0 0,-1 0-1 0 0,1 0 1 0 0,-1 1 0 0 0,0-1 0 0 0,0 1 0 0 0,0-1 0 0 0,0 1 0 0 0,0-1 0 0 0,-1 1-1 0 0,1 6 1 0 0,-2-9 36 0 0,1 1 0 0 0,-1-1 0 0 0,0 0 0 0 0,1 0 0 0 0,-1 1 0 0 0,0-1 0 0 0,0 0 0 0 0,0 0 0 0 0,0 0 0 0 0,0 0 0 0 0,0 0 0 0 0,0 0 0 0 0,0 0 0 0 0,0-1 0 0 0,0 1-1 0 0,0 0 1 0 0,-1 0 0 0 0,1-1 0 0 0,0 1 0 0 0,0-1 0 0 0,-1 1 0 0 0,1-1 0 0 0,0 0 0 0 0,-3 1 0 0 0,-37 7-1456 0 0,26-8 181 0 0,-11-2-7522 0 0</inkml:trace>
</inkml:ink>
</file>

<file path=ppt/ink/ink3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3:28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6 792 0 0,'0'0'775'0'0,"-3"4"-54"0"0,-1 1-354 0 0,0 0-1 0 0,1 0 0 0 0,-1 1 1 0 0,1-1-1 0 0,1 1 0 0 0,-1-1 1 0 0,1 1-1 0 0,0 0 0 0 0,-2 6 1 0 0,4-10-231 0 0,0 0 0 0 0,-1 0 1 0 0,1 0-1 0 0,0 0 0 0 0,0-1 1 0 0,0 1-1 0 0,0 0 0 0 0,1 0 1 0 0,-1 0-1 0 0,0 0 1 0 0,1 0-1 0 0,0 0 0 0 0,-1 0 1 0 0,1-1-1 0 0,0 1 0 0 0,0 0 1 0 0,0-1-1 0 0,0 1 0 0 0,0 0 1 0 0,0-1-1 0 0,0 1 0 0 0,1-1 1 0 0,-1 0-1 0 0,0 1 0 0 0,1-1 1 0 0,-1 0-1 0 0,1 0 1 0 0,0 0-1 0 0,-1 0 0 0 0,1 0 1 0 0,0 0-1 0 0,0 0 0 0 0,-1-1 1 0 0,1 1-1 0 0,3 0 0 0 0,-3-1 499 0 0,31-10 2010 0 0,-29 5-2330 0 0,1 0-1 0 0,-1 0 1 0 0,0-1-1 0 0,0 0 1 0 0,-1 1-1 0 0,1-1 1 0 0,-1-1-1 0 0,-1 1 1 0 0,1 0-1 0 0,-1-1 1 0 0,0 1-1 0 0,0-1 1 0 0,-1 0 0 0 0,0 1-1 0 0,0-1 1 0 0,-1-9-1 0 0,0 14-966 0 0</inkml:trace>
</inkml:ink>
</file>

<file path=ppt/ink/ink3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3:28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1 492 0 0,'0'0'1588'0'0,"9"5"-153"0"0,-7-3-203 0 0,1 9-512 0 0,-2-8-484 0 0,0 0 0 0 0,0 1-1 0 0,0-1 1 0 0,0 0 0 0 0,-1 1 0 0 0,1-1 0 0 0,-1 0-1 0 0,0 1 1 0 0,0-1 0 0 0,0 4 0 0 0,-1-6-132 0 0,1 0 0 0 0,0 0 0 0 0,-1 0 0 0 0,1 0-1 0 0,0 0 1 0 0,0 0 0 0 0,0 0 0 0 0,0 0 0 0 0,0 0 0 0 0,0 0 0 0 0,0 0 0 0 0,1 0 0 0 0,-1 0 0 0 0,0 0 0 0 0,0 0 0 0 0,1 0 0 0 0,-1 0 0 0 0,1 0 0 0 0,-1 0 0 0 0,1 0 0 0 0,-1 0-1 0 0,1 0 1 0 0,-1-1 0 0 0,1 1 0 0 0,0 0 0 0 0,0 0 0 0 0,-1-1 0 0 0,1 1 0 0 0,0 0 0 0 0,0-1 0 0 0,0 1 0 0 0,0-1 0 0 0,-1 1 0 0 0,1-1 0 0 0,0 0 0 0 0,0 1 0 0 0,0-1 0 0 0,2 1-1 0 0,5-3 92 0 0,0 0-1 0 0,0 0 1 0 0,-1 0-1 0 0,1-1 1 0 0,-1-1-1 0 0,8-3 1 0 0,27-11 650 0 0,-38 17-963 0 0,0 1 0 0 0,0-1 0 0 0,0 1 1 0 0,0 0-1 0 0,-1 0 0 0 0,1 0 0 0 0,0 0 1 0 0,0 1-1 0 0,0 0 0 0 0,0 0 0 0 0,-1 0 1 0 0,1 0-1 0 0,0 0 0 0 0,-1 1 0 0 0,1 0 1 0 0,-1-1-1 0 0,1 1 0 0 0,-1 1 0 0 0,0-1 1 0 0,0 0-1 0 0,4 5 0 0 0,0-2-1093 0 0,-1-1 0 0 0,1 1 0 0 0,0-1 0 0 0,1-1 0 0 0,11 5 0 0 0,-4-3-1301 0 0</inkml:trace>
</inkml:ink>
</file>

<file path=ppt/ink/ink3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3:28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0 384 116 0 0,'17'-14'2317'0'0,"-2"2"566"0"0,-7 8 3086 0 0,17 41-4842 0 0,-24-36-1037 0 0,16-4 167 0 0,-8-2-159 0 0,0-1 1 0 0,-1 0 0 0 0,0-1 0 0 0,0 0 0 0 0,0 0 0 0 0,-1-1 0 0 0,0 1 0 0 0,8-14 0 0 0,48-80 674 0 0,-38 59-476 0 0,66-128 3890 0 0,-91 168-3369 0 0,0 4-802 0 0,0 0 0 0 0,-1-1 0 0 0,1 1 0 0 0,-1-1-1 0 0,0 1 1 0 0,1 0 0 0 0,-1-1 0 0 0,0 0-1 0 0,0 1 1 0 0,0-1 0 0 0,0 0 0 0 0,0 1-1 0 0,-2 1 1 0 0,-12 17 73 0 0,-6 29-6 0 0,-15 55-1 0 0,12 4-3105 0 0,22-96 2350 0 0,-2 35-7947 0 0,4-30 4185 0 0</inkml:trace>
</inkml:ink>
</file>

<file path=ppt/ink/ink3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3:30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319 27 764 0 0,'-10'-4'569'0'0,"1"0"-1"0"0,-1 0 0 0 0,0 1 1 0 0,0 0-1 0 0,0 0 1 0 0,-1 2-1 0 0,-13-2 1 0 0,18 2-368 0 0,0 1 0 0 0,0 0 0 0 0,0 0 0 0 0,0 0 0 0 0,0 1 0 0 0,0-1 0 0 0,0 1 0 0 0,0 1 0 0 0,0 0 0 0 0,0-1 0 0 0,0 2 1 0 0,0-1-1 0 0,-7 5 0 0 0,12-6-152 0 0,-1 1-1 0 0,0 0 1 0 0,0 0 0 0 0,1 0 0 0 0,-1 0 0 0 0,1 0 0 0 0,0 0-1 0 0,0 1 1 0 0,0-1 0 0 0,0 0 0 0 0,0 1 0 0 0,0-1-1 0 0,0 1 1 0 0,1-1 0 0 0,-1 1 0 0 0,1-1 0 0 0,0 1 0 0 0,0-1-1 0 0,0 1 1 0 0,0-1 0 0 0,0 1 0 0 0,1 2 0 0 0,15 60 456 0 0,-10-45-326 0 0,-5-17-157 0 0,0-1-1 0 0,0 1 1 0 0,0-1-1 0 0,-1 1 0 0 0,1-1 1 0 0,-1 1-1 0 0,0 0 1 0 0,0-1-1 0 0,0 1 0 0 0,0-1 1 0 0,0 1-1 0 0,0 0 1 0 0,-1-1-1 0 0,1 1 1 0 0,-1-1-1 0 0,0 1 0 0 0,0-1 1 0 0,0 1-1 0 0,0-1 1 0 0,0 1-1 0 0,0-1 1 0 0,-1 0-1 0 0,1 0 0 0 0,-1 0 1 0 0,0 0-1 0 0,1 0 1 0 0,-5 3-1 0 0,0-1 65 0 0,-2-1-1 0 0,1 1 1 0 0,0-1 0 0 0,-1-1 0 0 0,1 1-1 0 0,-1-1 1 0 0,-13 1 0 0 0,-13-6 824 0 0,20 1-2214 0 0</inkml:trace>
</inkml:ink>
</file>

<file path=ppt/ink/ink3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3:31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414 28 812 0 0,'3'-27'13219'0'0,"-40"97"-12231"0"0,-133 238 1053 0 0,68-162-2246 0 0,28-55-3767 0 0,62-79 2343 0 0,4-5-3735 0 0,-6 5 2050 0 0</inkml:trace>
</inkml:ink>
</file>

<file path=ppt/ink/ink3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3:31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1 150 680 0 0,'0'0'3310'0'0,"7"1"-2604"0"0,60 0 741 0 0,93-10 1 0 0,-51 1-851 0 0,558-49 1606 0 0,-528 42-1326 0 0,-139 14-873 0 0,1 1 0 0 0,0 0 1 0 0,-1 0-1 0 0,1 0 0 0 0,-1 0 1 0 0,1 0-1 0 0,0 0 1 0 0,-1 0-1 0 0,1 0 0 0 0,-1 0 1 0 0,1 0-1 0 0,0 1 0 0 0,-1-1 1 0 0,1 0-1 0 0,-1 0 0 0 0,1 1 1 0 0,-1-1-1 0 0,1 0 0 0 0,-1 0 1 0 0,1 1-1 0 0,-1-1 0 0 0,1 1 1 0 0,-1-1-1 0 0,1 0 0 0 0,-1 1 1 0 0,1-1-1 0 0,-1 1 1 0 0,0-1-1 0 0,1 1 0 0 0,-1-1 1 0 0,0 1-1 0 0,0-1 0 0 0,1 1 1 0 0,-1 0-1 0 0,0-1 0 0 0,0 1 1 0 0,0 0-1 0 0,0 1 19 0 0,-5 32 9 0 0,6-32 140 0 0,10 25-465 0 0,-11-26 443 0 0,1 0 0 0 0,-1-1 0 0 0,1 1 0 0 0,-1 0 0 0 0,1-1 0 0 0,-1 1-1 0 0,1 0 1 0 0,-1-1 0 0 0,1 1 0 0 0,0-1 0 0 0,-1 1 0 0 0,1-1 0 0 0,0 1 0 0 0,-1-1 0 0 0,1 1 0 0 0,0-1 0 0 0,0 0 0 0 0,-1 0-1 0 0,1 1 1 0 0,2-1 0 0 0,-2 0-80 0 0,-1-1-1 0 0,1 0 0 0 0,0 0 0 0 0,0 0 0 0 0,0 1 1 0 0,0-1-1 0 0,0 0 0 0 0,-1 0 0 0 0,1 0 0 0 0,0 0 1 0 0,-1 0-1 0 0,1 0 0 0 0,-1 0 0 0 0,1-1 0 0 0,-1 1 1 0 0,1 0-1 0 0,-1 0 0 0 0,0 0 0 0 0,0 0 0 0 0,1-3 1 0 0,3-21 892 0 0,-5 16-699 0 0,-1 1 0 0 0,0 0 0 0 0,0 0 0 0 0,0 0 1 0 0,-1 0-1 0 0,-5-11 0 0 0,7 16-416 0 0,-1 0 1 0 0,0 0 0 0 0,0 0-1 0 0,0 0 1 0 0,-1 0-1 0 0,1 0 1 0 0,0 1 0 0 0,-1-1-1 0 0,-5-3 1 0 0,6 5-706 0 0,-15 6-2670 0 0,12 1 2445 0 0</inkml:trace>
</inkml:ink>
</file>

<file path=ppt/ink/ink3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3:32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38 120 0 0,'0'-1'199'0'0,"1"0"0"0"0,-1 0-1 0 0,1 0 1 0 0,-1 0 0 0 0,0 0 0 0 0,0-1 0 0 0,1 1 0 0 0,-1 0-1 0 0,0 0 1 0 0,0 0 0 0 0,0 0 0 0 0,0 0 0 0 0,0 0 0 0 0,0 0-1 0 0,-1-1 1 0 0,1 1 0 0 0,0 0 0 0 0,0 0 0 0 0,-1 0 0 0 0,1 0-1 0 0,-1 0 1 0 0,1 0 0 0 0,-1 0 0 0 0,1 0 0 0 0,-1 0 0 0 0,0 0-1 0 0,-1-1 1 0 0,1 1-49 0 0,-1 0-1 0 0,0 1 0 0 0,0-1 1 0 0,1 0-1 0 0,-1 1 1 0 0,0-1-1 0 0,0 1 1 0 0,0-1-1 0 0,0 1 0 0 0,0 0 1 0 0,0 0-1 0 0,0 0 1 0 0,0 0-1 0 0,-3 1 1 0 0,-2 0 63 0 0,1 0 0 0 0,-1 0 1 0 0,1 1-1 0 0,0 0 1 0 0,-1 0-1 0 0,1 1 1 0 0,0 0-1 0 0,0 0 0 0 0,-8 6 1 0 0,12-8-162 0 0,1 0 1 0 0,-1 1 0 0 0,1-1-1 0 0,-1 0 1 0 0,1 1-1 0 0,0-1 1 0 0,0 1-1 0 0,0-1 1 0 0,0 1-1 0 0,0 0 1 0 0,0-1-1 0 0,0 1 1 0 0,0 0-1 0 0,1 0 1 0 0,-2 3 0 0 0,2-4-16 0 0,0 0 1 0 0,0 0-1 0 0,1 0 0 0 0,-1 0 1 0 0,0 0-1 0 0,0 0 1 0 0,1 0-1 0 0,-1 0 1 0 0,0 0-1 0 0,1 0 1 0 0,-1 0-1 0 0,1 0 1 0 0,-1 0-1 0 0,1 0 1 0 0,0-1-1 0 0,-1 1 1 0 0,1 0-1 0 0,0 0 1 0 0,-1-1-1 0 0,3 2 1 0 0,1 1 64 0 0,1 0 0 0 0,0-1 0 0 0,0 0 0 0 0,0 0 0 0 0,0 0 0 0 0,0 0 1 0 0,1-1-1 0 0,-1 0 0 0 0,8 1 0 0 0,59 5 705 0 0,-38-5-2597 0 0,-2 1-4645 0 0</inkml:trace>
</inkml:ink>
</file>

<file path=ppt/ink/ink3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2:09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144 408 476 0 0,'0'0'13356'0'0,"2"-15"-8274"0"0,1 45-4994 0 0,0-1 0 0 0,-2 1-1 0 0,-1 0 1 0 0,-1-1 0 0 0,-6 36-1 0 0,6-63-22 0 0,1-2-43 0 0,0 0-1 0 0,0 0 1 0 0,1 1-1 0 0,-1-1 0 0 0,0 0 1 0 0,0 0-1 0 0,0 0 1 0 0,0 1-1 0 0,0-1 1 0 0,-1 0-1 0 0,1 0 1 0 0,0 1-1 0 0,0-1 1 0 0,0 0-1 0 0,0 0 1 0 0,0 0-1 0 0,0 1 1 0 0,0-1-1 0 0,0 0 1 0 0,0 0-1 0 0,0 0 1 0 0,-1 1-1 0 0,1-1 0 0 0,0 0 1 0 0,0 0-1 0 0,0 0 1 0 0,0 0-1 0 0,-1 0 1 0 0,1 1-1 0 0,0-1 1 0 0,0 0-1 0 0,0 0 1 0 0,-1 0-1 0 0,1 0 1 0 0,0 0-1 0 0,0 0 1 0 0,0 0-1 0 0,-1 0 1 0 0,1 0-1 0 0,0 0 0 0 0,0 0 1 0 0,-1 0-1 0 0,1 0 1 0 0,0 0-1 0 0,0 0 1 0 0,-1 0-1 0 0,1 0 1 0 0,0 0-1 0 0,-15-8 265 0 0,-11-16 46 0 0,15 11-147 0 0,1-1 0 0 0,1 0 1 0 0,0 0-1 0 0,1-1 1 0 0,0-1-1 0 0,1 1 1 0 0,1-1-1 0 0,0 0 1 0 0,2 0-1 0 0,-6-28 0 0 0,7 21-91 0 0,0 0 0 0 0,1 0 0 0 0,2 0 0 0 0,0 0 0 0 0,1 0 0 0 0,1 0 0 0 0,8-29 0 0 0,-7 41-102 0 0,1 0-1 0 0,1 0 0 0 0,0 0 1 0 0,0 0-1 0 0,1 1 0 0 0,1 0 1 0 0,-1 0-1 0 0,2 1 0 0 0,-1 0 1 0 0,1 0-1 0 0,1 1 0 0 0,-1 0 1 0 0,16-11-1 0 0,-20 16-54 0 0,0 0 1 0 0,0 0-1 0 0,1 0 1 0 0,-1 1-1 0 0,1-1 1 0 0,-1 1-1 0 0,1 0 1 0 0,0 1-1 0 0,0-1 1 0 0,0 1-1 0 0,0 0 1 0 0,0 0-1 0 0,0 0 1 0 0,0 1-1 0 0,0 0 1 0 0,0 0-1 0 0,0 0 1 0 0,0 1-1 0 0,0-1 1 0 0,0 1-1 0 0,0 0 1 0 0,0 1-1 0 0,0-1 1 0 0,0 1-1 0 0,0 0 1 0 0,-1 0-1 0 0,1 1 1 0 0,-1-1-1 0 0,0 1 1 0 0,0 0-1 0 0,0 0 1 0 0,0 0-1 0 0,4 5 1 0 0,-3-2-71 0 0,0-1 1 0 0,-1 1-1 0 0,0-1 0 0 0,0 1 1 0 0,0 0-1 0 0,-1 1 0 0 0,0-1 1 0 0,0 1-1 0 0,0-1 0 0 0,-1 1 1 0 0,0 0-1 0 0,-1 0 0 0 0,1 0 1 0 0,0 14-1 0 0,-2-16 62 0 0,0 0 0 0 0,-1 1 0 0 0,1-1 0 0 0,-1 0 0 0 0,0 0 0 0 0,-1 0 0 0 0,1 0 0 0 0,-1 0 0 0 0,0 0 0 0 0,0-1 0 0 0,-1 1 0 0 0,1 0 0 0 0,-1-1 0 0 0,0 0 0 0 0,0 0 0 0 0,-1 0-1 0 0,1 0 1 0 0,-1 0 0 0 0,0-1 0 0 0,-7 7 0 0 0,-1-4 21 0 0,1 0 1 0 0,-1 0-1 0 0,0-1 0 0 0,0 0 0 0 0,0-1 0 0 0,-1-1 0 0 0,0 0 0 0 0,1 0 0 0 0,-1-1 1 0 0,0-1-1 0 0,0 0 0 0 0,-23-2 0 0 0,23 0-587 0 0,1-1 1 0 0,0 0-1 0 0,0 0 1 0 0,-17-7-1 0 0,27 8-389 0 0,-1-9-1596 0 0</inkml:trace>
</inkml:ink>
</file>

<file path=ppt/ink/ink3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2:10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53 352 0 0,'1'-1'255'0'0,"0"1"0"0"0,0-1-1 0 0,0 0 1 0 0,0 1 0 0 0,-1-1 0 0 0,1 0 0 0 0,0 0 0 0 0,-1 0-1 0 0,1 1 1 0 0,0-1 0 0 0,-1 0 0 0 0,1 0 0 0 0,-1 0-1 0 0,0 0 1 0 0,1 0 0 0 0,-1 0 0 0 0,0 0 0 0 0,1 0-1 0 0,-1-1 1 0 0,0 1 0 0 0,0 0 0 0 0,0 0 0 0 0,0 0-1 0 0,0 0 1 0 0,0 0 0 0 0,0 0 0 0 0,-1 0 0 0 0,1 0 0 0 0,0 0-1 0 0,0 0 1 0 0,-1 0 0 0 0,1 0 0 0 0,-1 0 0 0 0,1 0-1 0 0,-1 0 1 0 0,1 0 0 0 0,-1 0 0 0 0,0-1 0 0 0,-1 1-134 0 0,0 0 0 0 0,1 0 0 0 0,-1 1 1 0 0,0-1-1 0 0,0 0 0 0 0,0 1 1 0 0,1-1-1 0 0,-1 1 0 0 0,0-1 0 0 0,0 1 1 0 0,0 0-1 0 0,0 0 0 0 0,0 0 0 0 0,0 0 1 0 0,0 0-1 0 0,0 0 0 0 0,-3 2 0 0 0,-13 3 52 0 0,1 2 0 0 0,-1 0 0 0 0,1 1 0 0 0,1 1 0 0 0,-1 1 0 0 0,1 0 0 0 0,-17 15 0 0 0,-2 0 59 0 0,35-25-230 0 0,-1 1 1 0 0,0-1-1 0 0,0 1 1 0 0,0-1-1 0 0,0 1 0 0 0,1-1 1 0 0,-1 1-1 0 0,0 0 1 0 0,0-1-1 0 0,1 1 0 0 0,-1 0 1 0 0,1-1-1 0 0,-1 1 1 0 0,1 0-1 0 0,-1 0 0 0 0,1 0 1 0 0,-1 0-1 0 0,1 0 1 0 0,0-1-1 0 0,-1 1 0 0 0,1 0 1 0 0,0 0-1 0 0,0 0 1 0 0,-1 2-1 0 0,2-2-6 0 0,-1 0 0 0 0,1 0 0 0 0,-1-1-1 0 0,1 1 1 0 0,0 0 0 0 0,-1 0 0 0 0,1 0 0 0 0,0-1 0 0 0,-1 1 0 0 0,1 0 0 0 0,0-1-1 0 0,0 1 1 0 0,0-1 0 0 0,0 1 0 0 0,-1-1 0 0 0,1 1 0 0 0,0-1 0 0 0,2 1 0 0 0,3 1-18 0 0,-1-1 1 0 0,1 1-1 0 0,0-1 1 0 0,0-1 0 0 0,0 1-1 0 0,8-1 1 0 0,-1-2-42 0 0,-1-1 0 0 0,0-1 0 0 0,1 0 0 0 0,-2 0 0 0 0,21-11 0 0 0,28-10-233 0 0,-58 24 271 0 0,-2 4-160 0 0,-1-1 186 0 0,1 1 1 0 0,0 0-1 0 0,0-1 1 0 0,1 1-1 0 0,-1-1 1 0 0,0 1-1 0 0,1-1 1 0 0,-1 1-1 0 0,1-1 1 0 0,0 1-1 0 0,0-1 1 0 0,0 1-1 0 0,0-1 1 0 0,1 0-1 0 0,-1 0 1 0 0,0 1-1 0 0,1-1 1 0 0,0 0-1 0 0,-1 0 0 0 0,1 0 1 0 0,0-1-1 0 0,3 3 1 0 0,-2-3 14 0 0,0 0-1 0 0,0 0 1 0 0,0-1-1 0 0,0 1 1 0 0,0-1 0 0 0,0 0-1 0 0,1 0 1 0 0,-1 0-1 0 0,0 0 1 0 0,0-1 0 0 0,0 1-1 0 0,0-1 1 0 0,0 1-1 0 0,0-1 1 0 0,0 0 0 0 0,0-1-1 0 0,0 1 1 0 0,3-3 0 0 0,100-54 119 0 0,-83 43-148 0 0,2 0 0 0 0,0 2 0 0 0,0 1 0 0 0,1 1-1 0 0,45-12 1 0 0,-69 22-15 0 0,0 1 26 0 0,-1-1 0 0 0,0 1 0 0 0,1 0 0 0 0,-1 0 0 0 0,0 0 1 0 0,1 0-1 0 0,-1 0 0 0 0,0 1 0 0 0,0-1 0 0 0,1 0 0 0 0,-1 0 1 0 0,0 1-1 0 0,0-1 0 0 0,1 1 0 0 0,-1-1 0 0 0,0 1 1 0 0,0 0-1 0 0,0-1 0 0 0,0 1 0 0 0,0 0 0 0 0,0 0 0 0 0,0 0 1 0 0,0-1-1 0 0,0 1 0 0 0,0 0 0 0 0,0 0 0 0 0,-1 1 0 0 0,1-1 1 0 0,0 0-1 0 0,-1 0 0 0 0,1 0 0 0 0,-1 0 0 0 0,1 1 1 0 0,-1-1-1 0 0,1 0 0 0 0,-1 0 0 0 0,0 1 0 0 0,0-1 0 0 0,0 2 1 0 0,1 3-7 0 0,-1 0 1 0 0,0-1-1 0 0,-1 1 1 0 0,1 0 0 0 0,-1-1-1 0 0,-1 1 1 0 0,-2 9 0 0 0,3-12 7 0 0,-1 3 6 0 0,0 1 0 0 0,0 0-1 0 0,-1-1 1 0 0,1 0 0 0 0,-2 0 0 0 0,1 0-1 0 0,-1 0 1 0 0,-5 8 0 0 0,43-6 90 0 0,-11-14-71 0 0,-21 5 24 0 0,7-2 118 0 0</inkml:trace>
</inkml:ink>
</file>

<file path=ppt/ink/ink3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2:11.6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55 560 0 0,'10'-35'8799'0'0,"-13"25"-4678"0"0,0 19-2067 0 0,-1 39-1740 0 0,-1 13-693 0 0,4-58 368 0 0,-1 0 1 0 0,1-1-1 0 0,0 1 1 0 0,-1 0 0 0 0,1-1-1 0 0,-1 1 1 0 0,0-1-1 0 0,0 1 1 0 0,0-1 0 0 0,0 0-1 0 0,-1 0 1 0 0,1 0-1 0 0,0 0 1 0 0,-1 0-1 0 0,0-1 1 0 0,1 1 0 0 0,-4 1-1 0 0,-20 15-628 0 0,25-16 424 0 0,9-4-1061 0 0,33-10 732 0 0,0-2 0 0 0,-1-1 0 0 0,-1-2 0 0 0,40-23 1 0 0,-55 26 1028 0 0,-1-2 0 0 0,23-20 1 0 0,-26 13 4253 0 0,-42 44-3454 0 0,22-16-1505 0 0,1-1 0 0 0,-1 0 1 0 0,1 1-1 0 0,0-1 0 0 0,0 1 0 0 0,0-1 0 0 0,0 0 0 0 0,1 0 0 0 0,0 0 0 0 0,-1 0 0 0 0,6 7 0 0 0,-3-7-697 0 0,0-1 0 0 0,1 1 0 0 0,-1-1 1 0 0,1 0-1 0 0,0 0 0 0 0,0-1 0 0 0,0 1 0 0 0,11 2 0 0 0,11 4-3032 0 0</inkml:trace>
</inkml:ink>
</file>

<file path=ppt/ink/ink3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2:12.4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45 1092 0 0,'14'-45'13801'0'0,"-13"62"-13521"0"0,-1-1 1 0 0,-1 0 0 0 0,0 1 0 0 0,-1-1 0 0 0,-7 29-1 0 0,2-7 47 0 0,-1 7 217 0 0,-22 75 1 0 0,5-54-2583 0 0,14-51 202 0 0,5-7-423 0 0</inkml:trace>
</inkml:ink>
</file>

<file path=ppt/ink/ink3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2:12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91 940 0 0,'0'0'93'0'0,"0"-1"1"0"0,0 1-1 0 0,-1 0 1 0 0,1-1-1 0 0,0 1 0 0 0,0 0 1 0 0,0-1-1 0 0,0 1 1 0 0,0 0-1 0 0,-1-1 0 0 0,1 1 1 0 0,0 0-1 0 0,0-1 1 0 0,0 1-1 0 0,0-1 0 0 0,0 1 1 0 0,0 0-1 0 0,0-1 1 0 0,0 1-1 0 0,1 0 0 0 0,-1-1 1 0 0,0 1-1 0 0,0 0 1 0 0,0-1-1 0 0,0 1 0 0 0,0-1 1 0 0,0 1-1 0 0,1 0 1 0 0,-1 0-1 0 0,0-1 0 0 0,0 1 1 0 0,1 0-1 0 0,-1-1 1 0 0,0 1-1 0 0,0 0 0 0 0,1-1 1 0 0,19-9 1266 0 0,29-2-636 0 0,-45 11-435 0 0,356-49 2886 0 0,-121 45-4956 0 0,-210 8-2255 0 0,-20-3 1713 0 0</inkml:trace>
</inkml:ink>
</file>

<file path=ppt/ink/ink3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2:13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51 124 0 0,'42'37'4551'0'0,"-34"-31"-4104"0"0,0 1 1 0 0,0 0-1 0 0,-1 0 0 0 0,0 0 1 0 0,0 1-1 0 0,0 0 0 0 0,-1 0 0 0 0,8 16 1 0 0,-10-17-207 0 0,-2-2 115 0 0,0-1 1 0 0,0 0 0 0 0,0 1-1 0 0,-1 0 1 0 0,1-1 0 0 0,-1 1-1 0 0,0 0 1 0 0,-1-1 0 0 0,1 9 2885 0 0,0-19-3027 0 0,2-5-313 0 0,0 1-1 0 0,1-1 1 0 0,0 0-1 0 0,1 1 0 0 0,0 0 1 0 0,1 0-1 0 0,0 0 1 0 0,0 1-1 0 0,1 0 1 0 0,0 0-1 0 0,1 1 0 0 0,0 0 1 0 0,13-11-1 0 0,-10 10-737 0 0,-1 0-1 0 0,1 1 1 0 0,1 1 0 0 0,0-1-1 0 0,0 2 1 0 0,0 0 0 0 0,1 0-1 0 0,-1 1 1 0 0,1 1 0 0 0,1 0-1 0 0,17-3 1 0 0,-14 6-1521 0 0</inkml:trace>
</inkml:ink>
</file>

<file path=ppt/ink/ink3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2:13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6 188 0 0,'20'20'4917'0'0,"-19"-19"-4723"0"0,0 0 0 0 0,1-1 0 0 0,-1 1 0 0 0,0 0 0 0 0,0-1 0 0 0,0 1 0 0 0,1-1 0 0 0,-1 0 0 0 0,0 1-1 0 0,1-1 1 0 0,-1 0 0 0 0,0 0 0 0 0,1 1 0 0 0,-1-1 0 0 0,0 0 0 0 0,1-1 0 0 0,-1 1 0 0 0,0 0 0 0 0,1 0 0 0 0,-1 0 0 0 0,0-1 0 0 0,1 1 0 0 0,-1-1 0 0 0,0 1-1 0 0,2-2 1 0 0,11-1 5570 0 0,-15 4-5751 0 0,1 0-1 0 0,0 0 1 0 0,-1 0-1 0 0,1 0 1 0 0,0 0-1 0 0,-1 0 1 0 0,1 0-1 0 0,-1 0 1 0 0,0 0-1 0 0,1 0 1 0 0,-1 0-1 0 0,0-1 1 0 0,0 1-1 0 0,1 0 1 0 0,-1 0-1 0 0,0-1 1 0 0,0 1-1 0 0,-2 0 1 0 0,-12 14 254 0 0,13-13-276 0 0,0-1 0 0 0,0 2 0 0 0,0-1 0 0 0,0 0 0 0 0,0 0 0 0 0,1 1 0 0 0,-1-1 0 0 0,1 0 0 0 0,0 1 0 0 0,0 0 0 0 0,0-1 0 0 0,0 1 0 0 0,0 0 0 0 0,0-1 0 0 0,1 1 0 0 0,-1 0 0 0 0,1 0 0 0 0,0 0 0 0 0,0-1 0 0 0,0 1 0 0 0,0 0 0 0 0,0 0 0 0 0,1 0 0 0 0,-1-1 0 0 0,1 1 1 0 0,0 0-1 0 0,0 0 0 0 0,0-1 0 0 0,0 1 0 0 0,0-1 0 0 0,1 1 0 0 0,-1-1 0 0 0,1 1 0 0 0,-1-1 0 0 0,1 0 0 0 0,0 0 0 0 0,0 0 0 0 0,0 0 0 0 0,0 0 0 0 0,0 0 0 0 0,1-1 0 0 0,-1 1 0 0 0,0-1 0 0 0,1 1 0 0 0,0-1 0 0 0,-1 0 0 0 0,4 1 0 0 0,8 4-110 0 0,0-1 1 0 0,1-1 0 0 0,-1 0-1 0 0,1-1 1 0 0,0 0-1 0 0,0-1 1 0 0,0-1 0 0 0,0-1-1 0 0,0 0 1 0 0,1-1 0 0 0,27-5-1 0 0,-1-2-103 0 0,-1-2 0 0 0,78-30 1 0 0,-111 37 343 0 0,0-1 0 0 0,0 0 0 0 0,0 0 0 0 0,0-1 0 0 0,0 0 1 0 0,-1 0-1 0 0,0-1 0 0 0,0 0 0 0 0,0 0 0 0 0,-1 0 0 0 0,0-1 0 0 0,0 0 1 0 0,8-14-1 0 0,-14 20-77 0 0,1 0 0 0 0,-1 0 0 0 0,1 0 0 0 0,-1 0 0 0 0,0-1 0 0 0,0 1 0 0 0,1 0 0 0 0,-1 0 0 0 0,0 0 0 0 0,0-1 0 0 0,0 1 0 0 0,0 0 0 0 0,0 0 0 0 0,0 0 0 0 0,-1-1 0 0 0,1 1 0 0 0,0 0 0 0 0,0 0 0 0 0,-1 0 0 0 0,1 0 0 0 0,-1 0 0 0 0,1 0 0 0 0,-1-1 0 0 0,0 1 0 0 0,1 0 0 0 0,-1 1 0 0 0,0-1 0 0 0,0 0 0 0 0,0 0 0 0 0,1 0 0 0 0,-1 0 0 0 0,0 1 0 0 0,0-1 0 0 0,0 0 0 0 0,0 1 0 0 0,0-1 0 0 0,-1 1 0 0 0,1-1 0 0 0,0 1 0 0 0,0-1 0 0 0,0 1 0 0 0,0 0 0 0 0,0-1 0 0 0,-1 1 0 0 0,-1 0 0 0 0,1 0 63 0 0,-30 17 208 0 0,30-14-378 0 0,-1 0 0 0 0,1 0 1 0 0,0 1-1 0 0,0-1 0 0 0,0 0 0 0 0,0 1 1 0 0,1 0-1 0 0,-1-1 0 0 0,1 1 0 0 0,0 0 0 0 0,0 0 1 0 0,0 0-1 0 0,1 0 0 0 0,-1 0 0 0 0,1 0 1 0 0,0 0-1 0 0,0 0 0 0 0,1 0 0 0 0,-1-1 0 0 0,1 1 1 0 0,0 0-1 0 0,0 0 0 0 0,0 0 0 0 0,0 0 1 0 0,1-1-1 0 0,-1 1 0 0 0,1 0 0 0 0,0-1 0 0 0,0 0 1 0 0,0 1-1 0 0,1-1 0 0 0,-1 0 0 0 0,1 0 1 0 0,4 4-1 0 0,22 15-3120 0 0,-8-11-2664 0 0,-7-6 1957 0 0</inkml:trace>
</inkml:ink>
</file>

<file path=ppt/ink/ink3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2:13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36 2036 0 0,'0'0'17250'0'0,"-17"-32"-28291"0"0,4 29 6504 0 0</inkml:trace>
</inkml:ink>
</file>

<file path=ppt/ink/ink3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2:47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27 408 0 0,'19'-27'8984'0'0,"-23"47"-4611"0"0,-12 71-3734 0 0,16-88-620 0 0,18 14 42 0 0,2-19-85 0 0,0-1 0 0 0,0-1-1 0 0,-1 0 1 0 0,1-2 0 0 0,-1 0 0 0 0,21-10-1 0 0,-11 4-30 0 0,55-13-1 0 0,-70 22 13 0 0,-1 2 0 0 0,1 0 0 0 0,-1 0 0 0 0,1 1 0 0 0,16 3 0 0 0,-28-3 26 0 0,0 0 0 0 0,-1 0 0 0 0,1 0 0 0 0,0 0 0 0 0,-1 1 0 0 0,1-1-1 0 0,-1 0 1 0 0,1 1 0 0 0,0 0 0 0 0,-1-1 0 0 0,1 1 0 0 0,-1 0 0 0 0,1 0 0 0 0,-1 0-1 0 0,0 0 1 0 0,1 0 0 0 0,-1 0 0 0 0,0 0 0 0 0,0 0 0 0 0,2 3 0 0 0,-2-3 38 0 0,-1 0 1 0 0,0 1 0 0 0,1-1 0 0 0,-1 0-1 0 0,0 1 1 0 0,0-1 0 0 0,1 0 0 0 0,-1 1-1 0 0,0-1 1 0 0,-1 1 0 0 0,1-1 0 0 0,0 0-1 0 0,0 1 1 0 0,-1-1 0 0 0,1 0 0 0 0,0 1-1 0 0,-1-1 1 0 0,1 0 0 0 0,-2 2 0 0 0,-21 27-1806 0 0,-7-12-5229 0 0,16-14 4073 0 0</inkml:trace>
</inkml:ink>
</file>

<file path=ppt/ink/ink3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2:48.2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1064 0 0,'0'-13'5671'0'0,"0"7"-6075"0"0,6-14 6013 0 0,-5 15-7252 0 0</inkml:trace>
</inkml:ink>
</file>

<file path=ppt/ink/ink3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2:49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5 588 0 0,'5'-4'9314'0'0,"-15"73"-8138"0"0,1-1-293 0 0,-3-2 1 0 0,-29 98-1 0 0,8-94-1316 0 0,30-65-84 0 0,0 0 0 0 0,0-1 0 0 0,0 1 0 0 0,-1 0 0 0 0,0-1-1 0 0,0 0 1 0 0,0 0 0 0 0,-1 0 0 0 0,1-1 0 0 0,-8 5 0 0 0,8-6-2363 0 0,-10-1 221 0 0</inkml:trace>
</inkml:ink>
</file>

<file path=ppt/ink/ink3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2:50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1 593 472 0 0,'60'-22'1102'0'0,"0"-3"-1"0"0,-2-2 1 0 0,64-40-1 0 0,-106 57-842 0 0,0-1-1 0 0,-1-1 0 0 0,0-1 1 0 0,-1 0-1 0 0,0 0 0 0 0,-1-2 1 0 0,-1 0-1 0 0,0 0 0 0 0,-1-1 1 0 0,0 0-1 0 0,-2-1 0 0 0,0 0 1 0 0,-1 0-1 0 0,0-1 0 0 0,4-21 0 0 0,-8 27-56 0 0,-2 0-1 0 0,1 0 0 0 0,-2-1 0 0 0,0 1 0 0 0,0-1 0 0 0,-2-15 0 0 0,0 21-103 0 0,0 1 0 0 0,0 0 0 0 0,0 0 0 0 0,-1-1 0 0 0,0 1 0 0 0,0 0-1 0 0,-1 1 1 0 0,0-1 0 0 0,0 0 0 0 0,0 1 0 0 0,-1-1 0 0 0,0 1 0 0 0,-7-7 0 0 0,10 11-87 0 0,0 1-1 0 0,0-1 0 0 0,-1 1 0 0 0,1-1 1 0 0,-1 1-1 0 0,1 0 0 0 0,0 0 0 0 0,-1 0 0 0 0,1 0 1 0 0,0 0-1 0 0,-1 0 0 0 0,1 0 0 0 0,-1 0 0 0 0,1 1 1 0 0,0-1-1 0 0,-1 0 0 0 0,1 1 0 0 0,0-1 1 0 0,-1 1-1 0 0,1 0 0 0 0,0-1 0 0 0,0 1 0 0 0,-2 1 1 0 0,3-2-11 0 0,-8 6 20 0 0,1-1 1 0 0,0 2-1 0 0,0-1 1 0 0,0 1-1 0 0,1 0 1 0 0,0 0-1 0 0,0 1 0 0 0,1 0 1 0 0,-6 10-1 0 0,-35 79 176 0 0,41-87-179 0 0,-17 49 177 0 0,-21 88 1 0 0,-4 11-29 0 0,2-20 83 0 0,40-115-101 0 0,19-35-307 0 0,4-6 139 0 0,3 1-47 0 0,-12 9 23 0 0,0-1 0 0 0,0 2 1 0 0,1 0-1 0 0,0 0 0 0 0,0 0 0 0 0,0 1 0 0 0,1 1 1 0 0,0 0-1 0 0,0 0 0 0 0,15-3 0 0 0,-21 10 22 0 0,-1-1 0 0 0,1 1 1 0 0,0 0-1 0 0,-1 0 0 0 0,0 0 0 0 0,0 1 0 0 0,7 4 0 0 0,0 2 16 0 0,1-1 0 0 0,0 0 0 0 0,1-1 0 0 0,-1 0 0 0 0,1-1 0 0 0,25 7-1 0 0,-32-11 35 0 0,1 0-1 0 0,-1-1 0 0 0,1 0 0 0 0,-1-1 1 0 0,1 1-1 0 0,0-1 0 0 0,-1 0 0 0 0,1-1 1 0 0,0 0-1 0 0,-1 0 0 0 0,1 0 0 0 0,-1-1 1 0 0,1 0-1 0 0,-1 0 0 0 0,0-1 0 0 0,0 0 1 0 0,7-4-1 0 0,-8 5 131 0 0,-1-1-1 0 0,0 1 1 0 0,0-1 0 0 0,0-1 0 0 0,-1 1 0 0 0,1 0 0 0 0,-1-1-1 0 0,0 0 1 0 0,0 1 0 0 0,0-1 0 0 0,0-1 0 0 0,0 1 0 0 0,2-7-1 0 0,-4 9 79 0 0,-5-16 415 0 0,3 17-668 0 0,0 0 1 0 0,0 0-1 0 0,0 0 0 0 0,0 0 1 0 0,0 1-1 0 0,0-1 0 0 0,0 0 1 0 0,0 1-1 0 0,-1-1 0 0 0,1 1 1 0 0,0-1-1 0 0,-1 1 0 0 0,1-1 1 0 0,0 1-1 0 0,0 0 0 0 0,-1 0 1 0 0,1 0-1 0 0,-1 0 0 0 0,1 0 1 0 0,0 0-1 0 0,-1 0 0 0 0,1 0 1 0 0,0 0-1 0 0,-1 0 0 0 0,1 1 1 0 0,-2 0-1 0 0,1 0-236 0 0,1 0 1 0 0,0 0-1 0 0,0-1 0 0 0,-1 1 0 0 0,1 0 1 0 0,0 0-1 0 0,0 1 0 0 0,0-1 0 0 0,0 0 1 0 0,0 0-1 0 0,0 0 0 0 0,1 1 0 0 0,-1-1 1 0 0,0 0-1 0 0,0 1 0 0 0,1-1 0 0 0,-1 1 1 0 0,1-1-1 0 0,0 1 0 0 0,-1-1 0 0 0,1 1 1 0 0,0-1-1 0 0,0 1 0 0 0,0 1 1 0 0,1 2-3260 0 0,7 5 266 0 0</inkml:trace>
</inkml:ink>
</file>

<file path=ppt/ink/ink3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2:50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236 224 1036 0 0,'31'-15'8225'0'0,"-28"17"-8147"0"0,1-1 1 0 0,-1 1-1 0 0,0-1 0 0 0,1 1 1 0 0,-1 0-1 0 0,0 0 1 0 0,0 1-1 0 0,0-1 0 0 0,0 1 1 0 0,0-1-1 0 0,-1 1 1 0 0,1 0-1 0 0,-1 0 1 0 0,0 0-1 0 0,0 0 0 0 0,0 1 1 0 0,0-1-1 0 0,0 1 1 0 0,-1-1-1 0 0,0 1 0 0 0,1-1 1 0 0,-1 1-1 0 0,-1 0 1 0 0,1-1-1 0 0,0 1 0 0 0,-1 0 1 0 0,0 0-1 0 0,0 0 1 0 0,0-1-1 0 0,0 1 0 0 0,-1 0 1 0 0,1 0-1 0 0,-1-1 1 0 0,0 1-1 0 0,0 0 0 0 0,-2 3 1 0 0,-1 2-29 0 0,0 0 0 0 0,0-1 0 0 0,-1 0 0 0 0,0 0 0 0 0,-1 0 0 0 0,0 0 0 0 0,0-1 0 0 0,0 0 0 0 0,-1-1 0 0 0,0 1 1 0 0,0-1-1 0 0,-1 0 0 0 0,1-1 0 0 0,-1 0 0 0 0,-1 0 0 0 0,-16 6 0 0 0,18-7-20 0 0,0-2 0 0 0,0 1 0 0 0,0-1 0 0 0,0 0 0 0 0,-1 0 0 0 0,1-1 0 0 0,-1 0 0 0 0,1-1 0 0 0,-1 1 0 0 0,0-1 0 0 0,1-1 0 0 0,-1 1 1 0 0,1-1-1 0 0,-1-1 0 0 0,1 1 0 0 0,0-2 0 0 0,-1 1 0 0 0,1 0 0 0 0,0-1 0 0 0,0-1 0 0 0,-11-6 0 0 0,16 8-22 0 0,0 0 1 0 0,0 0 0 0 0,1 0-1 0 0,-1 0 1 0 0,0 0-1 0 0,1 0 1 0 0,-1 0-1 0 0,1-1 1 0 0,0 1-1 0 0,0-1 1 0 0,0 1-1 0 0,0-1 1 0 0,0 1 0 0 0,0-1-1 0 0,1 0 1 0 0,-1 1-1 0 0,1-1 1 0 0,0 0-1 0 0,0 1 1 0 0,0-1-1 0 0,0 0 1 0 0,0 1-1 0 0,1-1 1 0 0,-1 0 0 0 0,1 1-1 0 0,-1-1 1 0 0,1 0-1 0 0,0 1 1 0 0,0-1-1 0 0,1 1 1 0 0,-1 0-1 0 0,3-5 1 0 0,5-8-10 0 0,1-1 1 0 0,0 2-1 0 0,20-23 1 0 0,-25 32 5 0 0,21-22-15 0 0,1 1-1 0 0,1 1 0 0 0,1 2 1 0 0,1 1-1 0 0,1 1 0 0 0,1 2 1 0 0,1 1-1 0 0,0 1 0 0 0,1 2 1 0 0,1 2-1 0 0,0 1 0 0 0,71-14 1 0 0,-96 25-4 0 0,0 0 0 0 0,0 0 1 0 0,0 1-1 0 0,0 0 0 0 0,0 1 1 0 0,0 0-1 0 0,0 1 0 0 0,0 0 1 0 0,0 1-1 0 0,0 0 0 0 0,-1 0 1 0 0,1 1-1 0 0,9 5 0 0 0,-15-7 12 0 0,0 1 1 0 0,-1-1-1 0 0,1 1 0 0 0,0 0 0 0 0,-1 0 0 0 0,0 0 0 0 0,0 0 0 0 0,0 0 0 0 0,0 1 0 0 0,-1-1 0 0 0,1 1 0 0 0,-1 0 0 0 0,0 0 0 0 0,0 0 0 0 0,0 0 0 0 0,0 0 0 0 0,-1 0 0 0 0,0 0 0 0 0,0 0 1 0 0,0 1-1 0 0,0-1 0 0 0,-1 1 0 0 0,1-1 0 0 0,-1 1 0 0 0,0-1 0 0 0,-1 0 0 0 0,1 1 0 0 0,-1-1 0 0 0,0 1 0 0 0,0-1 0 0 0,0 0 0 0 0,-2 6 0 0 0,-1-2 12 0 0,-1 1 0 0 0,0-1 0 0 0,0 0-1 0 0,0 0 1 0 0,-1-1 0 0 0,0 1 0 0 0,-1-1-1 0 0,1-1 1 0 0,-1 1 0 0 0,-1-1 0 0 0,1 0 0 0 0,-1-1-1 0 0,0 0 1 0 0,0 0 0 0 0,-1-1 0 0 0,1 0-1 0 0,-12 4 1 0 0,19-8-11 0 0,0 1-1 0 0,0-1 0 0 0,0 0 1 0 0,1 1-1 0 0,-1-1 1 0 0,0 0-1 0 0,0 0 0 0 0,0 0 1 0 0,0 0-1 0 0,1 0 1 0 0,-1 0-1 0 0,0 0 0 0 0,0 0 1 0 0,0 0-1 0 0,0 0 1 0 0,1-1-1 0 0,-1 1 0 0 0,0 0 1 0 0,0 0-1 0 0,0-1 1 0 0,1 1-1 0 0,-1-1 0 0 0,0 1 1 0 0,1-1-1 0 0,-1 1 1 0 0,0-1-1 0 0,1 1 0 0 0,-1-1 1 0 0,0 1-1 0 0,1-1 1 0 0,-1 0-1 0 0,1 1 0 0 0,-1-1 1 0 0,1 0-1 0 0,0 0 1 0 0,-1 1-1 0 0,1-1 0 0 0,0 0 1 0 0,-1 0-1 0 0,1 0 1 0 0,0 1-1 0 0,0-1 0 0 0,0 0 1 0 0,0 0-1 0 0,-1 0 1 0 0,1 0-1 0 0,1 0 0 0 0,-1 1 1 0 0,0-1-1 0 0,0 0 1 0 0,0 0-1 0 0,0 0 0 0 0,0 0 1 0 0,1 1-1 0 0,-1-1 1 0 0,0 0-1 0 0,1 0 0 0 0,-1 1 1 0 0,1-2-1 0 0,9-13-34 0 0,1 1 0 0 0,0 0 1 0 0,1 0-1 0 0,0 1 0 0 0,1 1 0 0 0,1 0 0 0 0,0 1 0 0 0,0 1 0 0 0,1 0 0 0 0,0 0 0 0 0,1 2 0 0 0,0 0 0 0 0,22-8 1 0 0,-36 16 19 0 0,1-1 1 0 0,-1 0 0 0 0,0 0-1 0 0,1 1 1 0 0,-1 0 0 0 0,0-1-1 0 0,1 1 1 0 0,-1 0 0 0 0,0 0 0 0 0,1 0-1 0 0,-1 0 1 0 0,1 1 0 0 0,-1-1-1 0 0,0 1 1 0 0,1-1 0 0 0,-1 1-1 0 0,0 0 1 0 0,0 0 0 0 0,0 0 0 0 0,0 0-1 0 0,1 0 1 0 0,1 2 0 0 0,-1 0 34 0 0,0 0 0 0 0,0 0 0 0 0,-1 1 0 0 0,0-1 0 0 0,1 0 0 0 0,-1 1 0 0 0,-1-1 0 0 0,1 1 0 0 0,0 0 1 0 0,-1 0-1 0 0,2 7 0 0 0,0 6-345 0 0,0 1-1 0 0,-1-1 1 0 0,-1 0 0 0 0,-2 29 0 0 0,-3-17-6218 0 0</inkml:trace>
</inkml:ink>
</file>

<file path=ppt/ink/ink3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2:51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226 23 112 0 0,'0'0'1109'0'0,"-19"-23"4429"0"0,10 24-5234 0 0,0 0-1 0 0,0 1 1 0 0,0 0-1 0 0,0 0 1 0 0,0 1-1 0 0,1 0 1 0 0,-1 1 0 0 0,1 0-1 0 0,0 0 1 0 0,0 1-1 0 0,-9 6 1 0 0,8-4-104 0 0,0 0 1 0 0,0 0 0 0 0,0 1 0 0 0,1 0 0 0 0,0 1 0 0 0,0 0-1 0 0,1 0 1 0 0,-9 16 0 0 0,14-23-176 0 0,1 0-1 0 0,0 1 1 0 0,-1-1 0 0 0,1 0-1 0 0,0 0 1 0 0,0 1 0 0 0,1-1-1 0 0,-1 1 1 0 0,0-1 0 0 0,1 1-1 0 0,-1-1 1 0 0,1 1-1 0 0,0-1 1 0 0,0 1 0 0 0,0-1-1 0 0,0 1 1 0 0,1-1 0 0 0,-1 1-1 0 0,0-1 1 0 0,1 1 0 0 0,0-1-1 0 0,0 1 1 0 0,0-1 0 0 0,0 0-1 0 0,0 1 1 0 0,0-1 0 0 0,0 0-1 0 0,4 4 1 0 0,-2-4-21 0 0,0 0-1 0 0,1 1 1 0 0,-1-2 0 0 0,0 1 0 0 0,1 0 0 0 0,0-1-1 0 0,-1 1 1 0 0,1-1 0 0 0,0 0 0 0 0,0-1 0 0 0,0 1-1 0 0,0 0 1 0 0,-1-1 0 0 0,1 0 0 0 0,0 0-1 0 0,0 0 1 0 0,0-1 0 0 0,4 0 0 0 0,7-3-26 0 0,1 0-1 0 0,-1-1 1 0 0,0-1 0 0 0,0-1 0 0 0,-1 0 0 0 0,0 0-1 0 0,0-2 1 0 0,-1 1 0 0 0,0-2 0 0 0,-1 0-1 0 0,17-17 1 0 0,4 2 211 0 0,-32 24-191 0 0,-1 5 3 0 0,0 1-2 0 0,2 41-13 0 0,13-23-56 0 0,-8-17 65 0 0,5-3 9 0 0,-9-3-2 0 0,1 0 0 0 0,0 0 0 0 0,-1 0 1 0 0,1 0-1 0 0,0-1 0 0 0,-1 1 0 0 0,1-1 1 0 0,-1 0-1 0 0,1 0 0 0 0,-1 0 1 0 0,1-1-1 0 0,-1 1 0 0 0,0-1 0 0 0,0 0 1 0 0,5-3-1 0 0,1-1 2 0 0,84-53-27 0 0,-60 36 0 0 0,45-23 0 0 0,-76 45 17 0 0,0 1 0 0 0,0-1-1 0 0,0 1 1 0 0,0-1 0 0 0,0 1 0 0 0,0 0 0 0 0,0 0 0 0 0,0 0 0 0 0,0 0-1 0 0,1 0 1 0 0,-1 0 0 0 0,0 0 0 0 0,0 1 0 0 0,0-1 0 0 0,0 1 0 0 0,0 0-1 0 0,0-1 1 0 0,-1 1 0 0 0,1 0 0 0 0,0 0 0 0 0,0 0 0 0 0,0 0-1 0 0,-1 1 1 0 0,1-1 0 0 0,-1 0 0 0 0,3 3 0 0 0,33 41-56 0 0,-34-41 53 0 0,8 11-219 0 0,1 0-1 0 0,1 0 1 0 0,0-1 0 0 0,17 14-1 0 0,-25-23 71 0 0,1-1 0 0 0,0 1 0 0 0,0-1 0 0 0,1 0 0 0 0,-1 0 0 0 0,1-1 0 0 0,0 0 0 0 0,0 0 0 0 0,0-1-1 0 0,1 1 1 0 0,-1-2 0 0 0,0 1 0 0 0,12 0 0 0 0,-15-2 146 0 0,-1 0 1 0 0,1-1-1 0 0,0 0 0 0 0,0 1 1 0 0,0-1-1 0 0,-1-1 0 0 0,1 1 1 0 0,-1 0-1 0 0,1-1 0 0 0,-1 0 1 0 0,1 0-1 0 0,-1 0 0 0 0,0 0 0 0 0,0-1 1 0 0,0 1-1 0 0,0-1 0 0 0,0 1 1 0 0,-1-1-1 0 0,1 0 0 0 0,-1 0 1 0 0,0-1-1 0 0,0 1 0 0 0,0 0 0 0 0,3-7 1 0 0,-2 3 311 0 0,0 0 1 0 0,-1 0 0 0 0,0 0 0 0 0,0-1-1 0 0,0 1 1 0 0,-1 0 0 0 0,0-1 0 0 0,-1 1-1 0 0,0-1 1 0 0,0 1 0 0 0,-2-14-1 0 0,2 19-243 0 0,-1 1 0 0 0,1 0 0 0 0,-1 0-1 0 0,0 0 1 0 0,1-1 0 0 0,-1 1 0 0 0,0 0-1 0 0,1 0 1 0 0,-1 0 0 0 0,0 0 0 0 0,0 0-1 0 0,0 1 1 0 0,0-1 0 0 0,0 0-1 0 0,0 0 1 0 0,0 0 0 0 0,-1 1 0 0 0,1-1-1 0 0,0 1 1 0 0,0-1 0 0 0,0 1 0 0 0,-1-1-1 0 0,1 1 1 0 0,0 0 0 0 0,0 0 0 0 0,-1-1-1 0 0,1 1 1 0 0,0 0 0 0 0,-1 0-1 0 0,1 0 1 0 0,0 0 0 0 0,0 1 0 0 0,-3-1-1 0 0,-45 11 379 0 0,45-10-364 0 0,-47 17-46 0 0,1 3 0 0 0,1 2 0 0 0,-54 33 0 0 0,-33 17-8802 0 0,107-59 5241 0 0</inkml:trace>
</inkml:ink>
</file>

<file path=ppt/ink/ink3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2:52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7 344 0 0,'0'-1'364'0'0,"-2"-1"1454"0"0,2 2-1454 0 0,-1-1-1 0 0,1 1 1 0 0,-1 0-1 0 0,1-1 1 0 0,-1 1 0 0 0,1 0-1 0 0,-1 0 1 0 0,1 0 0 0 0,-1-1-1 0 0,1 1 1 0 0,-1 0 0 0 0,1 0-1 0 0,-1 0 1 0 0,1 0 0 0 0,-1 0-1 0 0,1 0 1 0 0,-1 0-1 0 0,0 0 1 0 0,1 0 0 0 0,-1 0-1 0 0,1 0 1 0 0,-1 0 0 0 0,1 0-1 0 0,-1 0 1 0 0,0 1 0 0 0,-20 14 3395 0 0,-19 38-5266 0 0,28-36 2866 0 0,-57 87-1685 0 0,68-103-175 0 0,-5 7-401 0 0</inkml:trace>
</inkml:ink>
</file>

<file path=ppt/ink/ink3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2:52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64 0 0,'0'0'6669'0'0,"9"16"-12106"0"0</inkml:trace>
</inkml:ink>
</file>

<file path=ppt/ink/ink3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2:53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0 464 0 0,'-1'10'843'0'0,"0"-1"0"0"0,-1 1 0 0 0,0-1 0 0 0,0 0 0 0 0,-1 0 0 0 0,-5 13 1 0 0,3-9-520 0 0,-2 1 1 0 0,1-1 0 0 0,-2-1 0 0 0,0 1-1 0 0,0-1 1 0 0,-16 16 0 0 0,-3-7 289 0 0,7-11-289 0 0,18-10-244 0 0,-18-5 107 0 0,19 4-191 0 0,0 0 0 0 0,0 0 0 0 0,0-1 0 0 0,0 1-1 0 0,0 0 1 0 0,1 0 0 0 0,-1-1 0 0 0,0 1 0 0 0,1-1 0 0 0,0 1 0 0 0,-1 0 0 0 0,1-1 0 0 0,-1 1 0 0 0,1-1-1 0 0,0 1 1 0 0,0-1 0 0 0,0 1 0 0 0,0-1 0 0 0,0 1 0 0 0,0-1 0 0 0,1 1 0 0 0,-1-1 0 0 0,0 1 0 0 0,1-1 0 0 0,-1 1-1 0 0,2-3 1 0 0,0-1-5 0 0,1 1-1 0 0,0-1 1 0 0,0 1-1 0 0,1-1 1 0 0,-1 1-1 0 0,1 0 1 0 0,8-6-1 0 0,1-1-21 0 0,0 2 0 0 0,1-1 0 0 0,0 2-1 0 0,24-11 1 0 0,-34 17 27 0 0,0 0-1 0 0,1 0 0 0 0,0 1 1 0 0,-1-1-1 0 0,1 1 0 0 0,0 1 0 0 0,0-1 1 0 0,0 1-1 0 0,-1-1 0 0 0,1 1 1 0 0,0 1-1 0 0,0-1 0 0 0,0 1 1 0 0,0 0-1 0 0,-1 0 0 0 0,1 0 1 0 0,0 1-1 0 0,-1-1 0 0 0,1 1 1 0 0,-1 0-1 0 0,0 1 0 0 0,0-1 1 0 0,1 1-1 0 0,-1 0 0 0 0,-1-1 1 0 0,1 2-1 0 0,0-1 0 0 0,-1 0 1 0 0,0 1-1 0 0,0 0 0 0 0,0 0 1 0 0,0 0-1 0 0,0 0 0 0 0,-1 0 1 0 0,0 0-1 0 0,0 1 0 0 0,0-1 1 0 0,0 1-1 0 0,-1-1 0 0 0,0 1 1 0 0,0 0-1 0 0,0 0 0 0 0,0 0 1 0 0,-1-1-1 0 0,0 1 0 0 0,0 6 1 0 0,-1-7 61 0 0,0 0 1 0 0,0 0-1 0 0,0 0 1 0 0,0 0-1 0 0,-1 0 1 0 0,0 0-1 0 0,0 0 1 0 0,0 0-1 0 0,0 0 1 0 0,-1-1-1 0 0,1 1 1 0 0,-1-1-1 0 0,0 0 1 0 0,0 0-1 0 0,-5 4 1 0 0,7-6 352 0 0,0-19-415 0 0,1 16-2 0 0,0 1-1 0 0,-1-1 1 0 0,1 0-1 0 0,0 0 1 0 0,0 0-1 0 0,0 0 0 0 0,1 1 1 0 0,-1-1-1 0 0,0 0 1 0 0,1 0-1 0 0,-1 0 1 0 0,1 1-1 0 0,-1-1 1 0 0,1 0-1 0 0,0 1 1 0 0,0-1-1 0 0,0 0 1 0 0,0 1-1 0 0,0-1 1 0 0,0 1-1 0 0,0-1 1 0 0,3-1-1 0 0,11-14-79 0 0,1 1-1 0 0,0 1 1 0 0,25-18 0 0 0,-35 29 62 0 0,0 0 1 0 0,0 0-1 0 0,1 0 0 0 0,-1 1 0 0 0,1 0 1 0 0,0 1-1 0 0,0-1 0 0 0,0 1 0 0 0,0 1 1 0 0,0-1-1 0 0,0 1 0 0 0,0 1 0 0 0,14-1 1 0 0,-19 1 14 0 0,0 1 1 0 0,0-1-1 0 0,1 0 0 0 0,-1 1 1 0 0,0 0-1 0 0,0 0 1 0 0,0-1-1 0 0,0 1 1 0 0,0 0-1 0 0,0 1 1 0 0,0-1-1 0 0,0 0 1 0 0,-1 0-1 0 0,1 1 1 0 0,0-1-1 0 0,-1 1 1 0 0,4 3-1 0 0,17 37-74 0 0,3 7 46 0 0,-23-47 49 0 0,0 0 0 0 0,-1-1 0 0 0,1 1 1 0 0,0 0-1 0 0,0-1 0 0 0,0 1 1 0 0,0-1-1 0 0,0 0 0 0 0,0 1 0 0 0,0-1 1 0 0,1 0-1 0 0,-1 0 0 0 0,0-1 1 0 0,0 1-1 0 0,1 0 0 0 0,-1-1 0 0 0,1 1 1 0 0,-1-1-1 0 0,5 0 0 0 0,0 0 7 0 0,-1-1 0 0 0,1 0 0 0 0,0 0 0 0 0,-1-1 0 0 0,1 0 0 0 0,-1 0 0 0 0,8-3 0 0 0,9-7 51 0 0,0 0 0 0 0,38-28 1 0 0,-35 19 315 0 0,39-40 0 0 0,-36 33 1028 0 0,-28 27-1233 0 0,-7 13-63 0 0,2 0 0 0 0,-1 0 0 0 0,2 1 0 0 0,-1-1 1 0 0,2 1-1 0 0,0 0 0 0 0,0 0 0 0 0,1 21 0 0 0,1-31-118 0 0,1-1 1 0 0,-1 1-1 0 0,1 0 1 0 0,-1-1-1 0 0,1 1 1 0 0,0-1-1 0 0,0 1 1 0 0,0-1-1 0 0,0 1 1 0 0,1-1-1 0 0,-1 0 1 0 0,1 1-1 0 0,-1-1 1 0 0,1 0-1 0 0,0 0 1 0 0,0 0-1 0 0,0 0 1 0 0,0-1-1 0 0,0 1 1 0 0,0 0-1 0 0,0-1 1 0 0,0 0-1 0 0,1 1 1 0 0,-1-1-1 0 0,1 0 1 0 0,-1 0-1 0 0,1 0 1 0 0,-1-1-1 0 0,1 1 1 0 0,0-1-1 0 0,-1 1 1 0 0,1-1-1 0 0,0 0 0 0 0,-1 0 1 0 0,1 0-1 0 0,0 0 1 0 0,-1 0-1 0 0,1-1 1 0 0,0 1-1 0 0,2-2 1 0 0,10-1 7 0 0,0-2 0 0 0,-1 1 0 0 0,1-2-1 0 0,-1 0 1 0 0,14-8 0 0 0,2-1 89 0 0,-8 4 257 0 0,0 0 0 0 0,-1-2-1 0 0,-1 0 1 0 0,29-24 0 0 0,-49 37-318 0 0,0 0 0 0 0,0 0 0 0 0,0 0 0 0 0,0 0 0 0 0,0 1-1 0 0,0-1 1 0 0,0 0 0 0 0,0 0 0 0 0,0 0 0 0 0,0 0 0 0 0,0 0 0 0 0,0 0 0 0 0,0 0 0 0 0,0 0 0 0 0,1 1 0 0 0,-1-1 0 0 0,0 0 0 0 0,0 0 0 0 0,0 0 0 0 0,0 0 0 0 0,0 0 0 0 0,0 0 0 0 0,0 0 0 0 0,0 0 0 0 0,0 0 0 0 0,1 0 0 0 0,-1 0-1 0 0,0 0 1 0 0,0 0 0 0 0,0 0 0 0 0,0 0 0 0 0,0 0 0 0 0,0 0 0 0 0,0 0 0 0 0,1 0 0 0 0,-1 0 0 0 0,0 0 0 0 0,0 0 0 0 0,0 0 0 0 0,0 0 0 0 0,0 0 0 0 0,0 0 0 0 0,0 0 0 0 0,1 0 0 0 0,-1 0 0 0 0,0 0 0 0 0,0 0 0 0 0,0 0 0 0 0,0 0-1 0 0,0 0 1 0 0,0 0 0 0 0,0 0 0 0 0,0 0 0 0 0,1 0 0 0 0,-1 0 0 0 0,0-1 0 0 0,0 1 0 0 0,0 0 0 0 0,0 0 0 0 0,0 0 0 0 0,0 0 0 0 0,-3 19 546 0 0,1-12-642 0 0,1 0 0 0 0,-1 1-1 0 0,2-1 1 0 0,-1 0 0 0 0,1 1 0 0 0,0-1 0 0 0,1 9-1 0 0,1-9-309 0 0,0 0-1 0 0,1 0 1 0 0,-1 0-1 0 0,1 0 0 0 0,0-1 1 0 0,1 1-1 0 0,8 10 1 0 0,-8-12-881 0 0,0-1 0 0 0,0 0 0 0 0,0 0 0 0 0,1 0 1 0 0,0-1-1 0 0,6 5 0 0 0,0-2-2235 0 0</inkml:trace>
</inkml:ink>
</file>

<file path=ppt/ink/ink3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2:54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0 504 0 0,'0'0'5767'0'0,"3"3"-5305"0"0,0 0-302 0 0,-1 0 0 0 0,0 1 0 0 0,1-1 1 0 0,-1 1-1 0 0,-1 0 0 0 0,1 0 0 0 0,0-1 0 0 0,-1 1 1 0 0,0 0-1 0 0,0 0 0 0 0,0 0 0 0 0,-1 1 1 0 0,1-1-1 0 0,-1 0 0 0 0,0 0 0 0 0,0 0 0 0 0,0 0 1 0 0,-1 5-1 0 0,0 1 112 0 0,0 0-1 0 0,-1 0 1 0 0,0-1 0 0 0,-1 1-1 0 0,0 0 1 0 0,0-1 0 0 0,-5 10-1 0 0,8-19-249 0 0,0 0 0 0 0,-1 1 0 0 0,1-1 0 0 0,0 0 0 0 0,0 0-1 0 0,0 1 1 0 0,0-1 0 0 0,0 0 0 0 0,0 0 0 0 0,0 0-1 0 0,-1 0 1 0 0,1 1 0 0 0,0-1 0 0 0,0 0 0 0 0,0 0 0 0 0,0 0-1 0 0,-1 0 1 0 0,1 0 0 0 0,0 1 0 0 0,0-1 0 0 0,0 0 0 0 0,-1 0-1 0 0,1 0 1 0 0,0 0 0 0 0,0 0 0 0 0,-1 0 0 0 0,1 0-1 0 0,0 0 1 0 0,0 0 0 0 0,0 0 0 0 0,-1 0 0 0 0,1 0 0 0 0,0 0-1 0 0,0 0 1 0 0,-1 0 0 0 0,1 0 0 0 0,0 0 0 0 0,0 0-1 0 0,0 0 1 0 0,-1 0 0 0 0,1 0 0 0 0,0-1 0 0 0,0 1 0 0 0,0 0-1 0 0,-1 0 1 0 0,1 0 0 0 0,0 0 0 0 0,0 0 0 0 0,0-1 0 0 0,0 1-1 0 0,-1 0 1 0 0,1 0 0 0 0,0 0 0 0 0,0 0 0 0 0,0-1-1 0 0,0 1 1 0 0,0 0 0 0 0,0-1 0 0 0,0-1-18 0 0,0-1 0 0 0,0 1 0 0 0,0-1 0 0 0,1 1 0 0 0,-1-1 0 0 0,1 1 0 0 0,-1 0-1 0 0,1-1 1 0 0,0 1 0 0 0,0 0 0 0 0,0-1 0 0 0,1 1 0 0 0,-1 0 0 0 0,0 0 0 0 0,1 0 0 0 0,-1 0 0 0 0,1 0 0 0 0,2-2 0 0 0,2-1 1 0 0,1-1-1 0 0,0 1 1 0 0,0 0 0 0 0,0 1-1 0 0,12-7 1 0 0,-6 5-14 0 0,-1 1-1 0 0,1 0 1 0 0,0 1-1 0 0,1 0 1 0 0,-1 1 0 0 0,1 0-1 0 0,14 0 1 0 0,-24 3 1 0 0,0 0-1 0 0,0 0 1 0 0,-1 1 0 0 0,1-1 0 0 0,-1 1 0 0 0,1 0-1 0 0,0 0 1 0 0,-1 0 0 0 0,0 0 0 0 0,1 1-1 0 0,-1 0 1 0 0,0-1 0 0 0,0 1 0 0 0,6 4 0 0 0,-3 0-6 0 0,0 1 0 0 0,-1-1 1 0 0,1 1-1 0 0,-1 0 1 0 0,-1 1-1 0 0,1-1 0 0 0,5 14 1 0 0,-9-20 25 0 0,0 1 1 0 0,0-1 0 0 0,0 0-1 0 0,0 0 1 0 0,1 0 0 0 0,-1 0-1 0 0,0 0 1 0 0,1 0-1 0 0,-1 0 1 0 0,0 0 0 0 0,1-1-1 0 0,-1 1 1 0 0,1-1-1 0 0,-1 1 1 0 0,1-1 0 0 0,0 1-1 0 0,-1-1 1 0 0,1 0 0 0 0,-1 0-1 0 0,1 1 1 0 0,0-1-1 0 0,-1 0 1 0 0,1-1 0 0 0,0 1-1 0 0,1-1 1 0 0,56-10 232 0 0,-21 3 13 0 0,-17 6-32 0 0,28 1 98 0 0,-47 1-300 0 0,-1 1-1 0 0,1-1 1 0 0,0 0 0 0 0,-1 1-1 0 0,1 0 1 0 0,-1-1 0 0 0,1 1-1 0 0,-1 0 1 0 0,1 0 0 0 0,-1 0-1 0 0,1 0 1 0 0,-1 0 0 0 0,0 0-1 0 0,1 0 1 0 0,-1 0 0 0 0,0 0-1 0 0,0 1 1 0 0,0-1 0 0 0,0 1-1 0 0,0-1 1 0 0,0 0 0 0 0,0 1-1 0 0,-1 0 1 0 0,2 1 0 0 0,-2-1-52 0 0,-8 15-1240 0 0,1-6-2765 0 0,-2-8 368 0 0</inkml:trace>
</inkml:ink>
</file>

<file path=ppt/ink/ink3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3:33.6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261 104 56 0 0,'15'-36'4025'0'0,"-2"-1"-746"0"0,-13 36-2784 0 0,0-4 395 0 0,1 4-786 0 0,-1 0 0 0 0,0-1 0 0 0,0 1 0 0 0,0 0 0 0 0,0-1 0 0 0,0 1 0 0 0,0 0 0 0 0,0 0 0 0 0,-1-1 0 0 0,1 1-1 0 0,0 0 1 0 0,-1-1 0 0 0,1 1 0 0 0,-1 0 0 0 0,1 0 0 0 0,-1 0 0 0 0,0 0 0 0 0,0-2 0 0 0,-8 3-41 0 0,1 1-1 0 0,0 0 1 0 0,0 0 0 0 0,0 1-1 0 0,0 0 1 0 0,0 0-1 0 0,1 1 1 0 0,-1 0-1 0 0,1 0 1 0 0,-1 1 0 0 0,1 0-1 0 0,-12 9 1 0 0,3-2 26 0 0,0 1 1 0 0,1 0-1 0 0,1 1 1 0 0,-19 22-1 0 0,24-25-24 0 0,1 1 1 0 0,0 1-1 0 0,1 0 0 0 0,0 0 0 0 0,1 0 0 0 0,0 1 1 0 0,1 0-1 0 0,0 0 0 0 0,1 0 0 0 0,1 0 0 0 0,0 1 1 0 0,1 0-1 0 0,-1 19 0 0 0,3-23-17 0 0,0 0 1 0 0,1-1-1 0 0,0 1 1 0 0,1 0-1 0 0,0 0 1 0 0,1-1-1 0 0,0 1 1 0 0,0-1-1 0 0,1 0 1 0 0,0 0-1 0 0,1 0 1 0 0,0 0-1 0 0,0-1 1 0 0,1 0-1 0 0,0 0 0 0 0,0 0 1 0 0,1-1-1 0 0,0 0 1 0 0,11 9-1 0 0,-6-7-175 0 0,0 0 0 0 0,1-1 0 0 0,0 0-1 0 0,0-1 1 0 0,1 0 0 0 0,26 8 0 0 0,-31-12-705 0 0,-1-1 0 0 0,1-1 1 0 0,-1 0-1 0 0,1 0 0 0 0,-1 0 0 0 0,1-1 1 0 0,0 0-1 0 0,13-3 0 0 0,3-3-2255 0 0</inkml:trace>
</inkml:ink>
</file>

<file path=ppt/ink/ink3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3:34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99 504 0 0,'-2'-2'4441'0'0,"-2"9"-1829"0"0,-5 21-888 0 0,-5 34-1103 0 0,9-29-154 0 0,0 10 254 0 0,-2-1 1 0 0,-16 51-1 0 0,11-68 2885 0 0,2-46-2122 0 0,10 20-1637 0 0,-3-9 279 0 0,1-1 1 0 0,0 1 0 0 0,1 0-1 0 0,0-1 1 0 0,1 1 0 0 0,0-1-1 0 0,0 1 1 0 0,1-1 0 0 0,5-18-1 0 0,0 5 1 0 0,1 1-1 0 0,18-43 0 0 0,-18 54-118 0 0,0 0 0 0 0,0 0 0 0 0,1 0-1 0 0,1 1 1 0 0,0 0 0 0 0,0 1 0 0 0,1 0 0 0 0,1 0 0 0 0,-1 1-1 0 0,2 0 1 0 0,-1 1 0 0 0,1 1 0 0 0,22-11 0 0 0,-28 14-56 0 0,0 1 0 0 0,1 1 0 0 0,-1-1 0 0 0,1 1 0 0 0,0 0 0 0 0,0 1 0 0 0,0 0 1 0 0,0 0-1 0 0,0 0 0 0 0,0 1 0 0 0,0 0 0 0 0,0 0 0 0 0,0 1 0 0 0,0 0 0 0 0,0 0 0 0 0,-1 0 0 0 0,1 1 1 0 0,0 0-1 0 0,0 1 0 0 0,-1-1 0 0 0,0 1 0 0 0,1 0 0 0 0,-1 1 0 0 0,0 0 0 0 0,-1 0 0 0 0,1 0 0 0 0,-1 1 1 0 0,9 8-1 0 0,-12-11 9 0 0,1 0 1 0 0,-1 0 0 0 0,0 0 0 0 0,0 1 0 0 0,-1-1 0 0 0,1 1-1 0 0,0-1 1 0 0,-1 1 0 0 0,0-1 0 0 0,0 1 0 0 0,1 0-1 0 0,-1 0 1 0 0,-1-1 0 0 0,1 1 0 0 0,0 0 0 0 0,-1 0-1 0 0,1 0 1 0 0,-1 0 0 0 0,0 5 0 0 0,-2-5 25 0 0,1-1 0 0 0,0 1 1 0 0,-1-1-1 0 0,0 0 0 0 0,1 0 0 0 0,-1 0 1 0 0,0 0-1 0 0,0 0 0 0 0,0 0 0 0 0,0 0 1 0 0,0-1-1 0 0,-1 1 0 0 0,1-1 0 0 0,0 0 1 0 0,-1 1-1 0 0,1-1 0 0 0,-1 0 1 0 0,0 0-1 0 0,1-1 0 0 0,-1 1 0 0 0,-4 0 1 0 0,-10 3-52 0 0,1-1 1 0 0,-1 0 0 0 0,0-1 0 0 0,1-1 0 0 0,-1-1-1 0 0,0 0 1 0 0,0-1 0 0 0,-20-4 0 0 0,26 2-1215 0 0,0 0 0 0 0,0 0-1 0 0,0-1 1 0 0,-13-6 0 0 0</inkml:trace>
</inkml:ink>
</file>

<file path=ppt/ink/ink3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3:34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6 192 0 0,'0'0'3766'0'0,"-11"-5"4696"0"0,6 21-7971 0 0,0 1-1 0 0,1 0 1 0 0,1 0-1 0 0,1 0 1 0 0,0 1-1 0 0,2 23 1 0 0,-2-15-60 0 0,-12 96 1289 0 0,14-120-1689 0 0,-9 9-1874 0 0,2-10-3932 0 0,-4-17 1831 0 0,6 3 302 0 0</inkml:trace>
</inkml:ink>
</file>

<file path=ppt/ink/ink3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3:34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12 248 0 0,'0'0'82'0'0,"0"0"0"0"0,0 0 0 0 0,0 0 0 0 0,0-1 0 0 0,0 1 0 0 0,0 0 0 0 0,0 0 0 0 0,0 0 0 0 0,0 0 0 0 0,0 0 0 0 0,0-1 0 0 0,0 1 0 0 0,0 0 0 0 0,0 0 0 0 0,0 0 0 0 0,0 0 0 0 0,0-1 0 0 0,0 1 0 0 0,0 0 0 0 0,0 0 0 0 0,0 0 0 0 0,0 0 0 0 0,0-1 0 0 0,0 1 0 0 0,0 0 0 0 0,0 0 0 0 0,0 0 0 0 0,0 0 0 0 0,1 0 0 0 0,-1-1 0 0 0,0 1 0 0 0,0 0 0 0 0,0 0 0 0 0,0 0 0 0 0,0 0 0 0 0,0 0 0 0 0,1 0 0 0 0,-1 0 1 0 0,0 0-1 0 0,0 0 0 0 0,0-1 0 0 0,0 1 0 0 0,0 0 0 0 0,1 0 0 0 0,-1 0 0 0 0,0 0 0 0 0,0 0 0 0 0,0 0 0 0 0,0 0 0 0 0,1 0 0 0 0,-1 0 0 0 0,0 0 0 0 0,0 0 0 0 0,0 0 0 0 0,0 0 0 0 0,0 0 0 0 0,1 0 0 0 0,-1 1 0 0 0,22-5 1202 0 0,23 2-630 0 0,221 12 2047 0 0,-89 9-5864 0 0,-157-17 678 0 0,-1-1 191 0 0</inkml:trace>
</inkml:ink>
</file>

<file path=ppt/ink/ink3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3:35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392 1 80 0 0,'10'10'600'0'0,"0"1"0"0"0,0 1 0 0 0,-2 0 0 0 0,1 0 0 0 0,-1 0 0 0 0,-1 1 0 0 0,0 0 0 0 0,-1 1 0 0 0,0 0 0 0 0,-1 0 0 0 0,-1 0 0 0 0,4 22 0 0 0,-5-18-284 0 0,0 0 0 0 0,-2 0 0 0 0,0 0-1 0 0,-1 0 1 0 0,-1 1 0 0 0,-1-1 0 0 0,0 0 0 0 0,-2 0 0 0 0,-9 32-1 0 0,6-34-195 0 0,0-1-1 0 0,-1 0 0 0 0,-1-1 0 0 0,0 1 1 0 0,-1-2-1 0 0,0 1 0 0 0,-1-2 1 0 0,-1 1-1 0 0,0-1 0 0 0,-22 17 0 0 0,-9 2-650 0 0,0-2 0 0 0,-52 26 0 0 0,-17-4-4767 0 0,58-30 2227 0 0</inkml:trace>
</inkml:ink>
</file>

<file path=ppt/ink/ink3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3:36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39 272 272 0 0,'39'-76'11312'0'0,"-41"85"-11075"0"0,-23 118 478 0 0,8-52-355 0 0,4 1-1 0 0,-4 79 1 0 0,14-86 168 0 0,3-62 4740 0 0,6-143-3699 0 0,8-83-844 0 0,-9 187-719 0 0,0 1 1 0 0,2 0-1 0 0,2 0 1 0 0,23-57-1 0 0,-27 77-43 0 0,2 1-1 0 0,-1-1 1 0 0,2 1-1 0 0,-1 0 1 0 0,1 1-1 0 0,1 0 1 0 0,-1 0-1 0 0,1 1 1 0 0,1 0 0 0 0,0 0-1 0 0,0 1 1 0 0,0 0-1 0 0,13-5 1 0 0,-18 10-27 0 0,-1-1 1 0 0,1 1-1 0 0,0 0 1 0 0,0 1-1 0 0,0-1 1 0 0,0 1-1 0 0,1 0 1 0 0,-1 0-1 0 0,0 0 1 0 0,0 1-1 0 0,0 0 1 0 0,1 0-1 0 0,-1 0 1 0 0,0 1-1 0 0,0 0 1 0 0,1 0-1 0 0,-1 0 1 0 0,0 1-1 0 0,0-1 1 0 0,0 1-1 0 0,-1 0 1 0 0,1 1-1 0 0,0-1 1 0 0,-1 1-1 0 0,1 0 1 0 0,-1 0-1 0 0,0 0 1 0 0,0 1-1 0 0,0-1 1 0 0,-1 1-1 0 0,1 0 1 0 0,5 9-1 0 0,-6-10 15 0 0,-1 0 0 0 0,1 1-1 0 0,-1-1 1 0 0,0 1 0 0 0,0 0 0 0 0,0 0 0 0 0,-1 0-1 0 0,1 0 1 0 0,-1 0 0 0 0,0 0 0 0 0,0 0-1 0 0,0 0 1 0 0,-1 0 0 0 0,1 1 0 0 0,-1-1 0 0 0,0 0-1 0 0,-1 0 1 0 0,1 1 0 0 0,-1-1 0 0 0,0 4-1 0 0,-1-3 13 0 0,-1 0 0 0 0,1-1-1 0 0,-1 1 1 0 0,0-1 0 0 0,0 0-1 0 0,0 0 1 0 0,0 0 0 0 0,-1 0-1 0 0,0-1 1 0 0,0 1 0 0 0,0-1-1 0 0,0 0 1 0 0,0 0 0 0 0,-6 3-1 0 0,-9 3-15 0 0,-1 0-1 0 0,-1 0 1 0 0,1-2-1 0 0,-1-1 1 0 0,0-1-1 0 0,-34 5 1 0 0,-63-4-2818 0 0,116-6 1811 0 0,-5 3-1001 0 0,1-1 622 0 0</inkml:trace>
</inkml:ink>
</file>

<file path=ppt/ink/ink3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3:36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4 1212 0 0,'1'0'299'0'0,"-1"-1"0"0"0,0 1 0 0 0,1 0 0 0 0,-1-1 0 0 0,1 1-1 0 0,-1 0 1 0 0,1 0 0 0 0,-1 0 0 0 0,1-1 0 0 0,-1 1 0 0 0,1 0 0 0 0,-1 0 0 0 0,1 0 0 0 0,0 0 0 0 0,-1 0-1 0 0,1 0 1 0 0,-1 0 0 0 0,1 0 0 0 0,-1 0 0 0 0,1 0 0 0 0,-1 0 0 0 0,1 0 0 0 0,-1 0 0 0 0,1 0-1 0 0,-1 1 1 0 0,1-1 0 0 0,-1 0 0 0 0,1 0 0 0 0,0 1 0 0 0,3 16 2936 0 0,-13 36-3694 0 0,5-35 1485 0 0,-10 83-115 0 0,-14 67 306 0 0,23-151-1181 0 0,0-3-2263 0 0</inkml:trace>
</inkml:ink>
</file>

<file path=ppt/ink/ink3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3:37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94 356 0 0,'-5'-5'9209'0'0,"26"-3"-8734"0"0,0 1 0 0 0,0 1 1 0 0,0 1-1 0 0,0 1 0 0 0,1 1 1 0 0,28-1-1 0 0,7-1 95 0 0,216-15 1293 0 0,-70 8-595 0 0,-15-1 1156 0 0,-185 12-2330 0 0,-1 1-810 0 0,3 0 1790 0 0,-30 19-17551 0 0</inkml:trace>
</inkml:ink>
</file>

<file path=ppt/ink/ink3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3:49.3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11 532 1224 0 0,'-3'-5'1277'0'0,"2"2"-1053"0"0,-1 0 1 0 0,1 0-1 0 0,0 0 1 0 0,0 0-1 0 0,1-1 1 0 0,-1 1-1 0 0,1 0 0 0 0,-1 0 1 0 0,1-1-1 0 0,0 1 1 0 0,0 0-1 0 0,1-1 1 0 0,-1 1-1 0 0,1 0 1 0 0,0-1-1 0 0,-1 1 1 0 0,1 0-1 0 0,1 0 0 0 0,-1 0 1 0 0,0 0-1 0 0,1 0 1 0 0,-1 0-1 0 0,1 0 1 0 0,0 0-1 0 0,0 1 1 0 0,0-1-1 0 0,4-2 0 0 0,11-12 373 0 0,0 0-1 0 0,2 2 0 0 0,0 0 0 0 0,38-22 1 0 0,90-38 724 0 0,-99 54-907 0 0,0 2 0 0 0,88-22 0 0 0,-114 36-336 0 0,-1 1 0 0 0,1 1 0 0 0,-1 0 0 0 0,1 2 0 0 0,0 1 0 0 0,0 1-1 0 0,0 0 1 0 0,0 2 0 0 0,24 6 0 0 0,-41-8-80 0 0,0 0-1 0 0,-1 1 0 0 0,1 0 1 0 0,-1 0-1 0 0,1 0 1 0 0,-1 0-1 0 0,0 1 0 0 0,0 0 1 0 0,0 0-1 0 0,0 0 0 0 0,0 0 1 0 0,-1 1-1 0 0,1-1 0 0 0,-1 1 1 0 0,0 0-1 0 0,0 0 1 0 0,0 0-1 0 0,-1 1 0 0 0,1-1 1 0 0,-1 1-1 0 0,0-1 0 0 0,-1 1 1 0 0,1-1-1 0 0,-1 1 0 0 0,0 0 1 0 0,0 0-1 0 0,0 0 1 0 0,-1 0-1 0 0,1 0 0 0 0,-1 0 1 0 0,0 0-1 0 0,-2 7 0 0 0,1-3-11 0 0,-1 0 0 0 0,0 0 0 0 0,0 0-1 0 0,-1-1 1 0 0,0 1 0 0 0,0-1 0 0 0,-1 1-1 0 0,0-1 1 0 0,-1 0 0 0 0,0-1 0 0 0,0 1-1 0 0,0-1 1 0 0,-1 0 0 0 0,0 0 0 0 0,-1-1-1 0 0,0 0 1 0 0,-8 7 0 0 0,-1-3 23 0 0,0-1 0 0 0,-1 0 0 0 0,-20 7 0 0 0,26-13 10 0 0,1-3-15 0 0,8-1-31 0 0,5-4-48 0 0,5-4 37 0 0,0 0 0 0 0,0 1 0 0 0,1 0 0 0 0,0 0-1 0 0,0 1 1 0 0,16-9 0 0 0,74-39-349 0 0,-46 28 202 0 0,-1-2 36 0 0,12-5-5 0 0,-2-3-1 0 0,64-49 0 0 0,-100 67 324 0 0,18-18 1439 0 0,-29 25 84 0 0,-11 23-790 0 0,-13 31-540 0 0,8-39-379 0 0,-56 287 589 0 0,-10 31-333 0 0,41-230 142 0 0,26-90-366 0 0,-1-1-1 0 0,1 0 0 0 0,0 1 1 0 0,0-1-1 0 0,0 0 1 0 0,0 0-1 0 0,0 1 1 0 0,0-1-1 0 0,0 0 0 0 0,-1 0 1 0 0,1 1-1 0 0,0-1 1 0 0,0 0-1 0 0,0 0 1 0 0,-1 1-1 0 0,1-1 1 0 0,0 0-1 0 0,0 0 0 0 0,-1 0 1 0 0,1 0-1 0 0,0 1 1 0 0,0-1-1 0 0,-1 0 1 0 0,1 0-1 0 0,0 0 0 0 0,-1 0 1 0 0,1 0-1 0 0,0 0 1 0 0,0 0-1 0 0,-1 0 1 0 0,1 0-1 0 0,0 0 1 0 0,-1 0-1 0 0,1 0 0 0 0,0 0 1 0 0,-1 0-1 0 0,1 0 1 0 0,0 0-1 0 0,0 0 1 0 0,-1 0-1 0 0,1 0 0 0 0,0 0 1 0 0,-1 0-1 0 0,1 0 1 0 0,0-1-1 0 0,0 1 1 0 0,-1 0-1 0 0,1-1 0 0 0,-5-4 25 0 0,1 0 0 0 0,0-1 0 0 0,1 0 0 0 0,-1 0 0 0 0,1 0 0 0 0,0 0 0 0 0,1-1 0 0 0,-1 1 0 0 0,1-1 0 0 0,1 0 0 0 0,-1 1 0 0 0,1-1 0 0 0,0 0 0 0 0,1 0 0 0 0,0 0 0 0 0,0 0 0 0 0,0 0 0 0 0,2-8 0 0 0,1-12 18 0 0,1 1 0 0 0,2-1-1 0 0,13-41 1 0 0,3 7-69 0 0,2 2 0 0 0,59-105 0 0 0,-64 133-67 0 0,1 1 0 0 0,1 1 0 0 0,2 1 1 0 0,0 1-1 0 0,2 1 0 0 0,47-38 1 0 0,-62 57 12 0 0,1 0 0 0 0,0 0 0 0 0,0 1 0 0 0,0 0 0 0 0,1 1 0 0 0,0 1 0 0 0,0 0 0 0 0,0 0 0 0 0,0 1 0 0 0,1 1 0 0 0,20-2 0 0 0,-28 4 10 0 0,0 0-1 0 0,0 0 1 0 0,0 0 0 0 0,0 1-1 0 0,0-1 1 0 0,0 1-1 0 0,0 1 1 0 0,0-1 0 0 0,-1 1-1 0 0,1-1 1 0 0,0 1-1 0 0,-1 1 1 0 0,1-1 0 0 0,-1 1-1 0 0,0 0 1 0 0,0 0-1 0 0,0 0 1 0 0,0 0 0 0 0,0 1-1 0 0,-1-1 1 0 0,1 1 0 0 0,-1 0-1 0 0,0 0 1 0 0,0 0-1 0 0,-1 1 1 0 0,1-1 0 0 0,-1 1-1 0 0,0-1 1 0 0,0 1-1 0 0,2 9 1 0 0,-3-9 23 0 0,0-1 0 0 0,-1 1-1 0 0,1 0 1 0 0,-1 0 0 0 0,0-1 0 0 0,-1 1 0 0 0,1 0-1 0 0,-1-1 1 0 0,0 1 0 0 0,0-1 0 0 0,0 1 0 0 0,0-1-1 0 0,-1 1 1 0 0,0-1 0 0 0,0 0 0 0 0,0 1 0 0 0,0-1-1 0 0,-1 0 1 0 0,0-1 0 0 0,0 1 0 0 0,0 0 0 0 0,0-1-1 0 0,0 0 1 0 0,-1 1 0 0 0,1-1 0 0 0,-7 4 0 0 0,1-1 9 0 0,0 0 0 0 0,-1 0 0 0 0,1-1 1 0 0,-1-1-1 0 0,0 1 0 0 0,0-2 0 0 0,-1 1 1 0 0,1-1-1 0 0,-1-1 0 0 0,-13 2 1 0 0,6-3 44 0 0,0 0 1 0 0,-26-3-1 0 0,40 1-123 0 0,0 1-1 0 0,0 0 1 0 0,1-1-1 0 0,-1 0 1 0 0,0 0 0 0 0,0 0-1 0 0,1 0 1 0 0,-1-1 0 0 0,1 1-1 0 0,-1-1 1 0 0,1 0-1 0 0,0 0 1 0 0,-1 0 0 0 0,1-1-1 0 0,0 1 1 0 0,1-1-1 0 0,-1 1 1 0 0,-2-4 0 0 0,4 5-131 0 0,1 0 0 0 0,0 0 0 0 0,0 1 1 0 0,-1-1-1 0 0,1 0 0 0 0,0 0 0 0 0,0 1 0 0 0,0-1 1 0 0,0 0-1 0 0,0 0 0 0 0,0 0 0 0 0,0 1 0 0 0,1-1 1 0 0,-1 0-1 0 0,0 0 0 0 0,0 1 0 0 0,0-1 0 0 0,1 0 1 0 0,-1 0-1 0 0,0 1 0 0 0,1-1 0 0 0,-1 0 0 0 0,1 1 1 0 0,-1-1-1 0 0,1 1 0 0 0,-1-1 0 0 0,1 1 1 0 0,-1-1-1 0 0,1 1 0 0 0,0-1 0 0 0,-1 1 0 0 0,1-1 1 0 0,0 1-1 0 0,-1-1 0 0 0,1 1 0 0 0,0 0 0 0 0,1-1 1 0 0,0 0 165 0 0,13-8-3181 0 0</inkml:trace>
</inkml:ink>
</file>

<file path=ppt/ink/ink3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3:49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48 472 0 0,'0'-2'284'0'0,"1"1"1"0"0,-1-1-1 0 0,0 0 1 0 0,0 1-1 0 0,0-1 1 0 0,0 1-1 0 0,0-1 1 0 0,0 0-1 0 0,-1 1 1 0 0,1-1-1 0 0,-1 1 0 0 0,1-1 1 0 0,-1 0-1 0 0,1 1 1 0 0,-1-1-1 0 0,0 1 1 0 0,0 0-1 0 0,1-1 1 0 0,-1 1-1 0 0,0 0 0 0 0,0-1 1 0 0,-1 1-1 0 0,1 0 1 0 0,0 0-1 0 0,-2-2 1 0 0,0 2-99 0 0,0 0 0 0 0,-1-1 0 0 0,1 2 0 0 0,0-1 0 0 0,0 0 0 0 0,0 0 0 0 0,-1 1 0 0 0,1 0 0 0 0,0 0 0 0 0,0 0 0 0 0,-1 0 0 0 0,-3 1 0 0 0,-6 1 27 0 0,0 0-1 0 0,-1 1 0 0 0,1 1 0 0 0,1 0 0 0 0,-17 8 0 0 0,20-7-28 0 0,0 0 0 0 0,0 1-1 0 0,0 0 1 0 0,1 0 0 0 0,-12 11 0 0 0,16-14-131 0 0,1 1 0 0 0,0-1 1 0 0,0 1-1 0 0,0 0 0 0 0,1 0 1 0 0,-1 0-1 0 0,1 1 0 0 0,0-1 1 0 0,0 0-1 0 0,0 1 1 0 0,1-1-1 0 0,0 1 0 0 0,-2 9 1 0 0,3-13-49 0 0,0 1 1 0 0,0 0 0 0 0,0 0 0 0 0,1-1-1 0 0,-1 1 1 0 0,0 0 0 0 0,1-1 0 0 0,0 1 0 0 0,-1 0-1 0 0,1-1 1 0 0,0 1 0 0 0,0-1 0 0 0,0 1-1 0 0,0-1 1 0 0,0 1 0 0 0,0-1 0 0 0,0 0 0 0 0,0 1-1 0 0,0-1 1 0 0,1 0 0 0 0,-1 0 0 0 0,0 0-1 0 0,1 0 1 0 0,-1 0 0 0 0,1 0 0 0 0,0-1 0 0 0,-1 1-1 0 0,1 0 1 0 0,-1-1 0 0 0,1 1 0 0 0,0-1-1 0 0,0 0 1 0 0,-1 1 0 0 0,3-1 0 0 0,4 1-5 0 0,0 1 1 0 0,1-2-1 0 0,-1 1 0 0 0,1-1 1 0 0,11-2-1 0 0,-8 0 23 0 0,0 0 0 0 0,0-1 0 0 0,-1-1 0 0 0,1 0 0 0 0,-1-1 0 0 0,1 0 0 0 0,16-11 0 0 0,-27 15-18 0 0,1 1 0 0 0,-1-1-1 0 0,0 0 1 0 0,1 0-1 0 0,-1 1 1 0 0,0-1 0 0 0,1 1-1 0 0,-1-1 1 0 0,0 1 0 0 0,1-1-1 0 0,-1 1 1 0 0,1 0-1 0 0,-1 0 1 0 0,1 0 0 0 0,-1 0-1 0 0,1 0 1 0 0,-1 0 0 0 0,1 0-1 0 0,-1 0 1 0 0,1 1 0 0 0,-1-1-1 0 0,1 0 1 0 0,-1 1-1 0 0,0-1 1 0 0,1 1 0 0 0,-1 0-1 0 0,0 0 1 0 0,1-1 0 0 0,-1 1-1 0 0,0 0 1 0 0,0 0-1 0 0,2 2 1 0 0,2 3-139 0 0,1 1 1 0 0,-1 0-1 0 0,0 0 0 0 0,-1 0 0 0 0,4 9 0 0 0,-5-9-268 0 0,1-1-1 0 0,0 1 0 0 0,0-1 1 0 0,0 0-1 0 0,6 7 0 0 0,19 10-5481 0 0,-20-19 3120 0 0</inkml:trace>
</inkml:ink>
</file>

<file path=ppt/ink/ink3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3:50.2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4 0 0,'38'-8'4943'0'0,"-35"9"-4820"0"0,0 1-1 0 0,0 1 0 0 0,-1-1 1 0 0,1 0-1 0 0,0 1 1 0 0,-1-1-1 0 0,1 1 1 0 0,-1 0-1 0 0,0 0 0 0 0,0 0 1 0 0,0 0-1 0 0,0 0 1 0 0,-1 0-1 0 0,1 1 1 0 0,-1-1-1 0 0,0 1 0 0 0,0-1 1 0 0,0 1-1 0 0,0-1 1 0 0,-1 1-1 0 0,1-1 1 0 0,-1 1-1 0 0,0-1 1 0 0,0 1-1 0 0,0 0 0 0 0,-1-1 1 0 0,-1 6-1 0 0,2-3 42 0 0,-1-1 0 0 0,0 0 0 0 0,-1 0 0 0 0,1 0 0 0 0,-1 0 0 0 0,0 0 0 0 0,0 0 0 0 0,-1 0 0 0 0,1 0-1 0 0,-1-1 1 0 0,0 1 0 0 0,-1-1 0 0 0,1 0 0 0 0,-1 0 0 0 0,1 0 0 0 0,-1-1 0 0 0,-1 1 0 0 0,-4 3 0 0 0,7-6 73 0 0,2-1-198 0 0,-1 0 0 0 0,0 0 0 0 0,1 0 1 0 0,-1 0-1 0 0,1 0 0 0 0,-1 0 0 0 0,0 0 0 0 0,1-1 0 0 0,-1 1 0 0 0,1 0 1 0 0,-1 0-1 0 0,1 0 0 0 0,-1-1 0 0 0,1 1 0 0 0,-1 0 0 0 0,1-1 0 0 0,-1 1 0 0 0,1 0 1 0 0,-1-1-1 0 0,1 1 0 0 0,-1 0 0 0 0,1-1 0 0 0,0 1 0 0 0,-1-1 0 0 0,0 0 1 0 0,2-6-3 0 0,0 0 1 0 0,1 1-1 0 0,-1-1 1 0 0,1 1 0 0 0,1-1-1 0 0,-1 1 1 0 0,1 0 0 0 0,0 0-1 0 0,0 0 1 0 0,1 0 0 0 0,0 1-1 0 0,0-1 1 0 0,0 1 0 0 0,1 0-1 0 0,0 0 1 0 0,5-4 0 0 0,2-3-9 0 0,1 1 0 0 0,0 1 1 0 0,0 0-1 0 0,1 1 0 0 0,26-13 1 0 0,-38 20-35 0 0,1 1 1 0 0,0 0 0 0 0,0 0-1 0 0,0 0 1 0 0,-1 0 0 0 0,1 0 0 0 0,0 1-1 0 0,0-1 1 0 0,0 1 0 0 0,0 0 0 0 0,0 0-1 0 0,0 0 1 0 0,0 0 0 0 0,0 0-1 0 0,0 1 1 0 0,0-1 0 0 0,0 1 0 0 0,0 0-1 0 0,0 0 1 0 0,0 0 0 0 0,0 0 0 0 0,-1 0-1 0 0,1 1 1 0 0,0-1 0 0 0,-1 1-1 0 0,1 0 1 0 0,-1 0 0 0 0,0-1 0 0 0,0 2-1 0 0,0-1 1 0 0,0 0 0 0 0,0 0 0 0 0,0 1-1 0 0,0-1 1 0 0,-1 1 0 0 0,1-1-1 0 0,-1 1 1 0 0,1 0 0 0 0,0 4 0 0 0,3 7 3 0 0,-1 0 1 0 0,0 0 0 0 0,-1 0-1 0 0,0 0 1 0 0,-1 1 0 0 0,-1 27-1 0 0,-1-38-72 0 0,-1 1-1 0 0,0-1 1 0 0,0 0-1 0 0,0 1 0 0 0,0-1 1 0 0,-1 0-1 0 0,0 0 1 0 0,1 0-1 0 0,-6 7 1 0 0,-13 15-7445 0 0</inkml:trace>
</inkml:ink>
</file>

<file path=ppt/ink/ink3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3:50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2 692 0 0,'3'-1'199'0'0,"-1"1"0"0"0,0 0 0 0 0,0 0 0 0 0,0-1 0 0 0,0 1 0 0 0,0 1 0 0 0,1-1 1 0 0,-1 0-1 0 0,0 1 0 0 0,0-1 0 0 0,0 1 0 0 0,0-1 0 0 0,0 1 0 0 0,0 0 0 0 0,0 0 0 0 0,0 0 0 0 0,0 0 0 0 0,0 0 0 0 0,-1 0 0 0 0,1 1 0 0 0,0-1 0 0 0,-1 1 0 0 0,3 2 1 0 0,-1 0-15 0 0,-1 0 1 0 0,0 0-1 0 0,-1 0 1 0 0,1 0 0 0 0,-1 0-1 0 0,1 0 1 0 0,-1 0-1 0 0,0 0 1 0 0,-1 1 0 0 0,1-1-1 0 0,-1 6 1 0 0,0 8 164 0 0,-1-1 0 0 0,-1 0 1 0 0,-1-1-1 0 0,0 1 0 0 0,-8 24 0 0 0,-7 13 746 0 0,17-52-623 0 0,7-16 2242 0 0,50-55-2449 0 0,-38 49-235 0 0,1 2-1 0 0,31-23 1 0 0,-43 36-42 0 0,0 0 0 0 0,0 0 0 0 0,1 1 0 0 0,-1 0 0 0 0,1 0 0 0 0,0 0 1 0 0,0 1-1 0 0,0 1 0 0 0,0-1 0 0 0,1 1 0 0 0,12-1 0 0 0,-19 3-1 0 0,1 0 0 0 0,0 1 0 0 0,-1-1 0 0 0,1 1-1 0 0,-1-1 1 0 0,1 1 0 0 0,-1 0 0 0 0,1 0 0 0 0,-1 0 0 0 0,1 0-1 0 0,-1 0 1 0 0,0 1 0 0 0,1-1 0 0 0,-1 1 0 0 0,0 0-1 0 0,0-1 1 0 0,2 3 0 0 0,27 41-58 0 0,-28-39 62 0 0,0 0 0 0 0,0-1 0 0 0,0 0-1 0 0,1 0 1 0 0,0 0 0 0 0,0 0 0 0 0,0 0 0 0 0,0-1-1 0 0,1 0 1 0 0,0 0 0 0 0,5 4 0 0 0,-3-6 14 0 0,-1 1 1 0 0,0-1-1 0 0,1 0 0 0 0,0-1 0 0 0,-1 1 1 0 0,1-1-1 0 0,0-1 0 0 0,0 1 0 0 0,0-1 1 0 0,0 0-1 0 0,-1-1 0 0 0,1 0 1 0 0,0 0-1 0 0,0 0 0 0 0,-1-1 0 0 0,1 0 1 0 0,7-3-1 0 0,-1-1 552 0 0,0 0 1 0 0,-1-1-1 0 0,0 0 0 0 0,0-1 1 0 0,0 0-1 0 0,-1-1 0 0 0,11-11 1 0 0,-4 7 397 0 0,-18 13-1022 0 0,0 0 0 0 0,0 0 1 0 0,0 0-1 0 0,1 0 0 0 0,-1 0 1 0 0,0 0-1 0 0,0 0 0 0 0,0 0 1 0 0,0 0-1 0 0,1 0 0 0 0,-1 0 1 0 0,0 0-1 0 0,0 0 0 0 0,0 1 0 0 0,0-1 1 0 0,0 0-1 0 0,1 0 0 0 0,-1 0 1 0 0,0 0-1 0 0,0 0 0 0 0,0 0 1 0 0,0 0-1 0 0,0 0 0 0 0,1 0 1 0 0,-1 1-1 0 0,0-1 0 0 0,0 0 1 0 0,0 0-1 0 0,0 0 0 0 0,0 0 1 0 0,0 0-1 0 0,0 1 0 0 0,0-1 0 0 0,0 0 1 0 0,0 0-1 0 0,0 0 0 0 0,0 0 1 0 0,0 0-1 0 0,0 1 0 0 0,0-1 1 0 0,0 0-1 0 0,0 0 0 0 0,0 0 1 0 0,0 0-1 0 0,0 1 0 0 0,0-1 1 0 0,0 0-1 0 0,0 0 0 0 0,0 0 0 0 0,0 1 1 0 0,0 1-674 0 0,-1 0 0 0 0,0 0 0 0 0,1 0 1 0 0,-1 1-1 0 0,0-1 0 0 0,0 0 0 0 0,-1 0 1 0 0,1 0-1 0 0,0 0 0 0 0,-1-1 0 0 0,-2 4 1 0 0</inkml:trace>
</inkml:ink>
</file>

<file path=ppt/ink/ink3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3:51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1 101 1176 0 0,'8'-18'3587'0'0,"-1"0"0"0"0,6-29 0 0 0,-13 46-2784 0 0,4-16 578 0 0</inkml:trace>
</inkml:ink>
</file>

<file path=ppt/ink/ink3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3:51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46 852 0 0,'33'9'4623'0'0,"-10"-9"-3990"0"0,0 0 0 0 0,0-2-1 0 0,-1-1 1 0 0,1-1 0 0 0,-1-1-1 0 0,30-10 1 0 0,-28 9-65 0 0,-2-1-53 0 0,31-5 1535 0 0,-52 12-1864 0 0,3 3 101 0 0,-3-3-279 0 0,-1 0 0 0 0,0 0 0 0 0,1 0-1 0 0,-1 0 1 0 0,0 0 0 0 0,0 0 0 0 0,1 1-1 0 0,-1-1 1 0 0,0 0 0 0 0,0 0 0 0 0,1 0-1 0 0,-1 0 1 0 0,0 0 0 0 0,0 1 0 0 0,0-1-1 0 0,1 0 1 0 0,-1 0 0 0 0,0 0-1 0 0,0 1 1 0 0,0-1 0 0 0,1 0 0 0 0,-1 0-1 0 0,0 1 1 0 0,0-1 0 0 0,0 0 0 0 0,0 0-1 0 0,0 1 1 0 0,0-1 0 0 0,0 0 0 0 0,0 1-1 0 0,0-1 1 0 0,0 0 0 0 0,0 0 0 0 0,0 1-1 0 0,0-1 1 0 0,0 0 0 0 0,0 0 0 0 0,0 1-1 0 0,0-1 1 0 0,0 0 0 0 0,0 1 0 0 0,0-1-1 0 0,-9 32 203 0 0,-1-1-1 0 0,-2 0 1 0 0,-1 0-1 0 0,-1-2 1 0 0,-25 40-1 0 0,-108 139 128 0 0,63-93-771 0 0,-23 29-1940 0 0,33-52-3938 0 0,44-55 2759 0 0</inkml:trace>
</inkml:ink>
</file>

<file path=ppt/ink/ink3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3:52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37 479 88 0 0,'-2'-4'948'0'0,"-3"-2"-547"0"0,1-1 0 0 0,0 0 0 0 0,1 0 0 0 0,-1 0 1 0 0,1 0-1 0 0,1-1 0 0 0,0 1 0 0 0,0-1 0 0 0,0 0 0 0 0,1 1 0 0 0,0-1 0 0 0,0 0 0 0 0,1 0 0 0 0,0 0 0 0 0,0 0 1 0 0,2-9-1 0 0,1 6-161 0 0,0 1 0 0 0,1-1 0 0 0,0 1 1 0 0,0 0-1 0 0,1 0 0 0 0,0 0 0 0 0,1 1 1 0 0,0 0-1 0 0,1 0 0 0 0,11-13 0 0 0,0 4-113 0 0,0 1 0 0 0,2 1 0 0 0,0 0 0 0 0,1 2 0 0 0,0 0 0 0 0,1 1 0 0 0,0 1 0 0 0,1 2 0 0 0,37-13-1 0 0,-33 15-47 0 0,-1 1 0 0 0,1 1-1 0 0,1 1 1 0 0,-1 2-1 0 0,50-1 1 0 0,-69 5-70 0 0,1 0 0 0 0,0 0 0 0 0,-1 0 0 0 0,1 1 0 0 0,-1 1 0 0 0,0-1 0 0 0,1 1 0 0 0,-1 1 0 0 0,14 8 0 0 0,-17-9-17 0 0,0 1 0 0 0,-1 0 0 0 0,0 0 0 0 0,0 0 0 0 0,0 0 1 0 0,0 1-1 0 0,0-1 0 0 0,-1 1 0 0 0,0 0 0 0 0,0 0 0 0 0,0 1 0 0 0,-1-1 0 0 0,1 0 0 0 0,-1 1 0 0 0,-1 0 0 0 0,2 6 0 0 0,-1-3-13 0 0,-1-1-1 0 0,-1 1 0 0 0,1 0 1 0 0,-1-1-1 0 0,-1 1 1 0 0,0 0-1 0 0,0-1 1 0 0,0 1-1 0 0,-1-1 1 0 0,0 1-1 0 0,-1-1 0 0 0,0 0 1 0 0,-1 0-1 0 0,1 0 1 0 0,-1 0-1 0 0,-1-1 1 0 0,1 0-1 0 0,-7 8 1 0 0,4-6 58 0 0,-1 0 1 0 0,0-1-1 0 0,0 0 1 0 0,-1 0 0 0 0,0-1-1 0 0,0 0 1 0 0,0-1-1 0 0,-1 0 1 0 0,0-1-1 0 0,0 1 1 0 0,-1-2 0 0 0,1 0-1 0 0,-14 4 1 0 0,24-8-33 0 0,0 0 0 0 0,0 0 0 0 0,1-1 1 0 0,-1 1-1 0 0,0 0 0 0 0,0 0 0 0 0,0 0 0 0 0,0 0 1 0 0,0 0-1 0 0,0 0 0 0 0,0 0 0 0 0,0 0 1 0 0,0-1-1 0 0,0 1 0 0 0,0 0 0 0 0,0 0 0 0 0,0 0 1 0 0,0 0-1 0 0,-1 0 0 0 0,1 0 0 0 0,0 0 0 0 0,0 0 1 0 0,0 0-1 0 0,0-1 0 0 0,0 1 0 0 0,0 0 1 0 0,0 0-1 0 0,0 0 0 0 0,0 0 0 0 0,0 0 0 0 0,0 0 1 0 0,0 0-1 0 0,0 0 0 0 0,0 0 0 0 0,-1 0 0 0 0,1 0 1 0 0,0 0-1 0 0,0 0 0 0 0,0 0 0 0 0,0-1 0 0 0,0 1 1 0 0,0 0-1 0 0,0 0 0 0 0,0 0 0 0 0,0 0 1 0 0,-1 0-1 0 0,1 0 0 0 0,0 0 0 0 0,0 0 0 0 0,0 0 1 0 0,0 0-1 0 0,0 0 0 0 0,0 0 0 0 0,0 1 0 0 0,0-1 1 0 0,-1 0-1 0 0,1 0 0 0 0,0 0 0 0 0,0 0 0 0 0,0 0 1 0 0,0 0-1 0 0,0 0 0 0 0,0 0 0 0 0,0 0 1 0 0,0 0-1 0 0,0 0 0 0 0,0 0 0 0 0,9-10 42 0 0,22-10-120 0 0,50-6-177 0 0,109-19 1 0 0,-119 31 174 0 0,0-3 0 0 0,102-40 0 0 0,-160 51 77 0 0,0-1 0 0 0,0 0 0 0 0,22-17 0 0 0,-31 21 32 0 0,0 0 1 0 0,0 0 0 0 0,-1 0 0 0 0,1 0 0 0 0,-1-1-1 0 0,0 0 1 0 0,0 0 0 0 0,0 0 0 0 0,-1 0-1 0 0,1 0 1 0 0,-1 0 0 0 0,0-1 0 0 0,0 1-1 0 0,-1-1 1 0 0,2-5 0 0 0,-2 8-18 0 0,-1 1 0 0 0,0-1 1 0 0,0 0-1 0 0,0 1 1 0 0,0-1-1 0 0,0 1 0 0 0,0-1 1 0 0,-1 0-1 0 0,1 1 0 0 0,-1-1 1 0 0,1 1-1 0 0,-1-1 0 0 0,1 0 1 0 0,-1 1-1 0 0,0 0 0 0 0,1-1 1 0 0,-1 1-1 0 0,0-1 0 0 0,0 1 1 0 0,0 0-1 0 0,0 0 0 0 0,-1-1 1 0 0,-1 0-1 0 0,0 0 2 0 0,0 0 0 0 0,0 0 1 0 0,-1 1-1 0 0,1-1 0 0 0,0 1 0 0 0,-1 0 0 0 0,1 0 0 0 0,-1 1 1 0 0,1-1-1 0 0,-6 0 0 0 0,-1 1 2 0 0,0 0 0 0 0,0 0 0 0 0,1 1-1 0 0,-1 0 1 0 0,0 1 0 0 0,1 0 0 0 0,-13 4 0 0 0,18-4-18 0 0,-1 0 0 0 0,1 1 0 0 0,0-1 0 0 0,0 1 0 0 0,0 0 0 0 0,0-1 0 0 0,0 2 0 0 0,1-1 0 0 0,-1 0 1 0 0,1 1-1 0 0,0 0 0 0 0,0 0 0 0 0,0 0 0 0 0,0 0 0 0 0,1 0 0 0 0,0 0 0 0 0,0 1 0 0 0,0-1 0 0 0,0 1 0 0 0,1-1 0 0 0,-1 1 0 0 0,1 0 0 0 0,0 0 0 0 0,0 9 0 0 0,1-7 5 0 0,0-1-1 0 0,1 1 0 0 0,0-1 0 0 0,0 1 0 0 0,0-1 0 0 0,1 0 0 0 0,0 0 1 0 0,0 0-1 0 0,0 0 0 0 0,1 0 0 0 0,0 0 0 0 0,0 0 0 0 0,1-1 0 0 0,-1 0 0 0 0,1 1 1 0 0,0-1-1 0 0,1-1 0 0 0,7 8 0 0 0,-1-4-3 0 0,1 0 0 0 0,1-1 0 0 0,-1-1 0 0 0,1 0 0 0 0,1 0 0 0 0,-1-1 0 0 0,1-1 0 0 0,-1 0 1 0 0,1-1-1 0 0,0-1 0 0 0,1 0 0 0 0,-1-1 0 0 0,0 0 0 0 0,0-1 0 0 0,23-3 0 0 0,5-1-11 0 0,-1-3-1 0 0,1-1 1 0 0,-1-2 0 0 0,41-17 0 0 0,-37 12 1 0 0,81-42 1 0 0,-112 49 32 0 0,0 0 0 0 0,-1-1 1 0 0,0 0-1 0 0,-1-1 0 0 0,0-1 0 0 0,0 0 0 0 0,-1-1 1 0 0,0 0-1 0 0,13-20 0 0 0,-23 30 7 0 0,1-1 1 0 0,0 0-1 0 0,-1 0 1 0 0,0 0-1 0 0,0 0 0 0 0,0 0 1 0 0,0 0-1 0 0,0 0 1 0 0,0 0-1 0 0,-1 0 0 0 0,0 0 1 0 0,1-1-1 0 0,-1 1 1 0 0,0 0-1 0 0,-1 0 0 0 0,1 0 1 0 0,-1-1-1 0 0,1 1 0 0 0,-1 0 1 0 0,0 0-1 0 0,0 0 1 0 0,0 0-1 0 0,0 0 0 0 0,-1 0 1 0 0,1 1-1 0 0,-4-6 1 0 0,3 7-28 0 0,0 0 0 0 0,0 0 0 0 0,1 0 1 0 0,-1 0-1 0 0,0 0 0 0 0,0 0 0 0 0,0 0 0 0 0,0 1 1 0 0,0-1-1 0 0,0 1 0 0 0,0 0 0 0 0,0-1 0 0 0,0 1 1 0 0,0 0-1 0 0,0 0 0 0 0,0 0 0 0 0,-1 1 1 0 0,1-1-1 0 0,0 0 0 0 0,0 1 0 0 0,0-1 0 0 0,0 1 1 0 0,1 0-1 0 0,-1 0 0 0 0,0 0 0 0 0,-3 1 0 0 0,-1 2-1 0 0,0-1-1 0 0,0 1 0 0 0,0 0 1 0 0,0 0-1 0 0,1 1 0 0 0,-6 5 1 0 0,-5 13 4 0 0,0 1 1 0 0,2 0-1 0 0,0 1 1 0 0,2 0 0 0 0,1 1-1 0 0,-12 41 1 0 0,20-60-6 0 0,-75 254 22 0 0,-12 34 21 0 0,85-280-73 0 0,-1-1 0 0 0,0 0 0 0 0,-1 0 0 0 0,0-1 0 0 0,-1 0 0 0 0,-1 0 0 0 0,0-1 1 0 0,-1 0-1 0 0,0 0 0 0 0,-1-1 0 0 0,0-1 0 0 0,0 0 0 0 0,-1 0 0 0 0,-19 10 0 0 0,30-19-91 0 0,0-1 0 0 0,-1 1 0 0 0,1-1 0 0 0,0 0 0 0 0,0 0 0 0 0,-1 1 0 0 0,1-1 0 0 0,0 0 0 0 0,-1 0 0 0 0,1 0 0 0 0,0 0 0 0 0,-1 0 0 0 0,1-1 1 0 0,0 1-1 0 0,0 0 0 0 0,-1-1 0 0 0,1 1 0 0 0,0-1 0 0 0,0 1 0 0 0,-1-1 0 0 0,1 1 0 0 0,0-1 0 0 0,0 0 0 0 0,0 0 0 0 0,0 1 0 0 0,0-1 0 0 0,-1-1 0 0 0,1 1-251 0 0,0-1 0 0 0,0 1-1 0 0,0 0 1 0 0,0 0 0 0 0,1 0 0 0 0,-1-1 0 0 0,0 1 0 0 0,1 0 0 0 0,-1-1 0 0 0,1 1 0 0 0,-1 0 0 0 0,1-1 0 0 0,-1 1 0 0 0,1-1 0 0 0,0-2 0 0 0,1-10-2780 0 0</inkml:trace>
</inkml:ink>
</file>

<file path=ppt/ink/ink3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3:53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20 956 0 0,'0'0'965'0'0,"7"-14"9711"0"0,-29 160-9366 0 0,22-145-1281 0 0,0 1 0 0 0,0-1 0 0 0,0 1 0 0 0,0-1 0 0 0,0 1 0 0 0,0-1 0 0 0,0 1 0 0 0,0-1 0 0 0,1 1 0 0 0,-1-1 0 0 0,1 1 0 0 0,-1-1 0 0 0,1 0 0 0 0,1 3 0 0 0,-2-3-16 0 0,1-1 1 0 0,-1 1-1 0 0,1-1 1 0 0,-1 1-1 0 0,1-1 1 0 0,-1 0-1 0 0,1 1 0 0 0,0-1 1 0 0,-1 0-1 0 0,1 1 1 0 0,0-1-1 0 0,-1 0 1 0 0,1 0-1 0 0,0 0 1 0 0,-1 0-1 0 0,1 1 0 0 0,0-1 1 0 0,0 0-1 0 0,-1 0 1 0 0,1 0-1 0 0,0 0 1 0 0,0-1-1 0 0,5 0 41 0 0,0-1-1 0 0,0 0 1 0 0,-1 0 0 0 0,1-1-1 0 0,9-5 1 0 0,7-3 3 0 0,15-9 9 0 0,-33 18-59 0 0,0-1 0 0 0,-1 1 0 0 0,1-1-1 0 0,0 1 1 0 0,0 0 0 0 0,1 1 0 0 0,-1-1-1 0 0,0 1 1 0 0,1 0 0 0 0,-1 0 0 0 0,1 0-1 0 0,4 0 1 0 0,35 3-100 0 0,46 9 1 0 0,47 2-246 0 0,-123-13 314 0 0,-1 0 1 0 0,1-1 0 0 0,0 0-1 0 0,-1-1 1 0 0,1-1 0 0 0,-1 0-1 0 0,20-8 1 0 0,-29 9 36 0 0,-1 0 0 0 0,0 0 0 0 0,1 0 0 0 0,-1 0 0 0 0,0 0 0 0 0,0-1 0 0 0,0 1 0 0 0,0-1 0 0 0,-1 0 0 0 0,1 0 0 0 0,-1 0 0 0 0,0 0 0 0 0,0-1 1 0 0,0 1-1 0 0,0 0 0 0 0,0-1 0 0 0,-1 0 0 0 0,1 1 0 0 0,-1-1 0 0 0,0 0 0 0 0,0 1 0 0 0,-1-1 0 0 0,1 0 0 0 0,-1 0 0 0 0,0 0 0 0 0,0-5 0 0 0,0 8-11 0 0,0 0 0 0 0,0 0 1 0 0,0-1-1 0 0,0 1 0 0 0,-1 0 0 0 0,1 0 0 0 0,0 0 1 0 0,-1 0-1 0 0,1 0 0 0 0,-1 0 0 0 0,1 0 0 0 0,-1 0 1 0 0,0 0-1 0 0,1 0 0 0 0,-1 0 0 0 0,0 0 1 0 0,0 1-1 0 0,1-1 0 0 0,-1 0 0 0 0,0 0 0 0 0,0 1 1 0 0,0-1-1 0 0,0 0 0 0 0,0 1 0 0 0,0-1 0 0 0,0 1 1 0 0,0 0-1 0 0,0-1 0 0 0,0 1 0 0 0,0 0 0 0 0,-1-1 1 0 0,1 1-1 0 0,0 0 0 0 0,0 0 0 0 0,0 0 0 0 0,0 0 1 0 0,0 0-1 0 0,-1 0 0 0 0,1 0 0 0 0,0 1 0 0 0,-2 0 1 0 0,-1-1-9 0 0,1 1 1 0 0,-1 0-1 0 0,0 1 1 0 0,0-1-1 0 0,1 1 1 0 0,-1-1-1 0 0,1 1 1 0 0,-1 0-1 0 0,-4 4 1 0 0,5-3-6 0 0,0 0 0 0 0,0 0 1 0 0,1 0-1 0 0,-1 0 0 0 0,1 1 0 0 0,0 0 1 0 0,0-1-1 0 0,0 1 0 0 0,0 0 0 0 0,0 0 1 0 0,1 0-1 0 0,0 0 0 0 0,0 0 0 0 0,0 0 0 0 0,0 0 1 0 0,1 0-1 0 0,0 0 0 0 0,-1 1 0 0 0,1-1 1 0 0,1 0-1 0 0,0 8 0 0 0,0-9-4 0 0,0-1 0 0 0,0 1-1 0 0,0 0 1 0 0,1 0 0 0 0,-1-1 0 0 0,1 1-1 0 0,-1 0 1 0 0,1-1 0 0 0,0 0 0 0 0,0 1-1 0 0,0-1 1 0 0,0 0 0 0 0,1 0 0 0 0,-1 0-1 0 0,0 0 1 0 0,1-1 0 0 0,0 1 0 0 0,-1-1-1 0 0,1 1 1 0 0,0-1 0 0 0,0 0 0 0 0,-1 0 0 0 0,1 0-1 0 0,0-1 1 0 0,0 1 0 0 0,0 0 0 0 0,0-1-1 0 0,0 0 1 0 0,0 0 0 0 0,4 0 0 0 0,5-1-28 0 0,0 0 1 0 0,0-1 0 0 0,0-1 0 0 0,0 0 0 0 0,0 0 0 0 0,0-1 0 0 0,12-7-1 0 0,-11 5 3 0 0,1 1-1 0 0,0 1 0 0 0,19-5 0 0 0,-14 0 66 0 0,-18 8-25 0 0,1 0 1 0 0,-1 0 0 0 0,1 0-1 0 0,-1 0 1 0 0,1 0 0 0 0,0 0-1 0 0,0 0 1 0 0,-1 1 0 0 0,1-1-1 0 0,0 1 1 0 0,0-1 0 0 0,0 1-1 0 0,0 0 1 0 0,-1-1 0 0 0,1 1-1 0 0,0 0 1 0 0,0 0 0 0 0,0 1-1 0 0,0-1 1 0 0,0 0 0 0 0,0 1-1 0 0,0-1 1 0 0,-1 1 0 0 0,1-1-1 0 0,0 1 1 0 0,0 0 0 0 0,-1 0-1 0 0,4 1 1 0 0,2 2 17 0 0,1-1-1 0 0,1-1 1 0 0,-1 0 0 0 0,0 0 0 0 0,1 0 0 0 0,-1-1-1 0 0,0 0 1 0 0,1-1 0 0 0,-1 0 0 0 0,1 0-1 0 0,-1-1 1 0 0,1 0 0 0 0,-1 0 0 0 0,10-4 0 0 0,-15 5-8 0 0,68-1-3545 0 0,-37 0-2023 0 0</inkml:trace>
</inkml:ink>
</file>

<file path=ppt/ink/ink3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3:54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30 684 0 0,'0'-1'225'0'0,"0"-1"0"0"0,0 1 0 0 0,0 0 0 0 0,0 0 0 0 0,0 0 0 0 0,0 0 0 0 0,-1 0 0 0 0,1 0 0 0 0,0 0 0 0 0,-1 0 0 0 0,1 0 0 0 0,-1 0 0 0 0,1 0 0 0 0,-1 0 1 0 0,1 0-1 0 0,-1 0 0 0 0,0 0 0 0 0,1 0 0 0 0,-1 0 0 0 0,0 0 0 0 0,0 1 0 0 0,1-1 0 0 0,-1 0 0 0 0,0 0 0 0 0,0 1 0 0 0,0-1 0 0 0,0 1 0 0 0,0-1 0 0 0,0 1 0 0 0,0-1 0 0 0,0 1 0 0 0,0 0 0 0 0,0 0 0 0 0,-2-1 0 0 0,2 1 1111 0 0,-5 9-757 0 0,6-8-542 0 0,-1-1 0 0 0,0 1 0 0 0,1-1 1 0 0,-1 1-1 0 0,0 0 0 0 0,1 0 1 0 0,-1-1-1 0 0,1 1 0 0 0,-1 0 0 0 0,1 0 1 0 0,0 0-1 0 0,-1-1 0 0 0,1 1 1 0 0,0 0-1 0 0,0 0 0 0 0,-1 0 0 0 0,1 0 1 0 0,0 0-1 0 0,0 0 0 0 0,0 0 0 0 0,0 0 1 0 0,0-1-1 0 0,0 1 0 0 0,0 0 1 0 0,1 0-1 0 0,-1 0 0 0 0,0 0 0 0 0,1 1 1 0 0,1 3-4 0 0,-1 0 0 0 0,1 0 0 0 0,1-1 0 0 0,-1 1 0 0 0,1-1 0 0 0,-1 0 0 0 0,1 0 0 0 0,1 0 0 0 0,-1 0 0 0 0,0 0 0 0 0,1-1 0 0 0,0 1 0 0 0,0-1 0 0 0,0 0 0 0 0,0 0 0 0 0,0-1 0 0 0,1 1 0 0 0,-1-1 0 0 0,1 0 0 0 0,0 0 0 0 0,0 0 0 0 0,-1-1 0 0 0,1 0 0 0 0,0 0 0 0 0,0 0 0 0 0,0 0 0 0 0,0-1 0 0 0,0 0 0 0 0,1 0 1 0 0,6-1-1 0 0,2 0 291 0 0,0-1 0 0 0,0-1 1 0 0,0 0-1 0 0,-1 0 1 0 0,0-2-1 0 0,1 0 0 0 0,-2 0 1 0 0,1-1-1 0 0,-1 0 1 0 0,12-9-1 0 0,-22 13-107 0 0,0 1 0 0 0,0-1 0 0 0,-1 0-1 0 0,1 1 1 0 0,-1-1 0 0 0,0 0 0 0 0,1 0 0 0 0,-1 0-1 0 0,0 0 1 0 0,0 0 0 0 0,0 0 0 0 0,0-1-1 0 0,0-2 1 0 0,1 2 765 0 0,0 17-1183 0 0,-1-13 120 0 0,-1 2-168 0 0,1 0 0 0 0,0 0-1 0 0,0 0 1 0 0,0 0-1 0 0,0 0 1 0 0,0 0-1 0 0,1-1 1 0 0,0 1 0 0 0,-1 0-1 0 0,1-1 1 0 0,0 1-1 0 0,0-1 1 0 0,0 0-1 0 0,0 0 1 0 0,3 2 0 0 0,21 12-8116 0 0,-13-9 4088 0 0</inkml:trace>
</inkml:ink>
</file>

<file path=ppt/ink/ink3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3:57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416 274 152 0 0,'11'-33'9328'0'0,"-11"33"-9249"0"0,0-1 1 0 0,1 1 0 0 0,-1 0 0 0 0,0-1-1 0 0,0 1 1 0 0,0-1 0 0 0,0 1 0 0 0,-1 0-1 0 0,1-1 1 0 0,0 1 0 0 0,0 0 0 0 0,0-1-1 0 0,0 1 1 0 0,0 0 0 0 0,0-1 0 0 0,0 1-1 0 0,-1 0 1 0 0,1-1 0 0 0,0 1 0 0 0,0 0-1 0 0,-1-1 1 0 0,1 1 0 0 0,0 0 0 0 0,0 0-1 0 0,-1-1 1 0 0,1 1 0 0 0,0 0 0 0 0,-1 0-1 0 0,1 0 1 0 0,0-1 0 0 0,-1 1 0 0 0,1 0 0 0 0,0 0-1 0 0,-1 0 1 0 0,1 0 0 0 0,0 0 0 0 0,-1 0-1 0 0,1 0 1 0 0,0 0 0 0 0,-1 0 0 0 0,1 0-1 0 0,0 0 1 0 0,-1 0 0 0 0,1 0 0 0 0,-1 0-1 0 0,1 0 1 0 0,0 0 0 0 0,-1 0 0 0 0,1 0-1 0 0,-1 1 1 0 0,-32 11 884 0 0,-27 24-784 0 0,55-32-146 0 0,0 0 0 0 0,1 0 0 0 0,0 0 0 0 0,0 1 0 0 0,0-1 0 0 0,1 1 0 0 0,-1 0 0 0 0,1 0 0 0 0,0 0 0 0 0,1 0 0 0 0,-3 6 0 0 0,4-9-4 0 0,12 19 126 0 0,-4-20-151 0 0,0 0 0 0 0,-1-1 0 0 0,1 0-1 0 0,0 0 1 0 0,0 0 0 0 0,-1-1 0 0 0,1 0-1 0 0,0 0 1 0 0,-1-1 0 0 0,1 0 0 0 0,-1 0-1 0 0,0-1 1 0 0,0 1 0 0 0,11-7 0 0 0,9-7-226 0 0,49-39 1 0 0,-39 27-55 0 0,17-14-393 0 0,59-62-1 0 0,-24 21 346 0 0,-80 75 476 0 0,-1 2 104 0 0,-9 9-86 0 0,-16 19-148 0 0,-14 24-3 0 0,2 1-1 0 0,-39 84 0 0 0,-29 108 19 0 0,32-73-26 0 0,33-82 7 0 0,13-31-15 0 0,-40 75 0 0 0,53-115 4 0 0,0 0 0 0 0,-1-1-1 0 0,-1 0 1 0 0,0 0 0 0 0,-1-1-1 0 0,0 0 1 0 0,-1-1 0 0 0,0 0-1 0 0,0-1 1 0 0,-23 14 0 0 0,29-21 33 0 0,0 1 1 0 0,0-1 0 0 0,0 1 0 0 0,0-2 0 0 0,0 1-1 0 0,-1 0 1 0 0,1-1 0 0 0,0 0 0 0 0,-1-1 0 0 0,1 1 0 0 0,-1-1-1 0 0,1 0 1 0 0,-1 0 0 0 0,1 0 0 0 0,-1-1 0 0 0,1 0-1 0 0,-1 0 1 0 0,1-1 0 0 0,0 1 0 0 0,-1-1 0 0 0,1 0 0 0 0,0-1-1 0 0,0 1 1 0 0,0-1 0 0 0,1 0 0 0 0,-1 0 0 0 0,1-1-1 0 0,0 1 1 0 0,0-1 0 0 0,0 0 0 0 0,-5-6 0 0 0,0-1 57 0 0,0 0 0 0 0,2-1 0 0 0,-1 0 0 0 0,1 0 0 0 0,1 0 0 0 0,1-1 1 0 0,-1 0-1 0 0,2 0 0 0 0,0-1 0 0 0,0 1 0 0 0,-1-19 0 0 0,3 22-126 0 0,1-1 0 0 0,0 0 0 0 0,1 1-1 0 0,0-1 1 0 0,1 0 0 0 0,0 0 0 0 0,0 1-1 0 0,1-1 1 0 0,1 0 0 0 0,0 1 0 0 0,0 0 0 0 0,1 0-1 0 0,0 0 1 0 0,1 0 0 0 0,0 1 0 0 0,0-1 0 0 0,1 1-1 0 0,1 1 1 0 0,-1-1 0 0 0,1 1 0 0 0,1 0-1 0 0,0 1 1 0 0,0-1 0 0 0,0 2 0 0 0,1-1 0 0 0,18-10-1 0 0,-5 6-506 0 0,0 1-1 0 0,1 0 0 0 0,1 2 0 0 0,31-7 1 0 0,47-6-4382 0 0,-78 16 2986 0 0,27-4-1492 0 0</inkml:trace>
</inkml:ink>
</file>

<file path=ppt/ink/ink3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3:57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24 280 0 0,'-1'-14'2981'0'0,"1"13"-2874"0"0,0 1 0 0 0,1 0 1 0 0,-1 0-1 0 0,0-1 1 0 0,0 1-1 0 0,0 0 0 0 0,0 0 1 0 0,0-1-1 0 0,0 1 1 0 0,0 0-1 0 0,0-1 0 0 0,0 1 1 0 0,0 0-1 0 0,0 0 0 0 0,0-1 1 0 0,0 1-1 0 0,0 0 1 0 0,0 0-1 0 0,-1-1 0 0 0,1 1 1 0 0,0 0-1 0 0,0 0 1 0 0,0-1-1 0 0,0 1 0 0 0,0 0 1 0 0,-1 0-1 0 0,1 0 1 0 0,0-1-1 0 0,0 1 0 0 0,0 0 1 0 0,-1 0-1 0 0,1 0 1 0 0,0 0-1 0 0,0-1 0 0 0,0 1 1 0 0,-1 0-1 0 0,1 0 1 0 0,0 0-1 0 0,0 0 0 0 0,-1 0 1 0 0,1 0-1 0 0,0 0 1 0 0,0 0-1 0 0,-1 0 0 0 0,1 0 1 0 0,0 0-1 0 0,-1 0 1 0 0,1 0-1 0 0,0 0 0 0 0,0 0 1 0 0,-1 0-1 0 0,1 0 1 0 0,0 0-1 0 0,0 0 0 0 0,-1 0 1 0 0,-44 44 829 0 0,13-12-260 0 0,3 2-1 0 0,0 1 0 0 0,-45 74 0 0 0,74-108-666 0 0,0-1 0 0 0,-1 0 0 0 0,1 0 0 0 0,0 0 0 0 0,0 1 0 0 0,-1-1 0 0 0,1 0 0 0 0,0 0 0 0 0,0 0 0 0 0,-1 1 0 0 0,1-1-1 0 0,0 0 1 0 0,0 1 0 0 0,0-1 0 0 0,0 0 0 0 0,0 0 0 0 0,0 1 0 0 0,-1-1 0 0 0,1 0 0 0 0,0 1 0 0 0,0-1 0 0 0,0 0 0 0 0,0 1 0 0 0,0-1 0 0 0,0 0 0 0 0,0 1 0 0 0,0-1 0 0 0,0 0 0 0 0,0 1-1 0 0,1-1 1 0 0,-1 0 0 0 0,0 0 0 0 0,0 1 0 0 0,0-1 0 0 0,0 0 0 0 0,0 1 0 0 0,1-1 0 0 0,-1 0 0 0 0,0 0 0 0 0,0 1 0 0 0,0-1 0 0 0,1 0 0 0 0,-1 0 0 0 0,0 1 0 0 0,0-1 0 0 0,1 0-1 0 0,-1 0 1 0 0,0 0 0 0 0,0 0 0 0 0,1 0 0 0 0,-1 1 0 0 0,0-1 0 0 0,1 0 0 0 0,-1 0 0 0 0,0 0 0 0 0,0 0 0 0 0,1 0 0 0 0,-1 0 0 0 0,0 0 0 0 0,1 0 0 0 0,0 0 0 0 0,32-9 113 0 0,40-25-287 0 0,-64 29 60 0 0,0 1 1 0 0,-1-1 0 0 0,1 2-1 0 0,1-1 1 0 0,15-3 0 0 0,-21 6 54 0 0,1 1 0 0 0,-1 0 0 0 0,1 0 1 0 0,0 0-1 0 0,-1 1 0 0 0,1 0 0 0 0,0 0 0 0 0,-1 0 0 0 0,1 0 1 0 0,-1 1-1 0 0,0-1 0 0 0,1 1 0 0 0,-1 0 0 0 0,4 3 0 0 0,7 4-4 0 0,0-1 0 0 0,0-1 0 0 0,1-1-1 0 0,0 0 1 0 0,0-1 0 0 0,1 0 0 0 0,30 3-1 0 0,-41-7 166 0 0,0-1 0 0 0,0 0 0 0 0,1 0 0 0 0,-1-1 0 0 0,0 1 0 0 0,0-2 0 0 0,0 1 0 0 0,0 0-1 0 0,0-1 1 0 0,0 0 0 0 0,-1-1 0 0 0,1 1 0 0 0,-1-1 0 0 0,1 0 0 0 0,-1-1 0 0 0,0 1 0 0 0,0-1 0 0 0,0 0 0 0 0,-1 0 0 0 0,0 0-1 0 0,1-1 1 0 0,-1 0 0 0 0,-1 0 0 0 0,1 0 0 0 0,3-6 0 0 0,-3 3 132 0 0,0 1 0 0 0,0-1 0 0 0,-1-1-1 0 0,0 1 1 0 0,0 0 0 0 0,-1-1 0 0 0,0 0 0 0 0,1-9 0 0 0,-3 14-215 0 0,1 0 1 0 0,-1 0 0 0 0,0 0-1 0 0,-1 0 1 0 0,1 0 0 0 0,-1 0-1 0 0,1 0 1 0 0,-1 0 0 0 0,0 0-1 0 0,-1 0 1 0 0,1 0 0 0 0,-1 1-1 0 0,0-1 1 0 0,0 0 0 0 0,0 1 0 0 0,0-1-1 0 0,0 1 1 0 0,-1 0 0 0 0,-3-3-1 0 0,6 5-103 0 0,-1 1 0 0 0,0-1-1 0 0,1 1 1 0 0,-1-1 0 0 0,0 1-1 0 0,0 0 1 0 0,0-1-1 0 0,1 1 1 0 0,-1 0 0 0 0,0 0-1 0 0,0-1 1 0 0,0 1 0 0 0,1 0-1 0 0,-1 0 1 0 0,0 0 0 0 0,0 0-1 0 0,0 0 1 0 0,0 0 0 0 0,0 1-1 0 0,1-1 1 0 0,-1 0 0 0 0,0 0-1 0 0,0 0 1 0 0,0 1-1 0 0,1-1 1 0 0,-1 0 0 0 0,0 1-1 0 0,0-1 1 0 0,0 2 0 0 0,-18 17-1777 0 0,11-1-732 0 0,4-7-2058 0 0</inkml:trace>
</inkml:ink>
</file>

<file path=ppt/ink/ink3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3:57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3 460 0 0,'-5'-1'328'0'0,"0"0"0"0"0,0 1 0 0 0,1 0 0 0 0,-1-1-1 0 0,0 2 1 0 0,0-1 0 0 0,0 1 0 0 0,1-1 0 0 0,-1 1 0 0 0,0 1 0 0 0,1-1 0 0 0,-1 1 0 0 0,1 0-1 0 0,-1 0 1 0 0,1 0 0 0 0,0 0 0 0 0,0 1 0 0 0,0-1 0 0 0,-7 7 0 0 0,7-5-206 0 0,0 0 0 0 0,0 0 1 0 0,0 0-1 0 0,1 0 0 0 0,0 1 0 0 0,0-1 0 0 0,0 1 1 0 0,0 0-1 0 0,1 0 0 0 0,0 0 0 0 0,0 0 1 0 0,0 0-1 0 0,0 0 0 0 0,1 1 0 0 0,0-1 1 0 0,0 1-1 0 0,1-1 0 0 0,-1 0 0 0 0,1 1 1 0 0,0-1-1 0 0,1 1 0 0 0,-1-1 0 0 0,1 1 1 0 0,0-1-1 0 0,1 0 0 0 0,2 9 0 0 0,-2-10-35 0 0,0 0-1 0 0,0 0 1 0 0,0 0 0 0 0,1-1-1 0 0,-1 1 1 0 0,1-1-1 0 0,0 1 1 0 0,0-1 0 0 0,0 0-1 0 0,0 0 1 0 0,1 0-1 0 0,-1-1 1 0 0,1 1 0 0 0,-1-1-1 0 0,1 0 1 0 0,0 0-1 0 0,0 0 1 0 0,0 0 0 0 0,8 1-1 0 0,-9-2 8 0 0,0-1-1 0 0,0 0 1 0 0,0 0-1 0 0,0-1 1 0 0,0 1 0 0 0,0 0-1 0 0,0-1 1 0 0,-1 0-1 0 0,1 0 1 0 0,0 0 0 0 0,0 0-1 0 0,-1 0 1 0 0,1 0-1 0 0,-1-1 1 0 0,1 1 0 0 0,-1-1-1 0 0,1 1 1 0 0,-1-1-1 0 0,0 0 1 0 0,0 0-1 0 0,0 0 1 0 0,0-1 0 0 0,0 1-1 0 0,0 0 1 0 0,-1-1-1 0 0,1 1 1 0 0,-1-1 0 0 0,0 1-1 0 0,1-1 1 0 0,0-4-1 0 0,1 0 59 0 0,0-1 0 0 0,-1 0-1 0 0,0 0 1 0 0,0 0 0 0 0,-1 0 0 0 0,0 0-1 0 0,0 0 1 0 0,-1 0 0 0 0,0-1-1 0 0,-2-10 1 0 0,1 13-475 0 0,0 1 0 0 0,0 0 1 0 0,-1-1-1 0 0,1 1 0 0 0,-1 0 0 0 0,-1 0 0 0 0,1 0 1 0 0,-1 1-1 0 0,1-1 0 0 0,-5-4 0 0 0,-1 3-2194 0 0</inkml:trace>
</inkml:ink>
</file>

<file path=ppt/ink/ink3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3:58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1 292 0 0,'15'4'1976'0'0,"-3"6"-1457"0"0,-2-1 0 0 0,1 2-1 0 0,-2-1 1 0 0,1 1 0 0 0,-1 1-1 0 0,-1 0 1 0 0,0 0 0 0 0,-1 0-1 0 0,9 22 1 0 0,5 6 423 0 0,-19-22 3739 0 0,-10-40-4414 0 0,8 19-223 0 0,0 0 0 0 0,0 0-1 0 0,1 0 1 0 0,-1 0 0 0 0,1 0 0 0 0,0 0-1 0 0,-1 0 1 0 0,1 0 0 0 0,1 0 0 0 0,-1 1-1 0 0,0-1 1 0 0,1 0 0 0 0,-1 1 0 0 0,1-1-1 0 0,3-3 1 0 0,-1 0 40 0 0,1-1-228 0 0,0 0-1 0 0,0 0 1 0 0,1 1 0 0 0,0-1 0 0 0,0 1 0 0 0,1 0 0 0 0,0 1 0 0 0,0 0 0 0 0,0 0-1 0 0,0 0 1 0 0,1 1 0 0 0,0 0 0 0 0,15-5 0 0 0,-10 5-1333 0 0,0 0 0 0 0,0 1 1 0 0,1 1-1 0 0,24-2 0 0 0,-22 3-1182 0 0</inkml:trace>
</inkml:ink>
</file>

<file path=ppt/ink/ink3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3:58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40 500 96 0 0,'-12'22'5457'0'0,"9"-18"-5259"0"0,-1 1-1 0 0,1 0 1 0 0,0 0 0 0 0,0 0 0 0 0,1 0 0 0 0,0 0 0 0 0,0 1 0 0 0,0-1-1 0 0,-1 6 1 0 0,3-8-149 0 0,-1-1 0 0 0,1 0-1 0 0,0 1 1 0 0,0-1 0 0 0,1 1 0 0 0,-1-1-1 0 0,0 1 1 0 0,1-1 0 0 0,0 0-1 0 0,-1 1 1 0 0,1-1 0 0 0,0 0-1 0 0,0 0 1 0 0,0 1 0 0 0,0-1 0 0 0,1 0-1 0 0,-1 0 1 0 0,1 0 0 0 0,-1 0-1 0 0,1-1 1 0 0,0 1 0 0 0,-1 0 0 0 0,1-1-1 0 0,0 1 1 0 0,0-1 0 0 0,0 0-1 0 0,0 1 1 0 0,1-1 0 0 0,-1 0-1 0 0,0 0 1 0 0,0 0 0 0 0,1-1 0 0 0,-1 1-1 0 0,1-1 1 0 0,-1 1 0 0 0,0-1-1 0 0,1 0 1 0 0,-1 0 0 0 0,1 0-1 0 0,-1 0 1 0 0,1 0 0 0 0,-1 0 0 0 0,0-1-1 0 0,5 0 1 0 0,4-2 95 0 0,0 1 0 0 0,0-2 0 0 0,0 1 0 0 0,-1-1 0 0 0,1-1 0 0 0,-1 0 1 0 0,0-1-1 0 0,13-9 0 0 0,-3-3-36 0 0,0-1 1 0 0,-2 0-1 0 0,0-1 1 0 0,-2-1-1 0 0,0-1 1 0 0,-1 0-1 0 0,-1-1 1 0 0,-2 0-1 0 0,0-1 0 0 0,-1-1 1 0 0,-2 0-1 0 0,0 0 1 0 0,-2-1-1 0 0,-1 0 1 0 0,-1 0-1 0 0,4-53 1 0 0,-9 72-69 0 0,-1-1 0 0 0,1 0 0 0 0,-1 1-1 0 0,-1-1 1 0 0,1 1 0 0 0,-1 0 0 0 0,-1-1 0 0 0,1 1 0 0 0,-1 0 0 0 0,-6-10 0 0 0,6 12-19 0 0,1 1 0 0 0,-1-1 0 0 0,-1 1 1 0 0,1 0-1 0 0,0 0 0 0 0,-1 0 0 0 0,0 1 1 0 0,0-1-1 0 0,0 1 0 0 0,0 0 0 0 0,-1 0 1 0 0,1 1-1 0 0,-1-1 0 0 0,1 1 0 0 0,-9-3 1 0 0,12 5-21 0 0,0 0 1 0 0,-1-1-1 0 0,1 1 1 0 0,0 0-1 0 0,-1 0 1 0 0,1 0-1 0 0,-1 0 1 0 0,1 1-1 0 0,0-1 1 0 0,-1 0-1 0 0,1 1 1 0 0,0-1-1 0 0,-1 0 1 0 0,1 1-1 0 0,0 0 1 0 0,0-1-1 0 0,-1 1 1 0 0,1 0-1 0 0,0 0 1 0 0,0-1-1 0 0,0 1 1 0 0,0 0-1 0 0,0 0 1 0 0,0 0-1 0 0,0 0 1 0 0,0 0-1 0 0,0 1 1 0 0,1-1-1 0 0,-1 0 1 0 0,0 0-1 0 0,0 3 1 0 0,-1 0-1 0 0,0 1 0 0 0,0 0 0 0 0,0 0 0 0 0,1 0 0 0 0,0 0 0 0 0,-1 9 0 0 0,2 4 6 0 0,1 0 0 0 0,0 0 0 0 0,2 0 0 0 0,0 0 0 0 0,1 0 0 0 0,0-1 0 0 0,2 1 0 0 0,0-1 0 0 0,12 24 0 0 0,14 20 33 0 0,47 65-1 0 0,-44-72-21 0 0,-13-18-9 0 0,-8-18-2 0 0,-2 2 1 0 0,0 0 0 0 0,-1 0-1 0 0,-2 1 1 0 0,11 31 0 0 0,-19-51 11 0 0,-1 0 1 0 0,0 0 0 0 0,1 0-1 0 0,-1 1 1 0 0,0-1-1 0 0,0 0 1 0 0,0 0-1 0 0,0 1 1 0 0,0-1-1 0 0,0 0 1 0 0,-1 0 0 0 0,1 1-1 0 0,0-1 1 0 0,-1 0-1 0 0,1 0 1 0 0,0 0-1 0 0,-1 0 1 0 0,0 0-1 0 0,1 1 1 0 0,-1-1 0 0 0,0 0-1 0 0,1 0 1 0 0,-1 0-1 0 0,0-1 1 0 0,0 1-1 0 0,0 0 1 0 0,-1 1-1 0 0,-1 0 113 0 0,0 0-1 0 0,0-1 0 0 0,-1 1 0 0 0,1-1 1 0 0,0 0-1 0 0,-1 0 0 0 0,1 0 1 0 0,-1 0-1 0 0,-6 0 0 0 0,-39-1-1587 0 0,13-9-6301 0 0,24 4 4062 0 0</inkml:trace>
</inkml:ink>
</file>

<file path=ppt/ink/ink3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3:40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1 674 216 0 0,'0'0'7197'0'0,"8"2"-2662"0"0,105-140-2516 0 0,154-247-1 0 0,-261 375-1991 0 0,-1 1 0 0 0,1-2-1 0 0,-2 1 1 0 0,1 0 0 0 0,-2-1-1 0 0,1 0 1 0 0,-2 0 0 0 0,1 0-1 0 0,-1 0 1 0 0,-1 0 0 0 0,0-14-1 0 0,-1 24-36 0 0,0 1-1 0 0,0-1 1 0 0,-1 0-1 0 0,1 1 1 0 0,0-1-1 0 0,-1 0 0 0 0,1 1 1 0 0,-1-1-1 0 0,1 1 1 0 0,0-1-1 0 0,-1 1 0 0 0,1-1 1 0 0,-1 1-1 0 0,0-1 1 0 0,1 1-1 0 0,-1-1 1 0 0,1 1-1 0 0,-1 0 0 0 0,0-1 1 0 0,1 1-1 0 0,-1 0 1 0 0,0 0-1 0 0,1 0 0 0 0,-1-1 1 0 0,0 1-1 0 0,1 0 1 0 0,-1 0-1 0 0,0 0 1 0 0,1 0-1 0 0,-1 0 0 0 0,0 0 1 0 0,0 0-1 0 0,1 0 1 0 0,-1 0-1 0 0,0 1 0 0 0,1-1 1 0 0,-1 0-1 0 0,-1 1 1 0 0,-27 8-190 0 0,28-9 196 0 0,-6 2-106 0 0,1 1 0 0 0,-1 0 0 0 0,0 0 0 0 0,1 1-1 0 0,0-1 1 0 0,0 1 0 0 0,0 0 0 0 0,0 1-1 0 0,1 0 1 0 0,0 0 0 0 0,0 0 0 0 0,-6 8 0 0 0,10-11 74 0 0,0 0 1 0 0,1-1-1 0 0,-1 1 1 0 0,1 0-1 0 0,0 0 1 0 0,-1 0 0 0 0,1 0-1 0 0,0 0 1 0 0,0 0-1 0 0,0 0 1 0 0,0-1-1 0 0,1 1 1 0 0,-1 0 0 0 0,0 0-1 0 0,1 0 1 0 0,0 0-1 0 0,-1 0 1 0 0,1-1-1 0 0,0 1 1 0 0,0 0 0 0 0,0-1-1 0 0,0 1 1 0 0,0 0-1 0 0,1 1 1 0 0,39 41-305 0 0,-20-22 202 0 0,-10-5 107 0 0,0-1-1 0 0,-1 1 1 0 0,-1 1-1 0 0,-1 0 1 0 0,0 0-1 0 0,-2 1 1 0 0,0 0-1 0 0,-1 0 1 0 0,0 0-1 0 0,-2 0 1 0 0,2 26-1 0 0,-5-42 34 0 0,0 0-1 0 0,0 0 1 0 0,1 0-1 0 0,-1 0 1 0 0,1 0-1 0 0,0 0 1 0 0,0 0-1 0 0,0 0 1 0 0,0-1-1 0 0,1 1 1 0 0,-1 0-1 0 0,1-1 1 0 0,-1 1-1 0 0,1-1 1 0 0,0 1 0 0 0,0-1-1 0 0,0 0 1 0 0,1 0-1 0 0,-1 0 1 0 0,4 3-1 0 0,-5-4 21 0 0,49 0-537 0 0,-44-2 103 0 0,0-1 0 0 0,0 1 1 0 0,0-1-1 0 0,0-1 0 0 0,0 1 0 0 0,0-1 1 0 0,9-6-1 0 0,6-5-3659 0 0,-9 4 1434 0 0</inkml:trace>
</inkml:ink>
</file>

<file path=ppt/ink/ink3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3:40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3 528 0 0,'-2'0'233'0'0,"0"-1"-1"0"0,0 1 1 0 0,1-1 0 0 0,-1 1 0 0 0,0 0-1 0 0,0-1 1 0 0,0 1 0 0 0,0 0-1 0 0,0 0 1 0 0,0 0 0 0 0,0 1 0 0 0,0-1-1 0 0,0 0 1 0 0,1 1 0 0 0,-1-1-1 0 0,0 1 1 0 0,0 0 0 0 0,0 0 0 0 0,1 0-1 0 0,-1-1 1 0 0,0 1 0 0 0,-1 2-1 0 0,0-1-24 0 0,0 1-1 0 0,1 0 0 0 0,-1 0 0 0 0,0 1 0 0 0,1-1 0 0 0,0 0 0 0 0,0 1 0 0 0,0-1 0 0 0,0 1 0 0 0,-1 5 0 0 0,0-3-78 0 0,1 0 0 0 0,0 1 0 0 0,1-1 0 0 0,-1 1 0 0 0,1-1 0 0 0,1 1 0 0 0,-1-1 0 0 0,1 1 0 0 0,0 0 0 0 0,1-1 0 0 0,-1 1 0 0 0,2 0 0 0 0,1 6 0 0 0,-2-9-42 0 0,0 0 0 0 0,1 0 0 0 0,0 0 0 0 0,0 0 0 0 0,0 0 0 0 0,1-1 0 0 0,-1 1 0 0 0,1-1 0 0 0,0 1-1 0 0,0-1 1 0 0,0 0 0 0 0,0 0 0 0 0,1 0 0 0 0,-1-1 0 0 0,1 1 0 0 0,-1-1 0 0 0,1 0 0 0 0,5 2 0 0 0,-7-3 195 0 0,16-7 697 0 0,-15 3-823 0 0,0-1-1 0 0,-1 0 0 0 0,1 0 1 0 0,-1 0-1 0 0,0 0 1 0 0,0-1-1 0 0,-1 1 1 0 0,1-1-1 0 0,-1 1 1 0 0,0-1-1 0 0,0 1 0 0 0,-1-1 1 0 0,1 1-1 0 0,-1-1 1 0 0,0 0-1 0 0,0 1 1 0 0,-1-1-1 0 0,1 0 0 0 0,-2-5 1 0 0,0 4-184 0 0,1 0 1 0 0,-1 0-1 0 0,0 0 0 0 0,0 0 1 0 0,-1 1-1 0 0,1-1 0 0 0,-1 1 1 0 0,-1 0-1 0 0,1-1 1 0 0,-1 1-1 0 0,0 1 0 0 0,0-1 1 0 0,0 1-1 0 0,-7-6 0 0 0,9 9-319 0 0,1 1 0 0 0,-1 0 0 0 0,1 0 0 0 0,-1 0 0 0 0,1 0 0 0 0,-1 0 0 0 0,1 0 0 0 0,-1 1 0 0 0,1-1 0 0 0,-1 0 0 0 0,1 1 0 0 0,-1-1 0 0 0,1 1-1 0 0,0 0 1 0 0,-1-1 0 0 0,1 1 0 0 0,0 0 0 0 0,-1 0 0 0 0,1 0 0 0 0,0 0 0 0 0,0 0 0 0 0,-2 2 0 0 0,1-1-1131 0 0</inkml:trace>
</inkml:ink>
</file>

<file path=ppt/ink/ink3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3:41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13 704 0 0,'0'0'2242'0'0,"-5"-12"-568"0"0,-1 11 1652 0 0,2 4-3191 0 0,1-1 1 0 0,-1 1-1 0 0,1-1 0 0 0,0 1 1 0 0,0 0-1 0 0,0 1 0 0 0,0-1 1 0 0,0 0-1 0 0,1 1 0 0 0,0-1 1 0 0,-1 1-1 0 0,1 0 0 0 0,1 0 1 0 0,-1 0-1 0 0,0 0 0 0 0,1 0 1 0 0,0 0-1 0 0,0 0 0 0 0,0 0 1 0 0,1 1-1 0 0,-1-1 0 0 0,1 0 1 0 0,0 6-1 0 0,0-5-62 0 0,1 0 0 0 0,-1 0 0 0 0,1 0-1 0 0,0 0 1 0 0,0 0 0 0 0,0 0 0 0 0,1-1 0 0 0,-1 1 0 0 0,1 0 0 0 0,0-1-1 0 0,1 1 1 0 0,-1-1 0 0 0,1 0 0 0 0,0 0 0 0 0,0 0 0 0 0,0 0-1 0 0,1 0 1 0 0,-1 0 0 0 0,1-1 0 0 0,4 3 0 0 0,-7-5-34 0 0,0 0-1 0 0,0 0 1 0 0,0 0 0 0 0,0-1-1 0 0,0 1 1 0 0,1 0 0 0 0,-1-1-1 0 0,0 1 1 0 0,1-1 0 0 0,-1 1 0 0 0,0-1-1 0 0,0 0 1 0 0,1 0 0 0 0,-1 1-1 0 0,1-1 1 0 0,-1 0 0 0 0,0 0-1 0 0,1 0 1 0 0,-1-1 0 0 0,0 1 0 0 0,1 0-1 0 0,-1 0 1 0 0,0-1 0 0 0,1 1-1 0 0,-1-1 1 0 0,0 1 0 0 0,0-1 0 0 0,1 1-1 0 0,-1-1 1 0 0,0 0 0 0 0,0 0-1 0 0,0 0 1 0 0,0 1 0 0 0,0-1-1 0 0,0 0 1 0 0,0 0 0 0 0,0 0 0 0 0,0-1-1 0 0,0 1 1 0 0,-1 0 0 0 0,1 0-1 0 0,0 0 1 0 0,-1-1 0 0 0,1 1 0 0 0,-1 0-1 0 0,0 0 1 0 0,1-1 0 0 0,-1 1-1 0 0,0 0 1 0 0,0-1 0 0 0,1-1-1 0 0,0-3 82 0 0,0 0-1 0 0,0-1 0 0 0,0 1 1 0 0,-1-1-1 0 0,0 1 0 0 0,0-1 1 0 0,0 1-1 0 0,-1-1 0 0 0,-2-8 0 0 0,2 11-169 0 0,-1 0-1 0 0,1 1 0 0 0,-1-1 0 0 0,1 1 0 0 0,-1-1 0 0 0,0 1 1 0 0,0-1-1 0 0,-1 1 0 0 0,1 0 0 0 0,-1 0 0 0 0,0 0 0 0 0,0 0 0 0 0,-4-3 1 0 0,-14-1-2598 0 0,-1 8-3699 0 0</inkml:trace>
</inkml:ink>
</file>

<file path=ppt/ink/ink3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3:42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24 288 0 0,'9'-23'11841'0'0,"-25"318"-10689"0"0,16-257-1054 0 0,-1-3 13 0 0,7 62 0 0 0,-5-88-92 0 0,0-1 0 0 0,1 1 0 0 0,1 0 0 0 0,-1 0 1 0 0,1-1-1 0 0,1 0 0 0 0,-1 1 0 0 0,1-1 0 0 0,1 0 0 0 0,0-1 0 0 0,10 14 1 0 0,-12-18-10 0 0,1 0 1 0 0,-1 0 0 0 0,0 0-1 0 0,1-1 1 0 0,0 0 0 0 0,0 1 0 0 0,-1-1-1 0 0,1-1 1 0 0,0 1 0 0 0,0 0-1 0 0,1-1 1 0 0,-1 0 0 0 0,0 0-1 0 0,0 0 1 0 0,1-1 0 0 0,-1 1 0 0 0,0-1-1 0 0,1 0 1 0 0,-1 0 0 0 0,0-1-1 0 0,1 1 1 0 0,-1-1 0 0 0,0 0 0 0 0,1 0-1 0 0,-1 0 1 0 0,0-1 0 0 0,0 0-1 0 0,0 1 1 0 0,0-1 0 0 0,5-4-1 0 0,-2 2 98 0 0,0-1-1 0 0,0 0 1 0 0,0 0-1 0 0,-1 0 1 0 0,0-1-1 0 0,0 0 1 0 0,0 0-1 0 0,-1-1 0 0 0,0 1 1 0 0,0-1-1 0 0,-1 0 1 0 0,1 0-1 0 0,-2-1 1 0 0,7-14-1 0 0,-10 20 84 0 0,0 1-149 0 0,0 0-1 0 0,0 0 0 0 0,0 0 0 0 0,0 0 0 0 0,0 0 1 0 0,-1 0-1 0 0,1-1 0 0 0,0 1 0 0 0,-1 0 0 0 0,1 0 1 0 0,0 0-1 0 0,-1 0 0 0 0,1 0 0 0 0,-1 0 0 0 0,0 1 1 0 0,1-1-1 0 0,-2-2 0 0 0,1 3-51 0 0,0 0-1 0 0,1 0 1 0 0,-1 0-1 0 0,0 0 1 0 0,1 0 0 0 0,-1 0-1 0 0,1 0 1 0 0,-1 0-1 0 0,0 0 1 0 0,1 0-1 0 0,-1 0 1 0 0,1 0 0 0 0,-1 1-1 0 0,0-1 1 0 0,1 0-1 0 0,-1 0 1 0 0,1 1 0 0 0,-1-1-1 0 0,1 0 1 0 0,-1 1-1 0 0,1-1 1 0 0,-1 1-1 0 0,1-1 1 0 0,-1 0 0 0 0,1 1-1 0 0,0-1 1 0 0,-1 1-1 0 0,1-1 1 0 0,0 1 0 0 0,-1 0-1 0 0,1-1 1 0 0,0 1-1 0 0,0-1 1 0 0,-1 1-1 0 0,1-1 1 0 0,0 1 0 0 0,0 0-1 0 0,0 0 1 0 0,-1 0-89 0 0,1 0 0 0 0,-1 1 0 0 0,1-1 0 0 0,0 0 0 0 0,-1 0-1 0 0,1 0 1 0 0,0 1 0 0 0,0-1 0 0 0,0 0 0 0 0,-1 0 0 0 0,2 1 0 0 0,-1-1 0 0 0,0 0 0 0 0,0 0 0 0 0,0 1 0 0 0,0-1 0 0 0,1 0 0 0 0,-1 0 0 0 0,1 0 0 0 0,-1 0 0 0 0,1 1 0 0 0,-1-1 0 0 0,1 0 0 0 0,0 0-1 0 0,-1 0 1 0 0,1 0 0 0 0,0 0 0 0 0,0 0 0 0 0,0 0 0 0 0,0-1 0 0 0,-1 1 0 0 0,1 0 0 0 0,1 0 0 0 0,-1-1 0 0 0,0 1 0 0 0,1 0 0 0 0,3 1-194 0 0,-1 0 0 0 0,0 0 0 0 0,0 0 0 0 0,1-1-1 0 0,-1 1 1 0 0,1-1 0 0 0,0 0 0 0 0,5 0 0 0 0,3-1-278 0 0,0-1 0 0 0,0 0 0 0 0,1-1 0 0 0,-1 0 0 0 0,0-1-1 0 0,0 0 1 0 0,24-10 0 0 0,-25 7 801 0 0,1 0 1 0 0,-1-1-1 0 0,0 0 0 0 0,15-10 3155 0 0,-30 25-1744 0 0,-4 24-1217 0 0,7-31-415 0 0,0 0 1 0 0,0 0-1 0 0,0 0 1 0 0,0-1 0 0 0,1 1-1 0 0,-1 0 1 0 0,0 0-1 0 0,0 0 1 0 0,1-1-1 0 0,-1 1 1 0 0,1 0-1 0 0,-1 0 1 0 0,0-1 0 0 0,1 1-1 0 0,0 0 1 0 0,-1-1-1 0 0,1 1 1 0 0,-1 0-1 0 0,1-1 1 0 0,0 1-1 0 0,-1-1 1 0 0,1 1 0 0 0,0-1-1 0 0,0 1 1 0 0,-1-1-1 0 0,1 0 1 0 0,0 1-1 0 0,0-1 1 0 0,0 0-1 0 0,-1 0 1 0 0,1 1 0 0 0,0-1-1 0 0,0 0 1 0 0,0 0-1 0 0,0 0 1 0 0,0 0-1 0 0,-1 0 1 0 0,3-1-1 0 0,4 1 19 0 0,-1-2 0 0 0,1 1 0 0 0,-1-1 0 0 0,0 0 0 0 0,1 0 0 0 0,-1 0 0 0 0,0-1 0 0 0,0 0 0 0 0,0-1 0 0 0,-1 1 0 0 0,1-1 0 0 0,-1 0 0 0 0,0 0 0 0 0,0-1 0 0 0,0 1 0 0 0,-1-1 0 0 0,1 0 0 0 0,-1-1 0 0 0,-1 1 0 0 0,1-1 0 0 0,-1 1 0 0 0,4-9 0 0 0,2-4 76 0 0,0 0-1 0 0,-1-1 1 0 0,-1 0-1 0 0,-1 0 1 0 0,-1-1-1 0 0,4-23 1 0 0,-7 18 706 0 0,-1 0 0 0 0,-1 1 0 0 0,-1-1 0 0 0,-6-37 1 0 0,6 60-562 0 0,1 3-232 0 0,0-1-1 0 0,0 0 1 0 0,0 0 0 0 0,0 0 0 0 0,0 0 0 0 0,0 0-1 0 0,-1 0 1 0 0,1 0 0 0 0,0 0 0 0 0,0 0-1 0 0,0 0 1 0 0,0 0 0 0 0,0 1 0 0 0,-1-1-1 0 0,1 0 1 0 0,0 0 0 0 0,0 0 0 0 0,0 0-1 0 0,0 0 1 0 0,-1 0 0 0 0,1 0 0 0 0,0 0-1 0 0,0 0 1 0 0,0-1 0 0 0,0 1 0 0 0,0 0-1 0 0,-1 0 1 0 0,1 0 0 0 0,0 0 0 0 0,0 0-1 0 0,0 0 1 0 0,0 0 0 0 0,0 0 0 0 0,-1 0-1 0 0,1 0 1 0 0,0 0 0 0 0,0-1 0 0 0,0 1-1 0 0,0 0 1 0 0,0 0 0 0 0,0 0 0 0 0,0 0-1 0 0,0 0 1 0 0,-1 0 0 0 0,1-1 0 0 0,0 1-1 0 0,0 0 1 0 0,0 0 0 0 0,0 0 0 0 0,0 0-1 0 0,0-1 1 0 0,0 1 0 0 0,-5 17 51 0 0,0 1 1 0 0,1-1-1 0 0,1 1 1 0 0,1 0-1 0 0,1 0 0 0 0,0 0 1 0 0,1 0-1 0 0,1 0 1 0 0,1 0-1 0 0,0 0 0 0 0,8 26 1 0 0,17 72-189 0 0,-25-102-1499 0 0,-1 0-1 0 0,0-1 0 0 0,-1 23 0 0 0,-9-28-4780 0 0</inkml:trace>
</inkml:ink>
</file>

<file path=ppt/ink/ink3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3:42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44 280 0 0,'-20'-6'4398'0'0,"15"0"-1892"0"0,30-5-1071 0 0,56-2-1493 0 0,226 5-1212 0 0,-98 10-2777 0 0,-133-1 2219 0 0</inkml:trace>
</inkml:ink>
</file>

<file path=ppt/ink/ink3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3:43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120 439 1000 0 0,'11'-48'8633'0'0,"-8"41"-7751"0"0,-2 6-633 0 0,-1 0 1 0 0,1 0-1 0 0,0 0 1 0 0,0-1-1 0 0,-1 1 1 0 0,1 0 0 0 0,-1-1-1 0 0,1 1 1 0 0,-1 0-1 0 0,0-1 1 0 0,1 1 0 0 0,-1 0-1 0 0,0-1 1 0 0,0 1-1 0 0,0-1 1 0 0,0 1-1 0 0,0-1 1 0 0,0 1 0 0 0,-1 0-1 0 0,1-1 1 0 0,0 1-1 0 0,-1 0 1 0 0,1-1 0 0 0,-1 1-1 0 0,1 0 1 0 0,-1-1-1 0 0,0 1 1 0 0,1 0 0 0 0,-1 0-1 0 0,-2-2 1 0 0,1 1 560 0 0,-25 12-517 0 0,18-3-203 0 0,0 0 0 0 0,1 1-1 0 0,0 0 1 0 0,0 0 0 0 0,-11 17-1 0 0,5-8-54 0 0,13-15-39 0 0,-5 17-5 0 0,5-17 26 0 0,-9 31-17 0 0,7-23 33 0 0,2-7-31 0 0,0-1 0 0 0,0 1 0 0 0,0 0-1 0 0,0-1 1 0 0,1 1 0 0 0,-1-1 0 0 0,1 1 0 0 0,0 0 0 0 0,0 0-1 0 0,0-1 1 0 0,0 1 0 0 0,0 0 0 0 0,0-1 0 0 0,1 1 0 0 0,-1 0-1 0 0,1-1 1 0 0,0 1 0 0 0,0-1 0 0 0,1 4 0 0 0,4-4 42 0 0,-1-1 0 0 0,1-1 0 0 0,-1 1 0 0 0,1-1 0 0 0,-1 0 0 0 0,1 0 0 0 0,-1 0 0 0 0,0-1 0 0 0,12-2 0 0 0,0 0 23 0 0,1-1 1 0 0,-1-1-1 0 0,0 0 0 0 0,0-1 1 0 0,31-16-1 0 0,-41 18-56 0 0,0 0 0 0 0,-1-1-1 0 0,1 1 1 0 0,-1-1 0 0 0,0-1 0 0 0,0 1 0 0 0,0-1 0 0 0,-1 0 0 0 0,0 0-1 0 0,6-8 1 0 0,-11 12-11 0 0,2 0 12 0 0,0 0 0 0 0,0 0 0 0 0,0 0 0 0 0,-1 0 0 0 0,1-1-1 0 0,-1 1 1 0 0,1-1 0 0 0,-1 1 0 0 0,0-1 0 0 0,0 1 0 0 0,1-5 0 0 0,-2 6-12 0 0,1 0 16 0 0,1 5-575 0 0,1 2 550 0 0,1 0-1 0 0,0-1 0 0 0,0 0 0 0 0,0 1 1 0 0,1-1-1 0 0,-1-1 0 0 0,1 1 1 0 0,1-1-1 0 0,-1 0 0 0 0,0 0 1 0 0,1 0-1 0 0,0-1 0 0 0,0 0 1 0 0,0 0-1 0 0,0 0 0 0 0,1-1 0 0 0,-1 0 1 0 0,0 0-1 0 0,1-1 0 0 0,0 0 1 0 0,-1 0-1 0 0,1 0 0 0 0,0-1 1 0 0,-1 0-1 0 0,9-1 0 0 0,-2 0-17 0 0,0 0-1 0 0,0-1 1 0 0,-1-1-1 0 0,1 0 1 0 0,0-1-1 0 0,-1 0 1 0 0,0-1-1 0 0,0 0 1 0 0,0-1-1 0 0,-1 0 1 0 0,0-1-1 0 0,0 0 1 0 0,0-1-1 0 0,-1 0 1 0 0,0 0-1 0 0,-1-2 1 0 0,11-12-1 0 0,-9 8 15 0 0,-1-1 0 0 0,0 0-1 0 0,-1 0 1 0 0,-1-1 0 0 0,0 0-1 0 0,-1 0 1 0 0,-1-1-1 0 0,-1 0 1 0 0,0 0 0 0 0,-1-1-1 0 0,-1 1 1 0 0,1-22-1 0 0,-4 28 48 0 0,0 0 0 0 0,-1 0 0 0 0,-1 0 0 0 0,0 0 0 0 0,-3-13 0 0 0,1 12 204 0 0,2 0-1 0 0,0-1 1 0 0,-1-18 0 0 0,-15 68-224 0 0,14 21-10 0 0,2 1 0 0 0,3 0 0 0 0,10 77 0 0 0,-8-110-8 0 0,7 103-196 0 0,-8-114-1154 0 0,-2-14 1000 0 0,1-1 0 0 0,-1 1-1 0 0,0 0 1 0 0,0 0 0 0 0,0-1-1 0 0,0 1 1 0 0,0 0-1 0 0,0 0 1 0 0,0-1 0 0 0,0 1-1 0 0,0 0 1 0 0,0 0 0 0 0,0-1-1 0 0,0 1 1 0 0,-1 0 0 0 0,1 0-1 0 0,0-1 1 0 0,0 1-1 0 0,-1 0 1 0 0,0 0 0 0 0</inkml:trace>
</inkml:ink>
</file>

<file path=ppt/ink/ink3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3:44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71 12377 0 0,'0'0'676'0'0,"8"-2"-644"0"0,-1-5-40 0 0,8-1 8 0 0,0 0-12 0 0,0 2 12 0 0,4 1-104 0 0,10 0-176 0 0,11-3-264 0 0,3 1-284 0 0,4 1-1060 0 0,1 1-2040 0 0,4 1 903 0 0</inkml:trace>
</inkml:ink>
</file>

<file path=ppt/ink/ink3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3:44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468 71 956 0 0,'4'-2'679'0'0,"-1"0"0"0"0,0-1 0 0 0,-1 0-1 0 0,1 1 1 0 0,0-1 0 0 0,-1 0 0 0 0,0 0 0 0 0,1 0 0 0 0,-1 0 0 0 0,3-8 1628 0 0,-20-14 545 0 0,6 23-2656 0 0,-1 0 0 0 0,1 1 0 0 0,-1 0 0 0 0,0 0 1 0 0,1 1-1 0 0,-1 0 0 0 0,0 1 0 0 0,-17 3 0 0 0,-84 23 348 0 0,76-17-324 0 0,10-3-75 0 0,0 1 0 0 0,0 1 0 0 0,-33 17 0 0 0,53-24-129 0 0,0 1-1 0 0,0 0 1 0 0,0 0 0 0 0,0 0-1 0 0,0 1 1 0 0,0-1-1 0 0,1 1 1 0 0,0 0-1 0 0,0 1 1 0 0,0-1-1 0 0,0 1 1 0 0,1-1-1 0 0,-1 1 1 0 0,1 0-1 0 0,1 1 1 0 0,-1-1-1 0 0,1 0 1 0 0,-1 1-1 0 0,2-1 1 0 0,-1 1-1 0 0,-1 9 1 0 0,3-12-8 0 0,1 0 0 0 0,0 1 0 0 0,-1-1 0 0 0,1 0 1 0 0,1 1-1 0 0,-1-1 0 0 0,0 0 0 0 0,1 0 0 0 0,0 0 0 0 0,-1 0 1 0 0,1 0-1 0 0,0 0 0 0 0,1-1 0 0 0,-1 1 0 0 0,0-1 0 0 0,1 1 0 0 0,-1-1 1 0 0,1 0-1 0 0,0 0 0 0 0,0 0 0 0 0,0 0 0 0 0,4 1 0 0 0,11 7 17 0 0,1-1 0 0 0,28 9 0 0 0,-38-15-31 0 0,114 37-41 0 0,-76-26-92 0 0,-1 1 1 0 0,0 2 0 0 0,78 43-1 0 0,-117-56 97 0 0,35 26-329 0 0,-41-29 351 0 0,1 1 0 0 0,-1-1 0 0 0,0 1 0 0 0,1 0-1 0 0,-1-1 1 0 0,0 1 0 0 0,0 0 0 0 0,0 0-1 0 0,0 0 1 0 0,-1 0 0 0 0,1 0 0 0 0,0 0 0 0 0,-1 0-1 0 0,1 0 1 0 0,-1 0 0 0 0,0 0 0 0 0,0 0-1 0 0,0 0 1 0 0,0 0 0 0 0,0 3 0 0 0,-1-3 14 0 0,0 0 0 0 0,0 0 1 0 0,0 0-1 0 0,0-1 0 0 0,0 1 1 0 0,0 0-1 0 0,0-1 0 0 0,-1 1 1 0 0,1-1-1 0 0,0 1 0 0 0,-1-1 1 0 0,0 0-1 0 0,1 1 0 0 0,-1-1 1 0 0,0 0-1 0 0,1 0 0 0 0,-1 0 1 0 0,-2 0-1 0 0,-34 13 34 0 0,37-13-24 0 0,-45 11 340 0 0,-1-2 1 0 0,0-2-1 0 0,0-2 1 0 0,-69-1 0 0 0,-85-14 4042 0 0,167 2-2913 0 0,29 5-6113 0 0</inkml:trace>
</inkml:ink>
</file>

<file path=ppt/ink/ink3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3:47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573 817 772 0 0,'0'0'8072'0'0,"-5"-4"-7530"0"0,-66-63 987 0 0,3-3 1 0 0,-91-120 0 0 0,138 162-1389 0 0,1-2 1 0 0,1-1 0 0 0,2 0 0 0 0,-22-56 0 0 0,34 73-120 0 0,0 0 0 0 0,1 0 1 0 0,0-1-1 0 0,1 1 0 0 0,1-1 0 0 0,0 0 1 0 0,1 0-1 0 0,1 0 0 0 0,0 1 0 0 0,1-1 1 0 0,1 0-1 0 0,0 0 0 0 0,8-26 0 0 0,-9 38-76 0 0,0 1 0 0 0,1-1-1 0 0,-1 0 1 0 0,0 0 0 0 0,1 1 0 0 0,0-1-1 0 0,0 1 1 0 0,0 0 0 0 0,0-1-1 0 0,0 1 1 0 0,0 0 0 0 0,0 0-1 0 0,0 0 1 0 0,1 1 0 0 0,-1-1 0 0 0,1 0-1 0 0,0 1 1 0 0,-1 0 0 0 0,1 0-1 0 0,0 0 1 0 0,0 0 0 0 0,0 0 0 0 0,0 0-1 0 0,4 0 1 0 0,-6 1 28 0 0,0 1-1 0 0,0-1 1 0 0,1 0 0 0 0,-1 1-1 0 0,0-1 1 0 0,0 1 0 0 0,0 0-1 0 0,0-1 1 0 0,-1 1 0 0 0,1 0-1 0 0,0-1 1 0 0,0 1 0 0 0,0 0 0 0 0,0 0-1 0 0,-1 0 1 0 0,1 0 0 0 0,0 0-1 0 0,-1 0 1 0 0,1 0 0 0 0,-1 0-1 0 0,1 0 1 0 0,-1 0 0 0 0,0 0-1 0 0,1 0 1 0 0,-1 2 0 0 0,6 30-267 0 0,-6-9 191 0 0,-2 1 1 0 0,-1 0-1 0 0,0-1 0 0 0,-2 1 0 0 0,-1-1 1 0 0,-1 0-1 0 0,-1-1 0 0 0,-1 0 0 0 0,-18 35 1 0 0,-13 14-160 0 0,-75 102 0 0 0,115-173 262 0 0,0-1-1 0 0,-1 1 1 0 0,1-1 0 0 0,0 1 0 0 0,0-1 0 0 0,0 1 0 0 0,-1-1 0 0 0,1 1 0 0 0,0-1-1 0 0,0 1 1 0 0,0-1 0 0 0,0 1 0 0 0,0-1 0 0 0,0 1 0 0 0,0-1 0 0 0,0 1 0 0 0,0-1-1 0 0,0 1 1 0 0,0-1 0 0 0,0 1 0 0 0,1-1 0 0 0,-1 1 0 0 0,0-1 0 0 0,0 1 0 0 0,0-1-1 0 0,1 1 1 0 0,-1-1 0 0 0,0 1 0 0 0,1-1 0 0 0,-1 0 0 0 0,0 1 0 0 0,1-1 0 0 0,-1 0-1 0 0,0 1 1 0 0,1-1 0 0 0,-1 0 0 0 0,1 1 0 0 0,-1-1 0 0 0,1 0 0 0 0,-1 0 0 0 0,1 1-1 0 0,-1-1 1 0 0,1 0 0 0 0,0 0 0 0 0,23 7 59 0 0,31-5-341 0 0,0-2 1 0 0,82-11-1 0 0,108-28-3191 0 0,-241 38 3378 0 0,67-12-2485 0 0,-1-1 197 0 0</inkml:trace>
</inkml:ink>
</file>

<file path=ppt/ink/ink3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3:47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39 1072 0 0,'17'-39'11288'0'0,"-16"45"-10828"0"0,5 51 660 0 0,-1 91-1 0 0,-5-78-714 0 0,1-6-555 0 0,-3 0 1 0 0,-11 70-1 0 0,13-131 8 0 0,-1-1 0 0 0,1 1 0 0 0,-1 0 1 0 0,1 0-1 0 0,-1 0 0 0 0,0-1 0 0 0,0 1 0 0 0,0-1 1 0 0,-1 1-1 0 0,1-1 0 0 0,0 1 0 0 0,-1-1 0 0 0,0 0 1 0 0,0 1-1 0 0,1-1 0 0 0,-1 0 0 0 0,-1 0 0 0 0,1 0 1 0 0,0-1-1 0 0,0 1 0 0 0,-4 2 0 0 0,3-3-226 0 0,0-1 0 0 0,0 1-1 0 0,0 0 1 0 0,0-1 0 0 0,0 0 0 0 0,-1 0-1 0 0,1 0 1 0 0,0 0 0 0 0,0 0 0 0 0,0-1-1 0 0,0 1 1 0 0,0-1 0 0 0,0 0-1 0 0,0 0 1 0 0,0 0 0 0 0,0 0 0 0 0,0-1-1 0 0,1 1 1 0 0,-5-3 0 0 0,-13-11-2182 0 0</inkml:trace>
</inkml:ink>
</file>

<file path=ppt/ink/ink3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3:48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0 611 372 0 0,'2'-3'122'0'0,"1"-1"0"0"0,-1 1-1 0 0,0 0 1 0 0,1 0 0 0 0,0 0 0 0 0,0 0-1 0 0,0 0 1 0 0,0 0 0 0 0,0 1 0 0 0,1-1 0 0 0,-1 1-1 0 0,1 0 1 0 0,0 0 0 0 0,-1 1 0 0 0,8-3-1 0 0,70-20 946 0 0,-54 18-714 0 0,98-27 853 0 0,153-44 983 0 0,-188 48-1554 0 0,124-45 675 0 0,-189 64-1063 0 0,-1-2 0 0 0,-1 0 0 0 0,0-2 0 0 0,0 0 0 0 0,-1-2 0 0 0,25-23 0 0 0,-41 32-80 0 0,0-1 1 0 0,0 1-1 0 0,-1-1 0 0 0,0-1 1 0 0,0 1-1 0 0,-1-1 0 0 0,0 1 1 0 0,0-1-1 0 0,-1-1 0 0 0,-1 1 1 0 0,3-10-1 0 0,-4 16-113 0 0,0 0 0 0 0,-1-1 0 0 0,1 1-1 0 0,-1 0 1 0 0,0 0 0 0 0,1 0 0 0 0,-1 0 0 0 0,-1 0-1 0 0,1-1 1 0 0,0 1 0 0 0,-1 0 0 0 0,1 0 0 0 0,-1 0-1 0 0,0 0 1 0 0,0 0 0 0 0,0 0 0 0 0,-1 0 0 0 0,1 0-1 0 0,-1 1 1 0 0,0-1 0 0 0,1 0 0 0 0,-1 1 0 0 0,0-1 0 0 0,0 1-1 0 0,-1 0 1 0 0,1 0 0 0 0,0 0 0 0 0,-1 0 0 0 0,0 0-1 0 0,1 0 1 0 0,-1 1 0 0 0,0-1 0 0 0,0 1 0 0 0,0 0-1 0 0,0 0 1 0 0,-4-2 0 0 0,3 3-37 0 0,0 0 0 0 0,-1 0 1 0 0,1 0-1 0 0,0 0 0 0 0,0 0 0 0 0,0 1 0 0 0,0 0 0 0 0,0 0 1 0 0,0 0-1 0 0,0 0 0 0 0,0 1 0 0 0,0 0 0 0 0,0 0 0 0 0,1 0 1 0 0,-1 0-1 0 0,1 0 0 0 0,-1 0 0 0 0,1 1 0 0 0,0 0 1 0 0,0 0-1 0 0,0 0 0 0 0,-2 3 0 0 0,-8 9-4 0 0,1 0 1 0 0,1 1-1 0 0,-11 21 1 0 0,7-9-9 0 0,2 0 0 0 0,2 0 1 0 0,0 1-1 0 0,2 1 0 0 0,-7 35 1 0 0,-16 160 68 0 0,21-137-66 0 0,-6 11 184 0 0,16-97 146 0 0,10-19 1025 0 0,-8 13-1405 0 0,0 0 0 0 0,1 0-1 0 0,-1 0 1 0 0,1 0 0 0 0,0 0 0 0 0,0 0-1 0 0,0 1 1 0 0,1-1 0 0 0,-1 1-1 0 0,1 0 1 0 0,0 0 0 0 0,0 0 0 0 0,0 0-1 0 0,0 0 1 0 0,0 0 0 0 0,1 1 0 0 0,-1 0-1 0 0,1 0 1 0 0,0 0 0 0 0,0 0-1 0 0,4-1 1 0 0,3 3-60 0 0,0 1-1 0 0,1 1 0 0 0,-1 0 1 0 0,0 0-1 0 0,16 7 1 0 0,31 5-58 0 0,45-7-17 0 0,-95-7 198 0 0,1-1 1 0 0,-1 1 0 0 0,0-1-1 0 0,0-1 1 0 0,0 0 0 0 0,1 0-1 0 0,-2 0 1 0 0,1-1 0 0 0,0-1-1 0 0,8-3 1 0 0,-14 5 62 0 0,0 1 0 0 0,0-1 0 0 0,-1 1 0 0 0,1-1 0 0 0,0 1 0 0 0,-1-1 0 0 0,1 0 0 0 0,-1 0 0 0 0,1 0 0 0 0,-1 0 0 0 0,0 0 0 0 0,0 0 0 0 0,0 0 0 0 0,0-1 0 0 0,0 1 0 0 0,0 0 1 0 0,-1-1-1 0 0,1 1 0 0 0,-1 0 0 0 0,0-1 0 0 0,1 1 0 0 0,-1 0 0 0 0,0-1 0 0 0,0 1 0 0 0,-1-1 0 0 0,1 1 0 0 0,0 0 0 0 0,-1-1 0 0 0,0 1 0 0 0,1 0 0 0 0,-1 0 0 0 0,0-1 0 0 0,0 1 0 0 0,0 0 0 0 0,0 0 0 0 0,-1 0 0 0 0,1 0 0 0 0,-3-3 0 0 0,3 4 77 0 0,5 4-617 0 0,0 1 0 0 0,0-1 1 0 0,0 1-1 0 0,0-1 0 0 0,1-1 1 0 0,0 1-1 0 0,-1-1 0 0 0,1 0 1 0 0,10 4-1 0 0,70 24-3607 0 0,-40-19 111 0 0,2 1 302 0 0</inkml:trace>
</inkml:ink>
</file>

<file path=ppt/ink/ink3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4:03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150 109 324 0 0,'0'-15'3206'0'0,"-3"-49"4144"0"0,1 34-1342 0 0,1 32-5981 0 0,0 0 0 0 0,0 0 0 0 0,0 0 0 0 0,0 0 0 0 0,0 0 0 0 0,0 0 0 0 0,0-1 0 0 0,0 1 0 0 0,-1 0 0 0 0,1-1 0 0 0,-1 1 0 0 0,-1 1 0 0 0,-3 3 39 0 0,-11 23 96 0 0,1 1 1 0 0,2 1 0 0 0,1 0-1 0 0,-11 39 1 0 0,-10 25 104 0 0,33-94-288 0 0,1 0 0 0 0,-1 1 0 0 0,1-1 0 0 0,0 1 0 0 0,-1-1 0 0 0,1 1 0 0 0,0-1 1 0 0,0 1-1 0 0,0-1 0 0 0,0 1 0 0 0,0-1 0 0 0,0 1 0 0 0,0-1 0 0 0,0 0 0 0 0,1 1 0 0 0,-1-1 0 0 0,1 1 0 0 0,-1-1 0 0 0,1 1 0 0 0,-1-1 0 0 0,1 0 0 0 0,0 1 1 0 0,0-1-1 0 0,1 2 0 0 0,20-18-31 0 0,76-75-934 0 0,-97 89 940 0 0,1 0 1 0 0,-1 0-1 0 0,1 1 1 0 0,0-1 0 0 0,-1 1-1 0 0,1 0 1 0 0,0-1-1 0 0,-1 1 1 0 0,1 0 0 0 0,0 0-1 0 0,-1 0 1 0 0,1 0 0 0 0,0 0-1 0 0,-1 0 1 0 0,1 1-1 0 0,-1-1 1 0 0,1 0 0 0 0,0 1-1 0 0,-1 0 1 0 0,3 0-1 0 0,34 20-560 0 0,-17-9 271 0 0,0-3 109 0 0,-7-3 53 0 0,1 0 0 0 0,0 0 0 0 0,17 3 1 0 0,-27-8 163 0 0,0-1 1 0 0,0 1-1 0 0,0-1 0 0 0,0 0 1 0 0,0 0-1 0 0,0 0 1 0 0,0-1-1 0 0,-1 0 1 0 0,1 1-1 0 0,0-2 1 0 0,0 1-1 0 0,0-1 0 0 0,-1 1 1 0 0,6-4-1 0 0,-3 1 155 0 0,0 0-1 0 0,0-1 1 0 0,0 1-1 0 0,0-1 1 0 0,-1-1-1 0 0,0 1 1 0 0,0-1-1 0 0,0 0 1 0 0,-1-1-1 0 0,0 1 1 0 0,0-1-1 0 0,-1 0 1 0 0,7-14-1 0 0,-7 10 113 0 0,-1 0 0 0 0,0 0 0 0 0,0 0 0 0 0,-1 0 0 0 0,-1-1-1 0 0,0 1 1 0 0,0-1 0 0 0,-1 1 0 0 0,-3-20 0 0 0,3 31-321 0 0,0-1 0 0 0,0 1 0 0 0,1-1 0 0 0,-1 1 1 0 0,0-1-1 0 0,0 1 0 0 0,0-1 0 0 0,0 1 0 0 0,0-1 0 0 0,0 1 0 0 0,0-1 0 0 0,0 1 0 0 0,-1-1 0 0 0,1 1 0 0 0,0-1 1 0 0,0 1-1 0 0,0 0 0 0 0,0-1 0 0 0,-1 1 0 0 0,1-1 0 0 0,0 1 0 0 0,0-1 0 0 0,-1 1 0 0 0,1 0 0 0 0,0-1 1 0 0,-1 1-1 0 0,1 0 0 0 0,0-1 0 0 0,-1 1 0 0 0,1 0 0 0 0,-1 0 0 0 0,1-1 0 0 0,0 1 0 0 0,-1 0 0 0 0,1 0 1 0 0,-1 0-1 0 0,1-1 0 0 0,-1 1 0 0 0,1 0 0 0 0,-1 0 0 0 0,1 0 0 0 0,0 0 0 0 0,-1 0 0 0 0,1 0 0 0 0,-1 0 1 0 0,0 0-1 0 0,0 1-437 0 0,0 1 0 0 0,-1-1 0 0 0,1 0 0 0 0,0 1 0 0 0,0-1 0 0 0,0 0 0 0 0,0 1 0 0 0,1-1 0 0 0,-1 1 0 0 0,0 0 0 0 0,1-1 0 0 0,-1 1 0 0 0,1 0 0 0 0,-1-1 0 0 0,1 1 0 0 0,0 0 0 0 0,0 1 0 0 0,-3 14-3179 0 0</inkml:trace>
</inkml:ink>
</file>

<file path=ppt/ink/ink3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4:03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1 236 0 0,'0'0'9163'0'0,"15"6"-7202"0"0,-13 3-1602 0 0,1 0 0 0 0,-1 1-1 0 0,-1 0 1 0 0,1-1-1 0 0,-2 1 1 0 0,1 0-1 0 0,-2-1 1 0 0,-2 20 0 0 0,-2-1-563 0 0,-17 47 0 0 0,-1 5-8584 0 0,20-69 5756 0 0</inkml:trace>
</inkml:ink>
</file>

<file path=ppt/ink/ink3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4:04.5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1 976 0 0,'0'0'8399'0'0,"16"14"-6862"0"0,-18-6-1114 0 0,-1 8-316 0 0,-1 0 0 0 0,0 0 0 0 0,-1 0 0 0 0,-1-1 0 0 0,0 0 0 0 0,-1 0 1 0 0,-17 25-1 0 0,0-10-2479 0 0,8-13-2204 0 0,7-9 1628 0 0</inkml:trace>
</inkml:ink>
</file>

<file path=ppt/ink/ink3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4:05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38 116 0 0,'-2'10'10233'0'0,"-7"29"-7356"0"0,-9 70-2182 0 0,17-99-579 0 0,1-3-22 0 0,-1 1-1 0 0,1-1 0 0 0,0 0 0 0 0,1 0 1 0 0,0 0-1 0 0,0 0 0 0 0,2 8 0 0 0,-2-13-95 0 0,3-5-108 0 0,17-9-218 0 0,-1-1 0 0 0,23-20 0 0 0,2 0-1034 0 0,-44 32 1307 0 0,0 1 0 0 0,1-1-1 0 0,-1 1 1 0 0,0-1 0 0 0,1 1-1 0 0,-1 0 1 0 0,1-1 0 0 0,-1 1 0 0 0,1 0-1 0 0,-1 0 1 0 0,1 0 0 0 0,-1 0-1 0 0,1 0 1 0 0,-1 1 0 0 0,1-1-1 0 0,-1 0 1 0 0,1 1 0 0 0,-1-1 0 0 0,0 1-1 0 0,1-1 1 0 0,-1 1 0 0 0,0 0-1 0 0,1 0 1 0 0,1 1 0 0 0,31 25-487 0 0,-26-20 273 0 0,-1-1 145 0 0,0 0 1 0 0,1-1-1 0 0,0 1 1 0 0,0-2 0 0 0,10 5-1 0 0,-15-8 181 0 0,-1 0 1 0 0,1 0-1 0 0,0 0 0 0 0,0 0 0 0 0,-1-1 0 0 0,1 1 0 0 0,0-1 0 0 0,0 0 1 0 0,0 0-1 0 0,0 0 0 0 0,0 0 0 0 0,0-1 0 0 0,-1 1 0 0 0,1-1 0 0 0,0 1 1 0 0,0-1-1 0 0,0 0 0 0 0,-1 0 0 0 0,1 0 0 0 0,-1-1 0 0 0,1 1 0 0 0,2-3 1 0 0,0 0 264 0 0,0-1 0 0 0,0 0 1 0 0,0-1-1 0 0,-1 1 0 0 0,0-1 1 0 0,0 0-1 0 0,0 0 0 0 0,-1 0 0 0 0,0 0 1 0 0,0-1-1 0 0,0 1 0 0 0,-1-1 1 0 0,0 0-1 0 0,2-13 0 0 0,0-6 668 0 0,-1 0 0 0 0,-1-39 0 0 0,-4 53-725 0 0,0-3-1578 0 0</inkml:trace>
</inkml:ink>
</file>

<file path=ppt/ink/ink3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4:05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2 652 0 0,'0'0'1022'0'0,"15"-2"2917"0"0,-13 3-3850 0 0,-1-1 0 0 0,1 1 0 0 0,0-1 0 0 0,-1 1 0 0 0,1 0 0 0 0,-1 0 0 0 0,1 0 0 0 0,-1 0 0 0 0,0 0 0 0 0,1 0 0 0 0,-1 0 0 0 0,0 0 0 0 0,0 1 0 0 0,0-1 0 0 0,0 1 0 0 0,0-1 0 0 0,0 0 0 0 0,0 1 0 0 0,0 0 0 0 0,0-1 0 0 0,-1 1 0 0 0,1-1 0 0 0,-1 1 0 0 0,1 0 0 0 0,-1-1 0 0 0,0 1 0 0 0,0 0 0 0 0,1 0 0 0 0,-1-1 0 0 0,0 1 0 0 0,-1 0 0 0 0,1-1 0 0 0,0 1 0 0 0,0 0 0 0 0,-1 0 0 0 0,0 1 0 0 0,-3 11 170 0 0,0-1 0 0 0,-1 0 1 0 0,-12 23-1 0 0,2 0 539 0 0,6-21-254 0 0,9-15-499 0 0,-1 1 1 0 0,1-1-1 0 0,-1 0 1 0 0,1 1-1 0 0,-1-1 1 0 0,1 1-1 0 0,0-1 1 0 0,-1 1 0 0 0,1-1-1 0 0,0 1 1 0 0,-1 0-1 0 0,1-1 1 0 0,0 1-1 0 0,-1-1 1 0 0,1 1-1 0 0,0 0 1 0 0,0-1-1 0 0,0 1 1 0 0,0-1-1 0 0,0 1 1 0 0,0 0 0 0 0,0-1-1 0 0,0 1 1 0 0,0 0-1 0 0,0-1 1 0 0,0 1-1 0 0,0 0 1 0 0,0-1-1 0 0,0 1 1 0 0,0-1-1 0 0,1 1 1 0 0,-1 0-1 0 0,0-1 1 0 0,0 1 0 0 0,1-1-1 0 0,-1 1 1 0 0,1-1-1 0 0,-1 1 1 0 0,0-1-1 0 0,1 1 1 0 0,-1-1-1 0 0,1 1 1 0 0,-1-1-1 0 0,2 1 1 0 0,-1 0 183 0 0,24-7 167 0 0,81-17 239 0 0,-38 11-3069 0 0,-57 10 828 0 0,-2 0-3868 0 0</inkml:trace>
</inkml:ink>
</file>

<file path=ppt/ink/ink3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4:05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1476 0 0,'0'0'6030'0'0,"1"-4"-6272"0"0,7-15 7616 0 0,-6 14-9046 0 0</inkml:trace>
</inkml:ink>
</file>

<file path=ppt/ink/ink3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4:06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44 572 0 0,'6'-8'3292'0'0,"-1"-2"-983"0"0,1 0-1741 0 0,4 5-808 0 0,4 0-1357 0 0,-1-1-2027 0 0</inkml:trace>
  <inkml:trace contextRef="#ctx0" brushRef="#br0" timeOffset="1">377 45 1408 0 0,'0'0'7185'0'0</inkml:trace>
</inkml:ink>
</file>

<file path=ppt/ink/ink3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4:07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103 231 548 0 0,'0'0'975'0'0,"-4"-32"3525"0"0,8-15 2323 0 0,-4 45-5702 0 0,-2 6-1015 0 0,-18 37 134 0 0,-5 6 34 0 0,-24 73 0 0 0,48-118-261 0 0,0 1-1 0 0,0-1 0 0 0,0 1 0 0 0,0 0 0 0 0,1 0 1 0 0,-1 0-1 0 0,1-1 0 0 0,0 1 0 0 0,0 0 0 0 0,0 0 0 0 0,0 0 1 0 0,0-1-1 0 0,1 1 0 0 0,-1 0 0 0 0,1 0 0 0 0,0-1 1 0 0,2 6-1 0 0,-2-7-4 0 0,0 0 0 0 0,0 0 0 0 0,1-1 0 0 0,-1 1 0 0 0,0 0 0 0 0,1 0 0 0 0,-1-1 0 0 0,1 1 0 0 0,-1-1 0 0 0,0 1 0 0 0,1-1 0 0 0,0 0 0 0 0,-1 1 0 0 0,1-1 0 0 0,-1 0 0 0 0,1 0 0 0 0,-1 0 0 0 0,1 0 0 0 0,-1-1 0 0 0,1 1 0 0 0,-1 0 0 0 0,1 0 0 0 0,-1-1 0 0 0,1 1 0 0 0,-1-1 0 0 0,1 0 0 0 0,-1 1 0 0 0,1-1 0 0 0,-1 0 0 0 0,0 0 0 0 0,2-1 0 0 0,10-5 23 0 0,0-2 0 0 0,-1 1-1 0 0,0-1 1 0 0,0-1-1 0 0,13-15 1 0 0,27-21 80 0 0,-47 44-164 0 0,-1-1 0 0 0,1 1-1 0 0,-1 1 1 0 0,1-1 0 0 0,0 1-1 0 0,-1 0 1 0 0,1 0 0 0 0,0 0-1 0 0,0 0 1 0 0,0 1 0 0 0,0 0 0 0 0,0 0-1 0 0,8 1 1 0 0,75 15-537 0 0,-51-9 386 0 0,-27-5 172 0 0,0 0 0 0 0,0-2 0 0 0,0 1 0 0 0,1-1 0 0 0,-1-1 0 0 0,0 0 0 0 0,0 0 0 0 0,0-1 0 0 0,11-3 1 0 0,-15 3 106 0 0,-1 0 1 0 0,1-1-1 0 0,0 0 1 0 0,-1 0-1 0 0,1 0 1 0 0,-1 0-1 0 0,0-1 1 0 0,0 0 0 0 0,-1 0-1 0 0,1-1 1 0 0,-1 1-1 0 0,0-1 1 0 0,0 0-1 0 0,0 0 1 0 0,4-8-1 0 0,-3 4 34 0 0,-1 0 0 0 0,0-1 0 0 0,0 1 0 0 0,-1-1 0 0 0,0 0 0 0 0,-1 0 0 0 0,0 0 0 0 0,-1 0 0 0 0,0 0 0 0 0,0 0 0 0 0,-1-1 0 0 0,0 1 0 0 0,-1 0 0 0 0,0 0 0 0 0,-1 0 0 0 0,0 0 0 0 0,-1 0 0 0 0,0 0 0 0 0,0 1 0 0 0,-1-1 0 0 0,0 1 0 0 0,-7-11 0 0 0,10 19-752 0 0,-1 2-395 0 0,-1 1 746 0 0,1 0 1 0 0,0 0-1 0 0,0 1 0 0 0,0-1 1 0 0,0 0-1 0 0,0 1 0 0 0,1-1 1 0 0,-1 1-1 0 0,0-1 0 0 0,1 1 0 0 0,0 0 1 0 0,0 0-1 0 0,0 0 0 0 0,-1 4 1 0 0,-3 15-5178 0 0,4-10 2114 0 0</inkml:trace>
</inkml:ink>
</file>

<file path=ppt/ink/ink3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4:07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0 888 0 0,'0'0'4585'0'0,"23"14"-2241"0"0,-18-7-1986 0 0,0 1 1 0 0,0 0-1 0 0,0-1 0 0 0,-1 2 1 0 0,-1-1-1 0 0,1 0 1 0 0,-1 1-1 0 0,-1 0 1 0 0,3 14-1 0 0,-2-3 424 0 0,-3-21-724 0 0,0 1 0 0 0,0 0-1 0 0,1 0 1 0 0,-1 0 0 0 0,0 0 0 0 0,0 0-1 0 0,0 0 1 0 0,0 0 0 0 0,0 0-1 0 0,0 0 1 0 0,1 0 0 0 0,-1 0 0 0 0,0 0-1 0 0,0 0 1 0 0,0 0 0 0 0,0 0-1 0 0,0 0 1 0 0,0 0 0 0 0,1 0 0 0 0,-1 0-1 0 0,0 0 1 0 0,0 0 0 0 0,0 0-1 0 0,0 1 1 0 0,0-1 0 0 0,0 0 0 0 0,0 0-1 0 0,1 0 1 0 0,-1 0 0 0 0,0 0 0 0 0,0 0-1 0 0,0 0 1 0 0,0 0 0 0 0,0 0-1 0 0,0 1 1 0 0,0-1 0 0 0,0 0 0 0 0,0 0-1 0 0,0 0 1 0 0,0 0 0 0 0,0 0-1 0 0,0 0 1 0 0,1 1 0 0 0,24-27 362 0 0,-15 18-240 0 0,-5 3-119 0 0,0 1 1 0 0,0 0-1 0 0,0 0 1 0 0,1 1-1 0 0,-1 0 1 0 0,1 0 0 0 0,8-4-1 0 0,-12 7-58 0 0,0 0-1 0 0,-1 0 1 0 0,1 0 0 0 0,0-1-1 0 0,0 2 1 0 0,0-1-1 0 0,0 0 1 0 0,-1 0-1 0 0,1 0 1 0 0,0 1 0 0 0,0-1-1 0 0,-1 1 1 0 0,1 0-1 0 0,0-1 1 0 0,-1 1-1 0 0,1 0 1 0 0,0 0 0 0 0,-1 0-1 0 0,0 0 1 0 0,1 0-1 0 0,-1 0 1 0 0,1 1-1 0 0,-1-1 1 0 0,0 0 0 0 0,0 1-1 0 0,0-1 1 0 0,0 1-1 0 0,0-1 1 0 0,0 1-1 0 0,0 0 1 0 0,0-1 0 0 0,-1 1-1 0 0,1 2 1 0 0,5 9-246 0 0,-1 1 0 0 0,-1 0 0 0 0,3 14 1 0 0,0-3-2780 0 0,0 0-3508 0 0,-4-15 3502 0 0</inkml:trace>
</inkml:ink>
</file>

<file path=ppt/ink/ink3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4:08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72 636 0 0,'0'0'4939'0'0,"1"-6"-3781"0"0,4-19-48 0 0,-3 18 2969 0 0,-2 7-3917 0 0,0 0-1 0 0,1 0 0 0 0,-1-1 1 0 0,0 1-1 0 0,1 0 0 0 0,-1 0 1 0 0,0-1-1 0 0,0 1 0 0 0,1 0 1 0 0,-1 0-1 0 0,0-1 0 0 0,0 1 1 0 0,0 0-1 0 0,1-1 1 0 0,-1 1-1 0 0,0-1 0 0 0,0 1 1 0 0,0 0-1 0 0,0-1 0 0 0,0 1 1 0 0,0 0-1 0 0,1-1 0 0 0,-1 1 1 0 0,0-1-1 0 0,0 1 0 0 0,0 0 1 0 0,0-1-1 0 0,-1 1 0 0 0,1 0 1 0 0,0-1-1 0 0,0 1 0 0 0,0-1 1 0 0,0 1-1 0 0,0 0 0 0 0,0-1 1 0 0,-1 1-1 0 0,-3-18 4824 0 0,2 15-6611 0 0,-11 3-1765 0 0,6 1 296 0 0,-3 2 2181 0 0,-9 2-6164 0 0</inkml:trace>
</inkml:ink>
</file>

<file path=ppt/ink/ink3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4:11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44 312 0 0,'-3'-5'940'0'0,"-14"-27"5548"0"0,17 32-6430 0 0,0 0-1 0 0,0-1 1 0 0,0 1 0 0 0,0 0-1 0 0,0-1 1 0 0,0 1 0 0 0,-1 0-1 0 0,1 0 1 0 0,0-1 0 0 0,0 1-1 0 0,0 0 1 0 0,-1-1-1 0 0,1 1 1 0 0,0 0 0 0 0,0 0-1 0 0,0 0 1 0 0,-1-1 0 0 0,1 1-1 0 0,0 0 1 0 0,0 0 0 0 0,-1 0-1 0 0,1 0 1 0 0,0-1 0 0 0,-1 1-1 0 0,1 0 1 0 0,0 0 0 0 0,-1 0-1 0 0,1 0 1 0 0,0 0-1 0 0,0 0 1 0 0,-1 0 0 0 0,1 0-1 0 0,0 0 1 0 0,-1 0 0 0 0,1 0-1 0 0,0 0 1 0 0,-1 0 0 0 0,1 0-1 0 0,0 0 1 0 0,-1 1 0 0 0,-15 18 454 0 0,1 1 1 0 0,1 0 0 0 0,0 2-1 0 0,-20 44 1 0 0,30-57-402 0 0,0 1-1 0 0,1 0 1 0 0,-1 0 0 0 0,2 1-1 0 0,0-1 1 0 0,0 1 0 0 0,1-1-1 0 0,0 1 1 0 0,0 0 0 0 0,2-1 0 0 0,-1 1-1 0 0,1-1 1 0 0,1 1 0 0 0,4 17-1 0 0,-4-24-77 0 0,0 0-1 0 0,1 1 0 0 0,-1-1 0 0 0,1 0 0 0 0,0 0 1 0 0,0 0-1 0 0,0-1 0 0 0,1 1 0 0 0,-1-1 1 0 0,7 5-1 0 0,20 6-2173 0 0,-28-14 1688 0 0,0 0 1 0 0,0 0 0 0 0,-1 0-1 0 0,1 0 1 0 0,0 0-1 0 0,0 0 1 0 0,0 0-1 0 0,0 0 1 0 0,-1-1-1 0 0,1 1 1 0 0,0-1 0 0 0,0 1-1 0 0,-1-1 1 0 0,1 0-1 0 0,1-1 1 0 0,9-5-2530 0 0</inkml:trace>
</inkml:ink>
</file>

<file path=ppt/ink/ink3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4:11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35 122 416 0 0,'-1'-4'1392'0'0,"0"-10"673"0"0,-2-1 1 0 0,0 1-1 0 0,-5-15 0 0 0,-4-14 2599 0 0,12 40-4251 0 0,-1 3-539 0 0,1 0 0 0 0,0 0 0 0 0,-1 0 0 0 0,1 1 0 0 0,0-1 0 0 0,0 0 0 0 0,-1 0 0 0 0,1 0 0 0 0,0 0 0 0 0,0 0 0 0 0,-1 0 0 0 0,1 0 0 0 0,0 1 0 0 0,0-1 0 0 0,-1 0-1 0 0,1 0 1 0 0,0 0 0 0 0,0 1 0 0 0,0-1 0 0 0,-1 0 0 0 0,1 0 0 0 0,0 0 0 0 0,0 1 0 0 0,0-1 0 0 0,0 0 0 0 0,0 1 0 0 0,0-1 0 0 0,-1 0 0 0 0,1 0 0 0 0,0 1 0 0 0,0-1 0 0 0,0 0 0 0 0,0 0 0 0 0,0 1 0 0 0,0 0 0 0 0,1 19-1322 0 0,0-5-1908 0 0,-1-2 91 0 0</inkml:trace>
</inkml:ink>
</file>

<file path=ppt/ink/ink3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4:11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82 11081 0 0,'16'11'2592'0'0,"-3"-12"-2446"0"0,1 0 1 0 0,0-1-1 0 0,-1 0 0 0 0,1-1 0 0 0,-1-1 0 0 0,17-6 0 0 0,-14 4-195 0 0,12-2-773 0 0,54-9 1 0 0,-79 17 698 0 0,16-22 1299 0 0,-19 6-381 0 0,-22 35-13467 0 0</inkml:trace>
</inkml:ink>
</file>

<file path=ppt/ink/ink3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4:12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1 311 148 0 0,'0'0'6221'0'0,"5"-3"-5471"0"0,76-42 1126 0 0,-52 32-1396 0 0,-1-3 1 0 0,0 0 0 0 0,-2-1 0 0 0,0-2-1 0 0,29-27 1 0 0,-53 44-436 0 0,1 0 0 0 0,-1 0 1 0 0,0-1-1 0 0,0 1 0 0 0,0-1 0 0 0,0 1 0 0 0,0-1 0 0 0,-1 0 1 0 0,1 0-1 0 0,-1 0 0 0 0,0 0 0 0 0,0 0 0 0 0,0 0 0 0 0,0 0 1 0 0,0 0-1 0 0,-1 0 0 0 0,1-1 0 0 0,-1 1 0 0 0,0 0 0 0 0,0 0 1 0 0,0-1-1 0 0,0 1 0 0 0,-1 0 0 0 0,1 0 0 0 0,-1 0 0 0 0,0 0 1 0 0,0-1-1 0 0,0 1 0 0 0,-3-5 0 0 0,1 4-7 0 0,1 1-1 0 0,-1 0 1 0 0,0 0 0 0 0,0 0-1 0 0,-1 0 1 0 0,1 0-1 0 0,-1 1 1 0 0,1-1 0 0 0,-1 1-1 0 0,0 0 1 0 0,0 0 0 0 0,0 0-1 0 0,0 1 1 0 0,0-1 0 0 0,0 1-1 0 0,0 0 1 0 0,0 0-1 0 0,-1 1 1 0 0,1-1 0 0 0,0 1-1 0 0,-9 0 1 0 0,-63 8 600 0 0,72-7-589 0 0,0 0 1 0 0,-1 0-1 0 0,1 1 0 0 0,0-1 0 0 0,0 1 0 0 0,0 0 1 0 0,0 0-1 0 0,0 0 0 0 0,0 0 0 0 0,1 1 0 0 0,-1 0 1 0 0,1-1-1 0 0,0 1 0 0 0,-6 6 0 0 0,9-7-41 0 0,-1 0 0 0 0,1-1 1 0 0,-1 1-1 0 0,1 0 0 0 0,-1 0 0 0 0,1-1 0 0 0,0 1 0 0 0,0 0 0 0 0,0 0 1 0 0,0-1-1 0 0,0 1 0 0 0,0 0 0 0 0,1-1 0 0 0,-1 1 0 0 0,0 0 0 0 0,1 0 1 0 0,0-1-1 0 0,-1 1 0 0 0,1-1 0 0 0,0 1 0 0 0,0-1 0 0 0,0 1 1 0 0,0-1-1 0 0,0 1 0 0 0,0-1 0 0 0,0 0 0 0 0,0 1 0 0 0,1-1 0 0 0,-1 0 1 0 0,2 1-1 0 0,43 33-334 0 0,-28-24-213 0 0,0-1 0 0 0,1-1 0 0 0,1-1 0 0 0,28 8 0 0 0,-16-8-1539 0 0,-1-1 0 0 0,38 2 1 0 0,8-3-1544 0 0</inkml:trace>
</inkml:ink>
</file>

<file path=ppt/ink/ink3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4:14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257 550 752 0 0,'-5'-15'4354'0'0,"1"-13"613"0"0,4 28-4892 0 0,0-1 0 0 0,0 1-1 0 0,0 0 1 0 0,0 0 0 0 0,0-1 0 0 0,-1 1 0 0 0,1 0 0 0 0,0 0 0 0 0,0-1 0 0 0,0 1 0 0 0,-1 0 0 0 0,1 0 0 0 0,0 0 0 0 0,0-1 0 0 0,-1 1 0 0 0,1 0 0 0 0,0 0 0 0 0,0 0 0 0 0,-1 0 0 0 0,1 0-1 0 0,0 0 1 0 0,-1-1 0 0 0,1 1 0 0 0,0 0 0 0 0,0 0 0 0 0,-1 0 0 0 0,1 0 0 0 0,0 0 0 0 0,-1 0 0 0 0,1 0 0 0 0,0 0 0 0 0,-1 0 0 0 0,1 0 0 0 0,0 1 0 0 0,0-1 0 0 0,-1 0 0 0 0,1 0-1 0 0,0 0 1 0 0,-1 0 0 0 0,-4 4 223 0 0,1 0-1 0 0,-1 1 0 0 0,1-1 0 0 0,0 1 0 0 0,-7 9 0 0 0,-3 5-539 0 0,-6 5 324 0 0,-76 99 211 0 0,83-104-241 0 0,1 0 0 0 0,0 1 1 0 0,2 0-1 0 0,-14 38 0 0 0,24-57-45 0 0,-1 0 1 0 0,1 1 0 0 0,-1-1 0 0 0,1 0 0 0 0,-1 1-1 0 0,1-1 1 0 0,0 1 0 0 0,0-1 0 0 0,0 1-1 0 0,0-1 1 0 0,0 1 0 0 0,0-1 0 0 0,0 0-1 0 0,0 1 1 0 0,0-1 0 0 0,1 1 0 0 0,-1-1 0 0 0,1 0-1 0 0,-1 1 1 0 0,2 1 0 0 0,-1-2-2 0 0,0 0 0 0 0,0 0 1 0 0,0-1-1 0 0,0 1 0 0 0,0-1 1 0 0,0 1-1 0 0,0-1 0 0 0,0 1 0 0 0,0-1 1 0 0,0 1-1 0 0,0-1 0 0 0,1 0 1 0 0,-1 0-1 0 0,0 0 0 0 0,0 0 0 0 0,0 0 1 0 0,0 0-1 0 0,1 0 0 0 0,1 0 1 0 0,5-2 2 0 0,0 0 0 0 0,1 0 1 0 0,-1-1-1 0 0,-1 0 0 0 0,14-7 0 0 0,-2-1-79 0 0,-1-1-1 0 0,18-16 1 0 0,10-6-484 0 0,-44 33 451 0 0,3 1-55 0 0,1 1 94 0 0,-1 0 0 0 0,1 0 0 0 0,-1 1 0 0 0,1-1 0 0 0,8 5 0 0 0,22 5-164 0 0,-11-7 139 0 0,0-1 1 0 0,1-1-1 0 0,-1-2 0 0 0,1 0 1 0 0,31-5-1 0 0,-49 4 86 0 0,0 0 0 0 0,-1-1 0 0 0,1 0 0 0 0,-1 0-1 0 0,0 0 1 0 0,0-1 0 0 0,0 0 0 0 0,0-1 0 0 0,0 0-1 0 0,-1 0 1 0 0,0 0 0 0 0,1 0 0 0 0,-2-1 0 0 0,1 0 0 0 0,0-1-1 0 0,-1 1 1 0 0,0-1 0 0 0,0 0 0 0 0,-1 0 0 0 0,0 0-1 0 0,7-14 1 0 0,-9 15 12 0 0,-1 0-1 0 0,1-1 1 0 0,-1 1 0 0 0,0 0-1 0 0,-1-1 1 0 0,1 1-1 0 0,-1-1 1 0 0,0 1-1 0 0,-1-1 1 0 0,1 1 0 0 0,-1 0-1 0 0,0-1 1 0 0,0 1-1 0 0,-1 0 1 0 0,1 0 0 0 0,-4-7-1 0 0,0 2 3 0 0,0 0-1 0 0,0 1 0 0 0,-1-1 1 0 0,0 2-1 0 0,-1-1 1 0 0,-14-15-1 0 0,19 23-33 0 0,10 1-46 0 0,54 6-6 0 0,-1-3 1 0 0,1-3-1 0 0,0-2 0 0 0,0-4 1 0 0,87-18-1 0 0,-115 16 60 0 0,0-2 0 0 0,-1-2 0 0 0,0-1-1 0 0,-1-1 1 0 0,39-24 0 0 0,-60 31 19 0 0,-2 1 0 0 0,1-1 0 0 0,-1 0-1 0 0,0-1 1 0 0,0 0 0 0 0,-1-1 0 0 0,0 0-1 0 0,-1 0 1 0 0,1 0 0 0 0,-2-1 0 0 0,0 0-1 0 0,0 0 1 0 0,-1-1 0 0 0,0 0 0 0 0,0 0-1 0 0,-1 0 1 0 0,-1 0 0 0 0,0-1 0 0 0,2-17 0 0 0,-5 20 1 0 0,0 0 1 0 0,-1 0 0 0 0,0 0-1 0 0,0 1 1 0 0,-1-1 0 0 0,0 0-1 0 0,0 1 1 0 0,-1-1 0 0 0,0 1-1 0 0,-1 0 1 0 0,0 0 0 0 0,-9-14-1 0 0,9 16-3 0 0,1 1-1 0 0,-1 0 0 0 0,0 0 0 0 0,-1 0 1 0 0,1 0-1 0 0,-1 1 0 0 0,0 0 0 0 0,0 0 0 0 0,0 0 1 0 0,0 0-1 0 0,-1 1 0 0 0,1 0 0 0 0,-1 0 1 0 0,0 1-1 0 0,0-1 0 0 0,0 1 0 0 0,-12-2 1 0 0,12 4-8 0 0,0 1 1 0 0,1-1-1 0 0,-1 1 0 0 0,0 0 1 0 0,1 1-1 0 0,-1-1 1 0 0,1 1-1 0 0,-1 1 1 0 0,1-1-1 0 0,0 0 1 0 0,0 1-1 0 0,0 0 1 0 0,0 1-1 0 0,0-1 1 0 0,1 1-1 0 0,0 0 1 0 0,-1 0-1 0 0,1 0 1 0 0,-5 7-1 0 0,-5 7-10 0 0,1 0 0 0 0,0 0 0 0 0,-14 29 1 0 0,12-14 6 0 0,1 0 0 0 0,1 0 1 0 0,2 1-1 0 0,-10 54 0 0 0,-11 143 13 0 0,23-149-2 0 0,-6 70 344 0 0,15-150-238 0 0,-1-2-94 0 0,1 0 0 0 0,0 0 0 0 0,0 1 0 0 0,0-1 0 0 0,0 0 0 0 0,0 0 0 0 0,0 0 0 0 0,0 0 0 0 0,0 1 0 0 0,0-1 1 0 0,0 0-1 0 0,0 0 0 0 0,0 0 0 0 0,0 1 0 0 0,0-1 0 0 0,0 0 0 0 0,0 0 0 0 0,0 0 0 0 0,0 1 0 0 0,0-1 0 0 0,0 0 1 0 0,0 0-1 0 0,0 0 0 0 0,0 0 0 0 0,1 1 0 0 0,-1-1 0 0 0,0 0 0 0 0,0 0 0 0 0,0 0 0 0 0,0 0 0 0 0,0 0 1 0 0,0 1-1 0 0,1-1 0 0 0,-1 0 0 0 0,0 0 0 0 0,0 0 0 0 0,0 0 0 0 0,0 0 0 0 0,1 0 0 0 0,-1 0 0 0 0,0 0 0 0 0,0 0 1 0 0,0 1-1 0 0,1-1 0 0 0,-1 0 0 0 0,0 0 0 0 0,0 0 0 0 0,0 0 0 0 0,1 0 0 0 0,-1 0 0 0 0,63-73 428 0 0,-42 48-335 0 0,0 0 1 0 0,34-28 0 0 0,-52 51-108 0 0,0 0 0 0 0,1 0-1 0 0,-1 1 1 0 0,1-1 0 0 0,0 1 0 0 0,0 0 0 0 0,0 0 0 0 0,-1 0-1 0 0,1 0 1 0 0,0 1 0 0 0,0-1 0 0 0,0 1 0 0 0,0 0 0 0 0,0 0-1 0 0,0 1 1 0 0,0-1 0 0 0,0 1 0 0 0,7 2 0 0 0,3-1-8 0 0,106 21-173 0 0,-85-14 18 0 0,0-2-1 0 0,0-2 1 0 0,38 1-1 0 0,-68-5 103 0 0,0-1 0 0 0,0 1 1 0 0,0 0-1 0 0,0 1 0 0 0,0-1 0 0 0,8 4 0 0 0,19 4-90 0 0,-30-9 143 0 0,28-12 98 0 0,-20 5-35 0 0,1-1 0 0 0,-2 0-1 0 0,1 0 1 0 0,-1-1 0 0 0,0 0 0 0 0,-1-1-1 0 0,0 0 1 0 0,0 0 0 0 0,10-20-1 0 0,0-8 448 0 0,24-66-1 0 0,-27 63-291 0 0,1 1 0 0 0,26-46 0 0 0,-42 86-211 0 0,0 0 0 0 0,0-1 1 0 0,0 1-1 0 0,0 0 0 0 0,0-1 0 0 0,0 1 1 0 0,0 0-1 0 0,1 0 0 0 0,-1-1 0 0 0,0 1 1 0 0,0 0-1 0 0,0-1 0 0 0,0 1 0 0 0,0 0 1 0 0,0 0-1 0 0,1-1 0 0 0,-1 1 0 0 0,0 0 1 0 0,0 0-1 0 0,0-1 0 0 0,1 1 0 0 0,-1 0 1 0 0,0 0-1 0 0,0 0 0 0 0,1 0 0 0 0,-1-1 1 0 0,0 1-1 0 0,0 0 0 0 0,1 0 0 0 0,-1 0 1 0 0,0 0-1 0 0,1 0 0 0 0,-1 0 0 0 0,0 0 1 0 0,0 0-1 0 0,1 0 0 0 0,-1 0 0 0 0,0 0 1 0 0,1 0-1 0 0,-1 0 0 0 0,0 0 0 0 0,0 0 1 0 0,1 0-1 0 0,-1 0 0 0 0,0 0 0 0 0,1 0 1 0 0,-1 0-1 0 0,0 0 0 0 0,0 0 0 0 0,1 0 1 0 0,-1 1-1 0 0,0-1 0 0 0,0 0 0 0 0,1 0 1 0 0,-1 0-1 0 0,0 1 0 0 0,0-1 0 0 0,1 0 1 0 0,-1 0-1 0 0,0 1 0 0 0,0-1 0 0 0,0 0 1 0 0,1 1-1 0 0,5 31-105 0 0,-5 43-56 0 0,-1-54 159 0 0,0 1-1 0 0,1-1 1 0 0,0 0-1 0 0,2 0 1 0 0,1 0-1 0 0,11 37 1 0 0,-12-49-30 0 0,1 1 0 0 0,-1-1 0 0 0,2-1-1 0 0,-1 1 1 0 0,1-1 0 0 0,0 1 0 0 0,1-1 0 0 0,0-1 0 0 0,0 1 0 0 0,1-1 0 0 0,0 0 0 0 0,0-1-1 0 0,1 1 1 0 0,-1-2 0 0 0,1 1 0 0 0,16 7 0 0 0,-23-12 49 0 0,1 0-1 0 0,-1-1 1 0 0,1 1-1 0 0,0-1 1 0 0,-1 0-1 0 0,1 0 1 0 0,0 0-1 0 0,-1 1 1 0 0,1-1-1 0 0,0-1 1 0 0,-1 1-1 0 0,1 0 1 0 0,0 0-1 0 0,-1-1 1 0 0,1 1-1 0 0,0-1 1 0 0,-1 1-1 0 0,1-1 1 0 0,-1 0-1 0 0,1 1 1 0 0,-1-1-1 0 0,1 0 1 0 0,1-2-1 0 0,27-28 1368 0 0,-23 22-605 0 0,-6 8-345 0 0,2-2-289 0 0,-3 3-134 0 0,0 0 0 0 0,0-1 0 0 0,1 1 0 0 0,-1 0 0 0 0,0 0 0 0 0,0 0 1 0 0,0-1-1 0 0,0 1 0 0 0,0 0 0 0 0,1 0 0 0 0,-1 0 0 0 0,0 0 0 0 0,0-1 0 0 0,0 1 0 0 0,0 0 0 0 0,1 0 0 0 0,-1 0 0 0 0,0 0 1 0 0,0 0-1 0 0,1 0 0 0 0,-1 0 0 0 0,0 0 0 0 0,0-1 0 0 0,0 1 0 0 0,1 0 0 0 0,-1 0 0 0 0,0 0 0 0 0,0 0 0 0 0,1 0 0 0 0,-1 0 0 0 0,0 0 1 0 0,0 0-1 0 0,1 1 0 0 0,-1-1 0 0 0,0 0 0 0 0,0 0 0 0 0,0 0 0 0 0,1 0 0 0 0,-1 0 0 0 0,0 0 0 0 0,0 0 0 0 0,0 0 0 0 0,1 1 1 0 0,-1-1-1 0 0,0 0 0 0 0,55 27 148 0 0,3 2-2512 0 0,-19-12-6390 0 0</inkml:trace>
</inkml:ink>
</file>

<file path=ppt/ink/ink3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4:17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74 648 560 0 0,'-11'-15'1381'0'0,"1"0"0"0"0,1-2 1 0 0,0 1-1 0 0,1-1 0 0 0,0 0 0 0 0,-5-22 0 0 0,11 32-1189 0 0,1 1 0 0 0,0-1 0 0 0,0 0-1 0 0,1 0 1 0 0,0 1 0 0 0,0-1-1 0 0,0 0 1 0 0,1 0 0 0 0,0 0 0 0 0,0 1-1 0 0,1-1 1 0 0,0 1 0 0 0,0-1 0 0 0,1 1-1 0 0,-1-1 1 0 0,1 1 0 0 0,1 0-1 0 0,-1 0 1 0 0,1 1 0 0 0,7-9 0 0 0,-1 3-105 0 0,2 0 1 0 0,-1 0-1 0 0,2 1 1 0 0,-1 1-1 0 0,1 0 1 0 0,1 1-1 0 0,-1 0 0 0 0,1 1 1 0 0,1 1-1 0 0,15-5 1 0 0,0 1-13 0 0,0 2 0 0 0,0 1 0 0 0,0 2 1 0 0,40-3-1 0 0,-62 8-87 0 0,0 0 0 0 0,0 0 1 0 0,0 1-1 0 0,0 0 0 0 0,0 0 0 0 0,0 0 1 0 0,0 1-1 0 0,0 1 0 0 0,0-1 1 0 0,-1 1-1 0 0,1 1 0 0 0,-1-1 1 0 0,0 1-1 0 0,0 1 0 0 0,0-1 0 0 0,-1 1 1 0 0,0 0-1 0 0,1 0 0 0 0,-2 1 1 0 0,1 0-1 0 0,5 7 0 0 0,-8-8-21 0 0,1 1 0 0 0,-1-1 0 0 0,-1 1 0 0 0,1-1 0 0 0,-1 1 0 0 0,0 0 0 0 0,0 0 0 0 0,0 0 0 0 0,-1 0 0 0 0,0 0 0 0 0,0 1 0 0 0,-1-1 0 0 0,0 0 0 0 0,0 0 0 0 0,0 1-1 0 0,-1-1 1 0 0,0 0 0 0 0,0 0 0 0 0,-1 0 0 0 0,1 0 0 0 0,-1 0 0 0 0,0 0 0 0 0,-1 0 0 0 0,0-1 0 0 0,0 1 0 0 0,0-1 0 0 0,-7 9 0 0 0,0-2-8 0 0,-1 0 0 0 0,0-1 0 0 0,0 0-1 0 0,-1 0 1 0 0,-1-2 0 0 0,0 1 0 0 0,0-2 0 0 0,-23 12 0 0 0,18-11 11 0 0,0-1 1 0 0,-1-1-1 0 0,0 0 0 0 0,-1-1 1 0 0,1-2-1 0 0,-28 4 1 0 0,42-7 24 0 0,-3 0 6 0 0,-1 0-1 0 0,1-1 1 0 0,-1 0 0 0 0,1 0-1 0 0,-17-3 1 0 0,23 2-44 0 0,6-2-176 0 0,2-2 180 0 0,0 0-1 0 0,1 0 1 0 0,-1 1-1 0 0,1 0 1 0 0,0 1-1 0 0,0 0 1 0 0,1 0 0 0 0,-1 0-1 0 0,0 1 1 0 0,13-2-1 0 0,90-12-429 0 0,-72 12 339 0 0,11-2-17 0 0,141-22-578 0 0,-159 22 597 0 0,-1-1 0 0 0,0-2 0 0 0,57-25 0 0 0,-83 32 168 0 0,0 0 0 0 0,0 0 0 0 0,0 0 0 0 0,0 0 0 0 0,-1-1 0 0 0,1 0 0 0 0,-1 0-1 0 0,0 0 1 0 0,1 0 0 0 0,-1 0 0 0 0,-1-1 0 0 0,1 1 0 0 0,0-1 0 0 0,-1 0 0 0 0,0 0 0 0 0,0 0 0 0 0,0 0 0 0 0,2-8 0 0 0,-3 10 28 0 0,-9-6 31 0 0,7 7-94 0 0,1 0 0 0 0,-1 0 0 0 0,0 0 0 0 0,1 0 0 0 0,-1 0 0 0 0,0 0-1 0 0,0 0 1 0 0,1 0 0 0 0,-1 0 0 0 0,0 1 0 0 0,0-1 0 0 0,0 0 0 0 0,0 0 0 0 0,0 1 0 0 0,0-1 0 0 0,-2 0-1 0 0,-3 0 1 0 0,1 0-1 0 0,-1 0 0 0 0,0 1 1 0 0,1-1-1 0 0,-1 1 0 0 0,1 1 1 0 0,-1-1-1 0 0,0 1 0 0 0,1 0 1 0 0,-1 0-1 0 0,1 0 0 0 0,0 1 1 0 0,-1 0-1 0 0,1 0 0 0 0,0 0 1 0 0,0 1-1 0 0,0 0 0 0 0,0 0 1 0 0,1 0-1 0 0,-5 4 0 0 0,6-5-2 0 0,1 0 0 0 0,0 1 0 0 0,-1-1 0 0 0,1 0 0 0 0,1 1 0 0 0,-1-1 0 0 0,0 1 0 0 0,0 0-1 0 0,1 0 1 0 0,0-1 0 0 0,-1 1 0 0 0,1 0 0 0 0,0 0 0 0 0,0 0 0 0 0,1 0 0 0 0,-1 0 0 0 0,1 1-1 0 0,-1-1 1 0 0,1 0 0 0 0,0 0 0 0 0,0 0 0 0 0,1 0 0 0 0,-1 0 0 0 0,0 1 0 0 0,1-1-1 0 0,0 0 1 0 0,0 0 0 0 0,0 0 0 0 0,0 0 0 0 0,0-1 0 0 0,1 1 0 0 0,-1 0 0 0 0,1 0 0 0 0,0-1-1 0 0,0 1 1 0 0,0-1 0 0 0,3 4 0 0 0,0-2-10 0 0,0 1-1 0 0,-1-2 1 0 0,2 1 0 0 0,-1-1-1 0 0,0 1 1 0 0,0-1-1 0 0,1-1 1 0 0,0 1 0 0 0,-1-1-1 0 0,1 0 1 0 0,0 0-1 0 0,0-1 1 0 0,0 0 0 0 0,0 0-1 0 0,1 0 1 0 0,-1-1 0 0 0,0 0-1 0 0,0 0 1 0 0,12-2-1 0 0,-6 1-24 0 0,-1-1 0 0 0,0 0-1 0 0,0-1 1 0 0,0 0 0 0 0,0-1-1 0 0,0 0 1 0 0,-1-1-1 0 0,1 0 1 0 0,16-11 0 0 0,-14 4 56 0 0,-1 1-1 0 0,0-2 1 0 0,0 0 0 0 0,-2 0 0 0 0,1-1 0 0 0,9-17 0 0 0,5-6 468 0 0,-25 36-478 0 0,0 0-1 0 0,1 0 0 0 0,-1 0 1 0 0,1 0-1 0 0,-1 0 0 0 0,1 0 1 0 0,0 0-1 0 0,-1 0 0 0 0,1 0 1 0 0,0 0-1 0 0,0 0 1 0 0,-1 1-1 0 0,1-1 0 0 0,0 0 1 0 0,0 0-1 0 0,0 1 0 0 0,0-1 1 0 0,0 1-1 0 0,0-1 0 0 0,0 1 1 0 0,0-1-1 0 0,0 1 1 0 0,0 0-1 0 0,1-1 0 0 0,-1 1 1 0 0,2 0-1 0 0,-2 1-11 0 0,0 1 0 0 0,0 0 1 0 0,1-1-1 0 0,-1 1 0 0 0,-1 0 0 0 0,1 0 0 0 0,0 0 0 0 0,0-1 0 0 0,-1 1 1 0 0,1 0-1 0 0,0 4 0 0 0,13 33 48 0 0,-13-38-33 0 0,-1-1-19 0 0,0 1-1 0 0,0 0 1 0 0,1-1 0 0 0,-1 1-1 0 0,0 0 1 0 0,1-1 0 0 0,-1 1-1 0 0,0-1 1 0 0,1 1 0 0 0,-1 0 0 0 0,1-1-1 0 0,-1 1 1 0 0,1-1 0 0 0,-1 0-1 0 0,1 1 1 0 0,-1-1 0 0 0,1 1-1 0 0,0-1 1 0 0,-1 0 0 0 0,1 1 0 0 0,-1-1-1 0 0,1 0 1 0 0,0 0 0 0 0,-1 1-1 0 0,1-1 1 0 0,0 0 0 0 0,0 0-1 0 0,-1 0 1 0 0,1 0 0 0 0,0 0 0 0 0,-1 0-1 0 0,2 0 1 0 0,33-1-187 0 0,-22 0 127 0 0,19 0-145 0 0,-1 0 0 0 0,0-2 1 0 0,1-1-1 0 0,-1-2 0 0 0,-1-1 1 0 0,37-13-1 0 0,-57 17 242 0 0,0-1 0 0 0,0 0 0 0 0,-1-1 0 0 0,1 0 0 0 0,-1 0 0 0 0,0-1 0 0 0,-1 0 0 0 0,1-1 0 0 0,-1 0 0 0 0,-1 0 0 0 0,1 0 0 0 0,-1-1 0 0 0,-1 0 0 0 0,1-1 0 0 0,-1 0 0 0 0,-1 0 0 0 0,1 0 0 0 0,-2 0 0 0 0,1-1 0 0 0,-1 0 0 0 0,-1 0 0 0 0,3-10 0 0 0,-2 0 156 0 0,-1 1-1 0 0,-1-1 0 0 0,-1-31 1 0 0,-1 45-143 0 0,0 1 1 0 0,-1-1 0 0 0,0 0 0 0 0,0 1 0 0 0,0-1 0 0 0,-1 1 0 0 0,1-1 0 0 0,-2 1 0 0 0,1 0 0 0 0,0 0-1 0 0,-1 0 1 0 0,0 0 0 0 0,0 0 0 0 0,-1 0 0 0 0,1 1 0 0 0,-8-7 0 0 0,10 10-46 0 0,0 1 0 0 0,1 0 0 0 0,-1 0 0 0 0,0 0 1 0 0,0-1-1 0 0,0 1 0 0 0,0 0 0 0 0,0 0 0 0 0,0 1 0 0 0,0-1 1 0 0,0 0-1 0 0,0 0 0 0 0,0 0 0 0 0,0 0 0 0 0,0 1 0 0 0,1-1 0 0 0,-1 1 1 0 0,0-1-1 0 0,0 0 0 0 0,0 1 0 0 0,0-1 0 0 0,1 1 0 0 0,-1 0 0 0 0,0-1 1 0 0,1 1-1 0 0,-2 1 0 0 0,-18 18 7 0 0,14-11-6 0 0,1 0-1 0 0,0 1 0 0 0,0 0 1 0 0,1 0-1 0 0,1 0 1 0 0,0 0-1 0 0,0 1 0 0 0,1 0 1 0 0,0-1-1 0 0,0 1 0 0 0,1 17 1 0 0,1-13 5 0 0,0 0 0 0 0,1 0 0 0 0,1 0 0 0 0,0-1 0 0 0,1 1 0 0 0,1 0 0 0 0,10 25 1 0 0,-7-24-42 0 0,0 0 1 0 0,1-1 0 0 0,1 1-1 0 0,1-2 1 0 0,0 1 0 0 0,1-1-1 0 0,18 17 1 0 0,-23-25 11 0 0,0-1-1 0 0,1 0 1 0 0,0-1 0 0 0,0 1-1 0 0,0-1 1 0 0,1 0 0 0 0,-1-1 0 0 0,1 0-1 0 0,0 0 1 0 0,-1-1 0 0 0,2 0-1 0 0,-1 0 1 0 0,0-1 0 0 0,0 0-1 0 0,0 0 1 0 0,0-1 0 0 0,1 0-1 0 0,8-2 1 0 0,-8 0 19 0 0,1 0 0 0 0,0-1 0 0 0,-1 0 0 0 0,1-1 0 0 0,-1 0 0 0 0,0-1 0 0 0,0 1 0 0 0,-1-2 0 0 0,1 1-1 0 0,-1-1 1 0 0,10-10 0 0 0,-11 10 75 0 0,-1 1-1 0 0,0-1 0 0 0,0 0 0 0 0,-1-1 0 0 0,0 1 1 0 0,0-1-1 0 0,0 0 0 0 0,-1-1 0 0 0,0 1 0 0 0,-1-1 1 0 0,1 0-1 0 0,-1 0 0 0 0,3-14 0 0 0,2-10 605 0 0,-7 45-672 0 0,-1-3-53 0 0,1-1 0 0 0,0 1 0 0 0,0-1 0 0 0,1 0 0 0 0,0 1 0 0 0,7 16 0 0 0,-8-23 21 0 0,0-1 0 0 0,0 1 1 0 0,1-1-1 0 0,-1 0 1 0 0,1 1-1 0 0,0-1 0 0 0,0 0 1 0 0,0 0-1 0 0,-1 0 1 0 0,2 0-1 0 0,-1-1 1 0 0,0 1-1 0 0,0 0 0 0 0,1-1 1 0 0,-1 0-1 0 0,0 1 1 0 0,1-1-1 0 0,0 0 0 0 0,-1 0 1 0 0,1-1-1 0 0,0 1 1 0 0,-1 0-1 0 0,1-1 0 0 0,0 0 1 0 0,3 0-1 0 0,1 0 20 0 0,1-1-1 0 0,-1-1 1 0 0,0 0-1 0 0,0 0 0 0 0,0 0 1 0 0,0-1-1 0 0,0 0 1 0 0,10-5-1 0 0,1-2 205 0 0,0 2-1 0 0,1 0 1 0 0,0 1-1 0 0,0 1 1 0 0,37-7-1 0 0,-54 12-155 0 0,38 23-75 0 0,-6 10-3017 0 0,-15-23-3286 0 0,-4-5 3360 0 0</inkml:trace>
</inkml:ink>
</file>

<file path=ppt/ink/ink3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4:17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20 0 0,'3'-11'6289'0'0,"-3"11"-6218"0"0,0 0 0 0 0,0 0 0 0 0,0 0 0 0 0,0 0 0 0 0,0 0 0 0 0,0-1 0 0 0,0 1 0 0 0,0 0 1 0 0,0 0-1 0 0,0 0 0 0 0,0 0 0 0 0,0 0 0 0 0,0-1 0 0 0,0 1 0 0 0,0 0 0 0 0,0 0 0 0 0,0 0 0 0 0,0 0 0 0 0,0-1 1 0 0,0 1-1 0 0,0 0 0 0 0,0 0 0 0 0,0 0 0 0 0,1 0 0 0 0,-1 0 0 0 0,0 0 0 0 0,0-1 0 0 0,0 1 0 0 0,0 0 0 0 0,0 0 0 0 0,0 0 1 0 0,0 0-1 0 0,1 0 0 0 0,-1 0 0 0 0,0 0 0 0 0,0 0 0 0 0,0-1 0 0 0,0 1 0 0 0,0 0 0 0 0,1 0 0 0 0,-1 0 0 0 0,0 0 1 0 0,0 0-1 0 0,0 0 0 0 0,0 0 0 0 0,0 0 0 0 0,1 0 0 0 0,-1 0 0 0 0,0 0 0 0 0,0 0 0 0 0,0 0 0 0 0,0 0 0 0 0,1 0 1 0 0,-1 0-1 0 0,0 0 0 0 0,0 1 0 0 0,0-1 0 0 0,0 0 0 0 0,0 0 0 0 0,1 0 0 0 0,-1 0 0 0 0,0 0 0 0 0,0 0 0 0 0,0 0 1 0 0,0 0-1 0 0,0 1 0 0 0,3 3-23 0 0,-1-1 1 0 0,1 1 0 0 0,-1 0-1 0 0,1-1 1 0 0,0 0 0 0 0,0 0 0 0 0,1 0-1 0 0,-1 0 1 0 0,0 0 0 0 0,1 0-1 0 0,0-1 1 0 0,0 0 0 0 0,0 0-1 0 0,0 0 1 0 0,0 0 0 0 0,0 0 0 0 0,0-1-1 0 0,1 0 1 0 0,-1 0 0 0 0,8 1-1 0 0,-3-1 59 0 0,0-1 0 0 0,0 1 0 0 0,0-1 1 0 0,0-1-1 0 0,0 0 0 0 0,-1 0 0 0 0,1-1 0 0 0,0 0 0 0 0,-1 0 0 0 0,11-5 0 0 0,-17 6 238 0 0,3-1 250 0 0,0-1 0 0 0,1 0 0 0 0,-1 0 0 0 0,0-1 0 0 0,-1 1 0 0 0,1-1 0 0 0,0 0 0 0 0,5-8 0 0 0,-8 11 266 0 0,6 1-805 0 0,0 1 1 0 0,0 0-1 0 0,0 1 0 0 0,0 0 0 0 0,0 0 1 0 0,10 5-1 0 0,30 7-1099 0 0,-26-11 4 0 0,28 3-1726 0 0,-17-8-5307 0 0</inkml:trace>
</inkml:ink>
</file>

<file path=ppt/ink/ink3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4:17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20 116 0 0,'-14'-3'4644'0'0,"9"-4"-655"0"0,40-2-3521 0 0,-18 9-348 0 0,8 4-412 0 0,14 3-436 0 0,-7-2-660 0 0,9 1-1501 0 0,0 7 665 0 0</inkml:trace>
</inkml:ink>
</file>

<file path=ppt/ink/ink3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4:18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1684 0 0,'0'0'2168'0'0,"13"0"3497"0"0,4-1-1373 0 0,-7-6-1848 0 0,0 2-2444 0 0</inkml:trace>
</inkml:ink>
</file>

<file path=ppt/ink/ink3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02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1 440 0 0,'0'0'4140'0'0,"8"1"-1923"0"0</inkml:trace>
</inkml:ink>
</file>

<file path=ppt/ink/ink3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1044 0 0,'0'0'4601'0'0,"18"-8"-4161"0"0,1 11-624 0 0,3 1-2853 0 0,-4-3 1461 0 0</inkml:trace>
</inkml:ink>
</file>

<file path=ppt/ink/ink3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0 372 0 0,'1'4'2535'0'0,"2"1"1849"0"0</inkml:trace>
</inkml:ink>
</file>

<file path=ppt/ink/ink3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10:20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1 824 0 0,'0'12'2168'0'0</inkml:trace>
</inkml:ink>
</file>

<file path=ppt/ink/ink3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5:27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258 46 376 0 0,'-1'-16'3532'0'0,"-13"-12"1452"0"0,13 28-4928 0 0,1 0-1 0 0,-1-1 0 0 0,1 1 1 0 0,-1 0-1 0 0,1 0 1 0 0,-1 0-1 0 0,1-1 1 0 0,-1 1-1 0 0,1 0 0 0 0,-1 0 1 0 0,1 0-1 0 0,-1 0 1 0 0,1 0-1 0 0,-1 0 0 0 0,1 0 1 0 0,-1 0-1 0 0,1 0 1 0 0,-1 1-1 0 0,1-1 0 0 0,-1 0 1 0 0,1 0-1 0 0,-1 0 1 0 0,1 0-1 0 0,-1 1 0 0 0,1-1 1 0 0,-1 0-1 0 0,1 1 1 0 0,0-1-1 0 0,-1 0 0 0 0,1 1 1 0 0,-1-1-1 0 0,1 0 1 0 0,0 1-1 0 0,-1-1 1 0 0,1 1-1 0 0,0-1 0 0 0,0 1 1 0 0,-1-1-1 0 0,1 0 1 0 0,0 1-1 0 0,0-1 0 0 0,0 1 1 0 0,0-1-1 0 0,-1 1 1 0 0,1-1-1 0 0,0 2 0 0 0,-44 87 493 0 0,-37 106 0 0 0,78-186-539 0 0,-8 20 25 0 0,0 0 0 0 0,-2-1 0 0 0,-24 38 0 0 0,28-50-631 0 0,-5 4-3130 0 0</inkml:trace>
</inkml:ink>
</file>

<file path=ppt/ink/ink3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5:27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87 32 0 0,'-14'-1'3632'0'0,"7"1"-1804"0"0,10-1 243 0 0,246-28 217 0 0,-59 3-1435 0 0,-145 22-742 0 0,362-22-425 0 0,-402 26-105 0 0,1 1 0 0 0,-1-1 1 0 0,1 1-1 0 0,-1 0 0 0 0,0 1 0 0 0,8 2 0 0 0,-10 6-3324 0 0</inkml:trace>
</inkml:ink>
</file>

<file path=ppt/ink/ink3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5:27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64 928 0 0,'0'1'103'0'0,"0"-1"1"0"0,0 1-1 0 0,0-1 0 0 0,0 1 0 0 0,0-1 1 0 0,0 1-1 0 0,0 0 0 0 0,0-1 0 0 0,0 1 1 0 0,0-1-1 0 0,0 1 0 0 0,0 0 0 0 0,0-1 1 0 0,0 1-1 0 0,0-1 0 0 0,1 1 0 0 0,-1-1 1 0 0,0 1-1 0 0,0-1 0 0 0,1 1 1 0 0,-1-1-1 0 0,0 1 0 0 0,1-1 0 0 0,-1 1 1 0 0,1-1-1 0 0,-1 1 0 0 0,0-1 0 0 0,1 0 1 0 0,-1 1-1 0 0,1-1 0 0 0,-1 0 0 0 0,1 1 1 0 0,-1-1-1 0 0,1 0 0 0 0,0 0 0 0 0,-1 1 1 0 0,1-1-1 0 0,-1 0 0 0 0,1 0 0 0 0,-1 0 1 0 0,1 0-1 0 0,0 0 0 0 0,-1 0 0 0 0,1 0 1 0 0,-1 0-1 0 0,1 0 0 0 0,-1 0 0 0 0,1 0 1 0 0,0 0-1 0 0,-1 0 0 0 0,1-1 1 0 0,-1 1-1 0 0,1 0 0 0 0,45-8 501 0 0,-36 6-85 0 0,4-1-357 0 0,382-56 1081 0 0,-281 51-6370 0 0,-89 7 2930 0 0</inkml:trace>
</inkml:ink>
</file>

<file path=ppt/ink/ink3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5:28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56 80 0 0,'0'0'5368'0'0,"6"-8"-4941"0"0,-6 8-351 0 0,0-1 1 0 0,0 1-1 0 0,0 0 1 0 0,0 0-1 0 0,0-1 1 0 0,1 1-1 0 0,-1 0 1 0 0,0 0-1 0 0,0 0 1 0 0,0-1-1 0 0,0 1 1 0 0,1 0-1 0 0,-1 0 1 0 0,0 0-1 0 0,0 0 1 0 0,0-1-1 0 0,1 1 1 0 0,-1 0-1 0 0,0 0 1 0 0,0 0-1 0 0,1 0 1 0 0,-1 0-1 0 0,0 0 1 0 0,0 0-1 0 0,1 0 1 0 0,-1 0-1 0 0,0 0 1 0 0,0 0-1 0 0,1 0 1 0 0,-1 0-1 0 0,0 0 1 0 0,0 0-1 0 0,1 0 1 0 0,-1 0-1 0 0,0 0 1 0 0,0 0-1 0 0,1 0 1 0 0,-1 0-1 0 0,0 0 1 0 0,0 0-1 0 0,1 1 1 0 0,-1-1-1 0 0,0 0 1 0 0,0 0-1 0 0,0 0 1 0 0,1 0-1 0 0,-1 1 1 0 0,3 6-57 0 0,-1 0 0 0 0,1 0 0 0 0,-1 1 0 0 0,-1-1 1 0 0,1 0-1 0 0,-2 1 0 0 0,1 0 0 0 0,-1-1 0 0 0,0 1 0 0 0,-1 10 1 0 0,-1 0 28 0 0,0 0 0 0 0,-1-1 0 0 0,-9 28 0 0 0,12-43-38 0 0,-1 0 15 0 0,-2 4 1 0 0,3-4-14 0 0,-2 4-64 0 0,1-4 179 0 0,2-6 687 0 0,3-10-847 0 0,1 0 0 0 0,1 0 0 0 0,0 1 0 0 0,0-1 0 0 0,1 1 0 0 0,1 1 0 0 0,0-1 0 0 0,1 1 0 0 0,1 1 0 0 0,19-20 0 0 0,30-16-484 0 0,-58 46 419 0 0,-1 1-10 0 0,0-1 97 0 0,0 1 0 0 0,1-1 0 0 0,-1 1 0 0 0,0-1 0 0 0,0 1 0 0 0,0 0 0 0 0,1-1 0 0 0,-1 1 0 0 0,0-1 0 0 0,1 1 0 0 0,-1 0 0 0 0,0-1 0 0 0,1 1 1 0 0,-1 0-1 0 0,0 0 0 0 0,1-1 0 0 0,-1 1 0 0 0,0 0 0 0 0,1 0 0 0 0,-1-1 0 0 0,1 1 0 0 0,-1 0 0 0 0,1 0 0 0 0,-1 0 0 0 0,0 0 0 0 0,1 0 0 0 0,-1 0 0 0 0,1 0 0 0 0,-1 0 1 0 0,1 0-1 0 0,-1 0 0 0 0,1 0 0 0 0,-1 0 0 0 0,1 0 0 0 0,-1 0 0 0 0,0 0 0 0 0,1 0 0 0 0,-1 0 0 0 0,1 1 0 0 0,21 7-343 0 0,-19-5 331 0 0,1 1 0 0 0,-1 0 0 0 0,0 0-1 0 0,-1 0 1 0 0,1 0 0 0 0,-1 1-1 0 0,0-1 1 0 0,0 1 0 0 0,2 6-1 0 0,-1-4 19 0 0,-1-1 0 0 0,2 1 0 0 0,-1-1-1 0 0,0 1 1 0 0,6 6 0 0 0,-4-8 3 0 0,-1-1 1 0 0,1 1-1 0 0,0 0 1 0 0,0-1-1 0 0,0 0 1 0 0,1-1-1 0 0,0 1 0 0 0,-1-1 1 0 0,1 0-1 0 0,1 0 1 0 0,-1-1-1 0 0,0 1 1 0 0,0-2-1 0 0,1 1 1 0 0,13 1-1 0 0,-16-3 10 0 0,1 0 0 0 0,0 0-1 0 0,0-1 1 0 0,0 1 0 0 0,-1-1-1 0 0,1 0 1 0 0,0-1 0 0 0,-1 1-1 0 0,1-1 1 0 0,-1 0 0 0 0,0 0-1 0 0,1-1 1 0 0,-1 1 0 0 0,0-1 0 0 0,0 0-1 0 0,-1 0 1 0 0,1 0 0 0 0,0 0-1 0 0,-1-1 1 0 0,0 1 0 0 0,0-1-1 0 0,4-6 1 0 0,7-10 143 0 0,-6 10 184 0 0,0-1-1 0 0,-1 0 0 0 0,0 0 0 0 0,-1-1 1 0 0,0 0-1 0 0,-1 0 0 0 0,6-20 0 0 0,-10 30-63 0 0,-1-4-75 0 0,2 10 49 0 0,2 11 33 0 0,-3-13-353 0 0,-1 3 97 0 0,0 39 43 0 0,4 26-4045 0 0</inkml:trace>
</inkml:ink>
</file>

<file path=ppt/ink/ink3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5:29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33 720 0 0,'3'-12'1904'0'0,"-6"0"-700"0"0,8 3-1044 0 0</inkml:trace>
</inkml:ink>
</file>

<file path=ppt/ink/ink3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5:29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46 704 0 0,'-1'-23'2725'0'0,"1"21"-1878"0"0,-2-11 1716 0 0,3 12-2514 0 0,-1 1 0 0 0,0 0 0 0 0,0 0 0 0 0,0 0 0 0 0,0 0-1 0 0,0-1 1 0 0,0 1 0 0 0,0 0 0 0 0,0 0 0 0 0,0 0-1 0 0,0 0 1 0 0,0-1 0 0 0,0 1 0 0 0,0 0 0 0 0,0 0 0 0 0,0 0-1 0 0,0-1 1 0 0,0 1 0 0 0,0 0 0 0 0,0 0 0 0 0,0 0 0 0 0,0-1-1 0 0,0 1 1 0 0,0 0 0 0 0,0 0 0 0 0,0 0 0 0 0,0 0 0 0 0,0-1-1 0 0,0 1 1 0 0,0 0 0 0 0,-1 0 0 0 0,1 0 0 0 0,0 0-1 0 0,0 0 1 0 0,0-1 0 0 0,0 1 0 0 0,0 0 0 0 0,-1 0 0 0 0,1 0-1 0 0,0 0 1 0 0,0 0 0 0 0,0 0 0 0 0,0 0 0 0 0,-1 0 0 0 0,1 0-1 0 0,0-1 1 0 0,0 1 0 0 0,0 0 0 0 0,0 0 0 0 0,-1 0 0 0 0,1 0-1 0 0,0 0 1 0 0,0 0 0 0 0,0 0 0 0 0,-1 0 0 0 0,1 0-1 0 0,0 1 1 0 0,0-1 0 0 0,0 0 0 0 0,-1 0 0 0 0,1 0 0 0 0,0 0-1 0 0,0 0 1 0 0,-16 28 225 0 0,1 1-1 0 0,1 1 1 0 0,-13 44 0 0 0,-23 103 144 0 0,37-127-320 0 0,5-22-49 0 0,2 1-1 0 0,1 0 0 0 0,1 1 1 0 0,2-1-1 0 0,1 1 1 0 0,1-1-1 0 0,1 1 1 0 0,9 47-1 0 0,-10-74-38 0 0,1-1 1 0 0,0 1-1 0 0,-1 0 1 0 0,1 0-1 0 0,0 0 0 0 0,0-1 1 0 0,0 1-1 0 0,1 0 1 0 0,-1-1-1 0 0,1 1 0 0 0,-1-1 1 0 0,1 0-1 0 0,0 1 1 0 0,0-1-1 0 0,0 0 0 0 0,0 0 1 0 0,0 0-1 0 0,0-1 1 0 0,1 1-1 0 0,-1 0 0 0 0,0-1 1 0 0,6 3-1 0 0,-4-4 0 0 0,-1 0 0 0 0,1 0-1 0 0,-1 0 1 0 0,1 0 0 0 0,-1-1 0 0 0,0 0-1 0 0,1 1 1 0 0,-1-1 0 0 0,0-1 0 0 0,1 1-1 0 0,-1 0 1 0 0,0-1 0 0 0,0 1-1 0 0,0-1 1 0 0,0 0 0 0 0,0 0 0 0 0,0 0-1 0 0,4-5 1 0 0,10-9 371 0 0,0-1-1 0 0,-1 0 0 0 0,23-34 1 0 0,-23 35 394 0 0,-15 16-752 0 0,-1 0 0 0 0,0 0-1 0 0,0 0 1 0 0,1 0 0 0 0,-1 0-1 0 0,0 0 1 0 0,1 0 0 0 0,-1 0-1 0 0,0 0 1 0 0,1 0 0 0 0,-1 0-1 0 0,0 0 1 0 0,0 0 0 0 0,1 0 0 0 0,-1 1-1 0 0,0-1 1 0 0,0 0 0 0 0,1 0-1 0 0,-1 0 1 0 0,0 0 0 0 0,0 1-1 0 0,1-1 1 0 0,-1 0 0 0 0,0 0-1 0 0,0 0 1 0 0,0 1 0 0 0,1-1-1 0 0,-1 0 1 0 0,0 1 0 0 0,0-1-1 0 0,0 0 1 0 0,0 0 0 0 0,0 1 0 0 0,0-1-1 0 0,1 0 1 0 0,-1 1 0 0 0,3 19-1417 0 0,-3 6-4527 0 0,0-19 2736 0 0</inkml:trace>
</inkml:ink>
</file>

<file path=ppt/ink/ink3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5:29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44 304 0 0,'-3'-37'9291'0'0,"4"35"-9360"0"0,0-3 317 0 0</inkml:trace>
</inkml:ink>
</file>

<file path=ppt/ink/ink3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5:30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152 559 592 0 0,'0'0'718'0'0,"1"-5"-45"0"0,2-19 5155 0 0,-8 28-5706 0 0,4-3-119 0 0,-25 19 260 0 0,1 2 0 0 0,1 0 0 0 0,-32 39 0 0 0,38-27 343 0 0,84-79-738 0 0,-48 30 33 0 0,-10 9 83 0 0,-7 5 6 0 0,0 0 0 0 0,0 0 0 0 0,-1 1 0 0 0,1-1 0 0 0,0 0 0 0 0,0 1 0 0 0,0-1 0 0 0,0 1 0 0 0,0-1 0 0 0,0 1 0 0 0,0-1 0 0 0,0 1 0 0 0,0-1 0 0 0,0 1 0 0 0,0 0 0 0 0,0 0 0 0 0,0-1 0 0 0,1 1 0 0 0,-1 0 0 0 0,0 0 0 0 0,2 1 1 0 0,-1-1-11 0 0,1 0 4 0 0,40 8-9 0 0,-39-6 24 0 0,0-1-1 0 0,0-1 0 0 0,0 1 0 0 0,0-1 1 0 0,0 1-1 0 0,0-1 0 0 0,0 0 0 0 0,4-1 1 0 0,4 0 5 0 0,0 0 1 0 0,0-1 0 0 0,0-1-1 0 0,-1 0 1 0 0,1-1 0 0 0,-1 0-1 0 0,0 0 1 0 0,0-1 0 0 0,0-1 0 0 0,-1 0-1 0 0,0 0 1 0 0,0-1 0 0 0,-1 0-1 0 0,10-10 1 0 0,1-2 89 0 0,-1-2-1 0 0,-1-1 0 0 0,-1 0 1 0 0,-1-1-1 0 0,-1-1 1 0 0,-1 0-1 0 0,-1-1 0 0 0,-1 0 1 0 0,-2-1-1 0 0,0-1 0 0 0,-2 1 1 0 0,-1-1-1 0 0,6-41 1 0 0,-8 37 358 0 0,-2-1 0 0 0,-1 1 0 0 0,-2-43 0 0 0,-1 72-334 0 0,0 1-52 0 0,1 1-62 0 0,0-1-1 0 0,0 1 0 0 0,-1 0 0 0 0,1-1 1 0 0,0 1-1 0 0,0 0 0 0 0,-1 0 1 0 0,1-1-1 0 0,0 1 0 0 0,0 0 0 0 0,-1 0 1 0 0,1 0-1 0 0,0-1 0 0 0,0 1 1 0 0,-1 0-1 0 0,1 0 0 0 0,0 0 0 0 0,-1 0 1 0 0,1 0-1 0 0,0-1 0 0 0,-1 1 1 0 0,1 0-1 0 0,0 0 0 0 0,-1 0 0 0 0,1 0 1 0 0,0 0-1 0 0,-1 0 0 0 0,1 0 1 0 0,0 0-1 0 0,-1 0 0 0 0,1 1 0 0 0,0-1 1 0 0,-1 0-1 0 0,1 0 0 0 0,0 0 1 0 0,-1 0-1 0 0,1 0 0 0 0,-9 10 1 0 0,1-1 0 0 0,0 1 0 0 0,0 0 0 0 0,1 1 0 0 0,1-1 0 0 0,0 2 0 0 0,0-1-1 0 0,1 0 1 0 0,0 1 0 0 0,1 0 0 0 0,1 0 0 0 0,0 0 0 0 0,0 1 0 0 0,0 13 0 0 0,-1 10 21 0 0,2 0 0 0 0,2 1 1 0 0,6 62-1 0 0,-3-81-41 0 0,0 1 0 0 0,1-1 0 0 0,1 1 0 0 0,11 25 0 0 0,-13-36 5 0 0,1-1-1 0 0,-1 1 1 0 0,1-1 0 0 0,0 0-1 0 0,1 0 1 0 0,0-1 0 0 0,0 1-1 0 0,1-1 1 0 0,-1 0 0 0 0,1 0-1 0 0,0-1 1 0 0,10 7 0 0 0,-13-11 32 0 0,0 0 0 0 0,0 0 1 0 0,0 0-1 0 0,0 0 0 0 0,0 0 0 0 0,0-1 1 0 0,0 0-1 0 0,0 1 0 0 0,0-1 0 0 0,0 0 1 0 0,0 0-1 0 0,0-1 0 0 0,0 1 0 0 0,0-1 1 0 0,0 1-1 0 0,0-1 0 0 0,0 0 0 0 0,0 0 0 0 0,0-1 1 0 0,0 1-1 0 0,-1 0 0 0 0,1-1 0 0 0,3-2 1 0 0,0 0 260 0 0,0 0 0 0 0,-1-1-1 0 0,0 0 1 0 0,1 0 0 0 0,-1 0 0 0 0,-1 0 0 0 0,1-1 0 0 0,5-9 0 0 0,-9 13 40 0 0,14-16 1544 0 0</inkml:trace>
</inkml:ink>
</file>

<file path=ppt/ink/ink3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5:31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33 816 0 0,'4'-26'7449'0'0,"-2"19"-11492"0"0</inkml:trace>
</inkml:ink>
</file>

<file path=ppt/ink/ink3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5:31.7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32 128 0 0,'0'0'4985'0'0,"2"-4"-4375"0"0,0 2-450 0 0,0 0 1 0 0,0 0-1 0 0,0 0 0 0 0,0 0 1 0 0,0 0-1 0 0,1 0 0 0 0,-1 1 0 0 0,1-1 1 0 0,-1 1-1 0 0,1 0 0 0 0,-1-1 0 0 0,1 1 1 0 0,0 0-1 0 0,-1 1 0 0 0,1-1 1 0 0,0 0-1 0 0,3 1 0 0 0,1-1 96 0 0,1 0 0 0 0,-1 1 0 0 0,1 0 0 0 0,0 1 0 0 0,-1-1-1 0 0,15 5 1 0 0,-16-4-180 0 0,0 0 0 0 0,-1 0-1 0 0,1 1 1 0 0,-1 0 0 0 0,1 0 0 0 0,-1 1-1 0 0,0-1 1 0 0,0 1 0 0 0,0 0-1 0 0,0 1 1 0 0,0-1 0 0 0,-1 1-1 0 0,1 0 1 0 0,-1 0 0 0 0,0 0 0 0 0,0 1-1 0 0,-1 0 1 0 0,1-1 0 0 0,-1 1-1 0 0,4 8 1 0 0,-6-9-57 0 0,0-1 1 0 0,-1 1-1 0 0,1 0 0 0 0,-1 0 0 0 0,0-1 1 0 0,0 1-1 0 0,0 0 0 0 0,0 0 0 0 0,-1-1 1 0 0,1 1-1 0 0,-1 0 0 0 0,0-1 0 0 0,0 1 1 0 0,0-1-1 0 0,-1 1 0 0 0,1-1 0 0 0,-1 1 1 0 0,0-1-1 0 0,0 0 0 0 0,0 0 0 0 0,-4 4 1 0 0,-4 4 30 0 0,-1 0 0 0 0,-1-1 0 0 0,0-1 0 0 0,-15 10 0 0 0,17-13-16 0 0,1 1-1 0 0,0 0 0 0 0,0 0 1 0 0,0 1-1 0 0,-12 14 0 0 0,18-19-22 0 0,-5 9 40 0 0,16-6-35 0 0,20-4-14 0 0,-25-2 4 0 0,27 0-10 0 0,-1 2 0 0 0,1 2 0 0 0,-1 0 1 0 0,0 2-1 0 0,33 11 0 0 0,-55-15-14 0 0,1 2 0 0 0,-1-1 0 0 0,0 1 1 0 0,0 0-1 0 0,0 0 0 0 0,-1 1 0 0 0,0-1 0 0 0,1 2 0 0 0,-2-1 0 0 0,9 10 0 0 0,-10-10-7 0 0,-1 0 0 0 0,0 0 0 0 0,-1 0 0 0 0,1 0-1 0 0,-1 0 1 0 0,0 1 0 0 0,0-1 0 0 0,-1 1 0 0 0,1 0 0 0 0,-1-1-1 0 0,-1 1 1 0 0,1 0 0 0 0,-1 0 0 0 0,0-1 0 0 0,0 1-1 0 0,-2 8 1 0 0,0-5 5 0 0,0-1 0 0 0,-1 1-1 0 0,0-1 1 0 0,0 1 0 0 0,-1-1 0 0 0,0 0 0 0 0,0 0-1 0 0,-1-1 1 0 0,0 1 0 0 0,-1-1 0 0 0,1 0 0 0 0,-1-1-1 0 0,-1 1 1 0 0,-8 6 0 0 0,1-1-3 0 0,-1 0 0 0 0,-1-2 0 0 0,0 1 0 0 0,0-2 0 0 0,-32 13 0 0 0,45-20 27 0 0,-18 6 51 0 0,0 0-1 0 0,0-1 1 0 0,-26 4-1 0 0,44-10 122 0 0,8-7-135 0 0,15-17-13 0 0,2 1-1 0 0,0 1 1 0 0,2 1-1 0 0,25-17 1 0 0,-17 13-18 0 0,25-22 36 0 0,-1-3-1 0 0,-3-1 1 0 0,-2-3-1 0 0,-2-3 1 0 0,70-103-1 0 0,-105 134 810 0 0,-2-1-1 0 0,19-52 0 0 0,-21 49 227 0 0,-9 27-330 0 0,-3 9-666 0 0,-1 3-38 0 0,0 1-1 0 0,2-1 0 0 0,-1 1 1 0 0,1-1-1 0 0,1 1 0 0 0,0 0 1 0 0,0-1-1 0 0,1 1 0 0 0,0 0 1 0 0,1-1-1 0 0,5 15 0 0 0,-5-18-176 0 0,1 0-1 0 0,0-1 0 0 0,0 0 0 0 0,0 1 1 0 0,1-1-1 0 0,0 0 0 0 0,0-1 1 0 0,1 1-1 0 0,0-1 0 0 0,-1 0 0 0 0,2 0 1 0 0,8 6-1 0 0,-9-7-921 0 0,1 0 1 0 0,0-1-1 0 0,-1 0 1 0 0,1 0-1 0 0,0 0 0 0 0,1-1 1 0 0,-1 0-1 0 0,8 1 1 0 0,2 0-2658 0 0</inkml:trace>
</inkml:ink>
</file>

<file path=ppt/ink/ink3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5:32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4 708 0 0,'-1'-4'7908'0'0,"28"4"-5486"0"0,54 5-3591 0 0,-59-4 1823 0 0,49 0-2564 0 0,-25-4-2355 0 0,-21 0 1817 0 0</inkml:trace>
</inkml:ink>
</file>

<file path=ppt/ink/ink3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5:35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215 421 604 0 0,'-22'-37'7526'0'0,"22"36"-6847"0"0,-12-21 1002 0 0,10 21-1666 0 0,1 1 0 0 0,-1-1 0 0 0,1 1 0 0 0,-1-1 0 0 0,1 1 0 0 0,-1-1 0 0 0,1 1 0 0 0,-1 0 0 0 0,1 0 0 0 0,-1 0-1 0 0,1 0 1 0 0,-1 0 0 0 0,1 0 0 0 0,-1 0 0 0 0,1 0 0 0 0,-1 1 0 0 0,1-1 0 0 0,-1 1 0 0 0,1-1 0 0 0,-1 1 0 0 0,-2 1 0 0 0,-1 1-3 0 0,0 0 1 0 0,0 1 0 0 0,0-1 0 0 0,1 1 0 0 0,-9 8 0 0 0,0 4-25 0 0,0 0 1 0 0,-17 28 0 0 0,21-29 59 0 0,1 1-1 0 0,0 0 1 0 0,1 1 0 0 0,1-1-1 0 0,-7 29 1 0 0,12-44-2 0 0,2 1-25 0 0,-1 0 0 0 0,0 1 0 0 0,0-1 0 0 0,1 0 0 0 0,-1 0 0 0 0,1 0-1 0 0,-1 0 1 0 0,1 0 0 0 0,0 1 0 0 0,2 2 0 0 0,0-4-3 0 0,0 0 0 0 0,0 0 0 0 0,0-1-1 0 0,0 1 1 0 0,0-1 0 0 0,0 1 0 0 0,0-1-1 0 0,0 0 1 0 0,0 0 0 0 0,0 0-1 0 0,0-1 1 0 0,0 1 0 0 0,1-1 0 0 0,-2 0-1 0 0,1 0 1 0 0,0 0 0 0 0,0 0 0 0 0,0 0-1 0 0,0-1 1 0 0,0 1 0 0 0,-1-1 0 0 0,1 0-1 0 0,-1 1 1 0 0,1-1 0 0 0,3-5 0 0 0,5-2 148 0 0,-1-1 1 0 0,0-1-1 0 0,0 1 1 0 0,9-15 0 0 0,-18 23-57 0 0,-1 2-104 0 0,0 0 0 0 0,0-1 0 0 0,0 1 0 0 0,0 0 0 0 0,-1-1 0 0 0,1 1 0 0 0,0-1 0 0 0,0 1 0 0 0,0 0 0 0 0,0-1 0 0 0,0 1 0 0 0,0 0 0 0 0,0-1 0 0 0,0 1 0 0 0,1-1 1 0 0,-1 1-1 0 0,0 0 0 0 0,0-1 0 0 0,0 1 0 0 0,0 0 0 0 0,0-1 0 0 0,1 1 0 0 0,-1 0 0 0 0,0 0 0 0 0,0-1 0 0 0,0 1 0 0 0,1 0 0 0 0,-1-1 0 0 0,0 1 0 0 0,1 0 0 0 0,-1 0 1 0 0,0-1-1 0 0,0 1 0 0 0,1 0 0 0 0,-1 0 0 0 0,0 0 0 0 0,1 0 0 0 0,-1 0 0 0 0,1-1 0 0 0,-1 1 0 0 0,0 0 0 0 0,1 0 0 0 0,-1 0 0 0 0,0 0 0 0 0,1 0 0 0 0,-1 0 0 0 0,0 0 0 0 0,1 0 1 0 0,-1 0-1 0 0,1 0 0 0 0,-1 0 0 0 0,0 0 0 0 0,1 1 0 0 0,-1-1 0 0 0,0 0 0 0 0,1 0 0 0 0,-1 0 0 0 0,0 0 0 0 0,1 1 0 0 0,24 18-2 0 0,-13-9 27 0 0,-7-8-25 0 0,0 0 0 0 0,0 0-1 0 0,1 0 1 0 0,-1-1-1 0 0,0 0 1 0 0,1 0 0 0 0,-1 0-1 0 0,1-1 1 0 0,-1 0 0 0 0,1 0-1 0 0,-1 0 1 0 0,1-1 0 0 0,-1 0-1 0 0,1 0 1 0 0,-1 0 0 0 0,0-1-1 0 0,1 1 1 0 0,-1-1 0 0 0,0-1-1 0 0,8-4 1 0 0,4-1 31 0 0,0-2 1 0 0,-1 0-1 0 0,0-1 1 0 0,25-22-1 0 0,-31 22 37 0 0,-1 0 0 0 0,1-1 0 0 0,-2 0 0 0 0,0 0 0 0 0,0-1 0 0 0,-1 0 0 0 0,-1 0 0 0 0,0-1 0 0 0,0 1 0 0 0,4-24 0 0 0,-3 7 55 0 0,-1 0-1 0 0,-1-1 1 0 0,-2 0 0 0 0,0-32-1 0 0,-3 58-124 0 0,0-24 118 0 0,-7-54 0 0 0,7 81-109 0 0,1-6-17 0 0,-1 8 0 0 0,0 0 0 0 0,0 0 0 0 0,0 0-1 0 0,0 0 1 0 0,0 0 0 0 0,0 0 0 0 0,-1 0-1 0 0,1 0 1 0 0,0 1 0 0 0,0-1-1 0 0,0 0 1 0 0,0 0 0 0 0,0 0 0 0 0,0 0-1 0 0,0 0 1 0 0,0 0 0 0 0,-1 0 0 0 0,1 0-1 0 0,0 0 1 0 0,0 0 0 0 0,0 0 0 0 0,0 0-1 0 0,0 0 1 0 0,0 0 0 0 0,0 0-1 0 0,0 0 1 0 0,-1 0 0 0 0,1 0 0 0 0,0 0-1 0 0,0 0 1 0 0,0 0 0 0 0,0 0 0 0 0,0 0-1 0 0,0 0 1 0 0,0-1 0 0 0,0 1-1 0 0,-1 0 1 0 0,1 0 0 0 0,0 0 0 0 0,0 0-1 0 0,0 0 1 0 0,0 0 0 0 0,0 0 0 0 0,0 0-1 0 0,0 0 1 0 0,0-1 0 0 0,-11 21-9 0 0,1 0 0 0 0,1 1 0 0 0,1 0-1 0 0,0 0 1 0 0,2 1 0 0 0,1 0 0 0 0,0 0 0 0 0,2 0 0 0 0,0 0 0 0 0,1 32 0 0 0,2-36 16 0 0,0 0-1 0 0,2 0 1 0 0,0-1-1 0 0,1 1 1 0 0,0 0-1 0 0,2-1 1 0 0,0 0-1 0 0,1 0 1 0 0,0 0-1 0 0,2-1 1 0 0,0 0-1 0 0,1 0 1 0 0,19 26-1 0 0,-25-38 78 0 0,1-1-1 0 0,-1 0 1 0 0,1-1 0 0 0,0 1-1 0 0,-1-1 1 0 0,1 1 0 0 0,0-1-1 0 0,1 0 1 0 0,-1-1 0 0 0,0 1-1 0 0,0-1 1 0 0,1 1 0 0 0,-1-1-1 0 0,1-1 1 0 0,-1 1 0 0 0,1-1-1 0 0,-1 1 1 0 0,1-1 0 0 0,-1-1 0 0 0,1 1-1 0 0,-1-1 1 0 0,1 1 0 0 0,-1-1-1 0 0,1-1 1 0 0,-1 1 0 0 0,0-1-1 0 0,0 1 1 0 0,1-1 0 0 0,-1 0-1 0 0,0-1 1 0 0,-1 1 0 0 0,1-1-1 0 0,0 1 1 0 0,-1-1 0 0 0,1 0-1 0 0,-1-1 1 0 0,4-4 0 0 0,-6 6 276 0 0,4-5 418 0 0,-2 1-3159 0 0</inkml:trace>
</inkml:ink>
</file>

<file path=ppt/ink/ink3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5:36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66 64 0 0,'16'-57'9120'0'0,"-16"55"-8062"0"0,2-5-528 0 0,17 37-7286 0 0,-16-24 4496 0 0</inkml:trace>
</inkml:ink>
</file>

<file path=ppt/ink/ink3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5:36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86 268 0 0,'1'-3'613'0'0,"-1"0"-1"0"0,1-1 1 0 0,-1 1-1 0 0,0 0 1 0 0,0 0-1 0 0,-1 0 1 0 0,1-1-1 0 0,-1 1 1 0 0,1 0-1 0 0,-1 0 1 0 0,0 0 0 0 0,0 0-1 0 0,-3-5 1 0 0,3 5-449 0 0,0 1 1 0 0,0 0 0 0 0,-1 0-1 0 0,1-1 1 0 0,0 1 0 0 0,-1 0-1 0 0,0 1 1 0 0,0-1 0 0 0,1 0-1 0 0,-1 0 1 0 0,0 1-1 0 0,0-1 1 0 0,-1 1 0 0 0,1-1-1 0 0,0 1 1 0 0,0 0 0 0 0,-1 0-1 0 0,1 0 1 0 0,0 0 0 0 0,-1 1-1 0 0,1-1 1 0 0,-1 1 0 0 0,1-1-1 0 0,-1 1 1 0 0,0 0 0 0 0,-4 0-1 0 0,2 2-119 0 0,1 0 0 0 0,-1 0 0 0 0,1 0 0 0 0,-1 1 0 0 0,1 0 0 0 0,0 0 0 0 0,0 0 0 0 0,0 0 0 0 0,0 0 0 0 0,-5 8 0 0 0,-2-1 30 0 0,7-7-53 0 0,-3 3-2 0 0,0-1 1 0 0,0 1-1 0 0,1 1 0 0 0,-1-1 0 0 0,1 1 0 0 0,1 0 0 0 0,-1 0 0 0 0,1 1 0 0 0,1-1 0 0 0,-1 1 1 0 0,1 0-1 0 0,1 1 0 0 0,-1-1 0 0 0,2 1 0 0 0,-1-1 0 0 0,1 1 0 0 0,-2 14 0 0 0,4-22-16 0 0,0 0 0 0 0,0 0 0 0 0,0 1 0 0 0,0-1 0 0 0,0 0 0 0 0,0 0 0 0 0,0 0 0 0 0,1 1 0 0 0,-1-1 0 0 0,0 0 0 0 0,1 0 0 0 0,-1 0 0 0 0,0 0 0 0 0,1 0 0 0 0,0 0 0 0 0,-1 1 0 0 0,1-1 0 0 0,0 0 0 0 0,-1-1 0 0 0,1 1 0 0 0,0 0 0 0 0,0 0 0 0 0,0 0 0 0 0,0 0 0 0 0,0-1-1 0 0,0 1 1 0 0,0 0 0 0 0,0-1 0 0 0,0 1 0 0 0,0-1 0 0 0,0 1 0 0 0,0-1 0 0 0,1 0 0 0 0,-1 1 0 0 0,0-1 0 0 0,0 0 0 0 0,0 0 0 0 0,1 0 0 0 0,-1 0 0 0 0,2 0 0 0 0,3 0 8 0 0,1 0 0 0 0,-1-1 0 0 0,0 1 0 0 0,0-1 0 0 0,0-1 1 0 0,7-1-1 0 0,6-6 16 0 0,0 0 1 0 0,-1-1 0 0 0,0-1-1 0 0,23-17 1 0 0,-25 16-53 0 0,1 0 1 0 0,1 1 0 0 0,0 1-1 0 0,25-10 1 0 0,-41 19 19 0 0,-1 1 0 0 0,0-1 0 0 0,1 1 0 0 0,-1 0 0 0 0,0 0-1 0 0,1 0 1 0 0,-1 0 0 0 0,0 0 0 0 0,1 0 0 0 0,-1 0 0 0 0,0 0 0 0 0,1 0 0 0 0,-1 1 0 0 0,0-1 0 0 0,1 0 0 0 0,-1 1 0 0 0,0-1 0 0 0,0 1 0 0 0,0 0 0 0 0,1-1 0 0 0,-1 1 0 0 0,0 0 0 0 0,0 0 0 0 0,0 0 0 0 0,0-1 0 0 0,0 1 0 0 0,0 0 0 0 0,0 1 0 0 0,-1-1 0 0 0,1 0 0 0 0,0 0 0 0 0,0 0 0 0 0,-1 0 0 0 0,1 2 0 0 0,1 2-9 0 0,0-1 1 0 0,0 0 0 0 0,-1 1 0 0 0,0-1 0 0 0,0 1-1 0 0,0 0 1 0 0,0 7 0 0 0,-1-10-1 0 0,1-1 21 0 0,-1 0 0 0 0,1-1 0 0 0,0 1 0 0 0,0 0 0 0 0,0-1 0 0 0,-1 1-1 0 0,1 0 1 0 0,0-1 0 0 0,0 0 0 0 0,0 1 0 0 0,0-1 0 0 0,0 1 0 0 0,0-1 0 0 0,0 0 0 0 0,0 0-1 0 0,0 1 1 0 0,0-1 0 0 0,0 0 0 0 0,0 0 0 0 0,0 0 0 0 0,0 0 0 0 0,1-1 0 0 0,18-10 44 0 0,21-14 194 0 0,0 3 1 0 0,49-20 0 0 0,-86 41-235 0 0,-1 1 1 0 0,0-1-1 0 0,0 1 0 0 0,0-1 1 0 0,0 1-1 0 0,0 0 1 0 0,1 0-1 0 0,-1 1 0 0 0,0-1 1 0 0,0 1-1 0 0,0-1 1 0 0,0 1-1 0 0,0 0 0 0 0,0 0 1 0 0,0 0-1 0 0,0 1 1 0 0,5 2-1 0 0,-2 0-591 0 0,0 0-1 0 0,-1 0 1 0 0,1 0-1 0 0,-1 1 1 0 0,0-1 0 0 0,7 10-1 0 0</inkml:trace>
</inkml:ink>
</file>

<file path=ppt/ink/ink3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5:37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56 20 0 0,'-1'-1'224'0'0,"0"1"0"0"0,0-1 0 0 0,1 1 1 0 0,-1-1-1 0 0,0 1 0 0 0,1-1 0 0 0,-1 1 0 0 0,1-1 0 0 0,-1 0 1 0 0,0 0-1 0 0,1 1 0 0 0,0-1 0 0 0,-1 0 0 0 0,1 0 0 0 0,-1 1 1 0 0,1-1-1 0 0,0 0 0 0 0,0 0 0 0 0,-1 0 0 0 0,1 0 0 0 0,0 0 1 0 0,0 1-1 0 0,0-1 0 0 0,0 0 0 0 0,0 0 0 0 0,0 0 0 0 0,0 0 1 0 0,1-1-1 0 0,-1 1-90 0 0,1-1 1 0 0,0 1-1 0 0,0 0 0 0 0,0-1 1 0 0,0 1-1 0 0,0 0 1 0 0,0 0-1 0 0,1 0 1 0 0,-1 0-1 0 0,0 0 1 0 0,0 0-1 0 0,1 0 1 0 0,-1 1-1 0 0,1-1 0 0 0,-1 0 1 0 0,1 1-1 0 0,2-2 1 0 0,9-1 87 0 0,0 0 0 0 0,0 0 0 0 0,1 1 0 0 0,-1 1 0 0 0,0 0 1 0 0,1 0-1 0 0,0 2 0 0 0,23 3 0 0 0,-6 1-2327 0 0,0 2 0 0 0,49 18-1 0 0,-50-14-494 0 0</inkml:trace>
</inkml:ink>
</file>

<file path=ppt/ink/ink3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5:37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0 543 16410 0 0,'3'12'3756'0'0,"-1"-5"-837"0"0</inkml:trace>
  <inkml:trace contextRef="#ctx0" brushRef="#br0" timeOffset="1">42 149 17822 0 0,'-1'-41'684'0'0,"-10"-65"0"0"0,11 105-1530 0 0</inkml:trace>
</inkml:ink>
</file>

<file path=ppt/ink/ink3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5:40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53 8 0 0,'17'-52'12714'0'0,"-18"60"-12536"0"0,-45 315 1554 0 0,36-266-1529 0 0,5-26-638 0 0,-1 0 1 0 0,-2 0 0 0 0,-15 39-1 0 0,22-68-222 0 0</inkml:trace>
</inkml:ink>
</file>

<file path=ppt/ink/ink3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5:41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1 157 456 0 0,'0'0'3458'0'0,"5"-2"-3082"0"0,105-37 964 0 0,1 4 0 0 0,190-33 0 0 0,-210 55-2215 0 0,-81 14 596 0 0</inkml:trace>
</inkml:ink>
</file>

<file path=ppt/ink/ink3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5:42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0 236 500 0 0,'0'0'2570'0'0,"29"13"-867"0"0,36-17-683 0 0,0-3 0 0 0,102-24-1 0 0,-69 12-1264 0 0,-71 14 72 0 0,9-1-640 0 0,0-1 0 0 0,-1-1 1 0 0,0-2-1 0 0,61-27 0 0 0,-92 35 1001 0 0,0 0 0 0 0,-1 0 0 0 0,1 0 0 0 0,-1 0 0 0 0,1-1 0 0 0,-1 1 0 0 0,0-1 0 0 0,0 0 0 0 0,0 0-1 0 0,0-1 1 0 0,0 1 0 0 0,3-6 0 0 0,-6 8 265 0 0,0 0-384 0 0,0 1 1 0 0,1 0-1 0 0,-1 0 0 0 0,0 0 1 0 0,0 0-1 0 0,1-1 0 0 0,-1 1 1 0 0,0 0-1 0 0,0 0 0 0 0,0 0 1 0 0,0-1-1 0 0,1 1 0 0 0,-1 0 1 0 0,0 0-1 0 0,0-1 0 0 0,0 1 1 0 0,0 0-1 0 0,0 0 0 0 0,0-1 1 0 0,0 1-1 0 0,0 0 0 0 0,0 0 1 0 0,0-1-1 0 0,0 1 0 0 0,0 0 1 0 0,0-1-1 0 0,0 1 0 0 0,0 0 1 0 0,0 0-1 0 0,0-1 0 0 0,0 1 1 0 0,0 0-1 0 0,0 0 0 0 0,0-1 1 0 0,0 1-1 0 0,0 0 0 0 0,0 0 1 0 0,-1-1-1 0 0,-3 0-18 0 0,0 1 0 0 0,0-1-1 0 0,-1 1 1 0 0,1 0 0 0 0,0 1 0 0 0,0-1-1 0 0,-1 1 1 0 0,1-1 0 0 0,0 1 0 0 0,0 0-1 0 0,0 1 1 0 0,0-1 0 0 0,0 1 0 0 0,0 0-1 0 0,0 0 1 0 0,1 0 0 0 0,-1 0 0 0 0,1 1-1 0 0,-1-1 1 0 0,1 1 0 0 0,0 0 0 0 0,0 0-1 0 0,0 0 1 0 0,1 0 0 0 0,-1 1 0 0 0,1-1-1 0 0,-4 7 1 0 0,3-6-21 0 0,0 1-1 0 0,0 0 1 0 0,0 0 0 0 0,0 0 0 0 0,1 0-1 0 0,0 0 1 0 0,0 1 0 0 0,1-1-1 0 0,-1 1 1 0 0,1-1 0 0 0,0 1-1 0 0,1-1 1 0 0,-1 1 0 0 0,1 0-1 0 0,0-1 1 0 0,0 1 0 0 0,1 0 0 0 0,0-1-1 0 0,0 1 1 0 0,0-1 0 0 0,3 8-1 0 0,-1-7-9 0 0,0-1 0 0 0,0-1-1 0 0,0 1 1 0 0,1 0 0 0 0,0-1-1 0 0,-1 1 1 0 0,1-1 0 0 0,1 0-1 0 0,-1-1 1 0 0,1 1 0 0 0,-1-1 0 0 0,1 0-1 0 0,0 0 1 0 0,0 0 0 0 0,1-1-1 0 0,-1 1 1 0 0,0-1 0 0 0,1-1-1 0 0,-1 1 1 0 0,1-1 0 0 0,0 0-1 0 0,0 0 1 0 0,-1-1 0 0 0,1 1-1 0 0,0-1 1 0 0,0 0 0 0 0,-1-1-1 0 0,1 0 1 0 0,6-1 0 0 0,-5 0 21 0 0,0 0 1 0 0,0 0-1 0 0,0 0 1 0 0,0-1-1 0 0,-1 0 0 0 0,1-1 1 0 0,-1 0-1 0 0,1 0 1 0 0,-1 0-1 0 0,-1-1 1 0 0,1 1-1 0 0,-1-1 0 0 0,1-1 1 0 0,-1 1-1 0 0,-1-1 1 0 0,1 0-1 0 0,-1 0 1 0 0,0 0-1 0 0,0-1 1 0 0,-1 1-1 0 0,0-1 0 0 0,3-10 1 0 0,8-37 372 0 0,-13 52-349 0 0,0-16 143 0 0,-1 17-207 0 0,1 1 0 0 0,-1-1 0 0 0,0 0 0 0 0,0 1 0 0 0,0-1 0 0 0,0 1 0 0 0,0-1 0 0 0,0 1 0 0 0,0-1 0 0 0,-1 0 0 0 0,1 1 0 0 0,0-1 0 0 0,0 1 0 0 0,0-1 0 0 0,0 1 0 0 0,-1-1 0 0 0,1 1 0 0 0,0-1 0 0 0,-1 1 0 0 0,1-1 0 0 0,0 1 0 0 0,-1-1 0 0 0,1 1 0 0 0,-1-1 0 0 0,1 1 1 0 0,0 0-1 0 0,-1-1 0 0 0,1 1 0 0 0,-1 0 0 0 0,1 0 0 0 0,-1-1 0 0 0,1 1 0 0 0,-1 0 0 0 0,0 0 0 0 0,1-1 0 0 0,-1 1 0 0 0,0 0 0 0 0,-56 14-43 0 0,56-13 42 0 0,-6 2-15 0 0,5-2 9 0 0,-15 3-126 0 0,53-13 123 0 0,0 2-1 0 0,0 1 0 0 0,73-1 1 0 0,-99 7-17 0 0,0 0 1 0 0,0 0-1 0 0,0 1 0 0 0,0 1 1 0 0,0 0-1 0 0,-1 0 0 0 0,1 1 1 0 0,-1 0-1 0 0,1 0 0 0 0,-1 1 1 0 0,0 1-1 0 0,-1 0 1 0 0,1 0-1 0 0,-1 0 0 0 0,0 1 1 0 0,0 0-1 0 0,0 1 0 0 0,-1 0 1 0 0,0 0-1 0 0,8 10 0 0 0,-14-13 61 0 0,1 0 0 0 0,0 1 0 0 0,-1-1-1 0 0,0 0 1 0 0,1 0 0 0 0,-2 1-1 0 0,1-1 1 0 0,-1 1 0 0 0,1-1 0 0 0,-1 0-1 0 0,0 1 1 0 0,-1-1 0 0 0,1 1-1 0 0,-1-1 1 0 0,0 0 0 0 0,0 1 0 0 0,0-1-1 0 0,0 0 1 0 0,-1 0 0 0 0,0 0 0 0 0,0 0-1 0 0,0 0 1 0 0,0 0 0 0 0,-1 0-1 0 0,1-1 1 0 0,-1 1 0 0 0,0-1 0 0 0,-6 6 981 0 0,11-14-767 0 0,6-10-104 0 0,0 0 1 0 0,1 0-1 0 0,0 1 0 0 0,1 1 0 0 0,1-1 0 0 0,0 2 1 0 0,14-13-1 0 0,101-80-272 0 0,-111 93-76 0 0,34-19-2214 0 0,4 6-4277 0 0,-53 25 6571 0 0,25-12-3455 0 0</inkml:trace>
</inkml:ink>
</file>

<file path=ppt/ink/ink3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5:45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56 1192 0 0,'6'-34'8805'0'0,"-2"22"-5404"0"0,-2 5-651 0 0,-1 5-1802 0 0,-8 4-5627 0 0,5-1 4300 0 0,0 0 0 0 0,0 1-1 0 0,0-1 1 0 0,0 0-1 0 0,0 1 1 0 0,0-1-1 0 0,0 1 1 0 0,0 0-1 0 0,1 0 1 0 0,-3 2-1 0 0,1 0-1686 0 0,-6 4-1411 0 0</inkml:trace>
</inkml:ink>
</file>

<file path=ppt/ink/ink3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5:46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59 40 0 0,'-3'18'20110'0'0,"20"-57"-20721"0"0,4 14-4153 0 0,-19 22 4031 0 0,0 1-733 0 0,10-5-7846 0 0</inkml:trace>
</inkml:ink>
</file>

<file path=ppt/ink/ink3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5:46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59 548 0 0,'0'0'7166'0'0,"21"-20"-3988"0"0,-3 12-2727 0 0,1 2 0 0 0,-1 0 0 0 0,1 1 0 0 0,0 1 0 0 0,31-3 0 0 0,-30 5-772 0 0,1 1 0 0 0,37 4 1 0 0,-53-3 53 0 0,-1 1 1 0 0,1 0-1 0 0,-1 0 1 0 0,0 0-1 0 0,1 1 0 0 0,-1-1 1 0 0,0 1-1 0 0,0 0 1 0 0,5 4-1 0 0,13 19-5786 0 0</inkml:trace>
  <inkml:trace contextRef="#ctx0" brushRef="#br0" timeOffset="1">137 223 528 0 0,'-15'8'1160'0'0,"1"0"0"0"0,-1 1-1 0 0,-20 16 1228 0 0,40-21-1501 0 0,-5-4-853 0 0,0 1 0 0 0,1 0 1 0 0,-1-1-1 0 0,1 1 0 0 0,-1-1 0 0 0,0 1 0 0 0,1-1 1 0 0,-1 1-1 0 0,1-1 0 0 0,-1 1 0 0 0,1-1 0 0 0,-1 0 1 0 0,1 1-1 0 0,-1-1 0 0 0,1 0 0 0 0,0 1 0 0 0,-1-1 1 0 0,1 0-1 0 0,-1 0 0 0 0,1 1 0 0 0,0-1 0 0 0,-1 0 1 0 0,1 0-1 0 0,1 0 0 0 0,55-2 734 0 0,-1-3 0 0 0,69-14 0 0 0,33-16-6846 0 0,-129 28 3639 0 0</inkml:trace>
</inkml:ink>
</file>

<file path=ppt/ink/ink3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5:46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1 1036 0 0,'-5'7'10718'0'0,"5"-7"-10495"0"0,-5 28 2190 0 0,1 28-2014 0 0,2-11 431 0 0,-2 0 1 0 0,-10 52-1 0 0,-13-7-1787 0 0,20-72-984 0 0,-1-1 0 0 0,-18 30 0 0 0,22-39-2036 0 0</inkml:trace>
</inkml:ink>
</file>

<file path=ppt/ink/ink3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5:47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0 756 0 0,'0'0'11332'0'0,"-1"30"-8523"0"0,-15 46-957 0 0,-13 146 1 0 0,29-217-2204 0 0,-7 47 58 0 0,-5-30-2666 0 0,12-21 2494 0 0,-1 0-1 0 0,0-1 0 0 0,0 1 1 0 0,0 0-1 0 0,0 0 1 0 0,0-1-1 0 0,-1 1 0 0 0,1-1 1 0 0,0 1-1 0 0,0-1 0 0 0,0 1 1 0 0,0-1-1 0 0,-1 0 0 0 0,1 0 1 0 0,0 1-1 0 0,0-1 1 0 0,-2 0-1 0 0</inkml:trace>
</inkml:ink>
</file>

<file path=ppt/ink/ink3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5:47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72 964 0 0,'0'0'3464'0'0,"7"-3"-2713"0"0,31-7-178 0 0,1 3 0 0 0,0 0 0 0 0,0 3 0 0 0,0 1 0 0 0,44 3 1 0 0,13-2-66 0 0,414-18 1761 0 0,-444 13-2022 0 0,-44 3 336 0 0,0 2 0 0 0,37 0 0 0 0,-59 2-575 0 0,1 0 0 0 0,-1 0-1 0 0,0 0 1 0 0,0 0-1 0 0,1 0 1 0 0,-1 0 0 0 0,0 0-1 0 0,0 0 1 0 0,0 1 0 0 0,1-1-1 0 0,-1 0 1 0 0,0 0 0 0 0,0 0-1 0 0,0 0 1 0 0,0 1 0 0 0,1-1-1 0 0,-1 0 1 0 0,0 0 0 0 0,0 0-1 0 0,0 0 1 0 0,0 1-1 0 0,0-1 1 0 0,0 0 0 0 0,1 0-1 0 0,-1 1 1 0 0,0-1 0 0 0,0 0-1 0 0,0 0 1 0 0,0 0 0 0 0,0 1-1 0 0,0-1 1 0 0,0 0 0 0 0,0 0-1 0 0,0 1 1 0 0,0-1 0 0 0,0 0-1 0 0,0 0 1 0 0,0 1-1 0 0,0-1 1 0 0,-1 0 0 0 0,1 0-1 0 0,0 0 1 0 0,0 1 0 0 0,0-1-1 0 0,0 0 1 0 0,0 0 0 0 0,0 0-1 0 0,0 1 1 0 0,-1-1 0 0 0,1 0-1 0 0,0 0 1 0 0,0 0 0 0 0,0 0-1 0 0,0 0 1 0 0,-1 1-1 0 0,1-1 1 0 0,0 0 0 0 0,0 0-1 0 0,-1 0 1 0 0,1 0 0 0 0,0 0-1 0 0,0 0 1 0 0,0 0 0 0 0,-1 0-1 0 0,1 0 1 0 0,0 0 0 0 0,0 0-1 0 0,-1 0 1 0 0,-12 11 8 0 0,3-5 22 0 0,1 1 0 0 0,-1 1-1 0 0,1-1 1 0 0,1 1-1 0 0,-1 1 1 0 0,1 0 0 0 0,-10 15-1 0 0,16-21-31 0 0,0 0 0 0 0,1 0 0 0 0,-1 0 0 0 0,1 0 0 0 0,0 0-1 0 0,0 0 1 0 0,0 0 0 0 0,0 1 0 0 0,1-1 0 0 0,-1 0 0 0 0,1 1-1 0 0,0-1 1 0 0,0 1 0 0 0,0-1 0 0 0,0 0 0 0 0,0 1 0 0 0,1-1-1 0 0,0 0 1 0 0,0 0 0 0 0,0 1 0 0 0,0-1 0 0 0,0 0 0 0 0,0 0-1 0 0,1 0 1 0 0,0 0 0 0 0,-1 0 0 0 0,1 0 0 0 0,0-1 0 0 0,1 1 0 0 0,3 4-1 0 0,-1-3 53 0 0,-1 0-1 0 0,1 0 0 0 0,1-1 0 0 0,-1 1 1 0 0,0-1-1 0 0,1 0 0 0 0,0 0 0 0 0,0-1 1 0 0,0 0-1 0 0,0 0 0 0 0,0 0 0 0 0,0-1 1 0 0,0 1-1 0 0,0-2 0 0 0,1 1 0 0 0,-1-1 1 0 0,0 0-1 0 0,1 0 0 0 0,-1 0 0 0 0,0-1 1 0 0,1 0-1 0 0,6-3 0 0 0,-9 3 68 0 0,1 0-1 0 0,-1 0 1 0 0,0-1 0 0 0,0 1-1 0 0,0-1 1 0 0,0-1 0 0 0,0 1-1 0 0,0 0 1 0 0,-1-1 0 0 0,1 0-1 0 0,-1 1 1 0 0,0-2-1 0 0,0 1 1 0 0,0 0 0 0 0,0 0-1 0 0,0-1 1 0 0,-1 0 0 0 0,1 1-1 0 0,-1-1 1 0 0,0 0 0 0 0,0 0-1 0 0,-1 0 1 0 0,1-1-1 0 0,-1 1 1 0 0,0 0 0 0 0,0-1-1 0 0,0 1 1 0 0,-1 0 0 0 0,1-1-1 0 0,-1 1 1 0 0,0-1 0 0 0,-1-4-1 0 0,0 5-174 0 0,0 0-1 0 0,0 0 1 0 0,0 0 0 0 0,-1 0 0 0 0,1 0-1 0 0,-1 0 1 0 0,0 0 0 0 0,0 0-1 0 0,-1 0 1 0 0,1 1 0 0 0,-1-1-1 0 0,1 1 1 0 0,-1 0 0 0 0,0 0-1 0 0,-1 0 1 0 0,1 0 0 0 0,0 1-1 0 0,-1-1 1 0 0,0 1 0 0 0,1 0-1 0 0,-1 0 1 0 0,0 0 0 0 0,0 0-1 0 0,0 1 1 0 0,0-1 0 0 0,0 1-1 0 0,-6-1 1 0 0,-14-2-2066 0 0,1 0 0 0 0,-1 1 0 0 0,-40 1 0 0 0,46 2-254 0 0,-16 0-1906 0 0</inkml:trace>
</inkml:ink>
</file>

<file path=ppt/ink/ink3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5:49.8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1 101 444 0 0,'0'0'1795'0'0,"8"-41"5144"0"0,2 34-6737 0 0,1 0-1 0 0,0 0 1 0 0,0 1 0 0 0,0 0-1 0 0,1 1 1 0 0,0 1-1 0 0,0 0 1 0 0,1 0-1 0 0,-1 1 1 0 0,1 1 0 0 0,-1 0-1 0 0,1 0 1 0 0,0 2-1 0 0,0-1 1 0 0,0 2 0 0 0,-1 0-1 0 0,1 0 1 0 0,14 4-1 0 0,-10-2-151 0 0,-1 1 0 0 0,0 1-1 0 0,0 1 1 0 0,-1 0 0 0 0,1 1 0 0 0,-2 0-1 0 0,1 1 1 0 0,-1 1 0 0 0,0 0 0 0 0,0 1-1 0 0,-1 0 1 0 0,-1 1 0 0 0,19 22 0 0 0,-25-26-33 0 0,0 0 0 0 0,-1 1 0 0 0,0 0 0 0 0,0-1 0 0 0,-1 2 1 0 0,0-1-1 0 0,0 0 0 0 0,-1 1 0 0 0,4 15 0 0 0,-7-20-4 0 0,1 0-1 0 0,-1 1 0 0 0,0-1 1 0 0,0 0-1 0 0,-1 0 1 0 0,1 0-1 0 0,-1 0 1 0 0,0 0-1 0 0,0 0 1 0 0,-1 0-1 0 0,1 0 0 0 0,-1 0 1 0 0,1 0-1 0 0,-1 0 1 0 0,-1-1-1 0 0,1 1 1 0 0,0-1-1 0 0,-1 0 0 0 0,0 1 1 0 0,1-1-1 0 0,-1 0 1 0 0,-1-1-1 0 0,-5 6 1 0 0,6-6 50 0 0,0 0 0 0 0,0 1 0 0 0,0-1 1 0 0,0 0-1 0 0,0 0 0 0 0,0 0 0 0 0,-1-1 1 0 0,1 1-1 0 0,-1-1 0 0 0,1 0 0 0 0,-1 0 1 0 0,1 0-1 0 0,-1-1 0 0 0,0 1 0 0 0,0-1 1 0 0,1 0-1 0 0,-1 0 0 0 0,0 0 0 0 0,0 0 1 0 0,1-1-1 0 0,-7-1 0 0 0,9 1-32 0 0,0 0 1 0 0,0 0-1 0 0,0-1 1 0 0,0 1-1 0 0,0 0 0 0 0,1-1 1 0 0,-1 1-1 0 0,1-1 1 0 0,-1 1-1 0 0,1-1 0 0 0,-1 1 1 0 0,1-1-1 0 0,0 1 1 0 0,0-1-1 0 0,-1 0 0 0 0,1 1 1 0 0,1-1-1 0 0,-1-2 0 0 0,0 3-32 0 0,1-6 8 0 0,0-1 1 0 0,1 1 0 0 0,0 0 0 0 0,0 0-1 0 0,1 0 1 0 0,-1 0 0 0 0,2 0-1 0 0,-1 0 1 0 0,1 1 0 0 0,0 0-1 0 0,9-12 1 0 0,2 0-48 0 0,2 0 0 0 0,21-18 0 0 0,-18 19-10 0 0,0 0 1 0 0,40-23 0 0 0,-51 35 18 0 0,0 0 0 0 0,0 1 0 0 0,1 0 0 0 0,-1 1 0 0 0,1-1 0 0 0,0 2 1 0 0,0 0-1 0 0,0 0 0 0 0,17-1 0 0 0,-24 4 19 0 0,0-1-1 0 0,0 1 1 0 0,0 0 0 0 0,0 0-1 0 0,0 0 1 0 0,0 0-1 0 0,0 0 1 0 0,0 1 0 0 0,0-1-1 0 0,-1 1 1 0 0,1 0 0 0 0,-1 0-1 0 0,1 0 1 0 0,-1 0-1 0 0,0 0 1 0 0,1 1 0 0 0,-1-1-1 0 0,-1 0 1 0 0,1 1 0 0 0,0 0-1 0 0,0-1 1 0 0,-1 1-1 0 0,0 0 1 0 0,1 0 0 0 0,0 6-1 0 0,3 5-7 0 0,0 0-1 0 0,-2 0 0 0 0,4 29 0 0 0,-6-25 42 0 0,-1 1 0 0 0,-1-1-1 0 0,0 1 1 0 0,-6 23-1 0 0,-2 41-1555 0 0,9-81 1291 0 0,0 1 0 0 0,0-1 0 0 0,1 0 0 0 0,-1 0 0 0 0,1 0 1 0 0,0 1-1 0 0,-1-1 0 0 0,1 0 0 0 0,0 0 0 0 0,0 0 0 0 0,3 3 1 0 0,10 9-5095 0 0,-1-7 2203 0 0</inkml:trace>
</inkml:ink>
</file>

<file path=ppt/ink/ink3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5:50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0 768 0 0,'0'0'11426'0'0,"-1"7"-11055"0"0,-26 131 1558 0 0,19-89-1079 0 0,-18 65-1 0 0,25-111-991 0 0,1-1 0 0 0,-1 1-1 0 0,0-1 1 0 0,0 0 0 0 0,0 1-1 0 0,0-1 1 0 0,0 0 0 0 0,0 0-1 0 0,-1 0 1 0 0,1 0-1 0 0,-1 0 1 0 0,0 0 0 0 0,1 0-1 0 0,-4 2 1 0 0,3-3-371 0 0,0-1 281 0 0,0 0 0 0 0,0 0 0 0 0,-1 0 0 0 0,1-1 0 0 0,0 1 0 0 0,-1-1 0 0 0,1 1 0 0 0,0-1 0 0 0,0 0 0 0 0,0 0 0 0 0,0 0 0 0 0,-4-3 0 0 0,-26-35-5509 0 0,19 22 3049 0 0</inkml:trace>
</inkml:ink>
</file>

<file path=ppt/ink/ink3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5:50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69 384 0 0,'3'-30'3099'0'0,"4"25"-2924"0"0,0 1 1 0 0,0 0-1 0 0,0 0 1 0 0,1 0-1 0 0,0 1 1 0 0,0 0-1 0 0,0 0 1 0 0,0 1-1 0 0,0 0 1 0 0,1 0-1 0 0,-1 1 1 0 0,1 0-1 0 0,-1 1 1 0 0,1 0-1 0 0,14 1 1 0 0,16 3 305 0 0,76 17 0 0 0,-86-14-325 0 0,0 2 0 0 0,-1 0 0 0 0,0 2 0 0 0,-1 2 0 0 0,0 0 0 0 0,33 23 0 0 0,-44-26-91 0 0,0 2-1 0 0,-1 0 0 0 0,0 0 1 0 0,-1 2-1 0 0,-1 0 0 0 0,0 0 1 0 0,-1 1-1 0 0,-1 1 0 0 0,0 0 1 0 0,16 33-1 0 0,-24-43-49 0 0,0 0 0 0 0,-1 0 0 0 0,0 1 0 0 0,0-1 1 0 0,-1 1-1 0 0,1-1 0 0 0,-2 1 0 0 0,1-1 0 0 0,-1 1 0 0 0,0-1 0 0 0,0 1 1 0 0,0 0-1 0 0,-1-1 0 0 0,0 1 0 0 0,-1-1 0 0 0,-2 10 0 0 0,0-8-1 0 0,0-1 0 0 0,0 0 0 0 0,0 0 1 0 0,-1-1-1 0 0,0 1 0 0 0,0-1 0 0 0,-1 0 0 0 0,0 0 0 0 0,0-1 0 0 0,0 0 0 0 0,0 0 0 0 0,-1 0 0 0 0,-7 3 1 0 0,-16 8 15 0 0,-1-1 1 0 0,1-2 0 0 0,-2-1-1 0 0,0-1 1 0 0,-60 11 0 0 0,12-9 213 0 0,-103 4 1 0 0,163-15-61 0 0,-1-2 0 0 0,1 0 0 0 0,0-1 0 0 0,-35-7 0 0 0,55 8-184 0 0,0 0 0 0 0,-1 0-1 0 0,1 0 1 0 0,0-1 0 0 0,0 1 0 0 0,-1 0 0 0 0,1-1 0 0 0,0 1-1 0 0,0 0 1 0 0,0 0 0 0 0,0-1 0 0 0,-1 1 0 0 0,1 0 0 0 0,0-1-1 0 0,0 1 1 0 0,0 0 0 0 0,0-1 0 0 0,0 1 0 0 0,0 0 0 0 0,0-1-1 0 0,0 1 1 0 0,0 0 0 0 0,0-1 0 0 0,0 1 0 0 0,0 0-1 0 0,0-1 1 0 0,0 1 0 0 0,0 0 0 0 0,0-1 0 0 0,0 1 0 0 0,0 0-1 0 0,0-1 1 0 0,0 1 0 0 0,1 0 0 0 0,-1-1 0 0 0,0 1 0 0 0,0 0-1 0 0,0-1 1 0 0,1 1 0 0 0,-1 0 0 0 0,0 0 0 0 0,0-1 0 0 0,1 1-1 0 0,-1 0 1 0 0,0 0 0 0 0,1 0 0 0 0,-1-1 0 0 0,0 1-1 0 0,1 0 1 0 0,-1 0 0 0 0,0 0 0 0 0,1 0 0 0 0,-1 0 0 0 0,1 0-1 0 0,14-12-56 0 0,-15 12 57 0 0,22-11-93 0 0,0 2-1 0 0,1 0 1 0 0,0 1-1 0 0,1 1 0 0 0,28-4 1 0 0,18-6-222 0 0,86-26-224 0 0,391-126 468 0 0,-494 144 628 0 0,-42 18 3 0 0,0 1-1 0 0,1 1 0 0 0,-1 0 1 0 0,1 1-1 0 0,25-6 0 0 0,-39 12-546 0 0,0 0-1 0 0,0 0 0 0 0,1 0 1 0 0,-1 0-1 0 0,1 1 1 0 0,-1-1-1 0 0,1 0 0 0 0,0 1 1 0 0,-2 2-1 0 0,2-2-11 0 0,-1 0 1 0 0,0 0-1 0 0,1 0 0 0 0,0 0 0 0 0,0 1 0 0 0,0-1 0 0 0,0 0 0 0 0,0 1 1 0 0,1-1-1 0 0,-1 0 0 0 0,1 1 0 0 0,0-1 0 0 0,0 1 0 0 0,0-1 0 0 0,0 0 1 0 0,1 1-1 0 0,0-1 0 0 0,-1 0 0 0 0,1 1 0 0 0,0-1 0 0 0,1 0 0 0 0,-1 0 1 0 0,0 0-1 0 0,1 0 0 0 0,0 0 0 0 0,0 0 0 0 0,0 0 0 0 0,0 0 1 0 0,0-1-1 0 0,0 1 0 0 0,1-1 0 0 0,-1 0 0 0 0,1 0 0 0 0,0 0 0 0 0,0 0 1 0 0,4 3-1 0 0,-1-2 75 0 0,-1 1 0 0 0,1-1 1 0 0,0 1-1 0 0,0-2 0 0 0,1 1 1 0 0,-1-1-1 0 0,1 0 0 0 0,-1 0 1 0 0,1-1-1 0 0,0 1 0 0 0,-1-2 1 0 0,1 1-1 0 0,0-1 0 0 0,0 0 1 0 0,0 0-1 0 0,11-3 0 0 0,-17 3-34 0 0,0-1 0 0 0,0 1 0 0 0,0-1 0 0 0,0 1-1 0 0,0-1 1 0 0,0 0 0 0 0,0 0 0 0 0,-1 1-1 0 0,1-1 1 0 0,0 0 0 0 0,0 0 0 0 0,-1 0 0 0 0,1 0-1 0 0,-1 0 1 0 0,1 0 0 0 0,-1 0 0 0 0,1 0-1 0 0,-1 0 1 0 0,1 0 0 0 0,-1 0 0 0 0,0 0 0 0 0,0 0-1 0 0,1-1 1 0 0,-1 1 0 0 0,0 0 0 0 0,0 0 0 0 0,0 0-1 0 0,0 0 1 0 0,-1 0 0 0 0,1-1 0 0 0,0 1-1 0 0,-1-1 1 0 0,-12-35 450 0 0,8 30-472 0 0,1 1 0 0 0,-1-1 0 0 0,0 1-1 0 0,-1 0 1 0 0,1 1 0 0 0,-1-1 0 0 0,0 1 0 0 0,0 1-1 0 0,-1-1 1 0 0,0 1 0 0 0,0 0 0 0 0,0 0 0 0 0,0 1-1 0 0,0 0 1 0 0,-9-2 0 0 0,5 2-682 0 0,0 0 1 0 0,0 1-1 0 0,-22-1 1 0 0,-36 8-6979 0 0,43-1 3801 0 0</inkml:trace>
</inkml:ink>
</file>

<file path=ppt/ink/ink3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5:54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30 168 0 0,'2'-19'5414'0'0,"3"8"2536"0"0,-2 24-7861 0 0,-1 0 0 0 0,0 0 0 0 0,-1 0 0 0 0,0 0 0 0 0,-1 0 0 0 0,0 0 0 0 0,-3 15-1 0 0,-21 101 623 0 0,10-65-346 0 0,9-42-248 0 0,-1 1 1 0 0,-16 36-1 0 0,22-58-337 0 0,-2-33-9893 0 0,4 11 7107 0 0</inkml:trace>
</inkml:ink>
</file>

<file path=ppt/ink/ink3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5:54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1 240 744 0 0,'18'-19'849'0'0,"1"1"-1"0"0,1 1 0 0 0,1 1 1 0 0,1 0-1 0 0,0 2 1 0 0,0 0-1 0 0,27-10 1 0 0,7-1 408 0 0,111-31 1 0 0,-144 50-1175 0 0,0 1 1 0 0,0 2-1 0 0,0 0 1 0 0,28 0-1 0 0,-50 3-138 0 0,0 0-1 0 0,0 0 0 0 0,1 0 0 0 0,-1 0 1 0 0,0 0-1 0 0,0 0 0 0 0,0 1 1 0 0,1-1-1 0 0,-1 0 0 0 0,0 1 0 0 0,0-1 1 0 0,0 0-1 0 0,0 1 0 0 0,0 0 1 0 0,0-1-1 0 0,0 1 0 0 0,0 0 0 0 0,0-1 1 0 0,0 1-1 0 0,0 0 0 0 0,0 0 1 0 0,0 0-1 0 0,0 0 0 0 0,-1 0 0 0 0,1 0 1 0 0,0 0-1 0 0,-1 0 0 0 0,1 0 1 0 0,-1 0-1 0 0,1 0 0 0 0,-1 0 0 0 0,0 1 1 0 0,1-1-1 0 0,-1 2 0 0 0,0-1-218 0 0,0 0 1 0 0,0 1-1 0 0,0-1 0 0 0,0 0 0 0 0,0 1 0 0 0,-1-1 0 0 0,1 0 1 0 0,-1 1-1 0 0,0-1 0 0 0,1 0 0 0 0,-1 0 0 0 0,0 0 0 0 0,-1 0 1 0 0,1 0-1 0 0,0 0 0 0 0,-2 2 0 0 0,-10 9-1901 0 0</inkml:trace>
</inkml:ink>
</file>

<file path=ppt/ink/ink3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5:54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0 116 348 0 0,'0'0'749'0'0,"25"14"2188"0"0,3-15-2292 0 0,0-1 0 0 0,0-2-1 0 0,0 0 1 0 0,-1-2 0 0 0,0-1 0 0 0,30-12 0 0 0,26-5 193 0 0,0 0-193 0 0,66-14 1224 0 0,-147 37-1357 0 0,-5 2-498 0 0,1 0-1 0 0,0 0 0 0 0,0-1 0 0 0,0 1 0 0 0,0 0 1 0 0,0 1-1 0 0,0-1 0 0 0,0 0 0 0 0,0 1 1 0 0,1-1-1 0 0,-4 3 0 0 0,1 0 16 0 0,-17 8 78 0 0,2 1 0 0 0,-1 1 0 0 0,2 1 0 0 0,-27 26 1 0 0,41-37-93 0 0,1 0 1 0 0,0-1-1 0 0,0 1 1 0 0,1 0-1 0 0,-1 1 1 0 0,1-1 0 0 0,0 0-1 0 0,0 1 1 0 0,0 0-1 0 0,1-1 1 0 0,-1 1-1 0 0,0 8 1 0 0,2-10-9 0 0,0 0 0 0 0,0 0 0 0 0,1 1-1 0 0,0-1 1 0 0,-1 0 0 0 0,1 0 0 0 0,0 0 0 0 0,0 0 0 0 0,1 0-1 0 0,-1 0 1 0 0,1 0 0 0 0,-1 0 0 0 0,1 0 0 0 0,0 0 0 0 0,0-1 0 0 0,0 1-1 0 0,0-1 1 0 0,1 0 0 0 0,-1 1 0 0 0,1-1 0 0 0,2 2 0 0 0,1 0 17 0 0,1-1 1 0 0,-1 1-1 0 0,1-1 1 0 0,-1 0-1 0 0,1-1 1 0 0,0 0-1 0 0,0 0 1 0 0,1 0-1 0 0,-1-1 1 0 0,0 0-1 0 0,0 0 1 0 0,1-1-1 0 0,-1 0 1 0 0,0 0-1 0 0,1-1 1 0 0,-1 0 0 0 0,0 0-1 0 0,0 0 1 0 0,1-1-1 0 0,-1-1 1 0 0,-1 1-1 0 0,13-6 1 0 0,-16 6 31 0 0,1 0 1 0 0,0 0 0 0 0,-1 0 0 0 0,1 0 0 0 0,-1 0-1 0 0,1-1 1 0 0,-1 1 0 0 0,0-1 0 0 0,0 0-1 0 0,0 0 1 0 0,-1 0 0 0 0,1 0 0 0 0,-1-1-1 0 0,0 1 1 0 0,0-1 0 0 0,0 1 0 0 0,0-1 0 0 0,0 0-1 0 0,-1 0 1 0 0,0 0 0 0 0,0 0 0 0 0,0 0-1 0 0,0 0 1 0 0,0 0 0 0 0,-1 0 0 0 0,0 0-1 0 0,0 0 1 0 0,0 0 0 0 0,0 0 0 0 0,-1 0-1 0 0,0 0 1 0 0,1 0 0 0 0,-2 0 0 0 0,1 0 0 0 0,0 0-1 0 0,-1 0 1 0 0,1 0 0 0 0,-1 1 0 0 0,0-1-1 0 0,-5-5 1 0 0,2 1-97 0 0,-1 1 0 0 0,0 1 0 0 0,-1-1 0 0 0,1 1 1 0 0,-1 0-1 0 0,-1 0 0 0 0,1 1 0 0 0,-1 0 0 0 0,0 1 0 0 0,0-1 0 0 0,0 2 0 0 0,0-1 0 0 0,-1 1 0 0 0,0 0 0 0 0,-9-1 0 0 0,16 4-225 0 0,0 0-1 0 0,-1 0 1 0 0,1 0-1 0 0,-1 0 1 0 0,1 1-1 0 0,0-1 1 0 0,-1 1-1 0 0,1 0 1 0 0,0-1-1 0 0,-4 3 1 0 0,-6 7-6751 0 0,8-2 3751 0 0</inkml:trace>
</inkml:ink>
</file>

<file path=ppt/ink/ink3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5:55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36 0 0,'22'-9'5768'0'0,"-17"9"-5612"0"0,0 0 1 0 0,1 0-1 0 0,-1 1 0 0 0,1-1 1 0 0,-1 1-1 0 0,0 0 0 0 0,1 1 1 0 0,-1-1-1 0 0,0 1 0 0 0,0 0 1 0 0,0 0-1 0 0,0 1 0 0 0,0 0 1 0 0,-1 0-1 0 0,1 0 0 0 0,-1 0 1 0 0,0 0-1 0 0,0 1 0 0 0,0 0 1 0 0,0 0-1 0 0,0 0 1 0 0,-1 0-1 0 0,0 1 0 0 0,0-1 1 0 0,0 1-1 0 0,-1 0 0 0 0,1 0 1 0 0,-1 0-1 0 0,0 0 0 0 0,0 0 1 0 0,-1 0-1 0 0,0 1 0 0 0,0-1 1 0 0,0 0-1 0 0,-1 1 0 0 0,1-1 1 0 0,-1 1-1 0 0,0-1 0 0 0,-2 9 1 0 0,1-9-11 0 0,0-1 1 0 0,-1 0-1 0 0,0 0 1 0 0,1 1-1 0 0,-1-1 1 0 0,-1 0-1 0 0,-2 4 1 0 0,-2 4 3652 0 0,8-18-3574 0 0,2-3-289 0 0,0 1 0 0 0,0 0 0 0 0,1 0 0 0 0,0 0 0 0 0,1 0 0 0 0,0 0 0 0 0,0 1 0 0 0,0 0 0 0 0,1 0 0 0 0,0 1 0 0 0,13-12 0 0 0,34-21-3001 0 0,4 7-4022 0 0,-34 21 3525 0 0</inkml:trace>
</inkml:ink>
</file>

<file path=ppt/ink/ink3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5:58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331 271 76 0 0,'0'0'1492'0'0,"-1"-11"-332"0"0,0 5 2078 0 0,0 4-3081 0 0,0 0 1 0 0,0 0-1 0 0,0 0 0 0 0,0 0 0 0 0,-1 0 1 0 0,1 0-1 0 0,0 1 0 0 0,-1-1 1 0 0,1 0-1 0 0,-1 1 0 0 0,0 0 1 0 0,0-1-1 0 0,1 1 0 0 0,-1 0 1 0 0,0 0-1 0 0,0 0 0 0 0,0 0 1 0 0,0 0-1 0 0,0 0 0 0 0,-1 0 1 0 0,-2 0-1 0 0,0 0-25 0 0,0 1 0 0 0,-1 0 1 0 0,1 0-1 0 0,-1 0 0 0 0,1 0 0 0 0,-1 1 0 0 0,1 0 1 0 0,-9 3-1 0 0,-7 3 54 0 0,-1 1 1 0 0,2 2-1 0 0,-25 14 0 0 0,32-17-80 0 0,0 2 0 0 0,1 0-1 0 0,0 0 1 0 0,1 1 0 0 0,0 1 0 0 0,1 0-1 0 0,-11 14 1 0 0,18-21-81 0 0,1-1-1 0 0,-1 1 1 0 0,1 0-1 0 0,0 0 1 0 0,1 0-1 0 0,-1 0 1 0 0,1 0-1 0 0,-1 0 1 0 0,1 0-1 0 0,0 0 1 0 0,1 0-1 0 0,-1 1 1 0 0,1 4-1 0 0,0-6-10 0 0,1 0 1 0 0,-1 0-1 0 0,1 0 1 0 0,0 0-1 0 0,0 0 0 0 0,0 0 1 0 0,1-1-1 0 0,-1 1 0 0 0,1 0 1 0 0,-1-1-1 0 0,1 1 1 0 0,0-1-1 0 0,0 0 0 0 0,0 1 1 0 0,0-1-1 0 0,1 0 0 0 0,-1 0 1 0 0,0-1-1 0 0,1 1 0 0 0,-1 0 1 0 0,5 1-1 0 0,-4-1-2 0 0,0 0 0 0 0,1-1 0 0 0,-1 1 0 0 0,1-1 0 0 0,0 0 0 0 0,-1 0 0 0 0,1 0 0 0 0,0 0-1 0 0,0-1 1 0 0,0 0 0 0 0,0 1 0 0 0,-1-1 0 0 0,1-1 0 0 0,0 1 0 0 0,0 0 0 0 0,5-2 0 0 0,-1-1 2 0 0,-2 1 1 0 0,1-1 0 0 0,0 0-1 0 0,0-1 1 0 0,-1 0 0 0 0,0 0-1 0 0,0 0 1 0 0,7-6-1 0 0,4-6 15 0 0,0-2 0 0 0,-1 0 0 0 0,-1-1-1 0 0,17-26 1 0 0,-9-3 7 0 0,-3 4-4 0 0,-5 13-286 0 0,-17 41 233 0 0,1 1-1 0 0,0 0 1 0 0,0-1-1 0 0,1 1 1 0 0,1 0-1 0 0,0-1 1 0 0,0 1-1 0 0,1 0 1 0 0,4 14 0 0 0,-4-20 1 0 0,1 1 1 0 0,-1-1 0 0 0,1 0 0 0 0,0 0 0 0 0,1 0 0 0 0,-1-1 0 0 0,1 1 0 0 0,0-1-1 0 0,0 0 1 0 0,0 0 0 0 0,1 0 0 0 0,5 4 0 0 0,-6-6 15 0 0,-1-1 0 0 0,1 1 0 0 0,0-1 0 0 0,0 1 0 0 0,-1-1 1 0 0,1 0-1 0 0,0-1 0 0 0,0 1 0 0 0,0-1 0 0 0,0 1 0 0 0,0-1 0 0 0,0 0 0 0 0,0-1 0 0 0,0 1 0 0 0,-1-1 0 0 0,1 0 1 0 0,0 0-1 0 0,0 0 0 0 0,6-3 0 0 0,5-2 57 0 0,0 0 1 0 0,-1-2-1 0 0,0 0 1 0 0,0 0-1 0 0,-1-1 1 0 0,0-1-1 0 0,0 0 1 0 0,-1-1-1 0 0,-1 0 1 0 0,1-1-1 0 0,-2-1 1 0 0,12-16-1 0 0,-8 5 277 0 0,0-1 0 0 0,-1-1 0 0 0,-2 0 0 0 0,-1-1 0 0 0,-1 0 0 0 0,7-31 0 0 0,-12 10 696 0 0,-4 46-954 0 0,-10 13-71 0 0,1 1 0 0 0,1-1 0 0 0,0 2 0 0 0,0-1 0 0 0,1 1 0 0 0,1 0 1 0 0,0 1-1 0 0,1-1 0 0 0,1 1 0 0 0,0 0 0 0 0,0 1 0 0 0,2-1 0 0 0,0 0 0 0 0,0 1 0 0 0,1 0 0 0 0,2 24 1 0 0,0-33-16 0 0,-1 0 0 0 0,1 0 0 0 0,0 0 0 0 0,0 0 1 0 0,1 0-1 0 0,0 0 0 0 0,0-1 0 0 0,0 1 1 0 0,1-1-1 0 0,0 1 0 0 0,0-1 0 0 0,0 0 1 0 0,1 0-1 0 0,-1 0 0 0 0,1-1 0 0 0,0 1 0 0 0,1-1 1 0 0,-1 0-1 0 0,1 0 0 0 0,0 0 0 0 0,0-1 1 0 0,0 1-1 0 0,0-1 0 0 0,1-1 0 0 0,10 5 1 0 0,-9-5 4 0 0,1 0 1 0 0,-1 0 0 0 0,1 0-1 0 0,-1-1 1 0 0,1-1 0 0 0,-1 1 0 0 0,1-1-1 0 0,0-1 1 0 0,-1 1 0 0 0,1-1-1 0 0,-1 0 1 0 0,1-1 0 0 0,-1 0 0 0 0,1 0-1 0 0,-1-1 1 0 0,0 0 0 0 0,0 0-1 0 0,0 0 1 0 0,-1-1 0 0 0,8-5-1 0 0,-3 0 9 0 0,0 0 0 0 0,-1 0 0 0 0,0-1 0 0 0,-1 0 0 0 0,0 0 0 0 0,-1-1 0 0 0,0-1-1 0 0,0 1 1 0 0,9-22 0 0 0,-7 7 482 0 0,0 0-1 0 0,-2-1 1 0 0,9-52-1 0 0,-13 54 1091 0 0,-11 51-1256 0 0,-8 64-256 0 0,17-30-682 0 0,0-30-897 0 0,-4 45 0 0 0,1-64-272 0 0,-1 1 0 0 0,0-1 0 0 0,-1 0 0 0 0,-4 12 0 0 0,-1-6-2406 0 0</inkml:trace>
</inkml:ink>
</file>

<file path=ppt/ink/ink3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6:08.6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0 655 640 0 0,'0'0'6367'0'0,"6"-3"-5912"0"0,8-3-75 0 0,-1 0 1 0 0,0-2-1 0 0,0 0 0 0 0,-1 0 1 0 0,0-1-1 0 0,0-1 1 0 0,-1 0-1 0 0,0 0 0 0 0,10-13 1 0 0,86-115 2212 0 0,-8-25-989 0 0,-98 163-1602 0 0,-1-1 1 0 0,1 0 0 0 0,0 1-1 0 0,-1-1 1 0 0,1 0 0 0 0,-1 0-1 0 0,1 1 1 0 0,-1-1 0 0 0,0 0 0 0 0,1 0-1 0 0,-1 0 1 0 0,0 0 0 0 0,1 0-1 0 0,-1 1 1 0 0,0-1 0 0 0,0 0-1 0 0,0 0 1 0 0,0 0 0 0 0,0 0-1 0 0,0 0 1 0 0,0 0 0 0 0,0 0-1 0 0,0 0 1 0 0,-1 0 0 0 0,1 1-1 0 0,0-1 1 0 0,-1 0 0 0 0,1 0-1 0 0,0 0 1 0 0,-1 0 0 0 0,1 1-1 0 0,-1-1 1 0 0,1 0 0 0 0,-1 0-1 0 0,1 1 1 0 0,-1-1 0 0 0,0 0 0 0 0,1 1-1 0 0,-1-1 1 0 0,0 1 0 0 0,0-1-1 0 0,1 1 1 0 0,-1-1 0 0 0,0 1-1 0 0,0-1 1 0 0,0 1 0 0 0,0 0-1 0 0,0-1 1 0 0,1 1 0 0 0,-1 0-1 0 0,0 0 1 0 0,0 0 0 0 0,0 0-1 0 0,0 0 1 0 0,0 0 0 0 0,0 0-1 0 0,0 0 1 0 0,0 0 0 0 0,0 0-1 0 0,1 0 1 0 0,-1 1 0 0 0,0-1-1 0 0,-1 1 1 0 0,-14 4-43 0 0,11-5 4 0 0,-1 2 1 0 0,1-1-1 0 0,0 1 1 0 0,0-1-1 0 0,0 2 1 0 0,0-1-1 0 0,0 0 1 0 0,0 1-1 0 0,0 0 1 0 0,1 0-1 0 0,0 0 1 0 0,-1 1-1 0 0,1 0 0 0 0,0-1 1 0 0,-5 8-1 0 0,9-10 22 0 0,-1 1 0 0 0,1-1 1 0 0,0 0-1 0 0,0 0 0 0 0,0 1 0 0 0,0-1 0 0 0,0 0 0 0 0,0 1 0 0 0,0-1 0 0 0,0 0 0 0 0,0 0 0 0 0,0 1 0 0 0,1-1 0 0 0,-1 0 0 0 0,0 0 0 0 0,1 1 0 0 0,-1-1 0 0 0,1 0 0 0 0,0 0 0 0 0,-1 0 0 0 0,1 0 0 0 0,0 0 0 0 0,0 0 0 0 0,0 0 1 0 0,0 0-1 0 0,-1 0 0 0 0,3 1 0 0 0,29 23-168 0 0,-28-22 134 0 0,-1 0 33 0 0,17 10-124 0 0,0 1-1 0 0,-1 0 1 0 0,0 2 0 0 0,-2 1-1 0 0,0 0 1 0 0,20 25 0 0 0,-7 12-95 0 0,-29-52 202 0 0,17 12-37 0 0,-4-17 195 0 0,0-1-1 0 0,-1 0 1 0 0,1-1 0 0 0,-1 0 0 0 0,0-1-1 0 0,-1-1 1 0 0,0 0 0 0 0,0 0 0 0 0,0-1-1 0 0,14-14 1 0 0,2-4 362 0 0,-1-1 1 0 0,37-50-1 0 0,-63 76-62 0 0,-39 82 109 0 0,37-77-538 0 0,1 0-1 0 0,0 0 1 0 0,0 0 0 0 0,0 0 0 0 0,0 0-1 0 0,0 0 1 0 0,1 0 0 0 0,0 0 0 0 0,-1-1 0 0 0,2 1-1 0 0,-1 0 1 0 0,2 4 0 0 0,-2-6 7 0 0,0-1 0 0 0,0 1 0 0 0,-1-1-1 0 0,1 0 1 0 0,0 1 0 0 0,1-1 0 0 0,-1 0 0 0 0,0 0 0 0 0,0 1 0 0 0,0-1 0 0 0,1 0-1 0 0,-1 0 1 0 0,0-1 0 0 0,1 1 0 0 0,-1 0 0 0 0,1 0 0 0 0,-1-1 0 0 0,1 1 0 0 0,0-1-1 0 0,-1 1 1 0 0,1-1 0 0 0,2 1 0 0 0,1-1 2 0 0,0 0 0 0 0,0 0-1 0 0,0-1 1 0 0,-1 0 0 0 0,1 1 0 0 0,0-1 0 0 0,9-4-1 0 0,5-3 15 0 0,0-1 0 0 0,31-19 0 0 0,-47 26-16 0 0,101-75 901 0 0,-102 76-802 0 0,2-1 4 0 0,8-1-76 0 0,-3 26-407 0 0,-8-21 352 0 0,-1 1 0 0 0,1-1 1 0 0,-1 0-1 0 0,1 0 1 0 0,0 0-1 0 0,0 0 0 0 0,0 0 1 0 0,0 0-1 0 0,0 0 0 0 0,0 0 1 0 0,0 0-1 0 0,1-1 1 0 0,-1 1-1 0 0,1 0 0 0 0,-1-1 1 0 0,1 1-1 0 0,0-1 0 0 0,0 0 1 0 0,-1 1-1 0 0,1-1 1 0 0,0 0-1 0 0,0 0 0 0 0,0 0 1 0 0,3 1-1 0 0,-1-2 22 0 0,0 0 1 0 0,-1 0-1 0 0,1 0 0 0 0,0 0 0 0 0,-1-1 0 0 0,1 1 0 0 0,-1-1 1 0 0,1 0-1 0 0,0 0 0 0 0,-1 0 0 0 0,0 0 0 0 0,1-1 0 0 0,4-2 1 0 0,7-5 82 0 0,-1-1 1 0 0,0 0-1 0 0,-1-1 0 0 0,1-1 1 0 0,14-16-1 0 0,-8 4 56 0 0,-1-2-1 0 0,-1 0 0 0 0,-2-1 1 0 0,0 0-1 0 0,-2-2 0 0 0,-1 1 1 0 0,12-38-1 0 0,-23 56-84 0 0,0 1 1 0 0,-1 0-1 0 0,0-1 0 0 0,0-12 0 0 0,-1 20-48 0 0,0 2-15 0 0,1 0 9 0 0,-1-1 0 0 0,0 1-1 0 0,0 0 1 0 0,0 0-1 0 0,0 0 1 0 0,0-1 0 0 0,0 1-1 0 0,0 0 1 0 0,0 0 0 0 0,1-1-1 0 0,-1 1 1 0 0,0 0-1 0 0,0 0 1 0 0,0-1 0 0 0,0 1-1 0 0,0 0 1 0 0,-1-1 0 0 0,1 1-1 0 0,0 0 1 0 0,0 0-1 0 0,0-1 1 0 0,0 1 0 0 0,0 0-1 0 0,0 0 1 0 0,0 0 0 0 0,0-1-1 0 0,0 1 1 0 0,-1 0-1 0 0,1 0 1 0 0,0-1 0 0 0,0 1-1 0 0,0 0 1 0 0,-1 0-1 0 0,1 0 1 0 0,0 0 0 0 0,0-1-1 0 0,0 1 1 0 0,-1 0 0 0 0,1 0-1 0 0,0 0 1 0 0,0 0-1 0 0,-1 0 1 0 0,1 0 0 0 0,0 0-1 0 0,0 0 1 0 0,-1 0 0 0 0,1 0-1 0 0,0 0 1 0 0,-1 0-1 0 0,-10 8-18 0 0,0 0 1 0 0,1 2-1 0 0,0-1 0 0 0,1 1 0 0 0,0 1 0 0 0,0-1 0 0 0,1 1 0 0 0,1 1 0 0 0,-12 22 0 0 0,15-26 0 0 0,0 0 0 0 0,1 0 0 0 0,0 0 0 0 0,0 0 0 0 0,0 0 0 0 0,1 1 0 0 0,1 0 0 0 0,-1-1 0 0 0,1 1 0 0 0,1 0 0 0 0,-1-1 0 0 0,2 1 0 0 0,-1 0 1 0 0,1-1-1 0 0,1 1 0 0 0,-1 0 0 0 0,5 11 0 0 0,-2-12-11 0 0,1-1-1 0 0,1 1 1 0 0,0-1 0 0 0,0 0 0 0 0,0 0 0 0 0,0 0 0 0 0,1-1 0 0 0,0 0 0 0 0,1-1-1 0 0,-1 1 1 0 0,1-1 0 0 0,0-1 0 0 0,1 0 0 0 0,-1 0 0 0 0,1 0 0 0 0,-1-1 0 0 0,1 0-1 0 0,0-1 1 0 0,0 0 0 0 0,0 0 0 0 0,11 0 0 0 0,-10-1 40 0 0,-1 0-1 0 0,1 0 1 0 0,-1-1-1 0 0,1 0 1 0 0,0 0 0 0 0,-1-1-1 0 0,1-1 1 0 0,-1 0 0 0 0,1 0-1 0 0,-1 0 1 0 0,0-1-1 0 0,0-1 1 0 0,0 0 0 0 0,0 0-1 0 0,-1 0 1 0 0,1-1 0 0 0,-1-1-1 0 0,-1 1 1 0 0,1-1-1 0 0,8-9 1 0 0,-11 8 85 0 0,0 0 0 0 0,-1 0 0 0 0,0-1 0 0 0,5-14 0 0 0,-1 3 93 0 0,-8 18-126 0 0,3-14 63 0 0,-3 15-124 0 0,0-1 0 0 0,0 1 0 0 0,0 0 0 0 0,0-1 0 0 0,0 1 0 0 0,0 0 0 0 0,0-1 0 0 0,0 1 0 0 0,0 0 0 0 0,0-1 0 0 0,0 1 1 0 0,0 0-1 0 0,0-1 0 0 0,0 1 0 0 0,0 0 0 0 0,0-1 0 0 0,0 1 0 0 0,0 0 0 0 0,-1-1 0 0 0,1 1 0 0 0,0 0 0 0 0,0 0 0 0 0,0-1 0 0 0,0 1 1 0 0,-1 0-1 0 0,1 0 0 0 0,0-1 0 0 0,0 1 0 0 0,-1 0 0 0 0,1 0 0 0 0,0 0 0 0 0,-1-1 0 0 0,1 1 0 0 0,0 0 0 0 0,0 0 0 0 0,-1 0 0 0 0,1 0 1 0 0,0 0-1 0 0,-1 0 0 0 0,1-1 0 0 0,0 1 0 0 0,-1 0 0 0 0,1 0 0 0 0,-1 0 0 0 0,-3 3-9 0 0,0 0 0 0 0,0 0 0 0 0,0 0 1 0 0,0 1-1 0 0,0-1 0 0 0,1 1 0 0 0,-1 0 0 0 0,1 0 0 0 0,0 0 0 0 0,0 0 0 0 0,1 1 1 0 0,-1-1-1 0 0,1 1 0 0 0,0-1 0 0 0,0 1 0 0 0,0 0 0 0 0,1 0 0 0 0,0 0 0 0 0,0 0 1 0 0,0 0-1 0 0,1 0 0 0 0,-1 0 0 0 0,1 0 0 0 0,0 1 0 0 0,1-1 0 0 0,-1 0 0 0 0,1 0 1 0 0,0 0-1 0 0,0 0 0 0 0,4 8 0 0 0,-4-10 1 0 0,1-1 0 0 0,0 1 1 0 0,0-1-1 0 0,0 1 0 0 0,0-1 0 0 0,1 0 1 0 0,-1 0-1 0 0,1 0 0 0 0,-1 0 0 0 0,1 0 1 0 0,-1 0-1 0 0,1-1 0 0 0,0 0 0 0 0,0 1 0 0 0,0-1 1 0 0,0 0-1 0 0,0 0 0 0 0,0 0 0 0 0,0-1 1 0 0,0 1-1 0 0,1-1 0 0 0,-1 0 0 0 0,0 0 1 0 0,0 0-1 0 0,0 0 0 0 0,6-1 0 0 0,10-2-17 0 0,-1 0 0 0 0,1 0-1 0 0,20-9 1 0 0,-30 10 9 0 0,27-8-90 0 0,1 1 0 0 0,-1 2 0 0 0,2 1-1 0 0,53 0 1 0 0,-90 5 93 0 0,0 1-1 0 0,0 0 1 0 0,0 0-1 0 0,0 0 1 0 0,0-1-1 0 0,0 1 1 0 0,0 0-1 0 0,-1 0 1 0 0,1 1-1 0 0,0-1 1 0 0,0 0-1 0 0,0 0 1 0 0,0 0-1 0 0,0 1 1 0 0,0-1-1 0 0,0 0 1 0 0,0 1-1 0 0,0-1 1 0 0,-1 1-1 0 0,1-1 1 0 0,0 1-1 0 0,0-1 1 0 0,-1 1-1 0 0,1 0 1 0 0,0-1-1 0 0,-1 1 1 0 0,1 0-1 0 0,0 0 1 0 0,-1-1-1 0 0,1 1 1 0 0,-1 0-1 0 0,1 0 1 0 0,-1 0-1 0 0,0 0 1 0 0,1 0-1 0 0,-1-1 1 0 0,0 1-1 0 0,0 0 1 0 0,1 0-1 0 0,-1 0 1 0 0,0 0-1 0 0,0 0 1 0 0,0 0-1 0 0,0 0 1 0 0,0 0-1 0 0,0 0 1 0 0,-1 0-1 0 0,1 0 0 0 0,0 0 1 0 0,0 0-1 0 0,-1 0 1 0 0,1-1-1 0 0,-1 1 1 0 0,1 0-1 0 0,0 0 1 0 0,-1 0-1 0 0,-1 1 1 0 0,0 3-326 0 0,-1-1 1 0 0,0 0-1 0 0,0 1 1 0 0,0-1-1 0 0,0 0 1 0 0,-1 0-1 0 0,1-1 1 0 0,-9 7-1 0 0,8-8-577 0 0,0 0 0 0 0,0 0-1 0 0,-1-1 1 0 0,1 1 0 0 0,0-1-1 0 0,0 0 1 0 0,-6 0 0 0 0,-3 0-2536 0 0</inkml:trace>
</inkml:ink>
</file>

<file path=ppt/ink/ink3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6:30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246 237 496 0 0,'0'0'1008'0'0,"0"-15"2822"0"0,-1-8 4054 0 0,-9 47-7815 0 0,-11 23 251 0 0,-34 62 0 0 0,33-70-183 0 0,1-5 90 0 0,-28 36-1 0 0,49-69-223 0 0,-1 0 0 0 0,1-1 1 0 0,-1 1-1 0 0,1 0 0 0 0,-1 0 0 0 0,0 0 0 0 0,1 0 0 0 0,-1-1 0 0 0,0 1 0 0 0,0 0 0 0 0,1 0 0 0 0,-1-1 0 0 0,0 1 0 0 0,0-1 0 0 0,0 1 0 0 0,0-1 1 0 0,0 1-1 0 0,0-1 0 0 0,0 1 0 0 0,0-1 0 0 0,0 0 0 0 0,0 0 0 0 0,0 0 0 0 0,0 1 0 0 0,0-1 0 0 0,0 0 0 0 0,0 0 0 0 0,0 0 0 0 0,0-1 0 0 0,0 1 1 0 0,-1 0-1 0 0,1 0 0 0 0,0 0 0 0 0,0-1 0 0 0,0 1 0 0 0,0-1 0 0 0,1 1 0 0 0,-1-1 0 0 0,0 1 0 0 0,0-1 0 0 0,0 1 0 0 0,0-1 0 0 0,0 0 0 0 0,1 1 1 0 0,-1-1-1 0 0,-1-2 0 0 0,-1 0 9 0 0,0-1 0 0 0,1 0 0 0 0,-1 0 1 0 0,1 0-1 0 0,0 0 0 0 0,0-1 0 0 0,0 1 1 0 0,1 0-1 0 0,-2-6 0 0 0,2 1-27 0 0,1-1 1 0 0,-1 0-1 0 0,1 1 0 0 0,1-1 0 0 0,0 1 1 0 0,0-1-1 0 0,1 1 0 0 0,0 0 0 0 0,1-1 1 0 0,4-11-1 0 0,8-14-105 0 0,23-42 1 0 0,-20 44 85 0 0,-10 16 32 0 0,2 0 0 0 0,0 0-1 0 0,0 1 1 0 0,2 1 0 0 0,0 0-1 0 0,0 0 1 0 0,2 1-1 0 0,0 1 1 0 0,0 0 0 0 0,1 1-1 0 0,1 0 1 0 0,0 2 0 0 0,1 0-1 0 0,19-9 1 0 0,-34 18 1 0 0,-1 1 1 0 0,1-1-1 0 0,-1 1 1 0 0,1 0-1 0 0,-1-1 0 0 0,1 1 1 0 0,-1 0-1 0 0,1 0 1 0 0,0 0-1 0 0,-1 0 1 0 0,1 0-1 0 0,-1 1 0 0 0,1-1 1 0 0,-1 0-1 0 0,1 1 1 0 0,-1-1-1 0 0,1 1 0 0 0,-1-1 1 0 0,1 1-1 0 0,-1 0 1 0 0,3 1-1 0 0,-1 1 0 0 0,-1-1 0 0 0,1 1-1 0 0,0 0 1 0 0,-1 0 0 0 0,1 0-1 0 0,-1 0 1 0 0,0 0 0 0 0,3 6 0 0 0,2 6 11 0 0,-1 0 1 0 0,-1 1 0 0 0,4 18 0 0 0,-8-30-2 0 0,45 158 209 0 0,11 51 131 0 0,-41-162-257 0 0,-16-50-76 0 0,7 16 271 0 0</inkml:trace>
</inkml:ink>
</file>

<file path=ppt/ink/ink3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6:30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2 216 0 0,'-6'-1'8427'0'0,"58"0"-7955"0"0,98 11 1 0 0,-12 1-6317 0 0,-109-11 3736 0 0</inkml:trace>
</inkml:ink>
</file>

<file path=ppt/ink/ink3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6:31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68 456 0 0,'0'0'1752'0'0,"-10"0"-391"0"0,4 0 2060 0 0,-15-1-1831 0 0,1 1 1 0 0,-26 3-1 0 0,44-3-1376 0 0,-36 2 1498 0 0,67 5-1672 0 0,0-1 1 0 0,0-1 0 0 0,0-2 0 0 0,1-1 0 0 0,-1-1 0 0 0,38-4 0 0 0,0 2 19 0 0,563-18 496 0 0,-519 13 600 0 0,-108 6-998 0 0,4-1 39 0 0,-7 0-182 0 0,0 1 0 0 0,0 0-1 0 0,0 0 1 0 0,0 0 0 0 0,0 0 0 0 0,0 0-1 0 0,0 0 1 0 0,0 0 0 0 0,0 0 0 0 0,0 0 0 0 0,0 0-1 0 0,0 0 1 0 0,0-1 0 0 0,-1 1 0 0 0,1 0-1 0 0,0 0 1 0 0,0 0 0 0 0,0 0 0 0 0,0 0 0 0 0,0 0-1 0 0,0 0 1 0 0,0 0 0 0 0,0-1 0 0 0,0 1-1 0 0,0 0 1 0 0,0 0 0 0 0,0 0 0 0 0,0 0 0 0 0,0 0-1 0 0,0 0 1 0 0,0 0 0 0 0,0 0 0 0 0,1 0-1 0 0,-1-1 1 0 0,0 1 0 0 0,0 0 0 0 0,0 0 0 0 0,0 0-1 0 0,0 0 1 0 0,0 0 0 0 0,0 0 0 0 0,0 0-1 0 0,0 0 1 0 0,0 0 0 0 0,0 0 0 0 0,0 0 0 0 0,0-1-1 0 0,1 1 1 0 0,-1 0 0 0 0,0 0 0 0 0,0 0-1 0 0,0 0 1 0 0,0 0 0 0 0,0 0 0 0 0,0 0 0 0 0,-25-8-210 0 0,-1 0 1 0 0,0 2 0 0 0,-1 1-1 0 0,-27-2 1 0 0,-25-5-297 0 0,41 2-300 0 0,60 8 741 0 0,0 0 0 0 0,1 2 0 0 0,-1 0 1 0 0,23 4-1 0 0,-36-3 30 0 0,-1 0 0 0 0,1 0 1 0 0,0 1-1 0 0,-1 0 1 0 0,0 1-1 0 0,1 0 0 0 0,-1 1 1 0 0,0-1-1 0 0,0 1 0 0 0,-1 1 1 0 0,1-1-1 0 0,-1 2 1 0 0,11 9-1 0 0,-16-12 8 0 0,-2-1 12 0 0,0 0-1 0 0,0 0 1 0 0,1-1 0 0 0,-1 1-1 0 0,-1 0 1 0 0,1 0 0 0 0,0 0-1 0 0,0 0 1 0 0,-1-1 0 0 0,1 1-1 0 0,-1 0 1 0 0,1 0 0 0 0,-1-1-1 0 0,0 1 1 0 0,0 0 0 0 0,0-1-1 0 0,0 1 1 0 0,0-1 0 0 0,0 1-1 0 0,0-1 1 0 0,0 0 0 0 0,0 1-1 0 0,-1-1 1 0 0,1 0 0 0 0,-1 0-1 0 0,1 0 1 0 0,-1 0 0 0 0,1 0-1 0 0,-1 0 1 0 0,0 0 0 0 0,1-1-1 0 0,-1 1 1 0 0,0 0 0 0 0,-1-1-1 0 0,-3 3 1 0 0,-70 34-994 0 0,-105 35 0 0 0,123-50-2469 0 0,39-16 180 0 0,1-2 251 0 0</inkml:trace>
</inkml:ink>
</file>

<file path=ppt/ink/ink3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6:34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0 912 0 0,'0'0'10144'0'0,"3"5"-9940"0"0,-3-4-187 0 0,1 1 1 0 0,0-1-1 0 0,-1 1 1 0 0,1-1 0 0 0,-1 1-1 0 0,0 0 1 0 0,1-1-1 0 0,-1 1 1 0 0,0-1 0 0 0,0 1-1 0 0,0 0 1 0 0,0-1-1 0 0,0 1 1 0 0,0 0 0 0 0,-1-1-1 0 0,1 1 1 0 0,0 0-1 0 0,-1-1 1 0 0,1 1 0 0 0,-2 1-1 0 0,-21 34 355 0 0,18-30-347 0 0,-12 16 170 0 0,1 1 0 0 0,0 0 0 0 0,2 1 1 0 0,-13 34-1 0 0,26-58-186 0 0,1 0 1 0 0,-1 0-1 0 0,1 0 1 0 0,0 0-1 0 0,-1 0 1 0 0,1 0-1 0 0,0 0 1 0 0,0 0-1 0 0,0 0 1 0 0,0 0-1 0 0,0 0 1 0 0,0 0-1 0 0,0 0 1 0 0,0 0-1 0 0,0 0 1 0 0,0 0-1 0 0,0 0 1 0 0,1 0-1 0 0,-1 1 1 0 0,1-1-1 0 0,-1 0 1 0 0,0-1-1 0 0,1 1 1 0 0,0 0-1 0 0,-1 0 1 0 0,1 0-1 0 0,-1 0 1 0 0,2 1-1 0 0,0-1 1 0 0,0 0-1 0 0,0 0 1 0 0,0 0-1 0 0,0-1 1 0 0,0 1-1 0 0,0 0 1 0 0,1-1-1 0 0,-1 1 1 0 0,0-1-1 0 0,0 0 1 0 0,0 0 0 0 0,5 0-1 0 0,5-1-8 0 0,0-1-1 0 0,1 0 1 0 0,18-6-1 0 0,50-21-331 0 0,-78 29 248 0 0,-3-1 72 0 0,1 1 0 0 0,-1 0 0 0 0,1 0 0 0 0,-1 0 0 0 0,1 0 0 0 0,0 0 0 0 0,-1 0 0 0 0,1 0-1 0 0,-1 0 1 0 0,1 0 0 0 0,-1 0 0 0 0,1 0 0 0 0,0 0 0 0 0,-1 0 0 0 0,1 0 0 0 0,-1 0 0 0 0,1 0 0 0 0,-1 1 0 0 0,1-1 0 0 0,-1 0-1 0 0,1 0 1 0 0,-1 1 0 0 0,1-1 0 0 0,-1 0 0 0 0,1 1 0 0 0,-1-1 0 0 0,0 0 0 0 0,1 1 0 0 0,-1-1 0 0 0,1 1 0 0 0,-1-1 0 0 0,0 1-1 0 0,0-1 1 0 0,1 1 0 0 0,19 16-215 0 0,-13-9 195 0 0,0-1 0 0 0,1 0 0 0 0,1-1 0 0 0,-1 1 0 0 0,1-2 0 0 0,0 1 0 0 0,0-1 0 0 0,0 0 0 0 0,1-1 1 0 0,0 0-1 0 0,0-1 0 0 0,0 0 0 0 0,0 0 0 0 0,0-1 0 0 0,1-1 0 0 0,-1 0 0 0 0,1 0 0 0 0,-1-1 0 0 0,12-1 0 0 0,-15 1 136 0 0,0-1 0 0 0,0-1 0 0 0,1 1 0 0 0,-1-1 0 0 0,0 0 0 0 0,0-1 0 0 0,-1 1 0 0 0,1-2 1 0 0,0 1-1 0 0,-1-1 0 0 0,0 0 0 0 0,0 0 0 0 0,0 0 0 0 0,0-1 0 0 0,-1 0 0 0 0,0 0 0 0 0,0 0 0 0 0,0-1 0 0 0,-1 0 0 0 0,1 0 0 0 0,-2 0 1 0 0,1 0-1 0 0,0-1 0 0 0,-1 0 0 0 0,-1 1 0 0 0,1-1 0 0 0,3-14 0 0 0,-4 10-5 0 0,0 0 0 0 0,-1 0 0 0 0,0 0 0 0 0,-1 0 0 0 0,0 0 0 0 0,-1 0 0 0 0,0 0 0 0 0,-1 0 0 0 0,0 0 0 0 0,0 1 0 0 0,-6-14 0 0 0,8 23-158 0 0,0 1 0 0 0,0-1-1 0 0,-1 1 1 0 0,1-1 0 0 0,0 1-1 0 0,0-1 1 0 0,-1 1 0 0 0,1-1 0 0 0,0 1-1 0 0,-1-1 1 0 0,1 1 0 0 0,-1 0-1 0 0,1-1 1 0 0,0 1 0 0 0,-1 0 0 0 0,1-1-1 0 0,-1 1 1 0 0,1 0 0 0 0,-1-1-1 0 0,1 1 1 0 0,-1 0 0 0 0,0 0 0 0 0,1 0-1 0 0,-1-1 1 0 0,1 1 0 0 0,-1 0-1 0 0,1 0 1 0 0,-1 0 0 0 0,1 0 0 0 0,-1 0-1 0 0,0 0 1 0 0,1 0 0 0 0,-1 0-1 0 0,1 1 1 0 0,-1-1 0 0 0,1 0 0 0 0,-1 0-1 0 0,1 0 1 0 0,-1 0 0 0 0,1 1-1 0 0,-1-1 1 0 0,1 0 0 0 0,-1 1 0 0 0,1-1-1 0 0,-1 0 1 0 0,1 1 0 0 0,-1-1-1 0 0,1 0 1 0 0,0 1 0 0 0,-1-1 0 0 0,1 1-1 0 0,0-1 1 0 0,-1 1 0 0 0,-19 26-3840 0 0,15-17 548 0 0,0-3 251 0 0</inkml:trace>
</inkml:ink>
</file>

<file path=ppt/ink/ink3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6:34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0 876 0 0,'0'0'7818'0'0,"-2"4"-7389"0"0,0 0-262 0 0,-4 6 224 0 0,1-1 0 0 0,0 2 1 0 0,1-1-1 0 0,0 0 0 0 0,-5 22 0 0 0,8-29-340 0 0,1 0 0 0 0,0-1 1 0 0,0 1-1 0 0,0 0 0 0 0,0 0 0 0 0,0-1 0 0 0,1 1 0 0 0,-1 0 0 0 0,1 0 0 0 0,0-1 0 0 0,0 1 0 0 0,0 0 0 0 0,0-1 0 0 0,0 1 0 0 0,0-1 0 0 0,1 0 0 0 0,-1 1 0 0 0,1-1 0 0 0,-1 0 1 0 0,1 0-1 0 0,0 0 0 0 0,0 0 0 0 0,0 0 0 0 0,0 0 0 0 0,1-1 0 0 0,-1 1 0 0 0,0-1 0 0 0,1 1 0 0 0,-1-1 0 0 0,1 0 0 0 0,2 1 0 0 0,32 11-2934 0 0</inkml:trace>
</inkml:ink>
</file>

<file path=ppt/ink/ink3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6:34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36 88 0 0,'-3'-16'4160'0'0,"0"6"681"0"0,-4 1-2457 0 0</inkml:trace>
</inkml:ink>
</file>

<file path=ppt/ink/ink3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6:36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10 836 0 0,'0'0'2251'0'0,"3"-10"5337"0"0,2 25-7269 0 0,0-1 0 0 0,0 1-1 0 0,-2 0 1 0 0,0 0 0 0 0,3 29 0 0 0,-1 84 731 0 0,-5-107-977 0 0,-1 1-1 0 0,-2-1 1 0 0,-4 23 0 0 0,5-37-520 0 0,1 0 1 0 0,-2 0-1 0 0,1 0 1 0 0,-1 0-1 0 0,0-1 0 0 0,-1 1 1 0 0,-3 6-1 0 0,-2-8-909 0 0,3-6-3324 0 0,-13-5 2248 0 0</inkml:trace>
</inkml:ink>
</file>

<file path=ppt/ink/ink3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6:36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92 240 0 0,'0'-1'119'0'0,"-1"0"1"0"0,0-1-1 0 0,1 1 0 0 0,0-1 0 0 0,-1 1 1 0 0,1-1-1 0 0,0 1 0 0 0,-1-1 0 0 0,1 1 1 0 0,0-1-1 0 0,0 1 0 0 0,0-1 0 0 0,1 1 1 0 0,-1-1-1 0 0,0 1 0 0 0,0-1 0 0 0,1 1 1 0 0,-1-1-1 0 0,1 1 0 0 0,-1 0 0 0 0,1-1 1 0 0,1-1-1 0 0,0 0 15 0 0,0 1 0 0 0,1-1 0 0 0,-1 1 0 0 0,0 0 1 0 0,1 0-1 0 0,0 0 0 0 0,-1 0 0 0 0,1 1 0 0 0,0-1 0 0 0,4-1 0 0 0,8-2 193 0 0,0 0-1 0 0,0 1 1 0 0,23-3 0 0 0,-32 6-211 0 0,28-4 248 0 0,0 2 0 0 0,1 1-1 0 0,-1 2 1 0 0,1 1 0 0 0,50 8 0 0 0,-59-4-183 0 0,1 1-1 0 0,-1 0 1 0 0,0 2 0 0 0,-1 2 0 0 0,0 0 0 0 0,0 1 0 0 0,34 22 0 0 0,-51-28-131 0 0,0 1 1 0 0,0 0-1 0 0,0 1 1 0 0,-1 0-1 0 0,0 0 1 0 0,-1 0-1 0 0,1 1 0 0 0,-1 0 1 0 0,-1 0-1 0 0,1 0 1 0 0,4 12-1 0 0,-8-16-32 0 0,-1 1-1 0 0,1-1 0 0 0,-1 1 1 0 0,0-1-1 0 0,0 1 0 0 0,-1 0 1 0 0,1-1-1 0 0,-1 1 0 0 0,0 0 1 0 0,0 0-1 0 0,-1-1 1 0 0,1 1-1 0 0,-1 0 0 0 0,0-1 1 0 0,0 1-1 0 0,-1-1 0 0 0,1 1 1 0 0,-1-1-1 0 0,0 0 0 0 0,0 0 1 0 0,-1 0-1 0 0,1 0 1 0 0,-1 0-1 0 0,0 0 0 0 0,-4 3 1 0 0,-9 10 26 0 0,-1-1 1 0 0,-1 0-1 0 0,-1-1 1 0 0,0-2-1 0 0,-1 0 1 0 0,-1-1-1 0 0,0 0 1 0 0,-34 12 0 0 0,15-9 141 0 0,-1-2 0 0 0,0-2 0 0 0,-79 11 0 0 0,108-21-163 0 0,10 0-93 0 0,0 0 0 0 0,0-1 0 0 0,0 0 0 0 0,0 1 0 0 0,0-1 0 0 0,0 0 0 0 0,-1 0 0 0 0,1 0 0 0 0,0 0 0 0 0,0-1 0 0 0,0 1 0 0 0,0-1 0 0 0,0 1 0 0 0,1-1 0 0 0,-1 1 0 0 0,0-1 0 0 0,0 0 0 0 0,-3-2 0 0 0,4 2-408 0 0,3-2 323 0 0,1 0 0 0 0,0 0 0 0 0,0 0 1 0 0,0 1-1 0 0,0-1 0 0 0,1 1 1 0 0,-1-1-1 0 0,1 1 0 0 0,-1 0 1 0 0,6-1-1 0 0,43-19-1239 0 0,-47 20 1225 0 0,80-33-3770 0 0,-68 28 2403 0 0</inkml:trace>
</inkml:ink>
</file>

<file path=ppt/ink/ink3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6:36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0 168 0 0,'0'0'9136'0'0,"-6"19"-8601"0"0,-1-11-431 0 0,0 2 0 0 0,1-1 0 0 0,0 1 1 0 0,0 0-1 0 0,1 0 0 0 0,1 0 0 0 0,-1 1 0 0 0,2-1 0 0 0,-5 19 1 0 0,8-25-88 0 0,-1-1 1 0 0,1 1-1 0 0,-1 0 1 0 0,1-1 0 0 0,0 1-1 0 0,1-1 1 0 0,-1 1 0 0 0,1-1-1 0 0,-1 1 1 0 0,1-1-1 0 0,0 1 1 0 0,0-1 0 0 0,1 1-1 0 0,-1-1 1 0 0,1 0 0 0 0,-1 0-1 0 0,1 0 1 0 0,0 0-1 0 0,0 0 1 0 0,1 0 0 0 0,-1 0-1 0 0,1-1 1 0 0,-1 1 0 0 0,1-1-1 0 0,0 1 1 0 0,0-1-1 0 0,0 0 1 0 0,0 0 0 0 0,0-1-1 0 0,0 1 1 0 0,0-1 0 0 0,1 1-1 0 0,-1-1 1 0 0,0 0-1 0 0,5 0 1 0 0,0 2 91 0 0,0-1 0 0 0,0-1 0 0 0,1 0 0 0 0,-1 0 0 0 0,1 0 0 0 0,-1-1 0 0 0,0-1-1 0 0,17-2 1 0 0,-20 2 10 0 0,-1 0-1 0 0,0 0 1 0 0,0 0-1 0 0,0-1 1 0 0,0 1-1 0 0,-1-1 1 0 0,1 0-1 0 0,0 0 1 0 0,-1-1-1 0 0,1 1 1 0 0,-1-1-1 0 0,0 0 1 0 0,0 1-1 0 0,0-1 1 0 0,0-1-1 0 0,0 1 1 0 0,-1 0-1 0 0,5-8 1 0 0,-7 10-93 0 0,0-1 0 0 0,1 0 0 0 0,-1 0 0 0 0,0 1 1 0 0,0-1-1 0 0,0 0 0 0 0,0 1 0 0 0,0-1 0 0 0,0 0 0 0 0,-1 1 1 0 0,1-1-1 0 0,-1 0 0 0 0,1 1 0 0 0,-1-1 0 0 0,1 0 0 0 0,-1 1 1 0 0,0-1-1 0 0,0 1 0 0 0,-1-2 0 0 0,-20-25-114 0 0,15 23-327 0 0,-1 1 1 0 0,1-1-1 0 0,-1 1 0 0 0,1 1 0 0 0,-1-1 1 0 0,0 1-1 0 0,0 1 0 0 0,-1 0 0 0 0,-13-3 0 0 0,-10-2-4607 0 0,20 3 1638 0 0</inkml:trace>
</inkml:ink>
</file>

<file path=ppt/ink/ink3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6:47.5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6 448 0 0,'0'0'2992'0'0,"-19"-5"-4299"0"0</inkml:trace>
</inkml:ink>
</file>

<file path=ppt/ink/ink3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6:57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89 548 0 0,'-10'-18'2664'0'0,"8"14"-1860"0"0,0 1-1 0 0,0-1 1 0 0,1 1 0 0 0,-1-1 0 0 0,1 0 0 0 0,0 0 0 0 0,0 0-1 0 0,-1-5 1 0 0,2 8-776 0 0,1 0 0 0 0,-1 0-1 0 0,1 0 1 0 0,0 0 0 0 0,-1-1-1 0 0,1 1 1 0 0,0 0 0 0 0,0 0-1 0 0,-1 1 1 0 0,1-1 0 0 0,0 0 0 0 0,0 0-1 0 0,0 0 1 0 0,0 0 0 0 0,0 1-1 0 0,0-1 1 0 0,1 1 0 0 0,-1-1-1 0 0,0 1 1 0 0,0-1 0 0 0,0 1-1 0 0,0-1 1 0 0,3 1 0 0 0,31-8 314 0 0,-34 8-328 0 0,6-2 42 0 0,1 1 0 0 0,-1 0 1 0 0,1 0-1 0 0,0 1 0 0 0,-1 0 0 0 0,1 1 1 0 0,-1-1-1 0 0,1 2 0 0 0,12 2 0 0 0,-18-3-51 0 0,0 0 1 0 0,1 1-1 0 0,-1-1 0 0 0,0 1 0 0 0,1-1 0 0 0,-1 1 0 0 0,0 0 0 0 0,0 0 1 0 0,0 0-1 0 0,-1 0 0 0 0,1 0 0 0 0,0 0 0 0 0,-1 0 0 0 0,1 1 1 0 0,-1-1-1 0 0,0 0 0 0 0,0 1 0 0 0,0-1 0 0 0,0 1 0 0 0,0 0 1 0 0,-1-1-1 0 0,1 1 0 0 0,-1 0 0 0 0,1-1 0 0 0,-1 1 0 0 0,0 0 0 0 0,0-1 1 0 0,0 1-1 0 0,-1 0 0 0 0,0 2 0 0 0,0 6 6 0 0,-1 0-1 0 0,0 0 1 0 0,-1-1-1 0 0,0 1 1 0 0,0-1 0 0 0,-1 0-1 0 0,-1 0 1 0 0,-9 16-1 0 0,-6 5 16 0 0,-31 35-1 0 0,-12 21 15 0 0,58-80-44 0 0,1 0 1 0 0,0 0-1 0 0,1 0 0 0 0,-1 1 1 0 0,2-1-1 0 0,-1 1 0 0 0,1-1 1 0 0,0 1-1 0 0,0 0 0 0 0,0 8 0 0 0,3-15 6 0 0,-1 0-1 0 0,1 0 1 0 0,0 1-1 0 0,-1-1 1 0 0,1 0-1 0 0,0-1 0 0 0,0 1 1 0 0,0 0-1 0 0,0 0 1 0 0,0 0-1 0 0,0 0 1 0 0,0-1-1 0 0,0 1 1 0 0,0 0-1 0 0,0-1 0 0 0,0 1 1 0 0,0-1-1 0 0,0 1 1 0 0,1-1-1 0 0,-1 0 1 0 0,0 1-1 0 0,0-1 0 0 0,1 0 1 0 0,-1 0-1 0 0,0 0 1 0 0,0 0-1 0 0,1 0 1 0 0,-1 0-1 0 0,2-1 0 0 0,36-2 48 0 0,-29 1-183 0 0,10-1 146 0 0,0-1-1 0 0,35-12 1 0 0,-14-8-1964 0 0,-37 21 1251 0 0,0-1 1 0 0,0 0-1 0 0,-1 0 0 0 0,1 0 0 0 0,-1 0 1 0 0,0 0-1 0 0,3-7 0 0 0,2-4-1980 0 0</inkml:trace>
</inkml:ink>
</file>

<file path=ppt/ink/ink3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6:57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39 132 740 0 0,'-7'-18'2407'0'0,"1"0"0"0"0,0 0-1 0 0,-3-22 1 0 0,2 11 259 0 0,7 27-2574 0 0,-3-4-447 0 0,33 24-10011 0 0</inkml:trace>
</inkml:ink>
</file>

<file path=ppt/ink/ink3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6:40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748 49 280 0 0,'0'0'1973'0'0,"4"-36"7574"0"0,-7 34-9511 0 0,1 1 0 0 0,-1-1 0 0 0,1 1 0 0 0,-1 0 0 0 0,0 0 0 0 0,0 0 0 0 0,0 0 0 0 0,1 0 0 0 0,-1 1 0 0 0,0-1 0 0 0,0 1 0 0 0,0 0 0 0 0,0 0 0 0 0,0 0 0 0 0,0 0 0 0 0,0 1 0 0 0,0-1 0 0 0,0 1 0 0 0,0-1 0 0 0,-4 3 0 0 0,-77 23 108 0 0,57-17-89 0 0,-73 28 10 0 0,1 5 0 0 0,-141 81 1 0 0,203-103-32 0 0,32-17-25 0 0,-55 35 43 0 0,57-36-51 0 0,0 0 0 0 0,1 0 0 0 0,-1 1 0 0 0,1-1 0 0 0,-1 1 0 0 0,1 0 0 0 0,0-1 0 0 0,0 1 0 0 0,0 0 0 0 0,0 0 0 0 0,0 1 1 0 0,1-1-1 0 0,0 0 0 0 0,-1 0 0 0 0,1 1 0 0 0,0-1 0 0 0,1 1 0 0 0,-1 3 0 0 0,1-4 1 0 0,0-1 1 0 0,0 1-1 0 0,0 0 0 0 0,0 0 1 0 0,1 0-1 0 0,-1 0 0 0 0,1-1 1 0 0,0 1-1 0 0,0 0 1 0 0,0-1-1 0 0,0 1 0 0 0,1 0 1 0 0,-1-1-1 0 0,1 0 0 0 0,-1 1 1 0 0,1-1-1 0 0,0 0 1 0 0,0 0-1 0 0,0 0 0 0 0,0 0 1 0 0,0 0-1 0 0,1 0 0 0 0,3 1 1 0 0,0 1 7 0 0,1-1 1 0 0,0 0-1 0 0,1-1 1 0 0,-1 0-1 0 0,0 0 1 0 0,10 1-1 0 0,-9-2 1 0 0,24 4 18 0 0,1-2 1 0 0,-1-1-1 0 0,1-1 0 0 0,-1-2 0 0 0,49-8 0 0 0,-1-5 3 0 0,80-25-1 0 0,-139 33-31 0 0,4 1 28 0 0,0-2 0 0 0,-1-1 0 0 0,0-1-1 0 0,0-1 1 0 0,-1-1 0 0 0,41-26-1 0 0,-62 36-26 0 0,-1 0-1 0 0,1-1 1 0 0,-1 1 0 0 0,1 0-1 0 0,-1-1 1 0 0,0 1 0 0 0,1-1-1 0 0,-1 1 1 0 0,0-1-1 0 0,0 1 1 0 0,0-1 0 0 0,0 0-1 0 0,-1 0 1 0 0,1 0 0 0 0,0 1-1 0 0,-1-1 1 0 0,1 0-1 0 0,-1 0 1 0 0,0 0 0 0 0,1 0-1 0 0,-1 0 1 0 0,0 0-1 0 0,0 0 1 0 0,-1-2 0 0 0,0 1 0 0 0,0-1 1 0 0,0 1 0 0 0,-1-1-1 0 0,1 1 1 0 0,-1 0 0 0 0,0 0-1 0 0,0 0 1 0 0,0 0-1 0 0,0 0 1 0 0,-1 0 0 0 0,-4-4-1 0 0,-4-3 3 0 0,0 2 0 0 0,-1 0 0 0 0,1 0 1 0 0,-2 1-1 0 0,-18-9 0 0 0,16 10-16 0 0,-14-6-159 0 0,-1 0-1 0 0,0 2 1 0 0,-33-7 0 0 0,61 17-194 0 0,-4 3-317 0 0,-3 3-335 0 0,8 3-2815 0 0,4 4 1140 0 0,-2-10 206 0 0</inkml:trace>
</inkml:ink>
</file>

<file path=ppt/ink/ink3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6:41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40 508 0 0,'-11'-40'10123'0'0,"-7"121"-9667"0"0,-4-1 0 0 0,-38 89 0 0 0,-21 75 427 0 0,3 26 1052 0 0,73-254-1680 0 0,-7 12 159 0 0,11-26-269 0 0,0 4 843 0 0,14-37-15047 0 0</inkml:trace>
</inkml:ink>
</file>

<file path=ppt/ink/ink3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6:42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61 304 0 0,'0'0'2786'0'0,"7"-33"5586"0"0,0 6-4524 0 0,-14 90-3821 0 0,-4 0 0 0 0,-2-1 1 0 0,-3 0-1 0 0,-25 62 0 0 0,2-1 132 0 0,-6-5 67 0 0,23-64-28 0 0,15-41-127 0 0,6-12-64 0 0,0 1-1 0 0,0-1 1 0 0,0 1 0 0 0,0-1 0 0 0,1 1-1 0 0,-1-1 1 0 0,1 1 0 0 0,-1-1 0 0 0,1 1 0 0 0,-1 0-1 0 0,1-1 1 0 0,0 1 0 0 0,0 0 0 0 0,0 0-1 0 0,0-1 1 0 0,0 1 0 0 0,0 0 0 0 0,1-1-1 0 0,-1 1 1 0 0,0 0 0 0 0,1-1 0 0 0,1 4-1 0 0,-2-3 12 0 0,13 2 40 0 0,8-2-33 0 0,0-1-1 0 0,0-1 1 0 0,0 0 0 0 0,0-2-1 0 0,0-1 1 0 0,-1 0 0 0 0,25-8-1 0 0,32-3 26 0 0,75-10 114 0 0,-150 24-162 0 0,7-1 191 0 0</inkml:trace>
</inkml:ink>
</file>

<file path=ppt/ink/ink3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6:43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89 142 336 0 0,'-70'-8'5691'0'0,"68"7"-4573"0"0,-8-4 392 0 0,9 5-1434 0 0,1 0 0 0 0,0 0 0 0 0,0 0 0 0 0,-1 0 0 0 0,1 0 1 0 0,0 0-1 0 0,0 0 0 0 0,0 0 0 0 0,-1 0 0 0 0,1-1 0 0 0,0 1 0 0 0,0 0 0 0 0,0 0 0 0 0,-1 0 0 0 0,1 0 0 0 0,0 0 0 0 0,0 0 0 0 0,0-1 0 0 0,-1 1 0 0 0,1 0 0 0 0,0 0 0 0 0,0 0 0 0 0,0 0 0 0 0,0-1 1 0 0,0 1-1 0 0,-1 0 0 0 0,1 0 0 0 0,0 0 0 0 0,0-1 0 0 0,0 1 0 0 0,0 0 0 0 0,0 0 0 0 0,0 0 0 0 0,0-1 0 0 0,0 1 0 0 0,0 0 0 0 0,0 0 0 0 0,0-1 0 0 0,0 1 0 0 0,0 0 0 0 0,0 0 0 0 0,0 0 0 0 0,0-1 1 0 0,0 1-1 0 0,0 0 0 0 0,0 0 0 0 0,0-1 0 0 0,1 1 0 0 0,85-30 522 0 0,1 5 0 0 0,127-21 0 0 0,-191 41-516 0 0,1-1-56 0 0,-19 4-226 0 0,0 1 0 0 0,0 0-1 0 0,0 0 1 0 0,0 0 0 0 0,0 0-1 0 0,0 1 1 0 0,0 0-1 0 0,9 0 1 0 0,-9 16-2348 0 0,-5-10-2255 0 0</inkml:trace>
</inkml:ink>
</file>

<file path=ppt/ink/ink3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6:58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41 112 228 0 0,'-13'-30'3250'0'0,"12"27"-2894"0"0,-1 0-1 0 0,0 0 1 0 0,0 0 0 0 0,1 0 0 0 0,0 0 0 0 0,-1 0-1 0 0,1 0 1 0 0,1 0 0 0 0,-1-1 0 0 0,0 1-1 0 0,1 0 1 0 0,-1-1 0 0 0,1 1 0 0 0,0-1 0 0 0,0 1-1 0 0,1 0 1 0 0,-1-1 0 0 0,1 1 0 0 0,-1 0-1 0 0,1 0 1 0 0,1-5 0 0 0,-1 7-139 0 0,14-4 407 0 0,-14 5-611 0 0,0 0-1 0 0,0-1 0 0 0,0 1 0 0 0,0 0 0 0 0,0 0 0 0 0,0 0 1 0 0,0 1-1 0 0,0-1 0 0 0,-1 0 0 0 0,1 0 0 0 0,0 0 0 0 0,0 1 0 0 0,0-1 1 0 0,0 0-1 0 0,0 1 0 0 0,0-1 0 0 0,0 1 0 0 0,-1-1 0 0 0,1 1 0 0 0,0-1 1 0 0,0 1-1 0 0,-1 0 0 0 0,1-1 0 0 0,0 1 0 0 0,-1 0 0 0 0,1 0 1 0 0,-1-1-1 0 0,1 1 0 0 0,-1 0 0 0 0,1 0 0 0 0,-1 0 0 0 0,1 1 0 0 0,0 1 5 0 0,0 1 0 0 0,-1 0 0 0 0,1 0 0 0 0,-1 0 0 0 0,0 0 0 0 0,0-1 0 0 0,0 1 0 0 0,-1 6 0 0 0,-2 6 8 0 0,-1-1 0 0 0,0 0 0 0 0,-8 20 0 0 0,4-16 8 0 0,0 0-1 0 0,2 1 1 0 0,1 0 0 0 0,-7 39 0 0 0,13-58-30 0 0,-1 0 0 0 0,0 0-1 0 0,0 0 1 0 0,0 0 0 0 0,1 0 0 0 0,-1 0 0 0 0,1 0 0 0 0,-1 0 0 0 0,1 0 0 0 0,-1 0-1 0 0,1 0 1 0 0,-1 0 0 0 0,1 0 0 0 0,0-1 0 0 0,0 1 0 0 0,-1 0 0 0 0,1 0 0 0 0,0-1-1 0 0,0 1 1 0 0,0 0 0 0 0,0-1 0 0 0,0 1 0 0 0,0-1 0 0 0,0 1 0 0 0,0-1-1 0 0,0 1 1 0 0,0-1 0 0 0,0 0 0 0 0,0 0 0 0 0,0 1 0 0 0,0-1 0 0 0,0 0 0 0 0,0 0-1 0 0,0 0 1 0 0,0 0 0 0 0,0 0 0 0 0,1-1 0 0 0,-1 1 0 0 0,1 0 0 0 0,45-5 31 0 0,-23 0-102 0 0,0-2 0 0 0,0 0 0 0 0,28-14-1 0 0,8-13-2042 0 0,-51 29 895 0 0,-1-1 0 0 0,0-1 0 0 0,-1 0 0 0 0,9-8-1 0 0,-6 3-1399 0 0</inkml:trace>
</inkml:ink>
</file>

<file path=ppt/ink/ink3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6:58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33 236 0 0,'-1'-5'959'0'0,"-5"-19"7648"0"0,4 21-9161 0 0,2 33-6514 0 0</inkml:trace>
</inkml:ink>
</file>

<file path=ppt/ink/ink3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7:00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 0 276 0 0,'0'0'7527'0'0,"1"6"-7297"0"0,0 4-143 0 0,-1-1 0 0 0,0 0 0 0 0,-1 1 1 0 0,1-1-1 0 0,-2 0 0 0 0,0 0 0 0 0,0 0 1 0 0,0 0-1 0 0,-1 0 0 0 0,-1 0 0 0 0,1-1 0 0 0,-2 1 1 0 0,1-1-1 0 0,-1 0 0 0 0,-9 12 0 0 0,-12 13-19 0 0,-1-1 0 0 0,-39 34 1 0 0,48-48-242 0 0,-5 17-5381 0 0</inkml:trace>
</inkml:ink>
</file>

<file path=ppt/ink/ink3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7:01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21 452 0 0,'0'0'1118'0'0,"6"-21"10778"0"0,-7 28-11737 0 0,-52 184 714 0 0,46-170-983 0 0,0-1-1 0 0,-1 0 1 0 0,-14 24 0 0 0,22-43-288 0 0,-12 9-2608 0 0,-3-6-5407 0 0</inkml:trace>
</inkml:ink>
</file>

<file path=ppt/ink/ink3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7:02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3 1084 0 0,'0'0'16936'0'0,"8"-2"-17102"0"0,-8 2 156 0 0,0 0-1 0 0,0 0 0 0 0,0 0 0 0 0,0 0 0 0 0,0 0 0 0 0,0 0 1 0 0,0 1-1 0 0,0-1 0 0 0,0 0 0 0 0,0 0 0 0 0,0 0 0 0 0,0 0 1 0 0,0 0-1 0 0,0 0 0 0 0,0 1 0 0 0,0-1 0 0 0,0 0 0 0 0,0 0 1 0 0,0 0-1 0 0,0 0 0 0 0,0 0 0 0 0,0 0 0 0 0,0 0 0 0 0,0 1 1 0 0,0-1-1 0 0,0 0 0 0 0,0 0 0 0 0,0 0 0 0 0,0 0 0 0 0,0 0 1 0 0,0 0-1 0 0,1 0 0 0 0,-1 0 0 0 0,0 1 0 0 0,0-1 0 0 0,0 0 1 0 0,0 0-1 0 0,0 0 0 0 0,0 0 0 0 0,0 0 0 0 0,0 0 0 0 0,1 0 0 0 0,-1 0 1 0 0,0 0-1 0 0,0 0 0 0 0,0 0 0 0 0,0 0 0 0 0,0 0 0 0 0,0 0 1 0 0,1 0-1 0 0,-1 0 0 0 0,0 0 0 0 0,0 0 0 0 0,0 0 0 0 0,0 0 1 0 0,0 0-1 0 0,0 0 0 0 0,1 0 0 0 0,-1 0 0 0 0,0 0 0 0 0,0 0 1 0 0,0 0-1 0 0,0 0 0 0 0,0 0 0 0 0,0 0 0 0 0,0 0 0 0 0,1-1 1 0 0,-11 18-63 0 0,-5 12-151 0 0,-2 0 0 0 0,-2-2 0 0 0,0 0 0 0 0,-31 33 0 0 0,18-24-1698 0 0,15-11-2595 0 0</inkml:trace>
</inkml:ink>
</file>

<file path=ppt/ink/ink3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7:03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83 173 388 0 0,'34'-36'6377'0'0,"-33"35"-5396"0"0,5-6 1045 0 0,-2 2-694 0 0,-3 8 119 0 0,-89 288-873 0 0,70-245-404 0 0,18-44-116 0 0,-1-2-47 0 0,0 0 1 0 0,0-1-1 0 0,0 1 1 0 0,1 0-1 0 0,-1 0 1 0 0,0-1-1 0 0,0 1 1 0 0,0 0 0 0 0,1-1-1 0 0,-1 1 1 0 0,0-1-1 0 0,1 1 1 0 0,-1-1-1 0 0,0 1 1 0 0,1-1 0 0 0,-1 0-1 0 0,1 1 1 0 0,-1-1-1 0 0,0 0 1 0 0,1 1-1 0 0,0-1 1 0 0,-1 0-1 0 0,1 0 1 0 0,-1 0 0 0 0,1 1-1 0 0,0-1 1 0 0,0 0-1 0 0,-1-1 1 0 0,-3-39 74 0 0,14-43-75 0 0,-5 57 54 0 0,2 0 1 0 0,1 1-1 0 0,1 0 0 0 0,1 1 0 0 0,1 0 0 0 0,1 0 1 0 0,2 2-1 0 0,0-1 0 0 0,33-39 0 0 0,-45 60-47 0 0,0 0 0 0 0,0 1-1 0 0,0-1 1 0 0,1 1 0 0 0,-1 0 0 0 0,1 0-1 0 0,0 0 1 0 0,0 0 0 0 0,-1 0-1 0 0,1 0 1 0 0,0 1 0 0 0,1 0 0 0 0,-1-1-1 0 0,0 1 1 0 0,0 0 0 0 0,0 0-1 0 0,7 0 1 0 0,-7 2-23 0 0,1-1 0 0 0,-1 1 0 0 0,1 1-1 0 0,-1-1 1 0 0,0 0 0 0 0,1 1 0 0 0,-1 0-1 0 0,0-1 1 0 0,0 1 0 0 0,0 0 0 0 0,0 1-1 0 0,0-1 1 0 0,-1 1 0 0 0,1-1 0 0 0,-1 1 0 0 0,4 5-1 0 0,12 16 4 0 0,-1 1 0 0 0,-1 0 0 0 0,-1 1 0 0 0,-1 1 0 0 0,-2 1 0 0 0,0 0 0 0 0,8 34 0 0 0,-13-26 17 0 0,12 44 44 0 0,-18-78-50 0 0,2 13 156 0 0,-17-23-7279 0 0,6-1 3817 0 0,0 0 765 0 0</inkml:trace>
</inkml:ink>
</file>

<file path=ppt/ink/ink3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7:03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14 608 0 0,'2'1'7508'0'0,"19"3"-7431"0"0,16-2 307 0 0,0-3 0 0 0,55-6 0 0 0,21 0-49 0 0,-10 2 277 0 0,-100 4-287 0 0,4 3-143 0 0</inkml:trace>
</inkml:ink>
</file>

<file path=ppt/ink/ink3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7:09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20 120 0 0,'0'0'5775'0'0,"-5"-14"-5203"0"0,-3 8 4539 0 0,-4 43-5143 0 0,-2-1 0 0 0,-20 37 1 0 0,-7 20 81 0 0,34-76-24 0 0,-1 3 34 0 0,0 0 0 0 0,-17 29-1 0 0,5-10 115 0 0,19-38-156 0 0,11-18 1868 0 0,117-228-1952 0 0,-101 176-11 0 0,-25 67 65 0 0,1-15-426 0 0,-43 93 798 0 0,-60 154 0 0 0,60-139 2845 0 0,43-97-3147 0 0,66-165-104 0 0,-4 40-327 0 0,-58 120 354 0 0,-5 7 3 0 0,0-2 17 0 0,1-10-168 0 0,-2 17-134 0 0,-5 23 157 0 0,-31 72 60 0 0,-17 35 68 0 0,45-115 514 0 0,5-11-2941 0 0</inkml:trace>
</inkml:ink>
</file>

<file path=ppt/ink/ink3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7:10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7 264 0 0,'-2'-6'11324'0'0,"301"16"-10063"0"0,-277-10-1175 0 0,23 6-23 0 0,-44-6-73 0 0,10 4-59 0 0,-15 64 217 0 0,-3 0 0 0 0,-20 86 0 0 0,-1 9 298 0 0,-31 168 650 0 0,1-150-2 0 0,40-128-556 0 0,-3-5 404 0 0,20-46-810 0 0,-28 14 1275 0 0,15-12-1245 0 0,0-1-1 0 0,-1 0 1 0 0,1-1-1 0 0,-1-1 1 0 0,-22 0-1 0 0,-78-7 44 0 0,109 6-194 0 0,-13-2-622 0 0,-57-6-423 0 0,54 1-2660 0 0,4-3-3541 0 0</inkml:trace>
</inkml:ink>
</file>

<file path=ppt/ink/ink3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7:23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67 364 0 0,'0'0'1249'0'0,"-11"-12"2274"0"0,11 12-3213 0 0,-1-1-1 0 0,1 1 0 0 0,-1-1 1 0 0,1 1-1 0 0,0 0 0 0 0,-1-1 1 0 0,1 1-1 0 0,0-1 0 0 0,-1 1 1 0 0,1-1-1 0 0,0 1 0 0 0,-1-1 1 0 0,1 1-1 0 0,0-1 0 0 0,0 1 1 0 0,0-1-1 0 0,0 1 1 0 0,-1-1-1 0 0,1 0 0 0 0,0 1 1 0 0,0-1-1 0 0,0 1 0 0 0,0-1 1 0 0,0 1-1 0 0,0-1 0 0 0,1 0 1 0 0,21-7-185 0 0,1 1 1 0 0,0 2-1 0 0,0 0 1 0 0,0 2-1 0 0,1 0 1 0 0,27 1-1 0 0,-6-1-8 0 0,-17 0-463 0 0,0 2 1 0 0,0 0-1 0 0,51 7 0 0 0,-78-6 183 0 0,0 0 0 0 0,0 0-1 0 0,0 0 1 0 0,0 0 0 0 0,0 0-1 0 0,0 1 1 0 0,0-1 0 0 0,0 0-1 0 0,-1 0 1 0 0,1 1 0 0 0,0-1-1 0 0,0 1 1 0 0,0-1 0 0 0,0 1-1 0 0,-1-1 1 0 0,1 1-1 0 0,0-1 1 0 0,-1 1 0 0 0,1 0-1 0 0,0-1 1 0 0,-1 1 0 0 0,1 0-1 0 0,-1 0 1 0 0,1 0 0 0 0,-1-1-1 0 0,1 1 1 0 0,-1 0 0 0 0,1 0-1 0 0,-1 0 1 0 0,0 0 0 0 0,0 0-1 0 0,0 0 1 0 0,1-1 0 0 0,-1 1-1 0 0,0 0 1 0 0,0 0 0 0 0,0 0-1 0 0,0 0 1 0 0,0 0 0 0 0,0 0-1 0 0,-1 0 1 0 0,1 0 0 0 0,0 0-1 0 0,0 0 1 0 0,-1-1 0 0 0,1 1-1 0 0,-1 0 1 0 0,1 0 0 0 0,0 0-1 0 0,-1 0 1 0 0,0 0 0 0 0</inkml:trace>
</inkml:ink>
</file>

<file path=ppt/ink/ink3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7:23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17 472 0 0,'0'0'4226'0'0,"6"-1"-3683"0"0,187-15 2522 0 0,-59 17-7811 0 0,-114 0 2742 0 0</inkml:trace>
</inkml:ink>
</file>

<file path=ppt/ink/ink3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7:24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31 119 320 0 0,'17'-27'14475'0'0,"-19"52"-14629"0"0,-10 84 109 0 0,-12 154 116 0 0,20-229-50 0 0,2-26-6 0 0,1 1 0 0 0,0-1 0 0 0,0 1 0 0 0,1 13 0 0 0,0-21-7 0 0,1 14 3553 0 0,71-403-3333 0 0,-67 369-343 0 0,0 0 1 0 0,1 0 0 0 0,1 1 0 0 0,11-21-1 0 0,-15 33 52 0 0,1 0 0 0 0,-1 0-1 0 0,2 1 1 0 0,-1-1-1 0 0,0 1 1 0 0,1 0-1 0 0,0 0 1 0 0,0 1 0 0 0,1-1-1 0 0,0 1 1 0 0,-1 0-1 0 0,1 1 1 0 0,0-1-1 0 0,1 1 1 0 0,6-2 0 0 0,-1 1-6 0 0,0 1 0 0 0,1 0 0 0 0,-1 0 1 0 0,1 2-1 0 0,0 0 0 0 0,-1 0 0 0 0,1 1 1 0 0,20 2-1 0 0,-26-1-1 0 0,1 0-1 0 0,0 1 1 0 0,-1 0 0 0 0,1 0-1 0 0,-1 1 1 0 0,1 0 0 0 0,-1 0-1 0 0,0 1 1 0 0,0-1 0 0 0,-1 2-1 0 0,1-1 1 0 0,-1 1 0 0 0,0 0-1 0 0,10 10 1 0 0,-16-14 61 0 0,1 0 0 0 0,0 0 0 0 0,0 0 0 0 0,-1 0-1 0 0,1 0 1 0 0,-1 0 0 0 0,1 0 0 0 0,-1 0 0 0 0,1 0 0 0 0,-1 0 0 0 0,0 0-1 0 0,1 0 1 0 0,-1 0 0 0 0,0 1 0 0 0,0-1 0 0 0,0 0 0 0 0,0 0 0 0 0,0 0-1 0 0,0 0 1 0 0,0 1 0 0 0,0-1 0 0 0,-1 0 0 0 0,1 0 0 0 0,0 0 0 0 0,-2 2 0 0 0,1 0-2 0 0,-1 0 0 0 0,0 0 0 0 0,0 0 0 0 0,-1 0 1 0 0,1-1-1 0 0,0 1 0 0 0,-1-1 0 0 0,-5 4 1 0 0,-3 2-12 0 0,-1 0 0 0 0,-1-1 0 0 0,-13 5 1 0 0,3-3 6 0 0,0-2 0 0 0,0 0 0 0 0,0-2 0 0 0,-26 3 0 0 0,-25 6 44 0 0,68-13-14 0 0,0-1 0 0 0,0 0-1 0 0,1 0 1 0 0,-1 0 0 0 0,0-1-1 0 0,0 0 1 0 0,0 0 0 0 0,1 0-1 0 0,-1-1 1 0 0,1 1 0 0 0,-11-6-1 0 0,14 6 0 0 0,-7-2-834 0 0</inkml:trace>
</inkml:ink>
</file>

<file path=ppt/ink/ink3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7:26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429 1 820 0 0,'0'0'8061'0'0,"-5"3"-7872"0"0,-32 22-8 0 0,1 2 0 0 0,1 1 0 0 0,1 2 0 0 0,2 1 0 0 0,1 2 0 0 0,1 1 0 0 0,2 1 0 0 0,1 1 0 0 0,3 2 0 0 0,0 0 0 0 0,3 2 0 0 0,-20 48 0 0 0,36-73-145 0 0,0 0 0 0 0,1 0 0 0 0,1 1 0 0 0,1 0 1 0 0,0-1-1 0 0,0 1 0 0 0,2 0 0 0 0,0 0 0 0 0,1 0 0 0 0,0-1 0 0 0,2 1 0 0 0,-1 0 0 0 0,2-1 0 0 0,8 25 1 0 0,-4-23 30 0 0,0 1 0 0 0,2-1 1 0 0,0 0-1 0 0,0-1 0 0 0,2 0 1 0 0,0-1-1 0 0,0 0 0 0 0,2-1 1 0 0,-1-1-1 0 0,2 0 0 0 0,25 17 1 0 0,-22-17 343 0 0,1-2 1 0 0,0 0 0 0 0,1-1 0 0 0,0-1 0 0 0,1-1 0 0 0,0-1 0 0 0,25 5 0 0 0,13-10 1987 0 0,-49-1-2036 0 0</inkml:trace>
</inkml:ink>
</file>

<file path=ppt/ink/ink3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7:27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99 205 292 0 0,'0'0'10725'0'0,"-2"-27"-7313"0"0,0 6-607 0 0,-3 35-1958 0 0,-9 59-1502 0 0,9-45 905 0 0,-5 28-295 0 0,-33 136 49 0 0,26-138 2476 0 0,16-61-2356 0 0,1-16-77 0 0,2 1 0 0 0,0-1 1 0 0,1 1-1 0 0,1 0 1 0 0,1 0-1 0 0,13-36 1 0 0,60-133-246 0 0,-74 182 193 0 0,11-19-48 0 0,1 0-1 0 0,1 1 1 0 0,31-38 0 0 0,-30 42-37 0 0,-17 22 41 0 0,0 1-46 0 0,-1-1 84 0 0,1 1 0 0 0,-1 0-1 0 0,1 0 1 0 0,-1-1 0 0 0,1 1 0 0 0,-1 0 0 0 0,1 0 0 0 0,0 0 0 0 0,-1 0 0 0 0,1-1 0 0 0,-1 1 0 0 0,1 0 0 0 0,-1 0-1 0 0,1 0 1 0 0,0 1 0 0 0,-1-1 0 0 0,1 0 0 0 0,-1 0 0 0 0,1 0 0 0 0,0 0 0 0 0,-1 0 0 0 0,1 1 0 0 0,0-1-1 0 0,7 10-29 0 0,-1 0-1 0 0,0 0 0 0 0,0 0 0 0 0,-1 1 1 0 0,-1 0-1 0 0,0 0 0 0 0,5 16 0 0 0,22 93-55 0 0,-8-26 74 0 0,20 81 127 0 0,-44-173-90 0 0,0 4 629 0 0,-12-27-14397 0 0,8 8 10263 0 0</inkml:trace>
</inkml:ink>
</file>

<file path=ppt/ink/ink3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7:27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0 324 0 0,'-5'3'11330'0'0,"34"0"-10562"0"0,55-4 0 0 0,-48 0-1638 0 0,45 3 0 0 0,-34 1-1271 0 0,-13-3-2351 0 0,-13-2 1783 0 0</inkml:trace>
</inkml:ink>
</file>

<file path=ppt/ink/ink3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7:31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31 492 0 0,'0'0'11235'0'0,"14"-1"-11074"0"0,36 10 50 0 0,0-3 0 0 0,64-1 1 0 0,35 4-21 0 0,18-4-23 0 0,-115-6-93 0 0,67 8 0 0 0,-111-6-44 0 0,26 4-67 0 0,-29-7 117 0 0,-19-6 185 0 0,-114-52-767 0 0,122 56-25 0 0,9 3 217 0 0,21 4 131 0 0,41 14 99 0 0,-54-12 51 0 0,0 0-1 0 0,0 1 1 0 0,-1 0 0 0 0,1 0 0 0 0,-1 1-1 0 0,-1 1 1 0 0,1-1 0 0 0,-1 2 0 0 0,-1-1-1 0 0,0 1 1 0 0,8 11 0 0 0,-15-19 31 0 0,0 0-1 0 0,-1 0 1 0 0,0 0-1 0 0,1 0 1 0 0,-1 0-1 0 0,0 1 1 0 0,1-1-1 0 0,-1 0 1 0 0,0 0-1 0 0,0 0 1 0 0,0 0-1 0 0,0 0 1 0 0,0 1-1 0 0,0-1 1 0 0,-1 0-1 0 0,1 0 1 0 0,0 0-1 0 0,0 0 1 0 0,-1 0-1 0 0,1 0 1 0 0,-1 0-1 0 0,1 0 1 0 0,-1 0-1 0 0,1 0 1 0 0,-2 1-1 0 0,-27 27 260 0 0,-40 9-434 0 0,35-23-1628 0 0,7-4-3486 0 0</inkml:trace>
</inkml:ink>
</file>

<file path=ppt/ink/ink3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7:33.7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33 912 0 0,'3'-21'3572'0'0,"-3"10"-1095"0"0,0 11-2421 0 0,0 0 0 0 0,0 0-1 0 0,0 0 1 0 0,0 0 0 0 0,0 0 0 0 0,0 0 0 0 0,0 0-1 0 0,0 0 1 0 0,0 0 0 0 0,0 1 0 0 0,0-1 0 0 0,0 0 0 0 0,-1 0 111 0 0,1 0-111 0 0,0 0 0 0 0,0 0 0 0 0,0 0-1 0 0,0 0 1 0 0,0 0 0 0 0,0 0 0 0 0,0 0 0 0 0,0 0 0 0 0,0 0-1 0 0,-1 0 1 0 0,1 0 0 0 0,0 0 0 0 0,0 0 0 0 0,0 0-1 0 0,0 0 1 0 0,0 0 0 0 0,0 0 0 0 0,0 0 0 0 0,0 0 0 0 0,0 0-1 0 0,0 0 1 0 0,-1 0 0 0 0,1 0 0 0 0,0 0 0 0 0,0 0 0 0 0,0 0-1 0 0,0 0 1 0 0,0 0 0 0 0,0 0 0 0 0,0 0 0 0 0,0 0-1 0 0,0 0 1 0 0,-1 0 112 0 0,1 0-112 0 0,0 0-1 0 0,0 0 1 0 0,0 0 0 0 0,0-1 0 0 0,0 1 0 0 0,0 0 0 0 0,0 0-1 0 0,0 0 1 0 0,0 0 0 0 0,0 0 0 0 0,0 0 0 0 0,0 0-1 0 0,0 0 1 0 0,0 0 0 0 0,0-1 0 0 0,-24 32 242 0 0,0-3 91 0 0,1 1 0 0 0,2 2 0 0 0,1 0-1 0 0,-31 66 1 0 0,40-52 332 0 0,11-43-166 0 0,4-4-423 0 0,14-3-7 0 0,0-2 0 0 0,-1 0 0 0 0,0-1-1 0 0,25-17 1 0 0,5-1 60 0 0,-45 25-242 0 0,0 0 0 0 0,0 0 0 0 0,0 1-1 0 0,0-1 1 0 0,0 1 0 0 0,0 0 0 0 0,0-1 0 0 0,1 1 0 0 0,-1 0-1 0 0,0 0 1 0 0,0 1 0 0 0,0-1 0 0 0,0 0 0 0 0,0 1 0 0 0,0-1-1 0 0,0 1 1 0 0,0-1 0 0 0,0 1 0 0 0,0 0 0 0 0,0 0 0 0 0,0 0-1 0 0,0 0 1 0 0,0 0 0 0 0,2 3 0 0 0,44 44-563 0 0,-18-16 181 0 0,-27-30 461 0 0,-1 0-1 0 0,1 0 1 0 0,0 0 0 0 0,-1-1 0 0 0,1 1-1 0 0,0-1 1 0 0,0 1 0 0 0,0-1 0 0 0,0 0-1 0 0,0-1 1 0 0,0 1 0 0 0,0 0 0 0 0,1-1-1 0 0,-1 0 1 0 0,0 0 0 0 0,0 0 0 0 0,0 0-1 0 0,1 0 1 0 0,-1 0 0 0 0,0-1 0 0 0,0 0 0 0 0,0 0-1 0 0,5-2 1 0 0,-2 1 76 0 0,-1-2 0 0 0,1 1-1 0 0,-1-1 1 0 0,0 0 0 0 0,-1 0 0 0 0,1 0-1 0 0,-1 0 1 0 0,1-1 0 0 0,-1 0 0 0 0,-1 0 0 0 0,7-10-1 0 0,-5 8-32 0 0,-1 0-1 0 0,0 0 1 0 0,0 0-1 0 0,0-1 0 0 0,-1 0 1 0 0,0 0-1 0 0,0 0 1 0 0,-1 0-1 0 0,0 0 0 0 0,-1 0 1 0 0,0-1-1 0 0,0 1 0 0 0,-1-1 1 0 0,0 1-1 0 0,0 0 1 0 0,-2-12-1 0 0,-1 4-164 0 0,3 15 15 0 0,0 0 0 0 0,0 0 1 0 0,0 0-1 0 0,0-1 1 0 0,0 1-1 0 0,0 0 1 0 0,0 0-1 0 0,0 0 0 0 0,-1 0 1 0 0,1 0-1 0 0,-1 0 1 0 0,1 0-1 0 0,-1-1 1 0 0,1 1-1 0 0,-1 0 1 0 0,1 0-1 0 0,-1 1 0 0 0,0-1 1 0 0,0 0-1 0 0,1 0 1 0 0,-1 0-1 0 0,0 0 1 0 0,0 1-1 0 0,0-1 0 0 0,0 0 1 0 0,0 1-1 0 0,0-1 1 0 0,-2 0-1 0 0,1 0-636 0 0,-22 26-6705 0 0</inkml:trace>
</inkml:ink>
</file>

<file path=ppt/ink/ink3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7:34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0 280 0 0,'0'0'9224'0'0,"-4"3"-8918"0"0,0 0-195 0 0,1 1 1 0 0,-1 0-1 0 0,1 0 1 0 0,0 0-1 0 0,0 0 1 0 0,0 0 0 0 0,0 1-1 0 0,1-1 1 0 0,0 1-1 0 0,0 0 1 0 0,0 0-1 0 0,0 0 1 0 0,-1 8 0 0 0,1-2 37 0 0,1 1 1 0 0,0 0-1 0 0,0 0 1 0 0,1 0 0 0 0,2 13-1 0 0,-1-24-146 0 0,-1 1-1 0 0,1 0 1 0 0,-1-1-1 0 0,1 1 1 0 0,0-1 0 0 0,-1 1-1 0 0,1 0 1 0 0,0-1-1 0 0,0 1 1 0 0,0-1-1 0 0,0 0 1 0 0,0 1 0 0 0,1-1-1 0 0,-1 0 1 0 0,0 0-1 0 0,1 0 1 0 0,-1 0-1 0 0,1 0 1 0 0,-1 0-1 0 0,1 0 1 0 0,-1 0 0 0 0,1-1-1 0 0,-1 1 1 0 0,1-1-1 0 0,0 1 1 0 0,0-1-1 0 0,-1 1 1 0 0,1-1 0 0 0,0 0-1 0 0,0 0 1 0 0,-1 0-1 0 0,1 0 1 0 0,0 0-1 0 0,0 0 1 0 0,-1-1 0 0 0,1 1-1 0 0,1-1 1 0 0,3 0-432 0 0,0 1 0 0 0,0-2 0 0 0,0 1 0 0 0,0-1 0 0 0,-1 1 1 0 0,1-2-1 0 0,-1 1 0 0 0,1-1 0 0 0,5-3 0 0 0,0-5-2630 0 0,1-1 236 0 0</inkml:trace>
</inkml:ink>
</file>

<file path=ppt/ink/ink3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7:34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43 360 0 0,'-12'-36'13740'0'0,"12"30"-13186"0"0</inkml:trace>
</inkml:ink>
</file>

<file path=ppt/ink/ink3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7:35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1 244 0 0,'2'0'9315'0'0,"25"0"-9120"0"0,-12 4-3 0 0,0 1-1 0 0,0 0 0 0 0,0 1 1 0 0,-1 1-1 0 0,1 0 1 0 0,-2 1-1 0 0,1 0 0 0 0,13 13 1 0 0,-4-3-21 0 0,-1 1 1 0 0,-1 2 0 0 0,24 31 0 0 0,-27-30-78 0 0,-1 1 0 0 0,-1 1 0 0 0,-2 0 0 0 0,0 1 0 0 0,-1 1 0 0 0,-2 0 0 0 0,-1 1 0 0 0,12 47 0 0 0,-19-57-64 0 0,0-1-1 0 0,-1 1 0 0 0,-1-1 1 0 0,0 1-1 0 0,-1-1 1 0 0,-1 1-1 0 0,-1-1 1 0 0,-1 1-1 0 0,0-1 0 0 0,0 0 1 0 0,-2 0-1 0 0,0 0 1 0 0,-1 0-1 0 0,-1-1 1 0 0,0 0-1 0 0,-12 18 1 0 0,2-9 53 0 0,-1-2 1 0 0,-1 0 0 0 0,-1-1 0 0 0,0-1 0 0 0,-2 0 0 0 0,0-2 0 0 0,-1-1 0 0 0,-46 26 0 0 0,-4-5 960 0 0,-139 51-1 0 0,166-75-1638 0 0,45-13-239 0 0,-6-17-7817 0 0</inkml:trace>
</inkml:ink>
</file>

<file path=ppt/ink/ink3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8:02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20 212 0 0,'0'-11'1569'0'0,"-2"2"5141"0"0,-2 20-4572 0 0,-9 36-933 0 0,-10 65-1152 0 0,-20 94 580 0 0,35-154-387 0 0,-3 81-1 0 0,11-123-174 0 0,-1 1 0 0 0,0-1 0 0 0,-1 0 0 0 0,-2 10 1 0 0,3-17-2 0 0,1-4-211 0 0,-1 1-1 0 0,0 0 0 0 0,0 0 0 0 0,1-1 1 0 0,-1 1-1 0 0,0 0 0 0 0,0-1 0 0 0,1 1 1 0 0,-1-1-1 0 0,0 1 0 0 0,1-1 1 0 0,-1 1-1 0 0,1-1 0 0 0,-1 0 0 0 0,1 1 1 0 0,-1-1-1 0 0,1 1 0 0 0,-1-1 0 0 0,1 0 1 0 0,-1 0-1 0 0,1 1 0 0 0,0-1 1 0 0,0 0-1 0 0,-1 0 0 0 0,1 1 0 0 0,0-2 1 0 0,-6-39-4604 0 0,4 18 2007 0 0</inkml:trace>
</inkml:ink>
</file>

<file path=ppt/ink/ink3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8:02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247 92 756 0 0,'12'-11'628'0'0,"1"1"-1"0"0,-1 0 0 0 0,1 0 1 0 0,1 1-1 0 0,0 1 1 0 0,0 0-1 0 0,27-10 1 0 0,-34 16-518 0 0,0 1 1 0 0,0-1-1 0 0,0 1 1 0 0,0 0-1 0 0,0 0 1 0 0,0 1-1 0 0,0 0 1 0 0,0 1-1 0 0,0-1 1 0 0,1 1-1 0 0,-1 0 1 0 0,0 1-1 0 0,-1 0 1 0 0,1 0-1 0 0,0 1 1 0 0,-1-1-1 0 0,1 1 1 0 0,-1 1-1 0 0,0-1 1 0 0,7 6-1 0 0,-6-3-44 0 0,-1 0 0 0 0,1 0 0 0 0,-1 1-1 0 0,-1 0 1 0 0,1 0 0 0 0,-1 0 0 0 0,0 1 0 0 0,-1 0-1 0 0,0 0 1 0 0,0 0 0 0 0,-1 0 0 0 0,0 0 0 0 0,4 18-1 0 0,-4-13-6 0 0,-1 0 0 0 0,0 0 0 0 0,-1 1 0 0 0,0-1 0 0 0,-1 0-1 0 0,0 0 1 0 0,-1 1 0 0 0,-5 23 0 0 0,0-21-22 0 0,0 0 0 0 0,0-1 0 0 0,-2 0 0 0 0,0 0 0 0 0,0-1 0 0 0,-1 0 0 0 0,-1 0 0 0 0,-1-1 0 0 0,0 0 0 0 0,0-1 0 0 0,-1-1 0 0 0,-1 1 0 0 0,0-2 0 0 0,0 0 0 0 0,-1-1 0 0 0,-23 12 0 0 0,21-12 62 0 0,0-1-1 0 0,-1-1 0 0 0,0 0 0 0 0,-1-1 1 0 0,1-1-1 0 0,-1-1 0 0 0,0-1 0 0 0,0 0 0 0 0,-1-1 1 0 0,1-1-1 0 0,0-1 0 0 0,-1 0 0 0 0,1-2 1 0 0,-35-6-1 0 0,44 5 5 0 0,0-1 0 0 0,0 0 0 0 0,1 0 0 0 0,-1-1 0 0 0,1 0 0 0 0,0 0 0 0 0,0-1 1 0 0,1 0-1 0 0,0 0 0 0 0,-8-9 0 0 0,8 8 26 0 0,6 7-126 0 0,1 0 0 0 0,0-1 1 0 0,0 1-1 0 0,0 0 0 0 0,-1 0 0 0 0,1 0 0 0 0,0-1 0 0 0,0 1 1 0 0,0 0-1 0 0,0 0 0 0 0,-1 0 0 0 0,1-1 0 0 0,0 1 0 0 0,0 0 1 0 0,0 0-1 0 0,0-1 0 0 0,0 1 0 0 0,0 0 0 0 0,0-1 0 0 0,0 1 1 0 0,0 0-1 0 0,0 0 0 0 0,0-1 0 0 0,0 1 0 0 0,0 0 0 0 0,0 0 0 0 0,0-1 1 0 0,0 1-1 0 0,0 0 0 0 0,0-1 0 0 0,0 1 0 0 0,0 0 0 0 0,1 0 1 0 0,-1-1-1 0 0,0 1 0 0 0,0 0 0 0 0,0 0 0 0 0,0 0 0 0 0,0-1 1 0 0,1 1-1 0 0,-1 0 0 0 0,0 0 0 0 0,0 0 0 0 0,1-1 0 0 0,-1 1 0 0 0,0 0 1 0 0,0 0-1 0 0,1 0 0 0 0,-1 0 0 0 0,0 0 0 0 0,0 0 0 0 0,1 0 1 0 0,-1-1-1 0 0,1 1 0 0 0,0 0-1 0 0,0 0 0 0 0,0-1 0 0 0,0 1 0 0 0,0 0 0 0 0,0 0 0 0 0,0 0 0 0 0,0 0 0 0 0,0 0 0 0 0,1 0 0 0 0,-1 0 1 0 0,0 0-1 0 0,0 0 0 0 0,0 1 0 0 0,0-1 0 0 0,0 0 0 0 0,2 2 0 0 0,66 42 43 0 0,110 93-1 0 0,-87-64-19 0 0,46 44-457 0 0,-113-92-2197 0 0,30 39 0 0 0,-48-57-227 0 0,0-3 218 0 0</inkml:trace>
</inkml:ink>
</file>

<file path=ppt/ink/ink3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8:03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0 293 600 0 0,'5'2'258'0'0,"-1"0"0"0"0,0-1 0 0 0,1 0-1 0 0,-1 0 1 0 0,0 0 0 0 0,1 0 0 0 0,-1-1 0 0 0,1 0 0 0 0,-1 0-1 0 0,1 0 1 0 0,0 0 0 0 0,-1-1 0 0 0,9-2 0 0 0,64-19 1061 0 0,-64 18-1051 0 0,-10 3-220 0 0,34-10 543 0 0,0-1 0 0 0,-2-2 0 0 0,1-2 0 0 0,45-27 0 0 0,-77 40-497 0 0,0 0-1 0 0,0 0 1 0 0,-1 0 0 0 0,1-1-1 0 0,-1 1 1 0 0,1-1 0 0 0,-1 0-1 0 0,0 0 1 0 0,-1 0 0 0 0,1 0-1 0 0,-1 0 1 0 0,0-1 0 0 0,0 1-1 0 0,0-1 1 0 0,0 0-1 0 0,-1 1 1 0 0,0-1 0 0 0,0 0-1 0 0,0 0 1 0 0,0-9 0 0 0,-1 11-63 0 0,-1-1 0 0 0,1 1 1 0 0,-1-1-1 0 0,0 1 0 0 0,0-1 1 0 0,0 1-1 0 0,-1 0 0 0 0,1 0 0 0 0,-1-1 1 0 0,0 1-1 0 0,0 0 0 0 0,0 0 1 0 0,0 1-1 0 0,0-1 0 0 0,-1 0 1 0 0,1 1-1 0 0,-1-1 0 0 0,1 1 0 0 0,-1 0 1 0 0,0 0-1 0 0,0 0 0 0 0,0 0 1 0 0,-1 0-1 0 0,1 1 0 0 0,0 0 1 0 0,0-1-1 0 0,-1 1 0 0 0,-6-1 0 0 0,-2 0-11 0 0,0 1 0 0 0,0 0 0 0 0,0 1 0 0 0,0 0-1 0 0,0 0 1 0 0,0 2 0 0 0,1-1 0 0 0,-1 1 0 0 0,0 1-1 0 0,1 0 1 0 0,-1 1 0 0 0,1 0 0 0 0,-14 8-1 0 0,18-9-17 0 0,1 0 0 0 0,0 0 0 0 0,0 1-1 0 0,0-1 1 0 0,0 1 0 0 0,0 1-1 0 0,1-1 1 0 0,-1 1 0 0 0,1 0 0 0 0,1 0-1 0 0,-1 1 1 0 0,1-1 0 0 0,0 1-1 0 0,0 0 1 0 0,0 0 0 0 0,1 1-1 0 0,0-1 1 0 0,0 1 0 0 0,1-1 0 0 0,0 1-1 0 0,0 0 1 0 0,0 0 0 0 0,0 11-1 0 0,2-12 8 0 0,1 1-1 0 0,0 0 0 0 0,1-1 1 0 0,0 1-1 0 0,0-1 0 0 0,0 0 1 0 0,1 0-1 0 0,0 0 0 0 0,0 0 0 0 0,0 0 1 0 0,1 0-1 0 0,0-1 0 0 0,0 0 1 0 0,0 0-1 0 0,1 0 0 0 0,0 0 1 0 0,-1 0-1 0 0,2-1 0 0 0,-1 0 0 0 0,7 4 1 0 0,7 4-116 0 0,0-1 1 0 0,1 0 0 0 0,1-2-1 0 0,35 13 1 0 0,-36-16-517 0 0,0-1 0 0 0,26 4 1 0 0,13-5-4245 0 0,-31-4 2111 0 0</inkml:trace>
</inkml:ink>
</file>

<file path=ppt/ink/ink3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8:04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43 720 0 0,'0'0'889'0'0,"-15"-27"4571"0"0,10 26-5320 0 0,0-1-1 0 0,0 2 1 0 0,0-1 0 0 0,0 0 0 0 0,-1 1 0 0 0,1 0 0 0 0,0 0 0 0 0,0 0 0 0 0,0 1 0 0 0,0 0 0 0 0,0 0-1 0 0,0 0 1 0 0,0 1 0 0 0,0-1 0 0 0,1 1 0 0 0,-1 0 0 0 0,0 1 0 0 0,-8 5 0 0 0,-4 2 10 0 0,0 2 0 0 0,0 0 0 0 0,-21 21 1 0 0,34-29-126 0 0,0 0 1 0 0,0-1 0 0 0,1 2 0 0 0,-1-1-1 0 0,1 0 1 0 0,0 1 0 0 0,1-1-1 0 0,-1 1 1 0 0,1 0 0 0 0,0 0 0 0 0,0 0-1 0 0,0 0 1 0 0,1 0 0 0 0,0 0 0 0 0,0 0-1 0 0,-1 9 1 0 0,3-10-14 0 0,-1-1 0 0 0,0 1 0 0 0,1-1-1 0 0,0 1 1 0 0,0-1 0 0 0,0 0 0 0 0,0 1 0 0 0,1-1 0 0 0,-1 0 0 0 0,1 0 0 0 0,0 0-1 0 0,0 0 1 0 0,0 0 0 0 0,0 0 0 0 0,0-1 0 0 0,1 1 0 0 0,-1-1 0 0 0,1 1 0 0 0,0-1-1 0 0,0 0 1 0 0,-1 0 0 0 0,1 0 0 0 0,1-1 0 0 0,-1 1 0 0 0,6 2 0 0 0,7 1-1 0 0,0 1 0 0 0,0-2-1 0 0,1 0 1 0 0,0-1 0 0 0,0-1 0 0 0,0 0 0 0 0,0-2 0 0 0,0 0 0 0 0,0 0 0 0 0,0-2 0 0 0,0 0 0 0 0,25-7 0 0 0,-9 0-50 0 0,-1-1 0 0 0,0-1 0 0 0,0-2 0 0 0,-1-2 0 0 0,38-23 0 0 0,-38 16 439 0 0,-1-2 1 0 0,-1-1 0 0 0,30-32 0 0 0,-53 51-153 0 0,11-19 2431 0 0,-25 31-2663 0 0,2 1 0 0 0,-1 1 1 0 0,1-1-1 0 0,0 1 0 0 0,1 0 0 0 0,0 0 0 0 0,-5 11 0 0 0,8-14-56 0 0,0-1 0 0 0,0 1 1 0 0,1-1-1 0 0,0 1 0 0 0,-1 0 0 0 0,2 0 0 0 0,-1-1 0 0 0,0 1 0 0 0,1 0 0 0 0,0 0 0 0 0,0 0 0 0 0,0 0 0 0 0,1 0 0 0 0,0-1 0 0 0,0 1 1 0 0,0 0-1 0 0,2 5 0 0 0,-2-7 0 0 0,0-1 0 0 0,1 1 1 0 0,-1-1-1 0 0,1 0 0 0 0,-1 1 1 0 0,1-1-1 0 0,0 0 0 0 0,-1 0 0 0 0,1 0 1 0 0,0 0-1 0 0,0 0 0 0 0,1-1 1 0 0,-1 1-1 0 0,0-1 0 0 0,1 1 1 0 0,-1-1-1 0 0,1 0 0 0 0,-1 0 1 0 0,1 0-1 0 0,4 1 0 0 0,-2-1-17 0 0,1 0-1 0 0,0-1 1 0 0,0 0 0 0 0,0 0-1 0 0,0-1 1 0 0,-1 1-1 0 0,1-1 1 0 0,0 0 0 0 0,7-3-1 0 0,10-4-140 0 0,-1-2 0 0 0,1 0 1 0 0,31-21-1 0 0,-39 23 122 0 0,-1 1-1 0 0,-1-1 1 0 0,0 0-1 0 0,-1-1 0 0 0,1-1 1 0 0,-2 0-1 0 0,17-17 0 0 0,-27 25 60 0 0,-8 18-184 0 0,6-15 196 0 0,0 0 0 0 0,0 1 1 0 0,0-1-1 0 0,0 1 0 0 0,0-1 0 0 0,0 1 0 0 0,1 0 0 0 0,-1-1 0 0 0,0 1 1 0 0,1 0-1 0 0,-1-1 0 0 0,1 1 0 0 0,0 3 0 0 0,0-2-3 0 0,0 0-1 0 0,0 1 1 0 0,0-1-1 0 0,1 0 1 0 0,-1 0-1 0 0,1 0 1 0 0,0 1 0 0 0,0-1-1 0 0,0 0 1 0 0,1 0-1 0 0,-1 0 1 0 0,1 0-1 0 0,0-1 1 0 0,-1 1 0 0 0,1 0-1 0 0,0-1 1 0 0,1 1-1 0 0,-1-1 1 0 0,0 0-1 0 0,1 0 1 0 0,-1 0-1 0 0,1 0 1 0 0,0 0 0 0 0,0 0-1 0 0,4 2 1 0 0,0-2 8 0 0,-1 0 0 0 0,0 0 0 0 0,1-1 0 0 0,-1 0 0 0 0,1 0 0 0 0,0 0 0 0 0,-1-1 0 0 0,1 0 1 0 0,0 0-1 0 0,-1-1 0 0 0,1 0 0 0 0,-1 0 0 0 0,1-1 0 0 0,8-2 0 0 0,-6 0 57 0 0,0 0 1 0 0,0-1-1 0 0,0 0 0 0 0,0 0 1 0 0,-1-1-1 0 0,0 0 0 0 0,0 0 1 0 0,0-1-1 0 0,-1 0 0 0 0,0-1 0 0 0,-1 1 1 0 0,0-1-1 0 0,11-17 0 0 0,-4 6 160 0 0,-11 16-182 0 0,0 1 1 0 0,-1-1-1 0 0,1 0 0 0 0,-1 0 1 0 0,0 0-1 0 0,0 0 0 0 0,0 0 1 0 0,0 0-1 0 0,0 0 1 0 0,-1 0-1 0 0,1-1 0 0 0,-1 1 1 0 0,0 0-1 0 0,0 0 0 0 0,0 0 1 0 0,-1-6-1 0 0,0 7-41 0 0,6 5-768 0 0,26 17 759 0 0,-24-16-100 0 0,0-1 1 0 0,-1 1 0 0 0,1 1 0 0 0,-1-1-1 0 0,0 1 1 0 0,0 0 0 0 0,0 0 0 0 0,-1 1-1 0 0,0 0 1 0 0,0 0 0 0 0,0 0 0 0 0,-1 0-1 0 0,0 1 1 0 0,0 0 0 0 0,0 0-1 0 0,-1 0 1 0 0,4 15 0 0 0,4 44-520 0 0,-11-65 602 0 0,3 6-15 0 0,-3-6 43 0 0,0-1 1 0 0,0 1 0 0 0,0 0-1 0 0,1 0 1 0 0,-1-1 0 0 0,0 1-1 0 0,0 0 1 0 0,0-1 0 0 0,1 1-1 0 0,-1 0 1 0 0,0-1 0 0 0,1 1-1 0 0,-1 0 1 0 0,1-1 0 0 0,-1 1-1 0 0,1-1 1 0 0,-1 1 0 0 0,1-1-1 0 0,-1 1 1 0 0,1-1 0 0 0,0 1-1 0 0,14 0-23 0 0,0-1-1 0 0,-1-1 0 0 0,1-1 1 0 0,-1 0-1 0 0,0-1 1 0 0,1 0-1 0 0,-1-1 0 0 0,-1-1 1 0 0,25-11-1 0 0,-28 11-1065 0 0,1-1 0 0 0,-1 0 1 0 0,-1 0-1 0 0,11-9 0 0 0,-10 7-1071 0 0</inkml:trace>
</inkml:ink>
</file>

<file path=ppt/ink/ink3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8:05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15 844 0 0,'0'0'909'0'0,"-23"-15"3859"0"0,20 15-4560 0 0,-1 0 0 0 0,0 0 0 0 0,0 1 0 0 0,0-1 0 0 0,0 1 0 0 0,0 0 0 0 0,0 0 0 0 0,1 0 0 0 0,-1 0 1 0 0,0 1-1 0 0,-5 3 0 0 0,8-4-175 0 0,-1 0 0 0 0,1 0 1 0 0,0 1-1 0 0,0-1 1 0 0,0 0-1 0 0,0 1 0 0 0,0-1 1 0 0,0 1-1 0 0,0-1 0 0 0,0 1 1 0 0,1-1-1 0 0,-1 1 0 0 0,1 0 1 0 0,-1-1-1 0 0,1 1 0 0 0,0 0 1 0 0,-1 0-1 0 0,1-1 0 0 0,0 1 1 0 0,0 0-1 0 0,0-1 0 0 0,0 1 1 0 0,1 0-1 0 0,-1 0 1 0 0,0-1-1 0 0,1 1 0 0 0,-1 0 1 0 0,1-1-1 0 0,1 3 0 0 0,5 13 38 0 0,1 0 1 0 0,0 0-1 0 0,19 27 0 0 0,9 18-396 0 0,-34-59 285 0 0,0 1-1 0 0,0-1 1 0 0,-1 1 0 0 0,0-1-1 0 0,0 1 1 0 0,0 0 0 0 0,0 0-1 0 0,0 0 1 0 0,-1 7-1 0 0,0-9 40 0 0,0 0-1 0 0,-1-1 1 0 0,0 1-1 0 0,1 0 0 0 0,-1-1 1 0 0,0 1-1 0 0,0-1 1 0 0,0 1-1 0 0,0-1 0 0 0,0 1 1 0 0,0-1-1 0 0,0 1 1 0 0,-1-1-1 0 0,1 0 1 0 0,0 0-1 0 0,-1 0 0 0 0,1 0 1 0 0,-1 0-1 0 0,1 0 1 0 0,-1 0-1 0 0,1 0 0 0 0,-1 0 1 0 0,0-1-1 0 0,0 1 1 0 0,1-1-1 0 0,-1 1 0 0 0,0-1 1 0 0,-3 0-1 0 0,3 1 46 0 0,0 0 0 0 0,1-1-1 0 0,-1 1 1 0 0,0-1 0 0 0,0 0-1 0 0,0 0 1 0 0,1 0 0 0 0,-1 0-1 0 0,0 0 1 0 0,0 0 0 0 0,0 0-1 0 0,1 0 1 0 0,-1-1 0 0 0,0 1 0 0 0,0-1-1 0 0,-2 0 1 0 0,4 0-31 0 0,0 1 0 0 0,-1-1-1 0 0,1 1 1 0 0,0-1 0 0 0,-1 0 0 0 0,1 1 0 0 0,0-1 0 0 0,-1 1 0 0 0,1-1-1 0 0,0 0 1 0 0,0 1 0 0 0,0-1 0 0 0,0 0 0 0 0,0 1 0 0 0,0-1-1 0 0,0 0 1 0 0,0 1 0 0 0,0-1 0 0 0,0 0 0 0 0,0 1 0 0 0,0-1-1 0 0,0 0 1 0 0,1 1 0 0 0,-1-1 0 0 0,0 1 0 0 0,0-1 0 0 0,1 0 0 0 0,0 0-1 0 0,3-6-18 0 0,1 0 0 0 0,-1 0 0 0 0,1 1 0 0 0,1-1 0 0 0,-1 1 0 0 0,8-5 0 0 0,9-9-205 0 0,1 2 1 0 0,1 0-1 0 0,0 2 1 0 0,1 0-1 0 0,1 2 1 0 0,27-11 0 0 0,-50 24 208 0 0,0-1 0 0 0,0 1 0 0 0,0 0 1 0 0,0 1-1 0 0,0-1 0 0 0,0 0 1 0 0,0 1-1 0 0,0 0 0 0 0,0 0 1 0 0,1 0-1 0 0,-1 0 0 0 0,0 0 0 0 0,0 0 1 0 0,0 1-1 0 0,0 0 0 0 0,0-1 1 0 0,0 1-1 0 0,0 0 0 0 0,0 1 1 0 0,-1-1-1 0 0,5 3 0 0 0,-5-3 64 0 0,-1 0-49 0 0,0-1 0 0 0,-1 1 1 0 0,1 0-1 0 0,0 0 0 0 0,0 0 1 0 0,0 0-1 0 0,-1 0 1 0 0,1 0-1 0 0,0 0 0 0 0,-1 0 1 0 0,1 0-1 0 0,-1 0 0 0 0,1 0 1 0 0,-1 0-1 0 0,1 0 1 0 0,-1 0-1 0 0,0 0 0 0 0,0 0 1 0 0,1 1-1 0 0,-1-1 1 0 0,0 0-1 0 0,0 0 0 0 0,0 0 1 0 0,0 0-1 0 0,-1 1 0 0 0,1-1 1 0 0,0 0-1 0 0,0 0 1 0 0,-1 0-1 0 0,0 2 0 0 0,-15 31-746 0 0,-4-22-3985 0 0,9-9 2403 0 0</inkml:trace>
</inkml:ink>
</file>

<file path=ppt/ink/ink3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8:05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88 68 0 0,'21'-80'8635'0'0,"-21"78"-8547"0"0,5-4-1255 0 0</inkml:trace>
</inkml:ink>
</file>

<file path=ppt/ink/ink3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8:06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56 324 0 0,'-10'60'5195'0'0,"10"-58"-4769"0"0,6 19 2772 0 0,-3-21-3068 0 0,-1 0 1 0 0,1 0-1 0 0,-1 0 1 0 0,1 0-1 0 0,-1 0 0 0 0,1-1 1 0 0,-1 0-1 0 0,1 1 1 0 0,-1-1-1 0 0,0 0 1 0 0,1 0-1 0 0,-1 0 0 0 0,0 0 1 0 0,4-3-1 0 0,43-30 647 0 0,-12 9-312 0 0,-31 23-506 0 0,1 0 1 0 0,0 0-1 0 0,0 1 1 0 0,1 0-1 0 0,-1 0 0 0 0,0 1 1 0 0,0 0-1 0 0,0 0 0 0 0,0 1 1 0 0,0 0-1 0 0,0 0 1 0 0,0 1-1 0 0,11 3 0 0 0,47 5-280 0 0,-52-10 311 0 0,0 0-1 0 0,0-1 1 0 0,0 0 0 0 0,0-2-1 0 0,0 1 1 0 0,0-1-1 0 0,0-1 1 0 0,16-7 0 0 0,-27 10 83 0 0,-1 0 1 0 0,1-1 0 0 0,0 1-1 0 0,-1-1 1 0 0,1 1 0 0 0,-1-1 0 0 0,1 0-1 0 0,-1 0 1 0 0,0 0 0 0 0,0 1-1 0 0,0-1 1 0 0,0 0 0 0 0,0 0-1 0 0,0 0 1 0 0,-1-1 0 0 0,1 1-1 0 0,0 0 1 0 0,-1 0 0 0 0,0 0-1 0 0,1-4 1 0 0,-1 4 410 0 0,-15-4 77 0 0,15 5-544 0 0,-1 1-1 0 0,1-1 1 0 0,-1 1-1 0 0,1 0 1 0 0,-1 0 0 0 0,1-1-1 0 0,-1 1 1 0 0,1 0-1 0 0,-1 0 1 0 0,0-1-1 0 0,1 1 1 0 0,-1 0 0 0 0,1 0-1 0 0,-1 0 1 0 0,0 0-1 0 0,1 0 1 0 0,-1 0-1 0 0,1 0 1 0 0,-1 0 0 0 0,0 0-1 0 0,1 0 1 0 0,-1 0-1 0 0,1 0 1 0 0,-1 1-1 0 0,0-1 1 0 0,1 0 0 0 0,-1 0-1 0 0,1 1 1 0 0,-1-1-1 0 0,1 0 1 0 0,-1 1-1 0 0,1-1 1 0 0,-1 0 0 0 0,1 1-1 0 0,-1-1 1 0 0,1 1-1 0 0,0-1 1 0 0,-1 1-1 0 0,1-1 1 0 0,0 1 0 0 0,-1-1-1 0 0,1 2 1 0 0,-2 0-36 0 0,1 0 0 0 0,-1 1-1 0 0,1-1 1 0 0,0 0 0 0 0,0 1 0 0 0,0 0 0 0 0,0-1 0 0 0,0 1 0 0 0,1-1 0 0 0,-1 1 0 0 0,1 0 0 0 0,0-1 0 0 0,0 1 0 0 0,0 0-1 0 0,0 0 1 0 0,0-1 0 0 0,1 1 0 0 0,-1 0 0 0 0,1-1 0 0 0,-1 1 0 0 0,1-1 0 0 0,0 1 0 0 0,3 4 0 0 0,15 25-2378 0 0,6-12-3304 0 0,-6-14 2266 0 0</inkml:trace>
</inkml:ink>
</file>

<file path=ppt/ink/ink3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8:08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431 24 396 0 0,'-20'-6'564'0'0,"-1"1"-1"0"0,1 0 1 0 0,-1 2 0 0 0,0 0-1 0 0,-1 2 1 0 0,1 0-1 0 0,-41 4 1 0 0,45-1-307 0 0,-63 11 703 0 0,76-12-896 0 0,1 0 0 0 0,-1 0 0 0 0,0 0 0 0 0,1 0 0 0 0,-1 1 0 0 0,1-1 0 0 0,-1 1 0 0 0,1 0-1 0 0,0 0 1 0 0,0 0 0 0 0,0 1 0 0 0,0-1 0 0 0,0 1 0 0 0,0 0 0 0 0,1-1 0 0 0,-4 6 0 0 0,5-5-44 0 0,0-1 1 0 0,0 1-1 0 0,0-1 0 0 0,1 1 1 0 0,-1 0-1 0 0,1-1 1 0 0,0 1-1 0 0,0-1 1 0 0,0 1-1 0 0,0 0 1 0 0,0-1-1 0 0,1 1 1 0 0,-1-1-1 0 0,1 1 0 0 0,-1 0 1 0 0,1-1-1 0 0,0 1 1 0 0,0-1-1 0 0,0 0 1 0 0,1 1-1 0 0,-1-1 1 0 0,0 0-1 0 0,1 0 1 0 0,0 0-1 0 0,-1 0 1 0 0,5 3-1 0 0,4 6 28 0 0,1-2 0 0 0,0 1 0 0 0,19 11 0 0 0,-19-13-2 0 0,31 18 52 0 0,-31-19-76 0 0,1-1 0 0 0,-1 2-1 0 0,0-1 1 0 0,0 1 0 0 0,-1 1-1 0 0,0 0 1 0 0,-1 1 0 0 0,0 0-1 0 0,8 11 1 0 0,-16-20 0 0 0,-1 0 0 0 0,1 0 0 0 0,0 0 1 0 0,-1 0-1 0 0,0 0 0 0 0,1 1 0 0 0,-1-1 0 0 0,1 0 0 0 0,-1 0 0 0 0,0 0 0 0 0,0 0 0 0 0,0 1 1 0 0,0-1-1 0 0,0 0 0 0 0,0 0 0 0 0,0 0 0 0 0,0 0 0 0 0,0 1 0 0 0,-1-1 0 0 0,1 0 0 0 0,0 0 1 0 0,-1 0-1 0 0,1 0 0 0 0,-1 0 0 0 0,1 0 0 0 0,-1 0 0 0 0,1 0 0 0 0,-1 0 0 0 0,0 0 0 0 0,-1 1 0 0 0,0 0 56 0 0,-1 1-1 0 0,0-1 1 0 0,-1 0-1 0 0,1 0 1 0 0,0-1-1 0 0,-1 1 1 0 0,1-1-1 0 0,-1 0 1 0 0,-6 2-1 0 0,-6 0 283 0 0,0-1 0 0 0,0 0-1 0 0,-27-1 1 0 0,20-3 22 0 0,0-2-1 0 0,0 0 1 0 0,-27-9 0 0 0,9 2 158 0 0,24 1-1049 0 0,48 1-10350 0 0</inkml:trace>
</inkml:ink>
</file>

<file path=ppt/ink/ink3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8:09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88 580 0 0,'19'-72'7403'0'0,"-19"69"-6779"0"0,8-9 2879 0 0,-20 107-2970 0 0,1-24-327 0 0,3 1 0 0 0,3 1 0 0 0,6 104 0 0 0,0-165-191 0 0,1-1 1 0 0,1 1-1 0 0,-1 0 1 0 0,2-1-1 0 0,0 1 1 0 0,0-1-1 0 0,1 0 1 0 0,0 0-1 0 0,11 15 1 0 0,-13-22-13 0 0,0 0-1 0 0,0-1 1 0 0,0 1 0 0 0,0-1 0 0 0,1 1 0 0 0,0-1 0 0 0,-1 0 0 0 0,1 0 0 0 0,0-1-1 0 0,1 1 1 0 0,-1-1 0 0 0,0 0 0 0 0,1 0 0 0 0,-1 0 0 0 0,1-1 0 0 0,0 0 0 0 0,-1 1-1 0 0,1-2 1 0 0,0 1 0 0 0,0 0 0 0 0,0-1 0 0 0,0 0 0 0 0,-1 0 0 0 0,1-1 0 0 0,0 1-1 0 0,5-2 1 0 0,2-1-3 0 0,-1 0 0 0 0,0-1 0 0 0,0 1-1 0 0,-1-2 1 0 0,1 0 0 0 0,-1 0 0 0 0,0-1-1 0 0,0 0 1 0 0,-1-1 0 0 0,0 0 0 0 0,0-1-1 0 0,-1 1 1 0 0,1-2 0 0 0,-2 1 0 0 0,1-1-1 0 0,-1 0 1 0 0,-1-1 0 0 0,0 1 0 0 0,0-1-1 0 0,-1-1 1 0 0,7-17 0 0 0,1-14 89 0 0,-13 40-101 0 0,14 23-442 0 0,-9-15 453 0 0,-1-1 0 0 0,1 1 0 0 0,0-2-1 0 0,1 1 1 0 0,-1 0 0 0 0,1-1 0 0 0,0 0 0 0 0,0 0-1 0 0,0-1 1 0 0,1 0 0 0 0,-1 0 0 0 0,1 0 0 0 0,0-1-1 0 0,0 0 1 0 0,0 0 0 0 0,0-1 0 0 0,0 0 0 0 0,0 0-1 0 0,0-1 1 0 0,0 1 0 0 0,0-2 0 0 0,1 1 0 0 0,-1-1-1 0 0,0 0 1 0 0,0 0 0 0 0,0-1 0 0 0,0 0 0 0 0,-1 0-1 0 0,1-1 1 0 0,0 0 0 0 0,-1 0 0 0 0,0 0 0 0 0,1-1-1 0 0,-2 0 1 0 0,1 0 0 0 0,0-1 0 0 0,-1 1 0 0 0,0-1-1 0 0,0-1 1 0 0,0 1 0 0 0,0-1 0 0 0,-1 1 0 0 0,0-1-1 0 0,5-11 1 0 0,9-33 1983 0 0,-17 48-1800 0 0,-1 8-133 0 0,0 9-26 0 0,15 488 183 0 0,-9-424-165 0 0,-6-77 708 0 0,-2-5-726 0 0,0-1 0 0 0,0 0 0 0 0,0 0 0 0 0,1 0 0 0 0,-1 0 0 0 0,1 0 0 0 0,0 0 0 0 0,0 0 0 0 0,0 0 0 0 0,1 0 0 0 0,-1 0 0 0 0,1-7 0 0 0,1-56 97 0 0,0 64-114 0 0,1-33-9 0 0,2 1 1 0 0,1-1-1 0 0,2 1 0 0 0,1 0 1 0 0,2 0-1 0 0,20-45 0 0 0,-25 67-26 0 0,1 0 0 0 0,0 1 1 0 0,2 0-1 0 0,-1 0 0 0 0,1 0 0 0 0,1 1 0 0 0,0 1 1 0 0,0-1-1 0 0,1 2 0 0 0,1-1 0 0 0,0 1 0 0 0,0 1 1 0 0,0 0-1 0 0,1 0 0 0 0,0 2 0 0 0,1-1 0 0 0,-1 1 0 0 0,1 1 1 0 0,22-6-1 0 0,-29 10 3 0 0,0 0 0 0 0,1 1 0 0 0,-1-1-1 0 0,0 1 1 0 0,0 0 0 0 0,1 1 0 0 0,-1 0 0 0 0,0 0 0 0 0,0 0 0 0 0,0 1 0 0 0,0 0 0 0 0,0 0 0 0 0,0 0-1 0 0,0 1 1 0 0,-1 0 0 0 0,8 4 0 0 0,-11-5 18 0 0,0 0-1 0 0,0-1 1 0 0,0 1-1 0 0,0 0 0 0 0,0 0 1 0 0,0 0-1 0 0,-1 0 1 0 0,1 0-1 0 0,-1 1 1 0 0,1-1-1 0 0,-1 0 0 0 0,0 1 1 0 0,0-1-1 0 0,0 1 1 0 0,0-1-1 0 0,0 1 1 0 0,0 0-1 0 0,-1-1 1 0 0,0 1-1 0 0,1 0 0 0 0,-1-1 1 0 0,0 1-1 0 0,0 0 1 0 0,0-1-1 0 0,-1 1 1 0 0,1 0-1 0 0,-1-1 0 0 0,1 1 1 0 0,-1 0-1 0 0,0-1 1 0 0,0 1-1 0 0,0-1 1 0 0,0 1-1 0 0,-1-1 1 0 0,1 0-1 0 0,-1 1 0 0 0,1-1 1 0 0,-1 0-1 0 0,-2 2 1 0 0,-4 5-20 0 0,0 0 1 0 0,-1-1 0 0 0,0 0-1 0 0,0 0 1 0 0,-1-1 0 0 0,0-1-1 0 0,0 1 1 0 0,-1-2 0 0 0,-15 7-1 0 0,15-7-587 0 0,-1-1-1 0 0,0 0 1 0 0,-22 3-1 0 0,27-6-301 0 0,0 0 0 0 0,1-1 0 0 0,-1 0 0 0 0,0 0 0 0 0,0-1 0 0 0,0 0 0 0 0,-9-2 0 0 0,1-1-2158 0 0</inkml:trace>
</inkml:ink>
</file>

<file path=ppt/ink/ink3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8:09.6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54 112 0 0,'0'0'944'0'0,"12"-15"-108"0"0,-6 11-84 0 0,7-3-80 0 0,3 4-68 0 0,3-1-64 0 0,6-2-44 0 0,2 2-72 0 0,4 1-163 0 0,-3-1-141 0 0,5 2-156 0 0,7 2-172 0 0,0 0-109 0 0,-8 0-551 0 0,-4-1-940 0 0,-1 1 416 0 0</inkml:trace>
</inkml:ink>
</file>

<file path=ppt/ink/ink3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8:11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32 940 0 0,'0'0'13405'0'0,"-6"-14"-11925"0"0,4 8 4156 0 0,3-5-5256 0 0</inkml:trace>
</inkml:ink>
</file>

<file path=ppt/ink/ink3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8:11.5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82 1000 0 0,'0'-14'2804'0'0,"3"0"-75"0"0,-5 0-297 0 0,4 2 228 0 0,-4-3-1784 0 0,5 2-1116 0 0</inkml:trace>
</inkml:ink>
</file>

<file path=ppt/ink/ink3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8:14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25 472 0 0,'9'-24'11705'0'0,"-65"271"-10972"0"0,19-100-304 0 0,37-144-420 0 0,-9 40 204 0 0,-2-1 0 0 0,-21 52 0 0 0,31-93-191 0 0,-17 23-1559 0 0,17-24 851 0 0,-22-17-8940 0 0</inkml:trace>
</inkml:ink>
</file>

<file path=ppt/ink/ink3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8:15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1 202 844 0 0,'20'-20'2720'0'0,"15"-2"-1358"0"0,0 2-1 0 0,2 1 1 0 0,67-25-1 0 0,121-21 909 0 0,-210 62-2213 0 0,1 0-1 0 0,-1 1 1 0 0,18-1 0 0 0,-30 3-201 0 0,-1 0 0 0 0,1-1 0 0 0,0 1 0 0 0,-1 1 0 0 0,1-1 0 0 0,0 0 0 0 0,0 1 0 0 0,-1-1 0 0 0,1 1 0 0 0,-1 0 0 0 0,1 0 0 0 0,-1 0 0 0 0,1 0 0 0 0,-1 0 0 0 0,1 1 0 0 0,-1-1 0 0 0,0 1 0 0 0,0 0 0 0 0,0-1 0 0 0,0 1 0 0 0,0 0 0 0 0,0 0 0 0 0,0 0 0 0 0,-1 0 0 0 0,3 3 0 0 0,-6 13-3689 0 0,1-15 1623 0 0</inkml:trace>
</inkml:ink>
</file>

<file path=ppt/ink/ink3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8:15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0 119 16 0 0,'0'0'2884'0'0,"6"0"-2275"0"0,42-1 259 0 0,-1-3 1 0 0,1-1-1 0 0,84-22 1 0 0,-17 3-241 0 0,162-28 957 0 0,-275 51-1453 0 0,-4 7-124 0 0,0 1 1 0 0,0-1-1 0 0,0 0 1 0 0,-1-1-1 0 0,0 1 1 0 0,0 0 0 0 0,-1-1-1 0 0,1 0 1 0 0,-1 1-1 0 0,-5 3 1 0 0,-14 26 31 0 0,21-31-35 0 0,0 0 1 0 0,0-1 0 0 0,0 1 0 0 0,1 0 0 0 0,0 0 0 0 0,0 0 0 0 0,0 0 0 0 0,0 0-1 0 0,1 1 1 0 0,-1-1 0 0 0,1 0 0 0 0,0 0 0 0 0,0 0 0 0 0,1 1 0 0 0,-1-1 0 0 0,1 0 0 0 0,0 0-1 0 0,0 0 1 0 0,1 0 0 0 0,-1 0 0 0 0,1 0 0 0 0,-1-1 0 0 0,1 1 0 0 0,1 0 0 0 0,-1-1-1 0 0,0 1 1 0 0,1-1 0 0 0,0 0 0 0 0,-1 0 0 0 0,1 0 0 0 0,0 0 0 0 0,1-1 0 0 0,-1 1 0 0 0,0-1-1 0 0,1 1 1 0 0,0-1 0 0 0,-1 0 0 0 0,1-1 0 0 0,0 1 0 0 0,0-1 0 0 0,0 0 0 0 0,0 0-1 0 0,0 0 1 0 0,8 1 0 0 0,-5-1 110 0 0,0 0 0 0 0,-1 0 0 0 0,1-1 0 0 0,0 0-1 0 0,0 0 1 0 0,-1 0 0 0 0,1-1 0 0 0,0 0 0 0 0,10-4 0 0 0,-14 4-46 0 0,-1 0 0 0 0,0 0 1 0 0,0 0-1 0 0,0-1 1 0 0,0 1-1 0 0,0-1 1 0 0,0 1-1 0 0,0-1 0 0 0,-1 0 1 0 0,1 0-1 0 0,0 0 1 0 0,-1 0-1 0 0,0 0 1 0 0,1 0-1 0 0,-1 0 0 0 0,0 0 1 0 0,0 0-1 0 0,0-1 1 0 0,0 1-1 0 0,-1 0 1 0 0,1-1-1 0 0,-1 1 0 0 0,1-1 1 0 0,-1 1-1 0 0,0-1 1 0 0,0 1-1 0 0,0 0 1 0 0,0-1-1 0 0,0 1 0 0 0,-1-4 1 0 0,-1-4 109 0 0,1 0 0 0 0,-1-1 0 0 0,-1 1 0 0 0,0 0 0 0 0,-1 0 0 0 0,1 1 0 0 0,-2-1-1 0 0,1 1 1 0 0,-1 0 0 0 0,-12-16 0 0 0,12 19-237 0 0,0 1-1 0 0,0-1 1 0 0,0 1-1 0 0,-1 0 1 0 0,0 1-1 0 0,-12-8 1 0 0,14 9-350 0 0,-1 1 1 0 0,-1 0-1 0 0,1 0 1 0 0,0 0 0 0 0,0 0-1 0 0,-1 1 1 0 0,1 0 0 0 0,-1 0-1 0 0,-9 0 1 0 0,-1 7-4831 0 0</inkml:trace>
</inkml:ink>
</file>

<file path=ppt/ink/ink3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8:16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53 932 0 0,'7'2'1328'0'0,"0"0"-268"0"0,4 6-531 0 0,0 0 1 0 0,0 1-1 0 0,-1 0 0 0 0,0 1 0 0 0,-1 0 0 0 0,12 16 0 0 0,-10-10-131 0 0,-1 1-1 0 0,0 0 1 0 0,-2 1-1 0 0,0 0 1 0 0,0 0-1 0 0,7 36 1 0 0,-14-64 302 0 0,0 1-1 0 0,1-1 1 0 0,0 1 0 0 0,1 0 0 0 0,-1 0-1 0 0,6-10 1 0 0,30-72-560 0 0,-31 79-567 0 0,1-1 1 0 0,0 1 0 0 0,0 0 0 0 0,16-16-1 0 0,25-10-6375 0 0,-29 25 3475 0 0</inkml:trace>
</inkml:ink>
</file>

<file path=ppt/ink/ink3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8:17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64 492 0 0,'-16'-44'9148'0'0,"13"27"-5396"0"0,8 15-3643 0 0,14 22-5647 0 0,-9-10 2955 0 0,-3-1-445 0 0</inkml:trace>
</inkml:ink>
</file>

<file path=ppt/ink/ink3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8:16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28 284 0 0,'7'-24'7350'0'0,"-7"23"-7235"0"0,0 1 1 0 0,0 0-1 0 0,1-1 1 0 0,-1 1-1 0 0,0 0 0 0 0,0 0 1 0 0,1 0-1 0 0,-1-1 0 0 0,0 1 1 0 0,1 0-1 0 0,-1 0 1 0 0,0 0-1 0 0,0 0 0 0 0,1 0 1 0 0,-1 0-1 0 0,0 0 1 0 0,1-1-1 0 0,-1 1 0 0 0,0 0 1 0 0,1 0-1 0 0,-1 0 0 0 0,0 0 1 0 0,1 0-1 0 0,-1 0 1 0 0,0 1-1 0 0,1-1 0 0 0,-1 0 1 0 0,0 0-1 0 0,1 0 1 0 0,-1 0-1 0 0,0 0 0 0 0,1 0 1 0 0,-1 1-1 0 0,0-1 1 0 0,1 0-1 0 0,-1 0 0 0 0,31 39 1638 0 0,-28-34-1934 0 0,7 10 255 0 0,-1 1 0 0 0,-1 0 1 0 0,0 1-1 0 0,-1 0 0 0 0,-1 0 0 0 0,0 1 0 0 0,-2 0 0 0 0,0 0 0 0 0,0 0 0 0 0,0 23 1 0 0,-4-33-62 0 0,0 1 1 0 0,0 0-1 0 0,0 0 1 0 0,-1-1 0 0 0,-1 1-1 0 0,0 0 1 0 0,0-1-1 0 0,0 1 1 0 0,-1-1 0 0 0,0 0-1 0 0,-1 0 1 0 0,0 0 0 0 0,0 0-1 0 0,-1-1 1 0 0,0 0-1 0 0,0 0 1 0 0,-1 0 0 0 0,1 0-1 0 0,-2-1 1 0 0,1 0-1 0 0,-1 0 1 0 0,1-1 0 0 0,-14 8-1 0 0,6-5 53 0 0,0-1-1 0 0,0 0 1 0 0,-1-1-1 0 0,-21 6 0 0 0,30-10 43 0 0,0-1-1 0 0,-1 0 0 0 0,1 0 0 0 0,0 0 0 0 0,0-1 0 0 0,0 0 0 0 0,-1 0 0 0 0,1 0 0 0 0,0-1 0 0 0,0 0 0 0 0,0 0 1 0 0,0-1-1 0 0,0 0 0 0 0,-10-4 0 0 0,13 5-86 0 0,0-1 1 0 0,1 0 0 0 0,-1 0-1 0 0,0 0 1 0 0,1 0 0 0 0,-1 0-1 0 0,1-1 1 0 0,0 1-1 0 0,0-1 1 0 0,0 1 0 0 0,0-1-1 0 0,0 0 1 0 0,1 0-1 0 0,-1 0 1 0 0,1 0 0 0 0,0 0-1 0 0,-1 0 1 0 0,1 0-1 0 0,1-1 1 0 0,-1 1 0 0 0,0 0-1 0 0,1 0 1 0 0,0-1 0 0 0,0 1-1 0 0,0 0 1 0 0,0-1-1 0 0,0 1 1 0 0,1 0 0 0 0,-1 0-1 0 0,1-1 1 0 0,0 1-1 0 0,0 0 1 0 0,3-6 0 0 0,-2 8-361 0 0,1-1 0 0 0,-1 1 0 0 0,1 0 0 0 0,-1 0 1 0 0,1 0-1 0 0,-1 0 0 0 0,1 0 0 0 0,0 0 1 0 0,0 1-1 0 0,-1-1 0 0 0,1 1 0 0 0,0 0 0 0 0,0 0 1 0 0,4 1-1 0 0,-4-1-298 0 0,1 1-271 0 0,2 1-3585 0 0,3 1 1027 0 0</inkml:trace>
</inkml:ink>
</file>

<file path=ppt/ink/ink3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8:18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25 180 0 0,'-4'-6'10071'0'0,"183"-10"-9125"0"0,-102 14-3711 0 0,-65 4-1401 0 0</inkml:trace>
</inkml:ink>
</file>

<file path=ppt/ink/ink3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8:19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41 720 0 0,'0'0'1712'0'0,"3"-1"-904"0"0,61-9 2115 0 0,58-8-862 0 0,3 8-6931 0 0,-99 8 2984 0 0</inkml:trace>
</inkml:ink>
</file>

<file path=ppt/ink/ink3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8:19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50 105 28 0 0,'0'0'5581'0'0,"-1"-2"-5009"0"0,1 0 1 0 0,-1 0-1 0 0,1 0 1 0 0,0 0 0 0 0,0 0-1 0 0,0 0 1 0 0,0-1 0 0 0,0 1-1 0 0,0 0 1 0 0,1-2 0 0 0,18-8-198 0 0,1 1 0 0 0,0 1 0 0 0,1 1 0 0 0,0 1 0 0 0,0 1 0 0 0,26-6 0 0 0,-34 10-346 0 0,0 1 0 0 0,1 0 0 0 0,-1 0 0 0 0,1 2 0 0 0,-1-1 0 0 0,1 2-1 0 0,-1 0 1 0 0,1 0 0 0 0,-1 2 0 0 0,0-1 0 0 0,23 9 0 0 0,-33-10-47 0 0,1 0 1 0 0,-1 0-1 0 0,0 1 1 0 0,0 0-1 0 0,0-1 1 0 0,0 1-1 0 0,0 0 0 0 0,0 0 1 0 0,-1 1-1 0 0,1-1 1 0 0,-1 1-1 0 0,1-1 0 0 0,-1 1 1 0 0,0 0-1 0 0,0 0 1 0 0,0-1-1 0 0,0 2 1 0 0,-1-1-1 0 0,1 0 0 0 0,-1 0 1 0 0,0 0-1 0 0,1 5 1 0 0,-1-3-7 0 0,-1 0 1 0 0,-1 0-1 0 0,1 0 0 0 0,-1 0 1 0 0,1 0-1 0 0,-1 0 1 0 0,-1 0-1 0 0,1-1 1 0 0,-1 1-1 0 0,0 0 1 0 0,0-1-1 0 0,0 1 1 0 0,-5 6-1 0 0,-8 10-47 0 0,0-1-1 0 0,-2-1 1 0 0,0 0-1 0 0,-38 30 1 0 0,-101 60-129 0 0,28-21-5 0 0,123-85 236 0 0,2-1 27 0 0,0 0 0 0 0,0 0 0 0 0,0 0 0 0 0,0 0 0 0 0,1 0 0 0 0,-1 1 0 0 0,1-1 0 0 0,-3 5 0 0 0,32-6 241 0 0,-1-3-121 0 0,-1 0-1 0 0,1-2 1 0 0,39-11 0 0 0,20-3 31 0 0,51 5-1214 0 0,-76 14-7638 0 0,-47-1 5547 0 0</inkml:trace>
</inkml:ink>
</file>

<file path=ppt/ink/ink3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8:20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40 812 0 0,'8'-24'4893'0'0,"1"9"4943"0"0,-7 38-9596 0 0,-1 1-1 0 0,-1 0 1 0 0,-2-1 0 0 0,-6 36 0 0 0,0 19 143 0 0,5-33-264 0 0,1-4-120 0 0,-1 0 0 0 0,-2 0 0 0 0,-17 66 0 0 0,20-102-323 0 0,0 1 0 0 0,0-1-1 0 0,-1 1 1 0 0,0-1-1 0 0,0 0 1 0 0,0 0 0 0 0,-6 6-1 0 0,8-9-341 0 0,-1 0 0 0 0,0 0 0 0 0,1-1 0 0 0,-1 1 0 0 0,0-1 0 0 0,0 1 0 0 0,-1-1-1 0 0,1 0 1 0 0,0 0 0 0 0,0 0 0 0 0,0 0 0 0 0,-3 1 0 0 0</inkml:trace>
</inkml:ink>
</file>

<file path=ppt/ink/ink3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8:20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22 488 0 0,'0'0'3534'0'0,"1"13"-2059"0"0,3-10-1315 0 0,0 0 0 0 0,1 0 0 0 0,-1-1 0 0 0,1 1 0 0 0,0-1-1 0 0,0 0 1 0 0,0 0 0 0 0,0-1 0 0 0,0 1 0 0 0,0-1 0 0 0,0 0 0 0 0,9 0 0 0 0,79 1 637 0 0,-52-2-536 0 0,553-18 1272 0 0,-434 7-1314 0 0,-149 11-176 0 0,28-2 246 0 0,0-2-1 0 0,48-10 1 0 0,-85 14 230 0 0,-8 1-504 0 0,0 0-1 0 0,1 0 1 0 0,-1 1 0 0 0,0 0 0 0 0,0 0 0 0 0,1 1 0 0 0,-1 0-1 0 0,1 0 1 0 0,0 0 0 0 0,0 0 0 0 0,-6 5 0 0 0,-1 2-19 0 0,1-1 1 0 0,0 2-1 0 0,-14 16 1 0 0,23-25-8 0 0,0 0 1 0 0,0 0-1 0 0,1 0 1 0 0,-1 0 0 0 0,1 0-1 0 0,-1 0 1 0 0,1 1-1 0 0,0-1 1 0 0,0 0-1 0 0,0 1 1 0 0,0-1-1 0 0,0 1 1 0 0,1-1-1 0 0,-1 1 1 0 0,1-1 0 0 0,0 1-1 0 0,-1-1 1 0 0,1 1-1 0 0,0 0 1 0 0,1-1-1 0 0,-1 1 1 0 0,0-1-1 0 0,1 1 1 0 0,-1-1 0 0 0,1 1-1 0 0,0-1 1 0 0,0 1-1 0 0,0-1 1 0 0,0 0-1 0 0,0 1 1 0 0,1-1-1 0 0,-1 0 1 0 0,1 0 0 0 0,-1 0-1 0 0,1 0 1 0 0,0 0-1 0 0,0 0 1 0 0,0-1-1 0 0,0 1 1 0 0,0 0-1 0 0,3 1 1 0 0,0 0 8 0 0,0 0-1 0 0,1 0 1 0 0,0-1-1 0 0,-1 0 1 0 0,1 0 0 0 0,0 0-1 0 0,0 0 1 0 0,0-1-1 0 0,0 0 1 0 0,0-1 0 0 0,0 1-1 0 0,0-1 1 0 0,0 0 0 0 0,1 0-1 0 0,-1-1 1 0 0,8-2-1 0 0,-5 1 118 0 0,-1-1 0 0 0,0 0 0 0 0,0 0-1 0 0,0-1 1 0 0,0 0 0 0 0,-1 0-1 0 0,0-1 1 0 0,1 0 0 0 0,6-6 0 0 0,-11 8-47 0 0,-1 0-1 0 0,0 0 1 0 0,1 0 0 0 0,-1 0 0 0 0,0 0 0 0 0,0-1 0 0 0,-1 1 0 0 0,1 0 0 0 0,-1-1-1 0 0,0 0 1 0 0,0 1 0 0 0,0-1 0 0 0,0 0 0 0 0,0 1 0 0 0,-1-1 0 0 0,0 0 0 0 0,0 0-1 0 0,0 0 1 0 0,0 1 0 0 0,0-1 0 0 0,-1 0 0 0 0,0 0 0 0 0,-1-3 0 0 0,1 2-39 0 0,-1 1 1 0 0,1-1-1 0 0,-1 1 1 0 0,0-1-1 0 0,0 1 1 0 0,-1 0-1 0 0,1 0 1 0 0,-1 0-1 0 0,0 1 1 0 0,0-1-1 0 0,0 1 1 0 0,-1-1-1 0 0,1 1 1 0 0,-1 0-1 0 0,0 0 1 0 0,0 1-1 0 0,0-1 1 0 0,0 1 0 0 0,0 0-1 0 0,0 0 1 0 0,-1 0-1 0 0,1 0 1 0 0,-1 1-1 0 0,1 0 1 0 0,-6-1-1 0 0,2 1-351 0 0,1 0 0 0 0,-1 0 0 0 0,0 1 0 0 0,0 0 0 0 0,1 0 0 0 0,-12 3 0 0 0,11-2-763 0 0,1 1 1 0 0,0 0-1 0 0,-1 0 0 0 0,1 1 0 0 0,1 0 1 0 0,-11 6-1 0 0,8-4-1838 0 0</inkml:trace>
</inkml:ink>
</file>

<file path=ppt/ink/ink3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8:22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1 132 464 0 0,'0'0'1622'0'0,"2"-16"2209"0"0,5 10-3429 0 0,1 1 0 0 0,0 0 0 0 0,0 0 0 0 0,1 0 0 0 0,-1 1 0 0 0,1 0 0 0 0,0 1 1 0 0,0 0-1 0 0,0 1 0 0 0,1 0 0 0 0,-1 0 0 0 0,11-1 0 0 0,3 1-216 0 0,0 1 0 0 0,0 1 0 0 0,45 6 0 0 0,-59-4-180 0 0,-1 0 0 0 0,0 1 1 0 0,-1 0-1 0 0,1 1 0 0 0,0-1 0 0 0,-1 1 0 0 0,0 1 0 0 0,0-1 0 0 0,0 1 0 0 0,0 0 0 0 0,-1 1 0 0 0,0 0 0 0 0,0 0 0 0 0,-1 0 0 0 0,1 1 0 0 0,-1-1 0 0 0,-1 1 0 0 0,1 0 0 0 0,-1 1 0 0 0,-1-1 0 0 0,1 1 0 0 0,-1 0 0 0 0,0 0 0 0 0,-1 0 0 0 0,0 0 0 0 0,0 0 0 0 0,-1 0 0 0 0,0 1 0 0 0,-1-1 1 0 0,1 0-1 0 0,-2 1 0 0 0,1-1 0 0 0,-1 1 0 0 0,0-1 0 0 0,-1 0 0 0 0,-3 12 0 0 0,3-16 9 0 0,0 1 0 0 0,0-1 0 0 0,0 1-1 0 0,0-1 1 0 0,-1 0 0 0 0,1 0 0 0 0,-1 0 0 0 0,0 0 0 0 0,0-1 0 0 0,-1 1 0 0 0,1-1 0 0 0,-1 1 0 0 0,0-1 0 0 0,1-1-1 0 0,-2 1 1 0 0,1 0 0 0 0,0-1 0 0 0,-7 3 0 0 0,9-5 219 0 0,-4-3-93 0 0,4 2-118 0 0,1 1 0 0 0,0-1 0 0 0,-1 1 0 0 0,1-1 0 0 0,0 0 0 0 0,0 1 0 0 0,-1-1 0 0 0,1 0 0 0 0,0 0 0 0 0,0 0 0 0 0,0 0 0 0 0,0 0 0 0 0,0 0 0 0 0,0 0 1 0 0,-1-2-1 0 0,1-3 27 0 0,0-1 0 0 0,0 1 0 0 0,0 0 1 0 0,1 0-1 0 0,0-1 0 0 0,0 1 1 0 0,1 0-1 0 0,0-1 0 0 0,0 1 1 0 0,0 0-1 0 0,1 0 0 0 0,2-8 1 0 0,1 2-32 0 0,1 1 0 0 0,-1 0 0 0 0,2 0 0 0 0,0 0 0 0 0,14-17 0 0 0,-1 7-76 0 0,0 0-1 0 0,2 2 1 0 0,0 0-1 0 0,44-28 0 0 0,-47 36 20 0 0,0 1 0 0 0,1 1-1 0 0,0 1 1 0 0,0 0-1 0 0,1 2 1 0 0,0 0 0 0 0,0 2-1 0 0,25-4 1 0 0,-42 8 34 0 0,1-1 1 0 0,-1 1-1 0 0,1 0 0 0 0,-1 0 1 0 0,0 0-1 0 0,1 1 0 0 0,-1 0 1 0 0,1 0-1 0 0,-1 0 0 0 0,0 0 0 0 0,0 0 1 0 0,0 1-1 0 0,0 0 0 0 0,0 0 1 0 0,0 0-1 0 0,0 0 0 0 0,0 1 1 0 0,-1-1-1 0 0,1 1 0 0 0,-1 0 1 0 0,0 0-1 0 0,0 0 0 0 0,0 1 1 0 0,0-1-1 0 0,-1 1 0 0 0,1-1 1 0 0,-1 1-1 0 0,0 0 0 0 0,0 0 1 0 0,0 0-1 0 0,-1 0 0 0 0,1 0 1 0 0,-1 1-1 0 0,1 3 0 0 0,2 16-26 0 0,-1 0 0 0 0,-1 0 0 0 0,-1 0 0 0 0,-1 0 0 0 0,-3 25 0 0 0,0 1 9 0 0,3-46-130 0 0,0 0 0 0 0,1 0 0 0 0,-1-1 1 0 0,1 1-1 0 0,-1 0 0 0 0,1-1 0 0 0,0 1 1 0 0,1-1-1 0 0,-1 1 0 0 0,0-1 0 0 0,1 0 0 0 0,0 1 1 0 0,0-1-1 0 0,0 0 0 0 0,0 0 0 0 0,0 0 0 0 0,1 0 1 0 0,0-1-1 0 0,4 5 0 0 0,-3-4-139 0 0,0-1 0 0 0,0 0 0 0 0,1 0-1 0 0,-1 0 1 0 0,1 0 0 0 0,-1 0 0 0 0,1-1 0 0 0,-1 0-1 0 0,1 0 1 0 0,0 0 0 0 0,0-1 0 0 0,-1 1 0 0 0,1-1 0 0 0,0-1-1 0 0,9 0 1 0 0,17-3-2683 0 0</inkml:trace>
</inkml:ink>
</file>

<file path=ppt/ink/ink3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8:24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0 224 0 0,'-1'7'7212'0'0,"-1"8"-3648"0"0,-2 14-3068 0 0,1 50 0 0 0,16 106 345 0 0,-13-180-1175 0 0,0-1-1 0 0,-1 1 1 0 0,1-1-1 0 0,-1 1 1 0 0,0-1 0 0 0,0 0-1 0 0,0 1 1 0 0,-1-1-1 0 0,-2 6 1 0 0,3-9-644 0 0,-6 4-3246 0 0</inkml:trace>
</inkml:ink>
</file>

<file path=ppt/ink/ink3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8:24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4 708 0 0,'0'0'1856'0'0,"8"-1"-1304"0"0,22-1-101 0 0,0 1 0 0 0,1 2-1 0 0,-1 1 1 0 0,54 11 0 0 0,126 39 422 0 0,-144-33-527 0 0,100 44 0 0 0,-146-54-272 0 0,1 1 0 0 0,-1 2 0 0 0,-1 0 0 0 0,0 1 0 0 0,-1 0 0 0 0,0 2 0 0 0,-1 0 0 0 0,27 32 0 0 0,-42-44-63 0 0,1 0 0 0 0,-1 0 0 0 0,1 1 0 0 0,-1-1-1 0 0,0 1 1 0 0,0 0 0 0 0,-1-1 0 0 0,1 1 0 0 0,-1 0-1 0 0,0 0 1 0 0,0 0 0 0 0,0 0 0 0 0,0 0 0 0 0,-1 0-1 0 0,0 1 1 0 0,1-1 0 0 0,-2 0 0 0 0,1 0 0 0 0,0 0-1 0 0,-2 6 1 0 0,0-5-3 0 0,0-1 0 0 0,0 0 0 0 0,-1 0 0 0 0,1 0 0 0 0,-1 0 0 0 0,0 0 0 0 0,0 0 0 0 0,0-1 0 0 0,0 1 0 0 0,-1-1 1 0 0,0 0-1 0 0,1 0 0 0 0,-1 0 0 0 0,0-1 0 0 0,0 1 0 0 0,-1-1 0 0 0,-8 3 0 0 0,-18 7 45 0 0,-1-2 0 0 0,-1-1 0 0 0,0-1 0 0 0,0-2 0 0 0,0-2 1 0 0,-50 2-1 0 0,14-7 226 0 0,0-2 0 0 0,-81-14 0 0 0,142 16-302 0 0,0 0-202 0 0,-1-1 0 0 0,0 1 0 0 0,1-1 1 0 0,-1-1-1 0 0,1 1 0 0 0,-12-7 0 0 0</inkml:trace>
</inkml:ink>
</file>

<file path=ppt/ink/ink3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8:25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21 584 0 0,'-1'-14'6373'0'0,"1"14"-6305"0"0,0-1 0 0 0,0 1 0 0 0,-1-1 1 0 0,1 1-1 0 0,0 0 0 0 0,0-1 0 0 0,-1 1 0 0 0,1 0 0 0 0,0-1 0 0 0,-1 1 0 0 0,1 0 0 0 0,0-1 0 0 0,-1 1 0 0 0,1 0 0 0 0,-1 0 0 0 0,1-1 0 0 0,0 1 0 0 0,-1 0 0 0 0,1 0 1 0 0,-1 0-1 0 0,1 0 0 0 0,-1 0 0 0 0,1-1 0 0 0,0 1 0 0 0,-1 0 0 0 0,1 0 0 0 0,-1 0 0 0 0,1 0 0 0 0,-1 0 0 0 0,1 0 0 0 0,-1 1 0 0 0,1-1 0 0 0,-1 0 0 0 0,1 0 0 0 0,0 0 1 0 0,-1 0-1 0 0,1 0 0 0 0,-1 1 0 0 0,1-1 0 0 0,0 0 0 0 0,-1 0 0 0 0,1 1 0 0 0,-1-1 0 0 0,-25 23 675 0 0,19-14-702 0 0,1-1 0 0 0,-1 1 0 0 0,2-1 0 0 0,-9 18 0 0 0,12-21-21 0 0,1 1 0 0 0,-1-1-1 0 0,1 0 1 0 0,1 0-1 0 0,-1 1 1 0 0,1-1 0 0 0,0 0-1 0 0,0 0 1 0 0,1 1 0 0 0,-1-1-1 0 0,1 0 1 0 0,0 0-1 0 0,1 1 1 0 0,-1-1 0 0 0,1 0-1 0 0,0 0 1 0 0,0-1 0 0 0,1 1-1 0 0,-1 0 1 0 0,1-1-1 0 0,0 1 1 0 0,0-1 0 0 0,7 7-1 0 0,-7-8 21 0 0,1 0 0 0 0,-1-1 0 0 0,1 1 0 0 0,-1-1 0 0 0,1 1 0 0 0,0-1 0 0 0,0 0 0 0 0,1-1 1 0 0,-1 1-1 0 0,0-1 0 0 0,0 0 0 0 0,1 0 0 0 0,-1 0 0 0 0,1 0 0 0 0,-1-1 0 0 0,1 1 0 0 0,-1-1 0 0 0,1-1 0 0 0,-1 1 0 0 0,1-1 0 0 0,-1 1 0 0 0,0-1 0 0 0,1 0 0 0 0,-1-1 0 0 0,0 1 0 0 0,0-1 0 0 0,0 0 0 0 0,7-4 0 0 0,-7 4 37 0 0,0-1 1 0 0,0 0-1 0 0,0 0 1 0 0,-1 0-1 0 0,1-1 1 0 0,-1 1-1 0 0,0-1 1 0 0,0 0-1 0 0,0 1 1 0 0,-1-1-1 0 0,1-1 1 0 0,-1 1 0 0 0,0 0-1 0 0,0-1 1 0 0,0 1-1 0 0,-1-1 1 0 0,1 1-1 0 0,-1-1 1 0 0,0 0-1 0 0,-1 0 1 0 0,1 1-1 0 0,-1-1 1 0 0,0 0-1 0 0,0 0 1 0 0,-1 0-1 0 0,1 1 1 0 0,-1-1-1 0 0,-2-9 1 0 0,1 10-158 0 0,1 0 0 0 0,0-1 1 0 0,-1 1-1 0 0,0 0 1 0 0,0-1-1 0 0,0 1 0 0 0,-1 0 1 0 0,1 1-1 0 0,-1-1 0 0 0,0 0 1 0 0,0 1-1 0 0,-1-1 1 0 0,1 1-1 0 0,0 0 0 0 0,-1 0 1 0 0,0 1-1 0 0,0-1 0 0 0,0 1 1 0 0,0-1-1 0 0,0 1 0 0 0,0 0 1 0 0,-1 1-1 0 0,1-1 1 0 0,-1 1-1 0 0,1 0 0 0 0,-1 0 1 0 0,1 0-1 0 0,-1 1 0 0 0,0 0 1 0 0,-5 0-1 0 0,-60 11-5988 0 0,32-3 2553 0 0</inkml:trace>
</inkml:ink>
</file>

<file path=ppt/ink/ink3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8:27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78 416 0 0,'-6'-56'6405'0'0,"6"53"-5202"0"0,-3-9 367 0 0,1 5-203 0 0,0 9-158 0 0,-89 335-124 0 0,80-298-1078 0 0,-16 41 428 0 0,24-74-1159 0 0,0 0-1 0 0,0 0 1 0 0,-1 0-1 0 0,0-1 1 0 0,-9 10-1 0 0,4-10-3907 0 0</inkml:trace>
</inkml:ink>
</file>

<file path=ppt/ink/ink3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8:28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0 218 8 0 0,'2'-7'496'0'0,"-1"1"-1"0"0,1-1 1 0 0,1 1-1 0 0,-1-1 1 0 0,1 1-1 0 0,0 0 1 0 0,1 0-1 0 0,-1 0 1 0 0,1 0 0 0 0,0 1-1 0 0,10-10 1 0 0,-5 6-66 0 0,1 0 1 0 0,1 1-1 0 0,-1 0 1 0 0,1 1 0 0 0,21-10-1 0 0,8 0 138 0 0,0 2 0 0 0,76-17 0 0 0,-105 29-386 0 0,-4 1-309 0 0,0 0 0 0 0,0 0 0 0 0,0 1 0 0 0,0 0 0 0 0,1 0 0 0 0,-1 1 0 0 0,0 0 0 0 0,0 0 0 0 0,1 1 0 0 0,-1-1 0 0 0,0 2 0 0 0,0-1 0 0 0,0 1 0 0 0,11 4 0 0 0,-17-5 16 0 0,0 1 1 0 0,0-1-1 0 0,0 0 1 0 0,-1 0-1 0 0,1 0 1 0 0,-1 0 0 0 0,1 1-1 0 0,-1-1 1 0 0,1 0-1 0 0,-1 1 1 0 0,1-1-1 0 0,-1 0 1 0 0,0 1-1 0 0,0 1 1 0 0,1 2-3156 0 0</inkml:trace>
</inkml:ink>
</file>

<file path=ppt/ink/ink3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8:28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1 128 8 0 0,'0'0'753'0'0,"0"0"-697"0"0,0 0 1 0 0,0 0-1 0 0,0 0 0 0 0,1 0 0 0 0,-1 1 0 0 0,0-1 0 0 0,0 0 0 0 0,0 0 0 0 0,0 0 0 0 0,0 0 0 0 0,0 0 0 0 0,1 0 0 0 0,-1 0 0 0 0,0 0 0 0 0,0 0 0 0 0,0 0 1 0 0,0 1-1 0 0,0-1 0 0 0,0 0 0 0 0,0 0 0 0 0,0 0 0 0 0,0 0 0 0 0,0 0 0 0 0,1 0 0 0 0,-1 1 0 0 0,0-1 0 0 0,0 0 0 0 0,0 0 0 0 0,0 0 0 0 0,0 0 0 0 0,0 0 0 0 0,0 0 1 0 0,0 1-1 0 0,0-1 0 0 0,0 0 0 0 0,0 0 0 0 0,0 0 0 0 0,0 0 0 0 0,0 0 0 0 0,0 1 0 0 0,-1-1 0 0 0,1 0 0 0 0,0 0 0 0 0,0 0 0 0 0,0 0 0 0 0,0 0 0 0 0,0 0 1 0 0,0 1-1 0 0,0-1 0 0 0,0 0 0 0 0,0 0 0 0 0,0 0 0 0 0,-1 0 0 0 0,1 0 0 0 0,0 0 0 0 0,0 0 0 0 0,0 0 0 0 0,0 0 0 0 0,0 0 0 0 0,0 0 0 0 0,-1 1 0 0 0,1-1 0 0 0,0 0 1 0 0,0 0-1 0 0,0 0 0 0 0,0 0 0 0 0,9 2 152 0 0,0-1 0 0 0,1 1 0 0 0,-1-1 1 0 0,1-1-1 0 0,-1 0 0 0 0,1 0 0 0 0,-1-1 1 0 0,13-3-1 0 0,87-21 559 0 0,-52 10-443 0 0,82-23 276 0 0,29-5 189 0 0,-154 39-661 0 0,-15 3-30 0 0,-32 13-64 0 0,30-10-37 0 0,-1 1 0 0 0,1 0 0 0 0,0 0 0 0 0,-1 0 0 0 0,2 0 0 0 0,-1 0 0 0 0,0 1 0 0 0,1 0 0 0 0,-1-1 0 0 0,1 1 0 0 0,0 0 0 0 0,0 0 0 0 0,0 0 0 0 0,1 0 0 0 0,0 0 0 0 0,-2 9 0 0 0,2-11 4 0 0,1 1 1 0 0,0-1-1 0 0,0 1 1 0 0,0 0-1 0 0,0-1 1 0 0,0 1-1 0 0,1-1 1 0 0,-1 1-1 0 0,1 0 1 0 0,-1-1-1 0 0,1 1 0 0 0,0-1 1 0 0,0 0-1 0 0,0 1 1 0 0,1-1-1 0 0,-1 0 1 0 0,0 0-1 0 0,1 1 1 0 0,0-1-1 0 0,-1 0 1 0 0,1 0-1 0 0,0-1 1 0 0,0 1-1 0 0,0 0 1 0 0,0-1-1 0 0,3 3 1 0 0,2 0 5 0 0,0-1 0 0 0,-1 0 0 0 0,1 0 0 0 0,0 0 0 0 0,0-1 0 0 0,12 3 0 0 0,-13-4 82 0 0,0 0 0 0 0,0-1 0 0 0,0 0-1 0 0,0 0 1 0 0,1 0 0 0 0,-1-1 0 0 0,0 0 0 0 0,0 0-1 0 0,0 0 1 0 0,0-1 0 0 0,0 0 0 0 0,-1 0 0 0 0,1 0-1 0 0,0-1 1 0 0,-1 0 0 0 0,0 0 0 0 0,0-1 0 0 0,0 1-1 0 0,0-1 1 0 0,0 0 0 0 0,-1 0 0 0 0,1-1 0 0 0,-1 1-1 0 0,0-1 1 0 0,3-5 0 0 0,-6 5 2 0 0,-1 0-1 0 0,1 0 1 0 0,-1 0-1 0 0,0 0 1 0 0,-1 0-1 0 0,1 1 1 0 0,-1-1 0 0 0,0 0-1 0 0,0 0 1 0 0,-1 0-1 0 0,1 1 1 0 0,-1-1-1 0 0,0 1 1 0 0,-1-1-1 0 0,1 1 1 0 0,-4-5 0 0 0,4 6-134 0 0,0 1 1 0 0,0 0 0 0 0,0-1 0 0 0,-1 1 0 0 0,1 0 0 0 0,-1 0 0 0 0,1 0 0 0 0,-1 1 0 0 0,0-1 0 0 0,0 1 0 0 0,0-1 0 0 0,1 1 0 0 0,-1 0 0 0 0,-4-1 0 0 0,1 1-916 0 0,0 1 1 0 0,0 0-1 0 0,0 1 1 0 0,0-1-1 0 0,0 1 0 0 0,0 0 1 0 0,-7 2-1 0 0</inkml:trace>
</inkml:ink>
</file>

<file path=ppt/ink/ink3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8:29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5 244 0 0,'7'1'293'0'0,"-1"-1"0"0"0,1 1 0 0 0,-1 0 0 0 0,1 1 0 0 0,-1 0 0 0 0,0 0 0 0 0,0 0-1 0 0,0 0 1 0 0,0 1 0 0 0,0 0 0 0 0,-1 1 0 0 0,1-1 0 0 0,-1 1 0 0 0,0 0 0 0 0,0 0 0 0 0,0 1 0 0 0,8 8 0 0 0,2 7 257 0 0,-1-1 1 0 0,0 2-1 0 0,13 28 1 0 0,-20-37-168 0 0,-7-12-303 0 0,0 1 1 0 0,0-1-1 0 0,0 0 0 0 0,0 0 0 0 0,0 0 1 0 0,0 0-1 0 0,0 1 0 0 0,1-1 1 0 0,-1 0-1 0 0,0 0 0 0 0,0 0 0 0 0,0 0 1 0 0,0 0-1 0 0,0 0 0 0 0,0 1 1 0 0,1-1-1 0 0,-1 0 0 0 0,0 0 0 0 0,0 0 1 0 0,0 0-1 0 0,0 0 0 0 0,1 0 1 0 0,-1 0-1 0 0,0 0 0 0 0,0 0 0 0 0,0 0 1 0 0,0 0-1 0 0,1 0 0 0 0,-1 0 1 0 0,0 0-1 0 0,0 0 0 0 0,0 0 0 0 0,1 0 1 0 0,-1 0-1 0 0,0 0 0 0 0,0 0 1 0 0,0 0-1 0 0,0 0 0 0 0,1 0 0 0 0,-1 0 1 0 0,0 0-1 0 0,0 0 0 0 0,0 0 1 0 0,0 0-1 0 0,0 0 0 0 0,1-1 0 0 0,-1 1 1 0 0,8-12 1465 0 0,7-27-1583 0 0,-10 26 430 0 0,-1 3-628 0 0,1 1 0 0 0,0 0 0 0 0,0 1 1 0 0,1 0-1 0 0,0-1 0 0 0,0 2 0 0 0,9-9 0 0 0,-8 9-1069 0 0,1 1 0 0 0,1 0 0 0 0,-1 0 0 0 0,11-5-1 0 0,-2 3-1765 0 0</inkml:trace>
</inkml:ink>
</file>

<file path=ppt/ink/ink3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8:31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0 900 0 0,'0'3'8268'0'0,"-4"22"-8166"0"0,-8 13 379 0 0,4-12-193 0 0,0-1 1 0 0,-5 43 0 0 0,12-62-253 0 0,1 0 1 0 0,-1 0-1 0 0,1 0 0 0 0,0 0 0 0 0,1 0 0 0 0,-1 0 1 0 0,1 0-1 0 0,1 0 0 0 0,-1 0 0 0 0,1 0 0 0 0,0 0 0 0 0,0-1 1 0 0,1 1-1 0 0,-1-1 0 0 0,1 1 0 0 0,6 7 0 0 0,-5-9 20 0 0,1 0 0 0 0,0 0-1 0 0,-1 0 1 0 0,1-1-1 0 0,1 0 1 0 0,-1 0-1 0 0,0 0 1 0 0,1-1 0 0 0,-1 1-1 0 0,1-2 1 0 0,0 1-1 0 0,0 0 1 0 0,0-1-1 0 0,0 0 1 0 0,0 0 0 0 0,0-1-1 0 0,10 0 1 0 0,-8 0-284 0 0,0-1 0 0 0,-1 0 0 0 0,1 0 0 0 0,0-1 0 0 0,14-4 0 0 0,-17 4-379 0 0,-1 0 0 0 0,1 0 0 0 0,-1-1-1 0 0,0 1 1 0 0,1-1 0 0 0,-1 0-1 0 0,0 0 1 0 0,-1 0 0 0 0,6-6-1 0 0,0-3-2088 0 0</inkml:trace>
</inkml:ink>
</file>

<file path=ppt/ink/ink3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8:31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47 944 0 0,'-19'-39'7743'0'0,"19"39"-7736"0"0,0 0 0 0 0,0 0 0 0 0,0-1 0 0 0,0 1 0 0 0,-1 0 0 0 0,1 0-1 0 0,0 0 1 0 0,0 0 0 0 0,0 0 0 0 0,0 0 0 0 0,0 0 0 0 0,0-1 0 0 0,-1 1-1 0 0,1 0 1 0 0,0 0 0 0 0,0 0 0 0 0,0 0 0 0 0,0 0 0 0 0,0-1 0 0 0,0 1-1 0 0,0 0 1 0 0,0 0 0 0 0,0 0 0 0 0,0 0 0 0 0,0-1 0 0 0,0 1-1 0 0,0 0 1 0 0,0 0 0 0 0,0 0 0 0 0,0 0 0 0 0,0-1 0 0 0,0 1 0 0 0,0 0-1 0 0,0 0 1 0 0,0 0 0 0 0,0 0 0 0 0,0-1 0 0 0,0 1 0 0 0,0 0 0 0 0,1 0-1 0 0,-1 0 1 0 0,0 0 0 0 0,0 0 0 0 0,0-1 0 0 0,0 1 0 0 0,0 0 0 0 0,0 0-1 0 0,1 0 1 0 0,-1 0 0 0 0,0 0 0 0 0,0 0 0 0 0,0 0 0 0 0,0 0-1 0 0,0 0 1 0 0,1 0 0 0 0,-1-1 0 0 0,0 1 0 0 0,0 0 0 0 0,0 0 0 0 0,1 0-1 0 0,13 7-282 0 0,19 18-4258 0 0,-19-13 2119 0 0</inkml:trace>
</inkml:ink>
</file>

<file path=ppt/ink/ink3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8:31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27 544 0 0,'0'0'3032'0'0,"5"4"-1538"0"0,1-3 1675 0 0,13-5-2338 0 0,139-19 3026 0 0,-130 20-4076 0 0,0 2 0 0 0,0 1-1 0 0,47 5 1 0 0,-61-1-675 0 0,-7-1-584 0 0,-1-2-3346 0 0</inkml:trace>
</inkml:ink>
</file>

<file path=ppt/ink/ink3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8:32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47 200 0 0,'0'0'4380'0'0,"4"1"-3816"0"0,16-2-376 0 0,0 0-1 0 0,0-1 0 0 0,0-1 1 0 0,-1-1-1 0 0,1-1 0 0 0,19-7 0 0 0,-5 3-1945 0 0,-20 4-21 0 0,2-1 137 0 0</inkml:trace>
</inkml:ink>
</file>

<file path=ppt/ink/ink3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8:33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50 292 0 0,'0'0'7597'0'0,"1"-5"-7281"0"0,13-40 8184 0 0,-11 70-8569 0 0,-7 45 66 0 0,-13 164 13 0 0,1-147-1698 0 0,16-85 379 0 0</inkml:trace>
</inkml:ink>
</file>

<file path=ppt/ink/ink3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8:34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18 940 0 0,'0'0'1138'0'0,"-7"-17"8616"0"0,-11 205-7611 0 0,4-20-1065 0 0,13-161-1175 0 0,-1 0-1 0 0,0 0 1 0 0,0 0-1 0 0,-1 0 0 0 0,1 0 1 0 0,-1 0-1 0 0,-1-1 1 0 0,1 1-1 0 0,-1-1 1 0 0,-5 6-1 0 0,5-7-875 0 0,1-1 1 0 0,-1 0 0 0 0,0 0-1 0 0,0-1 1 0 0,-1 1-1 0 0,1-1 1 0 0,0 0-1 0 0,-8 4 1 0 0</inkml:trace>
</inkml:ink>
</file>

<file path=ppt/ink/ink3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8:34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99 748 0 0,'0'0'7871'0'0,"6"-2"-7489"0"0,71-8 656 0 0,126-2-1 0 0,-48 5-619 0 0,419-20 428 0 0,-574 27-837 0 0,7-1-16 0 0,-1 1 1 0 0,0-1-1 0 0,1 2 0 0 0,-1-1 1 0 0,1 1-1 0 0,-1 0 0 0 0,9 3 1 0 0,-15-1 2 0 0,0 1 0 0 0,1-1 1 0 0,-2 1-1 0 0,1 0 0 0 0,0-1 0 0 0,-1 1 1 0 0,1-1-1 0 0,-1 1 0 0 0,0-1 0 0 0,0 1 1 0 0,-1-1-1 0 0,-2 6 0 0 0,2-5 3 0 0,0 1 0 0 0,0 0 0 0 0,1 0 1 0 0,-1 0-1 0 0,1 1 0 0 0,0-1 0 0 0,1 0 0 0 0,-1 7 0 0 0,1-10 23 0 0,0-1 0 0 0,0 1-1 0 0,0-1 1 0 0,0 1 0 0 0,0-1 0 0 0,0 1 0 0 0,1-1-1 0 0,-1 1 1 0 0,0-1 0 0 0,1 0 0 0 0,-1 1 0 0 0,1-1-1 0 0,0 0 1 0 0,-1 1 0 0 0,1-1 0 0 0,0 0 0 0 0,0 1-1 0 0,0-1 1 0 0,0 0 0 0 0,0 0 0 0 0,0 0 0 0 0,0 0-1 0 0,0 0 1 0 0,0 0 0 0 0,1 0 0 0 0,-1-1 0 0 0,0 1-1 0 0,1 0 1 0 0,-1-1 0 0 0,0 1 0 0 0,1-1 0 0 0,-1 1-1 0 0,1-1 1 0 0,-1 0 0 0 0,1 1 0 0 0,-1-1 0 0 0,1 0-1 0 0,-1 0 1 0 0,0 0 0 0 0,1 0 0 0 0,-1 0-1 0 0,4-1 1 0 0,-2 0 92 0 0,0 0 0 0 0,0-1-1 0 0,0 1 1 0 0,-1 0-1 0 0,1-1 1 0 0,0 0 0 0 0,-1 0-1 0 0,1 0 1 0 0,-1 0 0 0 0,1 0-1 0 0,-1 0 1 0 0,0 0 0 0 0,0-1-1 0 0,0 1 1 0 0,0-1-1 0 0,0 0 1 0 0,-1 1 0 0 0,3-6-1 0 0,-2 2 30 0 0,0 0 0 0 0,0 0-1 0 0,-1 0 1 0 0,1 0 0 0 0,-1 0-1 0 0,-1-1 1 0 0,1 1 0 0 0,-1 0-1 0 0,0-1 1 0 0,-1 1-1 0 0,1 0 1 0 0,-1-1 0 0 0,-3-9-1 0 0,3 13-188 0 0,-1 0-1 0 0,0 0 0 0 0,1 0 1 0 0,-1 0-1 0 0,0 1 0 0 0,0-1 1 0 0,0 1-1 0 0,-1-1 0 0 0,1 1 0 0 0,0 0 1 0 0,-1 0-1 0 0,0 0 0 0 0,1 0 1 0 0,-1 1-1 0 0,0-1 0 0 0,0 1 1 0 0,0-1-1 0 0,0 1 0 0 0,0 0 0 0 0,0 0 1 0 0,-1 0-1 0 0,1 1 0 0 0,0-1 1 0 0,0 1-1 0 0,-1 0 0 0 0,1 0 1 0 0,0 0-1 0 0,-5 1 0 0 0,-56 7-3080 0 0,23 2-2745 0 0,22-5 1945 0 0</inkml:trace>
</inkml:ink>
</file>

<file path=ppt/ink/ink3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8:37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91 732 0 0,'3'-12'3596'0'0,"4"-11"-115"0"0,0 19-3272 0 0,0 1-1 0 0,0-1 0 0 0,0 1 0 0 0,1 1 0 0 0,-1-1 1 0 0,1 1-1 0 0,-1 1 0 0 0,1-1 0 0 0,0 2 1 0 0,12-1-1 0 0,-1 0-17 0 0,0 1 1 0 0,0 2-1 0 0,25 4 1 0 0,-37-4-170 0 0,0 0-1 0 0,1 1 1 0 0,-1 0 0 0 0,-1 0 0 0 0,1 1 0 0 0,0-1 0 0 0,-1 2-1 0 0,0-1 1 0 0,0 1 0 0 0,0 0 0 0 0,0 0 0 0 0,-1 0 0 0 0,0 1-1 0 0,0 0 1 0 0,0 0 0 0 0,-1 0 0 0 0,0 1 0 0 0,0 0 0 0 0,-1-1 0 0 0,0 1-1 0 0,0 0 1 0 0,0 1 0 0 0,-1-1 0 0 0,0 0 0 0 0,-1 1 0 0 0,0-1-1 0 0,0 1 1 0 0,0-1 0 0 0,-1 1 0 0 0,0 0 0 0 0,0-1 0 0 0,-1 1-1 0 0,0-1 1 0 0,-1 1 0 0 0,1-1 0 0 0,-1 1 0 0 0,-1-1 0 0 0,1 0 0 0 0,-1 0-1 0 0,-1 0 1 0 0,-4 7 0 0 0,6-10 23 0 0,-1-1-1 0 0,0 1 1 0 0,0-1-1 0 0,0 0 1 0 0,0 0 0 0 0,-1 0-1 0 0,1 0 1 0 0,-1-1-1 0 0,1 0 1 0 0,-1 1-1 0 0,0-1 1 0 0,0 0 0 0 0,0-1-1 0 0,0 1 1 0 0,-1-1-1 0 0,1 0 1 0 0,0 0 0 0 0,0 0-1 0 0,-1 0 1 0 0,-5-1-1 0 0,8 0-17 0 0,-1 0 0 0 0,1-1 1 0 0,-1 1-1 0 0,1-1 0 0 0,-1 0 0 0 0,1 0 0 0 0,-1 0 0 0 0,1 0 0 0 0,0 0 0 0 0,0 0 0 0 0,-1-1 0 0 0,1 1 0 0 0,0-1 0 0 0,0 0 0 0 0,0 1 0 0 0,1-1 1 0 0,-1 0-1 0 0,0 0 0 0 0,1 0 0 0 0,-1 0 0 0 0,1 0 0 0 0,0-1 0 0 0,0 1 0 0 0,-1 0 0 0 0,2-1 0 0 0,-1 1 0 0 0,0-1 0 0 0,0 1 0 0 0,1-1 1 0 0,-1 1-1 0 0,1-1 0 0 0,0 1 0 0 0,0-1 0 0 0,0 0 0 0 0,0-2 0 0 0,1-5-19 0 0,0 0 1 0 0,0 0-1 0 0,1 0 1 0 0,0 1-1 0 0,1-1 1 0 0,0 1-1 0 0,0-1 1 0 0,1 1-1 0 0,0 0 1 0 0,1 0-1 0 0,0 1 1 0 0,0 0-1 0 0,1-1 1 0 0,0 2-1 0 0,0-1 1 0 0,1 1-1 0 0,0 0 1 0 0,1 0-1 0 0,8-6 1 0 0,1 0-23 0 0,0 1 1 0 0,1 1-1 0 0,0 0 1 0 0,0 1-1 0 0,1 1 1 0 0,0 1-1 0 0,1 1 1 0 0,24-6 0 0 0,-39 11 3 0 0,1 1 1 0 0,0 0-1 0 0,0 0 1 0 0,0 1-1 0 0,0 0 1 0 0,0 0-1 0 0,0 0 1 0 0,0 0-1 0 0,0 1 0 0 0,0 0 1 0 0,0 1-1 0 0,0-1 1 0 0,-1 1-1 0 0,1 0 1 0 0,0 0-1 0 0,-1 1 1 0 0,0 0-1 0 0,1 0 1 0 0,-1 0-1 0 0,7 7 1 0 0,-6-4-3 0 0,0 0-1 0 0,-1 0 1 0 0,0 1 0 0 0,0-1 0 0 0,-1 1 0 0 0,0 1-1 0 0,0-1 1 0 0,0 0 0 0 0,-1 1 0 0 0,-1 0 0 0 0,1 0-1 0 0,-1 0 1 0 0,0 0 0 0 0,1 11 0 0 0,-1-3 16 0 0,0 0 1 0 0,-1 0 0 0 0,-1 0-1 0 0,-1 0 1 0 0,0 0-1 0 0,-1 0 1 0 0,0 0 0 0 0,-1 0-1 0 0,-10 29 1 0 0,-4-4-530 0 0,16-40 124 0 0</inkml:trace>
</inkml:ink>
</file>

<file path=ppt/ink/ink3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8:37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42 764 0 0,'0'0'3831'0'0,"-4"-14"-2332"0"0,8 12-1280 0 0,1 0 0 0 0,-1 0-1 0 0,1 0 1 0 0,0 1 0 0 0,-1 0 0 0 0,1 0 0 0 0,0 0-1 0 0,9 0 1 0 0,-4 0 101 0 0,34-6 518 0 0,1 3 0 0 0,0 1 0 0 0,88 7-1 0 0,-112 5-2007 0 0,-7-3-5267 0 0</inkml:trace>
</inkml:ink>
</file>

<file path=ppt/ink/ink3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8:38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270 6 96 0 0,'0'0'2657'0'0,"-1"0"-2607"0"0,1 0 0 0 0,0 0 1 0 0,0 0-1 0 0,0 0 0 0 0,0-1 0 0 0,0 1 0 0 0,0 0 1 0 0,0 0-1 0 0,0 0 0 0 0,0 0 0 0 0,0-1 0 0 0,0 1 0 0 0,0 0 1 0 0,0 0-1 0 0,0 0 0 0 0,0 0 0 0 0,0-1 0 0 0,0 1 1 0 0,0 0-1 0 0,0 0 0 0 0,0 0 0 0 0,0 0 0 0 0,0-1 1 0 0,1 1-1 0 0,-1 0 0 0 0,0 0 0 0 0,0 0 0 0 0,0 0 1 0 0,0 0-1 0 0,0-1 0 0 0,0 1 0 0 0,0 0 0 0 0,1 0 1 0 0,-1 0-1 0 0,0 0 0 0 0,0 0 0 0 0,0 0 0 0 0,0 0 1 0 0,1 0-1 0 0,-1-1 0 0 0,0 1 0 0 0,0 0 0 0 0,0 0 1 0 0,0 0-1 0 0,1 0 0 0 0,-1 0 0 0 0,0 0 0 0 0,0 0 1 0 0,0 0-1 0 0,0 0 0 0 0,1 0 0 0 0,-1 0 0 0 0,0 0 1 0 0,0 0-1 0 0,0 0 0 0 0,0 1 0 0 0,1-1 0 0 0,-1 0 1 0 0,0 0-1 0 0,0 0 0 0 0,0 0 0 0 0,10 12 214 0 0,-1 1 0 0 0,0 0 0 0 0,-2 0-1 0 0,1 1 1 0 0,-2 0 0 0 0,1 1 0 0 0,-2-1 0 0 0,0 1 0 0 0,-1 0-1 0 0,-1 0 1 0 0,2 16 0 0 0,0-1-14 0 0,-2 0 0 0 0,-2 1 0 0 0,-1-1 0 0 0,-6 56 0 0 0,0-44-37 0 0,-2-1 1 0 0,-2 0-1 0 0,-17 45 1 0 0,22-73-114 0 0,0 0 0 0 0,-1-1 0 0 0,0 1 1 0 0,-1-1-1 0 0,0-1 0 0 0,-1 1 0 0 0,-1-2 0 0 0,1 1 1 0 0,-2-1-1 0 0,1 0 0 0 0,-1-1 0 0 0,-1 0 1 0 0,-18 12-1 0 0,26-19-13 0 0,0 0 1 0 0,-1 0 0 0 0,1 0-1 0 0,-1 0 1 0 0,0 0 0 0 0,0-1 0 0 0,0 0-1 0 0,0 0 1 0 0,0 0 0 0 0,0 0-1 0 0,0-1 1 0 0,0 1 0 0 0,0-1-1 0 0,0 0 1 0 0,0 0 0 0 0,0-1-1 0 0,0 1 1 0 0,0-1 0 0 0,0 0-1 0 0,0 0 1 0 0,0 0 0 0 0,0 0-1 0 0,0-1 1 0 0,1 0 0 0 0,-1 0-1 0 0,1 0 1 0 0,-6-3 0 0 0,3-1 29 0 0,1 0 0 0 0,-1 0 0 0 0,1 0 0 0 0,1-1 1 0 0,-1 0-1 0 0,1 0 0 0 0,0 0 0 0 0,0 0 0 0 0,1-1 1 0 0,0 1-1 0 0,1-1 0 0 0,-4-13 0 0 0,4 11-45 0 0,1 0-1 0 0,-1 0 1 0 0,2 0-1 0 0,-1 0 1 0 0,1 0 0 0 0,1 0-1 0 0,0 0 1 0 0,0 0-1 0 0,6-19 1 0 0,-6 25-136 0 0,0 0 1 0 0,1 0-1 0 0,0 0 1 0 0,-1 0-1 0 0,1 0 1 0 0,1 0-1 0 0,-1 1 1 0 0,0-1-1 0 0,1 1 1 0 0,0 0-1 0 0,0 0 1 0 0,0 0-1 0 0,0 0 1 0 0,0 0-1 0 0,1 1 1 0 0,-1-1-1 0 0,1 1 1 0 0,0 0-1 0 0,0 0 1 0 0,0 0-1 0 0,-1 0 1 0 0,2 1-1 0 0,-1 0 1 0 0,0 0-1 0 0,0 0 1 0 0,6 0-1 0 0,45 4-4013 0 0,-53-3 2977 0 0,9 2-4016 0 0</inkml:trace>
</inkml:ink>
</file>

<file path=ppt/ink/ink3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8:38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1 106 260 0 0,'17'-66'9799'0'0,"-6"27"-7625"0"0,-8 63-4014 0 0,2-1-313 0 0,-5-6-966 0 0,3-2 238 0 0</inkml:trace>
</inkml:ink>
</file>

<file path=ppt/ink/ink3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8:38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60 300 0 0,'0'-1'335'0'0,"-2"0"226"0"0,1 1-1 0 0,0-1 1 0 0,0 0-1 0 0,0 0 1 0 0,0 0 0 0 0,0-1-1 0 0,1 1 1 0 0,-1 0-1 0 0,0 0 1 0 0,0 0-1 0 0,1-1 1 0 0,-1 1 0 0 0,1 0-1 0 0,-1-1 1 0 0,1 1-1 0 0,-1-3 1 0 0,10 0 2391 0 0,15 2-3907 0 0,183-7 2000 0 0,197-13-474 0 0,-392 22-846 0 0</inkml:trace>
</inkml:ink>
</file>

<file path=ppt/ink/ink3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8:39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0 964 0 0,'0'0'7651'0'0,"1"8"-7254"0"0,5 69 1117 0 0,-4 94 0 0 0,-16 3-2994 0 0,13-171 1098 0 0,1 16-482 0 0,3-6-3970 0 0,0-2 2314 0 0</inkml:trace>
</inkml:ink>
</file>

<file path=ppt/ink/ink3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8:39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5 168 0 0,'2'-5'12835'0'0,"4"59"-11729"0"0,-2-1 1 0 0,-2 1-1 0 0,-10 103 1 0 0,6-145-1419 0 0,0 0 0 0 0,0-1 1 0 0,-2 1-1 0 0,1-1 0 0 0,-1 0 0 0 0,-8 16 0 0 0,-24 28-8203 0 0,26-42 4728 0 0</inkml:trace>
</inkml:ink>
</file>

<file path=ppt/ink/ink3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8:41.7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10 940 0 0,'0'0'4512'0'0,"1"-9"-599"0"0,-1 9-3771 0 0,19 56 1126 0 0,16 71 1 0 0,-29-99-959 0 0,-1 0 0 0 0,-2 1 1 0 0,-1-1-1 0 0,-3 53 0 0 0,-9-56-2083 0 0</inkml:trace>
</inkml:ink>
</file>

<file path=ppt/ink/ink3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8:42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64 0 0,'0'0'871'0'0,"25"-15"1404"0"0,-12 11-1929 0 0,0 1-1 0 0,-1 1 0 0 0,1 1 1 0 0,0-1-1 0 0,0 2 0 0 0,0 0 1 0 0,14 2-1 0 0,9 2 87 0 0,45 11 1 0 0,-24-1-25 0 0,0 2 0 0 0,62 28 1 0 0,-91-32-283 0 0,-1 1 1 0 0,0 2 0 0 0,-2 0-1 0 0,1 2 1 0 0,-2 1 0 0 0,25 23-1 0 0,-40-34-88 0 0,-2 1 0 0 0,1 1 0 0 0,-1-1-1 0 0,-1 1 1 0 0,1 0 0 0 0,-1 1-1 0 0,-1-1 1 0 0,0 1 0 0 0,0 0 0 0 0,-1 1-1 0 0,4 16 1 0 0,-7-21-25 0 0,0 0 1 0 0,0 0-1 0 0,-1 0 0 0 0,0 0 0 0 0,0 0 1 0 0,-1 0-1 0 0,1 0 0 0 0,-1 0 0 0 0,-1 0 1 0 0,1-1-1 0 0,-1 1 0 0 0,0 0 0 0 0,0-1 1 0 0,-1 1-1 0 0,1-1 0 0 0,-1 0 0 0 0,-1 0 1 0 0,1 0-1 0 0,-1 0 0 0 0,1 0 0 0 0,-1-1 1 0 0,-9 8-1 0 0,-1-1 1 0 0,0-1-1 0 0,-1 0 1 0 0,0 0 0 0 0,-1-2-1 0 0,0 0 1 0 0,0 0 0 0 0,-1-2 0 0 0,0 0-1 0 0,-26 5 1 0 0,17-5 119 0 0,0-2-1 0 0,0-1 1 0 0,0-1-1 0 0,0-1 1 0 0,-47-4 0 0 0,47-3 194 0 0,26 6-322 0 0,0 0 1 0 0,-1 0-1 0 0,1 0 0 0 0,-1 0 1 0 0,1 0-1 0 0,-1 0 0 0 0,1 0 1 0 0,-1 0-1 0 0,1 0 0 0 0,-1 0 1 0 0,1 0-1 0 0,-1-1 0 0 0,1 1 1 0 0,-1 0-1 0 0,1 0 0 0 0,-1 0 1 0 0,1-1-1 0 0,-1 1 0 0 0,1 0 0 0 0,0 0 1 0 0,-1-1-1 0 0,1 1 0 0 0,-1 0 1 0 0,1-1-1 0 0,0 1 0 0 0,-1-1 1 0 0,1 1-1 0 0,0 0 0 0 0,0-1 1 0 0,-1 1-1 0 0,1-1 0 0 0,0 1 1 0 0,0-1-1 0 0,0 1 0 0 0,0-1 0 0 0,-1 1 1 0 0,1-1-1 0 0,0 1 0 0 0,0-1 1 0 0,0 1-1 0 0,0-1 0 0 0,0 1 1 0 0,0-1-1 0 0,12-9-58 0 0,0 2-1 0 0,0 0 1 0 0,1 0-1 0 0,0 1 1 0 0,0 1-1 0 0,1 0 1 0 0,16-4-1 0 0,114-30-631 0 0,-93 28 509 0 0,1-1 92 0 0,414-118 964 0 0,-426 117 996 0 0,-39 13-1487 0 0,6 41-98 0 0,-6-34-301 0 0,1 0 0 0 0,0 1 0 0 0,0-1 0 0 0,0-1 0 0 0,1 1 0 0 0,0 0 0 0 0,0 0 1 0 0,1-1-1 0 0,-1 0 0 0 0,1 0 0 0 0,0 0 0 0 0,1 0 0 0 0,-1-1 0 0 0,1 1 0 0 0,0-1 0 0 0,0 0 0 0 0,0 0 0 0 0,0-1 0 0 0,1 0 1 0 0,0 0-1 0 0,-1 0 0 0 0,9 2 0 0 0,-9-3 62 0 0,0 0 1 0 0,0-1-1 0 0,0 0 1 0 0,0 0 0 0 0,0 0-1 0 0,0 0 1 0 0,0-1-1 0 0,0 0 1 0 0,0 0-1 0 0,1 0 1 0 0,-1-1-1 0 0,0 0 1 0 0,0 0 0 0 0,0 0-1 0 0,0 0 1 0 0,0-1-1 0 0,-1 0 1 0 0,1 0-1 0 0,0 0 1 0 0,-1-1 0 0 0,1 1-1 0 0,-1-1 1 0 0,0 0-1 0 0,0 0 1 0 0,0-1-1 0 0,0 1 1 0 0,-1-1-1 0 0,4-4 1 0 0,-5 5-28 0 0,0 1 0 0 0,0 0 0 0 0,-1-1 0 0 0,1 1 0 0 0,-1-1 0 0 0,1 0 0 0 0,-1 1 0 0 0,0-1 0 0 0,0 0 0 0 0,0 0-1 0 0,-1 0 1 0 0,1 0 0 0 0,-1 0 0 0 0,0 0 0 0 0,1 0 0 0 0,-1 0 0 0 0,0 0 0 0 0,-1 0 0 0 0,1 0 0 0 0,-1 0 0 0 0,1 0 0 0 0,-1 1 0 0 0,0-1 0 0 0,0 0 0 0 0,0 0 0 0 0,0 0 0 0 0,0 1 0 0 0,-1-1 0 0 0,1 1 0 0 0,-1-1 0 0 0,0 1 0 0 0,0-1-1 0 0,0 1 1 0 0,0 0 0 0 0,0 0 0 0 0,0 0 0 0 0,-1 0 0 0 0,-3-2 0 0 0,-2-1-193 0 0,1 0-1 0 0,-1 0 0 0 0,-1 1 1 0 0,1 0-1 0 0,0 0 0 0 0,-1 1 1 0 0,0 0-1 0 0,0 1 0 0 0,0 0 1 0 0,0 0-1 0 0,-11 0 0 0 0,-11 1-3468 0 0,-48 5 0 0 0,48 1 130 0 0</inkml:trace>
</inkml:ink>
</file>

<file path=ppt/ink/ink3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8:45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12 960 0 0,'0'0'1858'0'0,"-8"-12"5414"0"0,-8 64-6840 0 0,2 0-1 0 0,3 1 1 0 0,-8 93-1 0 0,11-23 357 0 0,7-87 2379 0 0,8-101-3253 0 0,-7 63 36 0 0,2-9 712 0 0,2 4-3129 0 0,11 16-5210 0 0,-12-3 3530 0 0</inkml:trace>
</inkml:ink>
</file>

<file path=ppt/ink/ink3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8:46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70 167 8 0 0,'-5'-18'5315'0'0,"1"-3"-2699"0"0,3 17-2134 0 0,1 2 277 0 0,0-15 997 0 0,0 15-1678 0 0,0-1 0 0 0,0 0-1 0 0,1 1 1 0 0,0-1-1 0 0,-1 0 1 0 0,1 1 0 0 0,0-1-1 0 0,0 1 1 0 0,1-1 0 0 0,-1 1-1 0 0,0 0 1 0 0,1 0 0 0 0,-1-1-1 0 0,1 1 1 0 0,0 0-1 0 0,3-2 1 0 0,1-2-1 0 0,0 2 0 0 0,0-1-1 0 0,0 1 1 0 0,1 0 0 0 0,12-6 0 0 0,-6 4-54 0 0,-1 2-1 0 0,1-1 1 0 0,0 2 0 0 0,0 0 0 0 0,0 0 0 0 0,23-1 0 0 0,-34 4-39 0 0,1 0 0 0 0,0 0 0 0 0,-1 0 0 0 0,1 0 1 0 0,-1 0-1 0 0,1 1 0 0 0,-1-1 0 0 0,1 1 0 0 0,-1-1 1 0 0,0 1-1 0 0,1 0 0 0 0,-1 0 0 0 0,0 0 0 0 0,1 0 1 0 0,-1 1-1 0 0,0-1 0 0 0,0 1 0 0 0,0-1 1 0 0,0 1-1 0 0,0 0 0 0 0,-1 0 0 0 0,1-1 0 0 0,2 5 1 0 0,-2-2-9 0 0,-1-1 1 0 0,0 1 0 0 0,0 0 0 0 0,0 0-1 0 0,0-1 1 0 0,-1 1 0 0 0,0 0 0 0 0,1 0-1 0 0,-1 0 1 0 0,-1 0 0 0 0,1 0-1 0 0,0 0 1 0 0,-3 6 0 0 0,-2 9-67 0 0,-1-1 0 0 0,-1 0 0 0 0,0 0 0 0 0,-20 32 0 0 0,25-47 53 0 0,0 0 0 0 0,0 0 0 0 0,1 0 0 0 0,-1 0 0 0 0,1 0 0 0 0,-1 0 0 0 0,1 0-1 0 0,0 0 1 0 0,1 1 0 0 0,-1-1 0 0 0,0 0 0 0 0,1 1 0 0 0,0-1 0 0 0,0 1 0 0 0,0-1 0 0 0,0 0-1 0 0,0 1 1 0 0,2 5 0 0 0,0-5 6 0 0,0 0 1 0 0,1 0-1 0 0,-1 0 0 0 0,1-1 0 0 0,0 1 0 0 0,0-1 0 0 0,0 1 1 0 0,1-1-1 0 0,-1 0 0 0 0,1 0 0 0 0,-1-1 0 0 0,1 1 0 0 0,6 2 1 0 0,-2-1-17 0 0,0 1 1 0 0,-1 0 0 0 0,0 0 0 0 0,0 1 0 0 0,0 0 0 0 0,-1 0-1 0 0,0 1 1 0 0,7 8 0 0 0,-11-12 34 0 0,-1-1 0 0 0,0 1 0 0 0,1-1 0 0 0,-1 1 0 0 0,-1 0 0 0 0,1 0 0 0 0,0-1 0 0 0,-1 1 0 0 0,1 0 0 0 0,-1 0 0 0 0,0 0 0 0 0,0-1 0 0 0,0 1 0 0 0,0 0 0 0 0,-1 0 0 0 0,1 0 0 0 0,-1-1 0 0 0,1 1 0 0 0,-1 0 0 0 0,0 0 0 0 0,0-1 0 0 0,0 1 0 0 0,-1-1 0 0 0,1 1 0 0 0,-1-1 0 0 0,1 0 0 0 0,-1 1 0 0 0,0-1 0 0 0,-3 4 0 0 0,-8 5 71 0 0,0 1-1 0 0,0-2 1 0 0,-1 0-1 0 0,0-1 1 0 0,-1 0-1 0 0,0-1 0 0 0,-1 0 1 0 0,1-2-1 0 0,-1 0 1 0 0,0 0-1 0 0,-1-2 1 0 0,1 0-1 0 0,-1-1 1 0 0,0 0-1 0 0,-26 0 1 0 0,39-4-4 0 0,-1 1 0 0 0,1-1 1 0 0,-1 1-1 0 0,1-1 1 0 0,0 0-1 0 0,-1-1 1 0 0,1 1-1 0 0,0-1 0 0 0,0 0 1 0 0,0 0-1 0 0,0 0 1 0 0,-6-6-1 0 0,9 8-135 0 0,0-1 0 0 0,0 0-1 0 0,-1-1 1 0 0,2 1 0 0 0,-1 0 0 0 0,0 0-1 0 0,0 0 1 0 0,0 0 0 0 0,0-1 0 0 0,1 1-1 0 0,-1 0 1 0 0,1-1 0 0 0,-1 1 0 0 0,1-1-1 0 0,0 1 1 0 0,-1 0 0 0 0,1-3 0 0 0,0 2-245 0 0,0 0 0 0 0,1 0 1 0 0,-1 0-1 0 0,1 0 0 0 0,-1 0 0 0 0,1 0 1 0 0,0 1-1 0 0,0-1 0 0 0,0 0 0 0 0,0 1 1 0 0,0-1-1 0 0,0 0 0 0 0,0 1 0 0 0,0 0 1 0 0,1-1-1 0 0,-1 1 0 0 0,3-2 0 0 0,13-13-2023 0 0</inkml:trace>
</inkml:ink>
</file>

<file path=ppt/ink/ink3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8:47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1 123 296 0 0,'14'-1'880'0'0,"0"-1"-1"0"0,0 0 1 0 0,0-1 0 0 0,-1-1-1 0 0,1 0 1 0 0,-1-1 0 0 0,20-9-1 0 0,-30 13-696 0 0,1-1 0 0 0,-1 1 0 0 0,0-1 0 0 0,0 1 0 0 0,0-1 1 0 0,0 0-1 0 0,-1 0 0 0 0,1 0 0 0 0,0 0 0 0 0,-1 0 0 0 0,1-1 0 0 0,-1 1 0 0 0,0-1 0 0 0,0 0 0 0 0,0 0 0 0 0,0 0 0 0 0,0 0 0 0 0,-1 0 0 0 0,1 0 0 0 0,-1 0 0 0 0,0 0 0 0 0,0-1 0 0 0,0 1 0 0 0,1-7 0 0 0,-3 8-26 0 0,0 0-46 0 0,0 1-83 0 0,0 0-1 0 0,0 0 1 0 0,0-1 0 0 0,0 1 0 0 0,-1 0-1 0 0,1 0 1 0 0,0 0 0 0 0,-1 0 0 0 0,1 0-1 0 0,-1 1 1 0 0,1-1 0 0 0,-1 0 0 0 0,1 1-1 0 0,-1-1 1 0 0,1 1 0 0 0,-3-1-1 0 0,1 1-18 0 0,0 0 0 0 0,0 1 0 0 0,0-1 0 0 0,0 1 0 0 0,0 0 0 0 0,0 0-1 0 0,0 0 1 0 0,0 0 0 0 0,0 0 0 0 0,1 1 0 0 0,-1-1 0 0 0,1 1-1 0 0,-1 0 1 0 0,1 0 0 0 0,-1 0 0 0 0,1 0 0 0 0,0 0 0 0 0,0 0 0 0 0,0 1-1 0 0,0-1 1 0 0,1 1 0 0 0,-1-1 0 0 0,0 1 0 0 0,1 0 0 0 0,0 0-1 0 0,0-1 1 0 0,0 1 0 0 0,0 0 0 0 0,0 0 0 0 0,0 6 0 0 0,0-5-14 0 0,1 0 0 0 0,1 0 0 0 0,-1 0 1 0 0,0 0-1 0 0,1 0 0 0 0,0-1 0 0 0,0 1 1 0 0,0 0-1 0 0,1 0 0 0 0,-1 0 0 0 0,1-1 1 0 0,0 1-1 0 0,0-1 0 0 0,0 1 0 0 0,0-1 1 0 0,0 0-1 0 0,1 0 0 0 0,0 0 0 0 0,-1 0 1 0 0,1 0-1 0 0,0-1 0 0 0,1 1 0 0 0,-1-1 1 0 0,5 3-1 0 0,6 2-86 0 0,0 0 1 0 0,1-1-1 0 0,-1-1 1 0 0,2 0-1 0 0,-1-1 0 0 0,0 0 1 0 0,1-1-1 0 0,0-1 1 0 0,22 0-1 0 0,-28-2 51 0 0,0 0 0 0 0,0 0 0 0 0,1-1-1 0 0,-1-1 1 0 0,0 1 0 0 0,0-2 0 0 0,-1 1 0 0 0,1-2 0 0 0,0 1 0 0 0,-1-1-1 0 0,0 0 1 0 0,0-1 0 0 0,0 0 0 0 0,-1-1 0 0 0,13-10 0 0 0,-18 14 48 0 0,-1-1 1 0 0,1 1-1 0 0,-1-1 1 0 0,1 0 0 0 0,-1 1-1 0 0,0-1 1 0 0,0 0-1 0 0,-1-1 1 0 0,1 1-1 0 0,-1 0 1 0 0,1 0 0 0 0,-1-1-1 0 0,0 1 1 0 0,1-6-1 0 0,-2 4 5 0 0,0-1 1 0 0,-1 1-1 0 0,0-1 0 0 0,1 1 0 0 0,-2-1 0 0 0,1 1 0 0 0,-1 0 1 0 0,1-1-1 0 0,-1 1 0 0 0,-4-6 0 0 0,5 9-54 0 0,6 7-425 0 0,-5-5 466 0 0,38 42-155 0 0,59 85 0 0 0,-88-115 139 0 0,-1 1 0 0 0,-1-1 1 0 0,0 2-1 0 0,-1-1 0 0 0,0 1 0 0 0,-1 0 0 0 0,-1 0 0 0 0,0 0 0 0 0,-1 1 0 0 0,0 0 0 0 0,-1-1 1 0 0,-1 29-1 0 0,-1-40 30 0 0,-1 0 1 0 0,1 0 0 0 0,-1 0-1 0 0,0 0 1 0 0,0 0-1 0 0,0 0 1 0 0,0 0 0 0 0,-1-1-1 0 0,1 1 1 0 0,-1 0 0 0 0,1-1-1 0 0,-1 1 1 0 0,0-1-1 0 0,0 0 1 0 0,0 0 0 0 0,0 0-1 0 0,-1 0 1 0 0,1 0 0 0 0,-1 0-1 0 0,1 0 1 0 0,-1-1-1 0 0,1 1 1 0 0,-1-1 0 0 0,0 0-1 0 0,0 0 1 0 0,0 0 0 0 0,0 0-1 0 0,0 0 1 0 0,0-1 0 0 0,0 1-1 0 0,-3-1 1 0 0,1 1 36 0 0,0-1-1 0 0,1 0 1 0 0,-1 0 0 0 0,1 0-1 0 0,-1-1 1 0 0,1 0 0 0 0,-1 1 0 0 0,1-2-1 0 0,0 1 1 0 0,-1 0 0 0 0,1-1 0 0 0,0 0-1 0 0,0 0 1 0 0,0 0 0 0 0,0 0-1 0 0,0-1 1 0 0,1 0 0 0 0,-1 0 0 0 0,1 0-1 0 0,-6-5 1 0 0,6 1-35 0 0,-1 0 0 0 0,1 1 0 0 0,0-1 0 0 0,1 0 0 0 0,-1-1 0 0 0,2 1 0 0 0,-1 0 0 0 0,1-1 1 0 0,0 1-1 0 0,0-1 0 0 0,1 1 0 0 0,0-1 0 0 0,0 1 0 0 0,1-1 0 0 0,0 1 0 0 0,1 0 0 0 0,-1-1 0 0 0,1 1 0 0 0,1 0 0 0 0,4-12 0 0 0,1 0-88 0 0,1 0-1 0 0,0 0 0 0 0,2 1 1 0 0,0 0-1 0 0,0 1 0 0 0,20-21 1 0 0,-26 31 39 0 0,1 1 0 0 0,0 0 1 0 0,1 0-1 0 0,0 1 0 0 0,-1 0 1 0 0,2 0-1 0 0,-1 0 0 0 0,1 1 0 0 0,-1 0 1 0 0,1 0-1 0 0,0 1 0 0 0,9-2 1 0 0,-12 4 18 0 0,0 0 1 0 0,1 1 0 0 0,-1-1 0 0 0,0 1-1 0 0,1 1 1 0 0,-1-1 0 0 0,0 1 0 0 0,0 0-1 0 0,0 0 1 0 0,0 0 0 0 0,0 1 0 0 0,0 0-1 0 0,0 0 1 0 0,0 0 0 0 0,0 1 0 0 0,-1-1-1 0 0,1 1 1 0 0,-1 0 0 0 0,0 0 0 0 0,8 8-1 0 0,-2-2 7 0 0,-4-4 6 0 0,0 0 1 0 0,-1 1-1 0 0,0-1 1 0 0,1 1-1 0 0,-2 0 1 0 0,1 1-1 0 0,6 11 1 0 0,-11-17 7 0 0,1-1 0 0 0,-1 0-1 0 0,1 1 0 0 0,-1-1 0 0 0,1 0 1 0 0,-1 1-1 0 0,0-1 0 0 0,1 0 1 0 0,-1 1-1 0 0,0-1 0 0 0,1 1 0 0 0,-1-1 1 0 0,0 1-1 0 0,1-1 0 0 0,-1 1 0 0 0,0-1 1 0 0,0 1-1 0 0,0-1 0 0 0,0 1 0 0 0,1-1 1 0 0,-1 1-1 0 0,0-1 0 0 0,0 1 1 0 0,0 0-1 0 0,0-1 0 0 0,0 1 0 0 0,0-1 1 0 0,0 1-1 0 0,-1-1 0 0 0,1 1 0 0 0,0-1 1 0 0,0 1-1 0 0,0-1 0 0 0,0 1 0 0 0,-1-1 1 0 0,1 1-1 0 0,-1 0 0 0 0,1 1-228 0 0,-1-1 0 0 0,1 1 0 0 0,-1-1 0 0 0,1 1 0 0 0,-1-1 0 0 0,0 0 0 0 0,0 1 0 0 0,0-1 0 0 0,1 0 0 0 0,-1 1 0 0 0,-1-1 0 0 0,1 0 0 0 0,0 0 0 0 0,0 0 0 0 0,0 0-1 0 0,-1 0 1 0 0,-1 1 0 0 0,-7 2-2578 0 0</inkml:trace>
</inkml:ink>
</file>

<file path=ppt/ink/ink3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8:47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65 1024 0 0,'1'-62'10405'0'0,"-1"60"-10113"0"0,6 3-4719 0 0,-4 0 4158 0 0,-1 0-1 0 0,1-1 1 0 0,-1 1 0 0 0,0 0-1 0 0,1 0 1 0 0,-1 0-1 0 0,0 0 1 0 0,3 2-1 0 0,-2-1-378 0 0,2 1-1729 0 0</inkml:trace>
</inkml:ink>
</file>

<file path=ppt/ink/ink3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8:47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0 520 0 0,'9'51'6939'0'0,"30"-67"-5459"0"0,-31 11-1242 0 0,-1 1-1 0 0,1-1 1 0 0,0 2 0 0 0,0-1 0 0 0,1 1-1 0 0,11-3 1 0 0,-17 6-309 0 0,0-1-1 0 0,0 1 1 0 0,0 0-1 0 0,0 0 1 0 0,1 0-1 0 0,-1 0 1 0 0,0 1-1 0 0,6 1 1 0 0,-7-2-381 0 0,1 1-1 0 0,-1 1 1 0 0,1-1 0 0 0,-1 0 0 0 0,0 0-1 0 0,1 1 1 0 0,-1 0 0 0 0,0-1 0 0 0,0 1 0 0 0,0 0-1 0 0,3 3 1 0 0</inkml:trace>
</inkml:ink>
</file>

<file path=ppt/ink/ink3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9:00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0 348 0 0,'0'0'11878'0'0,"4"2"-11722"0"0,8 4-48 0 0,1-1 0 0 0,0-1 1 0 0,0 0-1 0 0,0-1 0 0 0,0 0 1 0 0,0-1-1 0 0,14 0 0 0 0,106 1 315 0 0,-87-4-281 0 0,16-1 85 0 0,31 1-2572 0 0,-93 1 2284 0 0,0 0 0 0 0,0 0 0 0 0,0 0 1 0 0,0 0-1 0 0,0 1 0 0 0,0-1 0 0 0,1 0 0 0 0,-1 0 0 0 0,0 0 0 0 0,0 1 1 0 0,0-1-1 0 0,0 0 0 0 0,0 0 0 0 0,0 0 0 0 0,0 1 0 0 0,0-1 0 0 0,0 0 1 0 0,0 0-1 0 0,0 0 0 0 0,0 1 0 0 0,0-1 0 0 0,0 0 0 0 0,0 0 0 0 0,0 0 1 0 0,0 1-1 0 0,0-1 0 0 0,0 0 0 0 0,0 0 0 0 0,0 0 0 0 0,0 0 0 0 0,-1 1 0 0 0,1-1 1 0 0,0 0-1 0 0,0 0 0 0 0,0 0 0 0 0,0 0 0 0 0,0 1 0 0 0,-1-1 0 0 0,1 0 1 0 0,0 0-1 0 0,0 0 0 0 0,0 0 0 0 0,0 0 0 0 0,-1 0 0 0 0,1 1 0 0 0,0-1 1 0 0,0 0-1 0 0,0 0 0 0 0,0 0 0 0 0,-1 0 0 0 0,1 0 0 0 0,0 0 0 0 0,-1 0 1 0 0,-12 11-2879 0 0,12-9 2417 0 0,-10 4-2262 0 0</inkml:trace>
</inkml:ink>
</file>

<file path=ppt/ink/ink3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9:00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7 672 0 0,'0'1'121'0'0,"0"-1"1"0"0,0 0-1 0 0,0 0 0 0 0,0 1 1 0 0,0-1-1 0 0,0 0 0 0 0,0 0 1 0 0,0 1-1 0 0,0-1 0 0 0,0 0 1 0 0,0 0-1 0 0,1 1 1 0 0,-1-1-1 0 0,0 0 0 0 0,0 0 1 0 0,0 1-1 0 0,1-1 0 0 0,-1 0 1 0 0,0 0-1 0 0,0 0 0 0 0,0 0 1 0 0,1 1-1 0 0,-1-1 0 0 0,0 0 1 0 0,0 0-1 0 0,1 0 0 0 0,-1 0 1 0 0,0 0-1 0 0,0 0 0 0 0,1 0 1 0 0,-1 0-1 0 0,0 0 0 0 0,1 0 1 0 0,-1 0-1 0 0,0 0 0 0 0,0 0 1 0 0,1 0-1 0 0,-1 0 0 0 0,0 0 1 0 0,0 0-1 0 0,1 0 0 0 0,-1 0 1 0 0,0 0-1 0 0,1 0 0 0 0,-1 0 1 0 0,32 1 1628 0 0,30-4-863 0 0,117-7 592 0 0,-61 10-4708 0 0,-71 0 116 0 0,-21-1 849 0 0</inkml:trace>
</inkml:ink>
</file>

<file path=ppt/ink/ink3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9:01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421 77 352 0 0,'0'0'2674'0'0,"-1"-16"1111"0"0,0 14-3631 0 0,0 0 0 0 0,-1-1 0 0 0,1 1 0 0 0,0 0 0 0 0,-1 0 1 0 0,0 0-1 0 0,1 0 0 0 0,-1 0 0 0 0,0 1 0 0 0,0-1 0 0 0,0 1 1 0 0,0-1-1 0 0,-1 1 0 0 0,1-1 0 0 0,0 1 0 0 0,0 0 0 0 0,-1 0 1 0 0,1 0-1 0 0,-4 0 0 0 0,-2-1 6 0 0,0 1 1 0 0,0-1 0 0 0,0 2-1 0 0,0-1 1 0 0,0 1-1 0 0,-10 2 1 0 0,-11 2 134 0 0,1 1 1 0 0,-45 15-1 0 0,59-15-194 0 0,0 0-1 0 0,-1 1 1 0 0,2 1-1 0 0,-1 0 1 0 0,1 1-1 0 0,0 0 0 0 0,-22 20 1 0 0,30-24-84 0 0,0 0 1 0 0,1 1-1 0 0,0-1 1 0 0,0 1 0 0 0,1 0-1 0 0,-1 0 1 0 0,1 0-1 0 0,0 1 1 0 0,0-1-1 0 0,1 1 1 0 0,0 0 0 0 0,0-1-1 0 0,0 1 1 0 0,0 0-1 0 0,1 0 1 0 0,0 0-1 0 0,1 0 1 0 0,-1 1 0 0 0,1-1-1 0 0,0 0 1 0 0,0 0-1 0 0,3 9 1 0 0,-2-10-7 0 0,0 0 0 0 0,0-1 0 0 0,1 1 0 0 0,-1 0 0 0 0,1-1 0 0 0,0 0 0 0 0,1 1 0 0 0,-1-1 0 0 0,1 0 0 0 0,0 0 0 0 0,0-1 0 0 0,0 1 0 0 0,0 0 0 0 0,1-1 0 0 0,-1 0 0 0 0,1 0 0 0 0,6 4 0 0 0,-2-3-5 0 0,-1-1 0 0 0,1 0 0 0 0,0 0 0 0 0,0 0 0 0 0,0-1 0 0 0,0-1 0 0 0,0 1 0 0 0,0-1 1 0 0,14 0-1 0 0,7-1-30 0 0,0-1 1 0 0,0-2-1 0 0,0 0 1 0 0,0-2-1 0 0,-1-2 1 0 0,0 0-1 0 0,0-2 1 0 0,0 0-1 0 0,-2-2 1 0 0,1-2-1 0 0,44-27 1 0 0,-66 36 33 0 0,1-1 1 0 0,-1 1-1 0 0,0-1 1 0 0,0 0-1 0 0,-1-1 1 0 0,0 1-1 0 0,0-1 0 0 0,0 0 1 0 0,0 0-1 0 0,-1 0 1 0 0,0 0-1 0 0,-1-1 1 0 0,4-11-1 0 0,-5 14-4 0 0,0 0-1 0 0,0 1 0 0 0,-1-1 0 0 0,0 0 0 0 0,0 0 0 0 0,0 0 1 0 0,0 0-1 0 0,0 0 0 0 0,-1 1 0 0 0,0-1 0 0 0,0 0 1 0 0,0 0-1 0 0,0 1 0 0 0,0-1 0 0 0,-1 1 0 0 0,0-1 0 0 0,0 1 1 0 0,0-1-1 0 0,0 1 0 0 0,0 0 0 0 0,-1 0 0 0 0,1 0 0 0 0,-1 0 1 0 0,0 1-1 0 0,-5-5 0 0 0,-4-1-18 0 0,-1 0 0 0 0,0 1-1 0 0,-1 1 1 0 0,0 0 0 0 0,-26-8 0 0 0,-7-3-830 0 0,42 16 210 0 0,-1 1 1 0 0,1-1-1 0 0,0 1 1 0 0,-1 0 0 0 0,1 0-1 0 0,0 0 1 0 0,0 1-1 0 0,-1 0 1 0 0,-7 2-1 0 0,10-2-578 0 0</inkml:trace>
</inkml:ink>
</file>

<file path=ppt/ink/ink3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9:01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497 9 176 0 0,'0'0'3424'0'0,"-1"-9"2207"0"0,-30 51-5165 0 0,2 2 1 0 0,2 0 0 0 0,1 2-1 0 0,-20 53 1 0 0,-16 26 160 0 0,20-44-258 0 0,-51 89 340 0 0,77-142-352 0 0,-23 54 0 0 0,29-57-1091 0 0,-2 0 0 0 0,0-1 0 0 0,-21 29-1 0 0,32-50 167 0 0,-1 1-175 0 0,-13 5-6544 0 0</inkml:trace>
</inkml:ink>
</file>

<file path=ppt/ink/ink3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8:50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410 153 504 0 0,'3'-4'952'0'0,"1"0"-1"0"0,-1-1 1 0 0,0 1-1 0 0,0-1 1 0 0,-1 0-1 0 0,1 1 1 0 0,1-7-1 0 0,-3 9 16 0 0,-9-4-676 0 0,7 4-264 0 0,0 1 1 0 0,0 0 0 0 0,0 0-1 0 0,0 0 1 0 0,0 0-1 0 0,0 0 1 0 0,0 0 0 0 0,0 0-1 0 0,-1 0 1 0 0,1 0-1 0 0,0 1 1 0 0,-1-1 0 0 0,-2-1-1 0 0,-7 1 25 0 0,0 0 1 0 0,-1 0-1 0 0,1 1 0 0 0,-1 0 0 0 0,1 1 0 0 0,0 1 1 0 0,-13 2-1 0 0,-84 25 81 0 0,83-21-108 0 0,10-3-12 0 0,0 1-1 0 0,0 0 1 0 0,1 1 0 0 0,-1 1 0 0 0,-17 12 0 0 0,27-16-9 0 0,0 0-1 0 0,-1 0 1 0 0,1 0 0 0 0,1 0-1 0 0,-1 1 1 0 0,1 0 0 0 0,-1 0-1 0 0,2 0 1 0 0,-1 0 0 0 0,0 1-1 0 0,1-1 1 0 0,0 1 0 0 0,0 0-1 0 0,1 0 1 0 0,-4 13 0 0 0,6-15 1 0 0,0 1 1 0 0,1-1-1 0 0,-1 1 1 0 0,1-1-1 0 0,0 1 1 0 0,0-1 0 0 0,1 0-1 0 0,-1 1 1 0 0,1-1-1 0 0,0 0 1 0 0,0 0-1 0 0,0 0 1 0 0,1 0 0 0 0,-1-1-1 0 0,1 1 1 0 0,0 0-1 0 0,0-1 1 0 0,0 0-1 0 0,1 0 1 0 0,-1 0 0 0 0,1 0-1 0 0,0-1 1 0 0,-1 1-1 0 0,9 3 1 0 0,1 1 9 0 0,0 0 1 0 0,0-1-1 0 0,0-1 0 0 0,1 0 1 0 0,0-1-1 0 0,22 4 0 0 0,-17-6-5 0 0,0-2-1 0 0,0 0 0 0 0,0-1 0 0 0,0-1 0 0 0,0 0 1 0 0,0-2-1 0 0,-1 0 0 0 0,1-1 0 0 0,-1-1 1 0 0,0-1-1 0 0,-1 0 0 0 0,18-11 0 0 0,12-8 13 0 0,-2-2 0 0 0,-1-3 0 0 0,43-38 0 0 0,-22 8 25 0 0,-61 58-49 0 0,-1-1 0 0 0,1-1-1 0 0,-1 1 1 0 0,0-1 0 0 0,0 1 0 0 0,-1-1 0 0 0,1 0 0 0 0,-1 0 0 0 0,0 0 0 0 0,0 0-1 0 0,-1 0 1 0 0,1 0 0 0 0,-1-1 0 0 0,0-8 0 0 0,-1 12-6 0 0,-1-1 0 0 0,0 1 0 0 0,0-1 0 0 0,0 1 0 0 0,0 0 0 0 0,0-1 0 0 0,0 1 0 0 0,-1 0 0 0 0,1 0 0 0 0,-1 0 0 0 0,0 0 0 0 0,1 0 0 0 0,-1 0 0 0 0,0 0 0 0 0,0 1-1 0 0,0-1 1 0 0,0 1 0 0 0,-1-1 0 0 0,1 1 0 0 0,0 0 0 0 0,-1 0 0 0 0,1 0 0 0 0,-1 0 0 0 0,1 0 0 0 0,-1 0 0 0 0,-2 0 0 0 0,-9-3-43 0 0,-1 1 1 0 0,0 1-1 0 0,-19-2 0 0 0,-1 2-514 0 0,0 1-1 0 0,-1 2 1 0 0,1 1-1 0 0,-1 2 1 0 0,-65 15 0 0 0,77-6-3312 0 0</inkml:trace>
</inkml:ink>
</file>

<file path=ppt/ink/ink3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8:51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323 1 188 0 0,'0'1'6153'0'0,"-6"16"-3113"0"0,-50 131-2029 0 0,-143 388 1340 0 0,142-417-2245 0 0,53-114 148 0 0,28-26-11185 0 0</inkml:trace>
</inkml:ink>
</file>

<file path=ppt/ink/ink3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8:52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12 116 0 0,'10'-12'10444'0'0,"-11"25"-8613"0"0,-9 26-2382 0 0,-159 389 2382 0 0,82-199-1315 0 0,86-227-496 0 0,0 1 0 0 0,0-1-1 0 0,1 0 1 0 0,-1 1 0 0 0,1-1 0 0 0,0 1 0 0 0,-1-1 0 0 0,1 1 0 0 0,0-1 0 0 0,0 0 0 0 0,0 1 0 0 0,1-1 0 0 0,-1 1 0 0 0,2 2 0 0 0,-2-4-6 0 0,1 1 1 0 0,-1-1-1 0 0,1 0 1 0 0,0 0-1 0 0,0 0 1 0 0,0 0 0 0 0,0 0-1 0 0,0 0 1 0 0,0 0-1 0 0,0 0 1 0 0,0 0-1 0 0,0 0 1 0 0,0 0-1 0 0,1-1 1 0 0,-1 1 0 0 0,0 0-1 0 0,1-1 1 0 0,1 1-1 0 0,6 1 38 0 0,-1-1 0 0 0,1 0 0 0 0,0 0 0 0 0,0-1 0 0 0,0-1-1 0 0,11-1 1 0 0,1 1-21 0 0,193-23 294 0 0,-210 24-624 0 0,27-6 995 0 0,-22-1-2898 0 0,-4-6-5879 0 0</inkml:trace>
</inkml:ink>
</file>

<file path=ppt/ink/ink3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8:52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93 576 0 0,'3'-3'492'0'0,"-1"-1"-1"0"0,1 1 1 0 0,0-1-1 0 0,0 1 1 0 0,0 0-1 0 0,0 0 1 0 0,1 0-1 0 0,-1 1 1 0 0,1-1-1 0 0,0 1 1 0 0,0 0-1 0 0,0 0 1 0 0,0 0-1 0 0,6-2 1 0 0,67-18 1588 0 0,-59 18-1389 0 0,106-19 1890 0 0,-121 23-2693 0 0,1 7-2313 0 0,-7-2-673 0 0,-10 4 195 0 0,10-7 220 0 0</inkml:trace>
</inkml:ink>
</file>

<file path=ppt/ink/ink3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8:54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24 1080 0 0,'7'-16'3653'0'0,"0"8"2914"0"0,-8 23-6367 0 0,-1 0 0 0 0,-1 0 0 0 0,0-1-1 0 0,-1 0 1 0 0,-9 22 0 0 0,7-21 70 0 0,1 1-1 0 0,0-1 1 0 0,1 1-1 0 0,1 0 1 0 0,-3 27 0 0 0,6-42-241 0 0,1 0 0 0 0,-1 1 0 0 0,0-1 0 0 0,1 0 0 0 0,-1 0 0 0 0,1 0 0 0 0,-1 0 0 0 0,1 0 0 0 0,-1 0 1 0 0,1 0-1 0 0,0 0 0 0 0,-1 0 0 0 0,1 0 0 0 0,0 0 0 0 0,0 0 0 0 0,0-1 0 0 0,0 1 0 0 0,0 0 0 0 0,0 0 1 0 0,0-1-1 0 0,0 1 0 0 0,0-1 0 0 0,0 1 0 0 0,0-1 0 0 0,0 1 0 0 0,0-1 0 0 0,0 0 0 0 0,1 1 0 0 0,-1-1 0 0 0,0 0 1 0 0,0 0-1 0 0,0 0 0 0 0,1 0 0 0 0,-1 0 0 0 0,0 0 0 0 0,0 0 0 0 0,2-1 0 0 0,52-7 382 0 0,-45 6-347 0 0,-3 1-230 0 0,0 0 0 0 0,0-1 1 0 0,0-1-1 0 0,0 1 0 0 0,0-1 0 0 0,0 0 0 0 0,-1 0 1 0 0,0-1-1 0 0,0 0 0 0 0,8-6 0 0 0,-11 7-530 0 0,1 0 0 0 0,-1 0-1 0 0,0 0 1 0 0,-1-1-1 0 0,1 1 1 0 0,-1-1 0 0 0,1 1-1 0 0,-1-1 1 0 0,0 0-1 0 0,-1 0 1 0 0,3-7 0 0 0,-1-4-2409 0 0</inkml:trace>
</inkml:ink>
</file>

<file path=ppt/ink/ink3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8:54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51 372 0 0,'-1'-2'1047'0'0,"0"-1"-1"0"0,0 1 1 0 0,0-1-1 0 0,1 1 1 0 0,-1-1-1 0 0,1 0 1 0 0,-1 1-1 0 0,1-1 1 0 0,1-5-1 0 0,-1 7-965 0 0,0 0 0 0 0,0 0 0 0 0,0 0 0 0 0,1 0 1 0 0,-1 1-1 0 0,0-1 0 0 0,1 0 0 0 0,-1 0 0 0 0,1 0 0 0 0,-1 0 0 0 0,1 0 0 0 0,-1 1 0 0 0,1-1 0 0 0,0 0 0 0 0,-1 0 0 0 0,1 1 0 0 0,0-1 0 0 0,-1 1 0 0 0,1-1 0 0 0,0 1 0 0 0,0-1 0 0 0,0 1 0 0 0,0-1 0 0 0,-1 1 0 0 0,3-1 1 0 0,-1 0-381 0 0,20 29-2246 0 0,-10-1-2982 0 0,-5-18 2953 0 0</inkml:trace>
</inkml:ink>
</file>

<file path=ppt/ink/ink3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8:55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0 328 0 0,'2'3'615'0'0,"0"0"1"0"0,-1 0-1 0 0,1 0 0 0 0,-1 1 1 0 0,0-1-1 0 0,0 0 0 0 0,0 0 1 0 0,0 1-1 0 0,-1-1 0 0 0,1 1 1 0 0,-1-1-1 0 0,0 0 1 0 0,0 6-1 0 0,-1-1-60 0 0,0 1 0 0 0,-1 0 1 0 0,0 0-1 0 0,-6 15 0 0 0,-5 5-682 0 0,-1-1 1 0 0,-17 27-1 0 0,25-46 326 0 0,-9 17-1202 0 0,3-4-5024 0 0</inkml:trace>
</inkml:ink>
</file>

<file path=ppt/ink/ink3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8:55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10 64 0 0,'10'-9'9011'0'0,"-10"19"-5691"0"0,-3 8-4079 0 0,-4 23 1299 0 0,1-2-376 0 0,-2-1 0 0 0,-18 56 1 0 0,18-73-1378 0 0,0 3-4711 0 0</inkml:trace>
</inkml:ink>
</file>

<file path=ppt/ink/ink3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8:55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0 724 0 0,'6'22'5290'0'0,"-3"-6"-4731"0"0,-1-1 0 0 0,-1 0 0 0 0,-1 1 0 0 0,0-1 0 0 0,-1 1 0 0 0,0-1 0 0 0,-1 1 0 0 0,-1-1 0 0 0,-9 27 0 0 0,-12 15-2241 0 0,-10-5-3847 0 0</inkml:trace>
</inkml:ink>
</file>

<file path=ppt/ink/ink3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8:56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54 163 1004 0 0,'0'0'6149'0'0,"0"5"-5664"0"0,3 26 407 0 0,-2 0 1 0 0,-1 1-1 0 0,-6 39 0 0 0,6-70-819 0 0,0 0-1 0 0,0 1 1 0 0,0-1-1 0 0,0 1 1 0 0,0-1 0 0 0,0 0-1 0 0,0 0 1 0 0,-1 1 0 0 0,1-1-1 0 0,0 0 1 0 0,-1 1-1 0 0,0-1 1 0 0,1 0 0 0 0,-1 0-1 0 0,1 0 1 0 0,-1 0-1 0 0,0 0 1 0 0,0 1 0 0 0,0-1-1 0 0,-1 1 1 0 0,-17-9 1091 0 0,16 6-1202 0 0,1-2 66 0 0,0 0 0 0 0,0 1 0 0 0,0-1 0 0 0,1 0 0 0 0,-1 0 0 0 0,1 0 0 0 0,-1 0 0 0 0,1 0 0 0 0,0-1 0 0 0,0 1 0 0 0,1 0 0 0 0,-1 0 0 0 0,1-1 0 0 0,-1 1 0 0 0,1-1 0 0 0,0 1 0 0 0,0 0 0 0 0,1-4 0 0 0,-2-6 33 0 0,1-3-14 0 0,0 0 0 0 0,1 0-1 0 0,0 0 1 0 0,1 1-1 0 0,1-1 1 0 0,1 0 0 0 0,0 1-1 0 0,1 0 1 0 0,0 0 0 0 0,1 0-1 0 0,1 1 1 0 0,1 0-1 0 0,0 0 1 0 0,19-25 0 0 0,-25 37-47 0 0,0 0 0 0 0,0 0 0 0 0,0 0 0 0 0,0 1 0 0 0,1-1 0 0 0,-1 0 0 0 0,0 1 0 0 0,1-1 1 0 0,0 1-1 0 0,-1 0 0 0 0,1 0 0 0 0,0 0 0 0 0,-1 0 0 0 0,1 0 0 0 0,0 1 0 0 0,0-1 0 0 0,0 1 0 0 0,-1 0 1 0 0,1 0-1 0 0,0 0 0 0 0,0 0 0 0 0,0 0 0 0 0,0 1 0 0 0,-1-1 0 0 0,1 1 0 0 0,0 0 0 0 0,0 0 0 0 0,-1 0 0 0 0,1 0 1 0 0,0 0-1 0 0,-1 1 0 0 0,0-1 0 0 0,1 1 0 0 0,-1-1 0 0 0,0 1 0 0 0,1 0 0 0 0,-1 0 0 0 0,0 0 0 0 0,0 0 1 0 0,-1 0-1 0 0,3 3 0 0 0,30 36-1 0 0,-2 0 1 0 0,52 86-1 0 0,-51-50-123 0 0,-32-76-26 0 0,3 12-52 0 0,-3-8-2348 0 0</inkml:trace>
</inkml:ink>
</file>

<file path=ppt/ink/ink3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8:56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91 116 0 0,'-1'0'98'0'0,"1"0"0"0"0,0 0 0 0 0,0 0 1 0 0,0 0-1 0 0,-1-1 0 0 0,1 1 0 0 0,0 0 0 0 0,0 0 0 0 0,0 0 0 0 0,0 0 1 0 0,-1 0-1 0 0,1-1 0 0 0,0 1 0 0 0,0 0 0 0 0,0 0 0 0 0,0 0 0 0 0,0 0 0 0 0,0-1 1 0 0,-1 1-1 0 0,1 0 0 0 0,0 0 0 0 0,0 0 0 0 0,0-1 0 0 0,0 1 0 0 0,0 0 1 0 0,0 0-1 0 0,0 0 0 0 0,0-1 0 0 0,0 1 0 0 0,0 0 0 0 0,0 0 0 0 0,0-1 1 0 0,0 1-1 0 0,0 0 0 0 0,0 0 0 0 0,0 0 0 0 0,0-1 0 0 0,0 1 0 0 0,1 0 1 0 0,-1 0-1 0 0,0 0 0 0 0,0-1 0 0 0,0 1 0 0 0,0 0 0 0 0,0 0 0 0 0,0 0 0 0 0,1 0 1 0 0,-1-1-1 0 0,0 1 0 0 0,0 0 0 0 0,0 0 0 0 0,0 0 0 0 0,1 0 0 0 0,-1 0 1 0 0,0 0-1 0 0,0 0 0 0 0,0-1 0 0 0,1 1 0 0 0,-1 0 0 0 0,0 0 0 0 0,0 0 1 0 0,1 0-1 0 0,-1 0 0 0 0,0 0 0 0 0,28-16 1886 0 0,35-10-1090 0 0,-30 19-1178 0 0,43-5 0 0 0,14-2-5007 0 0,-67 9 3313 0 0</inkml:trace>
</inkml:ink>
</file>

<file path=ppt/ink/ink3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8:56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28 1036 0 0,'0'0'3454'0'0,"-3"-10"1868"0"0,34 3-4537 0 0,0 2 0 0 0,0 2 0 0 0,1 0 0 0 0,37 3 0 0 0,-65 0-767 0 0,-1 1 0 0 0,1-1-1 0 0,-1 1 1 0 0,1 0 0 0 0,-1 0-1 0 0,1 0 1 0 0,-1 0 0 0 0,0 0-1 0 0,0 1 1 0 0,1-1 0 0 0,-1 1-1 0 0,0 0 1 0 0,0 0 0 0 0,-1 0-1 0 0,1 1 1 0 0,0-1 0 0 0,-1 1-1 0 0,1-1 1 0 0,-1 1 0 0 0,0 0 0 0 0,0 0-1 0 0,0 0 1 0 0,0 0 0 0 0,-1 0-1 0 0,1 1 1 0 0,1 6 0 0 0,3 8-3 0 0,0 0 1 0 0,-2 1 0 0 0,4 35 0 0 0,-4-27 22 0 0,1 8-26 0 0,-1-1 0 0 0,-2 1 0 0 0,-1-1 1 0 0,-2 1-1 0 0,-1 0 0 0 0,-1-1 0 0 0,-3 1 0 0 0,0-1 0 0 0,-20 56 0 0 0,23-84-6 0 0,-1 0 0 0 0,0-1 1 0 0,0 1-1 0 0,-1-1 0 0 0,1 0 0 0 0,-1 0 0 0 0,-1 0 0 0 0,1 0 0 0 0,0-1 0 0 0,-1 0 0 0 0,0 0 0 0 0,0-1 0 0 0,0 0 0 0 0,-1 0 0 0 0,1 0 0 0 0,-1 0 0 0 0,1-1 1 0 0,-1-1-1 0 0,-13 3 0 0 0,-10 2 23 0 0,0-2 1 0 0,-1-1 0 0 0,-32-2-1 0 0,60-1-25 0 0,-8-1-330 0 0,4 0-3725 0 0,5 2 3491 0 0,-6-1-22 0 0,0-3-3380 0 0,1-1 1038 0 0</inkml:trace>
</inkml:ink>
</file>

<file path=ppt/ink/ink3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9:16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29 572 0 0,'0'0'5223'0'0,"3"-28"2742"0"0,-30 91-7904 0 0,25-56-40 0 0,0-1 1 0 0,-1 1 0 0 0,0-1 0 0 0,0 0-1 0 0,-1 0 1 0 0,1 0 0 0 0,-1-1-1 0 0,-7 8 1 0 0,5-3 78 0 0,-1 9 190 0 0,5-14 2284 0 0,61-116-2393 0 0,-58 110-175 0 0,10-23 48 0 0,-12 29-278 0 0,1 0 0 0 0,-1-1 0 0 0,-1 1 1 0 0,1 0-1 0 0,-1-1 0 0 0,0 1 0 0 0,-3 6 0 0 0,3-9-417 0 0,1 0 0 0 0,0 0 0 0 0,-1-1-1 0 0,0 1 1 0 0,1 0 0 0 0,-1-1 0 0 0,0 1 0 0 0,0-1-1 0 0,0 1 1 0 0,0-1 0 0 0,0 0 0 0 0,0 0-1 0 0,-3 1 1 0 0</inkml:trace>
</inkml:ink>
</file>

<file path=ppt/ink/ink3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9:36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111 326 136 0 0,'-2'6'11746'0'0,"11"-8"-11634"0"0,0 1 0 0 0,0-1 0 0 0,0-1 0 0 0,0 0 0 0 0,0 0 0 0 0,-1-1 0 0 0,1 0 0 0 0,-1 0 0 0 0,0-1 0 0 0,0 0 0 0 0,-1 0 0 0 0,0-1 0 0 0,1 0 0 0 0,-2 0 0 0 0,1-1-1 0 0,-1 0 1 0 0,0 0 0 0 0,0 0 0 0 0,-1-1 0 0 0,0 0 0 0 0,-1 0 0 0 0,1 0 0 0 0,-2-1 0 0 0,1 1 0 0 0,-1-1 0 0 0,0 0 0 0 0,-1 0 0 0 0,2-11 0 0 0,-4 10 35 0 0,0-1-1 0 0,0 1 1 0 0,-1 0 0 0 0,-1 0 0 0 0,0-1 0 0 0,0 1 0 0 0,-1 0 0 0 0,0 0 0 0 0,0 1 0 0 0,-1-1-1 0 0,-1 1 1 0 0,-5-9 0 0 0,10 17-146 0 0,0 1 0 0 0,0-1 0 0 0,0 1 0 0 0,0-1 0 0 0,-1 1-1 0 0,1-1 1 0 0,0 1 0 0 0,0-1 0 0 0,0 1 0 0 0,-1 0 0 0 0,1-1 0 0 0,0 1-1 0 0,-1-1 1 0 0,1 1 0 0 0,0 0 0 0 0,-1-1 0 0 0,1 1 0 0 0,0 0 0 0 0,-1 0-1 0 0,1-1 1 0 0,-1 1 0 0 0,1 0 0 0 0,0 0 0 0 0,-1-1 0 0 0,1 1 0 0 0,-1 0-1 0 0,1 0 1 0 0,-1 0 0 0 0,1 0 0 0 0,-1 0 0 0 0,1 0 0 0 0,-1 0 0 0 0,1 0-1 0 0,-1 0 1 0 0,1 0 0 0 0,-1 0 0 0 0,1 0 0 0 0,-1 0 0 0 0,1 0 0 0 0,-1 0-1 0 0,1 0 1 0 0,-1 1 0 0 0,1-1 0 0 0,0 0 0 0 0,-1 1 0 0 0,-17 25 7 0 0,-4 42-64 0 0,-5 72-28 0 0,-14 237 0 0 0,29-229 92 0 0,-15 75 31 0 0,18-192 235 0 0,9-30-388 0 0,0 1 0 0 0,-1-1 0 0 0,1 0 0 0 0,-1 0 0 0 0,1 1 0 0 0,-1-1 0 0 0,1 0 1 0 0,-1 0-1 0 0,0 0 0 0 0,0 1 0 0 0,1-1 0 0 0,-1 0 0 0 0,0 0 0 0 0,0 0 0 0 0,0-1 0 0 0,0 1 0 0 0,0 0 0 0 0,-1 0 0 0 0,-1 1 0 0 0,1-3-72 0 0,0 1 0 0 0,0-1-1 0 0,0 0 1 0 0,0 1 0 0 0,-1-1 0 0 0,1 0-1 0 0,0 0 1 0 0,0-1 0 0 0,0 1 0 0 0,1 0 0 0 0,-1-1-1 0 0,0 1 1 0 0,0-1 0 0 0,1 1 0 0 0,-3-3-1 0 0,-21-29-5735 0 0,24 32 5437 0 0,-9-15-2620 0 0</inkml:trace>
</inkml:ink>
</file>

<file path=ppt/ink/ink3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9:36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1 206 24 0 0,'0'0'2557'0'0,"7"0"-2174"0"0,303-42 1847 0 0,-252 30-1706 0 0,-1-2 0 0 0,-1-2-1 0 0,79-34 1 0 0,-128 47-380 0 0,-1 0 110 0 0,0 1-1 0 0,-1 0 1 0 0,1-1 0 0 0,-1 0 0 0 0,1-1-1 0 0,-1 1 1 0 0,0-1 0 0 0,-1 0-1 0 0,1 0 1 0 0,7-9 0 0 0,-11 12-16 0 0,-1 1-210 0 0,0-1 1 0 0,1 1-1 0 0,-1-1 1 0 0,0 1-1 0 0,1-1 1 0 0,-1 1-1 0 0,0-1 1 0 0,0 1-1 0 0,1-1 1 0 0,-1 0-1 0 0,0 1 1 0 0,0-1 0 0 0,0 1-1 0 0,0-1 1 0 0,0 0-1 0 0,0 1 1 0 0,0-1-1 0 0,0 1 1 0 0,0-1-1 0 0,0 0 1 0 0,0 1-1 0 0,0-1 1 0 0,-1 1-1 0 0,1-1 1 0 0,0 1-1 0 0,0-1 1 0 0,-1 0 0 0 0,1 1-1 0 0,0-1 1 0 0,-1 1-1 0 0,1-1 1 0 0,0 1-1 0 0,-1 0 1 0 0,1-1-1 0 0,-1 1 1 0 0,1-1-1 0 0,-1 1 1 0 0,1 0-1 0 0,-1-1 1 0 0,1 1-1 0 0,-1 0 1 0 0,1-1-1 0 0,-1 1 1 0 0,1 0 0 0 0,-1 0-1 0 0,1 0 1 0 0,-1 0-1 0 0,0-1 1 0 0,1 1-1 0 0,-1 0 1 0 0,1 0-1 0 0,-2 0 1 0 0,-11 6-6 0 0,1 0 1 0 0,1 1 0 0 0,-1 0-1 0 0,1 0 1 0 0,-11 10 0 0 0,18-12-25 0 0,-3 3-9 0 0,2-3 27 0 0,7-4 176 0 0,23-11-168 0 0,-13 5-14 0 0,1 0 0 0 0,0 0 0 0 0,-1 1 0 0 0,24-3 0 0 0,-32 6-25 0 0,1 1 0 0 0,0 0 0 0 0,0 0 0 0 0,-1 1-1 0 0,1-1 1 0 0,0 1 0 0 0,-1 0 0 0 0,1 0 0 0 0,-1 1 0 0 0,1-1 0 0 0,-1 1-1 0 0,1 0 1 0 0,-1 0 0 0 0,0 1 0 0 0,0-1 0 0 0,0 1 0 0 0,0 0 0 0 0,3 3-1 0 0,33 41-332 0 0,5 3 288 0 0,-44-49 871 0 0,5-6-552 0 0,-5 5-250 0 0,0 0 0 0 0,-1 0 0 0 0,1 0 0 0 0,-1 0 0 0 0,1-1 1 0 0,0 1-1 0 0,-1 0 0 0 0,1 0 0 0 0,0-1 0 0 0,-1 1 0 0 0,1 0 0 0 0,-1-1 0 0 0,1 1 0 0 0,-1 0 0 0 0,1-1 0 0 0,-1 1 0 0 0,1-1 1 0 0,-1 1-1 0 0,1-1 0 0 0,-1 0 0 0 0,1 0 0 0 0,6-15 131 0 0,2 0 1 0 0,16-26 0 0 0,12-2-5098 0 0</inkml:trace>
</inkml:ink>
</file>

<file path=ppt/ink/ink3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9:39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0 300 0 0,'-2'32'5549'0'0,"-1"17"-3505"0"0,-4 118-573 0 0,-1-118-650 0 0,8-47-618 0 0,1 1 50 0 0,-1-2-209 0 0,0-1 0 0 0,0 0 0 0 0,-1 0 0 0 0,1 1 0 0 0,0-1 0 0 0,0 0 0 0 0,0 0 1 0 0,0 1-1 0 0,0-1 0 0 0,0 0 0 0 0,0 1 0 0 0,0-1 0 0 0,0 0 0 0 0,0 0 0 0 0,0 1 1 0 0,0-1-1 0 0,0 0 0 0 0,1 1 0 0 0,-1-1 0 0 0,0 0 0 0 0,0 0 0 0 0,0 1 0 0 0,0-1 0 0 0,0 0 1 0 0,0 0-1 0 0,1 1 0 0 0,-1-1 0 0 0,0 0 0 0 0,0 0 0 0 0,0 0 0 0 0,1 0 0 0 0,-1 1 0 0 0,0-1 1 0 0,0 0-1 0 0,1 0 0 0 0,-1 0 0 0 0,0 0 0 0 0,0 0 0 0 0,1 1 0 0 0,-1-1 0 0 0,0 0 0 0 0,0 0 1 0 0,1 0-1 0 0,-1 0 0 0 0,0 0 0 0 0,1 0 0 0 0,-1 0 0 0 0,0 0 0 0 0,0 0 0 0 0,1 0 1 0 0,20-16-27 0 0,-1-1 1 0 0,-1-1 0 0 0,23-25 0 0 0,28-28-206 0 0,-23 28 109 0 0,-26 22 15 0 0,36-27 0 0 0,-30 25-296 0 0,-50 47 331 0 0,-9 11 2 0 0,-1-2 0 0 0,-2-2 1 0 0,-61 45-1 0 0,88-71 51 0 0,6-5-27 0 0,0 1 1 0 0,1 0 0 0 0,-1 0-1 0 0,1 0 1 0 0,-1 0-1 0 0,1 0 1 0 0,-1 0-1 0 0,1 0 1 0 0,0 0-1 0 0,0 1 1 0 0,-1-1-1 0 0,1 0 1 0 0,0 1 0 0 0,0-1-1 0 0,0 1 1 0 0,1 0-1 0 0,-3 2 1 0 0,5-1 13 0 0,1 0 1 0 0,-1-1 0 0 0,0 0-1 0 0,0 1 1 0 0,1-1 0 0 0,0 0-1 0 0,-1 0 1 0 0,1-1 0 0 0,0 1-1 0 0,0 0 1 0 0,6 1 0 0 0,-2 2 21 0 0,4 0 5 0 0,0 0-1 0 0,0 0 1 0 0,0-1-1 0 0,1-1 1 0 0,-1 0-1 0 0,22 3 1 0 0,-22-4-113 0 0,0-1 0 0 0,0 2 0 0 0,-1 0 0 0 0,1 0 1 0 0,-1 1-1 0 0,0 0 0 0 0,17 9 0 0 0,-22-10-965 0 0,0 0-1 0 0,1-1 1 0 0,0 0 0 0 0,-1 0-1 0 0,1 0 1 0 0,7 0 0 0 0</inkml:trace>
</inkml:ink>
</file>

<file path=ppt/ink/ink3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9:40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69 540 0 0,'0'0'3084'0'0,"36"-10"-259"0"0,29 3-1703 0 0,0-4 1 0 0,85-24-1 0 0,-145 34-1405 0 0,0-1 0 0 0,-1 1 0 0 0,1 1 0 0 0,1-1 0 0 0,-1 1 0 0 0,0 0 0 0 0,0 0-1 0 0,0 0 1 0 0,6 2 0 0 0,-8-1-1030 0 0</inkml:trace>
</inkml:ink>
</file>

<file path=ppt/ink/ink3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9:40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20 276 0 0,'0'0'2553'0'0,"7"0"-1776"0"0,85-8 1372 0 0,108-4 1111 0 0,-170 13-4944 0 0,1 1 0 0 0,39 8 0 0 0,-61-9-547 0 0</inkml:trace>
</inkml:ink>
</file>

<file path=ppt/ink/ink3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9:41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83 180 0 0,'0'0'959'0'0,"1"-8"1054"0"0,2-24 8815 0 0,4-9-6230 0 0,-7 39-3973 0 0,1 6-736 0 0,1-1 98 0 0,-1 1 1 0 0,0 0-1 0 0,0-1 1 0 0,0 1 0 0 0,0 0-1 0 0,-1 0 1 0 0,1 3-1 0 0,-1-6 11 0 0,9 74-30 0 0,-3 1 1 0 0,-7 132-1 0 0,-8-92 1 0 0,9-114 53 0 0,0 9 1178 0 0,-2-4-3975 0 0,-4-37-11232 0 0</inkml:trace>
</inkml:ink>
</file>

<file path=ppt/ink/ink3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9:42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18 204 0 0,'0'0'1024'0'0,"-3"-18"8710"0"0,1 68-9249 0 0,4 53-1 0 0,1-50 4 0 0,-6 64 0 0 0,2-109-484 0 0,0 1 0 0 0,-1-1 0 0 0,0 0 0 0 0,-1 0 0 0 0,0 0 0 0 0,-6 12 0 0 0,-15 20-3053 0 0,16-37 1372 0 0</inkml:trace>
</inkml:ink>
</file>

<file path=ppt/ink/ink3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9:43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1 134 232 0 0,'0'0'5885'0'0,"7"-1"-5499"0"0,442-41 2027 0 0,102-4-1357 0 0,-537 46-1023 0 0,3 0 13 0 0,0 1-1 0 0,-1 0 1 0 0,20 5 0 0 0,-35-6-46 0 0,0 0 1 0 0,0 0 0 0 0,0 1 0 0 0,0-1-1 0 0,0 0 1 0 0,1 1 0 0 0,-1-1 0 0 0,0 1 0 0 0,0-1-1 0 0,0 1 1 0 0,0 0 0 0 0,0-1 0 0 0,-1 1-1 0 0,1 0 1 0 0,0 0 0 0 0,0 0 0 0 0,0-1 0 0 0,-1 1-1 0 0,1 0 1 0 0,0 0 0 0 0,-1 0 0 0 0,1 0-1 0 0,-1 0 1 0 0,1 0 0 0 0,-1 1 0 0 0,0-1 0 0 0,1 0-1 0 0,-1 0 1 0 0,0 0 0 0 0,0 0 0 0 0,1 0 0 0 0,-1 1-1 0 0,-1 1 1 0 0,-8 45 42 0 0,3-16-28 0 0,6-30 8 0 0,0 0-1 0 0,1 0 0 0 0,-1 0 0 0 0,0 0 0 0 0,1 0 1 0 0,-1 0-1 0 0,1 0 0 0 0,0 0 0 0 0,0 0 1 0 0,-1 0-1 0 0,1-1 0 0 0,1 1 0 0 0,-1 0 1 0 0,0 0-1 0 0,0-1 0 0 0,1 1 0 0 0,-1-1 1 0 0,1 1-1 0 0,-1-1 0 0 0,1 1 0 0 0,-1-1 1 0 0,1 0-1 0 0,0 0 0 0 0,0 0 0 0 0,0 0 1 0 0,0 0-1 0 0,0 0 0 0 0,-1-1 0 0 0,1 1 1 0 0,1-1-1 0 0,-1 1 0 0 0,0-1 0 0 0,0 0 0 0 0,0 0 1 0 0,0 0-1 0 0,0 0 0 0 0,0 0 0 0 0,0 0 1 0 0,0 0-1 0 0,0-1 0 0 0,0 1 0 0 0,0-1 1 0 0,0 1-1 0 0,0-1 0 0 0,0 0 0 0 0,0 0 1 0 0,0 0-1 0 0,0 0 0 0 0,-1 0 0 0 0,1 0 1 0 0,0-1-1 0 0,-1 1 0 0 0,1-1 0 0 0,-1 1 1 0 0,0-1-1 0 0,1 1 0 0 0,-1-1 0 0 0,0 0 1 0 0,0 1-1 0 0,0-1 0 0 0,0 0 0 0 0,0 0 0 0 0,1-3 1 0 0,-1-1 72 0 0,0 1 1 0 0,0 0 0 0 0,0-1 0 0 0,-1 1-1 0 0,0 0 1 0 0,0-1 0 0 0,0 1 0 0 0,-1-1-1 0 0,0 1 1 0 0,0 0 0 0 0,0 0 0 0 0,0-1-1 0 0,-1 1 1 0 0,0 0 0 0 0,0 0 0 0 0,-1 1-1 0 0,1-1 1 0 0,-5-5 0 0 0,4 4-113 0 0,0 0-1 0 0,-1 1 1 0 0,0 0 0 0 0,0 0 0 0 0,-1 0 0 0 0,1 0 0 0 0,-1 1-1 0 0,0 0 1 0 0,0 0 0 0 0,-1 0 0 0 0,1 0 0 0 0,-1 1 0 0 0,1 0-1 0 0,-10-3 1 0 0,13 5-115 0 0,1 1-1 0 0,-1 0 1 0 0,1-1-1 0 0,-1 1 1 0 0,1 0-1 0 0,-1 0 0 0 0,0 0 1 0 0,1 0-1 0 0,-1 1 1 0 0,1-1-1 0 0,-1 0 1 0 0,1 1-1 0 0,-1-1 1 0 0,1 1-1 0 0,-1-1 1 0 0,1 1-1 0 0,-1 0 1 0 0,1-1-1 0 0,-3 3 1 0 0,-8 15-5227 0 0,10-9 2407 0 0</inkml:trace>
</inkml:ink>
</file>

<file path=ppt/ink/ink3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9:43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25 1068 0 0,'14'-17'4228'0'0,"-12"16"-3385"0"0,10-5 1199 0 0,-6 6-1911 0 0,0 1 0 0 0,1 1 0 0 0,-1-1 0 0 0,0 1 0 0 0,0 0 1 0 0,1 0-1 0 0,-2 1 0 0 0,1 0 0 0 0,0 0 0 0 0,0 0 0 0 0,-1 1 0 0 0,0 0 1 0 0,0 0-1 0 0,0 0 0 0 0,0 1 0 0 0,-1-1 0 0 0,1 1 0 0 0,-1 0 0 0 0,-1 0 1 0 0,1 1-1 0 0,-1-1 0 0 0,1 1 0 0 0,-2 0 0 0 0,1 0 0 0 0,-1 0 0 0 0,1 0 1 0 0,-2 0-1 0 0,1 1 0 0 0,1 10 0 0 0,-2-8-93 0 0,0 1 0 0 0,-1-1 0 0 0,1 0 0 0 0,-2 1-1 0 0,1-1 1 0 0,-2 0 0 0 0,1 1 0 0 0,-1-1 0 0 0,0 0 0 0 0,-1 0 0 0 0,0 0 0 0 0,-1-1-1 0 0,0 1 1 0 0,0-1 0 0 0,0 1 0 0 0,-1-1 0 0 0,-1-1 0 0 0,1 1 0 0 0,-1-1 0 0 0,-8 8 0 0 0,6-8 41 0 0,-1-1 0 0 0,1 0 1 0 0,-1 0-1 0 0,0-1 0 0 0,-1 0 1 0 0,1 0-1 0 0,-1-1 0 0 0,0 0 1 0 0,0-1-1 0 0,0 0 0 0 0,-1-1 1 0 0,1 0-1 0 0,-1-1 0 0 0,1 0 1 0 0,-1 0-1 0 0,0-1 0 0 0,1 0 1 0 0,-1-1-1 0 0,1-1 0 0 0,-1 0 1 0 0,-16-4-1 0 0,24 5-42 0 0,0-1 1 0 0,1 1-1 0 0,-1 0 0 0 0,0-1 0 0 0,1 1 0 0 0,-1-1 1 0 0,1 0-1 0 0,-1 1 0 0 0,1-1 0 0 0,0-1 1 0 0,0 1-1 0 0,0 0 0 0 0,0 0 0 0 0,0-1 1 0 0,0 1-1 0 0,1-1 0 0 0,-1 0 0 0 0,1 1 1 0 0,0-1-1 0 0,0 0 0 0 0,0 0 0 0 0,0 0 1 0 0,0 1-1 0 0,1-1 0 0 0,-1 0 0 0 0,1 0 1 0 0,0 0-1 0 0,0-4 0 0 0,0 3-170 0 0,0 0 0 0 0,1 0 0 0 0,0 0 0 0 0,0 0 0 0 0,0 0 0 0 0,0 1 0 0 0,1-1 0 0 0,0 0-1 0 0,-1 1 1 0 0,1-1 0 0 0,1 1 0 0 0,-1 0 0 0 0,0-1 0 0 0,1 1 0 0 0,-1 0 0 0 0,1 1 0 0 0,0-1 0 0 0,0 0 0 0 0,0 1 0 0 0,1 0 0 0 0,4-3 0 0 0,4 0-866 0 0,8-1-5352 0 0</inkml:trace>
</inkml:ink>
</file>

<file path=ppt/ink/ink3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9:44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50 700 0 0,'0'0'1164'0'0,"-3"-15"864"0"0,6 1-1164 0 0,3 7 573 0 0,1-1-873 0 0,1 3 24 0 0,19 5-1040 0 0,-10 13-1141 0 0,-9-6-619 0 0</inkml:trace>
</inkml:ink>
</file>

<file path=ppt/ink/ink3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9:44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1 740 0 0,'0'0'5609'0'0,"3"0"-4897"0"0,27 4 211 0 0,1-1 0 0 0,-1-2 0 0 0,35-3 0 0 0,33 1 41 0 0,-95 2-1093 0 0,41 3-690 0 0,-20 6-5392 0 0</inkml:trace>
</inkml:ink>
</file>

<file path=ppt/ink/ink3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9:44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38 11661 0 0,'7'-25'1877'0'0,"-3"13"-194"0"0,6 30-1317 0 0,-7-7-436 0 0,0 0 0 0 0,-1 0 0 0 0,0 1 0 0 0,-1-1 0 0 0,0 1 0 0 0,-1 0 0 0 0,0-1 0 0 0,-3 20 0 0 0,-3 7-2153 0 0,-13 44 0 0 0,9-45-1757 0 0,1 0 305 0 0</inkml:trace>
</inkml:ink>
</file>

<file path=ppt/ink/ink3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9:46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41 1124 0 0,'0'-9'1863'0'0,"-1"4"1732"0"0,-2-22 4021 0 0,3 35-7457 0 0,1 7-134 0 0,3 53 32 0 0,-6 112 1 0 0,-15-154-2962 0 0,0-17-3613 0 0,6-11 3661 0 0</inkml:trace>
</inkml:ink>
</file>

<file path=ppt/ink/ink3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9:46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76 664 0 0,'2'-3'235'0'0,"1"-1"0"0"0,-1 1 0 0 0,0 0 0 0 0,1 0 0 0 0,0 0 0 0 0,-1 1 0 0 0,1-1 0 0 0,0 1 0 0 0,1-1 0 0 0,-1 1 0 0 0,0 0 0 0 0,1 0 0 0 0,-1 0 0 0 0,1 1 0 0 0,-1-1 1 0 0,5 0-1 0 0,66-16 729 0 0,-61 16-701 0 0,20-4 52 0 0,1 2 0 0 0,0 2-1 0 0,-1 1 1 0 0,1 1 0 0 0,67 10-1 0 0,-78-6-208 0 0,1 1-1 0 0,-1 1 1 0 0,0 1-1 0 0,0 1 1 0 0,-1 2-1 0 0,0 0 1 0 0,-1 1-1 0 0,0 1 1 0 0,23 17-1 0 0,-37-23-77 0 0,0 0 1 0 0,0 0-1 0 0,0 0 0 0 0,-1 1 1 0 0,0 0-1 0 0,0 0 0 0 0,-1 1 1 0 0,0 0-1 0 0,-1-1 0 0 0,1 2 0 0 0,-1-1 1 0 0,-1 0-1 0 0,3 11 0 0 0,-4-14-14 0 0,-1 0 0 0 0,-1 1 0 0 0,1 0 0 0 0,-1-1 0 0 0,0 1 0 0 0,0-1 0 0 0,-1 1 1 0 0,1-1-1 0 0,-1 1 0 0 0,0-1 0 0 0,-1 1 0 0 0,1-1 0 0 0,-1 1 0 0 0,0-1 0 0 0,-1 0 0 0 0,1 0 0 0 0,-1 0 0 0 0,0-1 0 0 0,0 1 0 0 0,-1-1 0 0 0,1 1 0 0 0,-6 4 0 0 0,-4 3 52 0 0,0-1 0 0 0,-1 0 0 0 0,0-1 1 0 0,0-1-1 0 0,-1 0 0 0 0,0-1 0 0 0,-1-1 0 0 0,-24 9 0 0 0,17-9 229 0 0,0 0 0 0 0,-1-2 0 0 0,1-1 0 0 0,-1 0 0 0 0,-36-1 0 0 0,57-3-141 0 0,0-2-11 0 0,3 2-142 0 0,-1 0 0 0 0,1 0-1 0 0,0 0 1 0 0,0 0 0 0 0,0 0 0 0 0,-1-1-1 0 0,1 1 1 0 0,0 0 0 0 0,0 0 0 0 0,-1 0-1 0 0,1 0 1 0 0,0 0 0 0 0,0 0-1 0 0,0 0 1 0 0,-1-1 0 0 0,1 1 0 0 0,0 0-1 0 0,0 0 1 0 0,0 0 0 0 0,0-1 0 0 0,0 1-1 0 0,-1 0 1 0 0,1 0 0 0 0,0 0-1 0 0,0-1 1 0 0,0 1 0 0 0,0 0 0 0 0,0 0-1 0 0,0-1 1 0 0,0 1 0 0 0,0 0-1 0 0,0 0 1 0 0,0-1 0 0 0,0 1 0 0 0,0 0-1 0 0,0 0 1 0 0,0-1 0 0 0,0 1 0 0 0,0 0-1 0 0,0 0 1 0 0,0 0 0 0 0,0-1-1 0 0,0 1 1 0 0,0 0 0 0 0,0 0 0 0 0,0-1-1 0 0,1 1 1 0 0,-1 0 0 0 0,0 0 0 0 0,0 0-1 0 0,0-1 1 0 0,0 1 0 0 0,1 0-1 0 0,12-10-33 0 0,1 1 0 0 0,1 0 0 0 0,-1 2 0 0 0,1-1 0 0 0,18-5 0 0 0,91-28-248 0 0,-89 31 225 0 0,359-104-309 0 0,-280 82 467 0 0,-114 32-103 0 0,1 0-1 0 0,0 0 1 0 0,-1 0-1 0 0,1 0 1 0 0,0 0-1 0 0,0 0 1 0 0,-1 0-1 0 0,1 0 0 0 0,0 0 1 0 0,-1 0-1 0 0,1 1 1 0 0,0-1-1 0 0,-1 0 1 0 0,1 1-1 0 0,0-1 1 0 0,-1 0-1 0 0,1 1 1 0 0,-1-1-1 0 0,1 1 0 0 0,-1-1 1 0 0,1 1-1 0 0,-1-1 1 0 0,1 1-1 0 0,-1-1 1 0 0,1 1-1 0 0,-1 0 1 0 0,1-1-1 0 0,-1 1 1 0 0,0 0-1 0 0,0-1 0 0 0,1 1 1 0 0,-1 0-1 0 0,0-1 1 0 0,0 1-1 0 0,0 0 1 0 0,0 0-1 0 0,0-1 1 0 0,0 1-1 0 0,0 0 1 0 0,0-1-1 0 0,0 2 0 0 0,1 41-29 0 0,-1-30 1 0 0,0-9 26 0 0,0 0 0 0 0,1 0-1 0 0,0 1 1 0 0,0-1 0 0 0,0 0-1 0 0,0 0 1 0 0,1 0 0 0 0,-1 0-1 0 0,1-1 1 0 0,0 1 0 0 0,0 0-1 0 0,1-1 1 0 0,-1 0 0 0 0,1 1-1 0 0,0-1 1 0 0,0 0 0 0 0,0 0-1 0 0,0 0 1 0 0,0-1 0 0 0,0 1-1 0 0,7 3 1 0 0,-9-6 47 0 0,0 0 0 0 0,0 0 0 0 0,1 1-1 0 0,-1-1 1 0 0,0 0 0 0 0,1 0 0 0 0,-1 0 0 0 0,0 0 0 0 0,1 0-1 0 0,-1-1 1 0 0,0 1 0 0 0,1 0 0 0 0,-1-1 0 0 0,0 1-1 0 0,0-1 1 0 0,0 1 0 0 0,1-1 0 0 0,-1 1 0 0 0,0-1 0 0 0,0 0-1 0 0,0 0 1 0 0,0 0 0 0 0,0 1 0 0 0,0-1 0 0 0,0 0 0 0 0,0 0-1 0 0,0 0 1 0 0,-1 0 0 0 0,1-1 0 0 0,0 1 0 0 0,-1 0 0 0 0,1 0-1 0 0,-1 0 1 0 0,1-3 0 0 0,2 0 75 0 0,-2 0-1 0 0,1 0 1 0 0,0-1 0 0 0,-1 1-1 0 0,0-1 1 0 0,0 1-1 0 0,0-1 1 0 0,0-6 0 0 0,-1 8-146 0 0,-1-1 1 0 0,1 0-1 0 0,-1 1 1 0 0,0-1-1 0 0,0 0 1 0 0,0 1-1 0 0,-1-1 1 0 0,1 1-1 0 0,-1 0 1 0 0,0-1-1 0 0,0 1 1 0 0,0 0-1 0 0,0 0 1 0 0,0 0-1 0 0,-1 0 1 0 0,1 1-1 0 0,-1-1 1 0 0,0 1-1 0 0,0-1 1 0 0,0 1-1 0 0,0 0 1 0 0,0 0-1 0 0,0 0 1 0 0,0 1-1 0 0,-1-1 1 0 0,1 1-1 0 0,-1 0 1 0 0,1 0-1 0 0,-1 0 1 0 0,0 0-1 0 0,-6 0 1 0 0,-11-1-1050 0 0,0 0 0 0 0,0 2 1 0 0,0 0-1 0 0,-30 5 1 0 0,25-2-495 0 0,-49 2-1780 0 0</inkml:trace>
</inkml:ink>
</file>

<file path=ppt/ink/ink3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9:50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539 62 560 0 0,'0'0'1431'0'0,"-12"-39"2319"0"0,8 36-3660 0 0,0 1 0 0 0,0-1 0 0 0,0 1-1 0 0,0 0 1 0 0,0 0 0 0 0,0 0 0 0 0,0 1 0 0 0,-1-1-1 0 0,1 1 1 0 0,-1 0 0 0 0,1 0 0 0 0,-1 1 0 0 0,1-1 0 0 0,-1 1-1 0 0,0 0 1 0 0,1 0 0 0 0,-1 1 0 0 0,-8 1 0 0 0,-14 2 238 0 0,-46 14 1 0 0,36-8 52 0 0,0 3 0 0 0,2 0 0 0 0,-1 3 0 0 0,-64 39 0 0 0,91-49-294 0 0,0 0 0 0 0,1 1 0 0 0,0 0 0 0 0,1 0 0 0 0,0 1 0 0 0,0 0 0 0 0,0 0 0 0 0,1 0 0 0 0,-7 13 0 0 0,12-18-76 0 0,-1 0 0 0 0,1 0 1 0 0,0 0-1 0 0,0 0 1 0 0,0 0-1 0 0,0 0 0 0 0,1 0 1 0 0,-1 0-1 0 0,1 0 0 0 0,0 0 1 0 0,-1 1-1 0 0,1-1 1 0 0,1 0-1 0 0,-1 0 0 0 0,0 0 1 0 0,1 0-1 0 0,0 1 0 0 0,0-1 1 0 0,0 0-1 0 0,0 0 0 0 0,0-1 1 0 0,0 1-1 0 0,1 0 1 0 0,0 0-1 0 0,-1 0 0 0 0,1-1 1 0 0,0 1-1 0 0,0-1 0 0 0,1 0 1 0 0,-1 1-1 0 0,0-1 1 0 0,1 0-1 0 0,-1 0 0 0 0,4 1 1 0 0,3 2-39 0 0,0 0 0 0 0,0-1 0 0 0,0 0 1 0 0,0-1-1 0 0,1 0 0 0 0,-1 0 0 0 0,1-1 1 0 0,0 0-1 0 0,-1-1 0 0 0,1 0 0 0 0,0 0 0 0 0,0-1 1 0 0,15-2-1 0 0,15-3-347 0 0,76-19 0 0 0,-95 19 261 0 0,-5 1-35 0 0,0 0 0 0 0,-1-2 0 0 0,29-13 0 0 0,-39 16 121 0 0,0 1-1 0 0,0-1 1 0 0,-1 0 0 0 0,1-1 0 0 0,-1 1 0 0 0,0-1 0 0 0,0 0 0 0 0,0 0 0 0 0,0 0-1 0 0,-1 0 1 0 0,1-1 0 0 0,-1 1 0 0 0,0-1 0 0 0,4-9 0 0 0,-7 10 33 0 0,1 1 0 0 0,-1-1 0 0 0,0 0 0 0 0,1 0 1 0 0,-2 0-1 0 0,1 1 0 0 0,0-1 0 0 0,-1 0 0 0 0,0 0 0 0 0,0 0 0 0 0,0 1 1 0 0,0-1-1 0 0,-1 1 0 0 0,1-1 0 0 0,-1 1 0 0 0,0-1 0 0 0,0 1 0 0 0,0 0 1 0 0,0 0-1 0 0,-1 0 0 0 0,-3-3 0 0 0,0-1-38 0 0,0 0 0 0 0,-1 1 0 0 0,0 0 0 0 0,0 0 0 0 0,0 1 0 0 0,-1 0 0 0 0,-13-7-1 0 0,20 11-312 0 0,-6 0-450 0 0,-1 1 547 0 0,-1 3-3575 0 0,-9 8 1733 0 0</inkml:trace>
</inkml:ink>
</file>

<file path=ppt/ink/ink3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9:50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301 8 672 0 0,'0'0'1052'0'0,"-6"-7"4430"0"0,-23 55-4943 0 0,1 1 1 0 0,3 2-1 0 0,2 0 1 0 0,-22 75-1 0 0,-13 27 57 0 0,43-115-654 0 0,-18 37-354 0 0,8-27-2600 0 0,18-40 356 0 0,0-1 203 0 0</inkml:trace>
</inkml:ink>
</file>

<file path=ppt/ink/ink3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9:50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7 864 0 0,'0'0'5565'0'0,"-3"-6"-952"0"0,3 6-4513 0 0,-72 166-931 0 0,51-116-4396 0 0,14-34 2367 0 0</inkml:trace>
</inkml:ink>
</file>

<file path=ppt/ink/ink3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9:53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205 110 464 0 0,'35'-66'4379'0'0,"-11"23"-332"0"0,-25 60-707 0 0,-11 23-3466 0 0,-61 145 586 0 0,20-44-266 0 0,-51 79-450 0 0,88-187 228 0 0,16-33 29 0 0,-1 1 1 0 0,1 0-1 0 0,-1-1 0 0 0,1 1 1 0 0,0 0-1 0 0,-1 0 0 0 0,1-1 1 0 0,0 1-1 0 0,-1 0 1 0 0,1 0-1 0 0,0-1 0 0 0,0 1 1 0 0,0 0-1 0 0,-1 0 0 0 0,1 0 1 0 0,0-1-1 0 0,0 1 0 0 0,0 0 1 0 0,1 0-1 0 0,-1 0 1 0 0,0 0-1 0 0,0-1 0 0 0,0 1 1 0 0,0 0-1 0 0,1 0 0 0 0,-1-1 1 0 0,0 1-1 0 0,1 0 1 0 0,-1 0-1 0 0,1-1 0 0 0,-1 1 1 0 0,1-1-1 0 0,-1 1 0 0 0,1 0 1 0 0,-1-1-1 0 0,1 1 0 0 0,0 0 1 0 0,24 0 40 0 0,-1-1 1 0 0,0-1 0 0 0,34-6-1 0 0,44-2-172 0 0,-64 7-1631 0 0,65-10 0 0 0,-100 12 1312 0 0,2-1 479 0 0,8-17-6843 0 0</inkml:trace>
</inkml:ink>
</file>

<file path=ppt/ink/ink3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9:53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77 180 0 0,'-1'-1'105'0'0,"1"1"-1"0"0,0-1 1 0 0,0 1 0 0 0,0-1-1 0 0,0 0 1 0 0,-1 1-1 0 0,1-1 1 0 0,0 1 0 0 0,0-1-1 0 0,0 1 1 0 0,0-1 0 0 0,0 1-1 0 0,1-1 1 0 0,-1 1 0 0 0,0-1-1 0 0,0 1 1 0 0,0-1-1 0 0,0 1 1 0 0,0-1 0 0 0,1 1-1 0 0,-1-1 1 0 0,0 1 0 0 0,1-1-1 0 0,-1 1 1 0 0,0 0 0 0 0,1-1-1 0 0,-1 1 1 0 0,0-1-1 0 0,1 1 1 0 0,-1 0 0 0 0,0-1-1 0 0,1 1 1 0 0,24-15 1216 0 0,25-3-326 0 0,-20 10-510 0 0,0 1 0 0 0,39-3 0 0 0,-60 9-693 0 0,1 0-1 0 0,-1 1 1 0 0,1 0-1 0 0,-1 0 0 0 0,0 1 1 0 0,1 1-1 0 0,-1 0 0 0 0,0 0 1 0 0,0 0-1 0 0,0 1 1 0 0,0 1-1 0 0,8 4 0 0 0,-5 0-1569 0 0,-5 1 136 0 0</inkml:trace>
</inkml:ink>
</file>

<file path=ppt/ink/ink3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9:53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1 144 0 0,'0'0'130'0'0,"0"0"0"0"0,1 0 0 0 0,-1 0 0 0 0,0 0 0 0 0,0 0 0 0 0,1 0 0 0 0,-1 0 0 0 0,0 0 1 0 0,0 0-1 0 0,0 0 0 0 0,1 0 0 0 0,-1 0 0 0 0,0 0 0 0 0,0 0 0 0 0,1 1 0 0 0,-1-1 0 0 0,0 0 0 0 0,0 0 0 0 0,0 0 0 0 0,1 0 0 0 0,-1 0 0 0 0,0 1 0 0 0,0-1 0 0 0,0 0 0 0 0,0 0 0 0 0,1 0 0 0 0,-1 0 1 0 0,0 1-1 0 0,0-1 0 0 0,0 0 0 0 0,0 0 0 0 0,0 1 0 0 0,0-1 0 0 0,0 0 0 0 0,0 0 0 0 0,0 0 0 0 0,1 1 0 0 0,-1-1 0 0 0,0 0 0 0 0,0 0 0 0 0,0 1 0 0 0,0-1 0 0 0,0 0 0 0 0,-1 0 0 0 0,1 1 1 0 0,0-1-1 0 0,0 0 0 0 0,0 0 0 0 0,0 1 0 0 0,0-1 0 0 0,0 0 0 0 0,0 0 0 0 0,0 0 0 0 0,0 1 0 0 0,-1-1 0 0 0,1 0 0 0 0,0 0 0 0 0,-4 35 1725 0 0,2-24-1808 0 0,0 0 1 0 0,1 0-1 0 0,0 0 0 0 0,1 1 0 0 0,0-1 0 0 0,3 17 0 0 0,-2-25 0 0 0,1 0-1 0 0,-1 0 0 0 0,1-1 1 0 0,0 1-1 0 0,0 0 1 0 0,0-1-1 0 0,0 1 0 0 0,1-1 1 0 0,-1 0-1 0 0,1 0 0 0 0,-1 0 1 0 0,1 0-1 0 0,0 0 1 0 0,0 0-1 0 0,0-1 0 0 0,0 1 1 0 0,0-1-1 0 0,0 0 1 0 0,0 0-1 0 0,0 0 0 0 0,1 0 1 0 0,-1-1-1 0 0,0 1 0 0 0,0-1 1 0 0,1 0-1 0 0,-1 0 1 0 0,0 0-1 0 0,5-1 0 0 0,-3 0-204 0 0,0 1 0 0 0,0-1 0 0 0,0 0-1 0 0,-1 0 1 0 0,1-1 0 0 0,0 1 0 0 0,-1-1 0 0 0,9-5-1 0 0,-10 5-244 0 0,-1 1-1 0 0,1-1 0 0 0,0 0 1 0 0,-1 0-1 0 0,0-1 1 0 0,1 1-1 0 0,-1 0 0 0 0,0-1 1 0 0,0 0-1 0 0,-1 1 0 0 0,1-1 1 0 0,0 0-1 0 0,1-6 0 0 0,1-3-1926 0 0</inkml:trace>
</inkml:ink>
</file>

<file path=ppt/ink/ink3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9:54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26 304 0 0,'-2'-25'7843'0'0,"7"28"-9728"0"0,0-1 1537 0 0,-3-1 203 0 0,0-1 0 0 0,-1 1 0 0 0,1 0-1 0 0,-1 0 1 0 0,1 0 0 0 0,-1 0 0 0 0,1 0 0 0 0,-1 0 0 0 0,0 0 0 0 0,1 0 0 0 0,-1 0 0 0 0,0 1 0 0 0,0-1-1 0 0,0 1 1 0 0,0-1 0 0 0,0 1 0 0 0,0-1 0 0 0,1 3 0 0 0,3 7-1632 0 0</inkml:trace>
</inkml:ink>
</file>

<file path=ppt/ink/ink3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9:54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1 684 0 0,'0'0'938'0'0,"15"25"2550"0"0,-8-10-3156 0 0,-1 1 1 0 0,-1 0-1 0 0,-1 0 1 0 0,0 0 0 0 0,-2 1-1 0 0,1-1 1 0 0,-2 1-1 0 0,0 0 1 0 0,-2 20-1 0 0,0-27-240 0 0,-1 0-1 0 0,1 0 1 0 0,-2 0-1 0 0,0 0 0 0 0,0-1 1 0 0,0 1-1 0 0,-1-1 1 0 0,-10 17-1 0 0,10-19-8 0 0,-1-1-1 0 0,0 1 1 0 0,-1-1 0 0 0,1 0 0 0 0,-1-1 0 0 0,0 1-1 0 0,-9 5 1 0 0,14-10-81 0 0,0 0-1 0 0,-1 0 1 0 0,1 0-1 0 0,-1 0 1 0 0,0-1-1 0 0,1 1 1 0 0,-1 0 0 0 0,0-1-1 0 0,1 1 1 0 0,-1-1-1 0 0,0 1 1 0 0,1-1-1 0 0,-1 0 1 0 0,0 0-1 0 0,0 0 1 0 0,1 0-1 0 0,-1 0 1 0 0,0 0 0 0 0,0 0-1 0 0,1-1 1 0 0,-1 1-1 0 0,0-1 1 0 0,-2 0-1 0 0,3 0-191 0 0,0 1 0 0 0,0-1 0 0 0,0 0 0 0 0,0 0 0 0 0,1 0 0 0 0,-1 0 0 0 0,0 0 0 0 0,0 0 0 0 0,1 0 0 0 0,-1 0-1 0 0,0 0 1 0 0,1 0 0 0 0,-1 0 0 0 0,1 0 0 0 0,-1-1 0 0 0,1 1 0 0 0,0 0 0 0 0,-1 0 0 0 0,1 0 0 0 0,0-1 0 0 0,0 1 0 0 0,0 0 0 0 0,0 0 0 0 0,0-1-1 0 0,0 1 1 0 0,0 0 0 0 0,0 0 0 0 0,1-1 0 0 0,-1 1 0 0 0,1-1 0 0 0,5-10-2099 0 0</inkml:trace>
</inkml:ink>
</file>

<file path=ppt/ink/ink3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9:54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11 120 0 0,'0'-1'216'0'0,"1"0"0"0"0,-1 1 0 0 0,1-1 1 0 0,-1 0-1 0 0,1 1 0 0 0,-1-1 0 0 0,1 1 0 0 0,0-1 0 0 0,-1 0 0 0 0,1 1 1 0 0,0-1-1 0 0,-1 1 0 0 0,1 0 0 0 0,0-1 0 0 0,0 1 0 0 0,-1 0 0 0 0,1-1 1 0 0,0 1-1 0 0,0 0 0 0 0,0 0 0 0 0,-1 0 0 0 0,1 0 0 0 0,0-1 0 0 0,0 1 1 0 0,0 0-1 0 0,0 1 0 0 0,0-1 0 0 0,12 29 1039 0 0,-11-16-1089 0 0,0 0 0 0 0,0 0 0 0 0,-1 0 1 0 0,-1 0-1 0 0,0 0 0 0 0,-1 0 0 0 0,0 0 0 0 0,-1 0 1 0 0,-1 0-1 0 0,0-1 0 0 0,0 1 0 0 0,-1-1 1 0 0,-1 1-1 0 0,0-1 0 0 0,-12 20 0 0 0,14-28-141 0 0,0-1 1 0 0,1 1-1 0 0,-1-1 0 0 0,0 0 0 0 0,-1 1 0 0 0,1-1 0 0 0,-1-1 0 0 0,1 1 0 0 0,-1 0 1 0 0,0-1-1 0 0,0 0 0 0 0,0 0 0 0 0,0 0 0 0 0,0-1 0 0 0,0 1 0 0 0,-1-1 0 0 0,1 0 1 0 0,-1 0-1 0 0,1 0 0 0 0,-1-1 0 0 0,1 1 0 0 0,-1-1 0 0 0,1 0 0 0 0,-1-1 0 0 0,1 1 1 0 0,0-1-1 0 0,-1 0 0 0 0,1 0 0 0 0,-1 0 0 0 0,1-1 0 0 0,0 1 0 0 0,0-1 0 0 0,0 0 1 0 0,0 0-1 0 0,0-1 0 0 0,0 1 0 0 0,-6-6 0 0 0,9 6-414 0 0,0 0-1 0 0,0 1 1 0 0,0-1 0 0 0,0 0 0 0 0,0-1-1 0 0,0 1 1 0 0,0 0 0 0 0,1 0-1 0 0,-1 0 1 0 0,1 0 0 0 0,0 0 0 0 0,-1-1-1 0 0,1 1 1 0 0,0 0 0 0 0,0 0-1 0 0,1-3 1 0 0</inkml:trace>
</inkml:ink>
</file>

<file path=ppt/ink/ink3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9:55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31 932 0 0,'2'-10'2812'0'0,"3"-3"-811"0"0,-4 5-1417 0 0</inkml:trace>
  <inkml:trace contextRef="#ctx0" brushRef="#br0" timeOffset="1">332 476 1036 0 0,'0'0'2059'0'0,"12"7"962"0"0,-10 1-2771 0 0,0 0 0 0 0,0 0 0 0 0,-1 1 0 0 0,0-1 0 0 0,0 0 0 0 0,-1 0 0 0 0,0 1 0 0 0,-1-1 0 0 0,0 0 1 0 0,0 1-1 0 0,0-1 0 0 0,-1 0 0 0 0,-1 0 0 0 0,-3 8 0 0 0,-1 2-290 0 0,0 0 1 0 0,-2 0-1 0 0,0-1 1 0 0,-1-1-1 0 0,-14 18 1 0 0,6-10-5444 0 0</inkml:trace>
</inkml:ink>
</file>

<file path=ppt/ink/ink3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9:55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1 112 548 0 0,'0'0'1786'0'0,"17"2"255"0"0,-11 5-1764 0 0,0 0 1 0 0,0 0-1 0 0,-1 1 1 0 0,0 0-1 0 0,0-1 0 0 0,-1 2 1 0 0,0-1-1 0 0,0 0 1 0 0,-1 1-1 0 0,4 15 1 0 0,-2-4 728 0 0,-1 0 0 0 0,-1 0 0 0 0,1 40 0 0 0,-14-91-743 0 0,8 27-236 0 0,0 1 1 0 0,0-1 0 0 0,1 1-1 0 0,0-1 1 0 0,0 0-1 0 0,0 1 1 0 0,0-1 0 0 0,0-4-1 0 0,0-19 126 0 0,1 1 0 0 0,2 0-1 0 0,5-29 1 0 0,-6 48-107 0 0,1-1 0 0 0,-1 0-1 0 0,1 1 1 0 0,1-1 0 0 0,0 1 0 0 0,0-1 0 0 0,0 1 0 0 0,1 0 0 0 0,0 0 0 0 0,0 1 0 0 0,1-1 0 0 0,0 1 0 0 0,0 0 0 0 0,10-9 0 0 0,-10 10-4 0 0,-5 4-42 0 0,1 0 1 0 0,0 0-1 0 0,0 0 0 0 0,0-1 1 0 0,0 1-1 0 0,1 1 1 0 0,-1-1-1 0 0,0 0 1 0 0,0 0-1 0 0,0 0 0 0 0,1 1 1 0 0,-1-1-1 0 0,0 0 1 0 0,1 1-1 0 0,-1 0 0 0 0,1-1 1 0 0,-1 1-1 0 0,1 0 1 0 0,-1-1-1 0 0,0 1 1 0 0,1 0-1 0 0,-1 0 0 0 0,1 0 1 0 0,-1 0-1 0 0,1 1 1 0 0,-1-1-1 0 0,1 0 1 0 0,-1 1-1 0 0,1-1 0 0 0,-1 1 1 0 0,3 0-1 0 0,2 2-5 0 0,-1 0 0 0 0,1 0 1 0 0,-1 0-1 0 0,1 1 0 0 0,-1-1 0 0 0,0 1 0 0 0,-1 0 0 0 0,1 1 0 0 0,-1-1 0 0 0,0 1 0 0 0,5 7 1 0 0,40 66-19 0 0,-28-42 44 0 0,11 51-93 0 0,-31-85 7 0 0,-18 32-2212 0 0,-11-17-3892 0 0</inkml:trace>
</inkml:ink>
</file>

<file path=ppt/ink/ink3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9:56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78 324 0 0,'0'0'1914'0'0,"11"-20"373"0"0,1 13-1959 0 0,0 1 1 0 0,0 0-1 0 0,0 1 0 0 0,1 0 1 0 0,0 1-1 0 0,-1 0 0 0 0,2 2 1 0 0,13-3-1 0 0,114-6-3616 0 0,-123 10 2031 0 0,0 0-398 0 0</inkml:trace>
</inkml:ink>
</file>

<file path=ppt/ink/ink3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9:56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96 796 0 0,'0'0'2121'0'0,"10"-27"1952"0"0,6 19-3528 0 0,-1 0 0 0 0,1 2 1 0 0,0 0-1 0 0,0 0 0 0 0,1 2 0 0 0,31-5 0 0 0,22-7 463 0 0,-68 15-976 0 0,1 0-1 0 0,0 0 0 0 0,0 1 0 0 0,-1-1 1 0 0,1 0-1 0 0,0 1 0 0 0,0 0 0 0 0,0 0 1 0 0,0 0-1 0 0,0 0 0 0 0,0 0 1 0 0,0 0-1 0 0,0 1 0 0 0,-1-1 0 0 0,1 1 1 0 0,0 0-1 0 0,0 0 0 0 0,-1 0 0 0 0,1 0 1 0 0,0 1-1 0 0,-1-1 0 0 0,1 1 0 0 0,-1-1 1 0 0,3 4-1 0 0,-2-1-23 0 0,0-1 0 0 0,-1 1-1 0 0,0 1 1 0 0,0-1 0 0 0,0 0 0 0 0,0 0 0 0 0,-1 1 0 0 0,1-1 0 0 0,-1 1-1 0 0,0-1 1 0 0,-1 1 0 0 0,1 0 0 0 0,-1 9 0 0 0,-12 211 49 0 0,5-136 14 0 0,2-50-75 0 0,-16 64-1 0 0,9-50 25 0 0,10-48-13 0 0,0 0 0 0 0,0 0 0 0 0,0 0 0 0 0,0 0 0 0 0,-1-1 0 0 0,0 1 0 0 0,0-1 0 0 0,0 0 0 0 0,0 0 0 0 0,-1 0 0 0 0,1 0 1 0 0,-1-1-1 0 0,0 1 0 0 0,0-1 0 0 0,-1 0 0 0 0,1 0 0 0 0,-1 0 0 0 0,1-1 0 0 0,-1 0 0 0 0,0 0 0 0 0,-5 2 0 0 0,-13 4 22 0 0,-1-2-1 0 0,1 0 1 0 0,-29 3-1 0 0,32-6 1 0 0,-73 15-732 0 0,35-1-7154 0 0,48-15 5278 0 0</inkml:trace>
</inkml:ink>
</file>

<file path=ppt/ink/ink3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9:58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61 752 0 0,'-5'-4'11385'0'0,"197"-27"-9404"0"0,-49 6-2743 0 0,-141 25 557 0 0,1 0 0 0 0,0 0-1 0 0,0 0 1 0 0,0 0 0 0 0,-1 0 0 0 0,1 1 0 0 0,0 0-1 0 0,0-1 1 0 0,-1 1 0 0 0,1 0 0 0 0,4 2 0 0 0,3 5-5585 0 0</inkml:trace>
</inkml:ink>
</file>

<file path=ppt/ink/ink3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9:58.6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62 496 0 0,'0'0'5527'0'0,"6"-2"-4999"0"0,172-35 930 0 0,-53 19-5929 0 0,-97 14 2481 0 0</inkml:trace>
</inkml:ink>
</file>

<file path=ppt/ink/ink3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19:59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0 123 324 0 0,'0'0'833'0'0,"8"-22"1334"0"0,-4 15-1900 0 0,1 1 0 0 0,0-1 0 0 0,1 1-1 0 0,-1 0 1 0 0,1 0 0 0 0,0 1 0 0 0,1 0-1 0 0,-1 0 1 0 0,1 1 0 0 0,0-1 0 0 0,0 1-1 0 0,0 1 1 0 0,13-5 0 0 0,-10 3-101 0 0,1 1 0 0 0,-1 1 0 0 0,1 0 0 0 0,0 0 0 0 0,0 1 0 0 0,0 1 0 0 0,0 0 0 0 0,0 0 0 0 0,19 2 0 0 0,-25 0-128 0 0,0 0 1 0 0,0 0 0 0 0,0 1-1 0 0,-1-1 1 0 0,1 1 0 0 0,-1 0-1 0 0,1 1 1 0 0,-1-1 0 0 0,0 1-1 0 0,0 0 1 0 0,0 0 0 0 0,0 0-1 0 0,0 0 1 0 0,-1 1 0 0 0,0 0-1 0 0,1-1 1 0 0,-2 1 0 0 0,1 1-1 0 0,0-1 1 0 0,-1 0 0 0 0,1 0-1 0 0,-1 1 1 0 0,2 6 0 0 0,-2-4-19 0 0,0 0 1 0 0,-1 0 0 0 0,1 1 0 0 0,-1-1 0 0 0,-1 0 0 0 0,1 0-1 0 0,-1 1 1 0 0,-1-1 0 0 0,1 0 0 0 0,-1 0 0 0 0,-1 0-1 0 0,1 0 1 0 0,-1 0 0 0 0,0 0 0 0 0,-5 9 0 0 0,2-5 33 0 0,0-1 1 0 0,-1 0-1 0 0,0-1 1 0 0,0 1-1 0 0,-1-1 1 0 0,-13 12-1 0 0,17-18 8 0 0,0 0 1 0 0,-1 0-1 0 0,0 0 0 0 0,1-1 0 0 0,-1 1 1 0 0,0-1-1 0 0,0 0 0 0 0,-1 0 0 0 0,1-1 1 0 0,0 1-1 0 0,-1-1 0 0 0,1 0 0 0 0,-1 0 1 0 0,1 0-1 0 0,-1-1 0 0 0,1 1 0 0 0,-1-1 0 0 0,-6-1 1 0 0,9 1-40 0 0,0-1 1 0 0,0 1 0 0 0,0-1-1 0 0,0 0 1 0 0,0 0 0 0 0,0 0-1 0 0,0 0 1 0 0,0 0-1 0 0,1 0 1 0 0,-1 0 0 0 0,0-1-1 0 0,1 1 1 0 0,-1 0 0 0 0,1-1-1 0 0,-1 0 1 0 0,1 1-1 0 0,0-1 1 0 0,-1 0 0 0 0,1 0-1 0 0,0 0 1 0 0,0 1 0 0 0,0-1-1 0 0,1 0 1 0 0,-1 0 0 0 0,0 0-1 0 0,1-1 1 0 0,-1 1-1 0 0,1 0 1 0 0,0 0 0 0 0,0 0-1 0 0,0 0 1 0 0,0 0 0 0 0,0 0-1 0 0,0-1 1 0 0,0 1-1 0 0,1-2 1 0 0,0-7 29 0 0,1 1 0 0 0,0 0-1 0 0,0-1 1 0 0,1 1 0 0 0,7-17 0 0 0,-4 16-38 0 0,0 0 0 0 0,1 0 0 0 0,0 1 1 0 0,1 0-1 0 0,0 0 0 0 0,0 1 1 0 0,1 0-1 0 0,0 1 0 0 0,1 0 1 0 0,0 0-1 0 0,0 1 0 0 0,0 0 1 0 0,1 0-1 0 0,0 2 0 0 0,1-1 1 0 0,17-5-1 0 0,-19 8-22 0 0,0 0 0 0 0,0 1 0 0 0,0 0-1 0 0,1 0 1 0 0,-1 1 0 0 0,1 1 0 0 0,-1-1 0 0 0,0 2 0 0 0,1 0-1 0 0,-1 0 1 0 0,1 1 0 0 0,-1 0 0 0 0,0 0 0 0 0,0 1 0 0 0,0 1-1 0 0,0 0 1 0 0,-1 0 0 0 0,1 1 0 0 0,-1 0 0 0 0,8 6 0 0 0,-4-2-18 0 0,-10-8 16 0 0,0 1 0 0 0,0 0 1 0 0,0 0-1 0 0,0 0 1 0 0,0 0-1 0 0,0 1 0 0 0,0-1 1 0 0,-1 1-1 0 0,1-1 0 0 0,-1 1 1 0 0,1 0-1 0 0,-1 0 1 0 0,0 0-1 0 0,0 0 0 0 0,-1 1 1 0 0,1-1-1 0 0,-1 0 0 0 0,1 1 1 0 0,-1-1-1 0 0,0 1 1 0 0,-1-1-1 0 0,1 1 0 0 0,0 0 1 0 0,-1-1-1 0 0,0 1 0 0 0,0 0 1 0 0,0-1-1 0 0,0 1 1 0 0,-1 0-1 0 0,0-1 0 0 0,1 1 1 0 0,-2 3-1 0 0,3-3-45 0 0,5-8 2 0 0,16-16-53 0 0,-12 11 40 0 0,0-1 1 0 0,1 2-1 0 0,20-14 0 0 0,-28 20 51 0 0,0 1 1 0 0,-1 0-1 0 0,1-1 0 0 0,0 1 0 0 0,0 0 0 0 0,0 1 1 0 0,0-1-1 0 0,1 0 0 0 0,-1 1 0 0 0,0 0 1 0 0,0 0-1 0 0,0 0 0 0 0,0 0 0 0 0,0 0 0 0 0,0 1 1 0 0,1-1-1 0 0,-1 1 0 0 0,0 0 0 0 0,0 0 0 0 0,0 0 1 0 0,-1 0-1 0 0,1 0 0 0 0,0 1 0 0 0,0-1 1 0 0,-1 1-1 0 0,5 3 0 0 0,-4-1-3 0 0,0-1 0 0 0,0 1 0 0 0,0 0 0 0 0,0 0 0 0 0,-1 1 0 0 0,0-1 0 0 0,1 0 0 0 0,-2 1 0 0 0,1 0 0 0 0,0-1 0 0 0,-1 1 0 0 0,0 0 0 0 0,0 0 0 0 0,-1-1 0 0 0,1 1 0 0 0,-1 9 0 0 0,-1 3-244 0 0,1 4-1481 0 0,0-5-3215 0 0,0-5 2457 0 0</inkml:trace>
</inkml:ink>
</file>

<file path=ppt/ink/ink3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0:00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62 748 0 0,'0'-1'291'0'0,"1"0"0"0"0,-1 0 0 0 0,0 0 0 0 0,0 0 0 0 0,0 0 0 0 0,0 0 0 0 0,0 0 0 0 0,0 0 0 0 0,0 0 0 0 0,0 0 0 0 0,-1 0 0 0 0,1 0 0 0 0,0 0 0 0 0,-1 0 0 0 0,1 0 0 0 0,0 0 0 0 0,-1 0 0 0 0,1 1 1 0 0,-1-1-1 0 0,1 0 0 0 0,-1 0 0 0 0,0 0 0 0 0,1 1 0 0 0,-1-1 0 0 0,0 0 0 0 0,0 1 0 0 0,-1-2 0 0 0,-6 1-447 0 0,5 1 593 0 0,-29 17 638 0 0,28-14-977 0 0,-1 0-1 0 0,1 0 1 0 0,0 0 0 0 0,-1 1-1 0 0,1-1 1 0 0,1 1 0 0 0,-1 0 0 0 0,1 0-1 0 0,-1 1 1 0 0,1-1 0 0 0,1 1-1 0 0,-1-1 1 0 0,0 1 0 0 0,1 0 0 0 0,0 0-1 0 0,0 0 1 0 0,1 0 0 0 0,-1 0-1 0 0,1 0 1 0 0,0 1 0 0 0,0 6-1 0 0,1-10-67 0 0,5 2 41 0 0,-4-4-69 0 0,-1 1-1 0 0,0-1 1 0 0,1 1 0 0 0,-1-1 0 0 0,1 1 0 0 0,-1-1-1 0 0,1 0 1 0 0,-1 1 0 0 0,1-1 0 0 0,0 1-1 0 0,-1-1 1 0 0,1 0 0 0 0,-1 0 0 0 0,1 1 0 0 0,0-1-1 0 0,-1 0 1 0 0,1 0 0 0 0,0 0 0 0 0,-1 0-1 0 0,1 0 1 0 0,0 0 0 0 0,-1 0 0 0 0,1 0 0 0 0,0 0-1 0 0,-1 0 1 0 0,1 0 0 0 0,0 0 0 0 0,0-1-1 0 0,6 0-15 0 0,-1-1 1 0 0,0-1-1 0 0,0 1 0 0 0,0-1 0 0 0,0 0 0 0 0,0-1 0 0 0,6-4 0 0 0,35-19-77 0 0,-45 26 77 0 0,1-1-64 0 0,7 9 45 0 0,5 5 10 0 0,-13-8 20 0 0,1 0-1 0 0,0 0 0 0 0,0 0 0 0 0,0 0 0 0 0,0-1 0 0 0,0 1 1 0 0,1-1-1 0 0,-1 0 0 0 0,6 4 0 0 0,-5-5-20 0 0,-3-1 6 0 0,13 1-2 0 0,-1-9 1 0 0,0 0 0 0 0,0-1-1 0 0,-1-1 1 0 0,-1 0-1 0 0,1-1 1 0 0,-2 0 0 0 0,13-14-1 0 0,-13 13-18 0 0,0 0 1 0 0,1 0-1 0 0,1 1 0 0 0,0 1 0 0 0,0 0 1 0 0,1 0-1 0 0,19-9 0 0 0,-30 17 15 0 0,31 12-84 0 0,-26-7 99 0 0,0 1-1 0 0,-1-1 0 0 0,1 2 1 0 0,-1-1-1 0 0,0 0 1 0 0,0 1-1 0 0,0 0 1 0 0,-1 1-1 0 0,0-1 1 0 0,7 12-1 0 0,-6-8-22 0 0,1-1-1 0 0,0 0 1 0 0,1 0-1 0 0,15 14 1 0 0,-21-22 18 0 0,1 0 0 0 0,-1 1 0 0 0,0-1 0 0 0,1 0 1 0 0,-1 0-1 0 0,1-1 0 0 0,-1 1 0 0 0,1 0 0 0 0,-1-1 1 0 0,1 0-1 0 0,-1 1 0 0 0,1-1 0 0 0,0 0 0 0 0,-1 0 1 0 0,1 0-1 0 0,-1-1 0 0 0,1 1 0 0 0,0-1 0 0 0,-1 1 1 0 0,1-1-1 0 0,-1 0 0 0 0,0 0 0 0 0,1 0 0 0 0,-1 0 0 0 0,0-1 1 0 0,1 1-1 0 0,-1-1 0 0 0,0 1 0 0 0,0-1 0 0 0,0 0 1 0 0,3-3-1 0 0,-2 2 102 0 0,1-1-1 0 0,-1 0 1 0 0,0 0 0 0 0,1 0 0 0 0,-2 0-1 0 0,1 0 1 0 0,0-1 0 0 0,-1 1 0 0 0,0-1-1 0 0,0 0 1 0 0,0 0 0 0 0,-1 0 0 0 0,0 1-1 0 0,2-11 1 0 0,-3 13 358 0 0,-1 1-417 0 0,1 1 1 0 0,0-1-1 0 0,0 0 1 0 0,0 0-1 0 0,-1 1 0 0 0,1-1 1 0 0,0 1-1 0 0,-1-1 1 0 0,1 0-1 0 0,-1 1 0 0 0,1-1 1 0 0,-1 1-1 0 0,1-1 1 0 0,-1 1-1 0 0,1-1 1 0 0,-1 1-1 0 0,1 0 0 0 0,-1-1 1 0 0,0 1-1 0 0,1-1 1 0 0,-1 1-1 0 0,0 0 0 0 0,0-1 1 0 0,-9 3 46 0 0,1-1-1 0 0,0 2 1 0 0,-1-1-1 0 0,1 1 1 0 0,0 0 0 0 0,1 1-1 0 0,-1 0 1 0 0,1 1 0 0 0,-1 0-1 0 0,-11 9 1 0 0,-7 6-87 0 0,-44 41 1 0 0,-22 34-1707 0 0,18-17-5779 0 0,58-61 4694 0 0</inkml:trace>
</inkml:ink>
</file>

<file path=ppt/ink/ink3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0:02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217 145 580 0 0,'0'0'1766'0'0,"-10"-36"4369"0"0,8 34-5729 0 0,-43-13 1909 0 0,43 15-2160 0 0,-45 14 339 0 0,37-8-437 0 0,-1 0 0 0 0,2 1 0 0 0,-1 0 0 0 0,1 0 0 0 0,0 1 0 0 0,1 0 0 0 0,0 0 0 0 0,0 1 0 0 0,1 0 0 0 0,-8 13 0 0 0,14-20-65 0 0,0-1 1 0 0,0 1 0 0 0,0 0-1 0 0,1 0 1 0 0,-1-1-1 0 0,0 1 1 0 0,1 0 0 0 0,0 0-1 0 0,-1 0 1 0 0,1 0-1 0 0,0 0 1 0 0,0-1 0 0 0,0 1-1 0 0,0 0 1 0 0,0 0-1 0 0,1 0 1 0 0,-1 0 0 0 0,1 0-1 0 0,-1-1 1 0 0,1 1-1 0 0,0 0 1 0 0,-1 0-1 0 0,2 2 1 0 0,1-1-6 0 0,-1-1-1 0 0,1 1 1 0 0,-1 0-1 0 0,1-1 1 0 0,0 1-1 0 0,0-1 1 0 0,0 0-1 0 0,0 0 1 0 0,0 0-1 0 0,1-1 1 0 0,3 2-1 0 0,6 2-49 0 0,1-1 0 0 0,-1 0 1 0 0,1-1-1 0 0,-1 0 0 0 0,16 0 0 0 0,-5-2-89 0 0,1 0 1 0 0,0-2-1 0 0,-1-1 0 0 0,1-1 0 0 0,45-11 1 0 0,-61 11 146 0 0,1 0 0 0 0,-1 0 0 0 0,0-1 0 0 0,0 0 1 0 0,0 0-1 0 0,0-1 0 0 0,-1-1 0 0 0,0 1 0 0 0,0-1 1 0 0,0-1-1 0 0,-1 1 0 0 0,0-1 0 0 0,0 0 0 0 0,-1-1 1 0 0,0 0-1 0 0,0 0 0 0 0,7-13 0 0 0,-11 17 25 0 0,0 0 1 0 0,-1-1-1 0 0,1 1 0 0 0,-1 0 0 0 0,0 0 0 0 0,0-1 0 0 0,0 1 0 0 0,-1-1 0 0 0,1 1 1 0 0,-1-1-1 0 0,0 1 0 0 0,0-1 0 0 0,-1 1 0 0 0,1-1 0 0 0,-1 1 0 0 0,0 0 0 0 0,0-1 1 0 0,-1 1-1 0 0,1 0 0 0 0,-1 0 0 0 0,0 0 0 0 0,0 0 0 0 0,-4-6 0 0 0,2 5-21 0 0,-1 0-1 0 0,1 0 0 0 0,-1 1 0 0 0,0-1 1 0 0,0 1-1 0 0,0 1 0 0 0,0-1 0 0 0,-1 1 1 0 0,1 0-1 0 0,-1 0 0 0 0,0 0 1 0 0,0 1-1 0 0,0 0 0 0 0,0 0 0 0 0,-12-1 1 0 0,15 2-141 0 0,-1 1 1 0 0,1 0 0 0 0,0 0 0 0 0,-1 0 0 0 0,1 1-1 0 0,0-1 1 0 0,-1 1 0 0 0,1 0 0 0 0,0 0-1 0 0,0 0 1 0 0,-1 0 0 0 0,1 0 0 0 0,0 1-1 0 0,-4 2 1 0 0,-19 16-4034 0 0,23-18 3409 0 0</inkml:trace>
</inkml:ink>
</file>

<file path=ppt/ink/ink3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0:02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297 12 312 0 0,'-5'-12'6408'0'0,"-7"20"-6129"0"0,1 0 0 0 0,0 1 1 0 0,0 1-1 0 0,1 0 0 0 0,0 0 1 0 0,-12 16-1 0 0,-49 80 628 0 0,-3 2-707 0 0,40-61-1085 0 0,13-11-4466 0 0,16-27 3353 0 0</inkml:trace>
</inkml:ink>
</file>

<file path=ppt/ink/ink3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0:03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15 724 0 0,'-3'-15'7988'0'0,"-4"32"-5845"0"0,-3 7-1639 0 0,1-1 69 0 0,1 0 0 0 0,-9 40 0 0 0,-3 8-1819 0 0,16-59-448 0 0,-1 0 0 0 0,0-1 0 0 0,-13 21 0 0 0,9-18-1150 0 0</inkml:trace>
</inkml:ink>
</file>

<file path=ppt/ink/ink3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0:06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19 864 0 0,'0'0'1020'0'0,"-1"-18"7973"0"0,-6 48-8814 0 0,-59 222 660 0 0,59-227-836 0 0,7-25 43 0 0,0 0 0 0 0,-1 1 0 0 0,1-1 0 0 0,0 0 0 0 0,-1 1 0 0 0,1-1 0 0 0,0 0 0 0 0,0 1 0 0 0,0-1 0 0 0,0 1 0 0 0,-1-1 0 0 0,1 1 0 0 0,0-1 0 0 0,0 0 0 0 0,0 1 1 0 0,0-1-1 0 0,0 1 0 0 0,0-1 0 0 0,0 1 0 0 0,0-1 0 0 0,0 1 0 0 0,0-1 0 0 0,0 1 0 0 0,0-1 0 0 0,0 0 0 0 0,1 1 0 0 0,-1-1 0 0 0,0 1 0 0 0,0-1 0 0 0,0 0 0 0 0,1 1 0 0 0,-1-1 0 0 0,0 1 0 0 0,1 0 0 0 0,227-189 274 0 0,-220 181-322 0 0,2-1-1 0 0,0 1 0 0 0,1 0 0 0 0,20-10 0 0 0,-30 16-15 0 0,-131 82-74 0 0,127-80 117 0 0,1 1-1 0 0,-1 0 1 0 0,1 0-1 0 0,-1-1 1 0 0,1 1-1 0 0,0 1 0 0 0,0-1 1 0 0,0 0-1 0 0,0 0 1 0 0,0 1-1 0 0,1-1 1 0 0,-1 1-1 0 0,1 0 1 0 0,0-1-1 0 0,-1 1 1 0 0,1 0-1 0 0,1 0 1 0 0,-2 4-1 0 0,2-5 1 0 0,0 0-1 0 0,0 0 0 0 0,1 1 1 0 0,-1-1-1 0 0,1 0 1 0 0,-1 0-1 0 0,1 0 1 0 0,0 1-1 0 0,0-1 1 0 0,0 0-1 0 0,0 0 1 0 0,0 0-1 0 0,1-1 1 0 0,-1 1-1 0 0,0 0 1 0 0,1 0-1 0 0,-1-1 1 0 0,1 1-1 0 0,0-1 1 0 0,0 1-1 0 0,-1-1 1 0 0,1 0-1 0 0,0 1 1 0 0,4 0-1 0 0,19 13-119 0 0,50 21 0 0 0,-28-22-8599 0 0,-29-12 5376 0 0</inkml:trace>
</inkml:ink>
</file>

<file path=ppt/ink/ink3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0:09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405 17 196 0 0,'-3'-11'2413'0'0,"3"11"-2303"0"0,1 0 0 0 0,-1 0 0 0 0,0 0 0 0 0,0-1 0 0 0,0 1-1 0 0,0 0 1 0 0,0 0 0 0 0,0 0 0 0 0,0-1 0 0 0,0 1 0 0 0,0 0 0 0 0,-1 0 0 0 0,1 0 0 0 0,0 0 0 0 0,0-1-1 0 0,0 1 1 0 0,0 0 0 0 0,0 0 0 0 0,0 0 0 0 0,0 0 0 0 0,0-1 0 0 0,0 1 0 0 0,-1 0 0 0 0,1 0 0 0 0,0 0-1 0 0,0 0 1 0 0,0 0 0 0 0,0 0 0 0 0,0-1 0 0 0,-1 1 0 0 0,1 0 0 0 0,0 0 0 0 0,0 0 0 0 0,0 0 0 0 0,0 0-1 0 0,-1 0 1 0 0,1 0 0 0 0,0 0 0 0 0,0 0 0 0 0,0 0 0 0 0,-1 0 0 0 0,1 0 0 0 0,0 0 0 0 0,0 0 0 0 0,0 0-1 0 0,0 0 1 0 0,-1 0 0 0 0,1 0 0 0 0,0 0 0 0 0,0 0 0 0 0,0 0 0 0 0,-1 0 0 0 0,1 0 0 0 0,0 0 0 0 0,0 0-1 0 0,0 1 1 0 0,0-1 0 0 0,0 0 0 0 0,-1 0 0 0 0,1 0 0 0 0,0 0 0 0 0,-25 44 290 0 0,2 0 0 0 0,2 2 0 0 0,2 0 0 0 0,-19 68 0 0 0,-11 29 37 0 0,45-135-428 0 0,-74 177 161 0 0,62-153-36 0 0,-1-1 1 0 0,-2 0 0 0 0,-35 44-1 0 0,47-68-14 0 0,4-4-32 0 0,1-1 1 0 0,-1 1 0 0 0,1 0 0 0 0,0 0-1 0 0,0 0 1 0 0,0 0 0 0 0,0 0 0 0 0,0 0 0 0 0,1 0-1 0 0,-3 6 1 0 0,5-8-80 0 0,-1-1 0 0 0,1 1-1 0 0,-1-1 1 0 0,1 1 0 0 0,-1 0 0 0 0,1-1-1 0 0,-1 1 1 0 0,1-1 0 0 0,0 1-1 0 0,-1-1 1 0 0,1 0 0 0 0,0 1 0 0 0,0-1-1 0 0,-1 0 1 0 0,1 1 0 0 0,0-1 0 0 0,0 0-1 0 0,-1 0 1 0 0,1 0 0 0 0,0 1-1 0 0,0-1 1 0 0,0 0 0 0 0,-1 0 0 0 0,1 0-1 0 0,0 0 1 0 0,1-1 0 0 0,29 0 96 0 0,-28 1-86 0 0,102-10 123 0 0,26 0-1489 0 0,-104 12-13 0 0,7-2 45 0 0,-14-13-4416 0 0,-11 4 3245 0 0</inkml:trace>
</inkml:ink>
</file>

<file path=ppt/ink/ink3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0:09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90 352 0 0,'15'-9'694'0'0,"0"1"0"0"0,0 0 0 0 0,0 1 0 0 0,1 0 0 0 0,1 1 0 0 0,-1 1 0 0 0,29-5 0 0 0,-16 3-72 0 0,-3 0 12 0 0,0 2 1 0 0,42-3-1 0 0,-62 7-805 0 0,0 0-1 0 0,1 1 1 0 0,-1 0 0 0 0,1 0 0 0 0,-1 1-1 0 0,1 0 1 0 0,-1 0 0 0 0,1 0 0 0 0,-1 1-1 0 0,0 0 1 0 0,0 0 0 0 0,0 1 0 0 0,0-1 0 0 0,0 1-1 0 0,-1 1 1 0 0,7 4 0 0 0,-9-4-1919 0 0,2 8 158 0 0</inkml:trace>
</inkml:ink>
</file>

<file path=ppt/ink/ink3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0:09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21 148 0 0,'15'-20'10454'0'0,"-54"95"-9657"0"0,36-68-716 0 0,0 1 0 0 0,1-1 0 0 0,0 1 0 0 0,0 0 0 0 0,0 0 0 0 0,1 0 0 0 0,0 0 0 0 0,1 0 0 0 0,0 8 0 0 0,0-14-73 0 0,1 0 0 0 0,-1 0 0 0 0,1 0 1 0 0,0 0-1 0 0,-1 0 0 0 0,1-1 0 0 0,0 1 0 0 0,0 0 0 0 0,1 0 0 0 0,-1-1 1 0 0,0 1-1 0 0,1-1 0 0 0,-1 1 0 0 0,0-1 0 0 0,1 1 0 0 0,0-1 0 0 0,-1 0 0 0 0,1 0 1 0 0,0 0-1 0 0,0 0 0 0 0,-1 0 0 0 0,1 0 0 0 0,0 0 0 0 0,0-1 0 0 0,0 1 0 0 0,0-1 1 0 0,0 1-1 0 0,0-1 0 0 0,0 0 0 0 0,0 0 0 0 0,0 0 0 0 0,4 0 0 0 0,8 0-836 0 0,-1-1-1 0 0,0 0 0 0 0,22-6 0 0 0,-25 5-706 0 0,-6 0-1353 0 0,10-7 221 0 0</inkml:trace>
</inkml:ink>
</file>

<file path=ppt/ink/ink3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0:10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30 796 0 0,'-3'-19'4480'0'0,"1"8"-2443"0"0,10 38-5338 0 0,-7-21 1045 0 0</inkml:trace>
</inkml:ink>
</file>

<file path=ppt/ink/ink3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0:10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0 1064 0 0,'0'0'1810'0'0,"-14"59"2179"0"0,7-32-3516 0 0,-2-1-1 0 0,-1-1 1 0 0,-1 1-1 0 0,-1-2 1 0 0,-1 0-1 0 0,-1 0 1 0 0,-24 30-1 0 0,15-22-1549 0 0,11-12-4482 0 0</inkml:trace>
</inkml:ink>
</file>

<file path=ppt/ink/ink3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0:10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28 920 0 0,'19'-28'10574'0'0,"-21"52"-10320"0"0,-1 0 1 0 0,-2 0-1 0 0,0-1 1 0 0,-9 26 0 0 0,-41 93 605 0 0,55-142-852 0 0,1-1 1 0 0,-1 1 0 0 0,1 0-1 0 0,-1 0 1 0 0,0 0 0 0 0,1 0-1 0 0,-1 0 1 0 0,0 0 0 0 0,1-1-1 0 0,-1 1 1 0 0,1 0 0 0 0,-1 0-1 0 0,0 0 1 0 0,1 0 0 0 0,-1 0-1 0 0,0 0 1 0 0,1 1 0 0 0,-1-1-1 0 0,1 0 1 0 0,-1 0 0 0 0,0 0-1 0 0,1 0 1 0 0,-1 0 0 0 0,0 0-1 0 0,1 1 1 0 0,-1-1 0 0 0,0 0-1 0 0,1 0 1 0 0,-1 1 0 0 0,0-1-1 0 0,1 0 1 0 0,-1 0 0 0 0,0 1-1 0 0,0-1 1 0 0,1 0 0 0 0,-1 1-1 0 0,0-1 1 0 0,0 0 0 0 0,0 1-1 0 0,0-1 1 0 0,1 0 0 0 0,-1 1-1 0 0,0-1 1 0 0,0 1 0 0 0,0-1-1 0 0,0 0 1 0 0,0 1 0 0 0,0-1-1 0 0,0 0 1 0 0,0 1 0 0 0,0-1-1 0 0,0 1 1 0 0,0-1 0 0 0,0 0 0 0 0,0 1-1 0 0,0-1 1 0 0,-1 1 0 0 0,1-1-1 0 0,0 0 1 0 0,0 1 0 0 0,34-21-23 0 0,-29 17 57 0 0,48-31 5 0 0,74-63 0 0 0,-111 84-19 0 0,-25 25-43 0 0,2 0 0 0 0,-1 0-1 0 0,2 1 1 0 0,0 0 0 0 0,0 0 0 0 0,-5 23 0 0 0,10-31-75 0 0,2 0 1 0 0,-1 0-1 0 0,1 0 1 0 0,-1 0-1 0 0,1 0 0 0 0,1 0 1 0 0,-1-1-1 0 0,4 8 1 0 0,14 23-7992 0 0,-13-25 5078 0 0</inkml:trace>
</inkml:ink>
</file>

<file path=ppt/ink/ink3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0:11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0 120 0 0,'5'1'7440'0'0,"-5"0"-7332"0"0,3 16 1801 0 0,-3 26-946 0 0,-4-18-644 0 0,-2-1 0 0 0,-14 37 0 0 0,-10 9-7435 0 0</inkml:trace>
</inkml:ink>
</file>

<file path=ppt/ink/ink3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0:13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42 146 444 0 0,'0'0'12038'0'0,"1"6"-12007"0"0,-1 14 8 0 0,-1 0 0 0 0,0 1 0 0 0,-2-1 0 0 0,0-1 0 0 0,-9 30 0 0 0,-6 35 110 0 0,14-70 1634 0 0,3-26-1457 0 0,7-38-206 0 0,29-64 158 0 0,-29 96-187 0 0,-1 1 1 0 0,2-1-1 0 0,0 1 0 0 0,1 1 0 0 0,1-1 0 0 0,19-25 0 0 0,-22 35-93 0 0,0 0 1 0 0,0 1-1 0 0,1 0 0 0 0,-1 1 1 0 0,2-1-1 0 0,-1 1 0 0 0,0 0 1 0 0,1 1-1 0 0,0 0 1 0 0,0 0-1 0 0,0 1 0 0 0,1 0 1 0 0,-1 0-1 0 0,1 1 0 0 0,9-1 1 0 0,-15 2-8 0 0,-1 0 0 0 0,0 0 1 0 0,1 1-1 0 0,-1-1 0 0 0,1 1 0 0 0,-1 0 1 0 0,1-1-1 0 0,-1 1 0 0 0,1 0 0 0 0,-1 0 1 0 0,1 1-1 0 0,-1-1 0 0 0,1 1 0 0 0,-1-1 1 0 0,1 1-1 0 0,-1 0 0 0 0,0-1 0 0 0,1 1 1 0 0,-1 1-1 0 0,0-1 0 0 0,0 0 0 0 0,0 0 0 0 0,0 1 1 0 0,0-1-1 0 0,0 1 0 0 0,0 0 0 0 0,0 0 1 0 0,-1-1-1 0 0,1 1 0 0 0,0 0 0 0 0,-1 0 1 0 0,0 1-1 0 0,0-1 0 0 0,1 0 0 0 0,-1 0 1 0 0,0 1-1 0 0,-1-1 0 0 0,1 0 0 0 0,0 1 1 0 0,-1-1-1 0 0,1 1 0 0 0,-1 2 0 0 0,1 2-22 0 0,-1-1-1 0 0,0 1 0 0 0,-1 0 1 0 0,1-1-1 0 0,-1 1 0 0 0,-1-1 1 0 0,1 1-1 0 0,-1-1 0 0 0,0 1 1 0 0,0-1-1 0 0,-1 0 0 0 0,0 0 1 0 0,0 0-1 0 0,-7 9 0 0 0,-42 38-118 0 0,52-52 107 0 0,15 12-240 0 0,27-5 94 0 0,-22-5 39 0 0,-1 1-1 0 0,34 12 1 0 0,-48-15 95 0 0,0 1 0 0 0,-1 0 0 0 0,1 1 0 0 0,-1-1 0 0 0,1 1 0 0 0,-1 0 1 0 0,0 0-1 0 0,0 0 0 0 0,-1 1 0 0 0,1-1 0 0 0,-1 1 0 0 0,1 0 0 0 0,-1 0 0 0 0,0 0 0 0 0,-1 0 0 0 0,3 6 0 0 0,-4-9 45 0 0,-1 1 0 0 0,1 0 0 0 0,-1 0 0 0 0,0 0 0 0 0,0 0 0 0 0,0 0 0 0 0,0 0 0 0 0,0 0 0 0 0,-1 0 1 0 0,1 0-1 0 0,0 0 0 0 0,-1 0 0 0 0,1 0 0 0 0,-1-1 0 0 0,0 1 0 0 0,0 0 0 0 0,0 0 0 0 0,0-1 0 0 0,0 1 0 0 0,0 0 0 0 0,0-1 0 0 0,0 1 0 0 0,-1-1 0 0 0,1 0 0 0 0,-1 1 0 0 0,1-1 0 0 0,-1 0 0 0 0,1 0 0 0 0,-1 0 0 0 0,0 0 0 0 0,1 0 0 0 0,-1 0 0 0 0,-4 1 0 0 0,-6 4 138 0 0,-1-1 0 0 0,0 1 1 0 0,-15 2-1 0 0,28-8-122 0 0,-10 2 195 0 0,0 0 0 0 0,0-1 0 0 0,0-1 0 0 0,0 0 1 0 0,0 0-1 0 0,0-1 0 0 0,0 0 0 0 0,0-1 0 0 0,1 0 0 0 0,-1-1 0 0 0,0 0 0 0 0,1 0 0 0 0,-11-5 0 0 0,19 7-146 0 0,-8-3-268 0 0</inkml:trace>
</inkml:ink>
</file>

<file path=ppt/ink/ink3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0:16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33 492 0 0,'0'0'6344'0'0,"5"-3"-5848"0"0,5-2-307 0 0,0 1 0 0 0,0 1-1 0 0,1 0 1 0 0,-1 0 0 0 0,1 1 0 0 0,0 0 0 0 0,-1 1-1 0 0,1 0 1 0 0,0 1 0 0 0,14 1 0 0 0,39-4 445 0 0,-46 1-454 0 0,0 1 1 0 0,0 1-1 0 0,0 0 1 0 0,0 1-1 0 0,-1 1 1 0 0,24 6-1 0 0,-38-7-174 0 0,-1 1 0 0 0,1-1 0 0 0,0 1-1 0 0,-1 0 1 0 0,0 0 0 0 0,1 0-1 0 0,-1 0 1 0 0,0 0 0 0 0,0 0-1 0 0,0 1 1 0 0,0-1 0 0 0,0 1 0 0 0,-1-1-1 0 0,1 1 1 0 0,-1 0 0 0 0,0-1-1 0 0,1 1 1 0 0,-1 0 0 0 0,-1 0 0 0 0,1 0-1 0 0,0 0 1 0 0,-1 0 0 0 0,1 5-1 0 0,1 9 9 0 0,-1 1 0 0 0,-2 30-1 0 0,1-37 1 0 0,-6 75 47 0 0,-20 92 0 0 0,16-117-167 0 0,-8 27 35 0 0,-38 108 1 0 0,41-147 115 0 0,9-26-25 0 0,4-16 2 0 0,1 1 0 0 0,-2-1 0 0 0,1 0 0 0 0,-1 0 0 0 0,0 0 0 0 0,0 0 0 0 0,-7 10 0 0 0,9-16 13 0 0,0 1-10 0 0,-1-1-1 0 0,1 1 1 0 0,0-1 0 0 0,-1 1-1 0 0,0-1 1 0 0,1 0 0 0 0,-1 1-1 0 0,0-1 1 0 0,1 0 0 0 0,-1 0-1 0 0,0 0 1 0 0,0 0-1 0 0,0 0 1 0 0,0-1 0 0 0,0 1-1 0 0,-4 0 1 0 0,-42 10 267 0 0,41-10-251 0 0,-25 6 116 0 0,-9 2 295 0 0,-1-2 0 0 0,-67 3 0 0 0,106-10-451 0 0,-3 0 12 0 0,-1 0 0 0 0,1 0-1 0 0,-1 1 1 0 0,1-1 0 0 0,0 1-1 0 0,-8 3 1 0 0,12-3-224 0 0</inkml:trace>
</inkml:ink>
</file>

<file path=ppt/ink/ink3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0:18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13 592 0 0,'0'0'1911'0'0,"1"-12"5970"0"0,22 34-7349 0 0,-1 1-1 0 0,-2 1 1 0 0,21 29-1 0 0,21 26 58 0 0,-45-57-510 0 0,-1 1 0 0 0,-1 0 1 0 0,18 41-1 0 0,-28-55-47 0 0,13 27-1836 0 0,-18-34 1354 0 0,2 6-1603 0 0</inkml:trace>
</inkml:ink>
</file>

<file path=ppt/ink/ink3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0:19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635 46 200 0 0,'0'0'1765'0'0,"-15"-44"5660"0"0,14 43-6504 0 0,-4 2-826 0 0,-22 10 57 0 0,0 0 0 0 0,0 2 0 0 0,1 1 0 0 0,-33 23 0 0 0,-97 83 391 0 0,35-26 2 0 0,83-66-98 0 0,1 2-1 0 0,-36 35 1 0 0,73-64-380 0 0,-15 13-634 0 0,7-3-7635 0 0</inkml:trace>
</inkml:ink>
</file>

<file path=ppt/ink/ink3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0:20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45 84 0 0,'0'0'4460'0'0,"7"-14"-1254"0"0,-7 14-3095 0 0,0-1 0 0 0,1 1 0 0 0,-1 0 0 0 0,0-1 0 0 0,0 1 0 0 0,1 0 0 0 0,-1-1 0 0 0,0 1 0 0 0,0 0 0 0 0,0-1 0 0 0,1 1 0 0 0,-1 0 0 0 0,0-1 0 0 0,0 1 0 0 0,0-1 0 0 0,0 1 1 0 0,0 0-1 0 0,0-1 0 0 0,0 1 0 0 0,0-1 0 0 0,0 1 0 0 0,0 0 0 0 0,0-1 0 0 0,0 1 0 0 0,0-1 0 0 0,0 1 0 0 0,0 0 0 0 0,-1-1 0 0 0,1 1 0 0 0,0-1 0 0 0,0 1 0 0 0,0 0 0 0 0,-1-1 0 0 0,1 1 0 0 0,0 0 0 0 0,-1-1 0 0 0,-7 2-93 0 0,1 0 0 0 0,-1 1 0 0 0,0 0-1 0 0,1 0 1 0 0,-1 1 0 0 0,1-1-1 0 0,0 2 1 0 0,0-1 0 0 0,0 1 0 0 0,0 0-1 0 0,1 1 1 0 0,-1-1 0 0 0,1 1-1 0 0,1 0 1 0 0,-1 1 0 0 0,0 0 0 0 0,1 0-1 0 0,-6 10 1 0 0,5-10-6 0 0,2 1 1 0 0,-1 0-1 0 0,1 0 0 0 0,0 1 1 0 0,0-1-1 0 0,1 1 1 0 0,0 0-1 0 0,0 0 0 0 0,1 0 1 0 0,0 0-1 0 0,1 0 0 0 0,0 0 1 0 0,0 1-1 0 0,0-1 0 0 0,1 1 1 0 0,1-1-1 0 0,-1 0 0 0 0,3 9 1 0 0,-1-11-3 0 0,0-1 0 0 0,1 0 0 0 0,0 0 0 0 0,0 0 1 0 0,0 0-1 0 0,0 0 0 0 0,1-1 0 0 0,0 0 0 0 0,0 1 1 0 0,0-1-1 0 0,0-1 0 0 0,1 1 0 0 0,0-1 0 0 0,0 1 0 0 0,0-1 1 0 0,0-1-1 0 0,0 1 0 0 0,0-1 0 0 0,1 0 0 0 0,-1 0 0 0 0,7 1 1 0 0,0 1-37 0 0,1-1 0 0 0,-1-1 0 0 0,1 0 0 0 0,0-1 0 0 0,0 0 0 0 0,-1-1 0 0 0,1 0 0 0 0,20-3 0 0 0,-17-1 8 0 0,0 0 1 0 0,-1 0 0 0 0,1-2-1 0 0,-1 0 1 0 0,-1 0-1 0 0,1-2 1 0 0,-1 0-1 0 0,17-12 1 0 0,-22 13 19 0 0,0-1-1 0 0,0 0 1 0 0,-1 0 0 0 0,0 0-1 0 0,-1-1 1 0 0,0 0 0 0 0,0-1-1 0 0,-1 0 1 0 0,0 0 0 0 0,-1 0-1 0 0,0 0 1 0 0,5-16-1 0 0,-9 23-2 0 0,0 0 0 0 0,0 0 0 0 0,-1 0 0 0 0,0 0 0 0 0,1 0-1 0 0,-1-1 1 0 0,0 1 0 0 0,0 0 0 0 0,-1 0 0 0 0,1 0-1 0 0,-1 0 1 0 0,1 0 0 0 0,-1 0 0 0 0,0 0 0 0 0,0 0-1 0 0,0 0 1 0 0,-1 0 0 0 0,-1-3 0 0 0,-1 1-1 0 0,0 0 0 0 0,0 0 0 0 0,0 0 0 0 0,0 1 0 0 0,-1 0 0 0 0,1 0 0 0 0,-1 0 1 0 0,-10-5-1 0 0,1 1-24 0 0,0 2 1 0 0,-1 0-1 0 0,1 0 0 0 0,-1 1 1 0 0,0 1-1 0 0,-23-4 1 0 0,33 8-117 0 0,0 0 1 0 0,0 0 0 0 0,0 0-1 0 0,0 0 1 0 0,0 1-1 0 0,0 0 1 0 0,0 0 0 0 0,0 0-1 0 0,-6 3 1 0 0,7-3-582 0 0,1 1 0 0 0,-1-1 1 0 0,1 1-1 0 0,-1 0 0 0 0,1 1 0 0 0,0-1 1 0 0,0 1-1 0 0,-4 3 0 0 0,-2 4-1612 0 0</inkml:trace>
</inkml:ink>
</file>

<file path=ppt/ink/ink3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0:21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294 68 336 0 0,'0'0'1023'0'0,"33"-30"8840"0"0,-13 9-7848 0 0,-17 5-72 0 0,-13 38-1580 0 0,-78 141-434 0 0,60-105 54 0 0,-147 291 5 0 0,132-267 75 0 0,42-81-42 0 0,-4 12 167 0 0,23-36-13535 0 0</inkml:trace>
</inkml:ink>
</file>

<file path=ppt/ink/ink3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0:22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6 820 0 0,'0'0'104'0'0,"0"0"1"0"0,0-1-1 0 0,0 1 0 0 0,0 0 0 0 0,0 0 1 0 0,0-1-1 0 0,1 1 0 0 0,-1 0 0 0 0,0 0 1 0 0,0-1-1 0 0,0 1 0 0 0,0 0 0 0 0,0 0 1 0 0,0 0-1 0 0,1-1 0 0 0,-1 1 0 0 0,0 0 1 0 0,0 0-1 0 0,0 0 0 0 0,1 0 0 0 0,-1-1 1 0 0,0 1-1 0 0,0 0 0 0 0,0 0 0 0 0,1 0 1 0 0,-1 0-1 0 0,0 0 0 0 0,0 0 0 0 0,1 0 1 0 0,-1 0-1 0 0,0-1 0 0 0,0 1 0 0 0,1 0 1 0 0,-1 0-1 0 0,0 0 0 0 0,0 0 0 0 0,1 0 1 0 0,-1 0-1 0 0,0 1 0 0 0,0-1 0 0 0,1 0 1 0 0,-1 0-1 0 0,0 0 0 0 0,0 0 0 0 0,1 0 1 0 0,-1 0-1 0 0,0 0 0 0 0,0 0 0 0 0,0 1 1 0 0,1-1-1 0 0,-1 0 0 0 0,0 0 0 0 0,0 0 1 0 0,0 0-1 0 0,0 1 0 0 0,1-1 0 0 0,-1 0 1 0 0,0 0-1 0 0,0 0 0 0 0,0 1 0 0 0,0-1 1 0 0,0 0-1 0 0,0 0 0 0 0,1 1 0 0 0,-1-1 1 0 0,0 0-1 0 0,0 0 0 0 0,0 1 0 0 0,0-1 1 0 0,-1 32 2066 0 0,-16 41-1123 0 0,3-39-496 0 0,10-23-751 0 0,-1 1 1 0 0,0-1-1 0 0,-10 15 0 0 0,4-1-1003 0 0,3-6-4132 0 0,3-8 2768 0 0</inkml:trace>
</inkml:ink>
</file>

<file path=ppt/ink/ink3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0:22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346 0 436 0 0,'-1'3'9200'0'0,"-5"25"-9060"0"0,-6 17 443 0 0,-2-1 0 0 0,-27 61 0 0 0,21-56-279 0 0,-143 303 1459 0 0,112-248-1464 0 0,14-31 123 0 0,36-72-353 0 0,2 0-50 0 0,-1 1 1 0 0,1-1-1 0 0,0 1 1 0 0,-1-1-1 0 0,1 0 1 0 0,0 1-1 0 0,0-1 0 0 0,-1 0 1 0 0,1 0-1 0 0,0 1 1 0 0,0-1-1 0 0,1 0 1 0 0,-1 0-1 0 0,0 0 0 0 0,0 0 1 0 0,0-1-1 0 0,1 1 1 0 0,-1 0-1 0 0,0 0 1 0 0,1-1-1 0 0,-1 1 1 0 0,1-1-1 0 0,-1 1 0 0 0,0-1 1 0 0,1 0-1 0 0,-1 1 1 0 0,1-1-1 0 0,-1 0 1 0 0,1 0-1 0 0,0 0 0 0 0,-1 0 1 0 0,1 0-1 0 0,1-1 1 0 0,67-3 43 0 0,-55 2-40 0 0,49-1-238 0 0,-40 3-1132 0 0,1-2 0 0 0,-1 0 0 0 0,46-11 0 0 0,-61 3-3362 0 0</inkml:trace>
</inkml:ink>
</file>

<file path=ppt/ink/ink3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0:22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 36 0 0,'27'-12'1549'0'0,"0"2"0"0"0,39-10 0 0 0,-44 14-1191 0 0,0 2 0 0 0,1 0 1 0 0,-1 2-1 0 0,1 0 1 0 0,0 2-1 0 0,33 3 0 0 0,-25 6-1039 0 0,-15 6-2935 0 0,-11-8 1986 0 0</inkml:trace>
</inkml:ink>
</file>

<file path=ppt/ink/ink3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0:23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1 88 0 0,'0'0'13507'0'0,"0"3"-13410"0"0,-5 16 4 0 0,-1 0 0 0 0,0 0-1 0 0,-2-1 1 0 0,0 0 0 0 0,-14 23 0 0 0,-14 32 121 0 0,10-9 6 0 0,25-62-162 0 0,1-2-59 0 0,0 0 0 0 0,0 0 0 0 0,0 0-1 0 0,0 1 1 0 0,-1-1 0 0 0,1 0 0 0 0,0 0-1 0 0,0 0 1 0 0,0 0 0 0 0,0 0-1 0 0,0 1 1 0 0,0-1 0 0 0,-1 0 0 0 0,1 0-1 0 0,0 0 1 0 0,0 0 0 0 0,0 1 0 0 0,0-1-1 0 0,0 0 1 0 0,0 0 0 0 0,0 0 0 0 0,0 1-1 0 0,0-1 1 0 0,0 0 0 0 0,0 0-1 0 0,0 0 1 0 0,0 1 0 0 0,0-1 0 0 0,0 0-1 0 0,0 0 1 0 0,0 0 0 0 0,0 1 0 0 0,0-1-1 0 0,0 0 1 0 0,0 0 0 0 0,0 0 0 0 0,1 0-1 0 0,-1 1 1 0 0,0-1 0 0 0,0 0-1 0 0,0 0 1 0 0,0 0 0 0 0,0 0 0 0 0,0 1-1 0 0,1-1 1 0 0,-1 0 0 0 0,0 0 0 0 0,0 0-1 0 0,0 0 1 0 0,0 0 0 0 0,1 0 0 0 0,-1 0-1 0 0,0 0 1 0 0,0 0 0 0 0,0 1 0 0 0,1-1-1 0 0,-1 0 1 0 0,0 0 0 0 0,0 0-1 0 0,0 0 1 0 0,1 0 0 0 0,-1 0 0 0 0,0 0-1 0 0,0 0 1 0 0,0 0 0 0 0,1 0 0 0 0,-1-1-1 0 0,0 1 1 0 0,27-11 60 0 0,-1-1-1 0 0,0-1 0 0 0,40-29 1 0 0,73-63-88 0 0,-97 71 75 0 0,-6 14-122 0 0,-48 31 50 0 0,2 0-1 0 0,0 2 1 0 0,0-1-1 0 0,1 1 1 0 0,0 0-1 0 0,1 1 1 0 0,1 0-1 0 0,-8 20 1 0 0,15-33-60 0 0,0 2-114 0 0,1 0 0 0 0,-1 0 0 0 0,1 0-1 0 0,0 0 1 0 0,0 0 0 0 0,0 0-1 0 0,0 0 1 0 0,0-1 0 0 0,1 1 0 0 0,-1-1-1 0 0,1 1 1 0 0,0-1 0 0 0,0 1-1 0 0,2 1 1 0 0,24 18-6933 0 0,-17-18 4165 0 0</inkml:trace>
</inkml:ink>
</file>

<file path=ppt/ink/ink3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0:24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1 1032 0 0,'0'0'2167'0'0,"12"0"3129"0"0,-13 11-4942 0 0,-1 1 1 0 0,0-1-1 0 0,-1 0 1 0 0,0 0 0 0 0,-1 0-1 0 0,0-1 1 0 0,-1 1-1 0 0,0-1 1 0 0,-11 17-1 0 0,0-1 51 0 0,-2-2 0 0 0,-33 37 0 0 0,4-12-4145 0 0</inkml:trace>
</inkml:ink>
</file>

<file path=ppt/ink/ink3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0:24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2 40 0 0,'14'-1'7651'0'0,"-5"3"-7951"0"0,-4 4 524 0 0,-1 1-1 0 0,0-1 1 0 0,0 1 0 0 0,0 0 0 0 0,0 0 0 0 0,-1 0 0 0 0,-1 0 0 0 0,1 0 0 0 0,-1 1 0 0 0,0-1 0 0 0,1 10 0 0 0,-1-4-47 0 0,-1-1 1 0 0,0 1-1 0 0,0 0 1 0 0,-1-1-1 0 0,-1 1 1 0 0,0-1-1 0 0,-1 1 1 0 0,0-1-1 0 0,-5 15 1 0 0,5-22-110 0 0,0 1-1 0 0,0 0 1 0 0,-1 0 0 0 0,0-1 0 0 0,0 0 0 0 0,0 0 0 0 0,-1 1 0 0 0,0-2 0 0 0,0 1-1 0 0,0 0 1 0 0,0-1 0 0 0,-1 0 0 0 0,0 0 0 0 0,0 0 0 0 0,0-1 0 0 0,0 1-1 0 0,0-1 1 0 0,-1-1 0 0 0,1 1 0 0 0,-7 1 0 0 0,9-3-45 0 0,1 0 1 0 0,-1 0-1 0 0,1 0 0 0 0,-1-1 1 0 0,1 1-1 0 0,-1-1 0 0 0,1 0 1 0 0,-1 0-1 0 0,0 0 1 0 0,1 0-1 0 0,-1 0 0 0 0,1-1 1 0 0,-1 1-1 0 0,1-1 0 0 0,-1 1 1 0 0,1-1-1 0 0,-1 0 1 0 0,1 0-1 0 0,0 0 0 0 0,-1-1 1 0 0,1 1-1 0 0,0 0 0 0 0,0-1 1 0 0,0 1-1 0 0,0-1 0 0 0,0 0 1 0 0,0 0-1 0 0,0 0 1 0 0,1 0-1 0 0,-1 0 0 0 0,1 0 1 0 0,-1 0-1 0 0,1 0 0 0 0,0-1 1 0 0,0 1-1 0 0,0 0 0 0 0,0-1 1 0 0,0 1-1 0 0,1-1 1 0 0,-1 1-1 0 0,0-4 0 0 0,1 4-149 0 0,-1-17-1061 0 0,-1 3-2867 0 0</inkml:trace>
</inkml:ink>
</file>

<file path=ppt/ink/ink3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0:24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81 708 0 0,'3'-27'5081'0'0,"10"-15"20"0"0,-13 41-4665 0 0,5-9 45 0 0</inkml:trace>
</inkml:ink>
</file>

<file path=ppt/ink/ink3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0:25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40 460 0 0,'-1'-6'1072'0'0,"-4"-27"8014"0"0,4 40-8850 0 0,0 6-96 0 0,-1 0-1 0 0,-1 0 1 0 0,0 0 0 0 0,-1-1 0 0 0,0 1 0 0 0,-1-1 0 0 0,0 0 0 0 0,-1-1 0 0 0,-1 1 0 0 0,-7 10 0 0 0,-36 43-1424 0 0,-6-5-5353 0 0</inkml:trace>
</inkml:ink>
</file>

<file path=ppt/ink/ink3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0:25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359 72 596 0 0,'-15'-40'7393'0'0,"11"37"-7251"0"0,1 0-1 0 0,-1 0 0 0 0,0 0 0 0 0,0 0 0 0 0,0 1 1 0 0,0 0-1 0 0,-1-1 0 0 0,1 2 0 0 0,0-1 0 0 0,-1 0 1 0 0,0 1-1 0 0,1 0 0 0 0,-1 0 0 0 0,-5 0 0 0 0,0 0 12 0 0,0 1 1 0 0,0 1-1 0 0,0 0 0 0 0,1 0 0 0 0,-1 1 0 0 0,-16 4 0 0 0,9 0 44 0 0,1 0-1 0 0,-1 1 1 0 0,1 1 0 0 0,0 0-1 0 0,1 2 1 0 0,0-1 0 0 0,-21 19 0 0 0,33-25-148 0 0,-1 0 0 0 0,1 1 1 0 0,-1-1-1 0 0,1 1 0 0 0,0 0 1 0 0,0 0-1 0 0,1 0 0 0 0,-1 0 1 0 0,1 1-1 0 0,0-1 1 0 0,0 0-1 0 0,1 1 0 0 0,-1 0 1 0 0,1-1-1 0 0,0 1 0 0 0,0 0 1 0 0,0 0-1 0 0,1-1 1 0 0,0 1-1 0 0,0 0 0 0 0,0 0 1 0 0,0 0-1 0 0,1 0 0 0 0,0-1 1 0 0,0 1-1 0 0,0 0 1 0 0,1 0-1 0 0,-1-1 0 0 0,1 1 1 0 0,0-1-1 0 0,1 0 0 0 0,-1 1 1 0 0,1-1-1 0 0,-1 0 1 0 0,5 3-1 0 0,0 3 11 0 0,1-1 0 0 0,0 0 0 0 0,1-1 0 0 0,0 1 0 0 0,0-2 1 0 0,1 1-1 0 0,0-2 0 0 0,1 1 0 0 0,-1-1 0 0 0,1-1 0 0 0,0 0 0 0 0,0 0 0 0 0,14 3 0 0 0,-5-4-258 0 0,1-1-1 0 0,0-1 1 0 0,0 0-1 0 0,0-2 0 0 0,0 0 1 0 0,0-2-1 0 0,21-3 1 0 0,-40 5-486 0 0,9-3-822 0 0</inkml:trace>
</inkml:ink>
</file>

<file path=ppt/ink/ink3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0:26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60 348 0 0,'0'-14'4254'0'0,"2"11"-4043"0"0,0 1-1 0 0,1-1 1 0 0,-1 1 0 0 0,1 0 0 0 0,0 0 0 0 0,-1 0-1 0 0,1 0 1 0 0,0 0 0 0 0,0 0 0 0 0,0 1 0 0 0,0 0-1 0 0,1-1 1 0 0,-1 1 0 0 0,0 0 0 0 0,0 1 0 0 0,4-1 0 0 0,68-9 1190 0 0,-47 7-898 0 0,2 1-64 0 0,-1 1 0 0 0,1 1-1 0 0,-1 1 1 0 0,45 8 0 0 0,-72-8-428 0 0,0 0-1 0 0,0-1 1 0 0,1 1 0 0 0,-1 0 0 0 0,0 0-1 0 0,0 0 1 0 0,0 1 0 0 0,0-1 0 0 0,0 0-1 0 0,-1 1 1 0 0,1-1 0 0 0,0 1 0 0 0,-1 0-1 0 0,1-1 1 0 0,-1 1 0 0 0,1 0 0 0 0,-1 0-1 0 0,0 0 1 0 0,0 0 0 0 0,0 0 0 0 0,0 0-1 0 0,0 0 1 0 0,0 1 0 0 0,0-1 0 0 0,-1 0-1 0 0,1 0 1 0 0,-1 1 0 0 0,0-1 0 0 0,0 3-1 0 0,1 8 11 0 0,0 0-1 0 0,-2 0 0 0 0,-2 23 0 0 0,2-30-2 0 0,-11 84 46 0 0,-4-1 0 0 0,-3 0 0 0 0,-42 115 0 0 0,48-163-28 0 0,10-30-15 0 0,0 0 0 0 0,0-1 0 0 0,-1 1 0 0 0,-1-1 0 0 0,1 0 0 0 0,-2 0 0 0 0,-10 16 0 0 0,7-13 85 0 0,8-11-87 0 0,0 0 0 0 0,0 0 0 0 0,0 0 0 0 0,0 0 0 0 0,0 0 0 0 0,-1 0 0 0 0,1-1 0 0 0,-1 1 0 0 0,0-1 0 0 0,1 1-1 0 0,-1-1 1 0 0,-3 3 0 0 0,-18 6 50 0 0,0 0 1 0 0,0-1-1 0 0,-1-1 0 0 0,0-2 0 0 0,-38 6 0 0 0,23-3 1 0 0,25-6-79 0 0,-50 10-8542 0 0,60-12 5489 0 0</inkml:trace>
</inkml:ink>
</file>

<file path=ppt/ink/ink3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0:28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0 796 0 0,'0'0'6125'0'0,"1"5"-5742"0"0,0 1-239 0 0,0 0 0 0 0,0 0-1 0 0,1 0 1 0 0,0 0 0 0 0,0 0 0 0 0,0 0-1 0 0,1-1 1 0 0,0 1 0 0 0,0-1 0 0 0,4 6-1 0 0,48 56 931 0 0,-4-4-425 0 0,-44-53-779 0 0,0 0 0 0 0,-1 1 0 0 0,0-1 0 0 0,0 1 0 0 0,-2 1 1 0 0,1-1-1 0 0,5 23 0 0 0,-7-22-796 0 0,-1-4-512 0 0,-1 0-2278 0 0,-1 2 1751 0 0</inkml:trace>
</inkml:ink>
</file>

<file path=ppt/ink/ink3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0:28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429 17 192 0 0,'0'-1'224'0'0,"-1"0"0"0"0,1 0 1 0 0,-1 0-1 0 0,1 0 0 0 0,-1 0 0 0 0,1 0 1 0 0,-1 0-1 0 0,0 0 0 0 0,0 0 0 0 0,0 1 0 0 0,1-1 1 0 0,-1 0-1 0 0,0 0 0 0 0,0 1 0 0 0,0-1 1 0 0,0 0-1 0 0,0 1 0 0 0,0-1 0 0 0,-2 0 0 0 0,-21 10 299 0 0,1 2-1 0 0,0 0 1 0 0,1 1-1 0 0,1 1 0 0 0,0 1 1 0 0,-25 22-1 0 0,7-2-290 0 0,1 2 0 0 0,-37 46-1 0 0,63-67-602 0 0,1 1-1 0 0,-16 28 1 0 0,1 10-4147 0 0,22-45 2606 0 0</inkml:trace>
</inkml:ink>
</file>

<file path=ppt/ink/ink3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0:29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81 119 260 0 0,'1'3'8156'0'0,"-1"26"-7895"0"0,-22 263 3072 0 0,18-253-3053 0 0,-1 10 242 0 0,-12 52 0 0 0,6-72 274 0 0,11-28-773 0 0,0-1 0 0 0,0 0 0 0 0,0 0 1 0 0,0 0-1 0 0,0 0 0 0 0,0 0 0 0 0,0 1 0 0 0,-1-1 1 0 0,1 0-1 0 0,0 0 0 0 0,0 0 0 0 0,0 0 1 0 0,0 0-1 0 0,0 0 0 0 0,0 0 0 0 0,-1 0 0 0 0,1 0 1 0 0,0 0-1 0 0,0 1 0 0 0,0-1 0 0 0,0 0 1 0 0,-1 0-1 0 0,1 0 0 0 0,0 0 0 0 0,0 0 1 0 0,0 0-1 0 0,0 0 0 0 0,-1 0 0 0 0,1 0 0 0 0,0 0 1 0 0,0 0-1 0 0,0 0 0 0 0,0-1 0 0 0,-1 1 1 0 0,1 0-1 0 0,0 0 0 0 0,0 0 0 0 0,0 0 1 0 0,0 0-1 0 0,0 0 0 0 0,-1 0 0 0 0,1 0 0 0 0,0 0 1 0 0,0-1-1 0 0,0 1 0 0 0,0 0 0 0 0,0 0 1 0 0,0 0-1 0 0,0 0 0 0 0,-1 0 0 0 0,1 0 0 0 0,0-1 1 0 0,0 1-1 0 0,0 0 0 0 0,0 0 0 0 0,0 0 1 0 0,0 0-1 0 0,0-1 0 0 0,0 1 0 0 0,0 0 1 0 0,0 0-1 0 0,0 0 0 0 0,0-1 0 0 0,-9-52 1817 0 0,7 39-2158 0 0,-1-35 376 0 0,1 0 1 0 0,3-1 0 0 0,1 1 0 0 0,3 0-1 0 0,2 0 1 0 0,25-90 0 0 0,-29 130-62 0 0,0 1 0 0 0,0-1 0 0 0,1 1 0 0 0,0 0 1 0 0,0 0-1 0 0,0 0 0 0 0,1 0 0 0 0,1 1 0 0 0,-1 0 0 0 0,1 0 0 0 0,13-12 0 0 0,-9 12-24 0 0,0 1-1 0 0,0-1 0 0 0,0 2 1 0 0,1-1-1 0 0,-1 1 0 0 0,1 1 1 0 0,1 0-1 0 0,16-3 1 0 0,-23 7 12 0 0,-1 0 0 0 0,0 0 0 0 0,1 0 0 0 0,-1 1 0 0 0,0 0 0 0 0,1 0 0 0 0,-1 0 0 0 0,0 1 0 0 0,0-1 1 0 0,0 1-1 0 0,0 0 0 0 0,0 0 0 0 0,-1 0 0 0 0,1 1 0 0 0,0-1 0 0 0,-1 1 0 0 0,0 0 0 0 0,1 0 0 0 0,-1 0 0 0 0,-1 1 1 0 0,1-1-1 0 0,0 1 0 0 0,-1-1 0 0 0,0 1 0 0 0,1 0 0 0 0,-1 0 0 0 0,2 7 0 0 0,-3-7 14 0 0,-1 1 0 0 0,0 0 0 0 0,0 0 0 0 0,0 0-1 0 0,0-1 1 0 0,-1 1 0 0 0,1 0 0 0 0,-1 0 0 0 0,0-1 0 0 0,-1 1 0 0 0,1 0-1 0 0,-1-1 1 0 0,0 0 0 0 0,0 1 0 0 0,-1-1 0 0 0,1 0 0 0 0,-1 0 0 0 0,0 0-1 0 0,0 0 1 0 0,0-1 0 0 0,0 1 0 0 0,-1-1 0 0 0,1 0 0 0 0,-1 0 0 0 0,-6 4-1 0 0,-12 8-361 0 0,-1-2 0 0 0,0 0 1 0 0,-38 15-1 0 0,25-13-1860 0 0,31-12 424 0 0,1-1 1053 0 0,-5 7-7205 0 0</inkml:trace>
</inkml:ink>
</file>

<file path=ppt/ink/ink3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0:39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310 19 8 0 0,'-17'-19'4148'0'0,"12"20"-4013"0"0,1-1 1 0 0,-1 1 0 0 0,0-1 0 0 0,0 1-1 0 0,1 1 1 0 0,-1-1 0 0 0,0 1-1 0 0,1 0 1 0 0,0 0 0 0 0,-1 0-1 0 0,1 0 1 0 0,0 1 0 0 0,0 0 0 0 0,0 0-1 0 0,0 0 1 0 0,-5 6 0 0 0,-60 62 848 0 0,69-70-979 0 0,-15 16 119 0 0,0 1 0 0 0,1 0 0 0 0,1 2 0 0 0,0-1 0 0 0,2 2 0 0 0,1-1 0 0 0,0 2 0 0 0,1-1-1 0 0,2 1 1 0 0,0 0 0 0 0,1 1 0 0 0,1 0 0 0 0,1 0 0 0 0,2 0 0 0 0,0 0 0 0 0,1 0 0 0 0,1 0 0 0 0,4 25 0 0 0,3-14-234 0 0,1-1 0 0 0,1 0 1 0 0,2 0-1 0 0,1-2 0 0 0,2 1 0 0 0,1-1 1 0 0,33 50-1 0 0,-21-46-1323 0 0,-5-16-2418 0 0,-11-14 1798 0 0</inkml:trace>
</inkml:ink>
</file>

<file path=ppt/ink/ink3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0:39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129 111 744 0 0,'0'0'1768'0'0,"0"-8"-848"0"0,0 6-334 0 0,-3 6 2989 0 0,-100 283-1269 0 0,84-230-1354 0 0,16-49 332 0 0,10-33-889 0 0,10-21-363 0 0,3 1-1 0 0,1 1 0 0 0,50-77 0 0 0,-17 31-65 0 0,-49 80 18 0 0,0 1 1 0 0,1 0-1 0 0,0 0 0 0 0,1 1 1 0 0,0 0-1 0 0,0 0 0 0 0,1 1 1 0 0,11-10-1 0 0,-17 16-21 0 0,23 20-117 0 0,-15 2 142 0 0,-1 0-1 0 0,-1 1 0 0 0,-1 0 1 0 0,-1 1-1 0 0,-1 0 1 0 0,3 32-1 0 0,0-9 51 0 0,0-1-207 0 0,-2 0-1 0 0,-1 50 0 0 0,-5-94-93 0 0,0 0-1 0 0,-1 1 0 0 0,1-1 0 0 0,-1 0 0 0 0,1 1 0 0 0,-1-1 0 0 0,1 0 1 0 0,-1 1-1 0 0,0-1 0 0 0,0 0 0 0 0,0 0 0 0 0,0 0 0 0 0,0 0 0 0 0,0 0 0 0 0,0 0 1 0 0,0 0-1 0 0,0 0 0 0 0,0 0 0 0 0,0 0 0 0 0,-1-1 0 0 0,1 1 0 0 0,0 0 1 0 0,-1-1-1 0 0,1 1 0 0 0,0-1 0 0 0,-1 0 0 0 0,1 1 0 0 0,-3-1 0 0 0</inkml:trace>
</inkml:ink>
</file>

<file path=ppt/ink/ink3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0:40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21 700 0 0,'0'0'4010'0'0,"5"-2"-3420"0"0,4-2-313 0 0,0 1-1 0 0,1 0 1 0 0,0 1-1 0 0,-1-1 0 0 0,1 2 1 0 0,0 0-1 0 0,0 0 1 0 0,15 1-1 0 0,47 5-4764 0 0,-59-3 2628 0 0</inkml:trace>
</inkml:ink>
</file>

<file path=ppt/ink/ink3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0:40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86 156 0 0,'0'0'4218'0'0,"-11"-5"-1174"0"0,6 2-1328 0 0,8 3-210 0 0,56 9-1396 0 0,-1-1 0 0 0,1-3 1 0 0,1-3-1 0 0,108-10 1 0 0,-82 1-68 0 0,-45 5 26 0 0,61-11-1 0 0,-100 12-62 0 0,9-1-225 0 0,-10 2 215 0 0,-1 0-1 0 0,0 0 0 0 0,0 0 1 0 0,0 0-1 0 0,1 0 0 0 0,-1 0 1 0 0,0 0-1 0 0,0 0 1 0 0,1 0-1 0 0,-1 0 0 0 0,0 0 1 0 0,0-1-1 0 0,0 1 0 0 0,1 0 1 0 0,-1 0-1 0 0,0 0 1 0 0,0 0-1 0 0,0 0 0 0 0,0 0 1 0 0,1-1-1 0 0,-1 1 0 0 0,0 0 1 0 0,0 0-1 0 0,0 0 1 0 0,0 0-1 0 0,0-1 0 0 0,0 1 1 0 0,1 0-1 0 0,-1 0 0 0 0,0 0 1 0 0,0-1-1 0 0,0 1 1 0 0,0 0-1 0 0,0 0 0 0 0,0-1 1 0 0,0 1-1 0 0,0 0 0 0 0,0 0 1 0 0,0 0-1 0 0,0-1 1 0 0,0 1-1 0 0,0 0 0 0 0,0 0 1 0 0,0 0-1 0 0,0-1 0 0 0,0 1 1 0 0,0 0-1 0 0,-1 0 1 0 0,1 0-1 0 0,0-1 0 0 0,0 1 1 0 0,0 0-1 0 0,0 0 0 0 0,0 0 1 0 0,0-1-1 0 0,-1 1 1 0 0,1 0-1 0 0,-136-58-842 0 0,135 58 829 0 0,-8-1-4 0 0,16 5 53 0 0,-1 0 1 0 0,1 1 0 0 0,-1-1 0 0 0,-1 1 0 0 0,1 1-1 0 0,-1-1 1 0 0,1 1 0 0 0,-2 0 0 0 0,1 0 0 0 0,-1 0-1 0 0,1 1 1 0 0,-2 0 0 0 0,1 0 0 0 0,-1 0 0 0 0,2 7-1 0 0,-4-11-30 0 0,-1-1-1 0 0,-1 0 1 0 0,1 1-1 0 0,0-1 1 0 0,0 1-1 0 0,-1-1 1 0 0,0 0 0 0 0,1 0-1 0 0,-1 1 1 0 0,0-1-1 0 0,0 0 1 0 0,0 0-1 0 0,0 0 1 0 0,-1 0-1 0 0,1 0 1 0 0,0 0-1 0 0,-1 0 1 0 0,-2 2-1 0 0,-31 30-507 0 0,-24 5-1309 0 0,17-18-2339 0 0,26-14 1879 0 0</inkml:trace>
</inkml:ink>
</file>

<file path=ppt/ink/ink3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0:43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53 992 0 0,'0'-6'9187'0'0,"-12"112"-8243"0"0,-3 67 132 0 0,1-60-454 0 0,13-110-572 0 0,1 16 70 0 0,1-10 1118 0 0,5-58-1387 0 0,3 1 1 0 0,2 0 0 0 0,26-73-1 0 0,15 1 25 0 0,-50 114 126 0 0,-2 4-4 0 0,1 0 0 0 0,0 0 0 0 0,1 0 0 0 0,-1 0 0 0 0,0 0 0 0 0,1 0-1 0 0,-1 0 1 0 0,1 0 0 0 0,-1 0 0 0 0,1 1 0 0 0,0-1 0 0 0,0 1 0 0 0,0-1 0 0 0,0 1-1 0 0,3-2 1 0 0,3-3-4 0 0,0 1 0 0 0,0 1-1 0 0,0-1 1 0 0,1 1 0 0 0,-1 0-1 0 0,1 1 1 0 0,0 0 0 0 0,0 1 0 0 0,10-2-1 0 0,5 1-41 0 0,-1 0 0 0 0,31 2 1 0 0,-52 0 41 0 0,0 1 0 0 0,0 0 0 0 0,-1 0 1 0 0,1 1-1 0 0,0-1 0 0 0,0 0 1 0 0,0 1-1 0 0,0-1 0 0 0,0 1 0 0 0,-1-1 1 0 0,1 1-1 0 0,0 0 0 0 0,0 0 1 0 0,-1 0-1 0 0,1 0 0 0 0,-1 0 0 0 0,1 0 1 0 0,-1 0-1 0 0,1 1 0 0 0,-1-1 1 0 0,0 0-1 0 0,0 1 0 0 0,1-1 0 0 0,-1 1 1 0 0,0-1-1 0 0,0 1 0 0 0,0 0 1 0 0,-1-1-1 0 0,1 1 0 0 0,0 0 0 0 0,-1 0 1 0 0,1 0-1 0 0,-1 0 0 0 0,1 2 1 0 0,-1 1-1 0 0,1 0 1 0 0,-1 0-1 0 0,-1 0 1 0 0,1 0-1 0 0,-1 0 0 0 0,1 0 1 0 0,-2-1-1 0 0,1 1 1 0 0,0 0-1 0 0,-5 9 1 0 0,-2-2 8 0 0,0 1-1 0 0,-1-2 1 0 0,-1 1 0 0 0,1-2-1 0 0,-2 1 1 0 0,0-1 0 0 0,0-1-1 0 0,-14 10 1 0 0,-24 22-440 0 0,47-40 345 0 0,3 1 73 0 0,-1 0 0 0 0,1-1 0 0 0,0 1 0 0 0,-1 0 0 0 0,1 0-1 0 0,0 0 1 0 0,0-1 0 0 0,0 1 0 0 0,0 0 0 0 0,0-1 0 0 0,0 1 0 0 0,1-1 0 0 0,-1 1 0 0 0,1-1-1 0 0,-1 0 1 0 0,1 0 0 0 0,-1 0 0 0 0,1 1 0 0 0,2 0 0 0 0,45 24-125 0 0,-19-11 41 0 0,-23-11 79 0 0,-1 0 1 0 0,0 0 0 0 0,-1 1-1 0 0,1 0 1 0 0,-1 0-1 0 0,0 1 1 0 0,0 0 0 0 0,0-1-1 0 0,-1 2 1 0 0,8 11-1 0 0,-11-15 21 0 0,0 0 0 0 0,0-1 0 0 0,-1 1 0 0 0,1 0 0 0 0,0 0 0 0 0,-1-1 0 0 0,0 1 0 0 0,1 0-1 0 0,-1 0 1 0 0,0 0 0 0 0,-1 0 0 0 0,1-1 0 0 0,0 1 0 0 0,-1 0 0 0 0,0 0 0 0 0,1-1 0 0 0,-1 1-1 0 0,0 0 1 0 0,0-1 0 0 0,-1 1 0 0 0,1-1 0 0 0,-1 1 0 0 0,1-1 0 0 0,-1 0 0 0 0,0 1 0 0 0,1-1-1 0 0,-1 0 1 0 0,0 0 0 0 0,-1 0 0 0 0,1-1 0 0 0,0 1 0 0 0,-3 1 0 0 0,-3 2 85 0 0,0 0 0 0 0,-1 0 0 0 0,1-1 0 0 0,-1-1 0 0 0,0 1 1 0 0,0-1-1 0 0,0-1 0 0 0,0 0 0 0 0,-1 0 0 0 0,1-1 0 0 0,-12 1 0 0 0,8-2 89 0 0,-1 0-1 0 0,1-1 1 0 0,-1 0-1 0 0,1-1 1 0 0,-1-1-1 0 0,1 0 1 0 0,-14-5-1 0 0,-13-14 924 0 0,24 6-2531 0 0,9 0-7117 0 0</inkml:trace>
</inkml:ink>
</file>

<file path=ppt/ink/ink3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0:44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364 53 204 0 0,'0'0'2059'0'0,"8"-8"510"0"0,-5-5 3640 0 0,-6 10-6133 0 0,0 0-1 0 0,-1 0 1 0 0,1 0-1 0 0,-1 1 1 0 0,0-1-1 0 0,0 1 1 0 0,0 0-1 0 0,0 0 1 0 0,-1 0-1 0 0,1 1 1 0 0,0-1-1 0 0,-1 1 1 0 0,1 0 0 0 0,-1 0-1 0 0,1 1 1 0 0,-1-1-1 0 0,0 1 1 0 0,1 0-1 0 0,-9 1 1 0 0,-15 1 67 0 0,0 1 0 0 0,-27 7 0 0 0,45-8-92 0 0,-2 1 11 0 0,0 0 0 0 0,0 0 0 0 0,0 1 0 0 0,0 0 1 0 0,1 1-1 0 0,-1 1 0 0 0,1 0 0 0 0,1 0 0 0 0,-11 9 0 0 0,17-13-42 0 0,1 1 0 0 0,0 0-1 0 0,0 0 1 0 0,1 0 0 0 0,-1 0 0 0 0,1 0-1 0 0,-1 0 1 0 0,1 1 0 0 0,0-1 0 0 0,0 1-1 0 0,1 0 1 0 0,-1 0 0 0 0,1-1 0 0 0,0 1-1 0 0,0 0 1 0 0,0 0 0 0 0,0 0-1 0 0,1 0 1 0 0,-1 0 0 0 0,1 0 0 0 0,0 0-1 0 0,0 1 1 0 0,1-1 0 0 0,-1 0 0 0 0,1 0-1 0 0,0 0 1 0 0,0 0 0 0 0,0-1-1 0 0,1 1 1 0 0,-1 0 0 0 0,3 3 0 0 0,3 5 17 0 0,0-2 1 0 0,0 1-1 0 0,1-1 1 0 0,0 0-1 0 0,1 0 1 0 0,0-1-1 0 0,0 0 1 0 0,12 7 0 0 0,-5-3 4 0 0,1-1 0 0 0,1-1 0 0 0,0-1 0 0 0,26 11 0 0 0,-14-10 4 0 0,1-1 1 0 0,0-1 0 0 0,0-2 0 0 0,1-1 0 0 0,0-2-1 0 0,47 2 1 0 0,-38-10 41 0 0,-40 4-73 0 0,33-2 367 0 0,-27 2-3691 0 0</inkml:trace>
</inkml:ink>
</file>

<file path=ppt/ink/ink3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0:44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303 8 200 0 0,'0'0'5105'0'0,"-3"-5"-4331"0"0,3 5-718 0 0,0 0 0 0 0,0 0 0 0 0,0 0 0 0 0,0 0 0 0 0,0 0 0 0 0,0 0 0 0 0,0 0 0 0 0,0 0 0 0 0,0 0 1 0 0,0 0-1 0 0,1 0 0 0 0,-1 0 0 0 0,0 0 0 0 0,0 0 0 0 0,0 0 0 0 0,0 0 0 0 0,0 0 0 0 0,0 0 0 0 0,0 0 0 0 0,0 0 0 0 0,1 0 0 0 0,-1 0 0 0 0,0 0 1 0 0,0 0-1 0 0,0 0 0 0 0,0 0 0 0 0,0 0 0 0 0,0 0 0 0 0,0 0 0 0 0,0 0 0 0 0,0 0 0 0 0,1 0 0 0 0,-1 0 0 0 0,0 0 0 0 0,0 0 0 0 0,0 0 1 0 0,0 0-1 0 0,0-1 0 0 0,0 1 0 0 0,0 0 0 0 0,0 0 0 0 0,0 0 0 0 0,0 0 0 0 0,0 0 0 0 0,0 0 0 0 0,0 0 0 0 0,0 0 0 0 0,0 0 0 0 0,0-1 0 0 0,0 1 1 0 0,0 0-1 0 0,0 0 0 0 0,0 0 0 0 0,0 0 0 0 0,20 11 148 0 0,0 2 1 0 0,-2 0-1 0 0,0 1 1 0 0,0 1-1 0 0,-1 1 1 0 0,-1 0-1 0 0,-1 1 1 0 0,0 1-1 0 0,-1 0 1 0 0,-1 1-1 0 0,-1 0 1 0 0,-1 1-1 0 0,0 0 1 0 0,-2 1-1 0 0,0 1 0 0 0,10 38 1 0 0,-12-37-120 0 0,-2 1 1 0 0,0-1-1 0 0,-1 2 1 0 0,-2-1-1 0 0,0 0 0 0 0,-1 0 1 0 0,-2 1-1 0 0,-1-1 1 0 0,0 0-1 0 0,-2 0 0 0 0,-1 0 1 0 0,-1 0-1 0 0,0-1 0 0 0,-2 0 1 0 0,-20 40-1 0 0,14-40-21 0 0,-1-1 0 0 0,-1-1 0 0 0,-1 0 0 0 0,-1-2 1 0 0,0 0-1 0 0,-2-1 0 0 0,0 0 0 0 0,-32 20 0 0 0,-2-4 421 0 0,0-3 0 0 0,-83 34 0 0 0,88-42 1564 0 0,48-22-2076 0 0,-9-7-2758 0 0,5 4 380 0 0,-16-10-7656 0 0</inkml:trace>
</inkml:ink>
</file>

<file path=ppt/ink/ink3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0:47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213 0 1056 0 0,'-2'2'9900'0'0,"-5"5"-4052"0"0,-6 6-2885 0 0,-10 12-3726 0 0,-17 19-1276 0 0,-5-2-722 0 0,-5-4-3606 0 0,17-17 1958 0 0</inkml:trace>
</inkml:ink>
</file>

<file path=ppt/ink/ink3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0:52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0 721 80 0 0,'0'0'6221'0'0,"6"-3"-5847"0"0,27-19 213 0 0,-1-1-1 0 0,-2-1 1 0 0,54-55 0 0 0,-37 34-223 0 0,36-31 163 0 0,-24 25 5 0 0,-3-3-1 0 0,90-110 1 0 0,-141 158-483 0 0,-1-1 0 0 0,1 1 0 0 0,-1-1 0 0 0,0 0 0 0 0,0 0 1 0 0,-1 0-1 0 0,0-1 0 0 0,0 1 0 0 0,-1-1 0 0 0,0 0 0 0 0,0 0 0 0 0,-1 0 1 0 0,0 0-1 0 0,0 0 0 0 0,-1 0 0 0 0,0 0 0 0 0,0 0 0 0 0,-1 0 1 0 0,0 0-1 0 0,-3-9 0 0 0,4 16-66 0 0,0 1 0 0 0,0-1 0 0 0,0 1 0 0 0,0-1 1 0 0,-1 0-1 0 0,1 1 0 0 0,0-1 0 0 0,0 1 0 0 0,-1-1 0 0 0,1 1 0 0 0,0-1 0 0 0,-1 1 1 0 0,1-1-1 0 0,0 1 0 0 0,-1 0 0 0 0,1-1 0 0 0,-1 1 0 0 0,1-1 0 0 0,-1 1 1 0 0,1 0-1 0 0,-1 0 0 0 0,1-1 0 0 0,-1 1 0 0 0,1 0 0 0 0,-1 0 0 0 0,1-1 1 0 0,-1 1-1 0 0,0 0 0 0 0,1 0 0 0 0,-1 0 0 0 0,1 0 0 0 0,-1 0 0 0 0,0 0 1 0 0,1 0-1 0 0,-1 0 0 0 0,1 0 0 0 0,-1 0 0 0 0,1 0 0 0 0,-1 0 0 0 0,0 1 1 0 0,1-1-1 0 0,-1 0 0 0 0,1 0 0 0 0,-1 0 0 0 0,1 1 0 0 0,-2 0 0 0 0,2-1-3 0 0,-1 1 0 0 0,0 0 0 0 0,0 0 0 0 0,1 0 0 0 0,-1 0 0 0 0,1-1-1 0 0,-1 1 1 0 0,1 0 0 0 0,-1 0 0 0 0,1 0 0 0 0,-1 0 0 0 0,1 0 0 0 0,0 1 0 0 0,-1-1-1 0 0,1 0 1 0 0,0 0 0 0 0,0 0 0 0 0,0 0 0 0 0,0 0 0 0 0,0 0 0 0 0,0 0-1 0 0,0 0 1 0 0,0 0 0 0 0,1 0 0 0 0,-1 1 0 0 0,0-1 0 0 0,1 1 0 0 0,42 87-358 0 0,-22-48 77 0 0,19 50 1 0 0,-36-80 219 0 0,0 0 0 0 0,-1 1 0 0 0,-1-1 0 0 0,1 1 1 0 0,-2 0-1 0 0,0-1 0 0 0,0 1 0 0 0,-1 0 0 0 0,-2 19 0 0 0,1-26 61 0 0,-1 0 0 0 0,1 0 0 0 0,-1 1 0 0 0,0-1 1 0 0,0 0-1 0 0,-1 0 0 0 0,1-1 0 0 0,-1 1 0 0 0,0-1 0 0 0,-1 1 0 0 0,1-1 0 0 0,-1 0 0 0 0,-5 5 0 0 0,-3 1 73 0 0,-1 0 1 0 0,-27 16-1 0 0,38-25 2 0 0,2-4-177 0 0,1 1 117 0 0,0 0-1 0 0,0 0 1 0 0,0 0-1 0 0,0 0 1 0 0,1-1 0 0 0,-1 2-1 0 0,0-1 1 0 0,1 0-1 0 0,-1 0 1 0 0,1 0 0 0 0,3-2-1 0 0,-2 1-5 0 0,12-13-64 0 0,0 0 1 0 0,1 1-1 0 0,35-24 0 0 0,8-8-25 0 0,-11 5-2 0 0,25-25 1043 0 0,-72 66-875 0 0,0 1-60 0 0,-1 0-1 0 0,1 0 1 0 0,-1 1-1 0 0,1-1 1 0 0,-1 0-1 0 0,1 0 1 0 0,-1 1-1 0 0,0-1 1 0 0,1 0-1 0 0,-1 0 1 0 0,1 1-1 0 0,-1-1 1 0 0,0 0-1 0 0,1 1 1 0 0,-1-1-1 0 0,0 1 1 0 0,1-1-1 0 0,-1 0 1 0 0,0 1-1 0 0,0-1 1 0 0,1 1-1 0 0,-1-1 1 0 0,0 1-1 0 0,0-1 1 0 0,0 1-1 0 0,0-1 1 0 0,1 1-1 0 0,-1-1 1 0 0,0 1-1 0 0,0-1 1 0 0,0 1-1 0 0,0-1 1 0 0,0 1-1 0 0,0-1 1 0 0,-1 1-1 0 0,1-1 1 0 0,0 0-1 0 0,0 1 1 0 0,0 0-1 0 0,1 41 2 0 0,0-1-6 0 0,0-37 7 0 0,-1 0 0 0 0,1 0 1 0 0,0 0-1 0 0,0-1 1 0 0,1 1-1 0 0,-1 0 1 0 0,1-1-1 0 0,0 0 1 0 0,0 1-1 0 0,0-1 1 0 0,0 0-1 0 0,0 0 1 0 0,1 0-1 0 0,-1 0 1 0 0,1 0-1 0 0,0-1 0 0 0,0 1 1 0 0,4 2-1 0 0,-4-4 24 0 0,0 0-1 0 0,0 0 0 0 0,-1-1 0 0 0,1 1 0 0 0,0-1 0 0 0,0 0 0 0 0,0 0 1 0 0,-1 0-1 0 0,1 0 0 0 0,0 0 0 0 0,0 0 0 0 0,0-1 0 0 0,-1 0 1 0 0,1 1-1 0 0,0-1 0 0 0,-1 0 0 0 0,1 0 0 0 0,0 0 0 0 0,-1-1 0 0 0,0 1 1 0 0,1-1-1 0 0,-1 1 0 0 0,0-1 0 0 0,1 0 0 0 0,2-4 0 0 0,0 3-26 0 0,-1-1-1 0 0,0 0 0 0 0,-1 0 0 0 0,1-1 1 0 0,-1 1-1 0 0,1-1 0 0 0,-1 1 0 0 0,-1-1 1 0 0,4-7-1 0 0,-5 14-108 0 0,0 0 0 0 0,1 0-1 0 0,-1 0 1 0 0,0 0 0 0 0,1 0 0 0 0,0-1-1 0 0,-1 1 1 0 0,1 0 0 0 0,0-1 0 0 0,2 2-1 0 0,-2-2-60 0 0,21 23-5031 0 0</inkml:trace>
</inkml:ink>
</file>

<file path=ppt/ink/ink3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0:52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34 196 532 0 0,'-2'-1'333'0'0,"1"0"0"0"0,0 0 1 0 0,-1 0-1 0 0,1 0 0 0 0,-1 1 0 0 0,1-1 0 0 0,0 0 1 0 0,-1 1-1 0 0,0-1 0 0 0,1 1 0 0 0,-1 0 0 0 0,1 0 0 0 0,-1-1 1 0 0,-1 1-1 0 0,1 3-265 0 0,1-1-1 0 0,0 0 1 0 0,0 1 0 0 0,0 0-1 0 0,0-1 1 0 0,0 1 0 0 0,1-1-1 0 0,-1 1 1 0 0,1 0 0 0 0,0-1-1 0 0,-1 1 1 0 0,1 0 0 0 0,0 0 0 0 0,1-1-1 0 0,-1 1 1 0 0,0 0 0 0 0,1-1-1 0 0,0 1 1 0 0,-1 0 0 0 0,1-1-1 0 0,0 1 1 0 0,0-1 0 0 0,1 1 0 0 0,-1-1-1 0 0,0 0 1 0 0,1 1 0 0 0,0-1-1 0 0,-1 0 1 0 0,1 0 0 0 0,0 0-1 0 0,0 0 1 0 0,0 0 0 0 0,3 1-1 0 0,-2-1-41 0 0,0 0 0 0 0,0 0 0 0 0,1 0 0 0 0,-1 0 0 0 0,1-1 0 0 0,-1 1 0 0 0,1-1 0 0 0,0 0 0 0 0,0 0 0 0 0,-1-1 0 0 0,1 1 0 0 0,0-1 0 0 0,0 0 0 0 0,0 0 0 0 0,-1 0 0 0 0,1 0 0 0 0,0-1 0 0 0,0 1 0 0 0,-1-1 0 0 0,1 0 0 0 0,0 0 0 0 0,-1 0 0 0 0,7-4 0 0 0,1-1 14 0 0,0-1 0 0 0,-1-1 0 0 0,0 1 0 0 0,0-2 0 0 0,-1 1 0 0 0,0-2 0 0 0,-1 1 1 0 0,0-1-1 0 0,0 0 0 0 0,-1-1 0 0 0,7-12 0 0 0,-1-4 337 0 0,-1-1 0 0 0,-1 0 1 0 0,11-44-1 0 0,-22 72-364 0 0,0-1 0 0 0,0 1 0 0 0,0 0 0 0 0,0 0 0 0 0,0 0 0 0 0,0-1 0 0 0,0 1 0 0 0,0 0 0 0 0,0 0 0 0 0,0 0 0 0 0,0-1 0 0 0,0 1 0 0 0,0 0 0 0 0,0 0 0 0 0,0-1 0 0 0,0 1 0 0 0,1 0 0 0 0,-1 0 0 0 0,0 0 0 0 0,0 0 0 0 0,0-1 0 0 0,0 1 0 0 0,1 0 0 0 0,-1 0 0 0 0,0 0 0 0 0,0 0 0 0 0,0 0 0 0 0,1 0 0 0 0,-1 0 0 0 0,0-1 0 0 0,0 1 1 0 0,0 0-1 0 0,1 0 0 0 0,-1 0 0 0 0,0 0 0 0 0,0 0 0 0 0,0 0 0 0 0,1 0 0 0 0,-1 0 0 0 0,0 0 0 0 0,0 0 0 0 0,1 0 0 0 0,-1 0 0 0 0,0 0 0 0 0,1 0 0 0 0,10 12 260 0 0,17 39-239 0 0,-6-11 49 0 0,-11-25-48 0 0,0-2 0 0 0,1 1 0 0 0,1-2 1 0 0,26 22-1 0 0,-34-31-194 0 0,-1 0 0 0 0,1-1 0 0 0,0 1 1 0 0,-1-1-1 0 0,1 0 0 0 0,0 0 0 0 0,0-1 1 0 0,8 2-1 0 0,17 6-5333 0 0</inkml:trace>
</inkml:ink>
</file>

<file path=ppt/ink/ink3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0:53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32 764 0 0,'0'-21'4671'0'0,"0"11"3735"0"0,-7 326-6489 0 0,11-207-2944 0 0,-7-88-1313 0 0,-3-19-1882 0 0,-6-24 349 0 0,5 4 1457 0 0</inkml:trace>
</inkml:ink>
</file>

<file path=ppt/ink/ink3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0:54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1 263 104 0 0,'93'-32'1453'0'0,"-61"22"-569"0"0,-2-1-1 0 0,47-23 1 0 0,-62 26-213 0 0,0-1 0 0 0,-1-1 0 0 0,0 0 0 0 0,21-20 0 0 0,-31 26-404 0 0,-1 1 1 0 0,1-1-1 0 0,-1 1 0 0 0,0-1 1 0 0,-1 0-1 0 0,1 0 0 0 0,-1-1 1 0 0,1 1-1 0 0,-1 0 0 0 0,0-1 0 0 0,-1 1 1 0 0,1-1-1 0 0,-1 0 0 0 0,0 0 1 0 0,0 1-1 0 0,-1-1 0 0 0,1 0 1 0 0,-1 0-1 0 0,0 0 0 0 0,-1-9 1 0 0,0 11 60 0 0,-2 2-144 0 0,3 1-175 0 0,0 0 0 0 0,-1-1 0 0 0,1 1 0 0 0,0 0 0 0 0,0 0 0 0 0,0 0 0 0 0,-1-1 0 0 0,1 1 0 0 0,0 0 0 0 0,0 0 0 0 0,-1 0 0 0 0,1 0 0 0 0,0 0-1 0 0,0-1 1 0 0,-1 1 0 0 0,1 0 0 0 0,0 0 0 0 0,-1 0 0 0 0,1 0 0 0 0,0 0 0 0 0,0 0 0 0 0,-1 0 0 0 0,1 0 0 0 0,0 0 0 0 0,-1 0 0 0 0,1 0 0 0 0,0 0 0 0 0,0 0 0 0 0,-1 0 0 0 0,1 0 0 0 0,0 1 0 0 0,-1-1 0 0 0,1 0 0 0 0,0 0 0 0 0,0 0 0 0 0,-1 0 0 0 0,1 1 0 0 0,-9 6 6 0 0,0 0 1 0 0,1 1-1 0 0,0 0 1 0 0,0 0-1 0 0,1 1 1 0 0,0 0-1 0 0,1 0 0 0 0,0 1 1 0 0,0 0-1 0 0,1 0 1 0 0,0 0-1 0 0,1 1 1 0 0,0-1-1 0 0,1 1 0 0 0,-4 18 1 0 0,0 10 37 0 0,2 0 1 0 0,1 0-1 0 0,2 47 1 0 0,4-22-151 0 0,-1-63 183 0 0,1-4-290 0 0,3-3 152 0 0,0 0 0 0 0,0 1-1 0 0,0 0 1 0 0,0 0 0 0 0,1 0 0 0 0,0 0-1 0 0,0 1 1 0 0,0 0 0 0 0,1 0 0 0 0,-1 1 0 0 0,1 0-1 0 0,13-5 1 0 0,-7 6-73 0 0,-1-1-1 0 0,1 2 1 0 0,0 0-1 0 0,0 0 1 0 0,-1 1 0 0 0,1 1-1 0 0,13 2 1 0 0,2 0-211 0 0,89 7-787 0 0,-104-10 1019 0 0,0 0 1 0 0,-1-1-1 0 0,1 0 0 0 0,0-1 0 0 0,-1-1 0 0 0,23-7 0 0 0,-33 10 126 0 0,1-2 1 0 0,0 1-1 0 0,0 0 0 0 0,-1 0 0 0 0,1-1 0 0 0,-1 1 0 0 0,1-1 0 0 0,-1 0 0 0 0,0 0 1 0 0,1 0-1 0 0,-1 0 0 0 0,0 0 0 0 0,-1 0 0 0 0,1-1 0 0 0,2-3 0 0 0,-3 4 84 0 0,2-17 592 0 0,-3 19-682 0 0,1-1 1 0 0,-1 0-1 0 0,0 1 0 0 0,0-1 1 0 0,1 0-1 0 0,-1 0 1 0 0,0 1-1 0 0,0-1 0 0 0,0 0 1 0 0,0 0-1 0 0,0 1 1 0 0,0-1-1 0 0,0 0 0 0 0,0 1 1 0 0,0-1-1 0 0,0 0 0 0 0,-1 0 1 0 0,1 1-1 0 0,0-1 1 0 0,0 0-1 0 0,-1 1 0 0 0,1-1 1 0 0,-1 0-1 0 0,1 1 0 0 0,0-1 1 0 0,-1 0-1 0 0,1 1 1 0 0,-1-1-1 0 0,1 1 0 0 0,-1-1 1 0 0,1 1-1 0 0,-1-1 0 0 0,0 1 1 0 0,1 0-1 0 0,-1-1 1 0 0,0 1-1 0 0,1 0 0 0 0,-1-1 1 0 0,-1 1-1 0 0,0-1 17 0 0,-31 33-57 0 0,19-3 20 0 0,14-28 8 0 0,-1 0 0 0 0,1-1 0 0 0,-1 1-1 0 0,1 0 1 0 0,0-1 0 0 0,-1 1 0 0 0,1 0 0 0 0,0 0-1 0 0,-1-1 1 0 0,1 1 0 0 0,0 0 0 0 0,0 0 0 0 0,0 0-1 0 0,0-1 1 0 0,0 1 0 0 0,0 0 0 0 0,0 0 0 0 0,0 0-1 0 0,0-1 1 0 0,0 1 0 0 0,0 0 0 0 0,0 0 0 0 0,0 0-1 0 0,1-1 1 0 0,-1 1 0 0 0,0 0 0 0 0,1 0 0 0 0,-1-1-1 0 0,0 1 1 0 0,1 0 0 0 0,0 1 0 0 0,8-3-30 0 0,0 1 1 0 0,0-1-1 0 0,-1 0 1 0 0,1-1 0 0 0,-1 0-1 0 0,1 0 1 0 0,-1-1-1 0 0,9-4 1 0 0,-6 3-98 0 0,1 0 0 0 0,0 0 0 0 0,0 2 0 0 0,14-3 0 0 0,-7 3-17 0 0,-1 0 0 0 0,0-1 1 0 0,34-11-1 0 0,-45 12 207 0 0,0-1 1 0 0,0 1-1 0 0,0-2 0 0 0,0 1 1 0 0,-1-1-1 0 0,1 0 0 0 0,-1 0 1 0 0,0-1-1 0 0,0 1 0 0 0,0-1 1 0 0,8-11-1 0 0,-11 11 124 0 0,0 0-1 0 0,-1 0 1 0 0,1 0 0 0 0,-1-1-1 0 0,0 1 1 0 0,-1 0 0 0 0,1-1-1 0 0,-1 0 1 0 0,0 1-1 0 0,-1-1 1 0 0,0 0 0 0 0,1 1-1 0 0,-2-9 1 0 0,0 11 203 0 0,1-1 7 0 0,-6-24 2845 0 0,-2 69-3245 0 0,-7 78-1 0 0,9-25-6182 0 0,6-92 4916 0 0</inkml:trace>
</inkml:ink>
</file>

<file path=ppt/ink/ink3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0:54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 1008 0 0,'0'0'928'0'0,"12"-7"664"0"0,0-1-912 0 0,-3 4-80 0 0,-2 0 413 0 0,17-6-1061 0 0,-15 7-216 0 0,15 5-4137 0 0</inkml:trace>
</inkml:ink>
</file>

<file path=ppt/ink/ink3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0:56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119 199 124 0 0,'0'0'1896'0'0,"-1"-8"-905"0"0,1 8-921 0 0,0 0 0 0 0,0 0 1 0 0,0 1-1 0 0,0-1 0 0 0,0 0 0 0 0,0 0 0 0 0,0 0 1 0 0,0 0-1 0 0,0 0 0 0 0,0 1 0 0 0,-1-1 0 0 0,1 0 0 0 0,0 0 1 0 0,0 0-1 0 0,0 0 0 0 0,0 0 0 0 0,0 0 0 0 0,0 0 1 0 0,0 1-1 0 0,0-1 0 0 0,0 0 0 0 0,0 0 0 0 0,0 0 0 0 0,-1 0 1 0 0,1 0-1 0 0,0 0 0 0 0,0 0 0 0 0,0 0 0 0 0,0 0 1 0 0,0 0-1 0 0,0 0 0 0 0,-1 0 0 0 0,1 1 0 0 0,0-1 1 0 0,0 0-1 0 0,0 0 0 0 0,0 0 0 0 0,0 0 0 0 0,0 0 0 0 0,-1 0 1 0 0,1 0-1 0 0,0 0 0 0 0,0 0 0 0 0,0 0 0 0 0,0-1 1 0 0,0 1-1 0 0,-1 0 0 0 0,1 0 0 0 0,0 0 0 0 0,0 0 0 0 0,0 0 1 0 0,0 0-1 0 0,0 0 0 0 0,0 0 0 0 0,0 0 0 0 0,-1 0 1 0 0,1 0-1 0 0,0 0 0 0 0,0-1 0 0 0,0 1 0 0 0,0 0 1 0 0,0 0-1 0 0,-12 34 362 0 0,2 1 1 0 0,2 0 0 0 0,-5 39 0 0 0,9-51-299 0 0,1-3 143 0 0,-2 0 0 0 0,0 0 0 0 0,-2-1 0 0 0,-10 23 0 0 0,16-40 716 0 0,-7-17-712 0 0,6 14-271 0 0,1 0 1 0 0,0 0 0 0 0,0 0 0 0 0,0 0-1 0 0,0 0 1 0 0,0 0 0 0 0,1-1 0 0 0,-1 1-1 0 0,0 0 1 0 0,1-1 0 0 0,-1 1 0 0 0,0 0-1 0 0,1-1 1 0 0,-1-1 0 0 0,-3-40 127 0 0,2 1 1 0 0,2-1 0 0 0,2 0-1 0 0,1 1 1 0 0,3 0-1 0 0,18-73 1 0 0,-21 105-136 0 0,1 0 0 0 0,0-1 1 0 0,1 2-1 0 0,0-1 0 0 0,0 0 0 0 0,1 1 1 0 0,0 0-1 0 0,1 0 0 0 0,9-9 1 0 0,-14 17-9 0 0,-1 0 1 0 0,1 0 0 0 0,-1 1 0 0 0,1-1-1 0 0,0 1 1 0 0,-1-1 0 0 0,1 1 0 0 0,0-1 0 0 0,-1 1-1 0 0,1 0 1 0 0,0 0 0 0 0,-1 0 0 0 0,1 0 0 0 0,0 0-1 0 0,0 0 1 0 0,-1 1 0 0 0,1-1 0 0 0,0 0-1 0 0,-1 1 1 0 0,1-1 0 0 0,0 1 0 0 0,-1 0 0 0 0,1 0-1 0 0,-1-1 1 0 0,2 2 0 0 0,36 26-65 0 0,4 15 49 0 0,-1 3 0 0 0,-2 2-1 0 0,42 64 1 0 0,-72-99 18 0 0,-1 2-1 0 0,0-1 1 0 0,-1 1-1 0 0,-1 0 1 0 0,0 0-1 0 0,6 26 1 0 0,-12-40-9 0 0,-1 2-133 0 0,0-1 0 0 0,0 0 0 0 0,-1 0 0 0 0,1 0-1 0 0,0 0 1 0 0,-1 1 0 0 0,0-1 0 0 0,1 0 0 0 0,-1 0 0 0 0,0 0 0 0 0,0 0-1 0 0,0 0 1 0 0,0-1 0 0 0,0 1 0 0 0,-1 0 0 0 0,1 0 0 0 0,0-1-1 0 0,-1 1 1 0 0,0-1 0 0 0,1 1 0 0 0,-1-1 0 0 0,0 0 0 0 0,-3 2 0 0 0,-27 3-4960 0 0</inkml:trace>
</inkml:ink>
</file>

<file path=ppt/ink/ink3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0:57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70 80 0 0,'0'0'2156'0'0,"18"-19"-1568"0"0,-9 15-68 0 0,9-2-64 0 0,0 0-36 0 0,-2 1-56 0 0,9-3-120 0 0,0 4-128 0 0,2-1-148 0 0,0-1-168 0 0,0 4-160 0 0,-2 1-368 0 0,-5-1-784 0 0,-3 0 348 0 0</inkml:trace>
</inkml:ink>
</file>

<file path=ppt/ink/ink3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0:57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1 178 752 0 0,'0'0'2859'0'0,"1"-3"-2042"0"0,1 0-590 0 0,1 0 0 0 0,-1 0 0 0 0,1 0-1 0 0,0 0 1 0 0,0 0 0 0 0,0 1 0 0 0,0-1-1 0 0,0 1 1 0 0,0 0 0 0 0,1 0 0 0 0,-1 0-1 0 0,1 0 1 0 0,0 0 0 0 0,-1 1 0 0 0,1 0-1 0 0,0 0 1 0 0,0 0 0 0 0,4 0 0 0 0,91-15 1263 0 0,-73 13-994 0 0,30-5-9 0 0,0 3 1 0 0,1 2-1 0 0,61 4 0 0 0,-18 1-186 0 0,-97-2-317 0 0,-8-3-275 0 0,-16-9 191 0 0,1 1 0 0 0,-1 2 0 0 0,-1 0 0 0 0,-25-7 0 0 0,-14-6-28 0 0,35 7-60 0 0,34 13 179 0 0,1 1 0 0 0,0 0 0 0 0,-1 0 0 0 0,1 0 0 0 0,0 1 0 0 0,-1 1 0 0 0,1 0 0 0 0,0 0 0 0 0,-1 0 0 0 0,1 1 0 0 0,8 3 0 0 0,-10-3-15 0 0,0 1-1 0 0,0-1 0 0 0,0 1 1 0 0,0 1-1 0 0,-1-1 0 0 0,1 1 1 0 0,-1 0-1 0 0,0 1 0 0 0,0 0 1 0 0,0 0-1 0 0,-1 0 0 0 0,0 0 1 0 0,9 12-1 0 0,-12-14 6 0 0,-1-1-1 0 0,0 0 1 0 0,0 1-1 0 0,0-1 1 0 0,0 1-1 0 0,0-1 1 0 0,-1 1 0 0 0,1-1-1 0 0,-1 1 1 0 0,0-1-1 0 0,1 1 1 0 0,-1-1-1 0 0,0 1 1 0 0,-1 0 0 0 0,1-1-1 0 0,0 1 1 0 0,-1-1-1 0 0,0 4 1 0 0,-1-1 1 0 0,0 0-1 0 0,-1 0 1 0 0,1 0 0 0 0,-1 0 0 0 0,0-1-1 0 0,0 0 1 0 0,-1 1 0 0 0,-5 4 0 0 0,-6 5-171 0 0,-1 0 1 0 0,-1-1-1 0 0,-26 15 1 0 0,41-27 140 0 0,-9 7-363 0 0,-21 11-559 0 0,9-9-3740 0 0,9-6 2475 0 0</inkml:trace>
</inkml:ink>
</file>

<file path=ppt/ink/ink3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0:58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24 207 1024 0 0,'0'0'1732'0'0,"24"30"2187"0"0,-22-16-3589 0 0,0 0 1 0 0,-1 1 0 0 0,-1-1 0 0 0,0 1 0 0 0,-1-1 0 0 0,-1 1 0 0 0,0-1 0 0 0,-1 0 0 0 0,0 0-1 0 0,-7 16 1 0 0,-4 14 2114 0 0,6-65-2244 0 0,7 19-180 0 0,0 0 0 0 0,0 0 0 0 0,0 0 0 0 0,0 0 0 0 0,0 0 0 0 0,0 0 0 0 0,0 0 1 0 0,1-1-1 0 0,-1 1 0 0 0,1 0 0 0 0,0 0 0 0 0,0-1 0 0 0,0-1 0 0 0,1-31 138 0 0,2 1-1 0 0,12-59 0 0 0,-11 81-151 0 0,0 0 0 0 0,0 0-1 0 0,1 0 1 0 0,0 1 0 0 0,1 0 0 0 0,1 0-1 0 0,-1 0 1 0 0,2 1 0 0 0,0 0 0 0 0,0 0 0 0 0,12-10-1 0 0,-7 8-14 0 0,0 2 1 0 0,0 0-1 0 0,1 0 0 0 0,0 1 0 0 0,1 1 0 0 0,0 0 0 0 0,0 1 0 0 0,1 1 0 0 0,28-7 1 0 0,-43 12 3 0 0,1 0 0 0 0,-1 1 0 0 0,1 0 0 0 0,-1-1 0 0 0,1 1 0 0 0,0 0 0 0 0,-1 0 0 0 0,1 0 0 0 0,-1 0 0 0 0,1 0 0 0 0,0 0 0 0 0,-1 0 0 0 0,1 0 0 0 0,-1 1 0 0 0,1-1 0 0 0,-1 1 0 0 0,1-1 0 0 0,-1 1 0 0 0,1 0 0 0 0,-1-1 0 0 0,0 1 0 0 0,1 0 0 0 0,-1 0 0 0 0,0 0 0 0 0,0 0 0 0 0,1 0 0 0 0,-1 0 0 0 0,0 0 0 0 0,0 1 0 0 0,0-1 0 0 0,0 0 0 0 0,-1 1 0 0 0,1-1 0 0 0,0 0 0 0 0,0 1 0 0 0,-1-1 0 0 0,1 1 0 0 0,-1-1 0 0 0,1 1 0 0 0,-1-1 0 0 0,0 4 0 0 0,1 1-2 0 0,0 0-1 0 0,-1 1 1 0 0,0-1-1 0 0,-1 0 1 0 0,1 0-1 0 0,-1 0 1 0 0,0 0-1 0 0,-1 0 1 0 0,-2 7 0 0 0,-4 7-14 0 0,-2-1 1 0 0,0-1 0 0 0,-20 28 0 0 0,24-37 1 0 0,5-9 4 0 0,0 1 0 0 0,1 0 0 0 0,-1 0 0 0 0,1 0 0 0 0,-1 0 0 0 0,1 0 0 0 0,-1 0 0 0 0,1 0 0 0 0,0 0 0 0 0,0 0 0 0 0,-1 0 0 0 0,1 0 0 0 0,0 0 0 0 0,0 1 0 0 0,0-1 0 0 0,0 0 0 0 0,0 0 0 0 0,0 0 0 0 0,1 0-1 0 0,-1 0 1 0 0,0 0 0 0 0,0 0 0 0 0,1 0 0 0 0,-1 0 0 0 0,1 0 0 0 0,-1 0 0 0 0,1 0 0 0 0,-1 0 0 0 0,1 0 0 0 0,0 0 0 0 0,-1-1 0 0 0,1 1 0 0 0,0 0 0 0 0,0 0 0 0 0,-1-1 0 0 0,1 1 0 0 0,0 0 0 0 0,0-1 0 0 0,0 1 0 0 0,0-1 0 0 0,0 1 0 0 0,0-1 0 0 0,0 1 0 0 0,0-1 0 0 0,0 0 0 0 0,0 0 0 0 0,0 1 0 0 0,2-1 0 0 0,10 3-20 0 0,0 1 0 0 0,0-2 0 0 0,16 2 0 0 0,-13-2-51 0 0,-13-2 62 0 0,-1 0 0 0 0,1 0 0 0 0,-1 1 0 0 0,1-1 0 0 0,-1 1 0 0 0,1-1 0 0 0,-1 1 0 0 0,0 0 0 0 0,1 0 0 0 0,-1 0 0 0 0,0 0 1 0 0,0 1-1 0 0,0-1 0 0 0,0 1 0 0 0,0-1 0 0 0,0 1 0 0 0,0 0 0 0 0,0-1 0 0 0,-1 1 0 0 0,1 0 0 0 0,-1 0 0 0 0,1 0 0 0 0,-1 1 0 0 0,0-1 0 0 0,0 0 0 0 0,0 0 0 0 0,0 1 0 0 0,0-1 1 0 0,0 3-1 0 0,-1-2 12 0 0,0 1 1 0 0,0-1 0 0 0,-1 0-1 0 0,1 0 1 0 0,-1 1-1 0 0,0-1 1 0 0,0 0 0 0 0,0 0-1 0 0,-1 0 1 0 0,1 0 0 0 0,-1 0-1 0 0,1-1 1 0 0,-1 1 0 0 0,0 0-1 0 0,0-1 1 0 0,0 1 0 0 0,-1-1-1 0 0,1 0 1 0 0,0 0-1 0 0,-1 0 1 0 0,-5 4 0 0 0,-4 2 125 0 0,0 0 0 0 0,0 0 1 0 0,-1-2-1 0 0,0 1 0 0 0,-1-2 1 0 0,1 1-1 0 0,-1-2 0 0 0,0 0 1 0 0,0-1-1 0 0,0 0 1 0 0,-29 1-1 0 0,42-4-37 0 0,-33-6-809 0 0,29-2 196 0 0,-2-15-6303 0 0</inkml:trace>
</inkml:ink>
</file>

<file path=ppt/ink/ink3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0:58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368 43 292 0 0,'1'0'352'0'0,"0"-1"0"0"0,-1 0 0 0 0,1 0 0 0 0,-1 0 0 0 0,1 0-1 0 0,0 0 1 0 0,-1 0 0 0 0,0 0 0 0 0,1 0 0 0 0,-1 0 0 0 0,0-1 0 0 0,1 1 0 0 0,-1 0 0 0 0,0 0 0 0 0,0-2 0 0 0,-2 1-205 0 0,-1-1 1 0 0,0 1 0 0 0,0 0 0 0 0,0 0 0 0 0,0 0 0 0 0,0 0-1 0 0,0 1 1 0 0,0-1 0 0 0,-1 1 0 0 0,1 0 0 0 0,0 0 0 0 0,-1 0-1 0 0,1 0 1 0 0,-1 0 0 0 0,1 1 0 0 0,-1 0 0 0 0,1 0 0 0 0,-1 0 0 0 0,0 0-1 0 0,1 0 1 0 0,-1 1 0 0 0,1-1 0 0 0,-6 3 0 0 0,-12 2 219 0 0,0 1 1 0 0,-35 16-1 0 0,43-16-118 0 0,-6 2 32 0 0,0 1 0 0 0,0 1 1 0 0,0 0-1 0 0,1 2 0 0 0,-27 22 1 0 0,41-31-221 0 0,0 1 0 0 0,1 0 1 0 0,-1 0-1 0 0,1 0 1 0 0,0 0-1 0 0,0 1 1 0 0,0 0-1 0 0,1-1 0 0 0,-1 1 1 0 0,1 0-1 0 0,0 0 1 0 0,-1 7-1 0 0,2-9-27 0 0,1 1-1 0 0,0 0 1 0 0,0 0 0 0 0,0 0-1 0 0,1-1 1 0 0,-1 1-1 0 0,1 0 1 0 0,0-1 0 0 0,0 1-1 0 0,0 0 1 0 0,0-1 0 0 0,1 1-1 0 0,-1-1 1 0 0,1 1-1 0 0,0-1 1 0 0,0 0 0 0 0,0 0-1 0 0,1 0 1 0 0,3 4 0 0 0,3 2 15 0 0,0-1 0 0 0,0 0 0 0 0,1-1 0 0 0,0 0 0 0 0,1-1 0 0 0,0 0 0 0 0,0 0 0 0 0,0-1 0 0 0,0-1 1 0 0,1 0-1 0 0,0 0 0 0 0,0-1 0 0 0,17 2 0 0 0,17 1-216 0 0,1-2 0 0 0,51-2 0 0 0,-12-10-2564 0 0,-83 8 1951 0 0</inkml:trace>
</inkml:ink>
</file>

<file path=ppt/ink/ink3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1:03.8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6 132 0 0,'-8'-6'8381'0'0,"-43"182"-5746"0"0,50-174-2588 0 0,1-1-31 0 0,-1 0 1 0 0,1 0-1 0 0,0-1 0 0 0,-1 1 1 0 0,1 0-1 0 0,0 0 0 0 0,0 0 1 0 0,0 0-1 0 0,0 0 0 0 0,0 0 1 0 0,0 0-1 0 0,0 0 0 0 0,0-1 1 0 0,0 1-1 0 0,0 0 0 0 0,0 0 1 0 0,0 0-1 0 0,1 0 0 0 0,-1 0 0 0 0,0 0 1 0 0,1-1-1 0 0,-1 1 0 0 0,1 0 1 0 0,-1 0-1 0 0,1 0 0 0 0,0 0 1 0 0,10-3 23 0 0,0-1 0 0 0,0 0 0 0 0,0-1 0 0 0,0 0 0 0 0,13-8 1 0 0,-12 6-4 0 0,0 1 0 0 0,0 0-1 0 0,0 1 1 0 0,0 0 0 0 0,25-4 0 0 0,-32 7-31 0 0,-1 1-1 0 0,1 0 0 0 0,-1 0 0 0 0,0 0 0 0 0,1 1 0 0 0,-1-1 0 0 0,1 1 1 0 0,-1 0-1 0 0,0 0 0 0 0,0 1 0 0 0,1-1 0 0 0,-1 1 0 0 0,0 0 0 0 0,0 0 1 0 0,-1 0-1 0 0,8 6 0 0 0,-11-8-4 0 0,1 1 0 0 0,0 0-1 0 0,0 0 1 0 0,0 0 0 0 0,0-1 0 0 0,-1 1 0 0 0,1 0 0 0 0,-1 0 0 0 0,1 0 0 0 0,0 0 0 0 0,-1 0 0 0 0,0 0-1 0 0,1 1 1 0 0,-1-1 0 0 0,0 0 0 0 0,1 0 0 0 0,-1 0 0 0 0,0 0 0 0 0,0 0 0 0 0,0 1 0 0 0,0-1-1 0 0,0 0 1 0 0,0 0 0 0 0,0 0 0 0 0,0 0 0 0 0,-1 0 0 0 0,0 2 0 0 0,0 1 17 0 0,-1-1 1 0 0,1 0-1 0 0,-1 0 0 0 0,0 0 1 0 0,0 0-1 0 0,-1 0 0 0 0,1-1 1 0 0,-1 1-1 0 0,-3 2 0 0 0,0 1-656 0 0,-1 0 0 0 0,0-1-1 0 0,-1-1 1 0 0,1 1 0 0 0,-1-1 0 0 0,0 0-1 0 0,-9 3 1 0 0,7-6-2121 0 0</inkml:trace>
</inkml:ink>
</file>

<file path=ppt/ink/ink3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1:04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52 956 0 0,'-3'-14'2112'0'0,"2"0"-328"0"0,-1 3 209 0 0,-1-2-1357 0 0</inkml:trace>
</inkml:ink>
</file>

<file path=ppt/ink/ink3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1:04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45 620 0 0,'5'-39'8377'0'0,"-7"38"-8293"0"0,-1 0-1 0 0,1 0 1 0 0,-1 1 0 0 0,0-1-1 0 0,1 1 1 0 0,-1-1 0 0 0,0 1 0 0 0,1 0-1 0 0,-1 0 1 0 0,0 0 0 0 0,0 0-1 0 0,1 1 1 0 0,-1-1 0 0 0,0 1-1 0 0,1-1 1 0 0,-1 1 0 0 0,1 0 0 0 0,-1 0-1 0 0,1 0 1 0 0,-1 0 0 0 0,1 1-1 0 0,-3 1 1 0 0,-5 2 46 0 0,0 1-1 0 0,0 0 0 0 0,1 0 1 0 0,-13 12-1 0 0,17-14-56 0 0,1 1 1 0 0,0 1-1 0 0,0-1 0 0 0,0 0 0 0 0,1 1 1 0 0,0 0-1 0 0,-4 9 0 0 0,6-14 30 0 0,2 0-55 0 0,1 1-34 0 0,-1-1 0 0 0,0 0 0 0 0,1 1 0 0 0,-1-1 0 0 0,1 0 0 0 0,-1 0-1 0 0,1 0 1 0 0,0 0 0 0 0,0 0 0 0 0,-1-1 0 0 0,1 1 0 0 0,0 0 0 0 0,0-1 0 0 0,3 1 0 0 0,47-8 183 0 0,17-1-474 0 0,-65 8-602 0 0,1 0 1 0 0,-1 1 0 0 0,1 0 0 0 0,-1 0 0 0 0,1 0 0 0 0,-1 0 0 0 0,8 4 0 0 0,-1 0-2164 0 0</inkml:trace>
</inkml:ink>
</file>

<file path=ppt/ink/ink3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1:07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82 180 1020 0 0,'8'-17'4340'0'0,"-2"16"-837"0"0,4 38-2096 0 0,1 28-873 0 0,0-7 65 0 0,-2 1 0 0 0,0 62 1 0 0,-13-81 1045 0 0,3-39-777 0 0,-4-4-611 0 0,-5-5-161 0 0,0 0-1 0 0,1-1 1 0 0,0 0-1 0 0,0-1 1 0 0,1 0-1 0 0,0 0 1 0 0,1-1-1 0 0,0 0 1 0 0,1 0-1 0 0,0-1 1 0 0,1 0-1 0 0,0 0 1 0 0,0 0-1 0 0,-2-14 1 0 0,0 0-34 0 0,1 0 0 0 0,2 0 0 0 0,0 0 0 0 0,2 0 0 0 0,1 0 0 0 0,2-34 1 0 0,-1 53-89 0 0,1 0-1 0 0,0 1 1 0 0,0-1 0 0 0,0 1 0 0 0,1-1 0 0 0,0 1 0 0 0,0 0 0 0 0,0 0 0 0 0,1-1 0 0 0,0 2 0 0 0,0-1 0 0 0,1 0 0 0 0,0 1 0 0 0,0-1 0 0 0,0 1 0 0 0,0 0 0 0 0,1 0 0 0 0,0 1 0 0 0,0 0 0 0 0,0-1 0 0 0,1 2 0 0 0,-1-1 0 0 0,1 1-1 0 0,0-1 1 0 0,0 2 0 0 0,0-1 0 0 0,0 1 0 0 0,1 0 0 0 0,-1 0 0 0 0,12-2 0 0 0,-8 3-70 0 0,1 0 0 0 0,0 1 0 0 0,0-1 0 0 0,0 2 0 0 0,-1 0 0 0 0,1 0 0 0 0,0 1 0 0 0,0 1 0 0 0,-1-1 0 0 0,15 7 0 0 0,-19-7-8 0 0,1 1 0 0 0,-1 0 1 0 0,1 1-1 0 0,-1-1 1 0 0,0 1-1 0 0,-1 0 0 0 0,1 1 1 0 0,-1-1-1 0 0,0 1 1 0 0,0 0-1 0 0,0 1 1 0 0,0-1-1 0 0,-1 1 0 0 0,0 0 1 0 0,0 0-1 0 0,4 11 1 0 0,-7-15 95 0 0,-1-1 0 0 0,1 1 1 0 0,-1 0-1 0 0,0 0 1 0 0,1 0-1 0 0,-1 0 0 0 0,0 0 1 0 0,0 0-1 0 0,0 0 1 0 0,-1 0-1 0 0,1 0 0 0 0,0 0 1 0 0,-1 0-1 0 0,1-1 1 0 0,-1 1-1 0 0,0 0 1 0 0,1 0-1 0 0,-1 0 0 0 0,0-1 1 0 0,0 1-1 0 0,0 0 1 0 0,0-1-1 0 0,-1 1 0 0 0,1-1 1 0 0,0 1-1 0 0,-1-1 1 0 0,1 0-1 0 0,-1 0 0 0 0,1 1 1 0 0,-1-1-1 0 0,-2 1 1 0 0,-35 18-1570 0 0,14-11-3145 0 0,18-7 2454 0 0,-1 1-437 0 0</inkml:trace>
</inkml:ink>
</file>

<file path=ppt/ink/ink3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1:07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23 596 0 0,'5'-1'390'0'0,"0"-1"0"0"0,0 1 0 0 0,0-1 0 0 0,0 1 0 0 0,1 1 0 0 0,-1-1 0 0 0,0 1 0 0 0,1 0 0 0 0,-1 0 0 0 0,0 1 0 0 0,1-1 0 0 0,-1 1 1 0 0,0 1-1 0 0,0-1 0 0 0,0 1 0 0 0,0-1 0 0 0,0 1 0 0 0,9 6 0 0 0,-12-7-328 0 0,-1 1 1 0 0,0 0-1 0 0,0 0 1 0 0,1-1-1 0 0,-1 1 1 0 0,0 0 0 0 0,-1 0-1 0 0,1 0 1 0 0,0 0-1 0 0,-1 0 1 0 0,1 1-1 0 0,-1-1 1 0 0,1 0-1 0 0,-1 0 1 0 0,0 0-1 0 0,0 0 1 0 0,0 0 0 0 0,0 0-1 0 0,-1 1 1 0 0,1-1-1 0 0,-1 2 1 0 0,-12 44 705 0 0,13-48-751 0 0,0 1 1 0 0,0-1-1 0 0,0 1 1 0 0,0-1-1 0 0,0 1 0 0 0,0-1 1 0 0,0 1-1 0 0,-1-1 1 0 0,1 1-1 0 0,0 0 1 0 0,0-1-1 0 0,0 1 0 0 0,0-1 1 0 0,-1 0-1 0 0,1 1 1 0 0,0-1-1 0 0,-1 1 0 0 0,1-1 1 0 0,0 1-1 0 0,-1-1 1 0 0,1 0-1 0 0,0 1 1 0 0,-1-1-1 0 0,1 0 0 0 0,-1 1 1 0 0,1-1-1 0 0,0 0 1 0 0,-1 1-1 0 0,1-1 0 0 0,-1 0 1 0 0,1 0-1 0 0,-1 0 1 0 0,1 1-1 0 0,-1-1 1 0 0,0 0-1 0 0,4-20 53 0 0,3 12-138 0 0,1-1 0 0 0,-1 1 0 0 0,1 0 0 0 0,0 1 0 0 0,1 0 1 0 0,0 0-1 0 0,15-10 0 0 0,-13 9-11 0 0,-3 3 15 0 0,-1 0 0 0 0,1 0 0 0 0,0 1 1 0 0,0-1-1 0 0,1 2 0 0 0,-1-1 1 0 0,1 1-1 0 0,14-4 0 0 0,-20 7-12 0 0,24 6-223 0 0,7 37-116 0 0,-2-2 36 0 0,-29-39 388 0 0,0 0-1 0 0,0-1 0 0 0,1 1 1 0 0,-1 0-1 0 0,0-1 1 0 0,1 0-1 0 0,-1 0 0 0 0,1 1 1 0 0,-1-1-1 0 0,1-1 1 0 0,-1 1-1 0 0,1 0 1 0 0,0-1-1 0 0,0 1 0 0 0,-1-1 1 0 0,4 0-1 0 0,-5 0 44 0 0,1 0 1 0 0,0 0-1 0 0,-1 0 0 0 0,1-1 0 0 0,-1 1 0 0 0,1 0 1 0 0,-1-1-1 0 0,0 0 0 0 0,1 1 0 0 0,-1-1 1 0 0,1 0-1 0 0,-1 0 0 0 0,0 1 0 0 0,0-1 0 0 0,1 0 1 0 0,-1 0-1 0 0,0 0 0 0 0,0-1 0 0 0,0 1 1 0 0,0 0-1 0 0,0 0 0 0 0,0-1 0 0 0,-1 1 0 0 0,2-3 1 0 0,8-32 1467 0 0,-10 34-1296 0 0,-2-3 18 0 0,2 2-241 0 0,0 0-1 0 0,-1 0 0 0 0,0 0 1 0 0,0 0-1 0 0,0 0 0 0 0,0 0 1 0 0,0 0-1 0 0,-1 0 0 0 0,1 1 1 0 0,-1-1-1 0 0,-2-2 0 0 0,3 4-437 0 0,-3-1 688 0 0</inkml:trace>
</inkml:ink>
</file>

<file path=ppt/ink/ink3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1:08.2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132 147 712 0 0,'0'0'817'0'0,"-5"1"-74"0"0,2 0-624 0 0,1 0 0 0 0,0 0 1 0 0,-1 0-1 0 0,1 0 1 0 0,0 0-1 0 0,0 0 1 0 0,0 0-1 0 0,0 1 0 0 0,0-1 1 0 0,0 1-1 0 0,0 0 1 0 0,0-1-1 0 0,0 1 1 0 0,1 0-1 0 0,-1 0 1 0 0,1 0-1 0 0,-1 0 0 0 0,1 0 1 0 0,0 1-1 0 0,0-1 1 0 0,0 0-1 0 0,0 0 1 0 0,0 1-1 0 0,1-1 0 0 0,-1 1 1 0 0,1-1-1 0 0,-1 1 1 0 0,1 3-1 0 0,0-3 60 0 0,-1 1 0 0 0,1 0 0 0 0,0 0-1 0 0,0 0 1 0 0,0-1 0 0 0,1 1 0 0 0,0 0-1 0 0,-1 0 1 0 0,1-1 0 0 0,0 1 0 0 0,1 0-1 0 0,-1-1 1 0 0,1 1 0 0 0,3 6 2277 0 0,9-31-1566 0 0,-12 19-801 0 0,-1 0-1 0 0,1 0 1 0 0,0 0-1 0 0,-1-1 1 0 0,0 1-1 0 0,1-1 0 0 0,-1 1 1 0 0,0-1-1 0 0,0 1 1 0 0,-1-1-1 0 0,1 0 1 0 0,0 0-1 0 0,-1-5 1 0 0,1-5 223 0 0,-1 0 1 0 0,0-1 0 0 0,-1 1 0 0 0,-1 0 0 0 0,0 0 0 0 0,-7-22 0 0 0,7 28-347 0 0,-1 0 1 0 0,0 0-1 0 0,0 0 1 0 0,-1 1-1 0 0,1 0 1 0 0,-1-1-1 0 0,-1 1 0 0 0,1 0 1 0 0,-1 1-1 0 0,0-1 1 0 0,0 1-1 0 0,-12-8 1 0 0,15 11-554 0 0,-1 2 254 0 0,0 0 0 0 0,0 0 1 0 0,1 0-1 0 0,-1 0 0 0 0,0 1 0 0 0,0-1 0 0 0,1 1 1 0 0,-1-1-1 0 0,0 1 0 0 0,1 0 0 0 0,-4 2 0 0 0,-5 6-4032 0 0</inkml:trace>
</inkml:ink>
</file>

<file path=ppt/ink/ink3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1:08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1 628 0 0,'0'0'1356'0'0,"8"46"2583"0"0,-8-44-3806 0 0,1 0 0 0 0,0-1 1 0 0,0 1-1 0 0,-1 0 0 0 0,1 0 0 0 0,1 0 0 0 0,-1 0 0 0 0,0-1 0 0 0,0 1 0 0 0,1-1 1 0 0,-1 1-1 0 0,0-1 0 0 0,1 1 0 0 0,0-1 0 0 0,-1 0 0 0 0,1 0 0 0 0,2 2 0 0 0,-3-3 79 0 0,4-1-108 0 0,-1 0 0 0 0,1 0 0 0 0,-1-1 0 0 0,0 1 0 0 0,1-1 0 0 0,-1 0 0 0 0,4-3 0 0 0,37-29 1781 0 0,-44 33-1639 0 0,1-2-18 0 0,-1 3-232 0 0,-1-1 1 0 0,0 1-1 0 0,0-1 1 0 0,1 1 0 0 0,-1-1-1 0 0,0 1 1 0 0,0 0-1 0 0,1-1 1 0 0,-1 1 0 0 0,1-1-1 0 0,-1 1 1 0 0,0 0-1 0 0,1-1 1 0 0,-1 1 0 0 0,1 0-1 0 0,-1-1 1 0 0,1 1-1 0 0,-1 0 1 0 0,0 0 0 0 0,1 0-1 0 0,-1-1 1 0 0,1 1-1 0 0,0 0 1 0 0,-1 0 0 0 0,1 0-1 0 0,-1 0 1 0 0,1 0 0 0 0,-1 0-1 0 0,1 0 1 0 0,6 9-424 0 0,0 2-1195 0 0,2-1-3341 0 0,-1-1 2371 0 0</inkml:trace>
</inkml:ink>
</file>

<file path=ppt/ink/ink3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1:09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26 318 560 0 0,'0'0'811'0'0,"-1"0"-656"0"0,0-1 0 0 0,0 1 0 0 0,0 0 1 0 0,0 0-1 0 0,0 0 0 0 0,0-1 0 0 0,0 1 0 0 0,0 0 0 0 0,0 0 1 0 0,0 1-1 0 0,-1-1 0 0 0,1 0 0 0 0,0 0 0 0 0,0 0 1 0 0,0 1-1 0 0,0-1 0 0 0,0 0 0 0 0,0 1 0 0 0,-1 0 0 0 0,1 2-26 0 0,0 1 1 0 0,1-1-1 0 0,-1 1 0 0 0,1-1 0 0 0,-1 1 0 0 0,1 0 0 0 0,0-1 0 0 0,0 1 0 0 0,1-1 0 0 0,-1 1 0 0 0,1-1 0 0 0,0 1 0 0 0,0-1 0 0 0,0 1 0 0 0,0-1 0 0 0,0 0 1 0 0,1 1-1 0 0,0-1 0 0 0,2 4 0 0 0,-2-5-111 0 0,0 0 0 0 0,0 0 0 0 0,0 0 0 0 0,-1-1 0 0 0,1 1 0 0 0,1-1 0 0 0,-1 1 0 0 0,0-1 0 0 0,0 0 0 0 0,1 0 0 0 0,-1 0 0 0 0,0 0 0 0 0,1 0 0 0 0,-1-1 0 0 0,1 1 0 0 0,-1-1 0 0 0,1 1 0 0 0,-1-1 0 0 0,1 0 0 0 0,-1 0 0 0 0,1 0 0 0 0,-1 0 0 0 0,1-1 0 0 0,-1 1 1 0 0,1-1-1 0 0,-1 1 0 0 0,1-1 0 0 0,-1 0 0 0 0,3-2 0 0 0,8-2 80 0 0,0-2 0 0 0,-1 0 1 0 0,0 0-1 0 0,-1-1 0 0 0,0-1 0 0 0,0 0 1 0 0,-1 0-1 0 0,0-1 0 0 0,0 0 1 0 0,-1-1-1 0 0,-1 0 0 0 0,1 0 1 0 0,9-20-1 0 0,-3 1 414 0 0,0 0 0 0 0,-3-1 0 0 0,0-1 0 0 0,10-45 0 0 0,-21 74-397 0 0,-1 0 0 0 0,1 0 0 0 0,-1 0 0 0 0,1 0 0 0 0,-1 0 0 0 0,0 0 0 0 0,-1 0 0 0 0,1 0 0 0 0,0 0-1 0 0,-1 0 1 0 0,1 0 0 0 0,-1 0 0 0 0,0 0 0 0 0,0 1 0 0 0,0-1 0 0 0,0 0 0 0 0,-1 0 0 0 0,1 1 0 0 0,-3-4 0 0 0,2 5 38 0 0,-24 46 51 0 0,24-34-180 0 0,0 1 1 0 0,0-1 0 0 0,1 1-1 0 0,1 0 1 0 0,0-1-1 0 0,0 1 1 0 0,1 0 0 0 0,1-1-1 0 0,0 1 1 0 0,6 19 0 0 0,-2-11 1 0 0,1 0 1 0 0,1-1 0 0 0,1 0 0 0 0,1 0-1 0 0,13 17 1 0 0,-21-33 1 0 0,0 0 0 0 0,1 0 0 0 0,0 0 0 0 0,-1 0 0 0 0,1 0 1 0 0,0-1-1 0 0,0 1 0 0 0,1-1 0 0 0,4 3 0 0 0,9-1-9032 0 0</inkml:trace>
</inkml:ink>
</file>

<file path=ppt/ink/ink3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1:09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1092 0 0,'0'0'1240'0'0,"0"-11"2993"0"0,0-4-1901 0 0,5 5-2164 0 0</inkml:trace>
</inkml:ink>
</file>

<file path=ppt/ink/ink3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1:10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53 204 0 0,'0'0'2356'0'0,"1"-11"-595"0"0,-3 5 1374 0 0,1 5-2980 0 0,0-1 72 0 0,0 0 0 0 0,0 0-1 0 0,0 0 1 0 0,0 0 0 0 0,0 0-1 0 0,0 0 1 0 0,-1 0 0 0 0,1 1 0 0 0,-1-1-1 0 0,1 0 1 0 0,-1 1 0 0 0,0-1 0 0 0,0 1-1 0 0,1 0 1 0 0,-1 0 0 0 0,0 0-1 0 0,0 0 1 0 0,0 0 0 0 0,0 0 0 0 0,-1 0-1 0 0,1 1 1 0 0,-4-2 0 0 0,5 2 228 0 0,0 0-427 0 0,-1 0-1 0 0,1 0 1 0 0,-1-1-1 0 0,1 1 1 0 0,0 1-1 0 0,-1-1 1 0 0,1 0-1 0 0,0 0 0 0 0,-1 0 1 0 0,1 1-1 0 0,0-1 1 0 0,-1 1-1 0 0,1-1 1 0 0,0 1-1 0 0,-1-1 1 0 0,1 1-1 0 0,0 0 1 0 0,0 0-1 0 0,0 0 1 0 0,0-1-1 0 0,0 1 1 0 0,0 0-1 0 0,0 0 1 0 0,0 0-1 0 0,-1 3 1 0 0,-27 27 465 0 0,28-30-480 0 0,0 0-7 0 0,-1 1 0 0 0,1 0 1 0 0,0 0-1 0 0,0 0 0 0 0,0 0 0 0 0,0 1 1 0 0,0-1-1 0 0,0 0 0 0 0,1 0 0 0 0,-1 0 1 0 0,1 1-1 0 0,-1-1 0 0 0,1 0 1 0 0,0 1-1 0 0,0-1 0 0 0,0 0 0 0 0,0 1 1 0 0,1 3-1 0 0,0-5-20 0 0,-1 1 1 0 0,0-1 0 0 0,1 0-1 0 0,-1 0 1 0 0,1 0 0 0 0,-1 1 0 0 0,1-1-1 0 0,0 0 1 0 0,0 0 0 0 0,-1 0-1 0 0,1 0 1 0 0,0 0 0 0 0,0 0-1 0 0,0 0 1 0 0,0-1 0 0 0,0 1-1 0 0,0 0 1 0 0,0 0 0 0 0,0-1-1 0 0,0 1 1 0 0,0-1 0 0 0,1 1-1 0 0,-1-1 1 0 0,0 1 0 0 0,0-1 0 0 0,1 0-1 0 0,-1 1 1 0 0,0-1 0 0 0,0 0-1 0 0,1 0 1 0 0,-1 0 0 0 0,0 0-1 0 0,3-1 1 0 0,7-1-47 0 0,0-1 0 0 0,0-1 1 0 0,0 0-1 0 0,-1 0 0 0 0,0-1 1 0 0,18-11-1 0 0,43-19-205 0 0,-62 31 250 0 0,-6 3-8 0 0,0-1 1 0 0,0 1-1 0 0,0 0 0 0 0,1 0 1 0 0,-1 0-1 0 0,0 0 1 0 0,1 1-1 0 0,-1-1 0 0 0,0 1 1 0 0,1 0-1 0 0,-1 0 0 0 0,0 0 1 0 0,5 1-1 0 0,-5 0 3 0 0,-1 2 72 0 0,1-1 0 0 0,-1 0 0 0 0,1 1 0 0 0,0-1 0 0 0,0 0 0 0 0,0 0 0 0 0,0-1 0 0 0,0 1 0 0 0,1-1 0 0 0,3 2 0 0 0,26 1-1286 0 0,-16-5-5722 0 0</inkml:trace>
</inkml:ink>
</file>

<file path=ppt/ink/ink3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1:10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46 224 0 0,'0'0'1328'0'0,"6"-13"1044"0"0,-1 3-1336 0 0,1 5 717 0 0,10-6-1101 0 0,-9 10 44 0 0,15-4-1224 0 0</inkml:trace>
</inkml:ink>
</file>

<file path=ppt/ink/ink3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1:13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0 512 840 0 0,'0'0'6117'0'0,"32"-13"-2370"0"0,-9 0-3405 0 0,-1-1 0 0 0,-1-1-1 0 0,0-1 1 0 0,-1-1-1 0 0,20-20 1 0 0,80-103 692 0 0,-107 123-883 0 0,-8 12-130 0 0,-1 0 1 0 0,0-1 0 0 0,-1 1 0 0 0,1-1 0 0 0,-1 0-1 0 0,0 0 1 0 0,-1 0 0 0 0,0 0 0 0 0,1-1-1 0 0,-2 1 1 0 0,3-11 0 0 0,-5 16-28 0 0,1 0-1 0 0,0 1 1 0 0,0-1-1 0 0,0 0 1 0 0,-1 1-1 0 0,1-1 1 0 0,0 0 0 0 0,-1 1-1 0 0,1-1 1 0 0,-1 1-1 0 0,1-1 1 0 0,-1 1-1 0 0,1-1 1 0 0,-1 1 0 0 0,1-1-1 0 0,-1 1 1 0 0,1-1-1 0 0,-1 1 1 0 0,1 0-1 0 0,-1-1 1 0 0,0 1 0 0 0,1 0-1 0 0,-1 0 1 0 0,0-1-1 0 0,1 1 1 0 0,-1 0 0 0 0,0 0-1 0 0,1 0 1 0 0,-1 0-1 0 0,0 0 1 0 0,1 0-1 0 0,-1 0 1 0 0,0 0 0 0 0,-1 0-1 0 0,-27 4-263 0 0,27-4 221 0 0,-1 0 1 0 0,1 1-1 0 0,0-1 0 0 0,0 1 0 0 0,0 0 0 0 0,0-1 0 0 0,0 1 1 0 0,0 0-1 0 0,0 0 0 0 0,0 1 0 0 0,0-1 0 0 0,0 0 0 0 0,0 0 1 0 0,1 1-1 0 0,-1 0 0 0 0,0-1 0 0 0,1 1 0 0 0,0 0 0 0 0,-1-1 0 0 0,1 1 1 0 0,0 0-1 0 0,0 0 0 0 0,-1 2 0 0 0,2-2-96 0 0,16 26-349 0 0,40 8 61 0 0,-44-29 270 0 0,1 1 1 0 0,-1 0-1 0 0,18 16 1 0 0,-21-15 10 0 0,0 2 1 0 0,-1-1-1 0 0,0 1 0 0 0,6 14 0 0 0,-8-15 64 0 0,0 0 0 0 0,1 0 1 0 0,-1-1-1 0 0,2 0 0 0 0,11 12 0 0 0,-15-19 83 0 0,-1 1 1 0 0,1-1-1 0 0,-1-1 1 0 0,1 1-1 0 0,0 0 1 0 0,0-1-1 0 0,0 0 1 0 0,0 0-1 0 0,0 0 1 0 0,0 0-1 0 0,0-1 1 0 0,0 1-1 0 0,0-1 1 0 0,0 0-1 0 0,0 0 1 0 0,0-1-1 0 0,0 1 0 0 0,0-1 1 0 0,0 0-1 0 0,0 0 1 0 0,0 0-1 0 0,0-1 1 0 0,0 1-1 0 0,0-1 1 0 0,-1 0-1 0 0,1 0 1 0 0,-1 0-1 0 0,4-4 1 0 0,7-3 109 0 0,-1-1 0 0 0,0-1 0 0 0,0 0 0 0 0,-1 0 0 0 0,15-20 0 0 0,29-47 2964 0 0,-55 76-2675 0 0,2-5-206 0 0,-4 15 29 0 0,-4 15 487 0 0,4-19-698 0 0,0-1 0 0 0,0 0-1 0 0,1 0 1 0 0,-1 0 0 0 0,1 0 0 0 0,0 1-1 0 0,0-1 1 0 0,0 0 0 0 0,0 0 0 0 0,1 0 0 0 0,-1 1-1 0 0,1-1 1 0 0,0 0 0 0 0,0 0 0 0 0,0 0-1 0 0,0 0 1 0 0,0 0 0 0 0,1 0 0 0 0,-1 0-1 0 0,1-1 1 0 0,3 5 0 0 0,-3-6-9 0 0,0 0 0 0 0,0 0 0 0 0,0 1 0 0 0,0-1 0 0 0,1-1 0 0 0,-1 1 0 0 0,0 0 0 0 0,1 0 0 0 0,-1-1 0 0 0,0 1 0 0 0,1-1 0 0 0,-1 0 0 0 0,1 0 0 0 0,-1 0 0 0 0,1 0 0 0 0,-1 0 0 0 0,1-1 0 0 0,-1 1 0 0 0,0-1 1 0 0,1 1-1 0 0,-1-1 0 0 0,0 0 0 0 0,1 0 0 0 0,-1 0 0 0 0,0 0 0 0 0,3-3 0 0 0,29-15-234 0 0,-20 11-22 0 0,-1 1-1 0 0,2 0 1 0 0,23-8 0 0 0,-30 13 137 0 0,-1 1 1 0 0,1 0-1 0 0,0 0 0 0 0,0 1 0 0 0,-1 0 0 0 0,1 0 0 0 0,10 2 0 0 0,32 0-284 0 0,-39-3 384 0 0,-1 0 0 0 0,1-1 1 0 0,-1-1-1 0 0,0 1 1 0 0,0-1-1 0 0,0-1 0 0 0,0 0 1 0 0,0-1-1 0 0,-1 0 0 0 0,10-6 1 0 0,-13 6 106 0 0,0-1 0 0 0,0 1 0 0 0,0-1-1 0 0,-1 0 1 0 0,0-1 0 0 0,-1 1 0 0 0,1-1 0 0 0,-1 0 0 0 0,0 0 0 0 0,-1 0 0 0 0,0-1 0 0 0,0 1 0 0 0,3-15 0 0 0,-2 10 36 0 0,10-54 463 0 0,-13 61-519 0 0,-1 1 0 0 0,1 0 1 0 0,-1 0-1 0 0,0-1 0 0 0,-1 1 0 0 0,1 0 0 0 0,-1 0 0 0 0,0-1 1 0 0,0 1-1 0 0,0 0 0 0 0,0 0 0 0 0,-4-7 0 0 0,3 9-23 0 0,-3 6-34 0 0,-1 1-18 0 0,0 1 1 0 0,1 0-1 0 0,0 1 1 0 0,0 0-1 0 0,0-1 1 0 0,1 1-1 0 0,0 1 1 0 0,0-1-1 0 0,1 1 1 0 0,0-1-1 0 0,0 1 1 0 0,1 0-1 0 0,0 0 1 0 0,0 0-1 0 0,1 1 1 0 0,0-1-1 0 0,0 0 1 0 0,1 0-1 0 0,0 1 1 0 0,0-1-1 0 0,1 0 1 0 0,2 9-1 0 0,-2-10-72 0 0,0-1 0 0 0,0 1 0 0 0,1 0 0 0 0,0-1 0 0 0,0 0 0 0 0,0 1 0 0 0,1-1 0 0 0,0 0-1 0 0,0 0 1 0 0,0-1 0 0 0,1 1 0 0 0,0-1 0 0 0,0 1 0 0 0,1-1 0 0 0,-1-1 0 0 0,1 1 0 0 0,0 0 0 0 0,0-1 0 0 0,1 0 0 0 0,-1 0-1 0 0,1-1 1 0 0,0 0 0 0 0,0 0 0 0 0,0 0 0 0 0,0-1 0 0 0,0 1 0 0 0,1-1 0 0 0,9 1 0 0 0,-10-3 158 0 0,0 0 0 0 0,1-1 0 0 0,-1 0 0 0 0,0 0 0 0 0,0-1 0 0 0,0 0 0 0 0,0 0 0 0 0,0 0 0 0 0,-1 0 0 0 0,1-1 0 0 0,-1 0 0 0 0,1 0 0 0 0,-1-1 0 0 0,0 1 0 0 0,0-1 1 0 0,6-7-1 0 0,-10 10 336 0 0,6-4 754 0 0,-7 5-1149 0 0,0 0 0 0 0,0-1 1 0 0,0 1-1 0 0,0 0 1 0 0,0-1-1 0 0,1 1 0 0 0,-1 0 1 0 0,0 0-1 0 0,0-1 1 0 0,0 1-1 0 0,1 0 1 0 0,-1 0-1 0 0,0 0 0 0 0,0-1 1 0 0,1 1-1 0 0,-1 0 1 0 0,0 0-1 0 0,1 0 0 0 0,-1 0 1 0 0,0 0-1 0 0,1-1 1 0 0,-1 1-1 0 0,0 0 1 0 0,1 0-1 0 0,-1 0 0 0 0,0 0 1 0 0,0 0-1 0 0,1 0 1 0 0,-1 0-1 0 0,0 0 0 0 0,1 0 1 0 0,-1 0-1 0 0,1 1 1 0 0,20 24-1195 0 0,2 2-1381 0 0,3-1-3407 0 0,-11-15 2756 0 0</inkml:trace>
</inkml:ink>
</file>

<file path=ppt/ink/ink3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1:13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23 676 0 0,'15'-22'9549'0'0,"-14"23"-9370"0"0,-1-1 1 0 0,1 1-1 0 0,0 0 0 0 0,0 0 0 0 0,-1 0 0 0 0,1 0 0 0 0,0 0 0 0 0,-1 0 0 0 0,1 0 0 0 0,-1 0 0 0 0,1 0 1 0 0,-1 0-1 0 0,0 0 0 0 0,1 0 0 0 0,-1 0 0 0 0,0 0 0 0 0,0 0 0 0 0,0 0 0 0 0,0 1 0 0 0,0-1 0 0 0,0 0 1 0 0,0 1-1 0 0,0 0 57 0 0,1 3-274 0 0,-2 0-1 0 0,1-1 1 0 0,0 1-1 0 0,-1 0 1 0 0,0 0-1 0 0,0 0 1 0 0,-1-1-1 0 0,-1 6 1 0 0,-10 10-3200 0 0</inkml:trace>
</inkml:ink>
</file>

<file path=ppt/ink/ink3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1:13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89 608 0 0,'20'-77'8689'0'0,"-19"75"-7842"0"0,5-8-609 0 0</inkml:trace>
</inkml:ink>
</file>

<file path=ppt/ink/ink3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1:14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0 100 0 0,'0'5'757'0'0,"-1"-1"-376"0"0,1 0-1 0 0,0 0 1 0 0,0 0-1 0 0,0 1 1 0 0,1-1-1 0 0,-1 0 1 0 0,1 0-1 0 0,0 0 1 0 0,1 0 0 0 0,-1 0-1 0 0,0 0 1 0 0,1 0-1 0 0,2 4 1 0 0,-3-7-51 0 0,10-1 577 0 0,-7 0-779 0 0,-1 1 1 0 0,1-1 0 0 0,-1-1-1 0 0,1 1 1 0 0,-1-1-1 0 0,1 1 1 0 0,-1-1-1 0 0,0 0 1 0 0,1 0 0 0 0,3-2-1 0 0,76-35 4788 0 0,-82 37-4735 0 0,12 2-1895 0 0,-11 1 1242 0 0,1 2 2 0 0,1 3-5290 0 0,2 5 2655 0 0</inkml:trace>
</inkml:ink>
</file>

<file path=ppt/ink/ink3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1:15.2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49 448 0 0,'0'0'1680'0'0,"-16"-41"3338"0"0,9 39-4893 0 0,1 0 0 0 0,-1 0 0 0 0,0 1 0 0 0,0 1 0 0 0,0-1 0 0 0,0 1 0 0 0,0 0-1 0 0,0 1 1 0 0,0-1 0 0 0,0 1 0 0 0,0 1 0 0 0,0-1 0 0 0,0 1 0 0 0,1 1 0 0 0,-1-1 0 0 0,1 1 0 0 0,-1 0 0 0 0,1 1 0 0 0,0-1 0 0 0,-6 6 0 0 0,11-8-115 0 0,0 1 1 0 0,0-1 0 0 0,0 1 0 0 0,0-1 0 0 0,0 1 0 0 0,1 0 0 0 0,-1-1 0 0 0,1 1 0 0 0,-1 0-1 0 0,1-1 1 0 0,-1 1 0 0 0,1 0 0 0 0,0 0 0 0 0,0-1 0 0 0,0 1 0 0 0,0 0 0 0 0,0 0 0 0 0,0 0 0 0 0,1-1-1 0 0,-1 1 1 0 0,1 0 0 0 0,-1-1 0 0 0,1 1 0 0 0,-1 0 0 0 0,1-1 0 0 0,0 1 0 0 0,0 0 0 0 0,0-1-1 0 0,0 1 1 0 0,0-1 0 0 0,2 3 0 0 0,39 44 104 0 0,-18-25-71 0 0,0 2 0 0 0,37 51 0 0 0,-53-65-64 0 0,-1 0 0 0 0,-1 0 1 0 0,0 1-1 0 0,0 0 0 0 0,-1 0 0 0 0,-1 0 0 0 0,0 1 0 0 0,-1-1 1 0 0,0 1-1 0 0,2 23 0 0 0,-5-32 23 0 0,0 0 1 0 0,0 1-1 0 0,-1-1 0 0 0,1 0 1 0 0,-1 0-1 0 0,0 1 0 0 0,0-1 1 0 0,-1 0-1 0 0,1 0 0 0 0,-1 0 1 0 0,0 0-1 0 0,0-1 1 0 0,0 1-1 0 0,0 0 0 0 0,-1-1 1 0 0,1 1-1 0 0,-1-1 0 0 0,0 0 1 0 0,0 0-1 0 0,0 0 0 0 0,-1 0 1 0 0,1-1-1 0 0,-1 1 0 0 0,1-1 1 0 0,-1 0-1 0 0,0 0 0 0 0,0 0 1 0 0,0 0-1 0 0,0-1 1 0 0,0 0-1 0 0,0 0 0 0 0,0 0 1 0 0,-1 0-1 0 0,1-1 0 0 0,-8 1 1 0 0,10-1 2 0 0,0 0 1 0 0,-1 0 0 0 0,1-1 0 0 0,0 1 0 0 0,0-1 0 0 0,0 1 0 0 0,0-1 0 0 0,-1 0-1 0 0,1 0 1 0 0,0 0 0 0 0,0 0 0 0 0,1 0 0 0 0,-1 0 0 0 0,0 0 0 0 0,0-1-1 0 0,0 1 1 0 0,1 0 0 0 0,-1-1 0 0 0,1 0 0 0 0,-1 1 0 0 0,1-1 0 0 0,0 0 0 0 0,0 0-1 0 0,0 0 1 0 0,0 0 0 0 0,0 0 0 0 0,0 0 0 0 0,0 0 0 0 0,0 0 0 0 0,1 0 0 0 0,-1 0-1 0 0,1-1 1 0 0,0 1 0 0 0,0 0 0 0 0,-1 0 0 0 0,1 0 0 0 0,1-4 0 0 0,-1-4-32 0 0,1 0 1 0 0,0 0 0 0 0,0 1 0 0 0,1-1 0 0 0,0 1 0 0 0,7-18 0 0 0,-2 13-26 0 0,0 1 0 0 0,1 0 0 0 0,1 1 1 0 0,0 0-1 0 0,0 0 0 0 0,1 1 0 0 0,1 0 1 0 0,0 1-1 0 0,0 0 0 0 0,1 0 0 0 0,0 2 1 0 0,1-1-1 0 0,0 2 0 0 0,0-1 0 0 0,24-8 1 0 0,-29 13 42 0 0,0 0 0 0 0,0 0 1 0 0,1 0-1 0 0,-1 2 1 0 0,0-1-1 0 0,1 1 0 0 0,-1 0 1 0 0,1 0-1 0 0,0 1 0 0 0,-1 0 1 0 0,1 1-1 0 0,-1 0 1 0 0,1 0-1 0 0,-1 1 0 0 0,0 0 1 0 0,1 1-1 0 0,-1 0 0 0 0,0 0 1 0 0,-1 0-1 0 0,1 1 1 0 0,0 0-1 0 0,-1 1 0 0 0,0 0 1 0 0,0 0-1 0 0,0 0 0 0 0,-1 1 1 0 0,0 0-1 0 0,11 13 1 0 0,14 27 237 0 0,-30-44 106 0 0,64-103 1001 0 0,-61 96-1514 0 0,3-4 20 0 0,0 0-1 0 0,2 0 1 0 0,12-12 0 0 0,-18 19-523 0 0,1-1 0 0 0,0 1 0 0 0,-1 0 0 0 0,1 0 0 0 0,0 0-1 0 0,0 0 1 0 0,0 1 0 0 0,6-2 0 0 0,5 0-1778 0 0</inkml:trace>
</inkml:ink>
</file>

<file path=ppt/ink/ink3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1:15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1 820 0 0,'0'0'4015'0'0,"-6"3"-3495"0"0,-9 4 86 0 0,1 1 1 0 0,0 1-1 0 0,0 0 0 0 0,-21 19 1 0 0,33-27-539 0 0,1 0 1 0 0,0 1-1 0 0,-1-1 1 0 0,1 1-1 0 0,0-1 1 0 0,0 1-1 0 0,0 0 1 0 0,0 0-1 0 0,0-1 1 0 0,0 1-1 0 0,1 0 1 0 0,-1 0-1 0 0,0 0 1 0 0,1 0-1 0 0,0 0 1 0 0,-1 0-1 0 0,1 0 1 0 0,0 0-1 0 0,0 2 1 0 0,0-3-32 0 0,1 0-1 0 0,0 1 1 0 0,-1-1 0 0 0,1 0 0 0 0,0 0 0 0 0,-1 0-1 0 0,1 0 1 0 0,0 1 0 0 0,0-1 0 0 0,0 0 0 0 0,0 0-1 0 0,0-1 1 0 0,0 1 0 0 0,0 0 0 0 0,1 0 0 0 0,-1 0-1 0 0,0-1 1 0 0,0 1 0 0 0,1-1 0 0 0,-1 1-1 0 0,0-1 1 0 0,1 1 0 0 0,-1-1 0 0 0,0 0 0 0 0,1 0-1 0 0,-1 0 1 0 0,3 0 0 0 0,18 3 5 0 0,1-2 0 0 0,23-2-1 0 0,14-3-6605 0 0,-44 3 4116 0 0</inkml:trace>
</inkml:ink>
</file>

<file path=ppt/ink/ink3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1:16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1 104 272 0 0,'14'-16'6607'0'0,"-13"16"-6534"0"0,0 1 1 0 0,0-1 0 0 0,0 0 0 0 0,0 1-1 0 0,0-1 1 0 0,0 1 0 0 0,0-1 0 0 0,0 1 0 0 0,0 0-1 0 0,0-1 1 0 0,0 1 0 0 0,0 0 0 0 0,-1-1-1 0 0,1 1 1 0 0,0 0 0 0 0,-1 0 0 0 0,1 0 0 0 0,-1 0-1 0 0,1 0 1 0 0,-1 0 0 0 0,1 0 0 0 0,-1 0-1 0 0,1 0 1 0 0,-1 0 0 0 0,0 0 0 0 0,0 0-1 0 0,1 0 1 0 0,-1 0 0 0 0,0 0 0 0 0,0 0 0 0 0,0 0-1 0 0,0 0 1 0 0,0 0 0 0 0,0 0 0 0 0,-1 1-1 0 0,1 0 1 0 0,0 1 125 0 0,-24 32 804 0 0,22-34-557 0 0,3-7-475 0 0,0 1 15 0 0,0-1-1 0 0,1 0 1 0 0,-1 1 0 0 0,1-1-1 0 0,0 1 1 0 0,1-1-1 0 0,0 1 1 0 0,-1 0-1 0 0,1 0 1 0 0,1 0 0 0 0,-1 0-1 0 0,7-6 1 0 0,1 0-34 0 0,0-1 0 0 0,1 2 1 0 0,23-18-1 0 0,-33 26 38 0 0,1 0 0 0 0,-1 1 0 0 0,1-1 0 0 0,-1 1 0 0 0,1-1 0 0 0,0 1 0 0 0,0 0 0 0 0,0 0 0 0 0,0 0 0 0 0,-1 0 0 0 0,1 1 0 0 0,0-1 0 0 0,0 1 1 0 0,0 0-1 0 0,1 0 0 0 0,-1 0 0 0 0,3 0 0 0 0,-4 1 4 0 0,0 0 1 0 0,0 0 0 0 0,1 0 0 0 0,-1 0-1 0 0,0 0 1 0 0,-1 0 0 0 0,1 1 0 0 0,0-1-1 0 0,0 0 1 0 0,0 1 0 0 0,-1 0 0 0 0,1-1-1 0 0,-1 1 1 0 0,1 0 0 0 0,-1 0 0 0 0,0 0-1 0 0,2 3 1 0 0,1 4-50 0 0,-1 1-1 0 0,0-1 0 0 0,0 1 1 0 0,-1 0-1 0 0,0 0 1 0 0,0 0-1 0 0,-1 0 1 0 0,-1 13-1 0 0,-4 31-661 0 0,4-52 670 0 0,24-20-280 0 0,-14 8 270 0 0,14-9-78 0 0,-8 5 209 0 0,-1 2-1 0 0,2 0 1 0 0,0 1 0 0 0,19-9-1 0 0,-35 19-43 0 0,0 0 0 0 0,1 1-1 0 0,-1-1 1 0 0,1 0 0 0 0,-1 1-1 0 0,1-1 1 0 0,-1 1 0 0 0,1 0-1 0 0,-1 0 1 0 0,1-1 0 0 0,-1 1-1 0 0,1 0 1 0 0,-1 0 0 0 0,1 0-1 0 0,-1 1 1 0 0,1-1 0 0 0,-1 0-1 0 0,1 1 1 0 0,-1-1 0 0 0,1 0-1 0 0,-1 1 1 0 0,1 0 0 0 0,-1-1-1 0 0,0 1 1 0 0,1 0 0 0 0,-1 0-1 0 0,0 0 1 0 0,0 0 0 0 0,1 0-1 0 0,-1 0 1 0 0,0 0 0 0 0,0 0-1 0 0,0 0 1 0 0,0 0 0 0 0,-1 1-1 0 0,1-1 1 0 0,0 0 0 0 0,0 1-1 0 0,-1-1 1 0 0,1 1 0 0 0,-1-1-1 0 0,1 1 1 0 0,-1-1 0 0 0,1 2-1 0 0,2 35-1139 0 0,-8-5-3979 0 0,2-23 2673 0 0</inkml:trace>
</inkml:ink>
</file>

<file path=ppt/ink/ink3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1:16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76 0 0,'0'0'3311'0'0,"3"2"-2646"0"0,-1 1-470 0 0,0-1 0 0 0,-1 0 1 0 0,1 1-1 0 0,0-1 0 0 0,-1 1 0 0 0,0 0 0 0 0,1-1 0 0 0,-1 1 0 0 0,0 0 0 0 0,-1 0 0 0 0,1 0 0 0 0,0 0 0 0 0,-1 0 0 0 0,1 4 0 0 0,-10 44 1820 0 0,8-49-1818 0 0,1-2-162 0 0,0 1 0 0 0,0-1 0 0 0,0 0 0 0 0,0 1 0 0 0,0-1 0 0 0,0 0 0 0 0,0 1 0 0 0,0-1 0 0 0,0 0 0 0 0,0 1 0 0 0,-1-1 0 0 0,1 0 0 0 0,0 0 0 0 0,0 1 0 0 0,0-1 0 0 0,0 0 0 0 0,-1 1 0 0 0,1-1 0 0 0,0 0 0 0 0,0 0 0 0 0,-1 0 0 0 0,1 1 0 0 0,0-1 0 0 0,0 0 0 0 0,-1 0 0 0 0,1 0 1 0 0,0 1-1 0 0,0-1 0 0 0,-1 0 0 0 0,1 0 0 0 0,0 0 0 0 0,-1 0 0 0 0,1 0 0 0 0,0 0 0 0 0,-1 0 0 0 0,1 0 0 0 0,0 0 0 0 0,-1 0 0 0 0,1 0 0 0 0,0 0 0 0 0,-1 0 0 0 0,1 0 0 0 0,0 0 0 0 0,-1 0 0 0 0,1 0 0 0 0,0 0 0 0 0,-1 0 0 0 0,1-1 0 0 0,7-11 12 0 0,0-1-1 0 0,1 1 0 0 0,0 0 0 0 0,1 1 0 0 0,1 0 0 0 0,0 0 1 0 0,0 1-1 0 0,1 1 0 0 0,0 0 0 0 0,1 0 0 0 0,20-11 0 0 0,-31 19-43 0 0,0 0-1 0 0,1 0 1 0 0,-1 0-1 0 0,1 0 1 0 0,0 1-1 0 0,-1-1 0 0 0,1 0 1 0 0,-1 1-1 0 0,1 0 1 0 0,0-1-1 0 0,0 1 1 0 0,-1 0-1 0 0,1 0 1 0 0,0 0-1 0 0,-1 0 1 0 0,1 0-1 0 0,0 0 0 0 0,0 0 1 0 0,-1 1-1 0 0,1-1 1 0 0,0 0-1 0 0,-1 1 1 0 0,1 0-1 0 0,-1-1 1 0 0,1 1-1 0 0,0 0 0 0 0,-1 0 1 0 0,0 0-1 0 0,1 0 1 0 0,-1 0-1 0 0,1 0 1 0 0,-1 0-1 0 0,0 1 1 0 0,0-1-1 0 0,0 0 0 0 0,0 1 1 0 0,0-1-1 0 0,0 1 1 0 0,1 2-1 0 0,4 7-49 0 0,-1 0 0 0 0,0 0 0 0 0,0 0-1 0 0,3 17 1 0 0,-4-15-110 0 0,-3-12 153 0 0,0 0-1 0 0,-1 0 1 0 0,1 0-1 0 0,0 0 1 0 0,0 0 0 0 0,1 0-1 0 0,-1 0 1 0 0,0-1-1 0 0,0 1 1 0 0,0 0 0 0 0,0-1-1 0 0,1 1 1 0 0,-1-1-1 0 0,0 1 1 0 0,1-1 0 0 0,-1 1-1 0 0,0-1 1 0 0,1 0-1 0 0,-1 0 1 0 0,0 0-1 0 0,1 0 1 0 0,-1 0 0 0 0,1 0-1 0 0,-1 0 1 0 0,0 0-1 0 0,1 0 1 0 0,-1-1 0 0 0,0 1-1 0 0,1-1 1 0 0,-1 1-1 0 0,2-2 1 0 0,44-14-28 0 0,89-44 1348 0 0,-135 59-1201 0 0,0 1-106 0 0,0 0 0 0 0,0 0-1 0 0,0 0 1 0 0,0 0 0 0 0,0 0 0 0 0,0 0-1 0 0,0 0 1 0 0,0 0 0 0 0,0 0 0 0 0,0 0 0 0 0,0 1-1 0 0,0-1 1 0 0,0 0 0 0 0,-1 1 0 0 0,1-1-1 0 0,0 1 1 0 0,0-1 0 0 0,0 1 0 0 0,0-1-1 0 0,-1 1 1 0 0,1 0 0 0 0,0-1 0 0 0,0 1-1 0 0,-1 0 1 0 0,1-1 0 0 0,0 1 0 0 0,-1 0-1 0 0,1 0 1 0 0,-1 0 0 0 0,1 1 0 0 0,-2 37-1958 0 0,-1-28 1206 0 0,2-6 429 0 0,-4 28-4846 0 0</inkml:trace>
</inkml:ink>
</file>

<file path=ppt/ink/ink3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1:17.3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36 1044 0 0,'-18'-29'6975'0'0,"13"27"-6775"0"0,0 1 0 0 0,0 0 0 0 0,0 0-1 0 0,0 0 1 0 0,0 1 0 0 0,0 0 0 0 0,0 0 0 0 0,0 0 0 0 0,0 0 0 0 0,0 1 0 0 0,0 0 0 0 0,0 0 0 0 0,0 0 0 0 0,0 1 0 0 0,0 0 0 0 0,1 0 0 0 0,-1 0 0 0 0,0 0 0 0 0,1 1 0 0 0,0-1-1 0 0,0 1 1 0 0,0 0 0 0 0,0 1 0 0 0,0-1 0 0 0,-4 5 0 0 0,8-8-197 0 0,-1 1-1 0 0,0-1 1 0 0,1 1 0 0 0,-1-1-1 0 0,0 1 1 0 0,1-1-1 0 0,-1 1 1 0 0,1-1 0 0 0,-1 1-1 0 0,1 0 1 0 0,-1-1-1 0 0,1 1 1 0 0,0 0 0 0 0,-1-1-1 0 0,1 1 1 0 0,0 0-1 0 0,-1 0 1 0 0,1-1 0 0 0,0 1-1 0 0,0 0 1 0 0,0 0-1 0 0,0 0 1 0 0,0-1 0 0 0,0 1-1 0 0,0 0 1 0 0,0 0-1 0 0,0 0 1 0 0,0-1 0 0 0,0 1-1 0 0,0 0 1 0 0,1 0-1 0 0,-1-1 1 0 0,0 1 0 0 0,0 0-1 0 0,1 0 1 0 0,-1-1-1 0 0,1 1 1 0 0,-1 0 0 0 0,1-1-1 0 0,-1 1 1 0 0,1-1-1 0 0,-1 1 1 0 0,1 0 0 0 0,-1-1-1 0 0,1 1 1 0 0,0-1-1 0 0,-1 1 1 0 0,1-1 0 0 0,0 0-1 0 0,-1 1 1 0 0,1-1-1 0 0,0 0 1 0 0,0 0 0 0 0,-1 1-1 0 0,1-1 1 0 0,0 0-1 0 0,0 0 1 0 0,0 0 0 0 0,-1 0-1 0 0,1 0 1 0 0,1 0-1 0 0,4 1-109 0 0,1 0 0 0 0,-1-1 0 0 0,0 0 0 0 0,1 0 0 0 0,11-2 1 0 0,19-5-515 0 0,-25 5 231 0 0,0 0 1 0 0,0 0 0 0 0,0-2-1 0 0,18-6 1 0 0,-29 42 137 0 0,-1-24 214 0 0,0-6 40 0 0,0 0-1 0 0,0 0 1 0 0,0 1 0 0 0,0-1-1 0 0,0 0 1 0 0,1 0 0 0 0,-1 1-1 0 0,1-1 1 0 0,-1 0 0 0 0,1 0-1 0 0,0 0 1 0 0,0 0 0 0 0,0 0-1 0 0,0 0 1 0 0,0 0 0 0 0,0 0-1 0 0,1 0 1 0 0,-1 0 0 0 0,1-1-1 0 0,-1 1 1 0 0,1-1 0 0 0,0 1 0 0 0,-1-1-1 0 0,1 1 1 0 0,0-1 0 0 0,0 0-1 0 0,0 0 1 0 0,4 2 0 0 0,-5-3 8 0 0,50-14 40 0 0,45-27-106 0 0,-71 28 464 0 0,1 1-1 0 0,36-10 0 0 0,-60 22-237 0 0,0 0-98 0 0,0 0 1 0 0,0 0-1 0 0,0 1 1 0 0,0 0-1 0 0,0-1 1 0 0,0 1-1 0 0,0 0 1 0 0,0 0-1 0 0,0 0 1 0 0,0 0-1 0 0,0 0 1 0 0,-1 0-1 0 0,1 0 1 0 0,0 1-1 0 0,-1-1 1 0 0,1 1-1 0 0,-1-1 1 0 0,3 4 0 0 0,-3-3-29 0 0,1 0 1 0 0,0 0-1 0 0,-1 0 0 0 0,1 0 1 0 0,0-1-1 0 0,0 1 1 0 0,0-1-1 0 0,0 1 1 0 0,1-1-1 0 0,-1 0 1 0 0,0 0-1 0 0,4 1 1 0 0,46 4-1863 0 0,-17-11-3696 0 0,-16 1 2166 0 0</inkml:trace>
</inkml:ink>
</file>

<file path=ppt/ink/ink3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1:24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4 132 0 0,'0'0'2519'0'0,"11"-4"-3510"0"0</inkml:trace>
</inkml:ink>
</file>

<file path=ppt/ink/ink3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1:27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95 472 0 0,'1'-23'6316'0'0,"1"17"-2411"0"0,2 45-3392 0 0,-2 56-1 0 0,1 11 219 0 0,-8-45 193 0 0,5-59-344 0 0,0 6-629 0 0,-1-6 473 0 0,0-6 2237 0 0,0-19-2576 0 0,1 0 0 0 0,1 0 0 0 0,1 1 0 0 0,1-1 0 0 0,1 1 0 0 0,1-1 0 0 0,1 1 0 0 0,11-25 0 0 0,-14 37-90 0 0,2 1-1 0 0,0 0 0 0 0,0 0 0 0 0,0 0 1 0 0,1 0-1 0 0,0 1 0 0 0,1 0 0 0 0,0 1 1 0 0,0-1-1 0 0,1 1 0 0 0,0 1 0 0 0,0-1 1 0 0,1 1-1 0 0,-1 1 0 0 0,1 0 0 0 0,0 0 1 0 0,14-5-1 0 0,-21 9-4 0 0,0 0-1 0 0,0 0 1 0 0,0 0-1 0 0,0 0 1 0 0,0 0 0 0 0,0 0-1 0 0,0 0 1 0 0,0 1 0 0 0,1-1-1 0 0,-1 1 1 0 0,0 0-1 0 0,0 0 1 0 0,1 0 0 0 0,-1 0-1 0 0,0 0 1 0 0,0 0 0 0 0,1 1-1 0 0,-1-1 1 0 0,0 1-1 0 0,0-1 1 0 0,4 3 0 0 0,-4-2 3 0 0,0 0 1 0 0,-1 1-1 0 0,1 0 1 0 0,-1-1 0 0 0,0 1-1 0 0,1 0 1 0 0,-1 0-1 0 0,0 0 1 0 0,0 0-1 0 0,0 0 1 0 0,0 0 0 0 0,-1 0-1 0 0,1 0 1 0 0,0 0-1 0 0,-1 1 1 0 0,1-1 0 0 0,-1 4-1 0 0,1 4-14 0 0,-1 0 0 0 0,-1 0 0 0 0,1-1 0 0 0,-1 1 1 0 0,-1 0-1 0 0,0 0 0 0 0,0-1 0 0 0,-6 13 0 0 0,-9 15-55 0 0,9-20-20 0 0,0 0-1 0 0,-9 31 0 0 0,16-46 16 0 0,2 1 47 0 0,0 0 0 0 0,0-1-1 0 0,0 1 1 0 0,0 0 0 0 0,0-1-1 0 0,0 1 1 0 0,1-1-1 0 0,-1 0 1 0 0,1 0 0 0 0,0 1-1 0 0,3 2 1 0 0,14 7-119 0 0,27 17-209 0 0,-44-28 328 0 0,0 1 0 0 0,0-1 0 0 0,0 1 1 0 0,0 0-1 0 0,0 0 0 0 0,0 0 0 0 0,0 0 0 0 0,-1 0 1 0 0,1 0-1 0 0,-1 0 0 0 0,0 1 0 0 0,1-1 1 0 0,-1 0-1 0 0,1 5 0 0 0,-2-4 24 0 0,1 1 0 0 0,-2 0-1 0 0,1-1 1 0 0,0 1 0 0 0,-1-1 0 0 0,1 1 0 0 0,-1-1-1 0 0,0 1 1 0 0,0-1 0 0 0,-1 0 0 0 0,1 1 0 0 0,-1-1-1 0 0,1 0 1 0 0,-1 0 0 0 0,0 0 0 0 0,0 0 0 0 0,0 0-1 0 0,-1-1 1 0 0,1 1 0 0 0,-1-1 0 0 0,0 1 0 0 0,1-1-1 0 0,-1 0 1 0 0,0 0 0 0 0,0 0 0 0 0,0 0 0 0 0,-1-1-1 0 0,-4 3 1 0 0,0-1 152 0 0,0 1 0 0 0,-1-1 1 0 0,1-1-1 0 0,-1 0 0 0 0,1 0 0 0 0,-1-1 0 0 0,0 1 0 0 0,0-2 0 0 0,0 0 0 0 0,-10 0 1 0 0,14-2 0 0 0,-1 1 1 0 0,1-1 0 0 0,-1 0-1 0 0,1-1 1 0 0,0 1 0 0 0,0-1-1 0 0,0 0 1 0 0,0 0 0 0 0,1-1-1 0 0,-1 1 1 0 0,1-1 0 0 0,0 0-1 0 0,-6-6 1 0 0,9 9-54 0 0,-8-8 134 0 0,6 3-1840 0 0,25 14-9664 0 0,-17-6 7941 0 0</inkml:trace>
</inkml:ink>
</file>

<file path=ppt/ink/ink3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1:27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15 1024 0 0,'0'0'2019'0'0,"-8"-15"10929"0"0,12 59-12770 0 0,-2-1-1 0 0,-2 1 1 0 0,-7 56 0 0 0,-5-26 64 0 0,12-72-276 0 0,-3 10 511 0 0,1-7-954 0 0,4-17-3781 0 0,2-2 3500 0 0,-3-4-5115 0 0,-1 0 2488 0 0</inkml:trace>
</inkml:ink>
</file>

<file path=ppt/ink/ink3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1:28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95 132 0 0,'0'0'2616'0'0,"0"-40"6281"0"0,0 39-8815 0 0,0 1 1 0 0,-1-1-1 0 0,1 1 0 0 0,0-1 0 0 0,0 0 0 0 0,-1 1 1 0 0,1-1-1 0 0,0 0 0 0 0,0 1 0 0 0,0-1 1 0 0,0 1-1 0 0,0-1 0 0 0,0 0 0 0 0,0 1 1 0 0,0-1-1 0 0,0 0 0 0 0,0 1 0 0 0,0-1 0 0 0,0 0 1 0 0,0 1-1 0 0,1-1 0 0 0,-1 1 0 0 0,0-1 1 0 0,0 0-1 0 0,1 1 0 0 0,-1-1 0 0 0,0 1 1 0 0,1-1-1 0 0,-1 1 0 0 0,1-1 0 0 0,23-13 841 0 0,39 0-959 0 0,-52 12 234 0 0,1 0-197 0 0,1 0-1 0 0,0 1 1 0 0,0 0-1 0 0,0 1 0 0 0,1 1 1 0 0,-1 0-1 0 0,-1 1 1 0 0,1 0-1 0 0,0 1 1 0 0,0 0-1 0 0,-1 1 0 0 0,20 8 1 0 0,-31-11-31 0 0,1 0 18 0 0,0 1 10 0 0,1-1 0 0 0,0 1 0 0 0,-1 0-1 0 0,1 0 1 0 0,-1 0 0 0 0,0 1 0 0 0,0-1 0 0 0,0 0 0 0 0,0 1 0 0 0,0-1 0 0 0,0 1 0 0 0,-1 0 0 0 0,1 0 0 0 0,-1-1 0 0 0,2 6 0 0 0,-3-6-6 0 0,1 0-6 0 0,0 21-15 0 0,-3-18 31 0 0,1-1-1 0 0,-1 1 1 0 0,0-1-1 0 0,0 0 1 0 0,-1 0-1 0 0,1 1 1 0 0,-1-2-1 0 0,0 1 1 0 0,0 0-1 0 0,0-1 1 0 0,-8 7-1 0 0,8-5-6 0 0,4-2 9 0 0,-11 11-10 0 0,4-7 22 0 0,0 0 0 0 0,-1-1 0 0 0,0 1 0 0 0,0-1 0 0 0,-14 8 0 0 0,19-13-1 0 0,-52 22 621 0 0,-62-30 1555 0 0,113 7-2082 0 0,-24-4 257 0 0,8 10-3164 0 0,9 10 1230 0 0</inkml:trace>
</inkml:ink>
</file>

<file path=ppt/ink/ink3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1:31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195 114 188 0 0,'-2'-8'1207'0'0,"1"0"0"0"0,0-1 0 0 0,1 1-1 0 0,0 0 1 0 0,0 0 0 0 0,1-1 0 0 0,1-8 0 0 0,-1 15-800 0 0,18-34 3785 0 0,-20 61-4117 0 0,-2 1-1 0 0,0-1 1 0 0,-2 0 0 0 0,-1 0-1 0 0,-1-1 1 0 0,-13 34 0 0 0,-6 3 248 0 0,-43 71 0 0 0,-2-7 1249 0 0,70-124-1474 0 0,-1 3 131 0 0,9 3 113 0 0,9 4-54 0 0,-2-9-202 0 0,0-1 1 0 0,1 0-1 0 0,-1-1 1 0 0,0-1 0 0 0,0-1-1 0 0,15-2 1 0 0,-15 1-297 0 0,0 1 1 0 0,0 1-1 0 0,0 0 0 0 0,0 1 1 0 0,17 2-1 0 0,-10-1-1388 0 0,-7-1-1683 0 0</inkml:trace>
</inkml:ink>
</file>

<file path=ppt/ink/ink3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1:31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98 92 0 0,'0'0'1235'0'0,"4"-29"4793"0"0,5 22-5608 0 0,0 0-1 0 0,1 0 0 0 0,0 1 0 0 0,0 1 0 0 0,1 0 0 0 0,-1 0 1 0 0,1 1-1 0 0,0 0 0 0 0,19-3 0 0 0,-11 3-643 0 0,0 1 0 0 0,1 0 0 0 0,-1 2 0 0 0,1 0 0 0 0,19 3 0 0 0,5 9-5319 0 0</inkml:trace>
</inkml:ink>
</file>

<file path=ppt/ink/ink3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1:32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24 128 0 0,'25'-23'8293'0'0,"-47"62"-3079"0"0,7-6-4793 0 0,3 1 0 0 0,-9 35 0 0 0,21-68-411 0 0,0 0 1 0 0,0 0-1 0 0,0 0 0 0 0,0 0 1 0 0,0 0-1 0 0,0 0 0 0 0,1 0 1 0 0,-1-1-1 0 0,0 1 0 0 0,1 0 1 0 0,-1 0-1 0 0,1 0 0 0 0,-1 0 1 0 0,1-1-1 0 0,-1 1 0 0 0,1 0 1 0 0,-1-1-1 0 0,1 1 0 0 0,0 0 1 0 0,-1-1-1 0 0,1 1 0 0 0,0-1 0 0 0,0 1 1 0 0,-1-1-1 0 0,1 1 0 0 0,0-1 1 0 0,0 0-1 0 0,0 1 0 0 0,0-1 1 0 0,0 0-1 0 0,-1 1 0 0 0,1-1 1 0 0,0 0-1 0 0,0 0 0 0 0,2 0 1 0 0,31 2-64 0 0,-26-4-368 0 0,0 1 0 0 0,0-2 0 0 0,0 1 0 0 0,14-7-1 0 0,4-14-7114 0 0</inkml:trace>
</inkml:ink>
</file>

<file path=ppt/ink/ink3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1:32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50 192 0 0,'-9'-44'9080'0'0,"8"43"-9326"0"0,0-4 1079 0 0</inkml:trace>
</inkml:ink>
</file>

<file path=ppt/ink/ink3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1:32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4 796 0 0,'0'0'2276'0'0,"1"0"-2181"0"0,-1 0 0 0 0,0-1-1 0 0,0 1 1 0 0,0 0 0 0 0,0 0 0 0 0,0 0-1 0 0,0-1 1 0 0,1 1 0 0 0,-1 0-1 0 0,0 0 1 0 0,0 0 0 0 0,0 0-1 0 0,0-1 1 0 0,1 1 0 0 0,-1 0 0 0 0,0 0-1 0 0,0 0 1 0 0,0 0 0 0 0,1 0-1 0 0,-1 0 1 0 0,0 0 0 0 0,0 0 0 0 0,1-1-1 0 0,-1 1 1 0 0,0 0 0 0 0,0 0-1 0 0,1 0 1 0 0,-1 0 0 0 0,0 0-1 0 0,0 0 1 0 0,0 0 0 0 0,1 0 0 0 0,-1 1-1 0 0,0-1 1 0 0,0 0 0 0 0,1 0-1 0 0,-1 0 1 0 0,0 0 0 0 0,0 0 0 0 0,0 0-1 0 0,1 0 1 0 0,-1 1 0 0 0,3 9 277 0 0,-1 1 0 0 0,0-1 1 0 0,0 1-1 0 0,-1 0 0 0 0,-1 0 1 0 0,0 0-1 0 0,0 0 1 0 0,-1 0-1 0 0,0-1 0 0 0,-6 20 1 0 0,6-23-213 0 0,-1 0 0 0 0,-1 0 0 0 0,1 0 0 0 0,-1 0 0 0 0,-1 0 0 0 0,1-1 0 0 0,-1 1 1 0 0,0-1-1 0 0,-1 0 0 0 0,1 0 0 0 0,-1-1 0 0 0,0 1 0 0 0,-1-1 0 0 0,1 0 0 0 0,-1-1 0 0 0,0 1 1 0 0,-8 3-1 0 0,-21 6-1199 0 0,19-13-6102 0 0</inkml:trace>
</inkml:ink>
</file>

<file path=ppt/ink/ink3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1:33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43 12725 0 0,'27'-42'1314'0'0,"-26"41"-1324"0"0,24 21-16 0 0,-23-13 44 0 0,-1 0 1 0 0,1 1-1 0 0,-1-1 1 0 0,0 1 0 0 0,-1-1-1 0 0,0 1 1 0 0,0-1-1 0 0,-1 1 1 0 0,0-1-1 0 0,0 0 1 0 0,-1 1 0 0 0,1-1-1 0 0,-2 0 1 0 0,1 0-1 0 0,-1 0 1 0 0,0 0 0 0 0,-1 0-1 0 0,1-1 1 0 0,-1 0-1 0 0,0 1 1 0 0,-1-1-1 0 0,0-1 1 0 0,0 1 0 0 0,0-1-1 0 0,0 0 1 0 0,-1 0-1 0 0,0 0 1 0 0,0-1 0 0 0,0 0-1 0 0,-13 6 1 0 0,17-9-10 0 0,0 0 0 0 0,1-1 1 0 0,-1 0-1 0 0,0 1 1 0 0,0-1-1 0 0,0 0 0 0 0,0 0 1 0 0,1 0-1 0 0,-1 0 0 0 0,0 0 1 0 0,0 0-1 0 0,0-1 1 0 0,1 1-1 0 0,-1-1 0 0 0,0 1 1 0 0,0-1-1 0 0,1 1 0 0 0,-1-1 1 0 0,0 0-1 0 0,1 0 0 0 0,-1 0 1 0 0,1 0-1 0 0,-1 0 1 0 0,1 0-1 0 0,-3-3 0 0 0,-13-19-3098 0 0</inkml:trace>
</inkml:ink>
</file>

<file path=ppt/ink/ink3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1:33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0 151 13481 0 0,'14'-115'5430'0'0,"-14"112"-5363"0"0,0 0 0 0 0,0 0-1 0 0,1 0 1 0 0,-1 0 0 0 0,1 0 0 0 0,0 0 0 0 0,0 0-1 0 0,0 0 1 0 0,0 1 0 0 0,2-4 0 0 0,-2 5-577 0 0</inkml:trace>
</inkml:ink>
</file>

<file path=ppt/ink/ink3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1:33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6 876 0 0,'0'-6'8290'0'0,"-81"206"-6582"0"0,77-174-7999 0 0</inkml:trace>
</inkml:ink>
</file>

<file path=ppt/ink/ink3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1:34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30 213 256 0 0,'0'0'3454'0'0,"20"31"-1011"0"0,-17-20-2007 0 0,0-1 1 0 0,0 1 0 0 0,-1 1-1 0 0,-1-1 1 0 0,0 0 0 0 0,0 0-1 0 0,-2 14 1 0 0,1-7 51 0 0,0-16-461 0 0,0-1 0 0 0,-1 0 0 0 0,1 0 0 0 0,0 0 1 0 0,0 1-1 0 0,-1-1 0 0 0,1 0 0 0 0,0 0 0 0 0,-1 0 0 0 0,1 0 1 0 0,-1 0-1 0 0,1 0 0 0 0,-1 0 0 0 0,0 0 0 0 0,1 0 1 0 0,-1 0-1 0 0,0 0 0 0 0,0 0 0 0 0,0 0 0 0 0,0-1 1 0 0,0 1-1 0 0,0 0 0 0 0,0-1 0 0 0,0 1 0 0 0,0 0 0 0 0,0-1 1 0 0,0 0-1 0 0,0 1 0 0 0,0-1 0 0 0,0 1 0 0 0,-1-1 1 0 0,1 0-1 0 0,0 0 0 0 0,0 0 0 0 0,0 0 0 0 0,0 0 1 0 0,-1 0-1 0 0,1 0 0 0 0,0 0 0 0 0,0 0 0 0 0,0-1 0 0 0,0 1 1 0 0,-1 0-1 0 0,1-1 0 0 0,0 1 0 0 0,0-1 0 0 0,0 1 1 0 0,0-1-1 0 0,0 1 0 0 0,0-1 0 0 0,0 0 0 0 0,0 0 0 0 0,0 1 1 0 0,0-1-1 0 0,1 0 0 0 0,-1 0 0 0 0,0 0 0 0 0,0 0 1 0 0,1 0-1 0 0,-1 0 0 0 0,1 0 0 0 0,-1 0 0 0 0,1 0 1 0 0,-1 0-1 0 0,1-1 0 0 0,-1-1 0 0 0,-1-9 40 0 0,0-1 1 0 0,0 0-1 0 0,1 0 0 0 0,1 0 0 0 0,0 0 1 0 0,1 0-1 0 0,0 1 0 0 0,1-1 0 0 0,1 0 0 0 0,0 1 1 0 0,0-1-1 0 0,1 1 0 0 0,7-15 0 0 0,-3 11 30 0 0,0 0-1 0 0,0 1 0 0 0,2 0 1 0 0,0 1-1 0 0,0-1 0 0 0,2 2 0 0 0,-1 0 1 0 0,2 0-1 0 0,19-15 0 0 0,-30 26-79 0 0,1 0 0 0 0,0 0-1 0 0,0 0 1 0 0,0 1 0 0 0,0-1 0 0 0,0 1-1 0 0,0 0 1 0 0,0-1 0 0 0,0 2 0 0 0,0-1-1 0 0,1 0 1 0 0,-1 0 0 0 0,0 1 0 0 0,1 0-1 0 0,-1 0 1 0 0,0 0 0 0 0,1 0 0 0 0,-1 0-1 0 0,6 2 1 0 0,-4 0 19 0 0,1 0-1 0 0,-1 0 1 0 0,0 0-1 0 0,0 1 1 0 0,-1 0-1 0 0,1 0 1 0 0,-1 0-1 0 0,1 1 1 0 0,-1 0-1 0 0,0-1 1 0 0,4 6-1 0 0,1 2 44 0 0,-1 0-1 0 0,0 1 1 0 0,0-1 0 0 0,-1 2-1 0 0,-1-1 1 0 0,0 1 0 0 0,-1 0-1 0 0,7 24 1 0 0,-10-30-114 0 0,-1 0-1 0 0,0-1 1 0 0,0 1 0 0 0,-1 0-1 0 0,1 0 1 0 0,-2-1 0 0 0,1 1-1 0 0,-1 0 1 0 0,0 0 0 0 0,0-1-1 0 0,-1 1 1 0 0,1-1 0 0 0,-6 12-1 0 0,4-12-451 0 0,-1 0-1 0 0,0 0 0 0 0,-1 0 1 0 0,1 0-1 0 0,-1-1 0 0 0,0 1 1 0 0,0-1-1 0 0,-8 5 0 0 0,-5 4-4690 0 0,8-10 2216 0 0</inkml:trace>
</inkml:ink>
</file>

<file path=ppt/ink/ink3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1:34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1 122 300 0 0,'3'-17'2108'0'0,"7"3"-1192"0"0,-4 9-92 0 0,4-4-76 0 0,7 1-71 0 0,-4-1-89 0 0,4-1-128 0 0,0 1-156 0 0,3 2-192 0 0,-1 4-200 0 0,3-4-248 0 0,4-2-252 0 0,-8 6-417 0 0,-2-4-1091 0 0,3 2 484 0 0</inkml:trace>
</inkml:ink>
</file>

<file path=ppt/ink/ink3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1:34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72 44 0 0,'23'-21'6173'0'0,"-12"14"-5595"0"0,1 0 0 0 0,0 1 0 0 0,0 0 0 0 0,1 1 0 0 0,0 1 0 0 0,0 0 0 0 0,0 1 0 0 0,0 0 0 0 0,0 1 0 0 0,1 0 0 0 0,-1 1 0 0 0,1 1 0 0 0,24 2 0 0 0,-35-1-541 0 0,1 1-1 0 0,-1-1 0 0 0,1 1 1 0 0,-1 0-1 0 0,0 0 1 0 0,0 1-1 0 0,0-1 0 0 0,0 1 1 0 0,0-1-1 0 0,-1 1 1 0 0,1 0-1 0 0,-1 0 0 0 0,1 0 1 0 0,-1 0-1 0 0,0 1 1 0 0,-1-1-1 0 0,1 1 0 0 0,0-1 1 0 0,-1 1-1 0 0,0-1 1 0 0,0 1-1 0 0,0 0 0 0 0,0 0 1 0 0,-1-1-1 0 0,1 5 1 0 0,2 14 17 0 0,-1 1 0 0 0,-3 42 0 0 0,1-56-15 0 0,-1 20-5 0 0,-1 0-1 0 0,-2 0 1 0 0,0 0-1 0 0,-2-1 1 0 0,-10 30-1 0 0,13-49 45 0 0,0-1-1 0 0,-1 0 1 0 0,0 1-1 0 0,0-1 1 0 0,0 0-1 0 0,-1-1 0 0 0,-1 1 1 0 0,1-1-1 0 0,-1 0 1 0 0,-1-1-1 0 0,1 1 1 0 0,-1-1-1 0 0,0 0 0 0 0,0-1 1 0 0,-1 0-1 0 0,0 0 1 0 0,1-1-1 0 0,-2 1 0 0 0,-16 5 1 0 0,-9 1-243 0 0,-54 26 0 0 0,49-17-3214 0 0,1 2-3917 0 0,28-18 3806 0 0</inkml:trace>
</inkml:ink>
</file>

<file path=ppt/ink/ink3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1:42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69 20 0 0,'0'0'5655'0'0,"-2"-4"-4943"0"0,2 3-637 0 0,0 0 0 0 0,-1 0 0 0 0,1 0 0 0 0,0 0 0 0 0,0 0 0 0 0,0 0 0 0 0,0 0 0 0 0,0 0 0 0 0,0 0 0 0 0,0 0 0 0 0,0 0 0 0 0,0 0 0 0 0,0 0 0 0 0,0 0 0 0 0,1 0 0 0 0,-1 0 0 0 0,0 0 0 0 0,1 0 0 0 0,-1 0 0 0 0,1 1 0 0 0,-1-1 0 0 0,1 0 0 0 0,-1 0 0 0 0,1 0 0 0 0,1 0 0 0 0,28-20 1401 0 0,-22 18-1453 0 0,0 0 0 0 0,0 0 0 0 0,0 0 0 0 0,1 1 0 0 0,-1 1 0 0 0,14-2 0 0 0,-20 3-132 0 0,0 0 0 0 0,0 0 0 0 0,0 1-1 0 0,0-1 1 0 0,-1 1 0 0 0,1-1 0 0 0,0 1 0 0 0,0-1 0 0 0,-1 1-1 0 0,1 0 1 0 0,0 0 0 0 0,-1 0 0 0 0,4 2 0 0 0,4 6-4252 0 0,-1-1 2060 0 0</inkml:trace>
</inkml:ink>
</file>

<file path=ppt/ink/ink3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1:42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64 420 0 0,'0'0'1504'0'0,"7"7"388"0"0,19-14-1396 0 0,-11-1-32 0 0,2 4-48 0 0,3-1-79 0 0,5-1-121 0 0,4 5-140 0 0,-1-4-160 0 0,3-4-192 0 0,9 3-177 0 0,-9 0-383 0 0,-3 1-908 0 0,1-4 404 0 0</inkml:trace>
</inkml:ink>
</file>

<file path=ppt/ink/ink3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1:43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297 45 428 0 0,'-8'-6'668'0'0,"-1"1"0"0"0,1 0 0 0 0,-1 0 0 0 0,0 1 1 0 0,0 0-1 0 0,-1 1 0 0 0,1 0 0 0 0,-1 0 0 0 0,0 1 0 0 0,1 1 0 0 0,-1-1 0 0 0,-12 1 1 0 0,21 1-640 0 0,0 0 0 0 0,-1 0 1 0 0,1 0-1 0 0,0 0 0 0 0,0 0 1 0 0,0 0-1 0 0,0 1 1 0 0,-1-1-1 0 0,1 0 0 0 0,0 1 1 0 0,0-1-1 0 0,0 1 1 0 0,0-1-1 0 0,0 1 0 0 0,0-1 1 0 0,0 1-1 0 0,0 0 0 0 0,0-1 1 0 0,0 1-1 0 0,1 0 1 0 0,-1 0-1 0 0,0 0 0 0 0,0 0 1 0 0,1 0-1 0 0,-1 0 1 0 0,0 0-1 0 0,1 0 0 0 0,-1 0 1 0 0,1 0-1 0 0,0 0 0 0 0,-1 0 1 0 0,1 0-1 0 0,0 0 1 0 0,-1 1-1 0 0,1-1 0 0 0,0 0 1 0 0,0 0-1 0 0,0 0 1 0 0,0 0-1 0 0,0 1 0 0 0,0-1 1 0 0,1 0-1 0 0,-1 0 1 0 0,0 0-1 0 0,1 0 0 0 0,-1 0 1 0 0,0 0-1 0 0,1 1 0 0 0,0 0 1 0 0,3 9 48 0 0,0 0 1 0 0,1 0-1 0 0,10 16 0 0 0,-12-22-30 0 0,6 13-7 0 0,0 0-1 0 0,-1 0 1 0 0,0 0 0 0 0,-2 1 0 0 0,0 0 0 0 0,-1 1 0 0 0,-1-1 0 0 0,-1 1-1 0 0,-1 0 1 0 0,0 36 0 0 0,-3-42-18 0 0,-1 0 0 0 0,0 0 0 0 0,-1 0 0 0 0,0-1 0 0 0,-1 1 0 0 0,-1-1 1 0 0,0 0-1 0 0,-1 0 0 0 0,0-1 0 0 0,-1 0 0 0 0,0 0 0 0 0,-1 0 0 0 0,-1-1 0 0 0,1 0 0 0 0,-2-1 0 0 0,-12 12 0 0 0,18-17 61 0 0,-1-1 1 0 0,0 1-1 0 0,0-1 1 0 0,0 0-1 0 0,-1-1 0 0 0,1 1 1 0 0,-1-1-1 0 0,0 0 0 0 0,0 0 1 0 0,0-1-1 0 0,0 0 0 0 0,0 0 1 0 0,-1 0-1 0 0,-9 0 1 0 0,15-2-67 0 0,-1 0 0 0 0,1 0 0 0 0,0 0 0 0 0,-1-1 0 0 0,1 1 0 0 0,0 0 0 0 0,0-1 0 0 0,-1 0 0 0 0,1 1 0 0 0,0-1 0 0 0,0 0 0 0 0,0 1 0 0 0,0-1 1 0 0,0 0-1 0 0,0 0 0 0 0,0 0 0 0 0,0 0 0 0 0,0 0 0 0 0,0 0 0 0 0,0 0 0 0 0,1 0 0 0 0,-1 0 0 0 0,0 0 0 0 0,1-1 0 0 0,-1 1 0 0 0,1 0 0 0 0,0 0 1 0 0,-1-1-1 0 0,1 1 0 0 0,0 0 0 0 0,-1 0 0 0 0,1-1 0 0 0,0 1 0 0 0,0-2 0 0 0,0 0-5 0 0,0 1-1 0 0,0-1 1 0 0,0 1 0 0 0,0 0 0 0 0,0-1-1 0 0,1 1 1 0 0,-1-1 0 0 0,1 1 0 0 0,-1 0-1 0 0,1-1 1 0 0,0 1 0 0 0,0 0-1 0 0,0-1 1 0 0,0 1 0 0 0,0 0 0 0 0,3-3-1 0 0,-3 4-24 0 0,3 1 6 0 0,-4 0 5 0 0,1 0 0 0 0,-1-1 0 0 0,0 1 1 0 0,0 0-1 0 0,0 0 0 0 0,1 0 0 0 0,-1 0 0 0 0,0 0 0 0 0,0 0 0 0 0,1-1 0 0 0,-1 1 0 0 0,0 0 0 0 0,0 0 0 0 0,1 0 0 0 0,-1 0 1 0 0,0 0-1 0 0,0 0 0 0 0,1 0 0 0 0,-1 0 0 0 0,0 0 0 0 0,0 0 0 0 0,1 0 0 0 0,-1 0 0 0 0,0 1 0 0 0,0-1 0 0 0,1 0 0 0 0,-1 0 1 0 0,0 0-1 0 0,0 0 0 0 0,0 0 0 0 0,1 0 0 0 0,-1 1 0 0 0,0-1 0 0 0,0 0 0 0 0,0 0 0 0 0,1 0 0 0 0,-1 0 0 0 0,0 1 0 0 0,0-1 1 0 0,0 0-1 0 0,0 0 0 0 0,0 0 0 0 0,0 1 0 0 0,1-1 0 0 0,12 24-22 0 0,-1 0 1 0 0,-1 1-1 0 0,9 30 1 0 0,-8-23 65 0 0,24 49-1 0 0,-34-76-148 0 0,1-1-1 0 0,0 0 0 0 0,0 0 1 0 0,0 0-1 0 0,1-1 0 0 0,-1 1 0 0 0,1-1 1 0 0,0 0-1 0 0,0 0 0 0 0,0 0 1 0 0,0 0-1 0 0,1-1 0 0 0,-1 1 1 0 0,6 1-1 0 0,-4-2-890 0 0,0 0 0 0 0,1-1 0 0 0,-1 1 0 0 0,0-1 0 0 0,0 0 0 0 0,9-1 0 0 0,0 0-1963 0 0</inkml:trace>
</inkml:ink>
</file>

<file path=ppt/ink/ink3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1:46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87 20 0 0,'11'-36'5677'0'0,"3"-4"-781"0"0,-13 38-4087 0 0,1-4-444 0 0,-1 4-49 0 0,0 7 1610 0 0,-1 23-1752 0 0,-2 1 0 0 0,0-1 0 0 0,-2 0 0 0 0,-1 0 0 0 0,-2 0 0 0 0,0 0 0 0 0,-2-1 0 0 0,-17 37 0 0 0,21-55-148 0 0,-3 14 464 0 0,8-23-482 0 0,1 0 1 0 0,0 0-1 0 0,0 0 0 0 0,-1 0 0 0 0,1 0 0 0 0,0 0 0 0 0,-1 0 0 0 0,1 0 0 0 0,0 0 0 0 0,-1 0 0 0 0,1-1 0 0 0,0 1 0 0 0,0 0 0 0 0,-1 0 0 0 0,1-1 0 0 0,-1 1 0 0 0,1 0 0 0 0,0-1 0 0 0,-1 1 0 0 0,1 0 0 0 0,-1-1 0 0 0,1 1 0 0 0,-1-1 0 0 0,1 1 0 0 0,-1-1 0 0 0,1 0 0 0 0,-1 1 0 0 0,1-1 0 0 0,-1 0 0 0 0,83-72 77 0 0,-15 11-134 0 0,64-51 10 0 0,-198 235-311 0 0,64-119 347 0 0,1 0 0 0 0,-1 1-1 0 0,1-1 1 0 0,0 1-1 0 0,0-1 1 0 0,0 1-1 0 0,1-1 1 0 0,-1 1-1 0 0,1-1 1 0 0,0 1 0 0 0,0-1-1 0 0,0 1 1 0 0,0 0-1 0 0,1-1 1 0 0,-1 1-1 0 0,1-1 1 0 0,0 1-1 0 0,0-1 1 0 0,0 1 0 0 0,3 3-1 0 0,19 24-2373 0 0,10-8-5514 0 0,-23-19 4720 0 0</inkml:trace>
</inkml:ink>
</file>

<file path=ppt/ink/ink3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1:46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2 900 0 0,'0'0'2099'0'0,"8"-1"2346"0"0,-10 21-3720 0 0,0-1 0 0 0,-1 1 1 0 0,-1 0-1 0 0,-7 18 0 0 0,4-15-506 0 0,2-1 0 0 0,-6 45 0 0 0,7-28-1002 0 0,1 7-5570 0 0</inkml:trace>
</inkml:ink>
</file>

<file path=ppt/ink/ink3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1:47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1 244 1112 0 0,'0'0'1045'0'0,"8"-11"2929"0"0,-7 11-3894 0 0,0 0 1 0 0,0 0-1 0 0,-1-1 1 0 0,1 1 0 0 0,0 0-1 0 0,0 0 1 0 0,0 1 0 0 0,0-1-1 0 0,0 0 1 0 0,0 0-1 0 0,-1 0 1 0 0,1 1 0 0 0,0-1-1 0 0,0 0 1 0 0,0 1 0 0 0,0-1-1 0 0,-1 0 1 0 0,1 1-1 0 0,0-1 1 0 0,-1 1 0 0 0,1 0-1 0 0,0-1 1 0 0,-1 1-1 0 0,1-1 1 0 0,0 1 0 0 0,-1 0-1 0 0,1 0 1 0 0,-1-1 0 0 0,1 2-1 0 0,12 34 1170 0 0,-6 40 19 0 0,-19 3 684 0 0,12-77-921 0 0,-4-7-900 0 0,1-3-93 0 0,-1-1 0 0 0,1 1 1 0 0,0-1-1 0 0,1 0 0 0 0,0 0 1 0 0,0 0-1 0 0,1 0 0 0 0,0 0 1 0 0,1 0-1 0 0,0 0 1 0 0,2-14-1 0 0,1-8 10 0 0,1 0 0 0 0,11-38 1 0 0,-11 52-39 0 0,1 0-1 0 0,1 0 1 0 0,0 0 0 0 0,1 1 0 0 0,1 0 0 0 0,1 1-1 0 0,0 0 1 0 0,21-26 0 0 0,-29 40-13 0 0,1 0-1 0 0,0 0 1 0 0,-1 0 0 0 0,1 0 0 0 0,0 0-1 0 0,-1 1 1 0 0,1-1 0 0 0,0 0 0 0 0,0 1-1 0 0,0-1 1 0 0,0 1 0 0 0,0 0 0 0 0,0 0-1 0 0,-1 0 1 0 0,1 0 0 0 0,0 0-1 0 0,0 0 1 0 0,0 0 0 0 0,0 0 0 0 0,0 1-1 0 0,0-1 1 0 0,0 1 0 0 0,-1 0 0 0 0,1-1-1 0 0,0 1 1 0 0,0 0 0 0 0,-1 0-1 0 0,4 2 1 0 0,1 1 15 0 0,0 0-1 0 0,0 0 0 0 0,0 1 1 0 0,-1-1-1 0 0,1 1 0 0 0,4 6 1 0 0,3 8 52 0 0,-1 0 0 0 0,-1 0 0 0 0,-1 1 0 0 0,0 0 1 0 0,-2 1-1 0 0,10 33 0 0 0,-3-8 28 0 0,2 17-1282 0 0,-17-61 803 0 0,-4 4-961 0 0,-3 5-1268 0 0,-1-7-2042 0 0,-1-4 1687 0 0</inkml:trace>
</inkml:ink>
</file>

<file path=ppt/ink/ink3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1:47.6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92 820 0 0,'-7'-11'3652'0'0,"24"-5"-2291"0"0,1 7-785 0 0,-3 2-48 0 0,2 3-64 0 0,2-3-72 0 0,0 0-112 0 0,1 2-132 0 0,5 0-256 0 0,-6-1-236 0 0,6 1-264 0 0,-7 2-588 0 0,2 1-1293 0 0,3-3 573 0 0</inkml:trace>
</inkml:ink>
</file>

<file path=ppt/ink/ink3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1:47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2 348 0 0,'-3'-2'7333'0'0,"2"17"-4283"0"0,2 39-2707 0 0,-1-26 665 0 0,-6 44-1196 0 0,-2-22-6902 0 0,5-36 4386 0 0</inkml:trace>
</inkml:ink>
</file>

<file path=ppt/ink/ink3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1:48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24 239 640 0 0,'0'0'4766'0'0,"4"3"-4224"0"0,-2 0-418 0 0,1 0 1 0 0,-1 0 0 0 0,0 1-1 0 0,0-1 1 0 0,0 1-1 0 0,-1-1 1 0 0,1 1-1 0 0,-1-1 1 0 0,0 1-1 0 0,0 0 1 0 0,0-1 0 0 0,0 1-1 0 0,0 0 1 0 0,-1 0-1 0 0,0 6 1 0 0,-9 64 1622 0 0,4-48-1077 0 0,5-25-530 0 0,-2 3 30 0 0,2-3-98 0 0,0-1 1 0 0,0 1-1 0 0,0-1 0 0 0,-1 1 1 0 0,1-1-1 0 0,0 0 1 0 0,0 1-1 0 0,0-1 0 0 0,-1 1 1 0 0,1-1-1 0 0,0 1 1 0 0,-1-1-1 0 0,1 0 1 0 0,0 1-1 0 0,-1-1 0 0 0,1 0 1 0 0,0 1-1 0 0,-1-1 1 0 0,1 0-1 0 0,-1 1 0 0 0,1-1 1 0 0,0 0-1 0 0,-1 0 1 0 0,1 1-1 0 0,-1-1 0 0 0,1 0 1 0 0,-1 0-1 0 0,-3-5 10 0 0,2 1 1 0 0,-1-1-1 0 0,0 0 0 0 0,1 0 0 0 0,0 0 0 0 0,0-1 0 0 0,0 1 1 0 0,1 0-1 0 0,0-1 0 0 0,0 1 0 0 0,0-1 0 0 0,1 0 0 0 0,0 1 1 0 0,0-7-1 0 0,10-86 486 0 0,-8 89-529 0 0,3-15 368 0 0,2 1 0 0 0,0-1 0 0 0,2 1 0 0 0,1 1 0 0 0,15-28 1 0 0,-20 44-297 0 0,0 1 1 0 0,1 1-1 0 0,-1-1 1 0 0,1 1-1 0 0,0 0 1 0 0,9-5-1 0 0,-10 6-81 0 0,1 0-8 0 0,0 0-1 0 0,-1 0 0 0 0,1 1 0 0 0,1-1 0 0 0,-1 2 1 0 0,0-1-1 0 0,0 0 0 0 0,1 1 0 0 0,-1 1 1 0 0,1-1-1 0 0,-1 1 0 0 0,1 0 0 0 0,8 1 1 0 0,-8 0-45 0 0,-6-1 22 0 0,1 0-1 0 0,0 0 1 0 0,-1 0 0 0 0,1 1-1 0 0,0-1 1 0 0,-1 1 0 0 0,1-1-1 0 0,-1 1 1 0 0,1-1 0 0 0,-1 1-1 0 0,1 0 1 0 0,-1 0 0 0 0,1 0-1 0 0,-1 0 1 0 0,0 0 0 0 0,0 0-1 0 0,1 0 1 0 0,-1 0 0 0 0,0 0-1 0 0,0 1 1 0 0,0-1 0 0 0,0 0-1 0 0,0 1 1 0 0,0-1 0 0 0,-1 1-1 0 0,1-1 1 0 0,0 1 0 0 0,-1-1-1 0 0,1 1 1 0 0,-1 0 0 0 0,0-1-1 0 0,1 1 1 0 0,-1 0 0 0 0,0-1-1 0 0,0 1 1 0 0,0 2 0 0 0,-2 6-52 0 0,-1 1 0 0 0,0-1 0 0 0,0 1 1 0 0,-1-1-1 0 0,0 0 0 0 0,-1 0 1 0 0,0-1-1 0 0,-1 1 0 0 0,0-1 0 0 0,-12 14 1 0 0,17-22 34 0 0,1 0 0 0 0,-1-1 0 0 0,0 1 0 0 0,1 0 0 0 0,-1 0 0 0 0,0-1 0 0 0,1 1 1 0 0,-1 0-1 0 0,1 0 0 0 0,0 0 0 0 0,-1 0 0 0 0,1 0 0 0 0,-1 0 0 0 0,1 0 0 0 0,0 0 0 0 0,0 0 1 0 0,0 0-1 0 0,0 0 0 0 0,0 0 0 0 0,0 0 0 0 0,0 0 0 0 0,0 0 0 0 0,0 0 0 0 0,0 0 0 0 0,0 0 1 0 0,1 0-1 0 0,-1 0 0 0 0,0 0 0 0 0,1 0 0 0 0,-1-1 0 0 0,0 1 0 0 0,1 0 0 0 0,0 0 0 0 0,-1 0 1 0 0,1 0-1 0 0,-1-1 0 0 0,1 1 0 0 0,0 0 0 0 0,0 0 0 0 0,-1-1 0 0 0,1 1 0 0 0,2 0 0 0 0,46 23-293 0 0,-24-14 121 0 0,-24-9 175 0 0,1 0 0 0 0,-1-1 0 0 0,0 1-1 0 0,1 0 1 0 0,-1 0 0 0 0,0 0-1 0 0,1 0 1 0 0,-1 0 0 0 0,0 0-1 0 0,0 0 1 0 0,0 0 0 0 0,0 0-1 0 0,0 1 1 0 0,0-1 0 0 0,0 0-1 0 0,0 1 1 0 0,-1-1 0 0 0,1 1-1 0 0,0-1 1 0 0,-1 1 0 0 0,1-1-1 0 0,-1 1 1 0 0,0-1 0 0 0,1 1 0 0 0,-1 0-1 0 0,0-1 1 0 0,0 1 0 0 0,0-1-1 0 0,0 1 1 0 0,0 0 0 0 0,-1-1-1 0 0,1 1 1 0 0,0-1 0 0 0,-1 1-1 0 0,1-1 1 0 0,-1 1 0 0 0,1-1-1 0 0,-1 1 1 0 0,-1 1 0 0 0,-1 2 7 0 0,-1-1 1 0 0,0 0-1 0 0,0 0 0 0 0,0 0 1 0 0,0 0-1 0 0,-1-1 1 0 0,1 1-1 0 0,-1-1 1 0 0,0 0-1 0 0,-9 4 0 0 0,-8 2 212 0 0,1 0-1 0 0,-2-1 0 0 0,1-2 1 0 0,-26 5-1 0 0,46-10-128 0 0,-21-3-3 0 0,11-1-3172 0 0,11-4 2286 0 0</inkml:trace>
</inkml:ink>
</file>

<file path=ppt/ink/ink3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1:49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35 300 0 0,'12'-21'4425'0'0,"-4"8"3736"0"0,-12 25-7762 0 0,1 1-1 0 0,1-1 1 0 0,0 1 0 0 0,1 0-1 0 0,0 0 1 0 0,2 25 0 0 0,-1-21-291 0 0,2 1 1 0 0,0 0-1 0 0,1-1 1 0 0,1 0-1 0 0,10 31 0 0 0,-12-45-100 0 0,-1 1-1 0 0,1-1 0 0 0,-1 0 0 0 0,1 0 0 0 0,0 0 0 0 0,1 0 0 0 0,-1-1 0 0 0,0 1 0 0 0,1-1 0 0 0,-1 1 0 0 0,1-1 0 0 0,0 0 0 0 0,0 0 0 0 0,0 0 0 0 0,0 0 0 0 0,0 0 0 0 0,0-1 0 0 0,1 1 0 0 0,-1-1 0 0 0,0 0 0 0 0,1 0 0 0 0,3 0 0 0 0,-1 0-15 0 0,-1-1 1 0 0,0 0-1 0 0,1 0 1 0 0,-1-1-1 0 0,0 1 0 0 0,0-1 1 0 0,1 0-1 0 0,-1-1 1 0 0,0 1-1 0 0,0-1 1 0 0,0 0-1 0 0,0 0 1 0 0,-1-1-1 0 0,7-4 0 0 0,-10 7 14 0 0,0-2-66 0 0,-1 2 58 0 0,0 0 0 0 0,0 0 0 0 0,0 0 0 0 0,0 0 0 0 0,-1 0-1 0 0,1 0 1 0 0,0 0 0 0 0,0 0 0 0 0,0 0 0 0 0,0 0-1 0 0,0 0 1 0 0,0 0 0 0 0,-1 0 0 0 0,1-1 0 0 0,0 1-1 0 0,0 0 1 0 0,0 0 0 0 0,0 0 0 0 0,0 0 0 0 0,0 0 0 0 0,-1 0-1 0 0,1 0 1 0 0,0-1 0 0 0,0 1 0 0 0,0 0 0 0 0,0 0-1 0 0,0 0 1 0 0,0 0 0 0 0,0 0 0 0 0,0 0 0 0 0,0-1-1 0 0,0 1 1 0 0,0 0 0 0 0,0 0 0 0 0,0 0 0 0 0,0 0 0 0 0,0 0-1 0 0,0-1 1 0 0,0 1 0 0 0,0 0 0 0 0,0 0 0 0 0,0 0-1 0 0,0 0 1 0 0,0 0 0 0 0,0-1 0 0 0,0 1 0 0 0,0 0-1 0 0,0 0 1 0 0,0 0 0 0 0,0 0 0 0 0,0 0 0 0 0,1-1 0 0 0,-1 1-1 0 0,0 0 1 0 0,0 0 0 0 0,0 0 0 0 0,0 0 0 0 0,0 0-1 0 0,0 0 1 0 0,0 0 0 0 0,1 0 0 0 0,-1 0 0 0 0,0-1-1 0 0,-7 3-5 0 0,0 0 0 0 0,1 0-1 0 0,-1 0 1 0 0,1 1-1 0 0,-1 0 1 0 0,1 0-1 0 0,0 0 1 0 0,0 1 0 0 0,0 0-1 0 0,1 0 1 0 0,-1 0-1 0 0,1 1 1 0 0,0 0-1 0 0,0 0 1 0 0,1 0 0 0 0,0 1-1 0 0,0 0 1 0 0,0-1-1 0 0,0 1 1 0 0,1 1-1 0 0,-3 6 1 0 0,-1 4 6 0 0,2 0 1 0 0,0 0-1 0 0,0 0 1 0 0,2 0-1 0 0,0 1 1 0 0,1 0-1 0 0,1 27 0 0 0,1-25-3 0 0,0 14-8 0 0,-6 52-1 0 0,6-78 25 0 0,-2-1-1 0 0,1 1 1 0 0,-1-1 0 0 0,0 1-1 0 0,-1-1 1 0 0,1 1 0 0 0,-1-1-1 0 0,-1 0 1 0 0,0 0 0 0 0,0-1-1 0 0,0 1 1 0 0,-8 9-1 0 0,6-11-24 0 0,0 0-1 0 0,-1 0 1 0 0,1 0-1 0 0,-1-1 0 0 0,0 0 1 0 0,0 0-1 0 0,0-1 1 0 0,-1 0-1 0 0,1 0 0 0 0,-9 1 1 0 0,-16 2-2775 0 0,0-4-3850 0 0</inkml:trace>
</inkml:ink>
</file>

<file path=ppt/ink/ink3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1:54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8 177 816 0 0,'0'0'4759'0'0,"3"7"-4208"0"0,2-6 2264 0 0,3-4-2706 0 0,-1 0-1 0 0,1 0 0 0 0,0-1 1 0 0,-1 0-1 0 0,0 0 0 0 0,0 0 1 0 0,0-1-1 0 0,-1 0 0 0 0,1-1 1 0 0,-1 1-1 0 0,0-1 0 0 0,-1-1 1 0 0,0 1-1 0 0,0-1 0 0 0,0 1 1 0 0,-1-2-1 0 0,1 1 0 0 0,-2 0 0 0 0,1-1 1 0 0,-1 1-1 0 0,0-1 0 0 0,-1 0 1 0 0,2-10-1 0 0,-4 15-85 0 0,-5-25-1 0 0,1 27-27 0 0,1 0 0 0 0,-1 0 0 0 0,0 1 0 0 0,0-1-1 0 0,0 1 1 0 0,0 0 0 0 0,0 0 0 0 0,0 0 0 0 0,0 0-1 0 0,0 1 1 0 0,0 0 0 0 0,0 0 0 0 0,0 0 0 0 0,1 0 0 0 0,-1 0-1 0 0,0 1 1 0 0,1 0 0 0 0,-7 3 0 0 0,5-3-6 0 0,1 1 0 0 0,-1 0 0 0 0,0 0 1 0 0,1 0-1 0 0,0 1 0 0 0,0-1 0 0 0,0 1 1 0 0,0 0-1 0 0,0 0 0 0 0,1 1 0 0 0,0-1 1 0 0,0 1-1 0 0,0 0 0 0 0,-2 4 0 0 0,4-6 12 0 0,0 0 0 0 0,0 0 0 0 0,1 0-1 0 0,-1 0 1 0 0,1 0 0 0 0,0 0 0 0 0,0 0-1 0 0,0 1 1 0 0,0-1 0 0 0,1 0 0 0 0,-1 0 0 0 0,1 0-1 0 0,0 0 1 0 0,0 0 0 0 0,0-1 0 0 0,0 1-1 0 0,0 0 1 0 0,1 0 0 0 0,-1-1 0 0 0,4 5-1 0 0,-1-1 14 0 0,1 0 0 0 0,0-1 0 0 0,1 1 0 0 0,-1-1 0 0 0,1 0 0 0 0,0 0-1 0 0,1-1 1 0 0,-1 0 0 0 0,1 0 0 0 0,0 0 0 0 0,0-1 0 0 0,0 0 0 0 0,0 0-1 0 0,0-1 1 0 0,1 0 0 0 0,-1 0 0 0 0,1-1 0 0 0,-1 0 0 0 0,1 0 0 0 0,9-1 0 0 0,-6 0 3 0 0,0-1 0 0 0,1-1 0 0 0,-1 0 0 0 0,-1 0 0 0 0,1-1 0 0 0,0 0 0 0 0,-1-1 0 0 0,1 0 1 0 0,-1-1-1 0 0,0 0 0 0 0,-1-1 0 0 0,1 0 0 0 0,11-10 0 0 0,31-40 40 0 0,-9 9-56 0 0,-36 39-65 0 0,1 2-166 0 0,1 20 201 0 0,11 31-23 0 0,-20-44 55 0 0,1 1-3 0 0,-1-1 4 0 0,0 0-1 0 0,0 0 1 0 0,0-1 0 0 0,0 1-1 0 0,0 0 1 0 0,0 0 0 0 0,1 0-1 0 0,-1 0 1 0 0,0-1 0 0 0,1 1-1 0 0,-1 0 1 0 0,0 0 0 0 0,1-1-1 0 0,-1 1 1 0 0,1 0 0 0 0,-1-1-1 0 0,1 1 1 0 0,-1 0-1 0 0,1-1 1 0 0,0 1 0 0 0,-1-1-1 0 0,1 1 1 0 0,0-1 0 0 0,-1 1-1 0 0,1-1 1 0 0,0 1 0 0 0,0-1-1 0 0,-1 0 1 0 0,1 1 0 0 0,0-1-1 0 0,0 0 1 0 0,0 0 0 0 0,0 0-1 0 0,-1 0 1 0 0,1 1 0 0 0,0-1-1 0 0,0 0 1 0 0,0-1 0 0 0,1 1-1 0 0,20-19 81 0 0,-17 14-83 0 0,48-37 1 0 0,-51 41-13 0 0,0 1 0 0 0,-1-1 0 0 0,1 1 0 0 0,0 0 0 0 0,0-1 0 0 0,-1 1 0 0 0,1 0 0 0 0,0 0 0 0 0,0 0 0 0 0,-1 0 0 0 0,1 0 0 0 0,0 1-1 0 0,0-1 1 0 0,-1 0 0 0 0,1 1 0 0 0,0 0 0 0 0,-1-1 0 0 0,1 1 0 0 0,1 1 0 0 0,5 0-241 0 0,35 23-1933 0 0,-19-5-2885 0 0</inkml:trace>
</inkml:ink>
</file>

<file path=ppt/ink/ink3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1:55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10 191 288 0 0,'0'0'2868'0'0,"-2"7"-2560"0"0,0-1-144 0 0,0 0 0 0 0,1 1 0 0 0,0-1 0 0 0,0 1 0 0 0,1-1 0 0 0,0 1 0 0 0,0-1 0 0 0,0 1 0 0 0,1-1 0 0 0,0 0 0 0 0,0 1 0 0 0,1-1 0 0 0,2 9 1 0 0,-3-14-117 0 0,-1 0 1 0 0,0 0 0 0 0,1 0 0 0 0,-1 0 0 0 0,1 0 0 0 0,-1 1 0 0 0,1-1-1 0 0,-1 0 1 0 0,1 0 0 0 0,0 0 0 0 0,-1 0 0 0 0,1 0 0 0 0,0-1 0 0 0,0 1-1 0 0,0 0 1 0 0,0 0 0 0 0,0 0 0 0 0,0-1 0 0 0,0 1 0 0 0,0-1 0 0 0,0 1 0 0 0,0 0-1 0 0,0-1 1 0 0,0 0 0 0 0,2 1 0 0 0,-1-1 12 0 0,-1-1 1 0 0,1 1-1 0 0,-1 0 1 0 0,0-1-1 0 0,1 0 1 0 0,-1 1-1 0 0,0-1 0 0 0,0 0 1 0 0,0 0-1 0 0,1 0 1 0 0,-1 1-1 0 0,0-1 1 0 0,0 0-1 0 0,0-1 1 0 0,0 1-1 0 0,0 0 0 0 0,1-2 1 0 0,2-4 106 0 0,0 0 1 0 0,0-1-1 0 0,0 1 1 0 0,-1-1-1 0 0,0 0 1 0 0,3-13-1 0 0,-4-2 225 0 0,0-1 1 0 0,-2 1-1 0 0,-1-1 0 0 0,-1 1 0 0 0,-5-29 0 0 0,0-1 1616 0 0,6 50-1509 0 0,-1-3-247 0 0,1 2-207 0 0,1 7 656 0 0,12 51-1473 0 0,27 72 1 0 0,-4-16-6905 0 0,-27-85 4318 0 0</inkml:trace>
</inkml:ink>
</file>

<file path=ppt/ink/ink3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23:16.690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35 56 0 0,'0'0'1639'0'0,"2"-3"-1472"0"0,1-3-229 0 0,-3 5 127 0 0,1-1-1 0 0,0 1 0 0 0,-1-1 0 0 0,1 1 0 0 0,0-1 0 0 0,0 1 0 0 0,0 0 1 0 0,0-1-1 0 0,0 1 0 0 0,0 0 0 0 0,1 0 0 0 0,-1 0 0 0 0,0 0 0 0 0,1 0 1 0 0,-1 0-1 0 0,1 0 0 0 0,-1 0 0 0 0,1 0 0 0 0,-1 1 0 0 0,1-1 0 0 0,-1 1 0 0 0,3-1 1 0 0,-2 1-51 0 0,2 0 6 0 0,135 15 36 0 0,148-3 0 0 0,-144-9-4 0 0,-2-1 6 0 0,105 7-45 0 0,-45 8-19 0 0,222 24 45 0 0,-345-34-16 0 0,87-3 0 0 0,6 0-89 0 0,579 12 69 0 0,-634-16-24 0 0,213 2 65 0 0,-46-7-15 0 0,122 1-90 0 0,157 12 79 0 0,-215-22 46 0 0,0 0 4 0 0,158 5-76 0 0,355 2 76 0 0,-183 37-48 0 0,-536-21-30 0 0,107 10 57 0 0,165 8-88 0 0,-134-3 52 0 0,40 1 252 0 0,116-3 194 0 0,-259-10-382 0 0,367 16 563 0 0,-277-5-526 0 0,-136-10-58 0 0,239 4 471 0 0,-72 0-317 0 0,-195-9-72 0 0,436 12 632 0 0,-410-22-552 0 0,138 5 26 0 0,-263-3-234 0 0,290 14 433 0 0,-291-14-368 0 0,36 1 5 0 0,-40 4-387 0 0,-1-1 0 0 0,-1 0 1 0 0,1 1-1 0 0,-1-1 0 0 0,0 0 1 0 0,0-1-1 0 0,0 1 0 0 0,0-1 0 0 0,-1 0 1 0 0,1 0-1 0 0,-1 0 0 0 0,0 0 1 0 0,0-1-1 0 0,-5 2 0 0 0,-19 8-1631 0 0</inkml:trace>
</inkml:ink>
</file>

<file path=ppt/ink/ink3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02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1 440 0 0,'0'0'4140'0'0,"8"1"-1923"0"0</inkml:trace>
</inkml:ink>
</file>

<file path=ppt/ink/ink3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1044 0 0,'0'0'4601'0'0,"18"-8"-4161"0"0,1 11-624 0 0,3 1-2853 0 0,-4-3 1461 0 0</inkml:trace>
</inkml:ink>
</file>

<file path=ppt/ink/ink3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0 372 0 0,'1'4'2535'0'0,"2"1"1849"0"0</inkml:trace>
</inkml:ink>
</file>

<file path=ppt/ink/ink3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10:20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1 824 0 0,'0'12'2168'0'0</inkml:trace>
</inkml:ink>
</file>

<file path=ppt/ink/ink3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3:29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701 324 156 0 0,'0'0'653'0'0,"-16"-44"4315"0"0,14 42-4896 0 0,0 0 0 0 0,0 0 0 0 0,0 0 0 0 0,0 0 0 0 0,0 0 0 0 0,-1 1 0 0 0,1-1 0 0 0,0 1 0 0 0,-1-1 0 0 0,1 1 0 0 0,-1 0 1 0 0,0 0-1 0 0,1 0 0 0 0,-1 0 0 0 0,0 0 0 0 0,0 1 0 0 0,0-1 0 0 0,1 1 0 0 0,-1 0 0 0 0,0 0 0 0 0,0 0 0 0 0,-4 1 0 0 0,-9 1-44 0 0,1 0 1 0 0,-1 1-1 0 0,-15 6 1 0 0,0-1 95 0 0,-5 2-77 0 0,1 1-1 0 0,0 2 1 0 0,1 1 0 0 0,0 2-1 0 0,1 1 1 0 0,1 2-1 0 0,0 1 1 0 0,2 1 0 0 0,1 2-1 0 0,0 0 1 0 0,2 3-1 0 0,-27 30 1 0 0,45-45-16 0 0,1 0 1 0 0,0 1-1 0 0,0 0 0 0 0,1 0 1 0 0,1 1-1 0 0,0 0 0 0 0,1 0 0 0 0,0 0 1 0 0,-3 21-1 0 0,6-28-14 0 0,1 0 0 0 0,1 1-1 0 0,-1-1 1 0 0,1 1 0 0 0,0-1 0 0 0,1 1-1 0 0,-1-1 1 0 0,1 0 0 0 0,1 1 0 0 0,-1-1 0 0 0,1 0-1 0 0,0 0 1 0 0,0 0 0 0 0,1 0 0 0 0,0 0-1 0 0,0 0 1 0 0,0-1 0 0 0,1 1 0 0 0,0-1-1 0 0,0 0 1 0 0,0 0 0 0 0,8 6 0 0 0,-1-2 27 0 0,1 0 0 0 0,1-1 0 0 0,-1-1 0 0 0,1 0 0 0 0,1 0-1 0 0,-1-1 1 0 0,1-1 0 0 0,0-1 0 0 0,0 0 0 0 0,1 0 0 0 0,-1-1 0 0 0,1-1 0 0 0,-1-1 0 0 0,1 0 0 0 0,0-1 0 0 0,0 0 0 0 0,19-4 0 0 0,5-2 92 0 0,0-1 0 0 0,-1-3 0 0 0,0 0 0 0 0,0-3 0 0 0,48-23 0 0 0,-42 13-41 0 0,-2-2 1 0 0,0-1-1 0 0,-2-2 0 0 0,-1-2 0 0 0,-1-2 0 0 0,-2-1 0 0 0,-1-2 0 0 0,37-48 0 0 0,-22 20 16 0 0,62-105-1 0 0,-100 147-78 0 0,-1 0 0 0 0,-2 0 0 0 0,0-1 0 0 0,-1 0 1 0 0,-1 0-1 0 0,-1-1 0 0 0,-1 0 0 0 0,-1 0 0 0 0,2-40 0 0 0,-6 62-34 0 0,1 1 0 0 0,-1-1 0 0 0,0 1-1 0 0,0-1 1 0 0,0 1 0 0 0,0-1-1 0 0,0 0 1 0 0,0 1 0 0 0,0-1 0 0 0,0 1-1 0 0,0-1 1 0 0,0 1 0 0 0,0-1 0 0 0,0 0-1 0 0,0 1 1 0 0,0-1 0 0 0,0 1-1 0 0,-1-1 1 0 0,1 1 0 0 0,0-1 0 0 0,0 1-1 0 0,-1-1 1 0 0,1 1 0 0 0,0-1-1 0 0,-1 1 1 0 0,1-1 0 0 0,-1 1 0 0 0,1-1-1 0 0,0 1 1 0 0,-1 0 0 0 0,1-1-1 0 0,-1 1 1 0 0,1 0 0 0 0,-1-1 0 0 0,1 1-1 0 0,-1 0 1 0 0,1 0 0 0 0,-1-1-1 0 0,0 1 1 0 0,1 0 0 0 0,-1 0 0 0 0,0 0-1 0 0,-2 1-2 0 0,1 0 1 0 0,-1 0-1 0 0,1 0 0 0 0,0 1 0 0 0,0-1 0 0 0,-1 1 0 0 0,1-1 0 0 0,0 1 0 0 0,0 0 1 0 0,-2 2-1 0 0,-42 56-42 0 0,18-6 26 0 0,2 0 0 0 0,-22 69 0 0 0,-25 119 19 0 0,50-159 7 0 0,-11 76 8 0 0,29-131-6 0 0,-2 37-1 0 0,6-62-15 0 0,1-3 21 0 0,0 0-10 0 0,0 0 1 0 0,0 0-1 0 0,0 0 1 0 0,-1 1-1 0 0,1-1 0 0 0,0 0 1 0 0,0 0-1 0 0,0 0 1 0 0,0 1-1 0 0,0-1 0 0 0,-1 0 1 0 0,1 0-1 0 0,0 1 1 0 0,0-1-1 0 0,0 0 0 0 0,0 0 1 0 0,0 1-1 0 0,0-1 1 0 0,0 0-1 0 0,0 0 1 0 0,0 1-1 0 0,0-1 0 0 0,0 0 1 0 0,0 0-1 0 0,0 1 1 0 0,0-1-1 0 0,0 0 0 0 0,0 0 1 0 0,0 1-1 0 0,0-1 1 0 0,0 0-1 0 0,0 0 0 0 0,1 1 1 0 0,-1-1-1 0 0,0 0 1 0 0,0 0-1 0 0,0 0 1 0 0,0 1-1 0 0,1-1 0 0 0,-1 0 1 0 0,0 0-1 0 0,0 0 1 0 0,0 1-1 0 0,1-1 0 0 0,-1 0 1 0 0,0 0-1 0 0,0 0 1 0 0,0 0-1 0 0,1 0 0 0 0,-1 0 1 0 0,0 0-1 0 0,0 0 1 0 0,1 1-1 0 0,-1-1 1 0 0,0 0-1 0 0,0 0 0 0 0,1 0 1 0 0,-1 0-1 0 0,0 0 1 0 0,0 0-1 0 0,1-1 0 0 0,22-18-3 0 0,38-43 0 0 0,-46 43-26 0 0,2 2 0 0 0,0 0 0 0 0,0 1 1 0 0,2 0-1 0 0,0 2 0 0 0,27-16 0 0 0,-42 29 14 0 0,-1 0-1 0 0,1 0 1 0 0,0 1-1 0 0,0-1 1 0 0,0 1 0 0 0,0 0-1 0 0,-1 0 1 0 0,1 0-1 0 0,0 1 1 0 0,0-1-1 0 0,0 1 1 0 0,0 0-1 0 0,-1 0 1 0 0,1 1-1 0 0,-1-1 1 0 0,1 1-1 0 0,-1-1 1 0 0,7 5-1 0 0,66 46-55 0 0,-59-39 46 0 0,-4-4-204 0 0,0 0-1 0 0,0-1 0 0 0,0-1 1 0 0,1-1-1 0 0,0 0 1 0 0,1 0-1 0 0,20 4 0 0 0,-23-7-740 0 0,1-1-1 0 0,0-1 1 0 0,0 0-1 0 0,0 0 0 0 0,15-3 1 0 0,-25 2-1132 0 0</inkml:trace>
</inkml:ink>
</file>

<file path=ppt/ink/ink3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3:30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12 112 0 0,'0'0'89'0'0,"0"-1"0"0"0,0 1 0 0 0,0-1 0 0 0,0 1 0 0 0,0-1 0 0 0,0 1 0 0 0,0-1 0 0 0,-1 1 0 0 0,1-1 0 0 0,0 1 0 0 0,0-1 0 0 0,-1 1 0 0 0,1-1 0 0 0,0 1 0 0 0,-1 0 0 0 0,1-1 0 0 0,0 1 0 0 0,-1 0 0 0 0,1-1 0 0 0,-1 1 0 0 0,1 0 0 0 0,0-1 0 0 0,-1 1 0 0 0,1 0 0 0 0,-1 0 0 0 0,1-1 0 0 0,-1 1 0 0 0,1 0 0 0 0,-1 0 0 0 0,1 0 0 0 0,-1 0 0 0 0,1 0 0 0 0,-2 0 0 0 0,-14 6 242 0 0,-1 1 0 0 0,1 0 0 0 0,0 2 0 0 0,1 0 0 0 0,-1 0 0 0 0,2 2 0 0 0,0 0 0 0 0,0 0 0 0 0,1 1 0 0 0,0 1 0 0 0,-14 18 0 0 0,26-30-303 0 0,0 1 0 0 0,0-1 0 0 0,0 1 0 0 0,0-1 0 0 0,0 1 0 0 0,0-1 0 0 0,0 1 0 0 0,0 0-1 0 0,1-1 1 0 0,-1 1 0 0 0,1 0 0 0 0,-1-1 0 0 0,1 1 0 0 0,0 0 0 0 0,0 0 0 0 0,0 0 0 0 0,0-1 0 0 0,0 1 0 0 0,0 3 0 0 0,1-4-25 0 0,-1 0-1 0 0,1 0 1 0 0,0 0 0 0 0,-1 0 0 0 0,1 0 0 0 0,0 0 0 0 0,-1-1-1 0 0,1 1 1 0 0,0 0 0 0 0,0-1 0 0 0,0 1 0 0 0,0-1-1 0 0,0 1 1 0 0,0-1 0 0 0,0 1 0 0 0,0-1 0 0 0,0 1-1 0 0,0-1 1 0 0,0 0 0 0 0,0 1 0 0 0,0-1 0 0 0,0 0-1 0 0,0 0 1 0 0,0 0 0 0 0,0 0 0 0 0,0 0 0 0 0,0 0-1 0 0,0 0 1 0 0,0-1 0 0 0,0 1 0 0 0,2-1 0 0 0,73-15-488 0 0,-72 16 461 0 0,0 1 1 0 0,0 0-1 0 0,0 0 0 0 0,0 1 0 0 0,0-1 1 0 0,0 1-1 0 0,0 0 0 0 0,-1 0 0 0 0,1 0 1 0 0,-1 0-1 0 0,0 1 0 0 0,1-1 0 0 0,-1 1 1 0 0,0 0-1 0 0,-1 0 0 0 0,1 0 0 0 0,0 0 1 0 0,-1 1-1 0 0,4 6 0 0 0,4 2 14 0 0,-9-10-12 0 0,1 0 25 0 0,-1-1 0 0 0,0 0 1 0 0,1 0-1 0 0,-1 0 1 0 0,1 0-1 0 0,-1 0 1 0 0,1 0-1 0 0,-1 0 1 0 0,1 0-1 0 0,0 0 0 0 0,-1-1 1 0 0,4 1-1 0 0,1-1 4 0 0,0-1 0 0 0,0 0 0 0 0,0 0 0 0 0,0 0 0 0 0,0-1 0 0 0,0 0 0 0 0,0-1 0 0 0,-1 1 0 0 0,1-1 0 0 0,6-4 0 0 0,56-44 40 0 0,-7 7-24 0 0,19 1-44 0 0,-79 42 20 0 0,17 6 50 0 0,17 27-79 0 0,-30-26 35 0 0,0 0 1 0 0,0-1 0 0 0,1 0 0 0 0,0-1 0 0 0,-1 1 0 0 0,2-1 0 0 0,-1 0 0 0 0,0 0-1 0 0,1-1 1 0 0,0 0 0 0 0,0 0 0 0 0,0-1 0 0 0,0 0 0 0 0,10 2 0 0 0,4-1 52 0 0,-1-2 0 0 0,1-1 1 0 0,-1 0-1 0 0,1-1 0 0 0,-1-1 1 0 0,0-1-1 0 0,0-1 1 0 0,0-1-1 0 0,0-1 0 0 0,-1 0 1 0 0,0-2-1 0 0,0 0 0 0 0,0-1 1 0 0,27-19-1 0 0,-40 25 170 0 0,0-1-1 0 0,-1 0 1 0 0,0 0 0 0 0,0 0-1 0 0,0 0 1 0 0,0-1 0 0 0,4-6 0 0 0,-8 9 293 0 0,-9 3-524 0 0,0-1 0 0 0,0 1 0 0 0,0 1-1 0 0,0-1 1 0 0,0 1 0 0 0,0 1 0 0 0,1 0 0 0 0,-1 0 0 0 0,1 0 0 0 0,-1 1 0 0 0,-8 6 0 0 0,13-8-6 0 0,1 0 1 0 0,-1 0 0 0 0,1 1-1 0 0,-1-1 1 0 0,1 1 0 0 0,0-1-1 0 0,0 1 1 0 0,0 0 0 0 0,0 0 0 0 0,1 0-1 0 0,-1 0 1 0 0,-1 5 0 0 0,3-7 10 0 0,1 0 0 0 0,-1-1-1 0 0,1 1 1 0 0,-1 0 0 0 0,1 0 0 0 0,-1-1 0 0 0,1 1 0 0 0,0 0 0 0 0,-1-1 0 0 0,1 1 0 0 0,0-1 0 0 0,-1 1 0 0 0,1-1 0 0 0,0 1 0 0 0,0-1 0 0 0,0 0 0 0 0,-1 1 0 0 0,1-1 0 0 0,0 0 0 0 0,0 1 0 0 0,0-1 0 0 0,0 0 0 0 0,0 0 0 0 0,-1 0 0 0 0,1 0 0 0 0,0 0 0 0 0,1 0 0 0 0,31-2 43 0 0,15-9-1366 0 0,-8 7-4043 0 0,-27 2 3373 0 0</inkml:trace>
</inkml:ink>
</file>

<file path=ppt/ink/ink3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3:30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54 440 184 0 0,'0'0'161'0'0,"0"-1"0"0"0,0 0 0 0 0,0 0 1 0 0,0 0-1 0 0,0 0 0 0 0,0 1 0 0 0,0-1 0 0 0,0 0 0 0 0,0 0 0 0 0,-1 0 0 0 0,1 1 1 0 0,0-1-1 0 0,-1 0 0 0 0,1 0 0 0 0,0 0 0 0 0,-1 1 0 0 0,1-1 0 0 0,-1 0 1 0 0,1 1-1 0 0,-1-1 0 0 0,1 1 0 0 0,-1-1 0 0 0,0 0 0 0 0,1 1 0 0 0,-1-1 0 0 0,0 1 1 0 0,1 0-1 0 0,-1-1 0 0 0,0 1 0 0 0,0-1 0 0 0,0 1 0 0 0,1 0 0 0 0,-1 0 0 0 0,0-1 1 0 0,0 1-1 0 0,-1 0 0 0 0,0-1-754 0 0,-2 0 1528 0 0,1 4-867 0 0,1-1 1 0 0,-1 0 0 0 0,1 1-1 0 0,0-1 1 0 0,0 1-1 0 0,0 0 1 0 0,0 0-1 0 0,0 0 1 0 0,0 0-1 0 0,1 0 1 0 0,0 0-1 0 0,-1 0 1 0 0,1 0-1 0 0,0 1 1 0 0,1-1 0 0 0,-1 0-1 0 0,1 1 1 0 0,-1-1-1 0 0,1 6 1 0 0,0-6 47 0 0,1 0-105 0 0,0 0 0 0 0,0 0 0 0 0,0 0 0 0 0,0 0 0 0 0,1 0 0 0 0,-1 0-1 0 0,1-1 1 0 0,0 1 0 0 0,-1 0 0 0 0,1-1 0 0 0,1 1 0 0 0,-1-1 0 0 0,4 4-1 0 0,-1-4-29 0 0,-1 0 0 0 0,1 0 0 0 0,-1 0 0 0 0,1 0 0 0 0,0-1 0 0 0,0 1 0 0 0,0-1 0 0 0,0-1 0 0 0,0 1 0 0 0,0-1 0 0 0,0 1 0 0 0,0-1 0 0 0,0-1-1 0 0,0 1 1 0 0,9-3 0 0 0,0 0-14 0 0,0 0-1 0 0,-1-1 0 0 0,1 0 1 0 0,18-10-1 0 0,-10 3 23 0 0,0-2 1 0 0,-1-1-1 0 0,-1 0 1 0 0,0-1-1 0 0,-1-2 0 0 0,0 0 1 0 0,-2 0-1 0 0,0-2 0 0 0,23-32 1 0 0,-30 37 148 0 0,-1-1 1 0 0,-1 1-1 0 0,0-1 1 0 0,-1-1 0 0 0,0 1-1 0 0,-2-1 1 0 0,1 0-1 0 0,-2-1 1 0 0,0 1-1 0 0,-2-1 1 0 0,1 0 0 0 0,-2 0-1 0 0,0 0 1 0 0,-3-33-1 0 0,1 46-40 0 0,-7-31 489 0 0,8 34-581 0 0,-1 1-1 0 0,1-1 0 0 0,0 1 1 0 0,0-1-1 0 0,-1 1 0 0 0,1-1 1 0 0,0 1-1 0 0,-1-1 0 0 0,1 1 1 0 0,0-1-1 0 0,-1 1 0 0 0,1-1 0 0 0,-1 1 1 0 0,1 0-1 0 0,-1-1 0 0 0,1 1 1 0 0,-1 0-1 0 0,1-1 0 0 0,-1 1 1 0 0,1 0-1 0 0,-1 0 0 0 0,0-1 1 0 0,1 1-1 0 0,-1 0 0 0 0,1 0 1 0 0,-1 0-1 0 0,0 0 0 0 0,1 0 0 0 0,-1 0 1 0 0,1 0-1 0 0,-1 0 0 0 0,0 0 1 0 0,1 0-1 0 0,-1 0 0 0 0,1 0 1 0 0,-1 0-1 0 0,0 1 0 0 0,1-1 1 0 0,-1 0-1 0 0,1 0 0 0 0,-1 1 1 0 0,1-1-1 0 0,-1 0 0 0 0,1 1 0 0 0,-1-1 1 0 0,1 1-1 0 0,-1-1 0 0 0,1 0 1 0 0,-1 1-1 0 0,1-1 0 0 0,0 1 1 0 0,-1 0-1 0 0,-13 13 6 0 0,1 1 0 0 0,0 0 0 0 0,1 1 0 0 0,1 1 0 0 0,1-1 0 0 0,0 2 0 0 0,1-1 1 0 0,1 2-1 0 0,0-1 0 0 0,-5 25 0 0 0,6-21-21 0 0,2 1 0 0 0,1 0 0 0 0,1 0 0 0 0,1 0 0 0 0,1 0-1 0 0,0 0 1 0 0,2 0 0 0 0,6 38 0 0 0,-5-54-14 0 0,-1 0 0 0 0,1 0 0 0 0,0-1 0 0 0,1 0 1 0 0,-1 1-1 0 0,1-1 0 0 0,1 0 0 0 0,-1 0 0 0 0,1 0 0 0 0,0-1 0 0 0,0 1 0 0 0,0-1 0 0 0,1 0 0 0 0,0 0 0 0 0,0-1 0 0 0,0 1 0 0 0,1-1 0 0 0,0 0 0 0 0,-1-1 0 0 0,1 1 0 0 0,1-1 0 0 0,-1 0 0 0 0,0-1 0 0 0,1 1 0 0 0,-1-1 0 0 0,1-1 0 0 0,0 1 1 0 0,8 0-1 0 0,-7-1 22 0 0,0-1 1 0 0,0 0 0 0 0,0 0 0 0 0,0-1 0 0 0,-1 0-1 0 0,1 0 1 0 0,0-1 0 0 0,0 0 0 0 0,-1-1 0 0 0,1 1-1 0 0,-1-1 1 0 0,1-1 0 0 0,-1 1 0 0 0,0-1 0 0 0,-1-1-1 0 0,1 1 1 0 0,-1-1 0 0 0,0 0 0 0 0,0 0 0 0 0,0-1-1 0 0,-1 0 1 0 0,1 0 0 0 0,7-13 0 0 0,-7 8 134 0 0,0 0-1 0 0,-1 0 1 0 0,-1 0 0 0 0,1-1-1 0 0,3-20 1 0 0,-7 30-8 0 0,-1 3-125 0 0,0-1 0 0 0,0 1 1 0 0,0 0-1 0 0,0-1 0 0 0,0 1 1 0 0,0-1-1 0 0,0 1 0 0 0,-1-1 1 0 0,1 1-1 0 0,0-1 0 0 0,0 1 1 0 0,0 0-1 0 0,0-1 0 0 0,-1 1 0 0 0,1-1 1 0 0,0 0-1 0 0,-1 1 0 0 0,1-1 1 0 0,0 1-1 0 0,-1-1 0 0 0,1 1 1 0 0,0-1-1 0 0,-1 0 0 0 0,1 1 1 0 0,-1-1-1 0 0,1 0 0 0 0,-1 1 1 0 0,0-1-1 0 0,0 1 0 0 0,0 0 1 0 0,0 0-1 0 0,0-1 0 0 0,0 1 0 0 0,0 0 1 0 0,1 0-1 0 0,-1 0 0 0 0,0 0 1 0 0,0 0-1 0 0,1 0 0 0 0,-1 0 0 0 0,0 0 1 0 0,1 0-1 0 0,-1 1 0 0 0,1-1 0 0 0,0 0 1 0 0,-1 0-1 0 0,1 0 0 0 0,0 1 1 0 0,0-1-1 0 0,0 0 0 0 0,-1 0 0 0 0,2 2 1 0 0,-2 4-36 0 0,0 0 1 0 0,1 0 0 0 0,0 0-1 0 0,0 0 1 0 0,1 0 0 0 0,1 8-1 0 0,-2-13 21 0 0,1-1 0 0 0,-1 0 0 0 0,0 1-1 0 0,1-1 1 0 0,0 1 0 0 0,-1-1-1 0 0,1 0 1 0 0,0 1 0 0 0,-1-1 0 0 0,1 0-1 0 0,0 0 1 0 0,0 1 0 0 0,0-1-1 0 0,0 0 1 0 0,1 0 0 0 0,-1 0 0 0 0,0 0-1 0 0,0-1 1 0 0,0 1 0 0 0,1 0-1 0 0,-1 0 1 0 0,0-1 0 0 0,1 1 0 0 0,-1-1-1 0 0,1 1 1 0 0,-1-1 0 0 0,1 1-1 0 0,-1-1 1 0 0,1 0 0 0 0,-1 0-1 0 0,1 0 1 0 0,-1 0 0 0 0,1 0 0 0 0,-1 0-1 0 0,1 0 1 0 0,-1-1 0 0 0,1 1-1 0 0,-1 0 1 0 0,1-1 0 0 0,1 0 0 0 0,57-20-397 0 0,88-43 1 0 0,-137 59 368 0 0,-9 4 35 0 0,0 0 0 0 0,0 1 0 0 0,1-1-1 0 0,-1 1 1 0 0,0-1 0 0 0,0 1 0 0 0,1 0 0 0 0,-1 0 0 0 0,0 0 0 0 0,0 1 0 0 0,0-1 0 0 0,1 0 0 0 0,-1 1-1 0 0,0-1 1 0 0,0 1 0 0 0,0 0 0 0 0,0 0 0 0 0,0 0 0 0 0,0 0 0 0 0,0 0 0 0 0,0 0 0 0 0,2 2-1 0 0,13 20 69 0 0,-16-22-42 0 0,21 29 94 0 0,-21-28-213 0 0,1 1 0 0 0,0-1 1 0 0,0 1-1 0 0,0-1 0 0 0,0 0 0 0 0,0 0 0 0 0,1 0 0 0 0,-1 0 0 0 0,0-1 0 0 0,1 1 0 0 0,0-1 1 0 0,-1 1-1 0 0,1-1 0 0 0,0 0 0 0 0,3 1 0 0 0,-3-1-1311 0 0</inkml:trace>
</inkml:ink>
</file>

<file path=ppt/ink/ink3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3:31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37 284 0 0,'0'0'4068'0'0,"33"-18"-3980"0"0,-7 13-296 0 0,2 2-500 0 0,2-1-764 0 0,8-2 340 0 0</inkml:trace>
</inkml:ink>
</file>

<file path=ppt/ink/ink3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3:31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3 492 0 0,'0'0'1804'0'0,"-11"-3"2891"0"0,-21 91-2135 0 0,19-72-2213 0 0,2-5-1766 0 0,8-2-3616 0 0</inkml:trace>
</inkml:ink>
</file>

<file path=ppt/ink/ink3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3:32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68 0 0,'0'0'1420'0'0,"0"-8"120"0"0</inkml:trace>
</inkml:ink>
</file>

<file path=ppt/ink/ink3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3:32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0 556 0 0,'-24'23'2920'0'0,"22"-18"-2792"0"0,0 0 0 0 0,1 0 0 0 0,-1 0 0 0 0,1 0 0 0 0,0 0 0 0 0,1 0 0 0 0,-1 0 0 0 0,1 0 0 0 0,0 0 0 0 0,0 0 0 0 0,1 0 0 0 0,-1 0 0 0 0,1 0 0 0 0,0 0 0 0 0,3 8 0 0 0,-2-7-3 0 0,0 1 0 0 0,-1-1 0 0 0,0 1 1 0 0,0-1-1 0 0,-1 1 0 0 0,0 0 1 0 0,0-1-1 0 0,-1 1 0 0 0,-1 10 1 0 0,1-16-93 0 0,0 0 1 0 0,0 0 0 0 0,0 0-1 0 0,1-1 1 0 0,-1 1 0 0 0,0 0-1 0 0,0 0 1 0 0,0-1 0 0 0,-1 1 0 0 0,1 0-1 0 0,0-1 1 0 0,0 1 0 0 0,0-1-1 0 0,0 0 1 0 0,-1 1 0 0 0,1-1-1 0 0,0 0 1 0 0,0 0 0 0 0,-1 0-1 0 0,1 0 1 0 0,0 0 0 0 0,0 0 0 0 0,-1 0-1 0 0,0 0 1 0 0,-28-3 319 0 0,29 2-354 0 0,-1 1-65 0 0,0 0 1 0 0,-1-1-1 0 0,1 0 0 0 0,0 1 0 0 0,0-1 0 0 0,-1 0 0 0 0,1 0 0 0 0,0 0 0 0 0,0-1 0 0 0,0 1 1 0 0,0 0-1 0 0,-2-3 0 0 0,-5-11-3951 0 0</inkml:trace>
</inkml:ink>
</file>

<file path=ppt/ink/ink3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3:32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 68 0 0,'17'-48'10660'0'0,"-25"155"-9697"0"0,3-64-699 0 0,2 53-1 0 0,3-84-285 0 0,1 0 0 0 0,1-1 0 0 0,-1 1 0 0 0,2 0 0 0 0,0-1 0 0 0,0 0 0 0 0,1 0 0 0 0,0 0 0 0 0,8 13 0 0 0,-11-22 18 0 0,0-1 0 0 0,0 1 0 0 0,0 0 0 0 0,1-1 0 0 0,-1 1 0 0 0,1-1 0 0 0,-1 0 0 0 0,1 1 0 0 0,-1-1 0 0 0,1 0 0 0 0,0 0 0 0 0,0 0 0 0 0,0 0 0 0 0,0-1 0 0 0,-1 1 0 0 0,1 0 0 0 0,0-1 0 0 0,0 1 0 0 0,0-1 0 0 0,0 0 0 0 0,0 1 0 0 0,0-1 0 0 0,4-1 0 0 0,-1 1 108 0 0,0 0 1 0 0,0-1 0 0 0,0 0-1 0 0,-1 0 1 0 0,1-1-1 0 0,0 0 1 0 0,-1 1 0 0 0,8-5-1 0 0,-10 5 137 0 0,11-6 971 0 0</inkml:trace>
</inkml:ink>
</file>

<file path=ppt/ink/ink3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3:33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32 256 0 0,'0'0'1044'0'0,"-3"-16"3845"0"0,1 1-4913 0 0</inkml:trace>
</inkml:ink>
</file>

<file path=ppt/ink/ink3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3:33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6 306 600 0 0,'4'-10'10306'0'0,"-9"29"-8255"0"0,4-17-2052 0 0,0-1 0 0 0,1 1 0 0 0,-1-1 0 0 0,1 1 0 0 0,0-1 0 0 0,-1 1 0 0 0,1-1-1 0 0,0 1 1 0 0,0 0 0 0 0,0-1 0 0 0,0 1 0 0 0,0-1 0 0 0,0 1 0 0 0,1-1 0 0 0,-1 1 0 0 0,1 0 0 0 0,-1-1 0 0 0,1 1 0 0 0,-1-1-1 0 0,1 0 1 0 0,0 1 0 0 0,-1-1 0 0 0,1 1 0 0 0,0-1 0 0 0,0 0 0 0 0,0 0 0 0 0,0 0 0 0 0,0 1 0 0 0,1-1 0 0 0,-1 0 0 0 0,2 1 0 0 0,12 0 41 0 0,0 0 1 0 0,0-1 0 0 0,0-1 0 0 0,0 0 0 0 0,0-1-1 0 0,28-5 1 0 0,-22 3-35 0 0,1 0 0 0 0,25 2 0 0 0,-36 1-25 0 0,1 1-1 0 0,0 0 1 0 0,-1 1 0 0 0,1 1 0 0 0,-1 0-1 0 0,0 0 1 0 0,14 7 0 0 0,-24-10 4 0 0,0 1 1 0 0,-1-1-1 0 0,1 1 1 0 0,-1-1-1 0 0,1 0 0 0 0,-1 1 1 0 0,0-1-1 0 0,1 1 1 0 0,-1-1-1 0 0,1 1 0 0 0,-1 0 1 0 0,0-1-1 0 0,0 1 1 0 0,1-1-1 0 0,-1 1 0 0 0,0 0 1 0 0,0-1-1 0 0,0 1 1 0 0,1 0-1 0 0,-1-1 1 0 0,0 1-1 0 0,0 0 0 0 0,0-1 1 0 0,0 1-1 0 0,0-1 1 0 0,0 1-1 0 0,-1 0 0 0 0,1-1 1 0 0,0 1-1 0 0,0 0 1 0 0,0-1-1 0 0,0 1 1 0 0,-1 0-1 0 0,1-1 0 0 0,0 1 1 0 0,-1-1-1 0 0,1 1 1 0 0,-1-1-1 0 0,1 1 0 0 0,0-1 1 0 0,-1 1-1 0 0,0 0 1 0 0,-1 1-88 0 0,1 0 1 0 0,-1 1 0 0 0,0-1 0 0 0,0 0 0 0 0,0-1-1 0 0,0 1 1 0 0,0 0 0 0 0,-1 0 0 0 0,-3 1-1 0 0,2-1-441 0 0,-13 5-152 0 0,0-7-4222 0 0,-3-2 1948 0 0</inkml:trace>
  <inkml:trace contextRef="#ctx0" brushRef="#br0" timeOffset="1">271 19 180 0 0,'4'-7'1880'0'0,"3"0"32"0"0,0 2-1700 0 0</inkml:trace>
</inkml:ink>
</file>

<file path=ppt/ink/ink3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3:35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85 206 640 0 0,'0'0'823'0'0,"0"-11"475"0"0,0 5 1686 0 0,0 6-2918 0 0,0 0 0 0 0,-1 0 1 0 0,1 0-1 0 0,0-1 0 0 0,0 1 0 0 0,-1 0 0 0 0,1 0 0 0 0,0 0 1 0 0,0 0-1 0 0,-1 0 0 0 0,1 0 0 0 0,0 0 0 0 0,-1 0 0 0 0,1 0 0 0 0,0 0 1 0 0,0 0-1 0 0,-1 0 0 0 0,1 0 0 0 0,0 0 0 0 0,0 0 0 0 0,-1 0 0 0 0,1 0 1 0 0,0 0-1 0 0,0 0 0 0 0,-1 0 0 0 0,1 1 0 0 0,0-1 0 0 0,0 0 1 0 0,-1 0-1 0 0,1 0 0 0 0,0 0 0 0 0,0 1 0 0 0,-1-1 0 0 0,1 0 0 0 0,0 0 1 0 0,0 0-1 0 0,0 1 0 0 0,0-1 0 0 0,0 0 0 0 0,-1 0 0 0 0,1 1 0 0 0,0-1 1 0 0,0 0-1 0 0,0 0 0 0 0,0 1 0 0 0,0-1 0 0 0,0 0 0 0 0,0 1 1 0 0,-23 26 655 0 0,16-17-685 0 0,0 0 0 0 0,1 0 0 0 0,0 1 0 0 0,-6 14 0 0 0,10-16 16 0 0,-1-1 8 0 0,1 1 0 0 0,0 0-1 0 0,0 0 1 0 0,0 14 0 0 0,2-21-30 0 0,20 23 135 0 0,-15-24-153 0 0,0 0 1 0 0,1 0-1 0 0,-1 0 1 0 0,1-1-1 0 0,-1 0 1 0 0,1 0-1 0 0,-1-1 1 0 0,1 1-1 0 0,-1-1 1 0 0,1 0-1 0 0,-1-1 1 0 0,0 1-1 0 0,0-1 1 0 0,0 0-1 0 0,7-4 1 0 0,10-5 42 0 0,40-28 0 0 0,113-90-30 0 0,-67 34-119 0 0,-105 92 91 0 0,8-7 87 0 0,0-1 0 0 0,-1 0 0 0 0,0-1 0 0 0,0 0 0 0 0,12-23 0 0 0,-21 34-13 0 0,-1 1-75 0 0,1 1 0 0 0,0-1 0 0 0,0 0 0 0 0,0 1 0 0 0,-1-1 0 0 0,1 0 0 0 0,0 1 0 0 0,-1-1 0 0 0,1 1-1 0 0,0-1 1 0 0,-1 1 0 0 0,1-1 0 0 0,0 1 0 0 0,-1 0 0 0 0,1-1 0 0 0,-1 1 0 0 0,1 0 0 0 0,-1 0 0 0 0,1-1 0 0 0,-1 1 0 0 0,0 0 0 0 0,1 0 0 0 0,-1-1 0 0 0,0 1 0 0 0,0 0 0 0 0,1 1-1 0 0,5 38-179 0 0,-6 39-102 0 0,-16 88 159 0 0,-6-2 0 0 0,-56 207 0 0 0,74-355 138 0 0,-6 20-77 0 0,-16 43 1 0 0,23-71 89 0 0,-1-1 0 0 0,1 0 0 0 0,-2 1-1 0 0,1-2 1 0 0,-1 1 0 0 0,-1 0 0 0 0,1-1-1 0 0,-1 0 1 0 0,0-1 0 0 0,-14 12 0 0 0,18-16 20 0 0,0-1 1 0 0,-1 1-1 0 0,1-1 1 0 0,0 0 0 0 0,-1 1-1 0 0,0-1 1 0 0,1-1-1 0 0,-1 1 1 0 0,1 0 0 0 0,-1-1-1 0 0,0 1 1 0 0,0-1 0 0 0,1 0-1 0 0,-1 0 1 0 0,0 0-1 0 0,0 0 1 0 0,1 0 0 0 0,-1 0-1 0 0,-5-2 1 0 0,3 0 5 0 0,1 0 0 0 0,0 0 0 0 0,-1-1 0 0 0,1 1 1 0 0,0-1-1 0 0,0 0 0 0 0,1 0 0 0 0,-1 0 0 0 0,1-1 0 0 0,-6-5 0 0 0,1-2 17 0 0,0 0 0 0 0,1 0 0 0 0,0-1-1 0 0,1 0 1 0 0,0 0 0 0 0,1-1 0 0 0,-4-14-1 0 0,6 17-119 0 0,1 1 0 0 0,1-1 0 0 0,0 1-1 0 0,0-1 1 0 0,0 0 0 0 0,1 1 0 0 0,1-1-1 0 0,0 0 1 0 0,0 1 0 0 0,1-1-1 0 0,0 1 1 0 0,1-1 0 0 0,0 1 0 0 0,0 0-1 0 0,1 0 1 0 0,0 0 0 0 0,0 1-1 0 0,1-1 1 0 0,1 1 0 0 0,-1 0 0 0 0,14-13-1 0 0,-5 6-631 0 0,2 1-1 0 0,0 1 1 0 0,0 1-1 0 0,1 0 1 0 0,1 1-1 0 0,0 1 1 0 0,0 1-1 0 0,1 0 1 0 0,28-8-1 0 0,21-3-1868 0 0</inkml:trace>
</inkml:ink>
</file>

<file path=ppt/ink/ink3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3:35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27 216 0 0,'6'-27'12955'0'0,"-11"93"-11749"0"0,-19 85 0 0 0,7-58-1095 0 0,12-75-526 0 0,-1-2-2091 0 0</inkml:trace>
</inkml:ink>
</file>

<file path=ppt/ink/ink3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3:36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0 113 236 0 0,'0'-1'130'0'0,"0"0"0"0"0,0 0 0 0 0,0-1 1 0 0,0 1-1 0 0,0 0 0 0 0,1-1 0 0 0,-1 1 0 0 0,0 0 0 0 0,1 0 1 0 0,-1 0-1 0 0,1-1 0 0 0,-1 1 0 0 0,1 0 0 0 0,-1 0 0 0 0,1 0 0 0 0,0 0 1 0 0,-1 0-1 0 0,1 0 0 0 0,0 0 0 0 0,0 0 0 0 0,0 0 0 0 0,0 0 0 0 0,0 1 1 0 0,0-1-1 0 0,0 0 0 0 0,0 0 0 0 0,0 1 0 0 0,1-1 0 0 0,-1 1 0 0 0,0-1 1 0 0,0 1-1 0 0,2-1 0 0 0,48-16 960 0 0,-44 15-812 0 0,82-16 682 0 0,0 3 1 0 0,130-5-1 0 0,-206 19-905 0 0,36-4-323 0 0,1 3 1 0 0,-1 2-1 0 0,1 1 0 0 0,-1 4 1 0 0,87 17-1 0 0,-131-21-90 0 0,-2 0 0 0 0,1 1 0 0 0,0-1-1 0 0,0 0 1 0 0,0 1 0 0 0,0 0 0 0 0,-1 0 0 0 0,1 0-1 0 0,-1 1 1 0 0,6 4 0 0 0,-2 4-1491 0 0</inkml:trace>
</inkml:ink>
</file>

<file path=ppt/ink/ink3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3:36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0 223 104 0 0,'2'3'140'0'0,"1"0"0"0"0,-1 0 0 0 0,1 0 0 0 0,-1 0 0 0 0,1 0 0 0 0,0-1 0 0 0,0 0 0 0 0,0 1 0 0 0,0-1 0 0 0,0 0 0 0 0,0 0 0 0 0,1-1 0 0 0,-1 1 0 0 0,1-1 0 0 0,-1 0 0 0 0,1 1 0 0 0,0-2 0 0 0,-1 1 0 0 0,1 0 0 0 0,0-1 0 0 0,0 0 0 0 0,6 0 0 0 0,15 1 150 0 0,0-1-1 0 0,31-6 1 0 0,-39 5-88 0 0,38-6 170 0 0,-1-2 1 0 0,0-3-1 0 0,0-1 0 0 0,-1-4 1 0 0,-1-1-1 0 0,0-3 0 0 0,-2-2 0 0 0,0-2 1 0 0,47-33-1 0 0,-31 5 4321 0 0,-65 53-4685 0 0,-1 0-1 0 0,1 0 1 0 0,0 0 0 0 0,-1 1-1 0 0,1-1 1 0 0,-1 0-1 0 0,1 0 1 0 0,0 1 0 0 0,-1-1-1 0 0,1 1 1 0 0,-1-1-1 0 0,1 0 1 0 0,-1 1 0 0 0,1-1-1 0 0,-1 1 1 0 0,0-1-1 0 0,1 1 1 0 0,-1 0 0 0 0,0-1-1 0 0,1 1 1 0 0,-1-1-1 0 0,0 1 1 0 0,0 0 0 0 0,1-1-1 0 0,-1 1 1 0 0,0-1-1 0 0,0 1 1 0 0,0 0 0 0 0,0 0-1 0 0,8 30 179 0 0,-5-16-98 0 0,-1-7-48 0 0,0-2-19 0 0,-1-1 0 0 0,1 0-1 0 0,-1 0 1 0 0,2 0 0 0 0,-1 0 0 0 0,5 8 0 0 0,-5-12 15 0 0,17-4 29 0 0,7-6-126 0 0,-24 9-42 0 0,13-5-663 0 0,6 3-602 0 0,-1 2-1 0 0,33 4 1 0 0,32-1-1838 0 0,-59-5 1177 0 0,1 1 155 0 0</inkml:trace>
</inkml:ink>
</file>

<file path=ppt/ink/ink3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3:36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0 437 1452 0 0,'65'-34'2315'0'0,"-46"23"803"0"0,-39 22-2220 0 0,18-10-861 0 0,-1 0 1 0 0,1 0-1 0 0,0 1 1 0 0,0-1 0 0 0,0 1-1 0 0,0-1 1 0 0,0 1-1 0 0,0 0 1 0 0,0-1-1 0 0,0 1 1 0 0,1 0 0 0 0,-1 0-1 0 0,1 1 1 0 0,0-1-1 0 0,-1 0 1 0 0,1 0-1 0 0,0 1 1 0 0,0-1 0 0 0,0 0-1 0 0,1 1 1 0 0,-1-1-1 0 0,1 1 1 0 0,-1-1-1 0 0,1 1 1 0 0,0-1 0 0 0,0 1-1 0 0,0 0 1 0 0,0-1-1 0 0,0 1 1 0 0,1 3 0 0 0,0-4-2 0 0,0 0 1 0 0,0 0-1 0 0,0 0 1 0 0,0 0-1 0 0,0 0 1 0 0,1 0-1 0 0,-1-1 0 0 0,1 1 1 0 0,-1-1-1 0 0,1 1 1 0 0,-1-1-1 0 0,1 1 1 0 0,0-1-1 0 0,0 0 1 0 0,-1 0-1 0 0,1 0 1 0 0,0 0-1 0 0,0 0 1 0 0,0 0-1 0 0,0 0 1 0 0,0-1-1 0 0,0 1 1 0 0,1-1-1 0 0,-1 0 1 0 0,0 1-1 0 0,0-1 1 0 0,0 0-1 0 0,0 0 1 0 0,1 0-1 0 0,-1-1 1 0 0,0 1-1 0 0,0 0 1 0 0,0-1-1 0 0,3-1 1 0 0,10-2 155 0 0,-1-2 0 0 0,0 0-1 0 0,0 0 1 0 0,-1-1 0 0 0,0-1 0 0 0,0 0-1 0 0,19-17 1 0 0,-7 4 135 0 0,-2-1 0 0 0,32-40-1 0 0,-43 47-203 0 0,0-1 0 0 0,-1-1 0 0 0,-1 0 0 0 0,-1 0 0 0 0,-1-1 0 0 0,8-22 0 0 0,-13 34-98 0 0,-1 0 1 0 0,0 0-1 0 0,-1-1 0 0 0,1 1 1 0 0,-1-1-1 0 0,0 1 0 0 0,-1-1 1 0 0,0 1-1 0 0,0-1 0 0 0,0 0 0 0 0,-1 1 1 0 0,0-1-1 0 0,0 1 0 0 0,0-1 1 0 0,-1 1-1 0 0,0 0 0 0 0,0 0 0 0 0,-1 0 1 0 0,0 0-1 0 0,0 0 0 0 0,0 0 1 0 0,-5-5-1 0 0,4 7-30 0 0,-1 1 0 0 0,0-1-1 0 0,0 1 1 0 0,0 0 0 0 0,0 0 0 0 0,0 1 0 0 0,0-1 0 0 0,-1 1-1 0 0,0 0 1 0 0,1 1 0 0 0,-1-1 0 0 0,0 1 0 0 0,0 0 0 0 0,1 1-1 0 0,-1 0 1 0 0,0-1 0 0 0,0 2 0 0 0,0-1 0 0 0,0 1 0 0 0,0 0-1 0 0,1 0 1 0 0,-1 0 0 0 0,-11 5 0 0 0,17-5 0 0 0,-1 0 0 0 0,0-1-1 0 0,0 1 1 0 0,1 0 0 0 0,-1 0 0 0 0,0 0 0 0 0,1 0 0 0 0,-1 0-1 0 0,1 0 1 0 0,-1 0 0 0 0,1 0 0 0 0,-1 0 0 0 0,1 0-1 0 0,0 0 1 0 0,0 0 0 0 0,-1 0 0 0 0,1 1 0 0 0,0-1 0 0 0,0 0-1 0 0,0 0 1 0 0,0 0 0 0 0,0 0 0 0 0,1 0 0 0 0,-1 0-1 0 0,0 1 1 0 0,0-1 0 0 0,1 0 0 0 0,-1 0 0 0 0,1 0 0 0 0,-1 0-1 0 0,1 0 1 0 0,0 1 0 0 0,21 31-55 0 0,5-6 41 0 0,1 0 1 0 0,44 33 0 0 0,-52-46 2 0 0,0 2 1 0 0,-1 0-1 0 0,-1 1 0 0 0,-1 0 1 0 0,0 2-1 0 0,-1 0 1 0 0,-1 1-1 0 0,21 36 0 0 0,-33-50-242 0 0,-1 0-1 0 0,0 0 1 0 0,0 0-1 0 0,-1 0 1 0 0,1 0-1 0 0,-1 0 1 0 0,-1 0-1 0 0,1 0 1 0 0,-1 0-1 0 0,-1 12 1 0 0,0 6-5639 0 0</inkml:trace>
</inkml:ink>
</file>

<file path=ppt/ink/ink3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3:37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37 504 0 0,'-24'-35'9380'0'0,"23"34"-8241"0"0,1 6-5125 0 0,-2 20 1322 0 0,1-11 203 0 0</inkml:trace>
</inkml:ink>
</file>

<file path=ppt/ink/ink3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3:37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47 788 0 0,'0'0'1807'0'0,"-18"-41"6578"0"0,17 40-8153 0 0,0 0-200 0 0,0 0 0 0 0,0 1 0 0 0,-1-1-1 0 0,1 1 1 0 0,0-1 0 0 0,0 1 0 0 0,0 0 0 0 0,0 0 0 0 0,0-1 0 0 0,-1 1 0 0 0,1 0 0 0 0,0 0 0 0 0,0 0 0 0 0,0 0 0 0 0,-1 0 0 0 0,1 0 0 0 0,0 1 0 0 0,0-1 0 0 0,-2 1-1 0 0,-23 3 248 0 0,19-3-244 0 0,-1 1 1 0 0,1 0-1 0 0,0 0 1 0 0,0 1-1 0 0,1 0 0 0 0,-1 0 1 0 0,1 0-1 0 0,-1 1 0 0 0,1 0 1 0 0,0 1-1 0 0,0-1 1 0 0,1 1-1 0 0,-1 0 0 0 0,1 0 1 0 0,0 1-1 0 0,1 0 0 0 0,-1 0 1 0 0,-6 12-1 0 0,10-17-45 0 0,1 0-1 0 0,-1 0 1 0 0,1 0-1 0 0,0 0 0 0 0,-1 0 1 0 0,1 0-1 0 0,0 0 1 0 0,0 0-1 0 0,0 0 1 0 0,0 0-1 0 0,0 0 1 0 0,0 0-1 0 0,0 0 1 0 0,0 0-1 0 0,0 0 0 0 0,0 0 1 0 0,1 0-1 0 0,-1 0 1 0 0,0 0-1 0 0,1 0 1 0 0,-1 0-1 0 0,0 0 1 0 0,1 0-1 0 0,-1 0 1 0 0,1 0-1 0 0,0 0 1 0 0,-1-1-1 0 0,1 1 0 0 0,1 1 1 0 0,0 0-29 0 0,1-1 1 0 0,-1 0-1 0 0,1 0 1 0 0,-1 0-1 0 0,1 0 1 0 0,-1 0-1 0 0,1 0 1 0 0,0-1-1 0 0,-1 1 1 0 0,1-1-1 0 0,3 0 1 0 0,9 1-228 0 0,-1-2 0 0 0,30-4 0 0 0,-42 5 246 0 0,54-10-622 0 0,-28 5 289 0 0,0 0 1 0 0,43-1 0 0 0,-61 6 401 0 0,0 0 1 0 0,-1-1-1 0 0,1 0 0 0 0,0-1 1 0 0,-1 0-1 0 0,1 0 1 0 0,-1-1-1 0 0,0-1 1 0 0,15-7-1 0 0,14-5 593 0 0,-32 15-603 0 0,1 0-1 0 0,-1 0 1 0 0,0 0 0 0 0,1 1 0 0 0,-1-1 0 0 0,0 2 0 0 0,1-1 0 0 0,-1 1 0 0 0,0 0-1 0 0,1 0 1 0 0,-1 0 0 0 0,0 1 0 0 0,0 0 0 0 0,0 1 0 0 0,0-1 0 0 0,-1 1 0 0 0,8 4 0 0 0,-9-5-7 0 0,24 3 347 0 0,16-6-6103 0 0,-41 0 4685 0 0,1 1-1771 0 0</inkml:trace>
</inkml:ink>
</file>

<file path=ppt/ink/ink3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3:38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77 516 0 0,'4'-8'759'0'0,"0"0"0"0"0,1 0 0 0 0,0 1 0 0 0,8-10-1 0 0,7-8 1933 0 0,-19 23-2273 0 0,2 2 78 0 0,-3-1-466 0 0,1 1 0 0 0,-1 0 1 0 0,1 0-1 0 0,-1 0 0 0 0,1 0 0 0 0,-1-1 0 0 0,1 1 0 0 0,-1 0 0 0 0,1 0 0 0 0,0 0 0 0 0,-1 0 0 0 0,1 0 0 0 0,-1 0 0 0 0,1 1 0 0 0,-1-1 0 0 0,1 0 0 0 0,-1 0 0 0 0,1 0 0 0 0,-1 0 1 0 0,1 1-1 0 0,-1-1 0 0 0,1 0 0 0 0,-1 0 0 0 0,1 1 0 0 0,1 4 39 0 0,0 0 0 0 0,-1 0 0 0 0,0 1 0 0 0,0-1 0 0 0,0 0 0 0 0,0 0 0 0 0,-1 1 0 0 0,0-1 0 0 0,0 1 0 0 0,0-1 0 0 0,-1 0 0 0 0,-2 11 0 0 0,-22 74 291 0 0,15-60-238 0 0,6-15-90 0 0,-11 33 248 0 0,-16 97 1 0 0,29-127-276 0 0,1-1 1 0 0,1 0 0 0 0,0 1 0 0 0,1-1 0 0 0,1 1-1 0 0,1-1 1 0 0,0 0 0 0 0,2 0 0 0 0,8 23-1 0 0,-9-29-197 0 0,0-1 0 0 0,1 0-1 0 0,1 0 1 0 0,0 0 0 0 0,0-1-1 0 0,1 0 1 0 0,0 0 0 0 0,0 0-1 0 0,16 12 1 0 0,-15-14-538 0 0,0-1-1 0 0,1-1 1 0 0,0 1 0 0 0,0-2 0 0 0,0 1 0 0 0,19 6 0 0 0,-1-3-1332 0 0</inkml:trace>
</inkml:ink>
</file>

<file path=ppt/ink/ink3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3:39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64 844 0 0,'-6'-35'4391'0'0,"4"31"-4216"0"0,1 3 5 0 0,0-1 0 0 0,0 1 0 0 0,0-1 0 0 0,0 0 0 0 0,0 1 0 0 0,0 0 0 0 0,0-1 0 0 0,-1 1 0 0 0,1 0 0 0 0,0 0 0 0 0,-1 0 0 0 0,1-1 1 0 0,-1 1-1 0 0,1 1 0 0 0,-1-1 0 0 0,0 0 0 0 0,1 0 0 0 0,-1 1 0 0 0,0-1 0 0 0,0 1 0 0 0,1-1 0 0 0,-1 1 0 0 0,0 0 0 0 0,0-1 1 0 0,-2 1-1 0 0,2 1 128 0 0,1-1-280 0 0,0-1 1 0 0,0 1 0 0 0,0 0 0 0 0,0 0 0 0 0,0 0-1 0 0,0 0 1 0 0,0 1 0 0 0,1-1 0 0 0,-1 0 0 0 0,0 0-1 0 0,0 0 1 0 0,0 1 0 0 0,0-1 0 0 0,0 0-1 0 0,1 1 1 0 0,-1-1 0 0 0,0 1 0 0 0,0-1 0 0 0,1 1-1 0 0,-1 0 1 0 0,0-1 0 0 0,1 1 0 0 0,-1-1 0 0 0,0 2-1 0 0,-18 20 637 0 0,15-10-541 0 0,2 13-98 0 0,5-20-104 0 0,-1-1 0 0 0,1 0 1 0 0,0 0-1 0 0,1 0 0 0 0,-1 0 0 0 0,1 0 1 0 0,-1-1-1 0 0,1 0 0 0 0,0 1 0 0 0,0-1 1 0 0,1-1-1 0 0,5 4 0 0 0,65 31-1389 0 0,-54-27 1024 0 0,6 3-364 0 0,1-2-1 0 0,56 17 1 0 0,-80-28 769 0 0,1 0 0 0 0,0 0 1 0 0,0 0-1 0 0,-1 0 0 0 0,1-1 0 0 0,0 1 1 0 0,-1-1-1 0 0,1 0 0 0 0,0-1 1 0 0,-1 1-1 0 0,0-1 0 0 0,1 0 1 0 0,-1 0-1 0 0,0 0 0 0 0,0-1 0 0 0,6-4 1 0 0,1-1 140 0 0,0-1-1 0 0,0-1 1 0 0,-1 1 0 0 0,10-14 0 0 0,40-58 2685 0 0,-59 79-2618 0 0,2-2 462 0 0,4 12-481 0 0,3 19-82 0 0,-10-23-51 0 0,1 0-1 0 0,-1 0 1 0 0,1-1 0 0 0,0 1 0 0 0,1 0 0 0 0,-1-1 0 0 0,0 1 0 0 0,1-1 0 0 0,0 0 0 0 0,0 1 0 0 0,4 4 0 0 0,-5-6-6 0 0,1 0 0 0 0,-1 0 0 0 0,0-1-1 0 0,1 1 1 0 0,0 0 0 0 0,-1-1 0 0 0,1 1 0 0 0,0-1 0 0 0,0 0 0 0 0,0 0 0 0 0,0 1 0 0 0,0-1 0 0 0,0-1 0 0 0,0 1 0 0 0,0 0-1 0 0,0 0 1 0 0,0-1 0 0 0,1 1 0 0 0,-1-1 0 0 0,4 1 0 0 0,55-12 113 0 0,-46 8-292 0 0,1 0 0 0 0,-1 1 0 0 0,1 0-1 0 0,-1 1 1 0 0,1 1 0 0 0,-1 0 0 0 0,25 4 0 0 0,-22 0-96 0 0,0-1 0 0 0,0-1 0 0 0,0 0 1 0 0,0-1-1 0 0,0-1 0 0 0,30-5 0 0 0,-39 4 384 0 0,-1 0-1 0 0,0-1 1 0 0,0-1 0 0 0,0 1-1 0 0,-1-1 1 0 0,1-1 0 0 0,0 0-1 0 0,-1 0 1 0 0,0 0 0 0 0,0 0-1 0 0,0-1 1 0 0,-1-1 0 0 0,0 1-1 0 0,0-1 1 0 0,0 0 0 0 0,8-10-1 0 0,7-23 1534 0 0,-20 38-1534 0 0,-4 7-108 0 0,-13 36 7 0 0,2 0 0 0 0,2 2 0 0 0,-13 83-1 0 0,22-112-16 0 0,-16 91 48 0 0,-49 157 1 0 0,66-257-35 0 0,-1 0 1 0 0,1 0 0 0 0,-1-1 0 0 0,0 1-1 0 0,-1-1 1 0 0,1 1 0 0 0,-5 4-1 0 0,6-8 9 0 0,0 0 0 0 0,0 0 0 0 0,0-1 0 0 0,0 1 0 0 0,0 0 0 0 0,0-1 0 0 0,0 1 0 0 0,-1-1 0 0 0,1 1 0 0 0,-1-1 0 0 0,1 0 0 0 0,-1 0 0 0 0,1-1 0 0 0,-1 1 0 0 0,1 0 0 0 0,-1-1 0 0 0,-3 1 0 0 0,5-1-16 0 0,-1 0-1 0 0,1 0 1 0 0,-1 0-1 0 0,1-1 1 0 0,-1 1-1 0 0,1 0 1 0 0,-1-1 0 0 0,1 1-1 0 0,-1-1 1 0 0,1 0-1 0 0,-1 1 1 0 0,1-1-1 0 0,0 0 1 0 0,-1 0 0 0 0,1 0-1 0 0,0 0 1 0 0,0 0-1 0 0,0 0 1 0 0,0 0-1 0 0,0 0 1 0 0,0-1-1 0 0,0 1 1 0 0,0 0 0 0 0,0-1-1 0 0,1 1 1 0 0,-1 0-1 0 0,0-1 1 0 0,1 1-1 0 0,-1-1 1 0 0,1 1-1 0 0,0-1 1 0 0,-1 1 0 0 0,1-1-1 0 0,0 1 1 0 0,0-1-1 0 0,0 0 1 0 0,0-2-1 0 0,0-2-33 0 0,1 0 0 0 0,-1-1 0 0 0,1 1 0 0 0,0 0 0 0 0,1 0 0 0 0,-1 0 0 0 0,5-8 0 0 0,7-11-100 0 0,1 1 0 0 0,1 0 0 0 0,1 1 0 0 0,1 1-1 0 0,23-23 1 0 0,109-95-333 0 0,-53 53 256 0 0,-72 65 298 0 0,-9 8 395 0 0,0 0 0 0 0,-1-1 0 0 0,0 0 0 0 0,-1-1 0 0 0,14-23 0 0 0,-26 37-329 0 0,-1 2-154 0 0,0 0 0 0 0,0 0 1 0 0,0-1-1 0 0,0 1 0 0 0,0 0 0 0 0,0 0 0 0 0,0 0 0 0 0,0-1 0 0 0,0 1 0 0 0,0 0 0 0 0,0 0 0 0 0,0 0 1 0 0,0-1-1 0 0,0 1 0 0 0,0 0 0 0 0,1 0 0 0 0,-1 0 0 0 0,0 0 0 0 0,0-1 0 0 0,0 1 0 0 0,0 0 0 0 0,0 0 1 0 0,1 0-1 0 0,-1 0 0 0 0,0 0 0 0 0,0-1 0 0 0,0 1 0 0 0,1 0 0 0 0,-1 0 0 0 0,0 0 0 0 0,0 0 0 0 0,0 0 0 0 0,1 0 1 0 0,-1 0-1 0 0,0 0 0 0 0,0 0 0 0 0,0 0 0 0 0,1 0 0 0 0,-1 0 0 0 0,0 0 0 0 0,0 0 0 0 0,0 0 0 0 0,1 0 1 0 0,-1 0-1 0 0,0 0 0 0 0,0 0 0 0 0,0 0 0 0 0,1 0 0 0 0,-1 0 0 0 0,0 1 0 0 0,0-1 0 0 0,0 0 0 0 0,1 0 1 0 0,-1 0-1 0 0,0 0 0 0 0,0 0 0 0 0,0 0 0 0 0,0 1 0 0 0,0-1 0 0 0,1 0 0 0 0,-1 0 0 0 0,0 0 0 0 0,0 1 0 0 0,0-1 1 0 0,0 0-1 0 0,0 0 0 0 0,0 0 0 0 0,0 1 0 0 0,12 11 216 0 0,-12-12-281 0 0,10 14 76 0 0,-9-12-5 0 0,0 1 1 0 0,1 0-1 0 0,0-1 1 0 0,-1 1 0 0 0,1-1-1 0 0,0 1 1 0 0,0-1 0 0 0,0 0-1 0 0,1 0 1 0 0,-1 0-1 0 0,0 0 1 0 0,1 0 0 0 0,-1-1-1 0 0,1 1 1 0 0,0-1 0 0 0,0 0-1 0 0,-1 1 1 0 0,1-1-1 0 0,5 1 1 0 0,-6-2 18 0 0,49 3-57 0 0,-48-3-212 0 0,54 21-6546 0 0,-49-18 3665 0 0,2 1 239 0 0</inkml:trace>
</inkml:ink>
</file>

<file path=ppt/ink/ink3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3:41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57 110 416 0 0,'0'0'1669'0'0,"-5"-11"6313"0"0,2 13-7915 0 0,-1-1 1 0 0,0 1-1 0 0,0 0 0 0 0,1 0 1 0 0,0 1-1 0 0,-1-1 0 0 0,1 1 1 0 0,0 0-1 0 0,0 0 0 0 0,0 0 1 0 0,0 0-1 0 0,1 0 0 0 0,-1 0 1 0 0,1 1-1 0 0,-2 4 0 0 0,4-7 47 0 0,4 15-6 0 0,1-13-145 0 0,1 0 0 0 0,0-1 0 0 0,0 0-1 0 0,0-1 1 0 0,0 1 0 0 0,0-1 0 0 0,1 0-1 0 0,-1-1 1 0 0,0 1 0 0 0,8-1 0 0 0,69-10-583 0 0,-15 2 71 0 0,-48 7 491 0 0,108-10-628 0 0,-118 10 800 0 0,0-1 1 0 0,-1 0 0 0 0,1-1 0 0 0,-1 0 0 0 0,1 0 0 0 0,-1-1 0 0 0,0-1-1 0 0,0 1 1 0 0,-1-1 0 0 0,11-8 0 0 0,-16 10 36 0 0,-1 0 0 0 0,1 0 0 0 0,-1 0 0 0 0,0 0 0 0 0,1 0 0 0 0,-1-1 0 0 0,-1 1 0 0 0,1-1 0 0 0,0 0 0 0 0,-1 1 0 0 0,0-1-1 0 0,0 0 1 0 0,0 0 0 0 0,0 0 0 0 0,-1 0 0 0 0,0 1 0 0 0,1-1 0 0 0,-2-6 0 0 0,1 8 5 0 0,0-14 584 0 0,0 16-763 0 0,0-1 0 0 0,0 1 0 0 0,0 0-1 0 0,0-1 1 0 0,0 1 0 0 0,0-1 0 0 0,0 1-1 0 0,0-1 1 0 0,0 1 0 0 0,0-1 0 0 0,0 1-1 0 0,0-1 1 0 0,-1 1 0 0 0,1 0 0 0 0,0-1 0 0 0,0 1-1 0 0,0-1 1 0 0,-1 1 0 0 0,1 0 0 0 0,0-1-1 0 0,0 1 1 0 0,-1-1 0 0 0,1 1 0 0 0,0 0-1 0 0,-1 0 1 0 0,1-1 0 0 0,-1 1 0 0 0,1 0-1 0 0,0-1 1 0 0,-1 1 0 0 0,1 0 0 0 0,-1 0 0 0 0,0 0-1 0 0,-8 12-290 0 0,7-8 325 0 0,-20 37-198 0 0,21-37 183 0 0,0 0 1 0 0,0-1 0 0 0,0 1-1 0 0,0 0 1 0 0,0 0 0 0 0,1 0 0 0 0,0 0-1 0 0,0 0 1 0 0,0 0 0 0 0,0 0 0 0 0,1 0-1 0 0,1 4 1 0 0,-2-6 8 0 0,0 0 0 0 0,1-1 0 0 0,-1 1 0 0 0,1 0 0 0 0,0-1 0 0 0,-1 1 0 0 0,1-1 0 0 0,0 1 0 0 0,0-1 0 0 0,0 1 0 0 0,0-1 0 0 0,0 1 0 0 0,0-1 0 0 0,1 0 0 0 0,-1 0 0 0 0,0 0 0 0 0,1 1 0 0 0,-1-1 0 0 0,1-1 0 0 0,-1 1 0 0 0,1 0 0 0 0,-1 0 0 0 0,1 0 0 0 0,0-1 0 0 0,-1 1 0 0 0,1-1 0 0 0,0 1 0 0 0,-1-1 0 0 0,1 0 0 0 0,3 0 0 0 0,64-21-35 0 0,-67 21-3 0 0,15 17-105 0 0,-15-8 123 0 0,1 1-1 0 0,-2 0 0 0 0,1-1 1 0 0,-1 1-1 0 0,-1 0 0 0 0,0 0 0 0 0,0 0 1 0 0,-3 14-1 0 0,-21 82-26 0 0,17-77 29 0 0,-11 39 237 0 0,-44 115 1 0 0,61-181 385 0 0,4-7-510 0 0,14-20-37 0 0,1 0 0 0 0,1 2 0 0 0,2 0 0 0 0,0 1 0 0 0,41-33 0 0 0,-7 7-77 0 0,229-249-146 0 0,-247 253 672 0 0,-35 42-228 0 0,-6 9-207 0 0,-1 5-15 0 0,0-1-1 0 0,1 1 1 0 0,0 0 0 0 0,0 1 0 0 0,2-1-1 0 0,-1 1 1 0 0,2-1 0 0 0,-1 1-1 0 0,2 22 1 0 0,1-27-209 0 0,0 0 1 0 0,0 0-1 0 0,1 0 1 0 0,0 0-1 0 0,1-1 0 0 0,0 1 1 0 0,0 0-1 0 0,0-1 0 0 0,1 0 1 0 0,0 0-1 0 0,1 0 1 0 0,-1-1-1 0 0,1 1 0 0 0,1-1 1 0 0,-1 0-1 0 0,1-1 0 0 0,10 9 1 0 0,38 23-6137 0 0,-19-21 2662 0 0</inkml:trace>
</inkml:ink>
</file>

<file path=ppt/ink/ink3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3:44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42 732 0 0,'-11'-6'777'0'0,"0"0"0"0"0,-1 1 0 0 0,1 0 0 0 0,-1 1-1 0 0,0 0 1 0 0,0 1 0 0 0,0 0 0 0 0,-1 1 0 0 0,1 0 0 0 0,-18 1 0 0 0,30 1-759 0 0,-1 0 0 0 0,1 0 0 0 0,0 0 0 0 0,-1 0 0 0 0,1 0 1 0 0,0 0-1 0 0,-1 0 0 0 0,1 0 0 0 0,0 0 0 0 0,-1 0 1 0 0,1 0-1 0 0,0 0 0 0 0,-1 1 0 0 0,1-1 0 0 0,0 0 1 0 0,-1 0-1 0 0,1 0 0 0 0,0 0 0 0 0,-1 1 0 0 0,1-1 0 0 0,0 0 1 0 0,0 0-1 0 0,-1 1 0 0 0,1-1 0 0 0,0 0 0 0 0,0 0 1 0 0,0 1-1 0 0,-1-1 0 0 0,1 0 0 0 0,0 1 0 0 0,0-1 1 0 0,0 0-1 0 0,0 1 0 0 0,0-1 0 0 0,0 0 0 0 0,0 1 0 0 0,0-1 1 0 0,0 0-1 0 0,0 1 0 0 0,0-1 0 0 0,0 0 0 0 0,0 1 1 0 0,0-1-1 0 0,0 0 0 0 0,0 1 0 0 0,10 23 324 0 0,23 19-35 0 0,-19-28-197 0 0,-10-11-80 0 0,1 0 1 0 0,-1 0-1 0 0,0 0 0 0 0,0 0 0 0 0,-1 0 0 0 0,0 1 0 0 0,1 0 0 0 0,-1 0 1 0 0,-1 0-1 0 0,1 0 0 0 0,-1 0 0 0 0,0 0 0 0 0,0 1 0 0 0,0-1 1 0 0,0 8-1 0 0,-2-11-19 0 0,0-1 0 0 0,-1 0 1 0 0,1 0-1 0 0,-1 0 0 0 0,1 0 1 0 0,-1 1-1 0 0,0-1 1 0 0,1 0-1 0 0,-1 0 0 0 0,0 0 1 0 0,0 0-1 0 0,1-1 0 0 0,-1 1 1 0 0,0 0-1 0 0,0 0 0 0 0,0 0 1 0 0,0-1-1 0 0,0 1 1 0 0,-1 0-1 0 0,1-1 0 0 0,0 1 1 0 0,0-1-1 0 0,0 1 0 0 0,0-1 1 0 0,-3 1-1 0 0,-35 4 546 0 0,33-6-581 0 0,-1 0 1 0 0,1 0-1 0 0,-1-1 0 0 0,1 0 1 0 0,0 0-1 0 0,-12-6 1 0 0,-12-14-4262 0 0</inkml:trace>
</inkml:ink>
</file>

<file path=ppt/ink/ink3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3:44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70 1292 0 0,'5'-70'14517'0'0,"-4"76"-14178"0"0,4 56 391 0 0,8 149-10 0 0,-13-174-2968 0 0,-9 66 0 0 0,4-81 321 0 0</inkml:trace>
</inkml:ink>
</file>

<file path=ppt/ink/ink3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3:45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1 565 284 0 0,'0'-2'58'0'0,"0"1"1"0"0,0-1-1 0 0,1 0 1 0 0,-1 1-1 0 0,0-1 1 0 0,1 0-1 0 0,0 1 0 0 0,-1-1 1 0 0,1 1-1 0 0,0-1 1 0 0,0 1-1 0 0,0 0 1 0 0,0-1-1 0 0,0 1 0 0 0,0 0 1 0 0,0-1-1 0 0,0 1 1 0 0,0 0-1 0 0,1 0 1 0 0,-1 0-1 0 0,0 0 0 0 0,1 0 1 0 0,-1 1-1 0 0,1-1 1 0 0,-1 0-1 0 0,1 1 1 0 0,1-1-1 0 0,55-18 475 0 0,-37 13-221 0 0,117-32 966 0 0,-82 25-565 0 0,-1-3-1 0 0,-1-2 0 0 0,58-28 1 0 0,-98 39-466 0 0,0-1 0 0 0,0 0 0 0 0,-1-1 0 0 0,0 0 0 0 0,-1-1 0 0 0,0 0 0 0 0,-1-1 0 0 0,0-1 0 0 0,0 0 0 0 0,-1 0 0 0 0,-1-1 0 0 0,0 0 1 0 0,-1 0-1 0 0,0-1 0 0 0,11-29 0 0 0,-17 32-66 0 0,1 0-1 0 0,-1 1 1 0 0,-1-1 0 0 0,0 0 0 0 0,0 0 0 0 0,-1-1 0 0 0,-1 1 0 0 0,0 0 0 0 0,0 0 0 0 0,-1 1-1 0 0,0-1 1 0 0,-8-19 0 0 0,9 27-123 0 0,1 3-55 0 0,0 0 1 0 0,0-1 0 0 0,0 1 0 0 0,-1 0-1 0 0,1-1 1 0 0,0 1 0 0 0,0 0 0 0 0,-1-1-1 0 0,1 1 1 0 0,0 0 0 0 0,0 0-1 0 0,-1 0 1 0 0,1-1 0 0 0,0 1 0 0 0,-1 0-1 0 0,1 0 1 0 0,0 0 0 0 0,-1 0 0 0 0,1-1-1 0 0,0 1 1 0 0,-1 0 0 0 0,1 0 0 0 0,-1 0-1 0 0,1 0 1 0 0,0 0 0 0 0,-1 0 0 0 0,1 0-1 0 0,0 0 1 0 0,-1 0 0 0 0,1 0 0 0 0,-1 0-1 0 0,1 0 1 0 0,0 0 0 0 0,-1 1 0 0 0,1-1-1 0 0,0 0 1 0 0,-1 0 0 0 0,1 0 0 0 0,-9 8 1 0 0,1 0 1 0 0,0 0-1 0 0,1 0 1 0 0,0 1 0 0 0,0 0-1 0 0,1 1 1 0 0,0-1-1 0 0,1 1 1 0 0,-7 18 0 0 0,-36 106 37 0 0,46-129-41 0 0,-61 241 99 0 0,62-239-113 0 0,-2 17 160 0 0,3-23-144 0 0,0-1-1 0 0,0 1 0 0 0,1-1 1 0 0,-1 1-1 0 0,0-1 1 0 0,1 1-1 0 0,-1-1 1 0 0,0 0-1 0 0,1 1 0 0 0,-1-1 1 0 0,1 1-1 0 0,-1-1 1 0 0,1 0-1 0 0,-1 1 1 0 0,1-1-1 0 0,-1 0 0 0 0,1 1 1 0 0,-1-1-1 0 0,1 0 1 0 0,-1 0-1 0 0,1 0 1 0 0,0 0-1 0 0,-1 1 0 0 0,1-1 1 0 0,-1 0-1 0 0,1 0 1 0 0,-1 0-1 0 0,1 0 1 0 0,0 0-1 0 0,-1 0 0 0 0,1-1 1 0 0,-1 1-1 0 0,1 0 1 0 0,-1 0-1 0 0,1 0 1 0 0,0 0-1 0 0,-1-1 0 0 0,1 1 1 0 0,-1 0-1 0 0,1-1 1 0 0,-1 1-1 0 0,1-1 1 0 0,35-12-178 0 0,1 1 0 0 0,0 2 1 0 0,1 1-1 0 0,0 2 0 0 0,0 2 1 0 0,63-2-1 0 0,-23 12-95 0 0,-40-1 127 0 0,0-3-1 0 0,56-4 0 0 0,-33-6 480 0 0,-59 8 181 0 0,16-2 737 0 0,-13-6-216 0 0,-20-2-515 0 0,11 10-539 0 0,3 1-35 0 0,0 0 45 0 0,0 0 0 0 0,0 0 0 0 0,0 0 0 0 0,0 1 1 0 0,0-1-1 0 0,0 0 0 0 0,0 1 0 0 0,0-1 0 0 0,0 1 0 0 0,0-1 0 0 0,0 1 1 0 0,0-1-1 0 0,0 1 0 0 0,0-1 0 0 0,0 1 0 0 0,1 0 0 0 0,-1 0 0 0 0,0-1 0 0 0,0 1 1 0 0,1 0-1 0 0,-1 0 0 0 0,0 0 0 0 0,1 0 0 0 0,-1 0 0 0 0,1 0 0 0 0,-1 0 1 0 0,1 0-1 0 0,0 0 0 0 0,0 0 0 0 0,-1 0 0 0 0,1 0 0 0 0,0 0 0 0 0,0 0 0 0 0,0 0 1 0 0,0 2-1 0 0,0-1-9 0 0,-1 0 0 0 0,1 0 0 0 0,0 0 0 0 0,1 0 0 0 0,-1 0 0 0 0,0 0 0 0 0,0 1 0 0 0,1-1 0 0 0,0 0 0 0 0,-1 0 0 0 0,1 0 0 0 0,0 0 0 0 0,0-1 0 0 0,0 1 0 0 0,0 0 0 0 0,0 0 0 0 0,3 3 0 0 0,3-1-35 0 0,-1 0 0 0 0,2 0 0 0 0,-1 0 0 0 0,0-1 0 0 0,1 0 0 0 0,-1-1 0 0 0,1 0 1 0 0,0 0-1 0 0,0 0 0 0 0,-1-1 0 0 0,1 0 0 0 0,0-1 0 0 0,0 0 0 0 0,0 0 0 0 0,12-2 0 0 0,5-1-76 0 0,-1-1 0 0 0,0-2-1 0 0,40-13 1 0 0,-48 12 123 0 0,0 0 1 0 0,0-2-1 0 0,-1 0 1 0 0,-1 0-1 0 0,1-1 1 0 0,-1-1-1 0 0,-1 0 1 0 0,0-1-1 0 0,-1-1 1 0 0,0 0-1 0 0,-1 0 1 0 0,-1-1-1 0 0,0 0 1 0 0,0-1 0 0 0,-2 0-1 0 0,0-1 1 0 0,0 0-1 0 0,-2 0 1 0 0,0-1-1 0 0,-1 1 1 0 0,0-1-1 0 0,-2 0 1 0 0,3-27-1 0 0,-3-18 1216 0 0,-3 60-874 0 0,-3 8-301 0 0,-2 8 42 0 0,0 1 0 0 0,0-1 1 0 0,2 1-1 0 0,0 0 0 0 0,0 0 0 0 0,2 0 0 0 0,-1 0 1 0 0,2 0-1 0 0,0 1 0 0 0,3 14 0 0 0,15 84-968 0 0,-1-40-4104 0 0,-7-34-146 0 0</inkml:trace>
</inkml:ink>
</file>

<file path=ppt/ink/ink3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3:46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42 752 0 0,'6'-7'936'0'0,"1"2"-100"0"0,0 0-84 0 0,5 2-72 0 0,6-3-48 0 0,-3 1-64 0 0,6 2-55 0 0,10-1-57 0 0,2 1-96 0 0,10 5-136 0 0,2-2-136 0 0,2 3-208 0 0,10-3-228 0 0,-4 2-216 0 0,1 3-401 0 0,4-2-1035 0 0,15 3 460 0 0</inkml:trace>
</inkml:ink>
</file>

<file path=ppt/ink/ink3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3:46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75 248 0 0,'0'0'2682'0'0,"9"39"1441"0"0,-13 23-1975 0 0,4-59-1999 0 0,0-3-131 0 0,0 0 0 0 0,0 0 0 0 0,0 0-1 0 0,0 1 1 0 0,0-1 0 0 0,0 0 0 0 0,0 0-1 0 0,0 0 1 0 0,0 1 0 0 0,0-1 0 0 0,0 0-1 0 0,0 0 1 0 0,-1 0 0 0 0,1 0 0 0 0,0 1 0 0 0,0-1-1 0 0,0 0 1 0 0,0 0 0 0 0,0 0 0 0 0,0 0-1 0 0,0 1 1 0 0,0-1 0 0 0,-1 0 0 0 0,1 0 0 0 0,0 0-1 0 0,0 0 1 0 0,0 0 0 0 0,0 0 0 0 0,0 0-1 0 0,-1 0 1 0 0,1 1 0 0 0,0-1 0 0 0,0 0-1 0 0,0 0 1 0 0,0 0 0 0 0,-1 0 0 0 0,1 0 0 0 0,0 0-1 0 0,0 0 1 0 0,0 0 0 0 0,0 0 0 0 0,-1 0-1 0 0,1 0 1 0 0,0 0 0 0 0,0 0 0 0 0,0 0 0 0 0,-1 0-1 0 0,1 0 1 0 0,0 0 0 0 0,0 0 0 0 0,0-1-1 0 0,0 1 1 0 0,-1 0 0 0 0,1 0 0 0 0,0 0-1 0 0,0 0 1 0 0,0 0 0 0 0,0 0 0 0 0,0 0 0 0 0,-1 0-1 0 0,1-1 1 0 0,0 1 0 0 0,0 0 0 0 0,0 0-1 0 0,0 0 1 0 0,0-1 0 0 0,-2-1 12 0 0,0-1-1 0 0,1 0 1 0 0,0 1 0 0 0,-1-1 0 0 0,1 0-1 0 0,0 0 1 0 0,0 0 0 0 0,1 0 0 0 0,-1 0-1 0 0,1 0 1 0 0,-1 0 0 0 0,1-1 0 0 0,0 1-1 0 0,0 0 1 0 0,1 0 0 0 0,-1 0 0 0 0,0 0-1 0 0,1 0 1 0 0,0 0 0 0 0,0 0 0 0 0,0 0-1 0 0,0 0 1 0 0,0 0 0 0 0,1 1-1 0 0,-1-1 1 0 0,1 0 0 0 0,3-4 0 0 0,0 0-14 0 0,1-1 1 0 0,0 1-1 0 0,1 0 1 0 0,-1 1-1 0 0,1-1 0 0 0,0 1 1 0 0,1 1-1 0 0,0-1 1 0 0,0 1-1 0 0,0 0 1 0 0,0 1-1 0 0,1 0 1 0 0,-1 1-1 0 0,1 0 1 0 0,0 0-1 0 0,0 0 1 0 0,0 1-1 0 0,1 1 0 0 0,-1 0 1 0 0,0 0-1 0 0,1 0 1 0 0,-1 1-1 0 0,1 1 1 0 0,-1 0-1 0 0,0 0 1 0 0,1 1-1 0 0,-1 0 1 0 0,0 0-1 0 0,0 1 1 0 0,0 0-1 0 0,-1 1 0 0 0,1 0 1 0 0,-1 1-1 0 0,0-1 1 0 0,0 1-1 0 0,0 1 1 0 0,-1 0-1 0 0,0 0 1 0 0,0 0-1 0 0,0 1 1 0 0,7 9-1 0 0,-11-12 50 0 0,1 1-1 0 0,0-1 0 0 0,0 0 1 0 0,0 0-1 0 0,0-1 1 0 0,1 1-1 0 0,-1-1 0 0 0,10 5 1 0 0,-12-8 264 0 0,32-29 141 0 0,-26 22-422 0 0,0 1 1 0 0,1 0-1 0 0,0 0 0 0 0,0 1 1 0 0,1 0-1 0 0,-1 1 1 0 0,1 0-1 0 0,0 0 1 0 0,13-2-1 0 0,-18 6-52 0 0,-3 0 2 0 0,0 0 1 0 0,0 0-1 0 0,0 0 1 0 0,-1 0-1 0 0,1 0 1 0 0,0 1-1 0 0,0-1 1 0 0,0 1-1 0 0,0-1 0 0 0,-1 1 1 0 0,1 0-1 0 0,0 0 1 0 0,-1-1-1 0 0,1 1 1 0 0,0 1-1 0 0,-1-1 1 0 0,1 0-1 0 0,-1 0 1 0 0,0 0-1 0 0,1 1 0 0 0,-1-1 1 0 0,2 3-1 0 0,9 35-518 0 0,-8-23-360 0 0,-2-6 361 0 0,4 10-1297 0 0,-1-5-3628 0 0,0-5 2764 0 0</inkml:trace>
</inkml:ink>
</file>

<file path=ppt/ink/ink3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3:47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106 212 732 0 0,'0'0'1652'0'0,"-4"1"-873"0"0,-92 37 4589 0 0,96-38-5360 0 0,-1 1-1 0 0,1-1 0 0 0,0 0 1 0 0,-1 0-1 0 0,1 0 0 0 0,0 1 1 0 0,-1-1-1 0 0,1 0 0 0 0,0 0 1 0 0,0 1-1 0 0,-1-1 0 0 0,1 0 1 0 0,0 1-1 0 0,0-1 0 0 0,0 0 1 0 0,-1 1-1 0 0,1-1 0 0 0,0 0 1 0 0,0 1-1 0 0,0-1 0 0 0,0 1 1 0 0,0-1-1 0 0,0 0 0 0 0,0 1 1 0 0,0-1-1 0 0,-1 1 0 0 0,2-1 1 0 0,-1 0-1 0 0,0 1 0 0 0,0-1 0 0 0,0 0 1 0 0,0 1-1 0 0,0-1 0 0 0,0 1 1 0 0,0-1-1 0 0,0 0 0 0 0,1 1 1 0 0,-1-1-1 0 0,0 0 0 0 0,0 1 1 0 0,0-1-1 0 0,1 0 0 0 0,-1 1 1 0 0,0-1-1 0 0,0 0 0 0 0,1 0 1 0 0,-1 1-1 0 0,0-1 0 0 0,1 0 1 0 0,-1 0-1 0 0,0 0 0 0 0,1 1 1 0 0,-1-1-1 0 0,0 0 0 0 0,1 0 1 0 0,-1 0-1 0 0,1 0 0 0 0,-1 0 1 0 0,21 11 43 0 0,63 19-517 0 0,-56-20 128 0 0,0 0-1 0 0,44 9 0 0 0,-67-19 333 0 0,0 1-1 0 0,0-2 1 0 0,0 1-1 0 0,0-1 0 0 0,0 1 1 0 0,0-1-1 0 0,0-1 0 0 0,0 1 1 0 0,0-1-1 0 0,0 0 1 0 0,-1 0-1 0 0,1 0 0 0 0,-1 0 1 0 0,1-1-1 0 0,-1 0 1 0 0,0 0-1 0 0,7-7 0 0 0,-2 3 111 0 0,-1-2-1 0 0,0 1 1 0 0,0-1-1 0 0,-1-1 1 0 0,0 1-1 0 0,7-15 1 0 0,2-12 781 0 0,-1-1 1 0 0,20-77 0 0 0,-22 65 970 0 0,-12 48-1196 0 0,-3 6-594 0 0,-10 36-102 0 0,1 0 0 0 0,3 0 1 0 0,1 0-1 0 0,-3 71 0 0 0,11-110 19 0 0,-1 0 0 0 0,0 0 0 0 0,0 0 0 0 0,1 0 0 0 0,-1-1 0 0 0,1 1 0 0 0,0 0 0 0 0,0 0 0 0 0,-1-1 0 0 0,1 1 0 0 0,0 0 0 0 0,0-1 0 0 0,0 1 0 0 0,1-1 0 0 0,-1 1 0 0 0,0-1 1 0 0,1 0-1 0 0,-1 1 0 0 0,1-1 0 0 0,-1 0 0 0 0,1 0 0 0 0,-1 0 0 0 0,1 0 0 0 0,0 0 0 0 0,-1-1 0 0 0,1 1 0 0 0,0 0 0 0 0,0-1 0 0 0,0 1 0 0 0,0-1 0 0 0,-1 0 0 0 0,1 1 0 0 0,0-1 0 0 0,0 0 0 0 0,0 0 0 0 0,0-1 0 0 0,3 1 0 0 0,10-1-13 0 0,0-1 1 0 0,0 0-1 0 0,23-6 1 0 0,-31 6 10 0 0,35-9 287 0 0,-1-2 0 0 0,43-21 0 0 0,-82 34-107 0 0,-1-1-133 0 0,6-1-3 0 0,-5 1 25 0 0,-11 26-44 0 0,9-23-12 0 0,-1-1-1 0 0,1 1 1 0 0,-1 0-1 0 0,1 0 1 0 0,0 0-1 0 0,0 0 1 0 0,0 0-1 0 0,0 0 1 0 0,0 0-1 0 0,0 0 1 0 0,1 0-1 0 0,-1-1 1 0 0,1 1-1 0 0,-1 0 1 0 0,1 0-1 0 0,0 0 1 0 0,0 0-1 0 0,-1-1 1 0 0,1 1-1 0 0,0 0 1 0 0,1-1-1 0 0,-1 1 1 0 0,0-1-1 0 0,0 1 1 0 0,1-1-1 0 0,-1 0 1 0 0,3 2-1 0 0,0 1-12 0 0,1-1-1 0 0,-1 0 0 0 0,1-1 1 0 0,-1 1-1 0 0,1-1 0 0 0,0 0 1 0 0,0 0-1 0 0,5 1 1 0 0,1-1-18 0 0,-1-1 1 0 0,1 0 0 0 0,-1-1 0 0 0,1 0-1 0 0,0 0 1 0 0,-1-1 0 0 0,1-1 0 0 0,-1 1-1 0 0,0-2 1 0 0,1 1 0 0 0,-1-2 0 0 0,13-5-1 0 0,-10 3 363 0 0,0-1-1 0 0,0 0 0 0 0,0-1 0 0 0,-1 0 1 0 0,-1-1-1 0 0,0 0 0 0 0,0-1 1 0 0,13-14-1 0 0,-23 23 367 0 0,-1 1-678 0 0,0-1 0 0 0,0 1 0 0 0,0 0 0 0 0,0 0 1 0 0,0 0-1 0 0,0 0 0 0 0,0-1 0 0 0,0 1 0 0 0,0 0 0 0 0,1 0 1 0 0,-1 0-1 0 0,0 0 0 0 0,0 0 0 0 0,0 0 0 0 0,0-1 0 0 0,0 1 1 0 0,0 0-1 0 0,0 0 0 0 0,1 0 0 0 0,-1 0 0 0 0,0 0 0 0 0,0 0 1 0 0,0 0-1 0 0,0 0 0 0 0,0 0 0 0 0,1 0 0 0 0,-1-1 0 0 0,0 1 1 0 0,0 0-1 0 0,0 0 0 0 0,0 0 0 0 0,1 0 0 0 0,-1 0 0 0 0,0 0 1 0 0,0 0-1 0 0,0 0 0 0 0,0 0 0 0 0,1 0 0 0 0,-1 1 0 0 0,0-1 1 0 0,0 0-1 0 0,0 0 0 0 0,0 0 0 0 0,0 0 0 0 0,1 0 0 0 0,-1 0 1 0 0,0 0-1 0 0,0 0 0 0 0,0 0 0 0 0,0 0 0 0 0,0 1 0 0 0,1-1 1 0 0,-1 0-1 0 0,0 0 0 0 0,0 0 0 0 0,0 0 0 0 0,-1 8-113 0 0,0 0-1 0 0,1 0 0 0 0,0 0 1 0 0,1 0-1 0 0,-1 0 0 0 0,2 0 1 0 0,-1 0-1 0 0,1-1 1 0 0,0 1-1 0 0,5 13 0 0 0,-4-17-620 0 0,0 1 0 0 0,-1-1 0 0 0,1 1 0 0 0,1-1 1 0 0,-1 0-1 0 0,0 0 0 0 0,1-1 0 0 0,0 1 0 0 0,0-1 0 0 0,0 0 0 0 0,9 6 0 0 0,9 3-3417 0 0</inkml:trace>
</inkml:ink>
</file>

<file path=ppt/ink/ink3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3:48.5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79 776 0 0,'2'-3'553'0'0,"0"0"-1"0"0,-1 0 1 0 0,0 0 0 0 0,0-1 0 0 0,0 1-1 0 0,0 0 1 0 0,0-1 0 0 0,-1 1-1 0 0,0 0 1 0 0,1-1 0 0 0,-1 1 0 0 0,0-1-1 0 0,-2-6 1 0 0,2 8-465 0 0,-1 1 0 0 0,0-1 0 0 0,0 1 0 0 0,0-1 0 0 0,0 1 0 0 0,0-1 0 0 0,0 1 0 0 0,0 0 1 0 0,-1 0-1 0 0,1-1 0 0 0,0 1 0 0 0,-1 0 0 0 0,1 0 0 0 0,-1 0 0 0 0,1 0 0 0 0,-1 1 0 0 0,0-1 0 0 0,1 0 0 0 0,-1 1 0 0 0,0-1 0 0 0,1 1 0 0 0,-1-1 0 0 0,0 1 0 0 0,0 0 0 0 0,1 0 0 0 0,-1 0 1 0 0,0 0-1 0 0,0 0 0 0 0,-2 0 0 0 0,-7 1 37 0 0,1 0 0 0 0,-1 1 0 0 0,1 0 1 0 0,0 0-1 0 0,-1 1 0 0 0,1 1 0 0 0,0 0 0 0 0,1 0 1 0 0,-1 1-1 0 0,1 0 0 0 0,-11 7 0 0 0,14-8-82 0 0,1 0 0 0 0,-1 0 0 0 0,0 1 0 0 0,1 0-1 0 0,0 0 1 0 0,0 0 0 0 0,1 0 0 0 0,0 1 0 0 0,0 0 0 0 0,0 0-1 0 0,0 0 1 0 0,1 0 0 0 0,0 0 0 0 0,0 1 0 0 0,1 0 0 0 0,0-1-1 0 0,-3 13 1 0 0,6-14-26 0 0,-1 0 0 0 0,0 1-1 0 0,1-1 1 0 0,0 0-1 0 0,0 0 1 0 0,0 0 0 0 0,1 0-1 0 0,0-1 1 0 0,0 1 0 0 0,0 0-1 0 0,0-1 1 0 0,1 1 0 0 0,0-1-1 0 0,0 0 1 0 0,0 0 0 0 0,0 0-1 0 0,1 0 1 0 0,-1-1-1 0 0,1 1 1 0 0,0-1 0 0 0,0 0-1 0 0,1 0 1 0 0,-1 0 0 0 0,9 4-1 0 0,5 2-61 0 0,0-1 1 0 0,0 0-1 0 0,1-1 0 0 0,0-1 0 0 0,20 4 1 0 0,6-2-624 0 0,0-1 0 0 0,66 1 1 0 0,-68-8-2582 0 0,50-7 0 0 0,-57 1 393 0 0</inkml:trace>
</inkml:ink>
</file>

<file path=ppt/ink/ink3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3:48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23 177 468 0 0,'17'-32'7017'0'0,"-17"32"-6901"0"0,0 0 1 0 0,1 1 0 0 0,-1-1 0 0 0,0 0 0 0 0,1 0 0 0 0,-1 1-1 0 0,0-1 1 0 0,0 0 0 0 0,1 0 0 0 0,-1 1 0 0 0,0-1-1 0 0,0 0 1 0 0,1 1 0 0 0,-1-1 0 0 0,0 0 0 0 0,0 1 0 0 0,0-1-1 0 0,0 0 1 0 0,1 1 0 0 0,-1-1 0 0 0,0 0 0 0 0,0 1 0 0 0,0-1-1 0 0,0 1 1 0 0,0-1 0 0 0,0 0 0 0 0,0 1 0 0 0,0-1 0 0 0,0 0-1 0 0,0 1 1 0 0,0-1 0 0 0,-1 1 0 0 0,1-1 0 0 0,0 0-1 0 0,0 1 1 0 0,0-1 0 0 0,0 0 0 0 0,-1 1 0 0 0,-9 69 1695 0 0,-22 86-2038 0 0,32-155-92 0 0,-1 9 208 0 0,2-6-641 0 0,0-11-3932 0 0,3-31 3608 0 0,-2-58-1 0 0,3-36 2111 0 0,-5 127-913 0 0,1-1 0 0 0,0 1 0 0 0,0 0 1 0 0,1 0-1 0 0,-1-1 0 0 0,1 1 0 0 0,0 0 0 0 0,1 0 1 0 0,-1 0-1 0 0,1 1 0 0 0,0-1 0 0 0,0 1 1 0 0,0-1-1 0 0,1 1 0 0 0,0 0 0 0 0,-1 0 1 0 0,7-4-1 0 0,-3 3-28 0 0,0 1 1 0 0,0 0-1 0 0,1 0 0 0 0,0 1 1 0 0,-1 0-1 0 0,1 0 1 0 0,0 1-1 0 0,1 0 0 0 0,-1 0 1 0 0,12 0-1 0 0,-1 0-118 0 0,0 2-1 0 0,0 1 0 0 0,0 0 1 0 0,0 1-1 0 0,-1 1 0 0 0,1 1 1 0 0,0 0-1 0 0,-1 2 1 0 0,22 9-1 0 0,-30-10-390 0 0,0 0-1 0 0,0 0 1 0 0,16 13 0 0 0,-23-16-66 0 0,0 1 0 0 0,0 0 1 0 0,0 0-1 0 0,0 1 0 0 0,-1-1 1 0 0,1 1-1 0 0,-1-1 0 0 0,2 5 1 0 0,0 2-1578 0 0</inkml:trace>
</inkml:ink>
</file>

<file path=ppt/ink/ink3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3:49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9 552 0 0,'-1'0'133'0'0,"1"0"0"0"0,-1 0 0 0 0,1 0 0 0 0,-1 0 1 0 0,0 0-1 0 0,1 0 0 0 0,-1 0 0 0 0,0 0 0 0 0,1 0 0 0 0,-1 1 0 0 0,1-1 0 0 0,-1 0 0 0 0,0 0 0 0 0,1 1 0 0 0,-1-1 1 0 0,1 0-1 0 0,-1 1 0 0 0,1-1 0 0 0,-1 0 0 0 0,1 1 0 0 0,-1-1 0 0 0,1 1 0 0 0,-1-1 0 0 0,1 1 0 0 0,-1-1 0 0 0,1 1 1 0 0,0-1-1 0 0,-1 1 0 0 0,1-1 0 0 0,0 1 0 0 0,0-1 0 0 0,-1 2 0 0 0,24 3 957 0 0,47-4-929 0 0,135-18-3848 0 0,-165 9 2275 0 0</inkml:trace>
</inkml:ink>
</file>

<file path=ppt/ink/ink3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3:49.5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57 236 0 0,'2'-9'29'0'0,"0"-24"7769"0"0,-2 29-6459 0 0,-13-6 162 0 0,0 13-1293 0 0,0 1-1 0 0,0 1 1 0 0,1 1-1 0 0,0-1 1 0 0,0 2-1 0 0,0 0 1 0 0,1 0-1 0 0,0 1 1 0 0,-11 10 0 0 0,1 0-1 0 0,1 2 1 0 0,1 0 0 0 0,-24 34 0 0 0,39-49-179 0 0,0 1-1 0 0,0 0 1 0 0,1 0 0 0 0,0 0-1 0 0,0 1 1 0 0,0-1-1 0 0,1 1 1 0 0,0-1 0 0 0,1 1-1 0 0,-1 0 1 0 0,1 0 0 0 0,0 10-1 0 0,1-13-34 0 0,0-1-1 0 0,1 0 1 0 0,-1 0 0 0 0,1 0-1 0 0,0 0 1 0 0,0 0-1 0 0,0 1 1 0 0,0-1-1 0 0,0-1 1 0 0,1 1-1 0 0,-1 0 1 0 0,1 0-1 0 0,0 0 1 0 0,0-1 0 0 0,0 1-1 0 0,0-1 1 0 0,0 0-1 0 0,1 1 1 0 0,-1-1-1 0 0,1 0 1 0 0,-1-1-1 0 0,1 1 1 0 0,0 0 0 0 0,0-1-1 0 0,0 1 1 0 0,0-1-1 0 0,0 0 1 0 0,3 1-1 0 0,16 3-71 0 0,-1-1 0 0 0,2 0 0 0 0,-1-2-1 0 0,0-1 1 0 0,33-2 0 0 0,-21 1-63 0 0,-32 0 143 0 0,-1 0-1 0 0,1 1 0 0 0,-1-1 0 0 0,1 1 1 0 0,-1-1-1 0 0,1 1 0 0 0,-1-1 1 0 0,1 1-1 0 0,-1 0 0 0 0,0 0 1 0 0,1 0-1 0 0,-1 0 0 0 0,0 0 1 0 0,0 0-1 0 0,0 0 0 0 0,0 1 1 0 0,0-1-1 0 0,0 0 0 0 0,0 0 1 0 0,0 1-1 0 0,0-1 0 0 0,0 1 1 0 0,-1-1-1 0 0,1 1 0 0 0,-1-1 0 0 0,1 1 1 0 0,-1-1-1 0 0,0 1 0 0 0,1-1 1 0 0,-1 1-1 0 0,0 0 0 0 0,0-1 1 0 0,0 1-1 0 0,0-1 0 0 0,0 1 1 0 0,-1 0-1 0 0,1 1 0 0 0,-10 59 227 0 0,5-45-393 0 0,-18 56-523 0 0,1-30-6339 0 0</inkml:trace>
</inkml:ink>
</file>

<file path=ppt/ink/ink3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3:51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67 148 0 0,'11'-25'4062'0'0,"-9"17"1938"0"0,-10 30-5886 0 0,2 0 0 0 0,0 0-1 0 0,2 1 1 0 0,1-1-1 0 0,0 1 1 0 0,2 0 0 0 0,1 32-1 0 0,0-48-95 0 0,1-1 0 0 0,0 0 0 0 0,0 1 0 0 0,0-1 0 0 0,1 0 0 0 0,0 0-1 0 0,0 0 1 0 0,0 0 0 0 0,1 0 0 0 0,0 0 0 0 0,0-1 0 0 0,0 0 0 0 0,1 1 0 0 0,0-1-1 0 0,0 0 1 0 0,0-1 0 0 0,0 1 0 0 0,1-1 0 0 0,0 0 0 0 0,0 0 0 0 0,0 0 0 0 0,0 0-1 0 0,1-1 1 0 0,0 0 0 0 0,-1-1 0 0 0,1 1 0 0 0,0-1 0 0 0,0 0 0 0 0,0 0-1 0 0,1-1 1 0 0,-1 0 0 0 0,10 1 0 0 0,-4-1 48 0 0,1-1 1 0 0,-1-1-1 0 0,1 0 0 0 0,-1 0 0 0 0,0-2 1 0 0,1 1-1 0 0,-1-1 0 0 0,0-1 1 0 0,-1 0-1 0 0,1-1 0 0 0,-1 0 0 0 0,0-1 1 0 0,0 0-1 0 0,0-1 0 0 0,-1 0 0 0 0,0-1 1 0 0,15-14-1 0 0,-9 7 147 0 0,-1-2 0 0 0,-1 0 0 0 0,0 0 0 0 0,-1-1 0 0 0,-1-1 0 0 0,0 0 0 0 0,-2-1-1 0 0,0 0 1 0 0,7-24 0 0 0,-15 37-82 0 0,-1 1-1 0 0,0-1 1 0 0,0 1 0 0 0,-1-1-1 0 0,0-10 1 0 0,1-15 420 0 0,0 30-424 0 0,-1-8 843 0 0,0 5-3087 0 0</inkml:trace>
</inkml:ink>
</file>

<file path=ppt/ink/ink3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3:52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1 640 0 0,'0'0'2604'0'0,"0"17"-1228"0"0,-31 156 1600 0 0,30-172-2884 0 0,1 0-1 0 0,-1 1 1 0 0,1-1-1 0 0,-1 0 1 0 0,1 0 0 0 0,0 1-1 0 0,0-1 1 0 0,0 0-1 0 0,0 1 1 0 0,0-1 0 0 0,0 0-1 0 0,0 0 1 0 0,0 1-1 0 0,0-1 1 0 0,0 0 0 0 0,1 0-1 0 0,-1 1 1 0 0,1-1 0 0 0,-1 0-1 0 0,1 0 1 0 0,0 2-1 0 0,0-3-57 0 0,0 0 0 0 0,0 1 0 0 0,-1-1 0 0 0,1 0-1 0 0,0 0 1 0 0,0 1 0 0 0,0-1 0 0 0,0 0 0 0 0,0 0 0 0 0,0 0-1 0 0,0 0 1 0 0,0 0 0 0 0,0 0 0 0 0,-1-1 0 0 0,1 1-1 0 0,0 0 1 0 0,0 0 0 0 0,0-1 0 0 0,0 1 0 0 0,0 0 0 0 0,0-1-1 0 0,0 0 1 0 0,14-7 16 0 0,-2-1 0 0 0,23-17 0 0 0,-15 10 403 0 0,-15 10-366 0 0,20-6-42 0 0,-24 14-47 0 0,0 0 1 0 0,0 0-1 0 0,0 1 1 0 0,0-1-1 0 0,0 0 1 0 0,0 1-1 0 0,-1-1 1 0 0,1 1-1 0 0,-1-1 1 0 0,1 1-1 0 0,-1 0 1 0 0,0 0-1 0 0,0-1 1 0 0,0 1-1 0 0,0 4 1 0 0,5 8-10 0 0,13 11 11 0 0,5 3 113 0 0,-23-28-108 0 0,1-1 0 0 0,-1 1 0 0 0,1 0 1 0 0,0-1-1 0 0,-1 1 0 0 0,1-1 0 0 0,-1 0 0 0 0,1 0 1 0 0,0 1-1 0 0,-1-1 0 0 0,1 0 0 0 0,0 0 0 0 0,-1-1 1 0 0,1 1-1 0 0,0 0 0 0 0,-1 0 0 0 0,1-1 0 0 0,-1 1 1 0 0,1-1-1 0 0,1-1 0 0 0,113-50 72 0 0,-78 33-74 0 0,41-15 0 0 0,-64 29-12 0 0,-1 1-1 0 0,1 0 0 0 0,0 1 1 0 0,1 1-1 0 0,-1 0 1 0 0,24 1-1 0 0,-28 2-2 0 0,-1 0 0 0 0,0 0 0 0 0,0 1 0 0 0,0 0 0 0 0,-1 1 0 0 0,1 0 0 0 0,0 0 0 0 0,-1 1 0 0 0,0 1 0 0 0,15 8 0 0 0,-19-10 6 0 0,-1 1 0 0 0,1-1 0 0 0,-1 1 0 0 0,0 0 1 0 0,0 0-1 0 0,-1 0 0 0 0,1 0 0 0 0,-1 1 0 0 0,0-1 0 0 0,0 1 0 0 0,0 0 0 0 0,-1 0 1 0 0,0 0-1 0 0,0 0 0 0 0,0 0 0 0 0,0 0 0 0 0,-1 1 0 0 0,0-1 0 0 0,0 1 1 0 0,0 10-1 0 0,-1-14 14 0 0,-1 1 0 0 0,1-1 0 0 0,-1 0 1 0 0,1 1-1 0 0,-1-1 0 0 0,0 0 0 0 0,0 0 1 0 0,0 0-1 0 0,0 1 0 0 0,0-1 0 0 0,-1 0 1 0 0,1 0-1 0 0,-1-1 0 0 0,1 1 0 0 0,-1 0 0 0 0,0 0 1 0 0,0-1-1 0 0,1 1 0 0 0,-1-1 0 0 0,0 0 1 0 0,-1 1-1 0 0,1-1 0 0 0,0 0 0 0 0,0 0 1 0 0,0 0-1 0 0,-3 0 0 0 0,1 1 10 0 0,0-1 0 0 0,0 0 1 0 0,0 0-1 0 0,-1 0 0 0 0,1 0 0 0 0,0-1 0 0 0,0 1 0 0 0,-1-1 1 0 0,1 0-1 0 0,0-1 0 0 0,0 1 0 0 0,-8-2 0 0 0,9 1-8 0 0,2 0-152 0 0,0 0-1 0 0,1 1 1 0 0,-1-1 0 0 0,0 0-1 0 0,1 0 1 0 0,-1 0-1 0 0,1 0 1 0 0,-1 0-1 0 0,1 0 1 0 0,-1 1-1 0 0,1-1 1 0 0,-1 0-1 0 0,1 0 1 0 0,0 0 0 0 0,0 0-1 0 0,-1-1 1 0 0,1 1-1 0 0,0 0 1 0 0,0 0-1 0 0,0-1 1 0 0,3-2-303 0 0,3-1-140 0 0,0 0-2610 0 0</inkml:trace>
</inkml:ink>
</file>

<file path=ppt/ink/ink3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3:53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 96 0 0,'-7'20'7810'0'0,"-26"78"-6484"0"0,33-96-1303 0 0,-1 0 0 0 0,0-1 0 0 0,1 1 0 0 0,0 0 0 0 0,-1 0 1 0 0,1 0-1 0 0,0 0 0 0 0,0-1 0 0 0,0 1 0 0 0,0 0 0 0 0,0 0 0 0 0,0 0 0 0 0,1 0 0 0 0,-1-1 0 0 0,1 1 0 0 0,-1 0 0 0 0,1 0 0 0 0,0-1 0 0 0,-1 1 0 0 0,1 0 0 0 0,0-1 0 0 0,0 1 0 0 0,0-1 1 0 0,2 3-1 0 0,-1-3-5 0 0,0 0 0 0 0,1 0 1 0 0,-1 0-1 0 0,0 0 0 0 0,1 0 1 0 0,-1 0-1 0 0,0 0 0 0 0,1-1 1 0 0,-1 0-1 0 0,1 1 0 0 0,-1-1 1 0 0,1 0-1 0 0,-1 0 0 0 0,1 0 0 0 0,3-1 1 0 0,9-2 8 0 0,1 0 0 0 0,-1-1 0 0 0,0 0 0 0 0,15-8 0 0 0,-29 12-26 0 0,128-61-103 0 0,-128 61 78 0 0,7 1-15 0 0,0 1 30 0 0,-1 0 0 0 0,1 1 1 0 0,-1 0-1 0 0,0 0 0 0 0,1 1 0 0 0,-1 0 0 0 0,7 5 0 0 0,18 9 27 0 0,-26-16-8 0 0,1 1 1 0 0,-1-1-1 0 0,0-1 0 0 0,1 1 0 0 0,-1-1 0 0 0,1 0 0 0 0,-1 0 0 0 0,1-1 1 0 0,-1 0-1 0 0,1 0 0 0 0,0 0 0 0 0,-1-1 0 0 0,1 0 0 0 0,-1 0 0 0 0,11-4 1 0 0,-6 0 458 0 0,1 0 0 0 0,-1-1 0 0 0,0 0 0 0 0,-1 0 0 0 0,0-1 1 0 0,0-1-1 0 0,12-11 0 0 0,-20 18-190 0 0,0-5 1213 0 0,4 12-1198 0 0,4 16-598 0 0,-11 14-2061 0 0,-4-13-2434 0 0</inkml:trace>
</inkml:ink>
</file>

<file path=ppt/ink/ink3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3:53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75 364 0 0,'-1'-8'1309'0'0,"0"1"0"0"0,1-1 1 0 0,0 1-1 0 0,0-1 0 0 0,1 1 0 0 0,2-13 1729 0 0,-3 10-2915 0 0</inkml:trace>
</inkml:ink>
</file>

<file path=ppt/ink/ink3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3:53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6 224 0 0,'5'-6'9726'0'0,"-16"65"-8497"0"0,-28 198 1357 0 0,32-199-2619 0 0,-17 68 0 0 0,12-72-4022 0 0,4-49 2093 0 0</inkml:trace>
</inkml:ink>
</file>

<file path=ppt/ink/ink3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3:54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1 302 388 0 0,'30'0'835'0'0,"42"2"194"0"0,0-4-1 0 0,-1-3 1 0 0,117-22-1 0 0,-141 11 2741 0 0,-40 12-924 0 0,-23 11-2329 0 0,-19 16-553 0 0,50-25-69 0 0,7-1-69 0 0,-1 0 0 0 0,0 1 1 0 0,0 1-1 0 0,1 1 0 0 0,-1 1 0 0 0,22 4 0 0 0,-27-1 149 0 0,0-2-1 0 0,0 0 1 0 0,0-1-1 0 0,0-1 0 0 0,0 0 1 0 0,0-1-1 0 0,0-1 1 0 0,0-1-1 0 0,0 0 0 0 0,23-8 1 0 0,-33 9 71 0 0,0 0 0 0 0,0 0 0 0 0,0-1 0 0 0,0 0-1 0 0,-1 0 1 0 0,0-1 0 0 0,1 1 0 0 0,-1-1 0 0 0,0 0 0 0 0,-1-1 0 0 0,1 1 0 0 0,-1-1 0 0 0,0 0 0 0 0,0 0 0 0 0,0 0 0 0 0,-1 0 0 0 0,0-1 0 0 0,0 0 0 0 0,0 1-1 0 0,-1-1 1 0 0,0 0 0 0 0,0 0 0 0 0,0 0 0 0 0,-1-1 0 0 0,0 1 0 0 0,0 0 0 0 0,0-1 0 0 0,-1 1 0 0 0,-1-8 0 0 0,1 6 12 0 0,-2 0 0 0 0,1 0 0 0 0,-1 0 0 0 0,-1 0 0 0 0,1 0 0 0 0,-7-13-1 0 0,8 18-44 0 0,-1 0-1 0 0,1 1 0 0 0,0-1 0 0 0,-1 1 0 0 0,1-1 0 0 0,-1 1 1 0 0,0 0-1 0 0,0 0 0 0 0,0 0 0 0 0,0 0 0 0 0,0 0 0 0 0,0 0 1 0 0,-1 0-1 0 0,1 0 0 0 0,0 1 0 0 0,-1 0 0 0 0,0-1 0 0 0,1 1 1 0 0,-1 0-1 0 0,0 0 0 0 0,1 0 0 0 0,-7 0 0 0 0,8 1-12 0 0,0 0 1 0 0,-1 1-1 0 0,1-1 0 0 0,-1 1 1 0 0,1-1-1 0 0,0 1 0 0 0,-1 0 0 0 0,1 0 1 0 0,0 0-1 0 0,0-1 0 0 0,0 1 1 0 0,0 0-1 0 0,-1 0 0 0 0,1 1 1 0 0,1-1-1 0 0,-1 0 0 0 0,0 0 0 0 0,0 0 1 0 0,0 1-1 0 0,1-1 0 0 0,-1 0 1 0 0,0 1-1 0 0,1-1 0 0 0,-1 1 0 0 0,1-1 1 0 0,-1 3-1 0 0,-6 38-13 0 0,9-7-157 0 0,10 61 0 0 0,-6-60-825 0 0,3 64 0 0 0,-9-100 996 0 0,2 22-407 0 0,-2-21 382 0 0,0-1-1 0 0,0 1 0 0 0,0 0 0 0 0,0 0 0 0 0,0 0 0 0 0,0 0 0 0 0,0 0 0 0 0,1 0 0 0 0,-1 0 1 0 0,0-1-1 0 0,1 1 0 0 0,-1 0 0 0 0,0 0 0 0 0,1 0 0 0 0,-1-1 0 0 0,1 1 0 0 0,-1 0 0 0 0,1-1 1 0 0,0 1-1 0 0,-1 0 0 0 0,1-1 0 0 0,0 1 0 0 0,0 0 0 0 0,9-4-9 0 0,0 0-1 0 0,-1-1 1 0 0,0 0-1 0 0,0-1 1 0 0,0 0-1 0 0,8-6 1 0 0,18-11 0 0 0,-11 8 68 0 0,-1-1-1 0 0,0 0 0 0 0,-1-2 1 0 0,-1 0-1 0 0,-1-2 0 0 0,31-35 1 0 0,-43 45 214 0 0,-1 0 1 0 0,0-1-1 0 0,-1 1 1 0 0,0-1-1 0 0,0-1 1 0 0,-1 1 0 0 0,0-1-1 0 0,-1 0 1 0 0,0 0-1 0 0,-1 0 1 0 0,0 0 0 0 0,-1-1-1 0 0,2-20 1 0 0,-25 52-145 0 0,14-12-83 0 0,1 0 1 0 0,0 0 0 0 0,0 1 0 0 0,0 0 0 0 0,1 0-1 0 0,1 0 1 0 0,0 0 0 0 0,0 1 0 0 0,1 0 0 0 0,-3 10 0 0 0,2 2 17 0 0,1 0 0 0 0,0 0 0 0 0,2 31 0 0 0,4-11-67 0 0,-3-41 36 0 0,0 1 1 0 0,0-1-1 0 0,1 1 1 0 0,-1 0 0 0 0,0-1-1 0 0,1 1 1 0 0,0-1-1 0 0,-1 1 1 0 0,1-1-1 0 0,0 1 1 0 0,0-1 0 0 0,0 1-1 0 0,0-1 1 0 0,0 0-1 0 0,0 0 1 0 0,0 1-1 0 0,0-1 1 0 0,1 0 0 0 0,-1 0-1 0 0,0 0 1 0 0,2 1-1 0 0,-1-2 27 0 0,15-3 64 0 0,-10 0-85 0 0,-1 1 0 0 0,1 0-1 0 0,0 1 1 0 0,0-1 0 0 0,0 1 0 0 0,0 1 0 0 0,0-1 0 0 0,12 1 0 0 0,-16 1-31 0 0,8 16-1025 0 0,0-7-6298 0 0,-1-4 4364 0 0</inkml:trace>
</inkml:ink>
</file>

<file path=ppt/ink/ink3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3:55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1 612 0 0,'16'11'11722'0'0,"-12"-9"-11871"0"0</inkml:trace>
</inkml:ink>
</file>

<file path=ppt/ink/ink3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4:07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58 310 896 0 0,'0'-18'6974'0'0,"0"24"-3787"0"0,-1 25-2616 0 0,3 111 194 0 0,-4 117 39 0 0,3-258-690 0 0,-1 0 1 0 0,0-1 0 0 0,0 1-1 0 0,0 0 1 0 0,0-1 0 0 0,0 1-1 0 0,0 0 1 0 0,0 0 0 0 0,0-1-1 0 0,0 1 1 0 0,0 0 0 0 0,0-1-1 0 0,-1 1 1 0 0,1 0 0 0 0,0-1-1 0 0,0 1 1 0 0,-1 0 0 0 0,1-1-1 0 0,0 1 1 0 0,-1 0 0 0 0,1-1-1 0 0,-1 1 1 0 0,1-1 0 0 0,-1 1-1 0 0,1-1 1 0 0,-1 1 0 0 0,-9-16 554 0 0,-4-37-507 0 0,7 5 98 0 0,-2-12-10 0 0,-3-86-1 0 0,12 124-242 0 0,1 1-1 0 0,1-1 1 0 0,1 1 0 0 0,1 0-1 0 0,0 0 1 0 0,2 0-1 0 0,0 1 1 0 0,10-21-1 0 0,-7 23-43 0 0,0 0-1 0 0,1 1 1 0 0,1 0-1 0 0,1 1 1 0 0,0 0-1 0 0,1 1 1 0 0,1 0-1 0 0,0 1 1 0 0,1 1-1 0 0,0 0 1 0 0,1 1-1 0 0,0 1 0 0 0,30-15 1 0 0,-37 21 0 0 0,0 0-1 0 0,1 1 1 0 0,0 0 0 0 0,-1 1-1 0 0,1 0 1 0 0,0 1-1 0 0,0-1 1 0 0,0 2 0 0 0,0 0-1 0 0,0 0 1 0 0,20 3 0 0 0,-21-1-13 0 0,-1 1 0 0 0,0-1 0 0 0,0 2 1 0 0,0-1-1 0 0,-1 1 0 0 0,1 0 0 0 0,-1 1 1 0 0,0-1-1 0 0,0 2 0 0 0,0-1 0 0 0,-1 1 1 0 0,0 0-1 0 0,0 0 0 0 0,0 0 1 0 0,8 14-1 0 0,-11-17 27 0 0,-1 1 1 0 0,1 0-1 0 0,-1-1 0 0 0,0 1 1 0 0,0 0-1 0 0,-1 0 0 0 0,1 1 1 0 0,-1-1-1 0 0,0 0 1 0 0,0 0-1 0 0,0 1 0 0 0,0-1 1 0 0,-1 1-1 0 0,0-1 0 0 0,0 1 1 0 0,0-1-1 0 0,0 0 0 0 0,-1 1 1 0 0,0-1-1 0 0,-1 5 1 0 0,0-2 5 0 0,-1-1 0 0 0,0 0 0 0 0,-1 0 0 0 0,0 0 0 0 0,0 0 0 0 0,0-1 0 0 0,0 0 0 0 0,-1 0 0 0 0,0 0 1 0 0,0 0-1 0 0,-10 7 0 0 0,0-2 47 0 0,0 0 0 0 0,-1-2 0 0 0,1 0 0 0 0,-2 0 0 0 0,1-2 0 0 0,-1 0 0 0 0,0-1 0 0 0,0 0 0 0 0,-23 2 0 0 0,15-5 115 0 0,0 0 0 0 0,-48-4-1 0 0,71 1-466 0 0,-8 4-2026 0 0</inkml:trace>
</inkml:ink>
</file>

<file path=ppt/ink/ink3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4:10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369 64 700 0 0,'2'-24'5189'0'0,"-2"23"-5008"0"0,-1-1 0 0 0,1 0 0 0 0,-1 0 0 0 0,0 1 0 0 0,1-1 0 0 0,-1 0 0 0 0,0 1 0 0 0,0-1 0 0 0,0 1 0 0 0,0-1 0 0 0,0 1 0 0 0,0 0 0 0 0,-1-1 0 0 0,1 1 0 0 0,0 0 0 0 0,-2-1-1 0 0,1 1 145 0 0,2 0-277 0 0,-1 0 0 0 0,0 0 0 0 0,0 0 0 0 0,0 1 0 0 0,0-1 0 0 0,0 0 0 0 0,0 0-1 0 0,0 1 1 0 0,0-1 0 0 0,-1 1 0 0 0,1-1 0 0 0,0 1 0 0 0,0 0 0 0 0,0-1 0 0 0,-1 1 0 0 0,1 0 0 0 0,0 0-1 0 0,0 0 1 0 0,-1 0 0 0 0,0 0 0 0 0,-36-3 642 0 0,22 4-612 0 0,-1 1 1 0 0,1 0-1 0 0,0 1 0 0 0,0 0 0 0 0,0 2 0 0 0,0 0 0 0 0,1 1 0 0 0,0 0 0 0 0,-20 12 1 0 0,27-14-68 0 0,0 0 1 0 0,1 1 0 0 0,0 0-1 0 0,0 0 1 0 0,0 1 0 0 0,0 0-1 0 0,1 0 1 0 0,0 1 0 0 0,1-1-1 0 0,-1 1 1 0 0,1 0 0 0 0,0 1-1 0 0,1-1 1 0 0,0 1 0 0 0,0 0-1 0 0,1 0 1 0 0,0 1 0 0 0,0-1-1 0 0,-2 14 1 0 0,4-20-7 0 0,1 1 0 0 0,0 0 0 0 0,0-1 0 0 0,0 1 0 0 0,0 0 0 0 0,0-1 0 0 0,0 1 0 0 0,1 0 1 0 0,0-1-1 0 0,-1 1 0 0 0,1-1 0 0 0,0 1 0 0 0,0-1 0 0 0,0 1 0 0 0,0-1 0 0 0,1 0 0 0 0,-1 0 0 0 0,1 1 0 0 0,-1-1 0 0 0,1 0 0 0 0,3 3 0 0 0,-2-3 5 0 0,1 0-1 0 0,0 1 1 0 0,-1-1 0 0 0,1-1-1 0 0,0 1 1 0 0,0-1 0 0 0,0 1-1 0 0,0-1 1 0 0,0 0 0 0 0,0-1-1 0 0,1 1 1 0 0,5 0-1 0 0,0-1 20 0 0,-1 0-1 0 0,0-1 0 0 0,0 0 0 0 0,0 0 0 0 0,0-1 0 0 0,0 0 0 0 0,0-1 0 0 0,0 0 0 0 0,0 0 0 0 0,-1-1 0 0 0,16-9 0 0 0,-14 6 208 0 0,-1-1 0 0 0,0 0-1 0 0,0 0 1 0 0,-1-1-1 0 0,0 0 1 0 0,-1 0-1 0 0,0-1 1 0 0,0 0-1 0 0,-1-1 1 0 0,7-15-1 0 0,-13 24 163 0 0,11 10 34 0 0,9 20-388 0 0,-2-6-89 0 0,-10-13-239 0 0,1 0 1 0 0,0-1-1 0 0,1 0 0 0 0,0 0 1 0 0,0-1-1 0 0,0-1 0 0 0,12 6 1 0 0,-12-8-1300 0 0,0 0 1 0 0,0-1-1 0 0,0 0 0 0 0,22 4 1 0 0,-13-4-1690 0 0</inkml:trace>
</inkml:ink>
</file>

<file path=ppt/ink/ink3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4:11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97 52 0 0,'0'0'8906'0'0,"4"-3"-8712"0"0,9-5 38 0 0,2-1 0 0 0,-1 2 1 0 0,1 0-1 0 0,29-10 1 0 0,-35 14-196 0 0,-1 0 0 0 0,1 1 0 0 0,0 1 1 0 0,0-1-1 0 0,0 1 0 0 0,-1 0 0 0 0,1 1 0 0 0,0 0 1 0 0,0 1-1 0 0,0 0 0 0 0,11 2 0 0 0,-16-1-32 0 0,0 0 0 0 0,0 0 0 0 0,-1 0 0 0 0,1 1 0 0 0,0-1 0 0 0,-1 1 0 0 0,0 0 0 0 0,1 0 0 0 0,-1 0 0 0 0,0 0 0 0 0,-1 0 0 0 0,1 1 0 0 0,-1-1 0 0 0,1 1 0 0 0,-1 0 0 0 0,0 0 0 0 0,0 0 0 0 0,-1 0 0 0 0,1 0 0 0 0,1 6 0 0 0,0 4 23 0 0,0 0 0 0 0,0 0 0 0 0,-2 0 1 0 0,1 24-1 0 0,-11-7 55 0 0,2-13 22 0 0,6-16-39 0 0,-2 2 181 0 0,3-3-228 0 0,-1-1-1 0 0,1 0 1 0 0,0 1-1 0 0,0-1 1 0 0,0 0-1 0 0,0 1 1 0 0,0-1-1 0 0,-1 0 1 0 0,1 1-1 0 0,0-1 1 0 0,0 0-1 0 0,0 1 1 0 0,-1-1-1 0 0,1 0 1 0 0,0 0-1 0 0,0 1 1 0 0,-1-1-1 0 0,1 0 1 0 0,0 0 0 0 0,-1 1-1 0 0,1-1 1 0 0,0 0-1 0 0,-1 0 1 0 0,1 0-1 0 0,0 0 1 0 0,-1 0-1 0 0,1 1 1 0 0,0-1-1 0 0,-1 0 1 0 0,1 0-1 0 0,-1 0 1 0 0,1 0-1 0 0,0 0 1 0 0,-1 0-1 0 0,1 0 1 0 0,0 0-1 0 0,-1 0 1 0 0,1-1-1 0 0,-1 1 1 0 0,1 0 0 0 0,0 0-1 0 0,-1 0 1 0 0,1 0-1 0 0,0 0 1 0 0,-1-1-1 0 0,-2 0 2 0 0,1 0 0 0 0,-1 0 0 0 0,1-1 0 0 0,0 1 0 0 0,-1-1 0 0 0,1 1 0 0 0,0-1 0 0 0,0 0 0 0 0,0 1 0 0 0,0-1 0 0 0,1 0 0 0 0,-1-1 0 0 0,0 1 0 0 0,1 0 0 0 0,-1 0 0 0 0,1-1 0 0 0,0 1 0 0 0,0-1 0 0 0,0 1 0 0 0,0-1 0 0 0,0 1 0 0 0,1-1 0 0 0,-1 0 0 0 0,1 1 0 0 0,0-1 0 0 0,-1 0 0 0 0,1 1 0 0 0,0-1 0 0 0,1-3 0 0 0,1-3-15 0 0,0-1-1 0 0,1 0 1 0 0,0 1-1 0 0,1 0 0 0 0,0 0 1 0 0,0 0-1 0 0,1 0 1 0 0,0 0-1 0 0,0 1 1 0 0,1 0-1 0 0,0 0 0 0 0,1 1 1 0 0,0 0-1 0 0,0 0 1 0 0,0 0-1 0 0,1 1 1 0 0,0 0-1 0 0,0 1 1 0 0,1-1-1 0 0,15-6 0 0 0,-15 7-16 0 0,1 1-1 0 0,0 0 0 0 0,0 1 1 0 0,0 0-1 0 0,0 0 0 0 0,1 1 1 0 0,-1 1-1 0 0,1 0 0 0 0,-1 0 0 0 0,1 1 1 0 0,-1 0-1 0 0,1 0 0 0 0,-1 2 1 0 0,1-1-1 0 0,-1 1 0 0 0,0 1 1 0 0,1 0-1 0 0,-1 0 0 0 0,17 9 1 0 0,-20-7 3 0 0,0 0 1 0 0,0 1 0 0 0,-1 0 0 0 0,1 0-1 0 0,-1 0 1 0 0,-1 1 0 0 0,1 0 0 0 0,-1 0-1 0 0,-1 0 1 0 0,1 1 0 0 0,3 9 0 0 0,-1-4 11 0 0,-5-8 4 0 0,-1 0 0 0 0,0 0 1 0 0,0 1-1 0 0,-1-1 0 0 0,1 0 0 0 0,-1 1 0 0 0,-1 5 0 0 0,1-4 6 0 0,0-5-4 0 0,-6 21-1078 0 0,2-10-5984 0 0</inkml:trace>
</inkml:ink>
</file>

<file path=ppt/ink/ink3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4:14.2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56 0 0,'3'-7'11441'0'0,"6"36"-9401"0"0,6 42-2449 0 0,-8-15-921 0 0,-7-54 682 0 0</inkml:trace>
</inkml:ink>
</file>

<file path=ppt/ink/ink3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4:14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20 708 0 0,'6'-11'2896'0'0,"0"5"1817"0"0,2 3-4931 0 0,-3 5-4239 0 0,6 9 2407 0 0</inkml:trace>
</inkml:ink>
</file>

<file path=ppt/ink/ink3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4:15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5 664 0 0,'3'9'794'0'0,"-1"-1"1"0"0,0 1-1 0 0,0 0 1 0 0,0 0-1 0 0,-1 16 1 0 0,-2-11-361 0 0,0 0-1 0 0,-1 0 1 0 0,-1 0 0 0 0,-8 22 0 0 0,10-33-334 0 0,1-2-56 0 0,0-1 0 0 0,0 1-1 0 0,0-1 1 0 0,0 1 0 0 0,0-1 0 0 0,0 1 0 0 0,0-1 0 0 0,0 1-1 0 0,-1-1 1 0 0,1 0 0 0 0,0 1 0 0 0,0-1 0 0 0,0 1-1 0 0,-1-1 1 0 0,1 1 0 0 0,0-1 0 0 0,-1 0 0 0 0,1 1-1 0 0,0-1 1 0 0,-1 0 0 0 0,1 1 0 0 0,-1-1 0 0 0,1 0-1 0 0,0 0 1 0 0,-1 1 0 0 0,1-1 0 0 0,-1 0 0 0 0,1 0-1 0 0,-1 0 1 0 0,1 0 0 0 0,-1 1 0 0 0,1-1 0 0 0,0 0 0 0 0,-1 0-1 0 0,1 0 1 0 0,-1 0 0 0 0,1 0 0 0 0,-1 0 0 0 0,1 0-1 0 0,-1 0 1 0 0,1 0 0 0 0,-1-1 0 0 0,1 1 0 0 0,-1 0-1 0 0,0 0 1 0 0,1-1-19 0 0,-1 0-1 0 0,0 1 0 0 0,1-1 0 0 0,-1 0 1 0 0,1 0-1 0 0,-1 1 0 0 0,1-1 1 0 0,-1 0-1 0 0,1 0 0 0 0,-1 0 0 0 0,1 0 1 0 0,0 0-1 0 0,0 1 0 0 0,-1-1 1 0 0,1 0-1 0 0,0 0 0 0 0,0 0 0 0 0,0 0 1 0 0,0 0-1 0 0,0 0 0 0 0,0 0 1 0 0,0 0-1 0 0,0 0 0 0 0,1 0 0 0 0,-1 0 1 0 0,1-1-1 0 0,2-7-12 0 0,2 0-1 0 0,-1 0 1 0 0,1 1 0 0 0,0 0 0 0 0,1 0-1 0 0,0 0 1 0 0,0 0 0 0 0,1 1 0 0 0,0 0-1 0 0,0 0 1 0 0,1 1 0 0 0,-1 0 0 0 0,1 1-1 0 0,1-1 1 0 0,-1 1 0 0 0,1 1 0 0 0,14-6-1 0 0,-21 10-17 0 0,46 16-95 0 0,-24 1 79 0 0,45 27 30 0 0,-64-42 8 0 0,-1 0-1 0 0,1 0 1 0 0,0 0-1 0 0,0-1 1 0 0,0 1-1 0 0,0-1 1 0 0,0-1-1 0 0,1 1 1 0 0,-1-1-1 0 0,0 1 1 0 0,0-1-1 0 0,9-2 1 0 0,-9 0 43 0 0,1 0-1 0 0,0-1 1 0 0,0 1 0 0 0,-1-2-1 0 0,0 1 1 0 0,1 0 0 0 0,-1-1 0 0 0,0 0-1 0 0,-1 0 1 0 0,1-1 0 0 0,-1 1-1 0 0,6-9 1 0 0,15-13 709 0 0,-17 13-68 0 0,-7 12-608 0 0,-1-1 0 0 0,1 1-1 0 0,-1-1 1 0 0,1 1 0 0 0,0 0 0 0 0,0 0 0 0 0,-1-1 0 0 0,1 1 0 0 0,0 0 0 0 0,0 0 0 0 0,0 0 0 0 0,0 0 0 0 0,0 0 0 0 0,1 0 0 0 0,-1 0 0 0 0,0 0 0 0 0,0 1 0 0 0,2-2 0 0 0,-1 3-134 0 0,-1 1 0 0 0,0-1 1 0 0,0 0-1 0 0,0 1 1 0 0,1-1-1 0 0,-1 1 0 0 0,-1-1 1 0 0,1 1-1 0 0,0-1 0 0 0,0 1 1 0 0,-1 0-1 0 0,1-1 1 0 0,-1 1-1 0 0,1 0 0 0 0,-1 0 1 0 0,0-1-1 0 0,1 1 1 0 0,-1 0-1 0 0,0 2 0 0 0,3 22-2274 0 0,-2-10-3738 0 0</inkml:trace>
</inkml:ink>
</file>

<file path=ppt/ink/ink3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4:15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27 76 0 0,'0'0'1207'0'0,"-3"-17"3445"0"0,2 10-2400 0 0,0 5-1698 0 0,24 15-4873 0 0,-19-10 1833 0 0</inkml:trace>
</inkml:ink>
</file>

<file path=ppt/ink/ink3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4:16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30 348 0 0,'0'0'11024'0'0,"-3"-4"-10638"0"0,3 3-420 0 0,-2-1 131 0 0,1 0 1 0 0,0 0 0 0 0,-1 0 0 0 0,1 1 0 0 0,-1-1 0 0 0,1 1 0 0 0,-1-1 0 0 0,0 1 0 0 0,0 0-1 0 0,1 0 1 0 0,-1-1 0 0 0,0 1 0 0 0,0 1 0 0 0,0-1 0 0 0,0 0 0 0 0,-1 0 0 0 0,1 1-1 0 0,0-1 1 0 0,-3 1 0 0 0,3-1 28 0 0,-45 12 388 0 0,39-8-487 0 0,0 2-1 0 0,1-1 1 0 0,-1 1-1 0 0,1 0 1 0 0,0 1-1 0 0,0 0 1 0 0,0 0-1 0 0,1 0 1 0 0,0 1-1 0 0,0 0 1 0 0,1 0-1 0 0,0 1 1 0 0,0-1-1 0 0,-6 13 1 0 0,8-14-26 0 0,3-5-16 0 0,-1 1-1 0 0,0-1 1 0 0,1 1 0 0 0,0-1 0 0 0,-1 1-1 0 0,1-1 1 0 0,0 1 0 0 0,0 0-1 0 0,0-1 1 0 0,0 1 0 0 0,0-1-1 0 0,0 1 1 0 0,1 0 0 0 0,-1-1-1 0 0,0 1 1 0 0,1-1 0 0 0,-1 1 0 0 0,1-1-1 0 0,0 1 1 0 0,-1-1 0 0 0,1 1-1 0 0,0-1 1 0 0,0 0 0 0 0,0 0-1 0 0,0 1 1 0 0,0-1 0 0 0,0 0 0 0 0,0 0-1 0 0,1 0 1 0 0,-1 0 0 0 0,0 0-1 0 0,1 0 1 0 0,-1 0 0 0 0,0-1-1 0 0,1 1 1 0 0,-1 0 0 0 0,1-1 0 0 0,-1 1-1 0 0,1-1 1 0 0,2 1 0 0 0,6-3-56 0 0,1 0 0 0 0,-1 0 0 0 0,0-1 0 0 0,-1 0 0 0 0,1-1 0 0 0,0 0 0 0 0,-1-1 0 0 0,0 0 0 0 0,17-12 0 0 0,31-15-321 0 0,-56 32 348 0 0,0-1 37 0 0,-1 1 1 0 0,0-1 0 0 0,0 1 0 0 0,1 0 0 0 0,-1-1-1 0 0,0 1 1 0 0,0-1 0 0 0,1 1 0 0 0,-1 0 0 0 0,0 0-1 0 0,1-1 1 0 0,-1 1 0 0 0,0 0 0 0 0,1-1 0 0 0,-1 1-1 0 0,1 0 1 0 0,-1 0 0 0 0,0 0 0 0 0,1-1 0 0 0,-1 1-1 0 0,1 0 1 0 0,-1 0 0 0 0,1 0 0 0 0,-1 0 0 0 0,0 0-1 0 0,1 0 1 0 0,-1 0 0 0 0,1 0 0 0 0,-1 0 0 0 0,1 0 0 0 0,-1 0-1 0 0,1 0 1 0 0,-1 0 0 0 0,0 0 0 0 0,1 1 0 0 0,-1-1-1 0 0,1 0 1 0 0,-1 0 0 0 0,1 0 0 0 0,-1 1 0 0 0,21 6-233 0 0,25 9-143 0 0,-45-16 351 0 0,31-7-25 0 0,7-8 4 0 0,-18 6 91 0 0,0 1-1 0 0,32-8 1 0 0,-51 16-19 0 0,42 11 110 0 0,-30-6-57 0 0,1 0 0 0 0,-1-1 0 0 0,26 3-1 0 0,-13-3-920 0 0,-4-2-1158 0 0,-10-4-2706 0 0,5-1 1940 0 0</inkml:trace>
</inkml:ink>
</file>

<file path=ppt/ink/ink3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4:16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72 816 0 0,'0'0'1080'0'0,"-1"-11"668"0"0,-1 4 1397 0 0,0 4-2939 0 0,0-1 0 0 0,-1 0 1 0 0,1 1-1 0 0,-1-1 0 0 0,0 1 0 0 0,0 0 1 0 0,0 0-1 0 0,0 0 0 0 0,0 0 1 0 0,-1 1-1 0 0,1-1 0 0 0,-1 1 1 0 0,0 0-1 0 0,0 0 0 0 0,0 0 1 0 0,0 0-1 0 0,0 1 0 0 0,0 0 1 0 0,0 0-1 0 0,0 0 0 0 0,-1 0 0 0 0,1 1 1 0 0,0-1-1 0 0,-1 1 0 0 0,1 0 1 0 0,-8 1-1 0 0,7 0-156 0 0,0-1 1 0 0,-1 1-1 0 0,1 0 1 0 0,0 0-1 0 0,-1 0 1 0 0,1 1-1 0 0,0 0 0 0 0,0 0 1 0 0,0 0-1 0 0,1 0 1 0 0,-1 1-1 0 0,0 0 0 0 0,1 0 1 0 0,0 0-1 0 0,0 1 1 0 0,0-1-1 0 0,0 1 1 0 0,0 0-1 0 0,1 0 0 0 0,-1 0 1 0 0,1 1-1 0 0,-2 4 1 0 0,-1 5-16 0 0,1 1-1 0 0,0-1 1 0 0,1 1 0 0 0,1 0 0 0 0,1 0 0 0 0,0 0 0 0 0,1 0 0 0 0,0 0 0 0 0,1 1 0 0 0,1-1 0 0 0,0 0 0 0 0,1 0 0 0 0,6 21 0 0 0,7 15-26 0 0,2-1 1 0 0,37 74 0 0 0,2 8-241 0 0,-48-113 167 0 0,-5-12 29 0 0,0 1-1 0 0,0 0 1 0 0,-1 0-1 0 0,0 0 1 0 0,0 0-1 0 0,1 13 1 0 0,-4-20 38 0 0,1 1 0 0 0,-1-1 0 0 0,1 0 0 0 0,-1 0 1 0 0,1 0-1 0 0,-1 0 0 0 0,1 0 0 0 0,-1 0 0 0 0,0 0 0 0 0,0 0 0 0 0,0 0 0 0 0,1 0 1 0 0,-1 0-1 0 0,0 0 0 0 0,0 0 0 0 0,0-1 0 0 0,0 1 0 0 0,0 0 0 0 0,-1-1 0 0 0,1 1 1 0 0,0-1-1 0 0,0 1 0 0 0,0-1 0 0 0,0 0 0 0 0,-1 1 0 0 0,1-1 0 0 0,0 0 0 0 0,0 0 0 0 0,-1 0 1 0 0,-1 0-1 0 0,-38 1 358 0 0,35-2-320 0 0,0 0 0 0 0,0 0 0 0 0,0-1 0 0 0,1 0 0 0 0,-1 0 0 0 0,0 0 1 0 0,1 0-1 0 0,0-1 0 0 0,-1 0 0 0 0,1 0 0 0 0,0-1 0 0 0,0 0 0 0 0,1 0 0 0 0,-1 0 0 0 0,1 0 0 0 0,0 0 0 0 0,0-1 0 0 0,0 0 1 0 0,1 0-1 0 0,0 0 0 0 0,0 0 0 0 0,0 0 0 0 0,0-1 0 0 0,1 1 0 0 0,0-1 0 0 0,0 0 0 0 0,0 0 0 0 0,1 0 0 0 0,0 0 0 0 0,0 0 1 0 0,1 0-1 0 0,-1 0 0 0 0,1 0 0 0 0,1 0 0 0 0,-1 0 0 0 0,1 0 0 0 0,0 0 0 0 0,0 0 0 0 0,1 0 0 0 0,0 1 0 0 0,4-11 0 0 0,5-8-131 0 0,1 0-1 0 0,1 1 0 0 0,2 0 1 0 0,0 1-1 0 0,1 0 0 0 0,1 2 1 0 0,1 0-1 0 0,26-23 0 0 0,-27 28-2 0 0,0 1-1 0 0,1 1 1 0 0,1 0-1 0 0,1 1 0 0 0,-1 1 1 0 0,2 1-1 0 0,-1 1 1 0 0,1 0-1 0 0,1 2 1 0 0,27-6-1 0 0,-39 12 64 0 0,0 0 0 0 0,0 1 1 0 0,0 0-1 0 0,1 0 0 0 0,-1 1 1 0 0,0 1-1 0 0,0 0 0 0 0,0 0 0 0 0,0 1 1 0 0,0 0-1 0 0,-1 1 0 0 0,1 0 1 0 0,-1 1-1 0 0,0 0 0 0 0,0 0 0 0 0,-1 0 1 0 0,0 1-1 0 0,15 14 0 0 0,-23-20 77 0 0,0 1 0 0 0,1-1 0 0 0,-1 1 0 0 0,0-1 0 0 0,1 1 0 0 0,-1-1 0 0 0,1 1 0 0 0,-1-1 0 0 0,1 0 0 0 0,-1 1 0 0 0,1-1 0 0 0,-1 0 0 0 0,1 1 0 0 0,-1-1 0 0 0,1 0 0 0 0,0 0 0 0 0,-1 0 0 0 0,1 1 0 0 0,-1-1 0 0 0,1 0 0 0 0,0 0 0 0 0,-1 0 0 0 0,1 0 0 0 0,0 0 0 0 0,-1 0 1 0 0,1 0-1 0 0,-1 0 0 0 0,1 0 0 0 0,0 0 0 0 0,-1-1 0 0 0,1 1 0 0 0,-1 0 0 0 0,1 0 0 0 0,0-1 0 0 0,-1 1 0 0 0,1 0 0 0 0,-1 0 0 0 0,1-1 0 0 0,-1 1 0 0 0,1-1 0 0 0,-1 1 0 0 0,1 0 0 0 0,-1-1 0 0 0,0 1 0 0 0,1-1 0 0 0,-1 1 0 0 0,0-1 0 0 0,1 0 0 0 0,-1 1 0 0 0,0-1 0 0 0,0 1 0 0 0,1-1 0 0 0,-1 1 0 0 0,0-1 0 0 0,0 0 0 0 0,7-44 508 0 0,-5 28-235 0 0,-1 12-347 0 0,1-1 0 0 0,0 1 0 0 0,0-1 0 0 0,1 1 0 0 0,-1 0 0 0 0,1 0 0 0 0,0 0 0 0 0,5-5 0 0 0,-6 8-161 0 0,0 0-1 0 0,1 0 1 0 0,-1 0-1 0 0,1 1 1 0 0,-1-1-1 0 0,1 1 1 0 0,0-1-1 0 0,0 1 1 0 0,-1 0-1 0 0,1 0 1 0 0,0 0-1 0 0,0 0 1 0 0,0 1-1 0 0,0-1 1 0 0,0 1-1 0 0,5 0 1 0 0,31-1-3204 0 0,-20 1-934 0 0,-4 0 1172 0 0</inkml:trace>
</inkml:ink>
</file>

<file path=ppt/ink/ink3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4:17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21 548 0 0,'0'0'2878'0'0,"-1"-1"-2413"0"0,0-1 1 0 0,1 1 0 0 0,-1-1 0 0 0,0 1-1 0 0,0 0 1 0 0,0-1 0 0 0,0 1-1 0 0,0 0 1 0 0,0 0 0 0 0,0 0 0 0 0,0 0-1 0 0,-1 0 1 0 0,1 0 0 0 0,0 0 0 0 0,-1 0-1 0 0,-2-1 1 0 0,1 3-401 0 0,-1 0-1 0 0,1 0 1 0 0,-1 1 0 0 0,1-1 0 0 0,-1 1-1 0 0,1 0 1 0 0,0 0 0 0 0,0 0 0 0 0,0 0-1 0 0,0 1 1 0 0,0-1 0 0 0,1 1-1 0 0,-1 0 1 0 0,1 0 0 0 0,0 0 0 0 0,0 0-1 0 0,0 0 1 0 0,0 0 0 0 0,0 0-1 0 0,0 1 1 0 0,1-1 0 0 0,0 1 0 0 0,0-1-1 0 0,0 1 1 0 0,0-1 0 0 0,0 5 0 0 0,1-6-61 0 0,0 0 0 0 0,1 0 0 0 0,0-1 0 0 0,-1 1 0 0 0,1 0 0 0 0,0-1 0 0 0,0 1 0 0 0,0 0 0 0 0,0-1 1 0 0,0 1-1 0 0,0-1 0 0 0,0 0 0 0 0,0 1 0 0 0,1-1 0 0 0,-1 0 0 0 0,1 0 0 0 0,-1 0 0 0 0,1 0 0 0 0,-1 0 1 0 0,1 0-1 0 0,-1 0 0 0 0,1 0 0 0 0,0-1 0 0 0,-1 1 0 0 0,1-1 0 0 0,0 1 0 0 0,0-1 0 0 0,0 1 0 0 0,-1-1 0 0 0,5 0 1 0 0,55 2-1279 0 0,-15-7-1133 0 0,-14-1-2354 0 0,-16 1 2073 0 0</inkml:trace>
</inkml:ink>
</file>

<file path=ppt/ink/ink3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4:17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22 324 0 0,'0'0'925'0'0,"9"-4"6164"0"0,-8 5-7029 0 0,1 0 0 0 0,-1 0 1 0 0,0 0-1 0 0,1 1 0 0 0,-1-1 0 0 0,0 0 0 0 0,0 1 0 0 0,0-1 1 0 0,0 1-1 0 0,0-1 0 0 0,0 1 0 0 0,0 0 0 0 0,0-1 1 0 0,-1 1-1 0 0,1 0 0 0 0,0-1 0 0 0,-1 1 0 0 0,0 0 0 0 0,1 0 1 0 0,-1 0-1 0 0,0 0 0 0 0,0-1 0 0 0,0 4 0 0 0,0-3 80 0 0,-3 20 371 0 0,6-4 214 0 0,6-28-752 0 0,1 0 0 0 0,0 1 1 0 0,1 0-1 0 0,0 1 0 0 0,0 0 0 0 0,1 1 1 0 0,0 0-1 0 0,0 1 0 0 0,1 0 0 0 0,-1 1 1 0 0,1 1-1 0 0,20-5 0 0 0,-30 8 19 0 0,0 1 0 0 0,0 0 0 0 0,0 0 0 0 0,0 0 0 0 0,0 0 0 0 0,1 0 0 0 0,-1 1 0 0 0,0 0-1 0 0,0-1 1 0 0,0 1 0 0 0,0 0 0 0 0,0 0 0 0 0,0 1 0 0 0,-1-1 0 0 0,1 1 0 0 0,0-1 0 0 0,-1 1 0 0 0,1 0-1 0 0,-1 0 1 0 0,1 0 0 0 0,-1 0 0 0 0,0 0 0 0 0,0 1 0 0 0,0-1 0 0 0,0 1 0 0 0,0-1 0 0 0,-1 1-1 0 0,1 0 1 0 0,-1-1 0 0 0,0 1 0 0 0,0 0 0 0 0,2 4 0 0 0,-3-5 375 0 0,2 0-153 0 0,-2-2-206 0 0,0 0 0 0 0,0 0 0 0 0,0 1 0 0 0,0-1 0 0 0,0 0-1 0 0,0 0 1 0 0,0 0 0 0 0,0 0 0 0 0,0 1 0 0 0,0-1 0 0 0,0 0 0 0 0,1 0 0 0 0,-1 0 0 0 0,0 0 0 0 0,0 0 0 0 0,0 1-1 0 0,0-1 1 0 0,0 0 0 0 0,0 0 0 0 0,1 0 0 0 0,-1 0 0 0 0,0 0 0 0 0,0 0 0 0 0,0 0 0 0 0,0 0 0 0 0,0 0-1 0 0,1 1 1 0 0,-1-1 0 0 0,0 0 0 0 0,0 0 0 0 0,0 0 0 0 0,0 0 0 0 0,1 0 0 0 0,-1 0 0 0 0,0 0 0 0 0,0 0 0 0 0,0 0-1 0 0,1 0 1 0 0,-1 0 0 0 0,0 0 0 0 0,0 0 0 0 0,0-1 0 0 0,0 1 0 0 0,1 0 0 0 0,-1 0 0 0 0,0 0 0 0 0,0 0 0 0 0,0 0-1 0 0,0 0 1 0 0,0 0 0 0 0,1 0 0 0 0,-1-1 0 0 0,47-36 420 0 0,-44 35-418 0 0,-1 1 0 0 0,0-1 0 0 0,0 1 1 0 0,1 0-1 0 0,-1 0 0 0 0,0 0 1 0 0,1 0-1 0 0,-1 1 0 0 0,1-1 0 0 0,-1 1 1 0 0,1-1-1 0 0,-1 1 0 0 0,1 0 1 0 0,0 0-1 0 0,-1 0 0 0 0,1 0 0 0 0,-1 1 1 0 0,1-1-1 0 0,-1 0 0 0 0,1 1 1 0 0,-1 0-1 0 0,4 1 0 0 0,-4 0-170 0 0,0 0 0 0 0,0 0 0 0 0,0 0 0 0 0,0 0 0 0 0,0 0 0 0 0,-1 1 0 0 0,1-1 0 0 0,-1 0 0 0 0,0 1 0 0 0,1-1 0 0 0,-1 1 0 0 0,0 0 0 0 0,-1-1 0 0 0,1 1 0 0 0,0 0-1 0 0,-1-1 1 0 0,1 1 0 0 0,-1 0 0 0 0,0 0 0 0 0,0 0 0 0 0,0-1 0 0 0,0 1 0 0 0,-1 0 0 0 0,0 4 0 0 0,0-4-963 0 0</inkml:trace>
</inkml:ink>
</file>

<file path=ppt/ink/ink3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4:18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23 696 0 0,'0'0'3298'0'0,"31"37"496"0"0,-30-37-3664 0 0,0 0 0 0 0,-1 1-1 0 0,1-1 1 0 0,0 1 0 0 0,-1-1 0 0 0,1 0-1 0 0,0 0 1 0 0,0 1 0 0 0,-1-1-1 0 0,1 0 1 0 0,0 0 0 0 0,0 0 0 0 0,0 0-1 0 0,-1 0 1 0 0,1 0 0 0 0,0 0 0 0 0,0 0-1 0 0,0 0 1 0 0,-1 0 0 0 0,1-1 0 0 0,0 1-1 0 0,0 0 1 0 0,-1-1 0 0 0,1 1 0 0 0,0 0-1 0 0,-1-1 1 0 0,1 1 0 0 0,0 0 0 0 0,-1-1-1 0 0,2 0 1 0 0,45-24 629 0 0,13-4-457 0 0,-60 29-302 0 0,4-1 8 0 0,-1 1 1 0 0,1-1-1 0 0,-1 0 0 0 0,1 1 0 0 0,0 0 1 0 0,-1 0-1 0 0,1 0 0 0 0,-1 0 1 0 0,1 1-1 0 0,0-1 0 0 0,-1 1 0 0 0,1 0 1 0 0,-1 0-1 0 0,0 0 0 0 0,1 1 1 0 0,5 2-1 0 0,-4-1 67 0 0,-1-1-1 0 0,1 0 1 0 0,0-1 0 0 0,0 1-1 0 0,0-1 1 0 0,0 0 0 0 0,0 0-1 0 0,1-1 1 0 0,-1 1 0 0 0,0-1-1 0 0,0 0 1 0 0,0-1 0 0 0,0 1-1 0 0,1-1 1 0 0,-1 0 0 0 0,7-3-1 0 0,-7 3-33 0 0,0 0 0 0 0,1 0 0 0 0,-1 0 0 0 0,1 1 0 0 0,-1 0 0 0 0,1 0 0 0 0,-1 0 0 0 0,1 1 0 0 0,8 1 0 0 0,29 19-3313 0 0,-39-19 2661 0 0,8 7-603 0 0,-2-5-3583 0 0,1-1 2096 0 0</inkml:trace>
</inkml:ink>
</file>

<file path=ppt/ink/ink3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4:18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13 60 0 0,'0'0'9854'0'0,"-4"-2"-9474"0"0,-10-7-40 0 0,11 7-40 0 0,-16 7 615 0 0,15-3-815 0 0,1-1 1 0 0,-1 1-1 0 0,1 0 1 0 0,0 1-1 0 0,-1-1 0 0 0,1 1 1 0 0,0-1-1 0 0,-4 6 1 0 0,6-7 43 0 0,5 14-267 0 0,3-13 91 0 0,1-1-1 0 0,0-1 1 0 0,0 1 0 0 0,-1-1 0 0 0,9-1 0 0 0,-10 0 11 0 0,0 1 1 0 0,0-1-1 0 0,0 2 1 0 0,0-1-1 0 0,0 0 1 0 0,0 1-1 0 0,-1 0 1 0 0,1 1-1 0 0,0-1 1 0 0,0 1-1 0 0,-1 0 1 0 0,1 0-1 0 0,7 5 1 0 0,-7-3 15 0 0,29 23-19 0 0,-33-26 68 0 0,1 0 0 0 0,0-1 0 0 0,-1 0 0 0 0,1 1 0 0 0,0-1 0 0 0,-1 0 0 0 0,1 0 0 0 0,0-1 0 0 0,-1 1 0 0 0,1-1 0 0 0,0 1 0 0 0,-1-1 0 0 0,1 0 0 0 0,-1 0 0 0 0,1 0 0 0 0,-1 0 1 0 0,5-3-1 0 0,45-22 296 0 0,-32 15-246 0 0,0 2-1 0 0,1 0 1 0 0,0 1-1 0 0,34-8 1 0 0,-50 16-138 0 0,0 0 1 0 0,0 0-1 0 0,0 1 1 0 0,-1-1-1 0 0,1 1 1 0 0,0 0-1 0 0,0 1 1 0 0,-1-1-1 0 0,1 1 1 0 0,0 0-1 0 0,-1 0 1 0 0,0 0-1 0 0,1 1 1 0 0,-1-1-1 0 0,4 5 1 0 0,-4-4-938 0 0,1-1 0 0 0,-1 1 0 0 0,0-1 0 0 0,1 0 0 0 0,0 0 0 0 0,-1 0 0 0 0,7 1 0 0 0</inkml:trace>
</inkml:ink>
</file>

<file path=ppt/ink/ink3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4:21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334 79 84 0 0,'0'0'919'0'0,"2"-4"-23"0"0,-1 2-457 0 0,0 0-1 0 0,0-1 1 0 0,0 1 0 0 0,0 0-1 0 0,-1-1 1 0 0,1 1 0 0 0,-1-1-1 0 0,1 1 1 0 0,-1-1 0 0 0,0 1 0 0 0,0-1-1 0 0,0 1 1 0 0,0-1 0 0 0,0 1-1 0 0,0-1 1 0 0,-1 1 0 0 0,1 0 0 0 0,-3-5-1 0 0,2 5-361 0 0,-1 0-1 0 0,0 0 1 0 0,1 0 0 0 0,-1 0-1 0 0,0 1 1 0 0,0-1 0 0 0,0 1-1 0 0,0 0 1 0 0,0-1-1 0 0,-1 1 1 0 0,1 0 0 0 0,0 0-1 0 0,-1 0 1 0 0,1 0-1 0 0,0 1 1 0 0,-1-1 0 0 0,1 1-1 0 0,-1 0 1 0 0,-3-1-1 0 0,-14 0 2 0 0,1 2-1 0 0,-1 0 0 0 0,1 0 0 0 0,-1 2 0 0 0,1 1 0 0 0,0 0 1 0 0,0 1-1 0 0,0 1 0 0 0,1 1 0 0 0,0 1 0 0 0,-22 12 0 0 0,37-19-77 0 0,1 0 0 0 0,-1 0-1 0 0,1 0 1 0 0,0 0-1 0 0,-1 1 1 0 0,1-1-1 0 0,0 1 1 0 0,0 0-1 0 0,0 0 1 0 0,0-1-1 0 0,0 1 1 0 0,0 1-1 0 0,1-1 1 0 0,-1 0-1 0 0,1 0 1 0 0,-1 0-1 0 0,1 1 1 0 0,0-1-1 0 0,0 1 1 0 0,0-1-1 0 0,0 1 1 0 0,0 0-1 0 0,1-1 1 0 0,-1 1-1 0 0,1-1 1 0 0,-1 1-1 0 0,1 0 1 0 0,0 0-1 0 0,1 4 1 0 0,0-3-14 0 0,1 0 0 0 0,0-1 0 0 0,-1 1 0 0 0,1-1 0 0 0,0 0 0 0 0,1 0 0 0 0,-1 1 0 0 0,1-1 0 0 0,-1-1 0 0 0,1 1 0 0 0,0 0 0 0 0,0-1 0 0 0,0 1 0 0 0,0-1 0 0 0,1 0 0 0 0,-1 0 0 0 0,1 0 0 0 0,-1-1 0 0 0,1 1 0 0 0,4 0 0 0 0,21 7-145 0 0,1-2 0 0 0,-1-1 0 0 0,1-1 0 0 0,1-2-1 0 0,-1-1 1 0 0,0-1 0 0 0,0-1 0 0 0,44-7 0 0 0,-8-4-337 0 0,-1-2 0 0 0,112-38 0 0 0,-150 42 551 0 0,0-1 1 0 0,-1-1 0 0 0,0-2 0 0 0,31-20 0 0 0,-55 32 127 0 0,-2 1-162 0 0,0 0 0 0 0,0 0 0 0 0,-1 0 0 0 0,1 0 0 0 0,0 0 0 0 0,0 0 0 0 0,0 0 0 0 0,0 1 0 0 0,0-1-1 0 0,0 0 1 0 0,0 0 0 0 0,0 0 0 0 0,0 0 0 0 0,0 0 0 0 0,0 0 0 0 0,0 0 0 0 0,0 0 0 0 0,0 0 0 0 0,0 0 0 0 0,0 1 0 0 0,0-1 0 0 0,0 0-1 0 0,0 0 1 0 0,0 0 0 0 0,0 0 0 0 0,0 0 0 0 0,0 0 0 0 0,0 0 0 0 0,0 0 0 0 0,0 0 0 0 0,0 1 0 0 0,0-1 0 0 0,0 0 0 0 0,0 0 0 0 0,0 0 0 0 0,0 0-1 0 0,0 0 1 0 0,1 0 0 0 0,-1 0 0 0 0,0 0 0 0 0,0 0 0 0 0,0 0 0 0 0,0 0 0 0 0,0 0 0 0 0,0 0 0 0 0,0 0 0 0 0,0 0 0 0 0,0 1 0 0 0,0-1-1 0 0,0 0 1 0 0,1 0 0 0 0,-1 0 0 0 0,0 0 0 0 0,0 0 0 0 0,0 0 0 0 0,0 0 0 0 0,0 0 0 0 0,0 0 0 0 0,0 0 0 0 0,0 0 0 0 0,0 0 0 0 0,1 0-1 0 0,-1 0 1 0 0,0-1 0 0 0,-11 10-128 0 0,-2 1 176 0 0,12-9-54 0 0,-9 5 57 0 0,7 0-451 0 0,31-9-41 0 0,0 1-1 0 0,53 4 0 0 0,-39 8-42 0 0,-38-8 434 0 0,0-1 0 0 0,1 1 1 0 0,-1-1-1 0 0,1 0 1 0 0,-1 0-1 0 0,1 0 1 0 0,-1-1-1 0 0,1 0 0 0 0,0 0 1 0 0,-1 0-1 0 0,1 0 1 0 0,0-1-1 0 0,-1 1 1 0 0,1-1-1 0 0,-1-1 0 0 0,1 1 1 0 0,-1 0-1 0 0,1-1 1 0 0,-1 0-1 0 0,0 0 1 0 0,0 0-1 0 0,5-4 0 0 0,7-6 118 0 0,-9 8-23 0 0,-2 0-1 0 0,1 0 1 0 0,0-1 0 0 0,-1 0-1 0 0,6-7 1 0 0,-10 11 43 0 0,7 0-20 0 0,-7 1-87 0 0,0-1 0 0 0,-1 1 0 0 0,1 0 0 0 0,0 0 0 0 0,0 0 0 0 0,-1 0 0 0 0,1 0 0 0 0,0 0 0 0 0,0 0 0 0 0,-1 0 0 0 0,1 0 0 0 0,0 0 0 0 0,0 0 0 0 0,-1 1 0 0 0,1-1 0 0 0,0 0 0 0 0,0 0 0 0 0,-1 1 0 0 0,1-1 0 0 0,0 0 0 0 0,-1 1 0 0 0,1-1 0 0 0,-1 1 0 0 0,1-1 0 0 0,-1 1 0 0 0,1-1 0 0 0,0 2 0 0 0,3 1 32 0 0,0 0 1 0 0,1-1-1 0 0,-1 1 1 0 0,0-1-1 0 0,1 0 1 0 0,0 0 0 0 0,-1-1-1 0 0,1 1 1 0 0,0-1-1 0 0,0 0 1 0 0,0 0-1 0 0,-1-1 1 0 0,8 1 0 0 0,68-6-929 0 0,-65 4-78 0 0,-11 0 550 0 0,7-1-3084 0 0,7-2 1254 0 0</inkml:trace>
</inkml:ink>
</file>

<file path=ppt/ink/ink3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4:22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89 12333 0 0,'8'-26'710'0'0,"5"-28"1406"0"0,-13 52-1711 0 0,3-4 21 0 0,-1 6 85 0 0,0 1 498 0 0,26 59-634 0 0,-1 42-109 0 0,-9-31-130 0 0,-8-10 528 0 0,-7-65-671 0 0,1 0-1 0 0,1 1 1 0 0,-1-1-1 0 0,1 1 1 0 0,-1 0-1 0 0,1 0 1 0 0,0 0-1 0 0,0 1 1 0 0,0 0 0 0 0,6-2-1 0 0,0 0-12 0 0,0 0-1 0 0,0 0 1 0 0,1 1-1 0 0,11-2 1 0 0,-9 4-175 0 0,0 1 0 0 0,0 1 0 0 0,21 3 0 0 0,-32-4 138 0 0,-1 0 0 0 0,0 0 0 0 0,0 0 0 0 0,1 1-1 0 0,-1-1 1 0 0,0 1 0 0 0,0 0 0 0 0,0 0 0 0 0,0 0 0 0 0,0 0 0 0 0,0 0-1 0 0,0 0 1 0 0,0 0 0 0 0,0 0 0 0 0,0 1 0 0 0,-1-1 0 0 0,1 1 0 0 0,0 0 0 0 0,-1-1-1 0 0,0 1 1 0 0,1 0 0 0 0,-1 0 0 0 0,0 0 0 0 0,0 0 0 0 0,0 0 0 0 0,0 0-1 0 0,0 0 1 0 0,0 0 0 0 0,-1 0 0 0 0,1 0 0 0 0,0 4 0 0 0,-2-4 23 0 0,1 1 0 0 0,-1 0 0 0 0,0-1 0 0 0,0 1 0 0 0,0 0 0 0 0,0-1 0 0 0,0 1 0 0 0,0-1 1 0 0,-1 0-1 0 0,1 1 0 0 0,-1-1 0 0 0,1 0 0 0 0,-1 0 0 0 0,0 0 0 0 0,0 0 0 0 0,0 0 0 0 0,0 0 0 0 0,0-1 0 0 0,-4 3 0 0 0,-47 24-336 0 0,47-25 299 0 0,5-2 19 0 0,8-3-489 0 0,70-24 252 0 0,147-72 0 0 0,-195 79 1319 0 0,-13 10 282 0 0,-16 9-1308 0 0,1 1-1 0 0,-1-1 0 0 0,0 1 0 0 0,1-1 0 0 0,-1 1 0 0 0,0-1 0 0 0,1 1 0 0 0,-1-1 1 0 0,0 1-1 0 0,1-1 0 0 0,-1 1 0 0 0,0 0 0 0 0,0-1 0 0 0,0 1 0 0 0,0 0 0 0 0,0-1 0 0 0,0 1 1 0 0,0-1-1 0 0,0 1 0 0 0,0 0 0 0 0,0-1 0 0 0,0 1 0 0 0,0 0 0 0 0,0-1 0 0 0,0 1 0 0 0,0-1 1 0 0,-1 1-1 0 0,1 0 0 0 0,0 3-162 0 0,0 0 1 0 0,0 0-1 0 0,0 0 1 0 0,1 0-1 0 0,0 0 0 0 0,0-1 1 0 0,0 1-1 0 0,0 0 1 0 0,0 0-1 0 0,1-1 1 0 0,-1 1-1 0 0,1-1 1 0 0,0 1-1 0 0,1-1 0 0 0,-1 0 1 0 0,0 0-1 0 0,1 0 1 0 0,0 0-1 0 0,-1 0 1 0 0,7 4-1 0 0,-1-1-788 0 0,-1-1 0 0 0,1 0 1 0 0,0-1-1 0 0,0 1 0 0 0,0-1 0 0 0,1-1 0 0 0,12 4 0 0 0,4-1-2089 0 0</inkml:trace>
</inkml:ink>
</file>

<file path=ppt/ink/ink3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4:23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18 173 368 0 0,'-9'-16'11489'0'0,"6"28"-6270"0"0,1 5-5115 0 0,0-9-1293 0 0,1-1 1256 0 0,1 0 1 0 0,-1 0 0 0 0,1 0-1 0 0,0 0 1 0 0,1 0-1 0 0,0 0 1 0 0,0 0-1 0 0,0 0 1 0 0,1-1 0 0 0,0 1-1 0 0,0 0 1 0 0,1-1-1 0 0,0 1 1 0 0,0-1-1 0 0,0 0 1 0 0,6 8 0 0 0,-6-13-62 0 0,0 0 0 0 0,0-1 1 0 0,-1 1-1 0 0,1 0 0 0 0,0-1 1 0 0,0 1-1 0 0,0-1 0 0 0,0 0 1 0 0,0 0-1 0 0,0 0 0 0 0,-1 0 1 0 0,1-1-1 0 0,0 1 0 0 0,4-2 1 0 0,-5 1-2 0 0,11-2 6 0 0,-1-1 0 0 0,0 0 0 0 0,0-1 0 0 0,0-1 0 0 0,0 0 0 0 0,-1-1 0 0 0,0 0 0 0 0,-1 0 1 0 0,1-1-1 0 0,-1 0 0 0 0,11-13 0 0 0,-20 20-20 0 0,7 68-1065 0 0,-7-66 963 0 0,2 9-171 0 0,-3-10 274 0 0,0 1 0 0 0,0-1 0 0 0,0 1-1 0 0,0-1 1 0 0,0 1 0 0 0,0 0 0 0 0,0-1 0 0 0,0 1-1 0 0,0-1 1 0 0,1 1 0 0 0,-1-1 0 0 0,0 1 0 0 0,0-1-1 0 0,0 1 1 0 0,1-1 0 0 0,-1 1 0 0 0,0-1-1 0 0,0 1 1 0 0,1-1 0 0 0,-1 0 0 0 0,1 1 0 0 0,-1-1-1 0 0,0 1 1 0 0,1-1 0 0 0,-1 0 0 0 0,1 0 0 0 0,-1 1-1 0 0,1-1 1 0 0,-1 0 0 0 0,0 1 0 0 0,1-1 0 0 0,-1 0-1 0 0,1 0 1 0 0,0 0 0 0 0,-1 0 0 0 0,1 0 0 0 0,-1 1-1 0 0,1-1 1 0 0,-1 0 0 0 0,1 0 0 0 0,-1 0-1 0 0,1 0 1 0 0,-1-1 0 0 0,1 1 0 0 0,-1 0 0 0 0,2 0-1 0 0,49-8-254 0 0,62-17 0 0 0,-75 15-101 0 0,1 1-1 0 0,-1 2 0 0 0,62-3 1 0 0,-99 10 347 0 0,-1-1 1 0 0,1 1-1 0 0,0 0 1 0 0,-1 0-1 0 0,1 0 1 0 0,0 0-1 0 0,-1-1 1 0 0,1 1-1 0 0,0 0 1 0 0,0 0-1 0 0,-1 1 1 0 0,1-1-1 0 0,0 0 1 0 0,-1 0-1 0 0,1 0 1 0 0,0 0-1 0 0,-1 1 1 0 0,1-1-1 0 0,0 0 1 0 0,-1 0-1 0 0,1 1 1 0 0,0-1-1 0 0,-1 1 1 0 0,1-1-1 0 0,-1 0 1 0 0,1 1 0 0 0,-1-1-1 0 0,1 1 1 0 0,-1 0-1 0 0,1-1 1 0 0,-1 1-1 0 0,0-1 1 0 0,1 1-1 0 0,-1 0 1 0 0,0-1-1 0 0,1 1 1 0 0,-1 0-1 0 0,0-1 1 0 0,0 1-1 0 0,1 0 1 0 0,-1-1-1 0 0,0 1 1 0 0,0 0-1 0 0,0-1 1 0 0,0 1-1 0 0,0 0 1 0 0,0 0-1 0 0,0-1 1 0 0,0 1-1 0 0,-1 0 1 0 0,1-1-1 0 0,0 1 1 0 0,0 0-1 0 0,-1-1 1 0 0,1 1-1 0 0,0 0 1 0 0,-1-1 0 0 0,1 1-1 0 0,0-1 1 0 0,-1 1-1 0 0,1 0 1 0 0,-2 0-1 0 0,-32 40-338 0 0,29-36 60 0 0,4-4 183 0 0,36 9-392 0 0,-18-12 449 0 0,-1-1 1 0 0,0 0 0 0 0,0-1-1 0 0,26-10 1 0 0,-25 7 570 0 0,1 2 0 0 0,28-6 0 0 0,-44 11-206 0 0,-1-1-229 0 0,0 1 0 0 0,1-1 1 0 0,-1 1-1 0 0,0-1 0 0 0,1 1 0 0 0,-1 0 0 0 0,0 0 1 0 0,1 0-1 0 0,-1 0 0 0 0,1 0 0 0 0,-1 0 1 0 0,0 0-1 0 0,1 0 0 0 0,-1 0 0 0 0,0 1 1 0 0,1-1-1 0 0,-1 1 0 0 0,0-1 0 0 0,1 1 1 0 0,-1-1-1 0 0,0 1 0 0 0,0 0 0 0 0,0-1 0 0 0,3 3 1 0 0,-2 1-180 0 0,1-1 1 0 0,1 1 0 0 0,-1-1-1 0 0,0 1 1 0 0,1-1 0 0 0,0 0-1 0 0,-1-1 1 0 0,1 1 0 0 0,0 0 0 0 0,1-1-1 0 0,-1 0 1 0 0,0 0 0 0 0,1 0-1 0 0,-1-1 1 0 0,1 0 0 0 0,-1 1-1 0 0,1-2 1 0 0,6 2 0 0 0,12 2-474 0 0,0-2-1 0 0,32 1 1 0 0,-34-3 233 0 0,4 1 20 0 0,-1-1 0 0 0,0-1 0 0 0,0-1 0 0 0,0-1 0 0 0,-1-1 0 0 0,1-1 0 0 0,26-9 0 0 0,-41 10 244 0 0,5-1 2794 0 0,-15 21-1062 0 0,1-16-1651 0 0,0 1-1 0 0,0 0 1 0 0,0-1 0 0 0,1 1 0 0 0,-1-1 0 0 0,0 1-1 0 0,0 0 1 0 0,1-1 0 0 0,-1 1 0 0 0,0 0 0 0 0,0-1-1 0 0,1 1 1 0 0,-1-1 0 0 0,1 1 0 0 0,-1-1 0 0 0,0 1 0 0 0,1-1-1 0 0,-1 1 1 0 0,1-1 0 0 0,0 0 0 0 0,-1 1 0 0 0,1-1-1 0 0,-1 1 1 0 0,1-1 0 0 0,-1 0 0 0 0,1 0 0 0 0,0 1-1 0 0,0-1 1 0 0,21 6 85 0 0,-18-6-79 0 0,0 1 0 0 0,1-1 1 0 0,-1 0-1 0 0,1-1 0 0 0,-1 1 1 0 0,0-1-1 0 0,1 0 1 0 0,-1 0-1 0 0,0 0 0 0 0,0 0 1 0 0,0-1-1 0 0,0 1 1 0 0,0-1-1 0 0,0 0 0 0 0,0-1 1 0 0,-1 1-1 0 0,1-1 0 0 0,4-3 1 0 0,-3 0 14 0 0,0 0 0 0 0,0 0 1 0 0,0-1-1 0 0,-1 1 0 0 0,0-1 1 0 0,0 0-1 0 0,-1 0 0 0 0,0 0 0 0 0,4-12 1 0 0,-1-9 367 0 0,0 0 1 0 0,-2 0-1 0 0,-1-1 1 0 0,0-45-1 0 0,-9 21 2124 0 0,6 51-1398 0 0,-4 8-988 0 0,-2 7-147 0 0,0 0-1 0 0,1 0 0 0 0,1 1 1 0 0,0 0-1 0 0,1 0 0 0 0,0 0 0 0 0,1 1 1 0 0,-1 25-1 0 0,4 44-3039 0 0,5-3-5934 0 0,-5-66 4984 0 0</inkml:trace>
</inkml:ink>
</file>

<file path=ppt/ink/ink3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4:25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72 664 0 0,'-46'-64'8274'0'0,"45"63"-7594"0"0,0-5 949 0 0,1 6-1567 0 0,0 0 0 0 0,0 0 1 0 0,0 0-1 0 0,0 0 0 0 0,0 0 0 0 0,0 0 1 0 0,0 0-1 0 0,0 0 0 0 0,0 0 0 0 0,-1 0 1 0 0,0 0 808 0 0,1 0-809 0 0,-5 20 134 0 0,1 0 0 0 0,1 0-1 0 0,1 1 1 0 0,0-1 0 0 0,2 1-1 0 0,3 34 1 0 0,-3 42 230 0 0,-3 71-2852 0 0,3-144 711 0 0,-7-9-218 0 0,1-11-2252 0 0,-8-1 1707 0 0</inkml:trace>
</inkml:ink>
</file>

<file path=ppt/ink/ink3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4:26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1 222 368 0 0,'39'-2'738'0'0,"1"-2"0"0"0,-1-2 0 0 0,41-11 0 0 0,10-2-58 0 0,236-55 952 0 0,106-16 289 0 0,-414 87-1811 0 0,-9 1-36 0 0,1 0 0 0 0,0 1 0 0 0,-1 0 0 0 0,1 1 0 0 0,0 0-1 0 0,0 0 1 0 0,0 1 0 0 0,12 3 0 0 0,-20-3-65 0 0,-1 0 1 0 0,1 0-1 0 0,0 0 1 0 0,-1 0-1 0 0,1 1 0 0 0,-1-1 1 0 0,0 1-1 0 0,1-1 0 0 0,-1 1 1 0 0,0-1-1 0 0,0 1 0 0 0,0 0 1 0 0,0-1-1 0 0,0 1 0 0 0,0 0 1 0 0,-1 0-1 0 0,1 0 0 0 0,-1 0 1 0 0,1 2-1 0 0,7 48 89 0 0,-4-23-12 0 0,-1-22-54 0 0,0 0 1 0 0,0 0 0 0 0,0-1-1 0 0,1 1 1 0 0,0-1-1 0 0,1 0 1 0 0,-1 0-1 0 0,1-1 1 0 0,0 1 0 0 0,1-1-1 0 0,-1 0 1 0 0,1 0-1 0 0,0-1 1 0 0,0 0-1 0 0,0 0 1 0 0,1 0 0 0 0,0-1-1 0 0,-1 0 1 0 0,1 0-1 0 0,0-1 1 0 0,0 1-1 0 0,1-2 1 0 0,-1 1 0 0 0,0-1-1 0 0,1 0 1 0 0,-1-1-1 0 0,13 0 1 0 0,-18 0 48 0 0,1 0 0 0 0,0-1 0 0 0,0 1 1 0 0,-1-1-1 0 0,1 0 0 0 0,-1 0 0 0 0,1 0 0 0 0,-1 0 0 0 0,1 0 1 0 0,-1-1-1 0 0,1 1 0 0 0,-1-1 0 0 0,0 0 0 0 0,0 1 0 0 0,0-1 1 0 0,0 0-1 0 0,0 0 0 0 0,0-1 0 0 0,-1 1 0 0 0,1 0 0 0 0,1-4 1 0 0,-1 3 33 0 0,-1-1 0 0 0,0 0 1 0 0,0 0-1 0 0,-1 1 0 0 0,1-1 1 0 0,-1 0-1 0 0,0 0 0 0 0,0 0 1 0 0,0 0-1 0 0,0 1 0 0 0,-1-1 1 0 0,0 0-1 0 0,-1-6 0 0 0,0 3-179 0 0,-1-1 0 0 0,0 1 0 0 0,0 0 0 0 0,0 0 0 0 0,-1 0 0 0 0,0 1 0 0 0,0-1 0 0 0,0 1 0 0 0,-1 0 0 0 0,0 0 0 0 0,0 1 0 0 0,-1-1 0 0 0,0 1 0 0 0,-7-5 0 0 0,12 10-221 0 0,0 0 0 0 0,0-1 1 0 0,0 1-1 0 0,0 0 0 0 0,0 0 0 0 0,-1 0 0 0 0,1 0 0 0 0,0 0 0 0 0,0 0 1 0 0,0 0-1 0 0,0 0 0 0 0,0 0 0 0 0,-1 0 0 0 0,1 1 0 0 0,0-1 0 0 0,0 0 1 0 0,0 1-1 0 0,0-1 0 0 0,0 1 0 0 0,0-1 0 0 0,0 1 0 0 0,-1 1 0 0 0,1-2-117 0 0</inkml:trace>
</inkml:ink>
</file>

<file path=ppt/ink/ink3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4:27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12 136 48 0 0,'0'0'747'0'0,"-1"-1"-345"0"0,0 1 1 0 0,0-1-1 0 0,0 0 1 0 0,0 0-1 0 0,0 0 1 0 0,0 0-1 0 0,1 0 1 0 0,-1 0 0 0 0,1-1-1 0 0,-1 1 1 0 0,1 0-1 0 0,-1 0 1 0 0,1 0-1 0 0,-1-1 1 0 0,1-1-1 0 0,1 1-340 0 0,0 0 0 0 0,0 0 0 0 0,1 0 0 0 0,-1 0 0 0 0,1 0 0 0 0,-1 1 0 0 0,1-1 0 0 0,0 0 0 0 0,0 1 0 0 0,0-1 0 0 0,0 1 0 0 0,0 0 0 0 0,0 0 0 0 0,0-1 0 0 0,0 1 0 0 0,0 1 0 0 0,0-1 0 0 0,1 0 0 0 0,-1 0 0 0 0,0 1 0 0 0,1-1-1 0 0,1 1 1 0 0,1 0-20 0 0,0 0 0 0 0,-1 0-1 0 0,1 1 1 0 0,-1 0 0 0 0,1 0-1 0 0,-1 0 1 0 0,1 0 0 0 0,-1 1-1 0 0,0-1 1 0 0,0 1 0 0 0,6 4-1 0 0,-5-4-29 0 0,-1 1 0 0 0,1-1 0 0 0,-1 1-1 0 0,0 1 1 0 0,0-1 0 0 0,0 0 0 0 0,0 1-1 0 0,-1 0 1 0 0,1 0 0 0 0,-1 0 0 0 0,0 0 0 0 0,0 1-1 0 0,-1-1 1 0 0,1 1 0 0 0,-1 0 0 0 0,0-1-1 0 0,-1 1 1 0 0,1 0 0 0 0,-1 0 0 0 0,1 0 0 0 0,-2 1-1 0 0,1-1 1 0 0,0 5 0 0 0,-2-6 22 0 0,0 0 1 0 0,0-1-1 0 0,0 1 0 0 0,0-1 1 0 0,-1 1-1 0 0,0-1 0 0 0,1 0 1 0 0,-1 1-1 0 0,0-1 0 0 0,-1 0 1 0 0,1 0-1 0 0,0-1 1 0 0,-1 1-1 0 0,0 0 0 0 0,-3 2 1 0 0,-3 4 308 0 0,8-8 295 0 0,-4-6-471 0 0,4 4-160 0 0,1 1-1 0 0,-1 0 0 0 0,1-1 0 0 0,-1 1 1 0 0,0 0-1 0 0,1-1 0 0 0,-1 1 0 0 0,1-1 1 0 0,-1 1-1 0 0,1-1 0 0 0,-1 1 0 0 0,1-1 1 0 0,0 1-1 0 0,-1-1 0 0 0,1 1 0 0 0,0-1 1 0 0,-1 0-1 0 0,1 1 0 0 0,0-1 0 0 0,0 0 1 0 0,-1 1-1 0 0,1-2 0 0 0,1-7 15 0 0,1 1 0 0 0,-1-1 0 0 0,2 1 0 0 0,-1 0 0 0 0,1-1 0 0 0,0 1 0 0 0,1 1-1 0 0,0-1 1 0 0,0 0 0 0 0,1 1 0 0 0,0 0 0 0 0,0 0 0 0 0,1 0 0 0 0,0 1 0 0 0,0 0 0 0 0,12-10 0 0 0,-1 1-21 0 0,1 2 0 0 0,1 0 1 0 0,0 1-1 0 0,0 0 0 0 0,32-12 0 0 0,-37 18-7 0 0,0 2 0 0 0,1-1 0 0 0,0 2 0 0 0,0 0 0 0 0,0 1 0 0 0,0 0-1 0 0,0 1 1 0 0,18 1 0 0 0,-27 1-7 0 0,0-1 0 0 0,1 1-1 0 0,-1 0 1 0 0,0 0 0 0 0,0 1-1 0 0,0-1 1 0 0,0 2 0 0 0,0-1 0 0 0,-1 0-1 0 0,1 1 1 0 0,-1 0 0 0 0,1 0-1 0 0,-1 1 1 0 0,0 0 0 0 0,0 0 0 0 0,-1 0-1 0 0,1 0 1 0 0,-1 1 0 0 0,0-1 0 0 0,0 1-1 0 0,0 0 1 0 0,3 8 0 0 0,-5-7 2 0 0,0 1-1 0 0,-1-1 1 0 0,0 1 0 0 0,0-1 0 0 0,0 1 0 0 0,-1-1 0 0 0,0 1 0 0 0,-2 10-1 0 0,2-15 213 0 0,3-6-230 0 0,5-7 7 0 0,1 1 0 0 0,0 1 0 0 0,0 0 0 0 0,0 0 0 0 0,1 1 1 0 0,16-11-1 0 0,-21 17 1 0 0,-1 0 0 0 0,0 0 0 0 0,1 0-1 0 0,-1 0 1 0 0,1 1 0 0 0,-1-1 0 0 0,1 1 0 0 0,0 0 0 0 0,0 1 0 0 0,0-1 0 0 0,-1 1 0 0 0,1 0 0 0 0,0 0-1 0 0,0 1 1 0 0,0-1 0 0 0,-1 1 0 0 0,1 0 0 0 0,0 0 0 0 0,-1 1 0 0 0,1-1 0 0 0,6 5 0 0 0,18 8-75 0 0,1-1 0 0 0,0-1 1 0 0,51 12-1 0 0,-62-20 87 0 0,-1-1-1 0 0,1-1 1 0 0,0-1-1 0 0,0-1 1 0 0,-1 0-1 0 0,1-1 1 0 0,31-7 0 0 0,-31 5 20 0 0,0-1-1 0 0,-1-1 1 0 0,1 0 0 0 0,-1-1 0 0 0,0-2 0 0 0,32-16 0 0 0,-1-2 1066 0 0,-49 29-1099 0 0,0-1 0 0 0,1 1 0 0 0,-1-1 1 0 0,1 1-1 0 0,0-1 0 0 0,0 0 0 0 0,0 1 0 0 0,0-1 0 0 0,0 0 0 0 0,0 0 0 0 0,1 0 1 0 0,-1 0-1 0 0,1 0 0 0 0,-1 0 0 0 0,1 0 0 0 0,0 0 0 0 0,-1-1 0 0 0,1 1 1 0 0,0-1-1 0 0,0 1 0 0 0,1-1 0 0 0,-1 0 0 0 0,0 0 0 0 0,0 0 0 0 0,0 0 0 0 0,5 1 1 0 0,0 0 84 0 0,0 0 0 0 0,1-1 0 0 0,-1 0 1 0 0,0-1-1 0 0,0 0 0 0 0,0 0 1 0 0,1 0-1 0 0,9-2 0 0 0,-16 1-29 0 0,0 1 0 0 0,0 0 0 0 0,-1 0 0 0 0,1-1-1 0 0,0 1 1 0 0,0 0 0 0 0,-1-1 0 0 0,1 1 0 0 0,0-1-1 0 0,-1 1 1 0 0,1-1 0 0 0,0 1 0 0 0,-1-1 0 0 0,1 1-1 0 0,-1-1 1 0 0,1 0 0 0 0,-1 1 0 0 0,1-1-1 0 0,-1 0 1 0 0,1 1 0 0 0,-1-1 0 0 0,0 0 0 0 0,1 0-1 0 0,-1 1 1 0 0,0-1 0 0 0,0 0 0 0 0,1 0 0 0 0,-1 0-1 0 0,0 1 1 0 0,0-1 0 0 0,0 0 0 0 0,0 0 0 0 0,0 0-1 0 0,0 0 1 0 0,0 1 0 0 0,-1-1 0 0 0,1 0 0 0 0,0 0-1 0 0,0 0 1 0 0,-1 1 0 0 0,1-1 0 0 0,0 0 0 0 0,-1 0-1 0 0,1 1 1 0 0,-1-1 0 0 0,0 0 0 0 0,0-2-41 0 0,0 0 0 0 0,0 1 1 0 0,-1-1-1 0 0,0 1 0 0 0,1-1 1 0 0,-1 1-1 0 0,0 0 0 0 0,0-1 1 0 0,0 1-1 0 0,0 0 0 0 0,-4-2 1 0 0,-8 1-1048 0 0,12 3 631 0 0,1 0 0 0 0,0 0-1 0 0,-1 0 1 0 0,1 0 0 0 0,0 0 0 0 0,0 0 0 0 0,-1 1 0 0 0,1-1 0 0 0,0 0-1 0 0,0 1 1 0 0,-1-1 0 0 0,1 1 0 0 0,0-1 0 0 0,0 1 0 0 0,-1 1-1 0 0</inkml:trace>
</inkml:ink>
</file>

<file path=ppt/ink/ink3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4:27.5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199 211 524 0 0,'-2'2'150'0'0,"0"0"1"0"0,0 1-1 0 0,0-1 1 0 0,0 0-1 0 0,0 1 0 0 0,0-1 1 0 0,1 1-1 0 0,-1-1 1 0 0,1 1-1 0 0,0 0 0 0 0,0-1 1 0 0,0 1-1 0 0,0 0 1 0 0,0 0-1 0 0,0 0 0 0 0,1 0 1 0 0,0 0-1 0 0,-1 0 1 0 0,1 0-1 0 0,0 0 0 0 0,0 0 1 0 0,1 0-1 0 0,-1 0 1 0 0,1 0-1 0 0,-1 0 0 0 0,1 0 1 0 0,0-1-1 0 0,0 1 1 0 0,0 0-1 0 0,1 0 0 0 0,-1-1 1 0 0,1 1-1 0 0,-1 0 1 0 0,1-1-1 0 0,0 0 0 0 0,0 1 1 0 0,3 2-1 0 0,-3-4 9 0 0,-1 0 0 0 0,0 0 0 0 0,0 0-1 0 0,1 0 1 0 0,-1 0 0 0 0,1-1 0 0 0,-1 1 0 0 0,1-1 0 0 0,-1 1-1 0 0,1-1 1 0 0,-1 1 0 0 0,1-1 0 0 0,-1 0 0 0 0,1 0-1 0 0,-1 1 1 0 0,1-1 0 0 0,-1 0 0 0 0,1-1 0 0 0,0 1 0 0 0,-1 0-1 0 0,1 0 1 0 0,-1-1 0 0 0,1 1 0 0 0,-1-1 0 0 0,1 1-1 0 0,-1-1 1 0 0,0 0 0 0 0,1 1 0 0 0,-1-1 0 0 0,0 0-1 0 0,1 0 1 0 0,-1 0 0 0 0,0 0 0 0 0,2-2 0 0 0,-1-2 28 0 0,-1 0 0 0 0,0 1 0 0 0,-1-1 0 0 0,1 0 1 0 0,-1 1-1 0 0,0-1 0 0 0,0 0 0 0 0,0 0 0 0 0,-1 1 1 0 0,0-1-1 0 0,0 0 0 0 0,-1-4 0 0 0,1 8-114 0 0,-3-16 209 0 0,-1 0 0 0 0,-1 1-1 0 0,0 0 1 0 0,-2 1 0 0 0,1-1 0 0 0,-2 1-1 0 0,-18-25 1 0 0,21 32-462 0 0,0 0-1 0 0,-1 1 1 0 0,0-1 0 0 0,0 1-1 0 0,0 1 1 0 0,-1-1 0 0 0,0 1-1 0 0,0 1 1 0 0,-1-1-1 0 0,1 1 1 0 0,-1 1 0 0 0,0 0-1 0 0,-1 0 1 0 0,-15-4 0 0 0,23 8-430 0 0,-1 0 0 0 0,1 0 0 0 0,-1 0 1 0 0,0 0-1 0 0,1 0 0 0 0,-1 1 0 0 0,1 0 1 0 0,-1-1-1 0 0,1 1 0 0 0,-1 0 0 0 0,1 0 1 0 0,-3 2-1 0 0,-2 2-2724 0 0</inkml:trace>
</inkml:ink>
</file>

<file path=ppt/ink/ink3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4:28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0 436 204 0 0,'26'-11'3353'0'0,"12"-13"757"0"0,-36 23-3488 0 0,-1-1 69 0 0,0 2-572 0 0,-1-1-1 0 0,0 1 0 0 0,1-1 1 0 0,-1 1-1 0 0,0-1 0 0 0,1 1 1 0 0,-1-1-1 0 0,0 1 0 0 0,1 0 0 0 0,-1-1 1 0 0,1 1-1 0 0,-1 0 0 0 0,1-1 1 0 0,-1 1-1 0 0,1 0 0 0 0,-1-1 0 0 0,1 1 1 0 0,-1 0-1 0 0,1 0 0 0 0,-1 0 1 0 0,1 0-1 0 0,0-1 0 0 0,-1 1 0 0 0,1 0 1 0 0,-1 0-1 0 0,1 0 0 0 0,-1 0 1 0 0,1 0-1 0 0,1 1 0 0 0,2 4-139 0 0,1 0 1 0 0,1 0-1 0 0,-1 0 0 0 0,1-1 0 0 0,0 0 0 0 0,0 0 1 0 0,0 0-1 0 0,1-1 0 0 0,-1 1 0 0 0,1-2 1 0 0,0 1-1 0 0,-1-1 0 0 0,1 0 0 0 0,0 0 0 0 0,1-1 1 0 0,-1 0-1 0 0,0 0 0 0 0,0-1 0 0 0,0 0 1 0 0,1 0-1 0 0,-1 0 0 0 0,0-1 0 0 0,0-1 0 0 0,10-2 1 0 0,-6 2 10 0 0,1-1 0 0 0,-1-1 1 0 0,-1 0-1 0 0,1-1 1 0 0,0 0-1 0 0,-1 0 0 0 0,0-1 1 0 0,0 0-1 0 0,-1-1 0 0 0,0 0 1 0 0,0-1-1 0 0,0 0 1 0 0,-1 0-1 0 0,0-1 0 0 0,7-10 1 0 0,-6 3 115 0 0,0 0 1 0 0,-1 0 0 0 0,0-1 0 0 0,-2 0-1 0 0,0 0 1 0 0,7-33 0 0 0,-7 14 1046 0 0,-2-1 0 0 0,-1-53 1 0 0,-3 89-1042 0 0,1 0 1 0 0,-1 0-1 0 0,0 0 0 0 0,0 0 1 0 0,0 0-1 0 0,0 0 1 0 0,0 0-1 0 0,0 0 0 0 0,0 0 1 0 0,0 0-1 0 0,0 0 1 0 0,-1 0-1 0 0,1 0 0 0 0,0 0 1 0 0,-1 0-1 0 0,1 0 1 0 0,0 0-1 0 0,-1 0 0 0 0,1 1 1 0 0,-1-1-1 0 0,-1-2 1 0 0,-8 20 386 0 0,-9 40-528 0 0,10-16-438 0 0,3 1 0 0 0,-3 72-1 0 0,6-29-2859 0 0,2-11-3753 0 0,-1-52 3031 0 0</inkml:trace>
</inkml:ink>
</file>

<file path=ppt/ink/ink3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4:30.3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69 472 0 0,'2'-31'3982'0'0,"3"4"153"0"0,-1 16-350 0 0,0 40-3519 0 0,-1 1-1 0 0,-1-1 0 0 0,-2 34 0 0 0,-8 39-945 0 0,0-70-1294 0 0,1-15-4154 0 0</inkml:trace>
</inkml:ink>
</file>

<file path=ppt/ink/ink3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4:30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0 138 112 0 0,'4'-5'564'0'0,"-1"0"1"0"0,0 0-1 0 0,1 1 0 0 0,0-1 1 0 0,0 1-1 0 0,0 0 0 0 0,1 0 1 0 0,0 0-1 0 0,6-4 0 0 0,1 1-67 0 0,0 1-1 0 0,0 0 1 0 0,21-7-1 0 0,2 2-129 0 0,0 2-1 0 0,40-4 1 0 0,-47 8-244 0 0,140-14 662 0 0,-149 19-1134 0 0,0 0 1 0 0,-1 1 0 0 0,1 1-1 0 0,0 0 1 0 0,-1 2-1 0 0,35 11 1 0 0,-23 1-3278 0 0,-18-7 1554 0 0</inkml:trace>
</inkml:ink>
</file>

<file path=ppt/ink/ink3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4:31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0 539 644 0 0,'10'3'418'0'0,"-1"-1"0"0"0,1 0 0 0 0,0 0 0 0 0,-1-1 0 0 0,1-1-1 0 0,0 1 1 0 0,15-3 0 0 0,72-12 506 0 0,-83 12-698 0 0,43-8 408 0 0,0-2 1 0 0,0-3-1 0 0,-1-2 0 0 0,80-36 1 0 0,-79 21 1603 0 0,-56 30-2011 0 0,11-2 519 0 0,-2 3-382 0 0,29 49-97 0 0,-38-47-238 0 0,6 5 42 0 0,-7-5-65 0 0,0-1 0 0 0,1 1 0 0 0,-1 0 0 0 0,1-1-1 0 0,-1 1 1 0 0,1 0 0 0 0,-1-1 0 0 0,1 1 0 0 0,0-1 0 0 0,-1 1 0 0 0,1-1-1 0 0,0 1 1 0 0,-1-1 0 0 0,1 0 0 0 0,0 1 0 0 0,-1-1 0 0 0,1 0-1 0 0,0 1 1 0 0,0-1 0 0 0,-1 0 0 0 0,1 0 0 0 0,0 0 0 0 0,0 0-1 0 0,0 1 1 0 0,-1-1 0 0 0,1 0 0 0 0,0-1 0 0 0,0 1 0 0 0,1 0-1 0 0,110-36-292 0 0,7-2-1503 0 0,-106 35 1516 0 0,0 1 0 0 0,0 0 0 0 0,0 1 0 0 0,0 0 0 0 0,0 1 0 0 0,0 0 0 0 0,19 4 0 0 0,-14-1 4 0 0,-13-3 226 0 0,0 1 0 0 0,0 0-1 0 0,0 0 1 0 0,-1 0 0 0 0,1 0 0 0 0,0 1 0 0 0,0 0 0 0 0,-1 0-1 0 0,1 0 1 0 0,-1 0 0 0 0,1 1 0 0 0,-1 0 0 0 0,0 0 0 0 0,0 0-1 0 0,0 0 1 0 0,6 8 0 0 0,-6-7 172 0 0,0-1-1 0 0,1 1 1 0 0,-1-1 0 0 0,1 0-1 0 0,0 0 1 0 0,0-1 0 0 0,0 1 0 0 0,0-1-1 0 0,1 0 1 0 0,-1-1 0 0 0,0 1-1 0 0,1-1 1 0 0,-1 0 0 0 0,1 0-1 0 0,0-1 1 0 0,-1 1 0 0 0,1-1-1 0 0,-1-1 1 0 0,1 1 0 0 0,0-1-1 0 0,-1 0 1 0 0,11-3 0 0 0,4-1 288 0 0,-1-1 1 0 0,0-1 0 0 0,0 0-1 0 0,-1-2 1 0 0,21-12-1 0 0,-27 13-209 0 0,-1 1 0 0 0,-1-1 0 0 0,1-1 0 0 0,-1 0 0 0 0,-1-1 0 0 0,0 0 0 0 0,0 0 0 0 0,-1-1 0 0 0,0 0 0 0 0,-1 0 0 0 0,0-1 0 0 0,9-22 0 0 0,-14 29-171 0 0,1-1 1 0 0,-2 0 0 0 0,1 0-1 0 0,-1-1 1 0 0,0 1 0 0 0,0 0-1 0 0,0 0 1 0 0,-1-1 0 0 0,0 1-1 0 0,0 0 1 0 0,-1-1 0 0 0,0 1-1 0 0,0 0 1 0 0,0 0 0 0 0,-1 0-1 0 0,0-1 1 0 0,0 2 0 0 0,-1-1-1 0 0,1 0 1 0 0,-1 0 0 0 0,0 1-1 0 0,-1 0 1 0 0,1 0 0 0 0,-1 0-1 0 0,0 0 1 0 0,-1 0 0 0 0,1 1-1 0 0,-1-1 1 0 0,-5-3 0 0 0,-2 0-55 0 0,-1 0 0 0 0,1 1 0 0 0,-2 0 0 0 0,1 1 0 0 0,-1 0 0 0 0,0 1 0 0 0,0 0 0 0 0,0 2 1 0 0,-1-1-1 0 0,1 2 0 0 0,-1 0 0 0 0,0 1 0 0 0,0 0 0 0 0,1 1 0 0 0,-26 3 0 0 0,38-3-14 0 0,1 0 0 0 0,0 0 0 0 0,-1 0 0 0 0,1 1 0 0 0,0-1 0 0 0,0 0 1 0 0,-1 1-1 0 0,1-1 0 0 0,0 0 0 0 0,0 1 0 0 0,-1-1 0 0 0,1 1 0 0 0,0 0 0 0 0,0-1 0 0 0,0 1 0 0 0,0 0 0 0 0,0 0 0 0 0,0 0 0 0 0,0 0 0 0 0,0 0 0 0 0,0 0 0 0 0,0 0 0 0 0,0 0 0 0 0,1 0 1 0 0,-1 0-1 0 0,0 0 0 0 0,0 3 0 0 0,1-3 11 0 0,1 1 0 0 0,-1 0-1 0 0,1 0 1 0 0,-1 0 0 0 0,1-1 0 0 0,0 1 0 0 0,0 0 0 0 0,-1-1 0 0 0,1 1 0 0 0,1 0 0 0 0,-1-1 0 0 0,0 1-1 0 0,0-1 1 0 0,0 0 0 0 0,1 1 0 0 0,2 1 0 0 0,8 7-25 0 0,1 0 0 0 0,1-1 0 0 0,16 9 0 0 0,54 26-91 0 0,188 112-250 0 0,-266-152 410 0 0,0 1 1 0 0,-1-1 0 0 0,0 1-1 0 0,0 0 1 0 0,0 1 0 0 0,-1-1-1 0 0,0 1 1 0 0,5 7 0 0 0,-8-11-173 0 0,0 0 1 0 0,0 1-1 0 0,0-1 1 0 0,0 0 0 0 0,-1 1-1 0 0,1-1 1 0 0,-1 1-1 0 0,1-1 1 0 0,-1 1-1 0 0,0-1 1 0 0,0 4 0 0 0,0-5-272 0 0,0 1 1 0 0,-1 0 0 0 0,1-1-1 0 0,-1 1 1 0 0,1 0 0 0 0,-1-1-1 0 0,0 1 1 0 0,1-1 0 0 0,-1 1 0 0 0,0-1-1 0 0,0 1 1 0 0,0-1 0 0 0,0 0-1 0 0,-1 1 1 0 0,1-1 0 0 0,0 0-1 0 0,-3 2 1 0 0</inkml:trace>
</inkml:ink>
</file>

<file path=ppt/ink/ink3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4:31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53 704 0 0,'8'-23'3691'0'0,"4"-5"1487"0"0,-11 27-5025 0 0,20 10-1820 0 0,-2 7-1010 0 0,-15-10 957 0 0,2 2-342 0 0</inkml:trace>
</inkml:ink>
</file>

<file path=ppt/ink/ink3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4:32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51 64 0 0,'0'0'896'0'0,"-4"-4"-3"0"0,-10-13-22 0 0,11 13-50 0 0,-2 0-130 0 0,1 1-1 0 0,0 0 1 0 0,-1 0-1 0 0,0 0 1 0 0,1 1-1 0 0,-1 0 1 0 0,-8-3-1 0 0,9 5-592 0 0,0 0 0 0 0,0 0 0 0 0,-1 1-1 0 0,1-1 1 0 0,0 1 0 0 0,0 0-1 0 0,0 0 1 0 0,0 1 0 0 0,0-1-1 0 0,0 1 1 0 0,0 0 0 0 0,0 0-1 0 0,-4 3 1 0 0,-46 35 448 0 0,31-6-286 0 0,18-24-187 0 0,4-8-45 0 0,1 0-24 0 0,1-1 0 0 0,-1 0 0 0 0,1 1 0 0 0,0-1 0 0 0,-1 1 0 0 0,1-1 1 0 0,0 0-1 0 0,0 1 0 0 0,0-1 0 0 0,0 0 0 0 0,0 0 0 0 0,0 0 0 0 0,0 0 0 0 0,1 0 0 0 0,-1 0 1 0 0,0 0-1 0 0,1 0 0 0 0,-1 0 0 0 0,0 0 0 0 0,1-1 0 0 0,-1 1 0 0 0,4 0 0 0 0,20-2-279 0 0,1-1 0 0 0,-1-1-1 0 0,29-7 1 0 0,-43 8 205 0 0,-1 1-1 0 0,1 0 1 0 0,-1 1 0 0 0,1 0 0 0 0,0 1-1 0 0,-1 0 1 0 0,13 2 0 0 0,-13 0 74 0 0,0-2-1 0 0,0 0 1 0 0,0 0 0 0 0,0 0-1 0 0,0-2 1 0 0,0 1 0 0 0,0-1-1 0 0,0-1 1 0 0,12-2 0 0 0,-8-1-104 0 0,-2 0 39 0 0,0 1 0 0 0,0 1 1 0 0,1 0-1 0 0,-1 0 1 0 0,1 1-1 0 0,-1 1 0 0 0,1 0 1 0 0,0 0-1 0 0,17 3 1 0 0,2 2-4434 0 0,-18-2 1898 0 0</inkml:trace>
</inkml:ink>
</file>

<file path=ppt/ink/ink3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4:33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60 548 0 0,'20'-27'2930'0'0,"-17"24"-2708"0"0,0 0 1 0 0,0 0-1 0 0,0 0 0 0 0,1 1 0 0 0,-1-1 0 0 0,1 1 1 0 0,0 0-1 0 0,-1 0 0 0 0,1 0 0 0 0,0 0 0 0 0,0 1 0 0 0,0 0 1 0 0,1 0-1 0 0,6-1 0 0 0,-10 2-187 0 0,1 0 0 0 0,-1 0 0 0 0,0 0-1 0 0,0 0 1 0 0,1 1 0 0 0,-1-1 0 0 0,0 1 0 0 0,1-1 0 0 0,-1 1 0 0 0,0-1-1 0 0,0 1 1 0 0,0 0 0 0 0,0-1 0 0 0,0 1 0 0 0,1 0 0 0 0,-1 0 0 0 0,-1 0 0 0 0,1 0-1 0 0,1 1 1 0 0,0 1 5 0 0,0-1-1 0 0,-1 1 0 0 0,1 0 1 0 0,-1 0-1 0 0,0 0 0 0 0,0 1 0 0 0,0-1 1 0 0,0 0-1 0 0,-1 0 0 0 0,1 7 1 0 0,-1 12 102 0 0,-2 0 0 0 0,0 1 0 0 0,-1-1 0 0 0,-1 0 0 0 0,-1-1 0 0 0,-2 1 0 0 0,-14 36 0 0 0,-14 51 189 0 0,22-61-231 0 0,6-23-14 0 0,0 1 0 0 0,2 0 0 0 0,-3 31 0 0 0,7-52-74 0 0,1 0 1 0 0,0 0-1 0 0,0 1 1 0 0,0-1-1 0 0,0 0 1 0 0,1 0 0 0 0,0 0-1 0 0,0 0 1 0 0,1 0-1 0 0,-1 0 1 0 0,1 0 0 0 0,0 0-1 0 0,0 0 1 0 0,1 0-1 0 0,0-1 1 0 0,-1 0-1 0 0,1 1 1 0 0,1-1 0 0 0,-1 0-1 0 0,1 0 1 0 0,6 5-1 0 0,-2-4-115 0 0,1-1-1 0 0,0 1 1 0 0,0-2 0 0 0,0 1-1 0 0,0-2 1 0 0,0 1-1 0 0,0-1 1 0 0,1 0-1 0 0,-1-1 1 0 0,1 0 0 0 0,0-1-1 0 0,-1 0 1 0 0,17-2-1 0 0,5-1-538 0 0,0-2-1 0 0,54-16 1 0 0,-59 13 212 0 0,1-2 0 0 0,-1-1 0 0 0,29-16 0 0 0,-45 21 535 0 0,0 0 0 0 0,0 0 1 0 0,-1-1-1 0 0,0 0 1 0 0,0-1-1 0 0,0 0 0 0 0,-1-1 1 0 0,0 1-1 0 0,-1-1 1 0 0,7-12-1 0 0,-11 18 215 0 0,-1-1 1 0 0,0 0-1 0 0,-1 0 0 0 0,1 0 1 0 0,-1 0-1 0 0,0-1 0 0 0,0 1 1 0 0,0 0-1 0 0,0-1 1 0 0,-1 1-1 0 0,0-6 0 0 0,0 8 400 0 0,-4 3-622 0 0,-3 2-62 0 0,0 0 0 0 0,0 0 0 0 0,0 0 0 0 0,0 1 0 0 0,1 0 1 0 0,0 1-1 0 0,0 0 0 0 0,0-1 0 0 0,0 2 0 0 0,1-1 0 0 0,0 1 1 0 0,0 0-1 0 0,0 0 0 0 0,1 0 0 0 0,0 0 0 0 0,-6 14 0 0 0,9-19-40 0 0,29 21-192 0 0,-7-17-53 0 0,0-1-1 0 0,1-1 1 0 0,-1-1 0 0 0,37-1 0 0 0,-7 0-107 0 0,-32 0 253 0 0,0-1 0 0 0,0 0 0 0 0,0-2 0 0 0,26-4 0 0 0,-36 4 166 0 0,1-1-1 0 0,-1-1 0 0 0,1 1 0 0 0,-1-2 0 0 0,0 1 1 0 0,-1-1-1 0 0,1 0 0 0 0,-1-1 0 0 0,0 0 0 0 0,9-8 1 0 0,43-47 1950 0 0,-59 60-1736 0 0,-1 1-268 0 0,1 0-1 0 0,-1 0 1 0 0,0 0 0 0 0,0 0-1 0 0,0 0 1 0 0,0 0-1 0 0,0 1 1 0 0,0-1-1 0 0,0 0 1 0 0,1 0-1 0 0,-1 0 1 0 0,0 0-1 0 0,0 0 1 0 0,0 0-1 0 0,0 0 1 0 0,0 0-1 0 0,1 0 1 0 0,-1 0-1 0 0,0 0 1 0 0,0 0-1 0 0,0 1 1 0 0,0-1-1 0 0,1 0 1 0 0,-1 0 0 0 0,0 0-1 0 0,0 0 1 0 0,0 0-1 0 0,0-1 1 0 0,1 1-1 0 0,-1 0 1 0 0,0 0-1 0 0,0 0 1 0 0,0 0-1 0 0,0 0 1 0 0,0 0-1 0 0,1 0 1 0 0,-1 0-1 0 0,0 0 1 0 0,0 0-1 0 0,0 0 1 0 0,0 0-1 0 0,0-1 1 0 0,1 1-1 0 0,-1 0 1 0 0,0 0 0 0 0,0 0-1 0 0,0 0 1 0 0,0 0-1 0 0,0 0 1 0 0,0-1-1 0 0,9 17 180 0 0,-9-16-237 0 0,11 31 110 0 0,-9-24-36 0 0,0 0 0 0 0,1 0 0 0 0,0 0-1 0 0,0 0 1 0 0,1-1 0 0 0,6 11 0 0 0,-8-15-19 0 0,0 0 1 0 0,0 0-1 0 0,0-1 1 0 0,0 1-1 0 0,1-1 1 0 0,-1 1-1 0 0,0-1 1 0 0,1 0-1 0 0,-1 0 1 0 0,1 0-1 0 0,-1 0 1 0 0,1 0 0 0 0,-1 0-1 0 0,1-1 1 0 0,0 1-1 0 0,-1-1 1 0 0,1 0-1 0 0,0 0 1 0 0,-1 0-1 0 0,1 0 1 0 0,0 0-1 0 0,-1-1 1 0 0,4 0-1 0 0,8-3-21 0 0,1 0 0 0 0,-1-1 0 0 0,26-11 1 0 0,-25 8-37 0 0,1 2 0 0 0,30-9 0 0 0,-29 13 32 0 0,1 1 1 0 0,-1 1-1 0 0,1 0 0 0 0,0 1 0 0 0,-1 1 1 0 0,31 7-1 0 0,36 3-32 0 0,-77-12 76 0 0,0 1 1 0 0,0-1-1 0 0,0-1 0 0 0,0 1 0 0 0,0-1 0 0 0,0 0 1 0 0,-1-1-1 0 0,1 1 0 0 0,7-4 0 0 0,-11 3-11 0 0,1 0 0 0 0,-1 0 0 0 0,0 0-1 0 0,-1 0 1 0 0,1-1 0 0 0,0 1 0 0 0,0-1 0 0 0,-1 0-1 0 0,0 0 1 0 0,0 0 0 0 0,1 0 0 0 0,-2 0 0 0 0,1 0-1 0 0,0-1 1 0 0,-1 1 0 0 0,1 0 0 0 0,-1-1 0 0 0,0 1-1 0 0,1-6 1 0 0,1 5-172 0 0,-1 12 51 0 0,4 31-1 0 0,-1 56 27 0 0,-7 248-14 0 0,-4-305 279 0 0,6-37 2 0 0,2-7-169 0 0,3-8-34 0 0,1 0 1 0 0,0 0 0 0 0,1 1 0 0 0,1 0 0 0 0,18-24 0 0 0,61-66-173 0 0,-28 34 110 0 0,-17 20 59 0 0,-18 21 79 0 0,-1 0 0 0 0,-1-1 0 0 0,-2-1 0 0 0,27-51 0 0 0,-29 44 635 0 0,-17 36-466 0 0,0 5-231 0 0,0 1-16 0 0,0 0 0 0 0,0 0-1 0 0,1-1 1 0 0,-1 1 0 0 0,1 0 0 0 0,0-1 0 0 0,0 1 0 0 0,1-1-1 0 0,-1 0 1 0 0,1 0 0 0 0,0 0 0 0 0,0 0 0 0 0,0 0 0 0 0,1-1-1 0 0,-1 1 1 0 0,1-1 0 0 0,0 0 0 0 0,0 0 0 0 0,0 0 0 0 0,0-1-1 0 0,0 1 1 0 0,1-1 0 0 0,6 2 0 0 0,-5-1-348 0 0,39 16-1748 0 0,-13-11-3652 0 0,-16-6 2852 0 0</inkml:trace>
</inkml:ink>
</file>

<file path=ppt/ink/ink3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4:34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56 772 0 0,'0'-2'370'0'0,"0"0"-1"0"0,-1 1 1 0 0,1-1 0 0 0,0 1-1 0 0,-1-1 1 0 0,1 1-1 0 0,-1-1 1 0 0,1 1 0 0 0,-1-1-1 0 0,0 1 1 0 0,0-1-1 0 0,1 1 1 0 0,-1 0 0 0 0,0-1-1 0 0,0 1 1 0 0,-2-1-1 0 0,2 1-239 0 0,0 1-1 0 0,0-1 1 0 0,0 1-1 0 0,0-1 0 0 0,0 1 1 0 0,0 0-1 0 0,0-1 1 0 0,0 1-1 0 0,0 0 0 0 0,0 0 1 0 0,0 0-1 0 0,0 0 1 0 0,0 0-1 0 0,0 0 0 0 0,0 0 1 0 0,0 0-1 0 0,0 0 0 0 0,-2 1 1 0 0,-4 2-89 0 0,0 0 0 0 0,0 0 0 0 0,0 1-1 0 0,1 0 1 0 0,-10 7 0 0 0,1-1 602 0 0,14-10-625 0 0,0 1 1 0 0,0-1-1 0 0,0 1 1 0 0,0-1-1 0 0,0 1 1 0 0,0-1-1 0 0,0 1 1 0 0,0 0-1 0 0,0-1 1 0 0,0 1 0 0 0,1 0-1 0 0,-1 0 1 0 0,0-1-1 0 0,1 1 1 0 0,-1 0-1 0 0,0 0 1 0 0,1 0-1 0 0,-1 0 1 0 0,1 0-1 0 0,0 0 1 0 0,-1 0 0 0 0,1 0-1 0 0,0 0 1 0 0,-1 0-1 0 0,1 2 1 0 0,1-2-9 0 0,-1 0 0 0 0,1 0 1 0 0,0 0-1 0 0,-1 0 0 0 0,1 0 0 0 0,0 0 1 0 0,0-1-1 0 0,0 1 0 0 0,0 0 0 0 0,0-1 1 0 0,0 1-1 0 0,0 0 0 0 0,0-1 0 0 0,0 1 1 0 0,0-1-1 0 0,0 1 0 0 0,0-1 1 0 0,2 1-1 0 0,58 9-182 0 0,-11-11-478 0 0,-1-2 0 0 0,1-1-1 0 0,93-23 1 0 0,-74 7 872 0 0,-65 19-84 0 0,0-1 1 0 0,-1 0-1 0 0,1 0 1 0 0,-1 0-1 0 0,0 0 1 0 0,0 0-1 0 0,1-1 1 0 0,-1 0-1 0 0,-1 1 1 0 0,1-1-1 0 0,0 0 1 0 0,-1 0-1 0 0,1-1 1 0 0,-1 1-1 0 0,2-5 1 0 0,-3 6 109 0 0,0-6 1036 0 0,-11 20-1244 0 0,0 2 0 0 0,0-1-1 0 0,2 1 1 0 0,-1 1-1 0 0,-11 30 1 0 0,-26 89 57 0 0,30-84-59 0 0,-4 26 0 0 0,15-51-137 0 0,-2 1 0 0 0,-12 28 0 0 0,18-51 78 0 0,1 4 19 0 0,0-5 8 0 0,4-7-57 0 0,39-42-105 0 0,3 1 0 0 0,63-49 0 0 0,-1 2-1 0 0,-101 86 179 0 0,9-9 370 0 0,1 1 0 0 0,0 1 0 0 0,32-20 0 0 0,-47 34-319 0 0,-1-1 1 0 0,1 1 0 0 0,-1 0 0 0 0,1 0 0 0 0,0 0 0 0 0,-1 0 0 0 0,1 0 0 0 0,0 0 0 0 0,-1 0 0 0 0,1 0 0 0 0,0 1 0 0 0,-1-1 0 0 0,1 1 0 0 0,-1-1 0 0 0,1 1 0 0 0,-1 0 0 0 0,1-1 0 0 0,-1 1 0 0 0,1 0-1 0 0,-1 0 1 0 0,0 0 0 0 0,1 0 0 0 0,-1 0 0 0 0,0 0 0 0 0,2 2 0 0 0,39 44 544 0 0,-17-18-1528 0 0,6-6-1990 0 0,-8-11-2573 0 0,-4-6 1793 0 0</inkml:trace>
</inkml:ink>
</file>

<file path=ppt/ink/ink3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4:35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24 792 0 0,'0'0'4172'0'0,"-26"-17"-5228"0"0,14 11-1832 0 0</inkml:trace>
</inkml:ink>
</file>

<file path=ppt/ink/ink3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4:36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57 304 0 0,'5'-22'6456'0'0,"-5"20"-6289"0"0,-1 0 0 0 0,0 1 1 0 0,1-1-1 0 0,-1 0 0 0 0,0 0 1 0 0,0 0-1 0 0,0 0 0 0 0,0 1 0 0 0,0-1 1 0 0,0 0-1 0 0,-1 1 0 0 0,1-1 0 0 0,0 1 1 0 0,-1-1-1 0 0,-2-1 0 0 0,2 2 211 0 0,2 1-343 0 0,0-1 1 0 0,0 1-1 0 0,-1 0 0 0 0,1-1 1 0 0,0 1-1 0 0,-1 0 0 0 0,1-1 0 0 0,-1 1 1 0 0,1 0-1 0 0,0 0 0 0 0,-1-1 0 0 0,1 1 1 0 0,-1 0-1 0 0,1 0 0 0 0,0 0 0 0 0,-1-1 1 0 0,1 1-1 0 0,-1 0 0 0 0,1 0 1 0 0,-1 0-1 0 0,1 0 0 0 0,-1 0 0 0 0,1 0 1 0 0,-1 0-1 0 0,1 0 0 0 0,-1 0 0 0 0,1 0 1 0 0,-1 0-1 0 0,1 0 0 0 0,0 1 0 0 0,-1-1 1 0 0,1 0-1 0 0,-1 0 0 0 0,1 0 0 0 0,-1 1 1 0 0,0-1-1 0 0,0 1-3 0 0,0-1-1 0 0,0 0 1 0 0,-1 1-1 0 0,1-1 1 0 0,0 1-1 0 0,0-1 1 0 0,0 1-1 0 0,-1 0 1 0 0,1 0-1 0 0,0-1 1 0 0,0 1 0 0 0,0 0-1 0 0,0 0 1 0 0,0 0-1 0 0,-1 2 1 0 0,2 1 8 0 0,-1 0 1 0 0,0 0 0 0 0,1 1-1 0 0,0-1 1 0 0,0 1 0 0 0,0-1-1 0 0,1 0 1 0 0,-1 1 0 0 0,1-1-1 0 0,0 0 1 0 0,0 0 0 0 0,0 0-1 0 0,1 0 1 0 0,0 0 0 0 0,0 0-1 0 0,0 0 1 0 0,0 0 0 0 0,5 6-1 0 0,9 14 148 0 0,32 35-1 0 0,-34-43-87 0 0,-13-15-102 0 0,-1-1 1 0 0,1 1 0 0 0,0 0 0 0 0,-1 0-1 0 0,1-1 1 0 0,-1 1 0 0 0,1 0 0 0 0,-1 0-1 0 0,0-1 1 0 0,1 1 0 0 0,-1 0 0 0 0,0 0-1 0 0,0 0 1 0 0,1 0 0 0 0,-1 0 0 0 0,0 0-1 0 0,0-1 1 0 0,0 1 0 0 0,0 0 0 0 0,0 0-1 0 0,0 0 1 0 0,0 0 0 0 0,0 0 0 0 0,-1 0 0 0 0,1 0-1 0 0,0-1 1 0 0,-1 1 0 0 0,1 0 0 0 0,-1 1-1 0 0,0 0 48 0 0,-1 0 0 0 0,0 0 0 0 0,1-1 0 0 0,-1 1-1 0 0,0-1 1 0 0,0 1 0 0 0,0-1 0 0 0,0 0 0 0 0,0 1 0 0 0,-1-1-1 0 0,-2 1 1 0 0,-2 0-596 0 0,0 1 1 0 0,0-1-1 0 0,0 0 0 0 0,-1-1 0 0 0,1 0 0 0 0,-1 0 0 0 0,-10 0 0 0 0</inkml:trace>
</inkml:ink>
</file>

<file path=ppt/ink/ink3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4:37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43 212 0 0,'0'0'3552'0'0,"11"-12"1288"0"0,-4 4 1533 0 0,-6 4-6238 0 0,-9-7-7784 0 0,3 8 7045 0 0,-7-1-3255 0 0</inkml:trace>
</inkml:ink>
</file>

<file path=ppt/ink/ink3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4:50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85 496 0 0,'0'0'7000'0'0,"12"24"-6085"0"0,5 65-122 0 0,-10-58-515 0 0,-1 0 0 0 0,4 60 0 0 0,-11-79 1575 0 0,-1-14-749 0 0,-3-28-432 0 0,-5-51-508 0 0,5 26 247 0 0,1 0 0 0 0,5-62 0 0 0,-1 115-440 0 0,18 21-239 0 0,0 3 240 0 0,-6-5-33 0 0,2 0 1 0 0,0-2-1 0 0,1 0 0 0 0,28 22 1 0 0,-38-33 51 0 0,0-1 0 0 0,0 0 1 0 0,1 0-1 0 0,-1-1 1 0 0,1 0-1 0 0,0 0 0 0 0,-1 0 1 0 0,1 0-1 0 0,0-1 0 0 0,0 0 1 0 0,0 0-1 0 0,0-1 1 0 0,0 1-1 0 0,1-1 0 0 0,-1-1 1 0 0,0 1-1 0 0,0-1 0 0 0,0 0 1 0 0,0 0-1 0 0,-1-1 1 0 0,7-2-1 0 0,-3 0 10 0 0,0 1 1 0 0,-1-2-1 0 0,1 1 0 0 0,-1-1 1 0 0,0-1-1 0 0,0 1 1 0 0,-1-2-1 0 0,1 1 0 0 0,-1-1 1 0 0,11-13-1 0 0,-6 3 296 0 0,-1 1-1 0 0,-1-2 1 0 0,-1 1 0 0 0,9-21-1 0 0,-18 36-183 0 0,3 20 147 0 0,1 21-250 0 0,12 48 0 0 0,-11-73-170 0 0,0 0 0 0 0,1-1 1 0 0,1 0-1 0 0,0 0 0 0 0,1 0 0 0 0,0-1 1 0 0,1-1-1 0 0,1 1 0 0 0,15 14 1 0 0,-21-23 35 0 0,0 1 0 0 0,0-1 0 0 0,1 0 0 0 0,-1 0 1 0 0,1 0-1 0 0,0-1 0 0 0,0 0 0 0 0,0 0 0 0 0,0 0 1 0 0,0 0-1 0 0,0-1 0 0 0,1 0 0 0 0,-1 0 0 0 0,0 0 1 0 0,1-1-1 0 0,-1 0 0 0 0,1 0 0 0 0,-1 0 1 0 0,1-1-1 0 0,-1 1 0 0 0,0-1 0 0 0,1-1 0 0 0,-1 1 1 0 0,0-1-1 0 0,0 0 0 0 0,0 0 0 0 0,0 0 0 0 0,8-6 1 0 0,-5 3 17 0 0,0-1 0 0 0,0 0 0 0 0,0 0 0 0 0,-1-1 0 0 0,0 0 0 0 0,0 0 0 0 0,-1-1 0 0 0,0 0 0 0 0,0 0 0 0 0,-1 0 0 0 0,7-14 0 0 0,-6 12 201 0 0,-4 6 88 0 0,0 0 1 0 0,0-1-1 0 0,0 1 0 0 0,0 0 1 0 0,-1-1-1 0 0,0 1 0 0 0,1-6 1 0 0,-2 8 217 0 0,3-3-204 0 0,-3 5-181 0 0,0 0-1 0 0,0 0 1 0 0,0 0 0 0 0,-1 0 0 0 0,1 0-1 0 0,0 0 1 0 0,0 0 0 0 0,0 0 0 0 0,0 0-1 0 0,0 0 1 0 0,0 0 0 0 0,0 0-1 0 0,0 0 1 0 0,0 0 0 0 0,0 0 0 0 0,0 0-1 0 0,0 0 1 0 0,0 0 0 0 0,-1 0 0 0 0,1 0-1 0 0,0 0 1 0 0,0 0 0 0 0,0 0 0 0 0,0 0-1 0 0,0 0 1 0 0,0 0 0 0 0,0 0-1 0 0,0 0 1 0 0,0 0 0 0 0,0-1 0 0 0,0 1-1 0 0,0 0 1 0 0,0 0 0 0 0,0 0 0 0 0,0 0-1 0 0,0 0 1 0 0,0 0 0 0 0,0 0-1 0 0,0 0 1 0 0,0 0 0 0 0,0 0 0 0 0,0 0-1 0 0,0 0 1 0 0,0 0 0 0 0,-4 3 7 0 0,0 2 1 0 0,1-1-1 0 0,0 0 1 0 0,0 1-1 0 0,0-1 1 0 0,1 1-1 0 0,0 0 1 0 0,0 0-1 0 0,0 0 1 0 0,0 0-1 0 0,-1 8 1 0 0,3-11-31 0 0,0 1-12 0 0,0-2 9 0 0,0-1 1 0 0,0 1 0 0 0,0 0-1 0 0,0-1 1 0 0,0 1 0 0 0,0 0-1 0 0,0-1 1 0 0,0 1 0 0 0,0 0-1 0 0,0 0 1 0 0,0-1 0 0 0,1 1-1 0 0,-1 0 1 0 0,0-1 0 0 0,1 1-1 0 0,-1 0 1 0 0,0-1 0 0 0,1 1-1 0 0,-1-1 1 0 0,1 1 0 0 0,-1-1-1 0 0,1 1 1 0 0,-1-1 0 0 0,1 1-1 0 0,-1-1 1 0 0,1 1 0 0 0,-1-1-1 0 0,1 0 1 0 0,0 1 0 0 0,0-1-1 0 0,19 0-331 0 0,0-2 0 0 0,-1 0-1 0 0,1-1 1 0 0,-1-1-1 0 0,1-1 1 0 0,20-8 0 0 0,11-2-552 0 0,40-14-385 0 0,-82 25 1369 0 0,-1 1 0 0 0,0-2-1 0 0,-1 1 1 0 0,1-1 0 0 0,-1 0 0 0 0,0 0 0 0 0,0-1 0 0 0,11-11-1 0 0,-18 16 259 0 0,8-7 433 0 0,-8 8-758 0 0,0 0 0 0 0,0 0 0 0 0,0 0 0 0 0,0-1 0 0 0,0 1 0 0 0,0 0 0 0 0,0 0-1 0 0,0 0 1 0 0,0 0 0 0 0,1-1 0 0 0,-1 1 0 0 0,0 0 0 0 0,0 0 0 0 0,0 0 0 0 0,0 0 0 0 0,0 0 0 0 0,1 0 0 0 0,-1-1 0 0 0,0 1 0 0 0,0 0 0 0 0,0 0 0 0 0,1 0 0 0 0,-1 0 0 0 0,0 0 0 0 0,0 0 0 0 0,0 0 0 0 0,1 0 0 0 0,-1 0 0 0 0,0 0 0 0 0,0 0 0 0 0,0 0 0 0 0,1 0 0 0 0,-1 0 0 0 0,0 0 0 0 0,0 0 0 0 0,0 0 0 0 0,1 0 0 0 0,-1 0 0 0 0,0 0 0 0 0,0 0 0 0 0,0 1 0 0 0,0-1 0 0 0,1 0 0 0 0,-1 0 0 0 0,0 0 0 0 0,0 0 0 0 0,0 0 0 0 0,0 0 0 0 0,1 1 0 0 0,-1-1 0 0 0,0 0 0 0 0,0 0 0 0 0,0 0 0 0 0,0 1 0 0 0,5 90 345 0 0,-5 0 0 0 0,-15 136-1 0 0,9-157-156 0 0,-32 191 610 0 0,36-251-750 0 0,0-1 1 0 0,0 0-1 0 0,-1 0 1 0 0,-1 0-1 0 0,1 0 1 0 0,-2-1-1 0 0,1 0 1 0 0,-1 1 0 0 0,0-1-1 0 0,-11 12 1 0 0,14-18-78 0 0,-1 1 0 0 0,1-1 0 0 0,-1 0 0 0 0,1 0 0 0 0,-1-1 0 0 0,0 1 0 0 0,1-1 0 0 0,-1 1-1 0 0,0-1 1 0 0,0 0 0 0 0,0 0 0 0 0,0 0 0 0 0,0 0 0 0 0,0-1 0 0 0,0 1 0 0 0,-1-1 0 0 0,1 0 0 0 0,0 1 0 0 0,0-2 0 0 0,0 1 0 0 0,0 0 0 0 0,-1-1 0 0 0,1 1 0 0 0,0-1 0 0 0,0 0 0 0 0,0 0 0 0 0,0 0 0 0 0,0 0 0 0 0,1-1 0 0 0,-1 1 0 0 0,0-1 0 0 0,0 0 0 0 0,1 0 0 0 0,-1 0 0 0 0,1 0 0 0 0,-3-3 0 0 0,-1-1-304 0 0,0 0 1 0 0,0 0 0 0 0,1 0 0 0 0,0-1 0 0 0,0 0 0 0 0,1 0 0 0 0,-1 0 0 0 0,2 0-1 0 0,-1-1 1 0 0,-2-9 0 0 0,-11-49-4827 0 0,14 25 2073 0 0</inkml:trace>
</inkml:ink>
</file>

<file path=ppt/ink/ink3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4:51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37 692 0 0,'-15'-33'9175'0'0,"14"30"-10973"0"0,23 34-2206 0 0,-16-23 1715 0 0</inkml:trace>
</inkml:ink>
</file>

<file path=ppt/ink/ink3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4:51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0 324 0 0,'-6'7'797'0'0,"1"-2"-41"0"0,0 1-1 0 0,0 0 0 0 0,0 0 1 0 0,1 1-1 0 0,-5 8 0 0 0,8-13-620 0 0,0 1-1 0 0,0 0 1 0 0,1 0-1 0 0,-1-1 1 0 0,1 1-1 0 0,-1 0 0 0 0,1 0 1 0 0,0 0-1 0 0,0-1 1 0 0,0 1-1 0 0,0 0 0 0 0,1 0 1 0 0,-1 0-1 0 0,1-1 1 0 0,0 1-1 0 0,0 0 1 0 0,0 0-1 0 0,1 2 0 0 0,0-3 29 0 0,0 1-1 0 0,0-1 0 0 0,1 0 0 0 0,-1 0 0 0 0,1 0 1 0 0,-1 0-1 0 0,1 0 0 0 0,0-1 0 0 0,-1 1 0 0 0,1-1 1 0 0,0 0-1 0 0,0 0 0 0 0,0 0 0 0 0,0 0 0 0 0,0 0 1 0 0,0-1-1 0 0,5 1 0 0 0,-6 0 739 0 0,20-22 806 0 0,-22 17-1590 0 0,1-1-1 0 0,-1 1 1 0 0,0-1 0 0 0,0 1-1 0 0,-1-1 1 0 0,1 1-1 0 0,-1-1 1 0 0,0 1 0 0 0,0-1-1 0 0,-1 1 1 0 0,1 0-1 0 0,-1-1 1 0 0,0 1 0 0 0,0 0-1 0 0,0 0 1 0 0,-1 1-1 0 0,-4-7 1 0 0,-9-18-1385 0 0,10 27-19 0 0</inkml:trace>
</inkml:ink>
</file>

<file path=ppt/ink/ink3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4:51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7 472 0 0,'12'-1'681'0'0,"1"0"-1"0"0,0 1 1 0 0,0 0 0 0 0,-1 1 0 0 0,1 0-1 0 0,0 1 1 0 0,20 5 0 0 0,-27-5-541 0 0,0 0-1 0 0,0 1 1 0 0,-1-1 0 0 0,1 1 0 0 0,0 0 0 0 0,-1 1 0 0 0,0-1-1 0 0,0 1 1 0 0,0 0 0 0 0,0 0 0 0 0,0 1 0 0 0,-1 0 0 0 0,0-1-1 0 0,0 1 1 0 0,0 1 0 0 0,-1-1 0 0 0,5 8 0 0 0,-2 4 299 0 0,5 4 301 0 0,-10-20 196 0 0,6-27-681 0 0,-4 16-34 0 0,0-1-1 0 0,1 1 1 0 0,0 0 0 0 0,7-13-1 0 0,-9 20-101 0 0,0 0 1 0 0,0 0-1 0 0,0 0 0 0 0,0 0 0 0 0,0 0 0 0 0,1 0 0 0 0,0 1 0 0 0,-1-1 0 0 0,1 1 1 0 0,0 0-1 0 0,0 0 0 0 0,0 0 0 0 0,0 0 0 0 0,7-3 0 0 0,-8 5-35 0 0,3 1-74 0 0,0 1 0 0 0,-1 0 0 0 0,1 0 0 0 0,0 1-1 0 0,-1-1 1 0 0,0 1 0 0 0,6 4 0 0 0,-1 15-1812 0 0,-6-2-4483 0 0</inkml:trace>
</inkml:ink>
</file>

<file path=ppt/ink/ink3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4:52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51 556 0 0,'0'0'1232'0'0,"-2"-16"944"0"0,-2 2-339 0 0,0 4-197 0 0,12-1-2484 0 0</inkml:trace>
</inkml:ink>
</file>

<file path=ppt/ink/ink3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4:52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0 247 380 0 0,'21'-21'3122'0'0,"-9"2"-1587"0"0,0-1 0 0 0,-2-1 0 0 0,-1 0 0 0 0,0 0 0 0 0,-2-1 0 0 0,8-37 0 0 0,-9 19 1214 0 0,-7 37-1469 0 0,-5 21-1258 0 0,3-9-18 0 0,1 1 0 0 0,1-1 0 0 0,-1 1 0 0 0,1 0 0 0 0,1-1 0 0 0,0 1 0 0 0,0 0 0 0 0,1 0 0 0 0,0-1 0 0 0,1 1 0 0 0,0-1 0 0 0,0 1 0 0 0,1-1 0 0 0,1 0 0 0 0,-1 0 0 0 0,7 11 0 0 0,4 3-264 0 0,1 0 1 0 0,1-1 0 0 0,1-1 0 0 0,27 27 0 0 0,-43-47 234 0 0,1 1 1 0 0,-1 0 0 0 0,1-1 0 0 0,0 1 0 0 0,0-1 0 0 0,0 0 0 0 0,0 1 0 0 0,0-1-1 0 0,0 0 1 0 0,0 0 0 0 0,0 0 0 0 0,0-1 0 0 0,1 1 0 0 0,-1 0 0 0 0,0-1 0 0 0,0 0-1 0 0,1 1 1 0 0,-1-1 0 0 0,0 0 0 0 0,4 0 0 0 0,-4 0-1 0 0,28-21 8 0 0,4-22 755 0 0,-33 41-630 0 0,-1 2-106 0 0,1 0 1 0 0,-1 0-1 0 0,0-1 1 0 0,0 1-1 0 0,0 0 1 0 0,0 0-1 0 0,0-1 1 0 0,0 1-1 0 0,0 0 1 0 0,0 0 0 0 0,0 0-1 0 0,1-1 1 0 0,-1 1-1 0 0,0 0 1 0 0,0 0-1 0 0,0 0 1 0 0,1-1-1 0 0,-1 1 1 0 0,0 0-1 0 0,0 0 1 0 0,0 0-1 0 0,1 0 1 0 0,-1 0-1 0 0,0-1 1 0 0,0 1-1 0 0,1 0 1 0 0,-1 0-1 0 0,0 0 1 0 0,0 0-1 0 0,1 0 1 0 0,-1 0-1 0 0,0 0 1 0 0,0 0-1 0 0,1 0 1 0 0,-1 0-1 0 0,0 0 1 0 0,0 0-1 0 0,1 0 1 0 0,-1 0-1 0 0,0 0 1 0 0,0 0-1 0 0,1 0 1 0 0,-1 1-1 0 0,0-1 1 0 0,1 0-1 0 0,2 6 7 0 0,-1 0-1 0 0,1 1 1 0 0,-1-1-1 0 0,0 1 1 0 0,0-1 0 0 0,-1 1-1 0 0,0 0 1 0 0,0-1-1 0 0,0 11 1 0 0,-4 72 52 0 0,0-49-5 0 0,2-6-50 0 0,-1-1 0 0 0,-2 1 0 0 0,-9 35 1 0 0,9-55-955 0 0,0-1 1 0 0,-1 0 0 0 0,-8 14 0 0 0,1-14-5925 0 0</inkml:trace>
</inkml:ink>
</file>

<file path=ppt/ink/ink3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4:52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75 1304 0 0,'14'-9'1320'0'0,"-6"4"-160"0"0,6-1-108 0 0,-1-4-79 0 0,1 2-101 0 0,-1 0-56 0 0,2 2-88 0 0,4 1-168 0 0,4-2-168 0 0,-1 4-212 0 0,-3-1-256 0 0,10 3-256 0 0,-1-1-228 0 0,3 4-272 0 0,-3-2-432 0 0,4 1-1361 0 0,-1 1 605 0 0</inkml:trace>
</inkml:ink>
</file>

<file path=ppt/ink/ink3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4:53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60 186 628 0 0,'-4'-2'1238'0'0,"-18"-15"3736"0"0,2 0 5524 0 0,19 17-10470 0 0,0 0 0 0 0,0 0 1 0 0,1 1-1 0 0,-1-1 0 0 0,0 1 0 0 0,0-1 0 0 0,1 0 0 0 0,-1 1 0 0 0,0-1 0 0 0,1 1 1 0 0,-1-1-1 0 0,1 1 0 0 0,-1 0 0 0 0,1-1 0 0 0,-1 1 0 0 0,1 0 0 0 0,-1-1 0 0 0,1 1 1 0 0,0 0-1 0 0,-1-1 0 0 0,1 1 0 0 0,-1 1 0 0 0,2 1-34 0 0,0-1 1 0 0,1 0-1 0 0,-1 0 1 0 0,0 0-1 0 0,1 0 1 0 0,-1 0-1 0 0,1 0 0 0 0,0 0 1 0 0,-1 0-1 0 0,1-1 1 0 0,0 1-1 0 0,0-1 1 0 0,0 1-1 0 0,0-1 0 0 0,0 0 1 0 0,1 0-1 0 0,-1 0 1 0 0,0 0-1 0 0,1 0 1 0 0,4 1-1 0 0,-1-1-12 0 0,0-1 1 0 0,0 1-1 0 0,0-1 1 0 0,0 0-1 0 0,0-1 1 0 0,0 1-1 0 0,0-1 1 0 0,9-3-1 0 0,-1 0-17 0 0,0-1 1 0 0,0 0-1 0 0,-1-1 0 0 0,0 0 0 0 0,0-1 0 0 0,-1-1 0 0 0,12-9 1 0 0,-11 5 49 0 0,0 0-1 0 0,-1-1 1 0 0,13-18 0 0 0,32-35-220 0 0,-56 65 140 0 0,1 1-52 0 0,1 1 109 0 0,-1-1 0 0 0,0 1-1 0 0,1 0 1 0 0,-1 0-1 0 0,0 0 1 0 0,0 0 0 0 0,0 1-1 0 0,0-1 1 0 0,0 1-1 0 0,0-1 1 0 0,0 1 0 0 0,0-1-1 0 0,0 1 1 0 0,-1 0-1 0 0,1 0 1 0 0,-1 0-1 0 0,0 0 1 0 0,1 0 0 0 0,-1 0-1 0 0,0 1 1 0 0,1 3-1 0 0,20 55-85 0 0,-21-59 91 0 0,10 48-8 0 0,-2 1 0 0 0,-3 0 0 0 0,-2 0 1 0 0,-2 0-1 0 0,-2 0 0 0 0,-2 0 0 0 0,-3 0 1 0 0,-12 57-1 0 0,13-88 76 0 0,-1-1 0 0 0,0 0 1 0 0,-2-1-1 0 0,0 1 0 0 0,-1-1 0 0 0,-15 24 1 0 0,22-41-9 0 0,1 0 0 0 0,-1 1 1 0 0,0-1-1 0 0,1 0 1 0 0,-1 0-1 0 0,0 0 0 0 0,0 0 1 0 0,0 0-1 0 0,0 0 1 0 0,0 0-1 0 0,0 0 1 0 0,0 0-1 0 0,-1-1 0 0 0,1 1 1 0 0,0 0-1 0 0,0-1 1 0 0,0 1-1 0 0,-1-1 0 0 0,-2 1 1 0 0,3-1-4 0 0,0 0 0 0 0,0 0 1 0 0,0 0-1 0 0,0-1 0 0 0,0 1 1 0 0,0 0-1 0 0,1-1 0 0 0,-1 1 0 0 0,0-1 1 0 0,0 1-1 0 0,0-1 0 0 0,0 1 0 0 0,0-1 1 0 0,1 1-1 0 0,-1-1 0 0 0,0 0 1 0 0,0 0-1 0 0,1 1 0 0 0,-1-1 0 0 0,0-1 1 0 0,-2-3 60 0 0,1 1 1 0 0,0 0 0 0 0,0-1 0 0 0,0 1-1 0 0,0-1 1 0 0,1 0 0 0 0,0 1-1 0 0,0-1 1 0 0,0 0 0 0 0,0-6 0 0 0,2-2-119 0 0,0 0 0 0 0,1 0 1 0 0,0 1-1 0 0,1-1 1 0 0,0 1-1 0 0,1 0 1 0 0,0 0-1 0 0,1 0 1 0 0,1 1-1 0 0,0-1 1 0 0,0 1-1 0 0,1 1 1 0 0,0-1-1 0 0,1 1 0 0 0,0 0 1 0 0,1 1-1 0 0,17-15 1 0 0,-7 8-928 0 0,1 0 1 0 0,0 2 0 0 0,26-14-1 0 0,-13 11-3618 0 0,48-18-1 0 0,-38 18 115 0 0</inkml:trace>
</inkml:ink>
</file>

<file path=ppt/ink/ink3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4:54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93 1068 0 0,'-31'-82'8695'0'0,"30"81"-8044"0"0,-1-6 68 0 0,0 5-419 0 0,1 8 1517 0 0,0 399 30 0 0,2-396-1959 0 0,0 4-500 0 0,-1-1 0 0 0,0 1 0 0 0,0-1-1 0 0,-2 1 1 0 0,1-1 0 0 0,-1 1 0 0 0,-8 23 0 0 0,9-35 432 0 0,1-1 0 0 0,-1 1 0 0 0,1-1-1 0 0,-1 1 1 0 0,1-1 0 0 0,-1 1 0 0 0,0-1-1 0 0,1 1 1 0 0,-1-1 0 0 0,0 0 0 0 0,1 1 0 0 0,-1-1-1 0 0,0 0 1 0 0,1 0 0 0 0,-1 1 0 0 0,0-1 0 0 0,0 0-1 0 0,1 0 1 0 0,-1 0 0 0 0,0 0 0 0 0,0 0-1 0 0,1 0 1 0 0,-1 0 0 0 0,0 0 0 0 0,0 0 0 0 0,1-1-1 0 0,-1 1 1 0 0,0 0 0 0 0,1 0 0 0 0,-2-1-1 0 0,1 0-20 0 0,-2 1-2219 0 0</inkml:trace>
</inkml:ink>
</file>

<file path=ppt/ink/ink3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4:55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0 649 84 0 0,'10'-16'859'0'0,"-2"11"-728"0"0,0-1 0 0 0,0 1 1 0 0,0 0-1 0 0,1 1 0 0 0,0 0 1 0 0,0 0-1 0 0,0 1 0 0 0,0 0 1 0 0,0 1-1 0 0,1 0 0 0 0,12-1 1 0 0,19-7 146 0 0,98-27 559 0 0,118-39 795 0 0,-217 62-1246 0 0,-2-3 1 0 0,1 0 0 0 0,-2-3 0 0 0,46-31-1 0 0,-76 45-285 0 0,1 1-1 0 0,-1-1 1 0 0,-1 0-1 0 0,1 0 0 0 0,-1-1 1 0 0,0 0-1 0 0,0 0 1 0 0,-1 0-1 0 0,0-1 1 0 0,0 1-1 0 0,-1-1 1 0 0,0-1-1 0 0,-1 1 0 0 0,1 0 1 0 0,-2-1-1 0 0,1 0 1 0 0,-1 0-1 0 0,0 0 1 0 0,-1 0-1 0 0,0 0 0 0 0,-1 0 1 0 0,1 0-1 0 0,-2 0 1 0 0,1 0-1 0 0,-1 0 1 0 0,-1 0-1 0 0,0 0 0 0 0,0 0 1 0 0,-1 1-1 0 0,0-1 1 0 0,0 1-1 0 0,-1 0 1 0 0,0-1-1 0 0,0 2 0 0 0,-1-1 1 0 0,0 0-1 0 0,-1 1 1 0 0,1 0-1 0 0,-1 0 1 0 0,-11-8-1 0 0,17 14-92 0 0,-1 0 0 0 0,1 0-1 0 0,-1 0 1 0 0,0 0 0 0 0,0 1-1 0 0,1-1 1 0 0,-1 0 0 0 0,0 1 0 0 0,0-1-1 0 0,0 0 1 0 0,0 1 0 0 0,0-1 0 0 0,0 1-1 0 0,0-1 1 0 0,0 1 0 0 0,0 0 0 0 0,0-1-1 0 0,0 1 1 0 0,0 0 0 0 0,0 0 0 0 0,0 0-1 0 0,0 0 1 0 0,0 0 0 0 0,0 0 0 0 0,0 0-1 0 0,0 0 1 0 0,0 0 0 0 0,0 0-1 0 0,0 0 1 0 0,0 1 0 0 0,0-1 0 0 0,0 1-1 0 0,0-1 1 0 0,0 0 0 0 0,0 1 0 0 0,0 0-1 0 0,0-1 1 0 0,0 1 0 0 0,0-1 0 0 0,1 1-1 0 0,-1 0 1 0 0,0 0 0 0 0,0 0 0 0 0,1-1-1 0 0,-1 1 1 0 0,0 0 0 0 0,1 0 0 0 0,-1 0-1 0 0,1 0 1 0 0,0 0 0 0 0,-1 0-1 0 0,1 0 1 0 0,0 0 0 0 0,-1 0 0 0 0,1 1-1 0 0,-8 20 17 0 0,1 1 0 0 0,0-1 0 0 0,2 1 0 0 0,1 1 0 0 0,-2 26 0 0 0,4 120 74 0 0,3-100-68 0 0,-1-25 1 0 0,3 113 60 0 0,5-102 409 0 0,-8-54 49 0 0,4-5-481 0 0,37-48 247 0 0,-37 49-310 0 0,-1 1 0 0 0,1 0 1 0 0,0 0-1 0 0,0 0 0 0 0,-1 0 0 0 0,1 0 0 0 0,0 1 1 0 0,0 0-1 0 0,4 0 0 0 0,-4-1-14 0 0,54 9-81 0 0,-30-4 74 0 0,1 0 1 0 0,1-2-1 0 0,41-2 0 0 0,-67-1 159 0 0,0 1-1 0 0,0-1 1 0 0,-1 0 0 0 0,1 0 0 0 0,0-1-1 0 0,-1 1 1 0 0,1-1 0 0 0,-1 0 0 0 0,5-3-1 0 0,-7 4-132 0 0,0 1-229 0 0,-1-1 120 0 0,1 1-1 0 0,-1-1 1 0 0,1 1-1 0 0,-1-1 1 0 0,1 1-1 0 0,-1-1 1 0 0,1 1-1 0 0,0 0 1 0 0,-1-1-1 0 0,1 1 1 0 0,-1 0-1 0 0,1-1 1 0 0,0 1-1 0 0,-1 0 0 0 0,1 0 1 0 0,0 0-1 0 0,-1 0 1 0 0,1 0-1 0 0,0 0 1 0 0,-1 0-1 0 0,1 0 1 0 0,1 0-1 0 0,55 9-6693 0 0,-32-8 3639 0 0</inkml:trace>
</inkml:ink>
</file>

<file path=ppt/ink/ink3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4:57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372 422 568 0 0,'0'0'7709'0'0,"-31"9"-5986"0"0,-27-18 1864 0 0,56 9-3254 0 0,-43-6 1161 0 0,31 2-1273 0 0,-1-1 1 0 0,1-1-1 0 0,0 0 0 0 0,0-1 0 0 0,0-1 1 0 0,1 0-1 0 0,0-1 0 0 0,1 0 0 0 0,0-1 1 0 0,1 0-1 0 0,-1-1 0 0 0,2 0 1 0 0,0-1-1 0 0,-11-16 0 0 0,16 22-188 0 0,1 0 1 0 0,0-1-1 0 0,0 0 0 0 0,1 0 1 0 0,0 0-1 0 0,0 0 0 0 0,1 0 0 0 0,-1-1 1 0 0,2 1-1 0 0,-1-1 0 0 0,1 0 1 0 0,0 1-1 0 0,1-1 0 0 0,0 0 0 0 0,0 1 1 0 0,0-1-1 0 0,1 0 0 0 0,0 1 1 0 0,1-1-1 0 0,0 1 0 0 0,0-1 1 0 0,0 1-1 0 0,1 0 0 0 0,0 0 0 0 0,1 0 1 0 0,0 0-1 0 0,0 0 0 0 0,0 1 1 0 0,0 0-1 0 0,8-8 0 0 0,-9 11-46 0 0,1-1 0 0 0,-1 0 0 0 0,1 1 1 0 0,0 0-1 0 0,0-1 0 0 0,0 2 0 0 0,0-1 0 0 0,1 0 0 0 0,-1 1 0 0 0,1 0 0 0 0,0 0 0 0 0,0 0 1 0 0,-1 1-1 0 0,1-1 0 0 0,0 1 0 0 0,0 0 0 0 0,0 1 0 0 0,0-1 0 0 0,1 1 0 0 0,-1 0 0 0 0,0 0 1 0 0,7 2-1 0 0,-6 0-5 0 0,0-1 1 0 0,0 2-1 0 0,0-1 1 0 0,0 1 0 0 0,0 0-1 0 0,-1 0 1 0 0,1 0 0 0 0,-1 1-1 0 0,0 0 1 0 0,0 0-1 0 0,0 0 1 0 0,-1 0 0 0 0,0 1-1 0 0,0 0 1 0 0,0 0 0 0 0,0 0-1 0 0,5 10 1 0 0,2 7-7 0 0,-2-1 0 0 0,0 1 1 0 0,-2 0-1 0 0,0 1 0 0 0,-2 0 1 0 0,0 0-1 0 0,-1 0 0 0 0,-2 1 1 0 0,0-1-1 0 0,-3 34 0 0 0,-2-16 2 0 0,-1-1 0 0 0,-2-1 1 0 0,-2 1-1 0 0,-2-1 0 0 0,-19 51 0 0 0,21-69-646 0 0,-1 0 0 0 0,-19 33 0 0 0,54-86-11024 0 0,-17 15 8840 0 0</inkml:trace>
</inkml:ink>
</file>

<file path=ppt/ink/ink3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4:57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1 132 0 0,'0'0'756'0'0,"7"30"3012"0"0,-13 79 2216 0 0,6-107-5738 0 0,1 1 160 0 0,1 3-438 0 0,2-7 3048 0 0,4-4-3279 0 0,0-1-1 0 0,0 1 1 0 0,0 0 0 0 0,1 1-1 0 0,9-4 1 0 0,-6 4-963 0 0,1 0 0 0 0,0 1 0 0 0,20-2 1 0 0,-19 2-1726 0 0,2-3 225 0 0</inkml:trace>
</inkml:ink>
</file>

<file path=ppt/ink/ink3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4:57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14 309 56 0 0,'0'0'795'0'0,"6"8"4878"0"0,-18 3-5145 0 0,9-8 797 0 0,3-3-1260 0 0,-1 0 0 0 0,1 0 1 0 0,0 1-1 0 0,0-1 0 0 0,-1 0 0 0 0,1 0 1 0 0,0 1-1 0 0,-1-1 0 0 0,1 0 1 0 0,0 1-1 0 0,0-1 0 0 0,0 0 0 0 0,-1 1 1 0 0,1-1-1 0 0,0 0 0 0 0,0 1 0 0 0,0-1 1 0 0,0 1-1 0 0,0-1 0 0 0,0 0 1 0 0,0 1-1 0 0,0-1 0 0 0,0 1 0 0 0,0-1 1 0 0,0 0-1 0 0,0 1 0 0 0,0-1 1 0 0,0 1-1 0 0,0-1 0 0 0,0 0 0 0 0,1 1 1 0 0,6 0 152 0 0,1 0 1 0 0,0 0-1 0 0,0-1 1 0 0,0 0-1 0 0,0-1 0 0 0,-1 0 1 0 0,1 0-1 0 0,0-1 1 0 0,-1 0-1 0 0,1 0 1 0 0,-1 0-1 0 0,1-1 1 0 0,-1 0-1 0 0,0-1 1 0 0,0 0-1 0 0,11-8 1 0 0,-9 6-53 0 0,0 0 1 0 0,-1-1-1 0 0,0 0 0 0 0,0 0 1 0 0,-1-1-1 0 0,0 0 1 0 0,0 0-1 0 0,-1-1 1 0 0,0 1-1 0 0,0-1 1 0 0,-1-1-1 0 0,5-11 0 0 0,-8 15-107 0 0,-1 0-1 0 0,1-1 0 0 0,-1 1 0 0 0,-1-1 0 0 0,1 1 0 0 0,-1-1 1 0 0,0 1-1 0 0,-1-1 0 0 0,1 1 0 0 0,-1-1 0 0 0,-1 1 0 0 0,1-1 0 0 0,-3-6 1 0 0,-3-3 71 0 0,0 0 1 0 0,0 0 0 0 0,-16-23-1 0 0,16 30-190 0 0,17 26 19 0 0,21 33 3 0 0,-20-35 9 0 0,55 82 27 0 0,-60-86-45 0 0,0 0 0 0 0,0 0 0 0 0,-2 1 0 0 0,1-1 0 0 0,-2 1 0 0 0,1 0 0 0 0,1 15 0 0 0,-5-22-147 0 0,0 0 0 0 0,0 0 1 0 0,0 0-1 0 0,-1 0 0 0 0,0 0 1 0 0,0 0-1 0 0,-3 8 0 0 0,-14 28-5450 0 0,6-35-1596 0 0</inkml:trace>
</inkml:ink>
</file>

<file path=ppt/ink/ink3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4:58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1 103 124 0 0,'4'-30'5104'0'0,"0"17"-2609"0"0,0 1-1 0 0,0-1 1 0 0,2-21 0 0 0,-1 35-3630 0 0,0-1 0 0 0,0 2 0 0 0,0-1 0 0 0,0 0 0 0 0,0 1 0 0 0,0 0 0 0 0,6 4 0 0 0,-3 0-2312 0 0</inkml:trace>
</inkml:ink>
</file>

<file path=ppt/ink/ink3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4:58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30 48 0 0,'0'0'3817'0'0,"-6"-25"5091"0"0,-1 20-7893 0 0,-6 9-904 0 0,0 1 0 0 0,1 0 1 0 0,-1 1-1 0 0,1 1 0 0 0,0-1 0 0 0,-15 13 1 0 0,26-19-107 0 0,0 1 0 0 0,1-1 0 0 0,-1 1 0 0 0,0 0 0 0 0,0-1 0 0 0,0 1-1 0 0,1 0 1 0 0,-1 0 0 0 0,1 0 0 0 0,-1-1 0 0 0,0 1 0 0 0,1 0 0 0 0,-1 0 0 0 0,1 0 0 0 0,0 0 0 0 0,-1 0 0 0 0,1 0 0 0 0,0 0 0 0 0,0 0 0 0 0,-1 0 0 0 0,1 0 0 0 0,0 2 0 0 0,1-3-7 0 0,-1 1 1 0 0,1 0-1 0 0,-1-1 0 0 0,1 1 1 0 0,-1 0-1 0 0,1-1 0 0 0,-1 1 1 0 0,1-1-1 0 0,0 1 1 0 0,-1-1-1 0 0,1 0 0 0 0,0 1 1 0 0,-1-1-1 0 0,1 1 0 0 0,0-1 1 0 0,0 0-1 0 0,-1 0 0 0 0,1 1 1 0 0,0-1-1 0 0,0 0 0 0 0,1 0 1 0 0,4 1-29 0 0,0-1 1 0 0,1 1 0 0 0,-1-1-1 0 0,0 0 1 0 0,11-2 0 0 0,82-20-369 0 0,-97 21 380 0 0,15 2 5 0 0,0 1-1 0 0,33 9 0 0 0,2-1-7891 0 0</inkml:trace>
</inkml:ink>
</file>

<file path=ppt/ink/ink3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4:59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70 472 0 0,'54'-68'9090'0'0,"-53"66"-8312"0"0,-1 3-721 0 0,0-1 0 0 0,0 0 0 0 0,0 0 1 0 0,0 0-1 0 0,0 1 0 0 0,0-1 0 0 0,0 0 0 0 0,0 0 0 0 0,1 0 0 0 0,-1 0 0 0 0,0 1 0 0 0,0-1 0 0 0,0 0 0 0 0,0 0 0 0 0,0 0 0 0 0,0 0 0 0 0,1 0 0 0 0,-1 0 0 0 0,0 1 0 0 0,0-1 1 0 0,0 0-1 0 0,0 0 0 0 0,1 0 0 0 0,-1 0 0 0 0,0 0 0 0 0,0 0 0 0 0,0 0 0 0 0,0 0 0 0 0,1 0 0 0 0,-1 0 0 0 0,0 0 0 0 0,0 0 0 0 0,0 0 0 0 0,1 0 0 0 0,-1 0 0 0 0,0 0 1 0 0,0 0-1 0 0,0 0 0 0 0,1 0 0 0 0,-1 0 0 0 0,0 0 0 0 0,0 0 0 0 0,0 0 0 0 0,0 0 0 0 0,1 0 0 0 0,-1 0 0 0 0,0-1 0 0 0,-17 38 482 0 0,-2-2 1 0 0,-31 46-1 0 0,29-50-276 0 0,1 1-1 0 0,2 0 1 0 0,1 2 0 0 0,-16 45 0 0 0,31-73-238 0 0,-5 16 18 0 0,1 1 0 0 0,1 0 0 0 0,-3 29 1 0 0,7-46-136 0 0,1 0 1 0 0,-1 1 0 0 0,2-1 0 0 0,-1 0 0 0 0,1 0 0 0 0,0 0 0 0 0,0 0-1 0 0,0 0 1 0 0,1-1 0 0 0,0 1 0 0 0,0 0 0 0 0,1-1 0 0 0,-1 1-1 0 0,1-1 1 0 0,0 0 0 0 0,1 0 0 0 0,-1 0 0 0 0,6 6 0 0 0,-4-8-64 0 0,0 0 0 0 0,-1 0 1 0 0,1 0-1 0 0,0 0 0 0 0,1-1 1 0 0,-1 0-1 0 0,0 0 0 0 0,1 0 1 0 0,-1-1-1 0 0,1 0 1 0 0,-1 0-1 0 0,1 0 0 0 0,0-1 1 0 0,-1 1-1 0 0,1-1 0 0 0,0-1 1 0 0,-1 1-1 0 0,1-1 0 0 0,-1 0 1 0 0,1 0-1 0 0,5-3 0 0 0,13-2-350 0 0,-1-2 0 0 0,0-1 0 0 0,31-16 0 0 0,-45 20 537 0 0,0 0 0 0 0,0 0 0 0 0,-1-1 0 0 0,1 0 0 0 0,-1 0 0 0 0,-1-1 1 0 0,1 0-1 0 0,-1 0 0 0 0,0-1 0 0 0,-1 0 0 0 0,0 0 0 0 0,0 0 0 0 0,6-13 1 0 0,-10 16 399 0 0,0 0 1 0 0,0 1 0 0 0,-1-1 0 0 0,0 0 0 0 0,0 0 0 0 0,0-1 0 0 0,0 1 0 0 0,-1 0 0 0 0,0-8 0 0 0,0 13-417 0 0,0 0 1 0 0,-1-1 0 0 0,1 1 0 0 0,0 0-1 0 0,-1-1 1 0 0,1 1 0 0 0,-1 0 0 0 0,1 0-1 0 0,0-1 1 0 0,-1 1 0 0 0,1 0 0 0 0,-1 0 0 0 0,1 0-1 0 0,-1 0 1 0 0,1 0 0 0 0,-1-1 0 0 0,1 1-1 0 0,-1 0 1 0 0,1 0 0 0 0,-1 0 0 0 0,1 0-1 0 0,-1 0 1 0 0,1 0 0 0 0,0 1 0 0 0,-1-1 0 0 0,1 0-1 0 0,-1 0 1 0 0,1 0 0 0 0,-1 0 0 0 0,1 0-1 0 0,-1 1 1 0 0,1-1 0 0 0,0 0 0 0 0,-1 0-1 0 0,1 1 1 0 0,-1-1 0 0 0,1 0 0 0 0,0 1-1 0 0,-1 0 1 0 0,-21 16 335 0 0,21-16-357 0 0,0 0 1 0 0,0 0 0 0 0,1 0 0 0 0,-1 0-1 0 0,0 0 1 0 0,1 1 0 0 0,-1-1 0 0 0,1 0-1 0 0,0 0 1 0 0,-1 1 0 0 0,1-1 0 0 0,0 0-1 0 0,0 1 1 0 0,-1-1 0 0 0,1 0 0 0 0,0 1-1 0 0,0-1 1 0 0,1 0 0 0 0,-1 1 0 0 0,0-1-1 0 0,0 0 1 0 0,1 0 0 0 0,-1 1 0 0 0,1-1-1 0 0,-1 0 1 0 0,1 0 0 0 0,-1 1 0 0 0,1-1-1 0 0,0 0 1 0 0,-1 0 0 0 0,3 2 0 0 0,0-1-43 0 0,0 0 1 0 0,0 0 0 0 0,0-1 0 0 0,1 1 0 0 0,-1-1 0 0 0,0 1 0 0 0,1-1 0 0 0,-1 0 0 0 0,1 0 0 0 0,0-1 0 0 0,5 1 0 0 0,11 0-168 0 0,1 0 1 0 0,-1-1-1 0 0,23-4 1 0 0,-19 0 89 0 0,-9 2 51 0 0,0 0 1 0 0,0 0-1 0 0,0 1 1 0 0,0 1-1 0 0,17 2 0 0 0,-24-1 79 0 0,-1-2 0 0 0,1 1 0 0 0,0-1 0 0 0,-1 0 0 0 0,13-4 0 0 0,-19 5-1 0 0,1-1 195 0 0,0 0 67 0 0,0 0 0 0 0,1-1-1 0 0,-1 1 1 0 0,1 0 0 0 0,-1 0-1 0 0,1 1 1 0 0,0-1 0 0 0,-1 0-1 0 0,1 1 1 0 0,5-1 0 0 0,-7 4-260 0 0,13 14 86 0 0,-11-15-84 0 0,1 1-1 0 0,-1-1 0 0 0,1 0 0 0 0,0 0 0 0 0,0 0 0 0 0,0 0 0 0 0,0-1 0 0 0,0 1 0 0 0,0-1 0 0 0,0 0 0 0 0,0-1 0 0 0,0 1 0 0 0,1 0 1 0 0,-1-1-1 0 0,0 0 0 0 0,1 0 0 0 0,-1-1 0 0 0,0 1 0 0 0,0-1 0 0 0,1 0 0 0 0,-1 0 0 0 0,0 0 0 0 0,0-1 0 0 0,0 1 0 0 0,0-1 0 0 0,7-4 1 0 0,21-6 72 0 0,-26 9-431 0 0,16-7-1551 0 0</inkml:trace>
</inkml:ink>
</file>

<file path=ppt/ink/ink3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4:59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29 236 0 0,'-28'-24'7369'0'0,"27"24"-7268"0"0,1-1 0 0 0,-1 1 1 0 0,1 0-1 0 0,-1-1 1 0 0,1 1-1 0 0,-1-1 0 0 0,1 1 1 0 0,-1 0-1 0 0,1 0 1 0 0,-1-1-1 0 0,0 1 0 0 0,1 0 1 0 0,-1 0-1 0 0,1 0 1 0 0,-1 0-1 0 0,0 0 0 0 0,1-1 1 0 0,-1 1-1 0 0,0 0 1 0 0,1 0-1 0 0,-1 1 0 0 0,1-1 1 0 0,-1 0-1 0 0,0 0 1 0 0,1 0-1 0 0,-1 0 0 0 0,1 0 1 0 0,-1 1-1 0 0,0-1 1 0 0,1 0-1 0 0,-1 1 0 0 0,1-1 1 0 0,-1 0-1 0 0,1 1 1 0 0,-1-1-1 0 0,1 0 0 0 0,-1 1 1 0 0,1 0-1 0 0,-8 27 416 0 0,6-16-321 0 0,-40 318 1060 0 0,30-217-1031 0 0,-2-28 104 0 0,14-83 105 0 0,3-8-445 0 0,167-243-305 0 0,-50 83 452 0 0,-104 145 384 0 0,0 0 1 0 0,2 2 0 0 0,21-21 0 0 0,-38 39-422 0 0,8 0 138 0 0,-8 0-224 0 0,1 1 0 0 0,0 0 0 0 0,0 0 0 0 0,0 0 0 0 0,-1 0 0 0 0,1 0 0 0 0,0 0 0 0 0,0 1 0 0 0,-1-1 0 0 0,1 0 0 0 0,0 1 1 0 0,-1 0-1 0 0,1-1 0 0 0,0 1 0 0 0,1 1 0 0 0,40 18-207 0 0,23 9-2567 0 0,-19-18-5662 0 0,-32-10 5288 0 0</inkml:trace>
</inkml:ink>
</file>

<file path=ppt/ink/ink3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5:00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32 784 0 0,'0'-4'1019'0'0,"2"-11"5244"0"0,1 3-1000 0 0,0 12-4162 0 0,-2 2-1138 0 0,0 0 0 0 0,0-1 0 0 0,0 1 0 0 0,1 0 0 0 0,-1 0 0 0 0,0-1 0 0 0,1 1 0 0 0,-1-1 0 0 0,1 1 0 0 0,0-1 0 0 0,-1 1 0 0 0,1-1 0 0 0,0 0 0 0 0,0 0-1 0 0,0 0 1 0 0,0 0 0 0 0,0 0 0 0 0,2 0 0 0 0,51 6-793 0 0,162-17-645 0 0,-216 10 1473 0 0,0 0 0 0 0,1 0 0 0 0,-1 0-1 0 0,0 0 1 0 0,0 0 0 0 0,0 0 0 0 0,0 0 0 0 0,0 0 0 0 0,1 0 0 0 0,-1 0-1 0 0,0 0 1 0 0,0 1 0 0 0,0-1 0 0 0,0 1 0 0 0,0-1 0 0 0,0 0 0 0 0,0 1-1 0 0,0 0 1 0 0,0-1 0 0 0,0 1 0 0 0,0 0 0 0 0,0-1 0 0 0,0 1 0 0 0,-1 0-1 0 0,1 0 1 0 0,0 0 0 0 0,0 0 0 0 0,-1 0 0 0 0,1 0 0 0 0,-1 0 0 0 0,1 0-1 0 0,-1 0 1 0 0,1 0 0 0 0,-1 0 0 0 0,0 0 0 0 0,1 0 0 0 0,-1 0 0 0 0,0 0-1 0 0,0 0 1 0 0,0 0 0 0 0,0 1 0 0 0,0-1 0 0 0,0 0 0 0 0,0 0 0 0 0,0 0-1 0 0,0 0 1 0 0,0 0 0 0 0,-1 2 0 0 0,-1 6 59 0 0,0 1-1 0 0,-1-1 1 0 0,0 0 0 0 0,-6 11 0 0 0,7-15-67 0 0,-25 58 187 0 0,2 2 0 0 0,3 1 0 0 0,-16 82 0 0 0,38-147-160 0 0,-1-1 0 0 0,1 1 1 0 0,0 0-1 0 0,0-1 1 0 0,-1 1-1 0 0,1 0 0 0 0,0-1 1 0 0,0 1-1 0 0,0 0 0 0 0,0 0 1 0 0,0-1-1 0 0,0 1 0 0 0,0 0 1 0 0,0 0-1 0 0,0-1 0 0 0,0 1 1 0 0,1 0-1 0 0,-1-1 0 0 0,0 1 1 0 0,0 0-1 0 0,1-1 0 0 0,-1 1 1 0 0,0 0-1 0 0,1-1 1 0 0,-1 1-1 0 0,1 0 0 0 0,-1-1 1 0 0,0 1-1 0 0,1-1 0 0 0,0 1 1 0 0,-1-1-1 0 0,1 1 0 0 0,1-1-4 0 0,-1 0 0 0 0,1 0-1 0 0,-1 0 1 0 0,1-1 0 0 0,-1 1 0 0 0,1 0-1 0 0,-1-1 1 0 0,1 1 0 0 0,-1-1-1 0 0,0 0 1 0 0,1 1 0 0 0,-1-1 0 0 0,0 0-1 0 0,2-1 1 0 0,49-43 72 0 0,-48 42-34 0 0,152-165 151 0 0,-15 15 839 0 0,-78 91 1435 0 0,-62 62-2443 0 0,0-1 1 0 0,0 1 0 0 0,0 0 0 0 0,0-1 0 0 0,1 1 0 0 0,-1 0-1 0 0,0 0 1 0 0,0-1 0 0 0,0 1 0 0 0,1 0 0 0 0,-1 0 0 0 0,0 0 0 0 0,0 1-1 0 0,0-1 1 0 0,1 0 0 0 0,-1 0 0 0 0,0 1 0 0 0,0-1 0 0 0,0 0-1 0 0,0 1 1 0 0,0-1 0 0 0,0 1 0 0 0,0 0 0 0 0,0-1 0 0 0,0 1 0 0 0,0 0-1 0 0,0 0 1 0 0,1 1 0 0 0,30 27 179 0 0,-26-23-78 0 0,2 3-232 0 0,1-1 0 0 0,0 0-1 0 0,1-1 1 0 0,0 0 0 0 0,0 0 0 0 0,0-1-1 0 0,1 0 1 0 0,12 4 0 0 0,15-1-3219 0 0,6-8-3295 0 0,-18-1 2424 0 0</inkml:trace>
</inkml:ink>
</file>

<file path=ppt/ink/ink3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5:02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83 812 0 0,'-7'-55'7321'0'0,"7"53"-6110"0"0,-11-19 2014 0 0,7 20-3136 0 0,0 0 0 0 0,0 0 0 0 0,0 0 0 0 0,0 1 0 0 0,0 0 0 0 0,0 0 1 0 0,-1 0-1 0 0,1 0 0 0 0,0 1 0 0 0,0-1 0 0 0,0 1 0 0 0,0 0 0 0 0,0 0 0 0 0,1 1 0 0 0,-7 2 0 0 0,-63 31 354 0 0,26-3-189 0 0,44-30-235 0 0,0 1 0 0 0,1-1 0 0 0,-1 1 1 0 0,1 0-1 0 0,0 0 0 0 0,-1 0 0 0 0,1 0 1 0 0,0 0-1 0 0,1 0 0 0 0,-1 1 0 0 0,1-1 0 0 0,-3 7 1 0 0,4-8 30 0 0,6 4 3 0 0,-6-5-44 0 0,1 0-1 0 0,-1 0 0 0 0,1 0 0 0 0,0-1 0 0 0,-1 1 0 0 0,1 0 1 0 0,0 0-1 0 0,-1 0 0 0 0,1-1 0 0 0,0 1 0 0 0,0 0 1 0 0,0-1-1 0 0,0 1 0 0 0,0-1 0 0 0,0 1 0 0 0,0-1 0 0 0,0 1 1 0 0,0-1-1 0 0,2 1 0 0 0,9-2 18 0 0,0-1-1 0 0,-1 0 0 0 0,1 0 1 0 0,0-1-1 0 0,-1 0 1 0 0,0-1-1 0 0,0-1 1 0 0,0 0-1 0 0,19-12 1 0 0,-28 16-60 0 0,1 3-22 0 0,1-1 34 0 0,-1 0 0 0 0,0 1 0 0 0,0-1-1 0 0,0 1 1 0 0,-1 0 0 0 0,1 0 0 0 0,0 0 0 0 0,-1 0-1 0 0,1 1 1 0 0,-1-1 0 0 0,1 1 0 0 0,1 3 0 0 0,12 11-24 0 0,-13-15 43 0 0,0 1 0 0 0,-1-1 0 0 0,1-1 0 0 0,0 1 0 0 0,0 0 0 0 0,0-1 0 0 0,0 1 1 0 0,0-1-1 0 0,1 0 0 0 0,-1 0 0 0 0,0 0 0 0 0,0-1 0 0 0,1 1 0 0 0,-1-1 0 0 0,1 0 1 0 0,-1 0-1 0 0,0 0 0 0 0,1 0 0 0 0,-1 0 0 0 0,0-1 0 0 0,6-1 0 0 0,3-2 10 0 0,1 0-1 0 0,0-1 0 0 0,21-11 1 0 0,-20 9-6 0 0,54-32-42 0 0,11-6-38 0 0,-71 42 47 0 0,0-1-1 0 0,-1 1 0 0 0,1 1 0 0 0,0-1 0 0 0,1 1 1 0 0,-1 1-1 0 0,16-2 0 0 0,-16 4 13 0 0,1 0 0 0 0,-1 0 0 0 0,1 1 0 0 0,-1 0 0 0 0,1 0 0 0 0,-1 1 0 0 0,0 0 0 0 0,11 6 0 0 0,-7-4 2 0 0,1 0 0 0 0,0 0-1 0 0,23 5 1 0 0,-35-10 15 0 0,4 2-110 0 0,1-1 0 0 0,0 0 0 0 0,-1 0 0 0 0,1 0 0 0 0,-1-1 0 0 0,1 0 0 0 0,9 0 0 0 0,-14 0-46 0 0,77 0-7416 0 0,-52-1 4353 0 0</inkml:trace>
</inkml:ink>
</file>

<file path=ppt/ink/ink3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5:03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0 441 1416 0 0,'0'0'2520'0'0,"24"-7"353"0"0,56-26-228 0 0,-39 18-1451 0 0,58-32 0 0 0,-89 42-1042 0 0,1-2-1 0 0,-1 1 1 0 0,-1-2-1 0 0,1 1 1 0 0,-1-1-1 0 0,0-1 1 0 0,-1 1-1 0 0,0-1 1 0 0,-1-1-1 0 0,9-12 1 0 0,-12 14-52 0 0,-1-1 0 0 0,1 1 0 0 0,-1-1 0 0 0,-1 0 1 0 0,0 1-1 0 0,0-1 0 0 0,0 0 0 0 0,-1 0 0 0 0,-1 0 0 0 0,1 0 1 0 0,-2 0-1 0 0,1 0 0 0 0,-1-1 0 0 0,0 1 0 0 0,-1 1 1 0 0,0-1-1 0 0,-1 0 0 0 0,0 0 0 0 0,0 1 0 0 0,-1 0 1 0 0,0-1-1 0 0,0 1 0 0 0,-1 1 0 0 0,0-1 0 0 0,-8-9 0 0 0,12 16-93 0 0,1 1-1 0 0,-1-1 0 0 0,0 1 0 0 0,0-1 0 0 0,0 1 0 0 0,0-1 1 0 0,1 1-1 0 0,-1-1 0 0 0,0 1 0 0 0,0 0 0 0 0,0-1 0 0 0,0 1 0 0 0,0 0 1 0 0,0 0-1 0 0,0 0 0 0 0,0 0 0 0 0,0 0 0 0 0,0 0 0 0 0,0 0 0 0 0,0 0 1 0 0,0 0-1 0 0,0 0 0 0 0,0 1 0 0 0,0-1 0 0 0,0 0 0 0 0,0 1 1 0 0,0-1-1 0 0,1 1 0 0 0,-1-1 0 0 0,0 1 0 0 0,0-1 0 0 0,0 1 0 0 0,0 0 1 0 0,1-1-1 0 0,-1 1 0 0 0,0 0 0 0 0,1-1 0 0 0,-1 1 0 0 0,1 0 0 0 0,-2 1 1 0 0,-21 35-11 0 0,3 5 13 0 0,3 0-1 0 0,1 2 1 0 0,2 0-1 0 0,3 0 1 0 0,1 1-1 0 0,-7 80 1 0 0,12 279 50 0 0,8-113 80 0 0,-12-225 205 0 0,9-66-334 0 0,0 1 0 0 0,0-1 0 0 0,0 0-1 0 0,0 0 1 0 0,0 1 0 0 0,0-1 0 0 0,0 0-1 0 0,0 1 1 0 0,0-1 0 0 0,0 0 0 0 0,0 0 0 0 0,0 1-1 0 0,0-1 1 0 0,0 0 0 0 0,0 0 0 0 0,0 0-1 0 0,0 1 1 0 0,-1-1 0 0 0,1 0 0 0 0,0 0-1 0 0,0 1 1 0 0,0-1 0 0 0,0 0 0 0 0,-1 0 0 0 0,1 0-1 0 0,0 0 1 0 0,0 1 0 0 0,0-1 0 0 0,-1 0-1 0 0,1 0 1 0 0,0 0 0 0 0,0 0 0 0 0,-1 0 0 0 0,1 0-1 0 0,0 1 1 0 0,0-1 0 0 0,-1 0 0 0 0,1 0-1 0 0,0 0 1 0 0,0 0 0 0 0,-1 0 0 0 0,1 0 0 0 0,0 0-1 0 0,0 0 1 0 0,-1 0 0 0 0,1 0 0 0 0,0 0-1 0 0,0-1 1 0 0,-1 1 0 0 0,1 0 0 0 0,0 0 0 0 0,0 0-1 0 0,-1 0 1 0 0,1 0 0 0 0,0 0 0 0 0,0 0-1 0 0,0-1 1 0 0,-1 1 0 0 0,-4-5 13 0 0,1-1 1 0 0,-1 0-1 0 0,1 0 0 0 0,0 0 0 0 0,0 0 1 0 0,1 0-1 0 0,0-1 0 0 0,0 0 1 0 0,1 1-1 0 0,-1-1 0 0 0,1 0 0 0 0,1 0 1 0 0,-1-1-1 0 0,2 1 0 0 0,-1 0 1 0 0,0 0-1 0 0,2-10 0 0 0,0-13 3 0 0,1 1-1 0 0,1 0 0 0 0,8-30 1 0 0,-5 34-22 0 0,0 0 1 0 0,2 1-1 0 0,1 0 1 0 0,1 0-1 0 0,1 1 1 0 0,1 0-1 0 0,1 1 1 0 0,0 0-1 0 0,2 2 1 0 0,25-28-1 0 0,-35 41-36 0 0,1 1 1 0 0,0 0-1 0 0,1 0 0 0 0,0 1 0 0 0,0 0 1 0 0,0 0-1 0 0,0 1 0 0 0,1-1 1 0 0,-1 2-1 0 0,1-1 0 0 0,0 1 0 0 0,0 0 1 0 0,1 1-1 0 0,-1 0 0 0 0,1 0 1 0 0,-1 1-1 0 0,1 0 0 0 0,-1 0 0 0 0,1 1 1 0 0,-1 0-1 0 0,1 1 0 0 0,0 0 1 0 0,-1 0-1 0 0,1 1 0 0 0,-1 0 0 0 0,0 0 1 0 0,0 1-1 0 0,0 0 0 0 0,0 0 1 0 0,0 1-1 0 0,0 0 0 0 0,-1 1 0 0 0,0 0 1 0 0,0 0-1 0 0,0 0 0 0 0,10 12 1 0 0,15 13 221 0 0,-31-29 516 0 0,0-5-658 0 0,23-73-2546 0 0,3 27-6223 0 0,-18 36 4974 0 0</inkml:trace>
</inkml:ink>
</file>

<file path=ppt/ink/ink3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5:04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0 169 600 0 0,'3'0'445'0'0,"-1"0"0"0"0,1 0 0 0 0,0 0 0 0 0,-1 0 0 0 0,1 0 0 0 0,-1-1 0 0 0,1 1 0 0 0,-1-1 1 0 0,1 0-1 0 0,-1 1 0 0 0,1-1 0 0 0,-1 0 0 0 0,1 0 0 0 0,2-3 0 0 0,45-24 1168 0 0,-29 16-278 0 0,34-25 1912 0 0,-54 36-2949 0 0,-32 8 1528 0 0,30-6-1826 0 0,0-1 0 0 0,-1 1-1 0 0,1-1 1 0 0,0 1 0 0 0,-1 0 0 0 0,1-1-1 0 0,0 1 1 0 0,0 0 0 0 0,0 0 0 0 0,0 0-1 0 0,0 0 1 0 0,0 0 0 0 0,0 0 0 0 0,0 0-1 0 0,0 0 1 0 0,0 0 0 0 0,1 0 0 0 0,-1 1-1 0 0,0-1 1 0 0,1 0 0 0 0,-1 1 0 0 0,1-1-1 0 0,-1 0 1 0 0,1 1 0 0 0,0-1 0 0 0,0 1-1 0 0,-1-1 1 0 0,1 0 0 0 0,0 1 0 0 0,0-1-1 0 0,0 1 1 0 0,1 1 0 0 0,0 0-6 0 0,0 0 0 0 0,1 0 0 0 0,-1 0 0 0 0,1 0 0 0 0,-1 0 0 0 0,1 0 0 0 0,0 0 0 0 0,0-1 0 0 0,1 1 0 0 0,-1-1 0 0 0,0 1 0 0 0,1-1 0 0 0,0 0 0 0 0,-1 0 0 0 0,1 0 0 0 0,0-1 0 0 0,0 1 0 0 0,0-1 0 0 0,0 1 0 0 0,0-1 0 0 0,0 0 0 0 0,1 0 0 0 0,-1 0 0 0 0,0-1 0 0 0,7 1 0 0 0,-3 1-30 0 0,19 3-90 0 0,1-1 0 0 0,0-1 0 0 0,0-1 0 0 0,0-1 0 0 0,0-2 0 0 0,0-1-1 0 0,49-9 1 0 0,-56 7 109 0 0,-1-1 0 0 0,1-1 0 0 0,-1 0 0 0 0,0-1 0 0 0,-1-1 0 0 0,0-1 1 0 0,0-1-1 0 0,-1 0 0 0 0,0-1 0 0 0,-1-1 0 0 0,16-15 0 0 0,-28 22 180 0 0,1 0 0 0 0,-1 0 0 0 0,0-1 0 0 0,-1 1 0 0 0,1-1-1 0 0,-1 0 1 0 0,0 1 0 0 0,4-13 0 0 0,-7 16 113 0 0,-3 1-252 0 0,0 1-1 0 0,0-1 0 0 0,-1 0 0 0 0,1 1 0 0 0,0 0 0 0 0,0 0 0 0 0,0 0 0 0 0,-1 0 0 0 0,1 0 0 0 0,0 0 0 0 0,0 1 0 0 0,0 0 0 0 0,0 0 0 0 0,-1 0 0 0 0,1 0 1 0 0,0 0-1 0 0,1 0 0 0 0,-1 1 0 0 0,-5 3 0 0 0,5-4-65 0 0,1 1-1 0 0,-1 0 1 0 0,1-1 0 0 0,0 1 0 0 0,0 0 0 0 0,-1 0-1 0 0,1 1 1 0 0,1-1 0 0 0,-1 0 0 0 0,0 1 0 0 0,1-1-1 0 0,-1 1 1 0 0,1-1 0 0 0,-1 1 0 0 0,1 0 0 0 0,0 0-1 0 0,0-1 1 0 0,1 1 0 0 0,-1 0 0 0 0,1 0 0 0 0,-1 0-1 0 0,1 0 1 0 0,0 0 0 0 0,0 0 0 0 0,0 0 0 0 0,0 0-1 0 0,1 0 1 0 0,-1-1 0 0 0,1 1 0 0 0,0 0 0 0 0,-1 0-1 0 0,3 4 1 0 0,0-2-535 0 0,-1 1 1 0 0,1-1-1 0 0,0 0 0 0 0,1 0 1 0 0,-1 0-1 0 0,1-1 0 0 0,0 1 0 0 0,0-1 1 0 0,1 0-1 0 0,-1 0 0 0 0,1 0 0 0 0,0-1 1 0 0,0 1-1 0 0,0-1 0 0 0,7 3 1 0 0,13 3-2671 0 0</inkml:trace>
</inkml:ink>
</file>

<file path=ppt/ink/ink3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5:04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2 696 0 0,'-3'-1'2802'0'0,"3"0"-2402"0"0,-1 1 0 0 0,1 0 1 0 0,0 0-1 0 0,-9 2 6804 0 0,8-1-6804 0 0,-15 15 3312 0 0,-15 30-5355 0 0,23-34 3031 0 0,1-2-1221 0 0,0 0-1 0 0,1 1 1 0 0,0-1-1 0 0,1 1 1 0 0,0 0 0 0 0,-5 21-1 0 0,9-30-181 0 0,2-1-14 0 0,0 0 26 0 0,0-1 0 0 0,1 1 0 0 0,-1 0 0 0 0,0 0 0 0 0,0-1-1 0 0,0 1 1 0 0,1-1 0 0 0,-1 1 0 0 0,0-1 0 0 0,1 0-1 0 0,-1 1 1 0 0,0-1 0 0 0,0 0 0 0 0,1 0 0 0 0,-1 0 0 0 0,1 0-1 0 0,-1 0 1 0 0,0 0 0 0 0,1 0 0 0 0,-1 0 0 0 0,0-1 0 0 0,1 1-1 0 0,-1-1 1 0 0,0 1 0 0 0,0-1 0 0 0,1 1 0 0 0,0-2 0 0 0,51-21-126 0 0,-37 15 20 0 0,1 1 30 0 0,-10 3-70 0 0,1 1-1 0 0,0-1 0 0 0,0 1 1 0 0,0 0-1 0 0,0 1 0 0 0,1 0 0 0 0,-1 1 1 0 0,1-1-1 0 0,-1 1 0 0 0,1 1 1 0 0,0 0-1 0 0,-1 0 0 0 0,1 1 1 0 0,16 3-1 0 0,48 20-938 0 0,-62-19 1093 0 0,1 0 0 0 0,0-1 0 0 0,0-1 0 0 0,0 0 0 0 0,0 0 0 0 0,0-1 0 0 0,1 0 0 0 0,18-1 0 0 0,-29-2 93 0 0,0 1-1 0 0,-1-1 0 0 0,1 1 1 0 0,0-1-1 0 0,0 0 0 0 0,0 0 1 0 0,-1 0-1 0 0,1 0 1 0 0,0 0-1 0 0,-1 0 0 0 0,1 0 1 0 0,-1-1-1 0 0,1 1 0 0 0,-1 0 1 0 0,0-1-1 0 0,1 1 1 0 0,-1-1-1 0 0,0 0 0 0 0,0 1 1 0 0,0-1-1 0 0,0 0 0 0 0,0 0 1 0 0,-1 0-1 0 0,1 1 0 0 0,-1-1 1 0 0,1 0-1 0 0,-1 0 1 0 0,1 0-1 0 0,-1 0 0 0 0,0-4 1 0 0,1-4 346 0 0,-1-1-1 0 0,0 1 1 0 0,-3-22 0 0 0,-11-13 268 0 0,8 31-1355 0 0,6 13-24 0 0</inkml:trace>
</inkml:ink>
</file>

<file path=ppt/ink/ink3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5:04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29 1088 0 0,'0'0'999'0'0,"-8"0"-81"0"0,-1-1-566 0 0,6 0-213 0 0,1 1 0 0 0,-1-1 0 0 0,1 1 0 0 0,-1 0 0 0 0,0 0 0 0 0,1 0 0 0 0,-1 0 0 0 0,1 1 0 0 0,-1-1 0 0 0,1 1 0 0 0,-1-1 0 0 0,1 1 0 0 0,-4 2-1 0 0,4-3-41 0 0,1 1 0 0 0,0-1 0 0 0,-1 1-1 0 0,1-1 1 0 0,0 1 0 0 0,0 0 0 0 0,0 0-1 0 0,-1 0 1 0 0,1 0 0 0 0,0-1-1 0 0,0 1 1 0 0,0 1 0 0 0,0-1 0 0 0,1 0-1 0 0,-1 0 1 0 0,0 0 0 0 0,0 0-1 0 0,1 1 1 0 0,-1-1 0 0 0,0 0 0 0 0,1 1-1 0 0,0-1 1 0 0,-1 0 0 0 0,1 1 0 0 0,0-1-1 0 0,-1 1 1 0 0,1-1 0 0 0,0 1-1 0 0,0-1 1 0 0,0 0 0 0 0,0 1 0 0 0,1-1-1 0 0,-1 1 1 0 0,0-1 0 0 0,1 0 0 0 0,-1 1-1 0 0,1-1 1 0 0,-1 0 0 0 0,2 3-1 0 0,0 0 31 0 0,0 0 0 0 0,1 0-1 0 0,-1 0 1 0 0,1 0 0 0 0,0 0 0 0 0,0-1-1 0 0,0 1 1 0 0,1-1 0 0 0,5 4-1 0 0,-8-5-6 0 0,1-1 0 0 0,0 1 0 0 0,1-1 0 0 0,-1 0 0 0 0,0 0 0 0 0,0 0 0 0 0,0 0 1 0 0,1-1-1 0 0,-1 1 0 0 0,0 0 0 0 0,1-1 0 0 0,-1 0 0 0 0,1 1 0 0 0,-1-1 0 0 0,0 0 0 0 0,1 0 0 0 0,-1-1 0 0 0,1 1 0 0 0,-1 0 0 0 0,0-1 0 0 0,1 1 0 0 0,-1-1 0 0 0,0 0 0 0 0,1 0 0 0 0,-1 0 0 0 0,0 0 0 0 0,0 0 0 0 0,4-3 0 0 0,-4 2 19 0 0,0-1 0 0 0,0 1 0 0 0,0-1 0 0 0,0 0 0 0 0,0 1 0 0 0,0-1 0 0 0,-1 0 0 0 0,0 0 0 0 0,1 0 0 0 0,-1 0 0 0 0,0-1 0 0 0,0 1 0 0 0,-1 0 0 0 0,1 0 0 0 0,-1 0 0 0 0,1-1 0 0 0,-1 1 0 0 0,0 0 0 0 0,0-1 0 0 0,-1 1 0 0 0,1 0 0 0 0,-1-4 0 0 0,-10-24-2123 0 0,-5 14-6971 0 0</inkml:trace>
</inkml:ink>
</file>

<file path=ppt/ink/ink3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5:05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0 400 0 0,'33'26'2504'0'0,"-28"-20"-2211"0"0,-1 1 1 0 0,1-1 0 0 0,-2 1 0 0 0,1-1 0 0 0,-1 1 0 0 0,0 0-1 0 0,0 1 1 0 0,-1-1 0 0 0,0 0 0 0 0,0 1 0 0 0,-1-1-1 0 0,1 11 1 0 0,-2-17-207 0 0,0-1 0 0 0,0 0-1 0 0,0 0 1 0 0,0 0 0 0 0,0 0-1 0 0,0 0 1 0 0,0 1 0 0 0,0-1-1 0 0,0 0 1 0 0,0 0-1 0 0,0 0 1 0 0,0 0 0 0 0,0 0-1 0 0,0 0 1 0 0,1 1 0 0 0,-1-1-1 0 0,0 0 1 0 0,0 0 0 0 0,0 0-1 0 0,0 0 1 0 0,0 0 0 0 0,0 0-1 0 0,0 0 1 0 0,0 1 0 0 0,1-1-1 0 0,-1 0 1 0 0,0 0 0 0 0,0 0-1 0 0,0 0 1 0 0,0 0 0 0 0,0 0-1 0 0,0 0 1 0 0,1 0 0 0 0,-1 0-1 0 0,0 0 1 0 0,0 0-1 0 0,0 0 1 0 0,0 0 0 0 0,0 0-1 0 0,1 0 1 0 0,-1 0 0 0 0,0 0-1 0 0,0 0 1 0 0,0 0 0 0 0,0 0-1 0 0,0 0 1 0 0,1 0 0 0 0,-1 0-1 0 0,0 0 1 0 0,0 0 0 0 0,0 0-1 0 0,0 0 1 0 0,0 0 0 0 0,0 0-1 0 0,0-1 1 0 0,1 1 0 0 0,-1 0-1 0 0,0 0 1 0 0,0 0 0 0 0,0 0-1 0 0,0 0 1 0 0,0 0-1 0 0,0-1 1 0 0,14-11 1126 0 0,11-17-1362 0 0,-19 23-95 0 0,-1 0 0 0 0,1 0 0 0 0,0 1 1 0 0,0 0-1 0 0,1 0 0 0 0,0 1 0 0 0,0 0 1 0 0,0 0-1 0 0,11-4 0 0 0,-9 4-1390 0 0,1 0-1 0 0,0 2 1 0 0,20-4-1 0 0,-17 4-814 0 0</inkml:trace>
</inkml:ink>
</file>

<file path=ppt/ink/ink3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5:05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49 199 96 0 0,'0'0'6683'0'0,"-6"3"-6413"0"0,3-2-207 0 0,1 0 1 0 0,-1 1-1 0 0,1-1 1 0 0,-1 1 0 0 0,1-1-1 0 0,0 1 1 0 0,0 0-1 0 0,-1 0 1 0 0,1 0 0 0 0,0 0-1 0 0,1 0 1 0 0,-1 0-1 0 0,0 1 1 0 0,1-1-1 0 0,-1 1 1 0 0,1-1 0 0 0,0 1-1 0 0,-1-1 1 0 0,1 1-1 0 0,1 0 1 0 0,-1-1 0 0 0,0 1-1 0 0,0 5 1 0 0,1-6 41 0 0,0-1-91 0 0,0 0-1 0 0,0-1 1 0 0,0 1-1 0 0,0 0 1 0 0,0 0-1 0 0,0 0 1 0 0,0 0-1 0 0,0 0 1 0 0,0 0-1 0 0,0 0 1 0 0,1 0-1 0 0,-1-1 1 0 0,0 1-1 0 0,1 0 1 0 0,-1 0-1 0 0,1 0 1 0 0,-1 0-1 0 0,1-1 1 0 0,-1 1-1 0 0,1 0 1 0 0,-1-1-1 0 0,1 1 1 0 0,0 0-1 0 0,-1-1 1 0 0,1 1-1 0 0,0-1 1 0 0,0 1 0 0 0,-1-1-1 0 0,1 1 1 0 0,0-1-1 0 0,0 1 1 0 0,0-1-1 0 0,0 0 1 0 0,0 0-1 0 0,-1 1 1 0 0,1-1-1 0 0,0 0 1 0 0,0 0-1 0 0,0 0 1 0 0,0 0-1 0 0,0 0 1 0 0,0 0-1 0 0,0 0 1 0 0,0 0-1 0 0,0 0 1 0 0,-1-1-1 0 0,1 1 1 0 0,0 0-1 0 0,0-1 1 0 0,1 0-1 0 0,3 0 18 0 0,0-1 0 0 0,-1-1-1 0 0,1 1 1 0 0,-1 0 0 0 0,0-1-1 0 0,0 0 1 0 0,0 0 0 0 0,7-7 0 0 0,-2 0 193 0 0,-1-1 0 0 0,-1 0 0 0 0,0-1 0 0 0,0 1 1 0 0,-1-1-1 0 0,0-1 0 0 0,-1 1 0 0 0,-1-1 1 0 0,0 0-1 0 0,-1 0 0 0 0,0 0 0 0 0,-1 0 0 0 0,0 0 1 0 0,-1-1-1 0 0,-1 1 0 0 0,-1-22 0 0 0,-2 14 2650 0 0,3 48-2358 0 0,-1-13-544 0 0,0-1 1 0 0,1 0 0 0 0,0 1-1 0 0,2-1 1 0 0,-1 0-1 0 0,2 0 1 0 0,0 0-1 0 0,7 21 1 0 0,6 8-2856 0 0,3-2-3605 0 0,-11-26 2419 0 0</inkml:trace>
</inkml:ink>
</file>

<file path=ppt/ink/ink3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5:07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20 520 0 0,'-24'-11'3583'0'0,"12"13"-3213"0"0,0 0-1 0 0,1 1 0 0 0,-1 1 1 0 0,1 0-1 0 0,0 0 1 0 0,0 1-1 0 0,0 1 1 0 0,-17 11-1 0 0,22-13-258 0 0,0 0-1 0 0,0 1 0 0 0,0-1 0 0 0,0 1 0 0 0,1 0 1 0 0,0 0-1 0 0,0 1 0 0 0,1 0 0 0 0,-1 0 0 0 0,1 0 1 0 0,0 0-1 0 0,1 1 0 0 0,0-1 0 0 0,0 1 0 0 0,-4 12 1 0 0,7-15-60 0 0,-1-1 1 0 0,1 1-1 0 0,0 0 1 0 0,1 0 0 0 0,-1 0-1 0 0,0 0 1 0 0,1-1-1 0 0,0 1 1 0 0,0 0 0 0 0,0 0-1 0 0,1-1 1 0 0,-1 1 0 0 0,1-1-1 0 0,0 1 1 0 0,0-1-1 0 0,0 0 1 0 0,0 0 0 0 0,0 0-1 0 0,1 0 1 0 0,-1 0-1 0 0,1 0 1 0 0,0-1 0 0 0,0 1-1 0 0,0-1 1 0 0,0 0 0 0 0,0 0-1 0 0,1 0 1 0 0,-1 0-1 0 0,1 0 1 0 0,-1-1 0 0 0,1 0-1 0 0,0 0 1 0 0,-1 0 0 0 0,7 1-1 0 0,-5-1 63 0 0,0 0 0 0 0,0 0 0 0 0,0 0 0 0 0,0 0 0 0 0,1-1 1 0 0,-1 0-1 0 0,0 0 0 0 0,0-1 0 0 0,0 0 0 0 0,0 1 0 0 0,0-2 0 0 0,0 1 0 0 0,0 0 0 0 0,0-1 0 0 0,0 0 0 0 0,0 0 0 0 0,-1-1 0 0 0,1 1 0 0 0,-1-1 0 0 0,0 0 1 0 0,1 0-1 0 0,-2-1 0 0 0,1 1 0 0 0,0-1 0 0 0,-1 0 0 0 0,4-4 0 0 0,-4 1-82 0 0,1 0 0 0 0,-2 0 0 0 0,1-1-1 0 0,-1 1 1 0 0,0-1 0 0 0,-1 1 0 0 0,1-1 0 0 0,-2 0 0 0 0,1 0 0 0 0,-1 0 0 0 0,0 1-1 0 0,-1-1 1 0 0,0 0 0 0 0,0 0 0 0 0,0 1 0 0 0,-1-1 0 0 0,0 1 0 0 0,-1-1 0 0 0,0 1-1 0 0,0 0 1 0 0,0 0 0 0 0,-1 0 0 0 0,0 0 0 0 0,-1 1 0 0 0,-8-11 0 0 0,-9 7-1931 0 0</inkml:trace>
</inkml:ink>
</file>

<file path=ppt/ink/ink3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5:08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28 368 0 0,'28'19'4082'0'0,"-22"-11"-3778"0"0,-1-1 1 0 0,0 1-1 0 0,0 1 0 0 0,0-1 1 0 0,-1 0-1 0 0,0 1 0 0 0,-1 0 1 0 0,0 0-1 0 0,-1 0 1 0 0,0 0-1 0 0,0 1 0 0 0,0 9 1 0 0,-2-17 55 0 0,1 12 251 0 0,0-7 438 0 0,1-10 1197 0 0,2-9-2376 0 0,0-1 1 0 0,1 1-1 0 0,1 0 0 0 0,0 0 1 0 0,0 1-1 0 0,1-1 0 0 0,1 1 1 0 0,0 1-1 0 0,9-11 0 0 0,-9 14-773 0 0,0 0 0 0 0,0 0 0 0 0,1 0 0 0 0,0 1 0 0 0,0 1 0 0 0,0 0 0 0 0,19-8 0 0 0,-12 8-1433 0 0</inkml:trace>
</inkml:ink>
</file>

<file path=ppt/ink/ink3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5:08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191 197 84 0 0,'-35'42'3900'0'0,"34"-41"-3838"0"0,0 0 0 0 0,0 0 1 0 0,1 0-1 0 0,-1 1 0 0 0,0-1 0 0 0,1 0 1 0 0,-1 0-1 0 0,1 1 0 0 0,-1-1 1 0 0,1 0-1 0 0,0 0 0 0 0,-1 1 0 0 0,1-1 1 0 0,0 1-1 0 0,0-1 0 0 0,0 0 1 0 0,0 1-1 0 0,0-1 0 0 0,1 0 0 0 0,-1 1 1 0 0,0-1-1 0 0,0 0 0 0 0,1 1 1 0 0,-1-1-1 0 0,1 0 0 0 0,-1 0 0 0 0,1 1 1 0 0,0-1-1 0 0,-1 0 0 0 0,1 0 1 0 0,0 0-1 0 0,0 0 0 0 0,0 0 0 0 0,0 0 1 0 0,0 0-1 0 0,0 0 0 0 0,0 0 1 0 0,0-1-1 0 0,0 1 0 0 0,0 0 0 0 0,1-1 1 0 0,-1 1-1 0 0,0 0 0 0 0,0-1 1 0 0,1 0-1 0 0,-1 1 0 0 0,3-1 0 0 0,-1 1 56 0 0,0 0-1 0 0,0-1 0 0 0,0 0 0 0 0,0 0 0 0 0,0 0 0 0 0,0 0 0 0 0,0 0 0 0 0,0-1 1 0 0,0 1-1 0 0,-1-1 0 0 0,1 0 0 0 0,0 0 0 0 0,0 0 0 0 0,0 0 0 0 0,0 0 0 0 0,-1-1 1 0 0,1 1-1 0 0,-1-1 0 0 0,1 0 0 0 0,-1 1 0 0 0,4-5 0 0 0,-3 3 5 0 0,-1-1 0 0 0,1 1-1 0 0,-1-1 1 0 0,0 0 0 0 0,0 0 0 0 0,0 0-1 0 0,-1 0 1 0 0,1-1 0 0 0,-1 1 0 0 0,0 0-1 0 0,0-1 1 0 0,-1 1 0 0 0,1 0 0 0 0,-1-1-1 0 0,0 1 1 0 0,0-1 0 0 0,-2-8 0 0 0,1 5 3 0 0,-2 0 0 0 0,1 0 1 0 0,-1 0-1 0 0,0 0 1 0 0,-1 0-1 0 0,0 1 0 0 0,0-1 1 0 0,0 1-1 0 0,-8-8 1 0 0,5 6-180 0 0,0 0 0 0 0,-1 1 0 0 0,0 0 0 0 0,0 0 1 0 0,-1 1-1 0 0,0 0 0 0 0,0 0 0 0 0,-1 1 1 0 0,0 1-1 0 0,0-1 0 0 0,0 2 0 0 0,-1-1 1 0 0,1 1-1 0 0,-20-4 0 0 0,23 7-522 0 0,-21 1-214 0 0,8 6-5093 0 0,9-1 3103 0 0</inkml:trace>
</inkml:ink>
</file>

<file path=ppt/ink/ink3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5:08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95 244 0 0,'7'-2'658'0'0,"1"-2"0"0"0,-1 1 0 0 0,-1-1 0 0 0,1 0-1 0 0,-1 0 1 0 0,1-1 0 0 0,-1 0 0 0 0,0 0 0 0 0,-1-1 0 0 0,1 1 0 0 0,-1-1-1 0 0,-1 0 1 0 0,8-11 0 0 0,-12 16 112 0 0,4-5 1182 0 0,-4 6-1868 0 0,-4 5-44 0 0,0 0 1 0 0,0 1-1 0 0,1-1 1 0 0,-1 1-1 0 0,2 0 1 0 0,-5 10 0 0 0,7-15-42 0 0,-1 1 1 0 0,0-1-1 0 0,1 0 1 0 0,0 1-1 0 0,-1-1 1 0 0,1 1-1 0 0,0-1 1 0 0,-1 1-1 0 0,1-1 1 0 0,0 1-1 0 0,0-1 1 0 0,0 1-1 0 0,1-1 1 0 0,-1 1 0 0 0,0-1-1 0 0,0 0 1 0 0,1 1-1 0 0,-1-1 1 0 0,1 1-1 0 0,0-1 1 0 0,-1 0-1 0 0,1 1 1 0 0,0-1-1 0 0,-1 0 1 0 0,1 0-1 0 0,0 1 1 0 0,0-1 0 0 0,0 0-1 0 0,0 0 1 0 0,0 0-1 0 0,1 0 1 0 0,-1 0-1 0 0,0-1 1 0 0,0 1-1 0 0,1 0 1 0 0,-1 0-1 0 0,0-1 1 0 0,1 1-1 0 0,-1-1 1 0 0,1 1 0 0 0,-1-1-1 0 0,0 0 1 0 0,2 1-1 0 0,8 0-12 0 0,-1 0 1 0 0,0-1-1 0 0,0 0 0 0 0,0 0 0 0 0,1-1 0 0 0,-1-1 1 0 0,0 0-1 0 0,16-4 0 0 0,82-34-11 0 0,-72 25 13 0 0,10 0 15 0 0,-30 10 83 0 0,-1 0 0 0 0,0 0 0 0 0,14-9-1 0 0,-28 14-81 0 0,0-1-1 0 0,-1 1 0 0 0,1 0 1 0 0,0-1-1 0 0,0 1 0 0 0,-1 0 0 0 0,1 0 1 0 0,0 0-1 0 0,0-1 0 0 0,0 1 0 0 0,0 0 1 0 0,0 0-1 0 0,-1 0 0 0 0,1 0 0 0 0,0 1 1 0 0,0-1-1 0 0,0 0 0 0 0,0 0 0 0 0,-1 0 1 0 0,1 1-1 0 0,0-1 0 0 0,0 0 0 0 0,-1 1 1 0 0,1-1-1 0 0,0 1 0 0 0,0-1 0 0 0,-1 1 1 0 0,1-1-1 0 0,0 1 0 0 0,-1-1 0 0 0,1 1 1 0 0,-1 0-1 0 0,1-1 0 0 0,-1 1 0 0 0,1 0 1 0 0,-1 0-1 0 0,0-1 0 0 0,1 1 0 0 0,-1 0 1 0 0,0 0-1 0 0,1 0 0 0 0,-1 0 0 0 0,13 44-535 0 0,-10-30-206 0 0,-1-12 135 0 0,0 0 0 0 0,0 0 1 0 0,0 1-1 0 0,1-1 0 0 0,-1-1 0 0 0,1 1 0 0 0,0 0 1 0 0,0-1-1 0 0,0 1 0 0 0,5 2 0 0 0,7 2-2221 0 0</inkml:trace>
</inkml:ink>
</file>

<file path=ppt/ink/ink3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5:09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34 180 0 0,'0'0'1508'0'0,"19"-6"-124"0"0,-8 2 1005 0 0,-1-1-385 0 0,4-1-428 0 0,-5-1-900 0 0,-5 1-1408 0 0</inkml:trace>
</inkml:ink>
</file>

<file path=ppt/ink/ink3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5:22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43 216 0 0,'0'0'701'0'0,"0"-16"2579"0"0,1 15-3050 0 0,-1 0 1 0 0,0 0-1 0 0,0 0 0 0 0,0 0 1 0 0,0 0-1 0 0,1 1 0 0 0,-1-1 1 0 0,-1 0-1 0 0,1 0 0 0 0,0 0 1 0 0,0 0-1 0 0,0 0 0 0 0,0 0 1 0 0,-1 0-1 0 0,1 0 0 0 0,0 0 1 0 0,-1 0-1 0 0,1 1 0 0 0,-1-1 1 0 0,1 0-1 0 0,-1 0 0 0 0,1 0 1 0 0,-1 1-1 0 0,1-1 0 0 0,-1 0 1 0 0,0 1-1 0 0,1-1 0 0 0,-1 0 1 0 0,-1 0-1 0 0,0 2-172 0 0,0-1 1 0 0,0 1-1 0 0,0 0 1 0 0,0 0 0 0 0,0 0-1 0 0,0 0 1 0 0,0 1-1 0 0,1-1 1 0 0,-1 0-1 0 0,0 1 1 0 0,1-1-1 0 0,0 1 1 0 0,-1 0-1 0 0,1-1 1 0 0,-2 3-1 0 0,-1 2-40 0 0,1-1 0 0 0,0 0-1 0 0,0 1 1 0 0,0 0 0 0 0,1 0 0 0 0,-1 0 0 0 0,2 0-1 0 0,-1 0 1 0 0,0 0 0 0 0,1 0 0 0 0,0 1 0 0 0,1-1-1 0 0,0 0 1 0 0,0 1 0 0 0,0-1 0 0 0,0 0 0 0 0,1 1-1 0 0,0-1 1 0 0,1 0 0 0 0,-1 0 0 0 0,4 9-1 0 0,-4-13-291 0 0,0-1-1 0 0,0 1 1 0 0,0 0-1 0 0,0 0 1 0 0,0-1-1 0 0,0 1 0 0 0,0-1 1 0 0,1 1-1 0 0,-1-1 1 0 0,0 0-1 0 0,1 0 1 0 0,-1 1-1 0 0,1-1 0 0 0,0 0 1 0 0,-1 0-1 0 0,1 0 1 0 0,0 0-1 0 0,-1-1 1 0 0,1 1-1 0 0,0 0 0 0 0,0-1 1 0 0,0 0-1 0 0,0 1 1 0 0,0-1-1 0 0,0 0 1 0 0,0 0-1 0 0,1 0 0 0 0</inkml:trace>
</inkml:ink>
</file>

<file path=ppt/ink/ink3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5:23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76 672 0 0,'-15'-37'6665'0'0,"5"0"-676"0"0,11 36-6499 0 0,5 19-1494 0 0,-4-12 1445 0 0,-1-1-332 0 0,2-1-3012 0 0,6 8 832 0 0</inkml:trace>
</inkml:ink>
</file>

<file path=ppt/ink/ink3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5:23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0 528 0 0,'0'0'3070'0'0,"19"14"925"0"0,-13-14-3877 0 0,110 2 869 0 0,-41 4-6751 0 0,-73-6 4110 0 0</inkml:trace>
</inkml:ink>
</file>

<file path=ppt/ink/ink3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5:23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1 177 416 0 0,'0'0'5156'0'0,"4"0"-4426"0"0,26-1 41 0 0,-1-2 1 0 0,0-2-1 0 0,0 0 0 0 0,0-2 0 0 0,0-1 1 0 0,49-22-1 0 0,-74 29-633 0 0,0-1 0 0 0,0 0-1 0 0,-1 0 1 0 0,1 0 0 0 0,-1-1 0 0 0,1 1 0 0 0,-1-1-1 0 0,0 0 1 0 0,0 0 0 0 0,0 0 0 0 0,-1 0 0 0 0,1 0-1 0 0,-1-1 1 0 0,0 1 0 0 0,3-6 0 0 0,-4 7-67 0 0,0 0 1 0 0,-1 0 0 0 0,1 0-1 0 0,0 0 1 0 0,-1-1 0 0 0,1 1-1 0 0,-1 0 1 0 0,0-1 0 0 0,0 1-1 0 0,0 0 1 0 0,0 0 0 0 0,0-1-1 0 0,-1 1 1 0 0,1 0 0 0 0,-1 0-1 0 0,1-1 1 0 0,-1 1 0 0 0,0 0-1 0 0,0 0 1 0 0,0 0 0 0 0,0 0-1 0 0,0 0 1 0 0,0 0 0 0 0,0 0-1 0 0,-1 0 1 0 0,1 0-1 0 0,-4-2 1 0 0,4 3-64 0 0,1 1 1 0 0,-1-1-1 0 0,1 0 1 0 0,0 1-1 0 0,-1-1 0 0 0,0 1 1 0 0,1 0-1 0 0,-1-1 1 0 0,1 1-1 0 0,-1-1 0 0 0,1 1 1 0 0,-1 0-1 0 0,0-1 0 0 0,1 1 1 0 0,-1 0-1 0 0,0 0 1 0 0,1 0-1 0 0,-1-1 0 0 0,0 1 1 0 0,0 0-1 0 0,1 0 0 0 0,-1 0 1 0 0,0 0-1 0 0,1 0 1 0 0,-1 0-1 0 0,0 0 0 0 0,0 1 1 0 0,1-1-1 0 0,-1 0 0 0 0,0 0 1 0 0,1 0-1 0 0,-1 1 1 0 0,0-1-1 0 0,1 0 0 0 0,-1 1 1 0 0,1-1-1 0 0,-1 1 0 0 0,1-1 1 0 0,-1 0-1 0 0,0 1 1 0 0,1-1-1 0 0,0 1 0 0 0,-1 0 1 0 0,1-1-1 0 0,-1 1 0 0 0,0 1 1 0 0,0-1-1 0 0,0 1 1 0 0,1 0 0 0 0,-1 0-1 0 0,0 0 1 0 0,1 0-1 0 0,-1 0 1 0 0,1 0 0 0 0,0 0-1 0 0,-1 0 1 0 0,1 0-1 0 0,0 0 1 0 0,0 0 0 0 0,0 0-1 0 0,1 4 1 0 0,2 0-34 0 0,0 0-1 0 0,0-1 1 0 0,0 1 0 0 0,1 0 0 0 0,0-1 0 0 0,0 0-1 0 0,0 0 1 0 0,1 0 0 0 0,-1 0 0 0 0,1-1 0 0 0,11 8-1 0 0,64 36-1362 0 0,-77-46 1304 0 0,19 9-952 0 0,-1-1 0 0 0,30 8-1 0 0,15 0-4316 0 0,-24-9 1867 0 0</inkml:trace>
</inkml:ink>
</file>

<file path=ppt/ink/ink3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5:26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70 900 0 0,'-16'-62'8374'0'0,"15"60"-7513"0"0,-3-4 3993 0 0,-8 88-4130 0 0,-1 95 0 0 0,-3 26-423 0 0,12-176-1902 0 0,-2 0-1 0 0,-13 36 1 0 0,18-63 1360 0 0,1 1 0 0 0,-1 0 0 0 0,0-1 0 0 0,0 1 0 0 0,0-1 0 0 0,0 1 0 0 0,0-1 0 0 0,0 0 0 0 0,0 1 0 0 0,0-1-1 0 0,0 0 1 0 0,0 0 0 0 0,0 0 0 0 0,0 1 0 0 0,0-1 0 0 0,0 0 0 0 0,0 0 0 0 0,0-1 0 0 0,0 1 0 0 0,0 0 0 0 0,0 0 0 0 0,0 0 0 0 0,0-1 0 0 0,0 1 0 0 0,0 0 0 0 0,0-1 0 0 0,0 1 0 0 0,0-1 0 0 0,-1 0 0 0 0,1 0 284 0 0,-13-7-2713 0 0</inkml:trace>
</inkml:ink>
</file>

<file path=ppt/ink/ink3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5:27.2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0 419 396 0 0,'87'-20'1661'0'0,"111"-11"0"0"0,3-1-456 0 0,-175 28-874 0 0,0-2 0 0 0,0-1 0 0 0,-1-1 0 0 0,0-1 0 0 0,39-20 0 0 0,-57 25-199 0 0,-1 0 0 0 0,0-1 0 0 0,0 1 0 0 0,0-1 0 0 0,0-1 0 0 0,-1 1 0 0 0,0-1 0 0 0,0 1 0 0 0,0-2 1 0 0,-1 1-1 0 0,0 0 0 0 0,0-1 0 0 0,-1 0 0 0 0,1 0 0 0 0,-1 0 0 0 0,-1 0 0 0 0,0 0 0 0 0,0 0 0 0 0,0-1 0 0 0,-1 1 0 0 0,0-1 0 0 0,0 0 0 0 0,-1 1 0 0 0,0-10 0 0 0,-1 9 66 0 0,1 0 0 0 0,-2 0 0 0 0,1 1 0 0 0,-1-1 0 0 0,0 0 0 0 0,0 1 0 0 0,-1-1 0 0 0,0 1 0 0 0,-1 0 0 0 0,-8-13 0 0 0,11 18-78 0 0,1 1 1 0 0,0 1-115 0 0,0 0 1 0 0,0 0 0 0 0,1 0 0 0 0,-1 0-1 0 0,0 0 1 0 0,0-1 0 0 0,0 1 0 0 0,0 0 0 0 0,0 0-1 0 0,0 0 1 0 0,0 0 0 0 0,0 0 0 0 0,0-1 0 0 0,1 1-1 0 0,-1 0 1 0 0,0 0 0 0 0,0 0 0 0 0,0 0 0 0 0,0-1-1 0 0,0 1 1 0 0,0 0 0 0 0,0 0 0 0 0,0 0 0 0 0,0 0-1 0 0,0-1 1 0 0,0 1 0 0 0,0 0 0 0 0,0 0-1 0 0,0 0 1 0 0,-1 0 0 0 0,1-1 0 0 0,0 1 0 0 0,0 0-1 0 0,0 0 1 0 0,0 0 0 0 0,0 0 0 0 0,0 0 0 0 0,0 0-1 0 0,0-1 1 0 0,0 1 0 0 0,-1 0 0 0 0,1 0 0 0 0,0 0-1 0 0,0 0 1 0 0,0 0 0 0 0,0 0 0 0 0,0 0 0 0 0,-1 0-1 0 0,1-1 1 0 0,0 1 0 0 0,0 0 0 0 0,0 0-1 0 0,0 0 1 0 0,-1 0 0 0 0,1 0 0 0 0,0 0 0 0 0,0 0-1 0 0,0 0 1 0 0,0 0 0 0 0,-1 0 0 0 0,1 0 0 0 0,0 0-1 0 0,0 0 1 0 0,-23 62 68 0 0,3 0 0 0 0,-22 119-1 0 0,35-144-56 0 0,4-24-1 0 0,-4 19 22 0 0,1 1 0 0 0,-2 45 0 0 0,8-76-24 0 0,-1 11 292 0 0,1-13-298 0 0,0 0 0 0 0,0 0 0 0 0,0 0 0 0 0,0 0 1 0 0,0 0-1 0 0,-1 1 0 0 0,1-1 0 0 0,0 0 0 0 0,0 0 0 0 0,0 0 1 0 0,0 0-1 0 0,0 1 0 0 0,0-1 0 0 0,0 0 0 0 0,0 0 0 0 0,0 0 1 0 0,0 1-1 0 0,0-1 0 0 0,0 0 0 0 0,0 0 0 0 0,0 0 0 0 0,0 1 0 0 0,0-1 1 0 0,0 0-1 0 0,0 0 0 0 0,0 0 0 0 0,0 0 0 0 0,0 1 0 0 0,0-1 1 0 0,1 0-1 0 0,-1 0 0 0 0,0 0 0 0 0,0 0 0 0 0,0 1 0 0 0,0-1 1 0 0,0 0-1 0 0,0 0 0 0 0,1 0 0 0 0,-1 0 0 0 0,0 0 0 0 0,0 0 1 0 0,0 0-1 0 0,0 1 0 0 0,1-1 0 0 0,-1 0 0 0 0,0 0 0 0 0,0 0 1 0 0,0 0-1 0 0,0 0 0 0 0,1 0 0 0 0,-1 0 0 0 0,0 0 0 0 0,0 0 1 0 0,0 0-1 0 0,1 0 0 0 0,-1 0 0 0 0,0 0 0 0 0,0 0 0 0 0,0 0 0 0 0,1 0 1 0 0,-1 0-1 0 0,0-1 0 0 0,58-43-93 0 0,-55 42 57 0 0,1-1 0 0 0,0 1 0 0 0,-1 0-1 0 0,1 0 1 0 0,0 0 0 0 0,0 1 0 0 0,0-1 0 0 0,0 1 0 0 0,1 0 0 0 0,-1 0 0 0 0,0 1-1 0 0,0-1 1 0 0,1 1 0 0 0,-1 0 0 0 0,0 0 0 0 0,0 0 0 0 0,1 1 0 0 0,4 0 0 0 0,10 4-24 0 0,0 0 1 0 0,33 14 0 0 0,-5-3 52 0 0,-38-13 16 0 0,45 9-213 0 0,-51-11 244 0 0,0-1 0 0 0,0 0 0 0 0,0 0-1 0 0,0 0 1 0 0,0 0 0 0 0,1 0 0 0 0,-1-1-1 0 0,0 1 1 0 0,0-1 0 0 0,0 0 0 0 0,0 0-1 0 0,0 0 1 0 0,-1 0 0 0 0,5-3 0 0 0,-6 3 14 0 0,0 1 1 0 0,0-1-1 0 0,0 1 1 0 0,0-1-1 0 0,-1 0 1 0 0,1 1-1 0 0,0-1 1 0 0,0 0-1 0 0,-1 0 0 0 0,1 1 1 0 0,-1-1-1 0 0,1 0 1 0 0,-1 0-1 0 0,1 0 1 0 0,-1 0-1 0 0,1 0 1 0 0,-1 0-1 0 0,0 0 1 0 0,0 0-1 0 0,1 0 1 0 0,-1 0-1 0 0,0 0 1 0 0,0 0-1 0 0,0-2 1 0 0,1 1-595 0 0,6 7-547 0 0,4 3 72 0 0,-7-5 737 0 0,42 25-6553 0 0,-25-20 3432 0 0</inkml:trace>
</inkml:ink>
</file>

<file path=ppt/ink/ink3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5:27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59 1000 0 0,'0'0'1108'0'0,"-1"-3"-74"0"0,-11-46 4574 0 0,11 47-4912 0 0,1 2-638 0 0,-1 0 0 0 0,1-1 1 0 0,0 1-1 0 0,-1-1 0 0 0,1 1 1 0 0,-1 0-1 0 0,1 0 0 0 0,-1-1 1 0 0,1 1-1 0 0,-1 0 1 0 0,1 0-1 0 0,-1-1 0 0 0,0 1 1 0 0,1 0-1 0 0,-1 0 0 0 0,1 0 1 0 0,-1 0-1 0 0,1 0 1 0 0,-1 0-1 0 0,0 0 0 0 0,1 0 1 0 0,-1 0-1 0 0,1 0 0 0 0,-1 0 1 0 0,1 0-1 0 0,-1 0 1 0 0,0 1-1 0 0,1-1 0 0 0,-1 0 1 0 0,1 0-1 0 0,-1 1 0 0 0,1-1 1 0 0,-1 0-1 0 0,1 1 0 0 0,-1 0 1 0 0,-25 9 684 0 0,15-3-517 0 0,1 1-1 0 0,0 0 1 0 0,0 1 0 0 0,1 0 0 0 0,0 0 0 0 0,-15 21 0 0 0,22-27-199 0 0,0 1 1 0 0,0 0-1 0 0,0 0 1 0 0,0-1-1 0 0,1 1 1 0 0,-1 0-1 0 0,1 0 1 0 0,0 0-1 0 0,0 1 1 0 0,0-1-1 0 0,1 0 1 0 0,0 0-1 0 0,-1 0 1 0 0,2 1-1 0 0,-1-1 1 0 0,0 0-1 0 0,1 0 1 0 0,0 0-1 0 0,0 0 1 0 0,0 0-1 0 0,0 0 1 0 0,1 0-1 0 0,-1 0 1 0 0,1 0-1 0 0,3 5 1 0 0,-4-8-7 0 0,-1 1 0 0 0,1-1 0 0 0,0 0 0 0 0,0 1 0 0 0,0-1 0 0 0,-1 0 0 0 0,2 0 0 0 0,-1 1 0 0 0,0-1 0 0 0,0 0 0 0 0,0 0 0 0 0,0 0 0 0 0,1 0 0 0 0,-1 0 0 0 0,0-1 0 0 0,1 1 0 0 0,-1 0 0 0 0,1-1 1 0 0,-1 1-1 0 0,1-1 0 0 0,-1 1 0 0 0,1-1 0 0 0,0 1 0 0 0,-1-1 0 0 0,1 0 0 0 0,-1 0 0 0 0,1 0 0 0 0,0 0 0 0 0,-1 0 0 0 0,1 0 0 0 0,-1-1 0 0 0,1 1 0 0 0,-1-1 0 0 0,1 1 0 0 0,-1-1 0 0 0,1 1 0 0 0,-1-1 0 0 0,1 0 0 0 0,-1 1 0 0 0,0-1 0 0 0,1 0 0 0 0,-1 0 0 0 0,0 0 0 0 0,0 0 0 0 0,1 0 0 0 0,-1-1 0 0 0,0 1 0 0 0,0 0 0 0 0,0 0 0 0 0,0-2 0 0 0,6-5 118 0 0,-1 0-1 0 0,-1 0 1 0 0,1-1 0 0 0,-1 0-1 0 0,-1 0 1 0 0,6-13-1 0 0,-8 16-112 0 0,-1-1 1 0 0,1 1-1 0 0,-1-1 0 0 0,0 1 1 0 0,-1-1-1 0 0,0 1 0 0 0,0-1 0 0 0,0-6 1 0 0,-1 8-622 0 0,0 0 1 0 0,0 1-1 0 0,0-1 1 0 0,-1 0-1 0 0,1 1 0 0 0,-1-1 1 0 0,-3-4-1 0 0,-5 5-5394 0 0</inkml:trace>
</inkml:ink>
</file>

<file path=ppt/ink/ink3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5:28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0 160 0 0,'5'5'338'0'0,"0"0"0"0"0,0 0 0 0 0,-1 1 0 0 0,0-1 0 0 0,0 1 0 0 0,-1 0 0 0 0,0 0 0 0 0,0 0 0 0 0,0 1 0 0 0,0-1 0 0 0,-1 1 0 0 0,0-1 0 0 0,-1 1 0 0 0,1 0 0 0 0,0 12 0 0 0,-2-13-186 0 0,1 0 0 0 0,-1 1 0 0 0,0-1 0 0 0,-1 0 0 0 0,1 0 0 0 0,-1 0 0 0 0,0 0 1 0 0,-1 0-1 0 0,1-1 0 0 0,-1 1 0 0 0,0 0 0 0 0,-1-1 0 0 0,1 1 0 0 0,-1-1 0 0 0,0 0 0 0 0,-1 1 0 0 0,-6 7 0 0 0,8-11 179 0 0,0-2 160 0 0,2 0-448 0 0,0 1-1 0 0,0-1 0 0 0,-1 0 1 0 0,1 0-1 0 0,0 0 1 0 0,-1 0-1 0 0,1 0 0 0 0,0 1 1 0 0,-1-1-1 0 0,1 0 1 0 0,0 0-1 0 0,-1 0 1 0 0,1 0-1 0 0,0 0 0 0 0,-1 0 1 0 0,1 0-1 0 0,0 0 1 0 0,-1 0-1 0 0,1 0 0 0 0,0 0 1 0 0,-1 0-1 0 0,1-1 1 0 0,0 1-1 0 0,-1 0 1 0 0,1 0-1 0 0,0 0 0 0 0,0 0 1 0 0,-1 0-1 0 0,1-1 1 0 0,0 1-1 0 0,-1 0 0 0 0,1 0 1 0 0,0-1-1 0 0,-1 1 1 0 0,0-4 9 0 0,1 0 0 0 0,-1 0 1 0 0,1 0-1 0 0,-1 0 1 0 0,1-1-1 0 0,0 1 0 0 0,1 0 1 0 0,-1 0-1 0 0,1 0 1 0 0,0 0-1 0 0,0 0 0 0 0,0 0 1 0 0,0 0-1 0 0,1 1 0 0 0,3-8 1 0 0,-1 3-56 0 0,1 1 0 0 0,1-1-1 0 0,0 1 1 0 0,0 0 0 0 0,0 0 0 0 0,14-10 0 0 0,-3 4-1227 0 0,1 0 0 0 0,0 1 1 0 0,1 1-1 0 0,1 1 0 0 0,32-11 0 0 0,-33 14-1047 0 0</inkml:trace>
</inkml:ink>
</file>

<file path=ppt/ink/ink3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5:28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78 206 368 0 0,'-23'21'2237'0'0,"17"-16"-1765"0"0,1-1 0 0 0,-1 1-1 0 0,1 0 1 0 0,0 0-1 0 0,1 1 1 0 0,-1 0-1 0 0,1 0 1 0 0,0 0 0 0 0,0 0-1 0 0,-2 7 1 0 0,5-11-278 0 0,18 28 1061 0 0,-16-29-997 0 0,38-14 1314 0 0,-32 6-1374 0 0,-1 0-1 0 0,0 0 0 0 0,0 0 0 0 0,0-1 0 0 0,-1 0 1 0 0,-1 0-1 0 0,1 0 0 0 0,-1-1 0 0 0,-1 1 0 0 0,0-1 1 0 0,0 0-1 0 0,0 0 0 0 0,-1 0 0 0 0,1-13 1 0 0,-1 11-129 0 0,-1-1 1 0 0,0 1 0 0 0,-1-1-1 0 0,0 1 1 0 0,0 0 0 0 0,-1-1-1 0 0,-1 1 1 0 0,0 0 0 0 0,-1 0-1 0 0,0 0 1 0 0,-7-17 0 0 0,8 26-407 0 0,1 0 0 0 0,-1-1 0 0 0,0 2 0 0 0,0-1 0 0 0,0 0 0 0 0,0 0-1 0 0,0 1 1 0 0,-1-1 0 0 0,1 1 0 0 0,0-1 0 0 0,-1 1 0 0 0,1 0 0 0 0,-1 0 0 0 0,1 0 0 0 0,-1 1 0 0 0,0-1 0 0 0,1 0 0 0 0,-1 1 0 0 0,0 0 0 0 0,1-1 0 0 0,-1 1 0 0 0,0 0 0 0 0,1 1 0 0 0,-1-1 0 0 0,0 0 0 0 0,0 1 0 0 0,-3 1 0 0 0,-8 2-2717 0 0</inkml:trace>
</inkml:ink>
</file>

<file path=ppt/ink/ink3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5:28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26 56 0 0,'0'0'1854'0'0,"10"1"-475"0"0,-6-3 2061 0 0,11-22 1533 0 0,-20 26-4954 0 0,1 1 0 0 0,-1 0-1 0 0,1 0 1 0 0,-1 1 0 0 0,1-1 0 0 0,0 1 0 0 0,0 0 0 0 0,1 0 0 0 0,-1 0 0 0 0,1 0 0 0 0,0 1 0 0 0,0-1 0 0 0,0 1 0 0 0,1 0 0 0 0,-1 0-1 0 0,1 0 1 0 0,0 0 0 0 0,1 0 0 0 0,-1 0 0 0 0,1 1 0 0 0,0-1 0 0 0,0 0 0 0 0,1 7 0 0 0,0-8-14 0 0,-1-2-5 0 0,1-1 1 0 0,0 1-1 0 0,0 0 1 0 0,1 0-1 0 0,-1 0 1 0 0,0 0-1 0 0,1 0 0 0 0,-1 0 1 0 0,1 0-1 0 0,-1 0 1 0 0,1-1-1 0 0,0 1 1 0 0,0 0-1 0 0,0 0 1 0 0,0-1-1 0 0,0 1 0 0 0,0-1 1 0 0,0 1-1 0 0,0-1 1 0 0,1 1-1 0 0,-1-1 1 0 0,1 0-1 0 0,-1 0 1 0 0,1 1-1 0 0,-1-1 0 0 0,1 0 1 0 0,0 0-1 0 0,1 0 1 0 0,1 1 1 0 0,0-1 1 0 0,0 0-1 0 0,0-1 0 0 0,0 1 1 0 0,0 0-1 0 0,-1-1 1 0 0,1 0-1 0 0,0 0 0 0 0,0 0 1 0 0,0-1-1 0 0,0 1 1 0 0,0-1-1 0 0,0 0 0 0 0,0 0 1 0 0,4-2-1 0 0,57-25 38 0 0,-58 25-39 0 0,138-81-93 0 0,-144 84 53 0 0,18 2-145 0 0,-8 28 85 0 0,-10-26 134 0 0,0 0-1 0 0,0 0 1 0 0,0 0 0 0 0,1 0 0 0 0,-1 0 0 0 0,1 0 0 0 0,0-1 0 0 0,0 1 0 0 0,1-1 0 0 0,-1 1-1 0 0,1-1 1 0 0,0 0 0 0 0,-1 0 0 0 0,1 0 0 0 0,1 0 0 0 0,-1 0 0 0 0,0-1 0 0 0,1 1-1 0 0,-1-1 1 0 0,1 0 0 0 0,0 0 0 0 0,-1-1 0 0 0,8 3 0 0 0,0-1-389 0 0,0-1 1 0 0,-1 0-1 0 0,1 0 1 0 0,0-1-1 0 0,0-1 1 0 0,17 0-1 0 0,34-8-4323 0 0,-19 0 1569 0 0</inkml:trace>
</inkml:ink>
</file>

<file path=ppt/ink/ink3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5:40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275 76 824 0 0,'0'0'817'0'0,"-8"-42"3849"0"0,6 40-4536 0 0,1-1 0 0 0,-1 1 0 0 0,0 0 0 0 0,1 0-1 0 0,-1 0 1 0 0,0 0 0 0 0,0 0 0 0 0,0 0 0 0 0,-1 0 0 0 0,1 1-1 0 0,0-1 1 0 0,-1 1 0 0 0,1 0 0 0 0,-1-1 0 0 0,1 1 0 0 0,-1 0-1 0 0,0 0 1 0 0,1 1 0 0 0,-1-1 0 0 0,-5 0 0 0 0,2 1-39 0 0,0 0 0 0 0,-1 1 1 0 0,1-1-1 0 0,0 1 1 0 0,0 1-1 0 0,0-1 0 0 0,0 1 1 0 0,0 0-1 0 0,-6 3 1 0 0,-7 4 7 0 0,0 2 1 0 0,1 0-1 0 0,0 1 1 0 0,-26 23-1 0 0,41-34-88 0 0,1 1 1 0 0,0 0-1 0 0,0 0 1 0 0,0 0-1 0 0,0 0 1 0 0,0 0-1 0 0,0 0 0 0 0,1 0 1 0 0,-1 0-1 0 0,1 1 1 0 0,0-1-1 0 0,-1 1 1 0 0,1-1-1 0 0,0 1 0 0 0,0-1 1 0 0,1 1-1 0 0,-1 0 1 0 0,0-1-1 0 0,1 1 1 0 0,0 0-1 0 0,0 0 1 0 0,0 0-1 0 0,0-1 0 0 0,0 1 1 0 0,0 0-1 0 0,1 0 1 0 0,-1-1-1 0 0,1 1 1 0 0,0 0-1 0 0,0-1 0 0 0,0 1 1 0 0,0-1-1 0 0,0 1 1 0 0,0-1-1 0 0,1 0 1 0 0,2 5-1 0 0,2-1-3 0 0,0 1 1 0 0,0-2-1 0 0,1 1 1 0 0,-1-1-1 0 0,1 0 0 0 0,0 0 1 0 0,1 0-1 0 0,-1-1 1 0 0,1 0-1 0 0,14 4 0 0 0,3-1-162 0 0,1-1 1 0 0,1-1-1 0 0,-1-1 0 0 0,1-1 0 0 0,-1-2 0 0 0,1-1 0 0 0,0-1 0 0 0,37-6 0 0 0,-5-3-540 0 0,1-2-1 0 0,92-33 0 0 0,-149 44 692 0 0,106-43-795 0 0,-101 40 877 0 0,0 0-1 0 0,-1 0 1 0 0,0 0-1 0 0,1-1 1 0 0,-2 0 0 0 0,1-1-1 0 0,0 1 1 0 0,-1-1 0 0 0,0 0-1 0 0,-1-1 1 0 0,7-8-1 0 0,-11 14 16 0 0,0-1 0 0 0,0 0-1 0 0,-1 1 1 0 0,1-1 0 0 0,0 0-1 0 0,-1 0 1 0 0,1 0 0 0 0,-1 0 0 0 0,1 1-1 0 0,-1-1 1 0 0,0 0 0 0 0,0 0-1 0 0,0 0 1 0 0,0 0 0 0 0,0 0-1 0 0,0 0 1 0 0,-1 0 0 0 0,0-2-1 0 0,0 3-68 0 0,0 0 0 0 0,0 0 0 0 0,0 0 0 0 0,0 0 0 0 0,0 1-1 0 0,0-1 1 0 0,0 0 0 0 0,0 1 0 0 0,0-1 0 0 0,0 1 0 0 0,-1-1-1 0 0,1 1 1 0 0,0-1 0 0 0,0 1 0 0 0,-1 0 0 0 0,1 0 0 0 0,0 0-1 0 0,0 0 1 0 0,-1 0 0 0 0,1 0 0 0 0,0 0 0 0 0,-1 0 0 0 0,1 0-1 0 0,0 0 1 0 0,0 1 0 0 0,-1-1 0 0 0,1 1 0 0 0,0-1 0 0 0,0 1-1 0 0,0-1 1 0 0,0 1 0 0 0,-2 1 0 0 0,-5 0 28 0 0,0 2 0 0 0,0-1-1 0 0,0 1 1 0 0,1 0 0 0 0,-1 0 0 0 0,1 1-1 0 0,0 0 1 0 0,1 1 0 0 0,-1-1 0 0 0,-6 9 0 0 0,12-13-55 0 0,36 7-194 0 0,-21-11 155 0 0,-2 1-48 0 0,1 0-1 0 0,-1 0 0 0 0,0 1 1 0 0,1 0-1 0 0,-1 1 0 0 0,1 1 1 0 0,-1 0-1 0 0,16 3 0 0 0,112 36-388 0 0,-136-40 477 0 0,0 0 1 0 0,0 0-1 0 0,0 0 0 0 0,0-1 0 0 0,0 1 1 0 0,0-1-1 0 0,0 0 0 0 0,0 0 0 0 0,0 0 0 0 0,0 0 1 0 0,-1-1-1 0 0,7-3 0 0 0,43-27 91 0 0,-41 24 19 0 0,-8 6 24 0 0,0 0-1 0 0,0 0 1 0 0,0 0 0 0 0,0 1-1 0 0,0-1 1 0 0,0 1 0 0 0,1 0 0 0 0,-1 0-1 0 0,0 1 1 0 0,1-1 0 0 0,-1 1 0 0 0,1 0-1 0 0,5 1 1 0 0,59 15-1270 0 0,-13-2-4427 0 0,-32-10 2956 0 0</inkml:trace>
</inkml:ink>
</file>

<file path=ppt/ink/ink3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5:48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21 124 0 0,'0'0'1300'0'0,"4"-16"3848"0"0,-3 12-7864 0 0</inkml:trace>
</inkml:ink>
</file>

<file path=ppt/ink/ink3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5:10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16 388 0 0,'0'0'1965'0'0,"4"2"-1544"0"0,13 4-180 0 0,-1-2 0 0 0,1 0-1 0 0,0 0 1 0 0,0-2 0 0 0,0 0-1 0 0,1-1 1 0 0,-1-1 0 0 0,24-3-1 0 0,23 3 88 0 0,1061-17 2351 0 0,-295-4-1400 0 0,901 63 923 0 0,-1336-28-1704 0 0,1445 23 2607 0 0,-1610-48 1111 0 0,-228 11-3922 0 0,20 0-420 0 0</inkml:trace>
</inkml:ink>
</file>

<file path=ppt/ink/ink3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5:11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113 145 1320 0 0,'1'1'323'0'0,"0"-1"0"0"0,0 0 0 0 0,-1 1 0 0 0,1-1 0 0 0,0 0 0 0 0,0 0 0 0 0,0 0 0 0 0,0 1 0 0 0,-1-1 0 0 0,1 0 0 0 0,0 0 0 0 0,0 0 0 0 0,0 0 0 0 0,0 0 0 0 0,0-1 0 0 0,-1 1 0 0 0,1 0 0 0 0,0 0 0 0 0,0 0 0 0 0,0-1 0 0 0,-1 1 0 0 0,1 0 0 0 0,0-1 0 0 0,0 1 0 0 0,-1-1 0 0 0,1 1 0 0 0,0-1 0 0 0,0 0 0 0 0,0-1 84 0 0,0 1 0 0 0,-1 0 1 0 0,1-1-1 0 0,-1 1 0 0 0,1-1 0 0 0,-1 1 0 0 0,1-1 1 0 0,-1 1-1 0 0,0-1 0 0 0,0 1 0 0 0,0-1 1 0 0,0 1-1 0 0,0-1 0 0 0,0-2 0 0 0,-9-28 2166 0 0,-6 9-3889 0 0,7 17 25 0 0,0 0 1 0 0,-1 1 0 0 0,0-1 0 0 0,-17-6-1 0 0,3 2-2614 0 0,-12-7-422 0 0</inkml:trace>
</inkml:ink>
</file>

<file path=ppt/ink/ink3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5:10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40 168 0 0,'0'0'593'0'0,"-18"4"3358"0"0,8-1-1494 0 0,10 1-459 0 0,13 1-1907 0 0,0-1 1 0 0,1-1 0 0 0,-1 0-1 0 0,1-1 1 0 0,-1 0-1 0 0,19-1 1 0 0,92-4 180 0 0,-86 1-206 0 0,51-2 69 0 0,1070-31 1229 0 0,-590 33-690 0 0,149 2 22 0 0,-203-1-314 0 0,25-1-17 0 0,375 11 723 0 0,-358-12 288 0 0,-376-10-387 0 0,68-1 255 0 0,-424 24-12280 0 0,123-10 6861 0 0</inkml:trace>
</inkml:ink>
</file>

<file path=ppt/ink/ink3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5:41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19 772 0 0,'-10'-12'5186'0'0,"10"12"-5028"0"0,0-1-1 0 0,0 1 0 0 0,-1 0 1 0 0,1-1-1 0 0,0 1 1 0 0,0 0-1 0 0,0-1 0 0 0,0 1 1 0 0,-1 0-1 0 0,1 0 1 0 0,0-1-1 0 0,0 1 0 0 0,0 0 1 0 0,-1 0-1 0 0,1-1 0 0 0,0 1 1 0 0,0 0-1 0 0,-1 0 1 0 0,1 0-1 0 0,0-1 0 0 0,-1 1 1 0 0,1 0-1 0 0,0 0 1 0 0,0 0-1 0 0,-1 0 0 0 0,1 0 1 0 0,0 0-1 0 0,-1 0 0 0 0,1-1 1 0 0,0 1-1 0 0,-1 0 1 0 0,1 0-1 0 0,0 0 0 0 0,-1 1 1 0 0,1-1-1 0 0,0 0 1 0 0,-1 0-1 0 0,1 0 0 0 0,0 0 1 0 0,-1 0-1 0 0,0 0 0 0 0,0 20 243 0 0,1-1-1 0 0,1 0 0 0 0,0 0 0 0 0,1 0 1 0 0,1 0-1 0 0,9 30 0 0 0,5 35 253 0 0,-15-69-524 0 0,1 0-1 0 0,0 0 1 0 0,1 0-1 0 0,1 0 0 0 0,9 18 1 0 0,-14-32 28 0 0,0-1-136 0 0,1 1 0 0 0,-1-1 0 0 0,0 0 0 0 0,0 1 0 0 0,0-1 1 0 0,1 0-1 0 0,-1 0 0 0 0,0 1 0 0 0,0-1 0 0 0,1 0 1 0 0,-1 0-1 0 0,0 1 0 0 0,1-1 0 0 0,-1 0 0 0 0,0 0 0 0 0,1 0 1 0 0,-1 1-1 0 0,0-1 0 0 0,1 0 0 0 0,-1 0 0 0 0,0 0 1 0 0,1 0-1 0 0,-1 0 0 0 0,0 0 0 0 0,1 0 0 0 0,-1 0 0 0 0,0 0 1 0 0,1 0-1 0 0,-1 0 0 0 0,1 0 0 0 0,-1 0 0 0 0,0 0 1 0 0,1 0-1 0 0,-1 0 0 0 0,0 0 0 0 0,1-1 0 0 0,-1 1 0 0 0,0 0 1 0 0,1 0-1 0 0,-1 0 0 0 0,0 0 0 0 0,1-1 0 0 0,-1 1 1 0 0,0 0-1 0 0,0 0 0 0 0,1-1 0 0 0,-1 1 0 0 0,0 0 0 0 0,0-1 1 0 0,0 1-1 0 0,1 0 0 0 0,-1-1 0 0 0,0 1 0 0 0,0 0 1 0 0,0-1-1 0 0,23-21-145 0 0,-21 19 230 0 0,6-5-122 0 0,0 0 0 0 0,1 0-1 0 0,0 1 1 0 0,0 0 0 0 0,0 0 0 0 0,1 1-1 0 0,0 1 1 0 0,0-1 0 0 0,1 2 0 0 0,-1-1-1 0 0,1 2 1 0 0,0-1 0 0 0,0 1-1 0 0,1 1 1 0 0,-1 0 0 0 0,0 1 0 0 0,1 0-1 0 0,-1 0 1 0 0,1 1 0 0 0,-1 1-1 0 0,1 0 1 0 0,-1 1 0 0 0,0 0 0 0 0,14 4-1 0 0,-22-5-32 0 0,0 0-1 0 0,1 0 1 0 0,-1 1-1 0 0,0-1 1 0 0,0 1 0 0 0,0-1-1 0 0,0 1 1 0 0,0 0-1 0 0,0 0 1 0 0,-1 1-1 0 0,1-1 1 0 0,0 1-1 0 0,-1-1 1 0 0,0 1 0 0 0,0 0-1 0 0,0-1 1 0 0,3 6-1 0 0,-4-5-2 0 0,0 0 1 0 0,-1 0-1 0 0,1 0 0 0 0,0 0 0 0 0,-1 0 1 0 0,0 0-1 0 0,0 0 0 0 0,0 0 0 0 0,0 0 1 0 0,0 0-1 0 0,-1 0 0 0 0,0 0 0 0 0,1 0 1 0 0,-1 0-1 0 0,0 0 0 0 0,-2 4 0 0 0,-1 0-16 0 0,0 0 0 0 0,0 0 0 0 0,-1 0 0 0 0,0-1 0 0 0,0 1 0 0 0,-1-1 0 0 0,0 0 0 0 0,0-1 0 0 0,0 0 0 0 0,0 0 0 0 0,-1 0 0 0 0,0-1 0 0 0,-14 8 0 0 0,-42 10-181 0 0,61-22 202 0 0,5-4-366 0 0,1 1 387 0 0,-1-1 0 0 0,1 0-1 0 0,0 1 1 0 0,0 0 0 0 0,1 0 0 0 0,-1 0 0 0 0,1 0 0 0 0,-1 1 0 0 0,9-3 0 0 0,-9 3-8 0 0,164-69-849 0 0,28-13 471 0 0,-181 76 431 0 0,-11 7 281 0 0,1-1-1 0 0,-1-1 0 0 0,1 1 1 0 0,-1-1-1 0 0,0 0 1 0 0,0 0-1 0 0,7-8 1487 0 0,-13 12-1765 0 0,-1 0 0 0 0,1 0-1 0 0,0 0 1 0 0,-1 0 0 0 0,1 0-1 0 0,0 0 1 0 0,0 1 0 0 0,0-1-1 0 0,0 1 1 0 0,0-1 0 0 0,0 1 0 0 0,0 0-1 0 0,1-1 1 0 0,-1 1 0 0 0,0 0-1 0 0,1 1 1 0 0,0-1 0 0 0,-1 0-1 0 0,1 0 1 0 0,-1 3 0 0 0,-1 1-150 0 0,0 0 0 0 0,0 0 0 0 0,1 0 0 0 0,-1 1 0 0 0,2-1 0 0 0,-3 13 0 0 0,4-15-34 0 0,0 0 0 0 0,0 0 0 0 0,1 0 0 0 0,-1 0 0 0 0,1-1 0 0 0,0 1 0 0 0,0 0 0 0 0,1-1 0 0 0,-1 1 0 0 0,1 0 0 0 0,0-1 0 0 0,0 0 0 0 0,0 1 0 0 0,0-1 0 0 0,0 0 0 0 0,1 0 0 0 0,-1 0 0 0 0,1 0 0 0 0,0-1 0 0 0,0 1 0 0 0,4 2 0 0 0,6 4-1516 0 0,1 0-1 0 0,0-1 1 0 0,26 10 0 0 0,-2-2-1467 0 0</inkml:trace>
</inkml:ink>
</file>

<file path=ppt/ink/ink3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5:42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206 464 276 0 0,'15'-25'6844'0'0,"-15"23"-6686"0"0,0 1 1 0 0,0-1-1 0 0,-1 0 1 0 0,1 0-1 0 0,0 0 1 0 0,-1 1-1 0 0,1-1 1 0 0,-1 0-1 0 0,0 0 1 0 0,0 1-1 0 0,1-1 1 0 0,-1 1-1 0 0,0-1 1 0 0,0 1-1 0 0,0-1 1 0 0,-1 1-1 0 0,1-1 1 0 0,0 1-1 0 0,-1 0 1 0 0,1 0-1 0 0,0 0 1 0 0,-1-1-1 0 0,1 2 1 0 0,-1-1-1 0 0,-3-2 0 0 0,1 2-56 0 0,0 0 0 0 0,0 1 0 0 0,-1-1-1 0 0,1 1 1 0 0,0 0 0 0 0,0 0 0 0 0,0 0-1 0 0,-1 0 1 0 0,1 1 0 0 0,0 0-1 0 0,-5 1 1 0 0,-2 1-40 0 0,1 0 0 0 0,0 1 0 0 0,-1 1 0 0 0,1-1 0 0 0,1 1 0 0 0,-1 1 0 0 0,1 0 0 0 0,-14 12 0 0 0,20-15-39 0 0,0 0 0 0 0,0 0 0 0 0,0 1 0 0 0,0-1 0 0 0,0 1 0 0 0,1 0 0 0 0,0 0 0 0 0,-1 0 0 0 0,2 0 0 0 0,-1 0 0 0 0,0 0 0 0 0,1 1 0 0 0,0-1 0 0 0,0 0 0 0 0,0 1 0 0 0,0-1 0 0 0,1 1 0 0 0,0 7 0 0 0,1-8-28 0 0,0-1 0 0 0,0 1 0 0 0,0 0 0 0 0,1-1 0 0 0,-1 1 0 0 0,1-1 0 0 0,0 1 0 0 0,0-1 0 0 0,1 0 0 0 0,-1 0 0 0 0,0 0 0 0 0,1 0 0 0 0,0 0 0 0 0,0-1 0 0 0,0 1 1 0 0,0-1-1 0 0,0 0 0 0 0,0 0 0 0 0,1 0 0 0 0,-1 0 0 0 0,1 0 0 0 0,6 1 0 0 0,10 4-82 0 0,1 0 0 0 0,0-2 0 0 0,0-1 1 0 0,1 0-1 0 0,-1-2 0 0 0,1 0 0 0 0,-1-1 0 0 0,1-2 0 0 0,-1 0 1 0 0,1-1-1 0 0,-1-1 0 0 0,1-1 0 0 0,-1-1 0 0 0,-1-1 0 0 0,1-1 1 0 0,30-14-1 0 0,-19 6 37 0 0,0-2 0 0 0,-1-1 0 0 0,-1-1 0 0 0,0-2 0 0 0,-2-1 0 0 0,-1-1 0 0 0,0-1 0 0 0,-2-2 0 0 0,29-36 0 0 0,-45 49 148 0 0,1 0-1 0 0,-2-1 1 0 0,0 0 0 0 0,0 0 0 0 0,-2 0 0 0 0,0-1-1 0 0,0-1 1 0 0,-1 1 0 0 0,-1-1 0 0 0,-1 1 0 0 0,0-1-1 0 0,-1 0 1 0 0,-1 0 0 0 0,0 0 0 0 0,-1 0 0 0 0,-1-1-1 0 0,0 1 1 0 0,-1 0 0 0 0,-8-27 0 0 0,10 43-85 0 0,0 0 0 0 0,0-1 0 0 0,0 1 0 0 0,0 0 0 0 0,0-1 0 0 0,0 1 0 0 0,0 0-1 0 0,0-1 1 0 0,0 1 0 0 0,0 0 0 0 0,-1-1 0 0 0,1 1 0 0 0,0 0 0 0 0,0 0 0 0 0,0-1 0 0 0,0 1 0 0 0,-1 0 0 0 0,1 0 0 0 0,0-1 0 0 0,0 1 0 0 0,0 0 0 0 0,-1 0 0 0 0,1 0 0 0 0,0-1 0 0 0,0 1 0 0 0,-1 0-1 0 0,1 0 1 0 0,0 0 0 0 0,-1 0 0 0 0,1 0 0 0 0,0 0 0 0 0,0-1 0 0 0,-1 1 0 0 0,1 0 0 0 0,0 0 0 0 0,-1 0 0 0 0,1 0 0 0 0,-1 0 0 0 0,-10 10 86 0 0,-5 19-78 0 0,4 5 7 0 0,1 0-1 0 0,2 1 0 0 0,2 0 1 0 0,1 0-1 0 0,1 1 0 0 0,1 53 1 0 0,6-41-50 0 0,3-1 1 0 0,11 55-1 0 0,-11-74-210 0 0,-4-26 165 0 0,2 8-22 0 0,-3-10 86 0 0,0 0-1 0 0,0 0 1 0 0,0 1 0 0 0,0-1-1 0 0,0 0 1 0 0,0 0-1 0 0,0 0 1 0 0,0 1-1 0 0,0-1 1 0 0,0 0 0 0 0,0 0-1 0 0,0 0 1 0 0,0 1-1 0 0,0-1 1 0 0,0 0-1 0 0,1 0 1 0 0,-1 0 0 0 0,0 0-1 0 0,0 1 1 0 0,0-1-1 0 0,0 0 1 0 0,0 0-1 0 0,1 0 1 0 0,-1 0 0 0 0,0 0-1 0 0,0 1 1 0 0,0-1-1 0 0,1 0 1 0 0,-1 0-1 0 0,0 0 1 0 0,0 0 0 0 0,0 0-1 0 0,1 0 1 0 0,-1 0-1 0 0,0 0 1 0 0,0 0-1 0 0,0 0 1 0 0,1 0 0 0 0,-1 0-1 0 0,0 0 1 0 0,0 0-1 0 0,1 0 1 0 0,-1 0-1 0 0,0 0 1 0 0,0 0 0 0 0,0 0-1 0 0,1 0 1 0 0,-1 0-1 0 0,0-1 1 0 0,0 1-1 0 0,0 0 1 0 0,0 0 0 0 0,1 0-1 0 0,17-24-28 0 0,34-36 0 0 0,-50 59 26 0 0,0 0 1 0 0,0 0-1 0 0,0 0 0 0 0,0 0 1 0 0,0 0-1 0 0,0 1 0 0 0,1-1 0 0 0,-1 0 1 0 0,0 1-1 0 0,0 0 0 0 0,1-1 0 0 0,-1 1 1 0 0,0 0-1 0 0,1 0 0 0 0,-1 1 0 0 0,4-1 1 0 0,41 9-504 0 0,-40-7 358 0 0,32 7-1020 0 0,42 8-1137 0 0,-26-11-2644 0 0,-36-6 2559 0 0</inkml:trace>
</inkml:ink>
</file>

<file path=ppt/ink/ink3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5:43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67 188 620 0 0,'0'-1'201'0'0,"1"0"0"0"0,-1 1 0 0 0,1-1 1 0 0,-1 0-1 0 0,1 0 0 0 0,-1 0 0 0 0,0 1 0 0 0,1-1 0 0 0,-1 0 0 0 0,0 0 0 0 0,0 0 1 0 0,0 0-1 0 0,0 0 0 0 0,0 1 0 0 0,0-1 0 0 0,0 0 0 0 0,0 0 0 0 0,0 0 0 0 0,0 0 0 0 0,0 0 1 0 0,0 0-1 0 0,-1 1 0 0 0,1-1 0 0 0,0 0 0 0 0,-1 0 0 0 0,1 0 0 0 0,0 1 0 0 0,-1-1 1 0 0,1 0-1 0 0,-1 0 0 0 0,0 1 0 0 0,1-1 0 0 0,-1 0 0 0 0,0 0 0 0 0,-10-16 2279 0 0,9 16-2325 0 0,-1 1-1 0 0,0 0 1 0 0,0 0 0 0 0,0 1 0 0 0,0-1-1 0 0,0 0 1 0 0,0 1 0 0 0,1 0 0 0 0,-1 0-1 0 0,0 0 1 0 0,0 0 0 0 0,-3 2-1 0 0,5-3-59 0 0,0 1-113 0 0,0-1 0 0 0,0 1 0 0 0,1 0 0 0 0,-1-1 0 0 0,0 1 0 0 0,0 0 0 0 0,1-1 0 0 0,-1 1 0 0 0,1 0 0 0 0,-1 0 0 0 0,1 0 0 0 0,-1-1 0 0 0,1 1 0 0 0,-1 0 0 0 0,1 0 0 0 0,0 0 0 0 0,-1 0 0 0 0,1 0 0 0 0,0 1 0 0 0,8 5-248 0 0,1-1 1 0 0,0 0-1 0 0,1-1 0 0 0,0 0 1 0 0,-1 0-1 0 0,1-1 0 0 0,1 0 1 0 0,-1-1-1 0 0,1 0 0 0 0,-1 0 1 0 0,1-2-1 0 0,0 1 0 0 0,0-1 0 0 0,20-1 1 0 0,-22 0 189 0 0,0-1 0 0 0,0 0 0 0 0,1-1 0 0 0,-1 0 0 0 0,0 0 0 0 0,-1-1 0 0 0,1 0 0 0 0,0 0 0 0 0,-1-1 0 0 0,1 0 0 0 0,-1-1 0 0 0,0 0 0 0 0,-1 0 0 0 0,1 0 0 0 0,-1-1 1 0 0,0-1-1 0 0,10-11 0 0 0,28-43 2796 0 0,-44 60-2287 0 0,-1 1-414 0 0,0 0 0 0 0,0 0 0 0 0,0-1 0 0 0,0 1 0 0 0,0 0 0 0 0,0 0 0 0 0,0 0 0 0 0,0 0 0 0 0,0-1 0 0 0,0 1 0 0 0,0 0 0 0 0,0 0 0 0 0,0 0 0 0 0,0 0 0 0 0,0-1 0 0 0,0 1 0 0 0,0 0 0 0 0,0 0 0 0 0,1 0 1 0 0,-1 0-1 0 0,0 0 0 0 0,0 0 0 0 0,0-1 0 0 0,0 1 0 0 0,0 0 0 0 0,0 0 0 0 0,0 0 0 0 0,1 0 0 0 0,-1 0 0 0 0,0 0 0 0 0,0 0 0 0 0,0 0 0 0 0,0 0 0 0 0,0-1 0 0 0,1 1 0 0 0,-1 0 0 0 0,0 0 0 0 0,0 0 0 0 0,0 0 0 0 0,0 0 0 0 0,1 0 1 0 0,-1 0-1 0 0,0 0 0 0 0,0 0 0 0 0,0 0 0 0 0,0 0 0 0 0,1 0 0 0 0,-1 0 0 0 0,0 1 0 0 0,0-1 0 0 0,0 0 0 0 0,0 0 0 0 0,1 0 0 0 0,12 8 189 0 0,12 18-134 0 0,-22-23-62 0 0,0 1 27 0 0,1 1 0 0 0,-1-1 0 0 0,1 0 1 0 0,0 0-1 0 0,0-1 0 0 0,0 1 0 0 0,0-1 0 0 0,1 0 1 0 0,-1 0-1 0 0,1 0 0 0 0,0-1 0 0 0,0 1 0 0 0,0-1 1 0 0,6 1-1 0 0,-7-3-13 0 0,-1 0 1 0 0,1-1 0 0 0,0 0-1 0 0,0 1 1 0 0,0-1 0 0 0,-1-1-1 0 0,1 1 1 0 0,0-1-1 0 0,-1 1 1 0 0,7-5 0 0 0,8-2 76 0 0,-11 4-97 0 0,1 1 0 0 0,0 0 1 0 0,0 0-1 0 0,1 1 0 0 0,-1 0 1 0 0,0 0-1 0 0,1 1 0 0 0,-1 0 1 0 0,1 1-1 0 0,-1 0 0 0 0,1 0 1 0 0,-1 1-1 0 0,1 0 0 0 0,-1 0 0 0 0,1 1 1 0 0,13 4-1 0 0,6 2-95 0 0,1-1 0 0 0,0-2 0 0 0,1-1 1 0 0,-1-1-1 0 0,31-1 0 0 0,-25-1 15 0 0,1-2 0 0 0,53-7 0 0 0,-77 6 95 0 0,0 0 0 0 0,0-1 0 0 0,0-1 0 0 0,0 1 0 0 0,-1-2 0 0 0,1 0 0 0 0,-1 0 0 0 0,0-1 1 0 0,0-1-1 0 0,17-13 0 0 0,-26 18 10 0 0,1 0-1 0 0,-1 0 1 0 0,0 0 0 0 0,0-1 0 0 0,0 1 0 0 0,0-1 0 0 0,-1 1 0 0 0,1-1 0 0 0,-1 0-1 0 0,0 1 1 0 0,1-1 0 0 0,-1 0 0 0 0,0 0 0 0 0,-1 0 0 0 0,1 0 0 0 0,0 0 0 0 0,-1 0-1 0 0,0 0 1 0 0,0 0 0 0 0,0 0 0 0 0,0 0 0 0 0,-1-6 0 0 0,0 7-24 0 0,0 1 1 0 0,0-1 0 0 0,0 0-1 0 0,0 1 1 0 0,0-1-1 0 0,-1 1 1 0 0,1 0-1 0 0,-1-1 1 0 0,1 1 0 0 0,-1 0-1 0 0,1 0 1 0 0,-1 0-1 0 0,0 0 1 0 0,1 0 0 0 0,-1 0-1 0 0,0 1 1 0 0,0-1-1 0 0,0 0 1 0 0,0 1 0 0 0,0 0-1 0 0,1-1 1 0 0,-1 1-1 0 0,0 0 1 0 0,0 0-1 0 0,0 0 1 0 0,0 0 0 0 0,0 0-1 0 0,-2 1 1 0 0,-1-1-8 0 0,0 1 0 0 0,0 0 0 0 0,0 0 0 0 0,1 0 0 0 0,-1 1 0 0 0,1-1 0 0 0,-1 1 0 0 0,1 0 0 0 0,-1 0 0 0 0,1 1 0 0 0,0-1 0 0 0,0 1 0 0 0,0 0 0 0 0,0 0 0 0 0,1 1 0 0 0,-1-1 0 0 0,1 1 0 0 0,0-1 0 0 0,0 1 0 0 0,0 0 0 0 0,0 0 1 0 0,1 1-1 0 0,0-1 0 0 0,0 0 0 0 0,0 1 0 0 0,0-1 0 0 0,1 1 0 0 0,-1 0 0 0 0,1 0 0 0 0,1-1 0 0 0,-2 10 0 0 0,2 4-4 0 0,1 0 0 0 0,1 0-1 0 0,0 0 1 0 0,1 0 0 0 0,1 0 0 0 0,7 19 0 0 0,-9-33 4 0 0,59 170 8 0 0,11 40-4 0 0,-65-192-1 0 0,2 20 84 0 0,-9-39-56 0 0,-4-1 23 0 0,4-2-48 0 0,0 1-1 0 0,0-1 1 0 0,-1 0-1 0 0,1 1 0 0 0,0-1 1 0 0,0 0-1 0 0,-1 0 0 0 0,1 0 1 0 0,0 1-1 0 0,-1-1 1 0 0,1 0-1 0 0,0 0 0 0 0,0 0 1 0 0,-1 0-1 0 0,1 0 0 0 0,0 0 1 0 0,-1 1-1 0 0,1-1 1 0 0,0 0-1 0 0,-1 0 0 0 0,1 0 1 0 0,0 0-1 0 0,-1 0 0 0 0,1 0 1 0 0,0 0-1 0 0,-1 0 1 0 0,1 0-1 0 0,0-1 0 0 0,-1 1 1 0 0,1 0-1 0 0,0 0 0 0 0,-1 0 1 0 0,1 0-1 0 0,0 0 1 0 0,0-1-1 0 0,-1 1 0 0 0,1 0 1 0 0,0 0-1 0 0,0 0 0 0 0,-1-1 1 0 0,-4-2 18 0 0,1-1 0 0 0,-1 1 0 0 0,1-1 0 0 0,0 0 0 0 0,0-1 0 0 0,0 1 0 0 0,1-1 0 0 0,-1 1 0 0 0,1-1 0 0 0,0 0 0 0 0,1 0 1 0 0,-1 0-1 0 0,1-1 0 0 0,0 1 0 0 0,0-1 0 0 0,1 1 0 0 0,-1-1 0 0 0,1 1 0 0 0,1-1 0 0 0,-1 0 0 0 0,1 0 0 0 0,0 1 0 0 0,0-1 0 0 0,2-10 0 0 0,1 2-7 0 0,0 0-1 0 0,1 0 1 0 0,0 0-1 0 0,1 1 1 0 0,1 0-1 0 0,0 0 1 0 0,1 0-1 0 0,0 1 1 0 0,1 0-1 0 0,0 0 0 0 0,1 1 1 0 0,11-11-1 0 0,15-12-9 0 0,2 1 0 0 0,47-33 0 0 0,-37 31-18 0 0,-26 18 27 0 0,-11 8 46 0 0,1 1 0 0 0,0 0 0 0 0,1 0 0 0 0,15-7 0 0 0,-25 14 14 0 0,0 0 0 0 0,0 0 0 0 0,0 0 0 0 0,-1 0 0 0 0,1 0 0 0 0,0 0 0 0 0,-1-1 0 0 0,1 1 0 0 0,0-1 0 0 0,-1 1 0 0 0,0-1 0 0 0,1 0 0 0 0,-1 0 0 0 0,0 1 0 0 0,0-1 0 0 0,1-3 0 0 0,-2 4 494 0 0,-3 6-524 0 0,0-2-63 0 0,1 0 0 0 0,-1 1 0 0 0,1-1-1 0 0,0 1 1 0 0,0-1 0 0 0,0 1 0 0 0,1 0 0 0 0,-1-1-1 0 0,1 1 1 0 0,0 0 0 0 0,0 0 0 0 0,0 0-1 0 0,1 0 1 0 0,-1 0 0 0 0,1 1 0 0 0,0-1-1 0 0,0 0 1 0 0,0 0 0 0 0,1 0 0 0 0,0 0-1 0 0,0 0 1 0 0,0 0 0 0 0,0 0 0 0 0,0 0-1 0 0,1 0 1 0 0,-1-1 0 0 0,1 1 0 0 0,3 5-1 0 0,-1-5-276 0 0,0 0 0 0 0,0 0 0 0 0,1 0 0 0 0,-1 0 0 0 0,1-1 0 0 0,0 1 0 0 0,0-1 0 0 0,0 0 0 0 0,0-1 0 0 0,8 3-1 0 0,34 7-6469 0 0,-28-11 3702 0 0</inkml:trace>
</inkml:ink>
</file>

<file path=ppt/ink/ink3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5:43.7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160 312 244 0 0,'-1'-2'202'0'0,"0"0"0"0"0,0-1 0 0 0,0 1 1 0 0,0 0-1 0 0,-1 0 0 0 0,1 0 0 0 0,0 0 0 0 0,-1 0 0 0 0,0 1 0 0 0,1-1 1 0 0,-1 0-1 0 0,0 1 0 0 0,0-1 0 0 0,0 1 0 0 0,0 0 0 0 0,0-1 0 0 0,0 1 0 0 0,0 0 1 0 0,0 0-1 0 0,0 1 0 0 0,-1-1 0 0 0,1 0 0 0 0,0 1 0 0 0,-1-1 0 0 0,1 1 1 0 0,0 0-1 0 0,-1 0 0 0 0,1 0 0 0 0,0 0 0 0 0,-1 0 0 0 0,1 0 0 0 0,-4 1 0 0 0,-1 0 170 0 0,-1-1 0 0 0,0 1 0 0 0,0 1 0 0 0,0 0 0 0 0,1 0-1 0 0,-1 0 1 0 0,1 1 0 0 0,-11 5 0 0 0,17-8-349 0 0,0 0 1 0 0,1 1-1 0 0,-1-1 1 0 0,0 0-1 0 0,0 1 1 0 0,1-1-1 0 0,-1 1 1 0 0,0-1-1 0 0,1 1 1 0 0,-1-1-1 0 0,0 1 1 0 0,1-1-1 0 0,-1 1 1 0 0,1 0-1 0 0,-1-1 0 0 0,1 1 1 0 0,-1 0-1 0 0,1 0 1 0 0,0-1-1 0 0,-1 1 1 0 0,1 0-1 0 0,0 0 1 0 0,-1-1-1 0 0,1 1 1 0 0,0 0-1 0 0,0 0 1 0 0,0 0-1 0 0,0-1 1 0 0,0 1-1 0 0,0 0 1 0 0,0 0-1 0 0,0 0 1 0 0,0 0-1 0 0,0-1 0 0 0,0 1 1 0 0,1 0-1 0 0,-1 0 1 0 0,0 0-1 0 0,1-1 1 0 0,-1 1-1 0 0,0 0 1 0 0,1 0-1 0 0,-1-1 1 0 0,1 1-1 0 0,0 1 1 0 0,1-1-18 0 0,0 1 0 0 0,0 0 0 0 0,1-1 1 0 0,-1 0-1 0 0,0 1 0 0 0,1-1 1 0 0,-1 0-1 0 0,1 0 0 0 0,-1 0 0 0 0,1-1 1 0 0,-1 1-1 0 0,1 0 0 0 0,3-1 0 0 0,2 0 3 0 0,0-1 0 0 0,0 0 0 0 0,0 0-1 0 0,0-1 1 0 0,-1 0 0 0 0,1 0-1 0 0,0-1 1 0 0,-1 0 0 0 0,0 0 0 0 0,0-1-1 0 0,0 0 1 0 0,0 0 0 0 0,-1 0-1 0 0,1-1 1 0 0,-1 0 0 0 0,0-1 0 0 0,-1 1-1 0 0,1-1 1 0 0,6-9 0 0 0,4-5 277 0 0,-2-1 1 0 0,1-1 0 0 0,-2 0-1 0 0,17-41 1 0 0,-23 44 807 0 0,-1 1 0 0 0,-1-1 0 0 0,-1-1 0 0 0,2-22 0 0 0,-6 41 98 0 0,-13 27-847 0 0,3-8-531 0 0,2 1 1 0 0,0 0 0 0 0,2 1 0 0 0,0 0-1 0 0,-6 39 1 0 0,3 24-3075 0 0,6-4-5087 0 0,4-56 4227 0 0</inkml:trace>
</inkml:ink>
</file>

<file path=ppt/ink/ink3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5:53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90 348 0 0,'5'-6'782'0'0,"-1"0"0"0"0,0 0 0 0 0,0 0-1 0 0,0-1 1 0 0,-1 0 0 0 0,0 0 0 0 0,-1 0 0 0 0,4-11 0 0 0,-6 16-332 0 0,4-10 662 0 0,-3 6-100 0 0,-5 9 161 0 0,-10 14-1098 0 0,1 2 1 0 0,0-1-1 0 0,2 2 0 0 0,0-1 1 0 0,1 1-1 0 0,1 1 1 0 0,-12 42-1 0 0,20-59-9 0 0,1 0 1 0 0,-1 1-1 0 0,1-1 0 0 0,0 0 0 0 0,1 0 0 0 0,-1 1 1 0 0,1-1-1 0 0,1 8 0 0 0,26-20 127 0 0,31-32 166 0 0,-58 39-348 0 0,0 1-11 0 0,0-1-1 0 0,0 1 1 0 0,0 0-1 0 0,-1 0 1 0 0,1 0 0 0 0,0 0-1 0 0,0-1 1 0 0,0 1 0 0 0,0 0-1 0 0,0 0 1 0 0,-1 1 0 0 0,1-1-1 0 0,0 0 1 0 0,0 0 0 0 0,0 0-1 0 0,0 0 1 0 0,-1 1 0 0 0,1-1-1 0 0,0 0 1 0 0,0 1 0 0 0,-1-1-1 0 0,1 1 1 0 0,0-1 0 0 0,0 1-1 0 0,0 0 1 0 0,2 1-10 0 0,16 6-6 0 0,15 8-49 0 0,45 13 0 0 0,-73-28 65 0 0,1 0 1 0 0,-1 0-1 0 0,1-1 1 0 0,-1 0-1 0 0,1 0 1 0 0,-1-1 0 0 0,0 1-1 0 0,1-1 1 0 0,-1-1-1 0 0,1 1 1 0 0,-1-1-1 0 0,0 0 1 0 0,0-1 0 0 0,0 0-1 0 0,0 0 1 0 0,10-7-1 0 0,-4 4-5 0 0,31-21-19 0 0,22-11 96 0 0,-61 36-62 0 0,0 1 0 0 0,0-1 0 0 0,1 1 1 0 0,-1 0-1 0 0,1 0 0 0 0,0 0 1 0 0,-1 1-1 0 0,1-1 0 0 0,-1 1 0 0 0,1 0 1 0 0,0 0-1 0 0,-1 1 0 0 0,6 1 1 0 0,-7-1 7 0 0,0 0 0 0 0,0 0 1 0 0,0 0-1 0 0,0 0 1 0 0,-1 1-1 0 0,1 0 1 0 0,0-1-1 0 0,-1 1 0 0 0,0 0 1 0 0,1 0-1 0 0,-1 0 1 0 0,0 1-1 0 0,0-1 1 0 0,0 0-1 0 0,0 1 1 0 0,-1 0-1 0 0,1-1 0 0 0,-1 1 1 0 0,1 0-1 0 0,-1 0 1 0 0,0-1-1 0 0,0 1 1 0 0,0 0-1 0 0,0 0 0 0 0,0 4 1 0 0,-1-2-99 0 0,1-1 0 0 0,-1 1 0 0 0,1 0 1 0 0,-2 0-1 0 0,1-1 0 0 0,0 1 0 0 0,-1 0 0 0 0,0 0 0 0 0,0-1 1 0 0,0 1-1 0 0,-1-1 0 0 0,1 1 0 0 0,-1-1 0 0 0,-4 8 0 0 0,3 0-1337 0 0</inkml:trace>
</inkml:ink>
</file>

<file path=ppt/ink/ink3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5:54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30 220 76 0 0,'5'-5'2993'0'0,"12"-11"140"0"0,-5 11 3084 0 0,-11 6-6148 0 0,0-1 0 0 0,0 1 0 0 0,0 0 0 0 0,0-1 0 0 0,-1 1-1 0 0,1 0 1 0 0,0 0 0 0 0,0 0 0 0 0,-1-1 0 0 0,1 1 0 0 0,0 0 0 0 0,-1 0 0 0 0,1 0-1 0 0,-1 0 1 0 0,1 0 0 0 0,-1 0 0 0 0,0 0 0 0 0,1 0 0 0 0,-1 0 0 0 0,0 1 0 0 0,0-1-1 0 0,0 0 1 0 0,0 0 0 0 0,0 0 0 0 0,0 0 0 0 0,0 0 0 0 0,0 2 0 0 0,-1 33 699 0 0,-43 221 517 0 0,12-153-7507 0 0,32-102 5777 0 0,4-3-1829 0 0,-2 0 2242 0 0,0 1 1 0 0,0-1-1 0 0,0 0 0 0 0,0 0 1 0 0,-1 0-1 0 0,1 0 0 0 0,0 0 1 0 0,0-1-1 0 0,-1 1 0 0 0,3-2 1 0 0,1-2-38 0 0,75-40-552 0 0,68-46 293 0 0,-131 78 416 0 0,-1 0 0 0 0,-1 0 0 0 0,0-2 0 0 0,-1 0 0 0 0,0-1 0 0 0,16-24 1 0 0,-15 15 221 0 0,0 0-1 0 0,-2-1 1 0 0,13-33 0 0 0,-21 45-92 0 0,-1 0 0 0 0,0 0 0 0 0,-1-1-1 0 0,-1 1 1 0 0,0-1 0 0 0,0 0 0 0 0,-2 0-1 0 0,-1-18 1 0 0,-5-22 1052 0 0,6 54-1180 0 0,-3 2-69 0 0,0 1 1 0 0,0-1-1 0 0,0 1 0 0 0,0 0 0 0 0,0 0 0 0 0,0 0 0 0 0,1 0 0 0 0,-1 1 0 0 0,1-1 0 0 0,-1 1 0 0 0,1 0 0 0 0,0-1 0 0 0,0 1 1 0 0,0 0-1 0 0,1 0 0 0 0,-3 6 0 0 0,-38 72 13 0 0,31-57 9 0 0,-27 62 133 0 0,-43 146-1 0 0,69-192-138 0 0,4-12 24 0 0,-5 45 1 0 0,-3 9 81 0 0,16-81-130 0 0,-1-1 0 0 0,1 1 0 0 0,0-1-1 0 0,0 1 1 0 0,0-1 0 0 0,0 1 0 0 0,0-1 0 0 0,-1 1 0 0 0,1 0 0 0 0,0-1 0 0 0,0 1 0 0 0,0-1 0 0 0,0 1 0 0 0,1-1 0 0 0,-1 1 0 0 0,0-1-1 0 0,0 1 1 0 0,0-1 0 0 0,0 1 0 0 0,0-1 0 0 0,1 1 0 0 0,-1-1 0 0 0,0 1 0 0 0,1-1 0 0 0,-1 1 0 0 0,0-1 0 0 0,1 1 0 0 0,-1-1-1 0 0,0 0 1 0 0,1 1 0 0 0,0 0 0 0 0,20-1 179 0 0,41-21-106 0 0,-36 11 0 0 0,12 0-83 0 0,1 2 1 0 0,0 2 0 0 0,47-1-1 0 0,51-9-297 0 0,-122 12 374 0 0,0 0 0 0 0,0-1 0 0 0,-1 0 0 0 0,17-10 0 0 0,-23 11 193 0 0,-7 3-123 0 0,-1 1-137 0 0,1 0 0 0 0,-1-1 0 0 0,0 1 0 0 0,0-1 0 0 0,1 1 0 0 0,-1 0-1 0 0,0-1 1 0 0,1 1 0 0 0,-1 0 0 0 0,1-1 0 0 0,-1 1 0 0 0,0 0 0 0 0,1-1 0 0 0,-1 1 0 0 0,1 0 0 0 0,-1 0 0 0 0,1 0 0 0 0,-1-1 0 0 0,1 1 0 0 0,-1 0 0 0 0,1 0 0 0 0,-1 0-1 0 0,1 0 1 0 0,-1 0 0 0 0,1 0 0 0 0,-1 0 0 0 0,1 0 0 0 0,-1 0 0 0 0,1 0 0 0 0,-1 0 0 0 0,1 0 0 0 0,-1 1 0 0 0,1-1 0 0 0,21 7 150 0 0,-15-2-138 0 0,-1 1-2 0 0,0-1 0 0 0,1-1-1 0 0,0 1 1 0 0,-1-1 0 0 0,1 0 0 0 0,0-1 0 0 0,1 1 0 0 0,-1-2 0 0 0,1 1 0 0 0,-1-1 0 0 0,1 0-1 0 0,10 1 1 0 0,-16-3 239 0 0,-2 0-246 0 0,1 0-1 0 0,0 1 1 0 0,-1-1-1 0 0,1 0 1 0 0,0 0-1 0 0,-1 0 1 0 0,1 0-1 0 0,0-1 1 0 0,-1 1-1 0 0,1 0 1 0 0,0 0-1 0 0,-1 0 1 0 0,1 0-1 0 0,0-1 1 0 0,-1 1-1 0 0,1 0 1 0 0,-1-1-1 0 0,1 1 1 0 0,0 0-1 0 0,-1-1 1 0 0,1 1-1 0 0,-1-1 0 0 0,1 1 1 0 0,-1-1-1 0 0,0 1 1 0 0,1-1-1 0 0,-1 1 1 0 0,1-1-1 0 0,-1 1 1 0 0,0-1-1 0 0,1 0 1 0 0,-1 1-1 0 0,0-1 1 0 0,0 1-1 0 0,0-1 1 0 0,1 0-1 0 0,-1 1 1 0 0,0-1-1 0 0,0 0 1 0 0,0 1-1 0 0,0-1 1 0 0,0 0-1 0 0,0 1 1 0 0,0-1-1 0 0,-1-1 1 0 0,3-26 532 0 0,-3 25-695 0 0,0 0 0 0 0,0 0 0 0 0,0 0 1 0 0,0 0-1 0 0,-1 1 0 0 0,1-1 0 0 0,-1 0 0 0 0,0 1 0 0 0,0-1 0 0 0,0 1 0 0 0,0 0 0 0 0,0-1 1 0 0,0 1-1 0 0,0 0 0 0 0,-1 0 0 0 0,1 0 0 0 0,-1 1 0 0 0,-3-3 0 0 0,4 4-1064 0 0</inkml:trace>
</inkml:ink>
</file>

<file path=ppt/ink/ink3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5:54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10 194 236 0 0,'0'0'4258'0'0,"-2"4"-3817"0"0,1-3-371 0 0,1 0 0 0 0,-1 0 0 0 0,0 0 0 0 0,1 0 0 0 0,-1 0 0 0 0,0 0 0 0 0,1 0 0 0 0,-1 1-1 0 0,1-1 1 0 0,0 0 0 0 0,-1 0 0 0 0,1 0 0 0 0,0 1 0 0 0,0-1 0 0 0,0 0 0 0 0,0 1 0 0 0,0-1 0 0 0,0 0 0 0 0,0 0 0 0 0,0 1 0 0 0,1-1 0 0 0,-1 0-1 0 0,0 0 1 0 0,1 1 0 0 0,-1-1 0 0 0,1 0 0 0 0,-1 0 0 0 0,1 0 0 0 0,-1 0 0 0 0,1 0 0 0 0,0 0 0 0 0,0 0 0 0 0,0 0 0 0 0,-1 0 0 0 0,1 0-1 0 0,0 0 1 0 0,0 0 0 0 0,0-1 0 0 0,0 1 0 0 0,1 0 0 0 0,-1-1 0 0 0,0 1 0 0 0,0-1 0 0 0,0 1 0 0 0,0-1 0 0 0,1 1 0 0 0,-1-1 0 0 0,0 0 0 0 0,2 0-1 0 0,9 3-7 0 0,0-1-1 0 0,0 0 1 0 0,0-1-1 0 0,0-1 0 0 0,0 0 1 0 0,0-1-1 0 0,0 0 0 0 0,0 0 1 0 0,0-1-1 0 0,0-1 1 0 0,-1 0-1 0 0,1-1 0 0 0,-1 0 1 0 0,0-1-1 0 0,0 0 0 0 0,0-1 1 0 0,0 0-1 0 0,12-9 1 0 0,-14 6 257 0 0,-1 1 0 0 0,1-2 0 0 0,-1 1 0 0 0,-1-1 1 0 0,0 0-1 0 0,0 0 0 0 0,-1-1 0 0 0,0 0 1 0 0,-1 0-1 0 0,0-1 0 0 0,-1 1 0 0 0,0-1 1 0 0,-1 0-1 0 0,2-14 0 0 0,-2 1 2727 0 0,-5 31-1433 0 0,-5 45-1134 0 0,0 92 59 0 0,2-96-733 0 0,-8 43-6004 0 0,7-69-4445 0 0</inkml:trace>
</inkml:ink>
</file>

<file path=ppt/ink/ink3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5:55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40 132 0 0,'4'-3'1226'0'0,"1"0"0"0"0,0 0-1 0 0,0 0 1 0 0,0 1 0 0 0,1 0 0 0 0,-1 0-1 0 0,0 0 1 0 0,10-1 0 0 0,51-7 791 0 0,-27 5-3614 0 0,-36 4-536 0 0</inkml:trace>
</inkml:ink>
</file>

<file path=ppt/ink/ink3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6:04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1 749 664 0 0,'0'9'9539'0'0,"22"-43"-8390"0"0,38-43 0 0 0,21-30-195 0 0,-46 55-699 0 0,-3-2 0 0 0,-2 0 0 0 0,-3-3 0 0 0,-2 0 0 0 0,-2-1 0 0 0,21-87 0 0 0,-36 82-239 0 0,-13 67-51 0 0,-9 5 14 0 0,1 1 0 0 0,1 1-1 0 0,0 1 1 0 0,0 0-1 0 0,1 0 1 0 0,1 1 0 0 0,0 0-1 0 0,1 1 1 0 0,0 0-1 0 0,-11 26 1 0 0,9-19 5 0 0,2 1 0 0 0,1 1 0 0 0,0-1-1 0 0,2 1 1 0 0,1 0 0 0 0,0 1 0 0 0,-1 28 0 0 0,6-38 15 0 0,0 0 1 0 0,1 0-1 0 0,0-1 1 0 0,1 1 0 0 0,0 0-1 0 0,1 0 1 0 0,1-1-1 0 0,0 1 1 0 0,1-1 0 0 0,9 18-1 0 0,-9-23 7 0 0,0 0 0 0 0,0-1 0 0 0,1 0 0 0 0,0 0 0 0 0,0 0-1 0 0,1 0 1 0 0,0-1 0 0 0,0 0 0 0 0,0-1 0 0 0,1 1 0 0 0,-1-1 0 0 0,1-1 0 0 0,1 0-1 0 0,-1 0 1 0 0,1 0 0 0 0,15 3 0 0 0,-6-3 10 0 0,0-1 0 0 0,1 0 0 0 0,-1-2 0 0 0,0 0 0 0 0,0-1-1 0 0,1-1 1 0 0,-1-1 0 0 0,0 0 0 0 0,0-2 0 0 0,0 0 0 0 0,0-1 0 0 0,-1 0 0 0 0,25-12 0 0 0,-26 10 2 0 0,0-1 1 0 0,-1-1 0 0 0,0 0-1 0 0,0-1 1 0 0,-1-1 0 0 0,0 0-1 0 0,-1-1 1 0 0,-1 0 0 0 0,0-1-1 0 0,0 0 1 0 0,-1-1 0 0 0,-1-1-1 0 0,0 1 1 0 0,8-18 0 0 0,-17 30-17 0 0,0 0 1 0 0,0 0-1 0 0,0-1 1 0 0,0 1-1 0 0,0 0 1 0 0,0 0-1 0 0,-1-1 1 0 0,1 1 0 0 0,-1 0-1 0 0,0-1 1 0 0,1 1-1 0 0,-1 0 1 0 0,0-1-1 0 0,0 1 1 0 0,-1-1-1 0 0,1 1 1 0 0,0 0-1 0 0,-1-1 1 0 0,0 1-1 0 0,1 0 1 0 0,-1 0-1 0 0,0-1 1 0 0,0 1-1 0 0,0 0 1 0 0,0 0 0 0 0,-1 0-1 0 0,1 0 1 0 0,-2-2-1 0 0,-2 3-10 0 0,0 1 0 0 0,1 0 0 0 0,-1 0 0 0 0,0 0 0 0 0,1 0 0 0 0,-1 1 0 0 0,0-1 0 0 0,1 1 0 0 0,-1 1 0 0 0,-6 1 0 0 0,11-3 7 0 0,-15 5-19 0 0,-1 1-1 0 0,2 0 1 0 0,-1 1-1 0 0,1 0 1 0 0,-24 17-1 0 0,33-21-10 0 0,1 0 0 0 0,-1 1 1 0 0,1-1-1 0 0,0 1 0 0 0,0 0 0 0 0,1 1 0 0 0,-1-1 0 0 0,1 0 1 0 0,0 1-1 0 0,0 0 0 0 0,0 0 0 0 0,1 0 0 0 0,-1 0 0 0 0,1 0 1 0 0,0 0-1 0 0,1 1 0 0 0,-1-1 0 0 0,1 0 0 0 0,0 9 0 0 0,1-11 20 0 0,0 0 0 0 0,1-1 0 0 0,0 1-1 0 0,-1 0 1 0 0,1 0 0 0 0,0-1-1 0 0,1 1 1 0 0,-1 0 0 0 0,0-1 0 0 0,1 1-1 0 0,-1-1 1 0 0,1 0 0 0 0,0 1 0 0 0,0-1-1 0 0,0 0 1 0 0,0 0 0 0 0,0 0-1 0 0,0 0 1 0 0,1-1 0 0 0,4 4 0 0 0,52 22-96 0 0,-58-26 104 0 0,16 4-47 0 0,1 0 1 0 0,0-1-1 0 0,0-1 1 0 0,1-1 0 0 0,-1 0-1 0 0,0-2 1 0 0,1 0 0 0 0,22-3-1 0 0,5-3-157 0 0,1-2-1 0 0,44-15 1 0 0,-74 18 159 0 0,0-1 1 0 0,0-1 0 0 0,-1 0-1 0 0,0-2 1 0 0,14-9-1 0 0,-21 12 116 0 0,0 0-1 0 0,0-1 0 0 0,-1 0 1 0 0,0-1-1 0 0,0 1 0 0 0,-1-1 1 0 0,0-1-1 0 0,0 0 0 0 0,7-13 1 0 0,13-20 982 0 0,-26 40-932 0 0,3-3-59 0 0,-4 5-57 0 0,0 0 0 0 0,0 0 0 0 0,0 0 1 0 0,-1 0-1 0 0,1 0 0 0 0,0 0 0 0 0,0 0 0 0 0,0 0 0 0 0,0 0 0 0 0,0 0 0 0 0,0 0 0 0 0,0 0 1 0 0,0 0-1 0 0,-1 0 0 0 0,1 0 0 0 0,0 0 0 0 0,0 0 0 0 0,0 0 0 0 0,0 0 0 0 0,0 0 1 0 0,0 0-1 0 0,0 0 0 0 0,0 0 0 0 0,-1 0 0 0 0,1 0 0 0 0,0 0 0 0 0,0 0 0 0 0,0 0 0 0 0,0 0 1 0 0,0 0-1 0 0,0 0 0 0 0,0 0 0 0 0,0-1 0 0 0,0 1 0 0 0,0 0 0 0 0,-1 0 0 0 0,1 0 1 0 0,0 0-1 0 0,0 0 0 0 0,0 0 0 0 0,0 0 0 0 0,0 0 0 0 0,0 0 0 0 0,0-1 0 0 0,-17 11-52 0 0,0 1 0 0 0,1 1 0 0 0,1 0 0 0 0,-20 20 0 0 0,34-32 37 0 0,1 1 0 0 0,-1-1 1 0 0,1 0-1 0 0,-1 1 1 0 0,1-1-1 0 0,0 0 1 0 0,-1 1-1 0 0,1-1 0 0 0,0 1 1 0 0,-1-1-1 0 0,1 1 1 0 0,0-1-1 0 0,0 1 0 0 0,0-1 1 0 0,-1 1-1 0 0,1-1 1 0 0,0 1-1 0 0,0-1 0 0 0,0 1 1 0 0,0-1-1 0 0,0 1 1 0 0,0-1-1 0 0,0 1 0 0 0,0-1 1 0 0,0 1-1 0 0,0-1 1 0 0,0 1-1 0 0,0-1 0 0 0,0 1 1 0 0,0-1-1 0 0,1 1 1 0 0,-1-1-1 0 0,0 1 0 0 0,0-1 1 0 0,0 1-1 0 0,1-1 1 0 0,-1 1-1 0 0,24 5-149 0 0,45-12 106 0 0,-58 4-24 0 0,-5 2-427 0 0,-1 0 0 0 0,1 0-1 0 0,0 0 1 0 0,-1 1 0 0 0,1-1 0 0 0,-1 1 0 0 0,1 1 0 0 0,7 2 0 0 0,9 2-4341 0 0,-5-2 2282 0 0</inkml:trace>
</inkml:ink>
</file>

<file path=ppt/ink/ink3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6:05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120 308 160 0 0,'-1'-3'572'0'0,"-1"0"1"0"0,0 0-1 0 0,0 0 0 0 0,-1 0 1 0 0,1 1-1 0 0,0-1 0 0 0,-5-3 0 0 0,3 6-432 0 0,0 1 0 0 0,0-1 0 0 0,0 1-1 0 0,0 0 1 0 0,0 0 0 0 0,0 0-1 0 0,0 1 1 0 0,1-1 0 0 0,-1 1-1 0 0,0 0 1 0 0,1 0 0 0 0,-1 0-1 0 0,1 0 1 0 0,0 1 0 0 0,0-1-1 0 0,0 1 1 0 0,0 0 0 0 0,0 0 0 0 0,0 0-1 0 0,1 0 1 0 0,0 1 0 0 0,-1-1-1 0 0,-1 4 1 0 0,2-1-40 0 0,-1-1 0 0 0,1 0 0 0 0,0 1 0 0 0,0-1 0 0 0,1 1-1 0 0,-1-1 1 0 0,1 1 0 0 0,0 0 0 0 0,1 0 0 0 0,0-1 0 0 0,0 1 0 0 0,0 0 0 0 0,0 0 0 0 0,1 0 0 0 0,2 8 0 0 0,-3-12 51 0 0,22 0 483 0 0,-10-6-466 0 0,0-1-1 0 0,-1-1 1 0 0,1 0 0 0 0,-1-1-1 0 0,-1 0 1 0 0,1 0-1 0 0,-1-1 1 0 0,0-1 0 0 0,-1 0-1 0 0,0 0 1 0 0,0 0 0 0 0,9-15-1 0 0,-6 7-18 0 0,0 0 0 0 0,-1-1 0 0 0,0-1 0 0 0,-2 0-1 0 0,0 0 1 0 0,11-39 0 0 0,-18 50-143 0 0,0 1 0 0 0,0-1 0 0 0,-1 0-1 0 0,-1 0 1 0 0,1 0 0 0 0,-1 0 0 0 0,0 0 0 0 0,-1 0 0 0 0,0 0 0 0 0,0 0 0 0 0,-1 0 0 0 0,-3-9-1 0 0,4 14-11 0 0,-1 0 0 0 0,1 0-1 0 0,-1 0 1 0 0,0 0-1 0 0,0 0 1 0 0,-1 1-1 0 0,1-1 1 0 0,0 1-1 0 0,-1-1 1 0 0,1 1 0 0 0,-1 0-1 0 0,0 0 1 0 0,0 0-1 0 0,0 0 1 0 0,0 1-1 0 0,0-1 1 0 0,0 1-1 0 0,0 0 1 0 0,-1 0-1 0 0,1 0 1 0 0,0 0 0 0 0,-1 1-1 0 0,1-1 1 0 0,-1 1-1 0 0,1 0 1 0 0,0 0-1 0 0,-1 0 1 0 0,1 0-1 0 0,-1 0 1 0 0,-5 2 0 0 0,7-1-24 0 0,-1-1 0 0 0,1 1 1 0 0,-1-1-1 0 0,1 1 1 0 0,-1 0-1 0 0,1 0 0 0 0,-1 0 1 0 0,1 0-1 0 0,-1 0 1 0 0,1 1-1 0 0,0-1 0 0 0,0 1 1 0 0,0-1-1 0 0,0 1 1 0 0,0 0-1 0 0,0 0 0 0 0,0 0 1 0 0,1 0-1 0 0,-3 4 1 0 0,3-4 18 0 0,0-1 0 0 0,1 1 0 0 0,-1 0 1 0 0,1 0-1 0 0,0-1 0 0 0,-1 1 0 0 0,1 0 1 0 0,0 0-1 0 0,0 0 0 0 0,0-1 1 0 0,0 1-1 0 0,1 0 0 0 0,-1 0 0 0 0,0-1 1 0 0,1 1-1 0 0,-1 0 0 0 0,1 0 0 0 0,0-1 1 0 0,-1 1-1 0 0,1 0 0 0 0,0-1 0 0 0,0 1 1 0 0,0-1-1 0 0,0 1 0 0 0,0-1 0 0 0,1 0 1 0 0,-1 1-1 0 0,0-1 0 0 0,1 0 1 0 0,1 2-1 0 0,28 21-71 0 0,51 30 1 0 0,-56-38 36 0 0,-1 0 1 0 0,0 2-1 0 0,-2 0 1 0 0,26 26-1 0 0,-47-41 27 0 0,1 0-1 0 0,-1 1 1 0 0,1 0 0 0 0,-1-1-1 0 0,0 1 1 0 0,-1 0-1 0 0,1 0 1 0 0,-1 0-1 0 0,1 0 1 0 0,-1 0-1 0 0,0 1 1 0 0,-1-1-1 0 0,1 0 1 0 0,-1 0-1 0 0,0 1 1 0 0,0-1-1 0 0,0 0 1 0 0,0 0-1 0 0,-1 1 1 0 0,0-1-1 0 0,0 0 1 0 0,0 0-1 0 0,0 0 1 0 0,-1 0-1 0 0,1 0 1 0 0,-1 0-1 0 0,0 0 1 0 0,0 0-1 0 0,-1-1 1 0 0,1 1-1 0 0,-1-1 1 0 0,0 0 0 0 0,0 0-1 0 0,0 0 1 0 0,-5 4-1 0 0,2-2-252 0 0,-12 11-1629 0 0,5-8-3010 0 0,3-5 2366 0 0</inkml:trace>
</inkml:ink>
</file>

<file path=ppt/ink/ink3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6:05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 80 0 0,'7'-14'2048'0'0,"-4"0"-1076"0"0,-2 7 1693 0 0,2-9-773 0 0,-1 8-1408 0 0</inkml:trace>
</inkml:ink>
</file>

<file path=ppt/ink/ink3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6:06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51 464 0 0,'0'0'750'0'0,"-12"45"4135"0"0,12-43-4334 0 0,0-2-505 0 0,0 0 0 0 0,-1 1 1 0 0,1-1-1 0 0,0 0 0 0 0,0 1 0 0 0,0-1 1 0 0,0 0-1 0 0,0 1 0 0 0,0-1 0 0 0,0 0 0 0 0,0 1 1 0 0,0-1-1 0 0,0 0 0 0 0,0 1 0 0 0,0-1 1 0 0,0 0-1 0 0,1 1 0 0 0,-1-1 0 0 0,0 0 1 0 0,0 1-1 0 0,0-1 0 0 0,0 0 0 0 0,0 1 0 0 0,1-1 1 0 0,-1 0-1 0 0,0 1 0 0 0,0-1 0 0 0,1 0 1 0 0,-1 0-1 0 0,0 0 0 0 0,0 1 0 0 0,1-1 0 0 0,-1 0 1 0 0,0 0-1 0 0,1 0 0 0 0,-1 1 0 0 0,0-1 1 0 0,1 0-1 0 0,-1 0 0 0 0,0 0 0 0 0,1 0 1 0 0,-1 0-1 0 0,0 0 0 0 0,1 0 0 0 0,-1 0 0 0 0,0 0 1 0 0,1 0-1 0 0,-1 0 0 0 0,1 0 0 0 0,2 0-240 0 0,0 1 432 0 0,2-3-36 0 0,36-16 182 0 0,-32 13-309 0 0,1 0 0 0 0,0 0 0 0 0,0 1 0 0 0,0 1 0 0 0,1-1 0 0 0,-1 2 0 0 0,1 0 0 0 0,0 0 0 0 0,0 1-1 0 0,0 0 1 0 0,18 1 0 0 0,134 29 72 0 0,27 4-48 0 0,-180-32-39 0 0,0-1 0 0 0,0 1 0 0 0,-1-1 1 0 0,1-1-1 0 0,0 0 0 0 0,0-1 0 0 0,11-2 1 0 0,-19 3-27 0 0,0 1 0 0 0,0-1 1 0 0,0 0-1 0 0,0 1 1 0 0,0-1-1 0 0,0 0 1 0 0,0 0-1 0 0,0 0 1 0 0,-1 0-1 0 0,1-1 1 0 0,-1 1-1 0 0,1 0 0 0 0,0-1 1 0 0,-1 1-1 0 0,0-1 1 0 0,1 0-1 0 0,-1 1 1 0 0,0-1-1 0 0,0 0 1 0 0,0 0-1 0 0,0 0 1 0 0,0 0-1 0 0,-1 0 0 0 0,1 0 1 0 0,-1 0-1 0 0,1 0 1 0 0,-1 0-1 0 0,1 0 1 0 0,-1 0-1 0 0,0 0 1 0 0,0 0-1 0 0,0 0 1 0 0,0 0-1 0 0,-1 0 1 0 0,1 0-1 0 0,0 0 0 0 0,-1 0 1 0 0,0 0-1 0 0,0-3 1 0 0,-1 2-18 0 0,0 0 0 0 0,0 0 1 0 0,0 0-1 0 0,0 1 0 0 0,0-1 1 0 0,0 0-1 0 0,-1 1 1 0 0,1 0-1 0 0,-1-1 0 0 0,0 1 1 0 0,0 0-1 0 0,0 0 0 0 0,0 1 1 0 0,0-1-1 0 0,0 1 0 0 0,0-1 1 0 0,0 1-1 0 0,-1 0 0 0 0,1 0 1 0 0,-1 0-1 0 0,1 1 0 0 0,-6-1 1 0 0,8 1-20 0 0,-3 1-25 0 0,2-1 2 0 0,-1 1 0 0 0,1-1 0 0 0,0 1 1 0 0,0 0-1 0 0,0 0 0 0 0,0 0 0 0 0,0 0 0 0 0,0 0 0 0 0,0 1 0 0 0,0-1 1 0 0,0 0-1 0 0,1 1 0 0 0,-1-1 0 0 0,0 1 0 0 0,1 0 0 0 0,-3 3 1 0 0,4-4 6 0 0,0-1 1 0 0,-1 1-1 0 0,1 0 0 0 0,0-1 1 0 0,0 1-1 0 0,0 0 1 0 0,-1-1-1 0 0,1 1 1 0 0,0 0-1 0 0,0-1 1 0 0,0 1-1 0 0,0 0 0 0 0,0 0 1 0 0,1-1-1 0 0,-1 1 1 0 0,0 0-1 0 0,0-1 1 0 0,0 1-1 0 0,0 0 1 0 0,1-1-1 0 0,-1 1 1 0 0,1 1-1 0 0,0-1 4 0 0,0 0 0 0 0,1 1 0 0 0,-1-1 0 0 0,1 0 0 0 0,-1 1 0 0 0,1-1 0 0 0,-1 0 0 0 0,1 0 0 0 0,0 0 0 0 0,-1 0 0 0 0,1-1 0 0 0,3 2 0 0 0,-4-2-17 0 0,55-9 350 0 0,-54 9-308 0 0,-2 3-22 0 0,-1 28 11 0 0,-2 0 1 0 0,-1-1-1 0 0,-2 1 1 0 0,-10 34-1 0 0,-47 122 8 0 0,34-107-7 0 0,11-28 5 0 0,-37 96 59 0 0,47-130-53 0 0,-1 0-1 0 0,-1 0 1 0 0,-1-1 0 0 0,0-1 0 0 0,-23 26 0 0 0,31-38 60 0 0,0-1 0 0 0,0 0-1 0 0,-1 0 1 0 0,1-1 0 0 0,-1 1-1 0 0,0-1 1 0 0,1 1 0 0 0,-1-1-1 0 0,0 0 1 0 0,0-1 0 0 0,-1 1-1 0 0,1-1 1 0 0,0 0 0 0 0,0 0-1 0 0,-1 0 1 0 0,1 0 0 0 0,-1-1 0 0 0,1 0-1 0 0,0 1 1 0 0,-1-2 0 0 0,1 1-1 0 0,-1-1 1 0 0,1 1 0 0 0,0-1-1 0 0,-1 0 1 0 0,1-1 0 0 0,-6-1-1 0 0,5 0 46 0 0,-1 0-1 0 0,1 0 1 0 0,-1-1-1 0 0,1 0 1 0 0,0 0-1 0 0,0 0 1 0 0,1 0 0 0 0,-1-1-1 0 0,1 0 1 0 0,0 0-1 0 0,0 0 1 0 0,1 0-1 0 0,-1 0 1 0 0,1-1-1 0 0,1 0 1 0 0,-1 0-1 0 0,1 0 1 0 0,-3-11-1 0 0,2 4-76 0 0,0-1 0 0 0,1 0 0 0 0,1 0 1 0 0,0 0-1 0 0,1-1 0 0 0,1 1 0 0 0,0 0 0 0 0,1 0 0 0 0,1 0 0 0 0,0 1 0 0 0,0-1 0 0 0,2 0 0 0 0,0 1 1 0 0,0 0-1 0 0,1 0 0 0 0,1 1 0 0 0,0 0 0 0 0,10-15 0 0 0,-5 12-520 0 0,0 1 0 0 0,1 0 0 0 0,1 1 0 0 0,0 0 0 0 0,0 1 0 0 0,1 0 0 0 0,1 2-1 0 0,0-1 1 0 0,1 2 0 0 0,-1 0 0 0 0,2 1 0 0 0,-1 1 0 0 0,23-6 0 0 0,4 2-3555 0 0,2 1 309 0 0</inkml:trace>
</inkml:ink>
</file>

<file path=ppt/ink/ink3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6:06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7 794 356 0 0,'-7'1'10150'0'0,"131"-163"-6381"0"0,68-165-1514 0 0,-171 279-2058 0 0,14-50 0 0 0,-1 2-7 0 0,-17 37-128 0 0,-17 57-90 0 0,0 2 17 0 0,0-1-1 0 0,0 1 1 0 0,0 0-1 0 0,0 0 1 0 0,0 0-1 0 0,0 0 1 0 0,0 0 0 0 0,-1-1-1 0 0,1 1 1 0 0,0 0-1 0 0,0 0 1 0 0,0 0-1 0 0,0 0 1 0 0,0 0-1 0 0,0 0 1 0 0,-1 0-1 0 0,1 0 1 0 0,0-1-1 0 0,0 1 1 0 0,0 0 0 0 0,0 0-1 0 0,-1 0 1 0 0,1 0-1 0 0,0 0 1 0 0,0 0-1 0 0,0 0 1 0 0,0 0-1 0 0,-1 0 1 0 0,1 0-1 0 0,0 0 1 0 0,0 0-1 0 0,0 0 1 0 0,0 0 0 0 0,-1 0-1 0 0,1 0 1 0 0,0 0-1 0 0,0 0 1 0 0,0 1-1 0 0,0-1 1 0 0,-1 0-1 0 0,1 0 1 0 0,0 0-1 0 0,0 0 1 0 0,0 0-1 0 0,0 0 1 0 0,0 0-1 0 0,0 0 1 0 0,-1 1 0 0 0,1-1-1 0 0,0 0 1 0 0,0 0-1 0 0,0 0 1 0 0,0 0-1 0 0,0 1 1 0 0,0-1-1 0 0,0 0 1 0 0,0 0-1 0 0,0 0 1 0 0,0 0-1 0 0,0 0 1 0 0,0 1 0 0 0,0-1-1 0 0,0 0 1 0 0,0 0-1 0 0,0 0 1 0 0,0 1-1 0 0,0-1 1 0 0,-18 22-212 0 0,-15 33 92 0 0,-62 204-159 0 0,86-225 277 0 0,1 0-1 0 0,2 0 0 0 0,1 0 0 0 0,1 1 1 0 0,2 67-1 0 0,2-98 18 0 0,1-1 0 0 0,-1 1-1 0 0,0 0 1 0 0,1 0 0 0 0,0-1 0 0 0,0 1 0 0 0,0 0 0 0 0,0-1 0 0 0,0 1 0 0 0,1-1 0 0 0,0 1 0 0 0,-1-1-1 0 0,1 0 1 0 0,1 0 0 0 0,-1 0 0 0 0,0 0 0 0 0,5 4 0 0 0,-4-5 3 0 0,0 0 0 0 0,0-1-1 0 0,0 0 1 0 0,0 0 0 0 0,0 0 0 0 0,1 0 0 0 0,-1-1 0 0 0,0 1-1 0 0,0-1 1 0 0,1 0 0 0 0,-1 1 0 0 0,0-2 0 0 0,1 1-1 0 0,-1 0 1 0 0,0-1 0 0 0,0 1 0 0 0,0-1 0 0 0,1 0-1 0 0,-1 0 1 0 0,6-3 0 0 0,-1 0 119 0 0,1 1-1 0 0,-1-2 0 0 0,0 0 1 0 0,0 0-1 0 0,0 0 1 0 0,0-1-1 0 0,12-12 1 0 0,-20 17-63 0 0,0 1-90 0 0,0 0 26 0 0,0 0-1 0 0,0-1 1 0 0,0 1-1 0 0,0 0 1 0 0,0 0-1 0 0,0 0 1 0 0,0 0 0 0 0,1 0-1 0 0,-1 0 1 0 0,0-1-1 0 0,0 1 1 0 0,0 0-1 0 0,0 0 1 0 0,0 0-1 0 0,0 0 1 0 0,0 0 0 0 0,0 0-1 0 0,0-1 1 0 0,0 1-1 0 0,0 0 1 0 0,0 0-1 0 0,1 0 1 0 0,-1 0 0 0 0,0 0-1 0 0,0 0 1 0 0,0 0-1 0 0,0 0 1 0 0,0 0-1 0 0,0-1 1 0 0,0 1-1 0 0,1 0 1 0 0,-1 0 0 0 0,0 0-1 0 0,0 0 1 0 0,0 0-1 0 0,0 0 1 0 0,0 0-1 0 0,1 0 1 0 0,-1 0-1 0 0,0 0 1 0 0,0 0 0 0 0,0 0-1 0 0,0 0 1 0 0,0 0-1 0 0,1 0 1 0 0,-1 0-1 0 0,0 0 1 0 0,0 0-1 0 0,0 1 1 0 0,0-1 0 0 0,0 0-1 0 0,0 0 1 0 0,1 0-1 0 0,-1 0 1 0 0,12 8-83 0 0,6 9 21 0 0,-18-17 67 0 0,14 5-25 0 0,-10-4-1222 0 0,2-11 233 0 0,-5 7-314 0 0,-1-9-5143 0 0</inkml:trace>
</inkml:ink>
</file>

<file path=ppt/ink/ink3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6:07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39 852 0 0,'0'0'2704'0'0,"11"-25"3920"0"0,2 21-6279 0 0,0 1 1 0 0,0 1-1 0 0,-1 0 0 0 0,1 1 1 0 0,17 0-1 0 0,67 7-7325 0 0,-74-4 4012 0 0</inkml:trace>
</inkml:ink>
</file>

<file path=ppt/ink/ink3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5:30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163 300 324 0 0,'-9'-20'1509'0'0,"-21"-34"7352"0"0,26 55-8791 0 0,1 0 0 0 0,-1 0 0 0 0,1 0 0 0 0,-1 1 0 0 0,1 0 0 0 0,-1-1 0 0 0,1 1 0 0 0,0 1 0 0 0,0-1 0 0 0,0 0 0 0 0,0 1 0 0 0,0 0 0 0 0,0-1 0 0 0,1 1 0 0 0,0 0 0 0 0,-3 4 0 0 0,-36 55 445 0 0,40-61-499 0 0,-3 5 31 0 0,0 1 0 0 0,1 0-1 0 0,0 0 1 0 0,0 0 0 0 0,1 0 0 0 0,0 0-1 0 0,0 0 1 0 0,0 1 0 0 0,0 13 0 0 0,2-18-29 0 0,0 1 1 0 0,0-1 0 0 0,1 1 0 0 0,-1 0 0 0 0,1-1-1 0 0,0 1 1 0 0,0-1 0 0 0,0 1 0 0 0,0-1 0 0 0,1 1 0 0 0,-1-1-1 0 0,1 0 1 0 0,0 0 0 0 0,0 0 0 0 0,0 0 0 0 0,1 0-1 0 0,-1 0 1 0 0,0-1 0 0 0,1 1 0 0 0,0-1 0 0 0,5 4 0 0 0,-7-5 4 0 0,1 0 1 0 0,0-1 0 0 0,0 1 0 0 0,0-1 0 0 0,0 1-1 0 0,0-1 1 0 0,0 0 0 0 0,0 0 0 0 0,0 1 0 0 0,0-2-1 0 0,0 1 1 0 0,0 0 0 0 0,0 0 0 0 0,0-1 0 0 0,0 1 0 0 0,0-1-1 0 0,0 1 1 0 0,0-1 0 0 0,0 0 0 0 0,-1 0 0 0 0,1 0-1 0 0,0 0 1 0 0,2-1 0 0 0,35-28 194 0 0,-27 17-194 0 0,0-1 0 0 0,17-25 0 0 0,-24 29-94 0 0,1 1-1 0 0,0 1 0 0 0,1-1 0 0 0,0 1 0 0 0,0 0 0 0 0,1 1 1 0 0,-1 0-1 0 0,2 0 0 0 0,-1 0 0 0 0,1 1 0 0 0,12-7 1 0 0,15-1-156 0 0,-1-3 1 0 0,-1 0 0 0 0,58-41-1 0 0,-79 48 288 0 0,0 0 0 0 0,0-1-1 0 0,-1 0 1 0 0,-1-1-1 0 0,0-1 1 0 0,0 1 0 0 0,-1-2-1 0 0,-1 1 1 0 0,0-1-1 0 0,-1-1 1 0 0,9-22 0 0 0,-15 31 222 0 0,-4 10-125 0 0,-11 29-96 0 0,-19 55-111 0 0,-160 439 68 0 0,167-450-47 0 0,-4-2 1 0 0,-3-1-1 0 0,-52 89 1 0 0,83-162 27 0 0,-4 9 109 0 0,-1-1 0 0 0,0 0 0 0 0,-1 0 0 0 0,1 0-1 0 0,-2-1 1 0 0,1 0 0 0 0,-1-1 0 0 0,-13 10 0 0 0,20-17-74 0 0,0 1 0 0 0,0-1 1 0 0,0 0-1 0 0,0 0 0 0 0,0 0 1 0 0,0 0-1 0 0,0 0 0 0 0,0 0 1 0 0,0 0-1 0 0,0 0 0 0 0,0 0 1 0 0,0-1-1 0 0,0 1 0 0 0,0 0 1 0 0,0-1-1 0 0,0 1 0 0 0,0-1 1 0 0,0 1-1 0 0,0-1 0 0 0,0 1 1 0 0,0-1-1 0 0,0 0 0 0 0,0 1 1 0 0,1-1-1 0 0,-2-1 0 0 0,-16-23 409 0 0,12 10-376 0 0,0 1-1 0 0,2-1 1 0 0,0 0-1 0 0,0-1 1 0 0,1 1-1 0 0,1-1 1 0 0,1 1 0 0 0,0-1-1 0 0,1 1 1 0 0,1-1-1 0 0,0 1 1 0 0,1-1-1 0 0,1 1 1 0 0,0 0-1 0 0,1-1 1 0 0,1 2-1 0 0,9-22 1 0 0,-4 16-317 0 0,0 0 1 0 0,1 0-1 0 0,0 1 1 0 0,2 1-1 0 0,0 0 1 0 0,2 0-1 0 0,0 2 1 0 0,0 0-1 0 0,2 0 0 0 0,0 2 1 0 0,29-20-1 0 0,55-22-2530 0 0,-30 23-2154 0 0,-67 31 4544 0 0,43-18-3023 0 0</inkml:trace>
</inkml:ink>
</file>

<file path=ppt/ink/ink3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5:30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23 768 0 0,'0'-1'418'0'0,"1"0"1"0"0,-1 1-1 0 0,0-1 1 0 0,1 0-1 0 0,-1 0 0 0 0,0 0 1 0 0,0 0-1 0 0,1 0 0 0 0,-1 1 1 0 0,0-1-1 0 0,0 0 0 0 0,0 0 1 0 0,0 0-1 0 0,0 0 0 0 0,0 0 1 0 0,-1 0-1 0 0,1 1 1 0 0,0-1-1 0 0,0 0 0 0 0,-1 0 1 0 0,1 0-1 0 0,0 1 0 0 0,-1-1 1 0 0,0-1-1 0 0,-11 24 2130 0 0,-19 60-3370 0 0,28-75 1630 0 0,-7 21-557 0 0,2-9-52 0 0,1 0 1 0 0,1 1-1 0 0,1 0 1 0 0,1 0-1 0 0,-3 23 1 0 0,10 15 285 0 0,-3-58-479 0 0,0 0-1 0 0,1 1 1 0 0,-1-1-1 0 0,0 1 1 0 0,1-1 0 0 0,-1 0-1 0 0,1 1 1 0 0,-1-1-1 0 0,1 0 1 0 0,-1 1-1 0 0,0-1 1 0 0,1 0 0 0 0,-1 0-1 0 0,1 1 1 0 0,-1-1-1 0 0,1 0 1 0 0,-1 0-1 0 0,1 0 1 0 0,0 0 0 0 0,-1 0-1 0 0,1 0 1 0 0,-1 0-1 0 0,1 0 1 0 0,-1 0-1 0 0,1 0 1 0 0,-1 0 0 0 0,1 0-1 0 0,-1 0 1 0 0,1 0-1 0 0,-1 0 1 0 0,1-1 0 0 0,-1 1-1 0 0,1 0 1 0 0,-1 0-1 0 0,1-1 1 0 0,-1 1-1 0 0,1-1 1 0 0,16-6 48 0 0,-4 0-37 0 0,-1-2 0 0 0,0 1 0 0 0,-1-1 0 0 0,0-1-1 0 0,0 0 1 0 0,-1-1 0 0 0,0 0 0 0 0,-1 0 0 0 0,11-19 0 0 0,2 2-11 0 0,-22 26-16 0 0,1 1-1 0 0,0 0 0 0 0,-1 0 0 0 0,1 0 0 0 0,0 0 1 0 0,0 0-1 0 0,0 0 0 0 0,0 0 0 0 0,0 0 0 0 0,0 0 1 0 0,0 0-1 0 0,0 1 0 0 0,0-1 0 0 0,0 0 0 0 0,1 1 1 0 0,-1-1-1 0 0,0 1 0 0 0,0-1 0 0 0,1 1 0 0 0,-1-1 1 0 0,0 1-1 0 0,2 0 0 0 0,-1 0-12 0 0,0 1 0 0 0,-1 0-1 0 0,1 0 1 0 0,-1 0 0 0 0,1 0 0 0 0,-1 0 0 0 0,0 1-1 0 0,1-1 1 0 0,-1 0 0 0 0,0 0 0 0 0,0 1 0 0 0,2 2-1 0 0,11 12-24 0 0,-7-11 5 0 0,-1 1 0 0 0,1-1-1 0 0,1-1 1 0 0,-1 1 0 0 0,1-1-1 0 0,-1 0 1 0 0,1-1 0 0 0,0 0-1 0 0,1 0 1 0 0,-1 0 0 0 0,0-1-1 0 0,13 1 1 0 0,-17-2 92 0 0,1-1 0 0 0,-1 1 0 0 0,0-1 0 0 0,0 0 1 0 0,1 0-1 0 0,-1-1 0 0 0,0 1 0 0 0,1-1 0 0 0,-1 0 0 0 0,0 0 0 0 0,0 0 0 0 0,0-1 1 0 0,0 0-1 0 0,0 1 0 0 0,0-1 0 0 0,0-1 0 0 0,-1 1 0 0 0,1 0 0 0 0,-1-1 0 0 0,1 0 1 0 0,-1 0-1 0 0,0 0 0 0 0,0 0 0 0 0,0 0 0 0 0,-1-1 0 0 0,1 1 0 0 0,2-5 0 0 0,-4 4 74 0 0,1 1-1 0 0,-1-1 1 0 0,0 0-1 0 0,0 0 1 0 0,0 0-1 0 0,0 0 0 0 0,-1 0 1 0 0,1 0-1 0 0,-1 0 1 0 0,0 0-1 0 0,0 0 0 0 0,-1 0 1 0 0,1 0-1 0 0,-1 0 1 0 0,0 0-1 0 0,0 0 0 0 0,0 0 1 0 0,-1 0-1 0 0,1 1 1 0 0,-1-1-1 0 0,0 0 0 0 0,-3-3 1 0 0,3 4-317 0 0,0 0 0 0 0,0 0 1 0 0,-1 0-1 0 0,1 1 0 0 0,-1-1 0 0 0,1 1 0 0 0,-1 0 1 0 0,0 0-1 0 0,0 0 0 0 0,-6-3 0 0 0,6 4-563 0 0,0 0-1 0 0,0 0 1 0 0,0 0-1 0 0,0 1 1 0 0,0-1-1 0 0,0 1 1 0 0,1 0-1 0 0,-1 0 1 0 0,0 0 0 0 0,0 0-1 0 0,0 0 1 0 0,0 0-1 0 0,-6 2 1 0 0</inkml:trace>
</inkml:ink>
</file>

<file path=ppt/ink/ink3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5:31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52 392 0 0,'-3'5'437'0'0,"0"-1"-1"0"0,0 1 1 0 0,1 0 0 0 0,0-1 0 0 0,-1 1-1 0 0,2 0 1 0 0,-1 1 0 0 0,1-1 0 0 0,0 0-1 0 0,0 0 1 0 0,0 1 0 0 0,0 7-1 0 0,2-9-338 0 0,-1 0-1 0 0,1 0 0 0 0,0 0 0 0 0,0-1 0 0 0,0 1 0 0 0,0-1 1 0 0,1 1-1 0 0,0-1 0 0 0,0 1 0 0 0,-1-1 0 0 0,2 0 0 0 0,-1 0 1 0 0,0 0-1 0 0,1 0 0 0 0,-1 0 0 0 0,1 0 0 0 0,0-1 0 0 0,0 1 1 0 0,4 1-1 0 0,-4-1 12 0 0,1-1 1 0 0,-1 1 0 0 0,1-1 0 0 0,0 0 0 0 0,0 0-1 0 0,0 0 1 0 0,0-1 0 0 0,0 0 0 0 0,1 1-1 0 0,-1-2 1 0 0,0 1 0 0 0,0 0 0 0 0,1-1-1 0 0,-1 0 1 0 0,1 0 0 0 0,-1 0 0 0 0,0 0-1 0 0,1-1 1 0 0,-1 1 0 0 0,0-1 0 0 0,0-1-1 0 0,1 1 1 0 0,-1 0 0 0 0,0-1 0 0 0,0 0 0 0 0,0 0-1 0 0,-1 0 1 0 0,1 0 0 0 0,0-1 0 0 0,-1 1-1 0 0,0-1 1 0 0,1 0 0 0 0,-1 0 0 0 0,0-1-1 0 0,0 1 1 0 0,-1 0 0 0 0,1-1 0 0 0,-1 0-1 0 0,0 1 1 0 0,0-1 0 0 0,0 0 0 0 0,0 0-1 0 0,-1 0 1 0 0,1 0 0 0 0,-1-1 0 0 0,0 1 0 0 0,-1 0-1 0 0,1-1 1 0 0,-1 1 0 0 0,1-8 0 0 0,-2 7 36 0 0,1-1 1 0 0,0 1 0 0 0,-1 0 0 0 0,0-1 0 0 0,0 1 0 0 0,-1 0 0 0 0,1 0 0 0 0,-1 0-1 0 0,0 0 1 0 0,-1 0 0 0 0,1 1 0 0 0,-1-1 0 0 0,0 0 0 0 0,-4-4 0 0 0,5 6-348 0 0,0 1 0 0 0,-1-1 1 0 0,1 1-1 0 0,-1 0 0 0 0,0 0 1 0 0,1 0-1 0 0,-1 0 0 0 0,0 0 1 0 0,0 0-1 0 0,0 1 0 0 0,-1 0 1 0 0,1-1-1 0 0,0 1 0 0 0,-5-1 1 0 0,6 2-795 0 0,-17 5-5470 0 0,15-5 3461 0 0</inkml:trace>
</inkml:ink>
</file>

<file path=ppt/ink/ink3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5:31.6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28 0 0,'7'1'411'0'0,"-1"0"-1"0"0,1 0 1 0 0,-1 1 0 0 0,0 0-1 0 0,0 0 1 0 0,1 0 0 0 0,-2 1-1 0 0,1 0 1 0 0,0 0-1 0 0,0 0 1 0 0,-1 1 0 0 0,0 0-1 0 0,0 0 1 0 0,5 5 0 0 0,-3-1-132 0 0,0 1 0 0 0,-1-1 0 0 0,0 1 1 0 0,-1 0-1 0 0,0 0 0 0 0,0 1 0 0 0,5 18 0 0 0,-9-26-225 0 0,-1 0-1 0 0,1 1 0 0 0,-1-1 1 0 0,1 1-1 0 0,-1-1 0 0 0,0 1 1 0 0,0-1-1 0 0,0 1 0 0 0,-1-1 1 0 0,1 1-1 0 0,-1-1 0 0 0,0 4 1 0 0,-2 10 1007 0 0,3-14 82 0 0,-1-2-1066 0 0,-1 0 0 0 0,1 0 1 0 0,0 0-1 0 0,0 0 0 0 0,0 0 0 0 0,0 0 1 0 0,0 0-1 0 0,1-1 0 0 0,-1 1 0 0 0,0 0 1 0 0,0-1-1 0 0,0 1 0 0 0,0-1 0 0 0,0 1 0 0 0,0-1 1 0 0,0 1-1 0 0,0-1 0 0 0,1 0 0 0 0,-1 1 1 0 0,0-1-1 0 0,1 0 0 0 0,-1 0 0 0 0,0 1 1 0 0,1-1-1 0 0,-1 0 0 0 0,1 0 0 0 0,-1 0 0 0 0,0-1 1 0 0,0-1 24 0 0,1 0 1 0 0,-1 0 0 0 0,1 0-1 0 0,0 0 1 0 0,0 0 0 0 0,0 0-1 0 0,0 0 1 0 0,1 0 0 0 0,-1 0-1 0 0,2-3 1 0 0,0-2-124 0 0,0 0 1 0 0,1 1-1 0 0,0 0 1 0 0,0-1-1 0 0,0 1 0 0 0,1 1 1 0 0,9-13-1 0 0,-6 13-333 0 0,0 0-1 0 0,-1 1 1 0 0,2-1-1 0 0,-1 2 1 0 0,1-1-1 0 0,-1 1 1 0 0,1 0-1 0 0,0 1 1 0 0,14-4-1 0 0,44-9-5987 0 0,-47 13 3734 0 0</inkml:trace>
</inkml:ink>
</file>

<file path=ppt/ink/ink3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5:31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45 161 500 0 0,'0'0'1163'0'0,"-3"3"-572"0"0,-3 5-187 0 0,1-4-60 0 0,1 0 0 0 0,1 1 0 0 0,-1-1-1 0 0,1 1 1 0 0,0 0 0 0 0,0 0 0 0 0,0 0 0 0 0,1 0 0 0 0,-4 9 0 0 0,6-12-88 0 0,5 27 1273 0 0,-4-29-1501 0 0,0 1-1 0 0,1 0 0 0 0,-1-1 1 0 0,0 1-1 0 0,0-1 1 0 0,1 1-1 0 0,-1-1 1 0 0,0 1-1 0 0,1-1 1 0 0,-1 0-1 0 0,0 0 1 0 0,1 0-1 0 0,-1 0 1 0 0,1 0-1 0 0,-1 0 1 0 0,0 0-1 0 0,1 0 1 0 0,-1-1-1 0 0,0 1 1 0 0,1 0-1 0 0,-1-1 1 0 0,0 1-1 0 0,0-1 1 0 0,1 0-1 0 0,0 0 1 0 0,2-2 16 0 0,-1 1 0 0 0,1-1 0 0 0,-1 0 1 0 0,0 0-1 0 0,0-1 0 0 0,0 1 0 0 0,0-1 1 0 0,2-4-1 0 0,2-2 106 0 0,-1-1 1 0 0,-1-1-1 0 0,0 1 1 0 0,0-1-1 0 0,3-14 1 0 0,-5 15 322 0 0,-1-1 1 0 0,0 1 0 0 0,-1 0 0 0 0,-1-1 0 0 0,1 1 0 0 0,-2-1 0 0 0,0 1 0 0 0,0-1 0 0 0,-1 1 0 0 0,-5-18 1409 0 0,5 33-1710 0 0,-1 7-99 0 0,0 1 0 0 0,1 0 0 0 0,0-1 0 0 0,1 1 0 0 0,1 0 0 0 0,0 0 0 0 0,2 19 0 0 0,5 33-1502 0 0,3-4-3724 0 0,-5-34 706 0 0,-3-15 923 0 0</inkml:trace>
</inkml:ink>
</file>

<file path=ppt/ink/ink3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5:34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22 76 0 0,'0'0'4640'0'0,"-3"-3"-3896"0"0,0 1-546 0 0,0 0 0 0 0,0 0 0 0 0,0 0 0 0 0,0 0 1 0 0,-1 1-1 0 0,1-1 0 0 0,-1 1 0 0 0,1 0 0 0 0,-1 0 0 0 0,1 0 0 0 0,-1 1 1 0 0,0-1-1 0 0,1 1 0 0 0,-1 0 0 0 0,0 0 0 0 0,1 0 0 0 0,-1 0 0 0 0,0 1 1 0 0,1-1-1 0 0,-6 3 0 0 0,-6 0 318 0 0,12-2-372 0 0,0-1 0 0 0,0 1 0 0 0,0 0-1 0 0,1 0 1 0 0,-1 0 0 0 0,0 0 0 0 0,0 0 0 0 0,1 1 0 0 0,-5 2 0 0 0,6-3-123 0 0,1 0 0 0 0,0 0 1 0 0,-1 0-1 0 0,1 0 0 0 0,0 0 1 0 0,-1 1-1 0 0,1-1 0 0 0,0 0 1 0 0,0 0-1 0 0,0 0 0 0 0,0 0 1 0 0,0 0-1 0 0,0 0 0 0 0,1 0 1 0 0,-1 1-1 0 0,0-1 0 0 0,0 0 1 0 0,1 0-1 0 0,-1 0 0 0 0,1 0 1 0 0,-1 0-1 0 0,1 0 0 0 0,-1 0 1 0 0,1 0-1 0 0,0 0 0 0 0,-1-1 1 0 0,1 1-1 0 0,0 0 0 0 0,0 0 1 0 0,0-1-1 0 0,0 2 0 0 0,4 3 35 0 0,0-1-1 0 0,0 1 1 0 0,0-1-1 0 0,0 0 1 0 0,1 0-1 0 0,-1 0 1 0 0,1-1-1 0 0,0 0 1 0 0,7 2-1 0 0,31 21 392 0 0,-43-24-389 0 0,-1-1-47 0 0,0 0 0 0 0,-1 0 0 0 0,1 0 0 0 0,0 0 0 0 0,-1 0 0 0 0,0 0 0 0 0,1 0 1 0 0,-1 0-1 0 0,1 0 0 0 0,-1 0 0 0 0,0-1 0 0 0,0 1 0 0 0,0 0 0 0 0,1 0 0 0 0,-1 0 0 0 0,0-1 0 0 0,0 1 0 0 0,0-1 0 0 0,0 1 0 0 0,0-1 1 0 0,0 1-1 0 0,0-1 0 0 0,0 1 0 0 0,0-1 0 0 0,-1 0 0 0 0,1 0 0 0 0,-2 1 0 0 0,-42 2 104 0 0,18-2-354 0 0,26-1 43 0 0,-14 2-704 0 0,4-3-6231 0 0</inkml:trace>
</inkml:ink>
</file>

<file path=ppt/ink/ink3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5:34.8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1 197 548 0 0,'0'1'323'0'0,"0"0"1"0"0,0-1-1 0 0,0 1 1 0 0,0 0-1 0 0,0-1 1 0 0,0 1-1 0 0,0-1 1 0 0,0 1-1 0 0,1 0 0 0 0,-1-1 1 0 0,0 1-1 0 0,1-1 1 0 0,-1 1-1 0 0,0 0 1 0 0,1-1-1 0 0,-1 1 0 0 0,1-1 1 0 0,-1 1-1 0 0,0-1 1 0 0,1 0-1 0 0,-1 1 1 0 0,1-1-1 0 0,0 1 1 0 0,-1-1-1 0 0,1 0 0 0 0,0 1 1 0 0,25-11 299 0 0,-1-1 1 0 0,-1-1-1 0 0,0-1 0 0 0,0-1 1 0 0,-1-1-1 0 0,-1-1 1 0 0,-1-1-1 0 0,37-37 0 0 0,-57 53-587 0 0,0 0-1 0 0,0-1 1 0 0,0 1-1 0 0,0 0 1 0 0,-1-1-1 0 0,1 1 1 0 0,0-1-1 0 0,-1 1 1 0 0,1-1-1 0 0,-1 1 1 0 0,1-1-1 0 0,-1 1 1 0 0,0-1-1 0 0,1 0 1 0 0,-1 1 0 0 0,0-1-1 0 0,0 1 1 0 0,0-1-1 0 0,0 0 1 0 0,-1 1-1 0 0,1-1 1 0 0,0 1-1 0 0,-1-1 1 0 0,1 1-1 0 0,-1-1 1 0 0,0 1-1 0 0,1-1 1 0 0,-1 1-1 0 0,0-1 1 0 0,-1-1-1 0 0,0 2 15 0 0,-33 15 61 0 0,31-10-137 0 0,0-1-1 0 0,0 1 0 0 0,1 0 0 0 0,0 0 0 0 0,-1 1 0 0 0,1-1 0 0 0,1 1 0 0 0,-1-1 0 0 0,1 1 0 0 0,0 0 1 0 0,0 0-1 0 0,0 0 0 0 0,0 0 0 0 0,1 0 0 0 0,-1 8 0 0 0,1-12-4 0 0,1 1 0 0 0,0 0-1 0 0,-1 0 1 0 0,1 0 0 0 0,0 0 0 0 0,0 0 0 0 0,0 0-1 0 0,0 0 1 0 0,0 0 0 0 0,0-1 0 0 0,1 1 0 0 0,-1 0-1 0 0,1 0 1 0 0,-1 0 0 0 0,1 0 0 0 0,0-1 0 0 0,0 1-1 0 0,0 0 1 0 0,0 0 0 0 0,0-1 0 0 0,0 1 0 0 0,0-1-1 0 0,0 1 1 0 0,1-1 0 0 0,-1 0 0 0 0,0 1 0 0 0,1-1-1 0 0,-1 0 1 0 0,1 0 0 0 0,0 0 0 0 0,-1 0 0 0 0,1 0-1 0 0,0 0 1 0 0,0-1 0 0 0,-1 1 0 0 0,1 0 0 0 0,0-1-1 0 0,0 0 1 0 0,0 1 0 0 0,0-1 0 0 0,0 0 0 0 0,2 0-1 0 0,10 0-66 0 0,0-2 0 0 0,0 0 0 0 0,0 0 0 0 0,-1-1-1 0 0,1-1 1 0 0,-1 0 0 0 0,16-7 0 0 0,5-6-14 0 0,43-25 1 0 0,-71 38 169 0 0,1 0 1 0 0,0 1-1 0 0,0 0 0 0 0,0 1 0 0 0,11-3 1 0 0,-16 4-44 0 0,34 15 33 0 0,-27-9-24 0 0,-1 0-1 0 0,1 0 1 0 0,0-1-1 0 0,14 5 1 0 0,-13-7 129 0 0,-1 1 0 0 0,1-1 0 0 0,0-1-1 0 0,0 0 1 0 0,-1-1 0 0 0,1 1 0 0 0,14-3 0 0 0,-11 0-725 0 0,0 0 0 0 0,0-1 0 0 0,16-6 0 0 0,-22 3-1896 0 0</inkml:trace>
</inkml:ink>
</file>

<file path=ppt/ink/ink3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5:35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37 388 0 0,'0'0'1272'0'0,"-8"-7"2268"0"0,-2-2-715 0 0,7-3-1493 0 0,18 4-1468 0 0,10 9-1024 0 0,-13 1-188 0 0,6-2-1453 0 0,1 2 645 0 0</inkml:trace>
</inkml:ink>
</file>

<file path=ppt/ink/ink3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5:35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22 976 0 0,'0'0'8999'0'0,"-5"-4"-8376"0"0,-17-13 450 0 0,18 18-892 0 0,0 0-1 0 0,0 0 1 0 0,0 0-1 0 0,0 1 1 0 0,0 0-1 0 0,0 0 1 0 0,0 0-1 0 0,1 0 1 0 0,-6 5 0 0 0,7-5-116 0 0,0-1 0 0 0,1 0 0 0 0,-1 0 0 0 0,1 1 1 0 0,-1-1-1 0 0,1 1 0 0 0,0-1 0 0 0,0 1 1 0 0,-1-1-1 0 0,1 1 0 0 0,0 0 0 0 0,1 0 0 0 0,-1 0 1 0 0,0-1-1 0 0,0 1 0 0 0,1 0 0 0 0,-1 0 1 0 0,1 0-1 0 0,-1 0 0 0 0,1 0 0 0 0,0 0 0 0 0,0 4 1 0 0,1-4-39 0 0,0-1 1 0 0,0 1 0 0 0,-1 0-1 0 0,1-1 1 0 0,1 1 0 0 0,-1-1-1 0 0,0 0 1 0 0,0 1 0 0 0,0-1-1 0 0,1 0 1 0 0,-1 0 0 0 0,1 0-1 0 0,-1 0 1 0 0,1 0 0 0 0,-1 0-1 0 0,1 0 1 0 0,0 0 0 0 0,-1 0-1 0 0,1-1 1 0 0,0 1 0 0 0,-1-1-1 0 0,1 1 1 0 0,0-1 0 0 0,0 0-1 0 0,3 0 1 0 0,22 4-605 0 0,47-1-1 0 0,-6-8-7260 0 0,-42 0 4067 0 0</inkml:trace>
</inkml:ink>
</file>

<file path=ppt/ink/ink3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5:37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39 442 1008 0 0,'-3'-2'465'0'0,"0"-1"1"0"0,0 0-1 0 0,0 0 0 0 0,0-1 1 0 0,0 1-1 0 0,1 0 1 0 0,-1-1-1 0 0,1 0 0 0 0,0 0 1 0 0,0 0-1 0 0,0 0 0 0 0,1 0 1 0 0,-1 0-1 0 0,1 0 0 0 0,0 0 1 0 0,0 0-1 0 0,1-1 0 0 0,-1 1 1 0 0,1 0-1 0 0,0-1 0 0 0,0 1 1 0 0,0 0-1 0 0,1-1 0 0 0,1-5 1 0 0,0 4-309 0 0,0 1 0 0 0,1-1 0 0 0,0 0 0 0 0,0 1 0 0 0,0-1 0 0 0,1 1 1 0 0,-1 0-1 0 0,1 0 0 0 0,0 0 0 0 0,1 1 0 0 0,-1-1 0 0 0,1 1 0 0 0,0 0 0 0 0,0 0 1 0 0,0 1-1 0 0,7-4 0 0 0,22-11 162 0 0,0 2 0 0 0,1 1 0 0 0,69-19 0 0 0,-86 29-264 0 0,0 1 0 0 0,0 1 0 0 0,0 1 0 0 0,0 0 0 0 0,1 1 0 0 0,-1 1 0 0 0,0 1 0 0 0,0 1 0 0 0,1 0 0 0 0,19 6 0 0 0,-34-7-54 0 0,1 0 0 0 0,-1 1 0 0 0,0-1 0 0 0,0 1 0 0 0,0 0-1 0 0,0 0 1 0 0,0 0 0 0 0,0 1 0 0 0,-1-1 0 0 0,1 1 0 0 0,-1 0-1 0 0,1 0 1 0 0,-1 0 0 0 0,0 0 0 0 0,0 1 0 0 0,-1-1 0 0 0,1 1 0 0 0,-1 0-1 0 0,1-1 1 0 0,-1 1 0 0 0,0 0 0 0 0,-1 1 0 0 0,1-1 0 0 0,-1 0 0 0 0,0 0-1 0 0,0 1 1 0 0,0-1 0 0 0,0 0 0 0 0,-1 1 0 0 0,0-1 0 0 0,0 1 0 0 0,0 4-1 0 0,-2 1 2 0 0,0 0 0 0 0,0-1-1 0 0,-1 1 1 0 0,0-1-1 0 0,0 0 1 0 0,-1 0-1 0 0,0 0 1 0 0,-1-1-1 0 0,0 1 1 0 0,0-1 0 0 0,-1 0-1 0 0,0 0 1 0 0,-12 11-1 0 0,-51 34 34 0 0,37-30-54 0 0,30-21-22 0 0,125-55-1081 0 0,-82 38 1024 0 0,368-142-531 0 0,-405 156 653 0 0,1-1 1 0 0,-1 0-1 0 0,0 0 0 0 0,1 0 1 0 0,-1 0-1 0 0,0 0 0 0 0,-1-1 1 0 0,1 0-1 0 0,0 0 0 0 0,-1 0 1 0 0,1 0-1 0 0,-1 0 0 0 0,4-6 1 0 0,-7 7 53 0 0,1 2-72 0 0,-1 0 0 0 0,0-1 1 0 0,0 1-1 0 0,0-1 1 0 0,0 1-1 0 0,0 0 0 0 0,0-1 1 0 0,0 1-1 0 0,0-1 0 0 0,0 1 1 0 0,0 0-1 0 0,0-1 0 0 0,0 1 1 0 0,0-1-1 0 0,0 1 0 0 0,0 0 1 0 0,0-1-1 0 0,0 1 0 0 0,0-1 1 0 0,-1 1-1 0 0,1 0 1 0 0,0-1-1 0 0,0 1 0 0 0,0 0 1 0 0,-1-1-1 0 0,1 1 0 0 0,0 0 1 0 0,0-1-1 0 0,-1 1 0 0 0,1 0 1 0 0,0 0-1 0 0,-1-1 0 0 0,1 1 1 0 0,-5-1-10 0 0,1 1-1 0 0,0-1 1 0 0,-1 1 0 0 0,1 0 0 0 0,0 1 0 0 0,-1-1-1 0 0,1 1 1 0 0,0-1 0 0 0,0 1 0 0 0,-1 1 0 0 0,1-1-1 0 0,0 0 1 0 0,0 1 0 0 0,0 0 0 0 0,1 0 0 0 0,-1 0 0 0 0,0 1-1 0 0,1-1 1 0 0,-1 1 0 0 0,1 0 0 0 0,0 0 0 0 0,0 0-1 0 0,0 0 1 0 0,0 0 0 0 0,1 1 0 0 0,-1-1 0 0 0,1 1-1 0 0,0 0 1 0 0,0 0 0 0 0,0 0 0 0 0,0 0 0 0 0,1 0-1 0 0,0 0 1 0 0,-1 6 0 0 0,0-7-34 0 0,1 1-1 0 0,1 0 1 0 0,-1 0-1 0 0,0 0 1 0 0,1 0-1 0 0,0 0 1 0 0,0 0-1 0 0,0 0 1 0 0,1-1 0 0 0,-1 1-1 0 0,1 0 1 0 0,0 0-1 0 0,0 0 1 0 0,0 0-1 0 0,0-1 1 0 0,1 1-1 0 0,-1 0 1 0 0,1-1 0 0 0,0 0-1 0 0,0 1 1 0 0,1-1-1 0 0,-1 0 1 0 0,1 0-1 0 0,-1 0 1 0 0,1 0-1 0 0,0-1 1 0 0,0 1 0 0 0,0-1-1 0 0,1 1 1 0 0,-1-1-1 0 0,0 0 1 0 0,1-1-1 0 0,-1 1 1 0 0,1 0-1 0 0,0-1 1 0 0,0 0 0 0 0,-1 0-1 0 0,7 1 1 0 0,5 0-103 0 0,0-1 0 0 0,0 0-1 0 0,1-2 1 0 0,-1 1 0 0 0,0-2 0 0 0,0 0 0 0 0,-1 0 0 0 0,21-7 0 0 0,-10 1-12 0 0,-1-2 1 0 0,0 0-1 0 0,45-26 0 0 0,-54 25 280 0 0,-13 9-90 0 0,1 0 0 0 0,-1 1 0 0 0,1-1 0 0 0,-1 1 0 0 0,1-1-1 0 0,0 1 1 0 0,-1 0 0 0 0,1-1 0 0 0,4 0 0 0 0,-5 2-33 0 0,0 2-11 0 0,-1 0-1 0 0,1 0 0 0 0,-1 0 1 0 0,1 0-1 0 0,0 0 1 0 0,0 0-1 0 0,0-1 0 0 0,0 1 1 0 0,0-1-1 0 0,0 1 0 0 0,0-1 1 0 0,0 0-1 0 0,1 0 1 0 0,-1 0-1 0 0,3 1 0 0 0,2 1-61 0 0,4 0-77 0 0,0-1 0 0 0,1 0 0 0 0,0-1 0 0 0,-1 0 0 0 0,1-1 0 0 0,0 0 0 0 0,-1-1 0 0 0,19-3 0 0 0,-10 2-73 0 0,-6 0 83 0 0,-1-1-1 0 0,1 0 0 0 0,-1 0 0 0 0,0-2 0 0 0,-1 0 0 0 0,1 0 0 0 0,-1-1 1 0 0,0 0-1 0 0,0-1 0 0 0,14-12 0 0 0,-10 7 69 0 0,-1-1 0 0 0,0 0 1 0 0,-1-2-1 0 0,0 1 0 0 0,-2-2 1 0 0,17-24-1 0 0,-23 30 334 0 0,0-1-1 0 0,-1 0 1 0 0,0 0 0 0 0,6-21 0 0 0,-10 28-115 0 0,0 0 0 0 0,0 0 1 0 0,0 0-1 0 0,-1 0 1 0 0,1 0-1 0 0,-1 0 1 0 0,0 0-1 0 0,0 0 1 0 0,-1 0-1 0 0,1 0 1 0 0,-1 0-1 0 0,0 0 1 0 0,0 0-1 0 0,0 0 1 0 0,0 0-1 0 0,-1 0 1 0 0,-2-5-1 0 0,2 8-130 0 0,1 1 0 0 0,0 0 0 0 0,-1 0 0 0 0,1 0 0 0 0,0-1 0 0 0,-1 1 0 0 0,1 0 0 0 0,0 1 0 0 0,-1-1 0 0 0,1 0 0 0 0,0 0 0 0 0,0 0 0 0 0,-1 1 0 0 0,1-1-1 0 0,0 1 1 0 0,0-1 0 0 0,-1 1 0 0 0,1-1 0 0 0,0 1 0 0 0,0 0 0 0 0,0 0 0 0 0,0-1 0 0 0,-2 3 0 0 0,3-3-28 0 0,-5 4 30 0 0,0 1 1 0 0,0 0-1 0 0,0 0 1 0 0,1 0-1 0 0,-1 0 0 0 0,2 1 1 0 0,-1 0-1 0 0,0-1 1 0 0,1 2-1 0 0,0-1 0 0 0,1 0 1 0 0,-1 0-1 0 0,-2 12 1 0 0,0 1 1 0 0,2 0 1 0 0,0 0 0 0 0,-1 28 0 0 0,3-36-98 0 0,1 0 0 0 0,1-1 0 0 0,0 1 0 0 0,0-1 0 0 0,1 1 0 0 0,1-1 0 0 0,-1 0 0 0 0,2 0 0 0 0,-1 0 0 0 0,1 0 0 0 0,1 0 0 0 0,0-1 0 0 0,0 0 0 0 0,1 0 0 0 0,0 0 0 0 0,1-1 0 0 0,11 12 0 0 0,-11-14 15 0 0,0 0-1 0 0,1 0 0 0 0,-1-1 0 0 0,1 0 0 0 0,0-1 0 0 0,0 0 0 0 0,1 0 0 0 0,-1-1 1 0 0,1 0-1 0 0,-1 0 0 0 0,1-1 0 0 0,0 0 0 0 0,0-1 0 0 0,0 0 0 0 0,1 0 0 0 0,-1-1 1 0 0,0 0-1 0 0,0-1 0 0 0,0 0 0 0 0,14-3 0 0 0,-5 0 21 0 0,0 0 0 0 0,-1-2 0 0 0,0 0 0 0 0,25-13 1 0 0,-37 17 120 0 0,-1 0 1 0 0,1 0-1 0 0,-1-1 1 0 0,0 0-1 0 0,0 0 1 0 0,0 0-1 0 0,-1-1 1 0 0,1 1-1 0 0,-1-1 1 0 0,1 0-1 0 0,-1 0 1 0 0,0 0-1 0 0,-1 0 1 0 0,1 0-1 0 0,-1-1 1 0 0,0 1-1 0 0,0-1 1 0 0,0 0-1 0 0,0 1 1 0 0,1-9-1 0 0,-3 11 98 0 0,1-12 212 0 0,-1 6-118 0 0,0 10 160 0 0,-2 6-527 0 0,1-1 0 0 0,1 0-1 0 0,-1 0 1 0 0,1 1 0 0 0,1-1-1 0 0,-1 0 1 0 0,1 1-1 0 0,0-1 1 0 0,1 0 0 0 0,0 0-1 0 0,0 0 1 0 0,6 13 0 0 0,-7-19 65 0 0,1 0 0 0 0,-1 0 1 0 0,0 0-1 0 0,1 0 0 0 0,0 0 1 0 0,-1-1-1 0 0,1 1 1 0 0,-1 0-1 0 0,1-1 0 0 0,0 1 1 0 0,-1-1-1 0 0,1 0 0 0 0,0 1 1 0 0,0-1-1 0 0,-1 0 0 0 0,1 0 1 0 0,0 0-1 0 0,0 0 1 0 0,-1 0-1 0 0,1-1 0 0 0,3 0 1 0 0,40-11-86 0 0,-38 9 97 0 0,92-42 1842 0 0,-98 45-1530 0 0,14-1 25 0 0,15 14-2246 0 0,-26-11 1090 0 0,0 1 0 0 0,1-1-1 0 0,-1 0 1 0 0,1-1 0 0 0,0 1 0 0 0,-1-1 0 0 0,1 0 0 0 0,0 0 0 0 0,7 1-1 0 0</inkml:trace>
</inkml:ink>
</file>

<file path=ppt/ink/ink3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5:37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38 184 0 0,'15'-6'11072'0'0,"7"16"-9322"0"0,-19-8-1801 0 0,0 0 1 0 0,1 0-1 0 0,-1 0 0 0 0,1 0 1 0 0,-1-1-1 0 0,1 1 1 0 0,6 0-1 0 0,-3-1 212 0 0,0-1 0 0 0,1 0 0 0 0,-1 0-1 0 0,0-1 1 0 0,0 0 0 0 0,1 0 0 0 0,-1-1-1 0 0,0 0 1 0 0,0 0 0 0 0,0-1 0 0 0,-1 0 0 0 0,1 0-1 0 0,-1 0 1 0 0,1-1 0 0 0,-1 0 0 0 0,0 0 0 0 0,5-6-1 0 0,-10 9 440 0 0,6-4 1069 0 0,-6 4-1535 0 0,0 1-1 0 0,-1-1 1 0 0,1 0-1 0 0,-1 1 1 0 0,1-1-1 0 0,0 0 1 0 0,0 1-1 0 0,-1-1 1 0 0,1 1-1 0 0,0-1 1 0 0,0 1-1 0 0,-1 0 1 0 0,1-1-1 0 0,0 1 1 0 0,0 0-1 0 0,0 0 1 0 0,0-1-1 0 0,0 1 1 0 0,0 0-1 0 0,-1 0 1 0 0,1 0-1 0 0,0 0 1 0 0,0 0-1 0 0,0 0 1 0 0,0 0-1 0 0,1 1 1 0 0,48 22-2344 0 0,-43-20 1155 0 0,-1-1 0 0 0,1 0-1 0 0,-1 0 1 0 0,1-1 0 0 0,0 0 0 0 0,8 1-1 0 0,6-10-7512 0 0</inkml:trace>
</inkml:ink>
</file>

<file path=ppt/ink/ink3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5:37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0 708 0 0,'0'0'1548'0'0,"-13"3"2657"0"0,-2-6 619 0 0,2 6-4544 0 0</inkml:trace>
</inkml:ink>
</file>

<file path=ppt/ink/ink3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6:09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186 115 616 0 0,'-3'-34'4426'0'0,"4"29"-3819"0"0,-1-1 1 0 0,0 1-1 0 0,-1-1 1 0 0,0 1-1 0 0,1-1 0 0 0,-2 1 1 0 0,1-1-1 0 0,0 1 1 0 0,-1 0-1 0 0,0-1 1 0 0,-1 1-1 0 0,-2-5 1 0 0,4 9-146 0 0,0 0-406 0 0,-1 1 1 0 0,1-1-1 0 0,0 1 1 0 0,0-1-1 0 0,0 1 1 0 0,0 0-1 0 0,0-1 1 0 0,-1 1-1 0 0,1 0 1 0 0,0 0-1 0 0,0 0 1 0 0,0 0-1 0 0,-1 0 1 0 0,1 0-1 0 0,0 0 1 0 0,0 0 0 0 0,0 1-1 0 0,-1-1 1 0 0,0 1-1 0 0,-29 6 402 0 0,18 0-363 0 0,0 0 0 0 0,1 1 0 0 0,0 0 0 0 0,1 1 0 0 0,0 0 1 0 0,-15 16-1 0 0,25-24-108 0 0,0-1 1 0 0,1 1-1 0 0,-1-1 1 0 0,0 1 0 0 0,1-1-1 0 0,-1 1 1 0 0,1 0-1 0 0,-1-1 1 0 0,0 1-1 0 0,1 0 1 0 0,-1 0-1 0 0,1-1 1 0 0,0 1 0 0 0,-1 0-1 0 0,1 0 1 0 0,0 0-1 0 0,0 0 1 0 0,-1-1-1 0 0,1 1 1 0 0,0 0 0 0 0,0 0-1 0 0,0 0 1 0 0,0 0-1 0 0,0 0 1 0 0,0 0-1 0 0,0-1 1 0 0,0 1-1 0 0,0 0 1 0 0,1 0 0 0 0,-1 1-1 0 0,1-1 2 0 0,1 0-1 0 0,-1-1 1 0 0,0 1-1 0 0,1 0 1 0 0,-1-1-1 0 0,0 1 1 0 0,1-1-1 0 0,-1 1 1 0 0,1-1-1 0 0,-1 0 1 0 0,1 1-1 0 0,-1-1 1 0 0,1 0-1 0 0,-1 0 1 0 0,3-1-1 0 0,58-8-114 0 0,-49 6 62 0 0,2-2 93 0 0,1 1 0 0 0,31-4 0 0 0,-40 7-172 0 0,-1 1-1 0 0,1 1 1 0 0,-1-1 0 0 0,1 1 0 0 0,-1 0-1 0 0,1 1 1 0 0,-1-1 0 0 0,0 1-1 0 0,1 1 1 0 0,8 4 0 0 0,17 7-1829 0 0,-1-1-3206 0 0,-8-2 1658 0 0</inkml:trace>
</inkml:ink>
</file>

<file path=ppt/ink/ink3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6:10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285 138 796 0 0,'-1'-10'1752'0'0,"0"-1"-1"0"0,0 1 1 0 0,-1 0-1 0 0,-5-14 1 0 0,5 15-1001 0 0,0 7-645 0 0,0 1 0 0 0,1-1 0 0 0,-1 1 0 0 0,0 0 0 0 0,0 0 0 0 0,0 0 0 0 0,0 0 0 0 0,0 0 0 0 0,0 0 0 0 0,0 0 0 0 0,0 0 0 0 0,0 1 0 0 0,0-1 0 0 0,0 1 0 0 0,-1 0 0 0 0,1-1 0 0 0,0 1-1 0 0,-3 1 1 0 0,-5-1-21 0 0,-1 2 0 0 0,1-1 0 0 0,0 2-1 0 0,0-1 1 0 0,0 1 0 0 0,1 1 0 0 0,-1-1-1 0 0,1 2 1 0 0,0-1 0 0 0,-10 8 0 0 0,5-4-2 0 0,1 2 1 0 0,0 0-1 0 0,0 0 1 0 0,1 1-1 0 0,-20 24 1 0 0,30-33-92 0 0,1 0 0 0 0,-1 0 0 0 0,1 0 0 0 0,-1 0 0 0 0,1 0 1 0 0,0 0-1 0 0,0 1 0 0 0,0-1 0 0 0,0 0 0 0 0,0 0 0 0 0,1 1 0 0 0,-1-1 0 0 0,1 1 1 0 0,0-1-1 0 0,-1 0 0 0 0,1 1 0 0 0,0-1 0 0 0,0 1 0 0 0,0-1 0 0 0,1 1 0 0 0,-1-1 0 0 0,1 0 1 0 0,-1 1-1 0 0,1-1 0 0 0,0 0 0 0 0,0 1 0 0 0,2 3 0 0 0,-1-4-16 0 0,0 1 0 0 0,0-1 0 0 0,0 0 1 0 0,0 0-1 0 0,1 0 0 0 0,-1 0 0 0 0,1-1 0 0 0,-1 1 0 0 0,1 0 0 0 0,0-1 0 0 0,0 0 1 0 0,-1 0-1 0 0,1 0 0 0 0,0 0 0 0 0,0 0 0 0 0,0-1 0 0 0,0 1 0 0 0,0-1 0 0 0,0 1 0 0 0,0-1 1 0 0,0 0-1 0 0,5-1 0 0 0,15-3-65 0 0,1-2 1 0 0,-1 0-1 0 0,0-2 1 0 0,0 0-1 0 0,37-21 1 0 0,-32 16 29 0 0,2-1 5 0 0,-16 6 3 0 0,1 1 0 0 0,-1 1 0 0 0,1 0 0 0 0,1 1 0 0 0,18-3 0 0 0,-29 7 39 0 0,-1 1 1 0 0,0 0-1 0 0,1-1 1 0 0,-1 2-1 0 0,0-1 0 0 0,1 1 1 0 0,-1-1-1 0 0,0 1 1 0 0,0 0-1 0 0,0 0 0 0 0,1 1 1 0 0,-1 0-1 0 0,-1-1 0 0 0,1 1 1 0 0,0 0-1 0 0,0 1 1 0 0,-1-1-1 0 0,1 1 0 0 0,-1 0 1 0 0,0-1-1 0 0,0 1 1 0 0,0 1-1 0 0,0-1 0 0 0,3 5 1 0 0,5 8 13 0 0,-1 0 1 0 0,-1 1-1 0 0,-1 0 1 0 0,0 1-1 0 0,-2-1 1 0 0,0 1 0 0 0,0 1-1 0 0,-2-1 1 0 0,3 22-1 0 0,-2 1 95 0 0,-2 0 0 0 0,-2 1 1 0 0,-5 47-1 0 0,2-66 12 0 0,-1-1 1 0 0,-2 1 0 0 0,-11 37-1 0 0,13-49-2 0 0,-1 0 0 0 0,-1-1 0 0 0,0 0 0 0 0,0 0 0 0 0,-1 0 0 0 0,0 0 0 0 0,-1-1-1 0 0,0 0 1 0 0,-12 11 0 0 0,18-18-41 0 0,0-1-1 0 0,-1 1 0 0 0,0-1 0 0 0,1 1 1 0 0,-1-1-1 0 0,0 0 0 0 0,0 0 1 0 0,0 0-1 0 0,0 0 0 0 0,0 0 0 0 0,0 0 1 0 0,0 0-1 0 0,0-1 0 0 0,0 1 1 0 0,0-1-1 0 0,0 1 0 0 0,0-1 0 0 0,-1 0 1 0 0,1 0-1 0 0,0 0 0 0 0,0 0 1 0 0,-5-1-1 0 0,5 0-26 0 0,0 0 0 0 0,-1-1 0 0 0,1 1 0 0 0,0-1 0 0 0,0 0 0 0 0,-1 1 0 0 0,1-1 0 0 0,0 0 0 0 0,1 0 0 0 0,-1 0 0 0 0,0 0 1 0 0,1-1-1 0 0,-1 1 0 0 0,1 0 0 0 0,-2-5 0 0 0,-2-5 25 0 0,0-1-1 0 0,1 0 1 0 0,0 0 0 0 0,1-1 0 0 0,-2-25 0 0 0,4 11-28 0 0,1 1 0 0 0,2 0 0 0 0,0 0 0 0 0,2-1-1 0 0,9-34 1 0 0,2 11-55 0 0,38-88-1 0 0,-39 108-15 0 0,2 1 1 0 0,1 0-1 0 0,1 2 1 0 0,29-36-1 0 0,-36 51 15 0 0,1 0 0 0 0,0 1 0 0 0,0 0 0 0 0,1 1 0 0 0,0 0 0 0 0,1 1 0 0 0,1 0 0 0 0,-1 2 0 0 0,1-1 0 0 0,23-7 0 0 0,-32 13 4 0 0,0 2 0 0 0,-1-1 0 0 0,2 0 0 0 0,-1 1 0 0 0,0 0 0 0 0,0 1 0 0 0,0-1 0 0 0,0 1 0 0 0,1 0 0 0 0,-1 1 0 0 0,0 0 0 0 0,0 0 1 0 0,0 0-1 0 0,0 0 0 0 0,0 1 0 0 0,0 0 0 0 0,0 0 0 0 0,0 1 0 0 0,-1 0 0 0 0,1 0 0 0 0,-1 0 0 0 0,0 0 0 0 0,0 1 0 0 0,0 0 0 0 0,0 0 0 0 0,-1 1 0 0 0,0-1 0 0 0,0 1 0 0 0,0 0 0 0 0,0 0 0 0 0,-1 0 0 0 0,1 0 0 0 0,-2 1 0 0 0,1-1 0 0 0,0 1 0 0 0,-1 0 0 0 0,0 0 0 0 0,0 0 0 0 0,-1 0 0 0 0,0 0 0 0 0,0 0 0 0 0,0 10 0 0 0,-1-9 22 0 0,0 0-1 0 0,0 0 0 0 0,-1 0 0 0 0,1 0 0 0 0,-2 0 0 0 0,1 0 1 0 0,-1 0-1 0 0,0 0 0 0 0,-1-1 0 0 0,1 1 0 0 0,-1-1 1 0 0,-1 0-1 0 0,1 1 0 0 0,-1-2 0 0 0,0 1 0 0 0,-5 6 0 0 0,8-12 453 0 0,1 0-452 0 0,0 0 0 0 0,-1-1 0 0 0,1 1 0 0 0,0-1 0 0 0,0 1 0 0 0,0-1 0 0 0,0 1 0 0 0,-1-1 0 0 0,1 1-1 0 0,0-1 1 0 0,-1 1 0 0 0,1 0 0 0 0,0-1 0 0 0,-1 1 0 0 0,1-1 0 0 0,0 1 0 0 0,-1 0 0 0 0,1 0 0 0 0,0-1 0 0 0,-1 1-1 0 0,1 0 1 0 0,-1-1 0 0 0,1 1 0 0 0,-1 0 0 0 0,1 0 0 0 0,-2 0 0 0 0,2-1-3 0 0,-1 1-1 0 0,0 0 1 0 0,0 0 0 0 0,1-1-1 0 0,-1 1 1 0 0,0-1 0 0 0,1 1-1 0 0,-1-1 1 0 0,0 1 0 0 0,1-1-1 0 0,-1 1 1 0 0,0-1 0 0 0,1 1-1 0 0,-1-1 1 0 0,1 0 0 0 0,-1 1 0 0 0,1-1-1 0 0,0 0 1 0 0,-1 1 0 0 0,1-1-1 0 0,0 0 1 0 0,-1 0 0 0 0,1 1-1 0 0,0-1 1 0 0,0 0 0 0 0,0 0-1 0 0,0 0 1 0 0,-1-7-94 0 0,2 0 1 0 0,-1 0-1 0 0,1 0 0 0 0,0 1 1 0 0,1-1-1 0 0,0 0 0 0 0,0 1 1 0 0,0-1-1 0 0,1 1 0 0 0,0 0 1 0 0,1 0-1 0 0,0 0 0 0 0,0 0 1 0 0,0 1-1 0 0,11-12 0 0 0,-10 12-853 0 0,1 0 0 0 0,0 1 0 0 0,1-1 0 0 0,0 1 0 0 0,-1 1 0 0 0,1-1 0 0 0,1 1 0 0 0,-1 0 0 0 0,12-3-1 0 0,-5 2-1957 0 0</inkml:trace>
</inkml:ink>
</file>

<file path=ppt/ink/ink3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6:11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36 232 0 0,'0'0'961'0'0,"11"-20"3655"0"0,-6 5 2787 0 0,-17 21-7269 0 0,0 0 1 0 0,1 1-1 0 0,1 0 1 0 0,-1 1-1 0 0,1 1 1 0 0,0-1-1 0 0,-16 20 1 0 0,1 16 160 0 0,24-42-289 0 0,2-1-3 0 0,0 0 0 0 0,0 0 0 0 0,-1 0 0 0 0,1 0-1 0 0,0 0 1 0 0,0-1 0 0 0,0 1 0 0 0,0 0 0 0 0,0 0 0 0 0,0-1 0 0 0,0 1-1 0 0,0 0 1 0 0,0-1 0 0 0,0 1 0 0 0,0-1 0 0 0,1 1 0 0 0,-1-1 0 0 0,0 0-1 0 0,0 1 1 0 0,0-1 0 0 0,1 0 0 0 0,-1 0 0 0 0,0 0 0 0 0,0 0 0 0 0,1 0-1 0 0,-1 0 1 0 0,0 0 0 0 0,0-1 0 0 0,1 1 0 0 0,-1 0 0 0 0,0-1 0 0 0,0 1-1 0 0,0-1 1 0 0,0 1 0 0 0,2-2 0 0 0,6-1-14 0 0,1 0 0 0 0,0 0 0 0 0,-1 1-1 0 0,1 0 1 0 0,0 0 0 0 0,0 1 0 0 0,16 1 0 0 0,-18 2-338 0 0,-1-1-1 0 0,0 2 1 0 0,0-1 0 0 0,0 1 0 0 0,-1 0 0 0 0,1 1 0 0 0,9 6 0 0 0,25 10-6472 0 0</inkml:trace>
</inkml:ink>
</file>

<file path=ppt/ink/ink3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6:11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8 228 0 0,'0'0'1499'0'0,"19"22"1502"0"0,-17-17-2581 0 0,0-1-226 0 0,-1 0 0 0 0,0 0-1 0 0,0 0 1 0 0,0 0-1 0 0,0 0 1 0 0,0 0-1 0 0,-1 0 1 0 0,0 1-1 0 0,0-1 1 0 0,0 0-1 0 0,0 0 1 0 0,0 0-1 0 0,-1 0 1 0 0,0 0-1 0 0,0 0 1 0 0,0 0 0 0 0,-1 0-1 0 0,1 0 1 0 0,-1 0-1 0 0,0 0 1 0 0,-2 3-1 0 0,2-5 32 0 0,3-6-130 0 0,-1 0 1 0 0,0 0 0 0 0,1 0-1 0 0,0 0 1 0 0,0 0-1 0 0,0 0 1 0 0,1 1 0 0 0,-1-1-1 0 0,1 0 1 0 0,0 1-1 0 0,0-1 1 0 0,0 1 0 0 0,0 0-1 0 0,1 0 1 0 0,3-5-1 0 0,2 0-94 0 0,0 0 0 0 0,1 1-1 0 0,0 0 1 0 0,1 0 0 0 0,-1 1-1 0 0,1 0 1 0 0,12-5 0 0 0,-20 10-6 0 0,1 0 0 0 0,0 0 0 0 0,0 0 0 0 0,0 1 0 0 0,0-1 0 0 0,0 1 0 0 0,0-1 0 0 0,0 1 0 0 0,0 0 0 0 0,0 0 0 0 0,-1 1 0 0 0,1-1 0 0 0,0 0 0 0 0,0 1 0 0 0,0 0 0 0 0,0 0 0 0 0,0 0 0 0 0,0 0 0 0 0,-1 0 0 0 0,1 0 0 0 0,0 1 0 0 0,-1-1 0 0 0,1 1 0 0 0,-1 0 0 0 0,0 0 0 0 0,0 0 0 0 0,1 0 1 0 0,-1 0-1 0 0,0 0 0 0 0,-1 1 0 0 0,1-1 0 0 0,2 6 0 0 0,0-2 5 0 0,-1 0 0 0 0,-1 0 1 0 0,1 1-1 0 0,-1-1 0 0 0,0 1 1 0 0,-1 0-1 0 0,1-1 0 0 0,-1 1 0 0 0,-1 0 1 0 0,1 0-1 0 0,-1 0 0 0 0,-1 9 1 0 0,-1-9 22 0 0,0 7-49 0 0,2-14 30 0 0,0 0 0 0 0,0 0 1 0 0,0 0-1 0 0,0 0 0 0 0,0 0 0 0 0,0 0 1 0 0,0 1-1 0 0,0-1 0 0 0,0 0 0 0 0,0 0 1 0 0,0 0-1 0 0,0 0 0 0 0,0 0 1 0 0,0 0-1 0 0,0 0 0 0 0,0 0 0 0 0,0 1 1 0 0,0-1-1 0 0,0 0 0 0 0,0 0 0 0 0,0 0 1 0 0,0 0-1 0 0,0 0 0 0 0,0 0 0 0 0,0 0 1 0 0,0 1-1 0 0,0-1 0 0 0,0 0 0 0 0,0 0 1 0 0,0 0-1 0 0,0 0 0 0 0,0 0 0 0 0,0 0 1 0 0,0 0-1 0 0,1 0 0 0 0,-1 0 0 0 0,0 0 1 0 0,0 1-1 0 0,0-1 0 0 0,0 0 1 0 0,0 0-1 0 0,0 0 0 0 0,0 0 0 0 0,0 0 1 0 0,1 0-1 0 0,-1 0 0 0 0,0 0 0 0 0,0 0 1 0 0,0 0-1 0 0,0 0 0 0 0,0 0 0 0 0,0 0 1 0 0,0 0-1 0 0,1 0 0 0 0,-1 0 0 0 0,0 0 1 0 0,0 0-1 0 0,0 0 0 0 0,0 0 0 0 0,0 0 1 0 0,0 0-1 0 0,0 0 0 0 0,0 0 0 0 0,1-1 1 0 0,-1 1-1 0 0,0 0 0 0 0,0 0 0 0 0,0 0 1 0 0,0 0-1 0 0,51-41-1 0 0,-29 23-34 0 0,0 1 0 0 0,0 0 0 0 0,45-23 0 0 0,-65 39 20 0 0,0 0 0 0 0,-1 0 1 0 0,1 1-1 0 0,0-1 0 0 0,-1 0 0 0 0,1 1 0 0 0,0-1 0 0 0,0 1 0 0 0,0 0 0 0 0,0-1 0 0 0,-1 1 0 0 0,1 0 0 0 0,0 0 0 0 0,0 0 0 0 0,0 1 1 0 0,0-1-1 0 0,0 0 0 0 0,-1 1 0 0 0,1-1 0 0 0,0 1 0 0 0,0-1 0 0 0,-1 1 0 0 0,1 0 0 0 0,0 0 0 0 0,-1 0 0 0 0,3 1 0 0 0,-2 0 33 0 0,0 1 0 0 0,0 0-1 0 0,0 0 1 0 0,0 0-1 0 0,0 0 1 0 0,-1 0 0 0 0,0 0-1 0 0,1 0 1 0 0,-1 0-1 0 0,0 0 1 0 0,0 1 0 0 0,-1-1-1 0 0,2 5 1 0 0,-1 3-550 0 0,0 0 0 0 0,-1 1 0 0 0,0-1 0 0 0,-1 0 0 0 0,0 1 0 0 0,0-1 0 0 0,-7 22 0 0 0,3-20-2108 0 0,2-2 200 0 0</inkml:trace>
</inkml:ink>
</file>

<file path=ppt/ink/ink3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6:12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50 348 0 0,'0'0'1834'0'0,"0"0"-1737"0"0,0 0 1 0 0,0-1-1 0 0,1 1 1 0 0,-1 0-1 0 0,0-1 1 0 0,0 1 0 0 0,0 0-1 0 0,1 0 1 0 0,-1 0-1 0 0,0-1 1 0 0,0 1 0 0 0,1 0-1 0 0,-1 0 1 0 0,0 0-1 0 0,1 0 1 0 0,-1-1 0 0 0,0 1-1 0 0,0 0 1 0 0,1 0-1 0 0,-1 0 1 0 0,0 0-1 0 0,1 0 1 0 0,-1 0 0 0 0,0 0-1 0 0,1 0 1 0 0,-1 0-1 0 0,0 0 1 0 0,0 0 0 0 0,1 0-1 0 0,-1 0 1 0 0,0 0-1 0 0,1 0 1 0 0,-1 0 0 0 0,0 1-1 0 0,1-1 1 0 0,-1 0-1 0 0,1 0 1 0 0,2 2 50 0 0,1 0 0 0 0,-1 0 0 0 0,0 0 1 0 0,0 1-1 0 0,0-1 0 0 0,0 1 0 0 0,0 0 0 0 0,0 0 1 0 0,-1 0-1 0 0,1 0 0 0 0,-1 0 0 0 0,0 1 0 0 0,0-1 0 0 0,0 1 1 0 0,-1-1-1 0 0,1 1 0 0 0,-1 0 0 0 0,0-1 0 0 0,0 1 1 0 0,0 0-1 0 0,0 0 0 0 0,0 7 0 0 0,-1-9 267 0 0,-2 2-218 0 0,-1 2-191 0 0,3-9 1200 0 0,2-5-1192 0 0,1 0 1 0 0,0 0-1 0 0,0 1 0 0 0,0-1 0 0 0,1 1 0 0 0,0 0 0 0 0,0 0 0 0 0,1 0 0 0 0,0 1 0 0 0,1-1 0 0 0,-1 1 0 0 0,1 0 1 0 0,0 1-1 0 0,11-9 0 0 0,-13 11-16 0 0,1 1-1 0 0,-1-1 1 0 0,0 1 0 0 0,1-1 0 0 0,-1 1 0 0 0,1 1-1 0 0,0-1 1 0 0,-1 1 0 0 0,1-1 0 0 0,0 2 0 0 0,0-1 0 0 0,0 0-1 0 0,6 1 1 0 0,-8 0-1 0 0,-1 0 0 0 0,1 1-1 0 0,-1-1 1 0 0,0 1 0 0 0,1 0-1 0 0,-1-1 1 0 0,1 1-1 0 0,-1 0 1 0 0,0 0 0 0 0,1 1-1 0 0,-1-1 1 0 0,0 0 0 0 0,0 1-1 0 0,0-1 1 0 0,0 1 0 0 0,0 0-1 0 0,-1 0 1 0 0,1 0 0 0 0,0 0-1 0 0,-1 0 1 0 0,0 0 0 0 0,1 0-1 0 0,-1 0 1 0 0,0 0 0 0 0,0 1-1 0 0,0-1 1 0 0,1 5 0 0 0,5 11-5 0 0,-6-14 12 0 0,1-1-1 0 0,-1 1 1 0 0,0 0-1 0 0,0 0 1 0 0,0 1-1 0 0,0-1 1 0 0,-1 6-1 0 0,0-10 12 0 0,0 0 0 0 0,0 1 0 0 0,0-1-1 0 0,0 0 1 0 0,0 1 0 0 0,0-1 0 0 0,0 0-1 0 0,0 1 1 0 0,0-1 0 0 0,0 1 0 0 0,1-1-1 0 0,-1 0 1 0 0,0 1 0 0 0,0-1 0 0 0,0 0-1 0 0,0 1 1 0 0,0-1 0 0 0,1 0 0 0 0,-1 1-1 0 0,0-1 1 0 0,0 0 0 0 0,1 0 0 0 0,-1 1-1 0 0,0-1 1 0 0,0 0 0 0 0,1 0 0 0 0,-1 1-1 0 0,0-1 1 0 0,1 0 0 0 0,-1 0 0 0 0,0 0-1 0 0,1 1 1 0 0,-1-1 0 0 0,0 0 0 0 0,1 0-1 0 0,-1 0 1 0 0,0 0 0 0 0,1 0 0 0 0,-1 0-1 0 0,0 0 1 0 0,1 0 0 0 0,-1 0 0 0 0,1 0 0 0 0,-1 0-1 0 0,0 0 1 0 0,1 0 0 0 0,-1 0 0 0 0,0 0-1 0 0,1 0 1 0 0,-1-1 0 0 0,0 1 0 0 0,1 0-1 0 0,-1 0 1 0 0,0 0 0 0 0,1 0 0 0 0,-1-1-1 0 0,0 1 1 0 0,1 0 0 0 0,-1 0 0 0 0,0-1-1 0 0,0 1 1 0 0,1 0 0 0 0,-1-1 0 0 0,0 1-1 0 0,0 0 1 0 0,0 0 0 0 0,1-1 0 0 0,34-32 31 0 0,-4 4 61 0 0,-30 28-101 0 0,1 0-1 0 0,-1-1 0 0 0,1 1 1 0 0,-1 0-1 0 0,1 0 1 0 0,-1 0-1 0 0,1 0 0 0 0,0 0 1 0 0,0 1-1 0 0,0-1 1 0 0,-1 0-1 0 0,1 1 0 0 0,0 0 1 0 0,0-1-1 0 0,0 1 1 0 0,0 0-1 0 0,0 0 0 0 0,0 0 1 0 0,0 0-1 0 0,0 0 1 0 0,0 0-1 0 0,0 1 0 0 0,-1-1 1 0 0,1 1-1 0 0,0-1 1 0 0,0 1-1 0 0,0 0 0 0 0,0-1 1 0 0,-1 1-1 0 0,1 0 1 0 0,0 0-1 0 0,-1 0 0 0 0,1 1 1 0 0,-1-1-1 0 0,1 0 1 0 0,0 2-1 0 0,17 26-1538 0 0,-10 1-4963 0 0,-6-20 3930 0 0</inkml:trace>
</inkml:ink>
</file>

<file path=ppt/ink/ink3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6:13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137 526 416 0 0,'0'0'5661'0'0,"1"-11"-4818"0"0,-7 10 2731 0 0,0 3-3530 0 0,-5 1 163 0 0,1 1 0 0 0,0 0 0 0 0,0 0 0 0 0,0 1 0 0 0,0 0 0 0 0,1 1 0 0 0,0 0 0 0 0,-16 14-1 0 0,15-13 20 0 0,-1-1-33 0 0,11-6-186 0 0,0 1-1 0 0,0-1 0 0 0,0 0 0 0 0,0 0 1 0 0,0 0-1 0 0,0 0 0 0 0,0 0 1 0 0,0 0-1 0 0,0 0 0 0 0,0 0 0 0 0,0 0 1 0 0,0 0-1 0 0,0 0 0 0 0,0 0 1 0 0,0 0-1 0 0,0 0 0 0 0,0 0 0 0 0,0 1 1 0 0,0-1-1 0 0,0 0 0 0 0,0 0 1 0 0,0 0-1 0 0,0 0 0 0 0,0 0 0 0 0,0 0 1 0 0,0 0-1 0 0,0 0 0 0 0,0 0 1 0 0,0 0-1 0 0,0 0 0 0 0,0 0 0 0 0,0 0 1 0 0,0 1-1 0 0,0-1 0 0 0,0 0 1 0 0,0 0-1 0 0,0 0 0 0 0,0 0 0 0 0,0 0 1 0 0,0 0-1 0 0,0 0 0 0 0,0 0 1 0 0,0 0-1 0 0,64-12-256 0 0,43-4-924 0 0,-91 14 1100 0 0,1-1-1 0 0,-1 0 0 0 0,0-2 1 0 0,0 0-1 0 0,0 0 0 0 0,0-1 0 0 0,-1-1 1 0 0,0-1-1 0 0,-1 0 0 0 0,1-1 0 0 0,-2 0 1 0 0,1-2-1 0 0,-1 1 0 0 0,-1-1 1 0 0,13-15-1 0 0,-7 6 189 0 0,0-2 0 0 0,-2 0 1 0 0,0-1-1 0 0,-1 0 0 0 0,-2-1 1 0 0,0-1-1 0 0,-2 0 0 0 0,12-36 1 0 0,-17 35 182 0 0,-1 0-1 0 0,4-52 1 0 0,-6 52 166 0 0,-3 25-429 0 0,0-1 1 0 0,1 1-1 0 0,-1 0 0 0 0,0 0 0 0 0,0-1 1 0 0,0 1-1 0 0,0 0 0 0 0,0 0 0 0 0,0-1 0 0 0,0 1 1 0 0,0 0-1 0 0,0-1 0 0 0,-1 1 0 0 0,1 0 1 0 0,0 0-1 0 0,-1-1 0 0 0,1 1 0 0 0,-1 0 1 0 0,0 0-1 0 0,1 0 0 0 0,-1 0 0 0 0,0 0 0 0 0,0 0 1 0 0,-1-1-1 0 0,1 2-16 0 0,0-1-1 0 0,0 1 1 0 0,0 0 0 0 0,-1 0-1 0 0,1 0 1 0 0,0 1 0 0 0,0-1-1 0 0,0 0 1 0 0,0 0 0 0 0,-1 1-1 0 0,1-1 1 0 0,0 0 0 0 0,0 1-1 0 0,0-1 1 0 0,0 1 0 0 0,0 0-1 0 0,0-1 1 0 0,0 1 0 0 0,0 0-1 0 0,-1 0 1 0 0,-6 6 16 0 0,0 0 0 0 0,0 1 0 0 0,0 0 1 0 0,-6 10-1 0 0,5-4-17 0 0,0 1 1 0 0,2-1 0 0 0,0 2 0 0 0,0-1-1 0 0,1 1 1 0 0,1 0 0 0 0,1 0 0 0 0,0 1 0 0 0,1-1-1 0 0,1 1 1 0 0,0 21 0 0 0,1-27-7 0 0,1 0 0 0 0,1 1 0 0 0,0-1 0 0 0,0 0 0 0 0,1 1 0 0 0,1-1 0 0 0,-1 0 0 0 0,2-1 0 0 0,0 1 0 0 0,0 0 0 0 0,1-1 0 0 0,0 0 0 0 0,1 0 0 0 0,0-1 0 0 0,0 1 0 0 0,1-1 0 0 0,12 12 0 0 0,-13-17 37 0 0,0 1 0 0 0,0-1 1 0 0,1-1-1 0 0,0 1 0 0 0,0-1 0 0 0,0 0 1 0 0,0-1-1 0 0,0 0 0 0 0,1 0 0 0 0,-1 0 0 0 0,1-1 1 0 0,-1 0-1 0 0,1 0 0 0 0,0-1 0 0 0,-1 0 0 0 0,1-1 1 0 0,-1 0-1 0 0,1 0 0 0 0,-1 0 0 0 0,1-1 1 0 0,-1 0-1 0 0,0 0 0 0 0,0-1 0 0 0,13-6 0 0 0,-19 8-538 0 0</inkml:trace>
</inkml:ink>
</file>

<file path=ppt/ink/ink3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6:13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 1364 0 0,'-1'-9'-223'0'0,"1"-14"10120"0"0,1 13-9680 0 0,-1 0-5791 0 0</inkml:trace>
</inkml:ink>
</file>

<file path=ppt/ink/ink3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6:13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79 303 776 0 0,'0'0'7375'0'0,"-3"-4"-6623"0"0,1 2-489 0 0,0 1-1 0 0,-1-1 1 0 0,1 0 0 0 0,-1 1 0 0 0,1 0 0 0 0,-1-1-1 0 0,1 1 1 0 0,-1 0 0 0 0,0 0 0 0 0,0 1 0 0 0,-4-2 0 0 0,6 2-206 0 0,-1 0 0 0 0,1 0 1 0 0,-1 0-1 0 0,1 0 0 0 0,0 0 1 0 0,-1 0-1 0 0,1 0 0 0 0,0 1 1 0 0,-1-1-1 0 0,1 0 0 0 0,0 1 1 0 0,-1-1-1 0 0,1 1 1 0 0,0 0-1 0 0,0-1 0 0 0,-1 1 1 0 0,1 0-1 0 0,0 0 0 0 0,0 0 1 0 0,0 0-1 0 0,0 0 0 0 0,0 0 1 0 0,0 0-1 0 0,0 0 0 0 0,0 0 1 0 0,1 0-1 0 0,-1 0 0 0 0,0 0 1 0 0,1 1-1 0 0,-1-1 1 0 0,1 0-1 0 0,-1 1 0 0 0,0 1 1 0 0,1-1-68 0 0,-1 0 1 0 0,1-1 0 0 0,-1 1-1 0 0,1 0 1 0 0,-1 0 0 0 0,1-1-1 0 0,0 1 1 0 0,0 0-1 0 0,0 0 1 0 0,0-1 0 0 0,0 1-1 0 0,0 0 1 0 0,1 0 0 0 0,-1 0-1 0 0,0-1 1 0 0,1 1 0 0 0,-1 0-1 0 0,1-1 1 0 0,0 1 0 0 0,0 0-1 0 0,0-1 1 0 0,0 1 0 0 0,0-1-1 0 0,0 1 1 0 0,0-1 0 0 0,2 2-1 0 0,0-1-25 0 0,0 0-1 0 0,0 0 0 0 0,1 0 1 0 0,-1-1-1 0 0,1 0 1 0 0,-1 1-1 0 0,1-1 0 0 0,0-1 1 0 0,-1 1-1 0 0,1 0 1 0 0,0-1-1 0 0,4 0 0 0 0,9 0-135 0 0,1 0 0 0 0,0-2 0 0 0,0 0-1 0 0,25-8 1 0 0,-32 7 110 0 0,0-2 0 0 0,0 1 0 0 0,-1-2 0 0 0,18-10 0 0 0,13-7 965 0 0,-40 22-692 0 0,-1 0-103 0 0,0 1 1 0 0,0-1-1 0 0,1 0 0 0 0,-1 1 1 0 0,0-1-1 0 0,1 0 0 0 0,-1 1 1 0 0,0-1-1 0 0,1 0 0 0 0,-1 1 1 0 0,1-1-1 0 0,-1 1 0 0 0,1-1 1 0 0,-1 1-1 0 0,1-1 0 0 0,-1 1 1 0 0,1 0-1 0 0,0-1 0 0 0,-1 1 1 0 0,1-1-1 0 0,0 1 0 0 0,-1 0 1 0 0,1 0-1 0 0,0-1 0 0 0,2 5-197 0 0,-1-1 0 0 0,1 0-1 0 0,0 0 1 0 0,0 0 0 0 0,0 0-1 0 0,0 0 1 0 0,1-1-1 0 0,-1 0 1 0 0,1 1 0 0 0,-1-1-1 0 0,1 0 1 0 0,0-1 0 0 0,0 1-1 0 0,0-1 1 0 0,6 2 0 0 0,0-1-11 0 0,0-1 1 0 0,0 0-1 0 0,0 0 1 0 0,0-1 0 0 0,0 0-1 0 0,12-2 1 0 0,7-3-46 0 0,-1-1 0 0 0,1-2 1 0 0,46-19-1 0 0,-65 24 234 0 0,-1-1-1 0 0,0 0 1 0 0,0-1 0 0 0,-1 0-1 0 0,1 0 1 0 0,-1-1 0 0 0,0 0 0 0 0,0 0-1 0 0,-1-1 1 0 0,0 0 0 0 0,0-1-1 0 0,-1 1 1 0 0,0-1 0 0 0,0 0 0 0 0,0-1-1 0 0,-2 1 1 0 0,1-1 0 0 0,-1 0-1 0 0,0-1 1 0 0,0 1 0 0 0,-1-1 0 0 0,-1 1-1 0 0,0-1 1 0 0,2-18 0 0 0,-3 22 202 0 0,-1 0 0 0 0,1-1 0 0 0,-2 1-1 0 0,1 0 1 0 0,0 0 0 0 0,-1 0 0 0 0,-1-1 0 0 0,1 1 0 0 0,-1 0 0 0 0,0 0 0 0 0,-3-7 0 0 0,4 11 472 0 0,-2 6-615 0 0,-2 1-94 0 0,0 1-1 0 0,1-1 0 0 0,0 1 1 0 0,0 0-1 0 0,1 1 0 0 0,0-1 1 0 0,0 1-1 0 0,0-1 1 0 0,1 1-1 0 0,0 0 0 0 0,0 0 1 0 0,-1 11-1 0 0,-1 15-5 0 0,1 49-1 0 0,1-23-1323 0 0,-1-35-2073 0 0</inkml:trace>
</inkml:ink>
</file>

<file path=ppt/ink/ink3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6:14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0 15217 0 0,'-22'8'2035'0'0,"-2"3"-1491"0"0,25-11-583 0 0,0 1-1 0 0,0-1 0 0 0,0 1 1 0 0,0 0-1 0 0,0-1 1 0 0,0 1-1 0 0,0-1 1 0 0,1 0-1 0 0,-1 1 1 0 0,0-1-1 0 0,0 0 0 0 0,0 0 1 0 0,0 0-1 0 0,1 0 1 0 0,-1 0-1 0 0,0 0 1 0 0,0 0-1 0 0,0 0 1 0 0,0 0-1 0 0,2-1 1 0 0,26 2-945 0 0,0 0-1913 0 0,1-1 0 0 0,32-4 0 0 0,-29-2-1206 0 0</inkml:trace>
</inkml:ink>
</file>

<file path=ppt/ink/ink3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6:21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1 680 0 0,'0'0'9523'0'0,"-4"3"-9171"0"0,-10 12 46 0 0,1 1-1 0 0,1 1 1 0 0,0 0 0 0 0,2 1-1 0 0,-10 19 1 0 0,-23 37-291 0 0,36-63-891 0 0,-1-1 1 0 0,0 0-1 0 0,-1 0 1 0 0,-14 13-1 0 0</inkml:trace>
</inkml:ink>
</file>

<file path=ppt/ink/ink3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6:21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 24 0 0,'17'-53'8486'0'0,"-16"52"-7878"0"0,-1-2-592 0 0,1 1 1290 0 0,0 0-2212 0 0</inkml:trace>
</inkml:ink>
</file>

<file path=ppt/ink/ink3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6:21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1 152 0 0,'2'39'3052'0'0,"-18"37"3104"0"0,17-73-5562 0 0,-1-3-567 0 0,0 0 1 0 0,0 0-1 0 0,0 1 0 0 0,0-1 1 0 0,0 0-1 0 0,0 0 1 0 0,0 0-1 0 0,0 1 1 0 0,0-1-1 0 0,0 0 1 0 0,0 0-1 0 0,0 0 0 0 0,0 1 1 0 0,0-1-1 0 0,0 0 1 0 0,1 0-1 0 0,-1 0 1 0 0,0 1-1 0 0,0-1 0 0 0,0 0 1 0 0,0 0-1 0 0,0 0 1 0 0,0 0-1 0 0,0 1 1 0 0,1-1-1 0 0,-1 0 1 0 0,0 0-1 0 0,0 0 0 0 0,0 0 1 0 0,0 0-1 0 0,0 0 1 0 0,1 0-1 0 0,-1 1 1 0 0,0-1-1 0 0,0 0 0 0 0,0 0 1 0 0,1 0-1 0 0,-1 0 1 0 0,0 0-1 0 0,0 0 1 0 0,0 0-1 0 0,1 0 1 0 0,-1 0-1 0 0,0 0 0 0 0,0 0 1 0 0,0 0-1 0 0,1 0 1 0 0,-1 0-1 0 0,0 0 1 0 0,0 0-1 0 0,0 0 1 0 0,0 0-1 0 0,1-1 0 0 0,-1 1 1 0 0,0 0-1 0 0,0 0 1 0 0,2-1-13 0 0,11-14 367 0 0,1 0 0 0 0,0 2 0 0 0,30-22 0 0 0,-42 34-377 0 0,0 0-1 0 0,0 0 0 0 0,0 1 1 0 0,0 0-1 0 0,1-1 0 0 0,-1 1 1 0 0,0 0-1 0 0,0 0 0 0 0,0 0 1 0 0,0 0-1 0 0,1 0 0 0 0,-1 1 1 0 0,0-1-1 0 0,0 0 0 0 0,0 1 1 0 0,0 0-1 0 0,0 0 0 0 0,0-1 1 0 0,0 1-1 0 0,0 0 0 0 0,0 1 1 0 0,0-1-1 0 0,0 0 0 0 0,-1 0 1 0 0,1 1-1 0 0,-1-1 0 0 0,1 1 1 0 0,-1 0-1 0 0,1-1 1 0 0,-1 1-1 0 0,0 0 0 0 0,2 2 1 0 0,20 31-1998 0 0,-9-5-3677 0 0,-13-28 4740 0 0</inkml:trace>
</inkml:ink>
</file>

<file path=ppt/ink/ink3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6:22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26 224 0 0,'-31'-23'6700'0'0,"26"22"-6488"0"0,-1 0 0 0 0,1 1 0 0 0,0-1 0 0 0,0 1 0 0 0,0 1-1 0 0,0-1 1 0 0,-1 1 0 0 0,1 0 0 0 0,0 0 0 0 0,0 0 0 0 0,0 1 0 0 0,0-1 0 0 0,1 1 0 0 0,-1 0 0 0 0,0 1 0 0 0,1-1-1 0 0,-1 1 1 0 0,1 0 0 0 0,0 0 0 0 0,-6 6 0 0 0,-2 1-38 0 0,1-1 0 0 0,1 2-1 0 0,0-1 1 0 0,0 1 0 0 0,1 1 0 0 0,-11 16-1 0 0,18-22-123 0 0,-1-1 0 0 0,0 1 0 0 0,1-1 0 0 0,0 1-1 0 0,1 0 1 0 0,-1 0 0 0 0,1 0 0 0 0,0 0 0 0 0,0 0-1 0 0,1 0 1 0 0,0 0 0 0 0,0 8 0 0 0,1-10-31 0 0,0-1 1 0 0,-1 1-1 0 0,1 0 1 0 0,0-1-1 0 0,1 1 1 0 0,-1-1-1 0 0,0 1 1 0 0,1-1-1 0 0,0 0 0 0 0,0 0 1 0 0,0 0-1 0 0,0 0 1 0 0,1 0-1 0 0,-1 0 1 0 0,1 0-1 0 0,-1-1 1 0 0,1 1-1 0 0,0-1 1 0 0,0 0-1 0 0,5 3 1 0 0,2-1-4 0 0,0 0 1 0 0,0-1 0 0 0,1 0 0 0 0,-1 0-1 0 0,1-1 1 0 0,-1-1 0 0 0,1 0 0 0 0,0 0-1 0 0,-1-1 1 0 0,1 0 0 0 0,0-1 0 0 0,0 0-1 0 0,-1-1 1 0 0,1 0 0 0 0,-1-1 0 0 0,17-6-1 0 0,16-7 74 0 0,-2-2 0 0 0,61-37 0 0 0,-88 47-28 0 0,-12 8 23 0 0,12-9 195 0 0,-13 22-332 0 0,-1-11 33 0 0,0 0-1 0 0,-1 0 1 0 0,1 0-1 0 0,0-1 1 0 0,1 1-1 0 0,-1 0 1 0 0,0 0-1 0 0,0 0 0 0 0,1-1 1 0 0,-1 1-1 0 0,1 0 1 0 0,-1 0-1 0 0,2 1 1 0 0,1 1 10 0 0,1-1-1 0 0,0 0 1 0 0,0 1 0 0 0,0-1 0 0 0,0-1 0 0 0,0 1 0 0 0,0-1 0 0 0,1 1-1 0 0,-1-1 1 0 0,1-1 0 0 0,0 1 0 0 0,0-1 0 0 0,-1 1 0 0 0,1-1 0 0 0,0-1 0 0 0,0 1-1 0 0,0-1 1 0 0,0 0 0 0 0,0 0 0 0 0,0 0 0 0 0,0-1 0 0 0,7-1 0 0 0,-11 2 34 0 0,0 0 0 0 0,0 0 0 0 0,-1 0 0 0 0,1-1 0 0 0,0 1 1 0 0,0 0-1 0 0,0-1 0 0 0,-1 1 0 0 0,1 0 0 0 0,0-1 0 0 0,-1 1 1 0 0,1-1-1 0 0,0 1 0 0 0,-1-1 0 0 0,1 0 0 0 0,0 1 0 0 0,-1-1 1 0 0,1 1-1 0 0,-1-1 0 0 0,1 0 0 0 0,-1 0 0 0 0,0 1 0 0 0,1-1 1 0 0,-1 0-1 0 0,0 0 0 0 0,1 1 0 0 0,-1-1 0 0 0,0 0 0 0 0,0 0 1 0 0,0 0-1 0 0,0 1 0 0 0,0-1 0 0 0,0 0 0 0 0,0 0 0 0 0,0 0 1 0 0,0 0-1 0 0,0 1 0 0 0,0-1 0 0 0,0 0 0 0 0,-1 0 0 0 0,1-1 1 0 0,-1 0 14 0 0,0-1 1 0 0,1 0 0 0 0,-1 1-1 0 0,0-1 1 0 0,-1 0 0 0 0,1 1 0 0 0,0-1-1 0 0,-1 1 1 0 0,0 0 0 0 0,-3-5-1 0 0,-1 2-180 0 0,0 1-1 0 0,-1-1 0 0 0,0 1 0 0 0,0 0 0 0 0,0 0 1 0 0,-13-4-1 0 0,-21 1-5290 0 0</inkml:trace>
</inkml:ink>
</file>

<file path=ppt/ink/ink3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6:22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24 408 0 0,'0'0'9508'0'0,"5"1"-9216"0"0,4 2-194 0 0,1 1 0 0 0,-2 0 1 0 0,1 0-1 0 0,0 1 0 0 0,-1 0 1 0 0,0 0-1 0 0,0 1 1 0 0,-1 0-1 0 0,1 1 0 0 0,-1-1 1 0 0,-1 1-1 0 0,1 1 0 0 0,-1-1 1 0 0,0 1-1 0 0,-1 0 1 0 0,0 0-1 0 0,0 1 0 0 0,-1 0 1 0 0,0 0-1 0 0,-1 0 0 0 0,0 0 1 0 0,0 0-1 0 0,2 11 0 0 0,-5-18-36 0 0,-7 9 82 0 0,7-11-99 0 0,0 1 0 0 0,0-1-1 0 0,0 0 1 0 0,0 0 0 0 0,-1 1-1 0 0,1-1 1 0 0,0 0-1 0 0,0 1 1 0 0,0-1 0 0 0,0 0-1 0 0,-1 0 1 0 0,1 0 0 0 0,0 1-1 0 0,0-1 1 0 0,-1 0-1 0 0,1 0 1 0 0,0 0 0 0 0,0 1-1 0 0,-1-1 1 0 0,1 0 0 0 0,0 0-1 0 0,-1 0 1 0 0,1 0-1 0 0,0 0 1 0 0,0 0 0 0 0,-1 1-1 0 0,1-1 1 0 0,0 0 0 0 0,-1 0-1 0 0,1 0 1 0 0,0 0-1 0 0,-1 0 1 0 0,1 0 0 0 0,0-1-1 0 0,-1 1 1 0 0,1 0 0 0 0,0 0-1 0 0,-1 0 1 0 0,1 0-1 0 0,0 0 1 0 0,-1-1 0 0 0,-2-4-17 0 0,0 0 1 0 0,0-1-1 0 0,0 1 0 0 0,1-1 1 0 0,0 0-1 0 0,0 0 1 0 0,1 0-1 0 0,0 0 1 0 0,0 0-1 0 0,0 0 0 0 0,0 0 1 0 0,1 0-1 0 0,0 0 1 0 0,0 0-1 0 0,1 0 1 0 0,0 0-1 0 0,0 0 0 0 0,0 0 1 0 0,1 0-1 0 0,0 0 1 0 0,0 0-1 0 0,1 0 1 0 0,-1 1-1 0 0,1-1 0 0 0,0 1 1 0 0,1 0-1 0 0,5-7 1 0 0,-6 7-464 0 0,0 1 1 0 0,1-1 0 0 0,-1 1-1 0 0,1 0 1 0 0,0 0-1 0 0,9-6 1 0 0,8 0-6368 0 0,-11 8 3648 0 0</inkml:trace>
</inkml:ink>
</file>

<file path=ppt/ink/ink3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6:23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7 120 0 0,'30'20'4272'0'0,"-25"-16"-3953"0"0,1 0-1 0 0,-2 1 0 0 0,1-1 0 0 0,0 1 1 0 0,-1 0-1 0 0,0 0 0 0 0,0 1 0 0 0,-1-1 1 0 0,1 1-1 0 0,-1 0 0 0 0,0 0 0 0 0,3 11 0 0 0,-6-15-183 0 0,1-1 0 0 0,-1 1 0 0 0,0-1-1 0 0,0 1 1 0 0,0 0 0 0 0,0-1 0 0 0,0 1-1 0 0,-1 0 1 0 0,1-1 0 0 0,0 1-1 0 0,-1-1 1 0 0,1 1 0 0 0,-1 0 0 0 0,0-1-1 0 0,1 1 1 0 0,-1-1 0 0 0,0 0 0 0 0,0 1-1 0 0,0-1 1 0 0,0 0 0 0 0,0 1-1 0 0,0-1 1 0 0,0 0 0 0 0,-1 0 0 0 0,1 0-1 0 0,0 0 1 0 0,-3 1 0 0 0,2-1 866 0 0,1-5-735 0 0,-1 0-238 0 0,1-1 0 0 0,0 1 0 0 0,0 0 0 0 0,0 0 0 0 0,0-1 0 0 0,1 1 0 0 0,-1-1 0 0 0,1 1-1 0 0,0 0 1 0 0,1-1 0 0 0,-1 1 0 0 0,1-1 0 0 0,0 1 0 0 0,0 0 0 0 0,0-1 0 0 0,0 1 0 0 0,1 0 0 0 0,0 0 0 0 0,3-6-1 0 0,16-14-2682 0 0,8 2-3309 0 0,-19 17 2868 0 0</inkml:trace>
</inkml:ink>
</file>

<file path=ppt/ink/ink3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6:23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0 235 236 0 0,'0'0'776'0'0,"15"-1"2125"0"0,31-15-458 0 0,-24 10-894 0 0,-1-2 1 0 0,0 0-1 0 0,31-18 1 0 0,-50 25-1086 0 0,4-2 53 0 0,-4 2-181 0 0,-5 2 1694 0 0,-6 3-2003 0 0,0 0-1 0 0,0 0 0 0 0,0 1 0 0 0,1 0 0 0 0,-8 6 0 0 0,15-10-94 0 0,0-1 0 0 0,-1 1-1 0 0,1 0 1 0 0,0 0 0 0 0,0 0-1 0 0,0 0 1 0 0,0 0 0 0 0,0 1-1 0 0,0-1 1 0 0,0 0 0 0 0,0 0-1 0 0,0 1 1 0 0,1-1 0 0 0,-1 0-1 0 0,1 1 1 0 0,-1-1 0 0 0,1 1 0 0 0,-1-1-1 0 0,1 0 1 0 0,0 1 0 0 0,-1-1-1 0 0,1 1 1 0 0,0-1 0 0 0,0 1-1 0 0,0-1 1 0 0,0 1 0 0 0,1-1-1 0 0,-1 1 1 0 0,0-1 0 0 0,1 1-1 0 0,-1-1 1 0 0,1 1 0 0 0,-1-1-1 0 0,1 0 1 0 0,-1 1 0 0 0,1-1-1 0 0,0 0 1 0 0,0 1 0 0 0,0-1 0 0 0,0 0-1 0 0,0 0 1 0 0,1 1 0 0 0,1 0-89 0 0,0 0 1 0 0,-1-1-1 0 0,1 1 1 0 0,0-1 0 0 0,0 0-1 0 0,0 0 1 0 0,0 0-1 0 0,0-1 1 0 0,0 1 0 0 0,0-1-1 0 0,0 1 1 0 0,6-1-1 0 0,37-2-1122 0 0,-30 0 1188 0 0,-1-2-1 0 0,0 0 1 0 0,0 0-1 0 0,0-2 1 0 0,21-10-1 0 0,-22 10 1089 0 0,-11 5-472 0 0,-2 0-364 0 0,1 0-1 0 0,-1 1 1 0 0,0-1 0 0 0,1 1 0 0 0,-1 0-1 0 0,1-1 1 0 0,-1 1 0 0 0,1 0 0 0 0,0 0-1 0 0,-1 0 1 0 0,1 0 0 0 0,-1 0 0 0 0,1 0-1 0 0,-1 0 1 0 0,1 0 0 0 0,-1 1 0 0 0,1-1-1 0 0,-1 1 1 0 0,1-1 0 0 0,-1 1 0 0 0,1-1-1 0 0,1 2 1 0 0,7 4-95 0 0,0-2 0 0 0,0 1 1 0 0,0-1-1 0 0,1-1 0 0 0,-1 0 0 0 0,1 0 1 0 0,0-1-1 0 0,0-1 0 0 0,21 1 0 0 0,-7-1-6 0 0,0-2-1 0 0,-1 0 0 0 0,36-8 0 0 0,-51 7-1 0 0,-1 0-1 0 0,1-1 0 0 0,0 0 0 0 0,-1 0 0 0 0,0-1 0 0 0,0 0 0 0 0,0 0 0 0 0,0-1 0 0 0,-1 0 0 0 0,0-1 0 0 0,0 1 1 0 0,0-1-1 0 0,-1-1 0 0 0,1 1 0 0 0,-2-1 0 0 0,1 0 0 0 0,-1-1 0 0 0,0 1 0 0 0,6-14 0 0 0,-7 13 259 0 0,-1 0 0 0 0,0-1 0 0 0,-1 1 1 0 0,0-1-1 0 0,0 1 0 0 0,-1-1 0 0 0,0 0 0 0 0,0 0 0 0 0,-1 0 0 0 0,0 1 0 0 0,-1-1 0 0 0,-3-14 0 0 0,4 21 55 0 0,-1-1 662 0 0,-1 8-429 0 0,-4 20-264 0 0,-3 40-241 0 0,18 95-3097 0 0,-9-113-4702 0 0</inkml:trace>
</inkml:ink>
</file>

<file path=ppt/ink/ink3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6:24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72 416 0 0,'8'-5'2388'0'0,"0"-5"-396"0"0,3 2-1135 0 0,-3 3-89 0 0,2 2-72 0 0,6-3-200 0 0,2-1-236 0 0,3 5-304 0 0,9-4-364 0 0,11 1-296 0 0,0-1-420 0 0,5 3-1209 0 0,-1-2 537 0 0</inkml:trace>
</inkml:ink>
</file>

<file path=ppt/ink/ink3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6:28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1 525 264 0 0,'0'0'8409'0'0,"29"-20"-6892"0"0,262-175 1790 0 0,-274 183-3158 0 0,-9 7-40 0 0,0 0 0 0 0,-1-1 0 0 0,0 0 0 0 0,0 0 0 0 0,0 0 0 0 0,-1-1 0 0 0,0 0 0 0 0,0 0 0 0 0,-1-1 0 0 0,0 0 0 0 0,6-13 0 0 0,-10 20-97 0 0,0 0 0 0 0,-1-1 0 0 0,0 0 0 0 0,1 1 0 0 0,-1-1 0 0 0,0 1 0 0 0,0-1 0 0 0,0 1 0 0 0,0-1 0 0 0,0 0 0 0 0,0 1 0 0 0,0-1 0 0 0,0 1 0 0 0,-1-1 0 0 0,1 1 0 0 0,-1-1 0 0 0,1 1 0 0 0,-1-1 0 0 0,0 1 0 0 0,1-1-1 0 0,-1 1 1 0 0,0 0 0 0 0,0-1 0 0 0,0 1 0 0 0,0 0 0 0 0,0 0 0 0 0,0 0 0 0 0,0 0 0 0 0,0 0 0 0 0,-1 0 0 0 0,1 0 0 0 0,0 0 0 0 0,-1 0 0 0 0,1 0 0 0 0,-1 1 0 0 0,-1-1 0 0 0,-3-2-53 0 0,0 1-1 0 0,0 1 1 0 0,0-1 0 0 0,0 1 0 0 0,0 0-1 0 0,0 0 1 0 0,-7 0 0 0 0,12 2 25 0 0,0-1 0 0 0,0 0 0 0 0,0 0 0 0 0,1 0 1 0 0,-1 0-1 0 0,0 1 0 0 0,0-1 0 0 0,0 1 0 0 0,1-1 1 0 0,-1 0-1 0 0,0 1 0 0 0,0-1 0 0 0,1 1 0 0 0,-1-1 1 0 0,0 1-1 0 0,1 0 0 0 0,-1-1 0 0 0,1 1 0 0 0,-1 0 1 0 0,1-1-1 0 0,-1 1 0 0 0,1 0 0 0 0,-1 0 0 0 0,1-1 1 0 0,0 1-1 0 0,-1 0 0 0 0,1 0 0 0 0,0 0 0 0 0,0 0 1 0 0,-1-1-1 0 0,1 1 0 0 0,0 0 0 0 0,0 0 0 0 0,0 0 1 0 0,0 0-1 0 0,0 0 0 0 0,0 0 0 0 0,1-1 0 0 0,-1 1 0 0 0,0 0 1 0 0,0 0-1 0 0,1 0 0 0 0,-1 0 0 0 0,0-1 0 0 0,1 1 1 0 0,0 1-1 0 0,16 37-224 0 0,16 12 68 0 0,21 35-317 0 0,-50-78 411 0 0,0 1-1 0 0,0-1 1 0 0,-1 1-1 0 0,0-1 1 0 0,-1 1-1 0 0,0 0 1 0 0,0 0-1 0 0,0 15 0 0 0,-2-20 62 0 0,0 0 0 0 0,-1-1 0 0 0,1 1 0 0 0,-1-1 0 0 0,0 1 0 0 0,0-1 0 0 0,0 1 0 0 0,0-1 0 0 0,-1 0 0 0 0,1 0 0 0 0,-1 1 0 0 0,0-1 0 0 0,0 0 0 0 0,0 0 0 0 0,0-1-1 0 0,0 1 1 0 0,-1 0 0 0 0,1-1 0 0 0,-4 3 0 0 0,1-2 14 0 0,0 1 0 0 0,0-1 0 0 0,0-1 0 0 0,-1 1 1 0 0,1-1-1 0 0,-1 0 0 0 0,0 0 0 0 0,1 0 0 0 0,-1-1 0 0 0,0 0 0 0 0,0 0 0 0 0,-10 0 0 0 0,9-5-84 0 0,12-6-54 0 0,12-7-24 0 0,-16 16 187 0 0,38-25-444 0 0,70-33-1 0 0,19-14 85 0 0,-115 63 592 0 0,1-1 1 0 0,-1-1-1 0 0,14-16 0 0 0,-26 27-135 0 0,-1 0-107 0 0,0 0-1 0 0,0 1 1 0 0,0-1 0 0 0,0 0-1 0 0,0 0 1 0 0,0 1 0 0 0,-1-1-1 0 0,1 0 1 0 0,0 0-1 0 0,0 1 1 0 0,-1-1 0 0 0,1 0-1 0 0,0 1 1 0 0,-1-1 0 0 0,1 0-1 0 0,-1 1 1 0 0,1-1 0 0 0,-1 1-1 0 0,1-1 1 0 0,-1 1-1 0 0,1-1 1 0 0,-1 1 0 0 0,1-1-1 0 0,-1 1 1 0 0,0-1 0 0 0,1 1-1 0 0,-1 0 1 0 0,0-1 0 0 0,1 1-1 0 0,-1 0 1 0 0,0 0-1 0 0,0-1 1 0 0,1 1 0 0 0,-1 0-1 0 0,0 0 1 0 0,0 0 0 0 0,1 0-1 0 0,-1 0 1 0 0,0 0 0 0 0,0 0-1 0 0,-1 1 1 0 0,-2 0-7 0 0,0 1 0 0 0,0 0-1 0 0,0 0 1 0 0,0 0 0 0 0,0 0 0 0 0,0 1 0 0 0,0 0 0 0 0,1 0-1 0 0,-1 0 1 0 0,1 0 0 0 0,0 0 0 0 0,0 1 0 0 0,0-1 0 0 0,0 1 0 0 0,1 0-1 0 0,0 0 1 0 0,-1 0 0 0 0,1 0 0 0 0,-2 7 0 0 0,3-8-21 0 0,0 1 1 0 0,0-1-1 0 0,0 1 0 0 0,0-1 1 0 0,0 1-1 0 0,1 0 0 0 0,-1-1 1 0 0,1 1-1 0 0,0 0 1 0 0,0-1-1 0 0,1 1 0 0 0,-1-1 1 0 0,1 1-1 0 0,0 0 1 0 0,0-1-1 0 0,0 1 0 0 0,0-1 1 0 0,0 0-1 0 0,1 1 0 0 0,0-1 1 0 0,0 0-1 0 0,0 0 1 0 0,0 0-1 0 0,0 0 0 0 0,0 0 1 0 0,4 3-1 0 0,-2-3-16 0 0,0-1-1 0 0,0 1 1 0 0,1-1 0 0 0,-1 1-1 0 0,1-1 1 0 0,0-1 0 0 0,-1 1 0 0 0,1-1-1 0 0,0 1 1 0 0,0-1 0 0 0,0-1-1 0 0,0 1 1 0 0,0-1 0 0 0,0 0-1 0 0,0 0 1 0 0,0 0 0 0 0,0-1-1 0 0,0 1 1 0 0,0-1 0 0 0,-1-1-1 0 0,1 1 1 0 0,7-4 0 0 0,9-3-41 0 0,0-1 0 0 0,-1-1 0 0 0,28-19 0 0 0,-43 26 55 0 0,44-26 934 0 0,-47 28-876 0 0,-2 4-32 0 0,0 25 33 0 0,0-27-34 0 0,4 36-53 0 0,-4-36 23 0 0,18-6-165 0 0,-1-1 18 0 0,-1 0 0 0 0,1-1-1 0 0,24-15 1 0 0,15-6-447 0 0,-38 21 538 0 0,-1-1 1 0 0,-1-1-1 0 0,0 0 0 0 0,0-1 0 0 0,-1-1 1 0 0,0 0-1 0 0,0-1 0 0 0,-2 0 0 0 0,1-1 1 0 0,-2-1-1 0 0,0 0 0 0 0,0-1 1 0 0,15-26-1 0 0,-23 32 240 0 0,0 1 0 0 0,-1 0 0 0 0,0-1 0 0 0,0 0 0 0 0,0 1 0 0 0,-2-1 0 0 0,1 0 1 0 0,-1 0-1 0 0,0-1 0 0 0,-1 1 0 0 0,0 0 0 0 0,0 0 0 0 0,-1 0 0 0 0,-2-10 0 0 0,2 18-2 0 0,1-2-10 0 0,0 2-135 0 0,0 1 0 0 0,0-1 0 0 0,0 0 0 0 0,0 0 0 0 0,-1 1 0 0 0,1-1 0 0 0,0 0 0 0 0,0 1 0 0 0,0-1 0 0 0,-1 0 0 0 0,1 1 0 0 0,0-1 0 0 0,0 0 0 0 0,-1 1 0 0 0,1-1 0 0 0,-1 0 0 0 0,1 1 0 0 0,-1-1 0 0 0,1 1 0 0 0,-1-1 0 0 0,1 1 0 0 0,-1-1 0 0 0,1 1 0 0 0,-1 0 0 0 0,1-1 0 0 0,-1 1 0 0 0,0-1 0 0 0,1 1 0 0 0,-1 0 0 0 0,0 0 0 0 0,1-1 0 0 0,-1 1-1 0 0,-1 0 1 0 0,-6 4-3 0 0,1 0 0 0 0,-1 1-1 0 0,1 0 1 0 0,0 1 0 0 0,1-1-1 0 0,-1 1 1 0 0,1 0-1 0 0,0 1 1 0 0,1 0 0 0 0,0 0-1 0 0,0 0 1 0 0,0 0-1 0 0,1 1 1 0 0,0-1 0 0 0,0 1-1 0 0,1 0 1 0 0,0 1-1 0 0,0-1 1 0 0,1 0 0 0 0,0 1-1 0 0,1 0 1 0 0,-1 11-1 0 0,1-10-16 0 0,1 1-1 0 0,0-1 0 0 0,1 0 0 0 0,0 0 0 0 0,1 0 0 0 0,0 1 0 0 0,0-2 1 0 0,1 1-1 0 0,0 0 0 0 0,1 0 0 0 0,0-1 0 0 0,1 0 0 0 0,0 0 0 0 0,0 0 0 0 0,1-1 1 0 0,0 1-1 0 0,0-1 0 0 0,1-1 0 0 0,9 9 0 0 0,-8-10-18 0 0,0-1 0 0 0,0 0-1 0 0,1-1 1 0 0,-1 1 0 0 0,1-2 0 0 0,0 1-1 0 0,0-1 1 0 0,0-1 0 0 0,1 1 0 0 0,-1-2-1 0 0,1 1 1 0 0,-1-1 0 0 0,1-1 0 0 0,-1 0-1 0 0,16-1 1 0 0,-19 1 29 0 0,0-1 1 0 0,0 0-1 0 0,1 0 0 0 0,-1 0 1 0 0,0-1-1 0 0,0 0 0 0 0,0 0 1 0 0,-1 0-1 0 0,1-1 0 0 0,0 0 1 0 0,-1 0-1 0 0,0 0 0 0 0,1-1 1 0 0,-2 1-1 0 0,1-1 0 0 0,0-1 1 0 0,-1 1-1 0 0,1-1 0 0 0,-1 1 1 0 0,0-1-1 0 0,-1 0 0 0 0,1-1 0 0 0,-1 1 1 0 0,4-10-1 0 0,-4 8 112 0 0,0 0 0 0 0,1 0 0 0 0,-1 1-1 0 0,1-1 1 0 0,1 1 0 0 0,5-7 0 0 0,-10 5-49 0 0,0 5-51 0 0,-1 6 82 0 0,2 76-118 0 0,-1-77-11 0 0,0 4-60 0 0,0 10-79 0 0,1-15 167 0 0,0 0-1 0 0,0-1 1 0 0,0 1 0 0 0,0 0 0 0 0,0-1 0 0 0,0 1-1 0 0,0-1 1 0 0,0 1 0 0 0,0-1 0 0 0,0 0 0 0 0,0 1-1 0 0,0-1 1 0 0,0 0 0 0 0,1 0 0 0 0,-1 0-1 0 0,0 0 1 0 0,0 0 0 0 0,0 0 0 0 0,0 0 0 0 0,0 0-1 0 0,1 0 1 0 0,-1-1 0 0 0,0 1 0 0 0,1-1 0 0 0,11-2 16 0 0,0 0 1 0 0,0-2-1 0 0,-1 1 1 0 0,20-11-1 0 0,10-4 258 0 0,-40 18-227 0 0,0 2-119 0 0,1-1 1 0 0,0 1 0 0 0,0-1 0 0 0,-1 1 0 0 0,1 0 0 0 0,-1 0 0 0 0,1 0 0 0 0,-1 0 0 0 0,1 1 0 0 0,-1-1 0 0 0,0 1 0 0 0,1-1 0 0 0,-1 1 0 0 0,0 0 0 0 0,3 3 0 0 0,-2-2-695 0 0,0 0 0 0 0,0-1 1 0 0,0 1-1 0 0,1-1 0 0 0,-1 1 1 0 0,1-1-1 0 0,0 0 0 0 0,0-1 1 0 0,7 4-1 0 0,2-2-1764 0 0</inkml:trace>
</inkml:ink>
</file>

<file path=ppt/ink/ink3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6:28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5 600 0 0,'9'8'9253'0'0,"-3"-3"-9136"0"0,1-1-1 0 0,0 0 1 0 0,0 0-1 0 0,0-1 1 0 0,14 5-1 0 0,-9-7-40 0 0,1 0-1 0 0,-1 0 1 0 0,1-1-1 0 0,-1-1 1 0 0,1 0 0 0 0,-1-1-1 0 0,1 0 1 0 0,18-6-1 0 0,18-15 2786 0 0,-47 22-2337 0 0,12-4 1797 0 0,-12 5-1060 0 0,5 9-1261 0 0,-4-5-288 0 0,1 3-303 0 0,20 27-657 0 0,-24-33 632 0 0,1 0 1 0 0,0 0-1 0 0,0 0 0 0 0,0 0 1 0 0,0-1-1 0 0,0 1 1 0 0,0 0-1 0 0,0 0 1 0 0,0-1-1 0 0,0 1 0 0 0,0-1 1 0 0,1 1-1 0 0,-1-1 1 0 0,0 1-1 0 0,2 0 1 0 0</inkml:trace>
</inkml:ink>
</file>

<file path=ppt/ink/ink3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6:28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 1316 0 0,'-8'5'3704'0'0,"-3"-2"953"0"0,63-6-4369 0 0,-34 1-212 0 0,3 4-216 0 0,3-2-256 0 0,4 2-280 0 0,-12-2-800 0 0,4 0-1593 0 0,-2 0 709 0 0</inkml:trace>
</inkml:ink>
</file>

<file path=ppt/ink/ink3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6:31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2136 0 0,'0'0'3670'0'0,"17"-17"3754"0"0,-6 6-2115 0 0,-8 4-2838 0 0,-2 2-1640 0 0</inkml:trace>
</inkml:ink>
</file>

<file path=ppt/ink/ink3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6:41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24 321 516 0 0,'-15'7'2708'0'0,"7"2"4372"0"0,15-7-6927 0 0,1-1 1 0 0,0 0 0 0 0,-1 0 0 0 0,1-1 0 0 0,0 0 0 0 0,-1 0-1 0 0,1-1 1 0 0,9-1 0 0 0,71-19 721 0 0,-43 9-487 0 0,13-2 190 0 0,0-3 0 0 0,-1-2 0 0 0,-1-3 0 0 0,92-50 0 0 0,-147 71-568 0 0,46-32 804 0 0,-45 30-750 0 0,1 1-1 0 0,-1 0 0 0 0,-1-1 1 0 0,1 1-1 0 0,0-1 0 0 0,-1 0 1 0 0,1 1-1 0 0,-1-1 0 0 0,0 0 0 0 0,0 0 1 0 0,0 0-1 0 0,0 0 0 0 0,0 0 1 0 0,-1 0-1 0 0,0 0 0 0 0,1-5 1 0 0,-2 7-60 0 0,1 0 0 0 0,-1 0 1 0 0,1 1-1 0 0,-1-1 1 0 0,0 0-1 0 0,1 1 0 0 0,-1-1 1 0 0,0 1-1 0 0,1-1 0 0 0,-1 1 1 0 0,0-1-1 0 0,0 1 1 0 0,0 0-1 0 0,0-1 0 0 0,1 1 1 0 0,-1 0-1 0 0,0 0 0 0 0,0-1 1 0 0,0 1-1 0 0,0 0 1 0 0,0 0-1 0 0,0 0 0 0 0,1 0 1 0 0,-1 0-1 0 0,0 0 0 0 0,0 0 1 0 0,0 1-1 0 0,0-1 1 0 0,-1 1-1 0 0,-30 4 57 0 0,10 2-62 0 0,-1 1 1 0 0,-37 20 0 0 0,54-26-29 0 0,1 2-1 0 0,-1-1 1 0 0,1 0-1 0 0,-1 1 1 0 0,1 0-1 0 0,0 1 1 0 0,1-1-1 0 0,-1 1 1 0 0,1-1-1 0 0,0 2 1 0 0,0-1 0 0 0,0 0-1 0 0,1 1 1 0 0,0-1-1 0 0,-4 8 1 0 0,7-11 11 0 0,-1 0 0 0 0,1 0 0 0 0,0 1 0 0 0,0-1 0 0 0,-1 0 0 0 0,1 0 0 0 0,0 0 0 0 0,1 0 0 0 0,-1 0 0 0 0,0 0 0 0 0,1 0 0 0 0,-1 0 0 0 0,1 0 0 0 0,-1 0 0 0 0,1 0 0 0 0,0 0 0 0 0,0 0 0 0 0,0-1 0 0 0,0 1 0 0 0,2 3 0 0 0,1-1-14 0 0,0-1-1 0 0,0 1 1 0 0,0 0 0 0 0,0-1 0 0 0,0 0-1 0 0,1 0 1 0 0,9 4 0 0 0,3 1-46 0 0,0-2 0 0 0,1 0 1 0 0,27 6-1 0 0,-11-6 25 0 0,-1-2 1 0 0,1-1-1 0 0,0-1 1 0 0,0-2-1 0 0,-1-1 1 0 0,1-2-1 0 0,0-1 1 0 0,-1-2-1 0 0,0-2 1 0 0,0 0-1 0 0,-1-2 1 0 0,0-2-1 0 0,0-1 1 0 0,-2-1-1 0 0,47-29 1 0 0,-71 38 53 0 0,0 0 0 0 0,0 0 0 0 0,0-1 0 0 0,-1 0 0 0 0,0 0 0 0 0,0 0 0 0 0,0-1 0 0 0,-1 1 0 0 0,0-1 0 0 0,-1 0 0 0 0,1-1 0 0 0,-1 1 0 0 0,-1 0-1 0 0,1-1 1 0 0,-1 0 0 0 0,1-11 0 0 0,-3 16 0 0 0,0 0-1 0 0,-1 0 0 0 0,0-1 0 0 0,0 1 0 0 0,0 0 0 0 0,0 0 0 0 0,0 0 0 0 0,-1 0 0 0 0,1 0 0 0 0,-1 0 0 0 0,0 1 1 0 0,1-1-1 0 0,-1 0 0 0 0,-1 1 0 0 0,1 0 0 0 0,0-1 0 0 0,-1 1 0 0 0,1 0 0 0 0,-1 0 0 0 0,1 0 0 0 0,-1 1 0 0 0,0-1 1 0 0,0 0-1 0 0,0 1 0 0 0,0 0 0 0 0,0 0 0 0 0,0 0 0 0 0,0 0 0 0 0,-1 0 0 0 0,1 1 0 0 0,-4-1 0 0 0,4 0-17 0 0,-1 1 0 0 0,1-1-1 0 0,-1 1 1 0 0,1-1 0 0 0,-1 1-1 0 0,1 0 1 0 0,-1 0 0 0 0,1 1-1 0 0,-1-1 1 0 0,1 1 0 0 0,-1 0-1 0 0,1 0 1 0 0,0 0 0 0 0,-1 0-1 0 0,1 0 1 0 0,0 1-1 0 0,0 0 1 0 0,0-1 0 0 0,0 1-1 0 0,0 0 1 0 0,1 1 0 0 0,-1-1-1 0 0,0 0 1 0 0,1 1 0 0 0,0-1-1 0 0,-1 1 1 0 0,-1 4 0 0 0,3-4 3 0 0,1 0-1 0 0,-1 1 1 0 0,1-1 0 0 0,0 1 0 0 0,0-1-1 0 0,1 0 1 0 0,-1 1 0 0 0,1-1 0 0 0,-1 1 0 0 0,1-1-1 0 0,0 0 1 0 0,0 0 0 0 0,2 4 0 0 0,20 40-93 0 0,28 37 35 0 0,-16-28-2 0 0,36 79 1 0 0,-63-119 19 0 0,-2 1 0 0 0,0 0 0 0 0,-1 0 0 0 0,0 0 0 0 0,-2 0 0 0 0,0 1 0 0 0,-1-1 0 0 0,0 1-1 0 0,-3 32 1 0 0,0-41 42 0 0,-2 1-1 0 0,1-1 0 0 0,-1 0 0 0 0,-1-1 1 0 0,1 1-1 0 0,-1-1 0 0 0,-1 1 0 0 0,0-1 1 0 0,0 0-1 0 0,-1-1 0 0 0,1 1 1 0 0,-2-1-1 0 0,1-1 0 0 0,-1 1 0 0 0,0-1 1 0 0,0 0-1 0 0,-1 0 0 0 0,1-1 0 0 0,-1 0 1 0 0,-1 0-1 0 0,1-1 0 0 0,-14 5 0 0 0,16-7 60 0 0,0 0-1 0 0,0 0 0 0 0,0 0 0 0 0,0 0 0 0 0,0-1 0 0 0,0 0 0 0 0,0 0 0 0 0,-1-1 0 0 0,1 0 1 0 0,0 0-1 0 0,-1 0 0 0 0,1-1 0 0 0,0 0 0 0 0,0 0 0 0 0,0-1 0 0 0,0 0 0 0 0,0 0 0 0 0,0 0 0 0 0,0 0 1 0 0,0-1-1 0 0,1 0 0 0 0,-1 0 0 0 0,1-1 0 0 0,0 0 0 0 0,0 0 0 0 0,0 0 0 0 0,1 0 0 0 0,-1-1 1 0 0,1 1-1 0 0,0-1 0 0 0,1 0 0 0 0,-1-1 0 0 0,-5-10 0 0 0,6 9-29 0 0,0 0 1 0 0,1 0-1 0 0,0 0 0 0 0,0-1 0 0 0,0 1 0 0 0,1-1 1 0 0,0 1-1 0 0,1-1 0 0 0,0 1 0 0 0,0-1 1 0 0,0 0-1 0 0,1 1 0 0 0,0-1 0 0 0,1 1 0 0 0,-1-1 1 0 0,1 1-1 0 0,1 0 0 0 0,0 0 0 0 0,0 0 1 0 0,0 0-1 0 0,1 0 0 0 0,0 1 0 0 0,0-1 0 0 0,0 1 1 0 0,1 0-1 0 0,0 1 0 0 0,10-10 0 0 0,-5 5-280 0 0,1 0 0 0 0,1 0-1 0 0,0 1 1 0 0,0 1 0 0 0,1 0-1 0 0,0 0 1 0 0,0 2 0 0 0,1-1-1 0 0,0 2 1 0 0,0 0 0 0 0,0 1-1 0 0,1 0 1 0 0,18-2 0 0 0,37 2-6427 0 0,-51 6 3582 0 0</inkml:trace>
</inkml:ink>
</file>

<file path=ppt/ink/ink3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6:41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39 2028 0 0,'0'0'9864'0'0,"0"-5"-8285"0"0,0-16 4313 0 0,-4 8-6827 0 0</inkml:trace>
</inkml:ink>
</file>

<file path=ppt/ink/ink3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7:07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76 716 0 0,'-1'-3'684'0'0,"0"0"1"0"0,0 0-1 0 0,-1 0 0 0 0,2 0 0 0 0,-1-1 1 0 0,0 1-1 0 0,1 0 0 0 0,-1-5 1 0 0,1 6-439 0 0,0 1 1 0 0,1 0 0 0 0,-1 0 0 0 0,0 0-1 0 0,1 0 1 0 0,-1 0 0 0 0,1-1 0 0 0,-1 1-1 0 0,1 0 1 0 0,-1 0 0 0 0,1 0 0 0 0,-1 0-1 0 0,1 1 1 0 0,0-1 0 0 0,0 0 0 0 0,1-1-1 0 0,15-7-787 0 0,-2 5 642 0 0,-1 0-1 0 0,1 2 0 0 0,0 0 1 0 0,0 1-1 0 0,1 0 0 0 0,-1 1 1 0 0,0 1-1 0 0,0 0 0 0 0,0 1 1 0 0,0 1-1 0 0,0 0 0 0 0,-1 1 1 0 0,19 7-1 0 0,-25-8-89 0 0,0 1-1 0 0,0 0 0 0 0,0 1 1 0 0,0 0-1 0 0,-1 0 0 0 0,1 0 1 0 0,-1 1-1 0 0,-1 0 0 0 0,1 0 1 0 0,8 12-1 0 0,-11-12-2 0 0,0 0 1 0 0,-1 0-1 0 0,0 0 0 0 0,0 0 1 0 0,-1 0-1 0 0,0 0 0 0 0,0 1 1 0 0,0-1-1 0 0,-1 1 0 0 0,0 0 1 0 0,0-1-1 0 0,0 1 0 0 0,-1 0 1 0 0,0-1-1 0 0,-2 12 0 0 0,0-7-2 0 0,0-1-1 0 0,-1 1 0 0 0,-1-1 1 0 0,1 0-1 0 0,-2 0 0 0 0,1-1 1 0 0,-1 1-1 0 0,-1-1 0 0 0,0 0 1 0 0,0-1-1 0 0,-1 1 0 0 0,0-1 1 0 0,0 0-1 0 0,-1-1 0 0 0,0 0 1 0 0,0 0-1 0 0,-1-1 0 0 0,-9 6 1 0 0,1-1 56 0 0,-2-1 1 0 0,1-1-1 0 0,-1 0 0 0 0,-1-1 1 0 0,1-2-1 0 0,-1 0 0 0 0,0-1 1 0 0,-26 3-1 0 0,43-8-14 0 0,0 0-1 0 0,-1 0 0 0 0,1-1 1 0 0,0 1-1 0 0,0-1 1 0 0,0 0-1 0 0,-1 0 0 0 0,1-1 1 0 0,0 1-1 0 0,0 0 1 0 0,1-1-1 0 0,-1 0 1 0 0,0 0-1 0 0,0 0 0 0 0,1 0 1 0 0,-1 0-1 0 0,1 0 1 0 0,0-1-1 0 0,0 1 0 0 0,0-1 1 0 0,0 1-1 0 0,0-1 1 0 0,0 0-1 0 0,1 0 1 0 0,-1 0-1 0 0,1 0 0 0 0,0 0 1 0 0,0 0-1 0 0,0 0 1 0 0,0 0-1 0 0,0-1 0 0 0,1 1 1 0 0,0 0-1 0 0,-1-4 1 0 0,1 4 43 0 0,1 1 0 0 0,-1 1-85 0 0,0 0 0 0 0,0 0 0 0 0,0 0 0 0 0,0 0 0 0 0,0-1 0 0 0,1 1 0 0 0,-1 0 1 0 0,0 0-1 0 0,1 0 0 0 0,-1 0 0 0 0,1 0 0 0 0,-1 1 0 0 0,1-1 0 0 0,-1 0 0 0 0,1 0 0 0 0,0 0 0 0 0,-1 0 0 0 0,1 0 0 0 0,0 1 0 0 0,0-1 0 0 0,-1 0 0 0 0,1 1 0 0 0,0-1 1 0 0,0 0-1 0 0,1 0 0 0 0,17 2 40 0 0,-1 1 0 0 0,0 1 1 0 0,1 1-1 0 0,-1 0 1 0 0,-1 1-1 0 0,1 1 0 0 0,32 16 1 0 0,116 73-2404 0 0,-121-67-307 0 0,-27-21-2380 0 0</inkml:trace>
</inkml:ink>
</file>

<file path=ppt/ink/ink3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7:07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297 14 64 0 0,'16'-13'9713'0'0,"-13"18"-9581"0"0,0 0-1 0 0,-1 0 1 0 0,0 0 0 0 0,0 0-1 0 0,0 0 1 0 0,-1 1-1 0 0,1-1 1 0 0,0 12 0 0 0,3 58 423 0 0,-1-21-222 0 0,-2-32-245 0 0,0-1 0 0 0,-1 1 0 0 0,-1 0 0 0 0,-2 0-1 0 0,0-1 1 0 0,-1 1 0 0 0,-1-1 0 0 0,-8 26-1 0 0,12-47-62 0 0,0 0 0 0 0,0 1 0 0 0,0-1 0 0 0,0 0 0 0 0,0 0 0 0 0,0 1 0 0 0,0-1 0 0 0,0 0 0 0 0,0 0 0 0 0,0 1 0 0 0,0-1 0 0 0,0 0 0 0 0,-1 0 0 0 0,1 0 0 0 0,0 1 0 0 0,0-1 0 0 0,0 0 0 0 0,0 0 0 0 0,-1 0 0 0 0,1 0 0 0 0,0 1 0 0 0,0-1 0 0 0,0 0 0 0 0,-1 0 0 0 0,1 0 0 0 0,0 0 0 0 0,0 0 0 0 0,-1 0 0 0 0,1 0 0 0 0,0 0 0 0 0,0 1 0 0 0,-1-1 0 0 0,1 0 0 0 0,0 0 0 0 0,0 0-1 0 0,-1 0 1 0 0,1 0 0 0 0,0 0 0 0 0,0 0 0 0 0,-1-1 0 0 0,1 1 0 0 0,0 0 0 0 0,0 0 0 0 0,-1 0 0 0 0,1 0 0 0 0,0 0 0 0 0,0 0 0 0 0,0 0 0 0 0,-1 0 0 0 0,1-1 0 0 0,0 1 0 0 0,0 0 0 0 0,0 0 0 0 0,-1 0 0 0 0,1 0 0 0 0,0-1 0 0 0,0 1 0 0 0,0 0 0 0 0,-15-24 441 0 0,-11-43-471 0 0,24 59 136 0 0,-3-4-170 0 0,0-1 1 0 0,-1 1-1 0 0,-1 0 0 0 0,1 0 1 0 0,-2 0-1 0 0,0 1 1 0 0,0 1-1 0 0,-1-1 0 0 0,0 1 1 0 0,-11-9-1 0 0,17 16 22 0 0,-1 1 1 0 0,0-1-1 0 0,1 1 0 0 0,-1-1 1 0 0,0 1-1 0 0,0 0 1 0 0,0 0-1 0 0,-1 1 0 0 0,1-1 1 0 0,0 1-1 0 0,-1 0 0 0 0,1 0 1 0 0,0 1-1 0 0,-1-1 0 0 0,1 1 1 0 0,-1 0-1 0 0,1 0 0 0 0,-1 0 1 0 0,1 1-1 0 0,-1 0 1 0 0,1 0-1 0 0,0 0 0 0 0,-1 0 1 0 0,1 1-1 0 0,0-1 0 0 0,0 1 1 0 0,0 0-1 0 0,0 0 0 0 0,0 1 1 0 0,0-1-1 0 0,1 1 1 0 0,-1 0-1 0 0,1 0 0 0 0,-4 4 1 0 0,5-5 11 0 0,-1 0 1 0 0,1 0 0 0 0,-1 0-1 0 0,1 0 1 0 0,0 1 0 0 0,0-1-1 0 0,0 1 1 0 0,0 0 0 0 0,0 0-1 0 0,0-1 1 0 0,1 1 0 0 0,0 0-1 0 0,-1 0 1 0 0,1 1 0 0 0,0-1-1 0 0,1 0 1 0 0,-1 0 0 0 0,0 0-1 0 0,1 1 1 0 0,0-1 0 0 0,0 0-1 0 0,0 1 1 0 0,0-1 0 0 0,0 0-1 0 0,1 0 1 0 0,-1 1 0 0 0,1-1-1 0 0,0 0 1 0 0,0 0 0 0 0,0 0-1 0 0,1 0 1 0 0,-1 0 0 0 0,1 0-1 0 0,-1 0 1 0 0,1 0 0 0 0,0-1-1 0 0,0 1 1 0 0,0 0 0 0 0,1-1-1 0 0,-1 0 1 0 0,0 0 0 0 0,1 0-1 0 0,0 0 1 0 0,-1 0 0 0 0,1 0-1 0 0,0 0 1 0 0,0-1 0 0 0,0 0-1 0 0,0 1 1 0 0,0-1 0 0 0,6 1-1 0 0,10 4-434 0 0,0-2 0 0 0,-1 0 0 0 0,1-1 0 0 0,25 1 0 0 0,35-8-5676 0 0,-55 1 3212 0 0</inkml:trace>
</inkml:ink>
</file>

<file path=ppt/ink/ink3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7:08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0 372 0 0,'0'0'10620'0'0,"0"7"-10446"0"0,23 197 982 0 0,-22-193-2163 0 0,-1 0 0 0 0,0 0-1 0 0,-3 22 1 0 0,3-31-558 0 0,-2 8-3335 0 0</inkml:trace>
</inkml:ink>
</file>

<file path=ppt/ink/ink3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7:09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44 352 0 0,'34'-17'5022'0'0,"-23"15"-4749"0"0,0 1-1 0 0,0 0 0 0 0,0 1 1 0 0,0 0-1 0 0,1 0 0 0 0,-1 2 0 0 0,0-1 1 0 0,0 1-1 0 0,0 1 0 0 0,-1 0 0 0 0,1 1 1 0 0,-1 0-1 0 0,1 0 0 0 0,-1 1 0 0 0,-1 0 1 0 0,16 11-1 0 0,-23-13-246 0 0,1 0 1 0 0,-1 0 0 0 0,0-1-1 0 0,-1 2 1 0 0,1-1-1 0 0,0 0 1 0 0,-1 0 0 0 0,0 0-1 0 0,1 1 1 0 0,-1-1-1 0 0,-1 0 1 0 0,1 1-1 0 0,0 6 1 0 0,-1-8 8 0 0,-31 28 142 0 0,25-27-162 0 0,-1 1 0 0 0,0-1 0 0 0,0 0 1 0 0,0 0-1 0 0,0-1 0 0 0,0 0 0 0 0,-1 0 0 0 0,1-1 1 0 0,-1 0-1 0 0,1 0 0 0 0,-1-1 0 0 0,-10 0 0 0 0,-1-1 12 0 0,1 0 0 0 0,0-2 0 0 0,0 0 1 0 0,-19-6-1 0 0,-18-13 275 0 0,52 21-218 0 0,-1-1 0 0 0,1 0 0 0 0,0 0 0 0 0,1 0-1 0 0,-1 0 1 0 0,0-1 0 0 0,1 1 0 0 0,-1-1 0 0 0,1 0 0 0 0,0 0-1 0 0,0 0 1 0 0,0 0 0 0 0,-3-6 0 0 0,4 7 26 0 0,3-1-15 0 0,2-2-63 0 0,1 0-1 0 0,0 1 0 0 0,0-1 1 0 0,0 1-1 0 0,0 0 0 0 0,1 0 1 0 0,0 0-1 0 0,0 1 0 0 0,0 0 1 0 0,0 0-1 0 0,0 1 0 0 0,0-1 1 0 0,1 1-1 0 0,7-1 0 0 0,18-4 9 0 0,57-3-1 0 0,-33 4-46 0 0,183-10-615 0 0,-139 16-3489 0 0,-98 0 3258 0 0,11-2-2894 0 0,-10 2 1601 0 0</inkml:trace>
</inkml:ink>
</file>

<file path=ppt/ink/ink3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7:09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0 784 0 0,'0'20'8911'0'0,"7"81"-8142"0"0,-4-83-699 0 0,0 0 0 0 0,-2 0-1 0 0,0 0 1 0 0,-3 23-1 0 0,-5 32-7219 0 0,6-70 5088 0 0</inkml:trace>
</inkml:ink>
</file>

<file path=ppt/ink/ink3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7:09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1 908 0 0,'0'0'7919'0'0,"3"4"-7384"0"0,28 55 998 0 0,-2 1 1 0 0,39 122 0 0 0,-66-175-1829 0 0,0 0 0 0 0,-1 0-1 0 0,0 0 1 0 0,0 0 0 0 0,0 11 0 0 0,-1-16-391 0 0,0 1 0 0 0,-1 0 1 0 0,1 0-1 0 0,-1 0 0 0 0,1 0 1 0 0,-1-1-1 0 0,0 1 0 0 0,0 0 1 0 0,-3 4-1 0 0</inkml:trace>
</inkml:ink>
</file>

<file path=ppt/ink/ink3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7:24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16 159 380 0 0,'-11'-17'2959'0'0,"11"17"-2894"0"0,-1 0 0 0 0,1 0 1 0 0,0 0-1 0 0,0 0 0 0 0,0 0 0 0 0,-1-1 0 0 0,1 1 0 0 0,0 0 1 0 0,0 0-1 0 0,0 0 0 0 0,-1 0 0 0 0,1-1 0 0 0,0 1 0 0 0,0 0 0 0 0,0 0 1 0 0,0 0-1 0 0,-1-1 0 0 0,1 1 0 0 0,0 0 0 0 0,0 0 0 0 0,0 0 1 0 0,0-1-1 0 0,0 1 0 0 0,0 0 0 0 0,0 0 0 0 0,0-1 0 0 0,0 1 0 0 0,0 0 1 0 0,0 0-1 0 0,0-1 0 0 0,0 1 0 0 0,0 0 0 0 0,0 0 0 0 0,0-1 1 0 0,0 1-1 0 0,0 0 0 0 0,0 0 0 0 0,0-1 0 0 0,0 1 0 0 0,0 0 0 0 0,0 0 1 0 0,0-1-1 0 0,1 1 0 0 0,-1 0 0 0 0,0-1 0 0 0,32 0-86 0 0,12 1 47 0 0,245-6 60 0 0,17-13-104 0 0,-94 10 74 0 0,-81 5-60 0 0,-1 1-210 0 0,81-6-14 0 0,236-17-176 0 0,62-9 244 0 0,-379 20 214 0 0,-95 11 89 0 0,-30 4-3205 0 0,-49 5 1604 0 0</inkml:trace>
</inkml:ink>
</file>

<file path=ppt/ink/ink3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7:27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69 644 0 0,'0'0'2472'0'0,"-1"-14"4566"0"0,3 10-6852 0 0,1 0 0 0 0,-1 1 0 0 0,1-1 0 0 0,0 1 0 0 0,0 0 0 0 0,1 0 0 0 0,-1 0 0 0 0,1 0 0 0 0,-1 0 0 0 0,1 1 0 0 0,0 0 0 0 0,0-1 0 0 0,0 2 0 0 0,0-1 0 0 0,7-2 0 0 0,-3 2-83 0 0,1 0 0 0 0,0 0-1 0 0,0 1 1 0 0,0 0 0 0 0,-1 1 0 0 0,1 0 0 0 0,18 2 0 0 0,-19-1-104 0 0,0 0-1 0 0,1 1 1 0 0,-1 0 0 0 0,0 0-1 0 0,0 1 1 0 0,0 0 0 0 0,0 0-1 0 0,-1 1 1 0 0,1 0 0 0 0,-1 0-1 0 0,0 1 1 0 0,0 0 0 0 0,0 0 0 0 0,-1 1-1 0 0,0 0 1 0 0,0 0 0 0 0,0 0-1 0 0,7 11 1 0 0,-10-11 2 0 0,0 0-1 0 0,0 0 1 0 0,-1 1 0 0 0,0-1 0 0 0,0 0-1 0 0,0 1 1 0 0,-1 0 0 0 0,0-1 0 0 0,0 1-1 0 0,-1 0 1 0 0,0 0 0 0 0,0 0 0 0 0,0-1-1 0 0,-1 1 1 0 0,0 0 0 0 0,-3 9-1 0 0,1-8 4 0 0,-1 1 0 0 0,0-1 0 0 0,0 0 0 0 0,-1 0-1 0 0,0 0 1 0 0,0-1 0 0 0,-1 1 0 0 0,0-1 0 0 0,0-1-1 0 0,-14 13 1 0 0,3-7 10 0 0,0 0-1 0 0,0-1 0 0 0,-1-1 0 0 0,0 0 1 0 0,-1-2-1 0 0,0 0 0 0 0,-1-1 1 0 0,1-1-1 0 0,-1 0 0 0 0,-23 2 1 0 0,34-8 29 0 0,-1 0 0 0 0,1 0 0 0 0,0-1 0 0 0,-1-1 0 0 0,1 1 1 0 0,-15-6-1 0 0,23 7 72 0 0,35 13 12 0 0,0 1 0 0 0,40 24 0 0 0,97 58-253 0 0,-149-81-1455 0 0</inkml:trace>
</inkml:ink>
</file>

<file path=ppt/ink/ink3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7:30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22 356 0 0,'0'0'9732'0'0,"2"-3"-11192"0"0,10-12 6208 0 0,-10 12-7564 0 0</inkml:trace>
</inkml:ink>
</file>

<file path=ppt/ink/ink3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8:01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306 49 600 0 0,'0'0'1524'0'0,"6"-48"6345"0"0,-8 89-4710 0 0,4 99-3057 0 0,-1 121 90 0 0,1-238 826 0 0,0-52-803 0 0,-2-55-238 0 0,-7 46 30 0 0,6 32-13 0 0,0 0 0 0 0,0 1-1 0 0,0-1 1 0 0,-1 1 0 0 0,1-1-1 0 0,-2 1 1 0 0,1 0 0 0 0,0 0-1 0 0,-6-9 1 0 0,-4-2-57 0 0,11 14 39 0 0,0 0 1 0 0,0 1 0 0 0,-1-1 0 0 0,1 0 0 0 0,0 1 0 0 0,-1-1 0 0 0,0 1 0 0 0,1 0 0 0 0,-1-1 0 0 0,0 1 0 0 0,0 0 0 0 0,1 0 0 0 0,-1 0 0 0 0,0 0-1 0 0,0 1 1 0 0,0-1 0 0 0,-4 0 0 0 0,-7-1-56 0 0,1 0 0 0 0,-1 2 0 0 0,0 0 1 0 0,0 0-1 0 0,0 1 0 0 0,1 1 0 0 0,-1 0 0 0 0,1 0 0 0 0,-1 1 0 0 0,1 1 0 0 0,0 0 0 0 0,-15 8 0 0 0,21-8 51 0 0,0 0 0 0 0,1 0 0 0 0,-1 0 0 0 0,1 1 0 0 0,0 0-1 0 0,1 0 1 0 0,-1 0 0 0 0,1 1 0 0 0,0-1 0 0 0,-4 7 0 0 0,8-11 11 0 0,-7 42-34 0 0,9-38 48 0 0,0 0-1 0 0,-1 0 1 0 0,0 0-1 0 0,0 0 1 0 0,0 0-1 0 0,0 8 1 0 0,0 0-12 0 0,-1-11 2 0 0,5 20 38 0 0,-1-20-19 0 0,1-1 1 0 0,0 1-1 0 0,0-1 0 0 0,0 0 1 0 0,0 0-1 0 0,0-1 0 0 0,0 0 1 0 0,0 0-1 0 0,0 0 0 0 0,0 0 0 0 0,0-1 1 0 0,9-1-1 0 0,68-20-758 0 0,-64 16 263 0 0,83-32-6073 0 0,-74 27 3764 0 0</inkml:trace>
</inkml:ink>
</file>

<file path=ppt/ink/ink3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8:02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28 236 0 0,'0'0'1187'0'0,"7"-27"9708"0"0,-5 122-10851 0 0,-3-61-26 0 0,7 58 0 0 0,-1-52 1 0 0,-2-1 0 0 0,-3 44-1 0 0,-3-42 32 0 0,3-39-50 0 0,-2 15 166 0 0</inkml:trace>
</inkml:ink>
</file>

<file path=ppt/ink/ink3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8:03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281 276 124 0 0,'0'0'2514'0'0,"-12"9"4088"0"0,-9-16-6264 0 0,-1-1-1 0 0,1-2 1 0 0,1 0-1 0 0,0-1 1 0 0,0-1-1 0 0,1-1 1 0 0,0-1 0 0 0,2 0-1 0 0,-1-1 1 0 0,-28-34-1 0 0,42 43-291 0 0,0 1 0 0 0,1-1 0 0 0,0 1 0 0 0,0-1-1 0 0,1 0 1 0 0,0 0 0 0 0,-2-7 0 0 0,4 11 5 0 0,13-22-17 0 0,-6 19-44 0 0,1 1-1 0 0,0 0 0 0 0,0 0 1 0 0,0 1-1 0 0,0 0 0 0 0,1 0 1 0 0,-1 1-1 0 0,1 0 0 0 0,8 0 1 0 0,88-4-83 0 0,-44 4 12 0 0,-11-1-286 0 0,80 5 1 0 0,-127-1 272 0 0,34 2-480 0 0,-15-2-3076 0 0,-19-1 2983 0 0</inkml:trace>
</inkml:ink>
</file>

<file path=ppt/ink/ink3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8:03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43 412 0 0,'-18'-42'11130'0'0,"20"47"-11008"0"0,87 324 916 0 0,-79-276-1837 0 0,-10-51 406 0 0,1 2-94 0 0,-1-1 153 0 0,5 20-479 0 0,-7-8-4571 0 0</inkml:trace>
</inkml:ink>
</file>

<file path=ppt/ink/ink3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8:04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439 630 304 0 0,'-14'-2'2016'0'0,"2"-1"-1460"0"0,-1-1 0 0 0,0 0 0 0 0,1-1 0 0 0,0-1 0 0 0,0 0 0 0 0,1 0 0 0 0,0-1 1 0 0,0-1-1 0 0,0 0 0 0 0,-17-17 0 0 0,-8-12 249 0 0,-47-60-1 0 0,50 56-434 0 0,32 39-360 0 0,-22-25 222 0 0,1-2 0 0 0,-27-47 1 0 0,44 69-204 0 0,1-1-1 0 0,0 1 1 0 0,1-1 0 0 0,0 0 0 0 0,0 0 0 0 0,1 0 0 0 0,0 0-1 0 0,0 0 1 0 0,1 0 0 0 0,0-1 0 0 0,0 1 0 0 0,1-1 0 0 0,0 1-1 0 0,0 0 1 0 0,1-1 0 0 0,1 1 0 0 0,2-11 0 0 0,-2 14-42 0 0,0 0 1 0 0,1 0-1 0 0,0 0 1 0 0,-1 1-1 0 0,2-1 1 0 0,-1 1-1 0 0,1 0 1 0 0,-1 0-1 0 0,1 0 1 0 0,0 0 0 0 0,0 1-1 0 0,1-1 1 0 0,-1 1-1 0 0,1 0 1 0 0,0 0-1 0 0,0 1 1 0 0,0 0-1 0 0,0 0 1 0 0,0 0-1 0 0,0 0 1 0 0,0 1-1 0 0,1-1 1 0 0,-1 2-1 0 0,11-2 1 0 0,-3 1-54 0 0,0 1-1 0 0,0 1 1 0 0,0 0 0 0 0,0 0 0 0 0,0 1 0 0 0,-1 1-1 0 0,1 0 1 0 0,-1 1 0 0 0,18 7 0 0 0,-17-3 25 0 0,1-1 1 0 0,-1 2 0 0 0,0 0 0 0 0,-1 1-1 0 0,0 0 1 0 0,0 1 0 0 0,18 21 0 0 0,64 98-122 0 0,-70-96 134 0 0,26 40-8 0 0,-3 2 0 0 0,-4 1 0 0 0,-3 3 0 0 0,-4 1 0 0 0,-3 2 0 0 0,-4 1 0 0 0,-3 1 0 0 0,24 152 0 0 0,-42-107 347 0 0,-8-127-284 0 0,1 15 201 0 0</inkml:trace>
</inkml:ink>
</file>

<file path=ppt/ink/ink3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8:05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57 56 0 0,'0'0'475'0'0,"3"-4"-14"0"0,9-14 4155 0 0,6 17-4037 0 0,106 1-19 0 0,567-12 226 0 0,-104-6-314 0 0,-448 14 727 0 0,-137 4-993 0 0,4 8-6286 0 0</inkml:trace>
</inkml:ink>
</file>

<file path=ppt/ink/ink3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8:06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487 113 376 0 0,'3'-5'771'0'0,"0"0"-1"0"0,-1-1 0 0 0,0 0 1 0 0,0 1-1 0 0,-1-1 1 0 0,1 0-1 0 0,-1 0 1 0 0,0 0-1 0 0,-1 0 1 0 0,0-8-1 0 0,0 12-697 0 0,0 0 0 0 0,-1 0-1 0 0,0 0 1 0 0,1 0 0 0 0,-1 0 0 0 0,0 0-1 0 0,0 0 1 0 0,0 0 0 0 0,0 0 0 0 0,-1 1-1 0 0,1-1 1 0 0,0 0 0 0 0,-1 1 0 0 0,1-1-1 0 0,-1 1 1 0 0,1 0 0 0 0,-1-1 0 0 0,0 1-1 0 0,0 0 1 0 0,1 0 0 0 0,-1 0 0 0 0,0 0-1 0 0,0 0 1 0 0,0 1 0 0 0,0-1-1 0 0,0 0 1 0 0,0 1 0 0 0,0 0 0 0 0,-1-1-1 0 0,1 1 1 0 0,0 0 0 0 0,-2 0 0 0 0,-22 0 2 0 0,1 0 0 0 0,-1 2-1 0 0,0 0 1 0 0,1 2 0 0 0,0 1 0 0 0,0 1 0 0 0,0 1 0 0 0,1 1 0 0 0,0 2 0 0 0,0 0 0 0 0,1 1 0 0 0,-36 25 0 0 0,50-31-58 0 0,1 1 0 0 0,0 1 0 0 0,1 0 0 0 0,0 0 1 0 0,0 0-1 0 0,0 1 0 0 0,1 0 0 0 0,1 0 0 0 0,-1 0 0 0 0,1 1 1 0 0,0 0-1 0 0,-5 16 0 0 0,8-21-10 0 0,1 0-1 0 0,0 0 1 0 0,0 0 0 0 0,1 0 0 0 0,-1 1 0 0 0,1-1-1 0 0,0 0 1 0 0,0 0 0 0 0,1 1 0 0 0,-1-1-1 0 0,1 0 1 0 0,0 0 0 0 0,0 0 0 0 0,0 0 0 0 0,1 0-1 0 0,-1 0 1 0 0,1 0 0 0 0,0 0 0 0 0,0 0 0 0 0,0-1-1 0 0,1 1 1 0 0,-1-1 0 0 0,1 0 0 0 0,0 1-1 0 0,0-1 1 0 0,0-1 0 0 0,0 1 0 0 0,1 0 0 0 0,-1-1-1 0 0,1 1 1 0 0,6 2 0 0 0,6 3-53 0 0,1 0 1 0 0,0-1-1 0 0,0 0 1 0 0,0-1-1 0 0,1-2 1 0 0,0 0-1 0 0,0 0 1 0 0,1-2-1 0 0,31 1 0 0 0,-48-3-32 0 0,1-1 1 0 0,0 1-1 0 0,-1-1 0 0 0,1 1 0 0 0,-1-1 0 0 0,0 0 0 0 0,1 0 0 0 0,-1 0 0 0 0,0 0 0 0 0,1 0 0 0 0,3-4 0 0 0,-24 6 5 0 0,1 0 1 0 0,0 1-1 0 0,0 0 0 0 0,-1 2 1 0 0,2 0-1 0 0,-20 7 1 0 0,30-9 56 0 0,0 0 1 0 0,0 1-1 0 0,0-1 1 0 0,0 1-1 0 0,1 1 1 0 0,-1-1-1 0 0,1 1 1 0 0,0 0-1 0 0,0 0 1 0 0,0 1-1 0 0,0 0 1 0 0,1-1-1 0 0,0 1 0 0 0,0 1 1 0 0,0-1-1 0 0,1 1 1 0 0,0-1-1 0 0,0 1 1 0 0,0 0-1 0 0,-3 10 1 0 0,6-13 17 0 0,-1 0-1 0 0,0 0 1 0 0,1 0 0 0 0,0 0-1 0 0,0 0 1 0 0,0 0 0 0 0,0 0-1 0 0,0 0 1 0 0,1 0 0 0 0,-1 0-1 0 0,1 0 1 0 0,0 0 0 0 0,0-1 0 0 0,0 1-1 0 0,0 0 1 0 0,0 0 0 0 0,1-1-1 0 0,1 4 1 0 0,1-1 6 0 0,0-1 0 0 0,-1 0-1 0 0,1 0 1 0 0,1-1 0 0 0,-1 1 0 0 0,0-1 0 0 0,1 0 0 0 0,0 0 0 0 0,6 3-1 0 0,9 2 7 0 0,-1-1 0 0 0,1-1 0 0 0,1-1 0 0 0,22 3 0 0 0,-27-5-296 0 0,1-2 0 0 0,-1 0 1 0 0,1-1-1 0 0,26-2 0 0 0,29-13-4976 0 0,-53 8 3032 0 0</inkml:trace>
</inkml:ink>
</file>

<file path=ppt/ink/ink3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8:06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64 272 0 0,'-1'-13'1485'0'0,"1"7"66"0"0,-1-1-1 0 0,0 0 1 0 0,0 1 0 0 0,0-1-1 0 0,-4-11 2563 0 0,4 24-3984 0 0,-7 132 114 0 0,2-69-1419 0 0,4-27-1121 0 0,-3-4-3864 0 0</inkml:trace>
</inkml:ink>
</file>

<file path=ppt/ink/ink3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8:07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1 536 0 0,'0'2'6190'0'0,"1"17"-6059"0"0,-3 16 80 0 0,-2-1 0 0 0,-2-1-1 0 0,-13 47 1 0 0,-20 33-4811 0 0,30-90 2852 0 0</inkml:trace>
</inkml:ink>
</file>

<file path=ppt/ink/ink3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8:07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30 268 0 0,'0'0'5614'0'0,"10"-1"-5062"0"0,412-16 3749 0 0,-241 14-4977 0 0,-6-5-4959 0 0,-170 8 3147 0 0</inkml:trace>
</inkml:ink>
</file>

<file path=ppt/ink/ink3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8T05:37:52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80 179 200,'0'0'10056,"-2"-28"-9350,1 27-670,0-1 1,0 1-1,0 0 0,0 0 0,1 0 0,-1 0 0,1-1 0,-1 1 0,1 0 0,-1-1 1,1 1-1,-1 0 0,1-1 0,0 1 0,0-1 0,0 1 0,0 0 0,0-1 1,0 1-1,0-1 0,1 1 0,-1 0 0,0-1 0,1 0 0,1-2-5,0 1-1,-1 0 1,2 0-1,-1 0 1,0 0-1,0 0 0,1 0 1,0 0-1,2-2 1,7-4-10,1 0 0,-1 1 0,23-10 0,-21 11-22,1 1 1,0 0-1,0 1 1,0 1 0,1 0-1,-1 1 1,1 1-1,22 0 1,-33 2-7,0 0 1,-1 0 0,1 0-1,-1 1 1,1 0 0,-1 0-1,1 0 1,-1 1 0,0-1-1,1 1 1,-1 0 0,0 0-1,0 1 1,0-1 0,-1 1-1,1 0 1,0 0 0,-1 0-1,0 0 1,0 1 0,0-1-1,0 1 1,-1 0 0,1 0-1,-1 0 1,0 0 0,0 0-1,0 0 1,-1 1 0,1-1-1,-1 0 1,0 1 0,0 5-1,0 4 5,0 0 0,-1 1-1,-1-1 1,-1 0-1,0 0 1,0 0 0,-1 0-1,-1 0 1,-1 0-1,0-1 1,0 0 0,-1 0-1,-1 0 1,0-1 0,-1 0-1,0 0 1,-1-1-1,-13 13 1,8-9 12,-2 1 0,0-2-1,0 0 1,-2-1 0,1 0 0,-2-2-1,1 0 1,-2-1 0,1-1 0,-1 0 0,-30 7-1,2-11 209,45-5-191,1 0-1,0 0 0,-1 0 0,1-1 0,0 1 1,0 0-1,0-1 0,-1 0 0,1 1 1,0-1-1,0 0 0,0 0 0,0-1 0,0 1 1,0 0-1,0 0 0,1-1 0,-3-2 1,3 3-17,0 0 0,0 0 0,0 0 0,0 0 0,1 0 0,-1 0 0,0 0 0,1-1 0,-1 1 0,0 0 0,1 0 0,0-1 0,-1 1 0,1 0 0,0-1 0,0 1 0,0 0 0,0-1 0,0 1 0,0 0 0,0-1 0,0 1 0,0 0 0,1-1 0,-1 1 0,0 0 0,1-1 0,-1 1 0,1 0 1,0 0-1,-1-1 0,1 1 0,0 0 0,0 0 0,1-2 0,0 2-8,0 0 1,0 0-1,1 0 1,-1 0 0,0 0-1,0 0 1,0 0-1,1 1 1,-1-1-1,0 1 1,1 0 0,-1 0-1,0 0 1,1 0-1,-1 0 1,1 0-1,-1 0 1,0 1 0,3 0-1,26 10 7,0 1-1,38 21 0,-7-3 25,-53-26-230,0 1-1,0 0 1,0 0-1,-1 1 0,15 12 1,-22-17-177,10 5-1139</inkml:trace>
</inkml:ink>
</file>

<file path=ppt/ink/ink3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8T05:37:52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1 243 172,'0'0'6237,"5"0"-5840,55 1 367,0-4 0,0-1 1,101-22-1,-157 25-769,-1 0 0,1 1 0,-1-1 0,0 0 0,0 0 0,1-1 0,-1 1 1,0-1-1,0 1 0,0-1 0,-1 0 0,1 0 0,0-1 0,-1 1 0,1 0 0,-1-1 0,0 0 0,0 1 0,0-1 1,0 0-1,0 0 0,-1 0 0,1 0 0,-1 0 0,0-1 0,0 1 0,0 0 0,0 0 0,0-1 0,-1 1 0,0-7 1,0 8-16,-8-43-52,-7-10 581,14 53-382,0-1-47,-7-15 753,4 12-479,2 8-316,-4 40 73,-10 63 385,-2 126-1,18-218-703,0 1 0,-1-1 1,-1 0-1,-1 0 0,1 0 0,-2 0 0,-8 20 0,9-26-1106,3-6 1090,0-1 1,0 1-1,0 0 1,0-1-1,-1 1 1,1 0-1,0 0 1,-1-1-1,1 1 1,-1 0 0,1-1-1,-1 1 1,1-1-1,-1 1 1,1-1-1,-1 1 1,1-1-1,-1 1 1,0-1-1,1 1 1,-1-1-1,0 0 1,0 1-1</inkml:trace>
</inkml:ink>
</file>

<file path=ppt/ink/ink3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7:53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516 0 396 0 0,'0'0'7240'0'0,"1"4"-6927"0"0,1 13-45 0 0,0 0 0 0 0,-1 1 0 0 0,-1-1 0 0 0,-1 0 0 0 0,0 1 0 0 0,-1-1 0 0 0,-7 24 1 0 0,3-3-41 0 0,-7 41 142 0 0,4-26 37 0 0,-5 94 0 0 0,14-146-313 0 0,-4-180 1246 0 0,4 170-1382 0 0,-1 0 1 0 0,0 1 0 0 0,-1-1-1 0 0,0 1 1 0 0,-1-1-1 0 0,0 1 1 0 0,0 0-1 0 0,0 0 1 0 0,-1 0 0 0 0,0 1-1 0 0,-6-9 1 0 0,6 12 19 0 0,0-1 0 0 0,0 1 1 0 0,0-1-1 0 0,0 1 0 0 0,-1 0 0 0 0,0 1 1 0 0,1-1-1 0 0,-1 1 0 0 0,-1 0 1 0 0,1 0-1 0 0,0 1 0 0 0,-1-1 0 0 0,1 1 1 0 0,-1 0-1 0 0,0 1 0 0 0,0 0 0 0 0,-9-2 1 0 0,-10 2-29 0 0,0 1 0 0 0,0 1 0 0 0,1 1 1 0 0,-1 1-1 0 0,1 2 0 0 0,-1 0 0 0 0,2 1 1 0 0,-43 18-1 0 0,60-22 32 0 0,2 0 0 0 0,-1 0 0 0 0,0 1 0 0 0,0 0 1 0 0,1 0-1 0 0,0 0 0 0 0,-1 0 0 0 0,1 1 0 0 0,0 0 1 0 0,1 0-1 0 0,-1 0 0 0 0,1 0 0 0 0,-5 8 0 0 0,7-10 16 0 0,1-1 1 0 0,0 1-1 0 0,0-1 0 0 0,0 1 0 0 0,0 0 0 0 0,0-1 0 0 0,0 1 0 0 0,0 0 0 0 0,0-1 0 0 0,1 1 1 0 0,-1-1-1 0 0,1 1 0 0 0,-1 0 0 0 0,1-1 0 0 0,0 1 0 0 0,-1-1 0 0 0,1 1 0 0 0,0-1 0 0 0,0 0 1 0 0,0 1-1 0 0,0-1 0 0 0,0 0 0 0 0,0 0 0 0 0,1 0 0 0 0,-1 0 0 0 0,0 0 0 0 0,0 0 0 0 0,4 2 1 0 0,38 22 6 0 0,-29-19-76 0 0,0-1 0 0 0,0 0 0 0 0,1-1 0 0 0,0 0 0 0 0,0-1 0 0 0,23 1 0 0 0,-28-4-863 0 0,0 0 0 0 0,0 0 0 0 0,0-1 0 0 0,0 0 0 0 0,0-1 0 0 0,15-5 0 0 0,-10 2-1472 0 0</inkml:trace>
</inkml:ink>
</file>

<file path=ppt/ink/ink3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8T05:37:53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2 192,'-1'0'246,"1"0"0,-1 0 0,0-1 0,1 1 0,-1 0 0,1 0 0,-1 0 1,0 0-1,1 0 0,-1 0 0,0 0 0,1 0 0,-1 0 0,0 0 0,1 0 0,-1 0 0,0 0 0,1 0 0,-1 1 0,1-1 0,-1 0 1,0 1-1,1-1 0,-2 1 0,-20 17 1772,-20 30-2066,35-40 757,-42 65 241,44-66-1360,1 0 0,1 1 0,-1-1 1,1 1-1,1 0 0,-1 0 0,2 0 0,-2 9 1</inkml:trace>
</inkml:ink>
</file>

<file path=ppt/ink/ink3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7:54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1 64 0 0,'0'0'8064'0'0,"0"4"-7604"0"0,-10 68 1411 0 0,3-26-842 0 0,-1 61 0 0 0,17 49 854 0 0,-3-80-2910 0 0,-3 0-7089 0 0</inkml:trace>
</inkml:ink>
</file>

<file path=ppt/ink/ink3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7:55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41 208 0 0,'0'0'7581'0'0,"9"2"-7392"0"0,47 4 64 0 0,1-3 0 0 0,0-2 0 0 0,0-3 0 0 0,57-9 0 0 0,4 1-66 0 0,874-20 775 0 0,-846 30-198 0 0,-144 0-648 0 0,3 5-3139 0 0</inkml:trace>
</inkml:ink>
</file>

<file path=ppt/ink/ink3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8:15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64 164 0 0,'4'-5'302'0'0,"-3"3"86"0"0,-3 6 1982 0 0,-20 23-2574 0 0,20-26 156 0 0,-22 19 548 0 0,36-32 1893 0 0,-8 9-2371 0 0,-3 2-22 0 0,7 0-4 0 0,47-15 77 0 0,-32 8 58 0 0,-21 8-91 0 0,48-29 708 0 0,0-2-118 0 0,-48 30-562 0 0,8-4 494 0 0,-5 3-805 0 0,-24 17-4541 0 0,14-12 3036 0 0</inkml:trace>
</inkml:ink>
</file>

<file path=ppt/ink/ink3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8:19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135 128 756 0 0,'-2'-2'550'0'0,"1"1"-1"0"0,-1-1 1 0 0,1 0 0 0 0,-1 0-1 0 0,1 0 1 0 0,0 0-1 0 0,0 0 1 0 0,0 0 0 0 0,0 0-1 0 0,0 0 1 0 0,0 0 0 0 0,0 0-1 0 0,1 0 1 0 0,-1-1 0 0 0,1-2-1 0 0,-2-2-276 0 0,2 5 595 0 0,27-31 135 0 0,-13 25-918 0 0,1 1-1 0 0,0 0 0 0 0,1 1 0 0 0,-1 1 1 0 0,1 0-1 0 0,0 1 0 0 0,0 1 0 0 0,1 1 0 0 0,-1 0 1 0 0,0 1-1 0 0,31 2 0 0 0,-41-1-78 0 0,0 2-1 0 0,1-1 1 0 0,-1 1 0 0 0,0-1-1 0 0,0 1 1 0 0,-1 1-1 0 0,1-1 1 0 0,0 1 0 0 0,-1 0-1 0 0,0 1 1 0 0,1-1-1 0 0,-1 1 1 0 0,-1 0 0 0 0,1 0-1 0 0,-1 1 1 0 0,1-1 0 0 0,-1 1-1 0 0,0 0 1 0 0,-1 0-1 0 0,1 1 1 0 0,-1-1 0 0 0,0 1-1 0 0,-1-1 1 0 0,1 1-1 0 0,-1 0 1 0 0,2 8 0 0 0,-2-5-23 0 0,0 0 1 0 0,-1 0 0 0 0,0 0-1 0 0,0 0 1 0 0,-1 0-1 0 0,-1 0 1 0 0,1 0 0 0 0,-1 0-1 0 0,-1 0 1 0 0,0 0-1 0 0,0 0 1 0 0,0 0 0 0 0,-1 0-1 0 0,-1-1 1 0 0,0 1 0 0 0,0-1-1 0 0,-7 10 1 0 0,-2 1 1 0 0,-2-1 0 0 0,-1-1 0 0 0,0 0 0 0 0,-1-1 1 0 0,-1-1-1 0 0,0 0 0 0 0,-1-2 0 0 0,-1 0 0 0 0,0-1 0 0 0,0-1 0 0 0,-1-1 1 0 0,-1 0-1 0 0,-38 10 0 0 0,55-18 21 0 0,-1-1 1 0 0,0 0 0 0 0,0 0-1 0 0,0-1 1 0 0,0 1 0 0 0,0-1-1 0 0,0 0 1 0 0,1-1-1 0 0,-1 0 1 0 0,0 0 0 0 0,0 0-1 0 0,0 0 1 0 0,1-1 0 0 0,-1 0-1 0 0,1 0 1 0 0,-1-1-1 0 0,1 1 1 0 0,0-1 0 0 0,0 0-1 0 0,0-1 1 0 0,0 1 0 0 0,1-1-1 0 0,-1 0 1 0 0,1 0-1 0 0,0-1 1 0 0,0 1 0 0 0,0-1-1 0 0,1 1 1 0 0,-4-9-1 0 0,6 13-7 0 0,1-1-1 0 0,-1 1 0 0 0,1-1 1 0 0,0 1-1 0 0,-1-1 0 0 0,1 1 0 0 0,0-1 1 0 0,0 0-1 0 0,-1 1 0 0 0,1-1 1 0 0,0 1-1 0 0,0-1 0 0 0,0 0 0 0 0,0 1 1 0 0,0-1-1 0 0,0 0 0 0 0,0 1 0 0 0,0-1 1 0 0,0 0-1 0 0,0 1 0 0 0,0-1 1 0 0,0 0-1 0 0,0 1 0 0 0,1-1 0 0 0,-1 1 1 0 0,0-1-1 0 0,0 0 0 0 0,1 1 1 0 0,-1-1-1 0 0,0 1 0 0 0,1-1 0 0 0,-1 1 1 0 0,1-1-1 0 0,-1 1 0 0 0,1-1 1 0 0,-1 1-1 0 0,1-1 0 0 0,-1 1 0 0 0,1 0 1 0 0,-1-1-1 0 0,1 1 0 0 0,-1 0 0 0 0,1 0 1 0 0,0-1-1 0 0,-1 1 0 0 0,1 0 1 0 0,-1 0-1 0 0,1 0 0 0 0,0 0 0 0 0,-1-1 1 0 0,1 1-1 0 0,0 0 0 0 0,-1 0 1 0 0,1 0-1 0 0,0 1 0 0 0,-1-1 0 0 0,2 0 1 0 0,36 8-47 0 0,167 69 41 0 0,62 27-4401 0 0,-245-93 450 0 0,-14-7 1690 0 0</inkml:trace>
</inkml:ink>
</file>

<file path=ppt/ink/ink3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8:20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281 15 360 0 0,'6'-15'3842'0'0,"-1"17"-1157"0"0,3 27-457 0 0,-5-15-2556 0 0,1 8 522 0 0,-1 1-1 0 0,0 0 1 0 0,-2 0 0 0 0,-2 44-1 0 0,-19 89 544 0 0,20-154-717 0 0,-15 51 540 0 0,13-74-769 0 0,-1 0 1 0 0,-1 1 0 0 0,-1-1 0 0 0,-11-28-1 0 0,7 18-67 0 0,7 24 217 0 0,-1 0 1 0 0,0-1-1 0 0,0 1 0 0 0,0 0 0 0 0,-1 0 0 0 0,0 0 0 0 0,0 1 0 0 0,-7-8 1 0 0,8 11 41 0 0,1 0 0 0 0,-1 1 0 0 0,0-1 0 0 0,0 1 1 0 0,-1 0-1 0 0,1 0 0 0 0,0 0 0 0 0,-1 0 0 0 0,1 1 1 0 0,-1-1-1 0 0,1 1 0 0 0,-1 0 0 0 0,0 0 0 0 0,0 0 1 0 0,1 0-1 0 0,-1 1 0 0 0,-7 0 0 0 0,9 0-4 0 0,-36 10-81 0 0,31-6 94 0 0,0 0 1 0 0,0 1 0 0 0,1-1 0 0 0,-1 1-1 0 0,1 1 1 0 0,0-1 0 0 0,1 1-1 0 0,-1 0 1 0 0,1 1 0 0 0,0-1-1 0 0,-5 10 1 0 0,8-12 13 0 0,0-1 0 0 0,0 1 0 0 0,0 0 0 0 0,0 0 0 0 0,1 0 0 0 0,0 0 0 0 0,0 0 0 0 0,0 0-1 0 0,0 0 1 0 0,0 0 0 0 0,1 1 0 0 0,0-1 0 0 0,0 0 0 0 0,0 0 0 0 0,0 1 0 0 0,1-1 0 0 0,-1 0 0 0 0,1 0 0 0 0,0 0 0 0 0,1 0 0 0 0,-1 0 0 0 0,3 6-1 0 0,-2-8 6 0 0,0 0 0 0 0,0 0 0 0 0,0 0 0 0 0,0 0 0 0 0,0 0 0 0 0,0-1 0 0 0,0 1 0 0 0,0-1 0 0 0,1 1-1 0 0,-1-1 1 0 0,1 0 0 0 0,-1 0 0 0 0,1 0 0 0 0,0 0 0 0 0,-1 0 0 0 0,1-1 0 0 0,0 1 0 0 0,-1-1 0 0 0,1 1-1 0 0,0-1 1 0 0,0 0 0 0 0,-1 0 0 0 0,1-1 0 0 0,4 0 0 0 0,8-1-152 0 0,-1-1 1 0 0,0-1-1 0 0,18-6 0 0 0,-26 8-47 0 0,62-31-4519 0 0,-48 23 2645 0 0</inkml:trace>
</inkml:ink>
</file>

<file path=ppt/ink/ink3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8:21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2 468 0 0,'-6'-2'10445'0'0,"28"143"-10369"0"0,4 17 204 0 0,-16-85 4 0 0,-10-72-207 0 0</inkml:trace>
</inkml:ink>
</file>

<file path=ppt/ink/ink3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8:22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61 852 0 0,'0'0'1590'0'0,"3"-2"-878"0"0,2-2-482 0 0,0 1 0 0 0,0 0 0 0 0,0 0 0 0 0,0 1 0 0 0,1 0 0 0 0,-1 0 0 0 0,1 0 1 0 0,0 0-1 0 0,-1 1 0 0 0,1 0 0 0 0,0 0 0 0 0,0 1 0 0 0,0-1 0 0 0,0 1 0 0 0,0 1 1 0 0,0-1-1 0 0,9 3 0 0 0,1-1 83 0 0,0 1 0 0 0,-1 1 0 0 0,1 0 0 0 0,-1 1 0 0 0,24 12 0 0 0,-37-16-290 0 0,0 1 0 0 0,0-1 0 0 0,0 0 0 0 0,0 0 0 0 0,0 1-1 0 0,0 0 1 0 0,0-1 0 0 0,-1 1 0 0 0,1 0 0 0 0,-1 0 0 0 0,1 0 0 0 0,-1 0 0 0 0,1 0-1 0 0,-1 0 1 0 0,0 0 0 0 0,0 0 0 0 0,0 0 0 0 0,0 1 0 0 0,-1-1 0 0 0,1 0-1 0 0,-1 1 1 0 0,1-1 0 0 0,-1 0 0 0 0,0 1 0 0 0,0-1 0 0 0,0 1 0 0 0,0-1 0 0 0,0 1-1 0 0,-1 3 1 0 0,0-3-5 0 0,0 0 0 0 0,0 0 0 0 0,-1 0 0 0 0,1 0 0 0 0,-1 0-1 0 0,1 0 1 0 0,-1 0 0 0 0,0 0 0 0 0,0-1 0 0 0,0 1 0 0 0,-1-1-1 0 0,1 1 1 0 0,0-1 0 0 0,-1 0 0 0 0,0 0 0 0 0,1 0 0 0 0,-1 0 0 0 0,0-1-1 0 0,0 1 1 0 0,0-1 0 0 0,-6 3 0 0 0,2-3-1 0 0,-1 1 1 0 0,1-1-1 0 0,0 0 1 0 0,-1 0-1 0 0,1-1 0 0 0,-1 0 1 0 0,1-1-1 0 0,-1 0 1 0 0,1 0-1 0 0,0 0 1 0 0,0-1-1 0 0,-1 0 0 0 0,1 0 1 0 0,0-1-1 0 0,1 0 1 0 0,-1 0-1 0 0,0 0 0 0 0,1-1 1 0 0,0 0-1 0 0,0-1 1 0 0,0 1-1 0 0,0-1 0 0 0,1 0 1 0 0,-9-10-1 0 0,3 0 11 0 0,7 12-21 0 0,2-1 0 0 0,-1 0 0 0 0,0 0 0 0 0,1 0 0 0 0,-1 0 1 0 0,1 0-1 0 0,0 0 0 0 0,-2-9 0 0 0,3 12-10 0 0,3-1-2 0 0,-1 0 4 0 0,1 0 0 0 0,0 0 0 0 0,0 0 0 0 0,-1 1 0 0 0,1-1 0 0 0,0 0 0 0 0,0 1 0 0 0,0 0 1 0 0,1-1-1 0 0,-1 1 0 0 0,0 0 0 0 0,0 0 0 0 0,1 1 0 0 0,-1-1 0 0 0,1 0 0 0 0,2 0 0 0 0,52-6-45 0 0,-32 4 26 0 0,181-17-121 0 0,-58 8-984 0 0,-111 8-428 0 0,-23 3-2796 0 0</inkml:trace>
</inkml:ink>
</file>

<file path=ppt/ink/ink3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8:22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15 56 0 0,'-6'-14'9695'0'0,"43"91"-8937"0"0,-17-36-918 0 0,-2 0 0 0 0,18 56 0 0 0,-33-77-808 0 0,-3-16 359 0 0,0-1-1 0 0,1 1 1 0 0,-1-1-1 0 0,1 0 1 0 0,0 1 0 0 0,0-1-1 0 0,0 0 1 0 0,3 5-1 0 0,-1-3-1402 0 0</inkml:trace>
</inkml:ink>
</file>

<file path=ppt/ink/ink3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8:22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7 552 0 0,'0'-6'6574'0'0,"30"60"-5245"0"0,-14-27-555 0 0,-1 1 0 0 0,16 43 0 0 0,-28-64-1034 0 0,-1 0 1 0 0,0 1-1 0 0,0-1 1 0 0,-1 0-1 0 0,0 1 1 0 0,0 0-1 0 0,0-1 1 0 0,-1 1-1 0 0,0-1 1 0 0,-1 1-1 0 0,0-1 1 0 0,0 1-1 0 0,0-1 1 0 0,-1 1-1 0 0,-5 11 1 0 0,1-9-2251 0 0,-1-2 195 0 0</inkml:trace>
</inkml:ink>
</file>

<file path=ppt/ink/ink3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8:23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10 540 0 0,'0'0'5063'0'0,"9"2"-4782"0"0,175 11 654 0 0,190-11 0 0 0,-179-4-694 0 0,700-22 509 0 0,-816 24 1021 0 0,-77 0-1573 0 0,6 14-6704 0 0</inkml:trace>
</inkml:ink>
</file>

<file path=ppt/ink/ink3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8:24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122 184 948 0 0,'0'-4'1002'0'0,"-5"-50"6614"0"0,5 52-7095 0 0,23-48 2461 0 0,-17 43-2869 0 0,1 1-1 0 0,0 0 1 0 0,1 0 0 0 0,-1 1-1 0 0,1 0 1 0 0,0 0-1 0 0,0 1 1 0 0,1 0-1 0 0,-1 1 1 0 0,16-5 0 0 0,-12 4-65 0 0,1 1 0 0 0,0 0 0 0 0,0 1 1 0 0,0 1-1 0 0,0 0 0 0 0,25 1 0 0 0,-32 1-49 0 0,0 0 0 0 0,0 0-1 0 0,-1 0 1 0 0,1 1 0 0 0,-1 0-1 0 0,1 0 1 0 0,-1 1-1 0 0,0-1 1 0 0,0 1 0 0 0,0 0-1 0 0,0 1 1 0 0,0-1 0 0 0,-1 1-1 0 0,1 0 1 0 0,-1 0 0 0 0,0 0-1 0 0,0 1 1 0 0,-1-1 0 0 0,1 1-1 0 0,-1 0 1 0 0,0 0-1 0 0,-1 0 1 0 0,1 1 0 0 0,-1-1-1 0 0,0 0 1 0 0,0 1 0 0 0,0 0-1 0 0,-1-1 1 0 0,0 1 0 0 0,0 0-1 0 0,-1 0 1 0 0,0 11 0 0 0,1-4-1 0 0,-2-1 0 0 0,0 1 0 0 0,0-1 1 0 0,-1 1-1 0 0,-1-1 0 0 0,0 0 0 0 0,0 0 1 0 0,-1 0-1 0 0,-1 0 0 0 0,0-1 1 0 0,-1 1-1 0 0,0-1 0 0 0,0-1 0 0 0,-14 17 1 0 0,5-11 23 0 0,0-1 0 0 0,-1-1 0 0 0,0 0 0 0 0,-2-1 0 0 0,1-1 0 0 0,-1-1 1 0 0,-1 0-1 0 0,0-2 0 0 0,-1 0 0 0 0,0-1 0 0 0,0-1 0 0 0,0 0 0 0 0,-1-2 1 0 0,-37 5-1 0 0,54-10 56 0 0,0 0 0 0 0,0 0 0 0 0,-1-1 0 0 0,1 1-1 0 0,0-1 1 0 0,0 0 0 0 0,0 0 0 0 0,0 0 0 0 0,0 0 0 0 0,0-1 0 0 0,0 0 0 0 0,0 0 0 0 0,0 0 0 0 0,1 0 0 0 0,-1 0 0 0 0,1-1 0 0 0,0 0 0 0 0,-1 0 0 0 0,1 1 0 0 0,0-2 0 0 0,1 1 0 0 0,-1 0 0 0 0,1-1 0 0 0,-1 1 0 0 0,-1-5 0 0 0,3 6 0 0 0,1 1 11 0 0,0 0-85 0 0,-1 1 0 0 0,1 0-1 0 0,0-1 1 0 0,0 1 0 0 0,-1-1-1 0 0,1 1 1 0 0,0 0-1 0 0,0-1 1 0 0,0 1 0 0 0,0-1-1 0 0,0 1 1 0 0,0-1 0 0 0,-1 1-1 0 0,1-1 1 0 0,0 1-1 0 0,0-1 1 0 0,0 1 0 0 0,1 0-1 0 0,-1-1 1 0 0,0 1 0 0 0,0-1-1 0 0,0 1 1 0 0,0-1-1 0 0,0 1 1 0 0,0-1 0 0 0,1 1-1 0 0,-1 0 1 0 0,0-1 0 0 0,0 1-1 0 0,1-1 1 0 0,-1 1 0 0 0,0 0-1 0 0,1-1 1 0 0,-1 1-1 0 0,0 0 1 0 0,1-1 0 0 0,-1 1-1 0 0,0 0 1 0 0,1 0 0 0 0,-1 0-1 0 0,1-1 1 0 0,-1 1-1 0 0,1 0 1 0 0,-1 0 0 0 0,0 0-1 0 0,1 0 1 0 0,0-1 0 0 0,4 2 0 0 0,1-1 0 0 0,-1 1 1 0 0,1-1-1 0 0,-1 1 1 0 0,0 1-1 0 0,1-1 0 0 0,-1 1 1 0 0,0 0-1 0 0,0 0 1 0 0,7 5-1 0 0,-2-3-10 0 0,62 28-654 0 0,101 60 0 0 0,-122-63-3368 0 0,-50-29 3293 0 0,6 3-364 0 0</inkml:trace>
</inkml:ink>
</file>

<file path=ppt/ink/ink3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8:25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33 284 0 0,'3'-1'6296'0'0,"27"-2"-6070"0"0,268-7 1338 0 0,-241 7-2284 0 0,-47 3 236 0 0,26-3-377 0 0,-13-4-2653 0 0,-12 1 1939 0 0</inkml:trace>
</inkml:ink>
</file>

<file path=ppt/ink/ink3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8:25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70 264 0 0,'-22'-64'7039'0'0,"22"62"-6135"0"0,-2 0-384 0 0,2 2-495 0 0,0 0 0 0 0,0 0 0 0 0,0 0 0 0 0,0 0-1 0 0,0 1 1 0 0,0-1 0 0 0,-1 0 0 0 0,1 0 0 0 0,0 0 0 0 0,0 0-1 0 0,0 0 1 0 0,0 0 0 0 0,0 0 0 0 0,0 0 0 0 0,0 0 0 0 0,0 0-1 0 0,-1 0 1 0 0,1 0 0 0 0,0 1 0 0 0,0-1 0 0 0,0 0 0 0 0,0 0-1 0 0,0 0 1 0 0,0 0 0 0 0,0 0 0 0 0,-1 0 0 0 0,1 0 0 0 0,0 0-1 0 0,0 0 1 0 0,0 0 0 0 0,0 0 0 0 0,0 0 0 0 0,0 0 0 0 0,-1-1-1 0 0,1 1 1 0 0,0 0 0 0 0,0 0 0 0 0,0 0 0 0 0,0 0-1 0 0,0 0 1 0 0,0 0 0 0 0,0 0 0 0 0,0 0 0 0 0,-1 0 0 0 0,1 0-1 0 0,0 0 1 0 0,0 0 0 0 0,0-1 0 0 0,0 1 0 0 0,0 0 0 0 0,0 0-1 0 0,0 0 1 0 0,0 0 0 0 0,0 0 0 0 0,0 0 0 0 0,0 0 0 0 0,0-1-1 0 0,0 1 1 0 0,0 0 0 0 0,0 0 0 0 0,0 0 0 0 0,0 0 0 0 0,0 0-1 0 0,0 0 1 0 0,0-1 0 0 0,0 1 0 0 0,-5 247 1066 0 0,7-142-817 0 0,-3-61-517 0 0,1-22-1494 0 0,0 0-3703 0 0</inkml:trace>
</inkml:ink>
</file>

<file path=ppt/ink/ink3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8:25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539 1 840 0 0,'0'0'5834'0'0,"2"3"-5465"0"0,2 16-61 0 0,-1-1 1 0 0,-1 0 0 0 0,0 1 0 0 0,-1-1 0 0 0,-1 1 0 0 0,-1 0-1 0 0,-5 25 1 0 0,2 16 100 0 0,-12 90 469 0 0,15-146-1055 0 0,-7 28 1409 0 0,1-31-27 0 0,-2-18-764 0 0,-13-55 20 0 0,17 53-414 0 0,0 1 0 0 0,-1 0-1 0 0,-9-19 1 0 0,8 26-74 0 0,0 1 1 0 0,-1 0-1 0 0,0 0 1 0 0,0 1-1 0 0,-1 0 1 0 0,0 0-1 0 0,-1 1 1 0 0,0 1-1 0 0,0-1 1 0 0,-1 2 0 0 0,0-1-1 0 0,0 2 1 0 0,0-1-1 0 0,-1 1 1 0 0,0 1-1 0 0,0 0 1 0 0,0 1-1 0 0,0 0 1 0 0,0 1-1 0 0,-1 0 1 0 0,1 1-1 0 0,-1 1 1 0 0,0 0-1 0 0,1 0 1 0 0,-1 1 0 0 0,1 1-1 0 0,-1 0 1 0 0,1 1-1 0 0,0 0 1 0 0,0 1-1 0 0,0 0 1 0 0,1 1-1 0 0,-1 0 1 0 0,1 1-1 0 0,-12 8 1 0 0,20-12 19 0 0,0 0 1 0 0,0 0-1 0 0,0 0 1 0 0,1 1-1 0 0,-1-1 1 0 0,1 1-1 0 0,0-1 0 0 0,0 1 1 0 0,0 0-1 0 0,0 0 1 0 0,0 0-1 0 0,0 0 1 0 0,1 0-1 0 0,-1 0 1 0 0,1 0-1 0 0,0 0 1 0 0,0 1-1 0 0,0-1 0 0 0,1 1 1 0 0,-1-1-1 0 0,1 0 1 0 0,-1 1-1 0 0,1-1 1 0 0,0 1-1 0 0,1-1 1 0 0,-1 1-1 0 0,1-1 1 0 0,-1 1-1 0 0,1-1 0 0 0,0 0 1 0 0,0 0-1 0 0,1 1 1 0 0,-1-1-1 0 0,3 4 1 0 0,-1-2-8 0 0,0-1 1 0 0,1 0-1 0 0,0 0 1 0 0,-1 0 0 0 0,1 0-1 0 0,1-1 1 0 0,-1 0-1 0 0,0 0 1 0 0,1 0 0 0 0,0 0-1 0 0,-1-1 1 0 0,1 1-1 0 0,0-1 1 0 0,0-1 0 0 0,0 1-1 0 0,1-1 1 0 0,-1 0-1 0 0,0 0 1 0 0,1 0 0 0 0,-1 0-1 0 0,11-2 1 0 0,4 0-760 0 0,1-1 0 0 0,34-8 0 0 0,7-13-5252 0 0,-46 16 3589 0 0</inkml:trace>
</inkml:ink>
</file>

<file path=ppt/ink/ink3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8:26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1 684 0 0,'0'0'2738'0'0,"-4"1"-2338"0"0,-10 5 32 0 0,1 1 1 0 0,-1 0-1 0 0,1 1 0 0 0,1 0 0 0 0,-1 1 0 0 0,-15 15 0 0 0,-64 70 861 0 0,85-85-1310 0 0,-10 15-4682 0 0</inkml:trace>
</inkml:ink>
</file>

<file path=ppt/ink/ink3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8:26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3 856 0 0,'0'0'3215'0'0,"-11"-3"1555"0"0,6 25-4577 0 0,0 1 0 0 0,2-1 0 0 0,0 1 0 0 0,2 0-1 0 0,0 0 1 0 0,3 24 0 0 0,-1 0-23 0 0,-3 37-221 0 0,-3-32-3290 0 0,5-50 2025 0 0</inkml:trace>
</inkml:ink>
</file>

<file path=ppt/ink/ink3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8:27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77 360 0 0,'0'0'6735'0'0,"6"-1"-6487"0"0,293-24 842 0 0,-160 17-858 0 0,635-27 453 0 0,-629 31-571 0 0,-97 3-41 0 0,-2 0 86 0 0,-14-1-194 0 0,-24 5-1012 0 0,-5 8-5747 0 0</inkml:trace>
</inkml:ink>
</file>

<file path=ppt/ink/ink3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8:28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7 107 156 0 0,'-6'-39'7879'0'0,"7"36"-7730"0"0,0-1 0 0 0,1 1-1 0 0,-1 0 1 0 0,1 0-1 0 0,0 0 1 0 0,0 0-1 0 0,0 1 1 0 0,1-1-1 0 0,-1 1 1 0 0,1-1-1 0 0,-1 1 1 0 0,1 0 0 0 0,0-1-1 0 0,0 2 1 0 0,0-1-1 0 0,3-2 1 0 0,2 1-34 0 0,0-1 0 0 0,1 1 0 0 0,0 1 0 0 0,-1-1 0 0 0,1 2 0 0 0,10-2 1 0 0,5 1-62 0 0,0 1 1 0 0,-1 2 0 0 0,1 0 0 0 0,26 5-1 0 0,-37-4-36 0 0,0 1 0 0 0,0 0 0 0 0,-1 1 0 0 0,1 0 0 0 0,-1 1 0 0 0,0 1 0 0 0,0-1-1 0 0,-1 2 1 0 0,15 10 0 0 0,-22-14-17 0 0,0 1 1 0 0,0-1-1 0 0,0 1 0 0 0,-1 0 0 0 0,0 0 1 0 0,1 0-1 0 0,-1 0 0 0 0,-1 1 0 0 0,1-1 0 0 0,-1 1 1 0 0,1 0-1 0 0,-1-1 0 0 0,-1 1 0 0 0,1 0 1 0 0,-1 0-1 0 0,0 0 0 0 0,0 1 0 0 0,0-1 1 0 0,-1 0-1 0 0,1 0 0 0 0,-2 1 0 0 0,1-1 0 0 0,0 0 1 0 0,-1 0-1 0 0,0 0 0 0 0,-2 7 0 0 0,0-2 2 0 0,-1 0 0 0 0,0 0-1 0 0,0 0 1 0 0,-1 0-1 0 0,-1-1 1 0 0,0 0 0 0 0,0 0-1 0 0,0 0 1 0 0,-1-1-1 0 0,-1 0 1 0 0,1 0-1 0 0,-1-1 1 0 0,-1 0 0 0 0,1 0-1 0 0,-14 7 1 0 0,8-6 26 0 0,0 0-1 0 0,-1-1 1 0 0,0-1 0 0 0,-1 0 0 0 0,0-1 0 0 0,1 0-1 0 0,-1-2 1 0 0,-1 0 0 0 0,-23 2 0 0 0,32-5 51 0 0,0 0 0 0 0,0-1 1 0 0,0 0-1 0 0,1 0 0 0 0,-1 0 0 0 0,0-1 1 0 0,1 0-1 0 0,-1-1 0 0 0,1 0 0 0 0,0 0 1 0 0,0 0-1 0 0,0-1 0 0 0,0 0 1 0 0,0-1-1 0 0,1 1 0 0 0,0-1 0 0 0,-10-11 1 0 0,15 15 306 0 0,7 3-352 0 0,161 66 159 0 0,16 6-1717 0 0,-123-59-776 0 0,-22-11-3626 0 0</inkml:trace>
</inkml:ink>
</file>

<file path=ppt/ink/ink3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8:29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416 8 532 0 0,'0'0'943'0'0,"4"-7"451"0"0,1 7 2317 0 0,-2 3-3590 0 0,1-1 0 0 0,-1 1 1 0 0,0 0-1 0 0,0 0 0 0 0,0 0 0 0 0,-1 0 1 0 0,1 1-1 0 0,-1-1 0 0 0,0 1 0 0 0,0 0 1 0 0,0 0-1 0 0,0-1 0 0 0,0 1 0 0 0,-1 0 1 0 0,2 9-1 0 0,12 75 571 0 0,-10-52-468 0 0,-3-27-164 0 0,3 16 49 0 0,-1-1-1 0 0,-1 1 1 0 0,-1 0 0 0 0,-1-1 0 0 0,-1 1 0 0 0,-1 0-1 0 0,-6 28 1 0 0,7-53-94 0 0,0 0-1 0 0,0 0 1 0 0,0 1-1 0 0,0-1 0 0 0,0 0 1 0 0,0 0-1 0 0,0 0 1 0 0,0 1-1 0 0,0-1 1 0 0,0 0-1 0 0,0 0 0 0 0,0 0 1 0 0,0 0-1 0 0,0 1 1 0 0,0-1-1 0 0,0 0 1 0 0,0 0-1 0 0,0 0 0 0 0,0 1 1 0 0,-1-1-1 0 0,1 0 1 0 0,0 0-1 0 0,0 0 1 0 0,0 0-1 0 0,0 0 0 0 0,0 0 1 0 0,-1 1-1 0 0,1-1 1 0 0,0 0-1 0 0,0 0 1 0 0,0 0-1 0 0,0 0 0 0 0,-1 0 1 0 0,1 0-1 0 0,0 0 1 0 0,0 0-1 0 0,0 0 1 0 0,-1 0-1 0 0,1 0 0 0 0,0 0 1 0 0,0 0-1 0 0,0 0 1 0 0,-1 0-1 0 0,1 0 1 0 0,0 0-1 0 0,0 0 1 0 0,0 0-1 0 0,0 0 0 0 0,-1 0 1 0 0,1 0-1 0 0,0 0 1 0 0,0 0-1 0 0,0 0 1 0 0,-1 0-1 0 0,1-1 0 0 0,-8-12 61 0 0,0-1 0 0 0,1 0-1 0 0,-7-18 1 0 0,8 18-67 0 0,0 0 0 0 0,0 0 0 0 0,-1 1 0 0 0,-1 0 1 0 0,-16-20-1 0 0,13 21-25 0 0,0-1 1 0 0,-1 2 0 0 0,-1 0-1 0 0,-15-11 1 0 0,21 19 9 0 0,1-1-1 0 0,-1 1 0 0 0,1 0 1 0 0,-1 1-1 0 0,0-1 0 0 0,0 1 1 0 0,0 1-1 0 0,0-1 1 0 0,0 1-1 0 0,-1 0 0 0 0,1 1 1 0 0,-11 0-1 0 0,-1 2-11 0 0,0 0-1 0 0,0 1 1 0 0,-33 10 0 0 0,43-11 13 0 0,1 1 0 0 0,0 0 0 0 0,0 1 0 0 0,0-1 0 0 0,1 1 0 0 0,-1 1 0 0 0,1 0 0 0 0,0 0 0 0 0,0 0 0 0 0,-11 12 0 0 0,17-16 9 0 0,0 0-1 0 0,0 1 0 0 0,0-1 0 0 0,0 0 0 0 0,0 1 0 0 0,0-1 1 0 0,0 0-1 0 0,0 1 0 0 0,1-1 0 0 0,-1 1 0 0 0,1-1 0 0 0,-1 1 1 0 0,1 0-1 0 0,-1-1 0 0 0,1 1 0 0 0,0-1 0 0 0,0 1 0 0 0,0 0 1 0 0,0-1-1 0 0,0 1 0 0 0,0 0 0 0 0,0-1 0 0 0,1 1 0 0 0,0 1 1 0 0,0-1 4 0 0,0 0 1 0 0,1 0 0 0 0,-1 0-1 0 0,1 0 1 0 0,-1-1 0 0 0,1 1-1 0 0,0-1 1 0 0,0 1 0 0 0,0-1-1 0 0,0 0 1 0 0,0 0 0 0 0,0 0-1 0 0,0 0 1 0 0,0 0 0 0 0,3 1 0 0 0,12 3 46 0 0,1-1 0 0 0,0 0 0 0 0,30 1 0 0 0,-32-4-48 0 0,34 5-797 0 0,63-2 0 0 0,-84-6-2174 0 0,51-8 0 0 0,-60 6 663 0 0</inkml:trace>
</inkml:ink>
</file>

<file path=ppt/ink/ink3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8:29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1 588 0 0,'3'23'8998'0'0,"20"94"-8038"0"0,10 58-1020 0 0,-29-151-2063 0 0,-2-13-2426 0 0</inkml:trace>
</inkml:ink>
</file>

<file path=ppt/ink/ink3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8:30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226 347 108 0 0,'6'13'11492'0'0,"-44"-39"-10825"0"0,2-1 0 0 0,-52-49 0 0 0,83 71-639 0 0,-3-2 20 0 0,2 2-20 0 0,1 1 0 0 0,0-1 0 0 0,0 0 0 0 0,0-1 0 0 0,1 1 1 0 0,-1-1-1 0 0,1 0 0 0 0,1 0 0 0 0,-1 0 0 0 0,1 0 0 0 0,-4-12 0 0 0,6 16-68 0 0,25-16-255 0 0,5 14 23 0 0,1 2-1 0 0,0 1 1 0 0,0 1-1 0 0,41 6 1 0 0,12 0-343 0 0,-60-6 410 0 0,0 2-317 0 0,0-1 0 0 0,0-1 0 0 0,0 0 0 0 0,0-2-1 0 0,-1-1 1 0 0,1-1 0 0 0,-1-1 0 0 0,26-9 0 0 0,-47 13 452 0 0,1 1-1 0 0,-1-1 1 0 0,0 0-1 0 0,1 0 1 0 0,-1 0 0 0 0,0 0-1 0 0,0 0 1 0 0,0 0 0 0 0,0 0-1 0 0,0 0 1 0 0,0 0-1 0 0,0 0 1 0 0,0-1 0 0 0,0 1-1 0 0,0 0 1 0 0,-1-1-1 0 0,1 1 1 0 0,0-1 0 0 0,-1 1-1 0 0,1-1 1 0 0,-1 1 0 0 0,0-1-1 0 0,0 1 1 0 0,1-1-1 0 0,-1 1 1 0 0,0-1 0 0 0,0 1-1 0 0,0-1 1 0 0,-1-2-1 0 0,0 1 67 0 0,-29-45 2165 0 0,30 47-2102 0 0,0 1 0 0 0,0-1 1 0 0,-1 1-1 0 0,1-1 1 0 0,0 1-1 0 0,0 0 0 0 0,-1-1 1 0 0,1 1-1 0 0,0-1 0 0 0,-1 1 1 0 0,1-1-1 0 0,-1 1 1 0 0,1 0-1 0 0,0-1 0 0 0,-1 1 1 0 0,1 0-1 0 0,-1 0 1 0 0,1-1-1 0 0,-1 1 0 0 0,1 0 1 0 0,-1 0-1 0 0,1-1 0 0 0,-1 1 1 0 0,1 0-1 0 0,-1 0 1 0 0,1 0-1 0 0,-1 0 0 0 0,0 0 1 0 0,1 0-1 0 0,-1 0 0 0 0,1 0 1 0 0,-1 0-1 0 0,1 0 1 0 0,-1 0-1 0 0,1 0 0 0 0,-1 1 1 0 0,1-1-1 0 0,-1 0 1 0 0,1 0-1 0 0,-1 0 0 0 0,1 1 1 0 0,-1-1-1 0 0,0 1 0 0 0,-10 30 550 0 0,8 46-447 0 0,26 59 365 0 0,-8-52-893 0 0,-14-81 21 0 0,-3 16-962 0 0,1-9-3256 0 0</inkml:trace>
</inkml:ink>
</file>

<file path=ppt/ink/ink3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8:31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245 419 184 0 0,'-75'-90'4873'0'0,"49"61"-4179"0"0,1 0-1 0 0,1-2 0 0 0,2-1 0 0 0,1 0 1 0 0,-18-41-1 0 0,37 68-590 0 0,0 1 0 0 0,0-1-1 0 0,0 0 1 0 0,1 0 0 0 0,0 0 0 0 0,0 0 0 0 0,0 0 0 0 0,1-1-1 0 0,-1-6 1 0 0,2 10-81 0 0,-1 0-1 0 0,1 0 0 0 0,-1 0 1 0 0,1 1-1 0 0,0-1 1 0 0,0 0-1 0 0,0 0 0 0 0,0 1 1 0 0,0-1-1 0 0,0 1 1 0 0,0-1-1 0 0,0 1 0 0 0,1-1 1 0 0,-1 1-1 0 0,0 0 1 0 0,1-1-1 0 0,-1 1 0 0 0,1 0 1 0 0,0 0-1 0 0,-1 0 1 0 0,1 0-1 0 0,0 1 0 0 0,0-1 1 0 0,0 0-1 0 0,-1 1 1 0 0,1-1-1 0 0,3 1 0 0 0,14-4 8 0 0,-1 2 0 0 0,1 0 0 0 0,-1 1 0 0 0,1 1 0 0 0,-1 0 0 0 0,1 2 0 0 0,-1 0 0 0 0,1 1 0 0 0,-1 1 0 0 0,0 0 0 0 0,0 2 0 0 0,-1 0 0 0 0,30 15 0 0 0,-21-8-28 0 0,0 2 1 0 0,-1 1-1 0 0,0 0 0 0 0,-1 2 1 0 0,-1 1-1 0 0,-1 1 1 0 0,37 43-1 0 0,-39-35 10 0 0,-1 1 1 0 0,-1 1-1 0 0,-2 0 0 0 0,-1 1 1 0 0,-1 1-1 0 0,-2 0 0 0 0,-1 1 1 0 0,-2 0-1 0 0,-1 1 0 0 0,-2 0 1 0 0,-1 0-1 0 0,1 54 0 0 0,6 137-233 0 0,-4-191-418 0 0,-2-12-1339 0 0,-5-6-2416 0 0</inkml:trace>
</inkml:ink>
</file>

<file path=ppt/ink/ink3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8:31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0 312 0 0,'0'0'1432'0'0,"6"3"-970"0"0,26 7-2 0 0,0-1 0 0 0,0-2 0 0 0,45 4 0 0 0,110 2 367 0 0,-90-8-468 0 0,424 10 928 0 0,-231-11-832 0 0,277-14 718 0 0,-508 9-1059 0 0,-42 16-4757 0 0,-11-10 2609 0 0</inkml:trace>
</inkml:ink>
</file>

<file path=ppt/ink/ink3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8:32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333 0 808 0 0,'4'7'5618'0'0,"1"17"-3880"0"0,1 32-1925 0 0,-5-48 752 0 0,1 115 620 0 0,-3-123-1059 0 0,0 0-1 0 0,0 0 1 0 0,0 0 0 0 0,0-1-1 0 0,0 1 1 0 0,0 0 0 0 0,0 0-1 0 0,0-1 1 0 0,0 1 0 0 0,1 0 0 0 0,-1-1-1 0 0,0 1 1 0 0,0-1 0 0 0,0 1-1 0 0,1-1 1 0 0,-1 0 0 0 0,0 1-1 0 0,1-1 1 0 0,-1 1 0 0 0,0-1 0 0 0,1 0-1 0 0,-1 0 1 0 0,1 1 0 0 0,-1-1-1 0 0,1-1 1 0 0,-38-26-439 0 0,23 24 277 0 0,0 1 1 0 0,-1 1-1 0 0,1 0 1 0 0,-1 1-1 0 0,1 1 1 0 0,-1 0-1 0 0,1 1 0 0 0,-1 1 1 0 0,1 0-1 0 0,0 1 1 0 0,0 1-1 0 0,0 0 1 0 0,0 1-1 0 0,1 1 1 0 0,-18 9-1 0 0,29-14 28 0 0,1 0 1 0 0,0 1-1 0 0,-1-1 0 0 0,1 1 0 0 0,0 0 1 0 0,0-1-1 0 0,0 1 0 0 0,0 0 0 0 0,0 1 1 0 0,0-1-1 0 0,1 0 0 0 0,-1 0 0 0 0,-1 4 1 0 0,2-4-1 0 0,1-1 1 0 0,-1 0 0 0 0,1 1-1 0 0,0-1 1 0 0,0 1 0 0 0,-1-1-1 0 0,1 1 1 0 0,0-1 0 0 0,1 1 0 0 0,-1-1-1 0 0,0 1 1 0 0,0-1 0 0 0,0 1-1 0 0,1-1 1 0 0,-1 1 0 0 0,1-1 0 0 0,-1 0-1 0 0,2 3 1 0 0,1 0-36 0 0,1 1 1 0 0,-1-1-1 0 0,1 0 0 0 0,0-1 1 0 0,0 1-1 0 0,0 0 1 0 0,0-1-1 0 0,1 0 0 0 0,-1 0 1 0 0,1-1-1 0 0,0 1 0 0 0,6 2 1 0 0,48 13-721 0 0,-44-14 61 0 0,-1 0-1 0 0,26 12 0 0 0,-40-16 679 0 0,1 1 1 0 0,-1-1-1 0 0,1 1 1 0 0,-1-1 0 0 0,0 0-1 0 0,1 1 1 0 0,-1-1-1 0 0,0 1 1 0 0,0-1-1 0 0,0 1 1 0 0,1-1-1 0 0,-1 1 1 0 0,0-1 0 0 0,0 1-1 0 0,0-1 1 0 0,0 1-1 0 0,0-1 1 0 0,0 1-1 0 0,0-1 1 0 0,0 1-1 0 0,0-1 1 0 0,0 1 0 0 0,0-1-1 0 0,0 1 1 0 0,0-1-1 0 0,0 1 1 0 0,0 0-1 0 0,-1-1 1 0 0,1 0 0 0 0,0 1-1 0 0,0-1 1 0 0,-1 1-1 0 0,1-1 1 0 0,0 1-1 0 0,-1-1 1 0 0,1 1-1 0 0,0-1 1 0 0,-1 0 0 0 0,1 1-1 0 0,0-1 1 0 0,-1 0-1 0 0,1 1 1 0 0,-1-1-1 0 0,1 0 1 0 0,-1 1-1 0 0,-28 22 117 0 0,19-15-179 0 0,7-5 114 0 0,-1-1-1 0 0,1 1 0 0 0,0 0 0 0 0,1 0 0 0 0,-1 1 1 0 0,0-1-1 0 0,1 0 0 0 0,0 1 0 0 0,0 0 0 0 0,0-1 1 0 0,0 1-1 0 0,0 0 0 0 0,1 0 0 0 0,0 0 1 0 0,0 0-1 0 0,0 0 0 0 0,0 0 0 0 0,0 1 0 0 0,1-1 1 0 0,0 0-1 0 0,0 0 0 0 0,0 0 0 0 0,1 1 0 0 0,-1-1 1 0 0,1 0-1 0 0,0 0 0 0 0,0 0 0 0 0,0 0 1 0 0,1 0-1 0 0,-1 0 0 0 0,1 0 0 0 0,0 0 0 0 0,0-1 1 0 0,1 1-1 0 0,-1-1 0 0 0,1 1 0 0 0,-1-1 0 0 0,1 0 1 0 0,0 0-1 0 0,0 0 0 0 0,1-1 0 0 0,-1 1 1 0 0,5 2-1 0 0,7 4-7 0 0,0-2 1 0 0,1 1 0 0 0,-1-2 0 0 0,1 0-1 0 0,0-1 1 0 0,1-1 0 0 0,-1-1-1 0 0,22 3 1 0 0,-21-5-1042 0 0,0 0-1 0 0,0-1 1 0 0,0 0-1 0 0,29-5 1 0 0,-26 0-1033 0 0</inkml:trace>
</inkml:ink>
</file>

<file path=ppt/ink/ink3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8:33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19 412 0 0,'-16'-19'5191'0'0,"16"19"-5132"0"0,0 0 1 0 0,0 0 0 0 0,0 1-1 0 0,0-1 1 0 0,0 0-1 0 0,0 0 1 0 0,0 0 0 0 0,0 0-1 0 0,0 0 1 0 0,0 0 0 0 0,0 0-1 0 0,0 0 1 0 0,0 1 0 0 0,0-1-1 0 0,0 0 1 0 0,0 0-1 0 0,0 0 1 0 0,0 0 0 0 0,0 0-1 0 0,0 0 1 0 0,0 0 0 0 0,0 0-1 0 0,0 0 1 0 0,0 0 0 0 0,0 1-1 0 0,0-1 1 0 0,0 0 0 0 0,0 0-1 0 0,0 0 1 0 0,0 0-1 0 0,0 0 1 0 0,-1 0 0 0 0,1 0-1 0 0,0 0 1 0 0,0 0 0 0 0,0 0-1 0 0,0 0 1 0 0,0 0 0 0 0,0 0-1 0 0,0 0 1 0 0,0 0-1 0 0,0 0 1 0 0,-1 0 0 0 0,1 0-1 0 0,0 0 1 0 0,0 0 0 0 0,0 0-1 0 0,0 0 1 0 0,0 0 0 0 0,0 0-1 0 0,0 0 1 0 0,0 0 0 0 0,0 0-1 0 0,-1 0 1 0 0,1 0-1 0 0,0 0 1 0 0,0 0 0 0 0,0 0-1 0 0,0 0 1 0 0,0 0 0 0 0,0 0-1 0 0,0 0 1 0 0,0 0 0 0 0,12 38 3512 0 0,-3-13-4421 0 0,-1 5 44 0 0,2 8-1228 0 0,0-13-2660 0 0,-4-16 2097 0 0</inkml:trace>
</inkml:ink>
</file>

<file path=ppt/ink/ink3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8:33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1 608 0 0,'0'0'9684'0'0,"2"5"-9342"0"0,4 21-323 0 0,-2 1-1 0 0,3 37 1 0 0,-7 18-6451 0 0,-1-69 4038 0 0</inkml:trace>
</inkml:ink>
</file>

<file path=ppt/ink/ink3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8:33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12 468 0 0,'-7'1'7809'0'0,"56"-5"-7233"0"0,-20 4-180 0 0,0-2-220 0 0,1 2-256 0 0,13 0-360 0 0,-1 0-404 0 0,-2-1-504 0 0,3-1-1453 0 0,-13-1 645 0 0</inkml:trace>
</inkml:ink>
</file>

<file path=ppt/ink/ink3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8:41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0 456 0 0,'0'0'5753'0'0,"-1"8"-5624"0"0,-2 66 327 0 0,11 137 0 0 0,-4-168-326 0 0,3-2 0 0 0,1 1 0 0 0,2-1 1 0 0,30 77-1 0 0,-29-93-63 0 0,2-1 1 0 0,0 0 0 0 0,1-1-1 0 0,30 36 1 0 0,-35-48 32 0 0,1 0 0 0 0,1-1 0 0 0,-1 0 0 0 0,1-1 0 0 0,1 0 1 0 0,0-1-1 0 0,0 0 0 0 0,1-1 0 0 0,0-1 0 0 0,20 8 0 0 0,-32-13-57 0 0,1-1-1 0 0,0 1 1 0 0,0-1 0 0 0,0 0-1 0 0,0 0 1 0 0,0 0 0 0 0,-1 0-1 0 0,1 0 1 0 0,0 0-1 0 0,0-1 1 0 0,0 1 0 0 0,0-1-1 0 0,-1 1 1 0 0,1-1 0 0 0,0 0-1 0 0,0 1 1 0 0,-1-1-1 0 0,1 0 1 0 0,-1 0 0 0 0,1 0-1 0 0,0 0 1 0 0,-1-1 0 0 0,0 1-1 0 0,1 0 1 0 0,-1 0-1 0 0,0-1 1 0 0,0 1 0 0 0,0-1-1 0 0,0 1 1 0 0,0-1 0 0 0,0 0-1 0 0,0 1 1 0 0,0-1-1 0 0,-1 0 1 0 0,1 0 0 0 0,-1 0-1 0 0,1 1 1 0 0,-1-1 0 0 0,0 0-1 0 0,1 0 1 0 0,-1 0-1 0 0,0 0 1 0 0,0 0 0 0 0,-1 1-1 0 0,1-1 1 0 0,0 0 0 0 0,-1 0-1 0 0,1 0 1 0 0,-1 0-1 0 0,1 1 1 0 0,-1-1 0 0 0,0 0-1 0 0,0 1 1 0 0,1-1 0 0 0,-1 0-1 0 0,-1 1 1 0 0,1-1-1 0 0,0 1 1 0 0,-2-3 0 0 0,0 2-35 0 0,0 0 0 0 0,1 1 0 0 0,-1-1 0 0 0,0 1 0 0 0,0-1 0 0 0,0 1 0 0 0,0 0 0 0 0,0 0 0 0 0,0 0 0 0 0,0 0 0 0 0,0 1 0 0 0,-1-1 0 0 0,1 1 0 0 0,0 0 0 0 0,0 0 0 0 0,-1 0 0 0 0,1 0 0 0 0,0 1 0 0 0,0-1 0 0 0,0 1 0 0 0,0 0 0 0 0,-5 1 0 0 0,-1 1-6 0 0,-1 0 1 0 0,0 1-1 0 0,1 0 1 0 0,0 0-1 0 0,-14 9 0 0 0,10-3-4 0 0,0 0 0 0 0,1 1 0 0 0,1 0 0 0 0,0 0 0 0 0,0 2 0 0 0,1-1-1 0 0,1 1 1 0 0,0 1 0 0 0,-14 28 0 0 0,13-20 0 0 0,2 1-1 0 0,0 1 1 0 0,1-1 0 0 0,2 1 0 0 0,-5 47 0 0 0,7-9 0 0 0,4 1 0 0 0,2 0 0 0 0,2-1 0 0 0,18 76 0 0 0,-11-77-26 0 0,-2 0 1 0 0,-3 1-1 0 0,-2 0 0 0 0,-7 108 1 0 0,1-159 17 0 0,-1 0 0 0 0,0-1-1 0 0,-1 1 1 0 0,-1-1 0 0 0,1 1 0 0 0,-2-1 0 0 0,1 0 0 0 0,-1-1 0 0 0,-1 1 0 0 0,0-1 0 0 0,-9 12 0 0 0,3-8-11 0 0,-1 0 0 0 0,-1-1 1 0 0,1 0-1 0 0,-2-1 0 0 0,0 0 0 0 0,-23 11 1 0 0,35-20-598 0 0,-10 5 1156 0 0,-8-25-10114 0 0</inkml:trace>
</inkml:ink>
</file>

<file path=ppt/ink/ink3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8:44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0 121 312 0 0,'0'0'5701'0'0,"1"-5"-5007"0"0,8-16 2300 0 0,-9 21-2956 0 0,0-1 0 0 0,0 1 0 0 0,0 0 0 0 0,0 0 0 0 0,0 0 0 0 0,1 0 0 0 0,-1 0 0 0 0,0-1 0 0 0,0 1 0 0 0,0 0 0 0 0,0 0 1 0 0,0 0-1 0 0,1 0 0 0 0,-1 0 0 0 0,0 0 0 0 0,0 0 0 0 0,0 0 0 0 0,0-1 0 0 0,1 1 0 0 0,-1 0 0 0 0,0 0 0 0 0,0 0 0 0 0,0 0 0 0 0,0 0 0 0 0,1 0 0 0 0,-1 0 0 0 0,0 0 1 0 0,0 0-1 0 0,0 0 0 0 0,1 0 0 0 0,-1 0 0 0 0,0 0 0 0 0,0 1 0 0 0,0-1 0 0 0,0 0 0 0 0,1 0 0 0 0,-1 0 0 0 0,0 0 0 0 0,0 0 0 0 0,0 0 0 0 0,0 0 0 0 0,0 0 1 0 0,1 0-1 0 0,-1 1 0 0 0,0-1 0 0 0,0 0 0 0 0,0 0 0 0 0,14 38 1174 0 0,-6-12-1302 0 0,16 50 280 0 0,-11-32-91 0 0,2 1 0 0 0,31 62 0 0 0,-12-37 98 0 0,-33-69-109 0 0,-1-1-77 0 0,0 0 0 0 0,1 0-1 0 0,-1 1 1 0 0,0-1 0 0 0,0 0 0 0 0,0 0 0 0 0,0 0 0 0 0,0 0-1 0 0,0 1 1 0 0,1-1 0 0 0,-1 0 0 0 0,0 0 0 0 0,0 0 0 0 0,0 0 0 0 0,0 0-1 0 0,1 1 1 0 0,-1-1 0 0 0,0 0 0 0 0,0 0 0 0 0,0 0 0 0 0,1 0-1 0 0,-1 0 1 0 0,0 0 0 0 0,0 0 0 0 0,1 0 0 0 0,-1 0 0 0 0,0 0-1 0 0,0 0 1 0 0,0 0 0 0 0,1 0 0 0 0,-1 0 0 0 0,0 0 0 0 0,0 0 0 0 0,0 0-1 0 0,1 0 1 0 0,-1 0 0 0 0,0 0 0 0 0,0-1 0 0 0,0 1 0 0 0,1 0-1 0 0,-1 0 1 0 0,0 0 0 0 0,0 0 0 0 0,1-1 0 0 0,9-11 155 0 0,7-16 29 0 0,60-175 581 0 0,-4 9-436 0 0,-61 173-292 0 0,2-9-574 0 0,-14 30 446 0 0,0-1 0 0 0,0 1-1 0 0,0-1 1 0 0,0 0 0 0 0,0 1 0 0 0,0-1-1 0 0,0 1 1 0 0,0-1 0 0 0,1 1-1 0 0,-1-1 1 0 0,0 1 0 0 0,0-1-1 0 0,1 1 1 0 0,-1-1 0 0 0,0 1 0 0 0,1-1-1 0 0,-1 1 1 0 0,1-1 0 0 0,-1 1-1 0 0,0 0 1 0 0,1-1 0 0 0,-1 1-1 0 0,1 0 1 0 0,-1-1 0 0 0,1 1 0 0 0,-1 0-1 0 0,1 0 1 0 0,-1-1 0 0 0,1 1-1 0 0,0 0 1 0 0,-1 0 0 0 0,1 0-1 0 0,-1 0 1 0 0,1 0 0 0 0,-1 0 0 0 0,1 0-1 0 0,0 0 1 0 0,-1 0 0 0 0,1 0-1 0 0,-1 0 1 0 0,1 0 0 0 0,-1 0-1 0 0,1 0 1 0 0,-1 0 0 0 0,1 1 0 0 0,0-1-1 0 0,-1 0 1 0 0,1 0 0 0 0,-1 1-1 0 0,1 0 1 0 0,25 17-6007 0 0,-20-11 3428 0 0</inkml:trace>
</inkml:ink>
</file>

<file path=ppt/ink/ink3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8:45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122 305 636 0 0,'0'0'5569'0'0,"-4"3"-5307"0"0,-7 3-62 0 0,0 1 0 0 0,1 0 0 0 0,0 1 0 0 0,1 0 0 0 0,0 1 0 0 0,0 0 0 0 0,1 0 0 0 0,0 1-1 0 0,0 0 1 0 0,1 0 0 0 0,-10 20 0 0 0,17-29-130 0 0,-1 5 80 0 0,2 5 49 0 0,1-11-195 0 0,0 1 0 0 0,0-1 0 0 0,0 0 0 0 0,0 0 0 0 0,0 1 0 0 0,0-1 0 0 0,0-1 0 0 0,0 1 0 0 0,0 0 0 0 0,0 0-1 0 0,0-1 1 0 0,0 1 0 0 0,2-2 0 0 0,67-14-1016 0 0,-67 16 859 0 0,24 2-401 0 0,-11 1 336 0 0,0-1 0 0 0,0-1 1 0 0,1 0-1 0 0,-1-1 1 0 0,0-1-1 0 0,0-1 0 0 0,0 0 1 0 0,18-6-1 0 0,-27 6 275 0 0,0-1-1 0 0,0 0 1 0 0,-1-1-1 0 0,1 0 1 0 0,-1 0-1 0 0,0-1 1 0 0,0 0-1 0 0,-1 0 1 0 0,1 0-1 0 0,-1-1 1 0 0,0 0-1 0 0,0 0 1 0 0,-1-1-1 0 0,0 1 1 0 0,0-1-1 0 0,-1 0 1 0 0,0-1-1 0 0,7-14 1 0 0,2-11 239 0 0,-1-1 1 0 0,-1-1-1 0 0,-3 1 1 0 0,0-1-1 0 0,-2-1 1 0 0,2-49-1 0 0,-8 85-282 0 0,0-1-1 0 0,0 1 0 0 0,0-1 1 0 0,1 0-1 0 0,-1 1 0 0 0,0-1 1 0 0,0 0-1 0 0,0 1 0 0 0,0-1 0 0 0,0 0 1 0 0,0 1-1 0 0,0-1 0 0 0,0 0 1 0 0,-1 1-1 0 0,1-1 0 0 0,0 0 1 0 0,0 1-1 0 0,0-1 0 0 0,-1 0 0 0 0,1 1 1 0 0,0-1-1 0 0,-1 1 0 0 0,1-1 1 0 0,0 0-1 0 0,-1 1 0 0 0,1-1 1 0 0,-1 1-1 0 0,1-1 0 0 0,-1 1 0 0 0,0-1 1 0 0,-15 14 62 0 0,-14 37-58 0 0,22-32 17 0 0,2 0 0 0 0,1 1 0 0 0,0-1-1 0 0,1 1 1 0 0,1 1 0 0 0,0-1 0 0 0,2 0-1 0 0,1 26 1 0 0,0-32-5 0 0,1-1 0 0 0,1 1 0 0 0,0 0 0 0 0,0-1 0 0 0,1 1 0 0 0,1-1 0 0 0,0 0 0 0 0,1 0 0 0 0,0-1 0 0 0,1 1 0 0 0,0-1 0 0 0,1 0 0 0 0,13 16 0 0 0,-18-25 3 0 0,0 0-1 0 0,0 0 1 0 0,1 0-1 0 0,-1-1 1 0 0,1 1-1 0 0,-1-1 1 0 0,1 0 0 0 0,-1 1-1 0 0,1-1 1 0 0,0 0-1 0 0,-1-1 1 0 0,1 1 0 0 0,0 0-1 0 0,0-1 1 0 0,0 0-1 0 0,3 1 1 0 0,51-6 798 0 0,-18 0 481 0 0,-36 5-1143 0 0,5-2 203 0 0</inkml:trace>
</inkml:ink>
</file>

<file path=ppt/ink/ink3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8:45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38 896 0 0,'1'-21'3700'0'0,"1"8"-353"0"0,-2 9-4127 0 0</inkml:trace>
</inkml:ink>
</file>

<file path=ppt/ink/ink3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8:46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104 379 24 0 0,'0'0'2402'0'0,"-4"-2"-1686"0"0,1 1-537 0 0,0 0 0 0 0,0 0 0 0 0,0 0 0 0 0,0 1 1 0 0,0-1-1 0 0,-1 1 0 0 0,1 0 0 0 0,0 0 1 0 0,0 0-1 0 0,-1 0 0 0 0,1 0 0 0 0,0 1 0 0 0,0 0 1 0 0,0-1-1 0 0,0 1 0 0 0,0 0 0 0 0,0 1 0 0 0,0-1 1 0 0,0 0-1 0 0,0 1 0 0 0,0 0 0 0 0,1 0 0 0 0,-6 3 1 0 0,6-1-107 0 0,-1-1 0 0 0,1 0 0 0 0,0 0 0 0 0,0 1 0 0 0,0-1 0 0 0,1 1 0 0 0,-1 0 0 0 0,1-1 0 0 0,0 1 0 0 0,0 0 0 0 0,0 0 0 0 0,0 0 0 0 0,1 0 0 0 0,0 8 0 0 0,0-10-43 0 0,0 0 1 0 0,0 0-1 0 0,0-1 1 0 0,1 1-1 0 0,-1 0 1 0 0,1 0 0 0 0,0 0-1 0 0,-1 0 1 0 0,1 0-1 0 0,0-1 1 0 0,0 1 0 0 0,0 0-1 0 0,0-1 1 0 0,1 1-1 0 0,-1-1 1 0 0,0 1 0 0 0,1-1-1 0 0,-1 1 1 0 0,0-1-1 0 0,1 0 1 0 0,0 0-1 0 0,-1 0 1 0 0,1 0 0 0 0,0 0-1 0 0,0 0 1 0 0,-1 0-1 0 0,1 0 1 0 0,0-1 0 0 0,0 1-1 0 0,0-1 1 0 0,0 0-1 0 0,0 1 1 0 0,2-1 0 0 0,0 0 32 0 0,0 0 1 0 0,0-1 0 0 0,0 1 0 0 0,0-1 0 0 0,-1 0 0 0 0,1 0 0 0 0,0 0 0 0 0,0 0-1 0 0,-1-1 1 0 0,1 1 0 0 0,-1-1 0 0 0,1 0 0 0 0,-1 0 0 0 0,0 0 0 0 0,0-1-1 0 0,0 1 1 0 0,0-1 0 0 0,0 0 0 0 0,0 1 0 0 0,-1-1 0 0 0,3-4 0 0 0,2-3 132 0 0,0 0-1 0 0,-1 0 1 0 0,0-1 0 0 0,0 0 0 0 0,5-15 0 0 0,2-20 406 0 0,-3-1 0 0 0,-1 0 0 0 0,-3 0 0 0 0,-1 0 0 0 0,-3-76 0 0 0,-5 101 588 0 0,-2 43-954 0 0,-4 49-248 0 0,10-1-135 0 0,11 94 0 0 0,11-10-3672 0 0,-19-130 2523 0 0,3 14-4914 0 0</inkml:trace>
</inkml:ink>
</file>

<file path=ppt/ink/ink3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8:48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52 8 0 0,'0'-4'242'0'0,"1"-39"6977"0"0,2 38-3539 0 0,2 24-3499 0 0,32 277 483 0 0,-37-260-1385 0 0,0-29 87 0 0,-1 0 1 0 0,1 0-1 0 0,1 0 0 0 0,-1 0 1 0 0,3 10-1 0 0,-2-15-771 0 0</inkml:trace>
</inkml:ink>
</file>

<file path=ppt/ink/ink3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8:48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1 440 0 0,'4'2'5700'0'0,"-4"-2"-5597"0"0,5 21 1113 0 0,0 25-1056 0 0,-2 146 1477 0 0,-1-141-1155 0 0,-5 86 1 0 0,-4-110-1177 0 0,2-10-922 0 0,4-2-3068 0 0</inkml:trace>
</inkml:ink>
</file>

<file path=ppt/ink/ink3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8:48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82 316 0 0,'0'0'570'0'0,"5"2"-49"0"0,13 0-205 0 0,0 1 0 0 0,0-2 1 0 0,-1-1-1 0 0,34-2 0 0 0,81-17 458 0 0,-56 7-424 0 0,351-40 1525 0 0,-420 51-1708 0 0,-4 0-72 0 0,0 0 0 0 0,0 1 0 0 0,0-1-1 0 0,0 1 1 0 0,0 0 0 0 0,0 0 0 0 0,0 0 0 0 0,0 0 0 0 0,0 1-1 0 0,0-1 1 0 0,0 1 0 0 0,0 0 0 0 0,0 0 0 0 0,-1 0 0 0 0,7 2-1 0 0,-9-2 5 0 0,13 42 452 0 0,-8 5-487 0 0,-4-46-265 0 0,3 18-980 0 0,-1-9-2694 0 0</inkml:trace>
</inkml:ink>
</file>

<file path=ppt/ink/ink3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8:49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46 184 0 0,'-16'-43'10948'0'0,"16"41"-10600"0"0</inkml:trace>
</inkml:ink>
</file>

<file path=ppt/ink/ink3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8:49.6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1 180 0 0,'-5'65'3489'0'0,"5"-62"-3193"0"0,0 13 923 0 0,0-16-1143 0 0,0 1 0 0 0,0-1-1 0 0,0 1 1 0 0,0-1 0 0 0,0 0 0 0 0,0 1-1 0 0,0-1 1 0 0,1 1 0 0 0,-1-1-1 0 0,0 1 1 0 0,0-1 0 0 0,0 1-1 0 0,0-1 1 0 0,1 0 0 0 0,-1 1-1 0 0,0-1 1 0 0,0 1 0 0 0,1-1-1 0 0,-1 0 1 0 0,0 1 0 0 0,1-1-1 0 0,-1 0 1 0 0,0 1 0 0 0,1-1-1 0 0,-1 0 1 0 0,0 0 0 0 0,1 1-1 0 0,-1-1 1 0 0,1 0 0 0 0,-1 0-1 0 0,1 0 1 0 0,-1 1 0 0 0,0-1-1 0 0,1 0 1 0 0,-1 0 0 0 0,1 0-1 0 0,-1 0 1 0 0,1 0 0 0 0,-1 0-1 0 0,1 0 1 0 0,-1 0 0 0 0,1 0-1 0 0,-1 0 1 0 0,1 0 0 0 0,-1 0-1 0 0,0-1 1 0 0,1 1 0 0 0,0 0-1 0 0,27-17 220 0 0,-7 3 312 0 0,-19 13-613 0 0,1 0-253 0 0,-1 1 0 0 0,0 0 0 0 0,1 0 0 0 0,-1 0 0 0 0,0 0 0 0 0,1 0 0 0 0,-1 0 0 0 0,0 0 0 0 0,1 1 0 0 0,-1 0 0 0 0,0-1 0 0 0,5 3 0 0 0,0-2-2400 0 0,5 2 541 0 0</inkml:trace>
</inkml:ink>
</file>

<file path=ppt/ink/ink3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8:50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82 406 576 0 0,'0'0'591'0'0,"-4"2"-59"0"0,-3 3-244 0 0,0-1-1 0 0,0 1 1 0 0,1-1-1 0 0,0 2 1 0 0,0-1-1 0 0,1 1 1 0 0,-1 0-1 0 0,1 0 1 0 0,1 0-1 0 0,-1 1 1 0 0,-5 10-1 0 0,9-15-139 0 0,1-2-111 0 0,0 0 0 0 0,0 0 0 0 0,-1 1-1 0 0,1-1 1 0 0,0 0 0 0 0,0 1 0 0 0,0-1 0 0 0,0 0 0 0 0,-1 1-1 0 0,1-1 1 0 0,0 0 0 0 0,0 1 0 0 0,0-1 0 0 0,0 0-1 0 0,0 1 1 0 0,0-1 0 0 0,0 0 0 0 0,0 1 0 0 0,0-1 0 0 0,0 0-1 0 0,0 1 1 0 0,0-1 0 0 0,0 0 0 0 0,0 1 0 0 0,0-1-1 0 0,1 0 1 0 0,-1 1 0 0 0,0-1 0 0 0,0 0 0 0 0,0 1 0 0 0,0-1-1 0 0,1 0 1 0 0,-1 0 0 0 0,0 1 0 0 0,1-1 0 0 0,8-2 125 0 0,0-2 0 0 0,0 1 0 0 0,0-1 1 0 0,0-1-1 0 0,-1 0 0 0 0,0 0 0 0 0,0 0 1 0 0,0-1-1 0 0,-1 0 0 0 0,1-1 0 0 0,9-12 1 0 0,8-9 696 0 0,36-53 1 0 0,-53 67-639 0 0,0-1 0 0 0,0 0 0 0 0,-1 0 0 0 0,-1 0-1 0 0,-1-1 1 0 0,0 0 0 0 0,5-29 0 0 0,-9 38-153 0 0,0-1 1 0 0,0 1-1 0 0,0 0 0 0 0,-1 0 0 0 0,0 0 0 0 0,0-1 0 0 0,-1 1 0 0 0,0 0 1 0 0,-1 0-1 0 0,1 0 0 0 0,-1 0 0 0 0,0 0 0 0 0,-1 0 0 0 0,0 1 0 0 0,0-1 1 0 0,0 1-1 0 0,-1 0 0 0 0,0 0 0 0 0,0 0 0 0 0,-6-6 0 0 0,-18-3 121 0 0,27 14-191 0 0,1 1 0 0 0,-1 0 0 0 0,1-1 0 0 0,-1 1 0 0 0,1 0 0 0 0,-1 0 0 0 0,1 0 0 0 0,-1 0 0 0 0,1-1 0 0 0,-1 1 0 0 0,1 0 0 0 0,-1 0 0 0 0,0 0 0 0 0,1 0 0 0 0,-1 0 0 0 0,1 0 0 0 0,-1 0 0 0 0,1 0 0 0 0,-1 1 0 0 0,1-1 0 0 0,-1 0 0 0 0,1 0 0 0 0,-1 0 0 0 0,1 1 0 0 0,-1-1 0 0 0,1 0 0 0 0,-1 0 0 0 0,1 1 0 0 0,-1-1 0 0 0,1 0 0 0 0,-1 1 0 0 0,1-1 0 0 0,0 1 0 0 0,-1-1 0 0 0,1 0 0 0 0,0 1 0 0 0,-1-1 0 0 0,1 1 0 0 0,0-1 0 0 0,0 1 0 0 0,-1-1 0 0 0,1 1 0 0 0,0-1 0 0 0,0 1 0 0 0,0-1 0 0 0,0 1 0 0 0,0-1 0 0 0,0 1 0 0 0,0 0 1 0 0,0-1-1 0 0,0 1 0 0 0,0-1 0 0 0,0 2 0 0 0,1 4-10 0 0,0 0 0 0 0,1 0 0 0 0,0 1 1 0 0,0-1-1 0 0,0 0 0 0 0,1 0 1 0 0,0-1-1 0 0,0 1 0 0 0,0-1 1 0 0,1 1-1 0 0,6 6 0 0 0,59 59-40 0 0,-9-10-83 0 0,-46-43 27 0 0,-1 0 0 0 0,0 1 1 0 0,-1 0-1 0 0,-2 1 0 0 0,15 36 0 0 0,-24-53 33 0 0,-1-1-1 0 0,1 1 1 0 0,-1 0 0 0 0,0 0-1 0 0,0-1 1 0 0,0 1 0 0 0,-1 0 0 0 0,1 0-1 0 0,0-1 1 0 0,-1 1 0 0 0,-1 3 0 0 0,-12 25-4155 0 0</inkml:trace>
</inkml:ink>
</file>

<file path=ppt/ink/ink3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8:50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52 1180 0 0,'0'0'1460'0'0,"-1"-14"1365"0"0,1 3 767 0 0,0-4-1152 0 0,0 3-1924 0 0</inkml:trace>
</inkml:ink>
</file>

<file path=ppt/ink/ink3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8:50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295 174 816 0 0,'-1'-3'941'0'0,"-1"-7"-575"0"0,0 1-1 0 0,-1 0 0 0 0,0 0 0 0 0,0 1 0 0 0,-1-1 0 0 0,0 1 0 0 0,-1-1 0 0 0,0 1 0 0 0,0 1 0 0 0,-1-1 0 0 0,0 1 0 0 0,0 0 0 0 0,-1 0 1 0 0,0 1-1 0 0,0-1 0 0 0,0 2 0 0 0,-1-1 0 0 0,0 1 0 0 0,0 0 0 0 0,0 1 0 0 0,0 0 0 0 0,-17-6 0 0 0,24 10-337 0 0,0-1 0 0 0,-1 1 0 0 0,1-1-1 0 0,0 1 1 0 0,-1-1 0 0 0,1 1 0 0 0,-1 0-1 0 0,1 0 1 0 0,-1 0 0 0 0,1 0 0 0 0,0 0-1 0 0,-1 0 1 0 0,1 0 0 0 0,-1 0 0 0 0,1 0-1 0 0,-1 1 1 0 0,1-1 0 0 0,0 1 0 0 0,-1-1-1 0 0,1 1 1 0 0,0 0 0 0 0,-1-1 0 0 0,1 1-1 0 0,0 0 1 0 0,0 0 0 0 0,-2 1 0 0 0,1 1 3 0 0,0-1 0 0 0,0 1 0 0 0,1 0 1 0 0,-1 0-1 0 0,0 0 0 0 0,1 0 1 0 0,0 0-1 0 0,0 0 0 0 0,0 1 0 0 0,-1 6 1 0 0,0 4 17 0 0,1 0 0 0 0,0 0 0 0 0,1 0 1 0 0,2 16-1 0 0,3 4 56 0 0,2-1 1 0 0,15 43-1 0 0,-13-46-62 0 0,0-1 0 0 0,-3 2 0 0 0,5 37 0 0 0,-11-65-35 0 0,0 0-1 0 0,0-1 0 0 0,0 1 0 0 0,0 0 1 0 0,-1-1-1 0 0,1 1 0 0 0,-1 0 0 0 0,0-1 1 0 0,1 1-1 0 0,-1 0 0 0 0,0-1 0 0 0,-1 0 1 0 0,1 1-1 0 0,0-1 0 0 0,-1 0 0 0 0,1 1 1 0 0,-1-1-1 0 0,0 0 0 0 0,0 0 0 0 0,0 0 1 0 0,0 0-1 0 0,0-1 0 0 0,0 1 0 0 0,0-1 0 0 0,-1 1 1 0 0,1-1-1 0 0,-1 0 0 0 0,1 1 0 0 0,-1-1 1 0 0,1-1-1 0 0,-1 1 0 0 0,1 0 0 0 0,-5 0 1 0 0,0 0-98 0 0,0 0 1 0 0,0 0-1 0 0,-1 0 1 0 0,1-1-1 0 0,0 0 1 0 0,0-1-1 0 0,-1 0 0 0 0,1 0 1 0 0,0 0-1 0 0,0-1 1 0 0,-10-4-1 0 0,17 6-114 0 0,-1-1-1 0 0,0 1 0 0 0,1-1 0 0 0,-1 1 1 0 0,1-1-1 0 0,-1 1 0 0 0,1-1 0 0 0,-1 0 1 0 0,1 1-1 0 0,-1-1 0 0 0,1 0 0 0 0,0 1 1 0 0,-1-1-1 0 0,1 0 0 0 0,0 1 0 0 0,0-1 1 0 0,0 0-1 0 0,-1 0 0 0 0,1 1 0 0 0,0-1 1 0 0,0 0-1 0 0,0 0 0 0 0,0 0 0 0 0,0 1 1 0 0,0-1-1 0 0,0 0 0 0 0,1 0 0 0 0,-1 1 1 0 0,0-2-1 0 0</inkml:trace>
</inkml:ink>
</file>

<file path=ppt/ink/ink3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8:51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0 152 676 0 0,'16'-4'640'0'0,"14"0"400"0"0,0-3 0 0 0,-1 0-1 0 0,0-2 1 0 0,-1-1-1 0 0,34-17 1 0 0,-58 25-882 0 0,-1 0 0 0 0,-1 0 1 0 0,1 0-1 0 0,0 0 0 0 0,0-1 0 0 0,-1 1 0 0 0,1-1 0 0 0,-1 0 1 0 0,0 0-1 0 0,0 1 0 0 0,0-2 0 0 0,0 1 0 0 0,0 0 0 0 0,-1 0 1 0 0,0 0-1 0 0,2-6 0 0 0,-2 6 43 0 0,-3 0 4 0 0,2 2-177 0 0,-1-1 1 0 0,1 0-1 0 0,-1 1 1 0 0,0-1-1 0 0,0 1 1 0 0,0-1-1 0 0,0 1 0 0 0,0-1 1 0 0,0 1-1 0 0,0-1 1 0 0,-1 1-1 0 0,1 0 1 0 0,0 0-1 0 0,-1 0 1 0 0,-1-1-1 0 0,-2 1-5 0 0,0 0-1 0 0,0 0 0 0 0,0 1 1 0 0,0 0-1 0 0,0 0 0 0 0,0 0 0 0 0,0 1 1 0 0,1-1-1 0 0,-1 1 0 0 0,0 1 1 0 0,0-1-1 0 0,0 1 0 0 0,1-1 0 0 0,-1 1 1 0 0,1 0-1 0 0,-1 1 0 0 0,1-1 1 0 0,0 1-1 0 0,-6 5 0 0 0,7-6-33 0 0,0 1 0 0 0,0-1 0 0 0,0 1 0 0 0,0 0 0 0 0,0 0 0 0 0,1 0 0 0 0,-1 0 0 0 0,1 0 0 0 0,0 0-1 0 0,0 1 1 0 0,0-1 0 0 0,1 1 0 0 0,-1-1 0 0 0,1 1 0 0 0,0 0 0 0 0,0 0 0 0 0,0 0 0 0 0,0 0 0 0 0,1-1 0 0 0,-1 1 0 0 0,1 0 0 0 0,0 0 0 0 0,0 0 0 0 0,1 0-1 0 0,0 5 1 0 0,0-6-6 0 0,0 0-1 0 0,0-1 1 0 0,0 1-1 0 0,0 0 1 0 0,1 0-1 0 0,-1 0 0 0 0,1-1 1 0 0,0 1-1 0 0,0-1 1 0 0,0 0-1 0 0,0 1 1 0 0,0-1-1 0 0,0 0 0 0 0,0 0 1 0 0,1 0-1 0 0,-1 0 1 0 0,1-1-1 0 0,0 1 1 0 0,3 1-1 0 0,0-1-7 0 0,0 0 0 0 0,0-1 0 0 0,0 0 0 0 0,0 0 0 0 0,1 0 0 0 0,-1 0 0 0 0,0-1 0 0 0,0 0 0 0 0,8-2 0 0 0,10-2-34 0 0,0-1 0 0 0,0-1 0 0 0,38-15-1 0 0,-58 19 57 0 0,217-72-132 0 0,-219 74 117 0 0,13 8-83 0 0,-13-1 105 0 0,0 0 0 0 0,-1 0 0 0 0,1 0-1 0 0,-1 0 1 0 0,-1 12 0 0 0,48-18 282 0 0,6-1-510 0 0,-15 4-5750 0 0,-28-3 3568 0 0</inkml:trace>
</inkml:ink>
</file>

<file path=ppt/ink/ink3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8:52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40 656 0 0,'6'-24'4270'0'0,"-2"11"-1181"0"0,-4 11-1632 0 0,0 4-184 0 0,-21 66-732 0 0,11-38-335 0 0,1 0 1 0 0,1 0-1 0 0,2 0 1 0 0,-4 47-1 0 0,9-49-102 0 0,0-11-77 0 0,0 0 1 0 0,1 0 0 0 0,1-1 0 0 0,1 1 0 0 0,5 21-1 0 0,-6-33-28 0 0,0-1 0 0 0,1 1 0 0 0,0-1 0 0 0,0 0-1 0 0,1 0 1 0 0,-1 0 0 0 0,1 0 0 0 0,0 0 0 0 0,0 0-1 0 0,0-1 1 0 0,0 1 0 0 0,1-1 0 0 0,-1 0 0 0 0,1 0 0 0 0,0 0-1 0 0,0 0 1 0 0,0-1 0 0 0,0 0 0 0 0,0 1 0 0 0,1-2-1 0 0,-1 1 1 0 0,1 0 0 0 0,5 0 0 0 0,0 0 9 0 0,0 0 0 0 0,0-1 0 0 0,0-1 0 0 0,1 0 0 0 0,-1 0 0 0 0,0-1 0 0 0,0 0-1 0 0,0-1 1 0 0,0 0 0 0 0,17-6 0 0 0,-20 6-3 0 0,1-1-1 0 0,-1 0 1 0 0,0 0-1 0 0,0 0 1 0 0,0-1-1 0 0,0 0 1 0 0,-1-1-1 0 0,0 0 1 0 0,0 0-1 0 0,0 0 1 0 0,0 0-1 0 0,-1-1 1 0 0,0 0-1 0 0,5-8 1 0 0,-4-6 10 0 0,-6 20-21 0 0,0-1-1 0 0,0 1 0 0 0,0-1 0 0 0,1 1 0 0 0,-1-1 0 0 0,0 1 0 0 0,0 0 0 0 0,0-1 1 0 0,0 1-1 0 0,0-1 0 0 0,0 1 0 0 0,0-1 0 0 0,0 1 0 0 0,0-1 0 0 0,0 1 0 0 0,0-1 1 0 0,-1 1-1 0 0,1-1 0 0 0,0 1 0 0 0,0-1 0 0 0,0 1 0 0 0,-1-1 0 0 0,1 1 0 0 0,0-1 1 0 0,0 1-1 0 0,-1 0 0 0 0,1-1 0 0 0,0 1 0 0 0,-1 0 0 0 0,1-1 0 0 0,-1 1 0 0 0,1 0 1 0 0,0-1-1 0 0,-1 1 0 0 0,1 0 0 0 0,-1 0 0 0 0,0-1 0 0 0,-1 2 2 0 0,1-1 0 0 0,-1 1 0 0 0,1-1 0 0 0,-1 1 0 0 0,1 0 0 0 0,-1 0 0 0 0,1 0 0 0 0,-1-1 0 0 0,1 2 0 0 0,0-1 0 0 0,-1 0 0 0 0,1 0 0 0 0,0 0 0 0 0,0 0 0 0 0,0 1 0 0 0,0-1 0 0 0,0 1 0 0 0,0-1-1 0 0,0 1 1 0 0,1-1 0 0 0,-1 1 0 0 0,0-1 0 0 0,1 1 0 0 0,-1 0 0 0 0,1-1 0 0 0,0 1 0 0 0,-1 0 0 0 0,1-1 0 0 0,0 1 0 0 0,0 0 0 0 0,1 2 0 0 0,-2 3-40 0 0,1 1-1 0 0,0-1 1 0 0,0 0-1 0 0,0 0 1 0 0,1 0-1 0 0,2 8 1 0 0,-2-13 41 0 0,1-1 1 0 0,-1 1 0 0 0,0-1-1 0 0,0 1 1 0 0,1-1-1 0 0,-1 1 1 0 0,1-1-1 0 0,-1 0 1 0 0,1 0 0 0 0,-1 0-1 0 0,1 0 1 0 0,0 0-1 0 0,0 0 1 0 0,-1 0 0 0 0,1 0-1 0 0,0-1 1 0 0,0 1-1 0 0,0-1 1 0 0,0 1 0 0 0,0-1-1 0 0,0 0 1 0 0,0 0-1 0 0,0 0 1 0 0,0 0-1 0 0,0 0 1 0 0,0 0 0 0 0,0 0-1 0 0,2-1 1 0 0,54-11-3 0 0,-57 11 6 0 0,149-49 655 0 0,-148 50-523 0 0,9-1-5 0 0,-10 1-116 0 0,1-1 1 0 0,-1 1-1 0 0,1 0 0 0 0,-1 0 0 0 0,0 0 0 0 0,1 0 1 0 0,-1 1-1 0 0,1-1 0 0 0,-1 0 0 0 0,0 1 0 0 0,1-1 1 0 0,-1 0-1 0 0,0 1 0 0 0,1 0 0 0 0,0 0 1 0 0,0 0 10 0 0,37 15-461 0 0,-21-9-1120 0 0,-2-1-312 0 0,-1-4-2592 0 0,-2-2 1838 0 0</inkml:trace>
</inkml:ink>
</file>

<file path=ppt/ink/ink3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8:52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 16 0 0,'0'0'3944'0'0,"6"-5"783"0"0,-6 4-4643 0 0,0 4-55 0 0,1 0-1 0 0,0 0 1 0 0,-1 0-1 0 0,1 0 1 0 0,0-1-1 0 0,1 1 1 0 0,-1 0-1 0 0,0-1 1 0 0,1 1-1 0 0,-1-1 1 0 0,1 1-1 0 0,0-1 1 0 0,0 0-1 0 0,0 0 1 0 0,0 1-1 0 0,0-2 1 0 0,0 1-1 0 0,1 0 1 0 0,-1 0-1 0 0,1-1 1 0 0,-1 1-1 0 0,1-1 1 0 0,0 0-1 0 0,-1 0 1 0 0,1 0-1 0 0,0 0 1 0 0,0 0-1 0 0,0-1 1 0 0,4 1-1 0 0,-1 0 120 0 0,1-1 0 0 0,0-1 0 0 0,0 1-1 0 0,-1-1 1 0 0,1 0 0 0 0,0-1 0 0 0,-1 1-1 0 0,1-1 1 0 0,-1-1 0 0 0,0 1 0 0 0,0-1-1 0 0,12-7 1 0 0,-7 5 461 0 0,-9 4-12 0 0,2 1-527 0 0,-1 1 0 0 0,1 0 0 0 0,0 0 0 0 0,0 1 0 0 0,0-1 0 0 0,0 1 0 0 0,-1-1 0 0 0,1 1 0 0 0,-1 0 0 0 0,1 1 0 0 0,-1-1 0 0 0,0 0 0 0 0,6 7 0 0 0,16 10-2167 0 0,4-5-4471 0 0,-19-12 3716 0 0</inkml:trace>
</inkml:ink>
</file>

<file path=ppt/ink/ink3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8:52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19 632 0 0,'0'0'3944'0'0,"24"-14"-3224"0"0,-13 12-187 0 0,5-1-265 0 0,-2 3-304 0 0,12 2-312 0 0,-8 1-605 0 0,1-1-1035 0 0,0 1 460 0 0</inkml:trace>
</inkml:ink>
</file>

<file path=ppt/ink/ink3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8:53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1112 0 0,'0'0'5309'0'0</inkml:trace>
</inkml:ink>
</file>

<file path=ppt/ink/ink3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8:59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84 152 0 0,'-4'-17'2351'0'0,"-12"-39"2443"0"0,16 54-4362 0 0,0 2-405 0 0,0 0-1 0 0,0 0 1 0 0,0-1 0 0 0,0 1 0 0 0,0 0 0 0 0,1 0 0 0 0,-1-1 0 0 0,0 1-1 0 0,0 0 1 0 0,0 0 0 0 0,0-1 0 0 0,0 1 0 0 0,0 0 0 0 0,0 0-1 0 0,0-1 1 0 0,0 1 0 0 0,0 0 0 0 0,0 0 0 0 0,0-1 0 0 0,-1 1 0 0 0,1 0-1 0 0,0 0 1 0 0,0-1 0 0 0,0 1 0 0 0,0 0 0 0 0,0 0 0 0 0,0 0 0 0 0,-1-1-1 0 0,1 1 1 0 0,0 0 0 0 0,0 0 0 0 0,0 0 0 0 0,0-1 0 0 0,-1 1-1 0 0,1 0 1 0 0,0 0 0 0 0,0 0 0 0 0,-1 0 0 0 0,1 0 0 0 0,0 0 0 0 0,0-1-1 0 0,-1 1 1 0 0,1 0 0 0 0,0 0 0 0 0,0 0 0 0 0,-1 0 0 0 0,1 0 0 0 0,0 0-1 0 0,0 0 1 0 0,-1 0 0 0 0,1 0 0 0 0,0 0 0 0 0,0 0 0 0 0,-1 0-1 0 0,1 0 1 0 0,0 1 0 0 0,0-1 0 0 0,-1 0 0 0 0,1 0 0 0 0,0 0 0 0 0,0 0-1 0 0,-1 0 1 0 0,1 0 0 0 0,0 1 0 0 0,0-1 0 0 0,0 0 0 0 0,-1 0 0 0 0,1 0-1 0 0,0 1 1 0 0,-14 17 77 0 0,1 0-1 0 0,1 2 0 0 0,1-1 1 0 0,1 1-1 0 0,-14 39 0 0 0,-30 120 277 0 0,47-144-315 0 0,0 1 1 0 0,3 0-1 0 0,0 0 1 0 0,3 0-1 0 0,1 0 1 0 0,2 1 0 0 0,1-1-1 0 0,1-1 1 0 0,3 1-1 0 0,1-1 1 0 0,1 0-1 0 0,2 0 1 0 0,1-1-1 0 0,19 35 1 0 0,-19-45-92 0 0,-1 1-1 0 0,9 33 1 0 0,-18-51-221 0 0,0 0 1 0 0,0 1 0 0 0,-1 0-1 0 0,0-1 1 0 0,0 1-1 0 0,-1 0 1 0 0,0 0 0 0 0,0-1-1 0 0,-1 1 1 0 0,0 0 0 0 0,-1-1-1 0 0,-3 14 1 0 0,4-20-70 0 0,0 1 0 0 0,0-1 1 0 0,1 1-1 0 0,-1-1 0 0 0,0 1 0 0 0,-1-1 1 0 0,1 0-1 0 0,0 0 0 0 0,0 1 1 0 0,-1-1-1 0 0,1 0 0 0 0,-3 2 0 0 0,-9 2-2052 0 0</inkml:trace>
</inkml:ink>
</file>

<file path=ppt/ink/ink3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9:00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32 304 0 0,'-5'-19'2727'0'0,"5"18"-2618"0"0,0 1 0 0 0,-1 0 1 0 0,1 0-1 0 0,0-1 0 0 0,0 1 1 0 0,0 0-1 0 0,0-1 0 0 0,0 1 1 0 0,-1 0-1 0 0,1-1 0 0 0,0 1 1 0 0,0 0-1 0 0,0-1 0 0 0,0 1 1 0 0,0 0-1 0 0,0-1 0 0 0,0 1 1 0 0,0 0-1 0 0,0-1 0 0 0,0 1 1 0 0,1 0-1 0 0,-1-1 0 0 0,0 1 1 0 0,0 0-1 0 0,0-1 0 0 0,0 1 1 0 0,0 0-1 0 0,0 0 0 0 0,1-1 1 0 0,-1 1-1 0 0,0 0 0 0 0,0-1 1 0 0,1 1-1 0 0,-1 0 0 0 0,0 0 1 0 0,0 0-1 0 0,1-1 0 0 0,-1 1 1 0 0,0 0-1 0 0,0 0 0 0 0,1 0 1 0 0,-1 0-1 0 0,0-1 0 0 0,1 1 1 0 0,-1 0-1 0 0,25 15 234 0 0,-1 1 0 0 0,0 1 0 0 0,39 38 0 0 0,29 22 195 0 0,-59-52-579 0 0,-5-5-238 0 0,48 29 1 0 0,-69-45-33 0 0,1 0 1 0 0,-1 0-1 0 0,1-1 0 0 0,0 0 1 0 0,0-1-1 0 0,0 0 0 0 0,0 0 1 0 0,0-1-1 0 0,1 0 0 0 0,-1 0 1 0 0,0-1-1 0 0,10 0 0 0 0,-7-4-1709 0 0,3-1 155 0 0</inkml:trace>
</inkml:ink>
</file>

<file path=ppt/ink/ink3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9:00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1 560 0 0,'0'0'99'0'0,"0"0"0"0"0,0 0 0 0 0,0 0 0 0 0,0 1 0 0 0,0-1 0 0 0,0 0 0 0 0,0 0 0 0 0,0 0 0 0 0,0 1 0 0 0,0-1 0 0 0,0 0 0 0 0,0 0 0 0 0,0 0 0 0 0,0 1 0 0 0,0-1 0 0 0,1 0 1 0 0,-1 0-1 0 0,0 0 0 0 0,0 0 0 0 0,0 1 0 0 0,0-1 0 0 0,0 0 0 0 0,1 0 0 0 0,-1 0 0 0 0,0 0 0 0 0,0 0 0 0 0,0 0 0 0 0,0 1 0 0 0,1-1 0 0 0,-1 0 0 0 0,0 0 0 0 0,0 0 0 0 0,0 0 0 0 0,1 0 0 0 0,-1 0 0 0 0,0 0 0 0 0,0 0 0 0 0,0 0 0 0 0,1 0 0 0 0,-1 0 0 0 0,0 0 0 0 0,0 0 0 0 0,1 0 0 0 0,-1 0 0 0 0,0 0 0 0 0,0 0 0 0 0,0 0 0 0 0,0 0 0 0 0,1 0 0 0 0,-1-1 0 0 0,0 1 0 0 0,0 0 1 0 0,0 0-1 0 0,1 0 0 0 0,-1 0 0 0 0,0 0 0 0 0,-6 38 1351 0 0,-15 46-1738 0 0,17-71-265 0 0,-1 0 0 0 0,0 0-1 0 0,0 0 1 0 0,-2-1-1 0 0,0 1 1 0 0,-10 13 0 0 0,-5 9-1413 0 0</inkml:trace>
</inkml:ink>
</file>

<file path=ppt/ink/ink3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9:02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439 123 892 0 0,'22'-41'5075'0'0,"-20"39"-4815"0"0,-1 0 1 0 0,1-1 0 0 0,-1 0 0 0 0,0 1 0 0 0,0-1 0 0 0,0 0 0 0 0,0 1-1 0 0,-1-1 1 0 0,1 0 0 0 0,-1 0 0 0 0,1 0 0 0 0,-1 1 0 0 0,0-1 0 0 0,0 0-1 0 0,0 0 1 0 0,-1 0 0 0 0,0-5 0 0 0,0 6-181 0 0,-1 0 0 0 0,1 1-1 0 0,-1-1 1 0 0,1 0 0 0 0,-1 0 0 0 0,0 1 0 0 0,0-1 0 0 0,0 1 0 0 0,0-1-1 0 0,0 1 1 0 0,0 0 0 0 0,0 0 0 0 0,0 0 0 0 0,0 0 0 0 0,-1 0 0 0 0,1 0-1 0 0,0 0 1 0 0,-1 1 0 0 0,1 0 0 0 0,0-1 0 0 0,-1 1 0 0 0,-4 0-1 0 0,-2-1-5 0 0,0 0-1 0 0,0 1 1 0 0,0 0 0 0 0,-1 1-1 0 0,1 0 1 0 0,0 0-1 0 0,0 1 1 0 0,0 0-1 0 0,0 1 1 0 0,0 0-1 0 0,-11 6 1 0 0,18-8-74 0 0,1 0 1 0 0,-1 0-1 0 0,1 0 1 0 0,0 0-1 0 0,0 0 1 0 0,0 0-1 0 0,0 0 1 0 0,0 1-1 0 0,0-1 1 0 0,0 0-1 0 0,0 1 1 0 0,0-1-1 0 0,0 1 1 0 0,1-1 0 0 0,-1 1-1 0 0,1-1 1 0 0,-1 1-1 0 0,1-1 1 0 0,0 1-1 0 0,-1 0 1 0 0,1-1-1 0 0,0 1 1 0 0,0 0-1 0 0,0-1 1 0 0,0 1-1 0 0,0-1 1 0 0,1 1-1 0 0,-1 0 1 0 0,0-1 0 0 0,1 1-1 0 0,-1-1 1 0 0,1 1-1 0 0,0-1 1 0 0,1 3-1 0 0,3 5-22 0 0,0 0 1 0 0,1 0-1 0 0,0 0 0 0 0,10 9 0 0 0,-4-3-18 0 0,16 20-114 0 0,-13-18-48 0 0,-1 1 0 0 0,0 1 1 0 0,17 32-1 0 0,-29-47 159 0 0,0 0 0 0 0,0 0 1 0 0,0 1-1 0 0,0-1 0 0 0,-1 0 1 0 0,0 1-1 0 0,0-1 0 0 0,0 1 1 0 0,-1-1-1 0 0,1 1 0 0 0,-1-1 1 0 0,0 1-1 0 0,0 0 0 0 0,-1-1 0 0 0,1 1 1 0 0,-1-1-1 0 0,0 1 0 0 0,-1-1 1 0 0,1 0-1 0 0,-1 1 0 0 0,1-1 1 0 0,-1 0-1 0 0,-5 7 0 0 0,3-6 45 0 0,-1 0-1 0 0,0 0 0 0 0,0-1 1 0 0,0 0-1 0 0,0 0 1 0 0,-1-1-1 0 0,0 1 0 0 0,1-1 1 0 0,-1 0-1 0 0,0-1 0 0 0,-1 0 1 0 0,1 0-1 0 0,0 0 0 0 0,-1 0 1 0 0,1-1-1 0 0,-1 0 1 0 0,-11 0-1 0 0,-7 0 178 0 0,0-2 1 0 0,1 0-1 0 0,-34-7 0 0 0,45 7-73 0 0,1-2-1 0 0,-1 0 1 0 0,0 0-1 0 0,1-1 1 0 0,0 0-1 0 0,0-1 1 0 0,0-1-1 0 0,1 0 1 0 0,0-1-1 0 0,0 0 1 0 0,0 0-1 0 0,-17-17 1 0 0,19 15-75 0 0,0-4-2115 0 0,10 12 1951 0 0,0 0-1 0 0,0 0 1 0 0,0 1 0 0 0,0-1 0 0 0,0 0 0 0 0,0 1 0 0 0,0 0 0 0 0,1-1 0 0 0,-1 1 0 0 0,0-1-1 0 0,0 1 1 0 0,0 0 0 0 0,1 0 0 0 0,-1 0 0 0 0,0 0 0 0 0,0 0 0 0 0,1 0 0 0 0,1 0-1 0 0,28 0-4221 0 0</inkml:trace>
</inkml:ink>
</file>

<file path=ppt/ink/ink3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9:03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172 135 448 0 0,'0'0'7246'0'0,"-7"4"-6909"0"0,-10 4 84 0 0,1 1-1 0 0,-27 21 0 0 0,36-26-275 0 0,1 1 0 0 0,0 0 0 0 0,0 1 0 0 0,1-1 1 0 0,-1 1-1 0 0,1 0 0 0 0,0 1 0 0 0,1-1 0 0 0,0 1 0 0 0,-6 10 0 0 0,-14 19 577 0 0,24-34-562 0 0,9-2-147 0 0,0-1 0 0 0,0 0 0 0 0,0 0 0 0 0,0-1 0 0 0,0 0 0 0 0,0 0 0 0 0,0-1 0 0 0,-1 0 0 0 0,1-1 0 0 0,-1 0 0 0 0,0 0 0 0 0,0-1 0 0 0,10-8 0 0 0,-16 12-40 0 0,0 1 1 0 0,0-1-1 0 0,0 0 0 0 0,0 0 1 0 0,0 1-1 0 0,0-1 0 0 0,0 1 1 0 0,0-1-1 0 0,0 1 0 0 0,0 0 1 0 0,0 0-1 0 0,0 0 1 0 0,0 0-1 0 0,1 0 0 0 0,-1 1 1 0 0,0-1-1 0 0,0 1 0 0 0,2 0 1 0 0,44 18-207 0 0,-16-6 68 0 0,-25-11 157 0 0,1 0 1 0 0,-1-1 0 0 0,1 0 0 0 0,-1-1 0 0 0,1 0-1 0 0,-1 0 1 0 0,1 0 0 0 0,0-1 0 0 0,-1 0-1 0 0,0-1 1 0 0,1 0 0 0 0,-1 0 0 0 0,0 0 0 0 0,0-1-1 0 0,0 0 1 0 0,0-1 0 0 0,0 1 0 0 0,-1-1 0 0 0,1 0-1 0 0,6-7 1 0 0,-5 4 76 0 0,1-1 0 0 0,-1 0-1 0 0,-1 0 1 0 0,1-1 0 0 0,-1 0 0 0 0,-1-1-1 0 0,0 0 1 0 0,0 1 0 0 0,-1-2 0 0 0,0 1-1 0 0,-1-1 1 0 0,6-20 0 0 0,-3 6 112 0 0,-5 19-108 0 0,0 0 0 0 0,0 0 0 0 0,-1 1 0 0 0,0-1 0 0 0,0-1 0 0 0,-1 1 0 0 0,0-6-1 0 0,0 11-54 0 0,0 0 0 0 0,0-1-1 0 0,0 1 1 0 0,0 0-1 0 0,0 0 1 0 0,0-1-1 0 0,0 1 1 0 0,0 0-1 0 0,-1 0 1 0 0,1 0-1 0 0,0-1 1 0 0,-1 1-1 0 0,1 0 1 0 0,-1 0-1 0 0,1 0 1 0 0,-1 0-1 0 0,0 0 1 0 0,0 0-1 0 0,1 0 1 0 0,-2-1-1 0 0,1 2-13 0 0,0 0 0 0 0,0 0-1 0 0,1 0 1 0 0,-1 1 0 0 0,0-1-1 0 0,1 0 1 0 0,-1 0 0 0 0,0 1-1 0 0,0-1 1 0 0,1 0 0 0 0,-1 1-1 0 0,1-1 1 0 0,-1 1 0 0 0,0-1-1 0 0,1 1 1 0 0,-1-1 0 0 0,1 1-1 0 0,-1 0 1 0 0,1-1 0 0 0,0 1-1 0 0,-1-1 1 0 0,1 1 0 0 0,-1 1-1 0 0,-24 51-10 0 0,24-48-2 0 0,0 0 1 0 0,-1 0-1 0 0,2 0 1 0 0,-1 1 0 0 0,1-1-1 0 0,-1 0 1 0 0,1 0 0 0 0,1 1-1 0 0,-1-1 1 0 0,1 0 0 0 0,0 0-1 0 0,0 0 1 0 0,1 0 0 0 0,-1 0-1 0 0,1 0 1 0 0,0 0 0 0 0,4 6-1 0 0,3 3-98 0 0,0-1 0 0 0,1 0 1 0 0,1-1-1 0 0,14 13 0 0 0,25 31-664 0 0,-49-55 756 0 0,0 0 1 0 0,0 0-1 0 0,-1 0 0 0 0,1 0 0 0 0,-1 0 1 0 0,1 0-1 0 0,-1 0 0 0 0,1 0 0 0 0,-1 0 1 0 0,0 0-1 0 0,1 0 0 0 0,-1 0 0 0 0,0 0 1 0 0,0 0-1 0 0,0 1 0 0 0,0-1 0 0 0,0 0 1 0 0,0 0-1 0 0,0 0 0 0 0,0 0 0 0 0,0 0 1 0 0,0 0-1 0 0,-1 0 0 0 0,1 1 0 0 0,0-1 1 0 0,-1 0-1 0 0,1 0 0 0 0,-1 0 1 0 0,1 0-1 0 0,-2 0 0 0 0,0 2-1 0 0,0-1 0 0 0,-1 0 0 0 0,1 0 0 0 0,-1 0 1 0 0,0 0-1 0 0,1 0 0 0 0,-1-1 0 0 0,0 1 0 0 0,0-1 0 0 0,-5 2 0 0 0,-3 0 18 0 0,0 0 0 0 0,0-1 0 0 0,0 0 0 0 0,-1-1 1 0 0,-15 1-1 0 0,21-2-20 0 0,-3 0-6 0 0,0-1 1 0 0,0 0 0 0 0,0 0-1 0 0,0 0 1 0 0,0-1 0 0 0,0-1-1 0 0,0 0 1 0 0,-12-5 0 0 0,20 7-335 0 0</inkml:trace>
</inkml:ink>
</file>

<file path=ppt/ink/ink3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9:04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2 444 0 0,'-6'-1'323'0'0,"0"1"1"0"0,-1 0-1 0 0,1 0 0 0 0,0 1 0 0 0,-1 0 1 0 0,1 0-1 0 0,0 1 0 0 0,0-1 0 0 0,0 1 1 0 0,0 1-1 0 0,0-1 0 0 0,1 1 0 0 0,-1 0 0 0 0,1 0 1 0 0,-1 1-1 0 0,1-1 0 0 0,0 1 0 0 0,0 0 1 0 0,1 1-1 0 0,-1-1 0 0 0,1 1 0 0 0,-6 8 1 0 0,9-12-295 0 0,1-1 1 0 0,0 1-1 0 0,-1-1 1 0 0,1 1-1 0 0,-1-1 1 0 0,1 1-1 0 0,0-1 0 0 0,-1 1 1 0 0,1-1-1 0 0,0 1 1 0 0,0-1-1 0 0,-1 1 1 0 0,1 0-1 0 0,0-1 1 0 0,0 1-1 0 0,0-1 1 0 0,0 1-1 0 0,0 0 1 0 0,0-1-1 0 0,0 1 0 0 0,0 0 1 0 0,0-1-1 0 0,0 1 1 0 0,0-1-1 0 0,0 1 1 0 0,0 0-1 0 0,0-1 1 0 0,1 1-1 0 0,-1-1 1 0 0,0 1-1 0 0,0-1 1 0 0,1 1-1 0 0,-1 0 0 0 0,0-1 1 0 0,1 1-1 0 0,-1-1 1 0 0,1 0-1 0 0,-1 1 1 0 0,1-1-1 0 0,-1 1 1 0 0,1-1-1 0 0,-1 0 1 0 0,1 1-1 0 0,-1-1 1 0 0,1 0-1 0 0,-1 1 1 0 0,1-1-1 0 0,-1 0 0 0 0,1 0 1 0 0,0 0-1 0 0,-1 1 1 0 0,1-1-1 0 0,32 4 621 0 0,-31-4-535 0 0,66-5 42 0 0,-38 12-1280 0 0,-2-1-3829 0 0</inkml:trace>
</inkml:ink>
</file>

<file path=ppt/ink/ink3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9:07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1 254 204 0 0,'0'0'7140'0'0,"4"1"-6788"0"0,10 0-71 0 0,-1 0 0 0 0,1-1-1 0 0,0 0 1 0 0,0-2 0 0 0,-1 1 0 0 0,1-2 0 0 0,25-7-1 0 0,-13 3-62 0 0,0-2 1 0 0,-1-1-1 0 0,33-18 0 0 0,-50 24-162 0 0,1-1 76 0 0,1 0 0 0 0,-1-1 1 0 0,0 0-1 0 0,0 0 0 0 0,0-1 0 0 0,-1 0 0 0 0,0-1 0 0 0,0 0 0 0 0,6-9 0 0 0,-13 17-125 0 0,-1-1-1 0 0,0 0 1 0 0,1 0-1 0 0,-1 1 0 0 0,0-1 1 0 0,0 0-1 0 0,1 0 1 0 0,-1 1-1 0 0,0-1 1 0 0,0 0-1 0 0,0 0 0 0 0,0 0 1 0 0,0 0-1 0 0,0 1 1 0 0,0-1-1 0 0,0 0 0 0 0,0 0 1 0 0,0 0-1 0 0,-1 1 1 0 0,1-1-1 0 0,0 0 0 0 0,0 0 1 0 0,-1 0-1 0 0,1 1 1 0 0,-1-1-1 0 0,1 0 0 0 0,-1 1 1 0 0,1-1-1 0 0,-1 0 1 0 0,1 1-1 0 0,-1-1 0 0 0,1 1 1 0 0,-1-1-1 0 0,0 1 1 0 0,1-1-1 0 0,-1 1 1 0 0,0-1-1 0 0,0 1 0 0 0,1 0 1 0 0,-1-1-1 0 0,0 1 1 0 0,0 0-1 0 0,1 0 0 0 0,-1-1 1 0 0,0 1-1 0 0,0 0 1 0 0,0 0-1 0 0,1 0 0 0 0,-1 0 1 0 0,-1 0-1 0 0,-41-2 19 0 0,19 5-19 0 0,0 0 0 0 0,0 2 1 0 0,0 1-1 0 0,-24 9 0 0 0,38-11-11 0 0,1-1 0 0 0,0 1-1 0 0,0 1 1 0 0,0 0 0 0 0,0 0-1 0 0,1 1 1 0 0,0 0 0 0 0,0 0-1 0 0,0 1 1 0 0,1 0-1 0 0,0 0 1 0 0,-10 15 0 0 0,16-21 4 0 0,0 1 1 0 0,0 0-1 0 0,0 0 1 0 0,0 0-1 0 0,0-1 1 0 0,1 1-1 0 0,-1 0 1 0 0,1 0-1 0 0,-1 0 1 0 0,1 0-1 0 0,0 0 0 0 0,0 0 1 0 0,-1 0-1 0 0,1 0 1 0 0,1 0-1 0 0,-1 0 1 0 0,0 0-1 0 0,0 0 1 0 0,1 0-1 0 0,-1 0 1 0 0,2 4-1 0 0,0-3 1 0 0,0 0 0 0 0,0 0 1 0 0,1 0-1 0 0,-1 0 0 0 0,0 0 0 0 0,1-1 0 0 0,0 1 1 0 0,0-1-1 0 0,0 0 0 0 0,0 1 0 0 0,4 1 0 0 0,3 1-25 0 0,1 0-1 0 0,0 0 1 0 0,0-1 0 0 0,0 0-1 0 0,0-1 1 0 0,19 3-1 0 0,10-4-160 0 0,1-2 0 0 0,0-1 0 0 0,0-2-1 0 0,0-2 1 0 0,-1-2 0 0 0,0-2-1 0 0,0-1 1 0 0,68-28 0 0 0,-77 24 10 0 0,38-25 1 0 0,-31 17 506 0 0,-23 3 335 0 0,-11 11-91 0 0,-14 17-204 0 0,-4 5-362 0 0,12-12-7 0 0,1 0 1 0 0,-1 0-1 0 0,0 0 1 0 0,0-1-1 0 0,-1 1 1 0 0,1 0-1 0 0,0-1 1 0 0,-1 0-1 0 0,1 1 0 0 0,-5 0 1 0 0,6-1 0 0 0,-41 29 17 0 0,40-30-35 0 0,-17 29-93 0 0,19-28 111 0 0,0 0 0 0 0,0 0 0 0 0,0 0 0 0 0,0 0 0 0 0,0 0 0 0 0,0 0 0 0 0,0 0 0 0 0,0 0 0 0 0,1 0 0 0 0,-1 0 0 0 0,0 0 0 0 0,1-1 0 0 0,-1 1 0 0 0,1 0 0 0 0,-1 0 0 0 0,1 0 0 0 0,-1 0 0 0 0,1-1 0 0 0,-1 1 0 0 0,1 0 0 0 0,0-1 0 0 0,-1 1 0 0 0,1 0 0 0 0,0-1 0 0 0,0 1 0 0 0,0-1-1 0 0,-1 1 1 0 0,1-1 0 0 0,0 0 0 0 0,0 1 0 0 0,0-1 0 0 0,0 0 0 0 0,0 0 0 0 0,0 1 0 0 0,0-1 0 0 0,0 0 0 0 0,0 0 0 0 0,-1 0 0 0 0,1 0 0 0 0,0 0 0 0 0,0 0 0 0 0,0 0 0 0 0,0-1 0 0 0,0 1 0 0 0,0 0 0 0 0,1-1 0 0 0,1 0 22 0 0,26-12 40 0 0,43-51 159 0 0,-71 63-230 0 0,1 0 0 0 0,5-3-6 0 0,-5 3-5 0 0,2 2-16 0 0,60 32-355 0 0,-56-28 318 0 0,1 1 0 0 0,0-1 0 0 0,0 0 0 0 0,0-1 0 0 0,0 0 0 0 0,1-1 0 0 0,0 0 0 0 0,0 0 0 0 0,0-1 0 0 0,0-1 0 0 0,20 2 0 0 0,-22-3 105 0 0,1 0 0 0 0,-1-1 1 0 0,1 0-1 0 0,0-1 1 0 0,-1 1-1 0 0,0-2 0 0 0,1 1 1 0 0,-1-1-1 0 0,0 0 1 0 0,0-1-1 0 0,-1 0 0 0 0,1 0 1 0 0,-1-1-1 0 0,0 1 1 0 0,0-2-1 0 0,0 1 0 0 0,-1-1 1 0 0,1 0-1 0 0,-2 0 1 0 0,1-1-1 0 0,-1 0 0 0 0,0 0 1 0 0,0 0-1 0 0,-1 0 1 0 0,1-1-1 0 0,-2 0 0 0 0,1 0 1 0 0,-1 0-1 0 0,-1 0 1 0 0,1 0-1 0 0,-1-1 0 0 0,1-9 1 0 0,2-39 511 0 0,-5 55-497 0 0,0-3 16 0 0,5-7 36 0 0,-4 13-218 0 0,1 64 69 0 0,13 79 0 0 0,-13-128 46 0 0,5 57 38 0 0,-5-69-40 0 0,2 0 4 0 0,-5 15 222 0 0,-21-41-11481 0 0</inkml:trace>
</inkml:ink>
</file>

<file path=ppt/ink/ink3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9:07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62 180 0 0,'0'0'5433'0'0,"4"-3"-4793"0"0,6-4-240 0 0,1 0 0 0 0,0 1-1 0 0,0 0 1 0 0,1 1 0 0 0,0 0 0 0 0,0 1-1 0 0,20-4 1 0 0,18-2-1738 0 0,-48 10-163 0 0,1 0-1005 0 0,12 2 192 0 0</inkml:trace>
</inkml:ink>
</file>

<file path=ppt/ink/ink3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9:08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2 932 0 0,'0'0'8725'0'0,"-7"-1"-8308"0"0,6 1-427 0 0,-44 1 988 0 0,44-1-943 0 0,-1 0 0 0 0,1 0 0 0 0,0 1 1 0 0,-1-1-1 0 0,1 0 0 0 0,0 1 0 0 0,0-1 0 0 0,-1 1 1 0 0,1-1-1 0 0,0 1 0 0 0,0 0 0 0 0,0 0 0 0 0,0-1 1 0 0,0 1-1 0 0,0 0 0 0 0,0 0 0 0 0,0 0 0 0 0,0 0 1 0 0,0 0-1 0 0,0 0 0 0 0,1 0 0 0 0,-1 1 1 0 0,0-1-1 0 0,1 0 0 0 0,-1 0 0 0 0,1 0 0 0 0,-1 1 1 0 0,1-1-1 0 0,0 0 0 0 0,-1 1 0 0 0,1-1 0 0 0,0 0 1 0 0,0 1-1 0 0,0-1 0 0 0,0 0 0 0 0,0 1 0 0 0,0-1 1 0 0,1 0-1 0 0,-1 1 0 0 0,1 1 0 0 0,23 87 108 0 0,-24-89-147 0 0,0 1-1 0 0,0 0 1 0 0,0-1 0 0 0,-1 1 0 0 0,1 0-1 0 0,-1-1 1 0 0,1 1 0 0 0,-1 0 0 0 0,0-1 0 0 0,0 1-1 0 0,1-1 1 0 0,-1 1 0 0 0,0-1 0 0 0,0 0 0 0 0,0 1-1 0 0,-1-1 1 0 0,1 0 0 0 0,0 0 0 0 0,-1 0-1 0 0,1 1 1 0 0,0-1 0 0 0,-1-1 0 0 0,1 1 0 0 0,-1 0-1 0 0,1 0 1 0 0,-1-1 0 0 0,0 1 0 0 0,1 0-1 0 0,-1-1 1 0 0,0 0 0 0 0,1 1 0 0 0,-1-1 0 0 0,-2 0-1 0 0,-61 6-163 0 0,61-6-230 0 0,-18-2-188 0 0,8-4-5329 0 0</inkml:trace>
</inkml:ink>
</file>

<file path=ppt/ink/ink3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9:09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0 563 336 0 0,'6'-3'810'0'0,"53"-23"1524"0"0,89-24 1 0 0,-96 35-1737 0 0,-2-2 1 0 0,1-2 0 0 0,74-42 0 0 0,-107 51-283 0 0,-1-2 0 0 0,0 0 0 0 0,-1-1 1 0 0,-1 0-1 0 0,23-26 0 0 0,-31 31-154 0 0,-1-1-1 0 0,0 1 1 0 0,0-2 0 0 0,-1 1 0 0 0,0-1 0 0 0,-1 1 0 0 0,0-1-1 0 0,0 0 1 0 0,-1-1 0 0 0,-1 1 0 0 0,0-1 0 0 0,2-16-1 0 0,-3-42 779 0 0,-1 65-863 0 0,0-1-1 0 0,-1 1 0 0 0,0-1 1 0 0,1 0-1 0 0,-2 1 0 0 0,1 0 1 0 0,0-1-1 0 0,-1 1 0 0 0,0 0 1 0 0,0 0-1 0 0,0 0 0 0 0,-4-5 1 0 0,5 8 2 0 0,-1 2-75 0 0,0 0 1 0 0,1 0-1 0 0,-1 0 0 0 0,0 0 0 0 0,0 1 1 0 0,0-1-1 0 0,1 1 0 0 0,-1-1 0 0 0,1 1 1 0 0,-1-1-1 0 0,1 1 0 0 0,-2 2 0 0 0,1-1 5 0 0,-8 9 4 0 0,1 1 0 0 0,1 0 0 0 0,0 0 0 0 0,1 1 0 0 0,0 0 0 0 0,-9 29 1 0 0,-1 2 9 0 0,-16 36 22 0 0,4 1-1 0 0,4 2 0 0 0,4 0 0 0 0,-21 170 1 0 0,23-167-99 0 0,19-85 19 0 0,0-2 21 0 0,0 0 0 0 0,0 0 0 0 0,0 1 0 0 0,0-1 0 0 0,0 0-1 0 0,0 0 1 0 0,1 0 0 0 0,-1 0 0 0 0,0 1 0 0 0,0-1 0 0 0,0 0 0 0 0,0 0 0 0 0,0 0 0 0 0,0 1 0 0 0,0-1-1 0 0,0 0 1 0 0,0 0 0 0 0,0 0 0 0 0,0 1 0 0 0,0-1 0 0 0,-1 0 0 0 0,1 0 0 0 0,0 0 0 0 0,0 1 0 0 0,0-1-1 0 0,0 0 1 0 0,0 0 0 0 0,0 0 0 0 0,0 0 0 0 0,0 1 0 0 0,-1-1 0 0 0,1 0 0 0 0,0 0 0 0 0,0 0 0 0 0,0 0-1 0 0,0 0 1 0 0,0 0 0 0 0,-1 1 0 0 0,1-1 0 0 0,0 0 0 0 0,0 0 0 0 0,0 0 0 0 0,-1 0 0 0 0,1 0 0 0 0,0 0-1 0 0,0 0 1 0 0,0 0 0 0 0,-1 0 0 0 0,1 0 0 0 0,0 0 0 0 0,0 0 0 0 0,0 0 0 0 0,0 0 0 0 0,-1 0 0 0 0,1 0-1 0 0,0 0 1 0 0,0 0 0 0 0,0 0 0 0 0,-1 0 0 0 0,1 0 0 0 0,0-1 0 0 0,-120-151-3117 0 0,92 118 2906 0 0,27 32 265 0 0,1 2-35 0 0,-1-1 1 0 0,1 0-1 0 0,0 1 0 0 0,0-1 0 0 0,-1 0 0 0 0,1 1 1 0 0,0-1-1 0 0,0 0 0 0 0,0 1 0 0 0,0-1 0 0 0,0 0 1 0 0,0 1-1 0 0,0-1 0 0 0,0 0 0 0 0,0 1 0 0 0,0-1 0 0 0,0 0 1 0 0,0 0-1 0 0,0 1 0 0 0,0-1 0 0 0,1 0 0 0 0,-1 0 1 0 0,9-4 8 0 0,0 0 0 0 0,0 0 0 0 0,0 1 0 0 0,0 0 0 0 0,1 1 0 0 0,0 0 0 0 0,10-2 0 0 0,81-10 39 0 0,-29 4-30 0 0,-59 9-7 0 0,42-7 48 0 0,-1-2 0 0 0,0-3 0 0 0,-1-2 0 0 0,82-36 0 0 0,-118 42 369 0 0,-21 12-237 0 0,2 0-217 0 0,-1-1 0 0 0,1 1 0 0 0,0-1-1 0 0,0 1 1 0 0,0 0 0 0 0,0 0 0 0 0,1 0 0 0 0,-1 0-1 0 0,0 0 1 0 0,1 1 0 0 0,0-1 0 0 0,-1 0 0 0 0,0 4-1 0 0,1-3-1 0 0,1-1-1 0 0,-1 0 1 0 0,1 0-1 0 0,0 0 0 0 0,0 1 1 0 0,0-1-1 0 0,0 0 0 0 0,0 0 1 0 0,0 0-1 0 0,1 1 1 0 0,-1-1-1 0 0,1 0 0 0 0,-1 0 1 0 0,1 0-1 0 0,0 0 1 0 0,0 0-1 0 0,0 0 0 0 0,2 3 1 0 0,-2-4 19 0 0,1-1 65 0 0,0-1 1 0 0,0 1-1 0 0,0-1 1 0 0,0 1-1 0 0,0-1 1 0 0,0 0-1 0 0,0 0 1 0 0,-1 0-1 0 0,1 0 1 0 0,0 0-1 0 0,0 0 1 0 0,-1-1-1 0 0,1 1 0 0 0,-1 0 1 0 0,1-1-1 0 0,-1 1 1 0 0,2-4-1 0 0,-2 2 49 0 0,-1-1-1 0 0,1 1 0 0 0,-1-1 0 0 0,0 1 0 0 0,0-1 1 0 0,0 1-1 0 0,-1-1 0 0 0,-1-5 0 0 0,1-21-3720 0 0,1 28 1865 0 0</inkml:trace>
</inkml:ink>
</file>

<file path=ppt/ink/ink3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9:09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9 656 0 0,'0'0'4632'0'0,"-1"4"-4289"0"0,-1 12-34 0 0,1-12-28 0 0,13 41 1105 0 0,-11-44-1315 0 0,0 1 1 0 0,0-1 0 0 0,1 1 0 0 0,-1-1 0 0 0,1 0-1 0 0,-1 0 1 0 0,1 0 0 0 0,0 0 0 0 0,-1 0 0 0 0,1 0-1 0 0,0 0 1 0 0,0 0 0 0 0,-1-1 0 0 0,1 1-1 0 0,0-1 1 0 0,0 1 0 0 0,0-1 0 0 0,0 0 0 0 0,0 0-1 0 0,3 0 1 0 0,-3 0 222 0 0,33-21 1729 0 0,-33 17-1854 0 0,0 1 0 0 0,0-1-1 0 0,-1 1 1 0 0,1-1 0 0 0,-1 0-1 0 0,0 0 1 0 0,0 1 0 0 0,0-1 0 0 0,-1 0-1 0 0,1 0 1 0 0,-1 0 0 0 0,0 0 0 0 0,0-5-1 0 0,0 7 12 0 0,-9-11-8896 0 0</inkml:trace>
</inkml:ink>
</file>

<file path=ppt/ink/ink3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39:09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8 350 752 0 0,'0'0'6388'0'0,"-2"5"-6231"0"0,-3 8 536 0 0,6-10-264 0 0,17-20-87 0 0,-10 7-203 0 0,0 0-1 0 0,-1-1 0 0 0,11-22 1 0 0,-9 6 370 0 0,-2-2 0 0 0,0 1 0 0 0,-2-1 0 0 0,1-49-1 0 0,2-2 2508 0 0,-8 61-1212 0 0,-6 22-1034 0 0,-8 31-474 0 0,6 9-372 0 0,-2 61-1 0 0,3-19-2529 0 0,-9-1-5471 0 0,9-61 4192 0 0</inkml:trace>
</inkml:ink>
</file>

<file path=ppt/ink/ink3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0:06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22 106 740 0 0,'-13'-51'6538'0'0,"13"49"-5908"0"0,0-6-715 0 0,-3-15 4432 0 0,-3 2-5181 0 0</inkml:trace>
</inkml:ink>
</file>

<file path=ppt/ink/ink3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0:31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34 528 0 0,'0'0'927'0'0,"24"-33"11431"0"0,-24 54-12300 0 0,-6 30 264 0 0,3-35-240 0 0,1-1 0 0 0,0 0 1 0 0,2 1-1 0 0,-1 0 0 0 0,2-1 0 0 0,4 25 0 0 0,-3-27-38 0 0,-1-8-9 0 0,0 0 0 0 0,0 0 1 0 0,1 1-1 0 0,-1-1 1 0 0,1 0-1 0 0,0 0 1 0 0,1-1-1 0 0,3 7 1 0 0,-5-10-28 0 0,0 1 0 0 0,1-1 0 0 0,-1 0 0 0 0,1 0 0 0 0,-1-1 0 0 0,1 1 1 0 0,-1 0-1 0 0,1 0 0 0 0,-1-1 0 0 0,1 1 0 0 0,0-1 0 0 0,-1 1 0 0 0,1-1 1 0 0,0 0-1 0 0,-1 0 0 0 0,1 0 0 0 0,0 0 0 0 0,0 0 0 0 0,-1 0 1 0 0,1 0-1 0 0,0 0 0 0 0,0-1 0 0 0,-1 1 0 0 0,1-1 0 0 0,-1 1 0 0 0,1-1 1 0 0,0 0-1 0 0,-1 1 0 0 0,1-1 0 0 0,-1 0 0 0 0,1 0 0 0 0,1-2 0 0 0,7-4 20 0 0,0-1 0 0 0,0 0 0 0 0,0 0 0 0 0,-1-1 0 0 0,-1-1-1 0 0,1 0 1 0 0,8-13 0 0 0,11-13 12 0 0,-26 35-59 0 0,-2-1-32 0 0,4-2 76 0 0,3 23-310 0 0,-5 1 270 0 0,-2-17 10 0 0,1 0 0 0 0,-1 0 0 0 0,1 1 0 0 0,-1-1-1 0 0,1 0 1 0 0,0 0 0 0 0,0 0 0 0 0,1 1 0 0 0,1 2-1 0 0,12 25 40 0 0,-12-30-33 0 0,-1 1 0 0 0,1 0-1 0 0,0-1 1 0 0,-1 1-1 0 0,1-1 1 0 0,0 0-1 0 0,0 0 1 0 0,0 0-1 0 0,0 0 1 0 0,0 0 0 0 0,0-1-1 0 0,0 0 1 0 0,0 1-1 0 0,0-1 1 0 0,1 0-1 0 0,-1-1 1 0 0,0 1 0 0 0,0 0-1 0 0,5-2 1 0 0,70-20-189 0 0,-49 12 108 0 0,7-1-35 0 0,-25 7 21 0 0,-1 1-1 0 0,1-1 0 0 0,-1 2 0 0 0,1-1 1 0 0,0 1-1 0 0,0 1 0 0 0,0 0 0 0 0,0 1 1 0 0,0 0-1 0 0,0 0 0 0 0,12 3 0 0 0,-21-1 73 0 0,0 0-1 0 0,0 0 0 0 0,0 0 1 0 0,-1 0-1 0 0,1 1 1 0 0,-1-1-1 0 0,1 0 0 0 0,-1 1 1 0 0,0-1-1 0 0,0 1 0 0 0,0-1 1 0 0,0 1-1 0 0,0 0 0 0 0,-1-1 1 0 0,1 1-1 0 0,-1 0 1 0 0,0 0-1 0 0,1-1 0 0 0,-2 5 1 0 0,4 8-74 0 0,-3-14 87 0 0,0 0 0 0 0,1 1 1 0 0,-1-1-1 0 0,0 0 1 0 0,1 0-1 0 0,-1 0 1 0 0,1 0-1 0 0,-1 0 1 0 0,1 0-1 0 0,-1 0 1 0 0,1 0-1 0 0,0 0 0 0 0,-1 0 1 0 0,1 0-1 0 0,0 0 1 0 0,0 0-1 0 0,0-1 1 0 0,0 1-1 0 0,0 0 1 0 0,0-1-1 0 0,0 1 1 0 0,0 0-1 0 0,0-1 1 0 0,0 1-1 0 0,0-1 0 0 0,0 0 1 0 0,0 1-1 0 0,1-1 1 0 0,-1 0-1 0 0,0 0 1 0 0,2 0-1 0 0,-1 0 5 0 0,-1 0 5 0 0,-1-1 0 0 0,0 1 1 0 0,0-1-1 0 0,0 1 1 0 0,1-1-1 0 0,-1 1 0 0 0,0-1 1 0 0,1 1-1 0 0,-1-1 1 0 0,0 1-1 0 0,1-1 1 0 0,-1 1-1 0 0,1 0 0 0 0,-1-1 1 0 0,1 1-1 0 0,-1 0 1 0 0,1-1-1 0 0,-1 1 1 0 0,1 0-1 0 0,-1 0 0 0 0,1 0 1 0 0,-1-1-1 0 0,1 1 1 0 0,-1 0-1 0 0,1 0 1 0 0,0 0-1 0 0,16-10 159 0 0,26-56 2076 0 0,-42 65-1756 0 0,3 3-638 0 0,0 1 0 0 0,0 0-1 0 0,0 0 1 0 0,0 0-1 0 0,0 1 1 0 0,-1-1 0 0 0,0 1-1 0 0,0 0 1 0 0,0 0-1 0 0,4 6 1 0 0,13 14-1950 0 0,8-5-3842 0 0,-10-10 2527 0 0</inkml:trace>
</inkml:ink>
</file>

<file path=ppt/ink/ink3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0:31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8 122 1172 0 0,'-4'-6'2161'0'0,"2"1"2055"0"0,2 4-4179 0 0,-2-11 2255 0 0,7 14 1121 0 0,23 10-2644 0 0,-16-9-823 0 0,-1-2 0 0 0,1 0 0 0 0,0 0 0 0 0,0-1 0 0 0,0 0 0 0 0,0-1 0 0 0,0-1 0 0 0,0 1 0 0 0,0-2 0 0 0,0 0 0 0 0,-1 0 0 0 0,1-1 0 0 0,-1-1 0 0 0,0 0 0 0 0,-1 0 0 0 0,1-1 0 0 0,-1-1 0 0 0,0 1 0 0 0,0-2 0 0 0,-1 1 0 0 0,0-1 0 0 0,0-1 0 0 0,12-15 1 0 0,-21 23 65 0 0,0 1 1 0 0,1-1-1 0 0,-1 0 1 0 0,0 1-1 0 0,0-1 1 0 0,1 1-1 0 0,-1-1 1 0 0,1 1-1 0 0,-1-1 1 0 0,0 1 0 0 0,1 0-1 0 0,-1-1 1 0 0,1 1-1 0 0,-1-1 1 0 0,1 1-1 0 0,-1 0 1 0 0,1-1-1 0 0,-1 1 1 0 0,1 0-1 0 0,0 0 1 0 0,-1-1 0 0 0,1 1-1 0 0,-1 0 1 0 0,1 0-1 0 0,0 0 1 0 0,-1 0-1 0 0,1 0 1 0 0,-1 0-1 0 0,1 0 1 0 0,0 0-1 0 0,-1 0 1 0 0,1 0 0 0 0,0 0-1 0 0,0 1 1 0 0,8 20 94 0 0,-5 43-139 0 0,-4-60 62 0 0,-1 100 19 0 0,-4 1 1 0 0,-4-2 0 0 0,-6 1 0 0 0,-3-2 0 0 0,-33 102 0 0 0,45-186-1 0 0,-1 0 0 0 0,0 0 0 0 0,-17 28-1 0 0,21-41 92 0 0,0-1-1 0 0,0 1 0 0 0,0-1 1 0 0,-1 1-1 0 0,1-1 0 0 0,-1 0 1 0 0,0 0-1 0 0,0-1 0 0 0,-1 1 1 0 0,1-1-1 0 0,-1 0 0 0 0,0 0 1 0 0,1 0-1 0 0,-1-1 0 0 0,0 0 1 0 0,-1 0-1 0 0,-7 2 0 0 0,11-3-74 0 0,0-1-1 0 0,0 0 0 0 0,-1 0 0 0 0,1-1 1 0 0,0 1-1 0 0,0 0 0 0 0,0-1 0 0 0,0 1 1 0 0,0-1-1 0 0,0 0 0 0 0,0 1 0 0 0,1-1 1 0 0,-1 0-1 0 0,0 0 0 0 0,0 0 0 0 0,0 0 1 0 0,1-1-1 0 0,-1 1 0 0 0,1 0 0 0 0,-1-1 1 0 0,1 1-1 0 0,-1-1 0 0 0,1 0 0 0 0,0 1 1 0 0,0-1-1 0 0,0 0 0 0 0,0 0 0 0 0,0 0 1 0 0,0 1-1 0 0,0-1 0 0 0,1 0 0 0 0,-1 0 0 0 0,1 0 1 0 0,-1 0-1 0 0,1-1 0 0 0,0 1 0 0 0,0-3 1 0 0,-1-5 54 0 0,0 0 0 0 0,0 1-1 0 0,2-1 1 0 0,-1 0 0 0 0,1 0 0 0 0,3-15 0 0 0,1 6-285 0 0,2 1-1 0 0,0-1 0 0 0,0 1 1 0 0,2 0-1 0 0,0 1 1 0 0,1-1-1 0 0,1 2 0 0 0,18-21 1 0 0,-5 10-4720 0 0,49-44 1 0 0,-36 39 206 0 0</inkml:trace>
</inkml:ink>
</file>

<file path=ppt/ink/ink3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0:32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459 159 580 0 0,'3'-7'682'0'0,"2"-5"660"0"0,0 0 0 0 0,-1-1 1 0 0,0 1-1 0 0,-1-1 0 0 0,-1 0 0 0 0,0 0 1 0 0,1-21-1 0 0,-3 33-1272 0 0,-1-1 0 0 0,1 1 0 0 0,0-1 0 0 0,-1 1 0 0 0,1 0 0 0 0,-1-1 0 0 0,0 1 0 0 0,0-1 0 0 0,1 1 0 0 0,-1 0 0 0 0,0 0 0 0 0,0-1-1 0 0,0 1 1 0 0,0 0 0 0 0,0 0 0 0 0,-1 0 0 0 0,1 0 0 0 0,0 0 0 0 0,0 0 0 0 0,-1 1 0 0 0,1-1 0 0 0,-1 0 0 0 0,1 1 0 0 0,0-1 0 0 0,-1 1 0 0 0,1-1 0 0 0,-1 1 0 0 0,1-1 0 0 0,-1 1 0 0 0,0 0 0 0 0,1 0 0 0 0,-1 0 0 0 0,1 0 0 0 0,-1 0 0 0 0,-2 1 0 0 0,-5 0 41 0 0,-1 0-1 0 0,1 1 1 0 0,0 0 0 0 0,-13 5 0 0 0,-16 6 193 0 0,-1 3-1 0 0,2 1 1 0 0,0 2 0 0 0,-62 42 0 0 0,85-50-220 0 0,1 0 0 0 0,0 1 0 0 0,0 0 0 0 0,1 1 0 0 0,1 1 0 0 0,-11 15 0 0 0,17-20-41 0 0,-1 0 1 0 0,2 0 0 0 0,-1 0-1 0 0,1 1 1 0 0,1-1-1 0 0,0 1 1 0 0,0 0 0 0 0,1 0-1 0 0,0 0 1 0 0,1 1-1 0 0,0 12 1 0 0,0-16-22 0 0,2 0-1 0 0,-1-1 1 0 0,1 1-1 0 0,0 0 1 0 0,1-1-1 0 0,-1 1 1 0 0,1-1-1 0 0,1 0 1 0 0,-1 1-1 0 0,1-1 1 0 0,0 0 0 0 0,0 0-1 0 0,1-1 1 0 0,0 1-1 0 0,8 8 1 0 0,-5-7-19 0 0,1 0 0 0 0,0-1 0 0 0,0 0 0 0 0,0 0 0 0 0,1-1 0 0 0,0 0 0 0 0,0-1 0 0 0,0 0 0 0 0,16 5 0 0 0,-2-3-45 0 0,0-1 0 0 0,1-1 0 0 0,-1-1-1 0 0,0-1 1 0 0,1-1 0 0 0,0-1 0 0 0,-1-2 0 0 0,29-4 0 0 0,-14-3-168 0 0,-1-2-1 0 0,-1-2 1 0 0,0-1-1 0 0,-1-1 1 0 0,51-31 0 0 0,-61 32-52 0 0,-23 13 172 0 0,2 2-45 0 0,-1 1 0 0 0,1 0 0 0 0,-1 0 0 0 0,1 0 0 0 0,-1 0 0 0 0,0 0 0 0 0,0 0 1 0 0,0 1-1 0 0,5 5 0 0 0,-3-3 31 0 0,1 0 1 0 0,-1 0-1 0 0,1-1 1 0 0,0 0-1 0 0,0 0 1 0 0,7 3-1 0 0,-9-5 115 0 0,-1-1-1 0 0,0 0 1 0 0,1 0 0 0 0,-1 0-1 0 0,1 0 1 0 0,-1 0-1 0 0,1-1 1 0 0,-1 0 0 0 0,1 1-1 0 0,0-1 1 0 0,-1-1-1 0 0,1 1 1 0 0,-1-1-1 0 0,1 1 1 0 0,-1-1 0 0 0,1 0-1 0 0,-1 0 1 0 0,0 0-1 0 0,1-1 1 0 0,-1 1 0 0 0,0-1-1 0 0,0 0 1 0 0,4-3-1 0 0,-6 3 58 0 0,0-1 0 0 0,-1 0 0 0 0,1 0 0 0 0,-1 0-1 0 0,0 1 1 0 0,0-1 0 0 0,0 0 0 0 0,0 0-1 0 0,0 0 1 0 0,-1 0 0 0 0,1 1 0 0 0,-1-1 0 0 0,0 0-1 0 0,0 1 1 0 0,-1-5 0 0 0,1 6-63 0 0,-1-4 40 0 0,0 1-1 0 0,-1 0 1 0 0,0-1 0 0 0,0 1 0 0 0,0 0-1 0 0,0 0 1 0 0,0 1 0 0 0,-1-1 0 0 0,0 1 0 0 0,1 0-1 0 0,-1-1 1 0 0,-1 2 0 0 0,1-1 0 0 0,0 0-1 0 0,-1 1 1 0 0,-8-3 0 0 0,9 3-242 0 0,0 0 0 0 0,-1 0-1 0 0,1 1 1 0 0,-1 0 0 0 0,1 0 0 0 0,-1 0-1 0 0,1 0 1 0 0,-1 1 0 0 0,0 0 0 0 0,1 0-1 0 0,-1 0 1 0 0,0 1 0 0 0,1-1 0 0 0,-1 1 0 0 0,1 0-1 0 0,-1 0 1 0 0,-4 3 0 0 0,-6 14-7157 0 0</inkml:trace>
</inkml:ink>
</file>

<file path=ppt/ink/ink3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0:33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1 116 908 0 0,'1'0'226'0'0,"1"0"-1"0"0,0 0 1 0 0,0 0-1 0 0,0 0 1 0 0,-1 0-1 0 0,1 1 1 0 0,0-1-1 0 0,0 1 1 0 0,-1-1-1 0 0,1 1 1 0 0,0-1-1 0 0,-1 1 1 0 0,1 0-1 0 0,-1 0 1 0 0,1 0-1 0 0,-1 0 1 0 0,1 0 0 0 0,-1 0-1 0 0,0 0 1 0 0,1 0-1 0 0,-1 1 1 0 0,0-1-1 0 0,1 2 1 0 0,0 1 85 0 0,0 0 0 0 0,0 1 0 0 0,-1-1 0 0 0,0 0 0 0 0,0 1 0 0 0,0-1 1 0 0,0 6-1 0 0,1 4 64 0 0,-2-11-303 0 0,0 0 0 0 0,0 0 0 0 0,0 0 0 0 0,0-1 0 0 0,-1 1 0 0 0,0 0 0 0 0,1 0 0 0 0,-1 0 0 0 0,0-1 0 0 0,-2 4 0 0 0,-2 13 403 0 0,5-19-450 0 0,-1 1 0 0 0,1 0 0 0 0,0 0 0 0 0,0 0 0 0 0,0-1 0 0 0,-1 1 0 0 0,1 0 0 0 0,0 0 0 0 0,0-1-1 0 0,-1 1 1 0 0,1 0 0 0 0,-1-1 0 0 0,1 1 0 0 0,-1 0 0 0 0,1-1 0 0 0,-1 1 0 0 0,1-1 0 0 0,-1 1 0 0 0,0-1 0 0 0,1 1 0 0 0,-1-1 0 0 0,0 1 0 0 0,1-1 0 0 0,-1 0 0 0 0,0 1 0 0 0,1-1 0 0 0,-1 0 0 0 0,0 1 0 0 0,0-1 0 0 0,0 0 0 0 0,1 0 0 0 0,-1 0 0 0 0,0 0 0 0 0,0 0 0 0 0,0 0 0 0 0,1 0 0 0 0,-1 0 0 0 0,-1 0 0 0 0,2 0-12 0 0,-1 0 0 0 0,1 0-1 0 0,-1-1 1 0 0,1 1 0 0 0,-1 0-1 0 0,1 0 1 0 0,-1 0 0 0 0,1 0-1 0 0,-1-1 1 0 0,1 1 0 0 0,-1 0 0 0 0,1-1-1 0 0,-1 1 1 0 0,1 0 0 0 0,0-1-1 0 0,-1 1 1 0 0,1 0 0 0 0,0-1-1 0 0,-1 1 1 0 0,1-1 0 0 0,0 1 0 0 0,-1 0-1 0 0,1-1 1 0 0,0 1 0 0 0,0-1-1 0 0,0 1 1 0 0,-1-1 0 0 0,1 1-1 0 0,0-1 1 0 0,0 1 0 0 0,0-1 0 0 0,0 1-1 0 0,0-1 1 0 0,0 1 0 0 0,0-1-1 0 0,0 0 1 0 0,0 1 0 0 0,0-1-1 0 0,0 1 1 0 0,0-1 0 0 0,0 1 0 0 0,1-1-1 0 0,-1 1 1 0 0,0-1 0 0 0,0 1-1 0 0,1 0 1 0 0,-1-1 0 0 0,0 1-1 0 0,1-1 1 0 0,5-8-19 0 0,1 1-1 0 0,0 0 1 0 0,0 1-1 0 0,1 0 1 0 0,0 0 0 0 0,0 1-1 0 0,1 0 1 0 0,0 0-1 0 0,0 1 1 0 0,0 0 0 0 0,1 0-1 0 0,-1 1 1 0 0,1 1-1 0 0,16-5 1 0 0,-21 8-6 0 0,1 0 0 0 0,-1 0 0 0 0,0 0 0 0 0,0 1 0 0 0,0-1 0 0 0,0 1 0 0 0,0 0 0 0 0,0 1 0 0 0,-1-1 0 0 0,1 1 0 0 0,7 3 0 0 0,30 8-248 0 0,13-9-349 0 0,-5 0-42 0 0,87-4 1 0 0,-125-3 839 0 0,0 0 0 0 0,0 0 1 0 0,-1-1-1 0 0,0-1 0 0 0,1 0 0 0 0,13-9 1 0 0,-23 14 190 0 0,0-1-193 0 0,-2 1-174 0 0,1-1 1 0 0,-1 1 0 0 0,1 0-1 0 0,-1 0 1 0 0,0 0-1 0 0,1-1 1 0 0,-1 1-1 0 0,1 0 1 0 0,-1 0-1 0 0,1 0 1 0 0,0 0-1 0 0,-1 0 1 0 0,1 0-1 0 0,-1 0 1 0 0,1 0-1 0 0,-1 0 1 0 0,1 0-1 0 0,-1 0 1 0 0,1 0-1 0 0,-1 1 1 0 0,1-1-1 0 0,-1 0 1 0 0,1 0 0 0 0,0 1-1 0 0,1 4 14 0 0,-1 0-1 0 0,1 1 1 0 0,-1-1 0 0 0,0 0-1 0 0,0 1 1 0 0,-1-1 0 0 0,1 1-1 0 0,-1-1 1 0 0,0 1 0 0 0,-1-1-1 0 0,-1 8 1 0 0,-15 71 103 0 0,12-60-75 0 0,-3 13 0 0 0,-1 7 63 0 0,-2 0 0 0 0,-25 66 0 0 0,36-110-69 0 0,0 1-1 0 0,1-1 1 0 0,-1 0 0 0 0,0 0-1 0 0,0 1 1 0 0,0-1 0 0 0,0 0-1 0 0,0 1 1 0 0,0-1 0 0 0,0 0-1 0 0,0 0 1 0 0,-1 1 0 0 0,1-1-1 0 0,0 0 1 0 0,0 1 0 0 0,0-1-1 0 0,0 0 1 0 0,0 0 0 0 0,0 1-1 0 0,0-1 1 0 0,-1 0 0 0 0,1 0-1 0 0,0 1 1 0 0,0-1 0 0 0,0 0-1 0 0,-1 0 1 0 0,1 0 0 0 0,0 0-1 0 0,0 1 1 0 0,0-1 0 0 0,-1 0-1 0 0,1 0 1 0 0,0 0 0 0 0,-1 0-1 0 0,1 0 1 0 0,0 1-1 0 0,0-1 1 0 0,-1 0 0 0 0,1 0-1 0 0,0 0 1 0 0,0 0 0 0 0,-1 0-1 0 0,1 0 1 0 0,0 0 0 0 0,-1 0-1 0 0,1 0 1 0 0,0 0 0 0 0,-1 0-1 0 0,1 0 1 0 0,0-1 0 0 0,-1 1-1 0 0,-3-20 513 0 0,6-37-343 0 0,5 20-42 0 0,1-1 1 0 0,2 2-1 0 0,1-1 0 0 0,26-53 0 0 0,-25 65-177 0 0,1 1 0 0 0,1 0-1 0 0,1 1 1 0 0,0 1 0 0 0,2 0 0 0 0,1 2-1 0 0,23-22 1 0 0,-35 37-30 0 0,1 0 0 0 0,0 0 0 0 0,0 1-1 0 0,0 0 1 0 0,0 0 0 0 0,1 1 0 0 0,-1 0 0 0 0,1 0 0 0 0,0 0 0 0 0,0 1 0 0 0,0 1 0 0 0,1-1-1 0 0,-1 1 1 0 0,11 0 0 0 0,-15 1-2 0 0,-1 0-1 0 0,0 1 0 0 0,1-1 0 0 0,-1 1 1 0 0,0 0-1 0 0,1-1 0 0 0,-1 1 1 0 0,0 1-1 0 0,0-1 0 0 0,0 0 1 0 0,0 1-1 0 0,0 0 0 0 0,0 0 1 0 0,0-1-1 0 0,-1 2 0 0 0,1-1 1 0 0,-1 0-1 0 0,1 0 0 0 0,-1 1 0 0 0,0-1 1 0 0,0 1-1 0 0,0 0 0 0 0,0 0 1 0 0,-1 0-1 0 0,1 0 0 0 0,-1 0 1 0 0,1 0-1 0 0,-1 0 0 0 0,0 0 1 0 0,0 1-1 0 0,-1-1 0 0 0,1 0 1 0 0,-1 0-1 0 0,0 1 0 0 0,1-1 0 0 0,-1 1 1 0 0,-1 4-1 0 0,0-4 28 0 0,1 0-1 0 0,-1 0 1 0 0,0 0 0 0 0,0 0-1 0 0,0 0 1 0 0,0 0 0 0 0,-1 0 0 0 0,0 0-1 0 0,0-1 1 0 0,0 1 0 0 0,0-1-1 0 0,0 1 1 0 0,-1-1 0 0 0,0 0-1 0 0,1 0 1 0 0,-1 0 0 0 0,0 0-1 0 0,-1 0 1 0 0,1-1 0 0 0,0 0-1 0 0,-1 1 1 0 0,1-1 0 0 0,-1 0-1 0 0,0-1 1 0 0,0 1 0 0 0,1-1-1 0 0,-7 2 1 0 0,1 0-346 0 0,0-1 1 0 0,0 0-1 0 0,0 0 0 0 0,0-1 1 0 0,-1 0-1 0 0,-9 0 0 0 0,-23-8-6520 0 0</inkml:trace>
</inkml:ink>
</file>

<file path=ppt/ink/ink3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0:34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0 732 0 0,'-2'2'7296'0'0,"-19"20"-7021"0"0,7-5-40 0 0,0 1 1 0 0,1 0-1 0 0,1 1 0 0 0,1 0 1 0 0,1 1-1 0 0,1 1 1 0 0,0-1-1 0 0,2 1 0 0 0,0 1 1 0 0,2-1-1 0 0,0 1 1 0 0,1 0-1 0 0,1 0 0 0 0,1 45 1 0 0,2-62-225 0 0,0 1 1 0 0,1-1 0 0 0,0 1-1 0 0,0-1 1 0 0,0 0-1 0 0,1 0 1 0 0,-1 1 0 0 0,1-1-1 0 0,1 0 1 0 0,-1-1-1 0 0,1 1 1 0 0,0 0 0 0 0,0-1-1 0 0,0 1 1 0 0,0-1-1 0 0,1 0 1 0 0,0 0 0 0 0,0 0-1 0 0,5 3 1 0 0,-5-5-19 0 0,0 1 0 0 0,0-2 0 0 0,1 1 0 0 0,-1 0 0 0 0,0-1 0 0 0,1 0 0 0 0,-1 0 0 0 0,1-1 0 0 0,0 1 0 0 0,-1-1 0 0 0,1 0 0 0 0,-1 0 0 0 0,1 0 0 0 0,0-1 0 0 0,-1 1 0 0 0,1-1 0 0 0,-1 0-1 0 0,1-1 1 0 0,-1 1 0 0 0,0-1 0 0 0,0 0 0 0 0,7-3 0 0 0,1-2 62 0 0,-1 0 0 0 0,0 0-1 0 0,0-1 1 0 0,-1 0-1 0 0,0-1 1 0 0,0 0 0 0 0,13-17-1 0 0,-23 26-31 0 0,1 0-1 0 0,0-1 0 0 0,-1 1 1 0 0,1-1-1 0 0,-1 1 1 0 0,0-1-1 0 0,1 1 1 0 0,-1-1-1 0 0,1 1 1 0 0,-1-1-1 0 0,0 1 0 0 0,1-1 1 0 0,-1 0-1 0 0,0 1 1 0 0,0-1-1 0 0,1 1 1 0 0,-1-1-1 0 0,0 0 0 0 0,0 1 1 0 0,0-1-1 0 0,0 0 1 0 0,0 1-1 0 0,0-1 1 0 0,0 0-1 0 0,0 1 1 0 0,0-1-1 0 0,0 0 0 0 0,0 1 1 0 0,-1-1-1 0 0,1 0 1 0 0,0 1-1 0 0,0-1 1 0 0,-1 1-1 0 0,1-1 1 0 0,0 1-1 0 0,-1-1 0 0 0,1 0 1 0 0,-1 0-1 0 0,-5-10 370 0 0,-11 33-297 0 0,15-19-91 0 0,0 0 0 0 0,0 1 1 0 0,0-1-1 0 0,0 1 0 0 0,1 0 0 0 0,-1-1 0 0 0,1 1 0 0 0,0 0 0 0 0,0 0 0 0 0,0 0 0 0 0,1 0 0 0 0,-1 7 1 0 0,1-10-71 0 0,5 8-146 0 0,-5-8 198 0 0,0 0 1 0 0,0 0-1 0 0,0 0 0 0 0,1 0 1 0 0,-1 0-1 0 0,0 0 0 0 0,1-1 1 0 0,-1 1-1 0 0,0 0 1 0 0,1 0-1 0 0,-1 0 0 0 0,1 0 1 0 0,0-1-1 0 0,-1 1 0 0 0,1 0 1 0 0,-1 0-1 0 0,1-1 1 0 0,0 1-1 0 0,0 0 0 0 0,-1-1 1 0 0,1 1-1 0 0,0-1 0 0 0,0 1 1 0 0,0-1-1 0 0,0 0 0 0 0,0 1 1 0 0,1 0-1 0 0,8-3-27 0 0,0 0 0 0 0,0-1 0 0 0,0 1 0 0 0,-1-2 0 0 0,1 0 0 0 0,-1 0 0 0 0,0 0-1 0 0,0-1 1 0 0,0 0 0 0 0,14-12 0 0 0,44-22-88 0 0,-32 22 80 0 0,-26 13 28 0 0,-1 0 0 0 0,1 0 1 0 0,1 0-1 0 0,-1 1 0 0 0,11-2 1 0 0,-16 5 8 0 0,1 0 1 0 0,-1 0 0 0 0,1 0 0 0 0,-1 0-1 0 0,1 1 1 0 0,-1-1 0 0 0,0 1-1 0 0,1 0 1 0 0,-1 1 0 0 0,0-1-1 0 0,1 1 1 0 0,-1 0 0 0 0,0 0-1 0 0,6 4 1 0 0,4 3-25 0 0,-5-3-200 0 0,1 0-1 0 0,0 0 1 0 0,-1-1-1 0 0,2 0 1 0 0,-1-1-1 0 0,21 6 1 0 0,-28-10 240 0 0,0 0 0 0 0,1 1 0 0 0,-1-2 0 0 0,0 1 1 0 0,0 0-1 0 0,0-1 0 0 0,0 1 0 0 0,0-1 0 0 0,0 0 0 0 0,0 0 0 0 0,0 0 1 0 0,0 0-1 0 0,0 0 0 0 0,0-1 0 0 0,-1 0 0 0 0,1 1 0 0 0,-1-1 0 0 0,1 0 0 0 0,-1 0 1 0 0,0 0-1 0 0,1 0 0 0 0,-1-1 0 0 0,0 1 0 0 0,0-1 0 0 0,-1 1 0 0 0,1-1 1 0 0,0 0-1 0 0,-1 0 0 0 0,0 1 0 0 0,0-1 0 0 0,1-4 0 0 0,-1 6 54 0 0,0 0 0 0 0,0-1 0 0 0,0 1 0 0 0,-1-1 0 0 0,1 1 0 0 0,0-1 0 0 0,-1 1-1 0 0,0-1 1 0 0,1 1 0 0 0,-1-1 0 0 0,0 1 0 0 0,0-1 0 0 0,0 1 0 0 0,0-1 0 0 0,0 0 0 0 0,0 1 0 0 0,0-1-1 0 0,0 1 1 0 0,-1-1 0 0 0,1 1 0 0 0,0-1 0 0 0,-1 1 0 0 0,0-1 0 0 0,1 1 0 0 0,-1-1 0 0 0,0 1 0 0 0,0 0-1 0 0,1-1 1 0 0,-1 1 0 0 0,0 0 0 0 0,0 0 0 0 0,-2-2 0 0 0,0 2 5 0 0,0 0 0 0 0,0 0 0 0 0,0 0 0 0 0,0 0-1 0 0,0 0 1 0 0,0 1 0 0 0,0-1 0 0 0,0 1 0 0 0,0 0 0 0 0,0 0 0 0 0,0 0 0 0 0,-1 0 0 0 0,1 1 0 0 0,0-1 0 0 0,0 1-1 0 0,0 0 1 0 0,-3 1 0 0 0,-13 5-188 0 0,0 0 0 0 0,0 1 0 0 0,1 2 0 0 0,0-1 0 0 0,-20 17 0 0 0,-41 32-6855 0 0,57-39 3645 0 0</inkml:trace>
</inkml:ink>
</file>

<file path=ppt/ink/ink3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0:37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157 304 572 0 0,'13'-42'6513'0'0,"-12"40"-5879"0"0,-1 23 2348 0 0,-11 75-2107 0 0,-34 325 825 0 0,43-406-1590 0 0,0 0 1 0 0,-1 0 0 0 0,0 0-1 0 0,-8 17 1 0 0,3-5 1227 0 0,8-25-452 0 0,-3-5-506 0 0,-3-4-258 0 0,0 0 1 0 0,0 0 0 0 0,1 0-1 0 0,1-1 1 0 0,-1 0-1 0 0,1 0 1 0 0,1 0-1 0 0,-1 0 1 0 0,1-1 0 0 0,-3-16-1 0 0,-16-97 360 0 0,21 117-457 0 0,-3-36 35 0 0,2 0 1 0 0,1 0-1 0 0,2 0 0 0 0,2 0 1 0 0,15-75-1 0 0,-13 91-59 0 0,2 0 1 0 0,0 0-1 0 0,2 0 0 0 0,1 1 0 0 0,1 1 1 0 0,1-1-1 0 0,0 2 0 0 0,2 0 0 0 0,1 0 0 0 0,25-27 1 0 0,-31 40-36 0 0,0 1 1 0 0,0 1-1 0 0,1 0 1 0 0,0 0-1 0 0,1 1 1 0 0,-1 1-1 0 0,1-1 1 0 0,0 2-1 0 0,0-1 1 0 0,1 1-1 0 0,-1 1 1 0 0,1 0-1 0 0,23-2 1 0 0,-29 5-14 0 0,-1-1 1 0 0,1 1 0 0 0,0 0-1 0 0,-1 1 1 0 0,1-1 0 0 0,-1 1-1 0 0,1 0 1 0 0,-1 0 0 0 0,1 1-1 0 0,-1 0 1 0 0,0 0 0 0 0,0 0-1 0 0,0 0 1 0 0,0 1 0 0 0,0 0-1 0 0,0 0 1 0 0,-1 0 0 0 0,1 1-1 0 0,-1 0 1 0 0,0-1 0 0 0,0 1-1 0 0,-1 1 1 0 0,1-1 0 0 0,-1 0-1 0 0,0 1 1 0 0,0 0 0 0 0,0 0-1 0 0,0 0 1 0 0,-1 0 0 0 0,0 0 0 0 0,2 9-1 0 0,-3-9 24 0 0,0 0-1 0 0,0 0 1 0 0,0 0-1 0 0,-1 0 1 0 0,0-1-1 0 0,0 1 1 0 0,0 0-1 0 0,0 0 1 0 0,-1 0-1 0 0,0 0 1 0 0,0 0-1 0 0,0-1 1 0 0,-1 1-1 0 0,1 0 1 0 0,-1-1-1 0 0,0 1 1 0 0,-1-1-1 0 0,1 0 1 0 0,-1 0-1 0 0,0 0 1 0 0,0 0-1 0 0,0 0 1 0 0,0-1-1 0 0,-1 1 1 0 0,1-1-1 0 0,-1 0 1 0 0,0 0-1 0 0,0 0 1 0 0,-7 4-1 0 0,-11 5-323 0 0,0-1 0 0 0,-1-1 0 0 0,-1 0 0 0 0,-33 8 0 0 0,55-17 256 0 0,-13 5-1130 0 0,-3 2-852 0 0,7-6-3167 0 0</inkml:trace>
</inkml:ink>
</file>

<file path=ppt/ink/ink3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0:37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1 332 0 0,'7'0'350'0'0,"1"1"0"0"0,0 1-1 0 0,-1 0 1 0 0,0 0 0 0 0,1 0 0 0 0,-1 1-1 0 0,0 0 1 0 0,0 0 0 0 0,0 1 0 0 0,-1 0 0 0 0,1 0-1 0 0,-1 1 1 0 0,0-1 0 0 0,0 1 0 0 0,8 10-1 0 0,-10-11-242 0 0,-1 1-1 0 0,-1-1 0 0 0,1 0 0 0 0,0 1 0 0 0,-1 0 0 0 0,0 0 0 0 0,0-1 0 0 0,-1 1 1 0 0,1 0-1 0 0,-1 0 0 0 0,0 1 0 0 0,0-1 0 0 0,-1 0 0 0 0,1 0 0 0 0,-1 0 0 0 0,0 1 1 0 0,-1-1-1 0 0,1 0 0 0 0,-1 0 0 0 0,0 0 0 0 0,-1 0 0 0 0,1 0 0 0 0,-5 9 0 0 0,6-12-12 0 0,-1 0-1 0 0,0 0 1 0 0,0 0-1 0 0,0 0 1 0 0,-1 0-1 0 0,1 0 1 0 0,0 0-1 0 0,-1 0 1 0 0,1-1-1 0 0,-1 1 1 0 0,1-1-1 0 0,-1 1 1 0 0,0-1-1 0 0,0 1 1 0 0,0-1-1 0 0,0 0 1 0 0,0 0-1 0 0,0 0 1 0 0,0 0-1 0 0,0 0 1 0 0,0-1-1 0 0,0 1 0 0 0,-5 0 1 0 0,5-1 729 0 0,0-19-467 0 0,1 16-331 0 0,1 0 0 0 0,0 1 1 0 0,-1-1-1 0 0,1 1 0 0 0,0-1 0 0 0,0 1 1 0 0,1-1-1 0 0,-1 0 0 0 0,0 1 1 0 0,1-1-1 0 0,0 1 0 0 0,0-1 1 0 0,-1 1-1 0 0,3-4 0 0 0,2-4-87 0 0,1-1 0 0 0,1 1 1 0 0,-1 0-1 0 0,2 1 0 0 0,-1-1 0 0 0,1 1 0 0 0,1 1 0 0 0,0 0 1 0 0,0 0-1 0 0,14-9 0 0 0,-13 11-1107 0 0,1-1 0 0 0,0 2 0 0 0,0-1 0 0 0,0 2 0 0 0,23-7 0 0 0</inkml:trace>
</inkml:ink>
</file>

<file path=ppt/ink/ink3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0:38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1 154 864 0 0,'30'-2'3966'0'0,"-13"-2"-3120"0"0,0-1-1 0 0,0-1 1 0 0,28-14-1 0 0,-38 17-516 0 0,0-2-1 0 0,0 1 0 0 0,-1-1 0 0 0,1 0 1 0 0,-1 0-1 0 0,0 0 0 0 0,0-1 0 0 0,-1 0 1 0 0,0 0-1 0 0,9-13 0 0 0,-13 18-285 0 0,-1 0 0 0 0,1 0 0 0 0,-1 0 0 0 0,1 0 0 0 0,0 0 0 0 0,-1 0 0 0 0,0 0 0 0 0,1 0 0 0 0,-1 0 0 0 0,0-1 1 0 0,1 1-1 0 0,-1 0 0 0 0,0 0 0 0 0,0 0 0 0 0,0 0 0 0 0,0 0 0 0 0,0-1 0 0 0,0 1 0 0 0,0 0 0 0 0,-1 0 0 0 0,1 0 0 0 0,0 0 0 0 0,-1 0 0 0 0,1 0 0 0 0,0 0 0 0 0,-1-1 0 0 0,1 1 0 0 0,-1 0 0 0 0,0 0 0 0 0,1 1 0 0 0,-1-1 0 0 0,0 0 0 0 0,0 0 0 0 0,1 0 0 0 0,-1 0 0 0 0,0 1 1 0 0,0-1-1 0 0,0 0 0 0 0,0 1 0 0 0,0-1 0 0 0,0 1 0 0 0,0-1 0 0 0,0 1 0 0 0,-2-1 0 0 0,0 0-3 0 0,0 0-1 0 0,0 0 1 0 0,0 1 0 0 0,0-1 0 0 0,0 1-1 0 0,-1-1 1 0 0,1 1 0 0 0,0 0 0 0 0,0 0-1 0 0,0 1 1 0 0,0-1 0 0 0,-1 1-1 0 0,1 0 1 0 0,-4 1 0 0 0,3-1-57 0 0,1 1 1 0 0,0-1-1 0 0,0 1 1 0 0,-1 0-1 0 0,1 0 0 0 0,0 0 1 0 0,1 0-1 0 0,-1 1 0 0 0,0-1 1 0 0,1 1-1 0 0,-1-1 1 0 0,1 1-1 0 0,0 0 0 0 0,0 0 1 0 0,0 0-1 0 0,0 0 1 0 0,1 1-1 0 0,-1-1 0 0 0,1 0 1 0 0,0 1-1 0 0,0-1 1 0 0,0 1-1 0 0,0-1 0 0 0,0 1 1 0 0,1-1-1 0 0,0 1 0 0 0,0 0 1 0 0,0-1-1 0 0,0 1 1 0 0,0 0-1 0 0,1-1 0 0 0,0 1 1 0 0,-1-1-1 0 0,1 1 1 0 0,1-1-1 0 0,-1 0 0 0 0,2 5 1 0 0,1-1-239 0 0,-1-1 0 0 0,1 0 0 0 0,-1 0 1 0 0,2-1-1 0 0,-1 1 0 0 0,1-1 1 0 0,0 0-1 0 0,0 0 0 0 0,0 0 0 0 0,0-1 1 0 0,1 1-1 0 0,0-1 0 0 0,0-1 0 0 0,0 1 1 0 0,0-1-1 0 0,1 0 0 0 0,0-1 1 0 0,12 4-1 0 0,44-1-4594 0 0,-39-5 2577 0 0</inkml:trace>
</inkml:ink>
</file>

<file path=ppt/ink/ink3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0:38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36 319 940 0 0,'34'-23'602'0'0,"37"-33"0"0"0,-61 48-114 0 0,-1-1 0 0 0,-1 0 0 0 0,1 0 0 0 0,-2-1 0 0 0,1 0 0 0 0,-1-1 0 0 0,-1 0 0 0 0,7-15 1 0 0,-12 25-436 0 0,-1 0-1 0 0,0 1 1 0 0,0-1 0 0 0,0 0 0 0 0,0 0 0 0 0,0 0 0 0 0,0 0 0 0 0,0 0 0 0 0,-1 1 0 0 0,1-1 0 0 0,0 0 0 0 0,0 0 0 0 0,-1 0 0 0 0,1 1 0 0 0,0-1-1 0 0,-1 0 1 0 0,1 0 0 0 0,-1 1 0 0 0,1-1 0 0 0,-1 0 0 0 0,1 1 0 0 0,-1-1 0 0 0,1 0 0 0 0,-1 1 0 0 0,0-1 0 0 0,1 1 0 0 0,-1-1 0 0 0,0 1 0 0 0,0 0-1 0 0,1-1 1 0 0,-1 1 0 0 0,0-1 0 0 0,0 1 0 0 0,1 0 0 0 0,-1 0 0 0 0,-2-1 0 0 0,-29-5 968 0 0,21 6-826 0 0,1 1 1 0 0,0 0 0 0 0,-1 0 0 0 0,1 2-1 0 0,0-1 1 0 0,0 1 0 0 0,0 0 0 0 0,1 1 0 0 0,-10 5-1 0 0,15-7-142 0 0,0 0-1 0 0,0 0 0 0 0,1 0 0 0 0,-1 1 1 0 0,1 0-1 0 0,0-1 0 0 0,-1 1 0 0 0,1 0 1 0 0,1 1-1 0 0,-1-1 0 0 0,0 0 0 0 0,1 1 1 0 0,-1-1-1 0 0,1 1 0 0 0,0 0 0 0 0,1 0 0 0 0,-1 0 1 0 0,1 0-1 0 0,-1 0 0 0 0,1 0 0 0 0,0 0 1 0 0,1 1-1 0 0,-1 5 0 0 0,0-9-31 0 0,1 1 0 0 0,1 0 0 0 0,-1-1-1 0 0,0 1 1 0 0,0 0 0 0 0,0-1 0 0 0,1 1 0 0 0,-1 0-1 0 0,1-1 1 0 0,-1 1 0 0 0,1-1 0 0 0,0 1 0 0 0,0-1-1 0 0,0 1 1 0 0,-1-1 0 0 0,1 0 0 0 0,0 1 0 0 0,1-1-1 0 0,-1 0 1 0 0,0 0 0 0 0,0 0 0 0 0,1 0-1 0 0,1 2 1 0 0,0-2 1 0 0,0 0-1 0 0,0 1 1 0 0,1-1-1 0 0,-1-1 1 0 0,0 1-1 0 0,0 0 1 0 0,1-1-1 0 0,-1 1 1 0 0,1-1-1 0 0,6-1 1 0 0,2 0 7 0 0,0-1 0 0 0,1-1 0 0 0,-1 0 0 0 0,23-9 1 0 0,-20 6-119 0 0,-1-1 1 0 0,0 0 0 0 0,0-1 0 0 0,-1-1 0 0 0,0 0 0 0 0,-1-1 0 0 0,0 0-1 0 0,-1-1 1 0 0,0 0 0 0 0,0-1 0 0 0,-1 0 0 0 0,-1-1 0 0 0,0 0 0 0 0,0 0-1 0 0,-2-1 1 0 0,0 0 0 0 0,0-1 0 0 0,5-19 0 0 0,-7 20-395 0 0,-4 19-33 0 0,2 14 485 0 0,0-12 51 0 0,1-1 0 0 0,-1 1 0 0 0,1-1-1 0 0,0 0 1 0 0,0 0 0 0 0,1 0-1 0 0,0-1 1 0 0,7 7 0 0 0,18 23 188 0 0,-24-25-101 0 0,-1 0 0 0 0,0 0 0 0 0,0 0 1 0 0,-1 1-1 0 0,-1-1 0 0 0,0 1 0 0 0,0 0 0 0 0,-1 0 1 0 0,-1 0-1 0 0,1 14 0 0 0,-2-22 11 0 0,-14 27 256 0 0,12-27-705 0 0,0-1 0 0 0,0 1 0 0 0,0-1 0 0 0,0 0 0 0 0,-1 1 0 0 0,1-1 1 0 0,-1 0-1 0 0,0-1 0 0 0,0 1 0 0 0,1 0 0 0 0,-1-1 0 0 0,0 0 1 0 0,-6 3-1 0 0</inkml:trace>
</inkml:ink>
</file>

<file path=ppt/ink/ink3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0:38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84 0 0,'1'-12'2232'0'0,"1"-2"-352"0"0,2 4-431 0 0,3 3-877 0 0,3 3-1004 0 0</inkml:trace>
</inkml:ink>
</file>

<file path=ppt/ink/ink3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0:39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351 552 124 0 0,'0'0'1986'0'0,"-3"-4"-1365"0"0,-8-20 1680 0 0,10 22-2113 0 0,1-1 0 0 0,-1 0 0 0 0,-1 0-1 0 0,1 0 1 0 0,0 1 0 0 0,-1-1 0 0 0,1 1 0 0 0,-1-1 0 0 0,0 1-1 0 0,0 0 1 0 0,0-1 0 0 0,0 1 0 0 0,0 0 0 0 0,0 0 0 0 0,0 0-1 0 0,-1 1 1 0 0,1-1 0 0 0,-1 1 0 0 0,1-1 0 0 0,-1 1 0 0 0,0 0-1 0 0,0 0 1 0 0,1 0 0 0 0,-1 0 0 0 0,0 0 0 0 0,0 1-1 0 0,0-1 1 0 0,0 1 0 0 0,-4 0 0 0 0,-13-2 162 0 0,0 2 1 0 0,0 0-1 0 0,-1 2 1 0 0,-36 6-1 0 0,49-6-261 0 0,-1 0 0 0 0,1 1 1 0 0,0 0-1 0 0,-1 0 0 0 0,2 1 1 0 0,-1 0-1 0 0,0 0 0 0 0,1 1 0 0 0,0-1 1 0 0,0 2-1 0 0,0-1 0 0 0,0 1 0 0 0,1 0 1 0 0,-5 7-1 0 0,9-11-77 0 0,1 0 1 0 0,-1 0-1 0 0,1 0 0 0 0,0 0 1 0 0,0 0-1 0 0,0 1 0 0 0,0-1 1 0 0,0 0-1 0 0,1 0 0 0 0,-1 1 1 0 0,1-1-1 0 0,-1 0 1 0 0,1 1-1 0 0,0-1 0 0 0,0 1 1 0 0,0-1-1 0 0,0 0 0 0 0,0 1 1 0 0,1-1-1 0 0,-1 0 0 0 0,1 1 1 0 0,-1-1-1 0 0,1 0 0 0 0,0 1 1 0 0,0-1-1 0 0,0 0 1 0 0,0 0-1 0 0,0 0 0 0 0,1 0 1 0 0,-1 0-1 0 0,1 0 0 0 0,-1 0 1 0 0,1-1-1 0 0,0 1 0 0 0,-1-1 1 0 0,1 1-1 0 0,0-1 0 0 0,0 1 1 0 0,0-1-1 0 0,0 0 0 0 0,1 0 1 0 0,-1 0-1 0 0,0 0 1 0 0,0 0-1 0 0,0-1 0 0 0,1 1 1 0 0,-1-1-1 0 0,0 1 0 0 0,1-1 1 0 0,-1 0-1 0 0,1 0 0 0 0,-1 0 1 0 0,0 0-1 0 0,1 0 0 0 0,-1-1 1 0 0,0 1-1 0 0,1-1 1 0 0,-1 1-1 0 0,0-1 0 0 0,1 0 1 0 0,-1 0-1 0 0,0 0 0 0 0,3-2 1 0 0,13-8 7 0 0,0-1 0 0 0,-1 0 1 0 0,0-1-1 0 0,-1-1 0 0 0,0-1 1 0 0,-2 0-1 0 0,1-1 0 0 0,-2 0 0 0 0,0-1 1 0 0,-1-1-1 0 0,-1 0 0 0 0,9-20 1 0 0,-10 18-4 0 0,-1-1 0 0 0,-1 0 0 0 0,0 0 1 0 0,-2-1-1 0 0,-1 0 0 0 0,0 0 0 0 0,-2-1 0 0 0,-1 1 1 0 0,0-1-1 0 0,-2 1 0 0 0,-2-27 0 0 0,-2 31 156 0 0,0 1 0 0 0,-1-1-1 0 0,-13-29 1 0 0,8 21 132 0 0,9 24-236 0 0,-1 3-69 0 0,0 1 0 0 0,0-1 0 0 0,0 1 1 0 0,0 0-1 0 0,1 0 0 0 0,-1-1 0 0 0,0 1 0 0 0,1 0 0 0 0,-1 1 0 0 0,0 2 0 0 0,0-4-1 0 0,-2 7 4 0 0,-1 0 1 0 0,2-1-1 0 0,-1 1 0 0 0,1 1 1 0 0,0-1-1 0 0,0 0 0 0 0,1 1 1 0 0,0-1-1 0 0,0 11 0 0 0,-2 0 23 0 0,-2 30 35 0 0,1 1 0 0 0,3 0 0 0 0,2 0 0 0 0,9 67 0 0 0,-6-79-101 0 0,-3-8-393 0 0,4 44-893 0 0,-4-70 810 0 0,0-1 1 0 0,1 0-1 0 0,0 0 0 0 0,-1 0 0 0 0,1 0 0 0 0,0 0 0 0 0,0 0 0 0 0,1 0 1 0 0,-1 0-1 0 0,0 0 0 0 0,1-1 0 0 0,0 1 0 0 0,0 0 0 0 0,0-1 0 0 0,0 0 1 0 0,0 1-1 0 0,5 3 0 0 0,4 0-2500 0 0</inkml:trace>
</inkml:ink>
</file>

<file path=ppt/ink/ink3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0:40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5 600 0 0,'0'0'4856'0'0,"-11"-5"2937"0"0,9 43-7474 0 0,1-11-19 0 0,-7 48 1 0 0,8-73-592 0 0,-3 13-1702 0 0</inkml:trace>
</inkml:ink>
</file>

<file path=ppt/ink/ink3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0:40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48 948 0 0,'2'-13'2356'0'0,"-1"3"-240"0"0,4 2 309 0 0,2-2-1157 0 0,-1 3-1156 0 0,13 22-2936 0 0</inkml:trace>
</inkml:ink>
</file>

<file path=ppt/ink/ink3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0:41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180 390 168 0 0,'-1'-4'292'0'0,"-1"1"-1"0"0,0-1 1 0 0,0 0-1 0 0,0 1 1 0 0,-1 0 0 0 0,1-1-1 0 0,-1 1 1 0 0,0 0 0 0 0,0 0-1 0 0,0 1 1 0 0,0-1-1 0 0,0 1 1 0 0,-1-1 0 0 0,1 1-1 0 0,-1 0 1 0 0,1 0 0 0 0,-1 0-1 0 0,0 1 1 0 0,0 0-1 0 0,0-1 1 0 0,0 1 0 0 0,0 0-1 0 0,0 1 1 0 0,0-1-1 0 0,0 1 1 0 0,0 0 0 0 0,0 0-1 0 0,0 0 1 0 0,-1 1 0 0 0,1-1-1 0 0,-7 3 1 0 0,7-2-234 0 0,1 0 1 0 0,-1 0-1 0 0,1 0 0 0 0,0 0 1 0 0,-1 1-1 0 0,1-1 1 0 0,0 1-1 0 0,0 0 0 0 0,0 0 1 0 0,1 0-1 0 0,-1 0 1 0 0,0 1-1 0 0,1-1 0 0 0,-1 1 1 0 0,1 0-1 0 0,0-1 1 0 0,0 1-1 0 0,0 0 0 0 0,0 0 1 0 0,1 1-1 0 0,-1-1 1 0 0,1 0-1 0 0,0 0 0 0 0,0 1 1 0 0,0-1-1 0 0,0 1 1 0 0,0-1-1 0 0,1 1 0 0 0,0-1 1 0 0,-1 1-1 0 0,1-1 1 0 0,1 1-1 0 0,-1-1 0 0 0,0 1 1 0 0,1-1-1 0 0,0 1 1 0 0,1 4-1 0 0,0-3-52 0 0,0-1 0 0 0,0 1-1 0 0,1-1 1 0 0,-1 1 0 0 0,1-1-1 0 0,0 0 1 0 0,0 0 0 0 0,1 0 0 0 0,-1-1-1 0 0,1 1 1 0 0,0-1 0 0 0,0 0-1 0 0,0 0 1 0 0,0 0 0 0 0,0 0 0 0 0,0-1-1 0 0,1 0 1 0 0,0 0 0 0 0,-1 0-1 0 0,1 0 1 0 0,0-1 0 0 0,0 0 0 0 0,0 0-1 0 0,6 1 1 0 0,5 0-86 0 0,1 0 0 0 0,0-2 0 0 0,0 1 0 0 0,0-2 0 0 0,32-5 0 0 0,-27 0 59 0 0,0-1 1 0 0,-1 0-1 0 0,0-2 0 0 0,-1 0 0 0 0,0-1 0 0 0,26-18 0 0 0,13-6 918 0 0,-57 33-760 0 0,-1 0 0 0 0,1 0 0 0 0,-1 0-1 0 0,0 0 1 0 0,1 0 0 0 0,-1 0 0 0 0,0-1 0 0 0,0 1 0 0 0,0 0 0 0 0,0-1-1 0 0,0 1 1 0 0,0-1 0 0 0,-1 1 0 0 0,1-1 0 0 0,1-2 0 0 0,-8 5-119 0 0,0 1 1 0 0,1 1-1 0 0,-1-1 0 0 0,1 1 1 0 0,0 0-1 0 0,0 0 1 0 0,0 0-1 0 0,0 1 1 0 0,1-1-1 0 0,-1 1 1 0 0,1 0-1 0 0,-5 6 1 0 0,8-9-40 0 0,1 0-30 0 0,0-1 36 0 0,0 1 0 0 0,0-1-1 0 0,-1 1 1 0 0,1-1 0 0 0,0 1-1 0 0,0-1 1 0 0,0 1-1 0 0,0-1 1 0 0,0 1 0 0 0,0-1-1 0 0,0 0 1 0 0,0 1 0 0 0,1-1-1 0 0,-1 1 1 0 0,0-1 0 0 0,0 1-1 0 0,0-1 1 0 0,0 1-1 0 0,1-1 1 0 0,-1 0 0 0 0,0 1-1 0 0,0-1 1 0 0,1 1 0 0 0,-1-1-1 0 0,0 0 1 0 0,1 1 0 0 0,54-8-1273 0 0,-47 5 1063 0 0,0 1 1 0 0,-1 0-1 0 0,1 0 0 0 0,1 0 1 0 0,9 1-1 0 0,54-3-1529 0 0,-61 2 1715 0 0,-1-1 1 0 0,0 0-1 0 0,0-1 0 0 0,0 0 0 0 0,0 0 1 0 0,0-1-1 0 0,-1-1 0 0 0,0 1 1 0 0,1-1-1 0 0,-2-1 0 0 0,17-12 1 0 0,-10 5 278 0 0,-1-1 0 0 0,-1 0 1 0 0,0-1-1 0 0,-1 0 1 0 0,19-30-1 0 0,-19 24 95 0 0,-2 0 1 0 0,0 0-1 0 0,-1 0 1 0 0,-1-1-1 0 0,-1-1 1 0 0,-1 1-1 0 0,5-42 1 0 0,-9 56-91 0 0,1-12 345 0 0,-3 20-582 0 0,0 0-1 0 0,0-1 0 0 0,0 1 1 0 0,0 0-1 0 0,0-1 0 0 0,0 1 1 0 0,0-1-1 0 0,0 1 0 0 0,0 0 1 0 0,0-1-1 0 0,0 1 0 0 0,0 0 1 0 0,0-1-1 0 0,0 1 0 0 0,0 0 1 0 0,-1-1-1 0 0,1 1 0 0 0,0 0 1 0 0,0-1-1 0 0,0 1 0 0 0,-1 0 1 0 0,1 0-1 0 0,0-1 0 0 0,0 1 0 0 0,-1 0 1 0 0,1 0-1 0 0,0-1 0 0 0,-1 1 1 0 0,1 0-1 0 0,0 0 0 0 0,-1 0 1 0 0,1-1-1 0 0,0 1 0 0 0,-1 0 1 0 0,1 0-1 0 0,0 0 0 0 0,-1 0 1 0 0,1 0-1 0 0,-1 0 0 0 0,-1 1-1 0 0,0 1 0 0 0,1-1 0 0 0,-1 0 0 0 0,0 1 0 0 0,1 0 0 0 0,-1-1 0 0 0,1 1-1 0 0,-1 0 1 0 0,1 0 0 0 0,-2 3 0 0 0,2-4 1 0 0,-15 24 23 0 0,0 1 0 0 0,2 0 0 0 0,0 1 0 0 0,2 0 0 0 0,1 1 0 0 0,1 0 0 0 0,-6 32 0 0 0,11-41-14 0 0,1 0 0 0 0,1 0-1 0 0,1 1 1 0 0,0 34-1 0 0,3-45-34 0 0,-1-1 0 0 0,1 1 0 0 0,1 0-1 0 0,-1-1 1 0 0,1 1 0 0 0,1-1 0 0 0,0 0-1 0 0,0 0 1 0 0,1 0 0 0 0,-1 0 0 0 0,2 0-1 0 0,-1-1 1 0 0,7 8 0 0 0,-9-13 9 0 0,0 0 1 0 0,0 0-1 0 0,0-1 1 0 0,0 1-1 0 0,0-1 1 0 0,0 1-1 0 0,0-1 1 0 0,1 0-1 0 0,-1 0 1 0 0,0 0-1 0 0,1 0 1 0 0,-1 0-1 0 0,1 0 1 0 0,-1-1-1 0 0,1 0 1 0 0,0 1-1 0 0,4-1 1 0 0,0 0-8 0 0,0-1 1 0 0,0 0-1 0 0,0 0 1 0 0,0 0-1 0 0,0-1 1 0 0,10-4-1 0 0,-3 1-1 0 0,-1-1 1 0 0,0-1-1 0 0,-1 0 0 0 0,0 0 0 0 0,0-1 0 0 0,13-12 1 0 0,43-39 112 0 0,-67 57-94 0 0,-3 4-42 0 0,0 0 39 0 0,0 0 0 0 0,0 0-1 0 0,0 0 1 0 0,1 0 0 0 0,-1 0 0 0 0,0 1 0 0 0,-1 3 0 0 0,-4 2-8 0 0,5-6 8 0 0,1 0 0 0 0,0 0 0 0 0,0 0 0 0 0,0-1 0 0 0,0 1 0 0 0,0 1 1 0 0,0-1-1 0 0,0 0 0 0 0,1 0 0 0 0,-1 0 0 0 0,1 0 0 0 0,0 0 0 0 0,-1 1 0 0 0,1-1 1 0 0,0 4-1 0 0,0-4-8 0 0,0-1 1 0 0,0 1 0 0 0,-1 0 0 0 0,1-1 0 0 0,0 1 0 0 0,0 0-1 0 0,1-1 1 0 0,-1 1 0 0 0,0 0 0 0 0,1-1 0 0 0,-1 1-1 0 0,0 0 1 0 0,1-1 0 0 0,0 1 0 0 0,-1-1 0 0 0,1 1-1 0 0,0-1 1 0 0,0 1 0 0 0,0-1 0 0 0,0 0 0 0 0,0 1 0 0 0,0-1-1 0 0,0 0 1 0 0,1 0 0 0 0,-1 0 0 0 0,0 0 0 0 0,1 0-1 0 0,-1 0 1 0 0,1 0 0 0 0,-1 0 0 0 0,1-1 0 0 0,-1 1-1 0 0,1 0 1 0 0,-1-1 0 0 0,1 0 0 0 0,0 1 0 0 0,-1-1 0 0 0,1 0-1 0 0,0 0 1 0 0,-1 0 0 0 0,4 0 0 0 0,10 0-104 0 0,-1 0 1 0 0,0-1 0 0 0,1-1 0 0 0,14-4-1 0 0,-9 3-35 0 0,15-3-78 0 0,0 3 0 0 0,0 0 0 0 0,1 3 0 0 0,48 4-1 0 0,-82-3 221 0 0,0-1-1 0 0,0 1 0 0 0,0-1 1 0 0,0 1-1 0 0,0 0 0 0 0,-1 0 1 0 0,1 0-1 0 0,0 0 0 0 0,-1 0 1 0 0,1 0-1 0 0,-1 0 0 0 0,1 1 1 0 0,-1-1-1 0 0,0 1 0 0 0,1-1 1 0 0,-1 1-1 0 0,0-1 0 0 0,0 1 1 0 0,0-1-1 0 0,0 1 0 0 0,0 0 1 0 0,0 2-1 0 0,-1-3 11 0 0,0 0 0 0 0,0 1 1 0 0,0-1-1 0 0,0 0 0 0 0,0 1 0 0 0,-1-1 0 0 0,1 0 0 0 0,-1 0 0 0 0,1 1 1 0 0,-1-1-1 0 0,1 0 0 0 0,-1 0 0 0 0,0 0 0 0 0,1 0 0 0 0,-1 0 0 0 0,0 0 1 0 0,0 0-1 0 0,0 0 0 0 0,0 0 0 0 0,0 0 0 0 0,-1 1 0 0 0,-25 18 16 0 0,22-18-195 0 0,1 0 0 0 0,-1-1 0 0 0,1 1 0 0 0,-1-1 1 0 0,0 0-1 0 0,0-1 0 0 0,-7 1 0 0 0,-24-8-5842 0 0,20 0 3485 0 0</inkml:trace>
</inkml:ink>
</file>

<file path=ppt/ink/ink3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0:42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70 796 0 0,'14'-9'1220'0'0,"-5"4"-48"0"0,0-1-36 0 0,3-3-64 0 0,3 1-127 0 0,1 3-117 0 0,1-3-180 0 0,10 3-240 0 0,-2 2-280 0 0,0-1-344 0 0,15 0-388 0 0,-12 2-656 0 0,4 2-1357 0 0,-4-2 601 0 0</inkml:trace>
</inkml:ink>
</file>

<file path=ppt/ink/ink3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0:42.5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360 29 376 0 0,'2'-25'6613'0'0,"-4"24"-6507"0"0,0 0-1 0 0,1 1 0 0 0,-1 0 1 0 0,0-1-1 0 0,0 1 1 0 0,0 0-1 0 0,0 0 0 0 0,0 0 1 0 0,0 0-1 0 0,0 0 0 0 0,0 0 1 0 0,0 1-1 0 0,0-1 1 0 0,1 1-1 0 0,-1-1 0 0 0,0 1 1 0 0,0 0-1 0 0,0-1 1 0 0,1 1-1 0 0,-1 0 0 0 0,0 0 1 0 0,1 0-1 0 0,-3 3 0 0 0,-45 31 467 0 0,45-32-409 0 0,-18 14 101 0 0,0 1 0 0 0,2 0 0 0 0,0 2 0 0 0,1 0 1 0 0,0 2-1 0 0,2 0 0 0 0,1 0 0 0 0,1 2 0 0 0,1 0 0 0 0,1 0 0 0 0,1 2 0 0 0,-12 35 1 0 0,16-32-89 0 0,1 1 1 0 0,1 0-1 0 0,2 0 1 0 0,2 0-1 0 0,0 1 1 0 0,2-1 0 0 0,1 0-1 0 0,8 49 1 0 0,-5-59-175 0 0,1-1 1 0 0,0 0-1 0 0,2 0 0 0 0,0 0 1 0 0,1 0-1 0 0,1-1 1 0 0,0-1-1 0 0,2 0 1 0 0,0 0-1 0 0,1-1 0 0 0,0 0 1 0 0,1-1-1 0 0,1 0 1 0 0,20 16-1 0 0,-18-19-321 0 0,-1-1-1 0 0,2 0 1 0 0,-1-1-1 0 0,1-1 1 0 0,1 0-1 0 0,20 6 1 0 0,-25-11-734 0 0,0 0 0 0 0,0-1 0 0 0,0-1 0 0 0,0 0 0 0 0,0-1 0 0 0,14 0 0 0 0,4-3-2156 0 0</inkml:trace>
</inkml:ink>
</file>

<file path=ppt/ink/ink3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0:42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99 132 0 0,'-2'-6'392'0'0,"0"0"1"0"0,-1 1-1 0 0,1-1 1 0 0,-1 1-1 0 0,0 0 1 0 0,-1 0-1 0 0,1 0 0 0 0,-1 0 1 0 0,0 1-1 0 0,0-1 1 0 0,0 1-1 0 0,-1 0 1 0 0,1 0-1 0 0,-1 0 1 0 0,0 1-1 0 0,0 0 0 0 0,-1 0 1 0 0,1 0-1 0 0,-1 1 1 0 0,1-1-1 0 0,-1 1 1 0 0,0 0-1 0 0,0 1 0 0 0,-10-2 1 0 0,10 3-248 0 0,0-1-1 0 0,0 1 1 0 0,0 0 0 0 0,0 1-1 0 0,0 0 1 0 0,0-1 0 0 0,0 2 0 0 0,0-1-1 0 0,0 1 1 0 0,1 0 0 0 0,-1 0-1 0 0,1 1 1 0 0,-1-1 0 0 0,1 1-1 0 0,0 0 1 0 0,0 1 0 0 0,0-1 0 0 0,1 1-1 0 0,-1 0 1 0 0,1 0 0 0 0,0 1-1 0 0,0-1 1 0 0,0 1 0 0 0,1 0 0 0 0,-5 7-1 0 0,4-3-61 0 0,1-1-1 0 0,0 1 1 0 0,0 0 0 0 0,1 0-1 0 0,0 0 1 0 0,0 1-1 0 0,1-1 1 0 0,0 0-1 0 0,1 1 1 0 0,0-1 0 0 0,1 1-1 0 0,0-1 1 0 0,0 0-1 0 0,1 1 1 0 0,0-1-1 0 0,0 0 1 0 0,1 0 0 0 0,1-1-1 0 0,-1 1 1 0 0,8 12-1 0 0,-4-8-250 0 0,0-1 0 0 0,0 0 0 0 0,1-1-1 0 0,1 1 1 0 0,0-1 0 0 0,0-1 0 0 0,1 0-1 0 0,1 0 1 0 0,-1-1 0 0 0,2 0 0 0 0,-1-1-1 0 0,1 0 1 0 0,13 6 0 0 0,-15-10-373 0 0,0-1 0 0 0,0 0 0 0 0,0 0 0 0 0,17 1 0 0 0,20-1-4206 0 0,-15-4 1579 0 0</inkml:trace>
</inkml:ink>
</file>

<file path=ppt/ink/ink3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0:43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6 183 1192 0 0,'-1'3'9174'0'0,"-2"25"-8972"0"0,2 9 596 0 0,1 0 1 0 0,6 41 0 0 0,0 24 4257 0 0,-6-111-4808 0 0,0-16-46 0 0,-1-15 31 0 0,2 0-1 0 0,1 1 1 0 0,3 0-1 0 0,10-48 1 0 0,-12 76-223 0 0,0 1 0 0 0,0 0 1 0 0,1 0-1 0 0,0 0 0 0 0,1 0 1 0 0,0 1-1 0 0,1 0 0 0 0,0 0 1 0 0,0 0-1 0 0,1 0 1 0 0,0 1-1 0 0,0 0 0 0 0,1 1 1 0 0,0 0-1 0 0,0 0 0 0 0,1 1 1 0 0,0 0-1 0 0,0 0 0 0 0,1 1 1 0 0,-1 0-1 0 0,14-4 0 0 0,-16 7-16 0 0,0 0 0 0 0,1 0 0 0 0,-1 1-1 0 0,1 0 1 0 0,-1 1 0 0 0,1-1-1 0 0,-1 2 1 0 0,1-1 0 0 0,0 1 0 0 0,-1 0-1 0 0,0 0 1 0 0,9 4 0 0 0,-12-5-3 0 0,-1 1 1 0 0,0 1-1 0 0,0-1 0 0 0,0 0 1 0 0,1 1-1 0 0,-1 0 1 0 0,-1-1-1 0 0,1 1 1 0 0,0 0-1 0 0,0 1 0 0 0,-1-1 1 0 0,1 0-1 0 0,-1 1 1 0 0,0-1-1 0 0,0 1 0 0 0,0 0 1 0 0,0 0-1 0 0,0 0 1 0 0,0 0-1 0 0,-1 0 0 0 0,1 0 1 0 0,-1 0-1 0 0,0 1 1 0 0,0-1-1 0 0,0 0 1 0 0,-1 1-1 0 0,1-1 0 0 0,-1 6 1 0 0,0-5 7 0 0,-1 0-1 0 0,0 1 1 0 0,0-1 0 0 0,-1 0 0 0 0,1 0 0 0 0,-1 0-1 0 0,0 0 1 0 0,0 0 0 0 0,0 0 0 0 0,0 0 0 0 0,-1-1 0 0 0,1 1-1 0 0,-1-1 1 0 0,0 0 0 0 0,0 0 0 0 0,0 0 0 0 0,-1 0-1 0 0,1 0 1 0 0,-1-1 0 0 0,-6 4 0 0 0,-6 4 8 0 0,1-2-1 0 0,-2 0 1 0 0,-26 9 0 0 0,19-11-580 0 0,-46 7 0 0 0,39-8-1859 0 0,29-5 1300 0 0,-4 1-1073 0 0,1 1 966 0 0</inkml:trace>
</inkml:ink>
</file>

<file path=ppt/ink/ink3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0:43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456 3 504 0 0,'2'-1'263'0'0,"0"1"-1"0"0,1-1 1 0 0,-1 1 0 0 0,0 0-1 0 0,0 0 1 0 0,0 0 0 0 0,0 0-1 0 0,1 0 1 0 0,-1 0 0 0 0,0 1-1 0 0,0-1 1 0 0,0 1-1 0 0,0 0 1 0 0,0-1 0 0 0,0 1-1 0 0,0 0 1 0 0,0 0 0 0 0,0 0-1 0 0,0 0 1 0 0,0 1 0 0 0,-1-1-1 0 0,3 2 1 0 0,-2 0-33 0 0,1 1 0 0 0,-1-1 1 0 0,0 0-1 0 0,0 1 0 0 0,0 0 0 0 0,0-1 0 0 0,-1 1 1 0 0,1 0-1 0 0,-1 0 0 0 0,0 0 0 0 0,0 5 0 0 0,1 6 116 0 0,-1 1 0 0 0,0 0-1 0 0,-1-1 1 0 0,-1 1-1 0 0,-3 19 1 0 0,-7 10 354 0 0,-1-1 0 0 0,-2 0 0 0 0,-2 0 0 0 0,-40 77 0 0 0,35-82 92 0 0,-1-1 1 0 0,-2-2-1 0 0,-54 64 0 0 0,60-81-469 0 0,-2 0 0 0 0,0-2 0 0 0,0 0 0 0 0,-2-1-1 0 0,0-1 1 0 0,0-1 0 0 0,-38 16 0 0 0,23-8-2784 0 0,36-21 1887 0 0,-6 2 23 0 0,-14-11-13572 0 0</inkml:trace>
</inkml:ink>
</file>

<file path=ppt/ink/ink3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0:46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22 436 0 0,'3'-21'7257'0'0,"-6"31"-2744"0"0,-8 21-4378 0 0,1 4 316 0 0,0 1-1 0 0,-6 58 1 0 0,15-93-328 0 0,2 0-118 0 0,0-1 1 0 0,-1 0 0 0 0,1 1-1 0 0,0-1 1 0 0,-1 0-1 0 0,1 1 1 0 0,0-1-1 0 0,0 0 1 0 0,-1 0-1 0 0,1 0 1 0 0,0 1-1 0 0,0-1 1 0 0,-1 0 0 0 0,1 0-1 0 0,0 0 1 0 0,0 0-1 0 0,0 0 1 0 0,-1-1-1 0 0,1 1 1 0 0,0 0-1 0 0,0 0 1 0 0,-1 0-1 0 0,1-1 1 0 0,0 1 0 0 0,-1 0-1 0 0,1-1 1 0 0,1 0-1 0 0,17-7 33 0 0,-19 8-38 0 0,33-17 60 0 0,44-33 1 0 0,-55 34-53 0 0,1 1 1 0 0,0 1-1 0 0,1 1 1 0 0,28-11 0 0 0,-39 20-17 0 0,0 0 1 0 0,0 0 0 0 0,0 1 0 0 0,0 1 0 0 0,1 0-1 0 0,-1 1 1 0 0,0 0 0 0 0,15 2 0 0 0,-24-1 5 0 0,-1 1 1 0 0,0-1 0 0 0,0 1-1 0 0,1 0 1 0 0,-1 0 0 0 0,0 0-1 0 0,0 0 1 0 0,0 0 0 0 0,0 1-1 0 0,0 0 1 0 0,-1-1 0 0 0,1 1-1 0 0,0 0 1 0 0,-1 0 0 0 0,1 0-1 0 0,-1 1 1 0 0,0-1 0 0 0,0 1-1 0 0,0-1 1 0 0,0 1-1 0 0,0 0 1 0 0,0-1 0 0 0,-1 1-1 0 0,1 0 1 0 0,-1 0 0 0 0,0 0-1 0 0,0 1 1 0 0,0-1 0 0 0,0 0-1 0 0,-1 0 1 0 0,1 0 0 0 0,-1 1-1 0 0,0-1 1 0 0,0 0 0 0 0,0 1-1 0 0,0-1 1 0 0,-1 6 0 0 0,0-3-7 0 0,0 0 1 0 0,0 0 0 0 0,0-1 0 0 0,-1 1-1 0 0,0-1 1 0 0,0 1 0 0 0,0-1 0 0 0,-1 0 0 0 0,0 1-1 0 0,0-1 1 0 0,0-1 0 0 0,0 1 0 0 0,-1 0-1 0 0,0-1 1 0 0,0 0 0 0 0,0 0 0 0 0,-5 4-1 0 0,5-5-568 0 0,-1 0 0 0 0,1 0 0 0 0,0-1-1 0 0,-1 0 1 0 0,1 1 0 0 0,-1-2-1 0 0,-6 3 1 0 0</inkml:trace>
</inkml:ink>
</file>

<file path=ppt/ink/ink3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0:46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26 424 0 0,'-1'-16'4292'0'0,"2"6"-1151"0"0,23 17-3289 0 0,-11 0-164 0 0,-4 2-148 0 0,8 3-220 0 0,-4 0-365 0 0,2 7-1131 0 0,4-2 500 0 0</inkml:trace>
</inkml:ink>
</file>

<file path=ppt/ink/ink3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0:48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25 172 0 0,'0'0'568'0'0,"1"-13"-216"0"0,-13 1-920 0 0</inkml:trace>
</inkml:ink>
</file>

<file path=ppt/ink/ink3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0:53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460 223 224 0 0,'-1'-14'2816'0'0,"0"10"-2563"0"0,0 1 0 0 0,0-1 0 0 0,-1 1-1 0 0,1 0 1 0 0,-1-1 0 0 0,1 1-1 0 0,-1 0 1 0 0,0 0 0 0 0,0 0 0 0 0,-1 0-1 0 0,1 0 1 0 0,-1 1 0 0 0,1-1 0 0 0,-1 1-1 0 0,0-1 1 0 0,0 1 0 0 0,0 0 0 0 0,0 0-1 0 0,0 0 1 0 0,-6-2 0 0 0,3 3-102 0 0,0 0 0 0 0,0 0 0 0 0,1 0 1 0 0,-1 0-1 0 0,0 1 0 0 0,0 0 0 0 0,0 0 0 0 0,0 1 1 0 0,0 0-1 0 0,0 0 0 0 0,-10 3 0 0 0,-5 3 24 0 0,0 2 0 0 0,1 0 0 0 0,0 1 0 0 0,1 1 0 0 0,-35 25 0 0 0,34-20 12 0 0,0 1 0 0 0,1 1 1 0 0,1 0-1 0 0,-32 42 0 0 0,45-54-151 0 0,0 1 1 0 0,0 0-1 0 0,1 0 1 0 0,0 1-1 0 0,1-1 0 0 0,-1 1 1 0 0,1-1-1 0 0,1 1 1 0 0,-1 0-1 0 0,1 0 0 0 0,1 1 1 0 0,0-1-1 0 0,0 0 1 0 0,0 1-1 0 0,1-1 0 0 0,0 0 1 0 0,1 0-1 0 0,0 1 0 0 0,3 11 1 0 0,-3-17-22 0 0,0-1 0 0 0,0 1 0 0 0,0 0 0 0 0,0 0 0 0 0,0-1 0 0 0,1 1 1 0 0,-1-1-1 0 0,1 0 0 0 0,0 1 0 0 0,0-1 0 0 0,0 0 0 0 0,0 0 0 0 0,0 0 0 0 0,0 0 0 0 0,1 0 0 0 0,-1-1 0 0 0,0 1 1 0 0,1-1-1 0 0,0 1 0 0 0,3 0 0 0 0,-2-1 1 0 0,1 0 0 0 0,-1 0 0 0 0,0-1 1 0 0,1 0-1 0 0,-1 0 0 0 0,1 0 0 0 0,-1 0 1 0 0,0-1-1 0 0,1 1 0 0 0,-1-1 0 0 0,0 0 0 0 0,5-2 1 0 0,5-3 6 0 0,-1 0 0 0 0,1 0 1 0 0,-1-1-1 0 0,-1-1 0 0 0,0 0 1 0 0,22-20-1 0 0,-13 9-61 0 0,-1-2 0 0 0,-1 0 0 0 0,-1-1-1 0 0,-1-1 1 0 0,-1-1 0 0 0,20-39 0 0 0,-36 63 31 0 0,0 0 1 0 0,0 1-1 0 0,0-1 1 0 0,0 0 0 0 0,0 0-1 0 0,1 0 1 0 0,-1 1-1 0 0,0-1 1 0 0,0 0-1 0 0,0 0 1 0 0,0 0-1 0 0,1 0 1 0 0,-1 0-1 0 0,0 1 1 0 0,0-1-1 0 0,0 0 1 0 0,1 0-1 0 0,-1 0 1 0 0,0 0-1 0 0,0 0 1 0 0,1 0-1 0 0,-1 0 1 0 0,0 0 0 0 0,0 0-1 0 0,0 0 1 0 0,1 0-1 0 0,-1 0 1 0 0,0 0-1 0 0,0 0 1 0 0,1 0-1 0 0,-1 0 1 0 0,0 0-1 0 0,0 0 1 0 0,0 0-1 0 0,1 0 1 0 0,-1 0-1 0 0,0 0 1 0 0,0 0-1 0 0,0-1 1 0 0,1 1 0 0 0,-1 0-1 0 0,0 0 1 0 0,0 0-1 0 0,0 0 1 0 0,1-1-1 0 0,-1 1 1 0 0,0 0-1 0 0,0 0 1 0 0,0 0-1 0 0,0 0 1 0 0,0-1-1 0 0,0 1 1 0 0,1 0-1 0 0,3 37-58 0 0,0 4 17 0 0,-2-35 43 0 0,0 0 1 0 0,0-1-1 0 0,1 1 0 0 0,-1-1 0 0 0,1 1 0 0 0,0-1 0 0 0,1 0 1 0 0,-1 0-1 0 0,1 0 0 0 0,0 0 0 0 0,0-1 0 0 0,1 0 1 0 0,-1 0-1 0 0,10 7 0 0 0,-10-9 6 0 0,1 0 0 0 0,-1-1-1 0 0,1 1 1 0 0,0-1 0 0 0,-1 0 0 0 0,1-1 0 0 0,0 1-1 0 0,0-1 1 0 0,0 0 0 0 0,0 0 0 0 0,-1 0 0 0 0,1-1 0 0 0,0 1-1 0 0,0-1 1 0 0,-1 0 0 0 0,1-1 0 0 0,0 1 0 0 0,-1-1-1 0 0,7-3 1 0 0,12-7-9 0 0,1-1 0 0 0,-2-2 0 0 0,0 0-1 0 0,-1-1 1 0 0,33-32 0 0 0,-8 7 243 0 0,-19 10 79 0 0,-26 30-330 0 0,0 5-40 0 0,-1 14 51 0 0,0 0 0 0 0,-1-1 0 0 0,0 1 0 0 0,-2 0 0 0 0,-8 30 0 0 0,9-38 1 0 0,-3 35 17 0 0,4-44-4 0 0,1 1 1 0 0,-1-1-1 0 0,1 0 1 0 0,0 0 0 0 0,-1 0-1 0 0,1 1 1 0 0,0-1-1 0 0,0 0 1 0 0,0 0-1 0 0,0 1 1 0 0,0-1-1 0 0,0 0 1 0 0,0 1-1 0 0,0-1 1 0 0,1 0-1 0 0,-1 0 1 0 0,0 0 0 0 0,1 1-1 0 0,-1-1 1 0 0,2 2-1 0 0,15-16 233 0 0,7-8-425 0 0,7 3-129 0 0,1 2 0 0 0,50-20 0 0 0,-80 35 285 0 0,3 4 2 0 0,-1-1 0 0 0,1 1 0 0 0,0 0-1 0 0,-1 0 1 0 0,0 1 0 0 0,0-1-1 0 0,0 1 1 0 0,0 0 0 0 0,0 0-1 0 0,-1 0 1 0 0,0 1 0 0 0,4 6-1 0 0,2 2 12 0 0,-5-7 20 0 0,1-1 0 0 0,-1 1-1 0 0,1-1 1 0 0,0-1 0 0 0,0 1 0 0 0,1-1-1 0 0,-1 1 1 0 0,1-1 0 0 0,0-1-1 0 0,0 1 1 0 0,0-1 0 0 0,1-1 0 0 0,-1 1-1 0 0,1-1 1 0 0,-1 0 0 0 0,1 0 0 0 0,0-1-1 0 0,0 1 1 0 0,0-2 0 0 0,-1 1 0 0 0,1-1-1 0 0,0 0 1 0 0,0-1 0 0 0,0 1-1 0 0,0-1 1 0 0,0-1 0 0 0,0 1 0 0 0,-1-1-1 0 0,11-4 1 0 0,1-3 4 0 0,-1 0 1 0 0,-1-1-1 0 0,1-1 0 0 0,-2-1 0 0 0,0 0 0 0 0,0 0 0 0 0,-1-2 1 0 0,13-16-1 0 0,-9 12-1 0 0,-17 17-19 0 0,-1 0-1 0 0,1 1 1 0 0,-1-1 0 0 0,1 0 0 0 0,-1 1 0 0 0,1-1 0 0 0,-1 0-1 0 0,0 0 1 0 0,1 0 0 0 0,-1 1 0 0 0,0-1 0 0 0,0 0 0 0 0,0 0-1 0 0,1 0 1 0 0,-1 1 0 0 0,0-1 0 0 0,0 0 0 0 0,0 0 0 0 0,0 0-1 0 0,0 0 1 0 0,-1 1 0 0 0,1-1 0 0 0,0 0 0 0 0,0 0 0 0 0,0 0-1 0 0,-1 1 1 0 0,0-3 0 0 0,-20 20-11 0 0,20-15 18 0 0,0 0 0 0 0,0 0 0 0 0,0 1 1 0 0,1-1-1 0 0,-1 0 0 0 0,0 1 0 0 0,1-1 0 0 0,0 1 1 0 0,-1-1-1 0 0,1 0 0 0 0,0 1 0 0 0,0-1 1 0 0,0 1-1 0 0,1-1 0 0 0,-1 1 0 0 0,1-1 0 0 0,-1 0 1 0 0,3 5-1 0 0,-3-4 1 0 0,2 4 6 0 0,1 0 0 0 0,-1 0-1 0 0,1 0 1 0 0,1 0 0 0 0,-1-1 0 0 0,1 1-1 0 0,0-1 1 0 0,1 0 0 0 0,0 0 0 0 0,-1 0-1 0 0,2-1 1 0 0,5 5 0 0 0,-10-9 22 0 0,1 0 1 0 0,-1 0-1 0 0,1 0 1 0 0,0 0 0 0 0,-1 0-1 0 0,1 0 1 0 0,0-1-1 0 0,-1 1 1 0 0,1-1-1 0 0,0 0 1 0 0,-1 1-1 0 0,1-1 1 0 0,0 0-1 0 0,0 0 1 0 0,0 0 0 0 0,-1 0-1 0 0,1 0 1 0 0,0 0-1 0 0,0-1 1 0 0,-1 1-1 0 0,1-1 1 0 0,0 1-1 0 0,0-1 1 0 0,-1 1 0 0 0,1-1-1 0 0,-1 0 1 0 0,1 0-1 0 0,-1 0 1 0 0,1 0-1 0 0,-1 0 1 0 0,1 0-1 0 0,-1 0 1 0 0,0-1-1 0 0,0 1 1 0 0,1 0 0 0 0,-1-1-1 0 0,0 1 1 0 0,0-1-1 0 0,0 1 1 0 0,0-3-1 0 0,5-4 141 0 0,-1-1-1 0 0,0 0 1 0 0,-1 0-1 0 0,0 0 1 0 0,5-15-1 0 0,8-40 355 0 0,-5 15-86 0 0,36-89 0 0 0,-41 123-475 0 0,0 0 0 0 0,1 1 1 0 0,0 0-1 0 0,1 0 0 0 0,1 1 1 0 0,0 1-1 0 0,1-1 0 0 0,0 2 1 0 0,1-1-1 0 0,15-10 0 0 0,-24 20 19 0 0,-1 0-1 0 0,1 0 1 0 0,0 0-1 0 0,-1 0 1 0 0,1 0-1 0 0,0 1 1 0 0,0-1-1 0 0,0 1 1 0 0,1 0-1 0 0,-1 0 1 0 0,0 0-1 0 0,0 0 1 0 0,1 1-1 0 0,-1 0 1 0 0,0-1-1 0 0,1 1 0 0 0,-1 0 1 0 0,0 0-1 0 0,1 1 1 0 0,-1-1-1 0 0,0 1 1 0 0,0-1-1 0 0,1 1 1 0 0,-1 0-1 0 0,0 0 1 0 0,0 1-1 0 0,0-1 1 0 0,0 1-1 0 0,0-1 1 0 0,3 3-1 0 0,-2 1 3 0 0,1 0 1 0 0,-1 0-1 0 0,1 0 0 0 0,-1 0 1 0 0,-1 0-1 0 0,1 1 0 0 0,-1 0 1 0 0,0 0-1 0 0,0 0 0 0 0,-1 0 1 0 0,0 0-1 0 0,0 1 0 0 0,0-1 1 0 0,1 10-1 0 0,5 57 188 0 0,-3 0 0 0 0,-5 76 0 0 0,2 36 143 0 0,-3-118-724 0 0,1-65 147 0 0,0 6 545 0 0,0-6-1639 0 0,-3-40-9824 0 0</inkml:trace>
</inkml:ink>
</file>

<file path=ppt/ink/ink3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0:54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1 343 384 0 0,'11'1'391'0'0,"1"-2"-1"0"0,-1 1 1 0 0,1-2 0 0 0,-1 1 0 0 0,1-2-1 0 0,-1 1 1 0 0,0-1 0 0 0,0-1 0 0 0,0 0-1 0 0,-1-1 1 0 0,0 0 0 0 0,1-1 0 0 0,-2 0-1 0 0,18-12 1 0 0,-18 11-192 0 0,0-1 0 0 0,0 0 0 0 0,-1 0 0 0 0,0-1 0 0 0,0 1 0 0 0,-1-2 0 0 0,0 1 0 0 0,-1-1 0 0 0,0 0 0 0 0,0 0 0 0 0,-1-1 0 0 0,-1 0 0 0 0,0 0 0 0 0,5-18 0 0 0,-7 17 21 0 0,0-1 0 0 0,-1 1 0 0 0,-1-1 0 0 0,0 1 0 0 0,0-1 1 0 0,-1 1-1 0 0,-3-14 0 0 0,3 24-137 0 0,0 0 2 0 0,2 1-82 0 0,-1 1 0 0 0,0 0 0 0 0,0 0 1 0 0,0 0-1 0 0,0-1 0 0 0,0 1 0 0 0,0 0 0 0 0,0 0 0 0 0,0 0 1 0 0,0-1-1 0 0,0 1 0 0 0,0 0 0 0 0,0 0 0 0 0,0 0 0 0 0,0-1 0 0 0,0 1 1 0 0,0 0-1 0 0,0 0 0 0 0,0 0 0 0 0,0-1 0 0 0,0 1 0 0 0,-1 0 0 0 0,1 0 1 0 0,0 0-1 0 0,0 0 0 0 0,0-1 0 0 0,0 1 0 0 0,0 0 0 0 0,0 0 0 0 0,-1 0 1 0 0,1 0-1 0 0,0 0 0 0 0,0 0 0 0 0,0-1 0 0 0,0 1 0 0 0,-1 0 0 0 0,1 0 1 0 0,0 0-1 0 0,0 0 0 0 0,0 0 0 0 0,0 0 0 0 0,-1 0 0 0 0,1 0 1 0 0,0 0-1 0 0,0 0 0 0 0,0 0 0 0 0,-1 0 0 0 0,1 0 0 0 0,0 0 0 0 0,0 0 1 0 0,0 0-1 0 0,-1 0 0 0 0,1 0 0 0 0,0 0 0 0 0,0 0 0 0 0,0 0 0 0 0,-1 0 1 0 0,1 0-1 0 0,0 0 0 0 0,0 1 0 0 0,-15 14 61 0 0,0 1 1 0 0,2 0-1 0 0,0 1 0 0 0,1 1 0 0 0,1 0 1 0 0,0 0-1 0 0,1 1 0 0 0,-12 36 1 0 0,8-13 94 0 0,1 0 1 0 0,3 1-1 0 0,-8 59 1 0 0,15-34 470 0 0,3-68-613 0 0,0 1 1 0 0,1-1-1 0 0,-1 1 1 0 0,0-1-1 0 0,1 0 1 0 0,-1 1-1 0 0,1-1 1 0 0,-1 1-1 0 0,1-1 1 0 0,-1 0-1 0 0,1 0 1 0 0,-1 1-1 0 0,1-1 0 0 0,-1 0 1 0 0,1 0-1 0 0,-1 1 1 0 0,1-1-1 0 0,0 0 1 0 0,-1 0-1 0 0,1 0 1 0 0,-1 0-1 0 0,1 0 1 0 0,-1 0-1 0 0,1 0 1 0 0,0 0-1 0 0,-1 0 1 0 0,1 0-1 0 0,-1 0 0 0 0,1-1 1 0 0,-1 1-1 0 0,1 0 1 0 0,0 0-1 0 0,-1 0 1 0 0,1-1-1 0 0,-1 1 1 0 0,1-1-1 0 0,21-6 123 0 0,8-8 108 0 0,-20 10-219 0 0,-1 0-1 0 0,1 1 1 0 0,0 0 0 0 0,1 0 0 0 0,-1 1-1 0 0,1 1 1 0 0,13-2 0 0 0,-12 4-29 0 0,-1 0 0 0 0,0 1 0 0 0,1 1 0 0 0,-1 0 0 0 0,0 1 0 0 0,0 0 0 0 0,13 5 0 0 0,26 7-66 0 0,-39-13 69 0 0,1 0-1 0 0,0-1 1 0 0,0 0 0 0 0,0-1-1 0 0,16-1 1 0 0,-23 0 1 0 0,0 0 1 0 0,0 0 0 0 0,1 0-1 0 0,-1-1 1 0 0,0 0 0 0 0,0 1-1 0 0,-1-2 1 0 0,1 1-1 0 0,0-1 1 0 0,-1 1 0 0 0,1-1-1 0 0,-1-1 1 0 0,8-6 0 0 0,1-2 16 0 0,-10 10-14 0 0,0 0-1 0 0,-1 0 1 0 0,0 0-1 0 0,1 0 1 0 0,-1 0-1 0 0,0-1 1 0 0,0 1-1 0 0,0-1 1 0 0,0 0 0 0 0,-1 0-1 0 0,1 1 1 0 0,-1-1-1 0 0,1 0 1 0 0,-1 0-1 0 0,0 0 1 0 0,0-1-1 0 0,-1 1 1 0 0,1 0-1 0 0,0-4 1 0 0,-1 6-12 0 0,0 0 0 0 0,1 0 0 0 0,-1 0 0 0 0,0 0 0 0 0,0 0 1 0 0,0 0-1 0 0,0 0 0 0 0,0 0 0 0 0,0-1 0 0 0,0 1 0 0 0,0 0 0 0 0,0 0 1 0 0,0 0-1 0 0,-1 0 0 0 0,1 0 0 0 0,0 0 0 0 0,-1 0 0 0 0,1 0 0 0 0,-1 0 1 0 0,1 0-1 0 0,-1 0 0 0 0,-1-1 0 0 0,1 2 0 0 0,1 0 1 0 0,-1-1-1 0 0,0 1 1 0 0,0 0-1 0 0,0 0 1 0 0,0 0-1 0 0,0 0 1 0 0,1 1-1 0 0,-1-1 0 0 0,0 0 1 0 0,0 0-1 0 0,0 0 1 0 0,0 1-1 0 0,1-1 1 0 0,-1 0-1 0 0,0 1 1 0 0,0-1-1 0 0,1 1 0 0 0,-1-1 1 0 0,0 1-1 0 0,0 0 1 0 0,-37 37-62 0 0,35-33 48 0 0,0 1-1 0 0,0-1 1 0 0,0 1 0 0 0,0 0 0 0 0,1 0 0 0 0,-3 12 0 0 0,5-17 21 0 0,-1 1 0 0 0,1 0 1 0 0,-1 0-1 0 0,1 0 0 0 0,0 0 1 0 0,0 0-1 0 0,-1 0 0 0 0,2 0 1 0 0,-1 0-1 0 0,0 0 0 0 0,0 0 1 0 0,1 0-1 0 0,-1 0 0 0 0,1 0 1 0 0,-1-1-1 0 0,1 1 0 0 0,0 0 0 0 0,0 0 1 0 0,0 0-1 0 0,0-1 0 0 0,0 1 1 0 0,0-1-1 0 0,0 1 0 0 0,0-1 1 0 0,1 1-1 0 0,-1-1 0 0 0,3 3 1 0 0,1-2-11 0 0,-1-1 1 0 0,0 1 0 0 0,1-1 0 0 0,-1 0 0 0 0,1 0 0 0 0,-1-1 0 0 0,1 1-1 0 0,0-1 1 0 0,-1 0 0 0 0,1 0 0 0 0,-1-1 0 0 0,1 1 0 0 0,0-1-1 0 0,-1 0 1 0 0,0 0 0 0 0,1 0 0 0 0,-1-1 0 0 0,1 0 0 0 0,-1 0-1 0 0,7-4 1 0 0,2 0-69 0 0,1 0-3 0 0,5-2-67 0 0,0 0 0 0 0,1 1 0 0 0,0 1 1 0 0,21-3-1 0 0,-40 9 134 0 0,0-1 0 0 0,0 1 0 0 0,0 0 0 0 0,0 0 0 0 0,1 1 0 0 0,-1-1 0 0 0,0 0 0 0 0,0 0 0 0 0,0 0 0 0 0,0 1 1 0 0,0-1-1 0 0,0 1 0 0 0,0-1 0 0 0,0 1 0 0 0,0-1 0 0 0,0 1 0 0 0,0-1 0 0 0,-1 1 0 0 0,1 0 0 0 0,0-1 0 0 0,0 1 0 0 0,0 0 0 0 0,-1 0 0 0 0,1 0 0 0 0,0 0 0 0 0,-1 0 0 0 0,1 0 1 0 0,0 2-1 0 0,10 36 42 0 0,-10-35-4 0 0,-1 1 0 0 0,1-1 0 0 0,0 0 0 0 0,1 0 0 0 0,-1 1 0 0 0,1-1 0 0 0,3 5 0 0 0,-1-4-72 0 0,0 0 1 0 0,1-1-1 0 0,0 1 1 0 0,0-1 0 0 0,0 0-1 0 0,0-1 1 0 0,1 1-1 0 0,-1-1 1 0 0,1 0-1 0 0,0-1 1 0 0,12 5-1 0 0,2-2-1972 0 0,0-1 1 0 0,29 2-1 0 0,-40-5 860 0 0,18 2-1938 0 0</inkml:trace>
</inkml:ink>
</file>

<file path=ppt/ink/ink3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0:19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476 116 4 0 0,'-4'-20'2903'0'0,"4"5"-1804"0"0,-3-32 3167 0 0,2 13-196 0 0,1 37-4048 0 0,-1 0 0 0 0,0 0 1 0 0,0 0-1 0 0,0 0 0 0 0,-1 0 0 0 0,1-1 1 0 0,-1 1-1 0 0,1 0 0 0 0,-1-1 0 0 0,-2 3 1 0 0,-10 16 64 0 0,-39 78 208 0 0,-69 96 1 0 0,-79 86 350 0 0,194-273-624 0 0,0 1 0 0 0,1 0 0 0 0,0 0 0 0 0,0 1 0 0 0,1-1 0 0 0,0 1 0 0 0,1 1 0 0 0,0-1 0 0 0,1 1 0 0 0,0-1 0 0 0,-2 13 0 0 0,5-21-6 0 0,0-1-14 0 0,0 0 1 0 0,1-1-1 0 0,-1 1 1 0 0,0 0-1 0 0,0 0 1 0 0,1-1-1 0 0,-1 1 1 0 0,1 0-1 0 0,-1-1 1 0 0,1 1-1 0 0,-1-1 1 0 0,1 1-1 0 0,-1 0 0 0 0,1-1 1 0 0,-1 1-1 0 0,1-1 1 0 0,0 0-1 0 0,-1 1 1 0 0,1-1-1 0 0,0 1 1 0 0,-1-1-1 0 0,1 0 1 0 0,0 0-1 0 0,-1 1 1 0 0,1-1-1 0 0,0 0 1 0 0,0 0-1 0 0,-1 0 1 0 0,1 0-1 0 0,2 0 1 0 0,24 6 59 0 0,19-10-66 0 0,1-2 0 0 0,-1-2 0 0 0,-1-2 0 0 0,78-28 1 0 0,-22 8-583 0 0,-67 17 22 0 0,-27 10-323 0 0,0 0 0 0 0,1 0 0 0 0,-1 0 0 0 0,1 1 0 0 0,15-2 0 0 0,-17-4-4820 0 0</inkml:trace>
</inkml:ink>
</file>

<file path=ppt/ink/ink4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0:19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0 183 348 0 0,'14'-12'820'0'0,"1"1"-1"0"0,0 0 1 0 0,0 2-1 0 0,1-1 1 0 0,0 2 0 0 0,20-8-1 0 0,108-32 1026 0 0,-117 40-1343 0 0,15-7-135 0 0,-29 10-825 0 0,0 0-1 0 0,1 1 0 0 0,-1 0 1 0 0,1 1-1 0 0,21-2 0 0 0,-29-3-2545 0 0</inkml:trace>
</inkml:ink>
</file>

<file path=ppt/ink/ink4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0:20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0 179 548 0 0,'3'-9'440'0'0,"0"1"0"0"0,1-1 0 0 0,0 1 1 0 0,0-1-1 0 0,1 1 0 0 0,0 0 0 0 0,0 1 0 0 0,1-1 0 0 0,0 1 1 0 0,1 0-1 0 0,-1 1 0 0 0,1-1 0 0 0,0 1 0 0 0,14-8 0 0 0,-9 6-338 0 0,0 0-1 0 0,1 1 1 0 0,-1 1-1 0 0,1 0 1 0 0,1 1-1 0 0,-1 0 0 0 0,1 1 1 0 0,0 0-1 0 0,15-1 1 0 0,-20 5-758 0 0,1 0 1 0 0,0 1-1 0 0,-1 0 0 0 0,0 1 1 0 0,1 0-1 0 0,10 4 1 0 0,-5-1-1357 0 0</inkml:trace>
</inkml:ink>
</file>

<file path=ppt/ink/ink4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0:20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0 720 0 0,'0'0'3420'0'0,"28"16"-705"0"0,-9-5-2400 0 0,0 2 0 0 0,-1 0 0 0 0,0 0 0 0 0,-1 2 0 0 0,-1 0-1 0 0,0 1 1 0 0,-2 1 0 0 0,1 0 0 0 0,-2 1 0 0 0,12 19 0 0 0,-14-18-614 0 0,-1 1 0 0 0,-1-1 0 0 0,-1 2 1 0 0,0-1-1 0 0,-2 1 0 0 0,5 23 0 0 0,-9-38-317 0 0,-2-5 373 0 0,0 0-1 0 0,1 0 1 0 0,-1 0 0 0 0,0 0-1 0 0,1 0 1 0 0,-1 1-1 0 0,0-1 1 0 0,0 0 0 0 0,0 0-1 0 0,0 0 1 0 0,0 0 0 0 0,0 1-1 0 0,-1-1 1 0 0,1 0-1 0 0,0 0 1 0 0,-1 2 0 0 0,-4 4-1711 0 0</inkml:trace>
  <inkml:trace contextRef="#ctx0" brushRef="#br0" timeOffset="1">508 62 452 0 0,'-1'-1'143'0'0,"0"0"1"0"0,0 0-1 0 0,0 0 0 0 0,0 0 1 0 0,0 0-1 0 0,0 0 0 0 0,0 0 1 0 0,0 0-1 0 0,0 0 0 0 0,-1 0 1 0 0,1 1-1 0 0,0-1 0 0 0,0 1 1 0 0,-1-1-1 0 0,1 1 0 0 0,0-1 1 0 0,-1 1-1 0 0,1-1 0 0 0,-1 1 1 0 0,1 0-1 0 0,-1 0 0 0 0,1 0 1 0 0,0 0-1 0 0,-1 0 0 0 0,1 0 1 0 0,-1 0-1 0 0,1 1 0 0 0,-1-1 1 0 0,1 0-1 0 0,0 1 0 0 0,-1-1 1 0 0,1 1-1 0 0,0 0 0 0 0,-2 0 1 0 0,-56 25 821 0 0,49-21-557 0 0,-30 16-26 0 0,2 2 0 0 0,0 1 1 0 0,1 1-1 0 0,2 3 0 0 0,0 0 1 0 0,2 3-1 0 0,2 0 0 0 0,-37 47 0 0 0,41-29-2462 0 0,19-31-1774 0 0,5-11 1406 0 0</inkml:trace>
</inkml:ink>
</file>

<file path=ppt/ink/ink4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0:21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8 944 0 0,'0'0'1019'0'0,"1"-2"114"0"0,5-4-78 0 0,1 7 4542 0 0,-18 96-4433 0 0,-9 137-9 0 0,19-201-1065 0 0,2 0 0 0 0,1 0 0 0 0,2 0 0 0 0,1-1 0 0 0,10 36 0 0 0,-14-62-75 0 0,1-1 1 0 0,0 0-1 0 0,0 0 0 0 0,1 1 1 0 0,-1-1-1 0 0,1-1 0 0 0,0 1 1 0 0,0 0-1 0 0,1-1 0 0 0,0 0 1 0 0,-1 1-1 0 0,1-1 0 0 0,1-1 1 0 0,7 7-1 0 0,-9-8-10 0 0,0-1-1 0 0,1 1 1 0 0,-1-1 0 0 0,1 0 0 0 0,-1 0 0 0 0,1 0-1 0 0,-1-1 1 0 0,1 1 0 0 0,-1-1 0 0 0,1 1 0 0 0,0-1-1 0 0,-1-1 1 0 0,1 1 0 0 0,-1 0 0 0 0,1-1-1 0 0,0 0 1 0 0,-1 1 0 0 0,1-2 0 0 0,-1 1 0 0 0,0 0-1 0 0,1-1 1 0 0,-1 1 0 0 0,0-1 0 0 0,4-2 0 0 0,3-3 1 0 0,1 0 1 0 0,-1-1 0 0 0,0 0 0 0 0,-1 0 0 0 0,0-1-1 0 0,0 0 1 0 0,-1-1 0 0 0,0 0 0 0 0,8-14 0 0 0,-11 16-6 0 0,-1 0 0 0 0,-1 0 0 0 0,1 0 0 0 0,-1 0 0 0 0,-1 0 0 0 0,1-1 0 0 0,-2 1 0 0 0,1-1 0 0 0,-1 0 0 0 0,0 0 0 0 0,-1 1 0 0 0,0-1 0 0 0,0 0 0 0 0,-2-9 1 0 0,1 16-7 0 0,1-1 0 0 0,-1 1 0 0 0,0-1 0 0 0,0 1 1 0 0,0-1-1 0 0,0 1 0 0 0,0 0 0 0 0,0-1 1 0 0,0 1-1 0 0,-1 0 0 0 0,1 0 0 0 0,-1 0 1 0 0,0 0-1 0 0,1 0 0 0 0,-1 1 0 0 0,0-1 0 0 0,0 0 1 0 0,0 1-1 0 0,-1 0 0 0 0,1-1 0 0 0,0 1 1 0 0,0 0-1 0 0,-1 0 0 0 0,1 0 0 0 0,-3 0 1 0 0,3 0-23 0 0,-21 6-24 0 0,19-3 44 0 0,0 0-1 0 0,0 0 1 0 0,1 1-1 0 0,-1-1 1 0 0,1 1-1 0 0,-1 0 0 0 0,1 0 1 0 0,0 0-1 0 0,0 0 1 0 0,0 0-1 0 0,1 1 1 0 0,-1-1-1 0 0,1 1 1 0 0,0 0-1 0 0,0 0 1 0 0,0 0-1 0 0,0 0 1 0 0,1 0-1 0 0,-3 8 1 0 0,2-4-2 0 0,0 1 1 0 0,1 0 0 0 0,0-1 0 0 0,0 1 0 0 0,0-1 0 0 0,1 1-1 0 0,1 0 1 0 0,1 14 0 0 0,-1-18 8 0 0,1 1 0 0 0,-1-1 1 0 0,1 0-1 0 0,-1 0 0 0 0,1 0 0 0 0,1 0 0 0 0,-1 0 0 0 0,1 0 0 0 0,0-1 1 0 0,0 1-1 0 0,0-1 0 0 0,0 0 0 0 0,1 0 0 0 0,0 0 0 0 0,0-1 1 0 0,0 1-1 0 0,0-1 0 0 0,1 0 0 0 0,-1 0 0 0 0,1 0 0 0 0,0-1 0 0 0,-1 1 1 0 0,11 2-1 0 0,-8-3-8 0 0,1-1 0 0 0,0 0 0 0 0,0-1 0 0 0,-1 0 0 0 0,1 0 1 0 0,0 0-1 0 0,0-1 0 0 0,-1 0 0 0 0,1-1 0 0 0,-1 0 0 0 0,1 0 0 0 0,-1-1 1 0 0,0 1-1 0 0,1-2 0 0 0,-1 1 0 0 0,7-5 0 0 0,8-7 4 0 0,-1-1-1 0 0,0-1 1 0 0,-1 0 0 0 0,0-2-1 0 0,25-31 1 0 0,-12 13 240 0 0,-32 36-170 0 0,0-1-30 0 0,3-4-19 0 0,-3 5-20 0 0,2 2-49 0 0,-1 1 49 0 0,1 0 0 0 0,0 1 0 0 0,-1-1 0 0 0,0 0 0 0 0,0 1 0 0 0,1-1 0 0 0,-1 1 0 0 0,-1 0 0 0 0,1 0 0 0 0,0 0 0 0 0,-1 0 0 0 0,1 0 0 0 0,0 5 0 0 0,15 55 29 0 0,-6-20 109 0 0,0-26-32 0 0,2 11-123 0 0,-12-28 16 0 0,-1 0 0 0 0,1 1 1 0 0,-1-1-1 0 0,0 0 0 0 0,1 1 1 0 0,-1-1-1 0 0,1 0 0 0 0,-1 0 1 0 0,1 0-1 0 0,-1 0 0 0 0,1 1 1 0 0,-1-1-1 0 0,1 0 0 0 0,-1 0 1 0 0,1 0-1 0 0,-1 0 0 0 0,1 0 0 0 0,-1 0 1 0 0,1 0-1 0 0,-1 0 0 0 0,1 0 1 0 0,-1 0-1 0 0,1 0 0 0 0,-1-1 1 0 0,0 1-1 0 0,1 0 0 0 0,-1 0 1 0 0,1 0-1 0 0,-1-1 0 0 0,1 1 1 0 0,-1 0-1 0 0,1-1 0 0 0,-1 1 1 0 0,1-1-1 0 0,17-8-74 0 0,-18 9 82 0 0,25-15-194 0 0,-1-2-1 0 0,31-27 0 0 0,-55 43 188 0 0,1 1 0 0 0,-1-1-1 0 0,0 1 1 0 0,1-1-1 0 0,-1 1 1 0 0,0-1-1 0 0,1 1 1 0 0,-1-1-1 0 0,1 1 1 0 0,-1-1-1 0 0,1 1 1 0 0,-1 0-1 0 0,1-1 1 0 0,-1 1-1 0 0,1 0 1 0 0,-1-1-1 0 0,1 1 1 0 0,0 0-1 0 0,-1 0 1 0 0,1-1 0 0 0,0 1-1 0 0,-1 0 1 0 0,1 0-1 0 0,-1 0 1 0 0,1 0-1 0 0,0 0 1 0 0,-1 0-1 0 0,1 0 1 0 0,0 0-1 0 0,-1 0 1 0 0,1 0-1 0 0,0 1 1 0 0,-1-1-1 0 0,1 0 1 0 0,-1 0-1 0 0,1 0 1 0 0,0 1 0 0 0,-1-1-1 0 0,1 0 1 0 0,-1 1-1 0 0,1-1 1 0 0,-1 1-1 0 0,1-1 1 0 0,-1 0-1 0 0,1 1 1 0 0,-1-1-1 0 0,0 1 1 0 0,1-1-1 0 0,-1 1 1 0 0,1-1-1 0 0,-1 1 1 0 0,0 0-1 0 0,0-1 1 0 0,1 1 0 0 0,-1-1-1 0 0,0 1 1 0 0,0 1-1 0 0,12 15-756 0 0,5 2-5505 0 0</inkml:trace>
</inkml:ink>
</file>

<file path=ppt/ink/ink4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0:22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8 628 0 0,'-11'-5'3200'0'0,"10"5"-3088"0"0,1 0-1 0 0,0 0 0 0 0,0-1 0 0 0,0 1 1 0 0,-1 0-1 0 0,1 0 0 0 0,0 0 0 0 0,0 0 1 0 0,0 0-1 0 0,-1-1 0 0 0,1 1 0 0 0,0 0 1 0 0,-1 0-1 0 0,1 0 0 0 0,0 0 0 0 0,0 0 1 0 0,-1 0-1 0 0,1 0 0 0 0,0 0 0 0 0,0 0 1 0 0,-1 0-1 0 0,1 0 0 0 0,0 0 0 0 0,-1 0 1 0 0,1 0-1 0 0,0 0 0 0 0,0 0 0 0 0,-1 0 1 0 0,1 0-1 0 0,0 1 0 0 0,0-1 0 0 0,-1 0 1 0 0,1 0-1 0 0,0 0 0 0 0,0 0 0 0 0,0 0 1 0 0,-1 1-1 0 0,1-1 0 0 0,0 0 0 0 0,0 0 1 0 0,0 0-1 0 0,-1 1 0 0 0,1-1 0 0 0,3 12 130 0 0,-1 0-1 0 0,2-1 1 0 0,0 1-1 0 0,0-1 1 0 0,1 0-1 0 0,9 15 1 0 0,-8-17-216 0 0,0 1 1 0 0,-1 1 0 0 0,-1-1-1 0 0,1 0 1 0 0,-2 1 0 0 0,1 0-1 0 0,-2 0 1 0 0,1 0 0 0 0,-1 1 0 0 0,-1-1-1 0 0,0 0 1 0 0,-1 1 0 0 0,-1 11-1 0 0,-5-11 47 0 0,6-12-79 0 0,0 0-1 0 0,0-1 0 0 0,0 1 1 0 0,0 0-1 0 0,0 0 0 0 0,0 0 1 0 0,0 0-1 0 0,0 0 0 0 0,0 0 1 0 0,0 0-1 0 0,-1 0 1 0 0,1 0-1 0 0,0-1 0 0 0,0 1 1 0 0,0 0-1 0 0,0 0 0 0 0,0 0 1 0 0,0 0-1 0 0,0 0 0 0 0,0 0 1 0 0,0 0-1 0 0,-1 0 0 0 0,1 0 1 0 0,0 0-1 0 0,0 0 0 0 0,0 0 1 0 0,0 0-1 0 0,0 0 0 0 0,0 0 1 0 0,0 0-1 0 0,0 0 0 0 0,-1 0 1 0 0,1 0-1 0 0,0 0 1 0 0,0 0-1 0 0,0 0 0 0 0,0 0 1 0 0,0 0-1 0 0,0 0 0 0 0,0 0 1 0 0,-1 0-1 0 0,1 0 0 0 0,0 0 1 0 0,0 0-1 0 0,0 0 0 0 0,0 0 1 0 0,0 0-1 0 0,0 0 0 0 0,0 1 1 0 0,0-1-1 0 0,0 0 0 0 0,0 0 1 0 0,-1 0-1 0 0,1 0 0 0 0,0 0 1 0 0,0 0-1 0 0,0 0 1 0 0,0 0-1 0 0,0 0 0 0 0,0 1 1 0 0,0-1-1 0 0,0 0 0 0 0,0 0 1 0 0,0 0-1 0 0,1-7-82 0 0,1 0 0 0 0,0-1 0 0 0,1 1 0 0 0,-1 0 0 0 0,1 0 0 0 0,0 1-1 0 0,1-1 1 0 0,0 1 0 0 0,0-1 0 0 0,0 1 0 0 0,1 0 0 0 0,0 1 0 0 0,0-1 0 0 0,7-5 0 0 0,0 1-68 0 0,1 0 0 0 0,0 0 0 0 0,1 1 0 0 0,0 1 0 0 0,29-14 0 0 0,-41 21 172 0 0,1 0 0 0 0,-1 1 0 0 0,0-1 0 0 0,0 0 0 0 0,0 1 0 0 0,0-1 0 0 0,1 1 0 0 0,-1 0 0 0 0,0-1 0 0 0,0 1 0 0 0,1 0 0 0 0,-1 0 0 0 0,0 1 0 0 0,1-1 0 0 0,-1 0 1 0 0,0 1-1 0 0,0 0 0 0 0,0-1 0 0 0,0 1 0 0 0,1 0 0 0 0,-1 0 0 0 0,3 2 0 0 0,-3-1 72 0 0,1 1 0 0 0,-1-1-1 0 0,0 1 1 0 0,1-1 0 0 0,-1 1 0 0 0,-1 0 0 0 0,1 0 0 0 0,0 0 0 0 0,-1 0 0 0 0,1 0 0 0 0,-1 0 0 0 0,0 0 0 0 0,1 7 0 0 0,0-5-173 0 0,-1 0 1 0 0,0 1 0 0 0,0-1-1 0 0,-1 0 1 0 0,0 1 0 0 0,0-1 0 0 0,0 1-1 0 0,-1-1 1 0 0,1 0 0 0 0,-1 1-1 0 0,-1-1 1 0 0,1 0 0 0 0,-1 1 0 0 0,0-1-1 0 0,0 0 1 0 0,0 0 0 0 0,0-1-1 0 0,-6 8 1 0 0,-3-7-3842 0 0</inkml:trace>
</inkml:ink>
</file>

<file path=ppt/ink/ink4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0:22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43 972 0 0,'1'-7'3104'0'0,"2"-9"-1355"0"0,0 8 695 0 0,-3-4-2088 0 0</inkml:trace>
</inkml:ink>
</file>

<file path=ppt/ink/ink4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0:22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0 256 0 0,'0'0'4396'0'0,"-5"5"-3865"0"0,-11 16-55 0 0,15-19-397 0 0,0 0 0 0 0,1 0 0 0 0,-1 1 1 0 0,1-1-1 0 0,0 0 0 0 0,-1 0 1 0 0,1 0-1 0 0,0 1 0 0 0,0-1 1 0 0,1 0-1 0 0,-1 0 0 0 0,0 1 1 0 0,1-1-1 0 0,-1 0 0 0 0,1 0 1 0 0,0 0-1 0 0,2 4 0 0 0,0 5 342 0 0,-3-9-367 0 0,1 9 292 0 0,0 0 0 0 0,1 0-1 0 0,0 0 1 0 0,1-1 0 0 0,0 1 0 0 0,1-1-1 0 0,5 13 1 0 0,-8-22-304 0 0,0 0 1 0 0,0-1-1 0 0,0 1 0 0 0,0 0 1 0 0,0-1-1 0 0,1 1 0 0 0,-1-1 1 0 0,0 1-1 0 0,0-1 0 0 0,0 0 1 0 0,0 1-1 0 0,0-1 0 0 0,1 0 1 0 0,-1 0-1 0 0,0 0 0 0 0,0 0 1 0 0,0 0-1 0 0,1 0 0 0 0,-1 0 1 0 0,0 0-1 0 0,0-1 0 0 0,0 1 1 0 0,1 0-1 0 0,-1-1 1 0 0,0 1-1 0 0,0-1 0 0 0,0 1 1 0 0,0-1-1 0 0,0 1 0 0 0,0-1 1 0 0,0 0-1 0 0,2-1 0 0 0,36-26 392 0 0,-38 27-387 0 0,21-19 245 0 0,0-1 0 0 0,34-46 0 0 0,-55 66-296 0 0,0 1 4 0 0,0-1 0 0 0,0 1 0 0 0,0 0 0 0 0,0 0 0 0 0,0 0 0 0 0,0 0 0 0 0,0 0 0 0 0,0 0-1 0 0,0 0 1 0 0,0 0 0 0 0,0 0 0 0 0,0 1 0 0 0,0-1 0 0 0,0 0 0 0 0,0 0 0 0 0,0 1 0 0 0,0-1 0 0 0,0 1 0 0 0,0-1 0 0 0,-1 1 0 0 0,1-1-1 0 0,2 2 1 0 0,-3-2 0 0 0,9 6 13 0 0,0 0-1 0 0,0-1 1 0 0,1 0 0 0 0,-1-1-1 0 0,1 0 1 0 0,1-1-1 0 0,-1 0 1 0 0,13 2-1 0 0,-16-4-36 0 0,0 0-1 0 0,0-1 0 0 0,0 0 0 0 0,0-1 0 0 0,0 1 0 0 0,0-1 0 0 0,0-1 1 0 0,0 1-1 0 0,0-1 0 0 0,-1-1 0 0 0,1 1 0 0 0,-1-1 0 0 0,8-4 1 0 0,8-11-1980 0 0,-7-4-3555 0 0,-12 12 2589 0 0</inkml:trace>
</inkml:ink>
</file>

<file path=ppt/ink/ink4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0:23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49 19386 0 0,'-11'-5'132'0'0,"3"1"-88"0"0,-4-6-156 0 0,4 3 96 0 0,7-3-36 0 0,20 0-876 0 0,-9 8 200 0 0,7 2-260 0 0,-2 0-333 0 0,0 2-1251 0 0,-2-1-2784 0 0,4 3 1235 0 0</inkml:trace>
</inkml:ink>
</file>

<file path=ppt/ink/ink4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0:25.3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611 638 624 0 0,'0'0'10859'0'0,"-8"-1"-10483"0"0,-20-4-73 0 0,1-1 0 0 0,1-1 0 0 0,-1-1 0 0 0,1-1 0 0 0,1-2 0 0 0,0 0 0 0 0,-35-23 0 0 0,11 4 4 0 0,2-3 1 0 0,-76-67-1 0 0,109 86-206 0 0,0 0 1 0 0,0 0-1 0 0,2-1 1 0 0,0-1 0 0 0,1 0-1 0 0,0-1 1 0 0,1 0-1 0 0,-13-34 1 0 0,20 45-124 0 0,1 0-1 0 0,0-1 1 0 0,1 1 0 0 0,-1-1 0 0 0,1 1-1 0 0,0-1 1 0 0,1 0 0 0 0,0 1-1 0 0,0-1 1 0 0,0 0 0 0 0,1 0-1 0 0,0 1 1 0 0,0-1 0 0 0,1 1 0 0 0,-1-1-1 0 0,1 1 1 0 0,1 0 0 0 0,0-1-1 0 0,-1 1 1 0 0,2 1 0 0 0,-1-1-1 0 0,1 0 1 0 0,0 1 0 0 0,0-1 0 0 0,0 1-1 0 0,1 1 1 0 0,0-1 0 0 0,0 0-1 0 0,6-4 1 0 0,-8 7-26 0 0,-1 0 0 0 0,1 0 1 0 0,-1 0-1 0 0,1 0 0 0 0,0 0 0 0 0,-1 0 0 0 0,1 1 0 0 0,0 0 0 0 0,0-1 1 0 0,0 1-1 0 0,0 0 0 0 0,0 0 0 0 0,1 1 0 0 0,-1-1 0 0 0,0 1 1 0 0,0-1-1 0 0,0 1 0 0 0,1 0 0 0 0,-1 0 0 0 0,0 1 0 0 0,0-1 1 0 0,1 0-1 0 0,-1 1 0 0 0,0 0 0 0 0,0 0 0 0 0,0 0 0 0 0,0 0 0 0 0,0 1 1 0 0,0-1-1 0 0,0 1 0 0 0,-1 0 0 0 0,1-1 0 0 0,0 1 0 0 0,-1 0 1 0 0,1 1-1 0 0,-1-1 0 0 0,0 0 0 0 0,0 1 0 0 0,2 2 0 0 0,2 4-24 0 0,-1 0-1 0 0,0-1 0 0 0,-1 1 0 0 0,0 1 0 0 0,0-1 1 0 0,-1 1-1 0 0,0-1 0 0 0,-1 1 0 0 0,0 0 1 0 0,0 0-1 0 0,0 14 0 0 0,-3 1-4 0 0,0-1 0 0 0,-2 0 0 0 0,0 0 0 0 0,-2 0-1 0 0,-1 0 1 0 0,-1 0 0 0 0,0-1 0 0 0,-2-1 0 0 0,-12 24 0 0 0,-2-4 88 0 0,-2 0 1 0 0,-2-2-1 0 0,-49 57 1 0 0,75-95 0 0 0,-1-1 0 0 0,1 1 0 0 0,-1 0 0 0 0,1-1 0 0 0,0 1 0 0 0,0 0-1 0 0,0 0 1 0 0,0 0 0 0 0,0 0 0 0 0,0 0 0 0 0,0 0 0 0 0,1 0 0 0 0,-1 0 0 0 0,0 3 0 0 0,2-4-10 0 0,-1 0-1 0 0,0 0 0 0 0,0-1 1 0 0,1 1-1 0 0,-1 0 1 0 0,0-1-1 0 0,1 1 1 0 0,-1-1-1 0 0,0 1 1 0 0,1 0-1 0 0,-1-1 0 0 0,1 1 1 0 0,-1-1-1 0 0,1 1 1 0 0,-1-1-1 0 0,1 1 1 0 0,-1-1-1 0 0,1 0 1 0 0,0 1-1 0 0,-1-1 0 0 0,1 0 1 0 0,0 1-1 0 0,-1-1 1 0 0,1 0-1 0 0,0 0 1 0 0,-1 0-1 0 0,2 1 0 0 0,8 0-49 0 0,-1-1-1 0 0,1 0 0 0 0,0 0 0 0 0,17-3 0 0 0,-12 1-78 0 0,259-41-6660 0 0,-202 29 3976 0 0</inkml:trace>
</inkml:ink>
</file>

<file path=ppt/ink/ink4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0:25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249 517 11585 0 0,'0'0'633'0'0,"6"-4"-222"0"0,-2 5-725 0 0,18 156 313 0 0,-5-22 62 0 0,-11-100 164 0 0,-1 1-1 0 0,-2-1 1 0 0,-2 53-1 0 0,-1-87-190 0 0,0-1-1 0 0,0 1 1 0 0,0-1 0 0 0,0 1-1 0 0,0-1 1 0 0,-1 1 0 0 0,1 0-1 0 0,0-1 1 0 0,0 1 0 0 0,-1-1-1 0 0,1 1 1 0 0,0-1-1 0 0,-1 1 1 0 0,1-1 0 0 0,0 0-1 0 0,-1 1 1 0 0,1-1 0 0 0,-1 1-1 0 0,1-1 1 0 0,-1 0 0 0 0,1 1-1 0 0,-1-1 1 0 0,1 0-1 0 0,-1 0 1 0 0,1 1 0 0 0,-1-1-1 0 0,1 0 1 0 0,-1 0 0 0 0,1 0-1 0 0,-1 0 1 0 0,0 0 0 0 0,1 1-1 0 0,-1-1 1 0 0,1 0-1 0 0,-1 0 1 0 0,0-1 0 0 0,1 1-1 0 0,-1 0 1 0 0,1 0 0 0 0,-1 0-1 0 0,1 0 1 0 0,-1 0 0 0 0,0-1-1 0 0,1 1 1 0 0,-1 0-1 0 0,1 0 1 0 0,-1-1 0 0 0,1 1-1 0 0,-1 0 1 0 0,1-1 0 0 0,-1 0-1 0 0,-22-13 294 0 0,23 14-317 0 0,-16-13 159 0 0,0 0 1 0 0,2-1 0 0 0,-1-1-1 0 0,2 0 1 0 0,0-1 0 0 0,-15-24-1 0 0,-54-109 424 0 0,69 119-519 0 0,1 0 0 0 0,2-1 1 0 0,1 0-1 0 0,1 0 0 0 0,2-1 0 0 0,1 0 1 0 0,1 0-1 0 0,2-1 0 0 0,2 1 1 0 0,0 0-1 0 0,2 0 0 0 0,7-35 0 0 0,-6 51-73 0 0,2 1-1 0 0,-1-1 1 0 0,2 1-1 0 0,0 0 1 0 0,0 0-1 0 0,2 1 1 0 0,0 0-1 0 0,0 0 1 0 0,1 1-1 0 0,1 0 1 0 0,0 1-1 0 0,1 0 1 0 0,0 0-1 0 0,1 1 1 0 0,14-10-1 0 0,-18 15-24 0 0,-1 1 0 0 0,1 0 0 0 0,1 0 0 0 0,-1 1 0 0 0,0 0 0 0 0,1 1 0 0 0,0 0 0 0 0,0 0 0 0 0,0 1 1 0 0,0 0-1 0 0,1 0 0 0 0,-1 1 0 0 0,0 0 0 0 0,1 1 0 0 0,-1 0 0 0 0,0 1 0 0 0,1 0 0 0 0,-1 0 0 0 0,0 1 0 0 0,0 0 0 0 0,0 0 0 0 0,0 1 0 0 0,0 1 0 0 0,0-1 0 0 0,-1 1 0 0 0,1 1 0 0 0,9 6 0 0 0,-7-3-61 0 0,0 0 0 0 0,-1 1 1 0 0,1 0-1 0 0,-2 0 0 0 0,1 1 0 0 0,-1 1 1 0 0,-1 0-1 0 0,0 0 0 0 0,-1 0 0 0 0,0 1 0 0 0,0 0 1 0 0,-1 0-1 0 0,-1 1 0 0 0,5 14 0 0 0,-8-18 26 0 0,0 0 0 0 0,0 1-1 0 0,-1-1 1 0 0,0 0 0 0 0,-1 1-1 0 0,0-1 1 0 0,0 0-1 0 0,-1 1 1 0 0,0-1 0 0 0,-1 0-1 0 0,0 0 1 0 0,0 0 0 0 0,-1 0-1 0 0,0 0 1 0 0,-1-1 0 0 0,0 1-1 0 0,0-1 1 0 0,-1 0-1 0 0,0 0 1 0 0,0 0 0 0 0,-11 11-1 0 0,4-7-127 0 0,0 0-1 0 0,-1-1 1 0 0,-1-1-1 0 0,1 0 1 0 0,-1-1-1 0 0,-1-1 1 0 0,0 0-1 0 0,0-1 1 0 0,-27 9-1 0 0,26-11-2338 0 0,0 0 0 0 0,-30 3 0 0 0</inkml:trace>
</inkml:ink>
</file>

<file path=ppt/ink/ink4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0:26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0 516 0 0,'8'6'333'0'0,"-1"0"-1"0"0,0 0 1 0 0,0 0 0 0 0,0 1-1 0 0,-1 0 1 0 0,0 1 0 0 0,0-1-1 0 0,-1 1 1 0 0,0 0 0 0 0,0 0-1 0 0,-1 1 1 0 0,0-1-1 0 0,-1 1 1 0 0,0 0 0 0 0,0 0-1 0 0,-1 1 1 0 0,2 10 0 0 0,-3-14-203 0 0,0 1 0 0 0,-1 0 0 0 0,0-1 0 0 0,0 1 0 0 0,0 0 0 0 0,-1-1 0 0 0,0 1 0 0 0,0-1 1 0 0,0 1-1 0 0,-1-1 0 0 0,0 1 0 0 0,0-1 0 0 0,-1 0 0 0 0,0 0 0 0 0,0 0 0 0 0,0 0 0 0 0,-1-1 1 0 0,0 1-1 0 0,0-1 0 0 0,0 0 0 0 0,-1 0 0 0 0,0-1 0 0 0,0 1 0 0 0,-8 5 0 0 0,12-9-112 0 0,1-1-1 0 0,-1 0 1 0 0,0 0 0 0 0,1 0-1 0 0,-1 1 1 0 0,0-1-1 0 0,1 0 1 0 0,-1 0 0 0 0,1 0-1 0 0,-1 0 1 0 0,0 0-1 0 0,1 0 1 0 0,-1 0 0 0 0,0 0-1 0 0,1-1 1 0 0,-1 1-1 0 0,1 0 1 0 0,-1 0 0 0 0,0 0-1 0 0,1-1 1 0 0,-1 1-1 0 0,1 0 1 0 0,-1-1 0 0 0,1 1-1 0 0,-1 0 1 0 0,1-1-1 0 0,-1 1 1 0 0,1-1 0 0 0,-1 1-1 0 0,1-1 1 0 0,-1 1-1 0 0,1-1 1 0 0,0 1 0 0 0,-1-1-1 0 0,1 1 1 0 0,0-1-1 0 0,0 0 1 0 0,-1 1 0 0 0,1-1-1 0 0,0 1 1 0 0,0-1 0 0 0,0 0-1 0 0,0 1 1 0 0,0-1-1 0 0,0 1 1 0 0,0-1 0 0 0,0 0-1 0 0,0 1 1 0 0,0-1-1 0 0,0 0 1 0 0,0 1 0 0 0,0-1-1 0 0,0 0 1 0 0,1 0-1 0 0,9-20-72 0 0,1 0-1 0 0,0 0 0 0 0,2 2 1 0 0,0-1-1 0 0,1 2 1 0 0,1 0-1 0 0,1 0 0 0 0,0 2 1 0 0,1 0-1 0 0,1 1 1 0 0,36-24-1 0 0,-52 38 44 0 0,0-1 0 0 0,-1 1 1 0 0,1 0-1 0 0,0 0 0 0 0,0 0 0 0 0,0 0 0 0 0,-1 0 1 0 0,1 1-1 0 0,0-1 0 0 0,0 0 0 0 0,0 1 1 0 0,0 0-1 0 0,1-1 0 0 0,-1 1 0 0 0,0 0 0 0 0,0 0 1 0 0,0 0-1 0 0,0 0 0 0 0,0 1 0 0 0,0-1 1 0 0,0 0-1 0 0,0 1 0 0 0,0-1 0 0 0,0 1 0 0 0,0 0 1 0 0,0 0-1 0 0,0 0 0 0 0,-1 0 0 0 0,1 0 0 0 0,0 0 1 0 0,0 0-1 0 0,-1 1 0 0 0,1-1 0 0 0,1 3 1 0 0,2 3-13 0 0,-1-1 0 0 0,0 2 0 0 0,-1-1 1 0 0,0 0-1 0 0,0 1 0 0 0,0-1 1 0 0,2 16-1 0 0,-3-13 10 0 0,2 0-1 0 0,-1 0 1 0 0,1-1 0 0 0,0 1 0 0 0,1-1-1 0 0,9 14 1 0 0,-11-19 36 0 0,0 0 1 0 0,0 0-1 0 0,0-1 0 0 0,0 0 0 0 0,0 1 0 0 0,1-1 1 0 0,-1 0-1 0 0,1 0 0 0 0,0-1 0 0 0,0 1 1 0 0,0-1-1 0 0,0 0 0 0 0,0 0 0 0 0,1 0 0 0 0,-1-1 1 0 0,6 2-1 0 0,-8-3 6 0 0,0 0 1 0 0,-1 0-1 0 0,1 0 0 0 0,-1 0 1 0 0,1-1-1 0 0,-1 1 0 0 0,1 0 1 0 0,-1-1-1 0 0,1 1 1 0 0,-1-1-1 0 0,1 0 0 0 0,-1 1 1 0 0,1-1-1 0 0,-1 0 0 0 0,0 0 1 0 0,1 0-1 0 0,-1 0 1 0 0,0 0-1 0 0,0 0 0 0 0,0 0 1 0 0,0 0-1 0 0,0-1 0 0 0,0 1 1 0 0,0 0-1 0 0,0-1 0 0 0,0 1 1 0 0,-1 0-1 0 0,1-1 1 0 0,-1 1-1 0 0,1-1 0 0 0,-1 1 1 0 0,1-4-1 0 0,0 2 24 0 0,0 0 0 0 0,0-1-1 0 0,-1 1 1 0 0,1-1 0 0 0,-1 1 0 0 0,0 0 0 0 0,0-1 0 0 0,0 1-1 0 0,0-1 1 0 0,-1 1 0 0 0,1 0 0 0 0,-1-1 0 0 0,-1-3-1 0 0,1 4-106 0 0,-1 0 0 0 0,1 1 0 0 0,-1-1-1 0 0,1 0 1 0 0,-1 1 0 0 0,0-1 0 0 0,0 1-1 0 0,0 0 1 0 0,0 0 0 0 0,-1 0 0 0 0,1 0-1 0 0,0 0 1 0 0,-1 0 0 0 0,0 0 0 0 0,1 1-1 0 0,-1-1 1 0 0,0 1 0 0 0,0 0 0 0 0,0 0-1 0 0,1 0 1 0 0,-1 0 0 0 0,0 0 0 0 0,0 1-1 0 0,-1 0 1 0 0,1-1 0 0 0,0 1 0 0 0,0 0-1 0 0,0 0 1 0 0,0 1 0 0 0,0-1 0 0 0,0 1-1 0 0,0-1 1 0 0,0 1 0 0 0,0 0 0 0 0,0 0-1 0 0,-4 2 1 0 0,0 6-4556 0 0</inkml:trace>
</inkml:ink>
</file>

<file path=ppt/ink/ink4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0:26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101 394 324 0 0,'-2'3'348'0'0,"-1"0"0"0"0,1 0 0 0 0,-1 1 1 0 0,1-1-1 0 0,0 1 0 0 0,0-1 0 0 0,1 1 0 0 0,-1 0 0 0 0,1 0 0 0 0,0-1 0 0 0,-2 8 1 0 0,3-9-278 0 0,0 0 0 0 0,0 0 0 0 0,1 0 0 0 0,-1 0 0 0 0,0 0 1 0 0,1 0-1 0 0,0 0 0 0 0,-1 0 0 0 0,1 0 0 0 0,0 0 0 0 0,0 0 0 0 0,0 0 1 0 0,0-1-1 0 0,0 1 0 0 0,0 0 0 0 0,1-1 0 0 0,-1 1 0 0 0,0-1 1 0 0,1 1-1 0 0,-1-1 0 0 0,1 0 0 0 0,0 0 0 0 0,-1 1 0 0 0,4 0 1 0 0,-2 0 4 0 0,0 0 1 0 0,1 0 0 0 0,-1-1-1 0 0,0 1 1 0 0,1-1 0 0 0,-1 0-1 0 0,1 0 1 0 0,0 0 0 0 0,-1 0-1 0 0,1-1 1 0 0,0 1 0 0 0,0-1 0 0 0,-1 0-1 0 0,1 0 1 0 0,0-1 0 0 0,0 1-1 0 0,-1-1 1 0 0,6-1 0 0 0,-3 0 53 0 0,-1 0 1 0 0,1-1-1 0 0,-1 0 1 0 0,0 0-1 0 0,0 0 1 0 0,0-1-1 0 0,0 1 1 0 0,-1-1-1 0 0,1 0 1 0 0,6-9-1 0 0,-4 5 84 0 0,-1-1-1 0 0,0 1 0 0 0,0-1 0 0 0,-1-1 0 0 0,0 1 1 0 0,-1-1-1 0 0,0 0 0 0 0,0 0 0 0 0,-1 0 0 0 0,-1-1 1 0 0,1 1-1 0 0,0-18 0 0 0,-4 14-44 0 0,0 1 0 0 0,-1-1 0 0 0,0 1 0 0 0,-1 0 0 0 0,-1 0 0 0 0,0 0 0 0 0,-1 0 0 0 0,0 0 0 0 0,-1 1 0 0 0,0 0 0 0 0,-1 0 0 0 0,-9-12 0 0 0,5 11-113 0 0,0-1 0 0 0,0 1 0 0 0,-1 1 0 0 0,-1 0 0 0 0,0 1 0 0 0,0 0 0 0 0,-1 1 0 0 0,0 1 0 0 0,-20-10 0 0 0,31 18-191 0 0,0-1 0 0 0,1 1 0 0 0,-1 0 0 0 0,-1 0 0 0 0,1 0 1 0 0,0 0-1 0 0,0 1 0 0 0,0-1 0 0 0,0 1 0 0 0,0 0 0 0 0,-1 0 0 0 0,1 0 0 0 0,0 0 0 0 0,0 1 0 0 0,-6 1 1 0 0,6-1-394 0 0,1 0 0 0 0,0 0 0 0 0,-1 0 0 0 0,1 1 0 0 0,0-1 0 0 0,0 1 0 0 0,0-1 0 0 0,0 1 0 0 0,0 0 0 0 0,0 0 0 0 0,0 0 0 0 0,-2 3 0 0 0,0 4-2668 0 0</inkml:trace>
</inkml:ink>
</file>

<file path=ppt/ink/ink4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0:27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 1128 0 0,'-4'25'9205'0'0,"-3"53"-7553"0"0,3-39-484 0 0,4-38-1120 0 0,0 0-1 0 0,0 1 1 0 0,0-1 0 0 0,0 1-1 0 0,0-1 1 0 0,0 0-1 0 0,1 1 1 0 0,-1-1 0 0 0,0 1-1 0 0,1-1 1 0 0,-1 0-1 0 0,1 1 1 0 0,0-1 0 0 0,-1 0-1 0 0,1 0 1 0 0,0 0-1 0 0,0 1 1 0 0,0-1 0 0 0,0 0-1 0 0,-1 0 1 0 0,2 0-1 0 0,-1 0 1 0 0,0-1 0 0 0,0 1-1 0 0,0 0 1 0 0,0 0 0 0 0,1-1-1 0 0,-1 1 1 0 0,2 0-1 0 0,-1 0 147 0 0,2-3-2 0 0,12-8 255 0 0,-1-1-1 0 0,26-22 1 0 0,-29 23-525 0 0,-11 9-203 0 0,17-4-5012 0 0</inkml:trace>
</inkml:ink>
</file>

<file path=ppt/ink/ink4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0:27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32 474 304 0 0,'0'0'9169'0'0,"-5"2"-8677"0"0,-17 5-88 0 0,21-6-372 0 0,0 0 0 0 0,1 0 1 0 0,-1 0-1 0 0,1 0 0 0 0,0 0 1 0 0,-1 0-1 0 0,1 0 0 0 0,0 1 0 0 0,-1-1 1 0 0,1 0-1 0 0,0 0 0 0 0,0 0 0 0 0,0 0 1 0 0,0 1-1 0 0,0-1 0 0 0,0 0 0 0 0,1 0 1 0 0,-1 0-1 0 0,0 0 0 0 0,0 0 0 0 0,1 1 1 0 0,-1-1-1 0 0,1 0 0 0 0,-1 0 0 0 0,2 1 1 0 0,12 30 55 0 0,-12-29-108 0 0,0 1-1 0 0,0-1 0 0 0,1 0 1 0 0,-1 0-1 0 0,1 0 0 0 0,0 0 1 0 0,0-1-1 0 0,0 1 0 0 0,0-1 1 0 0,1 1-1 0 0,-1-1 0 0 0,0 0 1 0 0,1-1-1 0 0,0 1 0 0 0,-1 0 1 0 0,1-1-1 0 0,0 0 0 0 0,0 0 1 0 0,0 0-1 0 0,0-1 0 0 0,0 1 1 0 0,0-1-1 0 0,0 0 0 0 0,0 0 1 0 0,0 0-1 0 0,5-1 0 0 0,-2-1 5 0 0,1 0-1 0 0,0-1 1 0 0,-1 0-1 0 0,0 0 1 0 0,1-1-1 0 0,-1 0 1 0 0,-1 0 0 0 0,1-1-1 0 0,-1 1 1 0 0,1-1-1 0 0,-1-1 1 0 0,8-8-1 0 0,-1-2 43 0 0,-1 1-1 0 0,-1-2 1 0 0,0 0-1 0 0,-1 0 1 0 0,0-1-1 0 0,-2 0 1 0 0,0-1-1 0 0,-1 0 1 0 0,7-32-1 0 0,-7 18 313 0 0,-1 0 1 0 0,-2-1-1 0 0,-2 0 0 0 0,-3-66 0 0 0,0 92-78 0 0,0 0-1 0 0,0 0 1 0 0,-1 1-1 0 0,0-1 0 0 0,-1 1 1 0 0,1-1-1 0 0,-2 1 0 0 0,1 0 1 0 0,-1 0-1 0 0,-4-6 0 0 0,7 11-73 0 0,-20 15 126 0 0,18-9-287 0 0,-1-1-1 0 0,1 1 0 0 0,-1 0 0 0 0,1 0 0 0 0,0 1 0 0 0,1-1 0 0 0,-1 1 1 0 0,1-1-1 0 0,0 1 0 0 0,0 0 0 0 0,0 0 0 0 0,-1 7 0 0 0,-8 61 158 0 0,10-48-103 0 0,2 1-1 0 0,1-1 0 0 0,1 0 0 0 0,1 0 1 0 0,2 0-1 0 0,0 0 0 0 0,1-1 0 0 0,2 0 0 0 0,0 0 1 0 0,2-1-1 0 0,0 0 0 0 0,28 39 0 0 0,-38-61-180 0 0,0-1-1 0 0,0 1 0 0 0,0 0 1 0 0,1 0-1 0 0,-1-1 0 0 0,0 1 1 0 0,1-1-1 0 0,-1 1 0 0 0,0-1 1 0 0,1 0-1 0 0,-1 1 0 0 0,1-1 1 0 0,-1 0-1 0 0,1 0 0 0 0,-1 0 1 0 0,1 0-1 0 0,-1 0 0 0 0,0 0 1 0 0,1-1-1 0 0,-1 1 0 0 0,1 0 1 0 0,-1-1-1 0 0,0 1 0 0 0,1-1 1 0 0,-1 1-1 0 0,0-1 1 0 0,1 0-1 0 0,-1 1 0 0 0,0-1 1 0 0,0 0-1 0 0,0 0 0 0 0,2-2 1 0 0,8-3-3742 0 0,-6 4 21 0 0,6-7 291 0 0</inkml:trace>
</inkml:ink>
</file>

<file path=ppt/ink/ink4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0:27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42 684 0 0,'3'-11'1520'0'0,"2"3"-112"0"0,1-2 272 0 0,-6-3-1287 0 0</inkml:trace>
</inkml:ink>
</file>

<file path=ppt/ink/ink4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0:28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1 368 0 0,'0'0'4875'0'0,"13"35"-462"0"0,-13-27-4054 0 0,0 1 0 0 0,1 0 1 0 0,0-1-1 0 0,0 1 0 0 0,1 0 1 0 0,0-1-1 0 0,0 0 0 0 0,5 11 1 0 0,-6-17-159 0 0,-1-2-176 0 0,0 1 0 0 0,0-1 1 0 0,0 1-1 0 0,0-1 1 0 0,0 1-1 0 0,0-1 1 0 0,0 1-1 0 0,1-1 0 0 0,-1 1 1 0 0,0-1-1 0 0,0 1 1 0 0,0-1-1 0 0,1 1 1 0 0,-1-1-1 0 0,0 1 1 0 0,1-1-1 0 0,-1 1 0 0 0,1-1 1 0 0,-1 0-1 0 0,0 1 1 0 0,1-1-1 0 0,-1 0 1 0 0,1 1-1 0 0,-1-1 1 0 0,1 0-1 0 0,-1 0 0 0 0,1 1 1 0 0,-1-1-1 0 0,1 0 1 0 0,-1 0-1 0 0,1 0 1 0 0,-1 0-1 0 0,1 0 0 0 0,-1 0 1 0 0,1 0-1 0 0,-1 0 1 0 0,1 0-1 0 0,0 0 1 0 0,-1 0-1 0 0,1 0 1 0 0,-1 0-1 0 0,1 0 0 0 0,-1 0 1 0 0,1 0-1 0 0,-1-1 1 0 0,1 1-1 0 0,-1 0 1 0 0,1-1-1 0 0,24-5 201 0 0,34-31 250 0 0,-21 10-348 0 0,-36 26-144 0 0,3 1-18 0 0,1 0 27 0 0,-1 0-1 0 0,1 0 0 0 0,0 1 0 0 0,-1 0 0 0 0,1 0 0 0 0,-1 0 0 0 0,0 1 0 0 0,11 4 0 0 0,-8-3 5 0 0,1 0-1 0 0,0-1 1 0 0,0 0-1 0 0,0 0 1 0 0,11 0-1 0 0,31-4 513 0 0,-11 0-2853 0 0,-15 1-5186 0 0</inkml:trace>
</inkml:ink>
</file>

<file path=ppt/ink/ink4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0:28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68 1656 0 0,'0'0'1764'0'0,"4"-17"-172"0"0,2 8-151 0 0,-1 2-113 0 0,1-1 916 0 0,1-5-884 0 0,0 3-1264 0 0,2 6-1044 0 0,7 8-7289 0 0</inkml:trace>
</inkml:ink>
</file>

<file path=ppt/ink/ink4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0:55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141 390 820 0 0,'-14'-26'3540'0'0,"5"12"4015"0"0,5 36-5356 0 0,0 128-1113 0 0,2-63-414 0 0,-18 138 0 0 0,20-224-618 0 0,0-1 0 0 0,0 1 1 0 0,0 0-1 0 0,0 0 0 0 0,0-1 1 0 0,0 1-1 0 0,0 0 0 0 0,0 0 1 0 0,0-1-1 0 0,-1 1 0 0 0,1 0 1 0 0,0 0-1 0 0,0-1 1 0 0,-1 1-1 0 0,1 0 0 0 0,0-1 1 0 0,-1 1-1 0 0,1 0 0 0 0,-1-1 1 0 0,1 1-1 0 0,-1-1 0 0 0,1 1 1 0 0,-1-1-1 0 0,1 1 0 0 0,-1-1 1 0 0,1 1-1 0 0,-1-1 1 0 0,-1 1-1 0 0,-10-15 1096 0 0,9 8-1422 0 0,-5-10 371 0 0,0-1 1 0 0,1 0-1 0 0,2 0 1 0 0,-1-1-1 0 0,2 0 0 0 0,0 0 1 0 0,-1-32-1 0 0,0 14-12 0 0,0-3-6 0 0,1 0 0 0 0,3 0 0 0 0,5-71 0 0 0,-1 87-95 0 0,0 0 0 0 0,2 0 0 0 0,0 0 0 0 0,2 0 0 0 0,0 1-1 0 0,2 0 1 0 0,18-35 0 0 0,-17 42-15 0 0,1-1 0 0 0,1 2 0 0 0,0-1-1 0 0,1 2 1 0 0,0 0 0 0 0,1 0 0 0 0,1 1 0 0 0,0 1-1 0 0,32-18 1 0 0,-40 24-25 0 0,1 1 1 0 0,0 0-1 0 0,1 0 0 0 0,-1 1 0 0 0,1 0 1 0 0,-1 1-1 0 0,1 0 0 0 0,0 0 0 0 0,0 1 0 0 0,0 0 1 0 0,0 0-1 0 0,0 1 0 0 0,0 0 0 0 0,0 1 1 0 0,0 0-1 0 0,-1 0 0 0 0,1 1 0 0 0,0 0 0 0 0,0 1 1 0 0,-1 0-1 0 0,1 0 0 0 0,10 7 0 0 0,-15-8 21 0 0,0 0-1 0 0,-1 0 1 0 0,1 1-1 0 0,-1-1 1 0 0,0 1-1 0 0,0 0 0 0 0,0 0 1 0 0,0 0-1 0 0,0 1 1 0 0,-1-1-1 0 0,1 1 1 0 0,-1-1-1 0 0,0 1 0 0 0,0 0 1 0 0,0 0-1 0 0,-1 0 1 0 0,1 0-1 0 0,-1 0 1 0 0,0 0-1 0 0,0 0 0 0 0,0 0 1 0 0,-1 1-1 0 0,0-1 1 0 0,1 0-1 0 0,-1 0 1 0 0,-1 1-1 0 0,1-1 0 0 0,-1 0 1 0 0,0 0-1 0 0,0 0 1 0 0,0 1-1 0 0,0-1 1 0 0,-1 0-1 0 0,-2 5 0 0 0,-2 2 7 0 0,0 0 0 0 0,0-1 0 0 0,-1 0 0 0 0,0-1 0 0 0,-1 1-1 0 0,0-2 1 0 0,-1 1 0 0 0,0-1 0 0 0,0 0 0 0 0,0-1 0 0 0,-12 7 0 0 0,-5 0-223 0 0,-1-1 1 0 0,0-1-1 0 0,0-1 1 0 0,-32 7-1 0 0,-13-1-9271 0 0</inkml:trace>
</inkml:ink>
</file>

<file path=ppt/ink/ink4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0:56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0 267 20 0 0,'4'-3'439'0'0,"1"1"-1"0"0,-1 0 1 0 0,1 1-1 0 0,0-1 1 0 0,0 1-1 0 0,-1 0 1 0 0,1 0 0 0 0,0 0-1 0 0,0 1 1 0 0,0 0-1 0 0,0 0 1 0 0,0 0 0 0 0,0 0-1 0 0,7 3 1 0 0,-6-2-214 0 0,-1 1-1 0 0,0 0 1 0 0,0 0 0 0 0,0 0 0 0 0,-1 1-1 0 0,1-1 1 0 0,-1 1 0 0 0,1 1 0 0 0,-1-1 0 0 0,0 0-1 0 0,7 9 1 0 0,-6-6-144 0 0,-1-1 1 0 0,1 1-1 0 0,-2 0 0 0 0,1 0 0 0 0,-1 1 0 0 0,0-1 1 0 0,0 1-1 0 0,0 0 0 0 0,-1 0 0 0 0,0 0 1 0 0,-1 0-1 0 0,0 0 0 0 0,0 0 0 0 0,0 0 0 0 0,-1 0 1 0 0,0 1-1 0 0,0-1 0 0 0,-1 0 0 0 0,0 0 0 0 0,-2 9 1 0 0,2-10-17 0 0,-1 0 0 0 0,1 0 0 0 0,-1-1 0 0 0,-1 1 1 0 0,1 0-1 0 0,-1-1 0 0 0,0 1 0 0 0,0-1 0 0 0,-1 0 1 0 0,0 0-1 0 0,1 0 0 0 0,-10 7 0 0 0,11-10-2 0 0,-1-3 18 0 0,-14-3 20 0 0,16 3-98 0 0,1-1 1 0 0,-1 1 0 0 0,0 0 0 0 0,1-1 0 0 0,-1 1-1 0 0,0 0 1 0 0,1-1 0 0 0,0 1 0 0 0,-1-1 0 0 0,1 1-1 0 0,0 0 1 0 0,0-1 0 0 0,0 1 0 0 0,0-1 0 0 0,0 1-1 0 0,0-1 1 0 0,0 1 0 0 0,0-1 0 0 0,1 1 0 0 0,-1 0-1 0 0,1-3 1 0 0,3-9-38 0 0,0 1 0 0 0,1 0 0 0 0,0 0 1 0 0,0 0-1 0 0,2 0 0 0 0,-1 1 0 0 0,2 0 0 0 0,-1 0 0 0 0,1 1 0 0 0,1 0 0 0 0,11-10 0 0 0,9-7-142 0 0,2 1 0 0 0,44-29 0 0 0,-73 53 151 0 0,0 1 0 0 0,1-1 0 0 0,-1 1 0 0 0,1 0 0 0 0,-1-1 0 0 0,1 1 0 0 0,0 0 0 0 0,-1 1 0 0 0,1-1 0 0 0,0 0 0 0 0,0 1 0 0 0,0-1 0 0 0,-1 1 0 0 0,5 0 0 0 0,-5 0 17 0 0,-1 1 1 0 0,0-1 0 0 0,0 1 0 0 0,1-1-1 0 0,-1 1 1 0 0,0 0 0 0 0,0-1 0 0 0,0 1-1 0 0,0 0 1 0 0,0 0 0 0 0,0 0 0 0 0,0 0-1 0 0,0 0 1 0 0,0 0 0 0 0,0 0 0 0 0,0 0-1 0 0,-1 0 1 0 0,1 0 0 0 0,0 0-1 0 0,-1 1 1 0 0,1-1 0 0 0,-1 0 0 0 0,1 0-1 0 0,-1 1 1 0 0,0-1 0 0 0,0 0 0 0 0,1 1-1 0 0,-1-1 1 0 0,0 0 0 0 0,0 1 0 0 0,-1 1-1 0 0,3 4 3 0 0,0 1-1 0 0,0 0 0 0 0,1-1 1 0 0,0 0-1 0 0,0 0 0 0 0,0 0 1 0 0,1 0-1 0 0,0 0 0 0 0,1-1 1 0 0,-1 0-1 0 0,1 0 0 0 0,1 0 1 0 0,8 8-1 0 0,-13-13 24 0 0,1 0-11 0 0,0-1 1 0 0,0 1-1 0 0,0-1 1 0 0,0 0 0 0 0,0 0-1 0 0,0 0 1 0 0,1 0-1 0 0,-1 0 1 0 0,0 0-1 0 0,0-1 1 0 0,0 1-1 0 0,0-1 1 0 0,0 1-1 0 0,0-1 1 0 0,-1 0-1 0 0,1 0 1 0 0,0 0-1 0 0,0 0 1 0 0,0 0-1 0 0,-1 0 1 0 0,1 0-1 0 0,0-1 1 0 0,-1 1-1 0 0,1 0 1 0 0,-1-1-1 0 0,0 0 1 0 0,1 1-1 0 0,-1-1 1 0 0,0 0-1 0 0,0 1 1 0 0,0-1-1 0 0,0 0 1 0 0,0 0-1 0 0,-1 0 1 0 0,1 0-1 0 0,-1 0 1 0 0,1 0-1 0 0,0-3 1 0 0,1-4 122 0 0,-1-1 0 0 0,0 1 1 0 0,0-1-1 0 0,-1 0 0 0 0,0 1 0 0 0,-2-14 1 0 0,2 21-61 0 0,-3-5 66 0 0,4 7-152 0 0,-1 0 0 0 0,0 0 0 0 0,0 0 0 0 0,0 0 0 0 0,0 0 0 0 0,0 0 0 0 0,0 0 0 0 0,0 0 1 0 0,0 0-1 0 0,0 0 0 0 0,0 0 0 0 0,0 0 0 0 0,0 0 0 0 0,0 0 0 0 0,0 0 0 0 0,1 0 0 0 0,-1 0 0 0 0,0 0 0 0 0,0 0 1 0 0,0 0-1 0 0,0 0 0 0 0,0 0 0 0 0,0-1 0 0 0,0 1 0 0 0,0 0 0 0 0,0 0 0 0 0,0 0 0 0 0,0 0 0 0 0,0 0 1 0 0,0 0-1 0 0,0 0 0 0 0,0 0 0 0 0,0 0 0 0 0,0 0 0 0 0,4 4-53 0 0,0 0 1 0 0,1-1-1 0 0,-1 1 0 0 0,1-1 1 0 0,0 0-1 0 0,-1 0 0 0 0,2 0 1 0 0,-1-1-1 0 0,0 0 0 0 0,0 0 1 0 0,1 0-1 0 0,-1-1 0 0 0,1 1 1 0 0,-1-1-1 0 0,1-1 0 0 0,9 1 1 0 0,-4 0-54 0 0,0 0 1 0 0,0-1 0 0 0,0-1 0 0 0,1 1 0 0 0,-1-2 0 0 0,0 0 0 0 0,0 0 0 0 0,-1-1-1 0 0,1 0 1 0 0,0-1 0 0 0,-1 0 0 0 0,0-1 0 0 0,0 0 0 0 0,0-1 0 0 0,-1 0 0 0 0,0 0-1 0 0,15-14 1 0 0,-12 10 262 0 0,-1-2 0 0 0,-1 1 0 0 0,0-1 0 0 0,-1-1 0 0 0,0 0-1 0 0,-1 0 1 0 0,0 0 0 0 0,-1-1 0 0 0,0-1 0 0 0,-2 1 0 0 0,1-1-1 0 0,2-17 1 0 0,-4 20 746 0 0,0 13-362 0 0,2 24-213 0 0,1 49-248 0 0,-7-73-37 0 0,21 212 552 0 0,3 74-1 0 0,-13-120 933 0 0,-11-167-1500 0 0,0 1 0 0 0,0-1 1 0 0,0 0-1 0 0,0 0 1 0 0,0 0-1 0 0,0 1 0 0 0,0-1 1 0 0,0 0-1 0 0,0 0 0 0 0,0 1 1 0 0,0-1-1 0 0,0 0 1 0 0,0 0-1 0 0,0 0 0 0 0,0 1 1 0 0,0-1-1 0 0,0 0 1 0 0,0 0-1 0 0,0 0 0 0 0,0 0 1 0 0,-1 1-1 0 0,1-1 0 0 0,0 0 1 0 0,0 0-1 0 0,0 0 1 0 0,0 0-1 0 0,0 1 0 0 0,-1-1 1 0 0,1 0-1 0 0,0 0 1 0 0,0 0-1 0 0,0 0 0 0 0,-1 0 1 0 0,1 0-1 0 0,0 0 0 0 0,0 0 1 0 0,0 0-1 0 0,-1 1 1 0 0,1-1-1 0 0,0 0 0 0 0,0 0 1 0 0,-1 0-1 0 0,-10-6 357 0 0,-8-13-21 0 0,14 12-287 0 0,0 0 0 0 0,1 0 1 0 0,0-1-1 0 0,1 1 0 0 0,0-1 1 0 0,0 0-1 0 0,1 0 0 0 0,-1 0 1 0 0,2-1-1 0 0,-2-11 0 0 0,1-11 1 0 0,2-45 0 0 0,0 57-58 0 0,1-1-61 0 0,0 1 1 0 0,2 0-1 0 0,0 0 1 0 0,1 0 0 0 0,1 0-1 0 0,1 1 1 0 0,0 0-1 0 0,17-33 1 0 0,-20 45 22 0 0,0 0 0 0 0,1 0 0 0 0,0 1-1 0 0,0-1 1 0 0,0 1 0 0 0,0 0 0 0 0,1 0 0 0 0,0 0 0 0 0,0 1 0 0 0,0-1 0 0 0,1 1 0 0 0,0 1 0 0 0,-1-1 0 0 0,1 1 0 0 0,0 0 0 0 0,1 0 0 0 0,-1 1 0 0 0,0-1 0 0 0,1 2 0 0 0,-1-1 0 0 0,1 1 0 0 0,0 0 0 0 0,0 0 0 0 0,-1 0 0 0 0,1 1-1 0 0,0 0 1 0 0,0 1 0 0 0,7 1 0 0 0,-10-1 4 0 0,1 0-1 0 0,-1 0 0 0 0,0 0 1 0 0,0 1-1 0 0,-1 0 0 0 0,1 0 1 0 0,0 0-1 0 0,-1 0 1 0 0,1 0-1 0 0,-1 1 0 0 0,1 0 1 0 0,-1 0-1 0 0,3 3 0 0 0,-4-4 17 0 0,-1 0-1 0 0,1 0 1 0 0,-1 0-1 0 0,0 0 1 0 0,1 0-1 0 0,-1 0 1 0 0,0 0-1 0 0,0 0 0 0 0,-1 0 1 0 0,1 0-1 0 0,0 1 1 0 0,-1-1-1 0 0,1 0 1 0 0,-1 0-1 0 0,0 1 1 0 0,0-1-1 0 0,0 0 1 0 0,0 1-1 0 0,0-1 0 0 0,0 0 1 0 0,-1 1-1 0 0,1-1 1 0 0,-2 5-1 0 0,-2-3-51 0 0,1-1 0 0 0,-1 1 0 0 0,0 0 0 0 0,-1-1 0 0 0,1 0 0 0 0,-1 0 0 0 0,1 0-1 0 0,-1 0 1 0 0,0-1 0 0 0,0 0 0 0 0,0 0 0 0 0,0 0 0 0 0,0-1 0 0 0,-1 1 0 0 0,1-1 0 0 0,-7 0 0 0 0,11-1-210 0 0,-17 1-975 0 0,11-1-4458 0 0</inkml:trace>
</inkml:ink>
</file>

<file path=ppt/ink/ink4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0:58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1 405 496 0 0,'28'-25'3932'0'0,"-9"0"-1540"0"0,-16 20-2011 0 0,0 1 1 0 0,0 0-1 0 0,0 0 0 0 0,1 0 1 0 0,-1 0-1 0 0,7-4 1 0 0,-9 6-189 0 0,-1 1 0 0 0,1-1 0 0 0,0 1 0 0 0,0-1 1 0 0,-1 1-1 0 0,1-1 0 0 0,-1 0 0 0 0,1 1 0 0 0,-1-1 1 0 0,0 0-1 0 0,1 1 0 0 0,-1-1 0 0 0,0 0 1 0 0,0 1-1 0 0,-1-1 0 0 0,1 0 0 0 0,0 1 0 0 0,0-1 1 0 0,-2-2-1 0 0,-2 6-175 0 0,-1 1 0 0 0,1 0 0 0 0,-1 0 1 0 0,1 0-1 0 0,0 1 0 0 0,0-1 0 0 0,1 1 0 0 0,-1 0 0 0 0,1 0 1 0 0,-1 1-1 0 0,1-1 0 0 0,1 0 0 0 0,-1 1 0 0 0,1 0 0 0 0,-1 0 1 0 0,1 0-1 0 0,1 0 0 0 0,-1 0 0 0 0,1 0 0 0 0,0 0 0 0 0,0 0 0 0 0,0 1 1 0 0,1-1-1 0 0,0 0 0 0 0,0 1 0 0 0,0-1 0 0 0,1 0 0 0 0,-1 1 1 0 0,1-1-1 0 0,1 0 0 0 0,-1 0 0 0 0,1 0 0 0 0,0 0 0 0 0,0 0 1 0 0,0 0-1 0 0,4 5 0 0 0,-5-9-26 0 0,0 0 0 0 0,0 0 0 0 0,0 0 0 0 0,0 0 0 0 0,1 0 0 0 0,-1-1 0 0 0,0 1 0 0 0,1 0 0 0 0,-1-1 0 0 0,0 1 0 0 0,1-1 0 0 0,-1 1 0 0 0,1-1 1 0 0,-1 0-1 0 0,1 1 0 0 0,-1-1 0 0 0,1 0 0 0 0,-1 0 0 0 0,1 0 0 0 0,-1 0 0 0 0,1-1 0 0 0,-1 1 0 0 0,3-1 0 0 0,33-12-203 0 0,104-85-1416 0 0,-125 86 1330 0 0,-15 11 261 0 0,1 1-1 0 0,0-1 1 0 0,-1 0-1 0 0,1 0 0 0 0,0 1 1 0 0,-1-1-1 0 0,1 1 1 0 0,0-1-1 0 0,0 1 0 0 0,0 0 1 0 0,0-1-1 0 0,-1 1 0 0 0,1 0 1 0 0,0 0-1 0 0,0 1 1 0 0,0-1-1 0 0,0 0 0 0 0,-1 1 1 0 0,1-1-1 0 0,0 1 1 0 0,0-1-1 0 0,-1 1 0 0 0,1 0 1 0 0,0 0-1 0 0,-1 0 0 0 0,4 2 1 0 0,42 37-739 0 0,-28-23 418 0 0,-14-12 290 0 0,1 0 0 0 0,0-1 0 0 0,1 0 0 0 0,-1 0 0 0 0,1-1 0 0 0,-1 0 0 0 0,1 0 0 0 0,0 0 0 0 0,0-1 0 0 0,0 0 0 0 0,1-1 0 0 0,-1 1 0 0 0,0-1 0 0 0,1-1 0 0 0,-1 1 0 0 0,0-1 0 0 0,1-1 0 0 0,-1 1 0 0 0,1-1 0 0 0,-1-1 0 0 0,0 1 0 0 0,0-1 0 0 0,0 0 0 0 0,0-1 0 0 0,0 0 0 0 0,0 0 0 0 0,6-4 0 0 0,-2 0 173 0 0,-1 0 0 0 0,0-1 0 0 0,0 0 0 0 0,-1 0 0 0 0,0-1 0 0 0,0 0 0 0 0,-1-1 0 0 0,0 0 0 0 0,-1 0 0 0 0,0-1 0 0 0,-1 1 0 0 0,0-2 0 0 0,-1 1 0 0 0,0-1 0 0 0,5-16 0 0 0,-4 4 350 0 0,0-1 0 0 0,-2 0-1 0 0,-1 0 1 0 0,-1 0 0 0 0,-1-1-1 0 0,-1 1 1 0 0,-1 0 0 0 0,-5-27-1 0 0,6 50 27 0 0,-1 7-439 0 0,-4 24-36 0 0,2-1 1 0 0,1 1-1 0 0,2 0 1 0 0,1-1-1 0 0,1 1 0 0 0,1 0 1 0 0,1-1-1 0 0,2 0 1 0 0,13 40-1 0 0,-15-56-142 0 0,1-1 0 0 0,0 0 0 0 0,1 0 0 0 0,0-1-1 0 0,15 19 1 0 0,-17-24 29 0 0,-1-1 1 0 0,1 0-1 0 0,0 0 0 0 0,0 0 0 0 0,1-1 0 0 0,-1 0 0 0 0,1 0 1 0 0,-1 0-1 0 0,1 0 0 0 0,0 0 0 0 0,0-1 0 0 0,0 0 0 0 0,0 0 1 0 0,10 2-1 0 0,-11-4 53 0 0,0 0 1 0 0,0 0-1 0 0,-1 0 1 0 0,1-1 0 0 0,0 1-1 0 0,0-1 1 0 0,-1 0-1 0 0,1 0 1 0 0,-1 0-1 0 0,1 0 1 0 0,-1-1 0 0 0,1 1-1 0 0,-1-1 1 0 0,0 0-1 0 0,6-4 1 0 0,40-41 239 0 0,-32 28 517 0 0,-16 18-541 0 0,4-8 507 0 0,-5 9-629 0 0,0 0 0 0 0,0 0-1 0 0,0 0 1 0 0,0-1 0 0 0,0 1 0 0 0,0 0 0 0 0,0 0 0 0 0,0 0 0 0 0,0-1 0 0 0,0 1-1 0 0,1 0 1 0 0,-1 0 0 0 0,0 0 0 0 0,0 0 0 0 0,0 0 0 0 0,0-1 0 0 0,0 1-1 0 0,0 0 1 0 0,0 0 0 0 0,1 0 0 0 0,-1 0 0 0 0,0 0 0 0 0,0 0 0 0 0,0 0 0 0 0,0-1-1 0 0,0 1 1 0 0,1 0 0 0 0,-1 0 0 0 0,0 0 0 0 0,0 0 0 0 0,0 0 0 0 0,0 0 0 0 0,1 0-1 0 0,-1 0 1 0 0,0 0 0 0 0,0 0 0 0 0,0 0 0 0 0,1 0 0 0 0,-1 0 0 0 0,0 0 0 0 0,0 0-1 0 0,0 0 1 0 0,0 0 0 0 0,1 0 0 0 0,-1 0 0 0 0,0 0 0 0 0,0 1 0 0 0,0-1-1 0 0,0 0 1 0 0,0 0 0 0 0,1 0 0 0 0,-1 0 0 0 0,0 0 0 0 0,0 0 0 0 0,1 2-33 0 0,-1 0 1 0 0,1 0-1 0 0,0-1 1 0 0,-1 1 0 0 0,1 0-1 0 0,0-1 1 0 0,0 1-1 0 0,0-1 1 0 0,0 1-1 0 0,0-1 1 0 0,1 1 0 0 0,-1-1-1 0 0,0 0 1 0 0,1 0-1 0 0,-1 1 1 0 0,1-1-1 0 0,-1 0 1 0 0,1-1 0 0 0,0 1-1 0 0,-1 0 1 0 0,1 0-1 0 0,0-1 1 0 0,-1 1-1 0 0,1-1 1 0 0,0 1 0 0 0,0-1-1 0 0,3 1 1 0 0,-3-1 27 0 0,32-12 121 0 0,-26 6-128 0 0,-1 0 0 0 0,1-1 0 0 0,-1 0 0 0 0,10-12 0 0 0,10-10-79 0 0,-27 28 20 0 0,3 4-43 0 0,0 3 59 0 0,1-1 0 0 0,-1 1 0 0 0,-1 0-1 0 0,1 0 1 0 0,-1 0 0 0 0,0 0 0 0 0,-1 0 0 0 0,2 9-1 0 0,8 62-51 0 0,-9-57 61 0 0,8 112-29 0 0,-11 220 0 0 0,1-336 62 0 0,-1-1 0 0 0,-1 1-1 0 0,0 0 1 0 0,-1-1-1 0 0,-1 1 1 0 0,0-1 0 0 0,-1 0-1 0 0,-1-1 1 0 0,-7 15-1 0 0,12-27 32 0 0,1-1-1 0 0,-1 0 1 0 0,0 0-1 0 0,0 0 1 0 0,0 0 0 0 0,0 0-1 0 0,0 0 1 0 0,0 0-1 0 0,0 0 1 0 0,0 0-1 0 0,0 0 1 0 0,0 0-1 0 0,0 0 1 0 0,-1-1-1 0 0,1 1 1 0 0,0-1-1 0 0,-1 1 1 0 0,1-1-1 0 0,0 1 1 0 0,-1-1-1 0 0,1 0 1 0 0,-1 1-1 0 0,1-1 1 0 0,0 0-1 0 0,-3 0 1 0 0,1-1 20 0 0,1 0-1 0 0,-1 0 1 0 0,1 0 0 0 0,-1 0 0 0 0,1 0 0 0 0,0 0-1 0 0,0-1 1 0 0,0 1 0 0 0,0-1 0 0 0,0 0 0 0 0,0 1-1 0 0,0-1 1 0 0,-2-2 0 0 0,-2-4 114 0 0,1 1 0 0 0,-1-1 0 0 0,1 0 0 0 0,0-1 0 0 0,1 1 0 0 0,-6-16 0 0 0,4 1 40 0 0,1 1 0 0 0,1-1 0 0 0,1 0-1 0 0,0-44 1 0 0,3 56-543 0 0,0 0-1 0 0,1 1 0 0 0,1-1 1 0 0,-1 0-1 0 0,2 1 1 0 0,0 0-1 0 0,0-1 0 0 0,1 1 1 0 0,0 0-1 0 0,0 1 1 0 0,1-1-1 0 0,11-15 0 0 0,18-8-4061 0 0,-17 20-1204 0 0,-2 2 1961 0 0</inkml:trace>
</inkml:ink>
</file>

<file path=ppt/ink/ink4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0:58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1 129 1392 0 0,'0'0'2794'0'0,"16"-26"797"0"0,6 12-2256 0 0,2 1 0 0 0,0 1 0 0 0,42-15 0 0 0,-31 16-1364 0 0,1 1 0 0 0,40-5 0 0 0,-54 18-1797 0 0,-13 8-6902 0 0</inkml:trace>
</inkml:ink>
</file>

<file path=ppt/ink/ink4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1:09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60 284 884 0 0,'10'-17'1364'0'0,"-1"-1"0"0"0,0-1 1 0 0,10-34-1 0 0,14-28 2910 0 0,-25 63-2386 0 0,-13 24-956 0 0,-16 30-602 0 0,13-21-264 0 0,-19 41 208 0 0,-38 109 0 0 0,60-147-245 0 0,0 0 0 0 0,1 1 0 0 0,1-1 0 0 0,1 1 0 0 0,0 0 0 0 0,2 0 0 0 0,0 0 0 0 0,1-1 0 0 0,1 1-1 0 0,7 31 1 0 0,-8-44-37 0 0,0 0 0 0 0,1 0 0 0 0,0 0 0 0 0,1 0 0 0 0,0 0 0 0 0,-1 0 0 0 0,2 0 0 0 0,-1-1 0 0 0,1 1 0 0 0,-1-1 0 0 0,2 0 0 0 0,-1 0 0 0 0,0-1 0 0 0,1 1 0 0 0,0-1 0 0 0,0 0 0 0 0,0 0 0 0 0,1-1 0 0 0,-1 0 0 0 0,1 0 0 0 0,0 0 0 0 0,0 0 0 0 0,0-1-1 0 0,0 0 1 0 0,0 0 0 0 0,0-1 0 0 0,1 1 0 0 0,-1-2 0 0 0,1 1 0 0 0,-1-1 0 0 0,0 1 0 0 0,1-2 0 0 0,-1 1 0 0 0,1-1 0 0 0,-1 0 0 0 0,0 0 0 0 0,13-5 0 0 0,9-3-64 0 0,0-2 0 0 0,0-2 0 0 0,-1 0 1 0 0,-1-1-1 0 0,0-2 0 0 0,-1-1 0 0 0,-1-1 0 0 0,0-1 0 0 0,-2-1 0 0 0,25-27 1 0 0,-18 15-38 0 0,-1-2 0 0 0,-2-1 0 0 0,-1-1 1 0 0,-2-1-1 0 0,-2-2 0 0 0,25-58 1 0 0,-39 77 232 0 0,0 0 1 0 0,-2-1 0 0 0,0 0 0 0 0,-1 0 0 0 0,-2 0 0 0 0,0 0 0 0 0,-1-28 0 0 0,-1 48 54 0 0,-4 3-175 0 0,0 1 1 0 0,0 1-1 0 0,0-1 1 0 0,1 0 0 0 0,-1 1-1 0 0,1 0 1 0 0,0-1-1 0 0,0 2 1 0 0,-4 7 0 0 0,-23 47 13 0 0,21-40-12 0 0,-41 86 58 0 0,-66 203 0 0 0,102-268 43 0 0,-37 72 0 0 0,50-110 13 0 0,3-8 49 0 0,1-1 0 0 0,-1 1 0 0 0,1 0 1 0 0,0 1-1 0 0,0-1 0 0 0,1 0 1 0 0,4-5-1 0 0,42-62-149 0 0,-48 71-40 0 0,0-1 1 0 0,0 1-1 0 0,0 0 0 0 0,0 0 1 0 0,0 0-1 0 0,1 1 1 0 0,-1-1-1 0 0,1 0 0 0 0,-1 1 1 0 0,1 0-1 0 0,0 0 1 0 0,-1-1-1 0 0,1 1 0 0 0,0 1 1 0 0,0-1-1 0 0,0 0 1 0 0,0 1-1 0 0,0 0 1 0 0,0-1-1 0 0,0 1 0 0 0,0 0 1 0 0,0 1-1 0 0,-1-1 1 0 0,1 0-1 0 0,0 1 0 0 0,4 1 1 0 0,7 2-62 0 0,1 2 1 0 0,-1 0-1 0 0,0 0 1 0 0,14 9-1 0 0,14 7-140 0 0,-19-13 111 0 0,1-1 1 0 0,0 0-1 0 0,0-2 1 0 0,0-1-1 0 0,1-1 0 0 0,44 2 1 0 0,-51-6 71 0 0,0-1 0 0 0,-1 0 0 0 0,1-2 0 0 0,-1 0 0 0 0,0 0 0 0 0,0-2 0 0 0,0 0 0 0 0,0-1 0 0 0,-1-1 0 0 0,22-12 0 0 0,-32 15 74 0 0,0 0-1 0 0,0-1 1 0 0,0 1 0 0 0,-1-1 0 0 0,0-1 0 0 0,0 1 0 0 0,-1-1 0 0 0,1 0 0 0 0,6-12 0 0 0,-9 15 17 0 0,0 0 0 0 0,0-1 0 0 0,-1 1 0 0 0,0 0 0 0 0,0-1 0 0 0,1 1 0 0 0,-2-1 0 0 0,1 1 0 0 0,0-1 0 0 0,-1 1 0 0 0,0-1 0 0 0,0 1 0 0 0,0-1 0 0 0,0 0 0 0 0,0 1 0 0 0,-1-1 0 0 0,1 1 0 0 0,-1-1 0 0 0,0 1 0 0 0,0-1 0 0 0,-3-5 0 0 0,3 8-51 0 0,0 0 0 0 0,0 0-1 0 0,0-1 1 0 0,0 1 0 0 0,0 0 0 0 0,0 0 0 0 0,0 0-1 0 0,-1 1 1 0 0,1-1 0 0 0,0 0 0 0 0,0 0-1 0 0,-1 1 1 0 0,1-1 0 0 0,-1 0 0 0 0,1 1 0 0 0,0-1-1 0 0,-1 1 1 0 0,1 0 0 0 0,-1 0 0 0 0,1-1 0 0 0,-1 1-1 0 0,1 0 1 0 0,-1 0 0 0 0,1 0 0 0 0,-1 1-1 0 0,1-1 1 0 0,-1 0 0 0 0,1 1 0 0 0,-1-1 0 0 0,1 0-1 0 0,-1 1 1 0 0,1 0 0 0 0,0-1 0 0 0,-1 1 0 0 0,1 0-1 0 0,0 0 1 0 0,-1 0 0 0 0,1 0 0 0 0,0 0-1 0 0,0 0 1 0 0,0 0 0 0 0,0 0 0 0 0,-1 1 0 0 0,1-1-18 0 0,-1 1 0 0 0,1-1 0 0 0,0 0 1 0 0,0 1-1 0 0,-1-1 0 0 0,1 1 0 0 0,0-1 1 0 0,0 1-1 0 0,0-1 0 0 0,1 1 0 0 0,-1 0 1 0 0,0-1-1 0 0,1 1 0 0 0,-1 0 0 0 0,1 0 1 0 0,-1-1-1 0 0,1 1 0 0 0,0 0 0 0 0,0 0 1 0 0,0 0-1 0 0,0 0 0 0 0,0-1 0 0 0,0 1 1 0 0,1 0-1 0 0,-1 0 0 0 0,0 0 0 0 0,1-1 1 0 0,-1 1-1 0 0,1 0 0 0 0,0-1 0 0 0,0 1 1 0 0,0 0-1 0 0,0-1 0 0 0,0 1 0 0 0,0-1 0 0 0,0 1 1 0 0,2 1-1 0 0,3 1-51 0 0,-1-1 0 0 0,1 1 0 0 0,0-1 0 0 0,0-1 0 0 0,0 1 0 0 0,0-1 0 0 0,1 0 0 0 0,-1-1 0 0 0,0 1 0 0 0,1-1 0 0 0,-1 0 0 0 0,1-1 0 0 0,0 0 0 0 0,-1 0 0 0 0,1 0 0 0 0,6-2 0 0 0,17-2-265 0 0,-1-2-1 0 0,33-9 1 0 0,-55 13 273 0 0,9-4-65 0 0,1 0 0 0 0,-1 0 0 0 0,-1-2 0 0 0,1 0 0 0 0,-1-1 0 0 0,-1 0 0 0 0,0-1-1 0 0,17-15 1 0 0,-25 19 142 0 0,0 0 0 0 0,-1 0 0 0 0,0 0 0 0 0,0 0-1 0 0,0-1 1 0 0,-1 0 0 0 0,0 0 0 0 0,6-14 0 0 0,-9 16 90 0 0,0 1 1 0 0,0-1-1 0 0,0 1 1 0 0,0-1-1 0 0,-1 1 1 0 0,1-1-1 0 0,-1 0 0 0 0,0 1 1 0 0,-1-1-1 0 0,1 0 1 0 0,-1 1-1 0 0,0-1 1 0 0,0 1-1 0 0,-1-1 1 0 0,1 1-1 0 0,-3-6 1 0 0,-11-28 2783 0 0,3 91-2495 0 0,17-24-668 0 0,0-1 0 0 0,2 0 1 0 0,17 46-1 0 0,-14-43-740 0 0,4 26-3669 0 0,-11-41 987 0 0,1-2 258 0 0</inkml:trace>
</inkml:ink>
</file>

<file path=ppt/ink/ink4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1:09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75 852 0 0,'11'-8'1103'0'0,"0"0"-1"0"0,1 1 1 0 0,0 0-1 0 0,0 0 0 0 0,1 2 1 0 0,19-8-1 0 0,-17 9-1233 0 0,0-1 0 0 0,1 2 0 0 0,0 0 0 0 0,-1 1-1 0 0,20 0 1 0 0,-33 2-604 0 0</inkml:trace>
</inkml:ink>
</file>

<file path=ppt/ink/ink4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1:10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88 276 0 0,'-28'-7'1288'0'0,"8"1"-84"0"0,1 3-96 0 0,6-2-112 0 0,5 2 2037 0 0,50-20-2521 0 0,4 15-144 0 0,11-1-200 0 0,29 0-224 0 0,6 1-284 0 0,42 1-276 0 0,-54 7-712 0 0,50 2-1429 0 0,-48-4 633 0 0</inkml:trace>
</inkml:ink>
</file>

<file path=ppt/ink/ink4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1:11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71 884 0 0,'-1'-30'3872'0'0,"2"27"-3726"0"0,1 0-1 0 0,0 0 1 0 0,0 0-1 0 0,1 1 0 0 0,-1-1 1 0 0,0 1-1 0 0,1 0 0 0 0,-1-1 1 0 0,1 1-1 0 0,0 0 0 0 0,0 1 1 0 0,0-1-1 0 0,0 0 0 0 0,0 1 1 0 0,0 0-1 0 0,0-1 1 0 0,1 1-1 0 0,-1 1 0 0 0,4-2 1 0 0,-1 2-38 0 0,-1 0 1 0 0,0 0 0 0 0,1 0-1 0 0,-1 1 1 0 0,1 0 0 0 0,-1 0-1 0 0,0 0 1 0 0,0 1 0 0 0,0 0-1 0 0,0-1 1 0 0,7 5 0 0 0,-3-1-36 0 0,1 0 0 0 0,-2 1 0 0 0,1 1-1 0 0,0-1 1 0 0,-1 1 0 0 0,-1 0 0 0 0,1 1 0 0 0,-1 0 0 0 0,0 0 0 0 0,-1 1 0 0 0,0 0 0 0 0,7 12 0 0 0,-9-11-36 0 0,0 1 1 0 0,-1 0-1 0 0,0-1 1 0 0,-1 1 0 0 0,0 0-1 0 0,-1 0 1 0 0,0 0-1 0 0,-1 1 1 0 0,0-1-1 0 0,0 0 1 0 0,-1 0 0 0 0,-1 0-1 0 0,0 0 1 0 0,-1 0-1 0 0,0-1 1 0 0,0 1 0 0 0,-8 15-1 0 0,8-19 14 0 0,-1 0 0 0 0,0 0-1 0 0,0 0 1 0 0,-1 0 0 0 0,0-1-1 0 0,0 0 1 0 0,-1 0 0 0 0,1 0-1 0 0,-1-1 1 0 0,0 0 0 0 0,-1 0 0 0 0,0 0-1 0 0,1-1 1 0 0,-1 0 0 0 0,-1 0-1 0 0,1 0 1 0 0,0-1 0 0 0,-1-1 0 0 0,0 1-1 0 0,1-1 1 0 0,-1 0 0 0 0,0-1-1 0 0,0 0 1 0 0,-13 0 0 0 0,19-1-38 0 0,0 0 1 0 0,-1 0-1 0 0,1 0 1 0 0,0 0-1 0 0,-1-1 1 0 0,1 1-1 0 0,0-1 1 0 0,0 1 0 0 0,-1-1-1 0 0,1 0 1 0 0,0 0-1 0 0,0 0 1 0 0,0 0-1 0 0,0-1 1 0 0,0 1-1 0 0,0 0 1 0 0,0-1-1 0 0,0 1 1 0 0,1-1-1 0 0,-1 0 1 0 0,1 0-1 0 0,-1 1 1 0 0,1-1 0 0 0,-1 0-1 0 0,1 0 1 0 0,0 0-1 0 0,0-1 1 0 0,0 1-1 0 0,0 0 1 0 0,1 0-1 0 0,-1 0 1 0 0,1-1-1 0 0,-1 1 1 0 0,1 0-1 0 0,0-1 1 0 0,-1 1-1 0 0,1 0 1 0 0,0-1-1 0 0,1 1 1 0 0,-1-1 0 0 0,1-3-1 0 0,0-4-4 0 0,1 0 1 0 0,0-1-1 0 0,1 1 0 0 0,0 0 1 0 0,0 0-1 0 0,1 1 0 0 0,1-1 1 0 0,5-9-1 0 0,4-3-22 0 0,2 2 1 0 0,0-1-1 0 0,1 2 0 0 0,1 0 1 0 0,0 1-1 0 0,30-21 1 0 0,-36 30-5 0 0,1 0 0 0 0,0 1 1 0 0,0 1-1 0 0,1 0 1 0 0,0 0-1 0 0,0 2 1 0 0,0 0-1 0 0,1 0 1 0 0,-1 1-1 0 0,1 1 1 0 0,0 1-1 0 0,21-2 0 0 0,-30 5 6 0 0,0-1-1 0 0,0 1 1 0 0,0-1-1 0 0,0 2 1 0 0,0-1-1 0 0,0 1 1 0 0,-1-1-1 0 0,1 2 1 0 0,-1-1-1 0 0,1 1 1 0 0,-1-1-1 0 0,0 1 0 0 0,0 1 1 0 0,8 6-1 0 0,-6-3-2 0 0,0 0 1 0 0,-1 0-1 0 0,1 1 0 0 0,-1 0 0 0 0,-1 0 0 0 0,0 1 0 0 0,0-1 0 0 0,5 13 0 0 0,-3-3 3 0 0,-2-1 1 0 0,1 1-1 0 0,-2 0 0 0 0,0 1 1 0 0,-2-1-1 0 0,0 1 0 0 0,0-1 0 0 0,-2 1 1 0 0,-2 18-1 0 0,3-9 43 0 0,6-20-52 0 0,-4-9 8 0 0,0 0 0 0 0,-1 0 0 0 0,0 0-1 0 0,1 0 1 0 0,-1 0 0 0 0,1 0 0 0 0,-1-1 0 0 0,0 1 0 0 0,0-1 0 0 0,3-2-1 0 0,7-6-50 0 0,60-46-439 0 0,-46 33 247 0 0,1 2 0 0 0,46-29 0 0 0,-66 46 229 0 0,0 0-1 0 0,0 1 1 0 0,0 0-1 0 0,0 0 1 0 0,0 1-1 0 0,1-1 0 0 0,-1 2 1 0 0,1-1-1 0 0,-1 1 1 0 0,1 0-1 0 0,0 1 1 0 0,-1-1-1 0 0,1 2 1 0 0,0-1-1 0 0,-1 1 1 0 0,14 3-1 0 0,-11 0 4 0 0,1 1 0 0 0,-1 0-1 0 0,-1 0 1 0 0,1 1 0 0 0,15 12-1 0 0,-18-12 26 0 0,0 0 1 0 0,1-1-1 0 0,-1 0 0 0 0,1 0 1 0 0,0-1-1 0 0,1 0 0 0 0,-1-1 1 0 0,1 1-1 0 0,0-2 0 0 0,12 3 1 0 0,-2-3-34 0 0,1-2 0 0 0,-1 0 0 0 0,1-1 0 0 0,-1-2 1 0 0,0 1-1 0 0,1-2 0 0 0,-2-1 0 0 0,1 0 1 0 0,0-1-1 0 0,-1-1 0 0 0,23-13 0 0 0,-22 8 4734 0 0,-42 4-3913 0 0,22 7-762 0 0,0 0 0 0 0,-1 0 0 0 0,1 1 0 0 0,0-1 1 0 0,-1 0-1 0 0,1 1 0 0 0,-1-1 0 0 0,1 1 0 0 0,-1-1 0 0 0,1 1 0 0 0,-1 0 0 0 0,0-1 1 0 0,1 1-1 0 0,-1 0 0 0 0,1 0 0 0 0,-1 0 0 0 0,0 1 0 0 0,1-1 0 0 0,-1 0 0 0 0,1 0 0 0 0,-1 1 1 0 0,1-1-1 0 0,-1 1 0 0 0,1-1 0 0 0,-3 3 0 0 0,-1 0-45 0 0,0 0-1 0 0,1 1 1 0 0,-1 0-1 0 0,1 0 1 0 0,0 0-1 0 0,0 0 1 0 0,0 1-1 0 0,1 0 1 0 0,0-1-1 0 0,0 1 1 0 0,-4 10-1 0 0,6-13 12 0 0,0 0-1 0 0,0 0 0 0 0,0 0 0 0 0,1 0 0 0 0,-1 0 0 0 0,1 0 1 0 0,-1 1-1 0 0,1-1 0 0 0,0 0 0 0 0,0 0 0 0 0,0 0 0 0 0,0 1 0 0 0,0-1 1 0 0,1 0-1 0 0,-1 0 0 0 0,1 1 0 0 0,-1-1 0 0 0,1 0 0 0 0,0 0 1 0 0,0 0-1 0 0,0 0 0 0 0,0 0 0 0 0,0 0 0 0 0,0 0 0 0 0,1-1 1 0 0,-1 1-1 0 0,1 0 0 0 0,-1-1 0 0 0,1 1 0 0 0,-1 0 0 0 0,1-1 1 0 0,3 2-1 0 0,-1-1-1 0 0,-1 0 0 0 0,1 0 0 0 0,0-1 0 0 0,1 1-1 0 0,-1-1 1 0 0,0 0 0 0 0,0 0 0 0 0,0-1 0 0 0,1 1 0 0 0,-1-1 0 0 0,0 0 0 0 0,1 0 0 0 0,-1 0 0 0 0,0-1 0 0 0,1 1 0 0 0,-1-1 0 0 0,0 0 0 0 0,0-1 0 0 0,0 1 0 0 0,0-1 0 0 0,0 1 0 0 0,0-1-1 0 0,0 0 1 0 0,0-1 0 0 0,4-2 0 0 0,-1 0 21 0 0,1-1 0 0 0,-1 0 0 0 0,0 0 0 0 0,-1 0 0 0 0,0-1 0 0 0,0 0 0 0 0,0 0 0 0 0,-1 0 0 0 0,0-1 0 0 0,7-14 0 0 0,-9 17 26 0 0,-2-1 0 0 0,1 1 0 0 0,0-1 0 0 0,-1 0 0 0 0,0 0 0 0 0,-1 0 0 0 0,1 1 0 0 0,-1-1 0 0 0,-1-12 0 0 0,1 16-39 0 0,-1-1 0 0 0,1 0 1 0 0,-1 1-1 0 0,0-1 0 0 0,1 1 1 0 0,-1-1-1 0 0,0 1 0 0 0,-1-1 0 0 0,1 1 1 0 0,0 0-1 0 0,-1-1 0 0 0,1 1 1 0 0,-1 0-1 0 0,0 0 0 0 0,0 0 0 0 0,0 0 1 0 0,0 0-1 0 0,0 1 0 0 0,0-1 1 0 0,0 0-1 0 0,0 1 0 0 0,-1 0 0 0 0,-3-2 1 0 0,4 2-108 0 0,1 1 0 0 0,-1-1 0 0 0,0 1 0 0 0,0 0 1 0 0,0-1-1 0 0,0 1 0 0 0,1 0 0 0 0,-1 0 0 0 0,0 0 1 0 0,0 1-1 0 0,0-1 0 0 0,0 0 0 0 0,1 1 0 0 0,-1-1 1 0 0,0 1-1 0 0,0-1 0 0 0,1 1 0 0 0,-1 0 0 0 0,0 0 0 0 0,1 0 1 0 0,-1 0-1 0 0,-2 2 0 0 0,-14 15-2104 0 0,10-6-2142 0 0,7-11 3736 0 0</inkml:trace>
</inkml:ink>
</file>

<file path=ppt/ink/ink4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1: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17 188 596 0 0,'-16'-50'14168'0'0,"22"56"-13779"0"0,12 11-146 0 0,0 1-1 0 0,-2 1 1 0 0,0 0 0 0 0,-2 1-1 0 0,0 1 1 0 0,-1 0-1 0 0,-1 1 1 0 0,-1 1-1 0 0,9 26 1 0 0,-19-44-218 0 0,0 1 1 0 0,0 0-1 0 0,0 0 1 0 0,-1 0-1 0 0,0-1 1 0 0,0 1-1 0 0,-2 9 1 0 0,1-8 19 0 0,1-6 47 0 0,-1 7-5 0 0,1-6-77 0 0,0-6 23 0 0,10-40-181 0 0,2 1 0 0 0,2 0 0 0 0,2 1 0 0 0,2 1 0 0 0,23-40 0 0 0,-31 60 86 0 0,8-14 234 0 0,36-54 0 0 0,-52 88-162 0 0,0 1 1 0 0,-1 0-1 0 0,1-1 1 0 0,-1 1-1 0 0,1 0 0 0 0,0 0 1 0 0,-1 0-1 0 0,1 0 1 0 0,0 0-1 0 0,-1 0 1 0 0,1 1-1 0 0,0-1 1 0 0,-1 1-1 0 0,1-1 1 0 0,-1 1-1 0 0,1-1 1 0 0,-1 1-1 0 0,1 0 1 0 0,-1 0-1 0 0,1 0 1 0 0,1 1-1 0 0,-2-1-10 0 0,9 5 23 0 0,0 1 0 0 0,0 0 0 0 0,0 0 0 0 0,-1 1 0 0 0,0 1 1 0 0,0-1-1 0 0,-1 2 0 0 0,0-1 0 0 0,11 20 0 0 0,-6-9 24 0 0,-2 0-1 0 0,-1 1 1 0 0,0 1 0 0 0,7 25-1 0 0,-13-33 31 0 0,0 1 0 0 0,0 0-1 0 0,-1 1 1 0 0,-1-1 0 0 0,0 20-1 0 0,-2-30-377 0 0,-1 0 0 0 0,1 0 1 0 0,-1 0-1 0 0,0 0 0 0 0,0 0 0 0 0,-1 0 0 0 0,1 0 0 0 0,-5 8 0 0 0,4-10-391 0 0,0 0-1 0 0,0 0 0 0 0,-1 0 1 0 0,1 0-1 0 0,-1 0 1 0 0,1-1-1 0 0,-1 1 0 0 0,0-1 1 0 0,0 0-1 0 0,0 0 1 0 0,0 0-1 0 0,0 0 1 0 0,-7 2-1 0 0,-7 3-2793 0 0</inkml:trace>
</inkml:ink>
</file>

<file path=ppt/ink/ink4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1:12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1 103 268 0 0,'10'-5'1060'0'0,"0"-4"-92"0"0,5 0-80 0 0,2 1-60 0 0,0-2-100 0 0,6-1-64 0 0,4 3-79 0 0,2-3-173 0 0,1 2-256 0 0,9 1-384 0 0,0 1-829 0 0,-1 2-1143 0 0,4 3 508 0 0</inkml:trace>
</inkml:ink>
</file>

<file path=ppt/ink/ink4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1:13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44 456 0 0,'-40'-6'1181'0'0,"-5"-1"4185"0"0,43 6-4178 0 0,6 0-315 0 0,27 0-573 0 0,481-6 1271 0 0,175 1-534 0 0,-541 9-828 0 0,961 5 1194 0 0,-1024-8-1129 0 0,-31 1 854 0 0,0-2 0 0 0,63-10 0 0 0,-114 11-859 0 0,11-1-2810 0 0,-41-5-1134 0 0,-44-1-1685 0 0,43 7 2021 0 0</inkml:trace>
</inkml:ink>
</file>

<file path=ppt/ink/ink4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1:13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0 524 0 0,'-34'6'4913'0'0,"53"-1"-2011"0"0,1-3-3348 0 0,158 19 1887 0 0,223-5-1 0 0,-223-12-921 0 0,1251 32 2281 0 0,-1019-28-1639 0 0,-67-31 2513 0 0,-341 23-3445 0 0,16 2 60 0 0,-2 5-3405 0 0,-36 32-6424 0 0,8-25 5722 0 0</inkml:trace>
</inkml:ink>
</file>

<file path=ppt/ink/ink4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1:16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5 480 0 0,'-8'-4'8016'0'0,"-42"326"-5801"0"0,37-262-5533 0 0</inkml:trace>
</inkml:ink>
</file>

<file path=ppt/ink/ink4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1:16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55 269 7409 0 0,'-6'-4'231'0'0,"0"0"1"0"0,1-1-1 0 0,0 1 1 0 0,0-1-1 0 0,0 0 1 0 0,0-1-1 0 0,1 1 1 0 0,0-1-1 0 0,-6-9 1 0 0,12 12-196 0 0,0 1 0 0 0,0-1 0 0 0,0 1 0 0 0,1 0 1 0 0,-1 0-1 0 0,0 0 0 0 0,1 0 0 0 0,0 0 1 0 0,-1 1-1 0 0,1-1 0 0 0,6-1 0 0 0,-6 1 9 0 0,44-21 122 0 0,1 1 0 0 0,1 3-1 0 0,76-19 1 0 0,158-19 189 0 0,-90 36-445 0 0,-172 20-228 0 0,0 1 0 0 0,-1 1 0 0 0,1 1 0 0 0,-1 1 0 0 0,1 1 0 0 0,-1 0 0 0 0,25 10 0 0 0,-42-13 24 0 0,0 0 0 0 0,-1 0 0 0 0,1 1 0 0 0,0 0 0 0 0,-1-1 0 0 0,1 1 0 0 0,-1 0 0 0 0,1 0 0 0 0,-1 0 0 0 0,0 0 0 0 0,0 1 0 0 0,0-1 0 0 0,0 1 0 0 0,0-1 0 0 0,1 4 0 0 0,3 8-1908 0 0</inkml:trace>
</inkml:ink>
</file>

<file path=ppt/ink/ink4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1:17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0 277 432 0 0,'24'15'1956'0'0,"4"-13"-1449"0"0,1 0 1 0 0,0-2-1 0 0,0-1 0 0 0,54-9 1 0 0,118-37 434 0 0,-126 27-474 0 0,-60 17-390 0 0,186-55 744 0 0,-175 49-657 0 0,-1-1 0 0 0,0-1 0 0 0,0-2 0 0 0,-2 0 0 0 0,35-26 0 0 0,2-22 2295 0 0,-59 61-2137 0 0,4 0-245 0 0,-5-1-70 0 0,0 1 0 0 0,1 0 1 0 0,-1 0-1 0 0,1 0 0 0 0,-1 0 1 0 0,1 0-1 0 0,-1 0 0 0 0,0 0 0 0 0,1 0 1 0 0,-1 0-1 0 0,1 0 0 0 0,-1 0 0 0 0,1 1 1 0 0,-1-1-1 0 0,0 0 0 0 0,1 0 0 0 0,-1 0 1 0 0,1 0-1 0 0,-1 1 0 0 0,0-1 0 0 0,1 0 1 0 0,-1 0-1 0 0,0 1 0 0 0,1-1 0 0 0,-1 0 1 0 0,0 1-1 0 0,0-1 0 0 0,1 0 0 0 0,-1 1 1 0 0,0-1-1 0 0,0 1 0 0 0,1-1 0 0 0,-1 0 1 0 0,0 1-1 0 0,0-1 0 0 0,0 1 0 0 0,0 0 1 0 0,2 2-24 0 0,37 94 344 0 0,-39-95-354 0 0,7 1-37 0 0,-7-2 60 0 0,1-1 1 0 0,-1 0-1 0 0,1 1 1 0 0,-1-1-1 0 0,1 0 1 0 0,0 1-1 0 0,-1-1 1 0 0,1 0-1 0 0,0 0 1 0 0,-1 0 0 0 0,1 1-1 0 0,-1-1 1 0 0,1 0-1 0 0,0 0 1 0 0,-1 0-1 0 0,1 0 1 0 0,0 0-1 0 0,-1 0 1 0 0,1 0-1 0 0,0 0 1 0 0,-1-1-1 0 0,1 1 1 0 0,0 0-1 0 0,-1 0 1 0 0,1 0 0 0 0,-1-1-1 0 0,1 1 1 0 0,0 0-1 0 0,-1-1 1 0 0,1 1-1 0 0,-1 0 1 0 0,1-1-1 0 0,-1 1 1 0 0,1-1-1 0 0,-1 1 1 0 0,1-1-1 0 0,17-13-475 0 0,1 2 0 0 0,0 0-1 0 0,40-18 1 0 0,-50 26-400 0 0,1 1-1 0 0,0 0 1 0 0,1 0 0 0 0,-1 1 0 0 0,0 0 0 0 0,19 0 0 0 0,-15 3-1106 0 0</inkml:trace>
</inkml:ink>
</file>

<file path=ppt/ink/ink4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1:17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1 463 492 0 0,'1'-1'277'0'0,"0"0"-1"0"0,0 1 0 0 0,1-1 1 0 0,-1 0-1 0 0,0 1 1 0 0,1-1-1 0 0,-1 1 1 0 0,1 0-1 0 0,-1-1 1 0 0,0 1-1 0 0,1 0 1 0 0,-1 0-1 0 0,1 0 1 0 0,-1 0-1 0 0,1 0 0 0 0,-1 0 1 0 0,1 0-1 0 0,1 1 1 0 0,-2 0-165 0 0,0 0 1 0 0,-1 0-1 0 0,1 0 0 0 0,-1 0 1 0 0,1 0-1 0 0,-1 0 0 0 0,1 0 1 0 0,-1 1-1 0 0,0-1 1 0 0,1 0-1 0 0,-1 0 0 0 0,0 0 1 0 0,0 0-1 0 0,0 1 0 0 0,0-1 1 0 0,0 1-1 0 0,7 35 421 0 0,-6-35-494 0 0,-1 0 1 0 0,1 0-1 0 0,0 0 0 0 0,0 0 0 0 0,1-1 0 0 0,-1 1 1 0 0,0 0-1 0 0,1 0 0 0 0,-1-1 0 0 0,1 1 0 0 0,-1-1 1 0 0,1 1-1 0 0,0-1 0 0 0,-1 1 0 0 0,1-1 1 0 0,0 0-1 0 0,0 0 0 0 0,0 0 0 0 0,0 0 0 0 0,0 0 1 0 0,0-1-1 0 0,0 1 0 0 0,1-1 0 0 0,-1 1 0 0 0,0-1 1 0 0,0 0-1 0 0,0 0 0 0 0,0 0 0 0 0,1 0 1 0 0,-1 0-1 0 0,0 0 0 0 0,0 0 0 0 0,0-1 0 0 0,1 1 1 0 0,-1-1-1 0 0,0 0 0 0 0,0 0 0 0 0,0 1 0 0 0,0-1 1 0 0,2-2-1 0 0,11-5 149 0 0,-1-1 0 0 0,0 0 1 0 0,-1 0-1 0 0,17-17 0 0 0,-22 20-87 0 0,27-25 524 0 0,58-64 0 0 0,-81 80-496 0 0,0 1 0 0 0,-1-2 1 0 0,-1 0-1 0 0,-1 0 0 0 0,0-1 0 0 0,-1 0 1 0 0,9-27-1 0 0,-15 39-104 0 0,0-1 0 0 0,-1 1 0 0 0,0-1 0 0 0,0 0 0 0 0,-1 1 0 0 0,0-1 0 0 0,0 0 1 0 0,0 1-1 0 0,0-1 0 0 0,-1 0 0 0 0,0 1 0 0 0,0-1 0 0 0,-1 1 0 0 0,0-1 0 0 0,0 1 0 0 0,0 0 0 0 0,0-1 0 0 0,-1 1 1 0 0,0 0-1 0 0,0 1 0 0 0,0-1 0 0 0,0 0 0 0 0,-7-5 0 0 0,3 4-14 0 0,0 0 1 0 0,-1 0-1 0 0,0 1 1 0 0,0 0-1 0 0,0 0 1 0 0,-1 1-1 0 0,1 0 1 0 0,-1 1-1 0 0,0 0 1 0 0,0 0-1 0 0,0 1 1 0 0,0 0-1 0 0,-16-1 1 0 0,3 2 0 0 0,0 0 0 0 0,-24 3 0 0 0,41-2-11 0 0,-1 1 1 0 0,1-1-1 0 0,-1 1 0 0 0,1 0 0 0 0,-1 1 1 0 0,1-1-1 0 0,0 1 0 0 0,-1 0 0 0 0,1 0 1 0 0,0 1-1 0 0,0 0 0 0 0,1 0 0 0 0,-8 5 1 0 0,10-6-6 0 0,1-1 1 0 0,0 1-1 0 0,0-1 1 0 0,0 1-1 0 0,0-1 1 0 0,1 1-1 0 0,-1-1 1 0 0,0 1-1 0 0,1 0 1 0 0,-1-1-1 0 0,1 1 1 0 0,-1 0 0 0 0,1-1-1 0 0,0 1 1 0 0,0 0-1 0 0,0 0 1 0 0,0 0-1 0 0,0-1 1 0 0,0 1-1 0 0,1 3 1 0 0,0 0 1 0 0,1-1 1 0 0,-1 0-1 0 0,1 0 0 0 0,0 0 1 0 0,0 0-1 0 0,0-1 1 0 0,1 1-1 0 0,3 4 1 0 0,5 4 2 0 0,0 0 0 0 0,1-1 0 0 0,20 14 1 0 0,163 96-10 0 0,-9-8-35 0 0,-163-96-17 0 0,0 1-1 0 0,-1 1 1 0 0,-1 0 0 0 0,-1 2 0 0 0,24 30 0 0 0,-41-48 60 0 0,-1 0 1 0 0,0 1 0 0 0,1-1 0 0 0,-1 0 0 0 0,-1 1 0 0 0,1-1 0 0 0,0 1 0 0 0,-1 0 0 0 0,0 0 0 0 0,0-1 0 0 0,0 1 0 0 0,0 0 0 0 0,-1 0-1 0 0,1 0 1 0 0,-1 0 0 0 0,0 0 0 0 0,0 0 0 0 0,0 0 0 0 0,-1 0 0 0 0,0 0 0 0 0,1 0 0 0 0,-4 6 0 0 0,3-6-186 0 0,-1 0 0 0 0,0-1 0 0 0,-1 1 0 0 0,1-1 0 0 0,0 0 0 0 0,-1 0 0 0 0,0 1 0 0 0,-6 4 0 0 0,4-4-957 0 0,-1 0 0 0 0,1-1 0 0 0,-1 1 0 0 0,0-1 0 0 0,-11 4 0 0 0</inkml:trace>
</inkml:ink>
</file>

<file path=ppt/ink/ink4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1:17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1 103 392 0 0,'32'-69'6618'0'0,"-13"36"-3640"0"0,3 47-3845 0 0,-18-10 340 0 0,0 0 1 0 0,0 1-1 0 0,-1 0 1 0 0,1 0-1 0 0,-1 0 1 0 0,0 0-1 0 0,0 0 1 0 0,-1 1-1 0 0,2 5 1 0 0,5 11-1646 0 0</inkml:trace>
</inkml:ink>
</file>

<file path=ppt/ink/ink4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1:18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55 784 0 0,'-21'-19'4217'0'0,"17"15"-3490"0"0,-1-1 0 0 0,0 1-1 0 0,0 0 1 0 0,-1 0 0 0 0,-10-6 0 0 0,13 9-632 0 0,0 0-1 0 0,0 0 1 0 0,0 1 0 0 0,0-1 0 0 0,-1 1 0 0 0,1-1 0 0 0,0 1-1 0 0,0 0 1 0 0,0 0 0 0 0,0 1 0 0 0,0-1 0 0 0,-1 1 0 0 0,1-1-1 0 0,0 1 1 0 0,-6 2 0 0 0,-2 2 32 0 0,1 0 1 0 0,-1 0-1 0 0,1 1 1 0 0,0 0-1 0 0,0 0 1 0 0,0 1-1 0 0,-9 10 1 0 0,16-14-96 0 0,0-1 0 0 0,0 1 0 0 0,0 0 1 0 0,1 0-1 0 0,-1 0 0 0 0,1 0 0 0 0,0 0 0 0 0,0 1 0 0 0,0-1 1 0 0,0 1-1 0 0,0-1 0 0 0,1 1 0 0 0,0 0 0 0 0,0-1 0 0 0,0 1 1 0 0,0 0-1 0 0,0 0 0 0 0,1 0 0 0 0,0 0 0 0 0,-1 0 0 0 0,2 0 1 0 0,-1-1-1 0 0,0 1 0 0 0,2 5 0 0 0,-1-7-32 0 0,0 0 0 0 0,1 0 0 0 0,-1-1 0 0 0,0 1 0 0 0,1 0 0 0 0,0-1 0 0 0,-1 1 0 0 0,1-1 0 0 0,0 0 0 0 0,0 1 0 0 0,0-1 0 0 0,0 0 0 0 0,0 0-1 0 0,0 0 1 0 0,0 0 0 0 0,0-1 0 0 0,0 1 0 0 0,0 0 0 0 0,0-1 0 0 0,1 0 0 0 0,-1 1 0 0 0,0-1 0 0 0,0 0 0 0 0,1 0 0 0 0,-1 0 0 0 0,2-1 0 0 0,7 1-99 0 0,-1-1 0 0 0,1-1 1 0 0,-1 1-1 0 0,14-5 0 0 0,2-2-213 0 0,-1-1 0 0 0,0-2 0 0 0,-1 0 0 0 0,33-21 0 0 0,-56 31 284 0 0,1 0 1 0 0,-1 0 0 0 0,1 0-1 0 0,-1 0 1 0 0,1 0-1 0 0,-1 1 1 0 0,1-1 0 0 0,-1 0-1 0 0,1 1 1 0 0,0 0 0 0 0,-1-1-1 0 0,1 1 1 0 0,0 0 0 0 0,-1 0-1 0 0,1 0 1 0 0,0 0-1 0 0,0 0 1 0 0,-1 0 0 0 0,1 1-1 0 0,0-1 1 0 0,2 1 0 0 0,27 21-195 0 0,-29-19 223 0 0,1 0 0 0 0,-1-1 0 0 0,1 1 0 0 0,0-1 0 0 0,0 1 0 0 0,1-1 0 0 0,-1 0 0 0 0,0-1 0 0 0,1 1 0 0 0,-1 0 0 0 0,1-1 0 0 0,-1 0 0 0 0,1 0 0 0 0,0 0 0 0 0,5 0 0 0 0,15-1 318 0 0,-1-2 0 0 0,0-1 1 0 0,1-1-1 0 0,-1-1 0 0 0,40-14 1 0 0,-61 18-113 0 0,51-5 1117 0 0,-35 6-1608 0 0,0 1 1 0 0,0 1 0 0 0,19 4 0 0 0,21 10-6651 0 0,-43-12 3998 0 0</inkml:trace>
</inkml:ink>
</file>

<file path=ppt/ink/ink4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1:19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6 150 432 0 0,'-1'-4'266'0'0,"-1"0"1"0"0,1 0-1 0 0,1 0 0 0 0,-1 0 0 0 0,1 0 1 0 0,-1 0-1 0 0,1 0 0 0 0,0 0 0 0 0,1 0 0 0 0,-1 0 1 0 0,1 0-1 0 0,-1 0 0 0 0,1 0 0 0 0,1 0 1 0 0,-1 0-1 0 0,0 0 0 0 0,1 0 0 0 0,0 1 1 0 0,0-1-1 0 0,3-4 0 0 0,-1 2 86 0 0,0 0 0 0 0,0 0 0 0 0,1 1 0 0 0,0-1 0 0 0,0 1 0 0 0,1 0 0 0 0,-1 1 0 0 0,1-1 0 0 0,0 1 0 0 0,10-6 0 0 0,-14 10-116 0 0,7 12 152 0 0,-8-12-376 0 0,0 1 0 0 0,0 0 0 0 0,-1 0 0 0 0,1 0 0 0 0,0 0 0 0 0,-1 0 0 0 0,1 0 0 0 0,-1 0 0 0 0,1 0 0 0 0,-1 0 0 0 0,0 0 0 0 0,1 0 0 0 0,-1 0 1 0 0,0 0-1 0 0,0 0 0 0 0,0 0 0 0 0,1 0 0 0 0,-1 0 0 0 0,0 1 0 0 0,-1-1 0 0 0,1 0 0 0 0,0 0 0 0 0,0 0 0 0 0,-1 1 0 0 0,-30 188 578 0 0,18-122-427 0 0,2 1 0 0 0,-2 84 0 0 0,12-132-136 0 0,2-1-1 0 0,0 0 0 0 0,2 0 0 0 0,0 0 0 0 0,1 0 0 0 0,1-1 0 0 0,1 1 0 0 0,0-1 1 0 0,2 0-1 0 0,0-1 0 0 0,1 0 0 0 0,13 19 0 0 0,-19-31-64 0 0,1 0 1 0 0,0-1-1 0 0,1 0 0 0 0,-1 1 0 0 0,1-2 1 0 0,0 1-1 0 0,1 0 0 0 0,-1-1 0 0 0,1 0 1 0 0,0-1-1 0 0,0 1 0 0 0,0-1 0 0 0,0 0 0 0 0,0 0 1 0 0,1-1-1 0 0,-1 0 0 0 0,1 0 0 0 0,0-1 1 0 0,0 1-1 0 0,0-1 0 0 0,-1-1 0 0 0,1 1 1 0 0,0-1-1 0 0,0-1 0 0 0,0 1 0 0 0,0-1 1 0 0,0 0-1 0 0,-1-1 0 0 0,1 0 0 0 0,10-4 1 0 0,-1 0-52 0 0,-1-1 0 0 0,0-1 0 0 0,0-1 0 0 0,-1 0 0 0 0,0 0 0 0 0,-1-2 1 0 0,0 1-1 0 0,-1-2 0 0 0,0 0 0 0 0,0 0 0 0 0,14-21 0 0 0,-19 23 271 0 0,-1 1-1 0 0,1-1 0 0 0,-2 0 1 0 0,1 0-1 0 0,-1 0 1 0 0,-1-1-1 0 0,0 0 0 0 0,0 0 1 0 0,-1 0-1 0 0,-1 0 1 0 0,0-1-1 0 0,0 1 0 0 0,-1-22 1 0 0,-1 32 20 0 0,0 0-164 0 0,0 0 1 0 0,-1 0 0 0 0,1-1-1 0 0,-1 1 1 0 0,1 0-1 0 0,-1 0 1 0 0,1 0-1 0 0,-1 1 1 0 0,0-1 0 0 0,1 0-1 0 0,-1 0 1 0 0,0 0-1 0 0,0 0 1 0 0,1 1 0 0 0,-1-1-1 0 0,0 0 1 0 0,0 1-1 0 0,0-1 1 0 0,0 0-1 0 0,0 1 1 0 0,0-1 0 0 0,-2 0-1 0 0,-1 3-28 0 0,1-1 0 0 0,0 1-1 0 0,0 0 1 0 0,0 0 0 0 0,0 0 0 0 0,0 0-1 0 0,0 0 1 0 0,0 1 0 0 0,1 0-1 0 0,-1-1 1 0 0,1 1 0 0 0,0 0 0 0 0,0 0-1 0 0,0 0 1 0 0,0 0 0 0 0,0 0-1 0 0,1 1 1 0 0,-1-1 0 0 0,1 0 0 0 0,0 1-1 0 0,0-1 1 0 0,0 1 0 0 0,1-1-1 0 0,-1 1 1 0 0,1 6 0 0 0,0-8-33 0 0,1 1 1 0 0,-1-1-1 0 0,1 0 1 0 0,-1 1-1 0 0,1-1 1 0 0,0 0-1 0 0,0 0 1 0 0,0 0-1 0 0,0 0 1 0 0,1 0-1 0 0,-1 0 1 0 0,1 0-1 0 0,-1 0 0 0 0,1 0 1 0 0,-1 0-1 0 0,1-1 1 0 0,0 1-1 0 0,0-1 1 0 0,0 1-1 0 0,0-1 1 0 0,0 0-1 0 0,0 0 1 0 0,0 0-1 0 0,0 0 1 0 0,1 0-1 0 0,-1 0 1 0 0,0-1-1 0 0,1 1 1 0 0,-1-1-1 0 0,0 1 0 0 0,4-1 1 0 0,15 3-313 0 0,0-1-1 0 0,38-1 1 0 0,-22-1-219 0 0,-15 1-157 0 0,0 0-1 0 0,45-4 1 0 0,-59 1 600 0 0,-1 1 1 0 0,1-1 0 0 0,0 0 0 0 0,0-1-1 0 0,-1 0 1 0 0,1 0 0 0 0,-1-1 0 0 0,0 0-1 0 0,0 0 1 0 0,0-1 0 0 0,9-8-1 0 0,57-50 1497 0 0,-71 62-1255 0 0,3-1 24 0 0,-5 2-146 0 0,0-1 0 0 0,0 1 0 0 0,1 0 0 0 0,-1 0 0 0 0,0 0 0 0 0,0-1 0 0 0,0 1 0 0 0,1 0 0 0 0,-1 0 0 0 0,0 0 0 0 0,0 0 0 0 0,0 0 0 0 0,1-1-1 0 0,-1 1 1 0 0,0 0 0 0 0,0 0 0 0 0,1 0 0 0 0,-1 0 0 0 0,0 0 0 0 0,1 0 0 0 0,-1 0 0 0 0,0 0 0 0 0,0 0 0 0 0,1 0 0 0 0,-1 0 0 0 0,0 0 0 0 0,0 0 0 0 0,1 0 0 0 0,-1 0 0 0 0,0 0 0 0 0,0 0 0 0 0,1 0 0 0 0,-1 0 0 0 0,0 1 0 0 0,0-1 0 0 0,1 0 0 0 0,-1 0 0 0 0,3 3 8 0 0,-1 0 0 0 0,1 0 0 0 0,-1 0 0 0 0,0 0 0 0 0,0 0 0 0 0,0 0 0 0 0,-1 1 0 0 0,1-1 0 0 0,-1 1 0 0 0,0-1 0 0 0,1 1 0 0 0,-1 5 0 0 0,1-2 6 0 0,0-1 0 0 0,0 1 1 0 0,1-1-1 0 0,0 1 0 0 0,0-1 0 0 0,4 6 0 0 0,-6-11-15 0 0,1 1 0 0 0,-1-1 0 0 0,0 1 0 0 0,1-1-1 0 0,0 0 1 0 0,-1 1 0 0 0,1-1 0 0 0,0 0 0 0 0,-1 0 0 0 0,1 0 0 0 0,0 0-1 0 0,0-1 1 0 0,0 1 0 0 0,0 0 0 0 0,0-1 0 0 0,0 1 0 0 0,0-1 0 0 0,0 0 0 0 0,0 0-1 0 0,0 0 1 0 0,0 0 0 0 0,0 0 0 0 0,0 0 0 0 0,0 0 0 0 0,3-1 0 0 0,9-3-12 0 0,1 0 1 0 0,-1 0-1 0 0,16-9 1 0 0,-18 8-74 0 0,1 0 0 0 0,1 0-1 0 0,23-4 1 0 0,-36 9 65 0 0,3 0-9 0 0,53 13-285 0 0,-48-10 224 0 0,0 0 0 0 0,1 0 0 0 0,0-1-1 0 0,-1 0 1 0 0,1-1 0 0 0,0 0 0 0 0,0-1 0 0 0,19-1 0 0 0,-18-1 202 0 0,1-1-1 0 0,-1 1 1 0 0,0-2 0 0 0,-1 0 0 0 0,1 0-1 0 0,0-1 1 0 0,-1 0 0 0 0,0-1 0 0 0,0 0-1 0 0,-1 0 1 0 0,0-1 0 0 0,9-8 0 0 0,-17 14-97 0 0,-1 1-1 0 0,1-1 1 0 0,-1 1 0 0 0,1-1 0 0 0,0 1 0 0 0,0-1 0 0 0,-1 1-1 0 0,1 0 1 0 0,0 0 0 0 0,-1-1 0 0 0,1 1 0 0 0,0 0 0 0 0,0 0-1 0 0,0 0 1 0 0,-1 0 0 0 0,1 0 0 0 0,0 0 0 0 0,0 0 0 0 0,-1 0 0 0 0,1 0-1 0 0,0 0 1 0 0,0 0 0 0 0,-1 0 0 0 0,1 1 0 0 0,0-1 0 0 0,0 0-1 0 0,-1 1 1 0 0,1-1 0 0 0,0 0 0 0 0,-1 1 0 0 0,1-1 0 0 0,0 1 0 0 0,-1-1-1 0 0,1 1 1 0 0,-1-1 0 0 0,1 1 0 0 0,-1-1 0 0 0,1 1 0 0 0,-1 0-1 0 0,1 1 1 0 0,17 27 13 0 0,-11-10-11 0 0,-1 0 0 0 0,-1 0 1 0 0,0 0-1 0 0,-1 1 0 0 0,1 31 1 0 0,-3 103 43 0 0,-2-123-51 0 0,-10 128 27 0 0,7-138 76 0 0,-1 0-1 0 0,-1 1 1 0 0,-1-1 0 0 0,0-1 0 0 0,-12 25 0 0 0,18-44-103 0 0,-1-1 1 0 0,1 1 0 0 0,0-1 0 0 0,0 1 0 0 0,0-1 0 0 0,0 1 0 0 0,-1-1 0 0 0,1 1 0 0 0,0-1-1 0 0,0 1 1 0 0,-1-1 0 0 0,1 0 0 0 0,0 1 0 0 0,-1-1 0 0 0,1 1 0 0 0,-1-1 0 0 0,1 0-1 0 0,0 1 1 0 0,-1-1 0 0 0,1 0 0 0 0,-1 1 0 0 0,1-1 0 0 0,-1 0 0 0 0,1 0 0 0 0,-1 0 0 0 0,1 1-1 0 0,-1-1 1 0 0,1 0 0 0 0,-1 0 0 0 0,1 0 0 0 0,-1 0 0 0 0,1 0 0 0 0,-1 0 0 0 0,1 0 0 0 0,-1 0-1 0 0,0 0 1 0 0,1 0 0 0 0,-1 0 0 0 0,1-1 0 0 0,-1 1 0 0 0,1 0 0 0 0,-1 0 0 0 0,1 0 0 0 0,-1-1-1 0 0,1 1 1 0 0,0 0 0 0 0,-2-1 0 0 0,-10-19 523 0 0,11 14-498 0 0,1 0 0 0 0,0 0 0 0 0,0 0 0 0 0,0 0 0 0 0,1 1 1 0 0,0-1-1 0 0,0 0 0 0 0,1 0 0 0 0,-1 0 0 0 0,5-8 0 0 0,29-58 142 0 0,-21 45-123 0 0,22-36-50 0 0,69-92 0 0 0,-88 131-38 0 0,0-2 42 0 0,1 2 1 0 0,2-1-1 0 0,0 2 0 0 0,1 1 0 0 0,1 0 1 0 0,2 2-1 0 0,27-20 0 0 0,-40 34 1 0 0,-11 5-15 0 0,1 0-1 0 0,0 0 1 0 0,0 0-1 0 0,0 1 1 0 0,0-1-1 0 0,0 0 0 0 0,0 1 1 0 0,0-1-1 0 0,0 0 1 0 0,0 1-1 0 0,0 0 1 0 0,0-1-1 0 0,1 1 1 0 0,-1-1-1 0 0,0 1 0 0 0,0 0 1 0 0,0 0-1 0 0,1 0 1 0 0,-1 0-1 0 0,0 0 1 0 0,0 0-1 0 0,0 0 1 0 0,1 0-1 0 0,-1 0 0 0 0,0 1 1 0 0,0-1-1 0 0,0 0 1 0 0,0 1-1 0 0,1-1 1 0 0,-1 1-1 0 0,0-1 1 0 0,0 1-1 0 0,0 0 0 0 0,0-1 1 0 0,0 1-1 0 0,0 0 1 0 0,0 0-1 0 0,-1 0 1 0 0,1 0-1 0 0,0 0 1 0 0,0 0-1 0 0,-1 0 0 0 0,1 0 1 0 0,0 0-1 0 0,0 1 1 0 0,24 32 53 0 0,-22-28-37 0 0,1 0-1 0 0,0 0 1 0 0,0-1 0 0 0,1 1 0 0 0,-1-1 0 0 0,1 0 0 0 0,1 0 0 0 0,-1 0 0 0 0,0-1 0 0 0,1 0 0 0 0,0 0 0 0 0,0-1 0 0 0,8 4 0 0 0,-8-6-3 0 0,0-1 0 0 0,0 0 0 0 0,0 0 0 0 0,0-1-1 0 0,0 1 1 0 0,0-1 0 0 0,0-1 0 0 0,0 1 0 0 0,0-1 0 0 0,6-3 0 0 0,18-4-487 0 0,-29 9 155 0 0,40 12-2278 0 0,19 12-839 0 0,-31-17-1326 0 0,-18-5 2365 0 0</inkml:trace>
</inkml:ink>
</file>

<file path=ppt/ink/ink4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1:20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98 48 0 0,'6'-5'773'0'0,"-1"0"-1"0"0,1 0 1 0 0,-1 0-1 0 0,0-1 1 0 0,-1 0-1 0 0,1 0 1 0 0,-1 0 0 0 0,-1-1-1 0 0,1 0 1 0 0,-1 1-1 0 0,4-11 1 0 0,-7 15 366 0 0,-1-3-458 0 0,1 5-619 0 0,0 0-1 0 0,0-1 1 0 0,0 1 0 0 0,0 0-1 0 0,0-1 1 0 0,0 1-1 0 0,0 0 1 0 0,0-1-1 0 0,0 1 1 0 0,0 0 0 0 0,0-1-1 0 0,0 1 1 0 0,0 0-1 0 0,0-1 1 0 0,0 1 0 0 0,0 0-1 0 0,0-1 1 0 0,0 1-1 0 0,-1 0 1 0 0,1 0 0 0 0,0-1-1 0 0,0 1 1 0 0,0 0-1 0 0,-1-1 1 0 0,1 1 0 0 0,0 0-1 0 0,0 0 1 0 0,-1 0-1 0 0,1-1 1 0 0,0 1 0 0 0,0 0-1 0 0,-1 0 1 0 0,1 0-1 0 0,0 0 1 0 0,-1-1 0 0 0,0 1-36 0 0,0 0 0 0 0,0 0 0 0 0,0 0 0 0 0,0 0 0 0 0,-1 0 0 0 0,1 0 0 0 0,0 1 0 0 0,0-1 0 0 0,0 0 1 0 0,0 0-1 0 0,0 1 0 0 0,0-1 0 0 0,0 1 0 0 0,0-1 0 0 0,1 1 0 0 0,-1-1 0 0 0,0 1 0 0 0,0 0 0 0 0,0-1 0 0 0,0 1 1 0 0,1 0-1 0 0,-1 0 0 0 0,0 0 0 0 0,1-1 0 0 0,-1 1 0 0 0,1 0 0 0 0,-1 0 0 0 0,1 0 0 0 0,-1 2 0 0 0,-11 13 75 0 0,12-15-111 0 0,0 0 0 0 0,0 0 0 0 0,0-1 0 0 0,0 1 0 0 0,0 0 0 0 0,0 0 0 0 0,1 0 1 0 0,-1 0-1 0 0,0 0 0 0 0,0 0 0 0 0,1 0 0 0 0,-1-1 0 0 0,0 1 0 0 0,1 0 0 0 0,-1 0 0 0 0,1 0 0 0 0,-1-1 0 0 0,1 1 0 0 0,-1 0 0 0 0,1-1 1 0 0,-1 1-1 0 0,1 0 0 0 0,0-1 0 0 0,0 1 0 0 0,-1-1 0 0 0,1 1 0 0 0,0-1 0 0 0,0 1 0 0 0,-1-1 0 0 0,2 1 0 0 0,23 13-395 0 0,-16-12 274 0 0,0 0-1 0 0,0 0 1 0 0,0-1 0 0 0,0 0 0 0 0,1 0 0 0 0,-1-1 0 0 0,0-1 0 0 0,0 1 0 0 0,11-3 0 0 0,9-3-358 0 0,43-16 0 0 0,-46 12 307 0 0,1 2-1 0 0,46-7 1 0 0,-71 14 168 0 0,16 30 36 0 0,-17-14 31 0 0,-1 1 1 0 0,0-1-1 0 0,-2 0 1 0 0,0 0-1 0 0,-7 27 1 0 0,-1 12 95 0 0,-31 360 977 0 0,41-392-258 0 0,5-18 202 0 0,16-29 513 0 0,-6 5-1736 0 0,324-421 1069 0 0,-334 435-917 0 0,2-3 84 0 0,-1 1 1 0 0,1 0 0 0 0,1 0 0 0 0,-1 1-1 0 0,1 0 1 0 0,0 0 0 0 0,10-6 0 0 0,-16 13-68 0 0,5 0 12 0 0,0 2-1 0 0,1-1 0 0 0,-1 1 0 0 0,0 0 1 0 0,0 1-1 0 0,0-1 0 0 0,0 1 0 0 0,0 1 1 0 0,9 5-1 0 0,-7-3 65 0 0,1-1 1 0 0,0 0-1 0 0,0-1 1 0 0,11 3-1 0 0,-4-3-39 0 0,1-2 0 0 0,-1 0 1 0 0,0-1-1 0 0,1 0 0 0 0,-1-2 0 0 0,1 0 1 0 0,20-4-1 0 0,30-9-3441 0 0,-64 13 2689 0 0,-1 1-1177 0 0,19-3-7254 0 0</inkml:trace>
</inkml:ink>
</file>

<file path=ppt/ink/ink4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1:20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75 208 0 0,'7'-10'3184'0'0,"0"-3"-1720"0"0,-2 4-103 0 0,0 0 999 0 0,-1-5-456 0 0,5 2-1000 0 0,-9 4-944 0 0</inkml:trace>
</inkml:ink>
</file>

<file path=ppt/ink/ink4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1:24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0 703 648 0 0,'0'0'2548'0'0,"12"-18"3376"0"0,25 6-5488 0 0,0-1 1 0 0,-1-2-1 0 0,0-1 1 0 0,-1-2-1 0 0,-1-1 1 0 0,41-31 0 0 0,-48 29-300 0 0,-1 0 0 0 0,-1-2 0 0 0,0-1-1 0 0,-2-1 1 0 0,-1-1 0 0 0,-1 0 0 0 0,29-49 0 0 0,-44 62-96 0 0,0 1 0 0 0,-1-1 0 0 0,0 0 0 0 0,-1 0 0 0 0,0 0 0 0 0,-2 0 0 0 0,1-1 0 0 0,0-24 0 0 0,-2 28-32 0 0,-2-1-1 0 0,1 1 1 0 0,-1 0 0 0 0,-1 0-1 0 0,0 1 1 0 0,0-1 0 0 0,-1 0 0 0 0,0 1-1 0 0,0-1 1 0 0,-1 1 0 0 0,-1 0 0 0 0,-8-14-1 0 0,12 22-11 0 0,0 0 0 0 0,0-1 0 0 0,0 1-1 0 0,0 0 1 0 0,0-1 0 0 0,-1 1 0 0 0,1 0 0 0 0,0 0 0 0 0,-1 0-1 0 0,1 0 1 0 0,-1 0 0 0 0,1 0 0 0 0,-1 1 0 0 0,0-1-1 0 0,1 1 1 0 0,-1-1 0 0 0,0 1 0 0 0,1-1 0 0 0,-1 1-1 0 0,0 0 1 0 0,1 0 0 0 0,-4 0 0 0 0,1 0-5 0 0,0 1 1 0 0,0 0-1 0 0,0 0 1 0 0,0 0-1 0 0,0 1 0 0 0,0-1 1 0 0,1 1-1 0 0,-1 0 1 0 0,-5 4-1 0 0,-4 4-6 0 0,0 0 1 0 0,1 1-1 0 0,-18 20 0 0 0,13-10 10 0 0,1 1 0 0 0,1 0 0 0 0,0 2 0 0 0,2-1 0 0 0,-15 38 0 0 0,-39 135-52 0 0,44-125 46 0 0,-34 161-15 0 0,49-197 30 0 0,-1 10 208 0 0,8-44-90 0 0,4-6-101 0 0,10-16 1 0 0,1 1 0 0 0,31-33 1 0 0,-26 30-63 0 0,-17 21 34 0 0,0 1 0 0 0,0-1 0 0 0,1 0-1 0 0,-1 1 1 0 0,0 0 0 0 0,0-1 0 0 0,1 1 0 0 0,-1 0 0 0 0,1 0 0 0 0,-1 1 0 0 0,1-1-1 0 0,-1 0 1 0 0,1 1 0 0 0,-1 0 0 0 0,1-1 0 0 0,-1 1 0 0 0,1 0 0 0 0,0 0 0 0 0,-1 0-1 0 0,1 1 1 0 0,0-1 0 0 0,-1 1 0 0 0,1-1 0 0 0,-1 1 0 0 0,1 0 0 0 0,-1 0 0 0 0,0 0-1 0 0,1 0 1 0 0,2 3 0 0 0,9 3-123 0 0,-1 1 0 0 0,0 0-1 0 0,17 15 1 0 0,-16-11-402 0 0,0-2 0 0 0,1 1 0 0 0,0-2 0 0 0,1 0 0 0 0,31 12 0 0 0,-38-18-250 0 0,0 0 0 0 0,1-1-1 0 0,-1 0 1 0 0,0-1 0 0 0,1 0 0 0 0,-1 0 0 0 0,19-2 0 0 0,-12-1-1324 0 0</inkml:trace>
</inkml:ink>
</file>

<file path=ppt/ink/ink4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1:25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76 64 0 0,'3'-10'1589'0'0,"-2"9"-1299"0"0,-1 0 0 0 0,1 0 1 0 0,-1 0-1 0 0,1 0 0 0 0,-1 0 1 0 0,1 0-1 0 0,-1 0 0 0 0,1 0 1 0 0,-1-1-1 0 0,0 1 0 0 0,0 0 1 0 0,0 0-1 0 0,0 0 0 0 0,0-1 0 0 0,0 1 1 0 0,0 0-1 0 0,0 0 0 0 0,0 0 1 0 0,0-1-1 0 0,-1-1 0 0 0,-14 11-99 0 0,0 1-1 0 0,0 1 1 0 0,1 0-1 0 0,1 1 0 0 0,0 1 1 0 0,0 0-1 0 0,1 0 0 0 0,1 2 1 0 0,0-1-1 0 0,-16 27 1 0 0,27-39-72 0 0,0 0-114 0 0,0 0 0 0 0,1 0 0 0 0,-1-1 0 0 0,0 1 1 0 0,1-1-1 0 0,-1 1 0 0 0,1 0 0 0 0,-1-1 0 0 0,1 1 0 0 0,0-1 0 0 0,-1 1 1 0 0,1-1-1 0 0,-1 1 0 0 0,1-1 0 0 0,0 0 0 0 0,-1 1 0 0 0,1-1 0 0 0,0 0 1 0 0,-1 1-1 0 0,1-1 0 0 0,0 0 0 0 0,0 0 0 0 0,-1 0 0 0 0,1 0 0 0 0,0 0 0 0 0,0 0 1 0 0,0 0-1 0 0,-1 0 0 0 0,1 0 0 0 0,0 0 0 0 0,0 0 0 0 0,-1 0 0 0 0,2-1 1 0 0,27-3 57 0 0,-28 4-67 0 0,66-21-262 0 0,-51 15 95 0 0,0 1-1 0 0,27-5 0 0 0,-38 10 149 0 0,-1 0 0 0 0,1 0 0 0 0,-1 0 1 0 0,0 1-1 0 0,1 0 0 0 0,-1 0 0 0 0,0 0 0 0 0,1 0 0 0 0,-1 0 0 0 0,0 1 0 0 0,6 3 0 0 0,-5-2 14 0 0,0-1 0 0 0,0 0-1 0 0,1 0 1 0 0,-1 0 0 0 0,1-1-1 0 0,-1 1 1 0 0,1-1 0 0 0,7 0-1 0 0,-6-1 18 0 0,0-1 0 0 0,1 0 0 0 0,-1 0 0 0 0,0-1 0 0 0,0 0 0 0 0,-1 0 0 0 0,1-1 0 0 0,0 1 0 0 0,-1-1 0 0 0,1-1 0 0 0,-1 1 0 0 0,0-1 0 0 0,5-5 0 0 0,10-8 108 0 0,-1-1 0 0 0,21-26 0 0 0,19-17 973 0 0,-59 61-973 0 0,0-1-99 0 0,-1 1 0 0 0,0-1-1 0 0,0 1 1 0 0,1-1 0 0 0,-1 1-1 0 0,0 0 1 0 0,1-1-1 0 0,-1 1 1 0 0,0 0 0 0 0,1-1-1 0 0,-1 1 1 0 0,1 0 0 0 0,-1-1-1 0 0,0 1 1 0 0,1 0 0 0 0,-1 0-1 0 0,1 0 1 0 0,-1-1 0 0 0,1 1-1 0 0,-1 0 1 0 0,1 0 0 0 0,-1 0-1 0 0,1 0 1 0 0,-1 0-1 0 0,1 0 1 0 0,-1 0 0 0 0,1 0-1 0 0,-1 0 1 0 0,1 0 0 0 0,5 9 18 0 0,0-1 0 0 0,-1 1 0 0 0,-1 1 1 0 0,6 13-1 0 0,17 32-55 0 0,-25-52 8 0 0,0 1 0 0 0,0-1-1 0 0,0 0 1 0 0,1 0 0 0 0,0 0 0 0 0,-1 0 0 0 0,1-1 0 0 0,0 1 0 0 0,0-1 0 0 0,0 1 0 0 0,1-1 0 0 0,-1 0 0 0 0,1 0-1 0 0,-1-1 1 0 0,1 1 0 0 0,-1-1 0 0 0,1 0 0 0 0,0 0 0 0 0,0 0 0 0 0,-1 0 0 0 0,1-1 0 0 0,0 1 0 0 0,0-1-1 0 0,0 0 1 0 0,0 0 0 0 0,0 0 0 0 0,0-1 0 0 0,0 0 0 0 0,-1 1 0 0 0,1-1 0 0 0,0-1 0 0 0,0 1 0 0 0,-1 0 0 0 0,1-1-1 0 0,6-4 1 0 0,2-1-36 0 0,1-1 1 0 0,-1-1-1 0 0,-1 0 0 0 0,0-1 0 0 0,0 0 0 0 0,-1 0 0 0 0,0-1 0 0 0,11-16 0 0 0,-21 26 33 0 0,3-3-18 0 0,-3 4 27 0 0,0 0 1 0 0,0 0 0 0 0,0 0 0 0 0,0-1 0 0 0,0 1-1 0 0,0 0 1 0 0,0 0 0 0 0,0-1 0 0 0,0 1 0 0 0,0 0-1 0 0,0 0 1 0 0,0 0 0 0 0,0-1 0 0 0,1 1 0 0 0,-1 0 0 0 0,0 0-1 0 0,0 0 1 0 0,0 0 0 0 0,0-1 0 0 0,0 1 0 0 0,1 0-1 0 0,-1 0 1 0 0,0 0 0 0 0,0 0 0 0 0,0 0 0 0 0,0-1-1 0 0,1 1 1 0 0,-1 0 0 0 0,0 0 0 0 0,0 0 0 0 0,1 0 0 0 0,-1 0-1 0 0,0 0 1 0 0,0 0 0 0 0,0 0 0 0 0,1 0 0 0 0,-1 0-1 0 0,0 0 1 0 0,0 0 0 0 0,1 0 0 0 0,-1 0 0 0 0,0 0-1 0 0,0 0 1 0 0,55 19-296 0 0,-47-15 276 0 0,0 0 1 0 0,1-1-1 0 0,-1 0 0 0 0,1 0 0 0 0,-1-1 0 0 0,1 0 0 0 0,0-1 0 0 0,0 0 1 0 0,0 0-1 0 0,0-1 0 0 0,0 0 0 0 0,17-3 0 0 0,-10-1 332 0 0,0-1-1 0 0,-1-1 0 0 0,17-8 0 0 0,-8 3 1203 0 0,-23 10-819 0 0,-1 1-677 0 0,0 0 0 0 0,0 0 0 0 0,0-1-1 0 0,0 1 1 0 0,0 0 0 0 0,0 0 0 0 0,1-1 0 0 0,-1 1 0 0 0,0 0 0 0 0,0 0 0 0 0,0 0 0 0 0,0-1 0 0 0,0 1 0 0 0,0 0 0 0 0,1 0-1 0 0,-1 0 1 0 0,0 0 0 0 0,0-1 0 0 0,0 1 0 0 0,0 0 0 0 0,1 0 0 0 0,-1 0 0 0 0,0 0 0 0 0,0 0 0 0 0,1 0 0 0 0,-1 0-1 0 0,0-1 1 0 0,0 1 0 0 0,0 0 0 0 0,1 0 0 0 0,-1 0 0 0 0,0 0 0 0 0,0 0 0 0 0,1 0 0 0 0,-1 0 0 0 0,0 0 0 0 0,0 0-1 0 0,1 0 1 0 0,-1 0 0 0 0,0 0 0 0 0,0 1 0 0 0,0-1 0 0 0,1 0 0 0 0,1 9-371 0 0,17 50-2276 0 0,6-22-2991 0 0,-11-24 2820 0 0</inkml:trace>
</inkml:ink>
</file>

<file path=ppt/ink/ink4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1:26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2 1056 0 0,'5'-1'8849'0'0,"-5"0"-8685"0"0,5 24 1736 0 0,-4-15-1976 0 0,0 0 0 0 0,-1 0 1 0 0,0 0-1 0 0,0 1 0 0 0,-3 11 0 0 0,-13 25-1750 0 0,-3-24-3846 0 0</inkml:trace>
</inkml:ink>
</file>

<file path=ppt/ink/ink4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1:26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91 372 0 0,'21'-91'6597'0'0,"-8"108"-10036"0"0,-10-7 1449 0 0</inkml:trace>
</inkml:ink>
</file>

<file path=ppt/ink/ink4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1:26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23 252 0 0,'6'35'4996'0'0,"-3"-34"-4808"0"0,0-1 0 0 0,0 0 0 0 0,-1-1 0 0 0,1 1 0 0 0,0 0 0 0 0,-1-1 0 0 0,1 1-1 0 0,-1-1 1 0 0,1 0 0 0 0,0 0 0 0 0,-1 0 0 0 0,1 0 0 0 0,-1 0 0 0 0,0-1 0 0 0,4-2-1 0 0,44-28 1000 0 0,-49 31-1164 0 0,1 0 1 0 0,-1 0-1 0 0,0-1 0 0 0,0 1 1 0 0,1 1-1 0 0,-1-1 0 0 0,1 0 1 0 0,-1 0-1 0 0,1 0 0 0 0,-1 1 1 0 0,1-1-1 0 0,0 1 0 0 0,-1-1 1 0 0,1 1-1 0 0,0 0 0 0 0,-1-1 1 0 0,1 1-1 0 0,0 0 0 0 0,-1 0 1 0 0,1 0-1 0 0,0 1 0 0 0,-1-1 1 0 0,4 1-1 0 0,-2 1-288 0 0,0 0-1 0 0,0 0 1 0 0,-1 0-1 0 0,1 0 1 0 0,0 1 0 0 0,-1-1-1 0 0,1 1 1 0 0,3 5-1 0 0,14 15-3578 0 0,-11-15 1724 0 0</inkml:trace>
</inkml:ink>
</file>

<file path=ppt/ink/ink4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1:27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393 124 304 0 0,'2'-8'747'0'0,"0"-1"0"0"0,-1 1 0 0 0,-1 0 0 0 0,1 0 0 0 0,-2-12 0 0 0,1 17-455 0 0,0-1 1 0 0,0 1 0 0 0,-1 0 0 0 0,1-1-1 0 0,-1 1 1 0 0,0 0 0 0 0,0-1 0 0 0,0 1 0 0 0,-1 0-1 0 0,1 0 1 0 0,-1 0 0 0 0,1 0 0 0 0,-1 0 0 0 0,0 0-1 0 0,-3-3 1 0 0,3 5-212 0 0,0 0-1 0 0,0 0 0 0 0,0 0 1 0 0,0 0-1 0 0,0 0 0 0 0,-1 1 1 0 0,1-1-1 0 0,0 1 0 0 0,0-1 1 0 0,-1 1-1 0 0,1 0 0 0 0,0 0 1 0 0,0 0-1 0 0,-1 0 1 0 0,1 0-1 0 0,0 1 0 0 0,0-1 1 0 0,-4 2-1 0 0,-43 15 375 0 0,44-15-394 0 0,-16 8 60 0 0,0 0 1 0 0,1 2-1 0 0,0 0 0 0 0,1 1 0 0 0,1 1 1 0 0,0 1-1 0 0,1 0 0 0 0,1 1 0 0 0,-15 19 1 0 0,22-25-79 0 0,1 1 0 0 0,0 0 1 0 0,1 0-1 0 0,0 0 0 0 0,1 1 1 0 0,0 0-1 0 0,1 1 0 0 0,0-1 1 0 0,1 1-1 0 0,1 0 0 0 0,0 0 1 0 0,1 0-1 0 0,0 1 1 0 0,1-1-1 0 0,0 0 0 0 0,3 27 1 0 0,-1-31-37 0 0,0 0 1 0 0,1 0-1 0 0,1-1 1 0 0,0 1-1 0 0,0-1 1 0 0,0 0 0 0 0,1 0-1 0 0,0 0 1 0 0,1 0-1 0 0,0-1 1 0 0,0 1-1 0 0,0-1 1 0 0,1 0-1 0 0,0-1 1 0 0,1 0 0 0 0,-1 0-1 0 0,1 0 1 0 0,0-1-1 0 0,1 0 1 0 0,14 8-1 0 0,-12-8-58 0 0,2-1-1 0 0,-1 0 0 0 0,0-1 0 0 0,1 0 0 0 0,-1-1 0 0 0,1 0 0 0 0,0-1 0 0 0,0 0 0 0 0,0-1 0 0 0,-1 0 0 0 0,1-1 0 0 0,0 0 0 0 0,0-1 0 0 0,-1 0 0 0 0,14-5 0 0 0,-8 2-71 0 0,1-2 0 0 0,-1 0 0 0 0,0-1 0 0 0,-1 0 0 0 0,0-2 0 0 0,0 1-1 0 0,-1-2 1 0 0,-1 0 0 0 0,26-26 0 0 0,-38 36 78 0 0,-3 1-269 0 0,1 1 310 0 0,0 0 1 0 0,0 0-1 0 0,-1-1 0 0 0,1 1 1 0 0,0-1-1 0 0,-1 1 0 0 0,1 0 1 0 0,0-1-1 0 0,-1 1 0 0 0,1-1 1 0 0,-1 1-1 0 0,1-1 0 0 0,-1 1 1 0 0,0-1-1 0 0,1 1 0 0 0,-1-1 0 0 0,1 0 1 0 0,-1 1-1 0 0,0-1 0 0 0,1 0 1 0 0,-1 1-1 0 0,0-1 0 0 0,0 0 1 0 0,0 0-2 0 0,0 1 1 0 0,0-1 0 0 0,0 0 0 0 0,0 1-1 0 0,0-1 1 0 0,0 1 0 0 0,0-1 0 0 0,1 1-1 0 0,-1-1 1 0 0,0 1 0 0 0,0 0-1 0 0,1-1 1 0 0,-1 1 0 0 0,0 0 0 0 0,1 0-1 0 0,-1-1 1 0 0,1 1 0 0 0,-1 0-1 0 0,1 0 1 0 0,-1 0 0 0 0,1 0 0 0 0,0 0-1 0 0,-1 0 1 0 0,1 0 0 0 0,0 0-1 0 0,0 0 1 0 0,-1 0 0 0 0,1 1 0 0 0,0 3-31 0 0,-1 1-1 0 0,1-1 1 0 0,0 0 0 0 0,0 0 0 0 0,1 1 0 0 0,-1-1 0 0 0,1 0 0 0 0,0 0 0 0 0,3 7-1 0 0,-3-10 46 0 0,-1 0-1 0 0,1 1 0 0 0,0-1 0 0 0,1 0 0 0 0,-1 0 1 0 0,0 0-1 0 0,1 0 0 0 0,-1 0 0 0 0,1 0 0 0 0,0 0 0 0 0,-1-1 1 0 0,1 1-1 0 0,0 0 0 0 0,0-1 0 0 0,0 0 0 0 0,0 1 0 0 0,0-1 1 0 0,1 0-1 0 0,-1 0 0 0 0,0 0 0 0 0,4 1 0 0 0,-3-2 397 0 0,-3 0-393 0 0,0 0 0 0 0,0-1-1 0 0,1 1 1 0 0,-1-1 0 0 0,0 1-1 0 0,0 0 1 0 0,0-1 0 0 0,1 1-1 0 0,-1 0 1 0 0,0-1 0 0 0,1 1-1 0 0,-1 0 1 0 0,0 0 0 0 0,1-1 0 0 0,-1 1-1 0 0,0 0 1 0 0,1 0 0 0 0,-1 0-1 0 0,1-1 1 0 0,-1 1 0 0 0,0 0-1 0 0,1 0 1 0 0,-1 0 0 0 0,1 0-1 0 0,-1 0 1 0 0,0 0 0 0 0,1 0-1 0 0,0 0 1 0 0,0 0 14 0 0,0 0 1 0 0,0-1-1 0 0,0 1 1 0 0,0 0-1 0 0,0-1 0 0 0,0 1 1 0 0,0 0-1 0 0,0-1 0 0 0,0 1 1 0 0,0-1-1 0 0,0 1 1 0 0,0-1-1 0 0,0 0 0 0 0,-1 1 1 0 0,1-1-1 0 0,0 0 1 0 0,0 0-1 0 0,-1 0 0 0 0,1 0 1 0 0,0 0-1 0 0,2-5 48 0 0,-1 0-1 0 0,0 1 1 0 0,0-1-1 0 0,-1 0 1 0 0,0 0 0 0 0,0 0-1 0 0,0-1 1 0 0,-1 1-1 0 0,1 0 1 0 0,-2 0 0 0 0,1 0-1 0 0,-1 0 1 0 0,0 0-1 0 0,-2-9 1 0 0,3 14-153 0 0,-1 0 1 0 0,1 0 0 0 0,0 1-1 0 0,-1-1 1 0 0,1 0-1 0 0,-1 0 1 0 0,1 1-1 0 0,-1-1 1 0 0,0 1-1 0 0,1-1 1 0 0,-1 0 0 0 0,1 1-1 0 0,-1-1 1 0 0,0 1-1 0 0,0-1 1 0 0,1 1-1 0 0,-1 0 1 0 0,0-1 0 0 0,-1 1-1 0 0,-20-6-6394 0 0</inkml:trace>
</inkml:ink>
</file>

<file path=ppt/ink/ink4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1:27.6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1 804 0 0,'0'0'1948'0'0,"1"23"-508"0"0,-8-5-936 0 0,-1-1 0 0 0,0-1 0 0 0,-2 1 0 0 0,1-2 0 0 0,-23 27-1 0 0,15-26 173 0 0,26-29-289 0 0,25-31-251 0 0,-25 35-132 0 0,0-1 0 0 0,0 1 0 0 0,1 1 1 0 0,0 0-1 0 0,1 0 0 0 0,-1 1 0 0 0,2 1 0 0 0,-1-1 0 0 0,1 2 0 0 0,0 0 0 0 0,17-6 0 0 0,-27 11-12 0 0,6 6-21 0 0,-7-6 27 0 0,0 1-1 0 0,0-1 0 0 0,1 1 0 0 0,-1-1 0 0 0,0 1 1 0 0,0 0-1 0 0,0 0 0 0 0,0 0 0 0 0,0-1 0 0 0,0 1 1 0 0,0 0-1 0 0,-1 0 0 0 0,1 0 0 0 0,0 1 0 0 0,0-1 1 0 0,-1 0-1 0 0,2 2 0 0 0,3 67 13 0 0,-5-68 22 0 0,0-1-100 0 0,0-1 100 0 0,0 1 1 0 0,0-1-1 0 0,0 0 0 0 0,0 1 1 0 0,-1-1-1 0 0,1 1 0 0 0,0-1 1 0 0,0 1-1 0 0,0-1 0 0 0,0 1 1 0 0,0-1-1 0 0,0 1 0 0 0,0-1 1 0 0,0 0-1 0 0,1 1 0 0 0,-1-1 1 0 0,0 1-1 0 0,0-1 0 0 0,0 1 1 0 0,0-1-1 0 0,1 0 0 0 0,-1 1 1 0 0,0-1-1 0 0,0 1 0 0 0,1-1 1 0 0,-1 0-1 0 0,0 1 0 0 0,1-1 1 0 0,-1 0-1 0 0,0 1 0 0 0,1-1 1 0 0,-1 0-1 0 0,0 0 0 0 0,1 1 1 0 0,-1-1-1 0 0,1 0 0 0 0,-1 0 1 0 0,0 0-1 0 0,1 1 0 0 0,-1-1 1 0 0,1 0-1 0 0,-1 0 0 0 0,1 0 1 0 0,-1 0-1 0 0,1 0 0 0 0,-1 0 1 0 0,1 0-1 0 0,-1 0 0 0 0,0 0 1 0 0,1 0-1 0 0,-1 0 0 0 0,1-1 1 0 0,16-7 35 0 0,-7 3-390 0 0,-1 1-1 0 0,1-1 1 0 0,0 2-1 0 0,0-1 1 0 0,0 1-1 0 0,1 1 1 0 0,13-2-1 0 0,-24 5 43 0 0,1 1 0 0 0,-1 0-1 0 0,0 0 1 0 0,1-1 0 0 0,-1 1 0 0 0,0 0-1 0 0,0 0 1 0 0,-1-1 0 0 0,1 1 0 0 0,0 0 0 0 0,0 0-1 0 0,-1-1 1 0 0,1 1 0 0 0,-2 2 0 0 0,2-3 9 0 0,-1 2-1463 0 0</inkml:trace>
</inkml:ink>
</file>

<file path=ppt/ink/ink4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1:28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7 52 0 0,'-3'-7'8387'0'0,"-20"61"-7368"0"0,19-42-332 0 0,0-1 0 0 0,-1 0 0 0 0,-12 20 0 0 0,21-37-679 0 0,7-8 111 0 0,0 0 0 0 0,0 1-1 0 0,27-23 1 0 0,-36 34-113 0 0,17-6-23 0 0,-11 28-70 0 0,-3 5 75 0 0,-5-23 15 0 0,1-1 0 0 0,-1 1 0 0 0,1-1-1 0 0,0 1 1 0 0,-1-1 0 0 0,1 0 0 0 0,0 1 0 0 0,0-1-1 0 0,-1 0 1 0 0,1 0 0 0 0,0 1 0 0 0,1-1 0 0 0,-1 0-1 0 0,0 0 1 0 0,0 0 0 0 0,0 0 0 0 0,1 0 0 0 0,-1 0 0 0 0,0-1-1 0 0,1 1 1 0 0,-1 0 0 0 0,0-1 0 0 0,1 1 0 0 0,-1-1-1 0 0,1 1 1 0 0,-1-1 0 0 0,1 0 0 0 0,0 0 0 0 0,-1 0-1 0 0,1 0 1 0 0,2 0 0 0 0,8-1 13 0 0,0 0 0 0 0,-1-1 0 0 0,21-6-1 0 0,-22 5-118 0 0,0 0-1 0 0,0 1 0 0 0,0 0 1 0 0,0 1-1 0 0,15 0 0 0 0,17 6-980 0 0,-32-2 903 0 0,-1-1 0 0 0,1 0 0 0 0,0-1 0 0 0,-1-1-1 0 0,1 1 1 0 0,0-1 0 0 0,0-1 0 0 0,0 0 0 0 0,-1 0 0 0 0,1-1-1 0 0,-1 0 1 0 0,1-1 0 0 0,-1 0 0 0 0,15-7 0 0 0,26-21 1410 0 0,-49 29-1045 0 0,-5 7-96 0 0,1-1 1 0 0,-1 1-1 0 0,1 0 1 0 0,0 0-1 0 0,1 0 1 0 0,-1 0 0 0 0,1 0-1 0 0,0 1 1 0 0,0-1-1 0 0,0 1 1 0 0,0 7-1 0 0,1-11-57 0 0,1-1 26 0 0,0 0-50 0 0,0-1 0 0 0,0 0-1 0 0,0 0 1 0 0,0 0-1 0 0,0 1 1 0 0,0-1 0 0 0,0 0-1 0 0,-1 0 1 0 0,1 1-1 0 0,0-1 1 0 0,0 0 0 0 0,0 1-1 0 0,0-1 1 0 0,0 0-1 0 0,0 0 1 0 0,0 1 0 0 0,1-1-1 0 0,-1 0 1 0 0,0 0 0 0 0,0 1-1 0 0,0-1 1 0 0,0 0-1 0 0,0 0 1 0 0,0 1 0 0 0,0-1-1 0 0,0 0 1 0 0,1 0-1 0 0,-1 0 1 0 0,0 1 0 0 0,0-1-1 0 0,0 0 1 0 0,0 0-1 0 0,1 0 1 0 0,-1 0 0 0 0,0 1-1 0 0,0-1 1 0 0,1 0-1 0 0,-1 0 1 0 0,0 0 0 0 0,0 0-1 0 0,0 0 1 0 0,1 0-1 0 0,-1 1 1 0 0,18-10 40 0 0,-1 0-1 0 0,23-17 1 0 0,10-7-12 0 0,-48 32-40 0 0,0 0-1 0 0,-1-1 1 0 0,1 1-1 0 0,0 0 1 0 0,0 0-1 0 0,0 0 1 0 0,0 0-1 0 0,0 0 1 0 0,0 1-1 0 0,0-1 1 0 0,0 1-1 0 0,1-1 1 0 0,-1 1-1 0 0,0 0 1 0 0,0 0-1 0 0,0 0 1 0 0,0 0-1 0 0,1 0 1 0 0,-1 0-1 0 0,0 0 1 0 0,0 1-1 0 0,0-1 1 0 0,0 1-1 0 0,0 0 1 0 0,0 0-1 0 0,0-1 1 0 0,0 1-1 0 0,0 1 1 0 0,0-1-1 0 0,0 0 1 0 0,0 0-1 0 0,-1 1 1 0 0,1-1-1 0 0,0 1 1 0 0,-1-1-1 0 0,0 1 1 0 0,1 0-1 0 0,-1-1 1 0 0,0 1-1 0 0,0 0 1 0 0,1 2-1 0 0,0-1 41 0 0,0 0 0 0 0,0-1 1 0 0,0 1-1 0 0,1-1 0 0 0,-1 1 0 0 0,1-1 0 0 0,-1 0 1 0 0,1 0-1 0 0,0 0 0 0 0,0 0 0 0 0,-1 0 0 0 0,1-1 1 0 0,1 1-1 0 0,-1-1 0 0 0,6 2 0 0 0,-3-3 145 0 0,0 0 1 0 0,0 0-1 0 0,0 0 0 0 0,0 0 0 0 0,0-1 1 0 0,10-3-1 0 0,21-2-183 0 0,-24 5-192 0 0,24 2-8153 0 0</inkml:trace>
</inkml:ink>
</file>

<file path=ppt/ink/ink4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1:29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1 912 0 0,'6'6'11241'0'0</inkml:trace>
</inkml:ink>
</file>

<file path=ppt/ink/ink4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1:34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503 296 172 0 0,'20'32'568'0'0,"-2"1"0"0"0,-1 0 0 0 0,-1 2-1 0 0,17 58 1 0 0,-27-73-451 0 0,-1-1 1 0 0,-1 2-1 0 0,-1-1 0 0 0,-1 0 0 0 0,-1 1 0 0 0,-1-1 1 0 0,0 1-1 0 0,-2-1 0 0 0,0 0 0 0 0,-6 23 0 0 0,6-36 2 0 0,0-1-1 0 0,0 0 0 0 0,0 0 1 0 0,-1-1-1 0 0,0 1 1 0 0,0 0-1 0 0,0-1 0 0 0,-1 0 1 0 0,0 0-1 0 0,0 0 0 0 0,0 0 1 0 0,0 0-1 0 0,-1-1 0 0 0,0 0 1 0 0,-5 4-1 0 0,1-3 30 0 0,1-1 0 0 0,-1 1 0 0 0,0-2 0 0 0,0 1 0 0 0,0-1-1 0 0,0 0 1 0 0,0-1 0 0 0,-1 0 0 0 0,-11 0 0 0 0,-1-1 95 0 0,-1 0 0 0 0,0-2 0 0 0,0-1 1 0 0,1-1-1 0 0,-1-1 0 0 0,1-1 0 0 0,-37-12 0 0 0,45 11-151 0 0,0 0-1 0 0,0-1 1 0 0,1 0-1 0 0,-1-1 1 0 0,2 0-1 0 0,-1-1 1 0 0,2 0-1 0 0,-1-1 1 0 0,1-1 0 0 0,0 0-1 0 0,1 0 1 0 0,1-1-1 0 0,0 0 1 0 0,0-1-1 0 0,1 0 1 0 0,1 0-1 0 0,0 0 1 0 0,-9-28-1 0 0,10 22-61 0 0,1 0-1 0 0,1 0 0 0 0,1-1 1 0 0,1 0-1 0 0,0 1 0 0 0,2-1 1 0 0,0 0-1 0 0,1 0 0 0 0,1 1 1 0 0,1-1-1 0 0,0 1 0 0 0,2 0 0 0 0,0 0 1 0 0,10-21-1 0 0,-8 21-31 0 0,2 1 0 0 0,1 0-1 0 0,0 1 1 0 0,1 0 0 0 0,1 1-1 0 0,0 0 1 0 0,1 1 0 0 0,1 0 0 0 0,0 1-1 0 0,24-18 1 0 0,-16 17-4 0 0,1 0-1 0 0,0 2 1 0 0,1 0 0 0 0,0 2-1 0 0,1 0 1 0 0,0 2-1 0 0,35-8 1 0 0,-24 9 2 0 0,1 1-1 0 0,0 2 1 0 0,0 2-1 0 0,0 2 1 0 0,1 1 0 0 0,-1 2-1 0 0,0 1 1 0 0,0 2 0 0 0,0 2-1 0 0,-1 1 1 0 0,56 20-1 0 0,-68-17 5 0 0,1 1 0 0 0,-2 1-1 0 0,0 1 1 0 0,0 1-1 0 0,-2 1 1 0 0,0 1-1 0 0,-1 1 1 0 0,0 1 0 0 0,-2 1-1 0 0,0 0 1 0 0,-1 1-1 0 0,-1 1 1 0 0,-1 0 0 0 0,16 35-1 0 0,-10-15 9 0 0,-3 0 1 0 0,-1 2-1 0 0,-2 0 1 0 0,-2 1-1 0 0,-2 0 0 0 0,-2 1 1 0 0,5 72-1 0 0,-14-105 43 0 0,0 1 1 0 0,-1-1-1 0 0,0 0 1 0 0,-1 1-1 0 0,-1-1 0 0 0,0 0 1 0 0,-1 0-1 0 0,0 0 1 0 0,-1-1-1 0 0,-7 14 0 0 0,9-20-169 0 0,-1-1-1 0 0,0 1 0 0 0,0-1 0 0 0,0 1 1 0 0,0-1-1 0 0,-1 0 0 0 0,0-1 0 0 0,0 1 1 0 0,-10 6-1 0 0,11-9-279 0 0,0 0 0 0 0,0 0 0 0 0,0 0 0 0 0,-1 0 0 0 0,1-1 0 0 0,0 0 0 0 0,-1 0 0 0 0,1 0 0 0 0,-1 0 0 0 0,1-1 0 0 0,-1 0 0 0 0,0 0 0 0 0,1 0 0 0 0,-1 0 0 0 0,-7-2 0 0 0,-12-5-2269 0 0</inkml:trace>
</inkml:ink>
</file>

<file path=ppt/ink/ink4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1:34.8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1 211 668 0 0,'0'0'1140'0'0,"-1"-9"824"0"0,20-4-1120 0 0,5 0-84 0 0,15 0-87 0 0,9-1-133 0 0,29-6-172 0 0,5 0-164 0 0,13 3-240 0 0,37-11-244 0 0,1 11-280 0 0,-44 5-493 0 0,54-6-1127 0 0,-7 1 496 0 0</inkml:trace>
</inkml:ink>
</file>

<file path=ppt/ink/ink4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1:35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782 36 696 0 0,'0'0'702'0'0,"-14"-27"2036"0"0,5 25-2566 0 0,-1 0 0 0 0,1 0 0 0 0,0 1 0 0 0,0 0 0 0 0,-1 1 0 0 0,1 0 0 0 0,0 0 0 0 0,-1 1 0 0 0,1 1 0 0 0,0-1 0 0 0,-14 5 0 0 0,-12 5 237 0 0,-53 23 0 0 0,47-15-111 0 0,0 1 0 0 0,2 2 0 0 0,0 2 0 0 0,2 2 0 0 0,0 1 1 0 0,2 2-1 0 0,2 1 0 0 0,0 2 0 0 0,2 1 0 0 0,-50 70 0 0 0,71-87-228 0 0,1 0 0 0 0,0 0 0 0 0,1 1 0 0 0,1 0 0 0 0,0 1 0 0 0,1-1 0 0 0,1 1 0 0 0,-4 30 0 0 0,8-40-46 0 0,0 1-1 0 0,1-1 1 0 0,0 1-1 0 0,0-1 0 0 0,1 1 1 0 0,0-1-1 0 0,1 0 1 0 0,0 1-1 0 0,0-1 0 0 0,1 0 1 0 0,0 0-1 0 0,0-1 1 0 0,1 1-1 0 0,0 0 1 0 0,0-1-1 0 0,0 0 0 0 0,1 0 1 0 0,1 0-1 0 0,-1-1 1 0 0,1 0-1 0 0,6 6 0 0 0,-1-4 6 0 0,-1 0 0 0 0,1 0-1 0 0,1-1 1 0 0,0-1-1 0 0,0 0 1 0 0,0 0 0 0 0,0-1-1 0 0,1-1 1 0 0,20 5-1 0 0,-11-5 3 0 0,0-2-1 0 0,0 0 0 0 0,0-1 0 0 0,1-1 1 0 0,26-3-1 0 0,-1-4 22 0 0,-1-2 1 0 0,0-3-1 0 0,-1-1 0 0 0,71-31 1 0 0,-99 37-52 0 0,-1 0 1 0 0,0-1-1 0 0,0-1 1 0 0,-1-1 0 0 0,-1 0-1 0 0,1-1 1 0 0,-2 0-1 0 0,1-2 1 0 0,-2 0-1 0 0,0 0 1 0 0,0-1-1 0 0,-1 0 1 0 0,-1-1 0 0 0,18-33-1 0 0,-28 47-16 0 0,-1 0-1 0 0,0 1 1 0 0,0-1-1 0 0,1 0 1 0 0,-1 0-1 0 0,0 0 1 0 0,1 0-1 0 0,-1 0 1 0 0,1 0-1 0 0,-1 1 1 0 0,1-1-1 0 0,0 0 1 0 0,-1 1-1 0 0,1-1 1 0 0,0 0-1 0 0,-1 1 1 0 0,1-1-1 0 0,0 0 1 0 0,0 1-1 0 0,0-1 1 0 0,-1 1-1 0 0,1 0 1 0 0,0-1-1 0 0,0 1 1 0 0,0 0-1 0 0,0-1 1 0 0,0 1-1 0 0,0 0 1 0 0,0 0-1 0 0,0 0 1 0 0,1 0-1 0 0,22 19-341 0 0,-3 0 215 0 0,-11-14 93 0 0,0 1-1 0 0,1-1 0 0 0,-1-1 0 0 0,1 0 1 0 0,0 0-1 0 0,0-1 0 0 0,22 3 0 0 0,0-2 165 0 0,45-2 0 0 0,-67-2-18 0 0,-10 0-70 0 0,0 0 0 0 0,0 0-1 0 0,0 0 1 0 0,0 0 0 0 0,0 0 0 0 0,-1-1 0 0 0,1 1-1 0 0,0 0 1 0 0,0 0 0 0 0,0-1 0 0 0,0 1 0 0 0,0 0 0 0 0,0-1-1 0 0,0 1 1 0 0,0-1 0 0 0,-1 1 0 0 0,1-1 0 0 0,0 1-1 0 0,0-1 1 0 0,-1 0 0 0 0,1 1 0 0 0,0-1 0 0 0,-1 0-1 0 0,1 0 1 0 0,-1 1 0 0 0,1-1 0 0 0,-1 0 0 0 0,1 0-1 0 0,-1 0 1 0 0,0 0 0 0 0,1 0 0 0 0,-1 1 0 0 0,0-1 0 0 0,0 0-1 0 0,1 0 1 0 0,-1 0 0 0 0,0 0 0 0 0,0 0 0 0 0,0 0-1 0 0,0 0 1 0 0,0 0 0 0 0,0 0 0 0 0,-1 0 0 0 0,1 0-1 0 0,0 0 1 0 0,-1-1 0 0 0,0-2 46 0 0,0-1 1 0 0,-1 1-1 0 0,1 0 0 0 0,-1 0 0 0 0,0 0 1 0 0,0 0-1 0 0,-1 0 0 0 0,-3-5 1 0 0,-4-2-62 0 0,-1 1 0 0 0,0 0 0 0 0,0 0 0 0 0,-1 1 0 0 0,0 1 0 0 0,-1 0 0 0 0,0 0 0 0 0,0 1 0 0 0,-1 1 0 0 0,0 1 0 0 0,0 0 0 0 0,0 0 0 0 0,0 1 0 0 0,-1 1 0 0 0,1 1 0 0 0,-28-2 0 0 0,40 4-160 0 0,-1 1 0 0 0,1-1 1 0 0,0 0-1 0 0,-1 1 0 0 0,1 0 0 0 0,-1-1 0 0 0,1 1 0 0 0,0 0 0 0 0,0 0 0 0 0,-1 0 0 0 0,1 1 1 0 0,0-1-1 0 0,0 0 0 0 0,0 1 0 0 0,0 0 0 0 0,1-1 0 0 0,-1 1 0 0 0,0 0 0 0 0,1 0 0 0 0,-1 0 1 0 0,-1 2-1 0 0,2-1-362 0 0,0-1 1 0 0,-1 1-1 0 0,1 0 0 0 0,0 0 1 0 0,0 0-1 0 0,1 0 1 0 0,-1 0-1 0 0,1 0 1 0 0,-1 0-1 0 0,1 3 0 0 0</inkml:trace>
</inkml:ink>
</file>

<file path=ppt/ink/ink4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1:36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1 120 336 0 0,'6'-4'274'0'0,"0"1"0"0"0,1 0 0 0 0,0 0 0 0 0,0 0-1 0 0,0 1 1 0 0,0 0 0 0 0,0 0 0 0 0,0 1 0 0 0,0-1 0 0 0,1 2 0 0 0,-1-1 0 0 0,0 1 0 0 0,1 0-1 0 0,-1 1 1 0 0,0 0 0 0 0,1 0 0 0 0,8 3 0 0 0,-11-3-202 0 0,-1 0 1 0 0,0 0-1 0 0,0 0 1 0 0,0 1-1 0 0,0 0 1 0 0,0 0-1 0 0,0 0 1 0 0,0 1-1 0 0,-1-1 0 0 0,1 1 1 0 0,-1-1-1 0 0,1 1 1 0 0,-1 1-1 0 0,0-1 1 0 0,0 0-1 0 0,-1 1 1 0 0,1-1-1 0 0,-1 1 0 0 0,0 0 1 0 0,1 0-1 0 0,-2 0 1 0 0,1 0-1 0 0,0 0 1 0 0,-1 0-1 0 0,0 0 1 0 0,0 0-1 0 0,0 1 0 0 0,0-1 1 0 0,-1 6-1 0 0,0-4-14 0 0,-1 0 0 0 0,0 0 0 0 0,0 0 0 0 0,-1 0 0 0 0,0 0 0 0 0,0 0-1 0 0,0 0 1 0 0,-1-1 0 0 0,1 1 0 0 0,-1-1 0 0 0,-1 0 0 0 0,1 0 0 0 0,-1 0 0 0 0,-5 6-1 0 0,9-11-40 0 0,-1 1-1 0 0,1-1 1 0 0,0 0-1 0 0,-1 1 1 0 0,1-1-1 0 0,-1 0 1 0 0,1 1-1 0 0,0-1 1 0 0,-1 0-1 0 0,1 0 1 0 0,-1 1-1 0 0,1-1 1 0 0,-1 0-1 0 0,1 0 1 0 0,-1 0-1 0 0,1 0 1 0 0,-1 1-1 0 0,1-1 1 0 0,-1 0-1 0 0,1 0 1 0 0,-1 0-1 0 0,1 0 1 0 0,-1 0-1 0 0,1 0 1 0 0,-1 0-1 0 0,1-1 1 0 0,-1 1-1 0 0,1 0 1 0 0,-1 0-1 0 0,1 0 1 0 0,-1 0-1 0 0,1-1 1 0 0,-1 1-1 0 0,1 0 1 0 0,0 0-1 0 0,-1-1 1 0 0,1 1-1 0 0,-1 0 1 0 0,1-1-1 0 0,0 1 1 0 0,-1 0-1 0 0,1-1 1 0 0,0 1-1 0 0,-1-1 1 0 0,1 1-1 0 0,0 0 1 0 0,0-1-1 0 0,-1 1 1 0 0,1-1-1 0 0,0 1 1 0 0,0-1-1 0 0,0 0 1 0 0,-5-24 72 0 0,9 14-71 0 0,-1 1 0 0 0,1 0 0 0 0,1-1 0 0 0,0 2 0 0 0,1-1 0 0 0,0 1 1 0 0,0 0-1 0 0,0 0 0 0 0,2 0 0 0 0,-1 1 0 0 0,1 0 0 0 0,0 1 0 0 0,0-1 0 0 0,1 2 0 0 0,0-1 1 0 0,0 1-1 0 0,1 1 0 0 0,15-7 0 0 0,-17 10-51 0 0,0 0 1 0 0,0 1-1 0 0,0 1 1 0 0,1 0 0 0 0,-1 0-1 0 0,0 0 1 0 0,0 1-1 0 0,0 0 1 0 0,1 1-1 0 0,-1-1 1 0 0,0 2-1 0 0,-1-1 1 0 0,1 1-1 0 0,0 0 1 0 0,-1 1-1 0 0,0 0 1 0 0,1 0-1 0 0,-2 0 1 0 0,8 7-1 0 0,-10-10-79 0 0,0 1 0 0 0,1-1 0 0 0,-1 0 0 0 0,0 0-1 0 0,0 0 1 0 0,1-1 0 0 0,-1 0 0 0 0,0 1-1 0 0,1-1 1 0 0,-1-1 0 0 0,0 1 0 0 0,1-1-1 0 0,-1 0 1 0 0,0 0 0 0 0,0 0 0 0 0,1 0-1 0 0,-1-1 1 0 0,6-3 0 0 0,30-5-840 0 0,25 7-810 0 0,112 9 0 0 0,-29 0 1959 0 0,-145-5-141 0 0,0-1 0 0 0,0 1 0 0 0,-1-1 0 0 0,1 1 0 0 0,-1 0 0 0 0,1 0 1 0 0,-1 0-1 0 0,1 0 0 0 0,-1 1 0 0 0,0-1 0 0 0,1 1 0 0 0,-1-1 0 0 0,0 1 0 0 0,0 0 0 0 0,0 0 0 0 0,0 0 0 0 0,0 0 0 0 0,-1 0 0 0 0,1 0 0 0 0,-1 0 0 0 0,1 1 0 0 0,-1-1 0 0 0,0 1 0 0 0,0-1 0 0 0,0 1 0 0 0,0-1 0 0 0,0 1 0 0 0,0 3 0 0 0,3 10 64 0 0,0 1 0 0 0,-1-1-1 0 0,0 22 1 0 0,-2-30-58 0 0,2 147 563 0 0,-4-94-17 0 0,1-57-319 0 0,0 0 0 0 0,0 0 1 0 0,0 0-1 0 0,-1 0 1 0 0,1 1-1 0 0,-1-1 1 0 0,0-1-1 0 0,0 1 0 0 0,-3 6 1528 0 0,3-12-1758 0 0,-1 0 1 0 0,0 0-1 0 0,1 1 1 0 0,0-1 0 0 0,-1 0-1 0 0,1 0 1 0 0,0 0-1 0 0,0-1 1 0 0,0 1 0 0 0,0 0-1 0 0,-1-3 1 0 0,1 3 27 0 0,-2-8 33 0 0,-1 0-1 0 0,1 0 1 0 0,0 0-1 0 0,1-1 1 0 0,0 1 0 0 0,1-1-1 0 0,0 1 1 0 0,1-1-1 0 0,0-11 1 0 0,14-91 337 0 0,-13 109-441 0 0,3-18 4 0 0,1 0 1 0 0,2 0-1 0 0,0 1 0 0 0,1 0 0 0 0,1 0 0 0 0,1 1 1 0 0,15-23-1 0 0,-20 35-33 0 0,0 1 0 0 0,1 0 0 0 0,-1 1 0 0 0,2-1 0 0 0,-1 1 0 0 0,1 0 0 0 0,0 1 0 0 0,0-1 1 0 0,11-5-1 0 0,-13 9-7 0 0,0 0 1 0 0,0 0 0 0 0,0 0 0 0 0,0 1 0 0 0,0 0-1 0 0,0 0 1 0 0,1 0 0 0 0,-1 0 0 0 0,0 1 0 0 0,1 0-1 0 0,-1 0 1 0 0,0 1 0 0 0,1-1 0 0 0,-1 1 0 0 0,0 0-1 0 0,10 3 1 0 0,-11-2-13 0 0,-1-1-1 0 0,1 0 0 0 0,0 1 1 0 0,0 0-1 0 0,-1 0 0 0 0,1 0 1 0 0,-1 0-1 0 0,1 1 0 0 0,-1-1 1 0 0,0 1-1 0 0,0 0 1 0 0,0 0-1 0 0,0 0 0 0 0,-1 0 1 0 0,1 0-1 0 0,-1 1 0 0 0,0-1 1 0 0,0 1-1 0 0,0-1 1 0 0,0 1-1 0 0,-1 0 0 0 0,0 0 1 0 0,1 0-1 0 0,-1 0 0 0 0,-1 0 1 0 0,1 0-1 0 0,0 0 0 0 0,-1 0 1 0 0,0 0-1 0 0,0 0 1 0 0,0 0-1 0 0,-1 0 0 0 0,1 1 1 0 0,-3 6-1 0 0,1-4 10 0 0,0 0 0 0 0,-1 0 0 0 0,0 0 1 0 0,0 0-1 0 0,0 0 0 0 0,-1 0 0 0 0,0-1 0 0 0,0 0 0 0 0,-1 0 0 0 0,1 0 0 0 0,-2 0 0 0 0,1-1 1 0 0,0 0-1 0 0,-1 0 0 0 0,0 0 0 0 0,0-1 0 0 0,-1 0 0 0 0,-8 5 0 0 0,10-7 14 0 0,0 0 0 0 0,0 0-1 0 0,-1-1 1 0 0,1 1 0 0 0,-1-1-1 0 0,1-1 1 0 0,-1 1-1 0 0,1-1 1 0 0,-1 0 0 0 0,1 0-1 0 0,-1 0 1 0 0,1-1 0 0 0,-8-2-1 0 0,9 2-268 0 0,1 0-1 0 0,0 0 1 0 0,0 0-1 0 0,0-1 1 0 0,0 1-1 0 0,0-1 1 0 0,0 0-1 0 0,0 0 1 0 0,0 0 0 0 0,1-1-1 0 0,-1 1 1 0 0,1 0-1 0 0,-4-5 1 0 0,6 1-2351 0 0,4-16 201 0 0</inkml:trace>
</inkml:ink>
</file>

<file path=ppt/ink/ink4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1:37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0 48 0 0,'0'0'62'0'0,"0"1"1"0"0,0-1-1 0 0,0 0 0 0 0,0 0 0 0 0,0 0 1 0 0,0 0-1 0 0,0 0 0 0 0,0 0 1 0 0,-1 1-1 0 0,1-1 0 0 0,0 0 0 0 0,0 0 1 0 0,0 0-1 0 0,0 0 0 0 0,0 0 1 0 0,1 0-1 0 0,-1 1 0 0 0,0-1 0 0 0,0 0 1 0 0,0 0-1 0 0,0 0 0 0 0,0 0 1 0 0,0 0-1 0 0,0 0 0 0 0,0 0 0 0 0,0 1 1 0 0,0-1-1 0 0,0 0 0 0 0,0 0 1 0 0,0 0-1 0 0,0 0 0 0 0,0 0 0 0 0,1 0 1 0 0,-1 0-1 0 0,0 0 0 0 0,0 0 1 0 0,0 0-1 0 0,0 0 0 0 0,0 1 0 0 0,0-1 1 0 0,0 0-1 0 0,1 0 0 0 0,-1 0 1 0 0,0 0-1 0 0,0 0 0 0 0,0 0 1 0 0,0 0-1 0 0,0 0 0 0 0,0 0 0 0 0,0 0 1 0 0,1 0-1 0 0,-1 0 0 0 0,0 0 1 0 0,0 0-1 0 0,0 0 0 0 0,0 0 0 0 0,0 0 1 0 0,0-1-1 0 0,1 1 0 0 0,-1 0 1 0 0,0 0-1 0 0,0 0 0 0 0,0 0 0 0 0,0 0 1 0 0,0 0-1 0 0,0 0 0 0 0,0 0 1 0 0,0 21 1388 0 0,-5 37-1490 0 0,3-45 589 0 0,-2 30-119 0 0,1-1 0 0 0,2 1 0 0 0,2-1 0 0 0,10 64 0 0 0,-8-91-350 0 0,0 0 0 0 0,1 0 0 0 0,0 0 0 0 0,1-1 0 0 0,1 1 0 0 0,0-1 0 0 0,1-1 0 0 0,1 1 0 0 0,0-1 0 0 0,0 0 0 0 0,2-1 0 0 0,-1 0 0 0 0,2 0 0 0 0,-1-1 0 0 0,22 17 1 0 0,-29-26-65 0 0,0 0 0 0 0,0 0 0 0 0,1 0 1 0 0,-1 0-1 0 0,0-1 0 0 0,1 1 0 0 0,-1-1 1 0 0,1 0-1 0 0,-1 0 0 0 0,1 0 0 0 0,0 0 1 0 0,0-1-1 0 0,-1 1 0 0 0,1-1 0 0 0,0 0 1 0 0,0 0-1 0 0,-1 0 0 0 0,1-1 0 0 0,0 0 1 0 0,-1 1-1 0 0,1-1 0 0 0,0 0 1 0 0,-1-1-1 0 0,1 1 0 0 0,-1-1 0 0 0,0 1 1 0 0,1-1-1 0 0,-1 0 0 0 0,0 0 0 0 0,0 0 1 0 0,0-1-1 0 0,3-3 0 0 0,-1 1 33 0 0,0 0-1 0 0,-1 0 1 0 0,1-1-1 0 0,-1 0 1 0 0,0 0-1 0 0,-1 0 1 0 0,0 0-1 0 0,1-1 1 0 0,-2 1-1 0 0,1-1 1 0 0,-1 0 0 0 0,0 0-1 0 0,-1 0 1 0 0,0 0-1 0 0,1-12 1 0 0,-2 17-18 0 0,0 0 0 0 0,0 0 1 0 0,-1-1-1 0 0,1 1 0 0 0,-1 0 1 0 0,1 0-1 0 0,-1 0 0 0 0,0 0 0 0 0,0 1 1 0 0,0-1-1 0 0,0 0 0 0 0,0 0 1 0 0,0 0-1 0 0,0 1 0 0 0,-1-1 1 0 0,-1-2-1 0 0,3 4-32 0 0,-1-1 41 0 0,1 1-41 0 0,-1 0 0 0 0,1-1 1 0 0,-1 1-1 0 0,1-1 0 0 0,-1 1 1 0 0,1 0-1 0 0,0 0 0 0 0,-1-1 1 0 0,1 1-1 0 0,-1 0 0 0 0,1 0 0 0 0,-1-1 1 0 0,1 1-1 0 0,-1 0 0 0 0,0 0 1 0 0,1 0-1 0 0,-1 0 0 0 0,1 0 1 0 0,-1 0-1 0 0,1 0 0 0 0,-1 0 1 0 0,1 0-1 0 0,-1 0 0 0 0,1 0 0 0 0,-1 0 1 0 0,1 0-1 0 0,-2 1 0 0 0,2 0-11 0 0,-1 0 0 0 0,1 0 0 0 0,0 1 1 0 0,0-1-1 0 0,0 0 0 0 0,0 0 0 0 0,0 0 0 0 0,0 1 0 0 0,0-1 0 0 0,0 0 0 0 0,0 0 0 0 0,1 0 0 0 0,-1 0 0 0 0,0 0 0 0 0,1 1 0 0 0,-1-1 0 0 0,1 0 0 0 0,-1 0 0 0 0,1 0 0 0 0,0 0 0 0 0,-1 0 0 0 0,1 0 0 0 0,0 0 0 0 0,0 0 0 0 0,-1-1 0 0 0,1 1 0 0 0,0 0 0 0 0,0 0 0 0 0,0-1 0 0 0,0 1 0 0 0,0 0 0 0 0,0-1 0 0 0,0 1 0 0 0,0-1 0 0 0,1 0 0 0 0,-1 1 0 0 0,0-1 1 0 0,0 0-1 0 0,0 0 0 0 0,0 1 0 0 0,1-1 0 0 0,-1 0 0 0 0,1 0 0 0 0,0 0-73 0 0,1-2 41 0 0,0 0 1 0 0,1 1 0 0 0,-1-1 0 0 0,1 1-1 0 0,0 0 1 0 0,-1 0 0 0 0,1 0 0 0 0,5-1-1 0 0,21-6-344 0 0,-24 5 273 0 0,0 0 0 0 0,0 0 0 0 0,1 1 0 0 0,-1 0 0 0 0,1 0 0 0 0,0 0 0 0 0,-1 1 0 0 0,14-1 0 0 0,-16 2 84 0 0,0 1 1 0 0,0-1-1 0 0,0 1 0 0 0,0 1 0 0 0,-1-1 0 0 0,1 0 1 0 0,0 1-1 0 0,-1 0 0 0 0,1 0 0 0 0,-1 0 0 0 0,0 0 1 0 0,0 0-1 0 0,0 1 0 0 0,0-1 0 0 0,0 1 0 0 0,5 6 0 0 0,8 10-203 0 0,2-1 0 0 0,0 0-1 0 0,0-2 1 0 0,2 0 0 0 0,29 18 0 0 0,-43-31 136 0 0,1 1 0 0 0,0-1 0 0 0,1 0 0 0 0,-1 0 0 0 0,1-1 0 0 0,-1 0 0 0 0,1 0 0 0 0,-1-1 0 0 0,1 0 1 0 0,0 0-1 0 0,0-1 0 0 0,0 0 0 0 0,0 0 0 0 0,-1-1 0 0 0,1 0 0 0 0,0 0 0 0 0,-1-1 0 0 0,1 0 0 0 0,-1-1 1 0 0,1 1-1 0 0,11-7 0 0 0,-7 3 213 0 0,-1-1 1 0 0,0-1 0 0 0,0 0-1 0 0,0 0 1 0 0,-1-1-1 0 0,18-19 1 0 0,-25 25 98 0 0,0-1 0 0 0,0 0-1 0 0,0 0 1 0 0,0 0 0 0 0,0-1 0 0 0,-1 1-1 0 0,0-1 1 0 0,0 1 0 0 0,0-1 0 0 0,0 0 0 0 0,-1 1-1 0 0,0-1 1 0 0,0 0 0 0 0,0 0 0 0 0,-1 0-1 0 0,1 0 1 0 0,-1 0 0 0 0,0 0 0 0 0,-1 0-1 0 0,1 0 1 0 0,-3-9 0 0 0,2 12-158 0 0,0 1 1 0 0,0-1-1 0 0,0 0 1 0 0,0 0-1 0 0,0 1 0 0 0,0-1 1 0 0,-1 1-1 0 0,1-1 1 0 0,0 1-1 0 0,-1 0 0 0 0,1 0 1 0 0,-1-1-1 0 0,0 1 1 0 0,1 0-1 0 0,-1 0 0 0 0,0 0 1 0 0,0 1-1 0 0,1-1 1 0 0,-1 0-1 0 0,0 1 0 0 0,0-1 1 0 0,0 1-1 0 0,0 0 1 0 0,0-1-1 0 0,0 1 0 0 0,0 0 1 0 0,0 0-1 0 0,0 0 1 0 0,0 1-1 0 0,0-1 0 0 0,0 0 1 0 0,0 1-1 0 0,0-1 1 0 0,1 1-1 0 0,-4 1 0 0 0,-9 2 76 0 0,1 1 0 0 0,-1 1 0 0 0,-18 10 0 0 0,25-12-65 0 0,-30 17-391 0 0,1 2 1 0 0,-59 50-1 0 0,-8 17-6092 0 0,101-88 6228 0 0,-32 30-3130 0 0</inkml:trace>
</inkml:ink>
</file>

<file path=ppt/ink/ink4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1:40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82 179 192 0 0,'0'0'1328'0'0,"-2"5"-780"0"0,-6 12-177 0 0,2 0 0 0 0,0 1 0 0 0,0 0 1 0 0,2 0-1 0 0,1 1 0 0 0,-3 35 1 0 0,5 121 1002 0 0,25 22 144 0 0,-8-84-272 0 0,-15-107-899 0 0,2 22 401 0 0,-4-21 3376 0 0,-9-21-3980 0 0,1-1 1 0 0,1 1-1 0 0,0-2 1 0 0,1 1-1 0 0,1-1 0 0 0,0 0 1 0 0,1 0-1 0 0,1 0 1 0 0,0-1-1 0 0,-1-17 1 0 0,-1-24 68 0 0,1-98 1 0 0,6 115-290 0 0,2 0 0 0 0,1 1 0 0 0,3 0 0 0 0,11-43 0 0 0,-14 69 29 0 0,0 0 0 0 0,1 0 0 0 0,1 0 0 0 0,0 1 1 0 0,1 0-1 0 0,0 0 0 0 0,1 0 0 0 0,0 1 0 0 0,1 0 1 0 0,1 1-1 0 0,-1 0 0 0 0,2 1 0 0 0,0 0 0 0 0,20-15 0 0 0,-26 22 22 0 0,0 0 0 0 0,1 0-1 0 0,0 0 1 0 0,-1 1-1 0 0,1 0 1 0 0,0 0 0 0 0,0 1-1 0 0,0-1 1 0 0,0 1-1 0 0,0 1 1 0 0,0-1 0 0 0,1 1-1 0 0,-1 0 1 0 0,0 0-1 0 0,0 1 1 0 0,0 0 0 0 0,0 0-1 0 0,0 0 1 0 0,0 1-1 0 0,0 0 1 0 0,0 0 0 0 0,0 0-1 0 0,8 6 1 0 0,-10-5 13 0 0,0 0 0 0 0,0 0 0 0 0,0 0 0 0 0,0 1 0 0 0,0 0 0 0 0,-1 0 0 0 0,0 0 0 0 0,0 0 0 0 0,0 0 0 0 0,0 1 0 0 0,0-1 0 0 0,-1 1 0 0 0,0 0 0 0 0,0 0 1 0 0,-1 0-1 0 0,1 0 0 0 0,-1 0 0 0 0,0 0 0 0 0,0 0 0 0 0,-1 0 0 0 0,1 0 0 0 0,-1 0 0 0 0,0 1 0 0 0,-1-1 0 0 0,1 0 0 0 0,-1 0 0 0 0,0 0 0 0 0,-2 7 0 0 0,0-4 15 0 0,1-1-1 0 0,-1 1 0 0 0,0-1 0 0 0,-1 0 1 0 0,0 0-1 0 0,0 0 0 0 0,-1 0 0 0 0,0-1 1 0 0,0 0-1 0 0,0 0 0 0 0,-1 0 0 0 0,1 0 1 0 0,-2-1-1 0 0,1 0 0 0 0,0 0 0 0 0,-1-1 1 0 0,-8 4-1 0 0,-9 4-73 0 0,-1-1 1 0 0,0-2-1 0 0,-44 11 1 0 0,67-20-118 0 0,-34 9-2376 0 0,20-9-3408 0 0</inkml:trace>
</inkml:ink>
</file>

<file path=ppt/ink/ink4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1:40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39 568 0 0,'18'-7'807'0'0,"1"0"-1"0"0,-1 1 0 0 0,2 1 1 0 0,-1 1-1 0 0,0 1 1 0 0,27-1-1 0 0,-42 3-722 0 0,0 1-1 0 0,0 0 1 0 0,0 0 0 0 0,1 1-1 0 0,-1-1 1 0 0,-1 1-1 0 0,1 0 1 0 0,0 0-1 0 0,0 0 1 0 0,0 1-1 0 0,0-1 1 0 0,-1 1 0 0 0,1 0-1 0 0,-1 0 1 0 0,1 0-1 0 0,-1 0 1 0 0,0 1-1 0 0,0 0 1 0 0,0-1 0 0 0,0 1-1 0 0,0 0 1 0 0,-1 0-1 0 0,1 1 1 0 0,-1-1-1 0 0,0 0 1 0 0,0 1 0 0 0,0-1-1 0 0,0 1 1 0 0,-1 0-1 0 0,1 0 1 0 0,-1-1-1 0 0,0 1 1 0 0,0 0 0 0 0,-1 0-1 0 0,1 0 1 0 0,-1 0-1 0 0,0 6 1 0 0,1-4 2 0 0,-1-1 1 0 0,0 0-1 0 0,0 0 0 0 0,0 1 1 0 0,-1-1-1 0 0,0 0 0 0 0,0 0 1 0 0,0 0-1 0 0,0 0 0 0 0,-1 0 1 0 0,0 0-1 0 0,0 0 0 0 0,0-1 1 0 0,-1 1-1 0 0,0 0 0 0 0,0-1 1 0 0,0 0-1 0 0,0 0 0 0 0,0 0 1 0 0,-1 0-1 0 0,0-1 0 0 0,0 1 1 0 0,-5 3-1 0 0,7-6 294 0 0,2-1-378 0 0,-1 0 1 0 0,1 0-1 0 0,0 0 0 0 0,-1 0 0 0 0,1 0 0 0 0,0 0 1 0 0,-1 0-1 0 0,1 0 0 0 0,0-1 0 0 0,-1 1 1 0 0,1 0-1 0 0,0 0 0 0 0,-1 0 0 0 0,1-1 1 0 0,0 1-1 0 0,-1 0 0 0 0,1 0 0 0 0,0-1 1 0 0,0 1-1 0 0,-1 0 0 0 0,1 0 0 0 0,0-1 0 0 0,0 1 1 0 0,0 0-1 0 0,-1-1 0 0 0,1 1 0 0 0,0 0 1 0 0,0-1-1 0 0,0 1 0 0 0,0 0 0 0 0,0-1 1 0 0,0 1-1 0 0,0-1 0 0 0,0 1 0 0 0,0 0 0 0 0,0-1 1 0 0,0 0-1 0 0,4-21-4 0 0,12-15-13 0 0,-5 23-81 0 0,0-1-1 0 0,1 1 0 0 0,0 1 1 0 0,1 0-1 0 0,1 1 1 0 0,0 0-1 0 0,1 1 1 0 0,0 1-1 0 0,0 0 1 0 0,20-9-1 0 0,-33 19-156 0 0,1-1 0 0 0,0 0-1 0 0,-1 1 1 0 0,1 0 0 0 0,0-1 0 0 0,0 1 0 0 0,0 0 0 0 0,-1 0-1 0 0,1 1 1 0 0,0-1 0 0 0,4 2 0 0 0,5-1-3692 0 0</inkml:trace>
</inkml:ink>
</file>

<file path=ppt/ink/ink4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1:41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0 262 708 0 0,'14'1'498'0'0,"1"0"1"0"0,-1-1-1 0 0,0 0 0 0 0,0-1 0 0 0,0-1 0 0 0,0 0 1 0 0,0-1-1 0 0,0 0 0 0 0,-1-1 0 0 0,1-1 1 0 0,-1 0-1 0 0,16-9 0 0 0,-20 10-281 0 0,0-1-1 0 0,-1-1 0 0 0,1 1 1 0 0,-1-1-1 0 0,0-1 1 0 0,0 0-1 0 0,-1 0 1 0 0,0 0-1 0 0,0-1 1 0 0,-1 0-1 0 0,0 0 1 0 0,-1-1-1 0 0,1 1 1 0 0,-1-1-1 0 0,-1-1 1 0 0,0 1-1 0 0,5-17 1 0 0,-8 23-168 0 0,0 1 0 0 0,-1 0 0 0 0,1-1 0 0 0,-1 1 0 0 0,0-1 0 0 0,1 1 1 0 0,-1 0-1 0 0,0-1 0 0 0,0 1 0 0 0,0-1 0 0 0,-1 1 0 0 0,1-1 0 0 0,-1 1 1 0 0,1 0-1 0 0,-1-1 0 0 0,0 1 0 0 0,0 0 0 0 0,0-1 0 0 0,0 1 0 0 0,0 0 0 0 0,-1 0 1 0 0,1 0-1 0 0,0 0 0 0 0,-1 0 0 0 0,0 0 0 0 0,1 1 0 0 0,-1-1 0 0 0,0 0 1 0 0,-3-1-1 0 0,2 2-24 0 0,-1-1 0 0 0,0 1 0 0 0,1 0 0 0 0,-1 0-1 0 0,1 1 1 0 0,-1-1 0 0 0,0 1 0 0 0,0 0 0 0 0,1 0 0 0 0,-1 0 0 0 0,0 0 0 0 0,0 1 0 0 0,1-1 0 0 0,-1 1 0 0 0,0 0 0 0 0,1 0 0 0 0,-1 0 0 0 0,-4 3 0 0 0,5-3-27 0 0,0 0 1 0 0,0 1 0 0 0,1-1-1 0 0,-1 0 1 0 0,0 1 0 0 0,1 0-1 0 0,-1 0 1 0 0,1 0-1 0 0,-1 0 1 0 0,1 0 0 0 0,0 0-1 0 0,0 0 1 0 0,0 1-1 0 0,0-1 1 0 0,0 1 0 0 0,1-1-1 0 0,-1 1 1 0 0,1 0-1 0 0,0 0 1 0 0,-1 0 0 0 0,1 0-1 0 0,1-1 1 0 0,-1 1-1 0 0,0 1 1 0 0,1-1 0 0 0,-1 0-1 0 0,1 0 1 0 0,0 0 0 0 0,0 0-1 0 0,0 0 1 0 0,1 0-1 0 0,-1 0 1 0 0,1 0 0 0 0,0 0-1 0 0,-1 0 1 0 0,1 0-1 0 0,2 4 1 0 0,0-1-154 0 0,0-1 0 0 0,0 1 0 0 0,0-1 0 0 0,1 1 1 0 0,0-1-1 0 0,0 0 0 0 0,0 0 0 0 0,1-1 0 0 0,0 1 0 0 0,-1-1 0 0 0,2 0 0 0 0,-1 0 0 0 0,0-1 0 0 0,1 1 1 0 0,0-1-1 0 0,-1-1 0 0 0,9 4 0 0 0,1-2-1035 0 0,-1-1-1 0 0,1-1 1 0 0,-1 0-1 0 0,23 0 1 0 0,-10-3-1195 0 0</inkml:trace>
</inkml:ink>
</file>

<file path=ppt/ink/ink4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1:42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122 265 960 0 0,'0'0'1804'0'0,"-14"-10"550"0"0,8 11-2150 0 0,1 0-1 0 0,-1 1 0 0 0,1 0 1 0 0,-1 0-1 0 0,1 0 0 0 0,0 1 0 0 0,0-1 1 0 0,0 2-1 0 0,0-1 0 0 0,0 0 0 0 0,1 1 1 0 0,-1 0-1 0 0,1 0 0 0 0,0 0 0 0 0,1 0 1 0 0,-1 1-1 0 0,1-1 0 0 0,-1 1 1 0 0,1 0-1 0 0,1 0 0 0 0,-1 0 0 0 0,1 1 1 0 0,-3 7-1 0 0,5-12-180 0 0,-1 1 1 0 0,1-1 0 0 0,-1 0-1 0 0,1 0 1 0 0,0 1-1 0 0,-1-1 1 0 0,1 0-1 0 0,0 1 1 0 0,0-1-1 0 0,0 0 1 0 0,0 1-1 0 0,0-1 1 0 0,0 0-1 0 0,1 1 1 0 0,-1-1-1 0 0,0 0 1 0 0,1 0-1 0 0,-1 1 1 0 0,0-1 0 0 0,1 0-1 0 0,0 0 1 0 0,-1 0-1 0 0,1 1 1 0 0,0-1-1 0 0,0 0 1 0 0,-1 0-1 0 0,1 0 1 0 0,0 0-1 0 0,0 0 1 0 0,0-1-1 0 0,0 1 1 0 0,0 0-1 0 0,0 0 1 0 0,1-1 0 0 0,-1 1-1 0 0,0 0 1 0 0,0-1-1 0 0,0 0 1 0 0,1 1-1 0 0,1 0 1 0 0,1-1 4 0 0,-1 0-1 0 0,0 0 1 0 0,0 0 0 0 0,1 0 0 0 0,-1 0 0 0 0,0 0 0 0 0,0-1 0 0 0,0 0 0 0 0,1 0-1 0 0,-1 0 1 0 0,0 0 0 0 0,0 0 0 0 0,0-1 0 0 0,4-2 0 0 0,6-5 25 0 0,-1-2 1 0 0,1 0 0 0 0,-2 0-1 0 0,0-1 1 0 0,0-1-1 0 0,-1 0 1 0 0,0 0-1 0 0,-1-1 1 0 0,-1 0 0 0 0,10-22-1 0 0,-13 24-25 0 0,-1 1 1 0 0,0-1-1 0 0,0 1 0 0 0,-1-1 0 0 0,-1 0 0 0 0,0 0 0 0 0,0-1 1 0 0,-1 1-1 0 0,-1 0 0 0 0,0 0 0 0 0,-1-1 0 0 0,0 1 0 0 0,-1 0 1 0 0,-5-19-1 0 0,-2 7-36 0 0,31 56-24 0 0,21 13 12 0 0,56 67-45 0 0,-90-100 69 0 0,-1-1-1 0 0,0 2 0 0 0,-1-1 1 0 0,0 1-1 0 0,-1 0 1 0 0,0 0-1 0 0,7 26 0 0 0,-13-35-2 0 0,0 0 0 0 0,1 0 0 0 0,-1-1-1 0 0,0 1 1 0 0,-1 0 0 0 0,1 0-1 0 0,-1 0 1 0 0,0-1 0 0 0,0 1 0 0 0,-2 6-1 0 0,2-8-347 0 0,0 0 1 0 0,0 0-1 0 0,0 0 0 0 0,0 0 0 0 0,0-1 0 0 0,0 1 0 0 0,-1 0 0 0 0,1 0 0 0 0,-1-1 0 0 0,1 1 0 0 0,-4 2 0 0 0</inkml:trace>
</inkml:ink>
</file>

<file path=ppt/ink/ink4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1:42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1 111 284 0 0,'25'-109'11976'0'0,"-25"107"-11860"0"0,3 7-3871 0 0,-2-4 3432 0 0,1 1 0 0 0,-1-1-1 0 0,0 0 1 0 0,1 0 0 0 0,-1 0 0 0 0,1 0-1 0 0,-1 0 1 0 0,1 0 0 0 0,2 1-1 0 0,-3-1-222 0 0,3 2-2180 0 0</inkml:trace>
</inkml:ink>
</file>

<file path=ppt/ink/ink4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1:43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258 430 540 0 0,'-2'-10'1358'0'0,"1"4"1837"0"0,1 5-3063 0 0,0 0 1 0 0,0 0-1 0 0,0 0 0 0 0,0 0 1 0 0,0 0-1 0 0,0 0 0 0 0,0 0 1 0 0,-1 0-1 0 0,1 0 0 0 0,0 0 1 0 0,-1 0-1 0 0,1 0 0 0 0,-1 0 0 0 0,1 0 1 0 0,-1 0-1 0 0,0 1 0 0 0,1-1 1 0 0,-1 0-1 0 0,0 0 0 0 0,1 0 1 0 0,-1 1-1 0 0,0-1 0 0 0,0 0 1 0 0,0 1-1 0 0,0-1 0 0 0,0 1 0 0 0,1-1 1 0 0,-3 0-1 0 0,0 1 7 0 0,0-1-1 0 0,0 0 1 0 0,-1 1 0 0 0,1 0-1 0 0,0-1 1 0 0,-1 1 0 0 0,1 1-1 0 0,0-1 1 0 0,-5 1-1 0 0,-5 2 51 0 0,1 0 0 0 0,-1 1 0 0 0,1 0 0 0 0,-14 8 0 0 0,12-6 6 0 0,0 2 0 0 0,1 0 0 0 0,1 0 0 0 0,-1 2 1 0 0,1-1-1 0 0,-17 19 0 0 0,27-26-173 0 0,0 0 1 0 0,1 1-1 0 0,-1-1 1 0 0,0 1-1 0 0,1-1 1 0 0,-1 1-1 0 0,1 0 1 0 0,0 0-1 0 0,0-1 1 0 0,0 1-1 0 0,0 0 1 0 0,1 0-1 0 0,-1 0 1 0 0,1 0 0 0 0,0 0-1 0 0,0 5 1 0 0,0-5-28 0 0,1 0 0 0 0,0 0 1 0 0,1 0-1 0 0,-1 0 0 0 0,0 0 1 0 0,1 0-1 0 0,0 0 0 0 0,-1 0 1 0 0,1 0-1 0 0,1-1 0 0 0,-1 1 1 0 0,0-1-1 0 0,0 0 0 0 0,1 0 1 0 0,-1 0-1 0 0,1 0 0 0 0,0 0 1 0 0,5 3-1 0 0,2 0-144 0 0,0 0-1 0 0,1-1 1 0 0,0 0 0 0 0,0 0-1 0 0,0-1 1 0 0,0-1-1 0 0,0 0 1 0 0,1 0 0 0 0,-1-1-1 0 0,1-1 1 0 0,-1 0-1 0 0,1 0 1 0 0,-1-1-1 0 0,0 0 1 0 0,1-1 0 0 0,12-4-1 0 0,21-7-542 0 0,-1-2-1 0 0,68-33 1 0 0,-84 35 612 0 0,-6 1 122 0 0,39-26 0 0 0,-8 5 1164 0 0,-51 31-970 0 0,-1 2-141 0 0,-1 0 1 0 0,1 0 0 0 0,-1-1 0 0 0,1 1 0 0 0,-1 0 0 0 0,0-1 0 0 0,1 1 0 0 0,-1-1 0 0 0,1 1 0 0 0,-1 0 0 0 0,0-1-1 0 0,1 1 1 0 0,-1-1 0 0 0,0 1 0 0 0,0-1 0 0 0,1 1 0 0 0,-1-1 0 0 0,0 1 0 0 0,0-1 0 0 0,0 1 0 0 0,1-1-1 0 0,-1 0 1 0 0,0 1 0 0 0,0-1 0 0 0,0 0 0 0 0,-8 3-59 0 0,1 1 0 0 0,0 0 0 0 0,0 0 0 0 0,0 0 0 0 0,0 1 0 0 0,1 0 0 0 0,0 0 0 0 0,-1 1 0 0 0,1 0 0 0 0,1 0 0 0 0,-1 0 0 0 0,1 1 0 0 0,0 0 0 0 0,0 0 0 0 0,-4 7 0 0 0,9-12-15 0 0,-1-1-21 0 0,1 0 1 0 0,0 0-1 0 0,0 0 1 0 0,0 1 0 0 0,0-1-1 0 0,-1 0 1 0 0,1 0 0 0 0,0 0-1 0 0,0 0 1 0 0,0 0 0 0 0,0 1-1 0 0,0-1 1 0 0,0 0 0 0 0,-1 0-1 0 0,1 0 1 0 0,0 0 0 0 0,0 1-1 0 0,0-1 1 0 0,0 0 0 0 0,0 0-1 0 0,0 0 1 0 0,0 1 0 0 0,0-1-1 0 0,0 0 1 0 0,0 0 0 0 0,0 0-1 0 0,0 1 1 0 0,0-1 0 0 0,0 0-1 0 0,0 0 1 0 0,0 0 0 0 0,0 1-1 0 0,0-1 1 0 0,0 0 0 0 0,0 0-1 0 0,0 0 1 0 0,1 1 0 0 0,-1-1-1 0 0,0 0 1 0 0,0 0 0 0 0,0 0-1 0 0,0 0 1 0 0,0 0 0 0 0,0 1-1 0 0,1-1 1 0 0,-1 0 0 0 0,0 0-1 0 0,0 0 1 0 0,51-10-269 0 0,-26 5-271 0 0,0 0 1 0 0,34-1-1 0 0,-42 6 428 0 0,0 0 0 0 0,0-1 0 0 0,0-1 0 0 0,-1-1 0 0 0,1 0 0 0 0,0-1 0 0 0,-1 0 0 0 0,0-2 0 0 0,0 0 0 0 0,0-1 0 0 0,-1 0 0 0 0,0-1 0 0 0,-1-1 0 0 0,1 0 0 0 0,-2-1 0 0 0,1-1 0 0 0,-2 0 0 0 0,19-20 0 0 0,-12 11 552 0 0,-2-2-1 0 0,0 1 1 0 0,-1-2-1 0 0,19-36 1 0 0,-28 44-30 0 0,0 0 0 0 0,-1 0-1 0 0,-1 0 1 0 0,0-1 0 0 0,-1 0 0 0 0,-1 0-1 0 0,0 0 1 0 0,0-28 0 0 0,-3 41-315 0 0,0 1 0 0 0,0-1 0 0 0,0 0 0 0 0,0 0 0 0 0,-1 0 0 0 0,1 0 0 0 0,-1 0 0 0 0,0 0 0 0 0,0 1 0 0 0,-2-6 0 0 0,2 7-70 0 0,1 1 0 0 0,-1-1 0 0 0,1 1 0 0 0,-1-1 0 0 0,1 0 0 0 0,-1 1 0 0 0,0-1 0 0 0,1 1 0 0 0,-1-1 0 0 0,1 1 0 0 0,-1 0 0 0 0,0-1 0 0 0,1 1 0 0 0,-1 0 0 0 0,0-1 0 0 0,0 1 0 0 0,1 0 0 0 0,-1 0 0 0 0,0 0 0 0 0,0 0 0 0 0,0-1 0 0 0,1 1 0 0 0,-1 0 0 0 0,0 0 0 0 0,-1 1 0 0 0,-2 0-6 0 0,1 0 1 0 0,0 1 0 0 0,-1 0 0 0 0,1-1 0 0 0,0 1-1 0 0,0 1 1 0 0,0-1 0 0 0,0 0 0 0 0,1 1 0 0 0,-1-1-1 0 0,0 1 1 0 0,1 0 0 0 0,0 0 0 0 0,-4 5 0 0 0,-5 11 16 0 0,0 1 0 0 0,1 0 1 0 0,1 1-1 0 0,0 0 1 0 0,2 0-1 0 0,1 1 1 0 0,-5 28-1 0 0,7-32-72 0 0,2 1 1 0 0,0 0-1 0 0,1 1 0 0 0,1-1 0 0 0,0 0 0 0 0,2 0 1 0 0,0 0-1 0 0,10 36 0 0 0,-10-49-34 0 0,0 0 0 0 0,0-1 0 0 0,1 1 1 0 0,-1-1-1 0 0,1 0 0 0 0,0 0 0 0 0,1 0 0 0 0,-1 0 1 0 0,1 0-1 0 0,0-1 0 0 0,0 0 0 0 0,6 5 0 0 0,-7-7 44 0 0,0 0 0 0 0,0 0 0 0 0,0-1 0 0 0,0 1 0 0 0,1-1 0 0 0,-1 0-1 0 0,0 0 1 0 0,0 0 0 0 0,1-1 0 0 0,-1 1 0 0 0,1-1 0 0 0,-1 0 0 0 0,0 1 0 0 0,1-2 0 0 0,-1 1 0 0 0,1 0-1 0 0,-1-1 1 0 0,0 1 0 0 0,1-1 0 0 0,-1 0 0 0 0,0 0 0 0 0,4-2 0 0 0,5-2 48 0 0,-1-1 1 0 0,0 0-1 0 0,15-12 0 0 0,-1 1 1086 0 0,-23 16-806 0 0,12-4 1146 0 0,-6 4-1004 0 0,0 22-386 0 0,-7-18-252 0 0,0 0-1 0 0,0 1 0 0 0,1-1 0 0 0,-1 0 1 0 0,1 0-1 0 0,0 0 0 0 0,0 0 1 0 0,0 0-1 0 0,0 0 0 0 0,0-1 0 0 0,1 1 1 0 0,-1-1-1 0 0,1 0 0 0 0,3 3 0 0 0,-5-4-195 0 0,1 0-1 0 0,0 0 1 0 0,-1 0-1 0 0,1-1 1 0 0,0 1-1 0 0,0-1 1 0 0,0 1-1 0 0,0-1 1 0 0,0 1-1 0 0,-1-1 1 0 0,1 0-1 0 0,0 0 1 0 0,0 0-1 0 0,0 0 1 0 0,0 0-1 0 0,0-1 0 0 0,0 1 1 0 0,0 0-1 0 0,0-1 1 0 0,0 0-1 0 0,-1 1 1 0 0,1-1-1 0 0,0 0 1 0 0,0 0-1 0 0,-1 0 1 0 0,2-1-1 0 0</inkml:trace>
</inkml:ink>
</file>

<file path=ppt/ink/ink4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1:44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70 848 0 0,'0'0'2280'0'0,"10"-18"-1240"0"0,-4 13 773 0 0,11-7-1037 0 0,-1 9-144 0 0,-3-3-204 0 0,2 1-192 0 0,0 2-248 0 0,4 0-280 0 0,0-2-272 0 0,0 3-636 0 0,-3 0-1297 0 0,9-4 577 0 0</inkml:trace>
</inkml:ink>
</file>

<file path=ppt/ink/ink4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1:47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520 143 656 0 0,'-3'-12'807'0'0,"-1"1"0"0"0,0 0 1 0 0,0 0-1 0 0,-1 0 0 0 0,-1 0 0 0 0,0 1 0 0 0,0 0 1 0 0,-11-13-1 0 0,13 20-700 0 0,1 0 0 0 0,-1 0 0 0 0,1 0 0 0 0,-1 0 0 0 0,0 1 0 0 0,0 0 1 0 0,0 0-1 0 0,0 0 0 0 0,0 0 0 0 0,-1 0 0 0 0,1 1 0 0 0,0 0 0 0 0,-1 0 0 0 0,1 0 0 0 0,-1 0 1 0 0,0 1-1 0 0,1 0 0 0 0,-1 0 0 0 0,1 0 0 0 0,-1 1 0 0 0,1-1 0 0 0,-1 1 0 0 0,1 0 0 0 0,-1 0 1 0 0,-6 3-1 0 0,-6 3 6 0 0,0 0 1 0 0,1 1-1 0 0,0 1 1 0 0,0 0-1 0 0,1 1 1 0 0,-28 24-1 0 0,18-11 45 0 0,0 2-1 0 0,-37 48 0 0 0,49-56-111 0 0,1 1 0 0 0,1 0 0 0 0,0 1-1 0 0,2 0 1 0 0,0 1 0 0 0,1 0-1 0 0,-7 29 1 0 0,13-41-48 0 0,0-1 1 0 0,1 1-1 0 0,0 0 0 0 0,0 0 0 0 0,0-1 0 0 0,1 1 1 0 0,0 0-1 0 0,1 0 0 0 0,0 0 0 0 0,0-1 0 0 0,1 1 1 0 0,0 0-1 0 0,0-1 0 0 0,0 1 0 0 0,1-1 0 0 0,0 0 1 0 0,1 0-1 0 0,0 0 0 0 0,0 0 0 0 0,0-1 0 0 0,1 1 1 0 0,0-1-1 0 0,7 7 0 0 0,-5-8-19 0 0,0 0 1 0 0,1 0-1 0 0,-1-1 1 0 0,1 0-1 0 0,0-1 0 0 0,0 1 1 0 0,0-1-1 0 0,1-1 0 0 0,-1 0 1 0 0,1 0-1 0 0,-1 0 0 0 0,1-1 1 0 0,-1-1-1 0 0,1 1 0 0 0,10-2 1 0 0,9-1-130 0 0,0-1 0 0 0,0-1-1 0 0,34-10 1 0 0,-15-1-527 0 0,-2-2-1 0 0,0-2 1 0 0,-1-2-1 0 0,-1-1 0 0 0,-1-3 1 0 0,62-47-1 0 0,-102 71 494 0 0,24 34-721 0 0,-20-25 887 0 0,0-1 1 0 0,0 0-1 0 0,0 0 1 0 0,1 0-1 0 0,0-1 1 0 0,0 0-1 0 0,0 0 1 0 0,1-1-1 0 0,0 0 1 0 0,0 0-1 0 0,0-1 1 0 0,1 0-1 0 0,0 0 1 0 0,-1-1-1 0 0,1 0 1 0 0,1 0-1 0 0,-1-1 1 0 0,15 1-1 0 0,-23-3 70 0 0,0 0-1 0 0,0 1 0 0 0,0-1 1 0 0,1 0-1 0 0,-1 0 1 0 0,0 0-1 0 0,0 0 0 0 0,0 0 1 0 0,0-1-1 0 0,0 1 1 0 0,1 0-1 0 0,-1 0 1 0 0,0-1-1 0 0,0 1 0 0 0,0-1 1 0 0,0 1-1 0 0,0-1 1 0 0,0 1-1 0 0,0-1 0 0 0,0 0 1 0 0,0 1-1 0 0,0-1 1 0 0,-1 0-1 0 0,1 0 1 0 0,0 0-1 0 0,0 0 0 0 0,-1 0 1 0 0,1 0-1 0 0,0 0 1 0 0,-1 0-1 0 0,1 0 0 0 0,-1 0 1 0 0,1 0-1 0 0,-1 0 1 0 0,0 0-1 0 0,1 0 0 0 0,-1 0 1 0 0,0 0-1 0 0,0-1 1 0 0,0 1-1 0 0,0 0 1 0 0,0 0-1 0 0,0 0 0 0 0,0 0 1 0 0,0 0-1 0 0,0-1 1 0 0,-1 1-1 0 0,1 0 0 0 0,0 0 1 0 0,-1 0-1 0 0,1 0 1 0 0,-1 0-1 0 0,1 0 1 0 0,-1 0-1 0 0,-1-1 0 0 0,0-4 133 0 0,-1 0-1 0 0,-1 0 0 0 0,1 0 0 0 0,-1 1 1 0 0,0 0-1 0 0,-1 0 0 0 0,1 0 0 0 0,-7-6 1 0 0,-2 3-29 0 0,-1 0 0 0 0,1 0 0 0 0,-1 1 1 0 0,-1 1-1 0 0,-28-8 0 0 0,42 14-223 0 0,0 0 0 0 0,0-1 0 0 0,0 1 1 0 0,0 0-1 0 0,0 1 0 0 0,1-1 0 0 0,-1 0 0 0 0,0 0 0 0 0,0 0 1 0 0,0 0-1 0 0,0 1 0 0 0,0-1 0 0 0,0 0 0 0 0,0 1 0 0 0,1-1 1 0 0,-1 1-1 0 0,0-1 0 0 0,0 1 0 0 0,1-1 0 0 0,-1 1 0 0 0,0 0 1 0 0,0-1-1 0 0,1 1 0 0 0,-1 0 0 0 0,1-1 0 0 0,-1 1 0 0 0,1 0 1 0 0,-1 0-1 0 0,0 1 0 0 0,-6 5-4512 0 0</inkml:trace>
</inkml:ink>
</file>

<file path=ppt/ink/ink4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1:48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0 212 80 0 0,'0'0'777'0'0,"34"16"2996"0"0,-32-11-3598 0 0,0 0 0 0 0,0 0 1 0 0,0 0-1 0 0,0 1 0 0 0,-1-1 0 0 0,0 0 0 0 0,0 1 0 0 0,-1-1 0 0 0,1 1 0 0 0,-1-1 0 0 0,0 1 0 0 0,-1-1 0 0 0,1 1 0 0 0,-1-1 0 0 0,0 1 0 0 0,-1-1 0 0 0,1 0 0 0 0,-4 8 0 0 0,4-12 60 0 0,0 5 2314 0 0,7-18-2458 0 0,1 0-1 0 0,0 0 1 0 0,0 1 0 0 0,2-1 0 0 0,-1 2 0 0 0,1-1 0 0 0,1 1 0 0 0,0 1 0 0 0,0 0 0 0 0,1 0 0 0 0,21-12-1 0 0,-30 20-89 0 0,0 0 0 0 0,0 0 0 0 0,0 1 1 0 0,0-1-1 0 0,-1 1 0 0 0,1 0 0 0 0,0 0 0 0 0,0 0 0 0 0,0 0 0 0 0,0 0 0 0 0,0 0 0 0 0,0 0 0 0 0,0 0 0 0 0,0 1 0 0 0,0-1 0 0 0,0 1 0 0 0,-1-1 0 0 0,1 1 0 0 0,3 1 0 0 0,36 24-96 0 0,-17-10-61 0 0,-13-11 72 0 0,1 0 0 0 0,0-1 0 0 0,0 0-1 0 0,0 0 1 0 0,1-1 0 0 0,-1-1 0 0 0,1 0 0 0 0,-1-1 0 0 0,1-1 0 0 0,0 1 0 0 0,0-2 0 0 0,-1 0 0 0 0,1-1 0 0 0,-1 0 0 0 0,1 0 0 0 0,-1-2 0 0 0,0 1 0 0 0,0-2 0 0 0,0 1 0 0 0,0-2-1 0 0,-1 1 1 0 0,0-2 0 0 0,0 1 0 0 0,-1-2 0 0 0,13-10 0 0 0,-17 13 266 0 0,0-1 0 0 0,0 0 0 0 0,0-1 0 0 0,-1 1 0 0 0,0-1 0 0 0,0 0 0 0 0,-1 0 0 0 0,0-1 0 0 0,0 1 0 0 0,-1-1 0 0 0,1 0 0 0 0,-2 0 0 0 0,1 0 0 0 0,-1-1 0 0 0,-1 1 0 0 0,1 0 0 0 0,-1-1 0 0 0,-1 1 0 0 0,0-1 0 0 0,0 1 0 0 0,0-1 0 0 0,-4-16 0 0 0,4 25-164 0 0,0-1-1 0 0,0 1 1 0 0,0-1 0 0 0,0 1 0 0 0,0-1 0 0 0,0 1-1 0 0,0-1 1 0 0,0 0 0 0 0,0 1 0 0 0,-1-1-1 0 0,1 1 1 0 0,0-1 0 0 0,0 1 0 0 0,0-1 0 0 0,-1 1-1 0 0,1-1 1 0 0,0 1 0 0 0,-1 0 0 0 0,1-1-1 0 0,0 1 1 0 0,-1-1 0 0 0,1 1 0 0 0,-1 0 0 0 0,1-1-1 0 0,0 1 1 0 0,-1 0 0 0 0,1-1 0 0 0,-1 1-1 0 0,1 0 1 0 0,-1 0 0 0 0,1-1 0 0 0,-1 1 0 0 0,1 0-1 0 0,-1 0 1 0 0,0 0 0 0 0,1 0 0 0 0,-1 0 0 0 0,1 0-1 0 0,-1 0 1 0 0,1 0 0 0 0,-1 0 0 0 0,1 0-1 0 0,-1 0 1 0 0,1 0 0 0 0,-1 0 0 0 0,1 0 0 0 0,-1 0-1 0 0,0 1 1 0 0,1-1 0 0 0,-1 0 0 0 0,1 0-1 0 0,0 1 1 0 0,-1-1 0 0 0,1 0 0 0 0,-1 1 0 0 0,1-1-1 0 0,-1 0 1 0 0,1 1 0 0 0,0-1 0 0 0,-1 1-1 0 0,1-1 1 0 0,0 1 0 0 0,-1 0 0 0 0,-20 29 215 0 0,18-21-241 0 0,0-1 0 0 0,0 0 0 0 0,1 1-1 0 0,0-1 1 0 0,1 1 0 0 0,0 0-1 0 0,0-1 1 0 0,1 1 0 0 0,0 0 0 0 0,1 0-1 0 0,0 0 1 0 0,0-1 0 0 0,1 1 0 0 0,0-1-1 0 0,0 1 1 0 0,1-1 0 0 0,0 0-1 0 0,0 0 1 0 0,1 0 0 0 0,7 11 0 0 0,-2-5-133 0 0,1 0-1 0 0,0 0 1 0 0,1-1 0 0 0,0-1 0 0 0,1 1 0 0 0,1-2 0 0 0,0 0 0 0 0,1 0 0 0 0,23 13 0 0 0,67 36-2570 0 0,-104-60 2690 0 0,1 0 1 0 0,-1 0-1 0 0,0 0 1 0 0,1 0 0 0 0,-1 0-1 0 0,0 1 1 0 0,0-1-1 0 0,1 0 1 0 0,-1 0 0 0 0,0 0-1 0 0,0 1 1 0 0,0-1-1 0 0,1 0 1 0 0,-1 0-1 0 0,0 1 1 0 0,0-1 0 0 0,0 0-1 0 0,0 0 1 0 0,1 1-1 0 0,-1-1 1 0 0,0 0 0 0 0,0 0-1 0 0,0 1 1 0 0,0-1-1 0 0,0 0 1 0 0,0 1 0 0 0,0-1-1 0 0,0 0 1 0 0,0 1-1 0 0,0-1 1 0 0,0 0-1 0 0,0 1 1 0 0,0-1 0 0 0,0 0-1 0 0,0 0 1 0 0,0 1-1 0 0,0-1 1 0 0,0 0 0 0 0,-1 1-1 0 0,1-1 1 0 0,0 0-1 0 0,0 0 1 0 0,0 1 0 0 0,-16 7-207 0 0,-19-1 268 0 0,35-7-43 0 0,-14 1 121 0 0,0-1 0 0 0,0 0 1 0 0,0-2-1 0 0,-21-3 0 0 0,-30-2-1362 0 0,59 3-109 0 0,-1 1-2162 0 0</inkml:trace>
</inkml:ink>
</file>

<file path=ppt/ink/ink4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1:49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5 576 0 0,'0'0'1326'0'0,"16"-4"6214"0"0,-15 4-7438 0 0,0 1 1 0 0,1 0-1 0 0,-1 0 1 0 0,0 0-1 0 0,0 0 1 0 0,1 0-1 0 0,-1 0 1 0 0,0 0-1 0 0,0 0 1 0 0,0 1 0 0 0,0-1-1 0 0,-1 0 1 0 0,1 1-1 0 0,0-1 1 0 0,0 0-1 0 0,-1 1 1 0 0,1-1-1 0 0,-1 1 1 0 0,1-1 0 0 0,-1 1-1 0 0,1 2 1 0 0,-1 2 94 0 0,0-1 0 0 0,0 0 0 0 0,0 0 0 0 0,0 0 0 0 0,-1 0 0 0 0,0 0 0 0 0,-2 7 0 0 0,-17 35-1636 0 0,18-45 822 0 0,1 1 0 0 0,-1 0 0 0 0,0-1 0 0 0,0 1 0 0 0,0-1 0 0 0,-1 1 0 0 0,1-1 0 0 0,-1 0 0 0 0,1 0 0 0 0,-5 2 0 0 0</inkml:trace>
</inkml:ink>
</file>

<file path=ppt/ink/ink4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1:49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84 636 0 0,'16'-58'8028'0'0,"-16"56"-7180"0"0,5-14 1191 0 0,-1 8-2059 0 0,0 35-6763 0 0,-3-20 4111 0 0</inkml:trace>
</inkml:ink>
</file>

<file path=ppt/ink/ink4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1:49.8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57 924 0 0,'0'0'892'0'0,"16"26"4083"0"0,-12-19-4635 0 0,-1 0-1 0 0,0 0 1 0 0,0 0 0 0 0,-1 1 0 0 0,0-1 0 0 0,1 8 0 0 0,-3-13-178 0 0,0-1-60 0 0,0 0 0 0 0,0 0 0 0 0,0 0 0 0 0,-1-1 0 0 0,1 1 0 0 0,1 0 0 0 0,-1 0 0 0 0,0 0 0 0 0,0 0 0 0 0,0 0 0 0 0,0 0 0 0 0,0-1 0 0 0,1 1 0 0 0,-1 0-1 0 0,0 0 1 0 0,1 0 0 0 0,-1-1 0 0 0,1 1 0 0 0,-1 0 0 0 0,1 0 0 0 0,-1-1 0 0 0,1 1 0 0 0,0 0 0 0 0,7-12-17 0 0,1-1 0 0 0,0 1 0 0 0,0 1 1 0 0,1 0-1 0 0,20-17 0 0 0,-29 26-100 0 0,45 2-556 0 0,-25 5 272 0 0,1-1-1 0 0,0-2 0 0 0,0 0 0 0 0,0-1 1 0 0,34-2-1 0 0,-47 0 296 0 0,-1-1 0 0 0,0 0 0 0 0,1 0 0 0 0,-1-1 0 0 0,0 0 1 0 0,0-1-1 0 0,0 1 0 0 0,0-1 0 0 0,-1-1 0 0 0,1 0 0 0 0,-1 0 0 0 0,0 0 0 0 0,0-1 0 0 0,0 0 0 0 0,-1 0 0 0 0,1-1 0 0 0,9-12 1 0 0,-15 18 24 0 0,0-1 1 0 0,-1 1 0 0 0,1-1 0 0 0,-1 1 0 0 0,1-1-1 0 0,-1 0 1 0 0,1 1 0 0 0,-1-1 0 0 0,0 1 0 0 0,1-1-1 0 0,-1 0 1 0 0,0 1 0 0 0,1-1 0 0 0,-1 0 0 0 0,0 0-1 0 0,0 1 1 0 0,0-1 0 0 0,0 0 0 0 0,0 1 0 0 0,1-1 0 0 0,-1 0-1 0 0,0 0 1 0 0,-1 1 0 0 0,1-1 0 0 0,0 0 0 0 0,0 0-1 0 0,0 1 1 0 0,0-1 0 0 0,-1 0 0 0 0,1 1 0 0 0,0-1-1 0 0,0 0 1 0 0,-1 1 0 0 0,1-1 0 0 0,-1 0 0 0 0,1 1-1 0 0,-1-1 1 0 0,1 1 0 0 0,-1-1 0 0 0,1 1 0 0 0,-1-1-1 0 0,1 1 1 0 0,-1-1 0 0 0,0 1 0 0 0,1 0 0 0 0,-1-1 0 0 0,0 0-1 0 0,-2 0 89 0 0,-2 4-65 0 0,0 1-27 0 0,0 0 0 0 0,0 0 0 0 0,0 0 0 0 0,0 1 0 0 0,1-1 0 0 0,-1 1 0 0 0,-3 6 0 0 0,7-9-15 0 0,-1 0-1 0 0,1-1 1 0 0,0 1 0 0 0,0 0-1 0 0,0 0 1 0 0,0 0-1 0 0,0 0 1 0 0,0 0 0 0 0,0 0-1 0 0,1 0 1 0 0,-1 0 0 0 0,1 0-1 0 0,-1 0 1 0 0,1 0-1 0 0,0 1 1 0 0,0-1 0 0 0,0 0-1 0 0,0 0 1 0 0,0 0-1 0 0,1 0 1 0 0,-1 0 0 0 0,1 0-1 0 0,-1 1 1 0 0,1-1 0 0 0,0 0-1 0 0,0 0 1 0 0,-1 0-1 0 0,4 3 1 0 0,-2-3-23 0 0,1 0 1 0 0,-1 0-1 0 0,1 0 1 0 0,0-1-1 0 0,0 1 1 0 0,0-1-1 0 0,-1 0 0 0 0,1 1 1 0 0,1-2-1 0 0,-1 1 1 0 0,0 0-1 0 0,0 0 0 0 0,0-1 1 0 0,0 0-1 0 0,1 1 1 0 0,-1-1-1 0 0,0 0 0 0 0,4-1 1 0 0,57-10-550 0 0,-62 11 557 0 0,100-30-805 0 0,-76 20 653 0 0,0 2 0 0 0,0 1 0 0 0,0 1 0 0 0,1 2 0 0 0,32-3 0 0 0,-58 7 164 0 0,0 0 0 0 0,0-1-1 0 0,1 1 1 0 0,-1 0 0 0 0,0 0-1 0 0,0 0 1 0 0,0 0 0 0 0,0 0-1 0 0,0 0 1 0 0,0 1 0 0 0,0-1-1 0 0,0 0 1 0 0,1 0 0 0 0,-1 1-1 0 0,0-1 1 0 0,0 1 0 0 0,0-1-1 0 0,0 1 1 0 0,0-1 0 0 0,-1 1-1 0 0,1-1 1 0 0,0 1 0 0 0,0 0-1 0 0,0 0 1 0 0,0-1 0 0 0,-1 1-1 0 0,1 0 1 0 0,0 0 0 0 0,-1 0-1 0 0,1 0 1 0 0,-1 0 0 0 0,1 0-1 0 0,-1 0 1 0 0,1 0-1 0 0,-1 0 1 0 0,0 0 0 0 0,1 0-1 0 0,-1 0 1 0 0,0 0 0 0 0,0 0-1 0 0,0 1 1 0 0,0-1 0 0 0,0 0-1 0 0,0 0 1 0 0,0 0 0 0 0,0 0-1 0 0,0 0 1 0 0,-1 0 0 0 0,1 1-1 0 0,-2 4 33 0 0,0-1 0 0 0,0 0-1 0 0,0-1 1 0 0,-1 1 0 0 0,0 0-1 0 0,0-1 1 0 0,0 1 0 0 0,-4 3-1 0 0,-31 26-307 0 0,9-17-4442 0 0</inkml:trace>
</inkml:ink>
</file>

<file path=ppt/ink/ink4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1:52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73 320 0 0,'3'-10'1525'0'0,"-1"0"0"0"0,0 1 0 0 0,0-1 1 0 0,-1 0-1 0 0,0-13 1937 0 0,-3 23-3435 0 0,0 1 0 0 0,0 0-1 0 0,0 0 1 0 0,0 0 0 0 0,0 0-1 0 0,0 0 1 0 0,0 0-1 0 0,0 0 1 0 0,1 1 0 0 0,-1-1-1 0 0,0 0 1 0 0,-1 4 0 0 0,-1-2 28 0 0,-16 14 170 0 0,0 0 0 0 0,1 1-1 0 0,1 2 1 0 0,-20 26-1 0 0,25-30-7 0 0,13-15-210 0 0,-1-1 1 0 0,1 0 0 0 0,0 0-1 0 0,0 1 1 0 0,0-1-1 0 0,0 0 1 0 0,0 1-1 0 0,-1-1 1 0 0,1 0 0 0 0,0 1-1 0 0,0-1 1 0 0,0 0-1 0 0,0 0 1 0 0,0 1-1 0 0,0-1 1 0 0,0 0-1 0 0,0 1 1 0 0,0-1 0 0 0,0 0-1 0 0,0 1 1 0 0,0-1-1 0 0,0 0 1 0 0,1 1-1 0 0,-1-1 1 0 0,0 0 0 0 0,0 1-1 0 0,0-1 1 0 0,0 0-1 0 0,0 0 1 0 0,1 1-1 0 0,-1-1 1 0 0,0 0 0 0 0,0 0-1 0 0,0 1 1 0 0,1-1-1 0 0,-1 0 1 0 0,0 0-1 0 0,0 0 1 0 0,1 0-1 0 0,-1 1 1 0 0,0-1 0 0 0,1 0-1 0 0,-1 0 1 0 0,0 0-1 0 0,0 0 1 0 0,1 0-1 0 0,-1 0 1 0 0,0 0 0 0 0,1 0-1 0 0,-1 1 1 0 0,0-1-1 0 0,1 0 1 0 0,-1-1-1 0 0,0 1 1 0 0,1 0 0 0 0,-1 0-1 0 0,0 0 1 0 0,1 0-1 0 0,-1 0 1 0 0,0 0-1 0 0,0 0 1 0 0,1 0-1 0 0,-1-1 1 0 0,25-1 31 0 0,13-11 27 0 0,29-6 135 0 0,-63 18-342 0 0,1 0 1 0 0,0 0-1 0 0,-1 1 1 0 0,1 0-1 0 0,0 0 1 0 0,0 1-1 0 0,-1-1 1 0 0,1 1-1 0 0,-1 0 1 0 0,1 0-1 0 0,0 0 1 0 0,4 3-1 0 0,76 33-7016 0 0,-65-27 4369 0 0</inkml:trace>
</inkml:ink>
</file>

<file path=ppt/ink/ink4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1:52.8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1 877 796 0 0,'0'0'2824'0'0,"4"-3"-1960"0"0,77-51 1955 0 0,-40 29-2048 0 0,-1-2 0 0 0,-1-2 0 0 0,-2-1 0 0 0,36-38 0 0 0,-57 50-641 0 0,0-1 0 0 0,-1-1 0 0 0,-2 0 0 0 0,0 0 0 0 0,-1-2 0 0 0,-1 1 0 0 0,-1-2 0 0 0,-1 1 0 0 0,0-1 0 0 0,-2 0 0 0 0,-1-1 0 0 0,-1 0 0 0 0,-1 0 0 0 0,-1 0 0 0 0,-1 0 0 0 0,-1-1 0 0 0,-2 1 0 0 0,-5-44 0 0 0,2 46-115 0 0,1 1 9 0 0,-1-1-1 0 0,-2 1 0 0 0,0 1 1 0 0,-17-40-1 0 0,23 60-26 0 0,0-1-1 0 0,0 1 1 0 0,-1-1 0 0 0,1 1-1 0 0,0 0 1 0 0,0-1 0 0 0,-1 1-1 0 0,1-1 1 0 0,-1 1-1 0 0,1 0 1 0 0,0 0 0 0 0,-1-1-1 0 0,1 1 1 0 0,-1 0 0 0 0,1 0-1 0 0,-1-1 1 0 0,1 1 0 0 0,-1 0-1 0 0,1 0 1 0 0,-1 0 0 0 0,1 0-1 0 0,-1 0 1 0 0,1-1 0 0 0,-1 1-1 0 0,1 0 1 0 0,-1 0 0 0 0,1 0-1 0 0,-1 1 1 0 0,1-1 0 0 0,-1 0-1 0 0,1 0 1 0 0,-1 0 0 0 0,1 0-1 0 0,0 0 1 0 0,-1 0 0 0 0,1 1-1 0 0,-1-1 1 0 0,-14 11 10 0 0,13-10-20 0 0,-3 4 4 0 0,0 1 0 0 0,-1-1 0 0 0,1 1 0 0 0,1 0 0 0 0,-1 0 0 0 0,1 0 0 0 0,1 1 0 0 0,-1 0 0 0 0,-2 7 0 0 0,-22 65-37 0 0,25-69 40 0 0,-6 20-3 0 0,2 1 1 0 0,0 0 0 0 0,3 0 0 0 0,0 0 0 0 0,2 0 0 0 0,2 1-1 0 0,1-1 1 0 0,7 49 0 0 0,-5-58 14 0 0,2 0-1 0 0,1 0 1 0 0,1-1-1 0 0,0 0 1 0 0,2 0-1 0 0,0-1 1 0 0,1 0-1 0 0,1 0 1 0 0,1-1-1 0 0,1-1 1 0 0,1 0-1 0 0,26 27 1 0 0,-37-42 15 0 0,0 0 0 0 0,1 0 0 0 0,-1-1 0 0 0,1 1 0 0 0,0-1 0 0 0,0 0 0 0 0,0 0 0 0 0,0 0 0 0 0,0 0 0 0 0,0-1 0 0 0,1 0 0 0 0,-1 0 0 0 0,0 0 0 0 0,1 0 1 0 0,-1-1-1 0 0,1 1 0 0 0,-1-1 0 0 0,1 0 0 0 0,-1-1 0 0 0,0 1 0 0 0,1-1 0 0 0,5-1 0 0 0,0-1 332 0 0,0-1 1 0 0,-1 0-1 0 0,1 0 1 0 0,-1-1-1 0 0,0 0 0 0 0,0 0 1 0 0,-1-1-1 0 0,12-10 1 0 0,-19 14-150 0 0,-5 26-11255 0 0,1-12 7506 0 0</inkml:trace>
</inkml:ink>
</file>

<file path=ppt/ink/ink4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1:53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82 876 0 0,'8'-41'5568'0'0,"-3"28"-4261"0"0,2-5 416 0 0,-5 8-3958 0 0,10 32-1350 0 0,-8-12 1527 0 0</inkml:trace>
</inkml:ink>
</file>

<file path=ppt/ink/ink4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1:54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176 303 212 0 0,'0'0'930'0'0,"0"-11"469"0"0,-1 5 3290 0 0,-1 4-4552 0 0,0 0 0 0 0,0-1-1 0 0,1 1 1 0 0,-1 0 0 0 0,-1 0 0 0 0,1 0-1 0 0,0 0 1 0 0,0 0 0 0 0,-1 0 0 0 0,1 1-1 0 0,-1-1 1 0 0,1 1 0 0 0,-1 0 0 0 0,0 0-1 0 0,0 0 1 0 0,1 0 0 0 0,-1 0 0 0 0,0 1-1 0 0,0-1 1 0 0,0 1 0 0 0,0-1 0 0 0,0 1-1 0 0,0 0 1 0 0,0 0 0 0 0,0 1 0 0 0,0-1-1 0 0,1 1 1 0 0,-1-1 0 0 0,-5 3 0 0 0,3-2-94 0 0,0 0 0 0 0,0 0 0 0 0,0 1 0 0 0,0 0 0 0 0,0 0 0 0 0,0 0 0 0 0,1 1 0 0 0,-1 0 0 0 0,1 0 0 0 0,0 0 0 0 0,0 0 0 0 0,0 0 0 0 0,0 1 0 0 0,0 0 0 0 0,1 0 0 0 0,-1 0 0 0 0,1 0 0 0 0,-3 5 0 0 0,5-5-21 0 0,-1-1-1 0 0,1 0 0 0 0,0 1 1 0 0,0-1-1 0 0,0 1 0 0 0,1-1 1 0 0,-1 1-1 0 0,0 3 0 0 0,1-6-14 0 0,1 1 0 0 0,-1-1 0 0 0,0 0 0 0 0,0 0 0 0 0,0 0 0 0 0,1 0 0 0 0,-1 1 0 0 0,1-1 0 0 0,-1 0 0 0 0,1 0-1 0 0,-1 0 1 0 0,1 0 0 0 0,0 0 0 0 0,-1 0 0 0 0,1 0 0 0 0,0 0 0 0 0,0 0 0 0 0,0-1 0 0 0,-1 1 0 0 0,1 0 0 0 0,0 0 0 0 0,0-1 0 0 0,0 1 0 0 0,0 0-1 0 0,1-1 1 0 0,-1 1 0 0 0,0-1 0 0 0,1 1 0 0 0,4 0 1 0 0,-1 0 1 0 0,1 0-1 0 0,-1-1 0 0 0,1 0 0 0 0,0 0 0 0 0,-1 0 0 0 0,1 0 1 0 0,-1-1-1 0 0,1 0 0 0 0,-1 0 0 0 0,9-3 0 0 0,60-26-160 0 0,-72 29 144 0 0,0-1 0 0 0,0 1 0 0 0,0 0-1 0 0,0 0 1 0 0,0 0 0 0 0,0 1 0 0 0,0-1 0 0 0,0 0-1 0 0,0 1 1 0 0,1-1 0 0 0,-1 1 0 0 0,0 0 0 0 0,0 0-1 0 0,0 0 1 0 0,0 0 0 0 0,1 0 0 0 0,-1 0 0 0 0,0 0-1 0 0,0 1 1 0 0,0-1 0 0 0,0 1 0 0 0,1 0 0 0 0,-1-1-1 0 0,0 1 1 0 0,0 0 0 0 0,0 0 0 0 0,-1 1-1 0 0,1-1 1 0 0,0 0 0 0 0,0 0 0 0 0,-1 1 0 0 0,1-1-1 0 0,0 1 1 0 0,-1 0 0 0 0,0-1 0 0 0,1 1 0 0 0,-1 0-1 0 0,0 0 1 0 0,0 0 0 0 0,0 0 0 0 0,0 0 0 0 0,1 4-1 0 0,3 7-1 0 0,-1 1-1 0 0,0-1 0 0 0,-1 1 0 0 0,-1 0 0 0 0,0 0 0 0 0,-1 0 0 0 0,-1 0 0 0 0,-1 25 0 0 0,-3 3-10 0 0,-16 66-1 0 0,6-43 47 0 0,-25 96-71 0 0,33-142 71 0 0,-1 1 0 0 0,-1-2 0 0 0,0 1 0 0 0,-2-1 0 0 0,-22 33 0 0 0,31-50 4 0 0,1-1 0 0 0,-1 1-1 0 0,1 0 1 0 0,-1 0 0 0 0,1 0-1 0 0,-1 0 1 0 0,0 0 0 0 0,1-1-1 0 0,-1 1 1 0 0,0 0 0 0 0,0-1-1 0 0,0 1 1 0 0,0 0 0 0 0,1-1-1 0 0,-1 1 1 0 0,0-1 0 0 0,0 1-1 0 0,0-1 1 0 0,0 0 0 0 0,0 1-1 0 0,0-1 1 0 0,0 0 0 0 0,0 0-1 0 0,-2 0 1 0 0,3 0-20 0 0,-1-1 0 0 0,0 0 0 0 0,1 1 0 0 0,-1-1 0 0 0,1 0-1 0 0,-1 1 1 0 0,0-1 0 0 0,1 0 0 0 0,0 0 0 0 0,-1 0 0 0 0,1 0 0 0 0,-1 1 0 0 0,1-1 0 0 0,0 0 0 0 0,0 0 0 0 0,-1 0 0 0 0,1 0 0 0 0,0 0 0 0 0,0 0-1 0 0,0-1 1 0 0,0-6 2 0 0,0 1 0 0 0,0-1-1 0 0,0 0 1 0 0,1 0-1 0 0,3-9 1 0 0,131-324-1363 0 0,-65 180 257 0 0,54-115-257 0 0,-32 97 3291 0 0,-77 156-615 0 0,-15 23-1313 0 0,0 0 0 0 0,0 0 0 0 0,0 0 0 0 0,0 0 0 0 0,1-1 0 0 0,-1 1 0 0 0,0 0 0 0 0,0 0 0 0 0,0 0 0 0 0,0 0 0 0 0,0 0 0 0 0,1 0 0 0 0,-1 0 0 0 0,0 0 0 0 0,0 0 0 0 0,0 0 0 0 0,0 0 0 0 0,1 0 0 0 0,-1 0 0 0 0,0 0 0 0 0,0 0 0 0 0,0 0 0 0 0,0 0 0 0 0,1 0 0 0 0,-1 0 0 0 0,0 0 0 0 0,0 0 0 0 0,0 0 0 0 0,0 0 0 0 0,0 0 0 0 0,1 0 0 0 0,-1 0 0 0 0,0 1 0 0 0,0-1 0 0 0,0 0 0 0 0,0 0 0 0 0,0 0 0 0 0,0 0 0 0 0,1 0 0 0 0,-1 0 0 0 0,0 0 0 0 0,0 1 0 0 0,0-1 0 0 0,0 0 0 0 0,0 0 0 0 0,0 0 0 0 0,0 0 0 0 0,0 1 0 0 0,0-1 0 0 0,0 0 0 0 0,0 0 0 0 0,0 0 0 0 0,0 0 0 0 0,0 1-1 0 0,0-1 1 0 0,0 0 0 0 0,0 0 1 0 0,-1 46 205 0 0,-1-19-95 0 0,14 136 173 0 0,-1-5-13 0 0,-11-157-284 0 0,0-1 0 0 0,0 1-1 0 0,0 0 1 0 0,0-1 0 0 0,0 1 0 0 0,0-1 0 0 0,0 1 0 0 0,0-1 0 0 0,0 1-1 0 0,0-1 1 0 0,0 1 0 0 0,0-1 0 0 0,1 1 0 0 0,-1-1 0 0 0,0 1-1 0 0,0-1 1 0 0,0 1 0 0 0,1-1 0 0 0,-1 1 0 0 0,0-1 0 0 0,1 1-1 0 0,-1-1 1 0 0,0 0 0 0 0,1 1 0 0 0,-1-1 0 0 0,0 0 0 0 0,1 1-1 0 0,-1-1 1 0 0,1 0 0 0 0,-1 1 0 0 0,1-1 0 0 0,-1 0 0 0 0,1 0-1 0 0,0 1 1 0 0,20-10-139 0 0,34-40-388 0 0,-29 25-33 0 0,-25 24 534 0 0,1-1 0 0 0,0 0-1 0 0,-1 1 1 0 0,1 0 0 0 0,0-1 0 0 0,0 1 0 0 0,-1 0 0 0 0,1 0 0 0 0,0 0 0 0 0,0 0-1 0 0,-1 0 1 0 0,1 0 0 0 0,0 0 0 0 0,0 1 0 0 0,-1-1 0 0 0,1 1 0 0 0,0-1-1 0 0,-1 1 1 0 0,1 0 0 0 0,0-1 0 0 0,-1 1 0 0 0,1 0 0 0 0,-1 0 0 0 0,1 0-1 0 0,-1 0 1 0 0,0 0 0 0 0,2 3 0 0 0,37 36-510 0 0,-38-38 484 0 0,3 3-13 0 0,-1 1 0 0 0,2-2 1 0 0,-1 1-1 0 0,0 0 0 0 0,1-1 1 0 0,0 0-1 0 0,0 0 0 0 0,0-1 1 0 0,1 0-1 0 0,-1 0 0 0 0,1 0 1 0 0,-1-1-1 0 0,1 0 0 0 0,11 2 1 0 0,-16-4 87 0 0,0-1 1 0 0,1 1 0 0 0,-1 0 0 0 0,0-1 0 0 0,1 1 0 0 0,-1-1 0 0 0,0 0-1 0 0,0 0 1 0 0,1 1 0 0 0,-1-2 0 0 0,0 1 0 0 0,0 0 0 0 0,0 0-1 0 0,0-1 1 0 0,0 1 0 0 0,-1-1 0 0 0,1 1 0 0 0,1-3 0 0 0,27-34 673 0 0,-20 14-184 0 0,-1 0-1 0 0,-1-1 1 0 0,-1 0-1 0 0,-1-1 0 0 0,-1 1 1 0 0,-2-1-1 0 0,0 0 1 0 0,-2 0-1 0 0,-1 0 0 0 0,-6-51 1 0 0,6 74-92 0 0,-10 159 607 0 0,9-128-955 0 0,2-1-1 0 0,0 1 1 0 0,7 30-1 0 0,-4-32-411 0 0,-1 1 0 0 0,-1-1 0 0 0,-2 34 0 0 0,1-46-2490 0 0</inkml:trace>
</inkml:ink>
</file>

<file path=ppt/ink/ink4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1:54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49 952 0 0,'0'0'2164'0'0,"13"-17"-320"0"0,1 6-1039 0 0,1 6-93 0 0,1 0-76 0 0,4 2-160 0 0,4-3-152 0 0,6 6-156 0 0,8 0-96 0 0,6-1-160 0 0,6 4-196 0 0,3 1-164 0 0,3-1-156 0 0,2 4-520 0 0,16-2-1213 0 0,-16 0 537 0 0</inkml:trace>
</inkml:ink>
</file>

<file path=ppt/ink/ink4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1:54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48 600 0 0,'-5'-1'5917'0'0,"3"13"-2449"0"0,5 35-1345 0 0,14 57-1711 0 0,29 55 2151 0 0,-46-157-1417 0 0,5-5-839 0 0,8-10-132 0 0,0 0 1 0 0,0-1-1 0 0,-2 0 1 0 0,0-1-1 0 0,0 0 1 0 0,-2-1-1 0 0,12-23 1 0 0,12-18-400 0 0,-2-4-706 0 0,5-6-1967 0 0,-5 31-4569 0 0,-22 28 3851 0 0</inkml:trace>
</inkml:ink>
</file>

<file path=ppt/ink/ink4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1:55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46 451 456 0 0,'29'-25'3953'0'0,"-26"22"-3719"0"0,3-2 256 0 0,-1-1-1 0 0,1 1 0 0 0,-1-1 0 0 0,0 0 0 0 0,0-1 1 0 0,0 1-1 0 0,-1-1 0 0 0,0 0 0 0 0,-1 0 1 0 0,1 0-1 0 0,-2-1 0 0 0,1 1 0 0 0,-1-1 1 0 0,3-13-1 0 0,-5 20-460 0 0,0 0 0 0 0,-1 0 0 0 0,1 0 0 0 0,0 0 0 0 0,-1 0 0 0 0,1 1 0 0 0,-1-1 0 0 0,1 0 0 0 0,-1 0 0 0 0,1 0 0 0 0,-1 0 0 0 0,0 1 0 0 0,1-1 0 0 0,-1 0 0 0 0,0 0 0 0 0,0 1 0 0 0,1-1 0 0 0,-1 1 0 0 0,0-1 0 0 0,0 1 0 0 0,0-1 0 0 0,0 1 0 0 0,0-1 0 0 0,0 1 0 0 0,0 0 0 0 0,0-1 0 0 0,0 1 0 0 0,0 0 0 0 0,0 0 0 0 0,0 0 0 0 0,0 0 0 0 0,0 0 0 0 0,0 0 0 0 0,0 0 0 0 0,0 0 0 0 0,0 0 0 0 0,0 0 0 0 0,-1 1 0 0 0,-33 6 272 0 0,31-5-267 0 0,-1 0-1 0 0,0 0 1 0 0,1 1 0 0 0,0-1 0 0 0,-1 1-1 0 0,1 0 1 0 0,0 1 0 0 0,0-1-1 0 0,1 1 1 0 0,-1-1 0 0 0,1 1 0 0 0,0 0-1 0 0,0 0 1 0 0,0 1 0 0 0,0-1-1 0 0,1 1 1 0 0,0-1 0 0 0,0 1 0 0 0,0 0-1 0 0,0-1 1 0 0,1 1 0 0 0,-2 10 0 0 0,2-10-54 0 0,1-1 0 0 0,0 1 0 0 0,1-1 0 0 0,-1 1 1 0 0,1-1-1 0 0,-1 0 0 0 0,1 1 0 0 0,1-1 1 0 0,-1 0-1 0 0,1 0 0 0 0,-1 0 0 0 0,1 0 1 0 0,0 0-1 0 0,0 0 0 0 0,1 0 0 0 0,-1-1 1 0 0,1 1-1 0 0,0-1 0 0 0,0 0 0 0 0,0 1 1 0 0,1-2-1 0 0,-1 1 0 0 0,1 0 0 0 0,-1-1 0 0 0,1 1 1 0 0,6 2-1 0 0,-5-3-188 0 0,0 1 0 0 0,0-1 1 0 0,1 0-1 0 0,-1 0 0 0 0,1-1 1 0 0,0 0-1 0 0,-1 0 0 0 0,1 0 0 0 0,0-1 1 0 0,-1 0-1 0 0,1 0 0 0 0,0 0 1 0 0,0-1-1 0 0,-1 1 0 0 0,1-1 0 0 0,0-1 1 0 0,5-1-1 0 0,6-4-327 0 0,0-1-1 0 0,0-1 1 0 0,30-20 0 0 0,-34 19 692 0 0,0 1-1 0 0,1 1 1 0 0,0 1-1 0 0,0 0 1 0 0,1 0 0 0 0,28-7-1 0 0,-40 13-114 0 0,-1 1-1 0 0,1-1 1 0 0,-1 1-1 0 0,1 0 1 0 0,-1-1 0 0 0,1 1-1 0 0,-1 0 1 0 0,1 1-1 0 0,-1-1 1 0 0,0 0-1 0 0,1 1 1 0 0,-1 0 0 0 0,1-1-1 0 0,-1 1 1 0 0,0 0-1 0 0,1 0 1 0 0,-1 0-1 0 0,0 0 1 0 0,0 1 0 0 0,0-1-1 0 0,0 1 1 0 0,0-1-1 0 0,0 1 1 0 0,0 0-1 0 0,-1-1 1 0 0,1 1 0 0 0,-1 0-1 0 0,3 4 1 0 0,-2-1-5 0 0,0 0 0 0 0,0 0 1 0 0,-1 0-1 0 0,1 0 0 0 0,-1 0 1 0 0,-1 0-1 0 0,1 1 0 0 0,-1-1 1 0 0,0 0-1 0 0,0 0 0 0 0,0 0 1 0 0,-1 1-1 0 0,0-1 0 0 0,-1 7 1 0 0,-1-1-122 0 0,-2 16 834 0 0,9-27-315 0 0,8-13-332 0 0,-2 0-45 0 0,34-41 184 0 0,-4-1 0 0 0,59-105 0 0 0,-50 75 152 0 0,-33 60 204 0 0,-1 0 1 0 0,19-47-1 0 0,-18 36 1573 0 0,-67 215-1805 0 0,30-111-279 0 0,4-15-51 0 0,5-18-531 0 0,-9 48 0 0 0,21-81 453 0 0,-1-1 0 0 0,1 1 1 0 0,0-1-1 0 0,0 1 0 0 0,0 0 1 0 0,0-1-1 0 0,0 1 0 0 0,0-1 1 0 0,1 1-1 0 0,-1-1 0 0 0,1 1 1 0 0,-1 0-1 0 0,1-1 0 0 0,-1 1 1 0 0,1-1-1 0 0,0 0 0 0 0,0 1 1 0 0,-1-1-1 0 0,1 0 0 0 0,0 1 1 0 0,0-1-1 0 0,1 0 0 0 0,-1 0 1 0 0,0 0-1 0 0,0 0 0 0 0,0 0 1 0 0,1 0-1 0 0,-1 0 0 0 0,1 0 1 0 0,-1 0-1 0 0,0-1 0 0 0,1 1 1 0 0,0-1-1 0 0,-1 1 0 0 0,1-1 1 0 0,-1 0-1 0 0,1 1 0 0 0,2-1 1 0 0,9 2-95 0 0,0-1 1 0 0,1-1 0 0 0,-1 0-1 0 0,13-2 1 0 0,0 0-40 0 0,3 1 23 0 0,-21 0 76 0 0,1 1 0 0 0,0-1 0 0 0,-1 1 0 0 0,1 1-1 0 0,-1 0 1 0 0,1 0 0 0 0,-1 0 0 0 0,1 1-1 0 0,-1 1 1 0 0,15 5 0 0 0,-23-8 70 0 0,1 1 1 0 0,-1-1-1 0 0,1 1 0 0 0,-1-1 1 0 0,0 0-1 0 0,1 1 0 0 0,-1-1 1 0 0,0 1-1 0 0,1-1 1 0 0,-1 1-1 0 0,0-1 0 0 0,0 1 1 0 0,1-1-1 0 0,-1 1 0 0 0,0 0 1 0 0,0-1-1 0 0,0 1 1 0 0,0-1-1 0 0,0 1 0 0 0,0-1 1 0 0,0 1-1 0 0,0 0 0 0 0,0-1 1 0 0,0 1-1 0 0,0-1 0 0 0,0 1 1 0 0,0-1-1 0 0,-1 1 1 0 0,1-1-1 0 0,0 1 0 0 0,0-1 1 0 0,-1 1-1 0 0,1-1 0 0 0,0 1 1 0 0,-1 0-1 0 0,-15 16-42 0 0,-2-9 44 0 0,0-1-1 0 0,-1-1 1 0 0,0 0 0 0 0,0-1-1 0 0,-38 4 1 0 0,-10-2-6946 0 0,52-7 3691 0 0</inkml:trace>
</inkml:ink>
</file>

<file path=ppt/ink/ink4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2:01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47 112 0 0,'1'-14'1430'0'0,"-1"-7"6640"0"0,-1 9-6562 0 0,-19 29-1134 0 0,10-7-236 0 0,0 0-1 0 0,0 0 1 0 0,1 1 0 0 0,0 1 0 0 0,1-1 0 0 0,0 1 0 0 0,1 0 0 0 0,0 1 0 0 0,-9 26 0 0 0,16-38-123 0 0,-1-1 1 0 0,1 1-1 0 0,-1 0 1 0 0,1 0-1 0 0,0 0 1 0 0,0-1-1 0 0,0 1 1 0 0,-1 0 0 0 0,1 0-1 0 0,0 0 1 0 0,0 0-1 0 0,0 0 1 0 0,0-1-1 0 0,0 1 1 0 0,0 0-1 0 0,1 0 1 0 0,-1 0 0 0 0,0 0-1 0 0,0-1 1 0 0,1 1-1 0 0,-1 0 1 0 0,0 0-1 0 0,1-1 1 0 0,-1 1 0 0 0,1 0-1 0 0,-1 0 1 0 0,1-1-1 0 0,-1 1 1 0 0,1 0-1 0 0,1 0 1 0 0,0 0 3 0 0,-1 0 0 0 0,1-1 0 0 0,0 1 0 0 0,0-1 0 0 0,0 1 0 0 0,0-1 0 0 0,0 0 0 0 0,0 0 0 0 0,0 1 0 0 0,0-2 0 0 0,0 1 0 0 0,4 0 0 0 0,53-17 175 0 0,-8-3-105 0 0,-50 19-98 0 0,4 3 0 0 0,-1-1 1 0 0,0 0-1 0 0,1 1 0 0 0,-1 0 1 0 0,0 0-1 0 0,0 0 0 0 0,0 1 1 0 0,4 3-1 0 0,-8-6 8 0 0,22 15-9 0 0,-12-8 67 0 0,0 0 0 0 0,1 0-1 0 0,-1-1 1 0 0,23 9 0 0 0,-30-15-11 0 0,0 1 0 0 0,0-1 0 0 0,0 0 1 0 0,-1 0-1 0 0,1 0 0 0 0,0-1 0 0 0,0 1 0 0 0,0 0 1 0 0,0-1-1 0 0,-1 0 0 0 0,1 0 0 0 0,0 0 1 0 0,-1 0-1 0 0,1 0 0 0 0,-1 0 0 0 0,1-1 1 0 0,-1 1-1 0 0,0-1 0 0 0,1 0 0 0 0,-1 0 0 0 0,0 0 1 0 0,2-2-1 0 0,41-50 833 0 0,-41 48-773 0 0,-1 1-12 0 0,0 0 0 0 0,0 0 0 0 0,-1-1 0 0 0,0 1 0 0 0,0 0 0 0 0,-1-1 0 0 0,1 1 0 0 0,-1-1 0 0 0,0 0 1 0 0,0-7-1 0 0,-1 11-32 0 0,-11-32 138 0 0,10 33-221 0 0,1 0-7 0 0,-1 1 0 0 0,1-1 0 0 0,-1 1 0 0 0,1-1 0 0 0,0 1 0 0 0,-1 0 0 0 0,1-1 0 0 0,-1 1 1 0 0,1-1-1 0 0,-1 1 0 0 0,1 0 0 0 0,-1 0 0 0 0,0-1 0 0 0,1 1 0 0 0,-1 0 0 0 0,1 0 0 0 0,-1 0 0 0 0,1 0 0 0 0,-1-1 0 0 0,0 1 0 0 0,1 0 0 0 0,-1 0 0 0 0,1 0 0 0 0,-1 0 1 0 0,0 1-1 0 0,1-1 0 0 0,-1 0 0 0 0,1 0 0 0 0,-1 0 0 0 0,0 0 0 0 0,1 0 0 0 0,-2 1 0 0 0,-21 7-2315 0 0,14-1 961 0 0,-3 7-5723 0 0</inkml:trace>
</inkml:ink>
</file>

<file path=ppt/ink/ink4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2:01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1 436 0 0,'0'0'8752'0'0,"0"4"-8178"0"0,1 7-137 0 0,-1 0 0 0 0,0 1-1 0 0,-1-1 1 0 0,0 0 0 0 0,-1 0 0 0 0,-1 1-1 0 0,-3 12 1 0 0,-31 78 1580 0 0,11-54-3018 0 0,6-20-2721 0 0</inkml:trace>
</inkml:ink>
</file>

<file path=ppt/ink/ink4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2:02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0 624 0 0,'2'37'9372'0'0,"1"96"-7649"0"0,-4-126-1689 0 0,0 19-89 0 0,-1 0 0 0 0,-1 0 0 0 0,-1-1 0 0 0,-1 0 1 0 0,-16 43-1 0 0,20-60 18 0 0,2-50-9658 0 0</inkml:trace>
</inkml:ink>
</file>

<file path=ppt/ink/ink4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2:02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1 216 84 0 0,'17'-5'791'0'0,"0"1"0"0"0,1 0 1 0 0,0 1-1 0 0,27 0 0 0 0,-24 1 59 0 0,0 0 0 0 0,40-9 0 0 0,-52 8-635 0 0,-1 1-1 0 0,1-1 1 0 0,-1-1 0 0 0,0 0 0 0 0,0 0 0 0 0,0 0-1 0 0,-1-1 1 0 0,1 0 0 0 0,-1 0 0 0 0,-1-1-1 0 0,1 0 1 0 0,-1-1 0 0 0,0 1 0 0 0,0-1 0 0 0,0 0-1 0 0,-1 0 1 0 0,0-1 0 0 0,-1 0 0 0 0,0 0-1 0 0,0 0 1 0 0,-1 0 0 0 0,4-10 0 0 0,-3-21 2050 0 0,-9 46-2248 0 0,1-1 0 0 0,-1 1 0 0 0,1-1 0 0 0,0 1 1 0 0,1 0-1 0 0,0 0 0 0 0,0 1 0 0 0,0-1 0 0 0,1 1 1 0 0,0 0-1 0 0,1-1 0 0 0,-1 1 0 0 0,2 0 0 0 0,-1 11 1 0 0,0-9 30 0 0,1-1 0 0 0,0 1 1 0 0,1-1-1 0 0,0 1 0 0 0,0-1 1 0 0,1 0-1 0 0,0 1 0 0 0,1-1 1 0 0,0 0-1 0 0,0 0 1 0 0,1-1-1 0 0,0 1 0 0 0,1-1 1 0 0,0 0-1 0 0,0 0 0 0 0,8 9 1 0 0,-10-15-24 0 0,1 1 0 0 0,0-1 1 0 0,0 1-1 0 0,0-1 0 0 0,0-1 0 0 0,0 1 1 0 0,1 0-1 0 0,-1-1 0 0 0,0 0 1 0 0,1 0-1 0 0,6 0 0 0 0,12 1-9498 0 0</inkml:trace>
</inkml:ink>
</file>

<file path=ppt/ink/ink4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2:02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31 1272 0 0,'-10'-6'2240'0'0,"2"-6"-340"0"0,4 1 377 0 0,40 9-2917 0 0,-21 6-536 0 0,2 6-1273 0 0,-1 1 565 0 0</inkml:trace>
</inkml:ink>
</file>

<file path=ppt/ink/ink4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2:03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20 360 0 0,'-15'-9'3144'0'0,"9"7"-2769"0"0,0 0 0 0 0,-1 0 0 0 0,0 1-1 0 0,1-1 1 0 0,-1 2 0 0 0,0-1 0 0 0,1 1 0 0 0,-1 0 0 0 0,0 0 0 0 0,0 1 0 0 0,1 0 0 0 0,-9 2 0 0 0,-6 2 781 0 0,0 1 0 0 0,-30 13 0 0 0,51-19-1125 0 0,-1 0 0 0 0,1 0 1 0 0,0 0-1 0 0,0 0 1 0 0,0 0-1 0 0,-1 0 0 0 0,1 1 1 0 0,0-1-1 0 0,0 0 0 0 0,0 0 1 0 0,-1 0-1 0 0,1 0 1 0 0,0 0-1 0 0,0 0 0 0 0,0 0 1 0 0,-1 0-1 0 0,1 1 0 0 0,0-1 1 0 0,0 0-1 0 0,0 0 1 0 0,0 0-1 0 0,-1 0 0 0 0,1 1 1 0 0,0-1-1 0 0,0 0 0 0 0,0 0 1 0 0,0 0-1 0 0,0 0 1 0 0,0 1-1 0 0,0-1 0 0 0,-1 0 1 0 0,1 0-1 0 0,0 1 0 0 0,0-1 1 0 0,0 0-1 0 0,0 0 1 0 0,0 0-1 0 0,0 1 0 0 0,0-1 1 0 0,0 0-1 0 0,0 0 0 0 0,0 1 1 0 0,0-1-1 0 0,0 0 1 0 0,1 0-1 0 0,-1 1 0 0 0,13 5 377 0 0,24 1-97 0 0,-19-7-310 0 0,-1 0-1 0 0,1 2 0 0 0,-1 0 0 0 0,1 1 0 0 0,-1 1 1 0 0,23 8-1 0 0,-28-7-1434 0 0,-1 0 0 0 0,1 1 0 0 0,-1 0 0 0 0,0 1 0 0 0,17 14 0 0 0,-15-10-1627 0 0</inkml:trace>
</inkml:ink>
</file>

<file path=ppt/ink/ink4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2:03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 1224 0 0,'1'-8'799'0'0,"-1"7"-565"0"0,0 0-1 0 0,0 0 0 0 0,0 0 0 0 0,0-1 0 0 0,1 1 0 0 0,-1 0 0 0 0,0 0 0 0 0,0 0 0 0 0,1 0 1 0 0,-1 0-1 0 0,1 0 0 0 0,-1 0 0 0 0,1 0 0 0 0,-1 0 0 0 0,1 0 0 0 0,0 0 0 0 0,-1 0 1 0 0,1 0-1 0 0,0 0 0 0 0,0 0 0 0 0,1-1 0 0 0,0 2 450 0 0,27 26 1002 0 0,-11-2-1084 0 0,-1 0-1 0 0,-1 2 1 0 0,21 47-1 0 0,-20-39-113 0 0,30 48 0 0 0,-42-74-346 0 0,-4-5 5 0 0,0-1 1 0 0,0 1-1 0 0,1-1 0 0 0,-1 0 1 0 0,1 1-1 0 0,0-1 0 0 0,-1 0 1 0 0,1 0-1 0 0,0 0 0 0 0,0 0 1 0 0,0-1-1 0 0,4 4 0 0 0,-4-6-72 0 0,1 0 0 0 0,0 0 0 0 0,-1 0-1 0 0,1 0 1 0 0,0 0 0 0 0,-1 0 0 0 0,1-1-1 0 0,-1 1 1 0 0,0-1 0 0 0,0 1 0 0 0,1-1-1 0 0,-1 0 1 0 0,0 0 0 0 0,2-4 0 0 0,31-37 706 0 0,-26 32-581 0 0,58-91 927 0 0,2-4-1396 0 0,-59 94-863 0 0,-1 1 0 0 0,2 1 0 0 0,17-15 0 0 0,-18 20-4200 0 0,-8 5 4050 0 0</inkml:trace>
</inkml:ink>
</file>

<file path=ppt/ink/ink4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2:04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1 239 416 0 0,'9'-3'853'0'0,"1"0"1"0"0,-1-1-1 0 0,0 0 0 0 0,-1 0 1 0 0,1-1-1 0 0,-1 0 0 0 0,0-1 0 0 0,10-8 1 0 0,-2 0 351 0 0,0 0 1 0 0,24-30-1 0 0,-37 40-1041 0 0,0-1 0 0 0,0 1 0 0 0,0-1 0 0 0,0 0-1 0 0,-1 0 1 0 0,0 0 0 0 0,0-1 0 0 0,0 1-1 0 0,-1 0 1 0 0,0-1 0 0 0,0 1 0 0 0,0-9 0 0 0,-1 12-142 0 0,0 0 1 0 0,0 0-1 0 0,0 0 1 0 0,-1 0 0 0 0,1 0-1 0 0,-1 0 1 0 0,1 1-1 0 0,-1-1 1 0 0,0 0 0 0 0,0 0-1 0 0,1 1 1 0 0,-1-1-1 0 0,0 0 1 0 0,-1 1 0 0 0,1-1-1 0 0,0 1 1 0 0,0-1-1 0 0,-1 1 1 0 0,1 0 0 0 0,-1 0-1 0 0,1-1 1 0 0,-1 1-1 0 0,1 0 1 0 0,-1 0 0 0 0,0 0-1 0 0,1 1 1 0 0,-1-1-1 0 0,0 0 1 0 0,0 1 0 0 0,0-1-1 0 0,0 1 1 0 0,1 0-1 0 0,-1-1 1 0 0,0 1-1 0 0,0 0 1 0 0,0 0 0 0 0,0 0-1 0 0,0 0 1 0 0,0 1-1 0 0,0-1 1 0 0,-2 1 0 0 0,-1 0-17 0 0,0 0 0 0 0,0 0 0 0 0,1 0 0 0 0,-1 1 0 0 0,0 0 1 0 0,0 0-1 0 0,1 0 0 0 0,-1 0 0 0 0,1 1 0 0 0,0-1 0 0 0,0 1 1 0 0,0 1-1 0 0,0-1 0 0 0,0 0 0 0 0,1 1 0 0 0,-1 0 0 0 0,1 0 0 0 0,0 0 1 0 0,0 0-1 0 0,0 0 0 0 0,1 0 0 0 0,0 1 0 0 0,0 0 0 0 0,0-1 1 0 0,-2 6-1 0 0,2-4 18 0 0,1 0 1 0 0,-1 0-1 0 0,1-1 1 0 0,0 1-1 0 0,0 0 1 0 0,1 0-1 0 0,0 0 1 0 0,0 0-1 0 0,0 0 1 0 0,1 0-1 0 0,0 0 1 0 0,0 0-1 0 0,0 0 1 0 0,1 0-1 0 0,0-1 1 0 0,0 1 0 0 0,0 0-1 0 0,1-1 1 0 0,0 0-1 0 0,0 0 1 0 0,5 7-1 0 0,-4-7-63 0 0,1 0 1 0 0,-1 0-1 0 0,1-1 0 0 0,0 0 0 0 0,0 0 1 0 0,0 0-1 0 0,1-1 0 0 0,0 1 0 0 0,-1-1 0 0 0,1-1 1 0 0,0 1-1 0 0,0-1 0 0 0,0 0 0 0 0,11 2 1 0 0,-12-4-163 0 0,0 1 0 0 0,0-1 0 0 0,0 0 1 0 0,0-1-1 0 0,0 1 0 0 0,0-1 0 0 0,0 0 0 0 0,0 0 1 0 0,0-1-1 0 0,0 1 0 0 0,-1-1 0 0 0,1 0 0 0 0,-1-1 1 0 0,1 1-1 0 0,-1-1 0 0 0,0 1 0 0 0,1-1 0 0 0,5-7 1 0 0,30-35-1245 0 0,-32 34 1561 0 0,1 0 1 0 0,0 0-1 0 0,20-16 1 0 0,-26 25-70 0 0,0-1 1 0 0,0 1 0 0 0,1 0 0 0 0,-1 1 0 0 0,1-1 0 0 0,-1 0 0 0 0,1 1 0 0 0,0 0 0 0 0,-1 0-1 0 0,1 0 1 0 0,0 0 0 0 0,0 1 0 0 0,0-1 0 0 0,0 1 0 0 0,0 0 0 0 0,-1 0 0 0 0,1 1-1 0 0,5 0 1 0 0,-6 0-38 0 0,0 0 0 0 0,0 0 0 0 0,1 0 0 0 0,-2 1 0 0 0,1 0 0 0 0,0-1 0 0 0,0 1 0 0 0,0 0 0 0 0,-1 0 0 0 0,1 1 0 0 0,-1-1 0 0 0,1 0 0 0 0,-1 1 0 0 0,0 0 0 0 0,0-1 0 0 0,0 1 0 0 0,-1 0 0 0 0,1 0 0 0 0,-1 0 0 0 0,1 0 0 0 0,-1 0 0 0 0,0 0 0 0 0,0 1-1 0 0,0 3 1 0 0,2 8 112 0 0,0-1-1 0 0,-1 0 1 0 0,-1 30 2898 0 0,1-50-2844 0 0,1-3-267 0 0,1-1 0 0 0,0 1-1 0 0,1 0 1 0 0,-1 0 0 0 0,2 1 0 0 0,-1-1 0 0 0,1 1-1 0 0,1 1 1 0 0,-1-1 0 0 0,9-6 0 0 0,-4 3-2062 0 0,2 1 0 0 0,0 0 1 0 0,19-12-1 0 0,-16 14-783 0 0</inkml:trace>
</inkml:ink>
</file>

<file path=ppt/ink/ink4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2:04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29 432 0 0,'0'0'1139'0'0,"3"-9"691"0"0,-3 4 1867 0 0,-5-10 2194 0 0,1 24-3817 0 0,-3 7-2215 0 0,-60 155 1742 0 0,29-68-1114 0 0,38-103-477 0 0,0 1 0 0 0,-1-1-1 0 0,1 0 1 0 0,0 1 0 0 0,0-1 0 0 0,0 0-1 0 0,0 1 1 0 0,0-1 0 0 0,0 1-1 0 0,0-1 1 0 0,0 0 0 0 0,0 1 0 0 0,0-1-1 0 0,0 0 1 0 0,0 1 0 0 0,0-1-1 0 0,0 1 1 0 0,0-1 0 0 0,0 0 0 0 0,0 1-1 0 0,0-1 1 0 0,0 0 0 0 0,0 1 0 0 0,1-1-1 0 0,-1 0 1 0 0,0 1 0 0 0,0-1-1 0 0,0 0 1 0 0,1 1 0 0 0,-1-1 0 0 0,0 0-1 0 0,0 0 1 0 0,1 1 0 0 0,-1-1-1 0 0,0 0 1 0 0,1 0 0 0 0,-1 0 0 0 0,0 1-1 0 0,1-1 1 0 0,-1 0 0 0 0,0 0-1 0 0,1 0 1 0 0,25 1 25 0 0,49-18-555 0 0,-45 10 229 0 0,-16 4 134 0 0,-1 1 0 0 0,1 1 0 0 0,16 1 0 0 0,-25 0 97 0 0,0 0 0 0 0,0 0 0 0 0,-1 1 0 0 0,1 0 0 0 0,0 0 0 0 0,-1 0 0 0 0,1 1 0 0 0,-1-1 0 0 0,1 1 0 0 0,-1 0 0 0 0,0 1 0 0 0,7 4 0 0 0,-10-6 56 0 0,0-1-1 0 0,0 1 1 0 0,0-1 0 0 0,-1 1-1 0 0,1 0 1 0 0,0 0-1 0 0,-1 0 1 0 0,1-1 0 0 0,0 1-1 0 0,-1 0 1 0 0,1 0 0 0 0,-1 0-1 0 0,1 0 1 0 0,-1 0 0 0 0,0 0-1 0 0,1 0 1 0 0,-1 0-1 0 0,0 0 1 0 0,0 0 0 0 0,0 0-1 0 0,0 0 1 0 0,0 0 0 0 0,0 0-1 0 0,0 0 1 0 0,0 0-1 0 0,0 0 1 0 0,0 0 0 0 0,0 0-1 0 0,-1 0 1 0 0,1 0 0 0 0,0 0-1 0 0,-1 0 1 0 0,1 0 0 0 0,-1 0-1 0 0,1-1 1 0 0,-1 1-1 0 0,1 0 1 0 0,-1 0 0 0 0,0 0-1 0 0,1 0 1 0 0,-1-1 0 0 0,0 1-1 0 0,0 0 1 0 0,0-1 0 0 0,1 1-1 0 0,-1-1 1 0 0,-1 1-1 0 0,-3 3 40 0 0,0-1 0 0 0,0 0 0 0 0,0-1 0 0 0,0 1-1 0 0,-1-1 1 0 0,-9 3 0 0 0,-17 1-39 0 0,-60 3 1 0 0,42-8-9157 0 0</inkml:trace>
</inkml:ink>
</file>

<file path=ppt/ink/ink4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2:06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561 0 4 0 0,'-10'6'18106'0'0,"10"0"-18114"0"0,-1-1 0 0 0,1 1 1 0 0,-1 0-1 0 0,-1 0 0 0 0,1-1 1 0 0,-1 1-1 0 0,0-1 0 0 0,0 1 1 0 0,-1-1-1 0 0,1 0 0 0 0,-1 0 1 0 0,0 0-1 0 0,-1 0 0 0 0,1 0 1 0 0,-1-1-1 0 0,-6 7 0 0 0,-9 8 19 0 0,0-1 0 0 0,-28 20 0 0 0,8-10-311 0 0,-1-2 0 0 0,-1-2 0 0 0,-60 26 0 0 0,57-32-3097 0 0,-72 20 0 0 0,93-33-394 0 0,5-2 288 0 0</inkml:trace>
</inkml:ink>
</file>

<file path=ppt/ink/ink4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2:08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94 556 0 0,'4'-41'9607'0'0,"-2"37"-9428"0"0,1 0 0 0 0,0 0 0 0 0,-1 1-1 0 0,2-1 1 0 0,-1 1 0 0 0,0 0 0 0 0,1 0 0 0 0,-1 0 0 0 0,1 0 0 0 0,0 1-1 0 0,0-1 1 0 0,0 1 0 0 0,0 0 0 0 0,0 0 0 0 0,0 1 0 0 0,1-1 0 0 0,-1 1-1 0 0,1 0 1 0 0,-1 0 0 0 0,1 1 0 0 0,-1-1 0 0 0,1 1 0 0 0,0 0 0 0 0,-1 0 0 0 0,1 0-1 0 0,-1 1 1 0 0,1 0 0 0 0,7 2 0 0 0,-7-2-173 0 0,0 1 0 0 0,0 0 1 0 0,0 0-1 0 0,0 0 0 0 0,0 1 0 0 0,-1 0 0 0 0,0 0 0 0 0,1 0 1 0 0,-1 0-1 0 0,0 0 0 0 0,0 1 0 0 0,-1 0 0 0 0,1 0 1 0 0,-1 0-1 0 0,0 0 0 0 0,0 1 0 0 0,0-1 0 0 0,0 1 0 0 0,-1 0 1 0 0,0-1-1 0 0,0 1 0 0 0,0 0 0 0 0,-1 0 0 0 0,1 1 1 0 0,0 8-1 0 0,-1-6 1 0 0,1 0 0 0 0,-2 0 0 0 0,1 0 0 0 0,-1 0 1 0 0,0 0-1 0 0,-1 0 0 0 0,0 0 0 0 0,0 0 0 0 0,0 0 0 0 0,-1 0 0 0 0,-1-1 1 0 0,1 1-1 0 0,-1-1 0 0 0,0 1 0 0 0,-1-1 0 0 0,0 0 0 0 0,0 0 0 0 0,-1-1 1 0 0,1 1-1 0 0,-1-1 0 0 0,-11 10 0 0 0,8-8-106 0 0,-10 5 736 0 0,18-13-620 0 0,-1 0-1 0 0,0 0 0 0 0,1-1 0 0 0,-1 1 1 0 0,1 0-1 0 0,-1-1 0 0 0,1 1 0 0 0,-1 0 0 0 0,1-1 1 0 0,-1 1-1 0 0,1-1 0 0 0,-1 1 0 0 0,1 0 0 0 0,0-1 1 0 0,-1 0-1 0 0,1 1 0 0 0,0-1 0 0 0,-1 1 1 0 0,1-1-1 0 0,0 1 0 0 0,-1-1 0 0 0,1 1 0 0 0,0-1 1 0 0,0 0-1 0 0,0 1 0 0 0,0-1 0 0 0,0 0 0 0 0,0 1 1 0 0,0-2-1 0 0,-2-2 37 0 0,17-42 186 0 0,-4 29-262 0 0,0 1 1 0 0,1 0-1 0 0,1 1 1 0 0,0 0 0 0 0,1 1-1 0 0,1 0 1 0 0,0 1-1 0 0,1 1 1 0 0,0 1-1 0 0,1 0 1 0 0,0 1-1 0 0,1 1 1 0 0,23-9-1 0 0,-33 15-5 0 0,1 0 1 0 0,-1 1-1 0 0,1-1 0 0 0,-1 2 0 0 0,1-1 0 0 0,0 2 0 0 0,0-1 1 0 0,-1 1-1 0 0,1 0 0 0 0,0 1 0 0 0,0 0 0 0 0,-1 0 0 0 0,1 1 1 0 0,13 4-1 0 0,-20-5 42 0 0,0 1 1 0 0,0-1-1 0 0,0 0 1 0 0,0 1-1 0 0,0-1 1 0 0,-1 1-1 0 0,1-1 1 0 0,-1 1-1 0 0,1 0 1 0 0,-1 0-1 0 0,0 0 1 0 0,0 0-1 0 0,0 0 1 0 0,0 0-1 0 0,0 0 1 0 0,0 0-1 0 0,0 0 1 0 0,-1 1-1 0 0,1-1 1 0 0,0 5-1 0 0,3 51 452 0 0,-3-41-460 0 0,-1-15-13 0 0,0 1-1 0 0,0-1 1 0 0,0 0-1 0 0,1 1 1 0 0,-1-1 0 0 0,1 0-1 0 0,0 1 1 0 0,0-1 0 0 0,0 0-1 0 0,0 0 1 0 0,0 0-1 0 0,0 0 1 0 0,0 0 0 0 0,1 0-1 0 0,-1 0 1 0 0,1 0-1 0 0,-1 0 1 0 0,1-1 0 0 0,0 1-1 0 0,0-1 1 0 0,-1 1 0 0 0,4 1-1 0 0,-1-1 9 0 0,0-1-1 0 0,1 1 0 0 0,-1-1 0 0 0,0 0 1 0 0,0-1-1 0 0,1 1 0 0 0,-1-1 0 0 0,0 1 1 0 0,1-1-1 0 0,-1-1 0 0 0,7 0 0 0 0,9-3 1 0 0,0 0-1 0 0,-1-2 0 0 0,0 0 0 0 0,25-12 1 0 0,-40 16 10 0 0,16-5 41 0 0,0-2 0 0 0,0-1 1 0 0,-1 0-1 0 0,0-2 0 0 0,0 0 1 0 0,-2-1-1 0 0,25-22 1 0 0,-41 33-7 0 0,-4 2-49 0 0,1-1 2 0 0,1 0 0 0 0,0 1 0 0 0,-1 0 0 0 0,1-1 0 0 0,0 1 0 0 0,-1 0 0 0 0,1-1 0 0 0,0 1 0 0 0,-1 0 0 0 0,1 0 0 0 0,-1 0 0 0 0,1 0 0 0 0,0 1 0 0 0,-1-1 0 0 0,1 0 0 0 0,-2 1 0 0 0,-1 2-34 0 0,-1 0 0 0 0,1 0 0 0 0,0 0 0 0 0,0 1 0 0 0,0-1 0 0 0,1 1 0 0 0,-1 0 0 0 0,1 0 0 0 0,0 0 0 0 0,0 1 0 0 0,1-1 0 0 0,-1 1 0 0 0,1 0 0 0 0,0 0 0 0 0,0-1 0 0 0,1 1 0 0 0,-1 0 0 0 0,1 1 0 0 0,0-1 0 0 0,0 0 0 0 0,1 0 0 0 0,-1 0 0 0 0,1 1 0 0 0,1 5 1 0 0,-1-9 26 0 0,1 0 1 0 0,-1 0 0 0 0,0 0-1 0 0,1 0 1 0 0,0 0 0 0 0,-1 0-1 0 0,1 0 1 0 0,0 0 0 0 0,0-1 0 0 0,0 1-1 0 0,0 0 1 0 0,0-1 0 0 0,0 1-1 0 0,0 0 1 0 0,1-1 0 0 0,-1 0-1 0 0,1 1 1 0 0,-1-1 0 0 0,1 0 0 0 0,-1 0-1 0 0,1 0 1 0 0,0 0 0 0 0,0 0-1 0 0,-1 0 1 0 0,1 0 0 0 0,0 0 0 0 0,0-1-1 0 0,0 1 1 0 0,0-1 0 0 0,0 1-1 0 0,0-1 1 0 0,0 0 0 0 0,0 0-1 0 0,0 0 1 0 0,0 0 0 0 0,0 0 0 0 0,0 0-1 0 0,0-1 1 0 0,0 1 0 0 0,0-1-1 0 0,3-1 1 0 0,-1 1 93 0 0,1 0 1 0 0,0-1-1 0 0,-1 0 0 0 0,1 0 0 0 0,-1-1 0 0 0,1 1 1 0 0,-1-1-1 0 0,0 0 0 0 0,0 0 0 0 0,-1 0 0 0 0,1 0 0 0 0,0-1 1 0 0,-1 0-1 0 0,0 0 0 0 0,4-6 0 0 0,-4 5 16 0 0,-1 0-1 0 0,-1 0 1 0 0,1-1-1 0 0,-1 1 1 0 0,1 0 0 0 0,-2-1-1 0 0,1 1 1 0 0,0-1-1 0 0,-2-9 1 0 0,1 12-15 0 0,-9-29-143 0 0,8 31-169 0 0,0 0 0 0 0,0-1-1 0 0,0 1 1 0 0,0 1 0 0 0,0-1 0 0 0,0 0 0 0 0,-1 0 0 0 0,1 0-1 0 0,0 1 1 0 0,-1-1 0 0 0,1 0 0 0 0,0 1 0 0 0,-1-1 0 0 0,1 1-1 0 0,-1 0 1 0 0,1 0 0 0 0,0-1 0 0 0,-1 1 0 0 0,1 0-1 0 0,-1 0 1 0 0,1 0 0 0 0,-1 0 0 0 0,1 0 0 0 0,-1 1 0 0 0,1-1-1 0 0,-1 0 1 0 0,1 1 0 0 0,0-1 0 0 0,-1 1 0 0 0,1 0-1 0 0,0-1 1 0 0,-1 1 0 0 0,1 0 0 0 0,0 0 0 0 0,0-1 0 0 0,0 1-1 0 0,0 0 1 0 0,0 0 0 0 0,0 0 0 0 0,0 1 0 0 0,-1 0 0 0 0</inkml:trace>
</inkml:ink>
</file>

<file path=ppt/ink/ink4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2:08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23 360 0 0,'0'0'5311'0'0,"-5"5"-4905"0"0,3-1-276 0 0,-1-1 0 0 0,1 1 0 0 0,0 0 0 0 0,0 0 0 0 0,0 0 0 0 0,0 0 0 0 0,0 0 0 0 0,1 0 0 0 0,0 0 0 0 0,-1 7 0 0 0,1-8-60 0 0,1-1-1 0 0,0 1 1 0 0,0-1-1 0 0,0 1 1 0 0,0-1-1 0 0,0 1 1 0 0,0-1 0 0 0,1 1-1 0 0,-1-1 1 0 0,1 1-1 0 0,0-1 1 0 0,0 0-1 0 0,0 1 1 0 0,0-1-1 0 0,0 0 1 0 0,0 0 0 0 0,1 1-1 0 0,-1-1 1 0 0,1 0-1 0 0,-1 0 1 0 0,1-1-1 0 0,0 1 1 0 0,0 0-1 0 0,0-1 1 0 0,2 3 0 0 0,-2-3 25 0 0,-1-1 1 0 0,0 1 0 0 0,0 0-1 0 0,0 0 1 0 0,0-1 0 0 0,1 1-1 0 0,-1-1 1 0 0,0 1 0 0 0,0-1-1 0 0,1 0 1 0 0,-1 0 0 0 0,0 1-1 0 0,1-1 1 0 0,-1 0 0 0 0,0 0-1 0 0,1 0 1 0 0,-1 0 0 0 0,0 0-1 0 0,1-1 1 0 0,-1 1 0 0 0,0 0-1 0 0,1-1 1 0 0,-1 1 0 0 0,0-1-1 0 0,1 1 1 0 0,1-2 0 0 0,-1 0 106 0 0,1 0 0 0 0,-1-1 0 0 0,0 1 1 0 0,1-1-1 0 0,-1 1 0 0 0,0-1 0 0 0,-1 0 1 0 0,1 0-1 0 0,0 0 0 0 0,1-5 0 0 0,3-7 637 0 0,-1-1 0 0 0,-1 1 0 0 0,3-23-1 0 0,-7 36-644 0 0,1-17-130 0 0</inkml:trace>
</inkml:ink>
</file>

<file path=ppt/ink/ink4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2:09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1 364 0 0,'0'0'7445'0'0,"-5"37"-5323"0"0,5-36-2099 0 0,-1 0 59 0 0,1 1 0 0 0,0-1 0 0 0,-1 1 0 0 0,1-1 0 0 0,0 1 0 0 0,0-1 1 0 0,0 1-1 0 0,0 0 0 0 0,0-1 0 0 0,0 1 0 0 0,0-1 0 0 0,0 1 0 0 0,1-1 1 0 0,-1 1-1 0 0,0-1 0 0 0,1 1 0 0 0,0-1 0 0 0,-1 0 0 0 0,1 1 0 0 0,0-1 1 0 0,-1 0-1 0 0,1 1 0 0 0,0-1 0 0 0,1 1 0 0 0,0-1 107 0 0,18-6 286 0 0,86-32 2607 0 0,-105 36-2355 0 0,-1 1-702 0 0,0 0 1 0 0,0-1-1 0 0,1 1 1 0 0,-1 0 0 0 0,0 0-1 0 0,0 0 1 0 0,1 0-1 0 0,-1-1 1 0 0,0 1 0 0 0,0 0-1 0 0,1 0 1 0 0,-1 0-1 0 0,0 0 1 0 0,0 0 0 0 0,1 0-1 0 0,-1 0 1 0 0,0 0-1 0 0,1 0 1 0 0,-1 0 0 0 0,0 0-1 0 0,0 0 1 0 0,1 0-1 0 0,-1 0 1 0 0,0 0 0 0 0,1 0-1 0 0,-1 0 1 0 0,0 0-1 0 0,0 0 1 0 0,1 0 0 0 0,-1 0-1 0 0,0 1 1 0 0,1-1 0 0 0,-1 0-1 0 0,0 0 1 0 0,0 0-1 0 0,1 1 1 0 0,-1 0-182 0 0,1 1 1 0 0,0 0-1 0 0,-1 0 0 0 0,1 0 1 0 0,-1 0-1 0 0,0 0 1 0 0,0 0-1 0 0,0 0 0 0 0,0 0 1 0 0,0 1-1 0 0,0-1 0 0 0,-1 3 1 0 0,-11 20-8698 0 0,7-17 5166 0 0</inkml:trace>
</inkml:ink>
</file>

<file path=ppt/ink/ink4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2:11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419 1 28 0 0,'0'0'13763'0'0,"3"3"-13331"0"0,-2-2-386 0 0,0-1-1 0 0,0 1 1 0 0,0 0-1 0 0,-1 0 0 0 0,1 0 1 0 0,0 0-1 0 0,0 0 1 0 0,-1 0-1 0 0,1 0 1 0 0,-1 0-1 0 0,1 0 1 0 0,-1 0-1 0 0,1 0 0 0 0,-1 1 1 0 0,0-1-1 0 0,1 0 1 0 0,-1 0-1 0 0,0 0 1 0 0,0 1-1 0 0,0-1 1 0 0,0 0-1 0 0,0 0 0 0 0,0 0 1 0 0,0 1-1 0 0,-1 1 1 0 0,-1 0 20 0 0,1-1 0 0 0,0 1 0 0 0,-1-1 0 0 0,0 1-1 0 0,1-1 1 0 0,-1 0 0 0 0,0 1 0 0 0,0-1 0 0 0,0 0 0 0 0,-5 3 0 0 0,-9 5 66 0 0,0 1-1 0 0,-33 13 1 0 0,36-17-184 0 0,-140 59-2592 0 0,47-33-4030 0 0,51-20 2651 0 0</inkml:trace>
</inkml:ink>
</file>

<file path=ppt/ink/ink4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2:13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286 151 696 0 0,'0'-20'2900'0'0,"-1"11"-2265"0"0,0 1-1 0 0,0-1 1 0 0,-1 0-1 0 0,0 1 0 0 0,-1 0 1 0 0,0 0-1 0 0,0 0 0 0 0,-1 0 1 0 0,1 0-1 0 0,-2 0 1 0 0,1 1-1 0 0,-1 0 0 0 0,-10-12 1 0 0,12 18-584 0 0,0 0 1 0 0,0 0-1 0 0,0 0 1 0 0,0 0-1 0 0,0 1 0 0 0,0-1 1 0 0,0 1-1 0 0,0 0 1 0 0,0 0-1 0 0,0 0 1 0 0,0 0-1 0 0,0 0 0 0 0,0 1 1 0 0,0-1-1 0 0,0 1 1 0 0,1 0-1 0 0,-1 0 1 0 0,0 0-1 0 0,0 0 0 0 0,0 0 1 0 0,1 1-1 0 0,-1-1 1 0 0,-3 4-1 0 0,-61 40 207 0 0,59-39-237 0 0,-1 1 1 0 0,1 0-1 0 0,0 0 1 0 0,1 0-1 0 0,0 1 1 0 0,0 0-1 0 0,1 1 0 0 0,0 0 1 0 0,0 0-1 0 0,1 0 1 0 0,0 0-1 0 0,-6 17 1 0 0,10-24-11 0 0,2 0 8 0 0,0-1 1 0 0,0 1-1 0 0,0-1 1 0 0,1 0-1 0 0,-1 1 0 0 0,0-1 1 0 0,0 0-1 0 0,1 0 0 0 0,-1 0 1 0 0,1 0-1 0 0,2 1 1 0 0,14-7 13 0 0,-1-1 0 0 0,0-1 0 0 0,0 0 1 0 0,0-1-1 0 0,-1-1 0 0 0,18-13 0 0 0,-14 9-48 0 0,1 1-1 0 0,1 0 1 0 0,30-10-1 0 0,-45 19 2 0 0,0 1 0 0 0,0 1-1 0 0,0-1 1 0 0,0 1 0 0 0,1 0 0 0 0,-1 1 0 0 0,0 0-1 0 0,1 0 1 0 0,-1 0 0 0 0,0 1 0 0 0,1 0-1 0 0,-1 1 1 0 0,0-1 0 0 0,0 1 0 0 0,9 4-1 0 0,4 4-91 0 0,-1 1 0 0 0,0 0 0 0 0,19 16 0 0 0,0 0-24 0 0,-37-27 172 0 0,0 0 1 0 0,0 1-1 0 0,1-1 0 0 0,-1 0 0 0 0,0 0 0 0 0,0 1 1 0 0,1-1-1 0 0,-1 0 0 0 0,0 0 0 0 0,0-1 0 0 0,1 1 1 0 0,-1 0-1 0 0,0 0 0 0 0,0 0 0 0 0,0-1 0 0 0,1 1 0 0 0,-1-1 1 0 0,0 1-1 0 0,0-1 0 0 0,0 1 0 0 0,0-1 0 0 0,0 0 1 0 0,0 0-1 0 0,0 1 0 0 0,0-1 0 0 0,0 0 0 0 0,0 0 0 0 0,0 0 1 0 0,0 0-1 0 0,-1 0 0 0 0,1 0 0 0 0,1-2 0 0 0,28-45 291 0 0,-23 34-252 0 0,34-41-1539 0 0,-18 34-6384 0 0,-14 12 4247 0 0</inkml:trace>
</inkml:ink>
</file>

<file path=ppt/ink/ink4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2:15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20 224 0 0,'0'0'2144'0'0,"0"-10"-1132"0"0,-2 6 2222 0 0,1 3-3170 0 0,0 0 0 0 0,0 1 0 0 0,0-1 0 0 0,0 1 0 0 0,1 0 1 0 0,-1-1-1 0 0,0 1 0 0 0,0 0 0 0 0,0-1 0 0 0,0 1 0 0 0,0 0 0 0 0,0 0 0 0 0,0 0 0 0 0,0 0 1 0 0,-1 0-1 0 0,1 0 0 0 0,0 0 0 0 0,0 0 0 0 0,0 0 0 0 0,0 1 0 0 0,0-1 0 0 0,0 0 0 0 0,1 1 1 0 0,-3 0-1 0 0,-25 19 794 0 0,-16 35-65 0 0,34-39-647 0 0,-34 55 793 0 0,42-65-831 0 0,-1-1 0 0 0,1 1-1 0 0,-1 1 1 0 0,2-1 0 0 0,-1 0 0 0 0,1 0 0 0 0,0 1 0 0 0,0-1-1 0 0,1 0 1 0 0,-1 9 0 0 0,2-15-95 0 0,-1 1 0 0 0,0 0-1 0 0,0 0 1 0 0,0-1 0 0 0,0 1 0 0 0,0 0-1 0 0,1 0 1 0 0,-1-1 0 0 0,0 1 0 0 0,1 0-1 0 0,-1-1 1 0 0,0 1 0 0 0,1 0 0 0 0,-1-1-1 0 0,1 1 1 0 0,-1-1 0 0 0,1 1 0 0 0,-1-1-1 0 0,1 1 1 0 0,-1-1 0 0 0,1 1 0 0 0,0-1-1 0 0,-1 0 1 0 0,1 1 0 0 0,0-1 0 0 0,-1 0-1 0 0,1 1 1 0 0,0-1 0 0 0,-1 0 0 0 0,1 0-1 0 0,0 0 1 0 0,0 1 0 0 0,-1-1 0 0 0,1 0 0 0 0,0 0-1 0 0,0 0 1 0 0,-1 0 0 0 0,1-1 0 0 0,0 1-1 0 0,0 0 1 0 0,-1 0 0 0 0,1 0 0 0 0,0 0-1 0 0,-1-1 1 0 0,1 1 0 0 0,0 0 0 0 0,0-1-1 0 0,33-17 183 0 0,-20 8-115 0 0,-1-2 1 0 0,0 0 0 0 0,16-18-1 0 0,10-11 423 0 0,-37 40-458 0 0,-2 0-48 0 0,0 1 0 0 0,0 0 0 0 0,0 0 0 0 0,0 0 0 0 0,0-1 0 0 0,0 1 0 0 0,0 0 0 0 0,1 0 0 0 0,-1 0 0 0 0,0 0 0 0 0,0-1 0 0 0,0 1 0 0 0,0 0 0 0 0,0 0 0 0 0,1 0 0 0 0,-1 0 0 0 0,0 0 0 0 0,0 0 0 0 0,0 0 0 0 0,1-1 0 0 0,-1 1 0 0 0,0 0 0 0 0,0 0 0 0 0,0 0 0 0 0,1 0 0 0 0,-1 0 0 0 0,0 0 0 0 0,0 0 0 0 0,0 0 0 0 0,1 0 0 0 0,-1 0 0 0 0,0 0 0 0 0,0 0 0 0 0,0 0 0 0 0,1 0 0 0 0,-1 0 0 0 0,0 0 0 0 0,0 1 0 0 0,0-1 0 0 0,1 0 0 0 0,-1 0 0 0 0,0 0 0 0 0,0 0 0 0 0,0 0 0 0 0,0 0 0 0 0,1 1 0 0 0,-1-1 0 0 0,0 0 0 0 0,0 0 0 0 0,0 0 0 0 0,0 0 0 0 0,0 1 0 0 0,1-1 0 0 0,11 9-335 0 0,-10-8 339 0 0,21 30-1651 0 0,-1-2-798 0 0,-2-12-2131 0 0,-9-12 1967 0 0</inkml:trace>
</inkml:ink>
</file>

<file path=ppt/ink/ink4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2:16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51 320 8 0 0,'-4'1'756'0'0,"2"-1"-635"0"0,-1 0-1 0 0,1 1 1 0 0,0-1 0 0 0,0 1-1 0 0,0 0 1 0 0,0-1-1 0 0,-1 1 1 0 0,1 0 0 0 0,1 0-1 0 0,-1 1 1 0 0,0-1 0 0 0,0 0-1 0 0,0 1 1 0 0,1-1-1 0 0,-1 1 1 0 0,0-1 0 0 0,1 1-1 0 0,-1 0 1 0 0,1 0 0 0 0,0 0-1 0 0,0-1 1 0 0,0 1 0 0 0,0 0-1 0 0,0 1 1 0 0,0-1-1 0 0,0 0 1 0 0,1 0 0 0 0,-1 0-1 0 0,1 0 1 0 0,-1 1 0 0 0,1-1-1 0 0,0 0 1 0 0,0 0-1 0 0,0 1 1 0 0,0-1 0 0 0,1 4-1 0 0,0 0 23 0 0,-1-1 0 0 0,1 0 0 0 0,0 0-1 0 0,0 1 1 0 0,0-1 0 0 0,1 0 0 0 0,0 0-1 0 0,0 0 1 0 0,0 0 0 0 0,1-1 0 0 0,-1 1-1 0 0,1 0 1 0 0,0-1 0 0 0,1 0 0 0 0,5 6-1 0 0,-8-9-111 0 0,0 0 0 0 0,0-1-1 0 0,1 1 1 0 0,-1-1 0 0 0,0 1 0 0 0,0-1-1 0 0,1 1 1 0 0,-1-1 0 0 0,0 0-1 0 0,1 0 1 0 0,-1 0 0 0 0,0 0-1 0 0,1 0 1 0 0,-1 0 0 0 0,0 0-1 0 0,1 0 1 0 0,-1 0 0 0 0,0 0 0 0 0,1-1-1 0 0,-1 1 1 0 0,0-1 0 0 0,1 1-1 0 0,-1-1 1 0 0,0 1 0 0 0,0-1-1 0 0,0 0 1 0 0,0 0 0 0 0,1 1-1 0 0,-1-1 1 0 0,0 0 0 0 0,0 0 0 0 0,0-1-1 0 0,29-34 545 0 0,-22 23-445 0 0,0-2-1 0 0,-1 1 1 0 0,-1-1 0 0 0,0 0 0 0 0,-1 0-1 0 0,-1-1 1 0 0,0 0 0 0 0,-1 1 0 0 0,1-25-1 0 0,-3 18 105 0 0,-1-1-1 0 0,0 1 0 0 0,-2 0 0 0 0,-1-1 0 0 0,-1 1 0 0 0,-7-27 0 0 0,-10-6 1681 0 0,20 52-1266 0 0,-1-5-457 0 0,2 8-183 0 0,0 0 0 0 0,0 0-1 0 0,0 0 1 0 0,0 0 0 0 0,-1 0 0 0 0,1 0 0 0 0,0 1-1 0 0,0-1 1 0 0,0 0 0 0 0,0 0 0 0 0,0 0-1 0 0,0 0 1 0 0,0 0 0 0 0,0 0 0 0 0,0 0-1 0 0,-1 0 1 0 0,1 0 0 0 0,0 0 0 0 0,0 0-1 0 0,0 0 1 0 0,0 0 0 0 0,0 0 0 0 0,0 0-1 0 0,0 0 1 0 0,-1 0 0 0 0,1 0 0 0 0,0 0 0 0 0,0 0-1 0 0,0 0 1 0 0,0 0 0 0 0,0 0 0 0 0,0 0-1 0 0,0 0 1 0 0,-1 0 0 0 0,1 0 0 0 0,0 0-1 0 0,0 0 1 0 0,0 0 0 0 0,0-1 0 0 0,0 1-1 0 0,0 0 1 0 0,0 0 0 0 0,0 0 0 0 0,0 0-1 0 0,0 0 1 0 0,-1 0 0 0 0,1 0 0 0 0,0 0 0 0 0,0 0-1 0 0,0 0 1 0 0,0-1 0 0 0,0 1 0 0 0,0 0-1 0 0,0 0 1 0 0,0 0 0 0 0,0 0 0 0 0,0 0-1 0 0,-3 11-1 0 0,0 1 0 0 0,0 0-1 0 0,2-1 1 0 0,-1 1-1 0 0,1 0 1 0 0,1 0 0 0 0,0 0-1 0 0,1 0 1 0 0,0 0-1 0 0,1 0 1 0 0,0 0 0 0 0,1 0-1 0 0,6 14 1 0 0,8 21-3181 0 0,40 81-1 0 0,-55-125 2905 0 0,4 12-3017 0 0,0-2 248 0 0</inkml:trace>
</inkml:ink>
</file>

<file path=ppt/ink/ink4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2:16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0 188 0 0,'0'0'1882'0'0,"1"4"-1072"0"0,2 16-124 0 0,0 1 1 0 0,-1-1-1 0 0,-1 1 1 0 0,-2 31-1 0 0,1 24 170 0 0,4-18-246 0 0,2 117 850 0 0,-6-149-1149 0 0,-2 0 0 0 0,-1 0 0 0 0,-1-1 0 0 0,-11 41 0 0 0,13-60-165 0 0,0-1 1 0 0,0 0-1 0 0,0 1 1 0 0,-1-1-1 0 0,0 0 1 0 0,0 0-1 0 0,0 0 1 0 0,0-1-1 0 0,-1 1 1 0 0,0-1-1 0 0,0 0 0 0 0,0 0 1 0 0,-5 4-1 0 0,7-7-65 0 0,-1 0 1 0 0,1 1-1 0 0,-1-1 0 0 0,1 0 0 0 0,-1 0 0 0 0,0 0 0 0 0,1-1 0 0 0,-1 1 0 0 0,0-1 0 0 0,1 1 0 0 0,-1-1 0 0 0,0 0 0 0 0,0 0 0 0 0,1 0 1 0 0,-1-1-1 0 0,0 1 0 0 0,0-1 0 0 0,1 1 0 0 0,-1-1 0 0 0,0 0 0 0 0,1 0 0 0 0,-1 0 0 0 0,1 0 0 0 0,-1 0 0 0 0,1-1 0 0 0,0 1 1 0 0,-1-1-1 0 0,-2-3 0 0 0,-3-1 19 0 0,1-1 0 0 0,0 0 0 0 0,0 0 0 0 0,0 0 1 0 0,1-1-1 0 0,0 0 0 0 0,1-1 0 0 0,0 1 0 0 0,0-1 0 0 0,1 0 1 0 0,0 0-1 0 0,0 0 0 0 0,1-1 0 0 0,1 1 0 0 0,-1-1 0 0 0,-1-17 1 0 0,4 26-253 0 0,0-1 0 0 0,1 0 1 0 0,-1 0-1 0 0,0 0 1 0 0,1 0-1 0 0,-1 0 1 0 0,1 0-1 0 0,-1 1 1 0 0,1-1-1 0 0,0 0 1 0 0,0 0-1 0 0,0 1 1 0 0,0-1-1 0 0,0 1 1 0 0,0-1-1 0 0,0 1 1 0 0,0-1-1 0 0,1 1 1 0 0,-1 0-1 0 0,1-1 0 0 0,-1 1 1 0 0,1 0-1 0 0,2-2 1 0 0,13-5-3919 0 0,-11 6 1110 0 0</inkml:trace>
</inkml:ink>
</file>

<file path=ppt/ink/ink4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2:16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47 172 12173 0 0,'-3'-14'397'0'0,"0"-1"0"0"0,0 1 1 0 0,-11-26-1 0 0,9 27-135 0 0,1 0 1 0 0,0-1-1 0 0,-3-21 1 0 0,6 33-318 0 0,-2-9-187 0 0</inkml:trace>
</inkml:ink>
</file>

<file path=ppt/ink/ink4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2:17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0 190 872 0 0,'0'0'3696'0'0,"20"5"-2191"0"0,-4-8-1253 0 0,0 0 0 0 0,0-1 0 0 0,0-1 0 0 0,-1 0 0 0 0,1-1 0 0 0,-1-1 0 0 0,-1 0-1 0 0,1-1 1 0 0,-1-1 0 0 0,-1 0 0 0 0,0-1 0 0 0,0 0 0 0 0,0-1 0 0 0,-2 0 0 0 0,1-1 0 0 0,11-17 0 0 0,-22 28-224 0 0,0 1 0 0 0,0-1 0 0 0,-1 0 0 0 0,1 0 0 0 0,0 0 0 0 0,-1 1 0 0 0,1-1 0 0 0,-1 0 0 0 0,1 0 0 0 0,-1 0 0 0 0,0 0 0 0 0,1 0 0 0 0,-1 0 0 0 0,0 0 0 0 0,1 0 0 0 0,-1 0 0 0 0,0 0 0 0 0,0 0 0 0 0,0 0 0 0 0,0 0 0 0 0,0 0 0 0 0,0 0 0 0 0,0-1 0 0 0,-1 1 0 0 0,1 0 0 0 0,0 0 0 0 0,0 0 0 0 0,-1 0 0 0 0,1 0 0 0 0,-1 1 0 0 0,1-1 0 0 0,-1 0 0 0 0,1 0 0 0 0,-1 0 0 0 0,0 0 0 0 0,1 0 0 0 0,-1 1 1 0 0,0-1-1 0 0,0 0 0 0 0,1 1 0 0 0,-1-1 0 0 0,0 0 0 0 0,0 1 0 0 0,0-1 0 0 0,0 1 0 0 0,0-1 0 0 0,0 1 0 0 0,0 0 0 0 0,-2-1 0 0 0,-1 0 34 0 0,-1 0 0 0 0,1 0-1 0 0,-1 1 1 0 0,1 0 0 0 0,-1 0 0 0 0,1 0 0 0 0,-1 0 0 0 0,1 1 0 0 0,-8 1 0 0 0,10-1-50 0 0,-1 0 0 0 0,1-1 0 0 0,0 1-1 0 0,0 0 1 0 0,-1 0 0 0 0,1 1 0 0 0,0-1 0 0 0,0 0 0 0 0,0 1 0 0 0,0-1 0 0 0,1 1 0 0 0,-1 0 0 0 0,0 0 0 0 0,1-1 0 0 0,-1 1 0 0 0,1 0-1 0 0,-1 0 1 0 0,1 1 0 0 0,0-1 0 0 0,0 0 0 0 0,0 0 0 0 0,0 0 0 0 0,0 1 0 0 0,1-1 0 0 0,-1 1 0 0 0,1-1 0 0 0,-1 0 0 0 0,1 1-1 0 0,0-1 1 0 0,0 1 0 0 0,0-1 0 0 0,0 1 0 0 0,1-1 0 0 0,-1 0 0 0 0,1 1 0 0 0,-1-1 0 0 0,2 4 0 0 0,-1-3-248 0 0,0 0 0 0 0,1 1 0 0 0,-1-1 0 0 0,1 0 0 0 0,0 0 0 0 0,-1 0 0 0 0,1 0 0 0 0,1 0 0 0 0,-1-1 0 0 0,0 1 0 0 0,1-1 1 0 0,-1 1-1 0 0,1-1 0 0 0,0 0 0 0 0,0 0 0 0 0,0 0 0 0 0,0 0 0 0 0,0 0 0 0 0,0-1 0 0 0,0 0 0 0 0,0 1 0 0 0,1-1 0 0 0,-1 0 0 0 0,1-1 0 0 0,-1 1 1 0 0,6 0-1 0 0,6-1-2211 0 0,-4 0 191 0 0</inkml:trace>
</inkml:ink>
</file>

<file path=ppt/ink/ink4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2:17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75 328 608 0 0,'0'0'4244'0'0,"-2"-11"-3107"0"0,2 11-1065 0 0,0 0 0 0 0,0 0 0 0 0,0-1 0 0 0,0 1 0 0 0,0 0 0 0 0,0 0 0 0 0,0-1-1 0 0,0 1 1 0 0,0 0 0 0 0,0 0 0 0 0,0 0 0 0 0,0-1 0 0 0,0 1 0 0 0,-1 0 0 0 0,1 0 0 0 0,0-1 0 0 0,0 1 0 0 0,0 0 0 0 0,0 0 0 0 0,0 0 0 0 0,-1 0 0 0 0,1-1 0 0 0,0 1 0 0 0,0 0 0 0 0,0 0 0 0 0,-1 0 0 0 0,1 0 0 0 0,0 0 0 0 0,0-1 0 0 0,-1 1 0 0 0,1 0 0 0 0,0 0 0 0 0,0 0 0 0 0,-1 0 0 0 0,1 0 0 0 0,0 0 0 0 0,0 0 0 0 0,-1 0 0 0 0,1 0 0 0 0,0 0 0 0 0,0 0 0 0 0,-1 0 0 0 0,1 0 0 0 0,0 0 0 0 0,0 0 0 0 0,0 0 0 0 0,-1 1 0 0 0,1-1 0 0 0,-6 5 98 0 0,1 0 1 0 0,-1 0 0 0 0,1 0 0 0 0,1 1-1 0 0,-1 0 1 0 0,1 0 0 0 0,0 0 0 0 0,0 1 0 0 0,1-1-1 0 0,-1 1 1 0 0,2 0 0 0 0,-5 14 0 0 0,6-17-142 0 0,-1 1 0 0 0,1 0 0 0 0,0 1 0 0 0,1-1 0 0 0,-1 0 0 0 0,1 0 0 0 0,0 0 0 0 0,0 0 0 0 0,1 0 1 0 0,0 0-1 0 0,0 0 0 0 0,0 0 0 0 0,0 0 0 0 0,1 0 0 0 0,-1 0 0 0 0,1 0 0 0 0,1 0 0 0 0,-1-1 0 0 0,1 1 0 0 0,5 6 0 0 0,-6-8-47 0 0,0-1-1 0 0,1 0 0 0 0,-1 0 0 0 0,0-1 0 0 0,1 1 0 0 0,-1 0 0 0 0,1-1 0 0 0,0 0 0 0 0,-1 1 0 0 0,1-1 0 0 0,0 0 0 0 0,0 0 0 0 0,0-1 0 0 0,0 1 0 0 0,0-1 0 0 0,0 1 0 0 0,0-1 1 0 0,0 0-1 0 0,0 0 0 0 0,0 0 0 0 0,0 0 0 0 0,0-1 0 0 0,0 1 0 0 0,0-1 0 0 0,-1 0 0 0 0,1 0 0 0 0,0 0 0 0 0,0 0 0 0 0,0-1 0 0 0,-1 1 0 0 0,1 0 0 0 0,3-4 0 0 0,3-1-11 0 0,-1 0-1 0 0,0 0 0 0 0,0-1 0 0 0,-1 0 1 0 0,0 0-1 0 0,0-1 0 0 0,-1 0 0 0 0,9-13 0 0 0,-4 0 79 0 0,0 0-1 0 0,-2 0 1 0 0,0-1-1 0 0,-1-1 0 0 0,-2 1 1 0 0,0-1-1 0 0,-1 0 0 0 0,-1-1 1 0 0,-2 1-1 0 0,0-1 1 0 0,-1 0-1 0 0,-2 1 0 0 0,0-1 1 0 0,-2 1-1 0 0,-6-28 0 0 0,5 33 421 0 0,-6-12 229 0 0,9 29-589 0 0,1 1-102 0 0,0 0 0 0 0,0 0 1 0 0,0 0-1 0 0,0 0 0 0 0,-1 0 1 0 0,1 0-1 0 0,0 0 0 0 0,0 0 1 0 0,0 0-1 0 0,0 0 1 0 0,0 0-1 0 0,0 0 0 0 0,-1 0 1 0 0,1 0-1 0 0,0 0 0 0 0,0 0 1 0 0,0 0-1 0 0,0 0 1 0 0,0 0-1 0 0,-1 0 0 0 0,1 0 1 0 0,0 0-1 0 0,0 0 0 0 0,0 0 1 0 0,0 0-1 0 0,0 0 0 0 0,0 0 1 0 0,-1 0-1 0 0,1 0 1 0 0,0 0-1 0 0,0-1 0 0 0,0 1 1 0 0,0 0-1 0 0,0 0 0 0 0,0 0 1 0 0,0 0-1 0 0,0 0 0 0 0,0 0 1 0 0,-1 0-1 0 0,1-1 1 0 0,0 1-1 0 0,0 0 0 0 0,0 0 1 0 0,0 0-1 0 0,0 0 0 0 0,0 0 1 0 0,0-1-1 0 0,0 1 1 0 0,0 0-1 0 0,0 0 0 0 0,0 0 1 0 0,0 0-1 0 0,0 0 0 0 0,0-1 1 0 0,0 1-1 0 0,0 0 0 0 0,0 0 1 0 0,0 0-1 0 0,0 0 1 0 0,1 0-1 0 0,-1-1 0 0 0,-6 17 7 0 0,1-1 0 0 0,0 1 0 0 0,2-1 0 0 0,-1 1 0 0 0,2 0-1 0 0,0 1 1 0 0,1-1 0 0 0,1 0 0 0 0,2 19 0 0 0,2 8-2 0 0,2 0-1 0 0,16 59 1 0 0,-20-91-57 0 0,2 0 0 0 0,-1 0 0 0 0,2 0 1 0 0,-1-1-1 0 0,2 1 0 0 0,-1-1 0 0 0,11 14 0 0 0,-15-23 33 0 0,3-2 90 0 0,0 0 11 0 0,0 0-1 0 0,0-1 1 0 0,-1 1-1 0 0,1-1 0 0 0,0 0 1 0 0,-1 0-1 0 0,1 0 1 0 0,-1 0-1 0 0,1-1 0 0 0,-1 0 1 0 0,0 1-1 0 0,0-1 1 0 0,-1 0-1 0 0,1 0 0 0 0,0-1 1 0 0,-1 1-1 0 0,0 0 1 0 0,2-5-1 0 0,-3 7 222 0 0,8-11 674 0 0,-4 17-4565 0 0,-4 2 3288 0 0</inkml:trace>
</inkml:ink>
</file>

<file path=ppt/ink/ink4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2:18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73 164 0 0,'-3'-44'7291'0'0,"4"30"-6383"0"0,0 6-1477 0 0,0 1-3456 0 0</inkml:trace>
</inkml:ink>
</file>

<file path=ppt/ink/ink4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2:18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1 668 0 0,'0'0'3300'0'0,"1"4"-2802"0"0,10 81 3133 0 0,1-31-2158 0 0,-12-51-1406 0 0,0-1 0 0 0,0 1 0 0 0,1-1 0 0 0,-1 1-1 0 0,1-1 1 0 0,-1 0 0 0 0,1 1 0 0 0,0-1 0 0 0,0 0 0 0 0,0 1-1 0 0,0-1 1 0 0,0 0 0 0 0,1 0 0 0 0,-1 0 0 0 0,4 4 1174 0 0,-1-9-1113 0 0,-1 0-81 0 0,1 0 0 0 0,-1-1 0 0 0,1 1 0 0 0,-1-1 0 0 0,0 0 1 0 0,0 0-1 0 0,-1 0 0 0 0,1-1 0 0 0,-1 1 0 0 0,0-1 0 0 0,3-7 0 0 0,17-29 232 0 0,-21 40-247 0 0,1-3-45 0 0,-2 4-7 0 0,0-1 1 0 0,0 0 0 0 0,0 1 0 0 0,0-1 0 0 0,0 0 0 0 0,0 1 0 0 0,0-1 0 0 0,1 1 0 0 0,-1-1 0 0 0,0 0 0 0 0,0 1 0 0 0,1-1 0 0 0,-1 1 0 0 0,1-1-1 0 0,-1 1 1 0 0,0-1 0 0 0,1 1 0 0 0,-1-1 0 0 0,1 1 0 0 0,-1-1 0 0 0,1 1 0 0 0,-1 0 0 0 0,1-1 0 0 0,-1 1 0 0 0,1 0 0 0 0,-1-1 0 0 0,1 1-1 0 0,0 0 1 0 0,-1 0 0 0 0,1-1 0 0 0,0 1 0 0 0,0 0 0 0 0,2 3-34 0 0,1-1-1 0 0,-1 0 1 0 0,1 0-1 0 0,0 0 1 0 0,-1 0 0 0 0,1 0-1 0 0,0-1 1 0 0,0 1-1 0 0,0-1 1 0 0,0 0 0 0 0,0-1-1 0 0,1 1 1 0 0,-1-1-1 0 0,0 1 1 0 0,0-1 0 0 0,0-1-1 0 0,0 1 1 0 0,1 0-1 0 0,-1-1 1 0 0,0 0-1 0 0,0 0 1 0 0,0 0 0 0 0,0-1-1 0 0,0 1 1 0 0,-1-1-1 0 0,6-3 1 0 0,50-31 1652 0 0,-58 35-970 0 0,11-9 992 0 0</inkml:trace>
</inkml:ink>
</file>

<file path=ppt/ink/ink4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2:19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44 592 0 0,'0'0'2872'0'0,"-3"-14"2497"0"0,18-7-4237 0 0,-2 14-748 0 0,5 6-872 0 0</inkml:trace>
</inkml:ink>
</file>

<file path=ppt/ink/ink4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2:20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60 376 0 0,'24'-52'6147'0'0,"-24"50"-5431"0"0,0 2-659 0 0,0-1 0 0 0,0 1 0 0 0,0 0-1 0 0,0 0 1 0 0,0 0 0 0 0,0-1 0 0 0,0 1-1 0 0,0 0 1 0 0,0 0 0 0 0,0 0-1 0 0,1 0 1 0 0,-1-1 0 0 0,0 1 0 0 0,0 0-1 0 0,0 0 1 0 0,0 0 0 0 0,0 0 0 0 0,0-1-1 0 0,0 1 1 0 0,0 0 0 0 0,1 0 0 0 0,-1 0-1 0 0,0 0 1 0 0,0 0 0 0 0,0-1 0 0 0,0 1-1 0 0,0 0 1 0 0,1 0 0 0 0,-1 0 0 0 0,0 0-1 0 0,0 0 1 0 0,0 0 0 0 0,0 0 0 0 0,1 0-1 0 0,-1 0 1 0 0,0 0 0 0 0,0 0-1 0 0,0 0 1 0 0,1 0 0 0 0,-1 0 0 0 0,0 0-1 0 0,0 0 1 0 0,0 0 0 0 0,1 0 0 0 0,-1 0-1 0 0,0 0 1 0 0,0 0 0 0 0,0 0 0 0 0,0 0-1 0 0,1 0 1 0 0,-1 0 0 0 0,0 0 0 0 0,0 0-1 0 0,0 1 1 0 0,0-1 0 0 0,1 0 0 0 0,-1 0-1 0 0,3 8 35 0 0,0 0 1 0 0,0 0-1 0 0,-1 1 0 0 0,0-1 0 0 0,0 1 0 0 0,-1-1 1 0 0,0 1-1 0 0,-1-1 0 0 0,0 1 0 0 0,0 0 0 0 0,0-1 1 0 0,-2 1-1 0 0,1-1 0 0 0,-4 12 0 0 0,-5 24-65 0 0,-23 57-1 0 0,20-63-443 0 0,-22 54-1647 0 0,7-35-2396 0 0,14-32 1644 0 0</inkml:trace>
</inkml:ink>
</file>

<file path=ppt/ink/ink4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2:21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6 663 224 0 0,'0'0'1036'0'0,"-5"11"2752"0"0,7-5 68 0 0,6-8-3703 0 0,1 0 0 0 0,-1-1 1 0 0,0 0-1 0 0,0 0 0 0 0,0-1 0 0 0,-1 0 0 0 0,1 0 0 0 0,-1-1 0 0 0,10-8 0 0 0,64-58 426 0 0,-66 57-463 0 0,7-5-6 0 0,-2-2 0 0 0,0-1 0 0 0,-2 0 0 0 0,0-1 0 0 0,-1-1 0 0 0,-2 0 0 0 0,0-2 0 0 0,-2 1 0 0 0,0-2 0 0 0,-2 0 0 0 0,-1 0 0 0 0,-2-1 0 0 0,0 0 0 0 0,-2 0 0 0 0,-1-1 0 0 0,-1 0 0 0 0,0-44 0 0 0,-11 25 343 0 0,7 46-372 0 0,-4 5-84 0 0,-2 2 2 0 0,0 1 1 0 0,0-1 0 0 0,0 1 0 0 0,1 1 0 0 0,0-1 0 0 0,0 1 0 0 0,1 0-1 0 0,0 0 1 0 0,0 1 0 0 0,1-1 0 0 0,-1 1 0 0 0,2-1 0 0 0,-1 1 0 0 0,-1 8-1 0 0,-5 24-8 0 0,-8 58-1 0 0,8-28-3 0 0,1-28 16 0 0,3 0 0 0 0,2 1 1 0 0,3 73-1 0 0,13-47 672 0 0,-13-68-669 0 0,0-1-1 0 0,0 1 1 0 0,0-1-1 0 0,0 1 1 0 0,0-1-1 0 0,0 1 1 0 0,0-1 0 0 0,1 1-1 0 0,-1-1 1 0 0,0 0-1 0 0,0 1 1 0 0,0-1 0 0 0,1 1-1 0 0,-1-1 1 0 0,0 1-1 0 0,1-1 1 0 0,-1 0-1 0 0,0 1 1 0 0,1-1 0 0 0,-1 0-1 0 0,0 1 1 0 0,1-1-1 0 0,-1 0 1 0 0,1 0-1 0 0,-1 1 1 0 0,1-1 0 0 0,-1 0-1 0 0,0 0 1 0 0,1 0-1 0 0,-1 0 1 0 0,1 1 0 0 0,-1-1-1 0 0,1 0 1 0 0,20-5 86 0 0,14-16 11 0 0,29-33 66 0 0,-63 53-177 0 0,1 1-41 0 0,1 0 40 0 0,-1 0 1 0 0,0 0-1 0 0,0 1 1 0 0,0-1-1 0 0,0 0 1 0 0,0 1-1 0 0,0 0 0 0 0,0 0 1 0 0,0-1-1 0 0,0 1 1 0 0,0 0-1 0 0,0 1 1 0 0,0-1-1 0 0,0 0 1 0 0,-1 0-1 0 0,1 1 1 0 0,0-1-1 0 0,1 3 1 0 0,0-1-5 0 0,0 0 0 0 0,1-1 0 0 0,-1 1 0 0 0,1-1 0 0 0,0 1 0 0 0,0-1 1 0 0,0-1-1 0 0,0 1 0 0 0,5 1 0 0 0,-8-2 15 0 0,1-1 0 0 0,-1 1 0 0 0,0-1-1 0 0,1 0 1 0 0,-1 1 0 0 0,1-1 0 0 0,-1 0 0 0 0,0 0 0 0 0,1 0 0 0 0,-1 0 0 0 0,0 0-1 0 0,1-1 1 0 0,-1 1 0 0 0,1 0 0 0 0,-1 0 0 0 0,0-1 0 0 0,1 1 0 0 0,1-2 0 0 0,-3 1-6 0 0,0 1 0 0 0,0-1 1 0 0,0 0-1 0 0,0 0 1 0 0,0 0-1 0 0,-1 1 0 0 0,1-1 1 0 0,0 0-1 0 0,0 0 1 0 0,0 0-1 0 0,-1 1 0 0 0,1-1 1 0 0,0 0-1 0 0,-1 1 1 0 0,1-1-1 0 0,-1 0 0 0 0,1 1 1 0 0,-1-1-1 0 0,1 0 1 0 0,-1 1-1 0 0,1-1 0 0 0,-1 1 1 0 0,0-1-1 0 0,1 1 1 0 0,-2-2-1 0 0,-1 1-123 0 0,0-1 0 0 0,0 1 0 0 0,0-1 0 0 0,0 1 0 0 0,0 0 0 0 0,0 0 0 0 0,0 0 0 0 0,0 0 0 0 0,0 1 0 0 0,-1-1 0 0 0,-4 1 0 0 0,-5-2-729 0 0,-36-8-5740 0 0,31 5 3522 0 0</inkml:trace>
</inkml:ink>
</file>

<file path=ppt/ink/ink4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2:22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1 230 11533 0 0,'1'-32'2274'0'0,"3"24"-2212"0"0,0 1 1 0 0,0-1 0 0 0,1 1 0 0 0,0 0 0 0 0,1 1 0 0 0,-1-1 0 0 0,1 1-1 0 0,0 0 1 0 0,1 0 0 0 0,0 1 0 0 0,-1 0 0 0 0,2 0 0 0 0,-1 1 0 0 0,11-6-1 0 0,5-2-284 0 0,1 1 0 0 0,0 1 0 0 0,41-11 0 0 0,32-1-1762 0 0,-32 9-2414 0 0,-52 10 3035 0 0,28-6-2077 0 0</inkml:trace>
</inkml:ink>
</file>

<file path=ppt/ink/ink4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2:22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251 111 1348 0 0,'0'0'5355'0'0,"-2"5"-4593"0"0,-8 16-327 0 0,2 1 0 0 0,0 1-1 0 0,2-1 1 0 0,0 1 0 0 0,2 1 0 0 0,0-1 0 0 0,0 30 0 0 0,-6 31 304 0 0,4-44-417 0 0,2-5 123 0 0,-2 1 0 0 0,-2-1 0 0 0,-1 0 0 0 0,-21 53 0 0 0,29-86-308 0 0,0 0-1 0 0,0 0 1 0 0,0 0-1 0 0,0 0 1 0 0,0 0 0 0 0,0 0-1 0 0,-1-1 1 0 0,1 1 0 0 0,-1 0-1 0 0,1-1 1 0 0,-1 1-1 0 0,0-1 1 0 0,1 1 0 0 0,-1-1-1 0 0,0 0 1 0 0,0 0-1 0 0,0 0 1 0 0,0 0 0 0 0,-2 1-1 0 0,2-2-73 0 0,0 0-1 0 0,0 0 0 0 0,0-1 1 0 0,0 1-1 0 0,0 0 0 0 0,0-1 1 0 0,1 1-1 0 0,-1-1 0 0 0,0 0 1 0 0,0 0-1 0 0,1 1 0 0 0,-1-1 0 0 0,0 0 1 0 0,1-1-1 0 0,-1 1 0 0 0,1 0 1 0 0,-1 0-1 0 0,1-1 0 0 0,0 1 1 0 0,0-1-1 0 0,-1 1 0 0 0,1-1 1 0 0,0 1-1 0 0,-1-3 0 0 0,-5-9 47 0 0,-1 0 0 0 0,2-1-1 0 0,0 0 1 0 0,0 0 0 0 0,1-1-1 0 0,1 0 1 0 0,1 0 0 0 0,0 0-1 0 0,1 0 1 0 0,0 0 0 0 0,1 0-1 0 0,2-20 1 0 0,1 0-111 0 0,1-1 1 0 0,1 0 0 0 0,3 1-1 0 0,11-40 1 0 0,-10 50-52 0 0,1 0 1 0 0,1 0-1 0 0,1 1 1 0 0,24-40-1 0 0,-30 56 32 0 0,0 1-1 0 0,0 0 0 0 0,0 0 1 0 0,1 0-1 0 0,0 1 1 0 0,1 0-1 0 0,-1 0 1 0 0,1 1-1 0 0,0 0 0 0 0,1 0 1 0 0,-1 0-1 0 0,1 1 1 0 0,0 0-1 0 0,0 1 0 0 0,0-1 1 0 0,0 2-1 0 0,1-1 1 0 0,8-1-1 0 0,-13 4-3 0 0,0 0 0 0 0,-1 0 0 0 0,1 0 0 0 0,0 0 0 0 0,0 1 0 0 0,-1-1 0 0 0,1 1 0 0 0,-1 0 0 0 0,1 0-1 0 0,-1 0 1 0 0,1 0 0 0 0,-1 1 0 0 0,1 0 0 0 0,-1-1 0 0 0,0 1 0 0 0,0 1 0 0 0,0-1 0 0 0,0 0 0 0 0,0 1 0 0 0,-1-1 0 0 0,1 1 0 0 0,-1 0 0 0 0,1 0 0 0 0,-1 0 0 0 0,0 0-1 0 0,0 0 1 0 0,-1 0 0 0 0,1 0 0 0 0,0 1 0 0 0,-1-1 0 0 0,0 1 0 0 0,0-1 0 0 0,0 1 0 0 0,0 7 0 0 0,1-2-35 0 0,0 1 0 0 0,-1-1 0 0 0,-1 0 0 0 0,0 1 0 0 0,0-1 0 0 0,0 1 0 0 0,-2-1 0 0 0,1 0 0 0 0,-1 0 0 0 0,0 1 0 0 0,-1-1 0 0 0,-7 16 0 0 0,3-14 66 0 0,0-1 1 0 0,0 0 0 0 0,-2 0 0 0 0,1-1 0 0 0,-1 0 0 0 0,0 0-1 0 0,-1-1 1 0 0,0 0 0 0 0,-19 11 0 0 0,-39 16-1136 0 0,1-11-4486 0 0,51-22-2333 0 0</inkml:trace>
</inkml:ink>
</file>

<file path=ppt/ink/ink4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2:23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40 364 0 0,'9'-1'534'0'0,"0"0"0"0"0,0 0 0 0 0,-1 1 0 0 0,1 0 0 0 0,0 1 0 0 0,0 0 0 0 0,0 0 0 0 0,-1 1 0 0 0,1 0 0 0 0,0 1 0 0 0,11 5 0 0 0,-16-6-428 0 0,0 0 0 0 0,0 1 0 0 0,0-1 0 0 0,-1 1 0 0 0,1 0 0 0 0,-1 0 0 0 0,0 0 0 0 0,0 1 0 0 0,0-1 0 0 0,0 1 0 0 0,-1 0 0 0 0,1-1 0 0 0,-1 1 0 0 0,0 0 0 0 0,0 0 0 0 0,-1 1 0 0 0,1-1 0 0 0,-1 0 0 0 0,0 0 0 0 0,0 1 0 0 0,0-1 0 0 0,0 1 0 0 0,-1-1 0 0 0,0 9 0 0 0,0-7-7 0 0,0 0-1 0 0,-1-1 1 0 0,0 1 0 0 0,0 0-1 0 0,0 0 1 0 0,0-1-1 0 0,-1 1 1 0 0,0-1-1 0 0,-1 1 1 0 0,1-1 0 0 0,-1 0-1 0 0,0 0 1 0 0,0 0-1 0 0,0 0 1 0 0,-1-1 0 0 0,0 1-1 0 0,0-1 1 0 0,0 0-1 0 0,0 0 1 0 0,0 0 0 0 0,-1-1-1 0 0,-5 4 1 0 0,8-6 177 0 0,-13-16 86 0 0,15 8-336 0 0,0 1 0 0 0,0 0 0 0 0,1 0 0 0 0,0-1 0 0 0,0 1 1 0 0,0 0-1 0 0,1 0 0 0 0,0 0 0 0 0,0 0 0 0 0,1 0 0 0 0,-1 0 0 0 0,1 1 0 0 0,0-1 1 0 0,1 1-1 0 0,0 0 0 0 0,5-7 0 0 0,9-10 18 0 0,1 1-1 0 0,29-25 1 0 0,-35 36-54 0 0,-1 0 0 0 0,2 0 0 0 0,-1 2 0 0 0,27-14 0 0 0,-39 22-3 0 0,9 2-44 0 0,7 8 11 0 0,-16-9 25 0 0,2 14-652 0 0,-1 2-6746 0 0</inkml:trace>
</inkml:ink>
</file>

<file path=ppt/ink/ink4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2:23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24 336 0 0,'0'0'1961'0'0,"-4"-4"-1068"0"0,-18-15 695 0 0,2 34-256 0 0,14-10-1126 0 0,0 0 0 0 0,0 1 0 0 0,0 0 0 0 0,1-1 0 0 0,0 2 0 0 0,0-1 0 0 0,0 1 0 0 0,1-1 0 0 0,0 1 0 0 0,1 0 0 0 0,-1 1 0 0 0,1-1 0 0 0,1 1 0 0 0,-1-1 0 0 0,2 1 0 0 0,-1 0 0 0 0,1 0 0 0 0,0 0 0 0 0,0 0 0 0 0,1 0 0 0 0,0 0 0 0 0,2 14 0 0 0,-2-21-187 0 0,0 1-1 0 0,0-1 0 0 0,1 0 0 0 0,-1 1 0 0 0,0-1 0 0 0,1 0 1 0 0,-1 0-1 0 0,1 0 0 0 0,-1 1 0 0 0,1-1 0 0 0,0 0 1 0 0,0 0-1 0 0,-1 0 0 0 0,1 0 0 0 0,0 0 0 0 0,0 0 1 0 0,0 0-1 0 0,0-1 0 0 0,0 1 0 0 0,0 0 0 0 0,0 0 0 0 0,0-1 1 0 0,0 1-1 0 0,1 0 0 0 0,-1-1 0 0 0,1 1 0 0 0,0-1 13 0 0,0 0 1 0 0,1 0-1 0 0,-1 0 0 0 0,0-1 0 0 0,0 1 0 0 0,0 0 0 0 0,0-1 0 0 0,0 0 0 0 0,0 1 0 0 0,0-1 0 0 0,0 0 0 0 0,-1 0 1 0 0,1 0-1 0 0,3-2 0 0 0,1-1 93 0 0,0-1 0 0 0,0 0 1 0 0,-1 0-1 0 0,1 0 0 0 0,-1-1 1 0 0,0 0-1 0 0,7-11 1 0 0,-9 12-47 0 0,0-1 1 0 0,-1 1 0 0 0,0-1 0 0 0,0 0 0 0 0,0 0 0 0 0,0 0 0 0 0,-1 0 0 0 0,0 0 0 0 0,0 0 0 0 0,-1 0 0 0 0,0 0 0 0 0,0 0 0 0 0,0-1 0 0 0,-1 1 0 0 0,0 0-1 0 0,0 0 1 0 0,-2-6 0 0 0,-3 5-219 0 0,0 8-3155 0 0,1 2 2658 0 0,-6 4-362 0 0,2 2-2697 0 0</inkml:trace>
</inkml:ink>
</file>

<file path=ppt/ink/ink4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2:23.8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319 356 920 0 0,'1'-1'266'0'0,"-1"0"-1"0"0,1 1 1 0 0,-1-1 0 0 0,0 0-1 0 0,1 1 1 0 0,-1-1 0 0 0,0 0-1 0 0,1 0 1 0 0,-1 1 0 0 0,0-1-1 0 0,0 0 1 0 0,0 0 0 0 0,0 0-1 0 0,0 1 1 0 0,0-1 0 0 0,0 0-1 0 0,0 0 1 0 0,0 1-1 0 0,0-1 1 0 0,0 0 0 0 0,-1-1-1 0 0,-11-2 1971 0 0,9 4-2102 0 0,1 1 0 0 0,-1-1 0 0 0,0 1 0 0 0,1 0 0 0 0,-1 0 0 0 0,1-1 0 0 0,-1 2 0 0 0,0-1 0 0 0,-3 3 0 0 0,0 1 80 0 0,1 0-1 0 0,0 0 1 0 0,0 1-1 0 0,0-1 1 0 0,1 1 0 0 0,-1 1-1 0 0,2-1 1 0 0,-5 8-1 0 0,-10 32 54 0 0,17-44-274 0 0,1-1 1 0 0,0 0-1 0 0,-1 0 0 0 0,1 0 0 0 0,0 0 0 0 0,0 0 1 0 0,0 0-1 0 0,-1 0 0 0 0,1 1 0 0 0,0-1 0 0 0,0 0 1 0 0,1 0-1 0 0,-1 0 0 0 0,0 0 0 0 0,0 0 1 0 0,0 0-1 0 0,1 0 0 0 0,-1 0 0 0 0,0 0 0 0 0,1 0 1 0 0,-1 0-1 0 0,1 0 0 0 0,-1 0 0 0 0,1 0 0 0 0,0 0 1 0 0,-1-1-1 0 0,1 1 0 0 0,0 0 0 0 0,0 0 0 0 0,0-1 1 0 0,-1 1-1 0 0,1 0 0 0 0,0-1 0 0 0,0 1 0 0 0,0-1 1 0 0,0 1-1 0 0,0-1 0 0 0,0 0 0 0 0,0 1 0 0 0,0-1 1 0 0,0 0-1 0 0,0 0 0 0 0,0 1 0 0 0,0-1 0 0 0,0 0 1 0 0,0 0-1 0 0,1 0 0 0 0,-1 0 0 0 0,0 0 0 0 0,0-1 1 0 0,0 1-1 0 0,0 0 0 0 0,0-1 0 0 0,0 1 0 0 0,0 0 1 0 0,0-1-1 0 0,0 1 0 0 0,0-1 0 0 0,0 1 0 0 0,-1-1 1 0 0,3-1-1 0 0,3-2 83 0 0,0-1 1 0 0,0-1 0 0 0,-1 1-1 0 0,0-1 1 0 0,0 0 0 0 0,0 0-1 0 0,0-1 1 0 0,-1 1 0 0 0,0-1-1 0 0,-1 0 1 0 0,1 0 0 0 0,-1 0-1 0 0,3-15 1 0 0,0 1 382 0 0,-2 0-1 0 0,-1-1 1 0 0,1-38-1 0 0,-4 46-222 0 0,-1 0-1 0 0,0 0 0 0 0,-1 0 1 0 0,-1 0-1 0 0,0 0 1 0 0,0 1-1 0 0,-2-1 0 0 0,0 1 1 0 0,0 0-1 0 0,-1 0 0 0 0,-1 1 1 0 0,-10-15-1 0 0,14 21-251 0 0,-1 2 0 0 0,1-1-1 0 0,-1 0 1 0 0,0 1 0 0 0,-1 0 0 0 0,1 0-1 0 0,-1 0 1 0 0,0 0 0 0 0,0 1-1 0 0,0 0 1 0 0,0 0 0 0 0,-1 0 0 0 0,1 0-1 0 0,-1 1 1 0 0,0 0 0 0 0,1 0 0 0 0,-1 1-1 0 0,0 0 1 0 0,0 0 0 0 0,0 0 0 0 0,0 1-1 0 0,0-1 1 0 0,0 2 0 0 0,-1-1 0 0 0,1 1-1 0 0,0-1 1 0 0,0 2 0 0 0,1-1-1 0 0,-1 1 1 0 0,-9 3 0 0 0,7-2-333 0 0,0 1 0 0 0,0 0 0 0 0,1 0 0 0 0,-1 0 1 0 0,1 1-1 0 0,0 0 0 0 0,-8 8 0 0 0,10-8-979 0 0,0 1 0 0 0,0 0-1 0 0,1 0 1 0 0,0 0 0 0 0,-5 9 0 0 0,2-1-2503 0 0</inkml:trace>
</inkml:ink>
</file>

<file path=ppt/ink/ink4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2:24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1 484 0 0,'0'2'11162'0'0,"-6"18"-11000"0"0,-8 12 696 0 0,6-14-415 0 0,0 0 1 0 0,2 1 0 0 0,-6 23 0 0 0,11-41-404 0 0,1 0 1 0 0,-1 1 0 0 0,1-1-1 0 0,-1 0 1 0 0,1 0 0 0 0,0 1-1 0 0,-1-1 1 0 0,1 0 0 0 0,0 0 0 0 0,0 1-1 0 0,0-1 1 0 0,0 0 0 0 0,0 1-1 0 0,0-1 1 0 0,1 0 0 0 0,-1 0-1 0 0,0 1 1 0 0,1-1 0 0 0,-1 0-1 0 0,1 0 1 0 0,-1 1 0 0 0,1-1 0 0 0,-1 0-1 0 0,1 0 1 0 0,0 0 0 0 0,0 0-1 0 0,-1 0 1 0 0,1 0 0 0 0,0 0-1 0 0,0 0 1 0 0,0 0 0 0 0,0-1-1 0 0,2 2 1 0 0,-1-2 80 0 0,25-13 184 0 0,31-41 741 0 0,-57 53-821 0 0,6-6 195 0 0,-7 6-359 0 0,0 1-1 0 0,1-1 0 0 0,-1 0 1 0 0,1 0-1 0 0,-1 0 0 0 0,1 1 1 0 0,0-1-1 0 0,-1 0 0 0 0,1 0 0 0 0,0 1 1 0 0,0-1-1 0 0,-1 1 0 0 0,1-1 1 0 0,0 1-1 0 0,0-1 0 0 0,0 1 1 0 0,0-1-1 0 0,0 1 0 0 0,-1 0 0 0 0,2-1 1 0 0,0 1-133 0 0,0 0 0 0 0,0 0 1 0 0,-1 0-1 0 0,1 0 0 0 0,0 1 0 0 0,0-1 1 0 0,-1 1-1 0 0,1-1 0 0 0,0 1 0 0 0,-1-1 1 0 0,1 1-1 0 0,-1 0 0 0 0,1 0 0 0 0,0 0 1 0 0,-1 0-1 0 0,0 0 0 0 0,3 2 1 0 0,11 7-2835 0 0,6-3-5688 0 0,-5-5 4985 0 0</inkml:trace>
</inkml:ink>
</file>

<file path=ppt/ink/ink4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2:24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1 976 0 0,'0'0'3914'0'0,"-6"3"-3076"0"0,3-1-818 0 0,0-1 130 0 0,0 0 0 0 0,0 1 1 0 0,0-1-1 0 0,0 1 0 0 0,1 0 0 0 0,-1 0 0 0 0,0 0 0 0 0,1 0 0 0 0,0 1 0 0 0,-1-1 1 0 0,1 0-1 0 0,0 1 0 0 0,0 0 0 0 0,1-1 0 0 0,-1 1 0 0 0,0 0 0 0 0,1 0 0 0 0,0 0 1 0 0,-1 0-1 0 0,0 5 0 0 0,-4 15 683 0 0,5-19-690 0 0,0 0 0 0 0,0 0-1 0 0,0 0 1 0 0,0 0 0 0 0,1 0 0 0 0,-1 0 0 0 0,1 0 0 0 0,1 6 0 0 0,-1-7-116 0 0,1 1 1 0 0,-1-1-1 0 0,1-1 1 0 0,0 1 0 0 0,0 0-1 0 0,0 0 1 0 0,0 0-1 0 0,1 0 1 0 0,-1-1 0 0 0,1 1-1 0 0,0-1 1 0 0,0 1-1 0 0,0-1 1 0 0,0 0-1 0 0,0 1 1 0 0,0-1 0 0 0,1 0-1 0 0,-1-1 1 0 0,0 1-1 0 0,5 2 1 0 0,-2-2-31 0 0,0 0 0 0 0,0-1 0 0 0,0 1-1 0 0,0-1 1 0 0,0 0 0 0 0,1-1 0 0 0,-1 1 0 0 0,0-1 0 0 0,0 0 0 0 0,1 0 0 0 0,5-2-1 0 0,5-1 0 0 0,-1 0-1 0 0,1-1 0 0 0,-1-1 1 0 0,0-1-1 0 0,0 0 0 0 0,27-16 0 0 0,-32 16 332 0 0,-1 0 0 0 0,1 0-1 0 0,-1-1 1 0 0,-1-1 0 0 0,0 1 0 0 0,0-1-1 0 0,0-1 1 0 0,8-12 0 0 0,-15 20-201 0 0,0 0 0 0 0,-1 1 1 0 0,1-1-1 0 0,-1 0 0 0 0,1 0 0 0 0,-1 0 1 0 0,1 0-1 0 0,-1 0 0 0 0,1 0 1 0 0,-1 0-1 0 0,0 1 0 0 0,0-1 0 0 0,1 0 1 0 0,-1 0-1 0 0,0 0 0 0 0,0 0 1 0 0,0 0-1 0 0,0 0 0 0 0,0 0 1 0 0,0 0-1 0 0,-1 0 0 0 0,1 0 0 0 0,0 0 1 0 0,0 0-1 0 0,-1 0 0 0 0,1 0 1 0 0,0 0-1 0 0,-1 0 0 0 0,1 0 0 0 0,-1 0 1 0 0,0 0-1 0 0,0 0-66 0 0,-1 1 0 0 0,1 0 0 0 0,0 0 0 0 0,0 0 0 0 0,-1 1 0 0 0,1-1-1 0 0,0 0 1 0 0,0 0 0 0 0,-1 1 0 0 0,1-1 0 0 0,0 0 0 0 0,0 1 0 0 0,0-1 0 0 0,0 1 0 0 0,0 0 0 0 0,0-1 0 0 0,-2 3-1 0 0,1-2-179 0 0,1 1-1 0 0,-1 0 1 0 0,1-1-1 0 0,0 1 1 0 0,0 0-1 0 0,0 0 1 0 0,0 0-1 0 0,0 0 1 0 0,0 0-1 0 0,0 0 1 0 0,1 0-1 0 0,-1 0 0 0 0,1 1 1 0 0,-1-1-1 0 0,1 0 1 0 0,0 0-1 0 0,0 0 1 0 0,0 1-1 0 0,0-1 1 0 0,1 4-1 0 0,-1-4-435 0 0,0-1-1 0 0,0 1 1 0 0,1-1-1 0 0,-1 1 1 0 0,1 0-1 0 0,-1-1 1 0 0,1 1-1 0 0,-1-1 1 0 0,1 0-1 0 0,0 1 1 0 0,0-1-1 0 0,0 0 1 0 0,0 1-1 0 0,0-1 1 0 0,0 0-1 0 0,0 0 0 0 0,2 2 1 0 0,12 6-3404 0 0</inkml:trace>
</inkml:ink>
</file>

<file path=ppt/ink/ink4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2:27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220 43 196 0 0,'0'0'2931'0'0,"-1"-25"3310"0"0,-2 22-6153 0 0,-1 1 0 0 0,1 0 0 0 0,-1 1 0 0 0,1-1 0 0 0,-1 0 0 0 0,0 1 0 0 0,0 0 0 0 0,0 0 0 0 0,0 0 0 0 0,0 0 0 0 0,0 1 0 0 0,0 0 1 0 0,0 0-1 0 0,0 0 0 0 0,0 0 0 0 0,0 0 0 0 0,0 1 0 0 0,0 0 0 0 0,0-1 0 0 0,1 2 0 0 0,-1-1 0 0 0,0 0 0 0 0,-5 3 0 0 0,-1 1-15 0 0,0-1-1 0 0,0 2 0 0 0,1-1 1 0 0,-1 1-1 0 0,1 0 0 0 0,1 1 0 0 0,-14 14 1 0 0,18-18-63 0 0,1 0 1 0 0,0 1-1 0 0,0 0 1 0 0,0 0-1 0 0,1 0 1 0 0,-1 0-1 0 0,1 0 0 0 0,0 1 1 0 0,0-1-1 0 0,1 1 1 0 0,-1-1-1 0 0,1 1 1 0 0,0-1-1 0 0,0 1 1 0 0,1 0-1 0 0,-1 0 1 0 0,1-1-1 0 0,0 1 1 0 0,1 0-1 0 0,-1 0 0 0 0,1-1 1 0 0,0 1-1 0 0,0 0 1 0 0,0-1-1 0 0,2 6 1 0 0,-1-6-1 0 0,0-1-1 0 0,1 1 1 0 0,-1-1 0 0 0,1 0 0 0 0,-1 1-1 0 0,1-1 1 0 0,0-1 0 0 0,0 1 0 0 0,0 0-1 0 0,1-1 1 0 0,-1 1 0 0 0,1-1 0 0 0,-1 0 0 0 0,1 0-1 0 0,0 0 1 0 0,-1-1 0 0 0,1 0 0 0 0,0 1-1 0 0,0-1 1 0 0,0 0 0 0 0,0-1 0 0 0,1 1 0 0 0,-1-1-1 0 0,0 0 1 0 0,0 0 0 0 0,0 0 0 0 0,0 0-1 0 0,8-3 1 0 0,-1 0 24 0 0,0 0 0 0 0,0-1 0 0 0,-1-1 0 0 0,1 0 1 0 0,-1-1-1 0 0,0 1 0 0 0,0-2 0 0 0,-1 0 0 0 0,0 0 0 0 0,0 0 0 0 0,-1-1 0 0 0,0 0 0 0 0,0-1 0 0 0,-1 0 0 0 0,0 0 0 0 0,0-1 0 0 0,-1 0 0 0 0,7-15 1 0 0,-11 21 67 0 0,0 0 0 0 0,1 0 1 0 0,0 0-1 0 0,-1 0 0 0 0,1 0 1 0 0,1 1-1 0 0,-1-1 0 0 0,0 1 1 0 0,6-3-1 0 0,-4 9-132 0 0,1 0 0 0 0,-1 0-1 0 0,0 1 1 0 0,0 0 0 0 0,-1 0 0 0 0,1 0 0 0 0,4 7 0 0 0,3 0-246 0 0,2 0-267 0 0,1 0 0 0 0,1-1 0 0 0,0 0 0 0 0,33 14-1 0 0,33 3-5631 0 0,-55-20 3429 0 0</inkml:trace>
</inkml:ink>
</file>

<file path=ppt/ink/ink4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2:29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0 204 64 0 0,'9'-10'854'0'0,"-1"1"1"0"0,1 0-1 0 0,0 0 1 0 0,1 0-1 0 0,0 1 1 0 0,1 1-1 0 0,-1 0 1 0 0,21-10-1 0 0,-29 17-800 0 0,-1 0 0 0 0,1 0 0 0 0,0 0 0 0 0,0 0-1 0 0,0 0 1 0 0,0 0 0 0 0,0 0 0 0 0,0 0 0 0 0,0 1 0 0 0,0-1 0 0 0,0 1 0 0 0,0 0 0 0 0,0-1-1 0 0,0 1 1 0 0,-1 0 0 0 0,1 0 0 0 0,0 0 0 0 0,0 0 0 0 0,-1 1 0 0 0,1-1 0 0 0,-1 0 0 0 0,1 1-1 0 0,-1-1 1 0 0,0 1 0 0 0,0-1 0 0 0,0 1 0 0 0,1 0 0 0 0,-1-1 0 0 0,1 5 0 0 0,4 3 74 0 0,-1 1 1 0 0,0 1-1 0 0,6 17 1 0 0,-7-11-15 0 0,-1 0 1 0 0,0 1 0 0 0,-2-1-1 0 0,0 0 1 0 0,-1 1-1 0 0,0-1 1 0 0,-1 0 0 0 0,-1 1-1 0 0,-1-1 1 0 0,-1 0-1 0 0,0 0 1 0 0,-11 26-1 0 0,15-43-99 0 0,0-1-1 0 0,0 1 1 0 0,0-1-1 0 0,-1 1 1 0 0,1-1-1 0 0,0 1 1 0 0,0 0-1 0 0,-1-1 1 0 0,1 1-1 0 0,0 0 1 0 0,0-1-1 0 0,-1 1 1 0 0,1 0-1 0 0,-1-1 1 0 0,1 1-1 0 0,0 0 1 0 0,-1-1-1 0 0,1 1 1 0 0,0 0-1 0 0,-1 0 1 0 0,1 0-1 0 0,-1-1 0 0 0,1 1 1 0 0,-1 0-1 0 0,1 0 1 0 0,-1 0-1 0 0,1 0 1 0 0,-1 0-1 0 0,1 0 1 0 0,0 0-1 0 0,-1 0 1 0 0,1 0-1 0 0,-1 0 1 0 0,1 0-1 0 0,-1 0 1 0 0,1 0-1 0 0,-1 0 1 0 0,1 0-1 0 0,-1 1 1 0 0,1-1-1 0 0,0 0 1 0 0,-1 0-1 0 0,1 0 1 0 0,-1 1-1 0 0,1-1 1 0 0,0 0-1 0 0,-1 1 1 0 0,1-1-1 0 0,0 0 1 0 0,-1 1-1 0 0,1-1 0 0 0,0 0 1 0 0,-1 1-1 0 0,1-1 1 0 0,0 1-1 0 0,0-1 1 0 0,0 1-1 0 0,-1-1 1 0 0,1 0-1 0 0,0 1 1 0 0,0-1-1 0 0,0 1 1 0 0,0-1-1 0 0,0 1 1 0 0,0-1-1 0 0,0 1 1 0 0,0 0-1 0 0,-11-36 215 0 0,11 22-260 0 0,0 1 0 0 0,1 0 0 0 0,1 0 0 0 0,0-1 1 0 0,1 1-1 0 0,0 1 0 0 0,1-1 0 0 0,0 0 0 0 0,1 1 0 0 0,0 0 1 0 0,1 0-1 0 0,0 0 0 0 0,1 1 0 0 0,0 0 0 0 0,1 0 0 0 0,0 1 1 0 0,0-1-1 0 0,1 2 0 0 0,0 0 0 0 0,1 0 0 0 0,-1 0 0 0 0,2 1 1 0 0,16-9-1 0 0,-24 15 16 0 0,1 0 0 0 0,-1 1 1 0 0,1-1-1 0 0,-1 1 0 0 0,1-1 1 0 0,0 1-1 0 0,-1 0 0 0 0,1 1 1 0 0,-1-1-1 0 0,1 0 0 0 0,-1 1 1 0 0,1 0-1 0 0,-1 0 0 0 0,1 0 1 0 0,-1 0-1 0 0,0 1 0 0 0,1-1 0 0 0,-1 1 1 0 0,4 3-1 0 0,9 5-19 0 0,0 2 0 0 0,19 18 1 0 0,-15-13-18 0 0,-3-3-18 0 0,0-1 0 0 0,1 0 0 0 0,1-1 0 0 0,34 16 0 0 0,-46-25 49 0 0,1-1 1 0 0,-1 1-1 0 0,1-1 0 0 0,0-1 1 0 0,0 1-1 0 0,0-1 0 0 0,-1-1 1 0 0,1 1-1 0 0,0-2 0 0 0,0 1 1 0 0,0-1-1 0 0,0 0 1 0 0,0 0-1 0 0,0-1 0 0 0,-1 0 1 0 0,12-5-1 0 0,4-3-13 0 0,1-1 0 0 0,-2-1 0 0 0,42-30 0 0 0,-54 35 28 0 0,0-1 0 0 0,-1-1 0 0 0,0 1 0 0 0,0-2 0 0 0,-1 1 0 0 0,0-1 0 0 0,-1 0 0 0 0,0-1 0 0 0,-1 0 0 0 0,7-13 0 0 0,-11 17-6 0 0,14-44 60 0 0,-16 49-41 0 0,0 0 1 0 0,1 0 0 0 0,-1-1-1 0 0,-1 1 1 0 0,1 0-1 0 0,0 0 1 0 0,0-1 0 0 0,-1 1-1 0 0,0 0 1 0 0,1 0-1 0 0,-1 0 1 0 0,0 0-1 0 0,0-1 1 0 0,0 1 0 0 0,0 0-1 0 0,0 1 1 0 0,-1-1-1 0 0,1 0 1 0 0,-3-2 0 0 0,3 3-6 0 0,0 0 1 0 0,0 0 0 0 0,-1 0-1 0 0,1 0 1 0 0,0 1-1 0 0,-1-1 1 0 0,1 0 0 0 0,0 1-1 0 0,-1-1 1 0 0,1 1 0 0 0,-1 0-1 0 0,1-1 1 0 0,0 1-1 0 0,-1 0 1 0 0,1 0 0 0 0,-1 0-1 0 0,1 0 1 0 0,-1 0 0 0 0,1 0-1 0 0,-1 1 1 0 0,1-1 0 0 0,-1 0-1 0 0,1 1 1 0 0,-2 0-1 0 0,-33 17 34 0 0,33-16-30 0 0,-5 3 3 0 0,1 1 1 0 0,-1 1-1 0 0,1 0 0 0 0,0-1 0 0 0,1 2 0 0 0,-1-1 0 0 0,2 1 0 0 0,-1 0 0 0 0,1 1 0 0 0,0-1 1 0 0,1 1-1 0 0,0 0 0 0 0,0 0 0 0 0,1 0 0 0 0,-4 17 0 0 0,6-21-6 0 0,0-1 1 0 0,0 1-1 0 0,0-1 0 0 0,1 1 1 0 0,0 0-1 0 0,0-1 0 0 0,0 1 0 0 0,0-1 1 0 0,1 1-1 0 0,0 0 0 0 0,0-1 1 0 0,0 1-1 0 0,0-1 0 0 0,1 1 0 0 0,-1-1 1 0 0,1 0-1 0 0,0 0 0 0 0,1 0 1 0 0,-1 0-1 0 0,1 0 0 0 0,0 0 1 0 0,0-1-1 0 0,0 1 0 0 0,0-1 0 0 0,0 0 1 0 0,1 0-1 0 0,0 0 0 0 0,0 0 1 0 0,-1-1-1 0 0,1 1 0 0 0,1-1 0 0 0,-1 0 1 0 0,0-1-1 0 0,7 3 0 0 0,-4-2-14 0 0,0-1 1 0 0,1 1-1 0 0,-1-2 0 0 0,0 1 0 0 0,1-1 0 0 0,-1 0 0 0 0,1 0 0 0 0,-1-1 0 0 0,1 0 1 0 0,-1 0-1 0 0,0-1 0 0 0,1 0 0 0 0,-1 0 0 0 0,0-1 0 0 0,0 0 0 0 0,-1 0 0 0 0,13-8 1 0 0,6-6-46 0 0,-1-1 0 0 0,0-1 0 0 0,23-24 0 0 0,-18 15 30 0 0,46-47 1029 0 0,-73 74-916 0 0,0-1 6 0 0,-2 1-89 0 0,0 1 0 0 0,0 0 1 0 0,0 0-1 0 0,0 0 0 0 0,0 0 0 0 0,0-1 0 0 0,0 1 0 0 0,0 0 0 0 0,0 0 0 0 0,0 0 0 0 0,0 0 0 0 0,0-1 0 0 0,0 1 0 0 0,0 0 0 0 0,0 0 0 0 0,0 0 0 0 0,0 0 0 0 0,1 0 0 0 0,-1 0 0 0 0,0-1 0 0 0,0 1 0 0 0,0 0 1 0 0,0 0-1 0 0,0 0 0 0 0,1 0 0 0 0,-1 0 0 0 0,0 0 0 0 0,0 0 0 0 0,0 0 0 0 0,0 0 0 0 0,0 0 0 0 0,1-1 0 0 0,-1 1 0 0 0,0 0 0 0 0,0 0 0 0 0,0 0 0 0 0,0 0 0 0 0,1 0 0 0 0,-1 0 0 0 0,0 0 0 0 0,0 0 1 0 0,0 0-1 0 0,0 0 0 0 0,1 1 0 0 0,-1-1 0 0 0,0 0 0 0 0,0 0 0 0 0,0 0 0 0 0,0 0 0 0 0,1 0 0 0 0,-1 0 0 0 0,0 0 0 0 0,0 0 0 0 0,2 9 10 0 0,-1 1-1 0 0,0-1 1 0 0,-1 0-1 0 0,1 0 1 0 0,-4 19-1 0 0,3 29 88 0 0,0-55-79 0 0,-1-2-17 0 0,1 1 0 0 0,0-1 0 0 0,0 1 0 0 0,0-1 0 0 0,0 0 0 0 0,-1 1 0 0 0,1-1 0 0 0,0 1 0 0 0,0-1 0 0 0,0 1 0 0 0,0-1 0 0 0,0 0 0 0 0,0 1 1 0 0,0-1-1 0 0,0 1 0 0 0,0-1 0 0 0,0 1 0 0 0,0-1 0 0 0,0 1 0 0 0,0-1 0 0 0,1 0 0 0 0,-1 1 0 0 0,0-1 0 0 0,0 1 0 0 0,0-1 0 0 0,1 0 0 0 0,-1 1 0 0 0,0-1 0 0 0,0 0 0 0 0,1 1 0 0 0,-1-1 0 0 0,0 0 0 0 0,1 1 0 0 0,-1-1 0 0 0,0 0 0 0 0,1 1 0 0 0,-1-1 0 0 0,1 0 0 0 0,-1 0 0 0 0,0 0 0 0 0,1 0 0 0 0,-1 1 0 0 0,1-1 0 0 0,-1 0 0 0 0,1 0 0 0 0,-1 0 0 0 0,0 0 0 0 0,1 0 0 0 0,-1 0 0 0 0,1 0 0 0 0,0 0 1 0 0,85-62-452 0 0,-80 60 322 0 0,-1 1 0 0 0,1 0 0 0 0,0 0-1 0 0,0 0 1 0 0,-1 1 0 0 0,1 0 0 0 0,0 0 0 0 0,0 0 0 0 0,0 1 0 0 0,-1 0 0 0 0,1 0 0 0 0,0 0 0 0 0,-1 1 0 0 0,1 0-1 0 0,5 2 1 0 0,19 5-325 0 0,-21-7 420 0 0,1-1 0 0 0,0 0 1 0 0,0 0-1 0 0,0 0 1 0 0,0-2-1 0 0,0 1 1 0 0,0-1-1 0 0,0 0 0 0 0,0-1 1 0 0,0-1-1 0 0,0 1 1 0 0,13-7-1 0 0,-18 7 229 0 0,0-1-1 0 0,-1 1 1 0 0,1-1-1 0 0,-1 0 1 0 0,0-1 0 0 0,0 1-1 0 0,0-1 1 0 0,0 1-1 0 0,-1-1 1 0 0,1 0-1 0 0,-1-1 1 0 0,0 1 0 0 0,0-1-1 0 0,-1 1 1 0 0,1-1-1 0 0,-1 0 1 0 0,0 0-1 0 0,-1 0 1 0 0,1 0 0 0 0,-1 0-1 0 0,0 0 1 0 0,0 0-1 0 0,0-1 1 0 0,-1 1-1 0 0,0-8 1 0 0,-3-30 949 0 0,-2 24-3131 0 0,4 16 960 0 0</inkml:trace>
</inkml:ink>
</file>

<file path=ppt/ink/ink4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2:29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34 392 0 0,'2'10'8147'0'0,"1"15"-5524"0"0,8 61-2666 0 0,-3-43 583 0 0,19 60 0 0 0,-4-16 946 0 0,-23-86-1453 0 0,0-1 0 0 0,1 1-1 0 0,-1-1 1 0 0,0 1 0 0 0,0-1 0 0 0,0 1 0 0 0,0-1 0 0 0,1 1 0 0 0,-1-1 0 0 0,0 0 0 0 0,0 1 0 0 0,1-1 0 0 0,-1 1 0 0 0,0-1 0 0 0,1 0 0 0 0,-1 1 0 0 0,0-1 0 0 0,1 0 0 0 0,-1 1 0 0 0,1-1 0 0 0,-1 0 0 0 0,1 1 0 0 0,-1-1 0 0 0,1 0 0 0 0,-1 0 0 0 0,0 0 0 0 0,1 1 0 0 0,-1-1 0 0 0,1 0 0 0 0,0 0 0 0 0,-1 0-1 0 0,1 0 1 0 0,-1 0 0 0 0,1 0 0 0 0,-1 0 0 0 0,1 0 0 0 0,-1 0 0 0 0,1 0 0 0 0,-1 0 0 0 0,1 0 0 0 0,-1-1 0 0 0,1 1 0 0 0,-1 0 0 0 0,1 0 0 0 0,-1 0 0 0 0,0-1 0 0 0,1 1 0 0 0,-1 0 0 0 0,1-1 0 0 0,-1 1 0 0 0,0 0 0 0 0,1-1 0 0 0,-1 1 0 0 0,1 0 0 0 0,-1-1 0 0 0,0 1 0 0 0,1-1 0 0 0,25-28 456 0 0,-24 26-406 0 0,17-25 259 0 0,-1 0-1 0 0,-2-1 0 0 0,-1-1 0 0 0,12-35 0 0 0,-22 54-277 0 0,16-52 231 0 0,-18 49-368 0 0,1 0 0 0 0,1 0 1 0 0,1 0-1 0 0,0 0 0 0 0,8-13 0 0 0,-13 26-536 0 0,5-7-3147 0 0</inkml:trace>
</inkml:ink>
</file>

<file path=ppt/ink/ink4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2:30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109 387 864 0 0,'23'-27'4731'0'0,"-15"8"-2550"0"0,5-24 942 0 0,-12 42-3049 0 0,-1-1 0 0 0,0 1 1 0 0,1-1-1 0 0,-1 1 0 0 0,0-1 0 0 0,0 0 1 0 0,0 1-1 0 0,-1-1 0 0 0,1 1 0 0 0,0-1 0 0 0,0 0 1 0 0,-1 1-1 0 0,1-1 0 0 0,-1 1 0 0 0,0-1 1 0 0,1 1-1 0 0,-1 0 0 0 0,0-1 0 0 0,0 1 0 0 0,0 0 1 0 0,-2-3-1 0 0,1 3-29 0 0,0 0 0 0 0,0 0 0 0 0,0 1-1 0 0,0-1 1 0 0,0 0 0 0 0,0 1 0 0 0,-1 0 0 0 0,1-1 0 0 0,0 1 0 0 0,0 0 0 0 0,-1 0 0 0 0,1 0 0 0 0,0 0 0 0 0,0 1 0 0 0,-1-1-1 0 0,1 1 1 0 0,0-1 0 0 0,0 1 0 0 0,0 0 0 0 0,-4 1 0 0 0,-41 21 259 0 0,44-20-288 0 0,-1-1 0 0 0,1 1 0 0 0,-1 0 0 0 0,1 0 0 0 0,0 0 1 0 0,0 0-1 0 0,0 1 0 0 0,1-1 0 0 0,-1 1 0 0 0,1 0 0 0 0,0-1 1 0 0,-1 1-1 0 0,2 0 0 0 0,-1 0 0 0 0,1 0 0 0 0,-1 1 0 0 0,1-1 0 0 0,0 0 1 0 0,0 1-1 0 0,1-1 0 0 0,0 0 0 0 0,-1 1 0 0 0,1-1 0 0 0,1 1 1 0 0,-1-1-1 0 0,1 0 0 0 0,-1 1 0 0 0,1-1 0 0 0,1 0 0 0 0,-1 0 1 0 0,1 0-1 0 0,-1 0 0 0 0,1 0 0 0 0,0 0 0 0 0,0 0 0 0 0,1 0 0 0 0,-1-1 1 0 0,1 1-1 0 0,0-1 0 0 0,0 0 0 0 0,0 1 0 0 0,0-2 0 0 0,1 1 1 0 0,-1 0-1 0 0,1-1 0 0 0,0 1 0 0 0,-1-1 0 0 0,1 0 0 0 0,0 0 1 0 0,0-1-1 0 0,0 1 0 0 0,1-1 0 0 0,-1 0 0 0 0,6 1 0 0 0,4-1-83 0 0,1 0 0 0 0,-1-1-1 0 0,0-1 1 0 0,1-1 0 0 0,-1 0-1 0 0,0 0 1 0 0,0-2 0 0 0,0 0-1 0 0,-1 0 1 0 0,1-1 0 0 0,12-7-1 0 0,1-2-149 0 0,0-2-1 0 0,-1-1 0 0 0,-1-1 1 0 0,27-24-1 0 0,-50 40 212 0 0,0 0 0 0 0,0 0 0 0 0,1 0 1 0 0,-1 1-1 0 0,0-1 0 0 0,1 0 0 0 0,-1 1 0 0 0,1 0 0 0 0,0 0 0 0 0,-1-1 0 0 0,1 2 0 0 0,0-1 0 0 0,0 0 1 0 0,0 0-1 0 0,-1 1 0 0 0,1 0 0 0 0,6-1 0 0 0,-8 2 2 0 0,1-1-1 0 0,0 1 1 0 0,-1 0-1 0 0,1-1 1 0 0,0 1-1 0 0,-1 0 1 0 0,1 0-1 0 0,-1 0 1 0 0,1 0-1 0 0,-1 0 1 0 0,0 0-1 0 0,0 1 1 0 0,1-1-1 0 0,-1 0 1 0 0,0 1-1 0 0,0-1 1 0 0,0 1-1 0 0,0-1 1 0 0,0 1 0 0 0,-1 0-1 0 0,2 1 1 0 0,0 4-13 0 0,0-1 0 0 0,-1 0 0 0 0,1 1 1 0 0,-2-1-1 0 0,1 1 0 0 0,0-1 1 0 0,-1 1-1 0 0,0-1 0 0 0,-1 1 0 0 0,0-1 1 0 0,0 1-1 0 0,0-1 0 0 0,-4 13 0 0 0,1-5-45 0 0,3-11 59 0 0,1-1 0 0 0,-1 1 0 0 0,0-1-1 0 0,0 0 1 0 0,1 0 0 0 0,-1 1 0 0 0,-1-1 0 0 0,1 0-1 0 0,0 0 1 0 0,-1 0 0 0 0,1 0 0 0 0,-1 0 0 0 0,1 0 0 0 0,-1 0-1 0 0,-3 2 1 0 0,4-3-32 0 0,1-3-305 0 0,1 0 327 0 0,0 0-1 0 0,0 0 1 0 0,0 0-1 0 0,0 0 1 0 0,0 0 0 0 0,1 0-1 0 0,-1 0 1 0 0,1 1-1 0 0,-1-1 1 0 0,1 1-1 0 0,2-3 1 0 0,-1 1-18 0 0,69-90-692 0 0,81-118-11 0 0,-145 197 1023 0 0,-1-1 0 0 0,0 0 0 0 0,-1 0 0 0 0,6-20 0 0 0,-1-10 1962 0 0,-11 43-1909 0 0,2-10 799 0 0,-1 7-749 0 0,-1 7-112 0 0,-20 78 1 0 0,-9 83 1 0 0,14-73-166 0 0,13-82-113 0 0,0 19-240 0 0,3-26 225 0 0,-1 0-1 0 0,0 0 1 0 0,1 0 0 0 0,-1-1-1 0 0,1 1 1 0 0,-1 0-1 0 0,1 0 1 0 0,-1-1-1 0 0,1 1 1 0 0,-1 0 0 0 0,1-1-1 0 0,0 1 1 0 0,0-1-1 0 0,-1 1 1 0 0,1-1-1 0 0,0 1 1 0 0,0-1-1 0 0,-1 1 1 0 0,1-1 0 0 0,0 0-1 0 0,0 1 1 0 0,0-1-1 0 0,0 0 1 0 0,0 0-1 0 0,-1 0 1 0 0,1 0 0 0 0,0 0-1 0 0,0 0 1 0 0,0 0-1 0 0,0 0 1 0 0,1 0-1 0 0,60-9-264 0 0,-52 6 194 0 0,0 1 0 0 0,0 0 0 0 0,1 1 0 0 0,-1 0 0 0 0,1 1 0 0 0,-1 0 0 0 0,0 0 0 0 0,17 3 0 0 0,-27-3 72 0 0,1 0-1 0 0,0 1 1 0 0,0-1 0 0 0,0 0-1 0 0,-1 0 1 0 0,1 0-1 0 0,0 0 1 0 0,0 1-1 0 0,0-1 1 0 0,-1 0-1 0 0,1 1 1 0 0,0-1-1 0 0,0 1 1 0 0,-1-1 0 0 0,1 1-1 0 0,-1-1 1 0 0,1 1-1 0 0,0-1 1 0 0,-1 1-1 0 0,1-1 1 0 0,-1 1-1 0 0,1 0 1 0 0,-1-1 0 0 0,1 1-1 0 0,-1 0 1 0 0,0 0-1 0 0,1-1 1 0 0,-1 1-1 0 0,0 0 1 0 0,1 0-1 0 0,-1 0 1 0 0,0-1-1 0 0,0 1 1 0 0,0 0 0 0 0,0 0-1 0 0,0 0 1 0 0,0-1-1 0 0,0 1 1 0 0,0 0-1 0 0,0 0 1 0 0,0 0-1 0 0,-1 0 1 0 0,1-1-1 0 0,0 1 1 0 0,0 0 0 0 0,-1 0-1 0 0,1-1 1 0 0,-1 1-1 0 0,1 0 1 0 0,0 0-1 0 0,-1-1 1 0 0,0 1-1 0 0,1-1 1 0 0,-1 1-1 0 0,1 0 1 0 0,-1-1 0 0 0,0 1-1 0 0,1-1 1 0 0,-2 1-1 0 0,-3 4-16 0 0,-1 0-1 0 0,0 0 0 0 0,0-1 1 0 0,0 0-1 0 0,-9 5 1 0 0,4-4-75 0 0,0 0 1 0 0,-1-1 0 0 0,0 0-1 0 0,0-1 1 0 0,0-1 0 0 0,-17 3 0 0 0,-16-7-7688 0 0,29-1 4581 0 0</inkml:trace>
</inkml:ink>
</file>

<file path=ppt/ink/ink4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02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1 440 0 0,'0'0'4140'0'0,"8"1"-1923"0"0</inkml:trace>
</inkml:ink>
</file>

<file path=ppt/ink/ink4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1044 0 0,'0'0'4601'0'0,"18"-8"-4161"0"0,1 11-624 0 0,3 1-2853 0 0,-4-3 1461 0 0</inkml:trace>
</inkml:ink>
</file>

<file path=ppt/ink/ink4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0 372 0 0,'1'4'2535'0'0,"2"1"1849"0"0</inkml:trace>
</inkml:ink>
</file>

<file path=ppt/ink/ink4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10:20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1 824 0 0,'0'12'2168'0'0</inkml:trace>
</inkml:ink>
</file>

<file path=ppt/ink/ink4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3:08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0 32 0 0,'-3'11'1059'0'0,"-1"0"0"0"0,0 0 0 0 0,-1-1 0 0 0,0 0 0 0 0,-7 12 0 0 0,5-11-722 0 0,1 0 0 0 0,0 0 1 0 0,1 1-1 0 0,-4 14 0 0 0,9-24-296 0 0,-11 34 740 0 0,3 1 0 0 0,1 1 0 0 0,-2 38 0 0 0,8-43-376 0 0,1-16-201 0 0,-1 0-1 0 0,0 0 1 0 0,-6 25-1 0 0,6-40-466 0 0,-4 9-2435 0 0</inkml:trace>
</inkml:ink>
</file>

<file path=ppt/ink/ink4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3:08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0 241 140 0 0,'9'-9'687'0'0,"0"0"-1"0"0,0 0 1 0 0,1 1-1 0 0,0 0 1 0 0,1 0-1 0 0,-1 1 1 0 0,2 1-1 0 0,11-6 1 0 0,101-38 1514 0 0,-99 41-1814 0 0,235-73 2011 0 0,-230 75-2876 0 0,0 1 0 0 0,0 2 0 0 0,0 0 0 0 0,0 2 0 0 0,1 2 0 0 0,57 6 0 0 0,-61 0-3469 0 0</inkml:trace>
</inkml:ink>
</file>

<file path=ppt/ink/ink4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3:09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12 192 416 0 0,'0'0'150'0'0,"-1"0"1"0"0,0 0-1 0 0,1 1 0 0 0,-1-1 1 0 0,1 0-1 0 0,-1 0 0 0 0,1 1 0 0 0,-1-1 1 0 0,0 0-1 0 0,1 1 0 0 0,0-1 1 0 0,-1 1-1 0 0,1-1 0 0 0,-1 1 1 0 0,1-1-1 0 0,-1 1 0 0 0,1-1 0 0 0,0 1 1 0 0,-1-1-1 0 0,1 1 0 0 0,0-1 1 0 0,0 1-1 0 0,-1-1 0 0 0,1 1 1 0 0,0 0-1 0 0,0-1 0 0 0,0 1 0 0 0,0 0 1 0 0,0-1-1 0 0,0 2 0 0 0,17 4 1102 0 0,34-7-634 0 0,95-22 1209 0 0,205-61 0 0 0,-215 48-960 0 0,-112 33-617 0 0,-24 3-246 0 0,0 0 0 0 0,1 0 0 0 0,-1 0 1 0 0,0 0-1 0 0,0 0 0 0 0,0 0 0 0 0,1 0 0 0 0,-1 0 1 0 0,0 0-1 0 0,0 0 0 0 0,1 0 0 0 0,-1 0 0 0 0,0 0 0 0 0,0 0 1 0 0,0 0-1 0 0,1 0 0 0 0,-1 1 0 0 0,0-1 0 0 0,0 0 0 0 0,0 0 1 0 0,1 0-1 0 0,-1 0 0 0 0,0 0 0 0 0,0 1 0 0 0,0-1 0 0 0,0 0 1 0 0,0 0-1 0 0,0 0 0 0 0,1 1 0 0 0,-1-1 0 0 0,0 0 0 0 0,0 0 1 0 0,0 0-1 0 0,0 1 0 0 0,0-1 0 0 0,0 0 0 0 0,0 0 0 0 0,0 1 1 0 0,0-1-1 0 0,0 0 0 0 0,-19 29 160 0 0,-3-1-137 0 0,21-26-25 0 0,-1 0 0 0 0,1 1-1 0 0,0 0 1 0 0,0-1-1 0 0,-1 1 1 0 0,2 0-1 0 0,-1 0 1 0 0,0-1-1 0 0,1 1 1 0 0,-1 0-1 0 0,1 0 1 0 0,0 0-1 0 0,0 0 1 0 0,0 0-1 0 0,0 0 1 0 0,1-1 0 0 0,-1 1-1 0 0,1 0 1 0 0,-1 0-1 0 0,1 0 1 0 0,0-1-1 0 0,0 1 1 0 0,0 0-1 0 0,1-1 1 0 0,-1 1-1 0 0,1-1 1 0 0,-1 1-1 0 0,1-1 1 0 0,3 3-1 0 0,-2-2 30 0 0,0 0 0 0 0,1 0 0 0 0,0-1 0 0 0,0 0 0 0 0,0 1 0 0 0,0-1 0 0 0,0-1 0 0 0,0 1 0 0 0,0-1 0 0 0,0 1 0 0 0,1-1 0 0 0,-1 0 0 0 0,1-1 0 0 0,-1 1 0 0 0,1-1 0 0 0,-1 0 1 0 0,1 0-1 0 0,-1 0 0 0 0,7-2 0 0 0,-7 2 52 0 0,0-2 1 0 0,0 1 0 0 0,-1 0 0 0 0,1-1-1 0 0,0 0 1 0 0,-1 0 0 0 0,1 0 0 0 0,-1 0 0 0 0,0 0-1 0 0,0-1 1 0 0,0 0 0 0 0,0 1 0 0 0,0-1-1 0 0,0 0 1 0 0,-1 0 0 0 0,1-1 0 0 0,-1 1 0 0 0,0 0-1 0 0,0-1 1 0 0,0 0 0 0 0,2-5 0 0 0,-2 3 4 0 0,0 1 1 0 0,-1-1-1 0 0,1 0 1 0 0,-1 0-1 0 0,0 1 1 0 0,0-1-1 0 0,-1 0 1 0 0,0 0-1 0 0,0 0 1 0 0,0 0-1 0 0,-1 0 1 0 0,0 1-1 0 0,0-1 0 0 0,0 0 1 0 0,-3-5-1 0 0,3 9-114 0 0,0 0 0 0 0,0-1-1 0 0,0 1 1 0 0,0 0-1 0 0,1 0 1 0 0,-1-1-1 0 0,1 1 1 0 0,-1-1-1 0 0,1 1 1 0 0,0 0 0 0 0,0-1-1 0 0,0 1 1 0 0,0-1-1 0 0,0 1 1 0 0,1 0-1 0 0,-1-1 1 0 0,1 1-1 0 0,-1-1 1 0 0,1 1 0 0 0,0 0-1 0 0,0 0 1 0 0,2-4-1 0 0,-1 4-4 0 0,0 0-1 0 0,0 0 1 0 0,1 0-1 0 0,-1 1 1 0 0,0-1-1 0 0,1 1 1 0 0,-1 0-1 0 0,1-1 1 0 0,0 1-1 0 0,-1 0 1 0 0,1 0-1 0 0,0 1 1 0 0,0-1-1 0 0,0 0 1 0 0,5 1-1 0 0,7-1-60 0 0,0 1-1 0 0,-1 1 1 0 0,1 1 0 0 0,0 0-1 0 0,28 7 1 0 0,-16 0 0 0 0,-1 1 0 0 0,0 1 1 0 0,0 1-1 0 0,28 18 0 0 0,-39-21 138 0 0,-1 1-1 0 0,0 1 1 0 0,-1 0-1 0 0,0 0 1 0 0,-1 2 0 0 0,0-1-1 0 0,20 30 1 0 0,-31-41 255 0 0,-1-1-262 0 0,0 0 1 0 0,0 0-1 0 0,0 1 1 0 0,0-1-1 0 0,0 0 1 0 0,0 0-1 0 0,0 0 1 0 0,0 0-1 0 0,0 0 1 0 0,0 1-1 0 0,0-1 1 0 0,0 0-1 0 0,0 0 1 0 0,0 0-1 0 0,1 0 1 0 0,-1 0-1 0 0,0 0 1 0 0,0 1-1 0 0,0-1 1 0 0,0 0-1 0 0,0 0 1 0 0,0 0-1 0 0,0 0 1 0 0,0 0-1 0 0,0 0 1 0 0,1 0-1 0 0,-1 0 1 0 0,0 0-1 0 0,0 1 1 0 0,0-1-1 0 0,0 0 0 0 0,0 0 1 0 0,1 0-1 0 0,-1 0 1 0 0,0 0-1 0 0,0 0 1 0 0,0 0-1 0 0,0 0 1 0 0,0 0-1 0 0,0 0 1 0 0,1 0-1 0 0,-1 0 1 0 0,0 0-1 0 0,0 0 1 0 0,0 0-1 0 0,0 0 1 0 0,0 0-1 0 0,1 0 1 0 0,-1 0-1 0 0,0-1 1 0 0,0 1-1 0 0,0 0 1 0 0,0 0-1 0 0,0 0 1 0 0,0 0-1 0 0,1 0 1 0 0,-1 0-1 0 0,0 0 1 0 0,0 0-1 0 0,0 0 1 0 0,0-1-1 0 0,0 1 0 0 0,0 0 1 0 0,0 0-1 0 0,0 0 1 0 0,0 0-1 0 0,0-1 1 0 0,2-7-195 0 0,-1 0 1 0 0,1-1 0 0 0,0 1-1 0 0,1 0 1 0 0,0 0-1 0 0,0 0 1 0 0,1 1-1 0 0,0-1 1 0 0,0 1-1 0 0,1 0 1 0 0,0 0 0 0 0,0 0-1 0 0,10-9 1 0 0,-5 6-1544 0 0,1 1 1 0 0,0 0 0 0 0,0 0-1 0 0,21-11 1 0 0,-4 6-2003 0 0</inkml:trace>
</inkml:ink>
</file>

<file path=ppt/ink/ink4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3:10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0 324 864 0 0,'3'-1'309'0'0,"-1"1"-1"0"0,1 0 1 0 0,-1 0 0 0 0,1-1-1 0 0,-1 1 1 0 0,1-1 0 0 0,-1 0-1 0 0,0 0 1 0 0,1 0 0 0 0,-1 0-1 0 0,0 0 1 0 0,0-1 0 0 0,0 1-1 0 0,0 0 1 0 0,0-1 0 0 0,3-3-1 0 0,37-37 1621 0 0,-22 21-1017 0 0,-8 9-526 0 0,1 2-30 0 0,0-1 0 0 0,-1-1 1 0 0,-1 0-1 0 0,0-1 0 0 0,0 0 1 0 0,-2-1-1 0 0,1 0 0 0 0,-2-1 1 0 0,12-26-1 0 0,-17 13 463 0 0,-4 27-808 0 0,1 1 1 0 0,0-1-1 0 0,0 1 1 0 0,-1-1-1 0 0,1 0 1 0 0,0 1-1 0 0,0-1 0 0 0,-1 1 1 0 0,1-1-1 0 0,-1 1 1 0 0,1-1-1 0 0,-1 1 1 0 0,1-1-1 0 0,0 1 0 0 0,-1-1 1 0 0,0 1-1 0 0,1 0 1 0 0,-1-1-1 0 0,1 1 1 0 0,-1 0-1 0 0,1 0 1 0 0,-1-1-1 0 0,-1 1 0 0 0,0 0-5 0 0,1 0-1 0 0,-1 0 0 0 0,0 0 0 0 0,0 1 1 0 0,1-1-1 0 0,-1 1 0 0 0,0-1 0 0 0,0 1 0 0 0,1 0 1 0 0,-1-1-1 0 0,1 1 0 0 0,-1 0 0 0 0,1 0 1 0 0,-1 0-1 0 0,1 0 0 0 0,-1 1 0 0 0,1-1 1 0 0,0 0-1 0 0,0 1 0 0 0,0-1 0 0 0,0 0 0 0 0,0 1 1 0 0,-2 2-1 0 0,-2 4 0 0 0,1 1-1 0 0,-1-1 1 0 0,2 1 0 0 0,-1-1 0 0 0,1 1-1 0 0,0 0 1 0 0,-1 13 0 0 0,3-18-26 0 0,0 0 1 0 0,1 1-1 0 0,0-1 0 0 0,0 0 1 0 0,0 1-1 0 0,0-1 1 0 0,1 1-1 0 0,-1-1 1 0 0,1 0-1 0 0,0 0 0 0 0,1 1 1 0 0,-1-1-1 0 0,1 0 1 0 0,-1 0-1 0 0,1 0 0 0 0,0-1 1 0 0,5 7-1 0 0,-5-8 11 0 0,-1 0-1 0 0,1-1 1 0 0,0 1-1 0 0,0 0 1 0 0,0-1-1 0 0,0 0 1 0 0,0 1-1 0 0,0-1 0 0 0,0 0 1 0 0,0 0-1 0 0,1 0 1 0 0,-1 0-1 0 0,0-1 1 0 0,1 1-1 0 0,-1 0 1 0 0,0-1-1 0 0,1 0 1 0 0,3 0-1 0 0,0 0 2 0 0,0-1 1 0 0,-1 1-1 0 0,1-1 0 0 0,-1-1 1 0 0,1 1-1 0 0,-1-1 0 0 0,10-4 0 0 0,3-4 3 0 0,0-1 0 0 0,-1-1-1 0 0,20-16 1 0 0,-36 27 5 0 0,64-60-10 0 0,-53 48-4 0 0,0 0 0 0 0,1 1 0 0 0,1 0 0 0 0,0 1 0 0 0,0 1 0 0 0,1 0-1 0 0,22-11 1 0 0,-34 20 4 0 0,1 0 1 0 0,0 1-1 0 0,0-1 0 0 0,0 1 1 0 0,0 0-1 0 0,0 0 0 0 0,0 0 0 0 0,0 0 1 0 0,0 1-1 0 0,0-1 0 0 0,0 1 0 0 0,0 0 1 0 0,0 1-1 0 0,-1-1 0 0 0,1 0 0 0 0,0 1 1 0 0,-1 0-1 0 0,1 0 0 0 0,-1 0 1 0 0,0 0-1 0 0,1 1 0 0 0,2 3 0 0 0,12 10-11 0 0,-1 0 0 0 0,26 32-1 0 0,-14-15 13 0 0,-20-24-40 0 0,-1-1 0 0 0,2-1 1 0 0,-1 0-1 0 0,1 0 0 0 0,0 0 0 0 0,0-2 0 0 0,1 1 0 0 0,-1-1 0 0 0,1-1 0 0 0,0 0 1 0 0,1 0-1 0 0,-1-1 0 0 0,17 2 0 0 0,-20-4 49 0 0,0 0 1 0 0,0-1-1 0 0,0 0 1 0 0,0-1-1 0 0,0 1 1 0 0,0-2-1 0 0,0 1 1 0 0,-1-1-1 0 0,1 0 1 0 0,0 0-1 0 0,-1-1 1 0 0,0 0-1 0 0,1-1 1 0 0,-1 0-1 0 0,-1 0 0 0 0,1 0 1 0 0,0-1-1 0 0,-1 0 1 0 0,0 0-1 0 0,9-10 1 0 0,-8 7 107 0 0,0 0 0 0 0,-1-1 0 0 0,-1 1 1 0 0,1-1-1 0 0,4-11 0 0 0,-9 18-72 0 0,0 0 0 0 0,0 0 1 0 0,0 0-1 0 0,0 0 0 0 0,-1 0 0 0 0,1-1 0 0 0,-1 1 0 0 0,1 0 0 0 0,-1-1 0 0 0,0 1 1 0 0,0 0-1 0 0,0 0 0 0 0,0-1 0 0 0,0 1 0 0 0,-1 0 0 0 0,1-1 0 0 0,-1 1 1 0 0,1 0-1 0 0,-1 0 0 0 0,0 0 0 0 0,0-1 0 0 0,0 1 0 0 0,0 0 0 0 0,0 0 0 0 0,0 0 1 0 0,-1 1-1 0 0,1-1 0 0 0,-4-3 0 0 0,3 4-21 0 0,0-1 1 0 0,0 1-1 0 0,0 0 1 0 0,-1 0-1 0 0,1 1 0 0 0,0-1 1 0 0,-1 0-1 0 0,1 1 0 0 0,-1-1 1 0 0,1 1-1 0 0,-1 0 1 0 0,1 0-1 0 0,-1 0 0 0 0,1 0 1 0 0,-1 0-1 0 0,1 0 1 0 0,0 1-1 0 0,-4 0 0 0 0,-46 17 102 0 0,44-15-96 0 0,-10 4-16 0 0,0 1-1 0 0,1 1 0 0 0,0 0 1 0 0,1 1-1 0 0,0 1 0 0 0,0 0 1 0 0,1 1-1 0 0,-15 16 0 0 0,21-17-483 0 0,0 0 0 0 0,0 0 0 0 0,1 1 0 0 0,-7 13 0 0 0,6-10-812 0 0,-2 5-3964 0 0</inkml:trace>
</inkml:ink>
</file>

<file path=ppt/ink/ink4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3:12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262 309 544 0 0,'-26'-19'4304'0'0,"14"19"-3950"0"0,1 1 0 0 0,-1 0 0 0 0,0 1 0 0 0,1 0 0 0 0,-1 1 0 0 0,1 0 0 0 0,0 0 0 0 0,0 2 0 0 0,0-1 0 0 0,1 1 0 0 0,-1 1 0 0 0,1 0 0 0 0,0 1 0 0 0,1-1 0 0 0,0 2 0 0 0,0-1 0 0 0,0 1 0 0 0,1 1 0 0 0,0 0 0 0 0,-9 14 0 0 0,15-22-323 0 0,1 1 0 0 0,0-1 0 0 0,0 1-1 0 0,0 0 1 0 0,0-1 0 0 0,0 1-1 0 0,1 0 1 0 0,-1 0 0 0 0,0-1 0 0 0,1 1-1 0 0,-1 0 1 0 0,1 0 0 0 0,0 0 0 0 0,0 0-1 0 0,-1 0 1 0 0,1-1 0 0 0,1 1-1 0 0,-1 0 1 0 0,0 0 0 0 0,0 0 0 0 0,1 0-1 0 0,-1 0 1 0 0,2 2 0 0 0,-1-2-23 0 0,0-1 0 0 0,1 0 1 0 0,-1 0-1 0 0,1 0 0 0 0,-1 1 0 0 0,1-1 1 0 0,0-1-1 0 0,-1 1 0 0 0,1 0 0 0 0,0 0 1 0 0,0-1-1 0 0,0 1 0 0 0,-1-1 1 0 0,1 1-1 0 0,0-1 0 0 0,0 0 0 0 0,0 0 1 0 0,3 0-1 0 0,6 0-28 0 0,-1-1 0 0 0,1 0 0 0 0,-1-1 0 0 0,1 0 0 0 0,-1-1 0 0 0,0 0 0 0 0,10-4 0 0 0,-12 3-18 0 0,1 1 0 0 0,-1 1-1 0 0,0-1 1 0 0,17-1 0 0 0,-22 4 6 0 0,20 9-131 0 0,-19-6 139 0 0,-1-1 0 0 0,0 0 0 0 0,1-1 0 0 0,-1 1 0 0 0,1-1 0 0 0,0 1 1 0 0,-1-1-1 0 0,1 0 0 0 0,0 0 0 0 0,0-1 0 0 0,0 1 0 0 0,-1-1 0 0 0,1 0 0 0 0,0 0 0 0 0,0 0 0 0 0,0 0 0 0 0,0-1 0 0 0,0 1 0 0 0,0-1 0 0 0,-1 0 0 0 0,6-2 0 0 0,4-3-38 0 0,0 0 0 0 0,0 0 0 0 0,0-2 1 0 0,11-8-1 0 0,-10 7-12 0 0,7-4-4 0 0,0 2-1 0 0,1 0 1 0 0,0 1-1 0 0,30-9 1 0 0,-51 18 48 0 0,31 12-109 0 0,-29-4 123 0 0,-1-4 16 0 0,-1-1 0 0 0,0 1 0 0 0,0-1 1 0 0,0 1-1 0 0,0 0 0 0 0,-1-1 0 0 0,1 1 1 0 0,-1 0-1 0 0,1 0 0 0 0,-1 0 0 0 0,0-1 0 0 0,0 1 1 0 0,0 0-1 0 0,-1 0 0 0 0,1 0 0 0 0,-1-1 1 0 0,1 1-1 0 0,-1 0 0 0 0,0-1 0 0 0,0 1 1 0 0,0 0-1 0 0,-3 3 0 0 0,3-3 12 0 0,-1 0-1 0 0,0 0 1 0 0,0 0-1 0 0,0-1 1 0 0,0 1 0 0 0,0-1-1 0 0,-1 1 1 0 0,1-1-1 0 0,-1 0 1 0 0,1 0-1 0 0,-1 0 1 0 0,-3 1 0 0 0,-13 14 443 0 0,18-16 38 0 0,2-7-487 0 0,1-1-16 0 0,0 0 1 0 0,0 0-1 0 0,1 1 0 0 0,0-1 1 0 0,1 1-1 0 0,-1-1 1 0 0,1 1-1 0 0,0 0 1 0 0,1 0-1 0 0,-1 1 0 0 0,1-1 1 0 0,1 1-1 0 0,-1 0 1 0 0,1 1-1 0 0,-1-1 0 0 0,1 1 1 0 0,1 0-1 0 0,-1 0 1 0 0,0 1-1 0 0,1 0 1 0 0,0 0-1 0 0,0 1 0 0 0,0-1 1 0 0,0 2-1 0 0,0-1 1 0 0,10 0-1 0 0,-15 2 5 0 0,-1 0 1 0 0,1 0-1 0 0,0 0 1 0 0,0 0-1 0 0,0 1 0 0 0,0-1 1 0 0,0 1-1 0 0,-1 0 0 0 0,1-1 1 0 0,0 1-1 0 0,-1 0 0 0 0,1 0 1 0 0,0 0-1 0 0,-1 0 0 0 0,1 0 1 0 0,-1 0-1 0 0,1 1 1 0 0,-1-1-1 0 0,0 0 0 0 0,0 1 1 0 0,1-1-1 0 0,-1 1 0 0 0,1 2 1 0 0,24 25-26 0 0,-25-28 24 0 0,-1 0-1 0 0,1 0 0 0 0,0 0 0 0 0,-1-1 0 0 0,1 1 0 0 0,0 0 0 0 0,0 0 0 0 0,-1-1 0 0 0,1 1 0 0 0,0-1 0 0 0,0 1 0 0 0,0-1 0 0 0,0 1 1 0 0,0-1-1 0 0,0 1 0 0 0,0-1 0 0 0,0 0 0 0 0,0 0 0 0 0,0 1 0 0 0,0-1 0 0 0,0 0 0 0 0,0 0 0 0 0,0 0 0 0 0,0 0 0 0 0,0 0 1 0 0,0 0-1 0 0,0-1 0 0 0,0 1 0 0 0,0 0 0 0 0,0 0 0 0 0,0-1 0 0 0,0 1 0 0 0,0-1 0 0 0,0 1 0 0 0,0-1 0 0 0,0 1 0 0 0,0-1 1 0 0,0 1-1 0 0,0-1 0 0 0,1-1 0 0 0,18-9-351 0 0,3 3-257 0 0,0 1 1 0 0,0 1-1 0 0,1 1 1 0 0,47-3-1 0 0,6-1-81 0 0,-68 6 929 0 0,0 0 0 0 0,-1-1 0 0 0,1 0 0 0 0,0 0 0 0 0,-1-1 0 0 0,10-7 0 0 0,-17 11 64 0 0,0 1-259 0 0,0 0 1 0 0,-1 1 0 0 0,1-1 0 0 0,-1 0 0 0 0,1 0 0 0 0,-1 0 0 0 0,1 0 0 0 0,-1 1 0 0 0,1-1 0 0 0,-1 0-1 0 0,1 1 1 0 0,-1-1 0 0 0,1 0 0 0 0,-1 1 0 0 0,1-1 0 0 0,-1 0 0 0 0,1 1 0 0 0,-1-1 0 0 0,0 1 0 0 0,1-1-1 0 0,-1 1 1 0 0,0-1 0 0 0,1 1 0 0 0,-1-1 0 0 0,0 1 0 0 0,0-1 0 0 0,0 1 0 0 0,1 0 0 0 0,-1 0 0 0 0,2 28 405 0 0,-11 38-356 0 0,7-53 51 0 0,-14 105 84 0 0,6-39-111 0 0,-20 80 0 0 0,27-139-43 0 0,3-19 23 0 0,0 0-1 0 0,-1 1 1 0 0,1-1 0 0 0,0 0 0 0 0,-1 0-1 0 0,1 0 1 0 0,-1 1 0 0 0,0-1 0 0 0,1 0-1 0 0,-1 0 1 0 0,0 0 0 0 0,0 0 0 0 0,-1 0 0 0 0,1 0-1 0 0,0 0 1 0 0,-2 1 0 0 0,1-9 167 0 0,-1-6-161 0 0,1-1 1 0 0,0 0 0 0 0,1 0-1 0 0,1 0 1 0 0,0 0 0 0 0,0 0-1 0 0,2 0 1 0 0,-1 0 0 0 0,2 0-1 0 0,0 1 1 0 0,0-1 0 0 0,8-18-1 0 0,6-13 38 0 0,2 1 0 0 0,30-50 0 0 0,-43 83-115 0 0,11-20 27 0 0,1 1 1 0 0,37-46-1 0 0,-50 69-72 0 0,-1 1-1 0 0,1 0 0 0 0,0 0 1 0 0,0 0-1 0 0,1 0 1 0 0,-1 1-1 0 0,1 0 0 0 0,0 0 1 0 0,0 0-1 0 0,1 1 0 0 0,-1 0 1 0 0,1 0-1 0 0,-1 0 1 0 0,1 1-1 0 0,0 0 0 0 0,0 1 1 0 0,0-1-1 0 0,0 1 0 0 0,13 0 1 0 0,-16 2-16 0 0,-1-1 1 0 0,1 1-1 0 0,0 0 1 0 0,-1 0-1 0 0,0 0 1 0 0,1 1-1 0 0,-1-1 1 0 0,0 1-1 0 0,1-1 1 0 0,-1 1-1 0 0,0 0 1 0 0,0 1-1 0 0,0-1 1 0 0,-1 0 0 0 0,1 1-1 0 0,-1-1 1 0 0,1 1-1 0 0,-1 0 1 0 0,0 0-1 0 0,0 0 1 0 0,0 0-1 0 0,0 0 1 0 0,-1 1-1 0 0,1-1 1 0 0,-1 0-1 0 0,0 1 1 0 0,1 3-1 0 0,-1-2 4 0 0,0-1 0 0 0,0 1 1 0 0,-1-1-1 0 0,1 1 0 0 0,-1-1 0 0 0,-1 0 0 0 0,1 1 0 0 0,0-1 0 0 0,-1 1 0 0 0,0-1 0 0 0,0 1 0 0 0,0-1 0 0 0,-1 0 1 0 0,1 0-1 0 0,-1 0 0 0 0,0 0 0 0 0,0 0 0 0 0,-1 0 0 0 0,1 0 0 0 0,-1-1 0 0 0,-3 5 0 0 0,-29 23-325 0 0,34-30 281 0 0,6-1-878 0 0,11-2 888 0 0,0-1-1 0 0,-1 0 0 0 0,0-1 1 0 0,0-1-1 0 0,0 0 0 0 0,0-1 0 0 0,-1-1 1 0 0,0 0-1 0 0,0-1 0 0 0,-1 0 0 0 0,24-20 1 0 0,-23 17 102 0 0,-1 0 0 0 0,-1-2 0 0 0,0 1 0 0 0,-1-1 0 0 0,0-1 0 0 0,-1 0 0 0 0,0 0 0 0 0,-1-1 0 0 0,-1 0 0 0 0,0-1 0 0 0,5-17 0 0 0,-10 24 26 0 0,2-4 122 0 0,-1 0 1 0 0,0 0 0 0 0,0-1-1 0 0,-2 0 1 0 0,0 0-1 0 0,0 1 1 0 0,-1-1 0 0 0,-2-26-1 0 0,1 38-83 0 0,0 0-1 0 0,0 1 1 0 0,0-1-1 0 0,0 0 1 0 0,-1 0-1 0 0,1 1 1 0 0,0-1-1 0 0,-1 0 1 0 0,1 0-1 0 0,-1 1 1 0 0,0-1-1 0 0,1 0 1 0 0,-1 1-1 0 0,0-1 1 0 0,0 1-1 0 0,-2-3 1 0 0,-15 38 108 0 0,3 4-122 0 0,1 0-1 0 0,-15 73 1 0 0,26-98-117 0 0,1 0 0 0 0,1 0-1 0 0,0 0 1 0 0,1 1 0 0 0,0-1-1 0 0,1 0 1 0 0,0 0 0 0 0,1 0 0 0 0,1 0-1 0 0,0 0 1 0 0,1 0 0 0 0,10 22-1 0 0,-14-32 5 0 0,1-1 0 0 0,0 0 0 0 0,0 0 0 0 0,0 0 0 0 0,0 0-1 0 0,0 0 1 0 0,0-1 0 0 0,1 1 0 0 0,-1 0 0 0 0,0 0 0 0 0,1-1 0 0 0,0 1-1 0 0,-1-1 1 0 0,1 1 0 0 0,0-1 0 0 0,0 0 0 0 0,0 0 0 0 0,0 0 0 0 0,0 0-1 0 0,0 0 1 0 0,0 0 0 0 0,0 0 0 0 0,0-1 0 0 0,0 1 0 0 0,0-1 0 0 0,1 1-1 0 0,-1-1 1 0 0,0 0 0 0 0,0 0 0 0 0,1 0 0 0 0,-1 0 0 0 0,0-1 0 0 0,4 0-1 0 0,0-1 58 0 0,-1-1-1 0 0,0 0 0 0 0,0-1 0 0 0,0 1 1 0 0,0-1-1 0 0,0 0 0 0 0,-1 0 0 0 0,1 0 1 0 0,-1-1-1 0 0,0 1 0 0 0,6-11 0 0 0,-5 3 1017 0 0,-17 21-797 0 0,10-7-265 0 0,-1 1 0 0 0,1-1 0 0 0,0 1 1 0 0,0-1-1 0 0,1 1 0 0 0,-1 0 0 0 0,0 0 0 0 0,1 0 1 0 0,-1 0-1 0 0,1 0 0 0 0,0 0 0 0 0,0 0 1 0 0,1 0-1 0 0,-2 4 0 0 0,10 21-1377 0 0,-6-26 802 0 0,0 1 0 0 0,0-1-1 0 0,0 0 1 0 0,0 1 0 0 0,0-1-1 0 0,1 0 1 0 0,-1 0 0 0 0,1 0-1 0 0,-1-1 1 0 0,1 1 0 0 0,0-1-1 0 0,2 2 1 0 0,13 5-2586 0 0</inkml:trace>
</inkml:ink>
</file>

<file path=ppt/ink/ink4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3:12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39 1492 0 0,'10'6'20127'0'0,"-9"-17"-18511"0"0,-2 4-2872 0 0,1 2-2862 0 0,-17-16-8883 0 0</inkml:trace>
</inkml:ink>
</file>

<file path=ppt/ink/ink4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3:12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66 1456 0 0,'-8'-45'14425'0'0,"8"35"-15767"0"0,1 0-4932 0 0</inkml:trace>
</inkml:ink>
</file>

<file path=ppt/ink/ink4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3:21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609 333 264 0 0,'-3'-6'956'0'0,"0"1"-1"0"0,0 0 1 0 0,-1 0-1 0 0,0 0 1 0 0,0 0 0 0 0,-8-7-1 0 0,11 11-472 0 0,0 1-439 0 0,1-1 0 0 0,0 1 0 0 0,0-1 0 0 0,-1 1 0 0 0,1-1 0 0 0,0 1 0 0 0,-1-1 0 0 0,1 1 0 0 0,-1-1 0 0 0,1 1 0 0 0,-1 0 0 0 0,1-1 0 0 0,0 1 0 0 0,-1 0 0 0 0,1-1 0 0 0,-1 1 0 0 0,0 0 0 0 0,1 0 0 0 0,-1-1 0 0 0,1 1-1 0 0,-1 0 1 0 0,1 0 0 0 0,-1 0 0 0 0,1 0 0 0 0,-1 0 0 0 0,0 0 0 0 0,1 0 0 0 0,-1 0 0 0 0,1 0 0 0 0,-1 0 0 0 0,0 0 0 0 0,1 0 0 0 0,-1 0 0 0 0,1 1 0 0 0,-1-1 0 0 0,1 0 0 0 0,-2 1 0 0 0,-20 6 715 0 0,16-2-671 0 0,0 0 0 0 0,0 0 0 0 0,1 1 0 0 0,0 0 0 0 0,0 0 0 0 0,0 1 0 0 0,0-1 0 0 0,1 1 0 0 0,0 0 0 0 0,-4 13 0 0 0,6-17-71 0 0,1 0-1 0 0,0 0 1 0 0,0 0-1 0 0,0 0 1 0 0,0 0 0 0 0,1 0-1 0 0,-1 0 1 0 0,1 1-1 0 0,0-1 1 0 0,0 0 0 0 0,0 0-1 0 0,0 0 1 0 0,1 0-1 0 0,-1 1 1 0 0,1-1-1 0 0,0 0 1 0 0,0 0 0 0 0,0 0-1 0 0,0 0 1 0 0,0 0-1 0 0,1-1 1 0 0,0 1 0 0 0,-1 0-1 0 0,1 0 1 0 0,0-1-1 0 0,0 0 1 0 0,0 1-1 0 0,4 2 1 0 0,-5-4-8 0 0,1 0-1 0 0,-1 0 1 0 0,1 0 0 0 0,0 0 0 0 0,-1 0-1 0 0,1-1 1 0 0,0 1 0 0 0,-1-1-1 0 0,1 1 1 0 0,0-1 0 0 0,0 0 0 0 0,0 1-1 0 0,-1-1 1 0 0,1 0 0 0 0,0 0-1 0 0,0 0 1 0 0,0-1 0 0 0,-1 1 0 0 0,1 0-1 0 0,0-1 1 0 0,2 0 0 0 0,34-19 227 0 0,-25 11-52 0 0,-12 9-85 0 0,8-8 159 0 0,-8 8-247 0 0,-1-1 0 0 0,1 0 0 0 0,-1 0 0 0 0,1 0 0 0 0,-1 1 0 0 0,1-1 0 0 0,0 0 0 0 0,-1 1 0 0 0,1-1 0 0 0,0 1 0 0 0,0-1 0 0 0,-1 1 1 0 0,1-1-1 0 0,0 1 0 0 0,0-1 0 0 0,0 1 0 0 0,0 0 0 0 0,0-1 0 0 0,0 1 0 0 0,-1 0 0 0 0,1 0 0 0 0,0 0 0 0 0,2 0 0 0 0,77 14 105 0 0,-58-8-86 0 0,0-2 0 0 0,-1 0 1 0 0,1-2-1 0 0,1 0 0 0 0,-1-2 0 0 0,40-3 1 0 0,-59 3-2 0 0,0-1 0 0 0,-1 0 0 0 0,1 1 0 0 0,0-1 0 0 0,-1 0 0 0 0,1 0 0 0 0,-1 0 1 0 0,1-1-1 0 0,-1 1 0 0 0,1-1 0 0 0,-1 1 0 0 0,0-1 0 0 0,0 0 0 0 0,0 0 0 0 0,0 0 0 0 0,0 0 1 0 0,0 0-1 0 0,-1 0 0 0 0,3-5 0 0 0,-2 3 28 0 0,0 0-1 0 0,-1 0 1 0 0,0 0 0 0 0,0-1-1 0 0,0 1 1 0 0,0 0-1 0 0,-1-1 1 0 0,0 1 0 0 0,0 0-1 0 0,0-1 1 0 0,-1-6 0 0 0,-2-2 63 0 0,0 0 1 0 0,0 0 0 0 0,-1 0 0 0 0,-1 1-1 0 0,0 0 1 0 0,-1-1 0 0 0,-9-14 0 0 0,0 4 48 0 0,-1 1 1 0 0,0 0 0 0 0,-2 1 0 0 0,0 0-1 0 0,-1 2 1 0 0,-41-32 0 0 0,48 43-129 0 0,1 1-1 0 0,-1 1 1 0 0,0-1-1 0 0,-1 2 1 0 0,0 0 0 0 0,0 0-1 0 0,0 1 1 0 0,0 1 0 0 0,0 0-1 0 0,-1 1 1 0 0,1 0-1 0 0,-1 1 1 0 0,0 1 0 0 0,0 0-1 0 0,-22 3 1 0 0,12 2-30 0 0,0 1-1 0 0,0 1 1 0 0,1 1-1 0 0,0 1 1 0 0,0 1 0 0 0,1 0-1 0 0,1 2 1 0 0,0 1 0 0 0,0 1-1 0 0,1 0 1 0 0,1 2 0 0 0,1 0-1 0 0,0 1 1 0 0,1 0 0 0 0,0 2-1 0 0,2 0 1 0 0,0 1-1 0 0,-16 31 1 0 0,14-23-8 0 0,2 0-1 0 0,1 1 1 0 0,2 1 0 0 0,1 0-1 0 0,1 1 1 0 0,1 0-1 0 0,2 0 1 0 0,1 1 0 0 0,2 0-1 0 0,1 0 1 0 0,1 0-1 0 0,2 0 1 0 0,6 50 0 0 0,-2-61-10 0 0,1 0 1 0 0,1-1 0 0 0,0 0 0 0 0,2 0 0 0 0,1 0-1 0 0,0-1 1 0 0,1-1 0 0 0,1 0 0 0 0,1 0 0 0 0,0-1-1 0 0,1 0 1 0 0,1-1 0 0 0,1-1 0 0 0,0 0-1 0 0,1-1 1 0 0,1-1 0 0 0,0 0 0 0 0,0-1 0 0 0,28 13-1 0 0,-17-11-10 0 0,0-1-1 0 0,1-1 1 0 0,0-2-1 0 0,1-1 1 0 0,0-1-1 0 0,1-1 0 0 0,-1-2 1 0 0,1-1-1 0 0,0-2 1 0 0,0-1-1 0 0,0-1 0 0 0,46-7 1 0 0,-49 2 26 0 0,0-1 0 0 0,0-2 0 0 0,-1-1 0 0 0,0-1 0 0 0,-1-1 0 0 0,0-1 0 0 0,-1-1 0 0 0,-1-2 1 0 0,0 0-1 0 0,34-29 0 0 0,-34 23 59 0 0,0-2 0 0 0,-1-1 0 0 0,-1-1 0 0 0,-2 0 0 0 0,0-2 0 0 0,-2 0 0 0 0,-1-2 1 0 0,22-48-1 0 0,-24 43 18 0 0,-2 0 0 0 0,-2-1 0 0 0,-1-1 0 0 0,-1 0 0 0 0,-3 0 0 0 0,0 0 0 0 0,-3-1 0 0 0,0-57 0 0 0,-4 79-69 0 0,0-1 1 0 0,-2 0-1 0 0,1 1 1 0 0,-2-1-1 0 0,0 1 1 0 0,-1 0-1 0 0,0 0 1 0 0,-1 0 0 0 0,-1 1-1 0 0,0 0 1 0 0,-1 0-1 0 0,-1 1 1 0 0,0 0-1 0 0,0 0 1 0 0,-1 1-1 0 0,-1 0 1 0 0,0 1-1 0 0,-1 1 1 0 0,0-1-1 0 0,-1 2 1 0 0,0 0 0 0 0,-14-8-1 0 0,11 9-153 0 0,-1 1 0 0 0,1 0 0 0 0,-1 2 0 0 0,0 0 0 0 0,-1 0 0 0 0,1 2-1 0 0,-1 0 1 0 0,0 1 0 0 0,1 1 0 0 0,-1 1 0 0 0,0 0 0 0 0,0 1 0 0 0,0 1 0 0 0,-31 8 0 0 0,31-5-654 0 0,-1 0 1 0 0,1 2-1 0 0,-21 10 1 0 0,24-9-858 0 0,0 1 1 0 0,0 0-1 0 0,-22 20 0 0 0,16-9-2254 0 0</inkml:trace>
</inkml:ink>
</file>

<file path=ppt/ink/ink4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3:23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86 168 0 0,'-1'0'327'0'0,"1"-1"0"0"0,-1 1 0 0 0,0 0 0 0 0,1-1 0 0 0,-1 1 0 0 0,0-1 0 0 0,1 1 0 0 0,-1-1 0 0 0,0 0 0 0 0,1 1 0 0 0,-1-1 0 0 0,1 0 0 0 0,-1 1 0 0 0,1-1 0 0 0,0 0 0 0 0,-1 0 0 0 0,1 1 0 0 0,0-1 0 0 0,-1 0 0 0 0,1 0 0 0 0,0 1 0 0 0,0-1 0 0 0,0 0 0 0 0,0 0 0 0 0,-1 0 0 0 0,1 0 1 0 0,0 1-1 0 0,1-1 0 0 0,-1 0 0 0 0,0 0 0 0 0,0 0 0 0 0,0 0 0 0 0,0 1 0 0 0,1-2 0 0 0,0 0-96 0 0,1 0 0 0 0,0-1 1 0 0,0 1-1 0 0,0 0 0 0 0,0 1 1 0 0,0-1-1 0 0,0 0 0 0 0,0 0 1 0 0,0 1-1 0 0,5-3 0 0 0,6-2-290 0 0,0 0 0 0 0,29-8 0 0 0,-31 10 112 0 0,0 2 0 0 0,1 0 0 0 0,0 0 0 0 0,-1 1 0 0 0,1 0 0 0 0,0 1 0 0 0,-1 1 0 0 0,21 2 0 0 0,-25-1-45 0 0,0 0 0 0 0,-1 0-1 0 0,1 0 1 0 0,-1 1 0 0 0,1 0 0 0 0,-1 0-1 0 0,0 1 1 0 0,0 0 0 0 0,0 0 0 0 0,-1 0-1 0 0,1 1 1 0 0,-1-1 0 0 0,0 1 0 0 0,-1 1-1 0 0,7 8 1 0 0,-4-5 0 0 0,-1 1 0 0 0,-1 0-1 0 0,0 0 1 0 0,0 0 0 0 0,-1 1 0 0 0,-1-1 0 0 0,0 1 0 0 0,0 0-1 0 0,-1 0 1 0 0,0 0 0 0 0,-1 0 0 0 0,0 1 0 0 0,-1-1-1 0 0,0 0 1 0 0,-1 0 0 0 0,0 1 0 0 0,0-1 0 0 0,-5 12 0 0 0,2-9 6 0 0,0 0 0 0 0,-2 0 0 0 0,0 0 1 0 0,0-1-1 0 0,-1 1 0 0 0,-1-2 1 0 0,0 1-1 0 0,-1-1 0 0 0,0-1 1 0 0,-1 1-1 0 0,0-1 0 0 0,-1-1 0 0 0,-16 13 1 0 0,13-11 42 0 0,-1-1 0 0 0,-1-1 0 0 0,0 0 0 0 0,0-1 0 0 0,-1-1 0 0 0,0 0 0 0 0,0-2 0 0 0,0 0 0 0 0,-1 0-1 0 0,0-2 1 0 0,-1 0 0 0 0,-25 2 0 0 0,41-6-33 0 0,0-1 0 0 0,0 1-1 0 0,0 0 1 0 0,0-1-1 0 0,0 0 1 0 0,0 1-1 0 0,0-1 1 0 0,0 0-1 0 0,1-1 1 0 0,-1 1-1 0 0,0 0 1 0 0,0-1-1 0 0,1 0 1 0 0,-1 1 0 0 0,1-1-1 0 0,0 0 1 0 0,-1 0-1 0 0,1-1 1 0 0,0 1-1 0 0,0 0 1 0 0,0-1-1 0 0,1 1 1 0 0,-1-1-1 0 0,1 1 1 0 0,-1-1-1 0 0,-1-4 1 0 0,2 4-17 0 0,1 1-1 0 0,-1 0 1 0 0,0-1-1 0 0,1 1 1 0 0,0-1 0 0 0,-1 1-1 0 0,1 0 1 0 0,0-1 0 0 0,0 1-1 0 0,1-1 1 0 0,-1 1-1 0 0,0-1 1 0 0,1 1 0 0 0,-1 0-1 0 0,1-1 1 0 0,0 1 0 0 0,0 0-1 0 0,0 0 1 0 0,0-1-1 0 0,0 1 1 0 0,1 0 0 0 0,-1 0-1 0 0,0 0 1 0 0,1 0-1 0 0,0 1 1 0 0,-1-1 0 0 0,1 0-1 0 0,0 1 1 0 0,0-1 0 0 0,0 1-1 0 0,4-3 1 0 0,-1 2-20 0 0,1 0 1 0 0,0 0-1 0 0,0 0 1 0 0,0 1-1 0 0,0 0 1 0 0,0 0-1 0 0,0 0 1 0 0,0 1-1 0 0,0 0 1 0 0,1 0-1 0 0,-1 1 1 0 0,0 0-1 0 0,0 0 1 0 0,0 0-1 0 0,0 0 1 0 0,0 1-1 0 0,0 0 1 0 0,6 4-1 0 0,14 6-10 0 0,0 1 0 0 0,37 26 0 0 0,-54-33 15 0 0,181 128-1531 0 0,-188-133 1155 0 0,0-1 1 0 0,0 0 0 0 0,-1 0 0 0 0,1 1-1 0 0,0-1 1 0 0,0 0 0 0 0,0-1 0 0 0,0 1-1 0 0,-1 0 1 0 0,1 0 0 0 0,0-1 0 0 0,0 1-1 0 0,0-1 1 0 0,-1 0 0 0 0,1 1 0 0 0,0-1-1 0 0,-1 0 1 0 0,1 0 0 0 0,-1 0 0 0 0,1 0-1 0 0,-1 0 1 0 0,1 0 0 0 0,0-2 0 0 0,5-3-2692 0 0</inkml:trace>
</inkml:ink>
</file>

<file path=ppt/ink/ink4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3:23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0 548 0 0,'-10'3'2552'0'0</inkml:trace>
</inkml:ink>
</file>

<file path=ppt/ink/ink4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3:24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21 132 0 0,'0'0'1850'0'0,"-11"3"3848"0"0,24 1-5582 0 0,1 1 0 0 0,0-2 0 0 0,0 0 0 0 0,0-1 0 0 0,0 0 0 0 0,0-1 0 0 0,1-1 0 0 0,18-1 0 0 0,125-18 622 0 0,-140 16-656 0 0,64-16 547 0 0,-80 19-514 0 0,1 0-256 0 0,5-1 595 0 0</inkml:trace>
</inkml:ink>
</file>

<file path=ppt/ink/ink4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3:25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9 392 0 0,'0'0'5795'0'0,"-7"-8"203"0"0,15 278-5041 0 0,5-118-564 0 0,-3-58-144 0 0,-5-68 893 0 0,-3-20-4250 0 0,-11-33-6234 0 0</inkml:trace>
</inkml:ink>
</file>

<file path=ppt/ink/ink4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3:26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481 0 328 0 0,'0'0'11493'0'0,"0"6"-11226"0"0,15 198 1809 0 0,1-16-1199 0 0,-17 25-197 0 0,-1-201-269 0 0,-1-11-174 0 0,-5-21-136 0 0,-7-36-366 0 0,12 8 24 0 0,3 35 186 0 0,0 0 0 0 0,-1 0 1 0 0,-1 0-1 0 0,0 0 1 0 0,-1 0-1 0 0,0 1 0 0 0,-6-16 1 0 0,3 6-27 0 0,-4-12 24 0 0,5 28 46 0 0,0-1 1 0 0,0 1-1 0 0,-1 0 1 0 0,0 1-1 0 0,0-1 1 0 0,0 1-1 0 0,-1 0 1 0 0,0 1-1 0 0,1-1 1 0 0,-2 1-1 0 0,1 1 1 0 0,0-1-1 0 0,-1 1 0 0 0,0 1 1 0 0,0-1-1 0 0,1 2 1 0 0,-1-1-1 0 0,-11-1 1 0 0,5 2-2 0 0,0 0 0 0 0,-1 0-1 0 0,1 2 1 0 0,0-1 0 0 0,0 2 0 0 0,0 0 0 0 0,1 0 0 0 0,-1 2 0 0 0,-20 6-1 0 0,33-9 13 0 0,-14 4-23 0 0,1 2 0 0 0,0-1 0 0 0,0 2-1 0 0,-17 12 1 0 0,26-16 22 0 0,0 0 0 0 0,1 1 0 0 0,0-1 1 0 0,0 1-1 0 0,0 0 0 0 0,0 0 0 0 0,1 1 0 0 0,0-1 0 0 0,0 1 0 0 0,0-1 0 0 0,1 1 0 0 0,-1 0 0 0 0,2 0 0 0 0,-3 10 0 0 0,3-12 22 0 0,0 0-1 0 0,1 0 0 0 0,-1 0 1 0 0,1 0-1 0 0,0 1 0 0 0,0-1 1 0 0,0 0-1 0 0,1 0 0 0 0,-1 0 1 0 0,1 0-1 0 0,0 0 0 0 0,1 0 1 0 0,-1 0-1 0 0,0 0 0 0 0,1 0 1 0 0,0 0-1 0 0,0 0 0 0 0,0-1 1 0 0,1 1-1 0 0,-1-1 0 0 0,1 0 1 0 0,0 0-1 0 0,0 0 0 0 0,0 0 1 0 0,0 0-1 0 0,0 0 0 0 0,0-1 1 0 0,1 0-1 0 0,0 1 0 0 0,-1-1 1 0 0,1-1-1 0 0,0 1 0 0 0,0 0 1 0 0,5 0-1 0 0,5 2 3 0 0,-1 0 0 0 0,0-1-1 0 0,1-1 1 0 0,0 0 0 0 0,0-1 0 0 0,-1-1-1 0 0,1 0 1 0 0,0 0 0 0 0,22-5 0 0 0,-21 2-279 0 0,0-1 1 0 0,0 0-1 0 0,-1-1 0 0 0,16-8 1 0 0,-20 8-685 0 0,-1 0 0 0 0,0-1 0 0 0,16-13 0 0 0,-14 2-4420 0 0,-4 10 2277 0 0</inkml:trace>
</inkml:ink>
</file>

<file path=ppt/ink/ink4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3:26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1 788 0 0,'0'0'9172'0'0,"-2"4"-8911"0"0,-12 17 202 0 0,-1-1 0 0 0,-21 21 0 0 0,21-25-539 0 0,2 0-1 0 0,0 0 1 0 0,0 1 0 0 0,-17 33-1 0 0,27-41-1440 0 0,0 0-2982 0 0,0-1 1567 0 0</inkml:trace>
</inkml:ink>
</file>

<file path=ppt/ink/ink4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3:27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29 200 0 0,'0'0'8279'0'0,"2"-3"-8005"0"0,6-9-2 0 0,-6 9 2033 0 0,-2-5-2099 0 0,0 5 50 0 0,1 8 1327 0 0,8 50-1254 0 0,24 79 1 0 0,2 10 253 0 0,17 90 1075 0 0,-47-206-1084 0 0,-5-24-3918 0 0</inkml:trace>
</inkml:ink>
</file>

<file path=ppt/ink/ink4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3:28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2 544 0 0,'-6'-1'8604'0'0,"16"5"-8477"0"0,-1 0 0 0 0,1 0 0 0 0,0-1-1 0 0,0 0 1 0 0,0-1 0 0 0,0 0 0 0 0,16 1-1 0 0,84-1 680 0 0,-61-2-626 0 0,621-6 1239 0 0,-465 1-1149 0 0,72-6 859 0 0,-274 11-1030 0 0,8-1 203 0 0,10 1 8 0 0</inkml:trace>
</inkml:ink>
</file>

<file path=ppt/ink/ink4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3:31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23 103 436 0 0,'0'0'7280'0'0,"-3"-2"-6696"0"0,1 1-308 0 0,1-1 0 0 0,-1 1 0 0 0,1 0 0 0 0,-1 0 0 0 0,1-1 0 0 0,-1 1 0 0 0,1-1 0 0 0,0 1 0 0 0,0-1 0 0 0,0 0 0 0 0,0 1 0 0 0,0-1 0 0 0,0 0 0 0 0,-1-2 0 0 0,2 3-197 0 0,0 0 0 0 0,1-1 0 0 0,-1 1 0 0 0,0 0-1 0 0,0 0 1 0 0,0 0 0 0 0,1 0 0 0 0,-1 0 0 0 0,1 0-1 0 0,-1 0 1 0 0,1 0 0 0 0,-1 0 0 0 0,1 0 0 0 0,0 0-1 0 0,-1 0 1 0 0,1 0 0 0 0,0 0 0 0 0,0 0 0 0 0,0 1 0 0 0,-1-1-1 0 0,1 0 1 0 0,0 0 0 0 0,0 1 0 0 0,0-1 0 0 0,0 1-1 0 0,0-1 1 0 0,0 1 0 0 0,1-1 0 0 0,-1 1 0 0 0,1 0-1 0 0,20-10 38 0 0,0 2 1 0 0,1 0-1 0 0,0 1 0 0 0,0 2 0 0 0,34-4 0 0 0,-48 8-111 0 0,-1 0 0 0 0,1 0 1 0 0,-1 1-1 0 0,1 1 0 0 0,0 0 1 0 0,-1 0-1 0 0,1 0 0 0 0,-1 1 1 0 0,0 0-1 0 0,0 1 0 0 0,0 0 1 0 0,0 0-1 0 0,0 1 0 0 0,0 0 1 0 0,-1 0-1 0 0,0 1 0 0 0,0 0 0 0 0,9 8 1 0 0,-13-10-6 0 0,0 1 0 0 0,0 0 0 0 0,-1 0 0 0 0,0 0 1 0 0,0 1-1 0 0,0-1 0 0 0,0 1 0 0 0,-1-1 0 0 0,1 1 0 0 0,-1-1 0 0 0,0 1 1 0 0,-1 0-1 0 0,1-1 0 0 0,-1 1 0 0 0,0 0 0 0 0,0 0 0 0 0,0-1 1 0 0,-1 1-1 0 0,0 0 0 0 0,0-1 0 0 0,0 1 0 0 0,0-1 0 0 0,-1 1 0 0 0,-3 7 1 0 0,-3 6-55 0 0,-1-1 0 0 0,0 1 1 0 0,-1-2-1 0 0,-18 25 0 0 0,27-41 29 0 0,1 1-1 0 0,-1 0 1 0 0,1 0-1 0 0,0 0 1 0 0,-1 0-1 0 0,1 0 1 0 0,0 0 0 0 0,-1 0-1 0 0,1 0 1 0 0,0 0-1 0 0,0-1 1 0 0,0 1-1 0 0,0 0 1 0 0,0 0-1 0 0,0 0 1 0 0,0 0 0 0 0,0 0-1 0 0,1 0 1 0 0,-1 0-1 0 0,0 0 1 0 0,1 0-1 0 0,-1 0 1 0 0,0 0-1 0 0,1 0 1 0 0,-1-1 0 0 0,1 1-1 0 0,-1 0 1 0 0,1 0-1 0 0,0 0 1 0 0,-1-1-1 0 0,1 1 1 0 0,0 0-1 0 0,-1-1 1 0 0,1 1 0 0 0,0-1-1 0 0,0 1 1 0 0,0-1-1 0 0,-1 1 1 0 0,1-1-1 0 0,1 1 1 0 0,43 20-173 0 0,-35-17 84 0 0,-3-1 77 0 0,0 1 1 0 0,1-1 0 0 0,-2 1 0 0 0,1 1-1 0 0,0 0 1 0 0,-1 0 0 0 0,0 0 0 0 0,0 0-1 0 0,-1 1 1 0 0,1 0 0 0 0,-1 0 0 0 0,6 10-1 0 0,-10-13 30 0 0,1 0 1 0 0,-1 0-1 0 0,0 1 0 0 0,0-1 0 0 0,0 0 0 0 0,0 1 0 0 0,0-1 0 0 0,-1 1 0 0 0,0-1 0 0 0,1 0 0 0 0,-1 1 0 0 0,-1-1 0 0 0,1 1 0 0 0,0-1 1 0 0,-1 1-1 0 0,0-1 0 0 0,0 0 0 0 0,0 1 0 0 0,0-1 0 0 0,0 0 0 0 0,0 0 0 0 0,-1 0 0 0 0,0 0 0 0 0,0 0 0 0 0,0 0 0 0 0,0 0 1 0 0,0 0-1 0 0,0-1 0 0 0,-1 1 0 0 0,1-1 0 0 0,-4 3 0 0 0,-5 4 91 0 0,0-1 0 0 0,-1 0 0 0 0,0 0 0 0 0,0-1-1 0 0,-1 0 1 0 0,1-2 0 0 0,-1 1 0 0 0,-1-1 0 0 0,1-1 0 0 0,-1 0 0 0 0,-20 2 0 0 0,4-2 662 0 0,0-2 1 0 0,0-1-1 0 0,0-2 1 0 0,-40-5-1 0 0,67 6-583 0 0,-3 0 722 0 0,-11-1-4092 0 0,17 1 2911 0 0,-1 0 0 0 0,1 0 1 0 0,0 0-1 0 0,-1 0 0 0 0,1 0 0 0 0,-1 0 1 0 0,1 0-1 0 0,0 0 0 0 0,-1 0 0 0 0,1 0 1 0 0</inkml:trace>
</inkml:ink>
</file>

<file path=ppt/ink/ink4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3:32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33 484 0 0,'0'0'7563'0'0,"10"11"-1242"0"0,269-34-5492 0 0,-220 20-764 0 0,94-8 136 0 0,-120 6 112 0 0,-27 4-3692 0 0</inkml:trace>
</inkml:ink>
</file>

<file path=ppt/ink/ink4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3:32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6 324 0 0,'0'-6'9968'0'0,"1"27"-6210"0"0,4 101-3325 0 0,-1-28 477 0 0,-1-55-420 0 0,-5 65 0 0 0,3-78 201 0 0,1-15-3049 0 0,-2-1-6763 0 0</inkml:trace>
</inkml:ink>
</file>

<file path=ppt/ink/ink4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3:33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 56 0 0,'8'-13'4562'0'0,"-8"13"-4407"0"0,0-1 1 0 0,0 1-1 0 0,0 0 1 0 0,0 0-1 0 0,0-1 1 0 0,0 1-1 0 0,0 0 1 0 0,0-1 0 0 0,0 1-1 0 0,0 0 1 0 0,0 0-1 0 0,0-1 1 0 0,0 1-1 0 0,1 0 1 0 0,-1 0-1 0 0,0-1 1 0 0,0 1 0 0 0,0 0-1 0 0,0 0 1 0 0,0 0-1 0 0,1-1 1 0 0,-1 1-1 0 0,0 0 1 0 0,0 0 0 0 0,0 0-1 0 0,1 0 1 0 0,-1-1-1 0 0,0 1 1 0 0,0 0-1 0 0,1 0 1 0 0,-1 0-1 0 0,0 0 1 0 0,0 0 0 0 0,1 0-1 0 0,-1 0 1 0 0,0 0-1 0 0,0 0 1 0 0,1 0-1 0 0,-1 0 1 0 0,0 0 0 0 0,0 0-1 0 0,1 0 1 0 0,-1 0-1 0 0,0 0 1 0 0,0 0-1 0 0,1 0 1 0 0,-1 0-1 0 0,4 92 832 0 0,15 212 1018 0 0,-15-221-1740 0 0,-4-81-547 0 0</inkml:trace>
</inkml:ink>
</file>

<file path=ppt/ink/ink4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3:34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3 144 460 0 0,'0'0'1416'0'0,"-3"-25"4326"0"0,34-5-3662 0 0,-20 25-1911 0 0,1 1 1 0 0,1 0-1 0 0,-1 1 0 0 0,1 1 1 0 0,-1 0-1 0 0,1 0 1 0 0,0 1-1 0 0,-1 1 1 0 0,26 2-1 0 0,-36-2-161 0 0,1 0 0 0 0,0 1-1 0 0,-1-1 1 0 0,1 1 0 0 0,-1-1-1 0 0,1 1 1 0 0,-1 0-1 0 0,1 0 1 0 0,-1 0 0 0 0,0 0-1 0 0,1 1 1 0 0,-1-1 0 0 0,0 1-1 0 0,0-1 1 0 0,0 1-1 0 0,0 0 1 0 0,0-1 0 0 0,0 1-1 0 0,-1 0 1 0 0,1 0 0 0 0,-1 1-1 0 0,1-1 1 0 0,-1 0 0 0 0,0 0-1 0 0,1 1 1 0 0,-1-1-1 0 0,-1 1 1 0 0,1-1 0 0 0,0 1-1 0 0,-1-1 1 0 0,1 1 0 0 0,-1 0-1 0 0,0-1 1 0 0,1 1 0 0 0,-1-1-1 0 0,-1 1 1 0 0,1 0-1 0 0,0-1 1 0 0,-1 1 0 0 0,1-1-1 0 0,-2 5 1 0 0,-2 7 19 0 0,0 1 0 0 0,0-1 0 0 0,-2 0 0 0 0,0-1 0 0 0,-13 23-1 0 0,-29 38 20 0 0,47-72-52 0 0,0 5-1 0 0,1-6 9 0 0,-1 0-1 0 0,1 0 1 0 0,0 1-1 0 0,0-1 1 0 0,0 0-1 0 0,-1 0 1 0 0,1 0-1 0 0,0 1 1 0 0,1-1-1 0 0,-1 0 1 0 0,0 0-1 0 0,0 0 0 0 0,0 0 1 0 0,1 0-1 0 0,-1 1 1 0 0,1-1-1 0 0,-1 0 1 0 0,1 0-1 0 0,-1 0 1 0 0,1 0-1 0 0,-1 0 1 0 0,1 0-1 0 0,0 0 1 0 0,0 0-1 0 0,-1-1 1 0 0,1 1-1 0 0,0 0 1 0 0,0 0-1 0 0,0-1 1 0 0,0 1-1 0 0,0 0 1 0 0,0-1-1 0 0,0 1 1 0 0,0-1-1 0 0,0 1 1 0 0,1-1-1 0 0,-1 0 1 0 0,0 1-1 0 0,0-1 1 0 0,0 0-1 0 0,0 0 0 0 0,0 0 1 0 0,3 0-1 0 0,15 2-12 0 0,0-1 0 0 0,-1 0 0 0 0,1-2 0 0 0,0 0-1 0 0,0-1 1 0 0,0-1 0 0 0,-1-1 0 0 0,1-1-1 0 0,-1 0 1 0 0,0-1 0 0 0,0-1 0 0 0,-1-1-1 0 0,0 0 1 0 0,-1-2 0 0 0,1 1 0 0 0,-2-2 0 0 0,1 0-1 0 0,22-22 1 0 0,-27 22 114 0 0,1 0 0 0 0,-1 0 0 0 0,-1-1-1 0 0,0 0 1 0 0,10-18 0 0 0,-16 24 20 0 0,-1 1 1 0 0,-1-1-1 0 0,1-1 0 0 0,-1 1 1 0 0,0 0-1 0 0,0-1 1 0 0,-1 1-1 0 0,0 0 0 0 0,0-1 1 0 0,-1 0-1 0 0,1 1 0 0 0,-1-1 1 0 0,-1 1-1 0 0,1-1 1 0 0,-4-11-1 0 0,-2-1 396 0 0,-2-13 478 0 0,8 30-726 0 0,-2 4-289 0 0,1 1 10 0 0,0 0 1 0 0,0-1-1 0 0,0 1 0 0 0,0 0 1 0 0,0-1-1 0 0,1 1 0 0 0,-1 0 1 0 0,1 0-1 0 0,0-1 0 0 0,0 1 1 0 0,0 0-1 0 0,0 0 0 0 0,0 0 1 0 0,0 0-1 0 0,2 2 0 0 0,3 75 157 0 0,-4-69-75 0 0,15 240 649 0 0,-5-177-861 0 0,-10-73-110 0 0</inkml:trace>
</inkml:ink>
</file>

<file path=ppt/ink/ink4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3:35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492 573 576 0 0,'0'0'854'0'0,"-22"-4"1666"0"0,3-1-1491 0 0,1-1 0 0 0,0-1 0 0 0,0 0 1 0 0,1-1-1 0 0,0-1 0 0 0,-31-22 1 0 0,-92-80 1336 0 0,122 96-2062 0 0,-1 0-125 0 0,2-1 0 0 0,0-1 0 0 0,1 0 0 0 0,1-1-1 0 0,0-1 1 0 0,2-1 0 0 0,0 0 0 0 0,-10-22 0 0 0,21 39-164 0 0,1-1 0 0 0,0 1 1 0 0,0-1-1 0 0,0 1 1 0 0,0-1-1 0 0,1 0 0 0 0,-1 0 1 0 0,1 1-1 0 0,0-1 0 0 0,0 0 1 0 0,0 0-1 0 0,1 1 0 0 0,-1-1 1 0 0,1 0-1 0 0,0 1 0 0 0,0-1 1 0 0,0 1-1 0 0,2-4 0 0 0,0 1-7 0 0,0 1-1 0 0,1 0 0 0 0,-1 0 0 0 0,1 0 0 0 0,0 0 0 0 0,1 1 0 0 0,-1 0 0 0 0,1 0 0 0 0,0 0 0 0 0,6-4 0 0 0,2 0-43 0 0,1 0 1 0 0,0 1-1 0 0,1 1 0 0 0,0 0 0 0 0,0 1 1 0 0,0 1-1 0 0,26-5 0 0 0,-16 6-20 0 0,1 1-1 0 0,-1 1 0 0 0,1 2 1 0 0,-1 0-1 0 0,1 1 1 0 0,-1 2-1 0 0,0 1 0 0 0,0 0 1 0 0,-1 2-1 0 0,1 1 1 0 0,-1 1-1 0 0,39 21 0 0 0,-46-21 40 0 0,-1 2 0 0 0,-1 0 0 0 0,0 0 0 0 0,0 2 0 0 0,-1 0 0 0 0,-1 0 0 0 0,0 1 0 0 0,-1 1 0 0 0,0 0 0 0 0,-1 1 0 0 0,-1 0 0 0 0,0 0 0 0 0,-2 1 0 0 0,0 0 0 0 0,0 1 0 0 0,-2 0 0 0 0,8 34 0 0 0,-4 7 5 0 0,-2 0-1 0 0,-3 0 1 0 0,-3 65 0 0 0,-21 182 61 0 0,5-112 134 0 0,12-157 99 0 0,1 1 1 0 0,3 0-1 0 0,6 44 1 0 0,-8-80-214 0 0,1 5 86 0 0</inkml:trace>
</inkml:ink>
</file>

<file path=ppt/ink/ink4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3:36.8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31 104 0 0,'0'0'900'0'0,"-37"9"1400"0"0,22-6 1428 0 0,23-1-2094 0 0,48-1-1736 0 0,2-1 363 0 0,369-2 198 0 0,-374 0-433 0 0,94-4 18 0 0,289 2-202 0 0,-342 9-83 0 0,144-9 0 0 0,-122 3 209 0 0,4-1-35 0 0,-98 0 56 0 0,-1 2 1 0 0,30 3-1 0 0,-27-1 42 0 0,46-2-1 0 0,61-14 470 0 0,-72 4-153 0 0,-57 9-287 0 0,45 3 399 0 0,20-7 863 0 0,-65 5-962 0 0,5-1 364 0 0,-5-1-1599 0 0,-47 0-8082 0 0</inkml:trace>
</inkml:ink>
</file>

<file path=ppt/ink/ink4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4:14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56 0 0,'0'0'400'0'0,"-4"15"-660"0"0</inkml:trace>
</inkml:ink>
</file>

<file path=ppt/ink/ink4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4:16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64 32 0 0,'-1'3'8688'0'0,"15"-13"-3491"0"0,-3 3-6500 0 0,-3-21 1803 0 0,-8 27-453 0 0,5-5-1216 0 0,-1-3 386 0 0,24 4-8219 0 0,-26 4 7759 0 0</inkml:trace>
</inkml:ink>
</file>

<file path=ppt/ink/ink4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4:17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383 43 668 0 0,'3'-2'635'0'0,"0"0"-1"0"0,1-1 1 0 0,-1 1 0 0 0,0-1-1 0 0,0 0 1 0 0,-1 0 0 0 0,1 0-1 0 0,-1 0 1 0 0,1 0 0 0 0,2-6 1344 0 0,-5 9-1933 0 0,0 0-1 0 0,-1 0 1 0 0,1 0 0 0 0,0 0-1 0 0,0 0 1 0 0,0-1-1 0 0,0 1 1 0 0,0 0 0 0 0,0 0-1 0 0,0 0 1 0 0,-1 0 0 0 0,1 0-1 0 0,0 0 1 0 0,0 0-1 0 0,0 0 1 0 0,0-1 0 0 0,0 1-1 0 0,0 0 1 0 0,0 0-1 0 0,0 0 1 0 0,0 0 0 0 0,0 0-1 0 0,0 0 1 0 0,0-1 0 0 0,0 1-1 0 0,0 0 1 0 0,0 0-1 0 0,0 0 1 0 0,0 0 0 0 0,0 0-1 0 0,0 0 1 0 0,0-1-1 0 0,0 1 1 0 0,0 0 0 0 0,0 0-1 0 0,0 0 1 0 0,0 0 0 0 0,0 0-1 0 0,0 0 1 0 0,0-1-1 0 0,0 1 1 0 0,0 0 0 0 0,0 0-1 0 0,0 0 1 0 0,1 0-1 0 0,-1 0 1 0 0,0 0 0 0 0,0 0-1 0 0,0 0 1 0 0,0-1 0 0 0,0 1-1 0 0,0 0 1 0 0,0 0-1 0 0,0 0 1 0 0,1 0 0 0 0,-1 0-1 0 0,0 0 1 0 0,0 0-1 0 0,0 0 1 0 0,0 0 0 0 0,0 0-1 0 0,1 0 1 0 0,-1 0 0 0 0,0 0-1 0 0,-30 18 69 0 0,2 1 0 0 0,0 2 0 0 0,1 1-1 0 0,1 0 1 0 0,1 2 0 0 0,2 1 0 0 0,-22 29 0 0 0,13-11 170 0 0,2 1 1 0 0,2 2 0 0 0,-44 95 0 0 0,68-131-238 0 0,0-1 0 0 0,1 1 0 0 0,0 0 0 0 0,0 1 0 0 0,1-1 0 0 0,0 0 0 0 0,1 1 0 0 0,0-1 0 0 0,1 1 0 0 0,0-1 0 0 0,1 1 1 0 0,0-1-1 0 0,0 0 0 0 0,6 19 0 0 0,-4-21-31 0 0,1 0 0 0 0,-1 0 0 0 0,2 0 0 0 0,-1-1 0 0 0,1 0 0 0 0,0 0 0 0 0,1 0 0 0 0,-1 0 0 0 0,1-1 0 0 0,1 0 0 0 0,-1 0 0 0 0,1-1 0 0 0,0 1 0 0 0,0-2 0 0 0,1 1 0 0 0,-1-1 0 0 0,1 0 0 0 0,10 3 0 0 0,-2 0-291 0 0,0-2-1 0 0,1 0 0 0 0,0 0 1 0 0,0-2-1 0 0,28 3 0 0 0,-32-6-950 0 0,-1 0-1 0 0,1 0 1 0 0,-1-1-1 0 0,1-1 0 0 0,13-4 1 0 0,2-2-2152 0 0</inkml:trace>
</inkml:ink>
</file>

<file path=ppt/ink/ink4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4:18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378 55 44 0 0,'0'-9'1293'0'0,"-1"4"1845"0"0,0 2-2877 0 0,-1 0-1 0 0,1 1 1 0 0,-1-1-1 0 0,0 0 1 0 0,0 1-1 0 0,0 0 1 0 0,0-1-1 0 0,0 1 0 0 0,0 0 1 0 0,-1 0-1 0 0,1 1 1 0 0,-1-1-1 0 0,0 0 1 0 0,1 1-1 0 0,-1-1 1 0 0,0 1-1 0 0,-3-1 1 0 0,0 1-183 0 0,0 0 0 0 0,1 1 0 0 0,-1 0 0 0 0,0 0-1 0 0,1 0 1 0 0,-1 1 0 0 0,0 0 0 0 0,1 0 0 0 0,-7 2 0 0 0,-9 2 57 0 0,7-3-19 0 0,0 2 0 0 0,0 0 0 0 0,0 0 0 0 0,0 2 0 0 0,-22 11 0 0 0,34-16-113 0 0,1 0-1 0 0,0 0 0 0 0,0 0 1 0 0,0 0-1 0 0,0 0 0 0 0,0 1 1 0 0,1-1-1 0 0,-1 0 1 0 0,0 0-1 0 0,1 1 0 0 0,-1-1 1 0 0,0 1-1 0 0,1-1 0 0 0,0 0 1 0 0,-1 1-1 0 0,1-1 0 0 0,0 1 1 0 0,0-1-1 0 0,0 1 1 0 0,0-1-1 0 0,0 1 0 0 0,0-1 1 0 0,0 1-1 0 0,0-1 0 0 0,0 1 1 0 0,1-1-1 0 0,-1 1 0 0 0,1-1 1 0 0,-1 1-1 0 0,1-1 1 0 0,0 0-1 0 0,-1 1 0 0 0,1-1 1 0 0,2 2-1 0 0,35 47 61 0 0,-31-42-54 0 0,12 13 1 0 0,39 50 7 0 0,-54-66-14 0 0,0 1-1 0 0,-1-1 1 0 0,0 1-1 0 0,0-1 1 0 0,0 1-1 0 0,-1 0 1 0 0,0 0-1 0 0,0 0 1 0 0,0 0-1 0 0,-1 0 1 0 0,1 8-1 0 0,-2-11 16 0 0,0-1 0 0 0,0 1-1 0 0,-1-1 1 0 0,1 1-1 0 0,-1-1 1 0 0,1 1 0 0 0,-1-1-1 0 0,0 1 1 0 0,0-1 0 0 0,0 0-1 0 0,0 1 1 0 0,0-1 0 0 0,-1 0-1 0 0,1 0 1 0 0,-1 0-1 0 0,1 0 1 0 0,-1 0 0 0 0,0 0-1 0 0,-4 3 1 0 0,2-2 65 0 0,-1 0 0 0 0,0-1 0 0 0,0 1 0 0 0,0-1 0 0 0,0 0 0 0 0,-1 0 0 0 0,1 0 0 0 0,-11 1 0 0 0,3-1 147 0 0,0-1-1 0 0,-1 0 1 0 0,1-1 0 0 0,0-1 0 0 0,0 0 0 0 0,-1 0 0 0 0,-13-4 0 0 0,21 3-133 0 0,-1 1-1 0 0,1-1 1 0 0,0 0 0 0 0,-1-1 0 0 0,1 0 0 0 0,0 0 0 0 0,0 0 0 0 0,1-1 0 0 0,-1 1 0 0 0,1-1-1 0 0,-1-1 1 0 0,1 1 0 0 0,1-1 0 0 0,-6-5 0 0 0,9 9-192 0 0,1 0 4 0 0,0 0 0 0 0,0 0 0 0 0,1 0-1 0 0,-1 0 1 0 0,0 0 0 0 0,0 0 0 0 0,0 0 0 0 0,1 0-1 0 0,-1 1 1 0 0,1-1 0 0 0,-1 0 0 0 0,0 0-1 0 0,1 0 1 0 0,-1 1 0 0 0,1-1 0 0 0,0 0-1 0 0,-1 1 1 0 0,1-1 0 0 0,0 0 0 0 0,-1 1 0 0 0,1-1-1 0 0,0 1 1 0 0,-1-1 0 0 0,1 1 0 0 0,0-1-1 0 0,0 1 1 0 0,0 0 0 0 0,0-1 0 0 0,1 1-1 0 0,53-4-7842 0 0</inkml:trace>
</inkml:ink>
</file>

<file path=ppt/ink/ink4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4:19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132 233 420 0 0,'0'0'4180'0'0,"-2"-7"2268"0"0,-16 18-6326 0 0,2 2 0 0 0,-1 0-1 0 0,2 1 1 0 0,0 0 0 0 0,-22 29-1 0 0,35-41-110 0 0,1 1-1 0 0,-1-1 1 0 0,1 1-1 0 0,0-1 1 0 0,0 1-1 0 0,0-1 1 0 0,0 1-1 0 0,1 0 0 0 0,-1-1 1 0 0,0 4-1 0 0,1-5-9 0 0,0-1 0 0 0,0 1 0 0 0,0-1 0 0 0,0 1 0 0 0,0-1 0 0 0,0 1 0 0 0,0 0 0 0 0,0-1 0 0 0,1 1 0 0 0,-1-1 0 0 0,0 1 0 0 0,0-1 0 0 0,0 1-1 0 0,1-1 1 0 0,-1 1 0 0 0,0-1 0 0 0,1 1 0 0 0,-1-1 0 0 0,0 1 0 0 0,1-1 0 0 0,-1 1 0 0 0,1-1 0 0 0,-1 0 0 0 0,1 1 0 0 0,-1-1 0 0 0,1 0 0 0 0,-1 1 0 0 0,1-1-1 0 0,-1 0 1 0 0,1 0 0 0 0,-1 1 0 0 0,1-1 0 0 0,-1 0 0 0 0,1 0 0 0 0,-1 0 0 0 0,1 0 0 0 0,0 0 0 0 0,-1 0 0 0 0,1 0 0 0 0,-1 0 0 0 0,1 0 0 0 0,-1 0 0 0 0,1 0 0 0 0,0 0-1 0 0,-1 0 1 0 0,1 0 0 0 0,-1-1 0 0 0,1 1 0 0 0,-1 0 0 0 0,1 0 0 0 0,-1-1 0 0 0,1 1 0 0 0,-1 0 0 0 0,1-1 0 0 0,0 1 0 0 0,9-5-5 0 0,0-1 1 0 0,0 1 0 0 0,-1-2 0 0 0,0 1-1 0 0,11-11 1 0 0,-3 3-45 0 0,-16 13 26 0 0,0 1 0 0 0,0-1-1 0 0,0 1 1 0 0,0-1-1 0 0,0 1 1 0 0,0 0-1 0 0,0-1 1 0 0,0 1-1 0 0,0 0 1 0 0,0 0-1 0 0,0 0 1 0 0,0-1 0 0 0,1 1-1 0 0,-1 0 1 0 0,0 0-1 0 0,0 1 1 0 0,0-1-1 0 0,0 0 1 0 0,0 0-1 0 0,0 0 1 0 0,0 1-1 0 0,0-1 1 0 0,0 1 0 0 0,0-1-1 0 0,0 0 1 0 0,2 2-1 0 0,28 23-330 0 0,1-1 21 0 0,-28-22 315 0 0,1-1 1 0 0,-1 1-1 0 0,1-1 1 0 0,-1 0-1 0 0,1 0 0 0 0,0-1 1 0 0,-1 1-1 0 0,1-1 1 0 0,0 0-1 0 0,-1-1 0 0 0,1 1 1 0 0,0-1-1 0 0,-1 0 1 0 0,1 0-1 0 0,7-3 0 0 0,-5 1 36 0 0,0 0 0 0 0,-1-1 0 0 0,0 0 0 0 0,1 0 0 0 0,-2-1 0 0 0,1 0 0 0 0,0 0 0 0 0,-1 0 0 0 0,5-7-1 0 0,6-10 160 0 0,-1 0-1 0 0,0-2 1 0 0,-2 1-1 0 0,13-33 1 0 0,-19 38 191 0 0,-1 0 0 0 0,-1-1 0 0 0,0 1 0 0 0,-1-1 0 0 0,-1 0 0 0 0,1-28 0 0 0,-4 45-80 0 0,0-2-129 0 0,0-2-156 0 0,-1 7 407 0 0,-5 11-410 0 0,2 0 0 0 0,-1 0 1 0 0,2 1-1 0 0,-1-1 0 0 0,2 1 1 0 0,0-1-1 0 0,0 1 0 0 0,1 23 1 0 0,1-31-44 0 0,0 0 0 0 0,0 1 0 0 0,1-1 0 0 0,-1 0 0 0 0,2 1 0 0 0,-1-1 1 0 0,0 0-1 0 0,1 0 0 0 0,0 0 0 0 0,0 0 0 0 0,0-1 0 0 0,1 1 0 0 0,0 0 0 0 0,0-1 1 0 0,0 0-1 0 0,0 0 0 0 0,1 0 0 0 0,-1 0 0 0 0,1 0 0 0 0,0-1 0 0 0,0 1 1 0 0,1-1-1 0 0,-1 0 0 0 0,9 4 0 0 0,50 13-256 0 0,-50-17 99 0 0,0 0-1 0 0,0 2 1 0 0,-1-1-1 0 0,13 8 1 0 0,-25-12 191 0 0,1 0-1 0 0,-1 1 1 0 0,0-1-1 0 0,1 1 1 0 0,-1-1 0 0 0,0 1-1 0 0,0-1 1 0 0,1 1-1 0 0,-1-1 1 0 0,0 1-1 0 0,0-1 1 0 0,0 1 0 0 0,0-1-1 0 0,1 1 1 0 0,-1 0-1 0 0,0-1 1 0 0,0 1-1 0 0,0-1 1 0 0,0 1 0 0 0,-1-1-1 0 0,1 1 1 0 0,0-1-1 0 0,0 1 1 0 0,0-1-1 0 0,0 1 1 0 0,0-1 0 0 0,-1 1-1 0 0,1-1 1 0 0,0 1-1 0 0,0-1 1 0 0,-1 1-1 0 0,1-1 1 0 0,0 1 0 0 0,-1-1-1 0 0,1 0 1 0 0,-1 1-1 0 0,1-1 1 0 0,0 1-1 0 0,-1-1 1 0 0,1 0 0 0 0,-1 0-1 0 0,1 1 1 0 0,-1-1-1 0 0,1 0 1 0 0,-1 0-1 0 0,1 1 1 0 0,-2-1 0 0 0,-23 15-20 0 0,13-11-3 0 0,-7 4 132 0 0,-1-2 1 0 0,0 0-1 0 0,0-1 0 0 0,0-1 1 0 0,-36 2-1 0 0,54-6-98 0 0,-12-1-787 0 0</inkml:trace>
</inkml:ink>
</file>

<file path=ppt/ink/ink4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4:20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1 440 0 0,'0'0'10179'0'0,"-6"1"-10030"0"0,-4 2-76 0 0,0 0 1 0 0,0 1-1 0 0,1 0 0 0 0,-1 0 0 0 0,1 1 0 0 0,0 0 0 0 0,1 0 0 0 0,-1 1 1 0 0,1 0-1 0 0,0 1 0 0 0,1 0 0 0 0,-1 0 0 0 0,1 1 0 0 0,1-1 0 0 0,-10 15 0 0 0,16-22-75 0 0,0 1-1 0 0,-1-1 1 0 0,1 1-1 0 0,0-1 1 0 0,0 1-1 0 0,0-1 1 0 0,-1 1-1 0 0,1-1 1 0 0,0 1-1 0 0,0 0 1 0 0,0-1-1 0 0,0 1 1 0 0,0-1-1 0 0,0 1 1 0 0,0-1-1 0 0,0 1 1 0 0,0-1-1 0 0,0 1 1 0 0,0 0-1 0 0,1-1 1 0 0,-1 1-1 0 0,0-1 1 0 0,0 1-1 0 0,0-1 1 0 0,1 1-1 0 0,-1-1 1 0 0,0 1-1 0 0,1-1 1 0 0,-1 1-1 0 0,0-1 0 0 0,1 0 1 0 0,-1 1-1 0 0,1-1 1 0 0,-1 0-1 0 0,1 1 1 0 0,-1-1-1 0 0,1 0 1 0 0,-1 1-1 0 0,1-1 1 0 0,-1 0-1 0 0,1 0 1 0 0,-1 1-1 0 0,1-1 1 0 0,-1 0-1 0 0,1 0 1 0 0,-1 0-1 0 0,2 0 1 0 0,34 4-127 0 0,-10-9 69 0 0,1 0 0 0 0,-1-1 1 0 0,26-11-1 0 0,-51 16 4 0 0,44 8-3931 0 0,-32-5 1184 0 0,0-3 215 0 0</inkml:trace>
</inkml:ink>
</file>

<file path=ppt/ink/ink4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4:20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260 128 932 0 0,'0'0'839'0'0,"-7"-4"360"0"0,4 9 2075 0 0,-4 27-2706 0 0,0 0-1 0 0,-2 0 1 0 0,-2 0 0 0 0,-1-1 0 0 0,-1-1 0 0 0,-18 31-1 0 0,30-59-502 0 0,0-1 0 0 0,0 1 0 0 0,-1 0 0 0 0,1 0-1 0 0,-1-1 1 0 0,1 1 0 0 0,-1 0 0 0 0,0-1 0 0 0,1 0-1 0 0,-1 1 1 0 0,0-1 0 0 0,0 0 0 0 0,0 0 0 0 0,0 0-1 0 0,0 0 1 0 0,0 0 0 0 0,0-1 0 0 0,-1 1 0 0 0,1-1 0 0 0,0 1-1 0 0,0-1 1 0 0,-1 0 0 0 0,1 0 0 0 0,0 0 0 0 0,0 0-1 0 0,-1 0 1 0 0,1 0 0 0 0,0-1 0 0 0,0 1 0 0 0,0-1 0 0 0,0 1-1 0 0,-1-1 1 0 0,1 0 0 0 0,0 0 0 0 0,0 0 0 0 0,0 0-1 0 0,0 0 1 0 0,1 0 0 0 0,-5-4 0 0 0,0 1 24 0 0,0-1 0 0 0,1 0 0 0 0,-1 0-1 0 0,1 0 1 0 0,0-1 0 0 0,0 1 0 0 0,1-1 0 0 0,0-1 0 0 0,0 1 0 0 0,-6-13 0 0 0,6 6-24 0 0,0 1-1 0 0,1-1 1 0 0,0 0 0 0 0,1 0 0 0 0,0 0 0 0 0,2 0 0 0 0,-1 0 0 0 0,1 0 0 0 0,1-1 0 0 0,1 1 0 0 0,0 0 0 0 0,3-13 0 0 0,-3 18-31 0 0,1 1 1 0 0,0-1-1 0 0,0 1 1 0 0,0 0-1 0 0,1 0 1 0 0,0 0 0 0 0,0 1-1 0 0,0-1 1 0 0,1 1-1 0 0,0 0 1 0 0,1 1 0 0 0,-1-1-1 0 0,1 1 1 0 0,0 0-1 0 0,0 0 1 0 0,1 1-1 0 0,-1 0 1 0 0,1 0 0 0 0,0 0-1 0 0,0 1 1 0 0,11-4-1 0 0,-9 5-38 0 0,1 0 0 0 0,-1 1 0 0 0,0 0 0 0 0,1 0 0 0 0,-1 1 0 0 0,0 0 0 0 0,1 0 0 0 0,-1 1 0 0 0,0 1 0 0 0,1 0 0 0 0,-1 0 0 0 0,0 0 0 0 0,0 1 0 0 0,0 1 0 0 0,-1-1 0 0 0,1 2 0 0 0,-1-1 0 0 0,0 1 0 0 0,0 0 0 0 0,0 1 0 0 0,-1-1 0 0 0,7 8 0 0 0,2 2-7 0 0,-1 1 0 0 0,0 0 1 0 0,-2 1-1 0 0,0 0 0 0 0,-1 1 0 0 0,0 0 1 0 0,-2 1-1 0 0,13 31 0 0 0,-4 13 53 0 0,-18-59-149 0 0,0 1-1 0 0,0-1 0 0 0,-1 1 0 0 0,1 0 0 0 0,-1-1 0 0 0,-1 1 0 0 0,1-1 0 0 0,0 1 1 0 0,-1 0-1 0 0,0-1 0 0 0,-3 8 0 0 0,-11 6-2532 0 0,-2-14-3485 0 0,2-7 3206 0 0</inkml:trace>
</inkml:ink>
</file>

<file path=ppt/ink/ink4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4:20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62 76 0 0,'0'-11'2164'0'0,"19"3"-1552"0"0,-10 5-84 0 0,6 1-48 0 0,1-1-36 0 0,1 1-56 0 0,2-3-96 0 0,2 2-152 0 0,-2 1-116 0 0,8-4-128 0 0,-1 1-160 0 0,0 2-168 0 0,0 3-296 0 0,-1-5-784 0 0,-3 2 348 0 0</inkml:trace>
</inkml:ink>
</file>

<file path=ppt/ink/ink4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4:21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7 876 0 0,'-1'-6'10225'0'0,"6"10"-10159"0"0,-1 1 0 0 0,0-1 0 0 0,1 0 1 0 0,0-1-1 0 0,0 1 0 0 0,0-1 0 0 0,1 0 0 0 0,-1 0 0 0 0,1-1 1 0 0,-1 0-1 0 0,1 0 0 0 0,0 0 0 0 0,0-1 0 0 0,0 1 0 0 0,0-1 0 0 0,0-1 1 0 0,7 1-1 0 0,-10-1-31 0 0,0 0 0 0 0,0 0 0 0 0,-1 0 0 0 0,1 0 0 0 0,0 0 0 0 0,-1-1 0 0 0,1 0 0 0 0,0 1 0 0 0,-1-1 0 0 0,1 0 0 0 0,-1 0 0 0 0,1 0 0 0 0,-1 0 1 0 0,0-1-1 0 0,1 1 0 0 0,-1-1 0 0 0,0 0 0 0 0,0 1 0 0 0,0-1 0 0 0,2-2 0 0 0,-3 2 123 0 0,5-6 229 0 0,-6 8-363 0 0,0 0 0 0 0,0 0 0 0 0,1 0 0 0 0,-1-1 0 0 0,0 1 0 0 0,0 0 0 0 0,0 0 0 0 0,0 0 0 0 0,0 0 0 0 0,0 0 0 0 0,0-1 0 0 0,0 1-1 0 0,0 0 1 0 0,0 0 0 0 0,0 0 0 0 0,0 0 0 0 0,0 0 0 0 0,1 0 0 0 0,-1 0 0 0 0,0-1 0 0 0,0 1 0 0 0,0 0 0 0 0,0 0 0 0 0,0 0 0 0 0,0 0 0 0 0,1 0 0 0 0,-1 0 0 0 0,0 0 0 0 0,0 0 0 0 0,0 0 0 0 0,0 0 0 0 0,0 0 0 0 0,1 0 0 0 0,-1 0 0 0 0,0 0-1 0 0,0 0 1 0 0,0 0 0 0 0,0 0 0 0 0,0 0 0 0 0,1 0 0 0 0,-1 0 0 0 0,0 0 0 0 0,0 0 0 0 0,0 0 0 0 0,0 0 0 0 0,1 0 0 0 0,-1 0 0 0 0,0 0 0 0 0,0 0 0 0 0,0 0 0 0 0,0 0 0 0 0,0 1 0 0 0,0-1 0 0 0,0 0 0 0 0,1 0 0 0 0,-1 0 0 0 0,0 0 0 0 0,0 0-1 0 0,0 0 1 0 0,0 0 0 0 0,0 1 0 0 0,0-1 0 0 0,0 0 0 0 0,0 0 0 0 0,0 0 0 0 0,0 0 0 0 0,0 0 0 0 0,0 1 0 0 0,-4 194 127 0 0,-1-17-51 0 0,6-122-71 0 0,1-19-1 0 0,-1-1 0 0 0,-2 1 1 0 0,-10 61-1 0 0,-1-65 29 0 0,12-32-31 0 0,-1 0 0 0 0,1 0 0 0 0,-1 1 0 0 0,1-1 0 0 0,-1 0 0 0 0,0 0 0 0 0,0 1 0 0 0,0-1 0 0 0,1 0 0 0 0,-1 0 0 0 0,0 0 0 0 0,-1 0 0 0 0,1 0 0 0 0,0-1 0 0 0,0 1 0 0 0,0 0 0 0 0,0 0 0 0 0,-1-1 0 0 0,1 1 0 0 0,0-1 0 0 0,-3 2 0 0 0,2-3 6 0 0,0 0 0 0 0,0 1 0 0 0,0-1 1 0 0,0 0-1 0 0,0 0 0 0 0,0 0 0 0 0,0 0 0 0 0,1 0 0 0 0,-1 0 0 0 0,0 0 0 0 0,0-1 0 0 0,1 1 0 0 0,-1-1 0 0 0,1 1 0 0 0,0-1 1 0 0,-1 0-1 0 0,1 0 0 0 0,0 1 0 0 0,0-1 0 0 0,0 0 0 0 0,0 0 0 0 0,0 0 0 0 0,1 0 0 0 0,-1 0 0 0 0,0 0 0 0 0,1 0 1 0 0,-1-3-1 0 0,-9-59 556 0 0,10 51-608 0 0,0-1-1 0 0,1 1 1 0 0,0 0 0 0 0,1 0-1 0 0,1 0 1 0 0,0 0-1 0 0,0 0 1 0 0,1 0 0 0 0,1 1-1 0 0,0 0 1 0 0,1 0 0 0 0,0 0-1 0 0,1 1 1 0 0,0-1 0 0 0,1 2-1 0 0,0-1 1 0 0,1 1 0 0 0,11-10-1 0 0,-8 9-805 0 0,-1 2 0 0 0,1-1-1 0 0,1 2 1 0 0,0 0 0 0 0,0 0-1 0 0,1 1 1 0 0,0 1 0 0 0,0 0-1 0 0,26-7 1 0 0,-24 9-2612 0 0,1-1 259 0 0</inkml:trace>
</inkml:ink>
</file>

<file path=ppt/ink/ink4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4:22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6 820 0 0,'0'-5'12123'0'0,"0"11"-12027"0"0,0 1 0 0 0,1-1 0 0 0,0 0 0 0 0,0 1 1 0 0,0-1-1 0 0,1 0 0 0 0,0 0 0 0 0,0 0 1 0 0,1 0-1 0 0,4 8 0 0 0,-6-11-251 0 0,1-1 1 0 0,0 1-1 0 0,1 0 0 0 0,-1-1 1 0 0,0 1-1 0 0,1-1 0 0 0,-1 0 1 0 0,1 1-1 0 0,0-1 0 0 0,0-1 1 0 0,0 1-1 0 0,0 0 0 0 0,0-1 1 0 0,0 1-1 0 0,0-1 0 0 0,0 0 1 0 0,1 0-1 0 0,-1 0 0 0 0,0-1 1 0 0,1 1-1 0 0,-1-1 0 0 0,6 0 1 0 0,-9 0-63 0 0,1 0-1 0 0,0 0 1 0 0,0 0 0 0 0,0 0 0 0 0,0-1 0 0 0,0 1 0 0 0,0 0 0 0 0,-1-1 0 0 0,1 1 0 0 0,0-1 0 0 0,0 1 0 0 0,0-1 0 0 0,-1 1 0 0 0,1-1-1 0 0,0 1 1 0 0,-1-1 0 0 0,1 0 0 0 0,0 1 0 0 0,0-2 0 0 0,0 0-600 0 0,8-6-2156 0 0</inkml:trace>
</inkml:ink>
</file>

<file path=ppt/ink/ink4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4:22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66 916 0 0,'-24'-45'9600'0'0,"20"35"-10457"0"0,2 0-3739 0 0</inkml:trace>
</inkml:ink>
</file>

<file path=ppt/ink/ink4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4:22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 64 0 0,'0'-1'325'0'0,"1"1"0"0"0,-1-1 0 0 0,0 0 0 0 0,0 1 0 0 0,1-1 1 0 0,-1 1-1 0 0,1-1 0 0 0,-1 0 0 0 0,1 1 0 0 0,-1-1 0 0 0,1 1 0 0 0,-1-1 0 0 0,1 1 0 0 0,-1-1 0 0 0,1 1 0 0 0,-1 0 1 0 0,1-1-1 0 0,0 1 0 0 0,-1 0 0 0 0,1-1 0 0 0,0 1 0 0 0,-1 0 0 0 0,1 0 0 0 0,0-1 0 0 0,-1 1 0 0 0,2 0 0 0 0,25 4 2325 0 0,32 21-3473 0 0,-48-19 1731 0 0,13 6-752 0 0,0 1 0 0 0,-1 2 0 0 0,-1 0 0 0 0,0 1 0 0 0,-1 1 0 0 0,-1 1-1 0 0,-1 1 1 0 0,-1 1 0 0 0,24 32 0 0 0,-34-41-98 0 0,0 0-1 0 0,0 1 1 0 0,-2 0-1 0 0,1 0 1 0 0,-2 1-1 0 0,0-1 1 0 0,0 1-1 0 0,-1 1 1 0 0,-1-1-1 0 0,0 0 1 0 0,0 1-1 0 0,-2 0 1 0 0,0-1-1 0 0,0 1 1 0 0,-1 0-1 0 0,-1 0 1 0 0,-1-1-1 0 0,1 1 1 0 0,-2 0-1 0 0,-5 16 1 0 0,3-19 299 0 0,-1 0 1 0 0,-1 0-1 0 0,1 0 1 0 0,-2-1-1 0 0,0 0 1 0 0,0 0-1 0 0,-1-1 1 0 0,0 0-1 0 0,0 0 1 0 0,-1-1 0 0 0,0 0-1 0 0,0-1 1 0 0,-1 0-1 0 0,0-1 1 0 0,-16 7-1 0 0,25-12 215 0 0,-1 2-281 0 0,-1 0-838 0 0,-2-4-4571 0 0,2 0 4234 0 0,-9-3-611 0 0,4-3-3677 0 0</inkml:trace>
</inkml:ink>
</file>

<file path=ppt/ink/ink4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4:26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439 118 308 0 0,'0'0'4118'0'0,"0"-3"-3455"0"0,6-37 2545 0 0,-5 38-2735 0 0,-1-1-130 0 0,1-1 0 0 0,-1 0 1 0 0,1 1-1 0 0,-1-1 0 0 0,0 0 0 0 0,-1 1 0 0 0,1-1 0 0 0,-1 0 1 0 0,1 1-1 0 0,-1-1 0 0 0,0 0 0 0 0,-2-3 0 0 0,-2 4-285 0 0,1 0 0 0 0,-1 1 0 0 0,0-1 0 0 0,0 1 0 0 0,0 0 0 0 0,0 1 0 0 0,0-1 0 0 0,0 1 0 0 0,0 0 0 0 0,-1 0 0 0 0,1 1-1 0 0,0-1 1 0 0,-1 1 0 0 0,1 0 0 0 0,0 1 0 0 0,-1-1 0 0 0,1 1 0 0 0,0 0 0 0 0,0 0 0 0 0,-9 4 0 0 0,-16 5-8 0 0,0 0 0 0 0,-34 19-1 0 0,53-24 10 0 0,-5 3-51 0 0,9-6-15 0 0,0 0 0 0 0,1 1 0 0 0,-1 0-1 0 0,1 1 1 0 0,0-1 0 0 0,0 1-1 0 0,0 1 1 0 0,0-1 0 0 0,0 1-1 0 0,1 0 1 0 0,0 0 0 0 0,-7 10-1 0 0,11-13-12 0 0,0 0 0 0 0,1 1 0 0 0,0-1 0 0 0,-1 0 0 0 0,1 1 0 0 0,0-1 0 0 0,0 0-1 0 0,0 1 1 0 0,0-1 0 0 0,1 0 0 0 0,-1 1 0 0 0,1-1 0 0 0,-1 0 0 0 0,1 1 0 0 0,0-1 0 0 0,0 0-1 0 0,0 0 1 0 0,0 0 0 0 0,0 0 0 0 0,1 0 0 0 0,1 3 0 0 0,35 35-258 0 0,-19-24 199 0 0,3 2-249 0 0,38 40 0 0 0,-55-53 281 0 0,-1 0-1 0 0,1 1 1 0 0,-1-1-1 0 0,0 1 1 0 0,-1 0-1 0 0,0 1 1 0 0,0-1-1 0 0,0 0 1 0 0,0 1-1 0 0,-1 0 1 0 0,-1-1-1 0 0,1 1 1 0 0,1 10-1 0 0,-4-12 43 0 0,1 1 1 0 0,-1-1-1 0 0,0 0 0 0 0,0 1 1 0 0,0-1-1 0 0,-1 0 0 0 0,0 0 1 0 0,0 0-1 0 0,0 0 0 0 0,-1 0 1 0 0,0 0-1 0 0,0-1 0 0 0,0 1 1 0 0,0-1-1 0 0,0 0 0 0 0,-1 0 1 0 0,0 0-1 0 0,0 0 0 0 0,0-1 1 0 0,-1 1-1 0 0,1-1 0 0 0,-1 0 1 0 0,-6 3-1 0 0,5-3 112 0 0,0 0 0 0 0,0 0 0 0 0,-1 0 0 0 0,1-1 0 0 0,-1 0-1 0 0,1 0 1 0 0,-1-1 0 0 0,0 0 0 0 0,0 0 0 0 0,0 0 0 0 0,1-1 0 0 0,-1 0 0 0 0,0 0 0 0 0,0-1-1 0 0,0 0 1 0 0,1 0 0 0 0,-1-1 0 0 0,-9-3 0 0 0,8 1 201 0 0,0 0 1 0 0,0-1-1 0 0,1 0 1 0 0,-1 0-1 0 0,1-1 0 0 0,-11-11 1 0 0,17 15-213 0 0,0 2-75 0 0,0-1-1 0 0,0 0 1 0 0,1 1 0 0 0,-1-1 0 0 0,0 0 0 0 0,1 0 0 0 0,-1 0-1 0 0,0 1 1 0 0,1-1 0 0 0,-1 0 0 0 0,1 0 0 0 0,0 0-1 0 0,-1 0 1 0 0,1 0 0 0 0,0 0 0 0 0,-1 0 0 0 0,1 0-1 0 0,0 0 1 0 0,0-2 0 0 0,11-7-3410 0 0,23 7-4963 0 0,-30 3 5370 0 0</inkml:trace>
</inkml:ink>
</file>

<file path=ppt/ink/ink4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4:27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272 194 292 0 0,'0'0'1626'0'0,"-19"-44"8893"0"0,17 44-9478 0 0,-45 14-509 0 0,14 5-359 0 0,-46 34 0 0 0,70-47-157 0 0,1 1-1 0 0,-1 1 1 0 0,2-1 0 0 0,-1 1-1 0 0,1 0 1 0 0,0 1 0 0 0,1 0-1 0 0,0 0 1 0 0,1 0-1 0 0,-7 15 1 0 0,11-22-35 0 0,0 0 0 0 0,0 0 1 0 0,0 0-1 0 0,0 0 0 0 0,1 0 0 0 0,-1 0 0 0 0,1 0 0 0 0,-1 0 1 0 0,1 1-1 0 0,0-1 0 0 0,0 0 0 0 0,0 0 0 0 0,0 1 0 0 0,0-1 1 0 0,1 0-1 0 0,-1 0 0 0 0,0 0 0 0 0,1 0 0 0 0,0 0 0 0 0,0 1 1 0 0,1 2-1 0 0,0-4 5 0 0,-1 1 1 0 0,1-1-1 0 0,-1 0 0 0 0,1 0 1 0 0,0 0-1 0 0,-1 0 0 0 0,1-1 1 0 0,0 1-1 0 0,0 0 1 0 0,-1-1-1 0 0,1 1 0 0 0,0-1 1 0 0,0 0-1 0 0,0 0 0 0 0,0 0 1 0 0,0 0-1 0 0,0 0 1 0 0,-1 0-1 0 0,4 0 0 0 0,5-2-37 0 0,0 0 0 0 0,-1 0 0 0 0,1-1 0 0 0,0 0 0 0 0,-1 0 0 0 0,16-9 0 0 0,-12 4-27 0 0,-4 3 31 0 0,0 0 1 0 0,-1-1-1 0 0,1 0 1 0 0,-2 0-1 0 0,1-1 1 0 0,-1 0-1 0 0,0 0 1 0 0,11-16-1 0 0,-17 22 25 0 0,-1 0 14 0 0,1 1-1 0 0,-1 0 1 0 0,0 0 0 0 0,0-1-1 0 0,0 1 1 0 0,0 0 0 0 0,0 0-1 0 0,0-1 1 0 0,0 1 0 0 0,1 0-1 0 0,-1 0 1 0 0,0 0-1 0 0,0-1 1 0 0,0 1 0 0 0,1 0-1 0 0,-1 0 1 0 0,0 0 0 0 0,0 0-1 0 0,0-1 1 0 0,1 1-1 0 0,-1 0 1 0 0,0 0 0 0 0,0 0-1 0 0,1 0 1 0 0,-1 0 0 0 0,0 0-1 0 0,0 0 1 0 0,1 0 0 0 0,-1 0-1 0 0,0 0 1 0 0,1 0-1 0 0,-1 0 1 0 0,0 0 0 0 0,0 0-1 0 0,1 0 1 0 0,-1 0 0 0 0,0 0-1 0 0,0 0 1 0 0,1 0-1 0 0,16 13-122 0 0,-13-9 94 0 0,0-1 0 0 0,0 1 0 0 0,0-1 0 0 0,0 0 0 0 0,0 0 0 0 0,1-1 0 0 0,-1 0 0 0 0,1 1 0 0 0,0-1-1 0 0,0-1 1 0 0,0 1 0 0 0,0-1 0 0 0,0 0 0 0 0,0 0 0 0 0,0 0 0 0 0,0-1 0 0 0,1 0 0 0 0,5 0 0 0 0,-5-1 42 0 0,0-1 1 0 0,0 1-1 0 0,0-1 1 0 0,-1 0-1 0 0,1-1 0 0 0,-1 1 1 0 0,1-1-1 0 0,-1 0 0 0 0,0 0 1 0 0,0-1-1 0 0,0 0 1 0 0,-1 0-1 0 0,1 0 0 0 0,-1 0 1 0 0,0-1-1 0 0,0 1 0 0 0,0-1 1 0 0,-1 0-1 0 0,0 0 1 0 0,0-1-1 0 0,3-5 0 0 0,7-18 319 0 0,0-1-1 0 0,15-58 1 0 0,-12 32 353 0 0,-15 53-542 0 0,0-1 0 0 0,0 0 0 0 0,0 1 0 0 0,-1-1 0 0 0,1 0 0 0 0,-1 0 1 0 0,0 0-1 0 0,-1-3 0 0 0,1-6 807 0 0,-1 15-933 0 0,0 0 0 0 0,1 0-1 0 0,-1 0 1 0 0,-1 0 0 0 0,1 0-1 0 0,0-1 1 0 0,0 1-1 0 0,-1 0 1 0 0,1-1 0 0 0,-1 1-1 0 0,-3 2 1 0 0,2 0 8 0 0,-4 4-40 0 0,1 1 0 0 0,1 0-1 0 0,0 0 1 0 0,0 0 0 0 0,1 1 0 0 0,0 0-1 0 0,1-1 1 0 0,0 1 0 0 0,0 1 0 0 0,1-1-1 0 0,1 0 1 0 0,-1 1 0 0 0,2-1 0 0 0,-1 0-1 0 0,2 1 1 0 0,-1-1 0 0 0,1 1 0 0 0,1-1-1 0 0,0 0 1 0 0,0 0 0 0 0,1 0 0 0 0,8 19-1 0 0,-6-20-76 0 0,0 0-1 0 0,0-1 0 0 0,1 0 0 0 0,0 0 0 0 0,8 8 0 0 0,-13-15 70 0 0,4 20-176 0 0,-7-17 209 0 0,-1-1 0 0 0,-1 0 0 0 0,1 0 0 0 0,0 0 0 0 0,-1 0 0 0 0,1-1 0 0 0,-1 1 0 0 0,0-1 0 0 0,1 0 0 0 0,-1 0 0 0 0,0 0 0 0 0,-1-1 0 0 0,1 1 0 0 0,0-1 0 0 0,0 0 0 0 0,-8 1 0 0 0,5-1 2 0 0,0 0 1 0 0,0-1-1 0 0,1 0 1 0 0,-1 0-1 0 0,0 0 1 0 0,0-1-1 0 0,-11-2 1 0 0,16 2-92 0 0,-2-5-681 0 0,4 6 712 0 0,-1 0 0 0 0,1 0 0 0 0,0-1-1 0 0,-1 1 1 0 0,1 0 0 0 0,0-1 0 0 0,-1 1 0 0 0,1 0 0 0 0,0-1 0 0 0,0 1 0 0 0,-1 0-1 0 0,1-1 1 0 0,0 1 0 0 0,0 0 0 0 0,-1-1 0 0 0,1 1 0 0 0,0-1 0 0 0,0 1 0 0 0,0-1-1 0 0,0 1 1 0 0,0 0 0 0 0,0-1 0 0 0,0 1 0 0 0,0-1 0 0 0,0 1 0 0 0,0-1 0 0 0,0 1 0 0 0,0 0-1 0 0,0-1 1 0 0,0 1 0 0 0,0-1 0 0 0,0 1 0 0 0,1-1 0 0 0,-1 1 0 0 0,0 0 0 0 0,0-1-1 0 0,0 1 1 0 0,1 0 0 0 0,-1-1 0 0 0,0 1 0 0 0,0 0 0 0 0,1-1 0 0 0,13-12-1762 0 0,-1 3-2499 0 0,-3 4 1432 0 0</inkml:trace>
</inkml:ink>
</file>

<file path=ppt/ink/ink4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4:28.3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1 236 0 0,'0'0'8425'0'0,"-5"0"-8032"0"0,-1 0-244 0 0,-1 2-1 0 0,1-1 0 0 0,0 1 1 0 0,0 0-1 0 0,0 0 1 0 0,0 0-1 0 0,0 1 0 0 0,0 0 1 0 0,0 0-1 0 0,1 1 1 0 0,-1-1-1 0 0,1 1 0 0 0,0 0 1 0 0,-8 9-1 0 0,-12 8 382 0 0,24-20-504 0 0,0-1 0 0 0,0 1 0 0 0,0-1 1 0 0,0 1-1 0 0,0 0 0 0 0,0 0 0 0 0,0-1 0 0 0,0 1 1 0 0,1 0-1 0 0,-1 0 0 0 0,0 0 0 0 0,1 0 0 0 0,-1 0 1 0 0,0 0-1 0 0,1 0 0 0 0,-1 0 0 0 0,1 0 0 0 0,0 0 1 0 0,-1 1-1 0 0,1-1 0 0 0,0 0 0 0 0,0 0 0 0 0,0 0 1 0 0,-1 0-1 0 0,1 1 0 0 0,0-1 0 0 0,1 0 0 0 0,-1 0 1 0 0,0 0-1 0 0,0 0 0 0 0,1 2 0 0 0,0-2-2 0 0,0 0-1 0 0,0 1 1 0 0,0-1-1 0 0,1 0 1 0 0,-1 0-1 0 0,0 0 1 0 0,1 0-1 0 0,-1-1 1 0 0,1 1 0 0 0,-1 0-1 0 0,1-1 1 0 0,-1 1-1 0 0,1 0 1 0 0,-1-1-1 0 0,1 0 1 0 0,0 1-1 0 0,-1-1 1 0 0,1 0-1 0 0,0 0 1 0 0,-1 0 0 0 0,1 0-1 0 0,0 0 1 0 0,2-1-1 0 0,23-1-46 0 0,61-2 720 0 0,-25 14-3629 0 0,-37-5-2487 0 0,-11-4 2303 0 0</inkml:trace>
</inkml:ink>
</file>

<file path=ppt/ink/ink4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4:28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409 99 108 0 0,'3'-40'9944'0'0,"-3"37"-9778"0"0,0 1 1 0 0,-1 0-1 0 0,1-1 1 0 0,0 1 0 0 0,-1-1-1 0 0,0 1 1 0 0,1 0-1 0 0,-1 0 1 0 0,0-1 0 0 0,0 1-1 0 0,0 0 1 0 0,0 0 0 0 0,-1 0-1 0 0,1 0 1 0 0,-1 0-1 0 0,1 0 1 0 0,-1 0 0 0 0,0 1-1 0 0,1-1 1 0 0,-1 1-1 0 0,0-1 1 0 0,0 1 0 0 0,-3-2-1 0 0,0 1-62 0 0,1 1 0 0 0,-1-1 0 0 0,0 1-1 0 0,0 0 1 0 0,0 1 0 0 0,1-1 0 0 0,-1 1-1 0 0,0 0 1 0 0,0 0 0 0 0,0 0 0 0 0,-5 2 0 0 0,-12 2-25 0 0,1 1 0 0 0,0 1 0 0 0,1 2 0 0 0,-27 12 0 0 0,45-19-73 0 0,-24 10 109 0 0,1 2 1 0 0,-45 31-1 0 0,65-41-110 0 0,0 1 0 0 0,0-1 0 0 0,1 1 0 0 0,0 0 0 0 0,-1 0 0 0 0,1 1 0 0 0,1-1-1 0 0,-1 1 1 0 0,1 0 0 0 0,0 0 0 0 0,0 0 0 0 0,0 0 0 0 0,0 1 0 0 0,1-1 0 0 0,0 1 0 0 0,1-1 0 0 0,-1 1-1 0 0,1 0 1 0 0,0 0 0 0 0,-1 11 0 0 0,3-15-15 0 0,-1 1 0 0 0,0 0 1 0 0,1-1-1 0 0,-1 1 0 0 0,1 0 0 0 0,0-1 0 0 0,0 1 0 0 0,0-1 0 0 0,0 1 0 0 0,1-1 1 0 0,-1 1-1 0 0,1-1 0 0 0,-1 0 0 0 0,1 0 0 0 0,0 0 0 0 0,0 0 0 0 0,0 0 0 0 0,0 0 1 0 0,2 1-1 0 0,1 0-26 0 0,0 0 1 0 0,1 0 0 0 0,-1-1 0 0 0,1 1-1 0 0,-1-1 1 0 0,1-1 0 0 0,-1 1-1 0 0,10 0 1 0 0,6 0-204 0 0,0-1-1 0 0,1 0 1 0 0,36-5-1 0 0,1-4-1473 0 0,96-25-1 0 0,-16-9-5216 0 0,-114 34 4502 0 0</inkml:trace>
</inkml:ink>
</file>

<file path=ppt/ink/ink4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4:30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73 76 0 0,'0'0'537'0'0,"10"-15"2698"0"0,-7 4 2129 0 0,-3 10-5299 0 0,-1 0 1 0 0,0 0-1 0 0,1 0 1 0 0,-1 0 0 0 0,0 1-1 0 0,1-1 1 0 0,-1 0 0 0 0,0 1-1 0 0,0-1 1 0 0,0 0-1 0 0,1 1 1 0 0,-1-1 0 0 0,0 1-1 0 0,0-1 1 0 0,0 1 0 0 0,0 0-1 0 0,0-1 1 0 0,0 1 0 0 0,0 0-1 0 0,0 0 1 0 0,0 0-1 0 0,0 0 1 0 0,0 0 0 0 0,-1 0-1 0 0,-1 0 185 0 0,-39 12 696 0 0,31-7-789 0 0,0 1 0 0 0,1 0 1 0 0,0 0-1 0 0,0 1 1 0 0,1 0-1 0 0,0 1 0 0 0,0 0 1 0 0,0 1-1 0 0,1 0 0 0 0,-12 17 1 0 0,19-25-130 0 0,0 0-32 0 0,1-1 0 0 0,-1 0 0 0 0,1 0 0 0 0,-1 1 0 0 0,1-1 0 0 0,0 0 0 0 0,-1 1 0 0 0,1-1 0 0 0,-1 1 0 0 0,1-1 0 0 0,0 0 1 0 0,-1 1-1 0 0,1-1 0 0 0,0 1 0 0 0,-1-1 0 0 0,1 1 0 0 0,0-1 0 0 0,0 1 0 0 0,-1-1 0 0 0,1 1 0 0 0,0-1 0 0 0,0 1 0 0 0,0-1 0 0 0,0 1 1 0 0,0 0-1 0 0,0-1 0 0 0,0 1 0 0 0,0-1 0 0 0,0 1 0 0 0,0-1 0 0 0,0 1 0 0 0,0-1 0 0 0,0 1 0 0 0,1 0 0 0 0,-1-1 0 0 0,0 1 0 0 0,0-1 1 0 0,0 1-1 0 0,1-1 0 0 0,-1 0 0 0 0,0 1 0 0 0,1 0 0 0 0,16 14-147 0 0,-16-14 117 0 0,47-7-238 0 0,-44 6 248 0 0,-1 1 0 0 0,1 0 0 0 0,-1-1 0 0 0,0 1 0 0 0,1 0 0 0 0,-1 1 0 0 0,0-1 0 0 0,0 1-1 0 0,0-1 1 0 0,0 1 0 0 0,0 0 0 0 0,4 3 0 0 0,-1-1-116 0 0,-1 0-1 0 0,1-1 1 0 0,0 0 0 0 0,0 0-1 0 0,0 0 1 0 0,13 3 0 0 0,-13-6-17 0 0,1 1 1 0 0,0-1-1 0 0,0 0 1 0 0,-1 0-1 0 0,1 0 1 0 0,0-1-1 0 0,-1 0 1 0 0,1-1-1 0 0,-1 0 1 0 0,1 0-1 0 0,-1 0 1 0 0,0 0-1 0 0,0-1 1 0 0,9-5-1 0 0,4-5-341 0 0,0-1 0 0 0,32-30-1 0 0,-8 5 702 0 0,-37 35-19 0 0,-4 3-138 0 0,1-1 0 0 0,-1 1 0 0 0,0-1 0 0 0,0 0 0 0 0,0 0 0 0 0,0 0 0 0 0,0 0 1 0 0,0 0-1 0 0,0-1 0 0 0,-1 1 0 0 0,3-5 0 0 0,2 9-6 0 0,-5-2-36 0 0,1 0 0 0 0,-1 0 0 0 0,0 0-1 0 0,0 0 1 0 0,1 1 0 0 0,-1-1 0 0 0,0 0-1 0 0,0 1 1 0 0,0-1 0 0 0,0 1 0 0 0,1-1-1 0 0,-1 1 1 0 0,0-1 0 0 0,0 1-1 0 0,0 0 1 0 0,0 0 0 0 0,0-1 0 0 0,0 1-1 0 0,0 1 1 0 0,1 3 8 0 0,0 0 0 0 0,-1 0 0 0 0,0 0 1 0 0,0 0-1 0 0,0 0 0 0 0,0 0 0 0 0,-1 0 0 0 0,0 0 0 0 0,0 0 0 0 0,0 0 0 0 0,-1 1 0 0 0,0-1 1 0 0,0 0-1 0 0,0 0 0 0 0,0 0 0 0 0,-1-1 0 0 0,0 1 0 0 0,0 0 0 0 0,0 0 0 0 0,-1-1 0 0 0,1 0 0 0 0,-1 1 1 0 0,0-1-1 0 0,0 0 0 0 0,-6 5 0 0 0,7-7 29 0 0,-2 3 22 0 0,2-4 24 0 0,3-5 423 0 0,3-6-499 0 0,1 1-1 0 0,0 0 0 0 0,1 0 1 0 0,0 1-1 0 0,0-1 0 0 0,1 1 1 0 0,0 1-1 0 0,0-1 1 0 0,9-6-1 0 0,7-5-18 0 0,52-32 1 0 0,-71 49-4 0 0,0-1 0 0 0,0 1 0 0 0,0 1-1 0 0,0-1 1 0 0,1 0 0 0 0,-1 1 0 0 0,1 0 0 0 0,-1 0 0 0 0,1 0 0 0 0,-1 1 0 0 0,1 0-1 0 0,4 0 1 0 0,-7 0 1 0 0,1 0 0 0 0,-1 1 0 0 0,1-1 0 0 0,-1 1 0 0 0,1-1 0 0 0,-1 1 1 0 0,1 0-1 0 0,-1 0 0 0 0,0 0 0 0 0,1 1 0 0 0,-1-1 0 0 0,0 0 0 0 0,0 1 0 0 0,0-1 0 0 0,0 1 0 0 0,0 0 0 0 0,0 0 0 0 0,-1 0 0 0 0,1 0 0 0 0,-1 0 0 0 0,3 3 0 0 0,-3-2 5 0 0,0 1-1 0 0,0-1 1 0 0,0 1-1 0 0,0-1 1 0 0,-1 1 0 0 0,1 0-1 0 0,-1-1 1 0 0,0 1-1 0 0,0 0 1 0 0,0-1 0 0 0,-1 1-1 0 0,1 0 1 0 0,-1-1-1 0 0,0 1 1 0 0,-1 4 0 0 0,-19 45 33 0 0,20-51-23 0 0,0-1 31 0 0,-5 7 59 0 0,2-4 88 0 0,3-6 203 0 0,7-10-410 0 0,0 1 0 0 0,1 0 0 0 0,0 0 0 0 0,1 1 0 0 0,0 0-1 0 0,1 0 1 0 0,0 1 0 0 0,11-10 0 0 0,-3 6-27 0 0,0-1 0 0 0,1 2 1 0 0,0 0-1 0 0,27-11 0 0 0,-44 22 45 0 0,0 0-1 0 0,0 0 1 0 0,0 1-1 0 0,0-1 1 0 0,0 1 0 0 0,0-1-1 0 0,1 1 1 0 0,-1-1 0 0 0,0 1-1 0 0,0 0 1 0 0,0-1 0 0 0,1 1-1 0 0,-1 0 1 0 0,0 0-1 0 0,0 0 1 0 0,1 0 0 0 0,-1 0-1 0 0,0 0 1 0 0,0 1 0 0 0,1-1-1 0 0,-1 0 1 0 0,0 1-1 0 0,0-1 1 0 0,0 1 0 0 0,1-1-1 0 0,-1 1 1 0 0,0-1 0 0 0,0 1-1 0 0,0 0 1 0 0,0-1 0 0 0,0 1-1 0 0,0 0 1 0 0,0 0-1 0 0,0 0 1 0 0,-1 0 0 0 0,1 0-1 0 0,0 0 1 0 0,0 0 0 0 0,0 1-1 0 0,1 6-10 0 0,1-1 0 0 0,-1 1 1 0 0,-1-1-1 0 0,0 1 0 0 0,1 14 0 0 0,-2-17 25 0 0,0 0-1 0 0,1 0 1 0 0,-1 1-1 0 0,1-1 1 0 0,0 0 0 0 0,1 0-1 0 0,-1 0 1 0 0,1 0 0 0 0,0 0-1 0 0,3 5 1 0 0,-1-6 24 0 0,2-1 0 0 0,-1 1 0 0 0,0-1 0 0 0,0 0 0 0 0,1 0 0 0 0,0-1 0 0 0,0 1 0 0 0,-1-1 0 0 0,1-1 0 0 0,1 1 0 0 0,-1-1 0 0 0,0 0 0 0 0,0 0 0 0 0,0-1 0 0 0,0 0 0 0 0,1 0 0 0 0,-1 0 0 0 0,0-1 0 0 0,0 0 0 0 0,9-2 0 0 0,11-2 19 0 0,-1-2 1 0 0,0 0-1 0 0,38-18 0 0 0,-53 21 153 0 0,0 0 0 0 0,0-1 0 0 0,-1 0 0 0 0,1 0-1 0 0,-1-1 1 0 0,-1-1 0 0 0,1 1 0 0 0,-1-2 0 0 0,0 1 0 0 0,-1-1 0 0 0,1 0 0 0 0,10-17 0 0 0,-17 24 146 0 0,-2-4 109 0 0,1 5-439 0 0,0-1-1 0 0,0 1 1 0 0,0 0-1 0 0,0-1 1 0 0,0 1-1 0 0,0 0 1 0 0,0-1-1 0 0,0 1 1 0 0,0 0-1 0 0,0-1 1 0 0,0 1-1 0 0,0 0 1 0 0,0-1-1 0 0,0 1 1 0 0,0 0-1 0 0,0-1 1 0 0,0 1-1 0 0,-1 0 0 0 0,1-1 1 0 0,0 1-1 0 0,0 0 1 0 0,0-1-1 0 0,-1 1 1 0 0,1 0-1 0 0,0 0 1 0 0,0-1-1 0 0,-1 1 1 0 0,1 0-1 0 0,0 0 1 0 0,0 0-1 0 0,-1-1 1 0 0,1 1-1 0 0,0 0 1 0 0,-1 0-1 0 0,1 0 1 0 0,-1-1-1 0 0,-3 1 72 0 0,0-1 0 0 0,0 1 0 0 0,0 0 0 0 0,-1 0 0 0 0,1 0 0 0 0,0 1-1 0 0,0-1 1 0 0,0 1 0 0 0,0 0 0 0 0,0 0 0 0 0,0 0 0 0 0,0 1 0 0 0,0 0-1 0 0,1-1 1 0 0,-1 1 0 0 0,0 0 0 0 0,1 1 0 0 0,0-1 0 0 0,-1 1 0 0 0,1-1-1 0 0,0 1 1 0 0,0 0 0 0 0,1 0 0 0 0,-1 1 0 0 0,0-1 0 0 0,1 0 0 0 0,0 1 0 0 0,0 0-1 0 0,0-1 1 0 0,0 1 0 0 0,-2 8 0 0 0,4-10-128 0 0,0 0 0 0 0,1 0 0 0 0,-1 0 0 0 0,0 0 0 0 0,1-1 1 0 0,-1 1-1 0 0,1 0 0 0 0,0 0 0 0 0,-1 0 0 0 0,1 0 0 0 0,0-1 0 0 0,0 1 0 0 0,0 0 0 0 0,0-1 0 0 0,1 1 0 0 0,-1-1 1 0 0,0 1-1 0 0,1-1 0 0 0,-1 0 0 0 0,1 1 0 0 0,-1-1 0 0 0,1 0 0 0 0,-1 0 0 0 0,1 0 0 0 0,0 0 0 0 0,3 1 0 0 0,48 17-1930 0 0,34-4-5298 0 0,-38-11 3061 0 0</inkml:trace>
</inkml:ink>
</file>

<file path=ppt/ink/ink4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4:37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57 396 0 0,'0'0'10300'0'0,"-2"-3"-10071"0"0,-15-33 1377 0 0,16 34-1072 0 0,1 1-449 0 0,0 1 0 0 0,0-1 0 0 0,0 0 0 0 0,-1 0 0 0 0,1 0-1 0 0,0 1 1 0 0,-1-1 0 0 0,1 0 0 0 0,-1 1 0 0 0,1-1 0 0 0,-1 0 0 0 0,1 1-1 0 0,-1-1 1 0 0,1 0 0 0 0,-1 1 0 0 0,0-1 0 0 0,1 1 0 0 0,-1-1 0 0 0,0 1-1 0 0,1-1 1 0 0,-1 1 0 0 0,0 0 0 0 0,0-1 0 0 0,-1 1 0 0 0,-12 30-101 0 0,2 2 1 0 0,1 0 0 0 0,1 0-1 0 0,1 1 1 0 0,-3 33 0 0 0,-2 0 87 0 0,-19 88 741 0 0,33-152-743 0 0,-2 4-79 0 0,1-3 125 0 0,4-7 621 0 0,3-4-745 0 0,0 0 0 0 0,0-1-1 0 0,1 2 1 0 0,1-1 0 0 0,-1 1-1 0 0,1 0 1 0 0,0 1-1 0 0,1 0 1 0 0,-1 0 0 0 0,1 1-1 0 0,0 0 1 0 0,1 1 0 0 0,18-7-1 0 0,-21 8-33 0 0,-1 1 0 0 0,1 0 0 0 0,0 1-1 0 0,0-1 1 0 0,-1 1 0 0 0,1 1 0 0 0,0-1-1 0 0,0 1 1 0 0,0 0 0 0 0,0 1 0 0 0,0-1-1 0 0,0 2 1 0 0,0-1 0 0 0,-1 1 0 0 0,1 0-1 0 0,0 0 1 0 0,-1 0 0 0 0,1 1-1 0 0,-1 0 1 0 0,0 1 0 0 0,0-1 0 0 0,9 9-1 0 0,-13-10 34 0 0,0-1 0 0 0,0 1 0 0 0,0 0 0 0 0,-1 0 0 0 0,1 0 0 0 0,-1 1 0 0 0,1-1 0 0 0,-1 0 0 0 0,0 1 0 0 0,0-1 0 0 0,0 0 0 0 0,0 1 0 0 0,-1-1 0 0 0,1 1 0 0 0,0-1 0 0 0,-1 1 0 0 0,0 0 0 0 0,0-1 0 0 0,0 1 0 0 0,0-1 0 0 0,0 1 0 0 0,0 0 0 0 0,-1-1 0 0 0,1 1 0 0 0,-1-1 0 0 0,0 1 0 0 0,0-1 0 0 0,1 1 0 0 0,-2-1 0 0 0,1 0 0 0 0,0 1 0 0 0,0-1 0 0 0,-1 0 0 0 0,1 0 0 0 0,-1 0 0 0 0,0 0 0 0 0,-2 2 0 0 0,-6 6 7 0 0,1 0 0 0 0,-2-1-1 0 0,1 0 1 0 0,-1-1 0 0 0,-19 11-1 0 0,18-12 53 0 0,-1-1-1 0 0,0 0 0 0 0,0-1 0 0 0,-1 0 0 0 0,1-1 0 0 0,-1 0 1 0 0,0-1-1 0 0,0-1 0 0 0,-1 0 0 0 0,1-1 0 0 0,0 0 0 0 0,-1-1 0 0 0,1-1 1 0 0,-23-4-1 0 0,36 5-120 0 0,-1-1 1 0 0,1 1 0 0 0,-1 0 0 0 0,1-1-1 0 0,-1 0 1 0 0,1 1 0 0 0,0-1-1 0 0,-1 0 1 0 0,1 0 0 0 0,0 0-1 0 0,-1 0 1 0 0,1 0 0 0 0,0 0-1 0 0,0 0 1 0 0,0 0 0 0 0,0 0-1 0 0,0 0 1 0 0,0-1 0 0 0,0 1-1 0 0,0 0 1 0 0,1-1 0 0 0,-1 1-1 0 0,0-1 1 0 0,1 1 0 0 0,-1-1-1 0 0,1 1 1 0 0,0-1 0 0 0,-1 1-1 0 0,1-1 1 0 0,0 1 0 0 0,0-1-1 0 0,0 0 1 0 0,0 1 0 0 0,1-4 0 0 0,0 0-924 0 0,1-1 0 0 0,-1 0 0 0 0,1 1 0 0 0,1-1 1 0 0,-1 1-1 0 0,1-1 0 0 0,5-7 0 0 0,3-1-2253 0 0</inkml:trace>
</inkml:ink>
</file>

<file path=ppt/ink/ink4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4:37.8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656 88 80 0 0,'-10'-9'458'0'0,"0"0"0"0"0,-1 1 0 0 0,1 0 0 0 0,-2 1 0 0 0,1 0 0 0 0,-1 1 0 0 0,0 0 0 0 0,0 1 0 0 0,-1 0 0 0 0,0 1 0 0 0,0 0 0 0 0,0 1 0 0 0,0 1 0 0 0,0 0 0 0 0,-17 0 0 0 0,15 2-334 0 0,1 1-1 0 0,-1 1 1 0 0,1 1 0 0 0,-1 0-1 0 0,1 0 1 0 0,0 2 0 0 0,0-1 0 0 0,1 2-1 0 0,-1 0 1 0 0,1 1 0 0 0,0 0 0 0 0,1 1-1 0 0,-19 15 1 0 0,9-5-46 0 0,2 1 0 0 0,0 2 0 0 0,1 0-1 0 0,1 1 1 0 0,1 0 0 0 0,1 2 0 0 0,1 0 0 0 0,2 1 0 0 0,0 0-1 0 0,1 1 1 0 0,2 0 0 0 0,0 1 0 0 0,2 0 0 0 0,1 0 0 0 0,2 1-1 0 0,0 0 1 0 0,2 0 0 0 0,0 49 0 0 0,3-47-46 0 0,2-1 0 0 0,1 1-1 0 0,1-1 1 0 0,1 0 0 0 0,2 0 0 0 0,1-1 0 0 0,1 0-1 0 0,2 0 1 0 0,0-1 0 0 0,2 0 0 0 0,1-1 0 0 0,1-1 0 0 0,1 0-1 0 0,1-1 1 0 0,2-1 0 0 0,0-1 0 0 0,41 37 0 0 0,-37-40-17 0 0,1-1-1 0 0,1 0 1 0 0,1-2 0 0 0,1-2 0 0 0,0 0 0 0 0,0-1 0 0 0,2-2 0 0 0,-1-1 0 0 0,1-1 0 0 0,60 9 0 0 0,-67-15 11 0 0,0-2 1 0 0,-1 0-1 0 0,1-2 1 0 0,0 0-1 0 0,0-1 0 0 0,-1-1 1 0 0,1-2-1 0 0,-1 0 1 0 0,0-1-1 0 0,-1-1 1 0 0,1 0-1 0 0,-1-2 1 0 0,-1 0-1 0 0,0-2 1 0 0,0 0-1 0 0,18-15 1 0 0,-13 6 83 0 0,-1-1 0 0 0,-2 0 0 0 0,0-2 0 0 0,-1 0 0 0 0,-1-2 0 0 0,-2 0 0 0 0,0-1 0 0 0,-2-1 0 0 0,0 0 0 0 0,-2-1 0 0 0,-2 0 1 0 0,0-1-1 0 0,-2 0 0 0 0,-1-1 0 0 0,-1 0 0 0 0,-2 0 0 0 0,-1-1 0 0 0,-1 1 0 0 0,-2-1 0 0 0,0 0 0 0 0,-3 0 0 0 0,0 1 0 0 0,-2-1 0 0 0,-8-29 0 0 0,5 36-91 0 0,-1 0 0 0 0,-1 1 0 0 0,-1 0-1 0 0,-1 1 1 0 0,-1 0 0 0 0,-1 0 0 0 0,-1 2 0 0 0,0 0-1 0 0,-2 0 1 0 0,0 1 0 0 0,-1 1 0 0 0,-1 1 0 0 0,-1 0-1 0 0,0 2 1 0 0,-1 0 0 0 0,-1 1 0 0 0,-34-17 0 0 0,33 21-491 0 0,1 0 0 0 0,-2 2 0 0 0,1 1 0 0 0,-1 1 1 0 0,0 0-1 0 0,-1 2 0 0 0,1 1 0 0 0,-1 0 1 0 0,0 2-1 0 0,1 1 0 0 0,-43 5 0 0 0,16 3-3023 0 0,0 0 268 0 0</inkml:trace>
</inkml:ink>
</file>

<file path=ppt/ink/ink4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4:43.5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257 151 128 0 0,'0'0'4484'0'0,"-3"-5"-4133"0"0,-1 1-40 0 0,1 0 1 0 0,-1 0-1 0 0,1 0 0 0 0,-1 0 0 0 0,0 0 1 0 0,-8-4-1 0 0,11 7 225 0 0,-29-39 2157 0 0,30 39-2662 0 0,0-1 1 0 0,0 1 0 0 0,0 0-1 0 0,0 0 1 0 0,0 0-1 0 0,0 0 1 0 0,0 0-1 0 0,0 0 1 0 0,0 0-1 0 0,0 0 1 0 0,1 0-1 0 0,-1 0 1 0 0,0 0-1 0 0,1 0 1 0 0,-1 0-1 0 0,1 0 1 0 0,-1 0-1 0 0,1 0 1 0 0,0 0-1 0 0,-1 0 1 0 0,1 0 0 0 0,0 0-1 0 0,1 0 1 0 0,28-17 94 0 0,45-1-307 0 0,-71 18 213 0 0,11-2-65 0 0,0 0 0 0 0,0 1 0 0 0,0 1 0 0 0,0 1 0 0 0,0 0 0 0 0,0 1 0 0 0,0 1 0 0 0,0 0 0 0 0,22 6 0 0 0,-31-6 27 0 0,-1 0 0 0 0,1 1-1 0 0,-1-1 1 0 0,1 1 0 0 0,-1 0 0 0 0,0 1-1 0 0,0-1 1 0 0,-1 1 0 0 0,1 0 0 0 0,-1 0-1 0 0,1 0 1 0 0,-1 1 0 0 0,-1-1 0 0 0,1 1 0 0 0,-1 0-1 0 0,0 0 1 0 0,0 1 0 0 0,0-1 0 0 0,0 0-1 0 0,-1 1 1 0 0,0 0 0 0 0,0-1 0 0 0,-1 1-1 0 0,0 0 1 0 0,1 12 0 0 0,-1-9 12 0 0,-1 1 0 0 0,0 0 0 0 0,0-1 0 0 0,-1 1-1 0 0,0-1 1 0 0,-1 1 0 0 0,0-1 0 0 0,-1 0 0 0 0,0 0 0 0 0,0 0 0 0 0,-6 10 0 0 0,1-5 2 0 0,0 0 1 0 0,-1 0 0 0 0,0-1 0 0 0,-2-1-1 0 0,1 0 1 0 0,-14 11 0 0 0,-9 6 13 0 0,-1-3 0 0 0,-2 0 0 0 0,-74 38 0 0 0,85-51 42 0 0,-1 0 1 0 0,0-2-1 0 0,-1-1 1 0 0,0-2-1 0 0,-56 12 1 0 0,82-20-42 0 0,-1 0-1 0 0,1 1 1 0 0,-1-1 0 0 0,1 0 0 0 0,-1 0 0 0 0,0 0 0 0 0,1 0 0 0 0,-1 0-1 0 0,1 0 1 0 0,-1 0 0 0 0,1 0 0 0 0,-1-1 0 0 0,1 1 0 0 0,-1 0 0 0 0,1-1-1 0 0,-1 0 1 0 0,1 1 0 0 0,0-1 0 0 0,-1 0 0 0 0,1 0 0 0 0,0 1 0 0 0,-1-1 0 0 0,1 0-1 0 0,0 0 1 0 0,0-1 0 0 0,0 1 0 0 0,0 0 0 0 0,0 0 0 0 0,0 0 0 0 0,0-1-1 0 0,1 1 1 0 0,-1 0 0 0 0,0-1 0 0 0,1 1 0 0 0,-1-1 0 0 0,1 1 0 0 0,-1-3-1 0 0,1 2-17 0 0,0 0-1 0 0,0 0 0 0 0,0 0 0 0 0,1 1 0 0 0,-1-1 0 0 0,0 0 0 0 0,1 0 0 0 0,0 1 0 0 0,-1-1 0 0 0,1 0 1 0 0,0 1-1 0 0,0-1 0 0 0,0 1 0 0 0,0-1 0 0 0,0 1 0 0 0,0-1 0 0 0,1 1 0 0 0,-1 0 0 0 0,0 0 1 0 0,1-1-1 0 0,-1 1 0 0 0,1 0 0 0 0,-1 0 0 0 0,1 0 0 0 0,-1 1 0 0 0,1-1 0 0 0,0 0 0 0 0,-1 1 0 0 0,1-1 1 0 0,0 1-1 0 0,3-1 0 0 0,5-1-10 0 0,0 2-1 0 0,1-1 1 0 0,-1 1 0 0 0,1 1 0 0 0,-1 0-1 0 0,0 0 1 0 0,0 1 0 0 0,1 0 0 0 0,12 6-1 0 0,96 40 23 0 0,-79-30-11 0 0,-24-11-111 0 0,70 31 90 0 0,-33-11-2976 0 0,-43-21-4288 0 0</inkml:trace>
</inkml:ink>
</file>

<file path=ppt/ink/ink4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4:43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0 135 408 0 0,'0'0'2226'0'0,"4"-3"-1583"0"0,15-6-70 0 0,-1-1 0 0 0,1 2 0 0 0,0 1 0 0 0,1 0-1 0 0,29-6 1 0 0,115-14 674 0 0,-103 18-1063 0 0,-8 5-560 0 0,-39 3-127 0 0,0 1 0 0 0,0-2 0 0 0,0 0 0 0 0,0-1 0 0 0,26-8-1 0 0,-25 0-2104 0 0,-9 3 1402 0 0</inkml:trace>
</inkml:ink>
</file>

<file path=ppt/ink/ink4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4:44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66 400 0 0,'-18'-58'8788'0'0,"17"51"-8539"0"0,1 7-226 0 0,0 0-1 0 0,0 0 1 0 0,0 0 0 0 0,0 0 0 0 0,0 0 0 0 0,-1 0 0 0 0,1 0 0 0 0,0 0 0 0 0,0 0-1 0 0,0 1 1 0 0,0-1 0 0 0,0 0 0 0 0,0 0 0 0 0,0 0 0 0 0,0 0 0 0 0,0 0-1 0 0,0 0 1 0 0,0 0 0 0 0,0 0 0 0 0,0 0 0 0 0,-1 0 0 0 0,1 0 0 0 0,0 0-1 0 0,0 0 1 0 0,0 0 0 0 0,0 0 0 0 0,0 0 0 0 0,0 0 0 0 0,0 0 0 0 0,0 0-1 0 0,0 0 1 0 0,0 0 0 0 0,-1 0 0 0 0,1 0 0 0 0,0 0 0 0 0,0 0 0 0 0,0 0-1 0 0,0 0 1 0 0,-8 62 272 0 0,2 0 0 0 0,3 81 0 0 0,1-19 11 0 0,-5 48 158 0 0,-2-139-356 0 0,5-24-202 0 0,4-7-15 0 0,-4 6-354 0 0</inkml:trace>
</inkml:ink>
</file>

<file path=ppt/ink/ink4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4:45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535 4 280 0 0,'2'-4'8363'0'0,"6"51"-7807"0"0,-3 1 0 0 0,-2 0 0 0 0,-3 52 0 0 0,0-60-425 0 0,-12 156 493 0 0,8-174 1469 0 0,1-28-1253 0 0,0-53-997 0 0,0 15 346 0 0,2 31-185 0 0,-9-72 24 0 0,9 79-34 0 0,0 0 0 0 0,0 0 0 0 0,-1 0 0 0 0,0 0 0 0 0,0 0 0 0 0,0 0 0 0 0,-1 0 0 0 0,0 1 0 0 0,0-1 0 0 0,-1 1 0 0 0,-6-8 0 0 0,1 7-19 0 0,1 0 1 0 0,-2 1 0 0 0,1 0 0 0 0,0 0 0 0 0,-1 1-1 0 0,0 0 1 0 0,0 1 0 0 0,0 0 0 0 0,-1 1 0 0 0,1 0 0 0 0,0 1-1 0 0,-1 0 1 0 0,1 0 0 0 0,-1 1 0 0 0,0 1 0 0 0,-14 1-1 0 0,-2 2-37 0 0,-1 1 0 0 0,1 1 0 0 0,0 1 0 0 0,1 1 0 0 0,-31 14 0 0 0,46-17 33 0 0,1 0 1 0 0,0 1-1 0 0,0 0 0 0 0,0 1 0 0 0,1 0 0 0 0,-13 12 0 0 0,20-17 23 0 0,0 0 0 0 0,0 0-1 0 0,0 1 1 0 0,0-1-1 0 0,0 0 1 0 0,0 1 0 0 0,1-1-1 0 0,-1 1 1 0 0,1 0-1 0 0,0-1 1 0 0,0 1 0 0 0,0 0-1 0 0,0 0 1 0 0,0 0-1 0 0,0 0 1 0 0,1 0 0 0 0,-1 0-1 0 0,1 0 1 0 0,0 0-1 0 0,0 0 1 0 0,0 0-1 0 0,1 0 1 0 0,-1 0 0 0 0,1 0-1 0 0,-1 0 1 0 0,1-1-1 0 0,0 1 1 0 0,0 0 0 0 0,2 3-1 0 0,2 1 17 0 0,0 0-1 0 0,0 0 1 0 0,1 0-1 0 0,0-1 1 0 0,1 1-1 0 0,-1-2 1 0 0,1 1-1 0 0,0-1 1 0 0,0 0-1 0 0,1 0 1 0 0,0-1-1 0 0,-1 0 1 0 0,2 0-1 0 0,-1-1 1 0 0,0 0-1 0 0,0-1 1 0 0,1 1-1 0 0,0-2 1 0 0,-1 1-1 0 0,1-1 1 0 0,10 0-1 0 0,-1 0-511 0 0,1-1-1 0 0,-1-1 0 0 0,33-6 1 0 0,-32 4-1294 0 0,-1-2 0 0 0,1 0 1 0 0,20-10-1 0 0,-25 9-673 0 0</inkml:trace>
</inkml:ink>
</file>

<file path=ppt/ink/ink4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4:45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1 176 0 0,'0'0'3707'0'0,"-13"9"-2178"0"0,-176 175 3723 0 0,158-145-6064 0 0,21-11-4967 0 0</inkml:trace>
</inkml:ink>
</file>

<file path=ppt/ink/ink4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4:46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27 36 0 0,'-5'-19'5603'0'0,"5"12"-312"0"0,2 9-5181 0 0,-1 1 0 0 0,1 0-1 0 0,-1-1 1 0 0,0 1 0 0 0,0 0-1 0 0,0-1 1 0 0,0 1 0 0 0,-1 0-1 0 0,1 0 1 0 0,-1 0 0 0 0,0 0-1 0 0,0 0 1 0 0,0 0 0 0 0,0 3-1 0 0,5 64 105 0 0,8 139 414 0 0,-13-191-626 0 0,0-7-513 0 0,0-1 0 0 0,0 0 0 0 0,-1 0 0 0 0,-4 20 0 0 0,4-29-180 0 0</inkml:trace>
</inkml:ink>
</file>

<file path=ppt/ink/ink4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4:47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89 16 0 0,'-4'-28'9082'0'0,"17"18"-8144"0"0,67 1-129 0 0,121 1-1 0 0,-53 4-467 0 0,453-20 680 0 0,-529 18-773 0 0,-69 6-230 0 0,13 1-1072 0 0,-5 6-6224 0 0,-6 1 4493 0 0</inkml:trace>
</inkml:ink>
</file>

<file path=ppt/ink/ink4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4:48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70 140 428 0 0,'0'0'1353'0'0,"-1"-3"-693"0"0,-2-2-1331 0 0,-3-10 9135 0 0,4 9-5035 0 0,15-29-1889 0 0,-5 28-1484 0 0,1 0 1 0 0,0 1-1 0 0,0 0 1 0 0,1 1 0 0 0,-1 0-1 0 0,1 0 1 0 0,0 1-1 0 0,20-5 1 0 0,0 2-20 0 0,57-6 0 0 0,-78 12-53 0 0,-1 1-1 0 0,0 0 1 0 0,1 0 0 0 0,-1 1-1 0 0,0 0 1 0 0,1 1-1 0 0,-1 0 1 0 0,0 0 0 0 0,0 1-1 0 0,-1 0 1 0 0,1 0-1 0 0,11 7 1 0 0,-16-9-4 0 0,0 1 1 0 0,0 0-1 0 0,-1 0 1 0 0,1 0-1 0 0,-1 0 0 0 0,1 1 1 0 0,-1-1-1 0 0,0 1 1 0 0,0-1-1 0 0,0 1 0 0 0,0 0 1 0 0,0 0-1 0 0,-1 0 1 0 0,1 0-1 0 0,-1 0 1 0 0,0 0-1 0 0,0 0 0 0 0,0 0 1 0 0,0 0-1 0 0,-1 1 1 0 0,1-1-1 0 0,-1 0 1 0 0,0 1-1 0 0,0-1 0 0 0,0 0 1 0 0,0 1-1 0 0,0-1 1 0 0,-1 0-1 0 0,0 1 0 0 0,0-1 1 0 0,0 0-1 0 0,-2 5 1 0 0,-5 11-146 0 0,-2 0 1 0 0,0-1-1 0 0,-1 0 1 0 0,-1-1-1 0 0,-23 26 1 0 0,34-42 3 0 0,1 0 144 0 0,0-1 1 0 0,-1 0-1 0 0,1 1 0 0 0,0-1 0 0 0,0 1 0 0 0,0-1 1 0 0,-1 0-1 0 0,1 1 0 0 0,0-1 0 0 0,0 1 0 0 0,0-1 0 0 0,0 1 1 0 0,0-1-1 0 0,0 1 0 0 0,0-1 0 0 0,0 1 0 0 0,0-1 1 0 0,0 1-1 0 0,0-1 0 0 0,0 1 0 0 0,0-1 0 0 0,0 1 1 0 0,0-1-1 0 0,1 0 0 0 0,-1 1 0 0 0,0-1 0 0 0,0 1 0 0 0,0-1 1 0 0,1 1-1 0 0,-1-1 0 0 0,0 0 0 0 0,1 1 0 0 0,-1-1 1 0 0,0 0-1 0 0,1 1 0 0 0,-1-1 0 0 0,1 1 0 0 0,11 16-266 0 0,-12-17 291 0 0,6 6-88 0 0,0 0 0 0 0,0 1 0 0 0,-1 0 0 0 0,0 0 0 0 0,0 0 0 0 0,-1 0 0 0 0,0 1 0 0 0,6 13 0 0 0,-9-16 58 0 0,0-1-1 0 0,-1 0 0 0 0,1 0 0 0 0,-1 1 1 0 0,0-1-1 0 0,0 0 0 0 0,-1 0 0 0 0,1 1 1 0 0,-1-1-1 0 0,0 0 0 0 0,0 0 0 0 0,0 0 1 0 0,-1 0-1 0 0,1 0 0 0 0,-1 0 0 0 0,0 0 1 0 0,0 0-1 0 0,-1-1 0 0 0,-4 6 0 0 0,1 0 50 0 0,-2-1-1 0 0,1-1 1 0 0,-1 0-1 0 0,0 0 0 0 0,-1 0 1 0 0,0-1-1 0 0,0 0 0 0 0,0-1 1 0 0,-1 0-1 0 0,0 0 1 0 0,1-1-1 0 0,-2 0 0 0 0,1-1 1 0 0,0 0-1 0 0,-1-1 0 0 0,-20 3 1 0 0,13-4 233 0 0,1 0 1 0 0,-1 0-1 0 0,1-2 1 0 0,-1 0-1 0 0,1-1 1 0 0,0-1-1 0 0,-1 0 1 0 0,1-1-1 0 0,-27-11 1 0 0,21 2-185 0 0,48 19-12936 0 0</inkml:trace>
</inkml:ink>
</file>

<file path=ppt/ink/ink4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4:49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81 388 0 0,'0'0'3584'0'0,"17"-6"-2130"0"0,61-5-1 0 0,78-22 1 0 0,-119 24-1510 0 0,33-8 996 0 0,-27 12-7050 0 0</inkml:trace>
</inkml:ink>
</file>

<file path=ppt/ink/ink4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4:49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5 340 0 0,'-4'-4'8982'0'0,"3"55"-8576"0"0,-3 0 0 0 0,-16 77 0 0 0,12-90-621 0 0,-3 11-1390 0 0,0-18-3900 0 0,7-24 3694 0 0</inkml:trace>
</inkml:ink>
</file>

<file path=ppt/ink/ink4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4:49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1 880 0 0,'3'29'7681'0'0,"3"18"-4724"0"0,4 81-2562 0 0,-10-113-470 0 0,0 20-505 0 0,-7 66 0 0 0,6-99-40 0 0</inkml:trace>
</inkml:ink>
</file>

<file path=ppt/ink/ink4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4:50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73 760 0 0,'-3'-6'5329'0'0,"38"-3"-4680"0"0,1 1 1 0 0,0 3-1 0 0,43-2 1 0 0,-4-1-44 0 0,161-12 1011 0 0,-170 16-1089 0 0,-15-1-220 0 0,-49 5-448 0 0</inkml:trace>
</inkml:ink>
</file>

<file path=ppt/ink/ink4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4:53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55 504 0 0,'-3'-2'957'0'0,"0"-1"-1"0"0,0 0 1 0 0,1 0 0 0 0,-1 0-1 0 0,1-1 1 0 0,0 1-1 0 0,0-1 1 0 0,0 1 0 0 0,-1-5-1 0 0,12 4-840 0 0,1 1-1 0 0,0 0 1 0 0,-1 1-1 0 0,1 0 1 0 0,0 0-1 0 0,1 1 1 0 0,-1 0-1 0 0,0 1 1 0 0,0 0-1 0 0,0 1 1 0 0,0 0 0 0 0,17 4-1 0 0,-13-2-74 0 0,0 0 0 0 0,0 1 1 0 0,-1 1-1 0 0,0 0 0 0 0,0 1 0 0 0,0 0 0 0 0,-1 1 0 0 0,22 15 0 0 0,-24-14-24 0 0,-1 1 0 0 0,0-1 0 0 0,-1 2-1 0 0,0-1 1 0 0,-1 1 0 0 0,0 0 0 0 0,0 0-1 0 0,-1 1 1 0 0,0 0 0 0 0,-1 0 0 0 0,5 18-1 0 0,-8-22-6 0 0,0 0 0 0 0,-1 0-1 0 0,0 0 1 0 0,0 0-1 0 0,-1 0 1 0 0,0 0-1 0 0,0 0 1 0 0,-1 1-1 0 0,0-1 1 0 0,0 0-1 0 0,-1 0 1 0 0,1 0-1 0 0,-1-1 1 0 0,-1 1-1 0 0,0 0 1 0 0,0-1-1 0 0,0 1 1 0 0,0-1 0 0 0,-1 0-1 0 0,0 0 1 0 0,-6 6-1 0 0,0-1 55 0 0,0-1-1 0 0,-1 0 1 0 0,0 0-1 0 0,0-1 0 0 0,-1-1 1 0 0,-23 13-1 0 0,28-17 57 0 0,0 0 0 0 0,0-1 0 0 0,-1 0 0 0 0,1-1 0 0 0,0 0 0 0 0,-1 0 0 0 0,0 0 0 0 0,1-1 0 0 0,-1 0-1 0 0,0-1 1 0 0,0 0 0 0 0,1 0 0 0 0,-1-1 0 0 0,-8-1 0 0 0,13 2-66 0 0,0-1-1 0 0,-1 0 1 0 0,1 0 0 0 0,0-1-1 0 0,-1 1 1 0 0,1-1-1 0 0,0 1 1 0 0,0-1 0 0 0,0 0-1 0 0,0 0 1 0 0,1 0-1 0 0,-1-1 1 0 0,0 1 0 0 0,1-1-1 0 0,0 1 1 0 0,0-1 0 0 0,-1 0-1 0 0,1 0 1 0 0,1 0-1 0 0,-1 0 1 0 0,0 0 0 0 0,1 0-1 0 0,0-1 1 0 0,0 1 0 0 0,0 0-1 0 0,0-1 1 0 0,-1-5-1 0 0,2 7-9 0 0,25-17-241 0 0,-15 16-81 0 0,-1 1-1 0 0,0 0 1 0 0,1 0 0 0 0,-1 1-1 0 0,1 0 1 0 0,-1 0-1 0 0,1 1 1 0 0,10 1 0 0 0,-11 0-1167 0 0,-1 0 0 0 0,1 0 0 0 0,-1 1 0 0 0,0 0 0 0 0,14 6 0 0 0,-14-5-1236 0 0</inkml:trace>
</inkml:ink>
</file>

<file path=ppt/ink/ink4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4:54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28 924 0 0,'3'-17'4937'0'0,"-1"7"-1331"0"0,1 10-1624 0 0,-1 5-1913 0 0,83 266 1313 0 0,-82-258-1511 0 0,0 1-1 0 0,-1 0 1 0 0,1 21 0 0 0,-3-33-284 0 0,2 8-1376 0 0,-1-1 353 0 0</inkml:trace>
</inkml:ink>
</file>

<file path=ppt/ink/ink4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4:55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0 116 768 0 0,'5'-5'466'0'0,"1"-1"1"0"0,0 1-1 0 0,0 1 1 0 0,0-1-1 0 0,0 1 1 0 0,0 0-1 0 0,1 1 0 0 0,0-1 1 0 0,0 1-1 0 0,0 0 1 0 0,11-2-1 0 0,4-1 290 0 0,-1 1 0 0 0,35-3 0 0 0,-53 8-730 0 0,0-1 0 0 0,0 1-1 0 0,0 0 1 0 0,1 0 0 0 0,-1 0 0 0 0,0 0 0 0 0,0 1 0 0 0,0-1 0 0 0,0 1-1 0 0,-1 0 1 0 0,1 0 0 0 0,0 0 0 0 0,0 0 0 0 0,0 0 0 0 0,-1 0 0 0 0,1 1-1 0 0,0 0 1 0 0,-1-1 0 0 0,1 1 0 0 0,-1 0 0 0 0,0 0 0 0 0,0 0 0 0 0,0 1-1 0 0,0-1 1 0 0,0 0 0 0 0,0 1 0 0 0,0-1 0 0 0,-1 1 0 0 0,0 0 0 0 0,1-1-1 0 0,-1 1 1 0 0,0 0 0 0 0,0 0 0 0 0,0 0 0 0 0,-1 0 0 0 0,1 0 0 0 0,-1 0 0 0 0,1 6-1 0 0,-1-1-13 0 0,0 0-1 0 0,0 0 0 0 0,-1 0 1 0 0,0 0-1 0 0,0 0 0 0 0,-1-1 0 0 0,0 1 1 0 0,0 0-1 0 0,-1-1 0 0 0,0 1 1 0 0,-1-1-1 0 0,1 0 0 0 0,-9 12 1 0 0,-16 21 51 0 0,19-26-40 0 0,-1-1 0 0 0,0 0 0 0 0,-16 16 0 0 0,-8 8 48 0 0,33-35 1 0 0,59 0-7 0 0,-20-7-64 0 0,-2-1 0 0 0,1-2 0 0 0,-1-1 0 0 0,63-26 0 0 0,-89 31 1 0 0,0 0 0 0 0,0-1 0 0 0,-1-1 0 0 0,0 0 0 0 0,0 0 0 0 0,0 0 0 0 0,-1-1 1 0 0,0-1-1 0 0,0 1 0 0 0,-1-1 0 0 0,0-1 0 0 0,0 1 0 0 0,-1-1 0 0 0,0 0 0 0 0,-1 0 1 0 0,0-1-1 0 0,0 0 0 0 0,-1 0 0 0 0,0 0 0 0 0,-1 0 0 0 0,2-13 0 0 0,-1 2 48 0 0,-1 11 99 0 0,-1 1 0 0 0,-1-1 0 0 0,0 0 0 0 0,0 0 0 0 0,-1 0 0 0 0,0 0 0 0 0,-1 0 0 0 0,0 0 0 0 0,-4-16 0 0 0,5 25-25 0 0,-10 24-114 0 0,4-7 16 0 0,2 0 0 0 0,0 0-1 0 0,0 0 1 0 0,2 1 0 0 0,0-1 0 0 0,1 1 0 0 0,0-1 0 0 0,3 18 0 0 0,-2-5 32 0 0,2 15 97 0 0,11 73 1 0 0,-12-115-201 0 0,4 39 102 0 0,-7-17-3167 0 0,1-22 2153 0 0</inkml:trace>
</inkml:ink>
</file>

<file path=ppt/ink/ink4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4:55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318 454 360 0 0,'0'0'3754'0'0,"-5"1"-3156"0"0,-6 0-252 0 0,0-1-1 0 0,1 0 1 0 0,-1-1 0 0 0,0 0 0 0 0,1-1 0 0 0,-1 0 0 0 0,1 0 0 0 0,-1-1-1 0 0,1-1 1 0 0,0 0 0 0 0,0 0 0 0 0,0-1 0 0 0,1 0 0 0 0,-13-10 0 0 0,8 6-159 0 0,0-1 0 0 0,1 0 1 0 0,1-1-1 0 0,-1 0 0 0 0,2-1 1 0 0,0-1-1 0 0,0 0 0 0 0,1 0 1 0 0,-8-16-1 0 0,14 22-196 0 0,2 0-1 0 0,-1-1 0 0 0,1 1 1 0 0,0-1-1 0 0,0 1 1 0 0,1-1-1 0 0,0 0 1 0 0,0 1-1 0 0,1-1 1 0 0,0 0-1 0 0,0 0 1 0 0,1 1-1 0 0,0-1 0 0 0,0 0 1 0 0,1 1-1 0 0,0-1 1 0 0,0 1-1 0 0,1-1 1 0 0,0 1-1 0 0,0 0 1 0 0,1 0-1 0 0,0 0 1 0 0,0 1-1 0 0,1 0 0 0 0,-1-1 1 0 0,1 1-1 0 0,1 1 1 0 0,-1-1-1 0 0,8-4 1 0 0,-7 4-39 0 0,1 0-1 0 0,-1 0 1 0 0,2 1 0 0 0,-1 0 0 0 0,0 1 0 0 0,1 0 0 0 0,0 0 0 0 0,0 0 0 0 0,0 1-1 0 0,1 0 1 0 0,-1 1 0 0 0,0 0 0 0 0,1 0 0 0 0,0 1 0 0 0,0 0 0 0 0,-1 0 0 0 0,1 1 0 0 0,0 0-1 0 0,0 1 1 0 0,-1 0 0 0 0,1 0 0 0 0,0 1 0 0 0,-1 0 0 0 0,1 1 0 0 0,13 5 0 0 0,-1 5 20 0 0,0 1 1 0 0,-1 1-1 0 0,-1 1 1 0 0,0 0 0 0 0,-1 2-1 0 0,-1 0 1 0 0,-1 1 0 0 0,-1 0-1 0 0,0 1 1 0 0,-1 1-1 0 0,12 24 1 0 0,8 24 134 0 0,-3 0-1 0 0,29 95 1 0 0,-34-79 76 0 0,-4 0 1 0 0,-3 2-1 0 0,11 144 0 0 0,-16-34 807 0 0,-15-170 37 0 0,1-20-2971 0 0</inkml:trace>
</inkml:ink>
</file>

<file path=ppt/ink/ink4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4:56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9 117 72 0 0,'0'0'1237'0'0,"-8"-5"5360"0"0,176-5-5846 0 0,40-4-354 0 0,189-23 56 0 0,-65 14-267 0 0,-252 20-169 0 0,48-4 23 0 0,83-2-8 0 0,-135 7-19 0 0,-62 0-12 0 0,7-3 0 0 0,-3 5-6 0 0,-6 2 9 0 0,-9-2-7 0 0,-1 0 9 0 0,7 0-5 0 0,-7 0 742 0 0,-35 12-9378 0 0</inkml:trace>
</inkml:ink>
</file>

<file path=ppt/ink/ink4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4:59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277 157 100 0 0,'0'-44'4358'0'0,"-2"13"-3006"0"0,-6-48 4098 0 0,8 77-3841 0 0,-7 7-1435 0 0,-26 23 55 0 0,0 2 0 0 0,3 1 0 0 0,0 1-1 0 0,2 2 1 0 0,-42 67 0 0 0,65-93-190 0 0,0 1-1 0 0,0 0 1 0 0,2 0-1 0 0,-1 0 1 0 0,1 1-1 0 0,0-1 1 0 0,1 1-1 0 0,0 0 1 0 0,0-1-1 0 0,1 1 1 0 0,1 0 0 0 0,0 0-1 0 0,1 10 1 0 0,-1-14-56 0 0,1 1 1 0 0,0-1 0 0 0,1 0-1 0 0,-1 0 1 0 0,1 1 0 0 0,1-1 0 0 0,-1-1-1 0 0,1 1 1 0 0,0 0 0 0 0,0-1-1 0 0,1 1 1 0 0,-1-1 0 0 0,1 0-1 0 0,1 0 1 0 0,-1 0 0 0 0,1-1 0 0 0,-1 0-1 0 0,1 0 1 0 0,0 0 0 0 0,10 6-1 0 0,6 0-490 0 0,0 0-1 0 0,1-1 0 0 0,0-1 1 0 0,33 7-1 0 0,-35-11-1740 0 0,0-1 0 0 0,39 1 0 0 0,-30-4-751 0 0</inkml:trace>
</inkml:ink>
</file>

<file path=ppt/ink/ink4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5:00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61 152 0 0,'23'-23'5187'0'0,"-21"22"-4992"0"0,-1 0 0 0 0,0 1 0 0 0,0-1 0 0 0,0 0 0 0 0,0 0 0 0 0,0 0 0 0 0,-1 0 0 0 0,1 0 0 0 0,0 0 0 0 0,0 0 0 0 0,0 0-1 0 0,-1 0 1 0 0,1 0 0 0 0,-1 0 0 0 0,1 0 0 0 0,-1 0 0 0 0,1-2 0 0 0,-1 2-97 0 0,0 1-1 0 0,0-1 0 0 0,0 1 1 0 0,0-1-1 0 0,-1 1 0 0 0,1-1 1 0 0,0 0-1 0 0,0 1 0 0 0,0-1 1 0 0,-1 1-1 0 0,1-1 0 0 0,0 1 1 0 0,-1-1-1 0 0,1 1 0 0 0,-1 0 1 0 0,1-1-1 0 0,0 1 0 0 0,-1-1 1 0 0,1 1-1 0 0,-1 0 0 0 0,1-1 1 0 0,-1 1-1 0 0,1 0 0 0 0,-2-1 1 0 0,-1 0 4 0 0,0 0 1 0 0,-1 0-1 0 0,1 0 0 0 0,-1 0 1 0 0,1 0-1 0 0,-1 1 1 0 0,1 0-1 0 0,-1-1 0 0 0,-4 2 1 0 0,-8 0-42 0 0,0 1-1 0 0,0 1 1 0 0,0 0 0 0 0,1 1-1 0 0,-1 1 1 0 0,1 1 0 0 0,0 0 0 0 0,1 0-1 0 0,-27 17 1 0 0,40-22-61 0 0,0 0-1 0 0,0 0 1 0 0,0 0 0 0 0,0 0-1 0 0,1 0 1 0 0,-1 0-1 0 0,0 0 1 0 0,0 0 0 0 0,0 0-1 0 0,1 0 1 0 0,-1 0 0 0 0,1 1-1 0 0,-1-1 1 0 0,1 0-1 0 0,-1 0 1 0 0,1 1 0 0 0,0-1-1 0 0,-1 3 1 0 0,2-1 1 0 0,-1 1 0 0 0,1 0 0 0 0,0-1 0 0 0,0 1 1 0 0,0-1-1 0 0,0 1 0 0 0,0-1 0 0 0,1 0 0 0 0,0 1 0 0 0,-1-1 1 0 0,1 0-1 0 0,1 0 0 0 0,-1 0 0 0 0,0 0 0 0 0,1-1 0 0 0,-1 1 1 0 0,1-1-1 0 0,0 1 0 0 0,0-1 0 0 0,0 0 0 0 0,6 4 0 0 0,2 1 8 0 0,19 16 16 0 0,-9-8-158 0 0,-1 1 0 0 0,0 1-1 0 0,-1 0 1 0 0,-1 1 0 0 0,24 32 0 0 0,-41-48 105 0 0,0-1 1 0 0,1 1-1 0 0,-1 0 1 0 0,0 0 0 0 0,0 0-1 0 0,0 0 1 0 0,0 0-1 0 0,0 0 1 0 0,-1 1-1 0 0,1-1 1 0 0,-1 0 0 0 0,1 0-1 0 0,-1 0 1 0 0,0 1-1 0 0,0-1 1 0 0,0 0-1 0 0,0 1 1 0 0,0-1 0 0 0,-1 4-1 0 0,0-5 30 0 0,0 1-1 0 0,0-1 0 0 0,0 1 1 0 0,0-1-1 0 0,0 0 1 0 0,0 1-1 0 0,-1-1 1 0 0,1 0-1 0 0,0 0 1 0 0,-1 0-1 0 0,1 0 0 0 0,-1 0 1 0 0,1 0-1 0 0,-1-1 1 0 0,1 1-1 0 0,-1 0 1 0 0,0-1-1 0 0,1 1 1 0 0,-4 0-1 0 0,-3 0 104 0 0,-1 0 0 0 0,1 0-1 0 0,-1-1 1 0 0,1 0 0 0 0,-1-1 0 0 0,1 0 0 0 0,-1 0-1 0 0,-13-4 1 0 0,6-1 142 0 0,0-2 0 0 0,0 0 0 0 0,1 0 1 0 0,0-2-1 0 0,1 0 0 0 0,0 0 0 0 0,-22-22 0 0 0,35 31-198 0 0,-12-11 397 0 0</inkml:trace>
</inkml:ink>
</file>

<file path=ppt/ink/ink4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5:01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161 166 236 0 0,'0'0'8493'0'0,"-6"0"-8374"0"0,-1 0-69 0 0,1 1-1 0 0,0 0 1 0 0,0 0-1 0 0,0 1 1 0 0,0-1 0 0 0,0 2-1 0 0,1-1 1 0 0,-1 0-1 0 0,0 1 1 0 0,1 0 0 0 0,0 1-1 0 0,0-1 1 0 0,0 1-1 0 0,0 0 1 0 0,-6 6 0 0 0,4-3 15 0 0,0 0 0 0 0,1 0 0 0 0,0 1 0 0 0,0-1 1 0 0,-9 18-1 0 0,13-22-44 0 0,1 0 0 0 0,-1 0 1 0 0,1 0-1 0 0,0 0 0 0 0,0 0 0 0 0,0 0 1 0 0,0 0-1 0 0,1 0 0 0 0,-1 1 1 0 0,1-1-1 0 0,0 0 0 0 0,0 0 0 0 0,0 1 1 0 0,0-1-1 0 0,1 0 0 0 0,-1 0 1 0 0,1 0-1 0 0,0 1 0 0 0,0-1 0 0 0,1 4 1 0 0,-1-6-11 0 0,0 0 0 0 0,0 0-1 0 0,1 0 1 0 0,-1 0 0 0 0,0 0 0 0 0,0 0 0 0 0,1 0 0 0 0,-1 0 0 0 0,0 0 0 0 0,1-1 0 0 0,-1 1 0 0 0,1 0 0 0 0,-1-1 0 0 0,1 0 0 0 0,-1 1 0 0 0,1-1 0 0 0,-1 0 0 0 0,1 0 0 0 0,0 1 0 0 0,-1-1 0 0 0,1-1 0 0 0,-1 1-1 0 0,1 0 1 0 0,0 0 0 0 0,2-1 0 0 0,38-13 194 0 0,0-15-68 0 0,-41 28-129 0 0,-1 1-10 0 0,0-1-1 0 0,0 1 0 0 0,0-1 0 0 0,0 1 1 0 0,0-1-1 0 0,1 1 0 0 0,-1-1 0 0 0,0 1 0 0 0,0 0 1 0 0,0-1-1 0 0,1 1 0 0 0,-1-1 0 0 0,0 1 1 0 0,1 0-1 0 0,-1-1 0 0 0,0 1 0 0 0,1 0 1 0 0,-1-1-1 0 0,0 1 0 0 0,1 0 0 0 0,-1-1 1 0 0,1 1-1 0 0,-1 0 0 0 0,1 0 0 0 0,-1-1 1 0 0,0 1-1 0 0,1 0 0 0 0,-1 0 0 0 0,1 0 1 0 0,-1 0-1 0 0,1 0 0 0 0,-1 0 0 0 0,1 0 0 0 0,-1 0 1 0 0,1 0-1 0 0,-1 0 0 0 0,1 0 0 0 0,-1 0 1 0 0,1 0-1 0 0,0 0 0 0 0,20 4-58 0 0,-9 2 60 0 0,1-1 0 0 0,-1-1 1 0 0,1 0-1 0 0,0 0 1 0 0,13 1-1 0 0,-21-5 30 0 0,0 1-1 0 0,1-1 1 0 0,-1 0 0 0 0,0 0-1 0 0,0-1 1 0 0,0 1-1 0 0,0-1 1 0 0,0-1 0 0 0,0 1-1 0 0,0-1 1 0 0,0 1 0 0 0,0-1-1 0 0,0-1 1 0 0,-1 1 0 0 0,1-1-1 0 0,5-4 1 0 0,-1-1 79 0 0,0 0-1 0 0,-1-1 1 0 0,-1 0-1 0 0,1 0 1 0 0,-1-1-1 0 0,-1 0 1 0 0,0 0 0 0 0,0-1-1 0 0,5-13 1 0 0,-1-1 214 0 0,-2 0 0 0 0,0 0 0 0 0,4-29 0 0 0,-10-16 1156 0 0,-5 75-1490 0 0,0 1 0 0 0,1-1 0 0 0,-1 1 0 0 0,2 0 0 0 0,-1 0 0 0 0,0 0 0 0 0,1 0 0 0 0,0 0 0 0 0,1 0 0 0 0,-1 0 0 0 0,1 0 0 0 0,1 0 0 0 0,-1 0 0 0 0,1 0 0 0 0,0 0 0 0 0,0 0 0 0 0,0 0 0 0 0,1 0 0 0 0,0 0 0 0 0,0-1 0 0 0,4 7 0 0 0,10 15-88 0 0,-12-20 70 0 0,0 0 0 0 0,0 0 1 0 0,0-1-1 0 0,1 1 1 0 0,0-1-1 0 0,9 8 0 0 0,9 6-103 0 0,67 66-842 0 0,-90-86 969 0 0,1 0 0 0 0,-1 1 0 0 0,1-1 0 0 0,-1 0 0 0 0,0 1 0 0 0,1-1-1 0 0,-1 0 1 0 0,1 1 0 0 0,-1-1 0 0 0,0 1 0 0 0,0-1 0 0 0,1 0 0 0 0,-1 1 0 0 0,0-1 0 0 0,0 1-1 0 0,0-1 1 0 0,1 1 0 0 0,-1-1 0 0 0,0 1 0 0 0,0-1 0 0 0,0 1 0 0 0,0-1 0 0 0,0 1 0 0 0,0-1-1 0 0,0 1 1 0 0,0-1 0 0 0,0 1 0 0 0,0-1 0 0 0,0 1 0 0 0,0-1 0 0 0,0 1 0 0 0,-1-1-1 0 0,1 1 1 0 0,0-1 0 0 0,0 1 0 0 0,0-1 0 0 0,-1 0 0 0 0,1 1 0 0 0,0-1 0 0 0,-1 1 0 0 0,1-1-1 0 0,0 0 1 0 0,-1 1 0 0 0,1-1 0 0 0,0 0 0 0 0,-2 1 0 0 0,-30 6-91 0 0,-33-11 75 0 0,61 3 26 0 0,-35-15-712 0 0,37 15 333 0 0</inkml:trace>
</inkml:ink>
</file>

<file path=ppt/ink/ink4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5:01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0 692 0 0,'0'0'6758'0'0,"-7"2"-6453"0"0,2-1-209 0 0,0 1 1 0 0,0 0-1 0 0,0 0 1 0 0,1 0-1 0 0,-1 1 1 0 0,1 0 0 0 0,0 0-1 0 0,-1 0 1 0 0,1 0-1 0 0,1 1 1 0 0,-1-1-1 0 0,0 1 1 0 0,1 0-1 0 0,0 0 1 0 0,0 0-1 0 0,0 1 1 0 0,0-1-1 0 0,1 1 1 0 0,-2 4 0 0 0,3-7 23 0 0,2 7 4307 0 0,39-22-3813 0 0,-38 12-512 0 0,41 1-598 0 0,-3 9-1650 0 0,-13-3-4366 0 0</inkml:trace>
</inkml:ink>
</file>

<file path=ppt/ink/ink4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5:02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39 136 0 0,'0'0'5266'0'0,"-29"-33"1022"0"0,23 31-6172 0 0,0 1 0 0 0,0 0 0 0 0,0 0 0 0 0,0 1 0 0 0,0 0 0 0 0,1 0 0 0 0,-1 0 0 0 0,0 1 0 0 0,0-1 0 0 0,0 1 0 0 0,0 1 0 0 0,1-1-1 0 0,-1 1 1 0 0,0 0 0 0 0,-7 4 0 0 0,4-2-71 0 0,0 1 1 0 0,0 0-1 0 0,1 0 0 0 0,0 1 0 0 0,0 0 0 0 0,0 0 1 0 0,1 1-1 0 0,-11 11 0 0 0,17-16-36 0 0,0-1 0 0 0,0 0-1 0 0,0 1 1 0 0,0-1 0 0 0,0 1 0 0 0,0-1 0 0 0,0 1 0 0 0,0-1-1 0 0,0 1 1 0 0,1 0 0 0 0,-1-1 0 0 0,1 1 0 0 0,-1 0-1 0 0,1-1 1 0 0,0 1 0 0 0,0 0 0 0 0,-1 0 0 0 0,1-1 0 0 0,0 1-1 0 0,1 0 1 0 0,-1 2 0 0 0,1-2 0 0 0,0-1 1 0 0,0 1-1 0 0,0-1 1 0 0,0 0-1 0 0,0 0 1 0 0,0 0-1 0 0,0 0 1 0 0,0 0-1 0 0,0 0 1 0 0,1 0-1 0 0,-1 0 0 0 0,0 0 1 0 0,1 0-1 0 0,-1-1 1 0 0,1 1-1 0 0,-1 0 1 0 0,1-1-1 0 0,2 1 1 0 0,3 1 6 0 0,-1-1 1 0 0,1 0 0 0 0,0 0-1 0 0,0-1 1 0 0,0 0 0 0 0,0 0 0 0 0,0-1-1 0 0,11-2 1 0 0,8-4-35 0 0,0 2 0 0 0,1 0-1 0 0,41-2 1 0 0,-63 8-145 0 0,1 0-1 0 0,-1 0 0 0 0,1 0 0 0 0,-1 1 0 0 0,0 0 1 0 0,1 0-1 0 0,-1 0 0 0 0,0 1 0 0 0,0-1 0 0 0,7 7 1 0 0,18 7-6685 0 0</inkml:trace>
</inkml:ink>
</file>

<file path=ppt/ink/ink4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5:07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60 200 0 0,'0'0'13462'0'0,"-3"-21"-12592"0"0,10 18-861 0 0,-5 2 875 0 0,-1-1-1114 0 0,0 0 230 0 0,0 0 0 0 0,0 0 0 0 0,0 0 0 0 0,0 0 0 0 0,1 0-1 0 0,-1 0 1 0 0,1 1 0 0 0,-1-1 0 0 0,1 0 0 0 0,0 1 0 0 0,0-1 0 0 0,0 1-1 0 0,0 0 1 0 0,-1 0 0 0 0,2 0 0 0 0,7-5 5636 0 0,-16 8-8865 0 0,-4 2 3203 0 0,-1 1-1 0 0,2 0 1 0 0,-1 1 0 0 0,0 0 0 0 0,1 0 0 0 0,0 1 0 0 0,-9 9 0 0 0,14-12-42 0 0,0-1-1 0 0,0 1 1 0 0,1 0-1 0 0,0 0 1 0 0,0 1 0 0 0,0-1-1 0 0,0 1 1 0 0,0-1-1 0 0,1 1 1 0 0,0 0 0 0 0,0 0-1 0 0,1 0 1 0 0,-1 0-1 0 0,1 0 1 0 0,0 0 0 0 0,0 1-1 0 0,1-1 1 0 0,-1 7-1 0 0,2-10 38 0 0,-1 0 0 0 0,1 0-1 0 0,-1 0 1 0 0,1 0 0 0 0,0 0-1 0 0,0 1 1 0 0,0-1 0 0 0,0-1-1 0 0,0 1 1 0 0,1 0 0 0 0,-1 0-1 0 0,1 0 1 0 0,-1-1 0 0 0,1 1-1 0 0,-1-1 1 0 0,1 1 0 0 0,0-1-1 0 0,0 1 1 0 0,0-1 0 0 0,0 0-1 0 0,0 0 1 0 0,0 0 0 0 0,0 0-1 0 0,0 0 1 0 0,0-1 0 0 0,0 1-1 0 0,4 0 1 0 0,3 1-124 0 0,1 0 0 0 0,0-1 0 0 0,20 0 0 0 0,-30-1 144 0 0,6 0-40 0 0,-1 0 0 0 0,0-1 0 0 0,1 0 1 0 0,-1 1-1 0 0,0-2 0 0 0,1 1 1 0 0,-1-1-1 0 0,0 0 0 0 0,0 0 0 0 0,0 0 1 0 0,0-1-1 0 0,0 1 0 0 0,7-7 0 0 0,-9 6 59 0 0,0 1-1 0 0,-1-1 0 0 0,0 1 1 0 0,1-1-1 0 0,-1 0 0 0 0,0 0 0 0 0,0 1 1 0 0,0-2-1 0 0,-1 1 0 0 0,1 0 0 0 0,-1 0 1 0 0,0 0-1 0 0,0-1 0 0 0,0 1 1 0 0,0-1-1 0 0,0 1 0 0 0,-1 0 0 0 0,0-1 1 0 0,0 1-1 0 0,0-8 0 0 0,0 9 55 0 0,-7-41 371 0 0,6 35-428 0 0,1 6-11 0 0,0 8-396 0 0,12 87 434 0 0,47 224 489 0 0,-58-312-513 0 0,0 0-1 0 0,-1 0 1 0 0,1 0-1 0 0,-1 0 1 0 0,0 1-1 0 0,0-1 1 0 0,-1 0-1 0 0,0 0 1 0 0,0 0-1 0 0,0 0 1 0 0,0 0-1 0 0,-1 0 1 0 0,0 0-1 0 0,-4 8 1 0 0,4-10 25 0 0,-1 0 1 0 0,0 0 0 0 0,1 0-1 0 0,-1-1 1 0 0,0 1-1 0 0,0-1 1 0 0,0 0 0 0 0,0 0-1 0 0,-1 0 1 0 0,1 0-1 0 0,-1 0 1 0 0,1-1-1 0 0,-1 0 1 0 0,1 0 0 0 0,-1 0-1 0 0,0 0 1 0 0,0 0-1 0 0,1-1 1 0 0,-1 1 0 0 0,-4-1-1 0 0,0 0 55 0 0,0 0 0 0 0,-1-1 1 0 0,1 0-1 0 0,0-1 0 0 0,0 0 0 0 0,0 0 0 0 0,1 0 1 0 0,-1-1-1 0 0,0 0 0 0 0,1-1 0 0 0,0 1 0 0 0,0-2 1 0 0,0 1-1 0 0,0-1 0 0 0,0 0 0 0 0,1 0 0 0 0,0-1 1 0 0,0 1-1 0 0,1-1 0 0 0,0-1 0 0 0,0 1 0 0 0,0-1 1 0 0,1 0-1 0 0,0 0 0 0 0,0 0 0 0 0,0-1 0 0 0,-2-7 1 0 0,6 11-107 0 0,0 1 1 0 0,0 0 0 0 0,0-1-1 0 0,0 1 1 0 0,0 0 0 0 0,1-1-1 0 0,0 1 1 0 0,-1 0 0 0 0,1-1-1 0 0,0 1 1 0 0,1 0 0 0 0,-1 0-1 0 0,0 0 1 0 0,1 0 0 0 0,0 0-1 0 0,0 0 1 0 0,0 0 0 0 0,0 1 0 0 0,4-5-1 0 0,1 0-224 0 0,0 0-1 0 0,1 0 1 0 0,-1 1 0 0 0,1 0-1 0 0,12-7 1 0 0,5 1-1665 0 0,1 0 1 0 0,29-8-1 0 0,-29 10-2767 0 0,-9 4 1431 0 0</inkml:trace>
</inkml:ink>
</file>

<file path=ppt/ink/ink4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5:08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40 256 0 0,'-1'-10'1089'0'0,"-2"5"2577"0"0,0 2-3270 0 0,0 0 1 0 0,0 1-1 0 0,0 0 0 0 0,-1-1 1 0 0,1 1-1 0 0,0 1 1 0 0,-1-1-1 0 0,0 0 0 0 0,1 1 1 0 0,-7-2-1 0 0,8 3-236 0 0,-44 13 543 0 0,43-10-649 0 0,-6 2 70 0 0,-1 0 0 0 0,2 1 0 0 0,-1 0 0 0 0,0 0-1 0 0,1 1 1 0 0,1 1 0 0 0,-1-1 0 0 0,1 1 0 0 0,0 0 0 0 0,-5 10-1 0 0,8-13-68 0 0,2 0-1 0 0,-1 1 0 0 0,1-1 1 0 0,-1 1-1 0 0,2-1 0 0 0,-1 1 1 0 0,0 0-1 0 0,1 0 0 0 0,-1 9 1 0 0,2-13-41 0 0,0 0 0 0 0,0 0 0 0 0,1-1 0 0 0,-1 1 1 0 0,0 0-1 0 0,0 0 0 0 0,1-1 0 0 0,-1 1 0 0 0,1 0 1 0 0,0-1-1 0 0,-1 1 0 0 0,1-1 0 0 0,0 1 0 0 0,0-1 1 0 0,0 1-1 0 0,0-1 0 0 0,0 1 0 0 0,0-1 0 0 0,0 0 1 0 0,1 0-1 0 0,-1 1 0 0 0,0-1 0 0 0,1 0 0 0 0,-1 0 1 0 0,1 0-1 0 0,-1-1 0 0 0,1 1 0 0 0,-1 0 0 0 0,1-1 1 0 0,0 1-1 0 0,-1-1 0 0 0,1 1 0 0 0,0-1 0 0 0,3 1 0 0 0,-2-1-1 0 0,0 0 0 0 0,-1 0 0 0 0,1-1-1 0 0,0 1 1 0 0,0-1 0 0 0,-1 1-1 0 0,1-1 1 0 0,0 0 0 0 0,-1 0-1 0 0,1 0 1 0 0,-1 0 0 0 0,1 0 0 0 0,-1-1-1 0 0,3-1 1 0 0,34-29 227 0 0,-15 12 435 0 0,-23 19-547 0 0,-1 1-115 0 0,0-1 1 0 0,0 1-1 0 0,0-1 1 0 0,0 1-1 0 0,0 0 1 0 0,0-1-1 0 0,0 1 1 0 0,1-1-1 0 0,-1 1 1 0 0,0 0-1 0 0,0-1 1 0 0,0 1-1 0 0,0 0 1 0 0,0-1-1 0 0,1 1 1 0 0,-1 0-1 0 0,0-1 0 0 0,0 1 1 0 0,1 0-1 0 0,-1-1 1 0 0,0 1-1 0 0,1 0 1 0 0,-1 0-1 0 0,0-1 1 0 0,1 1-1 0 0,-1 0 1 0 0,0 0-1 0 0,1-1 1 0 0,-1 1-1 0 0,0 0 1 0 0,1 0-1 0 0,-1 0 1 0 0,1 0-1 0 0,-1 0 1 0 0,0 0-1 0 0,1 0 0 0 0,-1 0 1 0 0,1 0-1 0 0,-1 0 1 0 0,0 0-1 0 0,1 0 1 0 0,-1 0-1 0 0,1 0 1 0 0,-1 0-1 0 0,0 0 1 0 0,1 0-1 0 0,-1 0 1 0 0,1 1-1 0 0,-1-1 1 0 0,0 0-1 0 0,1 0 1 0 0,-1 0-1 0 0,0 1 1 0 0,1-1-1 0 0,20 17-328 0 0,-17-12-153 0 0,27 36-1846 0 0,-6-21-4651 0 0,-16-15 4378 0 0</inkml:trace>
</inkml:ink>
</file>

<file path=ppt/ink/ink4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5:08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0 868 0 0,'0'0'6165'0'0,"1"6"-5903"0"0,0-2-158 0 0,1 0 0 0 0,-1 0 0 0 0,1 1 1 0 0,0-1-1 0 0,0 0 0 0 0,0-1 1 0 0,0 1-1 0 0,1 0 0 0 0,0-1 0 0 0,-1 1 1 0 0,1-1-1 0 0,1 0 0 0 0,-1 0 1 0 0,0 0-1 0 0,1-1 0 0 0,-1 1 0 0 0,1-1 1 0 0,0 1-1 0 0,0-1 0 0 0,0-1 0 0 0,0 1 1 0 0,0 0-1 0 0,0-1 0 0 0,9 2 1 0 0,-9-3 54 0 0,-1 1 1 0 0,1-1-1 0 0,0 1 1 0 0,0-1-1 0 0,0-1 1 0 0,0 1-1 0 0,-1 0 1 0 0,1-1-1 0 0,0 0 1 0 0,0 0-1 0 0,-1 0 1 0 0,1 0-1 0 0,0-1 1 0 0,-1 1 0 0 0,0-1-1 0 0,1 0 1 0 0,-1 0-1 0 0,0 0 1 0 0,0 0-1 0 0,0-1 1 0 0,6-5 1351 0 0,13 55-1382 0 0,-7 1-76 0 0,-3 0 1 0 0,-2 1-1 0 0,-1 0 0 0 0,1 62 1 0 0,-9-102-48 0 0,-1-1 0 0 0,0 1 0 0 0,-1-1 0 0 0,0 1 0 0 0,0-1 0 0 0,-1 1 0 0 0,0-1 0 0 0,0 0 0 0 0,-1 0 0 0 0,0 0 0 0 0,-1 0 0 0 0,0 0 0 0 0,0-1 0 0 0,-7 10 0 0 0,8-14 24 0 0,1 1 0 0 0,-1-1 0 0 0,0 0 0 0 0,-1-1 0 0 0,1 1 0 0 0,0-1 0 0 0,-1 1 0 0 0,1-1 0 0 0,-1 0 0 0 0,0 0 0 0 0,1-1 0 0 0,-1 1 0 0 0,0-1 0 0 0,0 0 0 0 0,0 0 0 0 0,-1 0 0 0 0,1 0 0 0 0,0-1 0 0 0,0 1 0 0 0,0-1 0 0 0,0 0 0 0 0,-1-1 0 0 0,1 1 0 0 0,0-1 0 0 0,0 0 0 0 0,0 0 0 0 0,0 0 0 0 0,0 0 0 0 0,0-1 0 0 0,-5-2 0 0 0,5 2 5 0 0,0 1 1 0 0,1-1 0 0 0,-1 0-1 0 0,1 1 1 0 0,0-2 0 0 0,0 1-1 0 0,-1 0 1 0 0,1-1 0 0 0,1 1-1 0 0,-1-1 1 0 0,0 0 0 0 0,1 0-1 0 0,-1 0 1 0 0,1 0-1 0 0,0 0 1 0 0,0-1 0 0 0,0 1-1 0 0,1-1 1 0 0,-1 1 0 0 0,1-1-1 0 0,0 0 1 0 0,0 1 0 0 0,0-1-1 0 0,0 0 1 0 0,1 0 0 0 0,-1 0-1 0 0,1 0 1 0 0,0 1 0 0 0,0-1-1 0 0,0 0 1 0 0,1 0-1 0 0,0 0 1 0 0,-1 0 0 0 0,1 1-1 0 0,1-1 1 0 0,-1 0 0 0 0,0 1-1 0 0,3-4 1 0 0,0-2-316 0 0,0 0 1 0 0,1 0-1 0 0,1 1 1 0 0,-1 0-1 0 0,1 0 1 0 0,1 1-1 0 0,-1-1 1 0 0,1 1-1 0 0,0 1 1 0 0,1-1-1 0 0,0 1 1 0 0,0 1-1 0 0,17-10 1 0 0,12-1-2661 0 0,-12 6-1985 0 0,-9 5 1666 0 0</inkml:trace>
</inkml:ink>
</file>

<file path=ppt/ink/ink4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5:09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9 336 0 0,'1'-9'9218'0'0,"-13"23"-7470"0"0,9-11-1733 0 0,1 0 1 0 0,0 0-1 0 0,0 0 1 0 0,0 1-1 0 0,0-1 1 0 0,1 1-1 0 0,0 0 1 0 0,-1-1-1 0 0,1 1 1 0 0,1 0-1 0 0,-1 0 1 0 0,0-1 0 0 0,1 6-1 0 0,1-4 26 0 0,0-1 0 0 0,0 0 0 0 0,0 0 0 0 0,1 0 0 0 0,0 0 0 0 0,0-1 0 0 0,0 1 0 0 0,0 0 0 0 0,1-1 1 0 0,-1 1-1 0 0,1-1 0 0 0,0 0 0 0 0,0 0 0 0 0,0 0 0 0 0,0 0 0 0 0,1-1 0 0 0,-1 1 0 0 0,1-1 0 0 0,-1 0 0 0 0,1 0 0 0 0,0 0 0 0 0,0 0 0 0 0,7 1 0 0 0,-7-1-240 0 0,0-1 1 0 0,0-1-1 0 0,0 1 0 0 0,-1-1 1 0 0,1 1-1 0 0,0-1 0 0 0,0 0 1 0 0,0-1-1 0 0,0 1 0 0 0,0-1 1 0 0,0 1-1 0 0,0-1 0 0 0,0 0 1 0 0,-1-1-1 0 0,1 1 0 0 0,0-1 1 0 0,3-1-1 0 0,6-12-4229 0 0,-6 5 1896 0 0</inkml:trace>
</inkml:ink>
</file>

<file path=ppt/ink/ink4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5:09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55 528 0 0,'-11'-37'8795'0'0,"10"19"-9860"0"0,14 29-2303 0 0,-9-6 618 0 0</inkml:trace>
</inkml:ink>
</file>

<file path=ppt/ink/ink4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5:09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0 296 0 0,'0'0'3642'0'0,"23"0"-1767"0"0,-1 10-1523 0 0,0 1 0 0 0,-1 1 0 0 0,-1 1 0 0 0,0 0 0 0 0,0 1 0 0 0,-2 2 0 0 0,1 0 0 0 0,-2 0 0 0 0,27 36 0 0 0,-31-36-247 0 0,-1 1 0 0 0,-1 0-1 0 0,-1 1 1 0 0,0 0 0 0 0,-1 0 0 0 0,-1 1-1 0 0,-1 1 1 0 0,-1-1 0 0 0,0 1 0 0 0,-2 0-1 0 0,0 0 1 0 0,1 23 0 0 0,-4-29-2 0 0,-1 0 0 0 0,0 0 0 0 0,-1 0 0 0 0,0 0-1 0 0,-1 0 1 0 0,-1 0 0 0 0,0 0 0 0 0,-1-1 0 0 0,-1 1 0 0 0,0-1 0 0 0,0 0 0 0 0,-1-1 0 0 0,-1 1-1 0 0,0-1 1 0 0,-1 0 0 0 0,0-1 0 0 0,-1 0 0 0 0,0 0 0 0 0,-1-1 0 0 0,0 0 0 0 0,-17 12 0 0 0,27-22-100 0 0,-20 16 990 0 0,0-1 0 0 0,-1-1 1 0 0,-37 19-1 0 0,57-33-180 0 0,1 1-847 0 0,-1-1 0 0 0,1 0 0 0 0,-1 0 0 0 0,1 1 0 0 0,0-1 0 0 0,-1 0 0 0 0,1 0 0 0 0,-1 0 0 0 0,1 0 0 0 0,-1 0 0 0 0,1 1 1 0 0,-1-1-1 0 0,1 0 0 0 0,-1 0 0 0 0,1 0 0 0 0,-1 0 0 0 0,1 0 0 0 0,-1-1 0 0 0,1 1 0 0 0,-1 0 0 0 0,1 0 0 0 0,-1 0 0 0 0,1 0 0 0 0,-1 0 0 0 0,1-1 0 0 0,0 1 0 0 0,-1 0 0 0 0,1 0 0 0 0,-1-1 0 0 0,1 1 0 0 0,-10-11-5321 0 0,8 1 1064 0 0</inkml:trace>
</inkml:ink>
</file>

<file path=ppt/ink/ink4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5:22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642 132 732 0 0,'-30'-40'6483'0'0,"25"32"-6218"0"0,0 1 0 0 0,-1 1 0 0 0,0-1-1 0 0,0 1 1 0 0,-1 0 0 0 0,1 1 0 0 0,-1-1 0 0 0,-1 1-1 0 0,1 0 1 0 0,-1 1 0 0 0,0 0 0 0 0,0 0 0 0 0,0 1-1 0 0,0 0 1 0 0,0 1 0 0 0,-1-1 0 0 0,0 1 0 0 0,-9 0-1 0 0,-1 0-190 0 0,1 1-1 0 0,-1 1 1 0 0,0 0-1 0 0,1 2 1 0 0,-1 0-1 0 0,1 1 0 0 0,-33 10 1 0 0,40-10-40 0 0,6-2-23 0 0,0 0 0 0 0,0 0 0 0 0,0 1 0 0 0,0-1 0 0 0,0 1 0 0 0,0 0 0 0 0,0 1 0 0 0,1-1 0 0 0,-1 1 0 0 0,1 0 0 0 0,-1 0 0 0 0,1 0 0 0 0,0 1 0 0 0,1-1 0 0 0,-1 1 0 0 0,0 0 0 0 0,1 0 0 0 0,-4 6 0 0 0,6-9-11 0 0,1 1 0 0 0,-1-1 0 0 0,1 0 0 0 0,-1 0 0 0 0,1 0 0 0 0,0 1 0 0 0,0-1 0 0 0,0 0 0 0 0,-1 1 0 0 0,1-1 0 0 0,0 0 0 0 0,0 1 0 0 0,1-1 0 0 0,-1 0 0 0 0,0 0 0 0 0,0 1 0 0 0,1-1 0 0 0,-1 0 0 0 0,1 0 0 0 0,-1 1 0 0 0,1-1 0 0 0,-1 0 0 0 0,2 1 0 0 0,-1 1 6 0 0,7 18 16 0 0,1-1 1 0 0,0 0 0 0 0,2 0 0 0 0,0-1 0 0 0,1-1-1 0 0,26 31 1 0 0,-15-20-245 0 0,21 36 0 0 0,-39-55 130 0 0,1 0-1 0 0,-2 1 1 0 0,1-1 0 0 0,-1 1-1 0 0,-1 0 1 0 0,0 0-1 0 0,3 21 1 0 0,-6-29 81 0 0,1 0-1 0 0,-1-1 1 0 0,0 1-1 0 0,0 0 1 0 0,0 0-1 0 0,0-1 1 0 0,0 1 0 0 0,-1 0-1 0 0,1-1 1 0 0,-1 1-1 0 0,0-1 1 0 0,0 1-1 0 0,0-1 1 0 0,0 1-1 0 0,0-1 1 0 0,0 1 0 0 0,-1-1-1 0 0,1 0 1 0 0,-1 0-1 0 0,1 1 1 0 0,-1-1-1 0 0,0-1 1 0 0,-2 3-1 0 0,0-2 54 0 0,0 0-1 0 0,1 0 1 0 0,-1-1-1 0 0,0 1 0 0 0,0-1 1 0 0,0 0-1 0 0,0 0 1 0 0,0 0-1 0 0,0-1 0 0 0,0 0 1 0 0,0 0-1 0 0,0 0 0 0 0,-7-1 1 0 0,-5-1 230 0 0,1-1 0 0 0,-1 0 0 0 0,1-1 1 0 0,0-1-1 0 0,0-1 0 0 0,-24-12 0 0 0,22 6 16 0 0,1 0 0 0 0,0-1 0 0 0,1-1 0 0 0,1-1 0 0 0,0 0 0 0 0,0-1 0 0 0,2 0 0 0 0,0-1 0 0 0,-12-23 0 0 0,13 24-63 0 0,1-5-1771 0 0,18 22-1653 0 0,25 26-4530 0 0,-33-26 7481 0 0</inkml:trace>
</inkml:ink>
</file>

<file path=ppt/ink/ink4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5:23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182 293 948 0 0,'0'0'1857'0'0,"0"-8"-495"0"0,0 2 2426 0 0,0 5-3686 0 0,1 1 0 0 0,-1-1 0 0 0,0 0-1 0 0,0 1 1 0 0,0-1 0 0 0,0 0 0 0 0,0 0 0 0 0,0 1 0 0 0,0-1 0 0 0,0 0 0 0 0,0 1 0 0 0,0-1 0 0 0,-1 0 0 0 0,1 1 0 0 0,0-1 0 0 0,0 0-1 0 0,-1 1 1 0 0,1-1 0 0 0,0 0 0 0 0,-1 1 0 0 0,1-1 0 0 0,-1 1 0 0 0,1-1 0 0 0,-1 1 0 0 0,1-1 0 0 0,-1 1 0 0 0,1-1 0 0 0,-1 1 0 0 0,1-1 0 0 0,-1 1-1 0 0,0 0 1 0 0,1-1 0 0 0,-1 1 0 0 0,0 0 0 0 0,1-1 0 0 0,-1 1 0 0 0,0 0 0 0 0,1 0 0 0 0,-2 0 0 0 0,-1 0-11 0 0,1 1 0 0 0,-1 0 0 0 0,0-1 0 0 0,1 1 0 0 0,-1 1 0 0 0,0-1 0 0 0,1 0 0 0 0,-1 1 0 0 0,1-1 0 0 0,-4 3 0 0 0,-52 49 107 0 0,44-36-64 0 0,0 1 0 0 0,1 0 0 0 0,-19 37 0 0 0,27-36 9 0 0,15-13-9 0 0,17-12-39 0 0,-18 0-126 0 0,0 1 0 0 0,0-2 0 0 0,-1 1 0 0 0,1-1 0 0 0,-2 0 0 0 0,1-1 0 0 0,-1 0 0 0 0,0 0 0 0 0,8-13 0 0 0,13-15-276 0 0,-27 35 228 0 0,7 4-307 0 0,-1 0 221 0 0,1 1 0 0 0,-1 0 1 0 0,12 9-1 0 0,-16-11 148 0 0,0 0 0 0 0,0 0 0 0 0,0-1 0 0 0,1 1 0 0 0,-1-1 0 0 0,0 0 0 0 0,1 0 1 0 0,-1 0-1 0 0,0 0 0 0 0,1 0 0 0 0,-1-1 0 0 0,1 0 0 0 0,-1 1 0 0 0,1-1 0 0 0,0-1 0 0 0,-1 1 0 0 0,6-1 0 0 0,-3-1 34 0 0,1 0-1 0 0,-1-1 0 0 0,0 1 0 0 0,0-1 0 0 0,0 0 0 0 0,0-1 0 0 0,0 0 0 0 0,8-6 0 0 0,2-5 146 0 0,-1 0-1 0 0,0 0 0 0 0,-2-1 0 0 0,21-32 0 0 0,-23 27 178 0 0,0-1 1 0 0,-2 0 0 0 0,-1 0-1 0 0,-1-1 1 0 0,-1 0-1 0 0,-1 0 1 0 0,3-29-1 0 0,-7 46-126 0 0,0 3 11 0 0,-1 2-65 0 0,0-8-88 0 0,0 9-61 0 0,0 0 1 0 0,0 0 0 0 0,0 0-1 0 0,0 0 1 0 0,0 0-1 0 0,0 0 1 0 0,0 0 0 0 0,0-1-1 0 0,0 1 1 0 0,0 0 0 0 0,0 0-1 0 0,0 0 1 0 0,0 0-1 0 0,0 0 1 0 0,0 0 0 0 0,0 0-1 0 0,0-1 1 0 0,-1 1 0 0 0,1 0-1 0 0,0 0 1 0 0,0 0-1 0 0,0 0 1 0 0,0 0 0 0 0,0 0-1 0 0,0 0 1 0 0,0 0 0 0 0,0 0-1 0 0,0 0 1 0 0,0-1-1 0 0,0 1 1 0 0,-1 0 0 0 0,1 0-1 0 0,0 0 1 0 0,0 0-1 0 0,0 0 1 0 0,0 0 0 0 0,0 0-1 0 0,0 0 1 0 0,0 0 0 0 0,-1 0-1 0 0,1 0 1 0 0,0 0-1 0 0,0 0 1 0 0,0 0 0 0 0,0 0-1 0 0,0 0 1 0 0,0 0 0 0 0,0 0-1 0 0,-1 0 1 0 0,1 0-1 0 0,0 0 1 0 0,0 0 0 0 0,0 0-1 0 0,0 0 1 0 0,0 0 0 0 0,0 0-1 0 0,0 0 1 0 0,0 1-1 0 0,-1-1 1 0 0,1 0 0 0 0,0 0-1 0 0,0 0 1 0 0,0 0-1 0 0,0 0 1 0 0,0 0 0 0 0,0 0-1 0 0,0 0 1 0 0,0 0 0 0 0,0 1-1 0 0,-7 7-5 0 0,0 0 1 0 0,0 1-1 0 0,1 0 0 0 0,1 1 0 0 0,-1-1 0 0 0,1 1 1 0 0,-5 15-1 0 0,-19 81 90 0 0,10-34-116 0 0,19-71 8 0 0,1 6-80 0 0,-1-6 92 0 0,0-1 1 0 0,0 1-1 0 0,0-1 1 0 0,0 1-1 0 0,0 0 1 0 0,0-1-1 0 0,0 1 1 0 0,0 0-1 0 0,0-1 0 0 0,0 1 1 0 0,0-1-1 0 0,0 1 1 0 0,0 0-1 0 0,0-1 1 0 0,1 1-1 0 0,-1-1 1 0 0,0 1-1 0 0,1 0 1 0 0,-1-1-1 0 0,0 1 1 0 0,1-1-1 0 0,-1 1 1 0 0,0-1-1 0 0,1 1 1 0 0,0 0-1 0 0,11 1-28 0 0,0 0 0 0 0,0 0 0 0 0,1-1 0 0 0,22-1 0 0 0,-18 0-195 0 0,0 0 0 0 0,30 5 0 0 0,-43-4 149 0 0,0 0 1 0 0,1 0-1 0 0,-1 1 1 0 0,0-1-1 0 0,0 1 0 0 0,0 0 1 0 0,0 0-1 0 0,0 0 1 0 0,0 1-1 0 0,-1-1 0 0 0,1 1 1 0 0,-1 0-1 0 0,0 0 1 0 0,0 0-1 0 0,4 4 0 0 0,-5-4 42 0 0,-1-1-1 0 0,1 1 0 0 0,-1-1 0 0 0,1 1 1 0 0,-1 0-1 0 0,0-1 0 0 0,0 1 0 0 0,0 0 1 0 0,0 0-1 0 0,0 0 0 0 0,-1 0 0 0 0,0 0 0 0 0,1 0 1 0 0,-1 0-1 0 0,0 0 0 0 0,0 0 0 0 0,0-1 1 0 0,-1 1-1 0 0,1 0 0 0 0,-1 0 0 0 0,0 0 1 0 0,0 0-1 0 0,0 0 0 0 0,0 0 0 0 0,0-1 1 0 0,0 1-1 0 0,-1 0 0 0 0,1-1 0 0 0,-1 1 1 0 0,0-1-1 0 0,0 0 0 0 0,0 0 0 0 0,0 1 0 0 0,0-1 1 0 0,-3 1-1 0 0,-1 3 56 0 0,0-1 0 0 0,-1-1 0 0 0,1 1 0 0 0,-1-1 0 0 0,0 0 1 0 0,-1-1-1 0 0,1 0 0 0 0,-1 0 0 0 0,1 0 0 0 0,-1-1 0 0 0,-12 2 0 0 0,17-4 60 0 0,-32-14 420 0 0,34 13-514 0 0,-1-9-224 0 0</inkml:trace>
</inkml:ink>
</file>

<file path=ppt/ink/ink4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5:24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45 680 0 0,'0'-2'266'0'0,"0"0"-1"0"0,-1 0 1 0 0,1 0-1 0 0,0 0 1 0 0,-1 0-1 0 0,0 0 1 0 0,1 0-1 0 0,-1 0 1 0 0,0 0-1 0 0,0 1 1 0 0,0-1-1 0 0,0 0 1 0 0,0 1-1 0 0,-1-1 1 0 0,1 0-1 0 0,0 1 1 0 0,-1-1-1 0 0,1 1 1 0 0,-1 0 0 0 0,1 0-1 0 0,-1-1 1 0 0,0 1-1 0 0,0 0 1 0 0,1 0-1 0 0,-1 1 1 0 0,0-1-1 0 0,0 0 1 0 0,0 0-1 0 0,0 1 1 0 0,-2-1-1 0 0,-2 1-88 0 0,0 1-1 0 0,0-1 1 0 0,0 1-1 0 0,0 0 1 0 0,1 1-1 0 0,-1-1 1 0 0,0 1-1 0 0,1 0 1 0 0,-11 6-1 0 0,2-2 51 0 0,-1 0-1 0 0,2 1 0 0 0,-1 1 0 0 0,1 0 1 0 0,0 1-1 0 0,0 1 0 0 0,1 0 1 0 0,1 0-1 0 0,-20 23 0 0 0,30-32-212 0 0,0 0 0 0 0,1-1-1 0 0,-1 1 1 0 0,0 0 0 0 0,1 0 0 0 0,-1 0 0 0 0,0 0-1 0 0,1 0 1 0 0,-1 0 0 0 0,1 0 0 0 0,-1 0-1 0 0,1 0 1 0 0,0 0 0 0 0,0 0 0 0 0,-1 0-1 0 0,1 0 1 0 0,0 0 0 0 0,0 0 0 0 0,0 0-1 0 0,0 0 1 0 0,0 1 0 0 0,0-1 0 0 0,0 0-1 0 0,1 0 1 0 0,-1 0 0 0 0,0 0 0 0 0,0 0 0 0 0,1 0-1 0 0,-1 0 1 0 0,1 0 0 0 0,-1 0 0 0 0,1 0-1 0 0,0 0 1 0 0,-1 0 0 0 0,1 0 0 0 0,0-1-1 0 0,-1 1 1 0 0,1 0 0 0 0,0 0 0 0 0,0-1-1 0 0,0 1 1 0 0,0 0 0 0 0,0-1 0 0 0,0 1-1 0 0,0-1 1 0 0,0 1 0 0 0,0-1 0 0 0,0 0 0 0 0,0 1-1 0 0,0-1 1 0 0,0 0 0 0 0,0 0 0 0 0,2 0-1 0 0,6 2 52 0 0,0 0 0 0 0,0-1-1 0 0,0 0 1 0 0,19-2-1 0 0,-4-1-74 0 0,29-1-1449 0 0,-22 3-2582 0 0</inkml:trace>
</inkml:ink>
</file>

<file path=ppt/ink/ink4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5:28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398 87 216 0 0,'0'0'1766'0'0,"5"-39"3353"0"0,-5 38-5048 0 0,1-1 1 0 0,-1 0 0 0 0,0 1 0 0 0,0-1 0 0 0,-1 1-1 0 0,1-1 1 0 0,0 1 0 0 0,0-1 0 0 0,-1 1-1 0 0,1-1 1 0 0,-1 1 0 0 0,1-1 0 0 0,-1 1 0 0 0,0-1-1 0 0,0 1 1 0 0,1 0 0 0 0,-1-1 0 0 0,0 1 0 0 0,0 0-1 0 0,0 0 1 0 0,0 0 0 0 0,-1 0 0 0 0,0-2-1 0 0,-1 2-23 0 0,-1-1-1 0 0,1 0 0 0 0,0 1 0 0 0,0 0 0 0 0,-1 0 0 0 0,1 0 0 0 0,0 0 0 0 0,-1 0 1 0 0,1 1-1 0 0,-5-1 0 0 0,-4 1-34 0 0,0 0 0 0 0,1 1 0 0 0,-1 0 0 0 0,1 1 0 0 0,-23 6 0 0 0,1 3 19 0 0,1 1 1 0 0,-55 29-1 0 0,80-37-27 0 0,-1 0 0 0 0,1 1 1 0 0,0 0-1 0 0,0 0 0 0 0,1 0 0 0 0,-1 1 0 0 0,1 0 0 0 0,0 0 0 0 0,1 1 0 0 0,0 0 1 0 0,0 0-1 0 0,0 0 0 0 0,1 0 0 0 0,0 1 0 0 0,0 0 0 0 0,-4 14 0 0 0,8-20 0 0 0,-1 1-1 0 0,1 0 0 0 0,-1 0 1 0 0,1 0-1 0 0,0-1 0 0 0,0 1 1 0 0,0 0-1 0 0,1 0 0 0 0,-1 0 1 0 0,0 0-1 0 0,1-1 0 0 0,0 1 1 0 0,0 0-1 0 0,0 0 0 0 0,0-1 1 0 0,0 1-1 0 0,1-1 0 0 0,1 4 1 0 0,1-2 5 0 0,-1 0 1 0 0,1 0 0 0 0,0-1-1 0 0,0 1 1 0 0,0-1 0 0 0,0 0-1 0 0,1 0 1 0 0,-1-1 0 0 0,7 4-1 0 0,6 0-25 0 0,-1 0 0 0 0,1-1 0 0 0,0 0 0 0 0,31 3 0 0 0,-20-5-449 0 0,1-1-1 0 0,55-4 1 0 0,-64 0-1129 0 0,0-1 0 0 0,33-9 0 0 0,-31 5-405 0 0</inkml:trace>
</inkml:ink>
</file>

<file path=ppt/ink/ink4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5:29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81 200 0 0,'0'0'6276'0'0,"-1"-1"-6229"0"0,0 1 0 0 0,1-1 0 0 0,-1 0 0 0 0,0 0 0 0 0,1 1 0 0 0,-1-1 0 0 0,0 0 0 0 0,0 1 1 0 0,1-1-1 0 0,-1 1 0 0 0,0-1 0 0 0,0 1 0 0 0,0-1 0 0 0,0 1 0 0 0,0 0 0 0 0,0 0 0 0 0,0-1 0 0 0,0 1 0 0 0,-1 0 0 0 0,-19 6 240 0 0,0 1 0 0 0,1 1 0 0 0,0 1 0 0 0,-23 14-1 0 0,34-17-182 0 0,-1 0-1 0 0,1 0 0 0 0,0 1 0 0 0,0 0 1 0 0,1 1-1 0 0,-1 0 0 0 0,2 0 0 0 0,-1 1 0 0 0,1 0 1 0 0,-7 12-1 0 0,13-20-87 0 0,0 0 0 0 0,1 0 0 0 0,-1 1 0 0 0,0-1-1 0 0,0 0 1 0 0,1 0 0 0 0,-1 1 0 0 0,1-1 0 0 0,-1 0 0 0 0,1 1 0 0 0,0-1 0 0 0,0 1 0 0 0,-1-1 0 0 0,1 0-1 0 0,0 1 1 0 0,0-1 0 0 0,0 1 0 0 0,0-1 0 0 0,0 1 0 0 0,1-1 0 0 0,-1 0 0 0 0,0 1 0 0 0,1-1-1 0 0,-1 0 1 0 0,1 1 0 0 0,-1-1 0 0 0,1 0 0 0 0,1 3 0 0 0,0-3-2 0 0,0 0 0 0 0,0 0-1 0 0,0 0 1 0 0,1 0 0 0 0,-1-1 0 0 0,0 1-1 0 0,0-1 1 0 0,0 1 0 0 0,1-1 0 0 0,-1 0 0 0 0,0 0-1 0 0,0 0 1 0 0,1 0 0 0 0,-1 0 0 0 0,0 0 0 0 0,3-1-1 0 0,3-1-8 0 0,1 1 0 0 0,-1-1 0 0 0,0-1 0 0 0,1 1 0 0 0,-1-2 0 0 0,0 1 0 0 0,-1-1 0 0 0,1 0 0 0 0,7-6 0 0 0,33-16-191 0 0,-46 26 157 0 0,-2 1-34 0 0,1 0 62 0 0,-1 0 0 0 0,1 0-1 0 0,0 0 1 0 0,-1 0 0 0 0,1 0-1 0 0,0 0 1 0 0,-1 0 0 0 0,1 0-1 0 0,0 0 1 0 0,0 0 0 0 0,0 0-1 0 0,0 0 1 0 0,0-1 0 0 0,0 1-1 0 0,0 0 1 0 0,0-1 0 0 0,0 1-1 0 0,0-1 1 0 0,1 1-1 0 0,1 0 1 0 0,31 9 36 0 0,-29-9-27 0 0,1 0-1 0 0,-1-1 1 0 0,1 0-1 0 0,-1 0 1 0 0,1 0-1 0 0,-1-1 1 0 0,1 1-1 0 0,-1-2 1 0 0,1 1 0 0 0,-1 0-1 0 0,0-1 1 0 0,0 0-1 0 0,0 0 1 0 0,0-1-1 0 0,0 1 1 0 0,7-6-1 0 0,9-7 12 0 0,-2-1 0 0 0,28-28 0 0 0,3-3-32 0 0,-15 24-46 0 0,-33 22 30 0 0,22 11-134 0 0,-22-6 156 0 0,0-1 1 0 0,-1 1 0 0 0,1 0 0 0 0,-1 0-1 0 0,0 0 1 0 0,0 0 0 0 0,-1 0-1 0 0,1 0 1 0 0,-1 0 0 0 0,0 0 0 0 0,0 0-1 0 0,0 0 1 0 0,-1 1 0 0 0,1-1 0 0 0,-1 0-1 0 0,0 0 1 0 0,0 0 0 0 0,0-1 0 0 0,-1 1-1 0 0,-1 4 1 0 0,0-1 18 0 0,0-1 0 0 0,0 1 1 0 0,0-1-1 0 0,-1 1 0 0 0,1-1 0 0 0,-2 0 1 0 0,1 0-1 0 0,-1-1 0 0 0,-8 9 0 0 0,12-13 29 0 0,0-1-20 0 0,1-1 0 0 0,0 1 0 0 0,0 0 0 0 0,-1 0 0 0 0,1-1 0 0 0,0 1 0 0 0,0 0 0 0 0,0-1 0 0 0,-1 1 1 0 0,1 0-1 0 0,0-1 0 0 0,0 1 0 0 0,0 0 0 0 0,0-1 0 0 0,0 1 0 0 0,0-1 0 0 0,0 1 0 0 0,0 0 0 0 0,0-1 0 0 0,0 1 0 0 0,0 0 0 0 0,0-1 0 0 0,0 1 0 0 0,0 0 0 0 0,0-1 0 0 0,0 1 1 0 0,0-1-1 0 0,0 1 0 0 0,1 0 0 0 0,-1-1 0 0 0,0 1 0 0 0,0 0 0 0 0,0 0 0 0 0,1-1 0 0 0,-1 1 0 0 0,0 0 0 0 0,0-1 0 0 0,1 1 0 0 0,-1 0 0 0 0,0 0 0 0 0,0 0 0 0 0,1-1 0 0 0,0 1 1 0 0,22-32 58 0 0,32-29-384 0 0,-48 55 263 0 0,1-1 1 0 0,-1 2-1 0 0,1-1 1 0 0,0 1 0 0 0,1 1-1 0 0,-1-1 1 0 0,1 1-1 0 0,0 1 1 0 0,0-1-1 0 0,0 2 1 0 0,0-1 0 0 0,1 1-1 0 0,-1 1 1 0 0,0-1-1 0 0,1 2 1 0 0,-1-1-1 0 0,1 1 1 0 0,12 2 0 0 0,-19-1 28 0 0,0 1 1 0 0,0-1 0 0 0,-1 1 0 0 0,1-1 0 0 0,0 1 0 0 0,-1 0-1 0 0,0 0 1 0 0,1 0 0 0 0,-1 0 0 0 0,0 0 0 0 0,0 0-1 0 0,0 1 1 0 0,0-1 0 0 0,0 1 0 0 0,-1 0 0 0 0,1-1 0 0 0,-1 1-1 0 0,0 0 1 0 0,0 0 0 0 0,0 0 0 0 0,0 0 0 0 0,0 0-1 0 0,0 0 1 0 0,-1 0 0 0 0,0 0 0 0 0,0 0 0 0 0,1 0 0 0 0,-2 0-1 0 0,1 0 1 0 0,0 1 0 0 0,-1-1 0 0 0,1 0 0 0 0,-1 0-1 0 0,-1 3 1 0 0,1-4 8 0 0,1-2 0 0 0,1 0 1 0 0,-1 1 0 0 0,0-1-1 0 0,0 1 1 0 0,0-1-1 0 0,0 0 1 0 0,0 1-1 0 0,1-1 1 0 0,-1 1-1 0 0,0-1 1 0 0,0 1-1 0 0,0-1 1 0 0,0 0 0 0 0,0 1-1 0 0,0-1 1 0 0,0 1-1 0 0,-1-1 1 0 0,1 1-1 0 0,0-1 1 0 0,0 0-1 0 0,0 1 1 0 0,0-1-1 0 0,0 1 1 0 0,-1-1-1 0 0,1 0 1 0 0,0 1 0 0 0,0-1-1 0 0,-1 0 1 0 0,1 1-1 0 0,0-1 1 0 0,0 0-1 0 0,-1 1 1 0 0,0-1-1 0 0,1 0 7 0 0,0 0-1 0 0,0 0 0 0 0,0 0 1 0 0,0 0-1 0 0,0 0 0 0 0,0 0 0 0 0,0 0 1 0 0,0 0-1 0 0,0-1 0 0 0,0 1 0 0 0,0 0 1 0 0,0 0-1 0 0,0 0 0 0 0,0 0 1 0 0,0 0-1 0 0,0 0 0 0 0,0 0 0 0 0,0 0 1 0 0,0 0-1 0 0,0 0 0 0 0,0 0 1 0 0,0-1-1 0 0,0 1 0 0 0,0 0 0 0 0,0 0 1 0 0,0 0-1 0 0,0 0 0 0 0,0 0 1 0 0,0 0-1 0 0,0 0 0 0 0,0 0 0 0 0,0 0 1 0 0,-1 0-1 0 0,1 0 0 0 0,0 0 1 0 0,0 0-1 0 0,0 0 0 0 0,0 0 0 0 0,0 0 1 0 0,0 0-1 0 0,0 0 0 0 0,0 0 0 0 0,0 0 1 0 0,0 0-1 0 0,0 0 0 0 0,-1 0 1 0 0,1 0-1 0 0,0 0 0 0 0,0 0 0 0 0,0 0 1 0 0,0 0-1 0 0,0 0 0 0 0,0 0 1 0 0,0 0-1 0 0,0 0 0 0 0,0 0 0 0 0,0 0 1 0 0,0 0-1 0 0,0 0 0 0 0,-1 0 1 0 0,1 0-1 0 0,0 0 0 0 0,6-24 1085 0 0,-5 19-1106 0 0,0 0-1 0 0,1-1 0 0 0,0 2 0 0 0,0-1 0 0 0,0 0 1 0 0,1 0-1 0 0,0 1 0 0 0,0-1 0 0 0,0 1 0 0 0,0 0 1 0 0,1 0-1 0 0,-1 0 0 0 0,1 0 0 0 0,0 1 0 0 0,0-1 1 0 0,0 1-1 0 0,1 0 0 0 0,-1 1 0 0 0,6-4 0 0 0,-8 6-18 0 0,16-1-182 0 0,-8 6 182 0 0,0 0 0 0 0,0 1 1 0 0,-1 1-1 0 0,11 7 0 0 0,-12-7 27 0 0,0 0-1 0 0,1-1 0 0 0,0-1 0 0 0,0 0 0 0 0,0 0 0 0 0,1 0 0 0 0,11 3 1 0 0,-9-5 4 0 0,0-1 1 0 0,0 0 0 0 0,0-1 0 0 0,0 0 0 0 0,0-1-1 0 0,0 0 1 0 0,0-1 0 0 0,23-4 0 0 0,-31 4 27 0 0,-1 0 0 0 0,1 0 1 0 0,-1 0-1 0 0,1 0 0 0 0,-1-1 0 0 0,0 1 1 0 0,1-1-1 0 0,-1 0 0 0 0,0 0 1 0 0,0 0-1 0 0,0 0 0 0 0,0-1 1 0 0,-1 1-1 0 0,1-1 0 0 0,0 0 1 0 0,-1 0-1 0 0,0 0 0 0 0,0 0 0 0 0,0 0 1 0 0,0 0-1 0 0,0-1 0 0 0,-1 1 1 0 0,0 0-1 0 0,1-1 0 0 0,-1 1 1 0 0,0-1-1 0 0,-1 0 0 0 0,1 1 0 0 0,-1-1 1 0 0,1 0-1 0 0,-1 0 0 0 0,0 1 1 0 0,-1-5-1 0 0,1 4 11 0 0,-1 0 0 0 0,0 1-1 0 0,1-1 1 0 0,-1 1 0 0 0,0-1 0 0 0,-1 1 0 0 0,1-1 0 0 0,-1 1-1 0 0,0 0 1 0 0,1-1 0 0 0,-1 1 0 0 0,-1 0 0 0 0,-4-5-1 0 0,6 7-5 0 0,0 1-26 0 0,1-1 0 0 0,-1 1 0 0 0,0 0 0 0 0,1-1 0 0 0,-1 1 0 0 0,0 0 0 0 0,0 0 0 0 0,1 0 0 0 0,-1 0 0 0 0,0 0 0 0 0,0 0 0 0 0,1 0 0 0 0,-1 0 0 0 0,0 0 0 0 0,1 0 0 0 0,-1 0-1 0 0,0 1 1 0 0,0-1 0 0 0,0 1 0 0 0,0 0 0 0 0,0-1-1 0 0,0 1 1 0 0,1 0-1 0 0,-1 1 0 0 0,1-1 1 0 0,-1 0-1 0 0,1 0 0 0 0,-1 0 1 0 0,1 0-1 0 0,0 0 1 0 0,0 0-1 0 0,-1 1 0 0 0,1-1 1 0 0,0 0-1 0 0,0 0 1 0 0,0 0-1 0 0,0 1 0 0 0,0-1 1 0 0,1 0-1 0 0,-1 0 0 0 0,0 0 1 0 0,0 0-1 0 0,1 0 1 0 0,-1 1-1 0 0,1-1 0 0 0,-1 0 1 0 0,1 1-1 0 0,2 2-55 0 0,0 0 1 0 0,0 0-1 0 0,0-1 0 0 0,0 1 0 0 0,0-1 1 0 0,1 0-1 0 0,5 5 0 0 0,2 0-385 0 0,1 0 1 0 0,0-1-1 0 0,1-1 0 0 0,19 8 0 0 0,18 3-3936 0 0,-23-12 1856 0 0</inkml:trace>
</inkml:ink>
</file>

<file path=ppt/ink/ink4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5:39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426 120 472 0 0,'0'0'963'0'0,"-1"-50"4733"0"0,1 47-5455 0 0,0-1 0 0 0,-1 1-1 0 0,1 0 1 0 0,-1-1-1 0 0,0 1 1 0 0,0 0 0 0 0,0 0-1 0 0,0 0 1 0 0,0 0 0 0 0,-1 0-1 0 0,1 0 1 0 0,-1 0 0 0 0,0 1-1 0 0,1-1 1 0 0,-2 0-1 0 0,1 1 1 0 0,0-1 0 0 0,0 1-1 0 0,-4-3 1 0 0,1 3-179 0 0,1 1 0 0 0,0-1 0 0 0,-1 1 0 0 0,1 0-1 0 0,-1 0 1 0 0,1 1 0 0 0,-1-1 0 0 0,0 1 0 0 0,1 0 0 0 0,-1 0 0 0 0,1 1 0 0 0,-1-1 0 0 0,-8 3-1 0 0,2-1-9 0 0,0 0-1 0 0,0 1 0 0 0,1 0 1 0 0,-1 1-1 0 0,1 0 0 0 0,0 1 0 0 0,0 0 1 0 0,0 0-1 0 0,-14 11 0 0 0,20-12-45 0 0,0 0-1 0 0,0 0 1 0 0,0 0-1 0 0,0 0 0 0 0,1 1 1 0 0,0-1-1 0 0,0 1 1 0 0,0 0-1 0 0,0 0 1 0 0,1 0-1 0 0,0 0 0 0 0,0 0 1 0 0,0 0-1 0 0,1 1 1 0 0,0-1-1 0 0,0 1 1 0 0,0-1-1 0 0,0 1 0 0 0,1-1 1 0 0,1 11-1 0 0,1 1-114 0 0,1 1 1 0 0,1-1-1 0 0,1-1 0 0 0,0 1 0 0 0,14 27 0 0 0,-12-27-104 0 0,0 0-1 0 0,0 1 0 0 0,-2 0 0 0 0,4 21 1 0 0,-9-38 210 0 0,1 1 0 0 0,-1-1 0 0 0,0 0 0 0 0,0 0 0 0 0,0 1 0 0 0,0-1 0 0 0,0 0 0 0 0,0 1 0 0 0,0-1 0 0 0,0 0 0 0 0,-1 0 0 0 0,1 1 0 0 0,0-1 0 0 0,-1 0 0 0 0,1 0 1 0 0,-1 1-1 0 0,1-1 0 0 0,-1 0 0 0 0,0 0 0 0 0,1 0 0 0 0,-1 0 0 0 0,0 0 0 0 0,0 0 0 0 0,0 0 0 0 0,0 0 0 0 0,-1 1 0 0 0,0-1 25 0 0,0 0-1 0 0,-1-1 0 0 0,1 1 1 0 0,0 0-1 0 0,-1-1 1 0 0,1 1-1 0 0,0-1 1 0 0,-1 0-1 0 0,1 0 0 0 0,-1 0 1 0 0,1 0-1 0 0,0-1 1 0 0,-4 0-1 0 0,-10-2 150 0 0,1-2-1 0 0,-1 0 1 0 0,-19-10 0 0 0,28 12-160 0 0,-8-3 57 0 0,1-1 1 0 0,0 0-1 0 0,-22-15 0 0 0,35 21-138 0 0,-6-5-27 0 0,-1 0-2367 0 0</inkml:trace>
</inkml:ink>
</file>

<file path=ppt/ink/ink4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5:40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218 164 540 0 0,'0'0'4694'0'0,"-6"-16"-3109"0"0,6 15-1442 0 0,0 1 1 0 0,0-1-1 0 0,0 1 1 0 0,0-1-1 0 0,0 1 1 0 0,-1-1 0 0 0,1 1-1 0 0,0-1 1 0 0,0 0-1 0 0,-1 1 1 0 0,1-1 0 0 0,0 1-1 0 0,-1 0 1 0 0,1-1-1 0 0,-1 1 1 0 0,1-1 0 0 0,0 1-1 0 0,-1-1 1 0 0,1 1-1 0 0,-1 0 1 0 0,1-1-1 0 0,-1 1 1 0 0,1 0 0 0 0,-1 0-1 0 0,1-1 1 0 0,-1 1-1 0 0,0 0 1 0 0,1 0 0 0 0,-1 0-1 0 0,0 0 1 0 0,-23 17-43 0 0,2 1 1 0 0,0 1-1 0 0,1 0 0 0 0,1 2 1 0 0,1 1-1 0 0,0 0 1 0 0,-16 29-1 0 0,18-13-2 0 0,16-37-40 0 0,3 0-48 0 0,-1 1 1 0 0,0-1-1 0 0,0 0 0 0 0,0 0 0 0 0,0 0 1 0 0,1-1-1 0 0,-1 1 0 0 0,1 0 0 0 0,-1 0 0 0 0,0-1 1 0 0,1 1-1 0 0,-1-1 0 0 0,1 1 0 0 0,-1-1 1 0 0,1 0-1 0 0,0 1 0 0 0,-1-1 0 0 0,1 0 1 0 0,-1 0-1 0 0,1 0 0 0 0,2-1 0 0 0,-1 0 0 0 0,1 0 0 0 0,-1 0 0 0 0,1-1 0 0 0,-1 1 0 0 0,0-1-1 0 0,0 0 1 0 0,0 0 0 0 0,0 0 0 0 0,0-1 0 0 0,3-2 0 0 0,45-47 121 0 0,-50 51-142 0 0,11-2-252 0 0,16 22-73 0 0,-25-16 320 0 0,0 0 1 0 0,0 0 0 0 0,1-1 0 0 0,-1 0-1 0 0,0 1 1 0 0,1-1 0 0 0,0-1-1 0 0,-1 1 1 0 0,1 0 0 0 0,0-1 0 0 0,0 0-1 0 0,0 0 1 0 0,0 0 0 0 0,0 0 0 0 0,0-1-1 0 0,0 1 1 0 0,0-1 0 0 0,1 0 0 0 0,-1 0-1 0 0,0-1 1 0 0,0 1 0 0 0,5-2-1 0 0,4-3 37 0 0,0 0 0 0 0,-1 0 1 0 0,0-2-1 0 0,0 1 0 0 0,0-2 0 0 0,-1 1 0 0 0,0-2 0 0 0,0 1 0 0 0,-1-1 0 0 0,0-1 0 0 0,-1 0 0 0 0,0 0 0 0 0,8-13 0 0 0,-8 9 245 0 0,0-1 0 0 0,0 0 0 0 0,-1 0 0 0 0,-1-1 0 0 0,-1 0 0 0 0,0 0 0 0 0,-1 0 0 0 0,-1-1-1 0 0,0 0 1 0 0,1-17 0 0 0,-5 31-38 0 0,3-15 734 0 0,-2 10-946 0 0,-4 9 54 0 0,-7 22 264 0 0,8-17-364 0 0,1-1 0 0 0,0 1 0 0 0,0 0 0 0 0,0 0 0 0 0,1 0 0 0 0,0 0 0 0 0,0 1 0 0 0,0-1 0 0 0,1 0 0 0 0,0 0 0 0 0,0 0 0 0 0,0-1 0 0 0,3 7 1 0 0,4 9-174 0 0,0 0 1 0 0,15 23 0 0 0,1 5-252 0 0,-18-36 292 0 0,-1 0 1 0 0,0 1-1 0 0,-1 0 1 0 0,-1 0-1 0 0,2 22 1 0 0,-5-34 158 0 0,0 0 1 0 0,0-1 0 0 0,0 1 0 0 0,-1 0 0 0 0,1 0 0 0 0,-1-1 0 0 0,1 1 0 0 0,-1 0-1 0 0,0-1 1 0 0,1 1 0 0 0,-1-1 0 0 0,0 1 0 0 0,0-1 0 0 0,0 1 0 0 0,-1-1-1 0 0,1 0 1 0 0,0 1 0 0 0,0-1 0 0 0,-1 0 0 0 0,1 0 0 0 0,-1 0 0 0 0,1 0-1 0 0,-1 0 1 0 0,1 0 0 0 0,-1-1 0 0 0,1 1 0 0 0,-1 0 0 0 0,0-1 0 0 0,1 1-1 0 0,-1-1 1 0 0,0 0 0 0 0,0 1 0 0 0,1-1 0 0 0,-4 0 0 0 0,-5 1 145 0 0,0 0 1 0 0,0-1 0 0 0,0 0-1 0 0,-12-2 1 0 0,13 1 36 0 0,1-1-1 0 0,-1 0 1 0 0,1-1 0 0 0,0 0 0 0 0,0-1-1 0 0,-11-5 1 0 0,18 8-169 0 0,0 1 16 0 0,1 0-69 0 0,-1-1-1 0 0,1 1 1 0 0,0 0-1 0 0,-1 0 1 0 0,1 0-1 0 0,0 0 1 0 0,0 0-1 0 0,-1 0 1 0 0,1 0-1 0 0,0 0 1 0 0,0 0-1 0 0,-1-1 0 0 0,1 1 1 0 0,0 0-1 0 0,0 0 1 0 0,0 0-1 0 0,-1-1 1 0 0,1 1-1 0 0,0 0 1 0 0,0 0-1 0 0,0-1 1 0 0,0 1-1 0 0,-1 0 0 0 0,1 0 1 0 0,0-1-1 0 0,0 1 1 0 0,0 0-1 0 0,0 0 1 0 0,0-1-1 0 0,0 1 1 0 0,0 0-1 0 0,0 0 1 0 0,0-1-1 0 0,0 1 0 0 0,0 0 1 0 0,0-1-1 0 0,0 1 1 0 0,0 0-1 0 0,0 0 1 0 0,0-1-1 0 0,0 0 1 0 0,4-1-252 0 0,-1 0 0 0 0,1 0 1 0 0,0 0-1 0 0,0 0 0 0 0,0 1 0 0 0,0 0 1 0 0,0-1-1 0 0,0 1 0 0 0,0 1 1 0 0,8-2-1 0 0,30-6-6008 0 0,-26 1 3509 0 0</inkml:trace>
</inkml:ink>
</file>

<file path=ppt/ink/ink4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5:40.8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8 360 0 0,'0'0'7802'0'0,"0"0"-7741"0"0,0-1 0 0 0,-1 1 0 0 0,1-1 0 0 0,0 1 0 0 0,-1-1 0 0 0,1 1 0 0 0,-1 0 0 0 0,1-1 0 0 0,-1 1 0 0 0,1-1 0 0 0,0 1 0 0 0,-1 0 0 0 0,0-1 0 0 0,1 1 0 0 0,-1 0 0 0 0,1 0 0 0 0,-1-1 0 0 0,1 1 0 0 0,-1 0 0 0 0,0 0 0 0 0,1 0 0 0 0,-1 0 0 0 0,1 0 0 0 0,-1 0 0 0 0,0 0 0 0 0,1 0 0 0 0,-1 0 0 0 0,-18 21 592 0 0,1 1 0 0 0,1 0 1 0 0,-21 39-1 0 0,37-60 542 0 0,63-43 185 0 0,-35 26-611 0 0,-25 15-662 0 0,10-6 140 0 0,-5 8-396 0 0,1 1-1 0 0,-1 0 1 0 0,0 0 0 0 0,0 1-1 0 0,0 0 1 0 0,0 0 0 0 0,11 7 0 0 0,25 19-3881 0 0,-20-14-901 0 0,-10-7 1541 0 0</inkml:trace>
</inkml:ink>
</file>

<file path=ppt/ink/ink4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6:13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312 66 520 0 0,'0'0'3233'0'0,"-6"-53"2518"0"0,5 51-5147 0 0,0 1-571 0 0,1 1 1 0 0,0-1-1 0 0,-1 0 0 0 0,1 1 0 0 0,0-1 1 0 0,-1 1-1 0 0,1-1 0 0 0,-1 0 0 0 0,1 1 0 0 0,-1-1 1 0 0,0 1-1 0 0,1 0 0 0 0,-1-1 0 0 0,1 1 1 0 0,-1-1-1 0 0,0 1 0 0 0,1 0 0 0 0,-1-1 1 0 0,0 1-1 0 0,1 0 0 0 0,-1 0 0 0 0,0 0 0 0 0,0-1 1 0 0,1 1-1 0 0,-1 0 0 0 0,0 0 0 0 0,0 0 1 0 0,1 0-1 0 0,-1 0 0 0 0,0 0 0 0 0,0 1 0 0 0,1-1 1 0 0,-1 0-1 0 0,0 0 0 0 0,1 0 0 0 0,-1 1 1 0 0,0-1-1 0 0,0 0 0 0 0,0 1 0 0 0,-29 11 157 0 0,-2 6 41 0 0,1 1 0 0 0,-37 31 0 0 0,53-38-183 0 0,0 1-1 0 0,1 0 1 0 0,1 1-1 0 0,0 1 1 0 0,1 0-1 0 0,-12 20 0 0 0,22-33-44 0 0,1 1-1 0 0,0-1 0 0 0,-1 1 0 0 0,1-1 0 0 0,0 1 0 0 0,0 0 0 0 0,0 0 0 0 0,1-1 0 0 0,-1 1 0 0 0,1 0 0 0 0,-1 0 0 0 0,1 0 0 0 0,0 0 0 0 0,0 0 0 0 0,0 0 0 0 0,1-1 0 0 0,-1 1 0 0 0,1 0 0 0 0,-1 0 0 0 0,3 5 0 0 0,-1-4 18 0 0,0-1 0 0 0,1 1 0 0 0,0-1 0 0 0,-1 1 0 0 0,1-1 0 0 0,0 0 0 0 0,1 0 0 0 0,-1 0 0 0 0,0-1 0 0 0,1 1 0 0 0,0-1 0 0 0,5 3 0 0 0,8 3-660 0 0,0-1 0 0 0,0-1 0 0 0,1 0 0 0 0,35 6 1 0 0,-23-10-4181 0 0</inkml:trace>
</inkml:ink>
</file>

<file path=ppt/ink/ink4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6:13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795 221 680 0 0,'-18'-10'277'0'0,"0"1"-1"0"0,-1 1 1 0 0,0 1 0 0 0,0 0-1 0 0,-1 2 1 0 0,0 0 0 0 0,1 1-1 0 0,-2 1 1 0 0,1 1 0 0 0,0 0-1 0 0,0 2 1 0 0,-1 0 0 0 0,1 2-1 0 0,0 0 1 0 0,0 1 0 0 0,0 1-1 0 0,0 1 1 0 0,0 1 0 0 0,1 0-1 0 0,0 2 1 0 0,0 0 0 0 0,-17 11-1 0 0,12-5-160 0 0,0 2-1 0 0,0 0 0 0 0,2 2 1 0 0,0 0-1 0 0,1 1 0 0 0,1 2 1 0 0,1 0-1 0 0,1 1 1 0 0,1 0-1 0 0,1 2 0 0 0,1 0 1 0 0,-20 42-1 0 0,26-44-63 0 0,0 0-1 0 0,2 0 1 0 0,0 1-1 0 0,1 0 1 0 0,2 0 0 0 0,0 1-1 0 0,2-1 1 0 0,0 1 0 0 0,2-1-1 0 0,0 1 1 0 0,2-1-1 0 0,1 1 1 0 0,0-1 0 0 0,2 0-1 0 0,12 37 1 0 0,-8-38-16 0 0,0-1-1 0 0,2 0 1 0 0,0 0 0 0 0,1-2-1 0 0,1 1 1 0 0,1-2 0 0 0,1 0-1 0 0,0 0 1 0 0,2-1 0 0 0,0-1-1 0 0,0-1 1 0 0,2-1 0 0 0,-1 0-1 0 0,2-1 1 0 0,0-1 0 0 0,0-1-1 0 0,1-1 1 0 0,1-1 0 0 0,26 8-1 0 0,-12-6 1 0 0,0-2 0 0 0,1-2 0 0 0,0-1 0 0 0,0-2 0 0 0,0-1 0 0 0,0-2 0 0 0,0-2 0 0 0,1-1 0 0 0,-1-2 0 0 0,-1-2 0 0 0,51-14 0 0 0,-26 2 9 0 0,-1-3 0 0 0,-2-2 0 0 0,0-3 0 0 0,-2-3 0 0 0,0-2 0 0 0,-3-2 0 0 0,0-3 0 0 0,-3-1 0 0 0,77-75 0 0 0,-109 93 12 0 0,-2 0 0 0 0,-1 0 0 0 0,0-2 0 0 0,-2 1 0 0 0,0-2 0 0 0,-1 0 0 0 0,-2-1 0 0 0,0 1 0 0 0,-1-2 0 0 0,-1 0-1 0 0,-2 0 1 0 0,8-46 0 0 0,-12 51-19 0 0,-1-1-1 0 0,-1 1 0 0 0,0-1 1 0 0,-1 0-1 0 0,-2 1 1 0 0,0 0-1 0 0,0-1 0 0 0,-2 1 1 0 0,-1 0-1 0 0,0 1 1 0 0,-1 0-1 0 0,-1 0 0 0 0,-1 0 1 0 0,0 1-1 0 0,-1 0 0 0 0,-23-27 1 0 0,14 23-12 0 0,0 2 1 0 0,-1 0-1 0 0,-2 1 1 0 0,1 1-1 0 0,-2 1 1 0 0,0 1-1 0 0,-1 1 1 0 0,0 2-1 0 0,-1 0 1 0 0,-1 1-1 0 0,0 2 1 0 0,-42-11-1 0 0,38 13-150 0 0,-1 2 0 0 0,0 1-1 0 0,0 1 1 0 0,0 2 0 0 0,0 1-1 0 0,0 1 1 0 0,0 2-1 0 0,1 1 1 0 0,-1 1 0 0 0,-57 18-1 0 0,70-16-407 0 0,-1 1 0 0 0,2 1-1 0 0,-31 20 1 0 0,-12 17-3851 0 0,38-25 1679 0 0</inkml:trace>
</inkml:ink>
</file>

<file path=ppt/ink/ink4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6:17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19 206 224 0 0,'-4'-10'1650'0'0,"0"-1"0"0"0,1 1 0 0 0,0-1 1 0 0,-1-15-1 0 0,4 23-1266 0 0,2-42 1849 0 0,2 39-2169 0 0,0 1-1 0 0,1-1 1 0 0,0 0-1 0 0,0 1 1 0 0,0 0 0 0 0,0 0-1 0 0,1 1 1 0 0,-1-1-1 0 0,1 1 1 0 0,0 1-1 0 0,1-1 1 0 0,-1 1-1 0 0,1 0 1 0 0,-1 0-1 0 0,13-3 1 0 0,-6 2-37 0 0,0 1-1 0 0,1 0 1 0 0,-1 0 0 0 0,0 2-1 0 0,1-1 1 0 0,-1 2 0 0 0,24 1-1 0 0,-30 0-17 0 0,0 0-1 0 0,0 1 0 0 0,0 0 0 0 0,0 0 0 0 0,-1 1 0 0 0,1-1 0 0 0,-1 1 0 0 0,0 1 0 0 0,1-1 0 0 0,-1 1 0 0 0,-1 0 0 0 0,1 1 0 0 0,-1-1 0 0 0,1 1 1 0 0,-2 0-1 0 0,1 0 0 0 0,0 1 0 0 0,-1-1 0 0 0,0 1 0 0 0,0 0 0 0 0,-1 0 0 0 0,1 1 0 0 0,-2-1 0 0 0,1 1 0 0 0,0-1 0 0 0,-1 1 0 0 0,1 9 1 0 0,-1-6 8 0 0,0 0 0 0 0,-1 1 0 0 0,-1-1 0 0 0,0 1 0 0 0,0-1 0 0 0,-1 1 0 0 0,0-1 0 0 0,-1 0 1 0 0,0 1-1 0 0,-1-1 0 0 0,0 0 0 0 0,0 0 0 0 0,-1-1 0 0 0,0 1 0 0 0,-1-1 0 0 0,0 0 0 0 0,-12 16 1 0 0,1-7 19 0 0,0-1 0 0 0,0 0 1 0 0,-2-2-1 0 0,0 0 0 0 0,-1 0 1 0 0,0-2-1 0 0,-1-1 0 0 0,0 0 1 0 0,-1-2-1 0 0,-33 13 0 0 0,51-22 11 0 0,-1 0 0 0 0,0 0 0 0 0,0 0 0 0 0,1-1 0 0 0,-1 0 0 0 0,0 1 1 0 0,0-1-1 0 0,0 0 0 0 0,1-1 0 0 0,-1 1 0 0 0,0-1 0 0 0,0 0 0 0 0,1 0 0 0 0,-1 0 0 0 0,1 0 0 0 0,-1-1 0 0 0,-3-1 0 0 0,6 2 37 0 0,-14-9 285 0 0,78 49-504 0 0,1-3-1 0 0,83 33 1 0 0,-108-50-2544 0 0,-38-18 2154 0 0</inkml:trace>
</inkml:ink>
</file>

<file path=ppt/ink/ink4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6:17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65 788 0 0,'0'0'121'0'0,"0"-1"0"0"0,0 1 0 0 0,0 0 0 0 0,0-1 0 0 0,0 1 0 0 0,0 0 0 0 0,0-1 0 0 0,0 1 0 0 0,0 0 0 0 0,0-1 0 0 0,0 1 0 0 0,0 0 0 0 0,0-1 0 0 0,0 1 0 0 0,0 0 0 0 0,0 0 0 0 0,0-1 0 0 0,0 1 0 0 0,1 0 0 0 0,-1-1 0 0 0,0 1 0 0 0,0 0 0 0 0,0 0 0 0 0,1-1 0 0 0,-1 1 0 0 0,0 0 0 0 0,0 0 0 0 0,0-1 0 0 0,1 1 0 0 0,-1 0 0 0 0,0 0 0 0 0,1 0 0 0 0,-1 0 0 0 0,0-1 0 0 0,0 1 0 0 0,1 0 0 0 0,-1 0 0 0 0,0 0 0 0 0,1 0 0 0 0,-1 0 0 0 0,0 0 0 0 0,1 0 0 0 0,28-10 1392 0 0,36-5-1588 0 0,-61 14 380 0 0,207-27-286 0 0,-149 31-3453 0 0,-60-3 1799 0 0</inkml:trace>
</inkml:ink>
</file>

<file path=ppt/ink/ink4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6:17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19 752 0 0,'-2'-11'1208'0'0,"0"3"5409"0"0,1 19-4498 0 0,-2 35-1090 0 0,-4 65-1367 0 0,-7 187 677 0 0,8-264-681 0 0,1-11-1310 0 0,3 0-3986 0 0</inkml:trace>
</inkml:ink>
</file>

<file path=ppt/ink/ink4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6:18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462 6 732 0 0,'2'-5'10743'0'0,"-15"464"-9269"0"0,0-385 41 0 0,-10-127-1324 0 0,18 30-309 0 0,0-1 1 0 0,1 0-1 0 0,0-32 1 0 0,3 41 27 0 0,1 7 69 0 0,-1 1 0 0 0,0 0 0 0 0,-1-1 0 0 0,0 1 1 0 0,0 0-1 0 0,0 0 0 0 0,-1 0 0 0 0,0 0 1 0 0,0 1-1 0 0,-1-1 0 0 0,0 1 0 0 0,0 0 0 0 0,0 0 1 0 0,-1 0-1 0 0,0 1 0 0 0,0-1 0 0 0,-1 1 0 0 0,1 0 1 0 0,-1 1-1 0 0,0-1 0 0 0,0 1 0 0 0,-1 0 1 0 0,1 1-1 0 0,-1 0 0 0 0,-10-4 0 0 0,3 2 7 0 0,-1 1 0 0 0,1 1 0 0 0,-1 0-1 0 0,0 0 1 0 0,0 2 0 0 0,-1 0 0 0 0,1 0 0 0 0,0 2-1 0 0,0 0 1 0 0,0 1 0 0 0,-20 4 0 0 0,30-5 2 0 0,1 0 0 0 0,0 1 1 0 0,0 0-1 0 0,0-1 0 0 0,0 1 1 0 0,0 1-1 0 0,0-1 0 0 0,0 0 0 0 0,1 1 1 0 0,-1 0-1 0 0,1 0 0 0 0,-1 0 0 0 0,1 0 1 0 0,0 1-1 0 0,1-1 0 0 0,-1 1 1 0 0,1 0-1 0 0,-1-1 0 0 0,1 1 0 0 0,0 0 1 0 0,0 1-1 0 0,1-1 0 0 0,-1 0 1 0 0,1 0-1 0 0,0 1 0 0 0,0-1 0 0 0,1 1 1 0 0,-1 6-1 0 0,0-4 12 0 0,1-1 1 0 0,1 1-1 0 0,-1-1 1 0 0,1 1-1 0 0,0 0 1 0 0,0-1-1 0 0,1 1 1 0 0,0-1-1 0 0,0 0 0 0 0,1 0 1 0 0,0 1-1 0 0,0-2 1 0 0,0 1-1 0 0,0 0 1 0 0,1-1-1 0 0,0 1 1 0 0,0-1-1 0 0,10 8 1 0 0,-11-11-8 0 0,1 1 0 0 0,1-2-1 0 0,-1 1 1 0 0,0 0 0 0 0,0-1 0 0 0,1 0 0 0 0,-1 0 0 0 0,0 0 0 0 0,1-1 0 0 0,-1 0 0 0 0,1 1 0 0 0,-1-1 0 0 0,1-1 0 0 0,-1 1 0 0 0,0-1 0 0 0,1 0 0 0 0,-1 0 0 0 0,5-1 0 0 0,14-5-668 0 0,41-16-1 0 0,5-10-1459 0 0,-26 6-2954 0 0,-29 16 2645 0 0</inkml:trace>
</inkml:ink>
</file>

<file path=ppt/ink/ink4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6:19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8 216 0 0,'-1'-1'314'0'0,"0"0"0"0"0,0 1 1 0 0,0-1-1 0 0,0 0 0 0 0,0 1 0 0 0,0-1 0 0 0,0 1 1 0 0,-1-1-1 0 0,1 1 0 0 0,0 0 0 0 0,0-1 0 0 0,0 1 1 0 0,-1 0-1 0 0,1 0 0 0 0,0 0 0 0 0,0 0 0 0 0,-1 0 1 0 0,1 0-1 0 0,0 0 0 0 0,-2 1 0 0 0,-28 13 1869 0 0,-27 39-2483 0 0,45-39 1041 0 0,-1 0-553 0 0,1 2 0 0 0,-20 31 0 0 0,-12 14-4175 0 0,43-58 1712 0 0,-1 8 171 0 0</inkml:trace>
</inkml:ink>
</file>

<file path=ppt/ink/ink4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6:19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7 812 0 0,'-1'-7'8316'0'0,"-6"42"-7882"0"0,3-1 0 0 0,1 1 1 0 0,1 43-1 0 0,-6 66-1307 0 0,5-127-589 0 0,0 1 0 0 0,-1-2 0 0 0,-9 25 0 0 0</inkml:trace>
</inkml:ink>
</file>

<file path=ppt/ink/ink4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6:20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2 156 264 0 0,'0'0'1173'0'0,"-1"-15"5569"0"0,4 13-6705 0 0,1-1 1 0 0,0 1-1 0 0,0 0 0 0 0,1 0 1 0 0,-1 0-1 0 0,0 1 1 0 0,1-1-1 0 0,-1 1 0 0 0,1 0 1 0 0,-1 0-1 0 0,1 1 1 0 0,-1-1-1 0 0,8 1 1 0 0,2-1-10 0 0,63-9 62 0 0,1037-96 337 0 0,-1013 103-290 0 0,-99 3-50 0 0,15 1 656 0 0</inkml:trace>
</inkml:ink>
</file>

<file path=ppt/ink/ink4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5:42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255 112 224 0 0,'10'-37'6223'0'0,"-10"36"-6056"0"0,1 0-1 0 0,-1 0 1 0 0,0-1-1 0 0,1 1 1 0 0,-1 0-1 0 0,0 0 0 0 0,0-1 1 0 0,0 1-1 0 0,0 0 1 0 0,0-1-1 0 0,0 1 1 0 0,0 0-1 0 0,0 0 1 0 0,-1-1-1 0 0,1 1 1 0 0,0 0-1 0 0,-1 0 1 0 0,1-1-1 0 0,-1 1 0 0 0,1 0 1 0 0,-1 0-1 0 0,0 0 1 0 0,1 0-1 0 0,-1 0 1 0 0,-2-2-1 0 0,2 3-77 0 0,-1-1 0 0 0,1 1 0 0 0,-1 0 0 0 0,1-1 0 0 0,-1 1 0 0 0,0 0 0 0 0,1 0 0 0 0,-1 0 0 0 0,0 0 0 0 0,1 0 0 0 0,-1 1-1 0 0,1-1 1 0 0,-1 0 0 0 0,1 1 0 0 0,-1-1 0 0 0,1 1 0 0 0,-3 1 0 0 0,-11 5 13 0 0,0 2 0 0 0,1-1-1 0 0,-14 12 1 0 0,22-16 96 0 0,-13 10-57 0 0,1 0 0 0 0,0 1 0 0 0,2 1 0 0 0,-1 0 0 0 0,2 2-1 0 0,-21 29 1 0 0,35-46-131 0 0,0 0 0 0 0,0 0 0 0 0,0 0 0 0 0,0 1 0 0 0,0-1 0 0 0,0 0 0 0 0,1 1 0 0 0,-1-1 1 0 0,1 0-1 0 0,-1 1 0 0 0,1-1 0 0 0,-1 1 0 0 0,1-1 0 0 0,0 1 0 0 0,-1-1 0 0 0,1 1 0 0 0,0 0 0 0 0,0-1 0 0 0,0 1 0 0 0,1-1 0 0 0,-1 1 0 0 0,1 2 0 0 0,0-3-1 0 0,-1-1 1 0 0,1 1-1 0 0,0 0 1 0 0,0 0-1 0 0,0 0 0 0 0,1-1 1 0 0,-1 1-1 0 0,0-1 1 0 0,0 1-1 0 0,0-1 1 0 0,0 1-1 0 0,1-1 0 0 0,-1 0 1 0 0,0 1-1 0 0,0-1 1 0 0,1 0-1 0 0,-1 0 1 0 0,0 0-1 0 0,0 0 0 0 0,1 0 1 0 0,0 0-1 0 0,7-1 20 0 0,0-1 0 0 0,0 1 0 0 0,-1-1-1 0 0,1-1 1 0 0,-1 1 0 0 0,16-8 0 0 0,17-14-82 0 0,-1-1 0 0 0,58-50 0 0 0,-97 75 20 0 0,5-1-69 0 0,-6 1 95 0 0,0 0 1 0 0,1 0-1 0 0,-1 0 1 0 0,1 0-1 0 0,-1 0 1 0 0,0 0-1 0 0,1 0 1 0 0,-1 0-1 0 0,1 0 1 0 0,-1 1-1 0 0,0-1 0 0 0,1 0 1 0 0,-1 0-1 0 0,0 0 1 0 0,1 0-1 0 0,-1 1 1 0 0,0-1-1 0 0,1 0 1 0 0,-1 0-1 0 0,0 1 1 0 0,1-1-1 0 0,-1 0 0 0 0,0 0 1 0 0,0 1-1 0 0,1-1 1 0 0,-1 0-1 0 0,0 1 1 0 0,0-1-1 0 0,0 0 1 0 0,1 1-1 0 0,-1-1 1 0 0,0 1-1 0 0,0-1 0 0 0,0 0 1 0 0,0 1-1 0 0,0-1 1 0 0,0 0-1 0 0,0 1 1 0 0,0-1-1 0 0,0 1 1 0 0,14 43-115 0 0,-13-38 113 0 0,1 0 1 0 0,-1 0-1 0 0,1 0 0 0 0,1 0 1 0 0,-1 0-1 0 0,1 0 1 0 0,0 0-1 0 0,0-1 0 0 0,1 0 1 0 0,5 8-1 0 0,-6-11 12 0 0,-1 1-1 0 0,1-1 1 0 0,-1 1 0 0 0,1-1-1 0 0,0 0 1 0 0,0 0 0 0 0,0 0 0 0 0,0-1-1 0 0,0 1 1 0 0,0-1 0 0 0,1 0-1 0 0,-1 1 1 0 0,0-1 0 0 0,1-1-1 0 0,-1 1 1 0 0,1 0 0 0 0,-1-1 0 0 0,1 0-1 0 0,-1 0 1 0 0,4 0 0 0 0,0-1 4 0 0,-1 0 0 0 0,0-1 0 0 0,0 0 1 0 0,0 0-1 0 0,0 0 0 0 0,-1-1 0 0 0,1 0 1 0 0,-1 0-1 0 0,1 0 0 0 0,7-7 1 0 0,-2 0 36 0 0,1 0 1 0 0,-2-1 0 0 0,1 0 0 0 0,-2 0 0 0 0,0-1 0 0 0,0-1 0 0 0,-1 0-1 0 0,12-24 1 0 0,-12 19 34 0 0,-5 11-26 0 0,0 0 1 0 0,0 1-1 0 0,-1-1 1 0 0,0-1-1 0 0,0 1 1 0 0,0 0-1 0 0,-1 0 1 0 0,0-9-1 0 0,-1 15 42 0 0,0-1-85 0 0,-2-8-13 0 0,1 8-5 0 0,-4 2-23 0 0,4 0 12 0 0,-1-1 0 0 0,1 1 1 0 0,0 0-1 0 0,0 0 0 0 0,0-1 0 0 0,0 1 1 0 0,0 0-1 0 0,0 0 0 0 0,-1 0 0 0 0,1 1 1 0 0,0-1-1 0 0,0 0 0 0 0,0 0 0 0 0,0 1 1 0 0,0-1-1 0 0,0 0 0 0 0,0 1 0 0 0,0-1 1 0 0,0 1-1 0 0,0-1 0 0 0,0 1 0 0 0,0 0 1 0 0,0-1-1 0 0,0 1 0 0 0,0 0 0 0 0,1 0 1 0 0,-1 0-1 0 0,0-1 0 0 0,0 1 0 0 0,1 0 1 0 0,-1 0-1 0 0,1 0 0 0 0,-1 1 0 0 0,0-1-81 0 0,16 34-432 0 0,-8-26 460 0 0,0-1 1 0 0,0 0 0 0 0,1-1 0 0 0,0 1-1 0 0,0-2 1 0 0,16 12 0 0 0,58 28-394 0 0,-76-42 448 0 0,1-1-1 0 0,-1 0 1 0 0,1-1-1 0 0,0 0 1 0 0,0 0-1 0 0,0 0 1 0 0,0-1 0 0 0,0 0-1 0 0,0 0 1 0 0,1-1-1 0 0,-1 0 1 0 0,0 0-1 0 0,0-1 1 0 0,0 0-1 0 0,0 0 1 0 0,0-1-1 0 0,0 0 1 0 0,0 0-1 0 0,0 0 1 0 0,0-1 0 0 0,-1 0-1 0 0,1 0 1 0 0,-1-1-1 0 0,0 0 1 0 0,0 0-1 0 0,0 0 1 0 0,-1-1-1 0 0,0 0 1 0 0,1 0-1 0 0,-2 0 1 0 0,1-1 0 0 0,-1 1-1 0 0,1-1 1 0 0,-2 0-1 0 0,1-1 1 0 0,-1 1-1 0 0,5-13 1 0 0,-5 12 56 0 0,-1 0 0 0 0,0-1 0 0 0,0 1 0 0 0,-1-1-1 0 0,0 1 1 0 0,0-1 0 0 0,0 0 0 0 0,-1 1 0 0 0,-2-12 0 0 0,2 19-42 0 0,0 0 0 0 0,-1-1 0 0 0,1 1 0 0 0,-1 0 0 0 0,1 0 0 0 0,-1-1 0 0 0,1 1 0 0 0,-1 0 0 0 0,1 0 0 0 0,-1 0 0 0 0,1-1 0 0 0,-1 1 0 0 0,1 0 0 0 0,-1 0 0 0 0,1 0 0 0 0,-1 0 0 0 0,1 0 0 0 0,-1 0 0 0 0,1 0 0 0 0,-1 0 0 0 0,1 0 0 0 0,-1 0 0 0 0,1 1 0 0 0,-1-1 0 0 0,0 0 0 0 0,1 0 0 0 0,0 0 0 0 0,-1 1 0 0 0,1-1 0 0 0,-1 0 0 0 0,1 0 0 0 0,-1 1 0 0 0,1-1 0 0 0,-1 0 0 0 0,1 1 0 0 0,-21 11-101 0 0,20-11 65 0 0,0-1 31 0 0,1 0-1 0 0,-1 0 1 0 0,1 0 0 0 0,-1 0 0 0 0,1 1 0 0 0,0-1 0 0 0,-1 0-1 0 0,1 0 1 0 0,0 0 0 0 0,-1 1 0 0 0,1-1 0 0 0,0 0 0 0 0,-1 1-1 0 0,1-1 1 0 0,0 0 0 0 0,-1 1 0 0 0,1-1 0 0 0,0 0 0 0 0,0 1-1 0 0,-1-1 1 0 0,1 0 0 0 0,0 1 0 0 0,0-1 0 0 0,0 1-1 0 0,0-1 1 0 0,-1 0 0 0 0,1 1 0 0 0,0-1 0 0 0,0 1 0 0 0,0-1-1 0 0,0 0 1 0 0,0 1 0 0 0,0-1 0 0 0,0 1 0 0 0,0-1 0 0 0,0 1-1 0 0,0-1 1 0 0,1 0 0 0 0,-1 1 0 0 0,0-1 0 0 0,0 1 0 0 0,0-1-1 0 0,0 0 1 0 0,1 1 0 0 0,-1-1 0 0 0,1 1 0 0 0,6 18-310 0 0,-3-15 280 0 0,1 0 1 0 0,0 0-1 0 0,1-1 0 0 0,-1 1 1 0 0,1-1-1 0 0,-1-1 1 0 0,1 1-1 0 0,0-1 1 0 0,0 0-1 0 0,9 2 0 0 0,11 5-75 0 0,204 92-1518 0 0,-227-100 1609 0 0,1 1 0 0 0,-1-1 0 0 0,1 0 0 0 0,0 0 0 0 0,0 0-1 0 0,-1 0 1 0 0,1-1 0 0 0,0 0 0 0 0,0 1 0 0 0,0-1 0 0 0,0-1 0 0 0,0 1 0 0 0,-1-1 0 0 0,1 1 0 0 0,0-1 0 0 0,0 0 0 0 0,-1 0 0 0 0,1-1 0 0 0,0 1-1 0 0,5-4 1 0 0,-1-1 143 0 0,-1 1-1 0 0,0-1 0 0 0,0-1 1 0 0,0 1-1 0 0,-1-1 0 0 0,0 0 1 0 0,6-11-1 0 0,8-34 3023 0 0,-19 51-2258 0 0,-2 7-834 0 0,-4 59-11 0 0,5-17-2995 0 0,2-38 791 0 0</inkml:trace>
</inkml:ink>
</file>

<file path=ppt/ink/ink4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5:43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72 500 0 0,'0'0'1357'0'0,"5"-42"8434"0"0,-4 34-9401 0 0,1-9 3440 0 0,-2 13-5723 0 0,5 25-6805 0 0,-4-16 5729 0 0</inkml:trace>
</inkml:ink>
</file>

<file path=ppt/ink/ink4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5:43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16 0 0,'-2'14'2692'0'0,"3"-6"-2299"0"0,1 0 0 0 0,0 0 0 0 0,0 0 1 0 0,0-1-1 0 0,1 1 0 0 0,0-1 0 0 0,1 1 1 0 0,0-1-1 0 0,0 0 0 0 0,5 7 0 0 0,-6-10-279 0 0,0 0 0 0 0,0-1 0 0 0,0 1-1 0 0,0-1 1 0 0,1 0 0 0 0,-1 0 0 0 0,1 0 0 0 0,0 0-1 0 0,0-1 1 0 0,0 1 0 0 0,0-1 0 0 0,0 0-1 0 0,1 0 1 0 0,-1-1 0 0 0,0 1 0 0 0,1-1 0 0 0,-1 0-1 0 0,1 0 1 0 0,7 0 0 0 0,-8-1-71 0 0,0-1 0 0 0,-1 1 1 0 0,1-1-1 0 0,0 0 0 0 0,-1 0 0 0 0,1 0 1 0 0,0 0-1 0 0,-1-1 0 0 0,1 1 1 0 0,-1-1-1 0 0,0 0 0 0 0,0 0 0 0 0,0 0 1 0 0,0-1-1 0 0,6-4 0 0 0,-3 0 87 0 0,0 0 1 0 0,0 0-1 0 0,-1-1 0 0 0,9-15 0 0 0,-13 21-20 0 0,1-1 5 0 0,-2 3-107 0 0,0-1 1 0 0,0 1 0 0 0,0-1-1 0 0,0 1 1 0 0,0-1 0 0 0,0 1-1 0 0,1-1 1 0 0,-1 1 0 0 0,0-1-1 0 0,0 1 1 0 0,0-1 0 0 0,1 1-1 0 0,-1 0 1 0 0,0-1 0 0 0,1 1 0 0 0,-1-1-1 0 0,0 1 1 0 0,1 0 0 0 0,-1-1-1 0 0,1 1 1 0 0,-1 0 0 0 0,1 0-1 0 0,-1-1 1 0 0,1 1 0 0 0,-1 0-1 0 0,0 0 1 0 0,1-1 0 0 0,-1 1-1 0 0,1 0 1 0 0,-1 0 0 0 0,1 0-1 0 0,-1 0 1 0 0,1 0 0 0 0,0 0-1 0 0,-1 0 1 0 0,1 0 0 0 0,-1 0-1 0 0,1 0 1 0 0,-1 0 0 0 0,1 1-1 0 0,18 9-54 0 0,1 0 0 0 0,0-1 0 0 0,0-1 0 0 0,29 7 0 0 0,-41-13 40 0 0,1 0-1 0 0,0 0 1 0 0,1-1 0 0 0,-1-1 0 0 0,0 1-1 0 0,0-1 1 0 0,0-1 0 0 0,0 0 0 0 0,0 0-1 0 0,0-1 1 0 0,0 0 0 0 0,0-1 0 0 0,12-4-1 0 0,-20 6 32 0 0,0 1 0 0 0,0 0-1 0 0,0-1 1 0 0,0 1 0 0 0,0 0-1 0 0,0-1 1 0 0,0 1 0 0 0,0-1-1 0 0,0 0 1 0 0,0 1 0 0 0,-1-1 0 0 0,1 0-1 0 0,0 1 1 0 0,-1-1 0 0 0,1 0-1 0 0,0 0 1 0 0,-1 0 0 0 0,1 0-1 0 0,-1 0 1 0 0,1 1 0 0 0,-1-1-1 0 0,1 0 1 0 0,-1 0 0 0 0,0 0-1 0 0,1 0 1 0 0,-1 0 0 0 0,0 0-1 0 0,0 0 1 0 0,0 0 0 0 0,0 0 0 0 0,0-1-1 0 0,0 1 1 0 0,0 0 0 0 0,0 0-1 0 0,0 0 1 0 0,-1 0 0 0 0,1 0-1 0 0,0 0 1 0 0,-1 0 0 0 0,1 0-1 0 0,0 0 1 0 0,-1 1 0 0 0,0-3-1 0 0,-1 2 22 0 0,1-1-1 0 0,-1 0 0 0 0,1 1 0 0 0,-1-1 1 0 0,0 1-1 0 0,1 0 0 0 0,-1-1 0 0 0,0 1 1 0 0,0 0-1 0 0,0 0 0 0 0,0 0 0 0 0,0 0 1 0 0,0 1-1 0 0,0-1 0 0 0,0 1 0 0 0,0-1 1 0 0,0 1-1 0 0,0-1 0 0 0,-1 1 0 0 0,1 0 1 0 0,-2 0-1 0 0,2 0-46 0 0,1 0 0 0 0,0 0 0 0 0,0 0 0 0 0,-1 1 0 0 0,1-1 1 0 0,0 0-1 0 0,0 0 0 0 0,0 1 0 0 0,-1-1 0 0 0,1 0 0 0 0,0 1 0 0 0,0 0 1 0 0,0-1-1 0 0,0 1 0 0 0,0 0 0 0 0,0-1 0 0 0,0 1 0 0 0,0 0 0 0 0,0 0 0 0 0,0 0 1 0 0,0 0-1 0 0,0 0 0 0 0,1 0 0 0 0,-1 0 0 0 0,0 0 0 0 0,1 0 0 0 0,-1 0 0 0 0,1 0 1 0 0,-1 0-1 0 0,1 0 0 0 0,-1 1 0 0 0,1-1 0 0 0,0 0 0 0 0,0 0 0 0 0,0 1 0 0 0,-1-1 1 0 0,1 0-1 0 0,0 0 0 0 0,1 1 0 0 0,-1-1 0 0 0,0 2 0 0 0,1 0-118 0 0,0 0-1 0 0,0 0 1 0 0,0-1-1 0 0,0 1 1 0 0,1 0-1 0 0,-1-1 1 0 0,1 1-1 0 0,0-1 1 0 0,-1 1-1 0 0,1-1 0 0 0,0 0 1 0 0,0 0-1 0 0,1 0 1 0 0,-1 0-1 0 0,0 0 1 0 0,1 0-1 0 0,-1-1 1 0 0,4 2-1 0 0,0 0-495 0 0,1 0 0 0 0,-1-1 0 0 0,1 0 0 0 0,0 0 0 0 0,0-1 0 0 0,-1 1-1 0 0,1-1 1 0 0,0-1 0 0 0,8 0 0 0 0,9 0-1938 0 0</inkml:trace>
</inkml:ink>
</file>

<file path=ppt/ink/ink4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5:44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105 316 256 0 0,'0'0'2746'0'0,"-1"-1"-2476"0"0,0 0 1 0 0,-1-1 0 0 0,1 1-1 0 0,0 0 1 0 0,0 0-1 0 0,-1-1 1 0 0,1 1 0 0 0,-1 0-1 0 0,1 1 1 0 0,-1-1 0 0 0,-2-1-1 0 0,-1 2 5 0 0,0 1-1 0 0,1-1 0 0 0,-1 1 1 0 0,0 0-1 0 0,1 1 1 0 0,-1-1-1 0 0,1 1 1 0 0,-1 0-1 0 0,1 0 0 0 0,0 1 1 0 0,-1-1-1 0 0,-5 5 1 0 0,8-5-207 0 0,0 0 1 0 0,1 0 0 0 0,-1 1 0 0 0,0-1 0 0 0,0 0-1 0 0,1 1 1 0 0,0-1 0 0 0,-1 1 0 0 0,1-1-1 0 0,0 1 1 0 0,0-1 0 0 0,0 1 0 0 0,1 0-1 0 0,-1 0 1 0 0,1-1 0 0 0,-1 1 0 0 0,1 0-1 0 0,0 0 1 0 0,0 0 0 0 0,0 0 0 0 0,1-1 0 0 0,-1 1-1 0 0,2 4 1 0 0,-2-6-60 0 0,1 1 1 0 0,-1-1-1 0 0,0 0 1 0 0,1 0-1 0 0,0 0 0 0 0,-1 0 1 0 0,1 0-1 0 0,0 0 1 0 0,-1 0-1 0 0,1 0 0 0 0,0 0 1 0 0,0 0-1 0 0,0-1 1 0 0,0 1-1 0 0,0 0 0 0 0,0 0 1 0 0,0-1-1 0 0,0 1 1 0 0,0-1-1 0 0,0 1 0 0 0,0-1 1 0 0,0 1-1 0 0,0-1 1 0 0,1 0-1 0 0,-1 1 0 0 0,0-1 1 0 0,0 0-1 0 0,0 0 1 0 0,1 0-1 0 0,-1 0 0 0 0,0 0 1 0 0,0 0-1 0 0,0 0 1 0 0,1-1-1 0 0,-1 1 0 0 0,0 0 1 0 0,0-1-1 0 0,2 0 0 0 0,3-1-2 0 0,-1 1 0 0 0,0-1 0 0 0,0 0 0 0 0,0-1-1 0 0,0 1 1 0 0,8-7 0 0 0,-5 2 8 0 0,-2 0 0 0 0,1-1 0 0 0,-1 0-1 0 0,0 0 1 0 0,0 0 0 0 0,-1-1 0 0 0,0 1 0 0 0,-1-1 0 0 0,0-1-1 0 0,0 1 1 0 0,4-17 0 0 0,-2 1 172 0 0,-1 0-1 0 0,-1 0 1 0 0,0-36-1 0 0,-11-56 2257 0 0,4 101-1009 0 0,0 13-599 0 0,-6 28-388 0 0,-1 51-402 0 0,12-38-313 0 0,2 1 0 0 0,2-1 0 0 0,12 46 0 0 0,0-1-2787 0 0,-7 1-4326 0 0,-9-61 3724 0 0</inkml:trace>
</inkml:ink>
</file>

<file path=ppt/ink/ink4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6:23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13 129 540 0 0,'0'0'10622'0'0,"-1"-4"-10328"0"0,-5-10-12 0 0,5 11 1267 0 0,-4-12-364 0 0,7 11-1147 0 0,0-1 0 0 0,0 0 0 0 0,1 1 0 0 0,-1 0-1 0 0,1 0 1 0 0,0-1 0 0 0,0 1 0 0 0,0 1 0 0 0,0-1 0 0 0,1 0 0 0 0,0 1 0 0 0,0 0 0 0 0,0 0 0 0 0,0 0-1 0 0,0 0 1 0 0,0 1 0 0 0,1 0 0 0 0,-1-1 0 0 0,1 2 0 0 0,0-1 0 0 0,-1 0 0 0 0,9 0 0 0 0,3-3-54 0 0,1 1 1 0 0,1 1-1 0 0,-1 0 1 0 0,0 2 0 0 0,26 0-1 0 0,-35 1-49 0 0,0 2-1 0 0,0-1 0 0 0,-1 1 0 0 0,1 0 0 0 0,0 0 1 0 0,-1 1-1 0 0,0 0 0 0 0,0 1 0 0 0,0-1 0 0 0,0 1 1 0 0,0 1-1 0 0,-1-1 0 0 0,1 1 0 0 0,-1 0 0 0 0,-1 1 1 0 0,1-1-1 0 0,5 7 0 0 0,-9-8 37 0 0,1-1 0 0 0,-1 1 1 0 0,1 0-1 0 0,-1-1 0 0 0,0 1 0 0 0,0 0 1 0 0,-1 0-1 0 0,1 1 0 0 0,-1-1 0 0 0,0 0 0 0 0,0 0 1 0 0,0 1-1 0 0,-1-1 0 0 0,1 0 0 0 0,-1 1 0 0 0,0-1 1 0 0,0 1-1 0 0,-1-1 0 0 0,0 0 0 0 0,1 1 1 0 0,-1-1-1 0 0,-1 0 0 0 0,1 0 0 0 0,0 0 0 0 0,-1 1 1 0 0,0-1-1 0 0,0-1 0 0 0,0 1 0 0 0,-1 0 0 0 0,1-1 1 0 0,-6 7-1 0 0,-81 80-431 0 0,88-89 370 0 0,59 17-308 0 0,-52-17 355 0 0,1 0-1 0 0,-1 0 0 0 0,0 1 1 0 0,0 0-1 0 0,1 0 0 0 0,-2 0 0 0 0,1 1 1 0 0,0 0-1 0 0,0 0 0 0 0,-1 0 1 0 0,0 1-1 0 0,0 0 0 0 0,0 0 1 0 0,0 0-1 0 0,0 1 0 0 0,-1 0 0 0 0,7 8 1 0 0,-11-12 35 0 0,1 1 1 0 0,-1-1-1 0 0,1 1 1 0 0,-1-1 0 0 0,1 1-1 0 0,-1-1 1 0 0,0 1-1 0 0,0 0 1 0 0,0-1 0 0 0,0 1-1 0 0,0-1 1 0 0,0 1-1 0 0,0 0 1 0 0,0-1 0 0 0,-1 1-1 0 0,1-1 1 0 0,-1 1-1 0 0,1-1 1 0 0,-1 1 0 0 0,0-1-1 0 0,1 0 1 0 0,-1 1-1 0 0,0-1 1 0 0,0 0 0 0 0,0 1-1 0 0,0-1 1 0 0,0 0-1 0 0,0 0 1 0 0,0 0-1 0 0,0 0 1 0 0,-1 0 0 0 0,1 0-1 0 0,0 0 1 0 0,-1 0-1 0 0,-1 1 1 0 0,-7 4 38 0 0,-1-1 1 0 0,1 0-1 0 0,-18 6 1 0 0,22-9 9 0 0,-18 7 193 0 0,-1-2 0 0 0,0-1-1 0 0,-1-1 1 0 0,0-2-1 0 0,1 0 1 0 0,-1-1-1 0 0,0-2 1 0 0,-29-3 0 0 0,-2-6 692 0 0,56 9-837 0 0,-7-1 434 0 0,5-1-1281 0 0,17-4-4650 0 0,19-3 1373 0 0,-20 7 1363 0 0</inkml:trace>
</inkml:ink>
</file>

<file path=ppt/ink/ink4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6:23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60 764 0 0,'0'0'2787'0'0,"-6"-2"-124"0"0,6 2-2582 0 0,0 0 0 0 0,0 0 1 0 0,0-1-1 0 0,0 1 0 0 0,0 0 1 0 0,0 0-1 0 0,0 0 0 0 0,0 0 1 0 0,0 0-1 0 0,0 0 0 0 0,0 0 1 0 0,0 0-1 0 0,0-1 0 0 0,0 1 0 0 0,0 0 1 0 0,0 0-1 0 0,0 0 0 0 0,0 0 1 0 0,0 0-1 0 0,0 0 0 0 0,0-1 1 0 0,105-20 599 0 0,158-11 1 0 0,-254 31-1460 0 0,15 0-356 0 0,-9 6-2978 0 0</inkml:trace>
</inkml:ink>
</file>

<file path=ppt/ink/ink4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6:23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42 168 0 0,'-25'-42'9700'0'0,"23"64"-6686"0"0,-11 83-2312 0 0,7 69-357 0 0,1-125-1969 0 0,4-16-6221 0 0</inkml:trace>
</inkml:ink>
</file>

<file path=ppt/ink/ink4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6:24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1 700 0 0,'-1'22'7078'0'0,"3"54"-5611"0"0,-1-12-954 0 0,-2-34-286 0 0,0-17-148 0 0,1 0 1 0 0,0-1 0 0 0,1 1-1 0 0,3 18 1 0 0,-4-22-460 0 0,0 0 0 0 0,-1-1 1 0 0,0 1-1 0 0,-1 0 0 0 0,0 0 0 0 0,-1-1 0 0 0,-3 10 1 0 0,-1-10-3254 0 0</inkml:trace>
</inkml:ink>
</file>

<file path=ppt/ink/ink4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6:24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42 416 0 0,'0'0'1492'0'0,"-8"-3"-760"0"0,6 1 434 0 0,6 0 2553 0 0,36-5-3398 0 0,0 2 0 0 0,1 1 0 0 0,50 3 0 0 0,32-2 54 0 0,290-11 477 0 0,-369 16-459 0 0,-22 0-1610 0 0,-3-2-4456 0 0</inkml:trace>
</inkml:ink>
</file>

<file path=ppt/ink/ink4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6:27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0 121 740 0 0,'19'-96'7723'0'0,"-18"94"-7431"0"0,11-20 1874 0 0,-16 37-2157 0 0,0 0 0 0 0,1 0 0 0 0,1 0 0 0 0,0 0 0 0 0,1 1 0 0 0,1-1 0 0 0,1 1 0 0 0,0-1 0 0 0,1 0 0 0 0,0 0 0 0 0,1 1 1 0 0,1-2-1 0 0,0 1 0 0 0,1 0 0 0 0,9 17 0 0 0,-12-30 0 0 0,-1 1 0 0 0,1-1 0 0 0,0 1 0 0 0,0-1 0 0 0,0 0 0 0 0,0 0 0 0 0,0 0 0 0 0,1 0 1 0 0,-1 0-1 0 0,0-1 0 0 0,1 1 0 0 0,0-1 0 0 0,-1 1 0 0 0,1-1 0 0 0,0 0 0 0 0,0 0 0 0 0,-1 0 0 0 0,1-1 1 0 0,5 2-1 0 0,-1-2 19 0 0,0 0 1 0 0,0 0 0 0 0,0 0-1 0 0,0-1 1 0 0,-1 0 0 0 0,1 0-1 0 0,0-1 1 0 0,8-3-1 0 0,3-2 28 0 0,-1 0-1 0 0,0-2 1 0 0,0 0-1 0 0,-1 0 0 0 0,23-19 1 0 0,-30 19 33 0 0,0 0 0 0 0,-1 0 0 0 0,-1-1-1 0 0,1 0 1 0 0,-2 0 0 0 0,1-1 0 0 0,-1 1 0 0 0,-1-2 0 0 0,0 1 0 0 0,-1 0 0 0 0,0-1 0 0 0,3-13 0 0 0,-7 23 114 0 0,0 0-180 0 0,1-6-12 0 0,-1 7-15 0 0,1 7-88 0 0,-1 139 55 0 0,-1-28 60 0 0,2-86 105 0 0,-6 44-1 0 0,-5-22-1768 0 0,-10-6-4894 0 0,14-38 3611 0 0</inkml:trace>
</inkml:ink>
</file>

<file path=ppt/ink/ink4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6:28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538 7 152 0 0,'6'-6'9818'0'0,"3"26"-9705"0"0,-2 1-1 0 0,-1 0 1 0 0,-1 1-1 0 0,0 0 0 0 0,-2 0 1 0 0,0 0-1 0 0,-1 36 1 0 0,-2-56-61 0 0,0-1 1 0 0,0 1-1 0 0,0-1 1 0 0,1 1-1 0 0,-1-1 1 0 0,-1 1-1 0 0,1 0 1 0 0,0-1-1 0 0,0 1 1 0 0,-1-1 0 0 0,1 1-1 0 0,0-1 1 0 0,-1 1-1 0 0,0-1 1 0 0,1 1-1 0 0,-1-1 1 0 0,-1 3-1 0 0,1-5 36 0 0,0 1 0 0 0,0 0 0 0 0,0 0 0 0 0,0 0 0 0 0,-1-1 0 0 0,1 1 0 0 0,1 0 0 0 0,-1-1 0 0 0,0 1 0 0 0,0-1 0 0 0,0 1 0 0 0,0-1 0 0 0,0 0 0 0 0,0 1 0 0 0,1-1 0 0 0,-1 0 0 0 0,-1-1 0 0 0,-1 0-92 0 0,0-1-1 0 0,-1 0 0 0 0,1 1 0 0 0,-1 0 1 0 0,1 0-1 0 0,-1 0 0 0 0,0 0 0 0 0,-6-1 1 0 0,0 1-20 0 0,-1 0 0 0 0,1 1 0 0 0,-1 0 0 0 0,1 1 0 0 0,-1 0 0 0 0,1 1 0 0 0,-1 0 0 0 0,1 1 0 0 0,-18 5 0 0 0,26-7-2 0 0,-6 9-55 0 0,8-9 68 0 0,-1 1-1 0 0,0-1 1 0 0,0 0 0 0 0,1 1 0 0 0,-1-1 0 0 0,0 1 0 0 0,1 0 0 0 0,-1-1-1 0 0,1 1 1 0 0,-1-1 0 0 0,1 1 0 0 0,-1 0 0 0 0,1 0 0 0 0,-1-1 0 0 0,1 1-1 0 0,-1 0 1 0 0,1 0 0 0 0,0-1 0 0 0,0 1 0 0 0,-1 0 0 0 0,1 0 0 0 0,0 0-1 0 0,0 0 1 0 0,0 1 0 0 0,1 1-5 0 0,0-1 0 0 0,0 1 0 0 0,0 0 0 0 0,1-1-1 0 0,-1 1 1 0 0,1-1 0 0 0,0 0 0 0 0,-1 1 0 0 0,1-1 0 0 0,0 0 0 0 0,1 0-1 0 0,-1 0 1 0 0,0 0 0 0 0,0 0 0 0 0,1-1 0 0 0,-1 1 0 0 0,1-1-1 0 0,-1 0 1 0 0,1 1 0 0 0,0-1 0 0 0,0 0 0 0 0,5 1 0 0 0,9 2-63 0 0,1-1 1 0 0,31 3-1 0 0,-21-4-43 0 0,-20-1 81 0 0,1 1 0 0 0,-1 0 0 0 0,0 0 0 0 0,0 1 0 0 0,-1 0 1 0 0,1 0-1 0 0,0 0 0 0 0,-1 1 0 0 0,0 1 0 0 0,0-1 0 0 0,0 1 0 0 0,6 6 0 0 0,-11-10 35 0 0,-1 1-1 0 0,0-1 0 0 0,0 1 1 0 0,0-1-1 0 0,0 1 1 0 0,0 0-1 0 0,0 0 0 0 0,0-1 1 0 0,0 1-1 0 0,-1 0 0 0 0,1 0 1 0 0,-1 0-1 0 0,1 0 1 0 0,-1 0-1 0 0,0-1 0 0 0,0 1 1 0 0,0 0-1 0 0,0 0 0 0 0,0 0 1 0 0,0 0-1 0 0,-1 2 1 0 0,1 0-2 0 0,-1 0 1 0 0,0 1 0 0 0,0-1 0 0 0,-1 0 0 0 0,1 0-1 0 0,-1 0 1 0 0,0-1 0 0 0,-3 6 0 0 0,-1-1 23 0 0,-1 0 0 0 0,-1 0 0 0 0,1-1 1 0 0,-1 0-1 0 0,-1 0 0 0 0,1-1 0 0 0,-1 0 1 0 0,0 0-1 0 0,-1-1 0 0 0,1 0 0 0 0,-1-1 1 0 0,0 0-1 0 0,0-1 0 0 0,0 0 0 0 0,0 0 1 0 0,-1-1-1 0 0,1 0 0 0 0,-16 0 0 0 0,4-1 168 0 0,1-1-1 0 0,0-1 1 0 0,-1-1-1 0 0,1 0 0 0 0,0-2 1 0 0,1-1-1 0 0,-1 0 1 0 0,-25-11-1 0 0,29 8-6 0 0,0 0-1 0 0,1-2 1 0 0,0 0-1 0 0,1 0 1 0 0,0-2-1 0 0,1 0 1 0 0,0 0 0 0 0,1-2-1 0 0,0 1 1 0 0,1-2-1 0 0,0 0 1 0 0,2 0-1 0 0,-1-1 1 0 0,-7-18-1 0 0,-11-35 466 0 0,29 67-614 0 0</inkml:trace>
</inkml:ink>
</file>

<file path=ppt/ink/ink4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6:29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1 114 876 0 0,'0'0'12847'0'0,"4"-4"-12383"0"0,30-39 1552 0 0,-2 0-2365 0 0,-11 19-9681 0 0</inkml:trace>
</inkml:ink>
</file>

<file path=ppt/ink/ink4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6:30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463 405 212 0 0,'-15'4'662'0'0,"0"-2"0"0"0,-1 0 0 0 0,1-1 0 0 0,-1 0 0 0 0,1-1 0 0 0,-1-1 0 0 0,1-1 0 0 0,-1 0 0 0 0,1-1-1 0 0,0 0 1 0 0,0-1 0 0 0,0-1 0 0 0,-16-7 0 0 0,11 2-378 0 0,1 0-1 0 0,0-1 0 0 0,1 0 1 0 0,0-2-1 0 0,0 0 0 0 0,2-1 0 0 0,-1-1 1 0 0,-24-30-1 0 0,35 38-210 0 0,0-1-1 0 0,1 0 1 0 0,0 0-1 0 0,1 0 1 0 0,0-1 0 0 0,0 0-1 0 0,-3-10 1 0 0,6 14-55 0 0,-1 1 0 0 0,1-1 0 0 0,0 0 1 0 0,1 0-1 0 0,-1 0 0 0 0,1 0 0 0 0,0 0 0 0 0,1 0 1 0 0,-1 0-1 0 0,1 0 0 0 0,0 0 0 0 0,0 0 1 0 0,0 0-1 0 0,1 1 0 0 0,2-6 0 0 0,-2 5-43 0 0,1-1 0 0 0,0 1 0 0 0,0 0 0 0 0,0 1 0 0 0,1-1 0 0 0,-1 0 0 0 0,1 1 0 0 0,1 0 0 0 0,-1 0 0 0 0,0 0 0 0 0,1 1 0 0 0,0-1 0 0 0,0 1 0 0 0,0 0 0 0 0,0 1 0 0 0,0-1 0 0 0,1 1 0 0 0,-1 0 0 0 0,1 0 0 0 0,-1 1 0 0 0,1-1 0 0 0,0 1 0 0 0,10 0 0 0 0,0 0-30 0 0,-1 1-1 0 0,0 0 0 0 0,0 2 1 0 0,0-1-1 0 0,0 2 0 0 0,0 0 1 0 0,0 1-1 0 0,0 0 1 0 0,-1 1-1 0 0,0 1 0 0 0,0 1 1 0 0,-1-1-1 0 0,1 2 0 0 0,23 18 1 0 0,-18-12 18 0 0,-1 2 0 0 0,-1 0 0 0 0,0 0-1 0 0,-1 2 1 0 0,-1 0 0 0 0,-1 1 0 0 0,0 1 0 0 0,20 40 0 0 0,-17-21 4 0 0,-1 0-1 0 0,-3 2 1 0 0,-1-1-1 0 0,10 59 1 0 0,7 169-73 0 0,-7-50 82 0 0,-13-136 53 0 0,-9-80-208 0 0,0-1 118 0 0,0-1 0 0 0,0 1 0 0 0,0 0-1 0 0,0-1 1 0 0,0 1 0 0 0,0 0 0 0 0,0-1-1 0 0,0 1 1 0 0,0 0 0 0 0,0-1 0 0 0,0 1-1 0 0,0 0 1 0 0,0-1 0 0 0,-1 1 0 0 0,1-1-1 0 0,0 1 1 0 0,-1 0 0 0 0,1-1 0 0 0,0 1-1 0 0,-1-1 1 0 0,1 1 0 0 0,-1-1 0 0 0,1 1 0 0 0,0-1-1 0 0,-2 1 1 0 0</inkml:trace>
</inkml:ink>
</file>

<file path=ppt/ink/ink4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6:31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48 440 0 0,'0'0'2441'0'0,"-1"0"-2385"0"0,1 0-1 0 0,0-1 1 0 0,0 1 0 0 0,-1 0-1 0 0,1 0 1 0 0,0 0 0 0 0,0 0-1 0 0,0 0 1 0 0,-1 0 0 0 0,1-1-1 0 0,0 1 1 0 0,0 0 0 0 0,0 0-1 0 0,0 0 1 0 0,-1 0 0 0 0,1-1-1 0 0,0 1 1 0 0,0 0 0 0 0,0 0-1 0 0,0-1 1 0 0,0 1 0 0 0,0 0-1 0 0,0 0 1 0 0,0 0 0 0 0,0-1-1 0 0,0 1 1 0 0,-1 0 0 0 0,1 0-1 0 0,0-1 1 0 0,0 1 0 0 0,0 0-1 0 0,1 0 1 0 0,-1-1 0 0 0,0 1-1 0 0,0 0 1 0 0,0 0 0 0 0,0-1-1 0 0,0 1 1 0 0,0 0 0 0 0,0 0-1 0 0,0 0 1 0 0,0-1 0 0 0,0 1-1 0 0,1 0 1 0 0,-1 0 0 0 0,0 0-1 0 0,0-1 1 0 0,1 1 0 0 0,39-9 217 0 0,1 1 0 0 0,0 2 1 0 0,50-1-1 0 0,134 8-98 0 0,-179 0-131 0 0,-41-1-38 0 0,622-2 423 0 0,-597 2-290 0 0,-19 0 67 0 0,-1 0 1 0 0,1 0-1 0 0,-1-1 0 0 0,13-3 1 0 0,-21 3 189 0 0,3 0-744 0 0,13 1 2860 0 0</inkml:trace>
</inkml:ink>
</file>

<file path=ppt/ink/ink4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6:34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32 120 0 0,'-2'-31'11092'0'0,"-5"60"-10988"0"0,-1 56 566 0 0,7 147 1 0 0,3-60-937 0 0,-3-161 104 0 0,-7 113-1670 0 0,6-110 477 0 0,-1-1 1 0 0,0 1-1 0 0,-10 23 0 0 0,1-11-1447 0 0</inkml:trace>
</inkml:ink>
</file>

<file path=ppt/ink/ink4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6:35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67 500 0 0,'-4'-6'1189'0'0,"1"0"0"0"0,-1-1-1 0 0,1 1 1 0 0,1-1 0 0 0,-1 0 0 0 0,1 0-1 0 0,-2-14 1973 0 0,-4 166-626 0 0,7-74-2504 0 0,-3 0 0 0 0,-21 110 0 0 0,-1-76-2714 0 0,-10-3-3441 0 0,22-68 2861 0 0</inkml:trace>
</inkml:ink>
</file>

<file path=ppt/ink/ink4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6:37.0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5 596 0 0,'4'-4'8770'0'0,"8"49"-8262"0"0,-2 1 1 0 0,-3 0-1 0 0,4 65 1 0 0,-11-96-918 0 0,0-1 1 0 0,0 1 0 0 0,-4 21-1 0 0,-8 16-4408 0 0,5-28 2032 0 0</inkml:trace>
</inkml:ink>
</file>

<file path=ppt/ink/ink4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6:45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4 256 0 0,'0'0'9264'0'0,"-5"-1"-9066"0"0,0 0-146 0 0,0 0 0 0 0,-1 1 1 0 0,1 0-1 0 0,0 0 1 0 0,0 0-1 0 0,-1 1 0 0 0,1 0 1 0 0,0 0-1 0 0,0 0 1 0 0,0 0-1 0 0,0 1 1 0 0,0 0-1 0 0,0 0 0 0 0,1 0 1 0 0,-1 1-1 0 0,1 0 1 0 0,-7 4-1 0 0,0 0 24 0 0,0 1 0 0 0,0 1 0 0 0,0 0 0 0 0,1 0-1 0 0,0 1 1 0 0,1 1 0 0 0,0-1 0 0 0,1 1 0 0 0,0 1 0 0 0,-11 20 0 0 0,19-30-68 0 0,-1-1 0 0 0,0 1 0 0 0,0-1 0 0 0,1 1 0 0 0,-1-1 0 0 0,1 1 0 0 0,-1 0 0 0 0,1-1-1 0 0,0 1 1 0 0,-1 0 0 0 0,1-1 0 0 0,0 1 0 0 0,0 0 0 0 0,0-1 0 0 0,1 1 0 0 0,-1 0 0 0 0,0 0 0 0 0,0-1 0 0 0,1 1 0 0 0,-1-1 0 0 0,1 1 0 0 0,0 0 0 0 0,0-1 0 0 0,-1 1 0 0 0,1-1 0 0 0,1 2 0 0 0,1-1 3 0 0,-1 0 0 0 0,1 0 0 0 0,-1 0 0 0 0,1-1 0 0 0,0 0 0 0 0,-1 1 0 0 0,1-1 0 0 0,0 0 0 0 0,0 0 0 0 0,0 0 0 0 0,0-1 0 0 0,0 1 0 0 0,4 0 0 0 0,7 0 9 0 0,0-1-1 0 0,-1 0 1 0 0,1-1-1 0 0,0 0 1 0 0,14-4-1 0 0,-16 2-2 0 0,-1-1 0 0 0,0 0 0 0 0,0 0-1 0 0,0-1 1 0 0,-1-1 0 0 0,1 0 0 0 0,11-9-1 0 0,-19 13-20 0 0,-1 0-1 0 0,1 1 0 0 0,0-1 0 0 0,-1 1 0 0 0,1 0 0 0 0,0 0 0 0 0,0 0 0 0 0,-1 0 1 0 0,1 0-1 0 0,0 0 0 0 0,0 1 0 0 0,0 0 0 0 0,0-1 0 0 0,0 1 0 0 0,0 0 1 0 0,0 0-1 0 0,0 1 0 0 0,0-1 0 0 0,0 1 0 0 0,5 1 0 0 0,3 2-774 0 0,1 0 0 0 0,-1 1 0 0 0,20 12 1 0 0,3 1-3505 0 0,-15-10 1683 0 0</inkml:trace>
</inkml:ink>
</file>

<file path=ppt/ink/ink4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6:46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23 206 200 0 0,'0'0'1841'0'0,"7"-6"2985"0"0,-1 15-4597 0 0,0 1 1 0 0,-1 0-1 0 0,-1 0 1 0 0,0 1 0 0 0,0-1-1 0 0,-1 1 1 0 0,2 12 0 0 0,11 87 679 0 0,-5-26-324 0 0,-3 6 3630 0 0,-10-91-4163 0 0,0-1 0 0 0,1 0 0 0 0,-1 1 0 0 0,0-1 0 0 0,1 0 0 0 0,-1 0 0 0 0,1 0 0 0 0,-1 0 0 0 0,-1-4 0 0 0,3 6-32 0 0,-11-19 155 0 0,1 0 1 0 0,1 0-1 0 0,1-1 0 0 0,0 0 1 0 0,2-1-1 0 0,0 1 1 0 0,-4-31-1 0 0,4 19-48 0 0,2-1 0 0 0,1 1 0 0 0,1-40 1 0 0,2 61-142 0 0,0 1 1 0 0,1 0 0 0 0,1-1 0 0 0,0 1-1 0 0,0 0 1 0 0,1 0 0 0 0,0 0 0 0 0,0 0 0 0 0,1 0-1 0 0,1 1 1 0 0,0 0 0 0 0,0 0 0 0 0,1 0-1 0 0,8-10 1 0 0,-9 15-67 0 0,0 0 0 0 0,1-1 1 0 0,-1 2-1 0 0,1-1 0 0 0,0 1 0 0 0,1 0 0 0 0,-1 0 0 0 0,0 1 0 0 0,1 0 0 0 0,0 0 0 0 0,-1 0 1 0 0,1 1-1 0 0,0 0 0 0 0,0 0 0 0 0,0 1 0 0 0,-1 0 0 0 0,1 0 0 0 0,13 2 0 0 0,-16-2 33 0 0,0 1-1 0 0,-1 0 1 0 0,1-1-1 0 0,-1 1 1 0 0,1 0-1 0 0,-1 1 1 0 0,1-1-1 0 0,-1 1 1 0 0,0-1-1 0 0,1 1 1 0 0,-1 0-1 0 0,0 0 1 0 0,0 1-1 0 0,-1-1 1 0 0,1 0-1 0 0,0 1 1 0 0,-1 0-1 0 0,1 0 1 0 0,-1-1-1 0 0,0 1 1 0 0,0 1-1 0 0,0-1 1 0 0,0 0-1 0 0,-1 0 1 0 0,1 1-1 0 0,-1-1 1 0 0,0 1-1 0 0,0-1 1 0 0,0 1-1 0 0,-1 0 1 0 0,1-1-1 0 0,-1 1 1 0 0,0 0-1 0 0,0-1 1 0 0,0 1-1 0 0,-1 5 1 0 0,0-5 30 0 0,0 1 1 0 0,-1-1-1 0 0,0 0 1 0 0,0 1-1 0 0,0-1 1 0 0,0 0-1 0 0,-1 0 1 0 0,1 0-1 0 0,-1 0 1 0 0,0-1 0 0 0,0 1-1 0 0,0-1 1 0 0,-1 0-1 0 0,1 0 1 0 0,-1 0-1 0 0,0 0 1 0 0,0 0-1 0 0,0-1 1 0 0,0 0-1 0 0,0 0 1 0 0,0 0 0 0 0,-8 2-1 0 0,-1 1 78 0 0,0-1 0 0 0,0 0-1 0 0,-1-1 1 0 0,0-1 0 0 0,1 0 0 0 0,-18 0-1 0 0,-3-5 977 0 0,20 0-2436 0 0,-2 2-6900 0 0</inkml:trace>
</inkml:ink>
</file>

<file path=ppt/ink/ink4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6:49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56 760 0 0,'4'-4'1717'0'0,"-1"-1"1"0"0,0 0-1 0 0,0-1 1 0 0,0 1-1 0 0,2-8 0 0 0,-5 11-1657 0 0,-1 1 0 0 0,0 0 0 0 0,0 0 0 0 0,1 0-1 0 0,-1 0 1 0 0,0 0 0 0 0,0 0 0 0 0,0 0 0 0 0,0 0 0 0 0,0 0-1 0 0,0 1 1 0 0,0-1 0 0 0,-1 0 0 0 0,1 1 0 0 0,0-1 0 0 0,0 0-1 0 0,-1 1 1 0 0,1 0 0 0 0,0-1 0 0 0,-1 1 0 0 0,1 0 0 0 0,0 0-1 0 0,-1-1 1 0 0,1 1 0 0 0,0 0 0 0 0,-1 0 0 0 0,-1 1 0 0 0,-2 0 10 0 0,-1 0 0 0 0,1 0 0 0 0,0 0 0 0 0,-1 1 0 0 0,1 0 0 0 0,0 0 0 0 0,-7 5 0 0 0,4-3-40 0 0,-1 1-1 0 0,1 0 1 0 0,1 1 0 0 0,-1 0-1 0 0,1 0 1 0 0,0 1-1 0 0,0-1 1 0 0,1 1-1 0 0,-6 9 1 0 0,7-7-14 0 0,1 1 0 0 0,0 0 1 0 0,0 1-1 0 0,1-1 0 0 0,0 1 1 0 0,-1 11-1 0 0,3-21-12 0 0,1 1-1 0 0,-1-1 1 0 0,1 0-1 0 0,0 0 1 0 0,0 0 0 0 0,0 0-1 0 0,-1 0 1 0 0,1 1-1 0 0,0-1 1 0 0,0 0 0 0 0,1 0-1 0 0,-1 0 1 0 0,0 1 0 0 0,0-1-1 0 0,0 0 1 0 0,1 0-1 0 0,-1 0 1 0 0,1 0 0 0 0,-1 0-1 0 0,1 0 1 0 0,-1 0-1 0 0,1 0 1 0 0,0 0 0 0 0,-1 0-1 0 0,1 0 1 0 0,0 0 0 0 0,0 0-1 0 0,0 0 1 0 0,0-1-1 0 0,0 1 1 0 0,-1 0 0 0 0,1-1-1 0 0,1 1 1 0 0,-1 0 0 0 0,0-1-1 0 0,0 1 1 0 0,0-1-1 0 0,0 0 1 0 0,0 1 0 0 0,0-1-1 0 0,0 0 1 0 0,1 0-1 0 0,-1 0 1 0 0,0 0 0 0 0,1 0-1 0 0,3 0 2 0 0,-1 0 1 0 0,0 0-1 0 0,1-1 0 0 0,-1 0 0 0 0,0 0 0 0 0,0 0 0 0 0,1-1 0 0 0,-1 1 0 0 0,0-1 0 0 0,5-3 1 0 0,17-13-51 0 0,43-39 1 0 0,-42 33-17 0 0,-26 22 41 0 0,1 1-24 0 0,-2 1 38 0 0,0 0 0 0 0,0 0-1 0 0,0 0 1 0 0,0 0 0 0 0,0 1 0 0 0,0-1-1 0 0,0 0 1 0 0,0 0 0 0 0,0 0-1 0 0,0 0 1 0 0,0 0 0 0 0,0 0 0 0 0,0 0-1 0 0,1 0 1 0 0,-1 0 0 0 0,0 0-1 0 0,0 0 1 0 0,0 0 0 0 0,0 1 0 0 0,0-1-1 0 0,0 0 1 0 0,0 0 0 0 0,0 0 0 0 0,1 0-1 0 0,-1 0 1 0 0,0 0 0 0 0,0 0-1 0 0,0 0 1 0 0,0 0 0 0 0,0 0 0 0 0,0 0-1 0 0,0 0 1 0 0,0 0 0 0 0,1 0-1 0 0,-1 0 1 0 0,0 0 0 0 0,0 0 0 0 0,0 0-1 0 0,0 0 1 0 0,0-1 0 0 0,0 1 0 0 0,0 0-1 0 0,0 0 1 0 0,1 0 0 0 0,-1 0-1 0 0,0 0 1 0 0,0 0 0 0 0,0 0 0 0 0,0 0-1 0 0,0 0 1 0 0,0 0 0 0 0,0 0-1 0 0,0 0 1 0 0,0-1 0 0 0,0 1 0 0 0,0 0-1 0 0,0 0 1 0 0,0 0 0 0 0,0 0-1 0 0,0 0 1 0 0,0 0 0 0 0,0 0 0 0 0,0 0-1 0 0,0-1 1 0 0,0 1 0 0 0,0 0 0 0 0,1 13-69 0 0,-1-6 2 0 0,0 0 1 0 0,1 0-1 0 0,0 0 1 0 0,0 0-1 0 0,1 0 1 0 0,-1 0-1 0 0,1 0 1 0 0,1 0-1 0 0,-1 0 1 0 0,1-1-1 0 0,6 10 1 0 0,-8-15 72 0 0,0 0 0 0 0,0-1 0 0 0,0 1 0 0 0,0 0 1 0 0,0-1-1 0 0,0 1 0 0 0,0-1 0 0 0,0 1 0 0 0,1-1 0 0 0,-1 0 0 0 0,0 0 1 0 0,0 1-1 0 0,0-1 0 0 0,0 0 0 0 0,1 0 0 0 0,-1 0 0 0 0,0 0 0 0 0,0 0 1 0 0,0 0-1 0 0,0 0 0 0 0,1-1 0 0 0,-1 1 0 0 0,0 0 0 0 0,0-1 0 0 0,0 1 1 0 0,0-1-1 0 0,0 1 0 0 0,0-1 0 0 0,0 1 0 0 0,0-1 0 0 0,0 0 0 0 0,0 1 0 0 0,0-1 1 0 0,1-1-1 0 0,31-28 16 0 0,41-70 548 0 0,-73 98-449 0 0,3-8 6 0 0,-4 10-120 0 0,0-1 1 0 0,1 1-1 0 0,-1 0 0 0 0,0 0 0 0 0,0 0 0 0 0,0-1 1 0 0,0 1-1 0 0,0 0 0 0 0,0 0 0 0 0,1-1 1 0 0,-1 1-1 0 0,0 0 0 0 0,0 0 0 0 0,0-1 0 0 0,0 1 1 0 0,0 0-1 0 0,0 0 0 0 0,0-1 0 0 0,0 1 1 0 0,0 0-1 0 0,0 0 0 0 0,0-1 0 0 0,0 1 0 0 0,0 0 1 0 0,-1 0-1 0 0,1-1 0 0 0,0 1 0 0 0,0 0 1 0 0,0 0-1 0 0,0-1 0 0 0,0 1 0 0 0,0 0 0 0 0,-1 0 1 0 0,1 0-1 0 0,0-1 0 0 0,0 1 0 0 0,0 0 1 0 0,-1 0-1 0 0,1 0 0 0 0,0 0 0 0 0,0 0 0 0 0,0-1 1 0 0,-1 1-1 0 0,1 0 0 0 0,0 0 0 0 0,-1 0 1 0 0,-8 3-135 0 0,10 1 31 0 0,22 8-85 0 0,-16-9 88 0 0,0 0 1 0 0,-1 0 0 0 0,0 1 0 0 0,1-1 0 0 0,-1 2 0 0 0,-1-1 0 0 0,10 9 0 0 0,9 23-376 0 0,-22-31 441 0 0,1 1 1 0 0,-1-1 0 0 0,1 0 0 0 0,1 0 0 0 0,-1-1 0 0 0,1 1 0 0 0,0-1 0 0 0,0 1 0 0 0,0-1 0 0 0,0 0 0 0 0,1-1-1 0 0,0 1 1 0 0,-1-1 0 0 0,1 0 0 0 0,1 0 0 0 0,-1 0 0 0 0,0-1 0 0 0,1 0 0 0 0,7 2 0 0 0,-9-3 29 0 0,0 0 0 0 0,0-1 1 0 0,1 0-1 0 0,-1 0 0 0 0,0-1 1 0 0,0 1-1 0 0,0-1 1 0 0,1 1-1 0 0,-1-1 0 0 0,0-1 1 0 0,0 1-1 0 0,0-1 0 0 0,0 1 1 0 0,-1-1-1 0 0,1 0 0 0 0,0 0 1 0 0,-1-1-1 0 0,1 1 0 0 0,-1-1 1 0 0,0 0-1 0 0,0 0 1 0 0,0 0-1 0 0,4-5 0 0 0,0-2 245 0 0,-1 0-1 0 0,0 0 0 0 0,0 0 0 0 0,-1-1 1 0 0,-1 0-1 0 0,7-21 0 0 0,-11 30-61 0 0,1 2-158 0 0,-1 0 1 0 0,0 0-1 0 0,0 0 0 0 0,1 0 1 0 0,-1 0-1 0 0,0 0 0 0 0,0 0 1 0 0,0 0-1 0 0,1 0 0 0 0,-1 0 1 0 0,0 0-1 0 0,0 0 0 0 0,0 0 1 0 0,0 0-1 0 0,1 1 0 0 0,-1-1 1 0 0,0 0-1 0 0,0 0 0 0 0,0 0 1 0 0,0 0-1 0 0,1 0 0 0 0,-1 0 0 0 0,0 1 1 0 0,0-1-1 0 0,0 0 0 0 0,0 0 1 0 0,0 0-1 0 0,0 0 0 0 0,1 1 1 0 0,-1-1-1 0 0,0 0 0 0 0,0 0 1 0 0,0 0-1 0 0,0 1 0 0 0,0-1 1 0 0,0 0-1 0 0,0 0 0 0 0,0 0 1 0 0,0 1-1 0 0,0-1 0 0 0,0 0 1 0 0,0 0-1 0 0,0 0 0 0 0,0 1 1 0 0,0-1-1 0 0,0 0 0 0 0,0 0 0 0 0,0 0 1 0 0,-1 1-1 0 0,2 7 52 0 0,-1-3-58 0 0,2 12-140 0 0,-2-1-3304 0 0</inkml:trace>
</inkml:ink>
</file>

<file path=ppt/ink/ink4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6:49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48 136 0 0,'-4'-41'11656'0'0,"4"38"-11647"0"0,1-1 184 0 0</inkml:trace>
</inkml:ink>
</file>

<file path=ppt/ink/ink4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6:49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334 0 228 0 0,'6'6'302'0'0,"0"-1"0"0"0,0 1 0 0 0,0 1 0 0 0,-1-1-1 0 0,0 1 1 0 0,0 0 0 0 0,-1 0 0 0 0,0 0 0 0 0,0 0 0 0 0,0 1 0 0 0,-1 0 0 0 0,-1 0 0 0 0,1 0-1 0 0,-1 0 1 0 0,0 0 0 0 0,-1 0 0 0 0,0 1 0 0 0,0-1 0 0 0,-1 0 0 0 0,0 1 0 0 0,0-1 0 0 0,-2 9-1 0 0,0-1-119 0 0,-1 0 0 0 0,-1 0 0 0 0,0 0 0 0 0,-1 0 0 0 0,0-1 0 0 0,-1 0 0 0 0,-1 0 0 0 0,-1 0-1 0 0,0-1 1 0 0,-14 18 0 0 0,0-5-232 0 0,-1-2-1 0 0,-1 0 1 0 0,-1-2-1 0 0,-39 28 1 0 0,31-28-2361 0 0,-59 30 0 0 0,47-30 105 0 0</inkml:trace>
</inkml:ink>
</file>

<file path=ppt/ink/ink4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6:39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560 53 304 0 0,'-14'-8'1031'0'0,"0"1"-1"0"0,0 0 1 0 0,-1 1 0 0 0,1 0 0 0 0,-24-4-1 0 0,26 7-766 0 0,1 1 0 0 0,-2 0 0 0 0,1 1 0 0 0,0 0 0 0 0,0 1 0 0 0,0 1 0 0 0,0 0 0 0 0,0 0 0 0 0,0 1 0 0 0,0 1 0 0 0,0 0 0 0 0,-19 8 0 0 0,28-10-242 0 0,0 0 0 0 0,0 0 0 0 0,1 1 1 0 0,-1-1-1 0 0,0 1 0 0 0,1 0 1 0 0,0 0-1 0 0,-1 0 0 0 0,1 0 1 0 0,0 0-1 0 0,0 0 0 0 0,0 0 0 0 0,0 1 1 0 0,0-1-1 0 0,1 1 0 0 0,-1 0 1 0 0,1-1-1 0 0,0 1 0 0 0,-1 0 0 0 0,1 0 1 0 0,0 0-1 0 0,1 0 0 0 0,-1 0 1 0 0,1 0-1 0 0,-1 0 0 0 0,1 0 0 0 0,0 0 1 0 0,0 0-1 0 0,0 0 0 0 0,0 0 1 0 0,1 0-1 0 0,-1 0 0 0 0,1 0 1 0 0,0 0-1 0 0,0 0 0 0 0,1 3 0 0 0,6 12 0 0 0,0 1 0 0 0,1-2 0 0 0,1 1 0 0 0,21 25 0 0 0,-3 0-93 0 0,-25-37 49 0 0,1 0 0 0 0,-1 0 1 0 0,-1 0-1 0 0,1 0 0 0 0,-1 1 0 0 0,0-1 0 0 0,0 1 1 0 0,-1-1-1 0 0,0 1 0 0 0,0 0 0 0 0,-1 0 0 0 0,0-1 0 0 0,0 1 1 0 0,0 0-1 0 0,-1 0 0 0 0,-2 8 0 0 0,1-9 24 0 0,0-1 0 0 0,0 1 0 0 0,-1-1 0 0 0,0 0 0 0 0,0 0 0 0 0,0 0 0 0 0,-1 0 0 0 0,0-1 0 0 0,0 0 0 0 0,0 1 0 0 0,0-1 0 0 0,-1-1 0 0 0,1 1 0 0 0,-1-1 0 0 0,0 1 0 0 0,0-1 0 0 0,0-1 0 0 0,-10 5 0 0 0,6-4 125 0 0,-1 0-1 0 0,1 0 1 0 0,0 0-1 0 0,-1-2 0 0 0,0 1 1 0 0,0-1-1 0 0,1 0 1 0 0,-1-1-1 0 0,0 0 0 0 0,0-1 1 0 0,0 0-1 0 0,1 0 1 0 0,-1-1-1 0 0,-15-6 1 0 0,18 6-53 0 0,1 0 1 0 0,0-1 0 0 0,0 0-1 0 0,0 0 1 0 0,0 0-1 0 0,1-1 1 0 0,-1 0 0 0 0,1 0-1 0 0,0 0 1 0 0,0-1 0 0 0,1 0-1 0 0,-1 0 1 0 0,1 0 0 0 0,0 0-1 0 0,0-1 1 0 0,1 1-1 0 0,0-1 1 0 0,0 0 0 0 0,0 0-1 0 0,0 0 1 0 0,1 0 0 0 0,-1-8-1 0 0,2 13-144 0 0,1 0-1 0 0,0 1 1 0 0,-1-1-1 0 0,1 0 1 0 0,0 0 0 0 0,0 0-1 0 0,0 0 1 0 0,0 0-1 0 0,-1 1 1 0 0,1-1-1 0 0,1 0 1 0 0,-1 0-1 0 0,0 0 1 0 0,0 0-1 0 0,0 0 1 0 0,0 0-1 0 0,1 1 1 0 0,-1-1-1 0 0,0 0 1 0 0,1 0 0 0 0,-1 0-1 0 0,0 1 1 0 0,1-1-1 0 0,-1 0 1 0 0,1 0-1 0 0,-1 1 1 0 0,1-1-1 0 0,0 0 1 0 0,-1 1-1 0 0,1-1 1 0 0,0 1-1 0 0,-1-1 1 0 0,2 0 0 0 0,27 0-3184 0 0,-15 2-931 0 0</inkml:trace>
</inkml:ink>
</file>

<file path=ppt/ink/ink4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6:41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124 279 376 0 0,'2'-26'10374'0'0,"-2"26"-10308"0"0,0-1 1 0 0,0 0 0 0 0,-1 1-1 0 0,1-1 1 0 0,0 0 0 0 0,0 1-1 0 0,-1-1 1 0 0,1 0 0 0 0,-1 1 0 0 0,1-1-1 0 0,0 1 1 0 0,-1-1 0 0 0,1 1-1 0 0,-1-1 1 0 0,1 1 0 0 0,-1-1-1 0 0,0 1 1 0 0,1-1 0 0 0,-1 1-1 0 0,1 0 1 0 0,-1-1 0 0 0,0 1 0 0 0,1 0-1 0 0,-1 0 1 0 0,0-1 0 0 0,1 1-1 0 0,-1 0 1 0 0,0 0 0 0 0,0 0-1 0 0,1 0 1 0 0,-1 0 0 0 0,0 0-1 0 0,1 0 1 0 0,-1 0 0 0 0,0 0 0 0 0,0 0-1 0 0,-3 1 2 0 0,1 1-1 0 0,-1-1 0 0 0,1 1 0 0 0,0-1 0 0 0,-1 1 1 0 0,1 0-1 0 0,0 0 0 0 0,-3 3 0 0 0,-2 1-38 0 0,1 1-1 0 0,0 0 0 0 0,0 0 0 0 0,0 1 0 0 0,-8 13 0 0 0,-6 23 130 0 0,20-42-139 0 0,2-2-11 0 0,0 1 0 0 0,-1-1 0 0 0,1 1 0 0 0,0-1 0 0 0,0 0 0 0 0,-1 1-1 0 0,1-1 1 0 0,0 0 0 0 0,0 0 0 0 0,-1 1 0 0 0,1-1 0 0 0,0 0 0 0 0,0 0 0 0 0,0 0 0 0 0,0 0 0 0 0,-1 0 0 0 0,1 0 0 0 0,0 0 0 0 0,0 0-1 0 0,0 0 1 0 0,-1-1 0 0 0,1 1 0 0 0,0 0 0 0 0,0 0 0 0 0,0-1 0 0 0,-1 1 0 0 0,1 0 0 0 0,0-1 0 0 0,-1 1 0 0 0,1-1 0 0 0,1 0 0 0 0,28-26-151 0 0,5-2-995 0 0,-30 28 993 0 0,-1 1 0 0 0,1 1 0 0 0,-1-1 0 0 0,0 0 0 0 0,1 1 0 0 0,-1 0 1 0 0,0 0-1 0 0,1 1 0 0 0,-1-1 0 0 0,0 1 0 0 0,0 0 0 0 0,0 0 1 0 0,5 3-1 0 0,20 7-314 0 0,-22-10 439 0 0,0-1 0 0 0,0-1 0 0 0,1 1 0 0 0,-1-1 0 0 0,0 0 0 0 0,1-1 0 0 0,-1 0 0 0 0,0 0 0 0 0,0 0 0 0 0,0-1 0 0 0,0 0 0 0 0,0-1 0 0 0,0 1 0 0 0,-1-1 0 0 0,1 0 0 0 0,-1-1 0 0 0,0 0 0 0 0,1 0 0 0 0,-2 0 0 0 0,1-1 0 0 0,-1 0 0 0 0,1 0 0 0 0,-1 0 0 0 0,6-9 0 0 0,0 0 162 0 0,-1-1-1 0 0,-1 0 0 0 0,-1 0 0 0 0,0-1 1 0 0,0 0-1 0 0,-2-1 0 0 0,0 1 0 0 0,-1-1 1 0 0,4-20-1 0 0,6-50 1402 0 0,-15 85-1288 0 0,0 3-254 0 0,0-1 1 0 0,0 1 0 0 0,0-1-1 0 0,0 1 1 0 0,-1 0 0 0 0,1-1 0 0 0,0 1-1 0 0,0-1 1 0 0,0 0 0 0 0,-1 1-1 0 0,1-1 1 0 0,0 1 0 0 0,0-1 0 0 0,-1 1-1 0 0,1-1 1 0 0,0 1 0 0 0,-1-1-1 0 0,1 0 1 0 0,0 1 0 0 0,-1-1 0 0 0,1 0-1 0 0,-1 1 1 0 0,1-1 0 0 0,-1 0 0 0 0,0 1-1 0 0,-12 13 45 0 0,8 3-49 0 0,0 0 0 0 0,1 0-1 0 0,0 0 1 0 0,2 1 0 0 0,0-1-1 0 0,1 1 1 0 0,1 0 0 0 0,2 26-1 0 0,1-33-123 0 0,0 0-1 0 0,1-1 1 0 0,0 1-1 0 0,0-1 0 0 0,1 0 1 0 0,1 0-1 0 0,-1-1 1 0 0,2 0-1 0 0,-1 0 1 0 0,1 0-1 0 0,1-1 0 0 0,-1 0 1 0 0,2 0-1 0 0,10 8 1 0 0,-18-15 108 0 0,0-1 1 0 0,-1 0 0 0 0,1 1-1 0 0,0-1 1 0 0,-1 1 0 0 0,1-1-1 0 0,-1 1 1 0 0,1-1 0 0 0,0 1-1 0 0,-1 0 1 0 0,1-1 0 0 0,-1 1-1 0 0,0-1 1 0 0,1 1 0 0 0,-1 0-1 0 0,1 0 1 0 0,-1-1-1 0 0,0 1 1 0 0,0 0 0 0 0,1 0-1 0 0,-1-1 1 0 0,0 1 0 0 0,0 0-1 0 0,0 0 1 0 0,0 0 0 0 0,0-1-1 0 0,0 1 1 0 0,0 0 0 0 0,0 0-1 0 0,0 0 1 0 0,0-1 0 0 0,-1 1-1 0 0,1 0 1 0 0,0 0 0 0 0,0-1-1 0 0,-1 1 1 0 0,1 0-1 0 0,0-1 1 0 0,-1 1 0 0 0,1 0-1 0 0,-1-1 1 0 0,1 1 0 0 0,-1 0-1 0 0,1-1 1 0 0,-1 1 0 0 0,0-1-1 0 0,1 1 1 0 0,-1-1 0 0 0,0 1-1 0 0,1-1 1 0 0,-1 0 0 0 0,0 1-1 0 0,1-1 1 0 0,-1 0 0 0 0,0 1-1 0 0,0-1 1 0 0,1 0 0 0 0,-1 0-1 0 0,-2 0 1 0 0,-47 10 59 0 0,45-9-4 0 0,0-1 0 0 0,-1 1 0 0 0,1-1 0 0 0,0-1 0 0 0,-1 1 0 0 0,1-1 0 0 0,0 0 0 0 0,0 0 0 0 0,0-1 0 0 0,0 1 0 0 0,0-1 0 0 0,0 0 0 0 0,0 0 0 0 0,0-1 0 0 0,1 0 0 0 0,-1 0 0 0 0,-6-5 0 0 0,10 7-303 0 0,8-13-1651 0 0,-2 7-2698 0 0,4-2 2183 0 0</inkml:trace>
</inkml:ink>
</file>

<file path=ppt/ink/ink4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6:41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10 808 0 0,'0'0'4556'0'0,"-1"-1"-4382"0"0,-1 0 1 0 0,1 0-1 0 0,0 0 0 0 0,0 0 1 0 0,0 1-1 0 0,0-1 1 0 0,-1 0-1 0 0,1 1 0 0 0,0-1 1 0 0,0 1-1 0 0,-1 0 1 0 0,1-1-1 0 0,0 1 0 0 0,-1 0 1 0 0,-1 0-1 0 0,-6 3 71 0 0,1 1 0 0 0,-1 0 0 0 0,1 0 0 0 0,1 1 0 0 0,-1 0 0 0 0,0 0 1 0 0,1 1-1 0 0,0 0 0 0 0,1 1 0 0 0,-1-1 0 0 0,1 1 0 0 0,1 0 0 0 0,-8 12 0 0 0,12-18-199 0 0,0 1-1 0 0,0-1 1 0 0,1 1 0 0 0,-1-1 0 0 0,0 1-1 0 0,1 0 1 0 0,-1-1 0 0 0,1 1-1 0 0,0 0 1 0 0,-1-1 0 0 0,1 1-1 0 0,0 0 1 0 0,0 0 0 0 0,1 2 0 0 0,-1-4-31 0 0,0 1 0 0 0,0-1 0 0 0,1 1 0 0 0,-1 0 1 0 0,0-1-1 0 0,1 1 0 0 0,-1-1 0 0 0,1 1 0 0 0,-1-1 1 0 0,1 1-1 0 0,-1-1 0 0 0,1 1 0 0 0,-1-1 0 0 0,1 0 1 0 0,-1 1-1 0 0,1-1 0 0 0,0 0 0 0 0,-1 1 0 0 0,1-1 1 0 0,-1 0-1 0 0,1 0 0 0 0,0 0 0 0 0,-1 1 1 0 0,1-1-1 0 0,0 0 0 0 0,7 0 30 0 0,0 0 1 0 0,0-1-1 0 0,0 0 1 0 0,-1 0-1 0 0,11-3 0 0 0,18-2 40 0 0,16 13-1354 0 0,-19 7-5624 0 0</inkml:trace>
</inkml:ink>
</file>

<file path=ppt/ink/ink4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6:50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457 20 416 0 0,'-2'-2'106'0'0,"-1"0"-1"0"0,1 0 1 0 0,0 1 0 0 0,-1-1-1 0 0,1 0 1 0 0,-1 1 0 0 0,1 0-1 0 0,-1 0 1 0 0,0 0 0 0 0,0 0-1 0 0,1 0 1 0 0,-1 0 0 0 0,0 0-1 0 0,0 1 1 0 0,0 0 0 0 0,0 0-1 0 0,0-1 1 0 0,0 2 0 0 0,0-1-1 0 0,0 0 1 0 0,0 0 0 0 0,1 1-1 0 0,-1 0 1 0 0,0 0 0 0 0,0 0-1 0 0,0 0 1 0 0,1 0 0 0 0,-5 3-1 0 0,-6 1 90 0 0,0 2 0 0 0,1 0 0 0 0,0 0 0 0 0,-18 15-1 0 0,5 1 73 0 0,1 1-1 0 0,1 1 1 0 0,1 2 0 0 0,1 0-1 0 0,1 1 1 0 0,2 0-1 0 0,-26 55 1 0 0,26-42-29 0 0,1 0 1 0 0,2 2 0 0 0,1 0 0 0 0,3 0 0 0 0,-8 61-1 0 0,18-84-153 0 0,0 1 0 0 0,1-1 0 0 0,1 1 0 0 0,1-1 0 0 0,1 1 0 0 0,1-1 0 0 0,1 0 0 0 0,0-1 0 0 0,2 1 0 0 0,0-1 0 0 0,1 0 0 0 0,1-1 0 0 0,0 0-1 0 0,2 0 1 0 0,0-1 0 0 0,22 26 0 0 0,-16-23-294 0 0,0-2 0 0 0,2 0 0 0 0,0-1 0 0 0,1-1 0 0 0,0 0-1 0 0,1-2 1 0 0,1-1 0 0 0,0 0 0 0 0,1-2 0 0 0,0 0 0 0 0,1-2 0 0 0,0 0-1 0 0,26 4 1 0 0,26 0-2265 0 0,3-6 189 0 0</inkml:trace>
</inkml:ink>
</file>

<file path=ppt/ink/ink4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6:54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543 57 76 0 0,'0'0'1870'0'0,"-15"-52"8020"0"0,13 51-9857 0 0,-1 1 1 0 0,1-1 0 0 0,-1 0-1 0 0,1 1 1 0 0,-1-1 0 0 0,1 1 0 0 0,-1 0-1 0 0,0-1 1 0 0,1 1 0 0 0,-1 1-1 0 0,1-1 1 0 0,-1 0 0 0 0,0 1-1 0 0,-2 0 1 0 0,-4 0-19 0 0,-8 0 4 0 0,-1 1 1 0 0,0 1 0 0 0,1 1-1 0 0,-1 0 1 0 0,1 1-1 0 0,0 1 1 0 0,-18 9-1 0 0,34-14-20 0 0,-1 0 0 0 0,0 1 0 0 0,0-1-1 0 0,1 1 1 0 0,-1 0 0 0 0,1-1-1 0 0,-1 1 1 0 0,1 0 0 0 0,0 0 0 0 0,0 0-1 0 0,0 0 1 0 0,0 0 0 0 0,0 0-1 0 0,0 0 1 0 0,0 1 0 0 0,1-1 0 0 0,-1 0-1 0 0,1 0 1 0 0,0 0 0 0 0,-1 1-1 0 0,1-1 1 0 0,0 0 0 0 0,0 0-1 0 0,1 1 1 0 0,-1-1 0 0 0,0 0 0 0 0,1 0-1 0 0,-1 1 1 0 0,1-1 0 0 0,1 3-1 0 0,2 6-29 0 0,0 0-1 0 0,1 1 0 0 0,12 20 0 0 0,4 0-78 0 0,-13-21 16 0 0,-1-1 0 0 0,0 1 1 0 0,0 1-1 0 0,-1-1 0 0 0,-1 1 0 0 0,0 0 0 0 0,-1 0 0 0 0,0 1 0 0 0,4 20 0 0 0,-9-29 95 0 0,1-1 0 0 0,-1 0 0 0 0,0 0-1 0 0,0 0 1 0 0,0 0 0 0 0,0 0 0 0 0,0 0-1 0 0,-1 0 1 0 0,1 0 0 0 0,-1 0 0 0 0,0-1-1 0 0,0 1 1 0 0,0-1 0 0 0,0 1-1 0 0,-1-1 1 0 0,1 0 0 0 0,0 0 0 0 0,-1 0-1 0 0,0 0 1 0 0,1 0 0 0 0,-1-1 0 0 0,0 1-1 0 0,0-1 1 0 0,0 0 0 0 0,0 1 0 0 0,0-1-1 0 0,0-1 1 0 0,0 1 0 0 0,-4 0 0 0 0,-7 2 135 0 0,0 0 0 0 0,-1-1 1 0 0,1-1-1 0 0,0 0 0 0 0,-19-2 0 0 0,15-1 44 0 0,0 0 0 0 0,0-2 0 0 0,0 0-1 0 0,0-1 1 0 0,0 0 0 0 0,1-2 0 0 0,0 0 0 0 0,0-1-1 0 0,1-1 1 0 0,0 0 0 0 0,1-1 0 0 0,-23-19-1 0 0,37 28-404 0 0,8 1-3944 0 0,1 0 3652 0 0,4 1-238 0 0,5 0-2952 0 0,4 0 839 0 0</inkml:trace>
</inkml:ink>
</file>

<file path=ppt/ink/ink4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6:56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144 240 220 0 0,'1'-1'551'0'0,"0"0"0"0"0,0-1 1 0 0,0 1-1 0 0,-1 0 0 0 0,1-1 0 0 0,-1 1 1 0 0,1-1-1 0 0,-1 1 0 0 0,1-1 0 0 0,-1 1 0 0 0,0-1 1 0 0,0 1-1 0 0,0-1 0 0 0,0 1 0 0 0,0-3 1 0 0,0 3-440 0 0,-1 1 0 0 0,1-1-1 0 0,-1 0 1 0 0,1 0 0 0 0,-1 1 0 0 0,1-1 0 0 0,-1 1 0 0 0,1-1 0 0 0,-1 0 0 0 0,0 1 0 0 0,1-1 0 0 0,-1 1 0 0 0,0-1 0 0 0,1 1 0 0 0,-1 0 0 0 0,0-1 0 0 0,0 1 0 0 0,0 0 0 0 0,1-1 0 0 0,-1 1 0 0 0,0 0 0 0 0,0 0 0 0 0,0 0 0 0 0,0 0 0 0 0,1 0 0 0 0,-1 0 0 0 0,0 0 0 0 0,0 0-1 0 0,-1 0 1 0 0,0 0 1 0 0,-1 2-12 0 0,-9 7-32 0 0,1-1 1 0 0,0 2 0 0 0,1-1-1 0 0,0 2 1 0 0,1-1 0 0 0,0 1-1 0 0,0 1 1 0 0,1 0-1 0 0,1 0 1 0 0,0 0 0 0 0,-10 25-1 0 0,17-36-63 0 0,-1 0-1 0 0,1 0 1 0 0,-1 0-1 0 0,1 0 1 0 0,-1 0-1 0 0,1 0 1 0 0,0 0-1 0 0,0 0 1 0 0,-1 0-1 0 0,1 0 1 0 0,0 0-1 0 0,0 0 1 0 0,0 0-1 0 0,0 0 1 0 0,0 0-1 0 0,0 0 1 0 0,1 1-1 0 0,-1-1 1 0 0,0 0-1 0 0,0 0 1 0 0,1 0-1 0 0,-1 0 1 0 0,1 0-1 0 0,-1 0 1 0 0,1 0-1 0 0,0 1 1 0 0,0-2-6 0 0,1 1-1 0 0,-1 0 1 0 0,0-1 0 0 0,1 0 0 0 0,-1 1 0 0 0,0-1 0 0 0,1 0 0 0 0,-1 1 0 0 0,0-1-1 0 0,1 0 1 0 0,-1 0 0 0 0,1 0 0 0 0,-1 0 0 0 0,0-1 0 0 0,1 1 0 0 0,-1 0 0 0 0,2-1-1 0 0,6-1-47 0 0,1-1-1 0 0,-1-1 1 0 0,0 0-1 0 0,12-6 1 0 0,15-15-224 0 0,-24 16 75 0 0,0 1 0 0 0,0 1 0 0 0,19-9 1 0 0,-27 15 133 0 0,-1 1 1 0 0,1 0-1 0 0,-1 1 0 0 0,0-1 1 0 0,1 1-1 0 0,-1-1 1 0 0,0 1-1 0 0,1 0 0 0 0,-1 0 1 0 0,0 0-1 0 0,0 1 1 0 0,0-1-1 0 0,0 1 0 0 0,0 0 1 0 0,0 0-1 0 0,3 2 1 0 0,20 9-325 0 0,-22-11 384 0 0,-1-1 0 0 0,1 0 0 0 0,0 0 0 0 0,0 0 0 0 0,0-1 0 0 0,0 1 0 0 0,0-1 0 0 0,0 0 0 0 0,-1 0 0 0 0,1 0 0 0 0,0-1 0 0 0,0 1 0 0 0,0-1 0 0 0,0 0 0 0 0,0 0 0 0 0,-1 0 0 0 0,1-1 0 0 0,0 1 0 0 0,-1-1-1 0 0,1 0 1 0 0,-1 0 0 0 0,0 0 0 0 0,0 0 0 0 0,1-1 0 0 0,4-5 0 0 0,7-7 204 0 0,-1 0-1 0 0,0-1 0 0 0,-1-1 1 0 0,0-1-1 0 0,-2 1 0 0 0,0-2 0 0 0,-1 0 1 0 0,0 0-1 0 0,-2-1 0 0 0,-1 0 1 0 0,8-28-1 0 0,-7-9 1443 0 0,-8 55-1113 0 0,-2-1-441 0 0,2 3-86 0 0,0 0 1 0 0,0 0-1 0 0,0-1 0 0 0,0 1 0 0 0,0 0 1 0 0,0 0-1 0 0,0-1 0 0 0,0 1 0 0 0,0 0 0 0 0,0 0 1 0 0,0 0-1 0 0,0-1 0 0 0,0 1 0 0 0,0 0 1 0 0,0 0-1 0 0,0 0 0 0 0,0-1 0 0 0,0 1 1 0 0,-1 0-1 0 0,1 0 0 0 0,0 0 0 0 0,0 0 0 0 0,0-1 1 0 0,0 1-1 0 0,0 0 0 0 0,-1 0 0 0 0,1 0 1 0 0,0 0-1 0 0,0 0 0 0 0,0 0 0 0 0,-1-1 1 0 0,1 1-1 0 0,0 0 0 0 0,0 0 0 0 0,0 0 1 0 0,-1 0-1 0 0,1 0 0 0 0,0 0 0 0 0,0 0 0 0 0,0 0 1 0 0,-1 0-1 0 0,1 0 0 0 0,0 0 0 0 0,0 0 1 0 0,0 0-1 0 0,-1 0 0 0 0,1 0 0 0 0,0 0 1 0 0,0 0-1 0 0,-1 0 0 0 0,1 1 0 0 0,0-1 0 0 0,-8 14 14 0 0,1 1-1 0 0,1-1 1 0 0,0 2-1 0 0,1-1 1 0 0,1 0-1 0 0,0 1 0 0 0,-2 20 1 0 0,5-30-48 0 0,1-1 0 0 0,-1 1 0 0 0,1-1 0 0 0,1 1 0 0 0,-1-1 1 0 0,1 1-1 0 0,0-1 0 0 0,0 1 0 0 0,0-1 0 0 0,1 1 0 0 0,0-1 0 0 0,0 0 1 0 0,0 0-1 0 0,1 0 0 0 0,-1 0 0 0 0,1 0 0 0 0,0-1 0 0 0,6 7 0 0 0,-3-5-20 0 0,0-1-1 0 0,1 0 0 0 0,0 0 1 0 0,0 0-1 0 0,0-1 0 0 0,1 0 0 0 0,0 0 1 0 0,-1-1-1 0 0,1 0 0 0 0,0 0 1 0 0,10 1-1 0 0,-12-2-97 0 0,1 0 0 0 0,0 0-1 0 0,-1 1 1 0 0,0-1 0 0 0,0 2 0 0 0,9 5 0 0 0,-14-9 120 0 0,0 1 1 0 0,0-1 0 0 0,0 1 0 0 0,0 0 0 0 0,0 0-1 0 0,-1-1 1 0 0,1 1 0 0 0,0 0 0 0 0,0 0 0 0 0,-1 0-1 0 0,1 0 1 0 0,-1 0 0 0 0,1 0 0 0 0,-1 0 0 0 0,1 0 0 0 0,-1 0-1 0 0,0 0 1 0 0,1 0 0 0 0,-1 0 0 0 0,0 0 0 0 0,0 0-1 0 0,0 1 1 0 0,0-1 0 0 0,0 0 0 0 0,0 0 0 0 0,0 0-1 0 0,0 0 1 0 0,0 0 0 0 0,-1 0 0 0 0,1 0 0 0 0,0 0-1 0 0,-1 0 1 0 0,1 0 0 0 0,-1 0 0 0 0,1 0 0 0 0,-1 0-1 0 0,1 0 1 0 0,-1 0 0 0 0,0 0 0 0 0,0 0 0 0 0,1 0-1 0 0,-1-1 1 0 0,0 1 0 0 0,0 0 0 0 0,0-1 0 0 0,0 1-1 0 0,0 0 1 0 0,0-1 0 0 0,-1 1 0 0 0,-13 10-95 0 0,0-2 0 0 0,0 1 0 0 0,-1-2 0 0 0,-25 10 0 0 0,8-8 212 0 0,32-10-83 0 0,0 0-1 0 0,1 0 1 0 0,-1 1 0 0 0,0-1-1 0 0,0 0 1 0 0,1 0 0 0 0,-1 0 0 0 0,0 0-1 0 0,0 0 1 0 0,0 0 0 0 0,1 0 0 0 0,-1 0-1 0 0,0-1 1 0 0,0 1 0 0 0,1 0 0 0 0,-1 0-1 0 0,0-1 1 0 0,0 1 0 0 0,1 0 0 0 0,-1-1-1 0 0,0 1 1 0 0,1-1 0 0 0,-1 1 0 0 0,0-1-1 0 0,1 1 1 0 0,-1-1 0 0 0,1 1 0 0 0,-1-1-1 0 0,1 1 1 0 0,-1-1 0 0 0,1 0 0 0 0,0 1-1 0 0,-1-2 1 0 0,0 0-16 0 0,5-1-49 0 0,12-7-53 0 0,1 1 0 0 0,0 1 1 0 0,1 0-1 0 0,0 2 0 0 0,0 0 1 0 0,1 0-1 0 0,0 2 0 0 0,20-2 0 0 0,-7 0-79 0 0,61-21 0 0 0,-81 22 168 0 0,9-2-2 0 0,0-2-1 0 0,0-1 1 0 0,35-22 0 0 0,-53 29 98 0 0,-2 3-35 0 0,1-1-1 0 0,-1 0 1 0 0,1 0-1 0 0,-1 0 0 0 0,0 0 1 0 0,1 0-1 0 0,-1-1 0 0 0,0 1 1 0 0,0 0-1 0 0,0-1 0 0 0,0 1 1 0 0,0 0-1 0 0,0-1 0 0 0,0 1 1 0 0,0-1-1 0 0,-1 0 0 0 0,1 1 1 0 0,0-1-1 0 0,0-3 0 0 0,-1 4 215 0 0,-5-4-65 0 0,4 4-167 0 0,1 0 1 0 0,-1 0-1 0 0,0 0 1 0 0,0 0-1 0 0,0 0 1 0 0,0 0-1 0 0,0 0 1 0 0,0 1-1 0 0,0-1 1 0 0,0 0 0 0 0,0 1-1 0 0,0-1 1 0 0,0 0-1 0 0,-1 1 1 0 0,-1-1-1 0 0,0 1 30 0 0,1 0-1 0 0,0 0 1 0 0,-1 0 0 0 0,1 0-1 0 0,-1 0 1 0 0,1 1 0 0 0,0-1-1 0 0,-1 1 1 0 0,1 0-1 0 0,0-1 1 0 0,0 1 0 0 0,-1 0-1 0 0,1 1 1 0 0,0-1 0 0 0,0 0-1 0 0,0 0 1 0 0,0 1-1 0 0,-2 2 1 0 0,3-3-37 0 0,0 0 0 0 0,0 1 0 0 0,1-1 1 0 0,-1 0-1 0 0,0 0 0 0 0,1 0 0 0 0,-1 0 0 0 0,1 0 0 0 0,0 1 0 0 0,-1-1 1 0 0,1 0-1 0 0,0 0 0 0 0,0 1 0 0 0,0-1 0 0 0,0 0 0 0 0,0 0 0 0 0,0 1 0 0 0,0-1 1 0 0,0 0-1 0 0,0 0 0 0 0,1 1 0 0 0,-1-1 0 0 0,0 0 0 0 0,1 0 0 0 0,-1 1 0 0 0,1-1 1 0 0,0 0-1 0 0,-1 0 0 0 0,1 0 0 0 0,0 0 0 0 0,-1 0 0 0 0,1 0 0 0 0,0 0 0 0 0,0 0 1 0 0,0 0-1 0 0,0-1 0 0 0,0 1 0 0 0,0 0 0 0 0,2 0 0 0 0,3 4-287 0 0,0 0 1 0 0,1-1-1 0 0,0 0 0 0 0,0-1 0 0 0,1 1 0 0 0,-1-1 0 0 0,14 3 1 0 0,29 2-5189 0 0,-21-7 2333 0 0</inkml:trace>
</inkml:ink>
</file>

<file path=ppt/ink/ink4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6:59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316 53 656 0 0,'4'-9'1936'0'0,"-3"8"-1705"0"0,0 0 0 0 0,0 0-1 0 0,0 0 1 0 0,-1-1 0 0 0,1 1-1 0 0,-1 0 1 0 0,1 0 0 0 0,-1-1 0 0 0,1 1-1 0 0,-1 0 1 0 0,0-1 0 0 0,1 1-1 0 0,-1-1 1 0 0,0 1 0 0 0,0 0-1 0 0,0-1 1 0 0,0 1 0 0 0,0 0-1 0 0,-1-1 1 0 0,1 1 0 0 0,0-1-1 0 0,-1 1 1 0 0,1 0 0 0 0,-1 0-1 0 0,1-1 1 0 0,-1 1 0 0 0,0 0 0 0 0,1 0-1 0 0,-3-3 1 0 0,2 3 234 0 0,-3 0-389 0 0,-1 1 1 0 0,1-1-1 0 0,-1 1 1 0 0,1 1 0 0 0,-1-1-1 0 0,1 1 1 0 0,-1-1-1 0 0,1 1 1 0 0,-7 3 0 0 0,-10 3-6 0 0,1 0 0 0 0,1 2 0 0 0,-1 0 0 0 0,1 1 0 0 0,1 1 0 0 0,0 1 0 0 0,1 0 1 0 0,0 1-1 0 0,1 1 0 0 0,0 1 0 0 0,-24 29 0 0 0,37-40-63 0 0,0 0 0 0 0,0 1 0 0 0,0 0 0 0 0,1-1 0 0 0,0 1 0 0 0,0 0 0 0 0,0 0 0 0 0,0 0 0 0 0,1 0 0 0 0,-1 1 0 0 0,2-1 0 0 0,-1 0 0 0 0,0 1 0 0 0,1-1 0 0 0,0 0-1 0 0,0 1 1 0 0,1-1 0 0 0,-1 1 0 0 0,1-1 0 0 0,0 0 0 0 0,1 0 0 0 0,-1 0 0 0 0,1 0 0 0 0,0 0 0 0 0,1 0 0 0 0,-1 0 0 0 0,1 0 0 0 0,0-1 0 0 0,0 1 0 0 0,4 4 0 0 0,1-1 10 0 0,-1 0 0 0 0,1-1 1 0 0,1 0-1 0 0,0 0 0 0 0,-1-1 0 0 0,2 0 1 0 0,-1-1-1 0 0,1 0 0 0 0,0-1 0 0 0,0 1 1 0 0,0-2-1 0 0,0 0 0 0 0,1 0 1 0 0,12 2-1 0 0,-6-4 1 0 0,0 1 0 0 0,0-2 0 0 0,0 0 1 0 0,-1-1-1 0 0,1-1 0 0 0,0 0 0 0 0,-1-1 1 0 0,1-1-1 0 0,-1-1 0 0 0,0 0 0 0 0,24-12 0 0 0,-17 5 0 0 0,-2-1-1 0 0,1 0 0 0 0,-2-2 1 0 0,0 0-1 0 0,-1-1 0 0 0,0-1 1 0 0,17-22-1 0 0,-9-4-168 0 0,-26 42 98 0 0,-4 6-563 0 0,2-3 559 0 0,-1 1 0 0 0,1 0 0 0 0,0 0 0 0 0,0-1 0 0 0,0 1 0 0 0,0 0 0 0 0,1 0 0 0 0,-1 0 0 0 0,1 0 0 0 0,0 0 0 0 0,0 0 0 0 0,0 0 0 0 0,0 0 0 0 0,0 0 0 0 0,1 0 0 0 0,-1 0 0 0 0,1 0 0 0 0,0-1 0 0 0,0 1 0 0 0,0 0 0 0 0,0 0 0 0 0,0-1 0 0 0,1 1 0 0 0,-1 0 0 0 0,1-1 0 0 0,0 0 0 0 0,-1 1 0 0 0,1-1 0 0 0,4 4 0 0 0,0-2-17 0 0,-1-1 1 0 0,1 0 0 0 0,0 0 0 0 0,0 0 0 0 0,0 0 0 0 0,0-1 0 0 0,0 0 0 0 0,0 0 0 0 0,1-1-1 0 0,12 2 1 0 0,-16-3 87 0 0,1 1 1 0 0,0-1-1 0 0,-1 0 0 0 0,1 0 0 0 0,-1-1 0 0 0,1 1 0 0 0,-1-1 0 0 0,1 1 0 0 0,-1-1 0 0 0,1 0 1 0 0,-1-1-1 0 0,1 1 0 0 0,-1 0 0 0 0,0-1 0 0 0,0 0 0 0 0,0 0 0 0 0,0 0 0 0 0,0 0 0 0 0,0 0 0 0 0,4-5 1 0 0,-7 7-5 0 0,0-1 1 0 0,0 1-1 0 0,1-1 1 0 0,-1 1 0 0 0,0-1-1 0 0,0 0 1 0 0,0 1 0 0 0,0-1-1 0 0,0 1 1 0 0,0-1 0 0 0,0 0-1 0 0,0 1 1 0 0,0-1 0 0 0,0 0-1 0 0,0 1 1 0 0,0-1-1 0 0,0 1 1 0 0,0-1 0 0 0,-1 1-1 0 0,1-1 1 0 0,0 0 0 0 0,0 1-1 0 0,-1-1 1 0 0,1 1 0 0 0,0-1-1 0 0,-1 1 1 0 0,1-1 0 0 0,-1 1-1 0 0,1-1 1 0 0,0 1 0 0 0,-1 0-1 0 0,0-1 1 0 0,-18-13 138 0 0,10 9-158 0 0,0 1 0 0 0,-1 1-1 0 0,1-1 1 0 0,-1 1 0 0 0,0 1 0 0 0,0 0-1 0 0,0 0 1 0 0,0 1 0 0 0,0 1-1 0 0,0-1 1 0 0,-13 3 0 0 0,2 7-1447 0 0,12-2-3130 0 0</inkml:trace>
</inkml:ink>
</file>

<file path=ppt/ink/ink4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7:00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44 468 0 0,'0'0'4966'0'0,"15"6"-3473"0"0,-12-1-1334 0 0,-1 0-1 0 0,0 1 0 0 0,0-1 0 0 0,0 0 0 0 0,-1 1 1 0 0,0 0-1 0 0,0-1 0 0 0,-1 1 0 0 0,1-1 1 0 0,-1 1-1 0 0,0 0 0 0 0,-2 11 0 0 0,1-16-137 0 0,1 1 0 0 0,0 0 0 0 0,-1 0 0 0 0,1 0 0 0 0,-1-1 0 0 0,1 1 0 0 0,-1 0 0 0 0,0-1 0 0 0,0 1 0 0 0,0 0 0 0 0,0-1 0 0 0,0 1 0 0 0,0-1 0 0 0,-2 2 1 0 0,3-2 40 0 0,-2 0-5 0 0,1 1 0 0 0,0 0 1 0 0,-1 0-1 0 0,1-1 0 0 0,-1 1 1 0 0,0-1-1 0 0,1 1 1 0 0,-1-1-1 0 0,0 0 0 0 0,0 0 1 0 0,0 1-1 0 0,-3 0 1 0 0,4-3-53 0 0,0-1 1 0 0,0 1-1 0 0,0 0 1 0 0,1 0-1 0 0,-1-1 1 0 0,0 1-1 0 0,1-1 1 0 0,-1 1-1 0 0,1-1 1 0 0,-1 1-1 0 0,1-1 1 0 0,0 1-1 0 0,0-1 1 0 0,-1 1-1 0 0,1-1 1 0 0,0 1-1 0 0,0-1 1 0 0,1 1-1 0 0,-1-1 1 0 0,0 1-1 0 0,0-1 1 0 0,1 1-1 0 0,-1-1 1 0 0,1 1-1 0 0,0-2 1 0 0,2-2-11 0 0,-1 0 0 0 0,1 0 1 0 0,0 0-1 0 0,1 1 1 0 0,-1-1-1 0 0,1 1 1 0 0,6-5-1 0 0,-2 0-31 0 0,2 1 0 0 0,-1 1 0 0 0,1 0 0 0 0,1 0 0 0 0,-1 1 0 0 0,19-8 0 0 0,-25 13 21 0 0,1 0 0 0 0,0 1 1 0 0,-1-1-1 0 0,1 1 0 0 0,0 0 0 0 0,-1 0 1 0 0,1 0-1 0 0,0 1 0 0 0,-1-1 1 0 0,1 1-1 0 0,-1 0 0 0 0,1 1 1 0 0,-1-1-1 0 0,1 1 0 0 0,-1 0 1 0 0,0 0-1 0 0,0 0 0 0 0,0 0 0 0 0,0 1 1 0 0,0 0-1 0 0,-1 0 0 0 0,1 0 1 0 0,-1 0-1 0 0,1 0 0 0 0,-1 1 1 0 0,0 0-1 0 0,-1-1 0 0 0,1 1 1 0 0,-1 0-1 0 0,3 6 0 0 0,-4-8 10 0 0,6 13 1144 0 0,0-25-1116 0 0,0-3 34 0 0,1 0 0 0 0,1 1 0 0 0,12-14 0 0 0,-14 19-41 0 0,22-20 12 0 0,-29 27-35 0 0,1-1 0 0 0,0 0 0 0 0,0 0 0 0 0,0 0 0 0 0,-1 1-1 0 0,1-1 1 0 0,0 0 0 0 0,0 1 0 0 0,0-1 0 0 0,0 1 0 0 0,0-1 0 0 0,0 1-1 0 0,0 0 1 0 0,0-1 0 0 0,0 1 0 0 0,0 0 0 0 0,1 0 0 0 0,-1-1 0 0 0,0 1-1 0 0,0 0 1 0 0,0 0 0 0 0,2 1 0 0 0,36 38-78 0 0,-34-32 77 0 0,0-1-1 0 0,0 0 1 0 0,1 0 0 0 0,0-1-1 0 0,0 0 1 0 0,1 0 0 0 0,-1 0-1 0 0,1-1 1 0 0,0 1-1 0 0,0-2 1 0 0,0 1 0 0 0,1-1-1 0 0,13 4 1 0 0,-13-5 9 0 0,0-1 0 0 0,0 0 1 0 0,0 0-1 0 0,-1-1 0 0 0,1 1 0 0 0,0-2 1 0 0,0 1-1 0 0,0-1 0 0 0,0-1 0 0 0,0 1 0 0 0,-1-1 1 0 0,1-1-1 0 0,-1 1 0 0 0,1-1 0 0 0,-1-1 1 0 0,0 1-1 0 0,0-1 0 0 0,-1 0 0 0 0,1-1 0 0 0,-1 1 1 0 0,0-1-1 0 0,0-1 0 0 0,7-7 0 0 0,-12 12 14 0 0,-1 1-1 0 0,1-1 1 0 0,-1 0-1 0 0,1 0 1 0 0,0 0-1 0 0,-1 0 1 0 0,0 1-1 0 0,1-1 1 0 0,-1 0-1 0 0,1 0 1 0 0,-1 0-1 0 0,0 0 0 0 0,0 0 1 0 0,1 0-1 0 0,-1 0 1 0 0,0 0-1 0 0,0 0 1 0 0,0 0-1 0 0,0 0 1 0 0,0 0-1 0 0,-1 0 1 0 0,1 0-1 0 0,0 0 1 0 0,0 0-1 0 0,-1 0 1 0 0,1 0-1 0 0,0 0 1 0 0,-1 0-1 0 0,1 0 1 0 0,-1 1-1 0 0,1-1 1 0 0,-1 0-1 0 0,1 0 0 0 0,-1 0 1 0 0,0 1-1 0 0,1-1 1 0 0,-1 0-1 0 0,0 1 1 0 0,0-1-1 0 0,0 0 1 0 0,1 1-1 0 0,-1-1 1 0 0,0 1-1 0 0,-2-1 1 0 0,1 0 32 0 0,-2 2-18 0 0,0 0 0 0 0,1 0 1 0 0,-1 1-1 0 0,0 0 0 0 0,1-1 0 0 0,-1 1 1 0 0,1 1-1 0 0,0-1 0 0 0,0 0 0 0 0,-3 4 0 0 0,5-4-48 0 0,0 0-1 0 0,0 0 1 0 0,0 1-1 0 0,0-1 1 0 0,1 0-1 0 0,-1 1 0 0 0,1-1 1 0 0,0 0-1 0 0,0 1 1 0 0,0-1-1 0 0,0 1 1 0 0,0-1-1 0 0,0 0 0 0 0,1 1 1 0 0,-1-1-1 0 0,1 0 1 0 0,0 1-1 0 0,0-1 0 0 0,-1 0 1 0 0,1 0-1 0 0,1 0 1 0 0,-1 1-1 0 0,0-1 1 0 0,2 2-1 0 0,1 0-557 0 0,-1 0 0 0 0,1 0 1 0 0,0 0-1 0 0,0-1 0 0 0,1 1 0 0 0,-1-1 0 0 0,1 0 0 0 0,-1 0 0 0 0,1-1 1 0 0,9 4-1 0 0,10 1-2115 0 0</inkml:trace>
</inkml:ink>
</file>

<file path=ppt/ink/ink4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7:00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221 123 812 0 0,'-3'-9'770'0'0,"0"-1"-1"0"0,-1 1 1 0 0,0 0-1 0 0,-1 0 1 0 0,0 0-1 0 0,0 1 1 0 0,0 0 0 0 0,-1 0-1 0 0,-1 0 1 0 0,1 0-1 0 0,-1 1 1 0 0,-12-10-1 0 0,17 17-723 0 0,1-1-1 0 0,0 0 0 0 0,0 1 1 0 0,-1 0-1 0 0,1-1 1 0 0,0 1-1 0 0,0 0 0 0 0,-1-1 1 0 0,1 1-1 0 0,0 0 1 0 0,-1 0-1 0 0,1 0 0 0 0,0 0 1 0 0,-1 1-1 0 0,1-1 0 0 0,0 0 1 0 0,-1 0-1 0 0,1 1 1 0 0,0-1-1 0 0,-1 1 0 0 0,1-1 1 0 0,0 1-1 0 0,0-1 0 0 0,0 1 1 0 0,0 0-1 0 0,-1 0 1 0 0,1 0-1 0 0,0-1 0 0 0,0 1 1 0 0,1 0-1 0 0,-1 0 1 0 0,0 0-1 0 0,-1 3 0 0 0,-24 36 268 0 0,12-6-179 0 0,1 0-1 0 0,2 1 1 0 0,1 0-1 0 0,2 1 1 0 0,1 1-1 0 0,2-1 1 0 0,1 1-1 0 0,2-1 1 0 0,2 1-1 0 0,1 0 1 0 0,7 37-1 0 0,28 178 486 0 0,-36-250-674 0 0,0 0-427 0 0,0 4 887 0 0,-24-20-9700 0 0,14 2 6221 0 0</inkml:trace>
</inkml:ink>
</file>

<file path=ppt/ink/ink4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7:01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69 596 0 0,'7'-5'692'0'0,"4"0"-56"0"0,-1-4-64 0 0,4 2-72 0 0,2 2-104 0 0,0 0-108 0 0,2 0-156 0 0,2-1-132 0 0,4-1-140 0 0,1 4-128 0 0,-5-1-304 0 0,-2-1-608 0 0,0 2 268 0 0</inkml:trace>
</inkml:ink>
</file>

<file path=ppt/ink/ink4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7:02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0 562 64 0 0,'0'0'2653'0'0,"34"5"-513"0"0,-21-8-1863 0 0,-1 0 1 0 0,1-1-1 0 0,-1-1 0 0 0,-1 0 0 0 0,1 0 1 0 0,16-11-1 0 0,-22 12-119 0 0,0-1 0 0 0,0 1 1 0 0,0-1-1 0 0,0 0 0 0 0,-1 0 0 0 0,0-1 0 0 0,0 1 0 0 0,0-1 0 0 0,-1 0 1 0 0,0-1-1 0 0,0 1 0 0 0,5-13 0 0 0,-8 18-147 0 0,-1 0 1 0 0,1 0-1 0 0,-1 0 0 0 0,0 0 1 0 0,0 0-1 0 0,1 0 0 0 0,-1 0 1 0 0,0 0-1 0 0,0 0 0 0 0,0 0 1 0 0,0 0-1 0 0,0 0 0 0 0,0 0 1 0 0,-1 0-1 0 0,1 0 0 0 0,0 0 1 0 0,0 0-1 0 0,-1 0 0 0 0,1 0 1 0 0,-1 0-1 0 0,1 0 0 0 0,-1 0 1 0 0,1 0-1 0 0,-1 0 0 0 0,1 0 1 0 0,-1 0-1 0 0,0 1 0 0 0,0-1 1 0 0,1 0-1 0 0,-1 0 0 0 0,0 1 1 0 0,0-1-1 0 0,0 0 0 0 0,0 1 1 0 0,0-1-1 0 0,0 1 0 0 0,0 0 1 0 0,0-1-1 0 0,0 1 0 0 0,0 0 1 0 0,0-1-1 0 0,0 1 0 0 0,0 0 1 0 0,0 0-1 0 0,0 0 0 0 0,0 0 1 0 0,0 0-1 0 0,-1 0 0 0 0,-3 0 9 0 0,0 0-1 0 0,0 0 1 0 0,1 0-1 0 0,-1 1 1 0 0,0-1-1 0 0,0 1 0 0 0,1 1 1 0 0,-9 2-1 0 0,9-2-18 0 0,1 0-1 0 0,0 0 1 0 0,0 0 0 0 0,0 0-1 0 0,0 1 1 0 0,0 0-1 0 0,0-1 1 0 0,1 1-1 0 0,-1 0 1 0 0,1 0 0 0 0,0 0-1 0 0,0 0 1 0 0,0 1-1 0 0,1-1 1 0 0,-1 1 0 0 0,1-1-1 0 0,-1 1 1 0 0,1-1-1 0 0,0 1 1 0 0,1 0-1 0 0,-1 0 1 0 0,1-1 0 0 0,-1 1-1 0 0,1 7 1 0 0,1-8 3 0 0,-1 0 1 0 0,0 0-1 0 0,1 0 0 0 0,0 0 1 0 0,0 0-1 0 0,0 0 1 0 0,0 0-1 0 0,0 0 1 0 0,1-1-1 0 0,-1 1 0 0 0,1 0 1 0 0,0-1-1 0 0,-1 1 1 0 0,1-1-1 0 0,0 1 1 0 0,1-1-1 0 0,-1 0 0 0 0,0 0 1 0 0,1 0-1 0 0,-1 0 1 0 0,1-1-1 0 0,-1 1 1 0 0,1-1-1 0 0,0 1 0 0 0,0-1 1 0 0,0 0-1 0 0,0 0 1 0 0,0 0-1 0 0,5 0 1 0 0,4 1-17 0 0,0-1 0 0 0,0 0 0 0 0,0-1 0 0 0,0-1 0 0 0,1 0 0 0 0,-1 0 1 0 0,0-1-1 0 0,0-1 0 0 0,-1 0 0 0 0,17-7 0 0 0,-11 3 1 0 0,0-1-1 0 0,0-1 1 0 0,-1-1 0 0 0,0-1 0 0 0,-1 0-1 0 0,17-15 1 0 0,-8 3 132 0 0,-2 0 1 0 0,-1-2-1 0 0,-1 0 0 0 0,-1-1 1 0 0,-1-1-1 0 0,-1-1 1 0 0,20-46-1 0 0,-30 58 19 0 0,-2 6 66 0 0,0-1 1 0 0,0 0-1 0 0,-1 0 0 0 0,-1-1 1 0 0,0 1-1 0 0,0-1 1 0 0,-1 1-1 0 0,-1-1 1 0 0,0 0-1 0 0,0 0 0 0 0,-2-19 1 0 0,0 28-153 0 0,1 0 0 0 0,0 0 1 0 0,-1 0-1 0 0,0 0 0 0 0,0 0 1 0 0,0 0-1 0 0,0 0 0 0 0,0 0 0 0 0,-1 1 1 0 0,1-1-1 0 0,-1 0 0 0 0,1 1 1 0 0,-4-4-1 0 0,4 5 31 0 0,-3 3-47 0 0,-2 4-29 0 0,0 1 1 0 0,0-1-1 0 0,1 1 0 0 0,0 0 0 0 0,0 0 1 0 0,1 0-1 0 0,-1 1 0 0 0,2 0 0 0 0,-1 0 0 0 0,1 0 1 0 0,0 0-1 0 0,-2 13 0 0 0,-1 4-9 0 0,1 0 0 0 0,1 0 1 0 0,-1 30-1 0 0,4-33-1 0 0,2-1 0 0 0,0 0 0 0 0,1 0 0 0 0,5 23 1 0 0,-5-34-27 0 0,1 0 1 0 0,1 0 0 0 0,-1-1 0 0 0,1 1 0 0 0,1-1 0 0 0,0 0 0 0 0,0 0-1 0 0,1-1 1 0 0,0 1 0 0 0,11 11 0 0 0,-14-18 19 0 0,0 1 0 0 0,1-1 0 0 0,-1 0 0 0 0,1 0 0 0 0,-1 0 1 0 0,1-1-1 0 0,0 1 0 0 0,0-1 0 0 0,0 0 0 0 0,0 0 0 0 0,0 0 0 0 0,0-1 0 0 0,0 1 0 0 0,0-1 1 0 0,0 0-1 0 0,0 0 0 0 0,0 0 0 0 0,0-1 0 0 0,0 1 0 0 0,0-1 0 0 0,0 0 0 0 0,5-2 1 0 0,3 0 0 0 0,-2-1 0 0 0,1-1 0 0 0,0 1 0 0 0,-1-1 0 0 0,0-1 0 0 0,16-12 1 0 0,-9 4-5 0 0,0-2 0 0 0,-2 0 0 0 0,0-1 1 0 0,0 0-1 0 0,-2-1 0 0 0,0-1 0 0 0,11-22 0 0 0,-7 8 124 0 0,-2 0 0 0 0,-1-1-1 0 0,15-58 1 0 0,-23 54 1396 0 0,-6 38-1496 0 0,0 0-1 0 0,0 0 1 0 0,0 0 0 0 0,0 0-1 0 0,0 0 1 0 0,0 0 0 0 0,-1 0-1 0 0,1 0 1 0 0,0 0 0 0 0,0 0-1 0 0,0 0 1 0 0,0 0 0 0 0,0 0-1 0 0,0 0 1 0 0,0 0-1 0 0,0 0 1 0 0,0 0 0 0 0,-1 0-1 0 0,1 0 1 0 0,0 0 0 0 0,0 0-1 0 0,0 0 1 0 0,0 0 0 0 0,0 0-1 0 0,0 0 1 0 0,0 0-1 0 0,0 0 1 0 0,0 0 0 0 0,-1 0-1 0 0,1 0 1 0 0,0 0 0 0 0,0 0-1 0 0,0 0 1 0 0,0 0 0 0 0,0 0-1 0 0,0 0 1 0 0,0 0-1 0 0,0-1 1 0 0,0 1 0 0 0,0 0-1 0 0,0 0 1 0 0,0 0 0 0 0,0 0-1 0 0,0 0 1 0 0,0 0 0 0 0,-1 0-1 0 0,1 0 1 0 0,0 0 0 0 0,0 0-1 0 0,0-1 1 0 0,0 1-1 0 0,0 0 1 0 0,0 0 0 0 0,0 0-1 0 0,0 0 1 0 0,0 0 0 0 0,0 0-1 0 0,0 0 1 0 0,0 0 0 0 0,1-1-1 0 0,-1 1 1 0 0,0 0-1 0 0,0 0 1 0 0,0 0 0 0 0,0 0-1 0 0,0 0 1 0 0,0 0 0 0 0,0 0-1 0 0,-10 18 102 0 0,0 11-31 0 0,0 1-1 0 0,2 0 1 0 0,2 1 0 0 0,-5 46 0 0 0,1-7-46 0 0,2-21-689 0 0,-13 64-1368 0 0,17-98 193 0 0,-1-1 0 0 0,0 0 0 0 0,-8 14 0 0 0,0-3-2138 0 0</inkml:trace>
</inkml:ink>
</file>

<file path=ppt/ink/ink4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7:04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 14369 0 0,'0'0'8625'0'0,"1"-6"-9114"0"0,2-20-313 0 0,-3 26 551 0 0,1-1 0 0 0,-1 0 0 0 0,0 1 0 0 0,1-1-1 0 0,-1 1 1 0 0,1-1 0 0 0,-1 1 0 0 0,1-1 0 0 0,-1 1 0 0 0,1-1-1 0 0,0 1 1 0 0,-1-1 0 0 0,1 1 0 0 0,0-1 0 0 0,-1 1 0 0 0,1 0-1 0 0,0 0 1 0 0,-1-1 0 0 0,1 1 0 0 0,0 0 0 0 0,0 0 0 0 0,-1 0-1 0 0,1 0 1 0 0,0 0 0 0 0,1 0 0 0 0,11 0-5473 0 0</inkml:trace>
</inkml:ink>
</file>

<file path=ppt/ink/ink4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5:32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42 20 0 0,'0'0'635'0'0,"-1"-15"2824"0"0,-4-5 294 0 0,2 14-330 0 0,-14 30-3562 0 0,1 1 224 0 0,1 1-1 0 0,2 1 1 0 0,0 0 0 0 0,2 0-1 0 0,1 1 1 0 0,-8 35 0 0 0,16-24 44 0 0,2-37-119 0 0,0-1-1 0 0,0 1 0 0 0,1 0 1 0 0,-1 0-1 0 0,0 0 0 0 0,1-1 1 0 0,-1 1-1 0 0,1 0 1 0 0,0-1-1 0 0,0 1 0 0 0,-1-1 1 0 0,1 1-1 0 0,0-1 0 0 0,0 1 1 0 0,0-1-1 0 0,1 1 0 0 0,-1-1 1 0 0,3 2-1 0 0,-2-2 2 0 0,1 0 0 0 0,-1 0 1 0 0,0-1-1 0 0,1 1 0 0 0,-1-1 0 0 0,1 0 0 0 0,-1 0 1 0 0,1 0-1 0 0,-1 0 0 0 0,1 0 0 0 0,-1-1 0 0 0,1 1 0 0 0,-1-1 1 0 0,5-1-1 0 0,36-14 42 0 0,-32 12-25 0 0,116-64 219 0 0,-126 67-293 0 0,64 8-285 0 0,-55-4 328 0 0,-1-2 0 0 0,1 1 0 0 0,-1-1 1 0 0,1-1-1 0 0,0 0 0 0 0,0 0 1 0 0,-1-1-1 0 0,1 0 0 0 0,-1-1 0 0 0,12-2 1 0 0,-12 1 48 0 0,0-1 1 0 0,-1 0-1 0 0,1 0 0 0 0,-1-1 1 0 0,0 1-1 0 0,0-2 0 0 0,0 1 1 0 0,9-10-1 0 0,-14 11 12 0 0,1 0 1 0 0,-1 0-1 0 0,0 0 1 0 0,0-1-1 0 0,0 1 1 0 0,-1-1-1 0 0,1 1 1 0 0,-1-1-1 0 0,0 0 0 0 0,-1 0 1 0 0,1 0-1 0 0,-1 0 1 0 0,0-1-1 0 0,0 1 1 0 0,-1 0-1 0 0,0-7 1 0 0,0 10-6 0 0,-13-31 82 0 0,8 18-3184 0 0,4 13 2166 0 0</inkml:trace>
</inkml:ink>
</file>

<file path=ppt/ink/ink4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5:34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0 311 564 0 0,'0'0'3123'0'0,"17"8"-2062"0"0,-6-7-756 0 0,0 0-1 0 0,0-1 0 0 0,1 0 0 0 0,-1-1 0 0 0,0 0 0 0 0,0-1 0 0 0,0 0 1 0 0,0-1-1 0 0,0 0 0 0 0,0-1 0 0 0,12-6 0 0 0,-23 10-289 0 0,1-1 0 0 0,-1 0-1 0 0,1 1 1 0 0,-1-1 0 0 0,1 0-1 0 0,-1 1 1 0 0,1-1 0 0 0,-1 0 0 0 0,0 0-1 0 0,0 1 1 0 0,1-1 0 0 0,-1 0-1 0 0,0 0 1 0 0,0 1 0 0 0,0-1-1 0 0,0 0 1 0 0,0 0 0 0 0,0 0 0 0 0,0 1-1 0 0,0-1 1 0 0,0 0 0 0 0,0 0-1 0 0,0 0 1 0 0,0 1 0 0 0,0-1 0 0 0,-1 0-1 0 0,1 0 1 0 0,0 1 0 0 0,-1-1-1 0 0,1 0 1 0 0,-1 0 0 0 0,1 1 0 0 0,-1-1-1 0 0,1 1 1 0 0,-1-1 0 0 0,1 0-1 0 0,-1 1 1 0 0,1-1 0 0 0,-1 1 0 0 0,0-1-1 0 0,1 1 1 0 0,-1-1 0 0 0,0 1-1 0 0,1 0 1 0 0,-1-1 0 0 0,0 1 0 0 0,0 0-1 0 0,0 0 1 0 0,1-1 0 0 0,-1 1-1 0 0,0 0 1 0 0,0 0 0 0 0,0 0 0 0 0,1 0-1 0 0,-1 0 1 0 0,0 0 0 0 0,0 0-1 0 0,0 0 1 0 0,1 1 0 0 0,-2-1 0 0 0,-1 1-14 0 0,0-1-1 0 0,0 0 0 0 0,-1 0 0 0 0,1 1 0 0 0,0-1 1 0 0,0 1-1 0 0,0 0 0 0 0,0 0 0 0 0,0 0 0 0 0,0 1 0 0 0,0-1 0 0 0,0 1 1 0 0,0-1-1 0 0,0 1 0 0 0,1 0 0 0 0,-1 0 0 0 0,1 0 0 0 0,-1 1 0 0 0,1-1 1 0 0,0 1-1 0 0,0-1 0 0 0,0 1 0 0 0,0 0 0 0 0,0-1 0 0 0,1 1 0 0 0,-1 0 0 0 0,1 0 1 0 0,0 0-1 0 0,-2 6 0 0 0,2 6 2 0 0,2-12 1 0 0,-1-1 1 0 0,0 1-1 0 0,1 0 0 0 0,0 0 1 0 0,0-1-1 0 0,-1 1 1 0 0,2 0-1 0 0,-1-1 0 0 0,0 1 1 0 0,0-1-1 0 0,1 1 0 0 0,-1-1 1 0 0,1 0-1 0 0,0 0 1 0 0,0 1-1 0 0,0-1 0 0 0,0 0 1 0 0,0-1-1 0 0,0 1 0 0 0,1 0 1 0 0,-1-1-1 0 0,0 1 1 0 0,1-1-1 0 0,-1 0 0 0 0,1 0 1 0 0,4 2-1 0 0,-1-1 7 0 0,8 4-23 0 0,2 0 1 0 0,-1-1 0 0 0,1-1 0 0 0,-1-1 0 0 0,1 0 0 0 0,0-1-1 0 0,0-1 1 0 0,0 0 0 0 0,0-1 0 0 0,0-1 0 0 0,0 0 0 0 0,0-2-1 0 0,0 1 1 0 0,0-2 0 0 0,0 0 0 0 0,-1-1 0 0 0,0-1 0 0 0,0 0-1 0 0,21-13 1 0 0,-31 17 31 0 0,-1-1 0 0 0,0 0 0 0 0,0 0 0 0 0,-1 0 1 0 0,1 0-1 0 0,-1-1 0 0 0,1 0 0 0 0,-1 1 0 0 0,0-1 0 0 0,0 0 0 0 0,-1 0 0 0 0,1-1 0 0 0,-1 1 0 0 0,0-1 0 0 0,0 1 0 0 0,-1-1 1 0 0,1 1-1 0 0,-1-1 0 0 0,0 0 0 0 0,1-8 0 0 0,-2-14 494 0 0,0 23-277 0 0,0 7-74 0 0,-4 19-188 0 0,3-17 28 0 0,0 0 0 0 0,0 1 0 0 0,1-1-1 0 0,0 0 1 0 0,0 1 0 0 0,0-1 0 0 0,1 1 0 0 0,1 6-1 0 0,0-1 13 0 0,-1-8-5 0 0,-1-1 13 0 0,0 8-3 0 0,-1-9-16 0 0,1-1 1 0 0,0 1 0 0 0,0-1 0 0 0,0 1 0 0 0,0-1 0 0 0,0 1-1 0 0,0-1 1 0 0,0 1 0 0 0,0 0 0 0 0,0-1 0 0 0,0 1-1 0 0,0-1 1 0 0,0 1 0 0 0,1-1 0 0 0,-1 1 0 0 0,0-1-1 0 0,0 1 1 0 0,1-1 0 0 0,-1 1 0 0 0,0-1 0 0 0,0 1 0 0 0,1-1-1 0 0,-1 0 1 0 0,1 1 0 0 0,-1-1 0 0 0,0 1 0 0 0,1-1-1 0 0,-1 0 1 0 0,1 1 0 0 0,-1-1 0 0 0,1 0 0 0 0,-1 0-1 0 0,1 1 1 0 0,-1-1 0 0 0,1 0 0 0 0,-1 0 0 0 0,1 0 0 0 0,-1 0-1 0 0,1 0 1 0 0,-1 1 0 0 0,1-1 0 0 0,-1 0 0 0 0,1 0-1 0 0,-1 0 1 0 0,1 0 0 0 0,0-1 0 0 0,-1 1 0 0 0,1 0-1 0 0,-1 0 1 0 0,1 0 0 0 0,-1 0 0 0 0,2-1 0 0 0,28-16 72 0 0,-25 13-63 0 0,17-12 70 0 0,-19 13-107 0 0,0 0 1 0 0,0 1-1 0 0,1-1 1 0 0,-1 1-1 0 0,1 0 1 0 0,-1 0-1 0 0,1 0 1 0 0,-1 0-1 0 0,1 0 1 0 0,0 1-1 0 0,0 0 1 0 0,0 0-1 0 0,0 0 1 0 0,0 0-1 0 0,0 0 1 0 0,0 1-1 0 0,0 0 1 0 0,1 0-1 0 0,5 1 1 0 0,45 14-390 0 0,-34-7 296 0 0,1-2 1 0 0,0-1-1 0 0,1 0 0 0 0,-1-2 0 0 0,29 2 0 0 0,-46-5 161 0 0,0-1 1 0 0,0 1 0 0 0,0-1-1 0 0,0 0 1 0 0,0 0-1 0 0,0 0 1 0 0,0-1-1 0 0,0 0 1 0 0,0 0-1 0 0,0 0 1 0 0,-1 0-1 0 0,1-1 1 0 0,-1 0-1 0 0,0 0 1 0 0,1 0-1 0 0,-1 0 1 0 0,-1-1-1 0 0,1 1 1 0 0,0-1-1 0 0,-1 0 1 0 0,0 0-1 0 0,0 0 1 0 0,0-1-1 0 0,-1 1 1 0 0,1-1-1 0 0,-1 0 1 0 0,0 1-1 0 0,2-8 1 0 0,-2 5 70 0 0,0-1-1 0 0,-1 0 1 0 0,1 0-1 0 0,-1 0 1 0 0,-1 0-1 0 0,0 0 1 0 0,0 0-1 0 0,0 0 1 0 0,-1 0-1 0 0,-2-10 1 0 0,-4-8 623 0 0,-16-43 0 0 0,11 34 45 0 0,-7-8 1093 0 0,18 41-1457 0 0,-7 27-326 0 0,7-7-58 0 0,0 1 0 0 0,0-1 0 0 0,2 1 0 0 0,0-1 0 0 0,1 0 0 0 0,1 1 0 0 0,1-1 0 0 0,9 28 0 0 0,1 8 60 0 0,32 78 51 0 0,-43-124-66 0 0,0 0-1611 0 0</inkml:trace>
</inkml:ink>
</file>

<file path=ppt/ink/ink4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5:34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 1020 0 0,'0'0'6866'0'0,"10"-2"-6149"0"0,33-5-17 0 0,53-11 1070 0 0,169-7 0 0 0,-251 28-2956 0 0,-1-1-5186 0 0</inkml:trace>
</inkml:ink>
</file>

<file path=ppt/ink/ink4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7:05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11 100 896 0 0,'-1'-3'752'0'0,"-1"0"-1"0"0,0-1 1 0 0,1 0-1 0 0,0 1 1 0 0,0-1-1 0 0,0 0 1 0 0,0 1-1 0 0,1-1 1 0 0,-1 0-1 0 0,1 0 1 0 0,1-6-1 0 0,-1 7 143 0 0,19-37 4141 0 0,-12 34-7498 0 0,-7 44 383 0 0,-7-7-3667 0 0,0-16 2622 0 0</inkml:trace>
</inkml:ink>
</file>

<file path=ppt/ink/ink4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7:06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1104 0 0,'1'-4'735'0'0,"4"-19"11797"0"0,-3 19-13647 0 0,12 19-9369 0 0</inkml:trace>
</inkml:ink>
</file>

<file path=ppt/ink/ink4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7:07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0 904 0 0,'0'0'4530'0'0,"-1"2"-2931"0"0,-2 11 4188 0 0,5-2-6969 0 0</inkml:trace>
</inkml:ink>
</file>

<file path=ppt/ink/ink4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7:11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480 95 576 0 0,'16'-50'9156'0'0,"-15"48"-7988"0"0,-9-25 1501 0 0,2 24-2577 0 0,1 1 1 0 0,-1 0-1 0 0,0 0 0 0 0,1 0 0 0 0,-1 1 0 0 0,0 0 0 0 0,0 0 0 0 0,0 0 1 0 0,0 1-1 0 0,0 0 0 0 0,0 0 0 0 0,0 0 0 0 0,1 1 0 0 0,-1 0 1 0 0,-7 2-1 0 0,5-1-65 0 0,0 0 0 0 0,0 0 0 0 0,0 1 0 0 0,0 0 0 0 0,1 1 0 0 0,-1 0 0 0 0,1 0 0 0 0,0 0 0 0 0,0 1 0 0 0,-8 7 0 0 0,14-10-45 0 0,0 0 0 0 0,-1 0-1 0 0,1 0 1 0 0,0 0 0 0 0,0 1 0 0 0,1-1-1 0 0,-1 0 1 0 0,0 0 0 0 0,1 1-1 0 0,0-1 1 0 0,-1 1 0 0 0,1-1-1 0 0,0 0 1 0 0,0 1 0 0 0,0-1-1 0 0,1 1 1 0 0,-1-1 0 0 0,1 0 0 0 0,-1 1-1 0 0,1-1 1 0 0,0 0 0 0 0,1 4-1 0 0,22 46-405 0 0,-14-36 205 0 0,-1 0-1 0 0,-1 0 1 0 0,0 1 0 0 0,-2 0 0 0 0,9 31-1 0 0,-14-41 173 0 0,0-1-1 0 0,0 1 0 0 0,-1-1 0 0 0,0 1 0 0 0,0-1 0 0 0,0 1 0 0 0,-1 0 0 0 0,0-1 0 0 0,0 0 0 0 0,-1 1 1 0 0,0-1-1 0 0,0 0 0 0 0,0 1 0 0 0,-1-1 0 0 0,0 0 0 0 0,0-1 0 0 0,0 1 0 0 0,-1-1 0 0 0,-6 9 0 0 0,4-8 142 0 0,0 0-1 0 0,0-1 1 0 0,-1 1-1 0 0,0-1 1 0 0,0-1-1 0 0,0 1 1 0 0,-1-1-1 0 0,1 0 1 0 0,-1-1-1 0 0,0 0 0 0 0,0 0 1 0 0,0-1-1 0 0,0 0 1 0 0,-1 0-1 0 0,1-1 1 0 0,-1 0-1 0 0,1 0 1 0 0,-1-1-1 0 0,1 0 0 0 0,-1-1 1 0 0,1 0-1 0 0,0 0 1 0 0,-1-1-1 0 0,1 0 1 0 0,0 0-1 0 0,0-1 1 0 0,0 0-1 0 0,0 0 1 0 0,1-1-1 0 0,-1 0 0 0 0,1 0 1 0 0,0-1-1 0 0,0 0 1 0 0,0 0-1 0 0,1-1 1 0 0,-11-11-1 0 0,11 10-36 0 0,0 1 0 0 0,1-1 1 0 0,-1 0-1 0 0,1 0 0 0 0,1 0 0 0 0,-1-1 0 0 0,-5-13 0 0 0,10 19-426 0 0,2 1-1009 0 0,0 0 1060 0 0,0 0 0 0 0,1 0 0 0 0,-1 0 0 0 0,0 1 1 0 0,0-1-1 0 0,1 0 0 0 0,-1 1 0 0 0,1 0 1 0 0,-1 0-1 0 0,0 0 0 0 0,1 0 0 0 0,-1 0 0 0 0,1 0 1 0 0,-1 0-1 0 0,0 1 0 0 0,3 0 0 0 0,14 2-3535 0 0,-6-1 963 0 0</inkml:trace>
</inkml:ink>
</file>

<file path=ppt/ink/ink4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7:12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92 238 628 0 0,'0'-4'692'0'0,"1"-13"4503"0"0,-3 3 5 0 0,-1 13-4523 0 0,-10 14-479 0 0,0 0 0 0 0,-17 25 0 0 0,26-32-171 0 0,0 0 0 0 0,1 1-1 0 0,-1-1 1 0 0,1 1 0 0 0,1 0 0 0 0,-1-1-1 0 0,1 1 1 0 0,0 0 0 0 0,1 1-1 0 0,-1-1 1 0 0,1 12 0 0 0,1-17-15 0 0,1 0-14 0 0,3 4-3 0 0,-3-5 0 0 0,0-1 1 0 0,1 0 0 0 0,-1 0-1 0 0,0 0 1 0 0,1 0-1 0 0,-1 0 1 0 0,1 0 0 0 0,-1 0-1 0 0,0 0 1 0 0,1 0-1 0 0,-1-1 1 0 0,0 1-1 0 0,0-1 1 0 0,1 1 0 0 0,-1-1-1 0 0,0 1 1 0 0,0-1-1 0 0,1 0 1 0 0,-1 1 0 0 0,0-1-1 0 0,0 0 1 0 0,1-1-1 0 0,28-19-154 0 0,42-60-929 0 0,-71 79 922 0 0,3 3-102 0 0,-1 0 162 0 0,0-1 0 0 0,1 1 0 0 0,-1 0 0 0 0,0 0 0 0 0,0 1 1 0 0,0-1-1 0 0,1 1 0 0 0,-1 0 0 0 0,-1 0 0 0 0,1 0 1 0 0,0 0-1 0 0,0 0 0 0 0,-1 0 0 0 0,1 1 0 0 0,3 4 0 0 0,-4-5 43 0 0,0 1-1 0 0,0-1 1 0 0,0 1-1 0 0,1-1 1 0 0,-1 0-1 0 0,1 0 1 0 0,0 0-1 0 0,0 0 1 0 0,-1-1-1 0 0,1 1 1 0 0,0-1-1 0 0,0 1 1 0 0,1-1-1 0 0,-1 0 1 0 0,0 0-1 0 0,5 0 0 0 0,-3-1 67 0 0,0-1 0 0 0,0 0-1 0 0,0 0 1 0 0,-1-1-1 0 0,1 1 1 0 0,0-1 0 0 0,-1 0-1 0 0,1 0 1 0 0,-1 0-1 0 0,0-1 1 0 0,0 0 0 0 0,0 1-1 0 0,0-2 1 0 0,0 1-1 0 0,0 0 1 0 0,-1-1 0 0 0,0 1-1 0 0,0-1 1 0 0,0 0-1 0 0,0 0 1 0 0,0 0 0 0 0,-1-1-1 0 0,0 1 1 0 0,3-7-1 0 0,5-13 183 0 0,0-1 0 0 0,-2-1 0 0 0,6-31 0 0 0,-10 40-112 0 0,0 1 58 0 0,7-45 1205 0 0,-7 44-407 0 0,-11 46-884 0 0,1 1 0 0 0,2-1 0 0 0,1 1 0 0 0,0 43 0 0 0,3-70-75 0 0,0 0-1 0 0,0-1 1 0 0,1 1 0 0 0,-1 0 0 0 0,1-1 0 0 0,0 1-1 0 0,-1-1 1 0 0,1 1 0 0 0,0-1 0 0 0,1 1-1 0 0,-1-1 1 0 0,0 0 0 0 0,1 1 0 0 0,-1-1 0 0 0,1 0-1 0 0,0 0 1 0 0,2 3 0 0 0,1-3-22 0 0,-1 0 1 0 0,1 0-1 0 0,0 0 1 0 0,-1 0-1 0 0,1-1 1 0 0,0 0-1 0 0,0 0 1 0 0,6 1-1 0 0,-7-2-26 0 0,1 1 0 0 0,-1 0 0 0 0,0 0-1 0 0,0 1 1 0 0,0-1 0 0 0,0 1 0 0 0,0 0-1 0 0,-1 0 1 0 0,1 0 0 0 0,0 0 0 0 0,-1 1-1 0 0,0 0 1 0 0,1-1 0 0 0,-1 1-1 0 0,3 4 1 0 0,-5-5 67 0 0,0-1-1 0 0,0 1 0 0 0,-1-1 1 0 0,1 1-1 0 0,0 0 1 0 0,-1 0-1 0 0,1-1 0 0 0,-1 1 1 0 0,0 0-1 0 0,1 0 1 0 0,-1-1-1 0 0,0 1 0 0 0,0 0 1 0 0,0 0-1 0 0,0 0 1 0 0,-1-1-1 0 0,1 1 0 0 0,0 0 1 0 0,-1 0-1 0 0,1-1 1 0 0,-1 1-1 0 0,0 0 0 0 0,0-1 1 0 0,1 1-1 0 0,-1-1 1 0 0,0 1-1 0 0,0-1 0 0 0,0 1 1 0 0,-1-1-1 0 0,1 0 1 0 0,0 1-1 0 0,0-1 0 0 0,-1 0 1 0 0,1 0-1 0 0,-1 0 0 0 0,-1 1 1 0 0,0 0 59 0 0,0 0 0 0 0,0 0 1 0 0,0-1-1 0 0,0 1 0 0 0,0-1 1 0 0,0 1-1 0 0,0-1 0 0 0,0 0 0 0 0,-1-1 1 0 0,1 1-1 0 0,0-1 0 0 0,-1 1 0 0 0,1-1 1 0 0,0 0-1 0 0,-1 0 0 0 0,1 0 1 0 0,-1-1-1 0 0,1 1 0 0 0,0-1 0 0 0,-1 0 1 0 0,1 1-1 0 0,0-2 0 0 0,0 1 0 0 0,0 0 1 0 0,0-1-1 0 0,0 1 0 0 0,0-1 1 0 0,0 0-1 0 0,0 0 0 0 0,1 0 0 0 0,-6-5 1 0 0,7 6-305 0 0,-1-8-631 0 0,-2-7-4843 0 0</inkml:trace>
</inkml:ink>
</file>

<file path=ppt/ink/ink4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7:12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1 824 0 0,'0'0'6139'0'0,"-4"3"-5740"0"0,-6 5-100 0 0,1 0 0 0 0,0 1 0 0 0,0 0 0 0 0,1 0 0 0 0,0 0 0 0 0,1 1 0 0 0,0 1 0 0 0,-7 13 0 0 0,13-22-108 0 0,1-2-169 0 0,0 0 0 0 0,0 0-1 0 0,-1 0 1 0 0,1 0 0 0 0,0 0-1 0 0,0 1 1 0 0,0-1 0 0 0,0 0-1 0 0,0 0 1 0 0,-1 0-1 0 0,1 0 1 0 0,0 0 0 0 0,0 1-1 0 0,0-1 1 0 0,0 0 0 0 0,0 0-1 0 0,0 0 1 0 0,0 0 0 0 0,0 1-1 0 0,0-1 1 0 0,0 0 0 0 0,-1 0-1 0 0,1 0 1 0 0,0 0 0 0 0,0 1-1 0 0,0-1 1 0 0,0 0 0 0 0,0 0-1 0 0,0 0 1 0 0,0 1 0 0 0,1-1-1 0 0,-1 0 1 0 0,0 0 0 0 0,0 0-1 0 0,0 0 1 0 0,0 1 0 0 0,0-1-1 0 0,0 0 1 0 0,0 0-1 0 0,0 0 1 0 0,0 0 0 0 0,0 1-1 0 0,1-1 1 0 0,-1 0 0 0 0,0 0-1 0 0,0 0 1 0 0,0 0 0 0 0,0 0-1 0 0,0 1 1 0 0,1-1 0 0 0,-1 0-1 0 0,47-3 932 0 0,-45 3-862 0 0,4-1-74 0 0,-1 1 1 0 0,1-1 0 0 0,0 1-1 0 0,-1 0 1 0 0,1 1-1 0 0,7 1 1 0 0,-11-2-82 0 0,31 4-1444 0 0,-4-1-4130 0 0</inkml:trace>
</inkml:ink>
</file>

<file path=ppt/ink/ink4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7:13.6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428 113 396 0 0,'9'-21'3563'0'0,"-7"18"-2959"0"0,0-1 1 0 0,0 1 0 0 0,-1-1 0 0 0,1 1 0 0 0,-1-1 0 0 0,0 0-1 0 0,0 1 1 0 0,0-1 0 0 0,0-5 0 0 0,-1 7 166 0 0,-25-29 571 0 0,20 29-1285 0 0,1-1-1 0 0,-1 1 0 0 0,0 0 1 0 0,0 0-1 0 0,1 1 0 0 0,-1-1 0 0 0,-1 1 1 0 0,1 0-1 0 0,0 0 0 0 0,0 1 1 0 0,0 0-1 0 0,0 0 0 0 0,-6 0 0 0 0,-70 11-6 0 0,69-9-21 0 0,-13 3-16 0 0,0 1-1 0 0,1 0 1 0 0,-42 19 0 0 0,56-21-16 0 0,1 0 0 0 0,0 1 0 0 0,1 0 1 0 0,-1 1-1 0 0,1 0 0 0 0,0 0 0 0 0,1 1 1 0 0,-1-1-1 0 0,1 2 0 0 0,1-1 0 0 0,-1 1 1 0 0,-6 10-1 0 0,12-15 3 0 0,0-1 1 0 0,0 1-1 0 0,-1-1 1 0 0,2 1 0 0 0,-1 0-1 0 0,0-1 1 0 0,1 1-1 0 0,-1 0 1 0 0,1-1-1 0 0,0 1 1 0 0,-1 0-1 0 0,1 0 1 0 0,1-1-1 0 0,-1 1 1 0 0,0 0-1 0 0,1-1 1 0 0,-1 1-1 0 0,1 0 1 0 0,0-1 0 0 0,0 1-1 0 0,0-1 1 0 0,0 1-1 0 0,0-1 1 0 0,1 1-1 0 0,-1-1 1 0 0,1 0-1 0 0,0 0 1 0 0,-1 0-1 0 0,1 0 1 0 0,0 0-1 0 0,0 0 1 0 0,0 0-1 0 0,0 0 1 0 0,1-1 0 0 0,-1 1-1 0 0,0-1 1 0 0,4 2-1 0 0,8 4 1 0 0,0 0-1 0 0,0-1 1 0 0,0-1-1 0 0,1 0 1 0 0,17 3-1 0 0,17 3-446 0 0,1-3 0 0 0,67 2 0 0 0,-82-9-1918 0 0,-1-2-1 0 0,41-6 1 0 0,-49 4-222 0 0</inkml:trace>
</inkml:ink>
</file>

<file path=ppt/ink/ink4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7:14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26 76 0 0,'0'0'683'0'0,"-32"-26"4586"0"0,20 27-5026 0 0,0 0 1 0 0,1 1-1 0 0,0 0 1 0 0,-1 1-1 0 0,1 1 1 0 0,0-1-1 0 0,0 2 0 0 0,0-1 1 0 0,1 2-1 0 0,0-1 1 0 0,0 1-1 0 0,0 1 1 0 0,1 0-1 0 0,-13 12 1 0 0,19-15-173 0 0,-1 0 1 0 0,1 1 0 0 0,0 0-1 0 0,0 0 1 0 0,1 0 0 0 0,0 0-1 0 0,0 0 1 0 0,0 0 0 0 0,0 0 0 0 0,-1 7-1 0 0,3-10-2 0 0,28 21 246 0 0,-21-23-300 0 0,0 1-1 0 0,0-1 1 0 0,0 0-1 0 0,0-1 1 0 0,0 0-1 0 0,0 0 1 0 0,0 0-1 0 0,0-1 1 0 0,0 0-1 0 0,0-1 1 0 0,-1 1-1 0 0,1-1 1 0 0,8-5-1 0 0,-10 6-9 0 0,5-3 2 0 0,-6 3-21 0 0,0 0-1 0 0,0 0 1 0 0,1 1 0 0 0,-1-1-1 0 0,1 1 1 0 0,-1 0 0 0 0,9-1-1 0 0,-11 2-3 0 0,5 1-83 0 0,0 0 0 0 0,-1 0 0 0 0,1 0 0 0 0,-1 1 0 0 0,0 0 1 0 0,1 0-1 0 0,7 4 0 0 0,35 9-1365 0 0,6-4-3772 0 0</inkml:trace>
</inkml:ink>
</file>

<file path=ppt/ink/ink4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7:15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1 147 604 0 0,'39'-23'3242'0'0,"-37"22"-3129"0"0,0 0 0 0 0,-1 0 0 0 0,1 0 0 0 0,0 0 0 0 0,0 1-1 0 0,0-1 1 0 0,0 0 0 0 0,0 1 0 0 0,0 0 0 0 0,0 0 0 0 0,0-1 0 0 0,0 1 0 0 0,0 0 0 0 0,0 1 0 0 0,0-1 0 0 0,0 0 0 0 0,2 1 0 0 0,-3 0-77 0 0,1-1 1 0 0,-2 1-1 0 0,1 0 0 0 0,0-1 1 0 0,0 1-1 0 0,0 0 0 0 0,0 0 1 0 0,0 0-1 0 0,-1 0 0 0 0,1 0 0 0 0,0 0 1 0 0,-1 0-1 0 0,1 0 0 0 0,0 0 1 0 0,-1 0-1 0 0,0 0 0 0 0,1 0 1 0 0,-1 0-1 0 0,0 0 0 0 0,1 0 1 0 0,-1 3-1 0 0,0 0 7 0 0,0 1 0 0 0,0 0 1 0 0,0 0-1 0 0,-1-1 0 0 0,0 1 1 0 0,1 0-1 0 0,-2-1 0 0 0,1 1 1 0 0,-1-1-1 0 0,1 1 0 0 0,-1-1 0 0 0,-1 0 1 0 0,-3 7-1 0 0,-20 21 282 0 0,25-30-236 0 0,1-2-73 0 0,0 0 0 0 0,0 0 0 0 0,0 0 0 0 0,0 1 0 0 0,0-1 0 0 0,0 0 0 0 0,-1 0 0 0 0,1 0 0 0 0,0 0 0 0 0,0 1 0 0 0,0-1 0 0 0,0 0 0 0 0,0 0 0 0 0,-1 0 0 0 0,1 0 0 0 0,0 1 0 0 0,0-1 0 0 0,0 0 0 0 0,0 0 0 0 0,-1 0 0 0 0,1 0 0 0 0,0 0 0 0 0,0 0 0 0 0,0 0 0 0 0,-1 0 0 0 0,1 0 0 0 0,0 0 0 0 0,0 0 0 0 0,0 0 0 0 0,-1 0 0 0 0,1 0 0 0 0,0 0 0 0 0,0 0 0 0 0,-1 0 0 0 0,1 0 0 0 0,0 0 0 0 0,0 0 0 0 0,0 0 0 0 0,-1 0 0 0 0,1 0 0 0 0,0 0 0 0 0,0 0 0 0 0,0 0 0 0 0,0 0 0 0 0,-1-1 0 0 0,1 1 0 0 0,0 0 0 0 0,0 0 0 0 0,0 0 0 0 0,0 0 0 0 0,-1-1 0 0 0,1 1 0 0 0,0 0 0 0 0,0 0 0 0 0,0 0 0 0 0,0 0 0 0 0,0-1 0 0 0,0 1-1 0 0,0 0 1 0 0,0 0 0 0 0,0-1 0 0 0,2-6-4 0 0,0 0-1 0 0,1 0 0 0 0,0 0 1 0 0,1 0-1 0 0,0 1 0 0 0,0-1 1 0 0,0 1-1 0 0,1 0 0 0 0,0 0 1 0 0,0 1-1 0 0,0-1 0 0 0,1 1 1 0 0,-1 0-1 0 0,1 1 0 0 0,11-7 1 0 0,-3 2-13 0 0,0 1 1 0 0,1 0-1 0 0,0 1 0 0 0,0 1 1 0 0,1 0-1 0 0,22-4 1 0 0,-35 9-2 0 0,0 1 0 0 0,0-1 0 0 0,0 1 0 0 0,0 0 0 0 0,0 1 0 0 0,0-1 0 0 0,0 0 0 0 0,0 1 0 0 0,-1-1 0 0 0,1 1 0 0 0,0 0 0 0 0,0 0 0 0 0,0 0 0 0 0,-1 1 0 0 0,1-1 0 0 0,0 1 0 0 0,-1-1 0 0 0,1 1 0 0 0,-1 0-1 0 0,0 0 1 0 0,0 0 0 0 0,0 0 0 0 0,0 0 0 0 0,0 0 0 0 0,0 1 0 0 0,0-1 0 0 0,-1 1 0 0 0,1-1 0 0 0,-1 1 0 0 0,1 0 0 0 0,-1-1 0 0 0,0 1 0 0 0,0 0 0 0 0,-1 0 0 0 0,1 0 0 0 0,-1 0 0 0 0,1 0 0 0 0,-1 0 0 0 0,0 0 0 0 0,0 0 0 0 0,-1 4 0 0 0,1-5 32 0 0,-11 37 1730 0 0,13-47-1835 0 0,1-1 1 0 0,1 1 0 0 0,-1 1 0 0 0,1-1-1 0 0,1 0 1 0 0,-1 1 0 0 0,1 0 0 0 0,0 0-1 0 0,1 0 1 0 0,0 1 0 0 0,0 0 0 0 0,0 0-1 0 0,10-7 1 0 0,-11 10 15 0 0,-1 1-1 0 0,0-1 1 0 0,1 1 0 0 0,-1 1-1 0 0,1-1 1 0 0,0 0 0 0 0,9-1-1 0 0,-12 3 51 0 0,0 0 0 0 0,0 1 0 0 0,0-1-1 0 0,1 0 1 0 0,-1 1 0 0 0,-1-1 0 0 0,1 1-1 0 0,0-1 1 0 0,0 1 0 0 0,0 0 0 0 0,0 0 0 0 0,0 0-1 0 0,-1 0 1 0 0,1 0 0 0 0,0 1 0 0 0,-1-1-1 0 0,1 0 1 0 0,-1 1 0 0 0,1-1 0 0 0,0 2-1 0 0,5 4 27 0 0,-1-1 0 0 0,1-1 0 0 0,0 1 0 0 0,1-1 0 0 0,-1 0 0 0 0,1-1 0 0 0,0 0 0 0 0,0 0 0 0 0,0-1 0 0 0,1 0 0 0 0,-1 0 0 0 0,1-1 0 0 0,0 0 0 0 0,-1-1 0 0 0,1 0 0 0 0,0 0 0 0 0,0-1 0 0 0,0 0 0 0 0,0 0 0 0 0,12-3 0 0 0,-7 1 60 0 0,-1 0 0 0 0,1-1 1 0 0,-1-1-1 0 0,0 0 0 0 0,0-1 1 0 0,-1 0-1 0 0,1-1 0 0 0,-1-1 1 0 0,0 0-1 0 0,-1 0 0 0 0,0-1 1 0 0,16-15-1 0 0,-24 21 10 0 0,-1-1-1 0 0,1 1 1 0 0,-1-1 0 0 0,0 0-1 0 0,0 1 1 0 0,0-1 0 0 0,-1 0-1 0 0,1 0 1 0 0,-1 0 0 0 0,1 0-1 0 0,-1 0 1 0 0,0-1 0 0 0,0 1-1 0 0,0 0 1 0 0,-1-1 0 0 0,1-5-1 0 0,-1 8-63 0 0,-1 0 0 0 0,1 0 0 0 0,-1 0 0 0 0,1 0 0 0 0,-1 0 0 0 0,1 0 0 0 0,-1 0 0 0 0,0 0 0 0 0,1 0 0 0 0,-1 0 0 0 0,0 1 0 0 0,0-1 0 0 0,0 0-1 0 0,0 0 1 0 0,0 1 0 0 0,0-1 0 0 0,0 1 0 0 0,0-1 0 0 0,0 1 0 0 0,0-1 0 0 0,0 1 0 0 0,0-1 0 0 0,0 1 0 0 0,0 0 0 0 0,0 0 0 0 0,0 0 0 0 0,0-1-1 0 0,-1 1 1 0 0,1 0 0 0 0,0 0 0 0 0,0 1 0 0 0,-2-1 0 0 0,0 0 46 0 0,-23 13 119 0 0,25-11-191 0 0,-1-1-1 0 0,1 1 0 0 0,1 0 0 0 0,-1 0 1 0 0,0-1-1 0 0,0 1 0 0 0,1 0 0 0 0,-1 0 1 0 0,1 0-1 0 0,-1 0 0 0 0,1 0 0 0 0,0 0 0 0 0,0-1 1 0 0,-1 1-1 0 0,2 0 0 0 0,-1 0 0 0 0,0 0 1 0 0,0 0-1 0 0,1 0 0 0 0,-1 0 0 0 0,1 0 1 0 0,-1 0-1 0 0,1 0 0 0 0,0-1 0 0 0,0 1 0 0 0,0 0 1 0 0,0-1-1 0 0,0 1 0 0 0,0 0 0 0 0,0-1 1 0 0,0 1-1 0 0,1-1 0 0 0,-1 0 0 0 0,1 1 1 0 0,-1-1-1 0 0,3 2 0 0 0,31 19-1964 0 0,0-10-3431 0 0,-18-8 2469 0 0</inkml:trace>
</inkml:ink>
</file>

<file path=ppt/ink/ink4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7:20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19 656 0 0,'0'0'2168'0'0,"1"-13"-544"0"0,-1 13-1507 0 0,0 1 0 0 0,0-1 0 0 0,0 0 0 0 0,0 0 0 0 0,-1 0 0 0 0,1 0 0 0 0,0 0 0 0 0,0 0 0 0 0,0 0 0 0 0,0 0 0 0 0,-3-2 2457 0 0,3 2-2457 0 0,0 0 0 0 0,0 0 0 0 0,-1 0 0 0 0,1-1 0 0 0,0 1 0 0 0,0 0 0 0 0,0 0 0 0 0,0 0 0 0 0,0 0 0 0 0,0-1 0 0 0,0 1 0 0 0,0 0 0 0 0,0 0 0 0 0,0 0 0 0 0,0 0 0 0 0,0-1 0 0 0,0 1 0 0 0,0 0 0 0 0,0 0 0 0 0,1-2 1287 0 0,0 2-1287 0 0,-16 17-111 0 0,1 1 0 0 0,0 1 0 0 0,2 0 0 0 0,0 0 0 0 0,1 1 0 0 0,1 1 0 0 0,1 0 0 0 0,1 0 0 0 0,1 0 0 0 0,1 1 0 0 0,-7 45 0 0 0,11-54-18 0 0,1 0 1 0 0,0-1-1 0 0,1 1 1 0 0,1 0-1 0 0,0-1 1 0 0,1 1-1 0 0,0 0 1 0 0,1-1-1 0 0,0 0 0 0 0,1 0 1 0 0,0 0-1 0 0,1 0 1 0 0,1 0-1 0 0,0-1 1 0 0,0 0-1 0 0,1 0 1 0 0,0-1-1 0 0,1 0 1 0 0,0 0-1 0 0,1 0 1 0 0,0-1-1 0 0,0-1 1 0 0,13 9-1 0 0,-10-9-446 0 0,0 0 0 0 0,0-1 0 0 0,25 10 0 0 0,16-2-5121 0 0,-35-13 3017 0 0</inkml:trace>
</inkml:ink>
</file>

<file path=ppt/ink/ink4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7:20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1 424 460 0 0,'0'0'7005'0'0,"3"-4"-6474"0"0,42-45 1340 0 0,-25 28-1179 0 0,0-1 0 0 0,-1-1-1 0 0,20-32 1 0 0,-30 41-440 0 0,-1-1 1 0 0,-1-1-1 0 0,0 1 1 0 0,-1-1-1 0 0,7-25 1 0 0,-12 35-208 0 0,0 0-1 0 0,0 0 1 0 0,-1 0-1 0 0,0 0 1 0 0,0-1 0 0 0,0 1-1 0 0,-1 0 1 0 0,0 0 0 0 0,0 0-1 0 0,0 0 1 0 0,-1 0-1 0 0,0 0 1 0 0,0 0 0 0 0,-1 1-1 0 0,1-1 1 0 0,-1 1-1 0 0,-1-1 1 0 0,-3-4 0 0 0,6 9-59 0 0,0-1 0 0 0,0 1 0 0 0,-1 0 0 0 0,1 0 0 0 0,0 0 0 0 0,-1 0 0 0 0,1 0 0 0 0,-1 0-1 0 0,1 0 1 0 0,-1 0 0 0 0,1 0 0 0 0,-1 1 0 0 0,0-1 0 0 0,1 1 0 0 0,-1-1 0 0 0,0 1 0 0 0,0 0 0 0 0,1-1 0 0 0,-1 1 0 0 0,0 0 0 0 0,0 0 0 0 0,1 0 0 0 0,-1 1 0 0 0,0-1 0 0 0,0 0 0 0 0,1 1 0 0 0,-1-1 0 0 0,0 1 0 0 0,1-1 0 0 0,-3 2 0 0 0,2 2-35 0 0,1-1 0 0 0,0 1 0 0 0,0 0 0 0 0,0 0 0 0 0,0-1 0 0 0,0 1 0 0 0,1 0-1 0 0,0 0 1 0 0,0 7 0 0 0,1 10-86 0 0,2 0-1 0 0,0 0 1 0 0,2-1-1 0 0,11 36 1 0 0,10 42-394 0 0,-25-88 448 0 0,0-1-1 0 0,0 1 0 0 0,-1 0 0 0 0,0 0 0 0 0,0-1 0 0 0,-1 1 0 0 0,-1 0 0 0 0,-2 11 0 0 0,3-19 88 0 0,1 1-1 0 0,-1 0 0 0 0,1-1 0 0 0,-1 1 0 0 0,0-1 0 0 0,0 1 1 0 0,-1-1-1 0 0,1 1 0 0 0,0-1 0 0 0,-1 0 0 0 0,1 1 0 0 0,-1-1 0 0 0,0 0 1 0 0,0 0-1 0 0,0 0 0 0 0,0-1 0 0 0,0 1 0 0 0,0 0 0 0 0,0-1 1 0 0,0 1-1 0 0,-1-1 0 0 0,1 0 0 0 0,-1 0 0 0 0,1 0 0 0 0,-1 0 1 0 0,1 0-1 0 0,-1 0 0 0 0,0-1 0 0 0,1 1 0 0 0,-1-1 0 0 0,0 0 0 0 0,0 0 1 0 0,1 0-1 0 0,-1 0 0 0 0,0 0 0 0 0,1 0 0 0 0,-1-1 0 0 0,0 0 1 0 0,1 1-1 0 0,-1-1 0 0 0,0 0 0 0 0,1 0 0 0 0,-1 0 0 0 0,1-1 1 0 0,0 1-1 0 0,-1 0 0 0 0,1-1 0 0 0,-2-2 0 0 0,3 3-21 0 0,-1 0-1 0 0,1 0 1 0 0,0-1-1 0 0,0 1 1 0 0,-1-1-1 0 0,1 1 1 0 0,0-1-1 0 0,0 1 1 0 0,1-1-1 0 0,-1 0 1 0 0,0 1-1 0 0,0-1 1 0 0,1 0-1 0 0,-1 0 1 0 0,1 1-1 0 0,0-1 1 0 0,0 0-1 0 0,-1 0 1 0 0,1 0-1 0 0,0 0 1 0 0,0 0-1 0 0,1 1 1 0 0,-1-1-1 0 0,0 0 1 0 0,1 0-1 0 0,-1 0 1 0 0,1 1-1 0 0,-1-1 1 0 0,1 0-1 0 0,0 0 1 0 0,0 1-1 0 0,0-1 1 0 0,0 1-1 0 0,0-1 1 0 0,0 1-1 0 0,0-1 1 0 0,0 1-1 0 0,1 0 1 0 0,-1-1-1 0 0,0 1 1 0 0,1 0-1 0 0,-1 0 1 0 0,4-2-1 0 0,-4 2-231 0 0,51-2-3508 0 0,-29 5-27 0 0</inkml:trace>
</inkml:ink>
</file>

<file path=ppt/ink/ink4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7:21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0 188 0 0,'0'0'6086'0'0,"-1"6"-5890"0"0,-3 19 164 0 0,2 1-1 0 0,1 0 1 0 0,2 37 0 0 0,0-62-314 0 0,-1 1 0 0 0,0 0 1 0 0,0-1-1 0 0,0 1 0 0 0,1 0 0 0 0,-1-1 1 0 0,1 1-1 0 0,-1 0 0 0 0,1-1 1 0 0,0 1-1 0 0,0-1 0 0 0,0 1 0 0 0,0-1 1 0 0,0 0-1 0 0,0 1 0 0 0,0-1 1 0 0,0 0-1 0 0,0 0 0 0 0,1 1 1 0 0,2 1-1 0 0,-3-3 86 0 0,2 0-82 0 0,1-1 0 0 0,-1 0 0 0 0,0 0 0 0 0,0 0 0 0 0,1 0 0 0 0,-1 0 0 0 0,0-1 0 0 0,0 0 0 0 0,0 1 0 0 0,-1-1 0 0 0,1 0 0 0 0,0-1 0 0 0,2-2 0 0 0,33-34 1382 0 0,-32 32-852 0 0,-6 6-523 0 0,1 0 1 0 0,0 0-1 0 0,0 0 1 0 0,0 1-1 0 0,0-1 1 0 0,0 0-1 0 0,0 0 0 0 0,0 0 1 0 0,0 1-1 0 0,0-1 1 0 0,0 1-1 0 0,0-1 1 0 0,0 1-1 0 0,0-1 0 0 0,1 1 1 0 0,-1-1-1 0 0,0 1 1 0 0,0 0-1 0 0,1 0 1 0 0,-1 0-1 0 0,0 0 0 0 0,0 0 1 0 0,1 0-1 0 0,-1 0 1 0 0,0 0-1 0 0,0 0 1 0 0,2 1-1 0 0,28 20-2621 0 0,1 1-3997 0 0,-21-19 4193 0 0</inkml:trace>
</inkml:ink>
</file>

<file path=ppt/ink/ink4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7:21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62 332 628 0 0,'0'0'811'0'0,"-2"-12"347"0"0,-3 13 1918 0 0,1 2-2967 0 0,-1 0 0 0 0,1 0 1 0 0,0 1-1 0 0,1-1 1 0 0,-1 1-1 0 0,1 0 1 0 0,-1 0-1 0 0,1 0 0 0 0,1 1 1 0 0,-1-1-1 0 0,0 1 1 0 0,1 0-1 0 0,0 0 1 0 0,0-1-1 0 0,1 1 0 0 0,-1 0 1 0 0,1 1-1 0 0,0-1 1 0 0,0 0-1 0 0,1 0 1 0 0,0 8-1 0 0,0-11-22 0 0,0 1-8 0 0,0-3-68 0 0,0 1 0 0 0,0-1 0 0 0,0 0 0 0 0,0 1 0 0 0,0-1 0 0 0,0 1 0 0 0,0-1 0 0 0,0 1 0 0 0,0-1 0 0 0,0 0 0 0 0,0 1 1 0 0,0-1-1 0 0,0 1 0 0 0,0-1 0 0 0,0 0 0 0 0,1 1 0 0 0,-1-1 0 0 0,0 0 0 0 0,0 1 0 0 0,0-1 0 0 0,1 0 0 0 0,-1 1 0 0 0,0-1 0 0 0,1 0 0 0 0,-1 1 0 0 0,0-1 0 0 0,0 0 0 0 0,1 0 0 0 0,-1 1 0 0 0,1-1 0 0 0,-1 0 0 0 0,0 0 0 0 0,1 0 0 0 0,-1 1 0 0 0,0-1 0 0 0,1 0 0 0 0,-1 0 0 0 0,1 0 0 0 0,-1 0 0 0 0,0 0 0 0 0,1 0 0 0 0,-1 0 0 0 0,1 0 0 0 0,-1 0 0 0 0,1 0 0 0 0,-1 0 0 0 0,0 0 0 0 0,1 0 0 0 0,-1 0 0 0 0,1 0 0 0 0,-1-1 0 0 0,0 1 0 0 0,1 0 0 0 0,6-4 23 0 0,0 0 0 0 0,-1-1 0 0 0,0 0 0 0 0,0 0 1 0 0,0 0-1 0 0,0-1 0 0 0,-1 0 0 0 0,0 0 0 0 0,0 0 1 0 0,-1-1-1 0 0,0 1 0 0 0,0-1 0 0 0,0 0 0 0 0,-1 0 0 0 0,4-12 1 0 0,6-17 108 0 0,14-69 0 0 0,-27 102-136 0 0,4-23 332 0 0,-1 1 0 0 0,-2-1 0 0 0,-2-39 0 0 0,0 17 1206 0 0,1 47-866 0 0,-5 23-705 0 0,1 1 1 0 0,0 0 0 0 0,2 0-1 0 0,0 0 1 0 0,2 0 0 0 0,1 1-1 0 0,0-1 1 0 0,2 0 0 0 0,6 27-1 0 0,-3-18-906 0 0,5 22-1265 0 0,4-21-3041 0 0,-6-21 2626 0 0</inkml:trace>
</inkml:ink>
</file>

<file path=ppt/ink/ink4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7:23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91 414 380 0 0,'0'0'2092'0'0,"-4"1"-1518"0"0,0 0-367 0 0,-1 1-1 0 0,1 0 0 0 0,0 0 0 0 0,0 1 0 0 0,0-1 1 0 0,0 1-1 0 0,0-1 0 0 0,1 1 0 0 0,-1 1 1 0 0,1-1-1 0 0,0 0 0 0 0,0 1 0 0 0,0 0 0 0 0,0-1 1 0 0,1 1-1 0 0,-4 7 0 0 0,2-2-1 0 0,0 0 0 0 0,1 1 0 0 0,0-1 0 0 0,1 1 0 0 0,0-1 0 0 0,-1 19 0 0 0,3-27-194 0 0,-1-1-1 0 0,1 1 1 0 0,0-1-1 0 0,0 1 1 0 0,-1 0-1 0 0,1-1 0 0 0,0 1 1 0 0,0 0-1 0 0,0-1 1 0 0,0 1-1 0 0,0 0 0 0 0,0-1 1 0 0,0 1-1 0 0,0 0 1 0 0,0-1-1 0 0,0 1 1 0 0,0 0-1 0 0,1-1 0 0 0,-1 1 1 0 0,0 0-1 0 0,0-1 1 0 0,1 1-1 0 0,-1-1 1 0 0,0 1-1 0 0,1 0 0 0 0,-1-1 1 0 0,1 1-1 0 0,-1-1 1 0 0,0 1-1 0 0,1-1 1 0 0,-1 1-1 0 0,1-1 0 0 0,0 0 1 0 0,-1 1-1 0 0,1-1 1 0 0,-1 0-1 0 0,1 1 1 0 0,-1-1-1 0 0,1 0 0 0 0,0 1 1 0 0,-1-1-1 0 0,1 0 1 0 0,0 0-1 0 0,-1 0 1 0 0,1 0-1 0 0,0 0 0 0 0,-1 0 1 0 0,1 0-1 0 0,0 0 1 0 0,-1 0-1 0 0,1 0 1 0 0,0 0-1 0 0,-1 0 0 0 0,1 0 1 0 0,0-1-1 0 0,-1 1 1 0 0,1 0-1 0 0,0 0 0 0 0,-1-1 1 0 0,1 1-1 0 0,-1-1 1 0 0,1 1-1 0 0,-1 0 1 0 0,1-1-1 0 0,-1 1 0 0 0,1-1 1 0 0,-1 1-1 0 0,1-2 1 0 0,36-30 171 0 0,-26 17-132 0 0,0 0 0 0 0,0-1 1 0 0,-2-1-1 0 0,0 0 0 0 0,0 0 0 0 0,-2-1 1 0 0,0 0-1 0 0,7-36 0 0 0,-8 27 71 0 0,-1 0 0 0 0,-2 1 0 0 0,-1-1 0 0 0,-1 0 0 0 0,-4-50 1 0 0,1 60 138 0 0,-4-18 733 0 0,0 33-640 0 0,-3 17-322 0 0,3-1-23 0 0,2 1 0 0 0,0-1 0 0 0,0 1 0 0 0,1 0 0 0 0,1 0 0 0 0,1 0 0 0 0,0 0 0 0 0,3 30 0 0 0,2-7 1 0 0,1-1-1 0 0,14 47 0 0 0,-19-81-8 0 0,1 0-1 0 0,0 0 1 0 0,0 0 0 0 0,0 0 0 0 0,0 0 0 0 0,1 0 0 0 0,-1-1 0 0 0,1 1 0 0 0,0 0-1 0 0,0-1 1 0 0,0 1 0 0 0,0-1 0 0 0,0 1 0 0 0,0-1 0 0 0,1 0 0 0 0,-1 0-1 0 0,1 0 1 0 0,-1-1 0 0 0,1 1 0 0 0,4 2 0 0 0,-2-3 2 0 0,-1 0 0 0 0,1 0 0 0 0,0 0 0 0 0,0 0-1 0 0,0-1 1 0 0,-1 0 0 0 0,1 0 0 0 0,0 0 0 0 0,0 0 0 0 0,0-1 0 0 0,0 0 0 0 0,5-2 0 0 0,3-1 11 0 0,0 0 0 0 0,0-2-1 0 0,0 1 1 0 0,-1-2 0 0 0,0 0 0 0 0,-1 0 0 0 0,1-1 0 0 0,16-15 0 0 0,-25 20 19 0 0,0 0 1 0 0,0-1-1 0 0,0 1 1 0 0,0-1 0 0 0,-1 1-1 0 0,1-1 1 0 0,-1 0-1 0 0,0 0 1 0 0,0 0-1 0 0,1-5 1 0 0,-2 7 93 0 0,-13-13-72 0 0,2 15-42 0 0,5 2-13 0 0,1 0-3 0 0,1 0-1 0 0,0 0 1 0 0,0 0-1 0 0,0 1 0 0 0,0-1 1 0 0,0 1-1 0 0,0 0 1 0 0,1 0-1 0 0,-1 0 1 0 0,1 0-1 0 0,0 0 1 0 0,0 0-1 0 0,0 1 1 0 0,0-1-1 0 0,1 1 1 0 0,-1-1-1 0 0,1 1 1 0 0,0 0-1 0 0,0 0 0 0 0,0-1 1 0 0,1 1-1 0 0,-1 0 1 0 0,1 0-1 0 0,0 0 1 0 0,0 0-1 0 0,0 0 1 0 0,1-1-1 0 0,-1 1 1 0 0,1 0-1 0 0,0 0 1 0 0,2 5-1 0 0,-2-3-8 0 0,0-3 0 0 0,-1-1 1 0 0,1 1-1 0 0,0-1 0 0 0,-1 0 1 0 0,1 1-1 0 0,0-1 0 0 0,0 0 1 0 0,0 0-1 0 0,1 0 0 0 0,-1 0 1 0 0,1 0-1 0 0,-1 0 0 0 0,1 0 1 0 0,-1 0-1 0 0,1 0 0 0 0,0-1 1 0 0,0 1-1 0 0,0-1 0 0 0,0 1 1 0 0,0-1-1 0 0,3 2 0 0 0,0-2-3 0 0,-1 1-1 0 0,1-1 1 0 0,-1 0 0 0 0,1 0-1 0 0,0-1 1 0 0,-1 1-1 0 0,1-1 1 0 0,0 0-1 0 0,-1-1 1 0 0,8 0-1 0 0,2-2-22 0 0,-1 0 0 0 0,0 0 0 0 0,-1-1-1 0 0,1-1 1 0 0,-1 0 0 0 0,23-13-1 0 0,57-45-92 0 0,-90 62 105 0 0,-1 1-128 0 0,0 0 151 0 0,0 1 0 0 0,0-1 0 0 0,-1 1 0 0 0,1-1 0 0 0,0 1 0 0 0,0-1 0 0 0,0 1 0 0 0,0 0 0 0 0,0-1 0 0 0,-1 1 0 0 0,1 0 0 0 0,0 0 0 0 0,-1-1 0 0 0,1 1 0 0 0,0 0 0 0 0,-1 0 0 0 0,1 0 0 0 0,-1 0 0 0 0,0 0 0 0 0,1 0 0 0 0,-1 0 0 0 0,0 0 0 0 0,1 1 0 0 0,7 32-29 0 0,-6-24 48 0 0,-1-8 7 0 0,-1-2-18 0 0,0 1 0 0 0,0-1 0 0 0,0 1 0 0 0,0-1 0 0 0,0 0 1 0 0,1 1-1 0 0,-1-1 0 0 0,0 1 0 0 0,0-1 0 0 0,1 0 0 0 0,-1 1 1 0 0,0-1-1 0 0,0 0 0 0 0,1 1 0 0 0,-1-1 0 0 0,0 0 0 0 0,1 0 1 0 0,-1 1-1 0 0,0-1 0 0 0,1 0 0 0 0,-1 0 0 0 0,1 1 0 0 0,-1-1 1 0 0,0 0-1 0 0,1 0 0 0 0,-1 0 0 0 0,1 0 0 0 0,0 0 0 0 0,3-1 6 0 0,0-1-1 0 0,0-1 0 0 0,1 1 0 0 0,-1-1 0 0 0,-1 1 1 0 0,1-1-1 0 0,4-4 0 0 0,-5 4-29 0 0,0 0-1 0 0,0 0 1 0 0,0 0 0 0 0,1 1-1 0 0,0-1 1 0 0,-1 1 0 0 0,1 0-1 0 0,0 0 1 0 0,0 0 0 0 0,0 1 0 0 0,0-1-1 0 0,0 1 1 0 0,1 0 0 0 0,-1 0-1 0 0,0 0 1 0 0,0 1 0 0 0,5-1-1 0 0,31 9-588 0 0,-31-6 521 0 0,0 0 0 0 0,1 0-1 0 0,-1-1 1 0 0,15 0 0 0 0,-20-2 114 0 0,0 1-1 0 0,0-1 1 0 0,0 0-1 0 0,-1 0 1 0 0,1 0-1 0 0,0 0 1 0 0,-1-1-1 0 0,1 1 1 0 0,-1-1 0 0 0,1 0-1 0 0,-1 0 1 0 0,0 0-1 0 0,0-1 1 0 0,0 1-1 0 0,4-4 1 0 0,4-7 96 0 0,0 0-1 0 0,-1 0 1 0 0,-1-1-1 0 0,0-1 1 0 0,-1 1 0 0 0,0-2-1 0 0,-1 1 1 0 0,-1-1 0 0 0,0 0-1 0 0,5-25 1 0 0,-3 2 151 0 0,-2 0 0 0 0,-2 0 0 0 0,0-56 0 0 0,-6 79-136 0 0,-3 40 87 0 0,-3 46 77 0 0,8-37-426 0 0,0 0-1 0 0,2-1 1 0 0,2 1-1 0 0,1-1 1 0 0,13 47-1 0 0,-16-73 68 0 0,0 0-1 0 0,1 0 0 0 0,-1 0 0 0 0,1-1 0 0 0,0 1 0 0 0,1-1 0 0 0,-1 1 0 0 0,1-1 1 0 0,0 0-1 0 0,1-1 0 0 0,8 9 0 0 0,-10-11 48 0 0,0 0 0 0 0,0-1 0 0 0,0 1 0 0 0,0-1-1 0 0,0 0 1 0 0,0 0 0 0 0,1 0 0 0 0,-1 0 0 0 0,0-1 0 0 0,0 1 0 0 0,1-1 0 0 0,-1 0 0 0 0,0 0 0 0 0,1 0 0 0 0,-1 0 0 0 0,0-1 0 0 0,1 1 0 0 0,-1-1 0 0 0,0 0-1 0 0,0 0 1 0 0,0 0 0 0 0,1 0 0 0 0,-1 0 0 0 0,5-4 0 0 0,6-2 92 0 0,-1-1 0 0 0,1-1 0 0 0,-2 0 0 0 0,1 0 0 0 0,-1-1 0 0 0,11-13 0 0 0,-22 22-10 0 0,-1 1-67 0 0,0 0 0 0 0,0 0 0 0 0,0-1 0 0 0,0 1 0 0 0,1 0 0 0 0,-1 0 0 0 0,0 0 0 0 0,0 0 0 0 0,0-1 0 0 0,0 1 0 0 0,0 0-1 0 0,0 0 1 0 0,1 0 0 0 0,-1 0 0 0 0,0 0 0 0 0,0-1 0 0 0,0 1 0 0 0,0 0 0 0 0,1 0 0 0 0,-1 0 0 0 0,0 0 0 0 0,0 0 0 0 0,0 0 0 0 0,1 0 0 0 0,-1 0 0 0 0,0 0 0 0 0,0 0 0 0 0,0 0 0 0 0,1 0-1 0 0,-1 0 1 0 0,0 0 0 0 0,0 0 0 0 0,0 0 0 0 0,1 0 0 0 0,-1 0 0 0 0,0 0 0 0 0,0 0 0 0 0,0 0 0 0 0,1 0 0 0 0,-1 0 0 0 0,0 0 0 0 0,0 1 0 0 0,0-1 0 0 0,0 0 0 0 0,1 0 0 0 0,-1 0 0 0 0,0 0-1 0 0,4 22-52 0 0,-4-21 37 0 0,0 1 1 0 0,0-1 0 0 0,0 0-1 0 0,0 1 1 0 0,0-1 0 0 0,0 1-1 0 0,0-1 1 0 0,0 1 0 0 0,1-1 0 0 0,-1 0-1 0 0,0 1 1 0 0,1-1 0 0 0,-1 0-1 0 0,1 1 1 0 0,0-1 0 0 0,-1 0-1 0 0,1 0 1 0 0,0 1 0 0 0,0-1 0 0 0,0 0-1 0 0,0 0 1 0 0,0 0 0 0 0,0 0-1 0 0,0 0 1 0 0,0 0 0 0 0,0-1-1 0 0,1 1 1 0 0,-1 0 0 0 0,0 0 0 0 0,0-1-1 0 0,1 1 1 0 0,-1-1 0 0 0,0 1-1 0 0,1-1 1 0 0,-1 0 0 0 0,1 1-1 0 0,-1-1 1 0 0,3 0 0 0 0,-1 0-2 0 0,45-25-53 0 0,-24 4 101 0 0,-24 21-38 0 0,0 0 0 0 0,0 0 0 0 0,1-1 0 0 0,-1 1 0 0 0,0 0 0 0 0,0 0 0 0 0,0 0 0 0 0,0-1 0 0 0,1 1 0 0 0,-1 0 0 0 0,0 0 0 0 0,0 0 0 0 0,0 0 0 0 0,1-1 0 0 0,-1 1 0 0 0,0 0 1 0 0,0 0-1 0 0,1 0 0 0 0,-1 0 0 0 0,0 0 0 0 0,0 0 0 0 0,1 0 0 0 0,-1 0 0 0 0,0 0 0 0 0,0 0 0 0 0,1 0 0 0 0,-1 0 0 0 0,0 0 0 0 0,0 0 0 0 0,1 0 0 0 0,-1 0 0 0 0,0 0 0 0 0,0 0 0 0 0,1 0 0 0 0,-1 0 0 0 0,0 0 0 0 0,0 0 0 0 0,1 1 0 0 0,-1-1 0 0 0,0 0 0 0 0,0 0 0 0 0,0 0 0 0 0,1 0 0 0 0,-1 1 0 0 0,0-1 0 0 0,0 0 0 0 0,1 0 0 0 0,3 18-31 0 0,-5 22 45 0 0,1-39-15 0 0,-12 84 29 0 0,-3-1-1 0 0,-42 133 0 0 0,56-211-23 0 0,-1-1 74 0 0,1 1-1 0 0,-1-1 1 0 0,-1 1 0 0 0,1-1 0 0 0,-1 0 0 0 0,0 0-1 0 0,0 0 1 0 0,0 0 0 0 0,0 0 0 0 0,-1-1 0 0 0,0 0 0 0 0,0 0-1 0 0,0 0 1 0 0,-1 0 0 0 0,0 0 0 0 0,1-1 0 0 0,-1 0-1 0 0,-6 3 1 0 0,9-5 269 0 0,-21-11 655 0 0,20 8-934 0 0,1 0-1 0 0,-1 0 1 0 0,1-1 0 0 0,0 1-1 0 0,0-1 1 0 0,1 1-1 0 0,-1-1 1 0 0,0 0 0 0 0,1 0-1 0 0,-1 0 1 0 0,1 0 0 0 0,0 0-1 0 0,0 0 1 0 0,1 0 0 0 0,-1 0-1 0 0,0-6 1 0 0,0 2-12 0 0,2-1 0 0 0,-1 1 1 0 0,1 0-1 0 0,0-1 0 0 0,0 1 0 0 0,0 0 1 0 0,4-9-1 0 0,1 1-492 0 0,0 0 1 0 0,1 0-1 0 0,1 0 1 0 0,0 1-1 0 0,1 0 1 0 0,14-16-1 0 0,2 4-2201 0 0,-6 10-2333 0 0,-9 6 1857 0 0</inkml:trace>
</inkml:ink>
</file>

<file path=ppt/ink/ink4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7:24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366 19 844 0 0,'1'-12'5074'0'0,"-1"12"-4990"0"0,0 0 0 0 0,0-1 1 0 0,0 1-1 0 0,0 0 0 0 0,0 0 0 0 0,0-1 1 0 0,0 1-1 0 0,0 0 0 0 0,0 0 1 0 0,1-1-1 0 0,-1 1 0 0 0,0 0 1 0 0,0 0-1 0 0,0-1 0 0 0,0 1 1 0 0,0 0-1 0 0,0 0 0 0 0,1-1 1 0 0,-1 1-1 0 0,0 0 0 0 0,0 0 0 0 0,0 0 1 0 0,1-1-1 0 0,-1 1 0 0 0,0 0 1 0 0,0 0-1 0 0,1 0 0 0 0,-1 0 1 0 0,0 0-1 0 0,0 0 0 0 0,1-1 1 0 0,-1 1-1 0 0,0 0 0 0 0,0 0 1 0 0,1 0-1 0 0,-1 0 0 0 0,0 0 1 0 0,0 0-1 0 0,1 0 0 0 0,-1 0 0 0 0,0 0 1 0 0,1 0-1 0 0,-1 0 0 0 0,0 0 1 0 0,0 0-1 0 0,1 1 0 0 0,-1-1 1 0 0,0 0-1 0 0,0 0 0 0 0,1 0 1 0 0,12 9 126 0 0,0 0 0 0 0,-1 1 0 0 0,0 0 1 0 0,-1 1-1 0 0,0 0 0 0 0,0 1 0 0 0,-1 0 1 0 0,-1 1-1 0 0,0 0 0 0 0,-1 1 0 0 0,0-1 1 0 0,-1 1-1 0 0,-1 1 0 0 0,0-1 0 0 0,-1 1 0 0 0,-1 0 1 0 0,4 19-1 0 0,-4-12-110 0 0,-1 0 0 0 0,-1 0 0 0 0,0 0-1 0 0,-2 1 1 0 0,-1-1 0 0 0,-1 0 0 0 0,0 0 0 0 0,-2 0 0 0 0,0 0 0 0 0,-2 0 0 0 0,0-1 0 0 0,-10 21-1 0 0,-1-8 38 0 0,-1-2-1 0 0,-1 0 0 0 0,-2-1 0 0 0,-1-1 1 0 0,-2-1-1 0 0,-49 47 0 0 0,-185 137-2149 0 0,226-188 1011 0 0,17-17-1352 0 0,4-2-2462 0 0</inkml:trace>
</inkml:ink>
</file>

<file path=ppt/ink/ink4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7:24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73 1360 0 0,'0'0'4161'0'0,"2"-3"-2074"0"0,2-5 332 0 0,0 1-1 0 0,0-1 1 0 0,-1-1-1 0 0,0 1 1 0 0,2-15-1 0 0,0 17-5 0 0</inkml:trace>
</inkml:ink>
</file>

<file path=ppt/ink/ink4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7:52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259 488 36 0 0,'9'-46'4576'0'0,"-9"44"-3554"0"0,-4-6-257 0 0,3 7-697 0 0,1-1-1 0 0,0 1 1 0 0,-1 0-1 0 0,1 0 1 0 0,-1 0-1 0 0,1 0 0 0 0,-1 0 1 0 0,0 0-1 0 0,1-1 1 0 0,-1 1-1 0 0,0 1 1 0 0,0-1-1 0 0,0 0 1 0 0,1 0-1 0 0,-1 0 1 0 0,-2-1-1 0 0,-5 1 43 0 0,1 0 0 0 0,0 0 0 0 0,-1 1 0 0 0,1 0 0 0 0,0 0 0 0 0,-1 0 0 0 0,1 1 0 0 0,0 1 0 0 0,0-1 0 0 0,-1 1 0 0 0,1 0 0 0 0,0 1 0 0 0,1 0 0 0 0,-9 4 0 0 0,3-1-4 0 0,0 0 0 0 0,1 1-1 0 0,0 0 1 0 0,0 1 0 0 0,1 0-1 0 0,0 1 1 0 0,-14 14 0 0 0,20-18-83 0 0,1-1 1 0 0,0 1 0 0 0,-1 0 0 0 0,1-1-1 0 0,1 1 1 0 0,-1 1 0 0 0,1-1 0 0 0,0 0-1 0 0,0 0 1 0 0,1 1 0 0 0,-1-1 0 0 0,1 1-1 0 0,0 0 1 0 0,1-1 0 0 0,-1 1 0 0 0,1 0-1 0 0,0-1 1 0 0,1 1 0 0 0,-1 0 0 0 0,1-1-1 0 0,0 1 1 0 0,1 0 0 0 0,-1-1 0 0 0,1 0-1 0 0,5 10 1 0 0,-3-8-8 0 0,1 0 1 0 0,-1 0-1 0 0,1 0 0 0 0,1 0 0 0 0,0-1 0 0 0,0 0 1 0 0,0 0-1 0 0,0-1 0 0 0,1 0 0 0 0,0 0 0 0 0,0 0 0 0 0,0-1 1 0 0,1 0-1 0 0,0-1 0 0 0,-1 1 0 0 0,16 3 0 0 0,-4-3-42 0 0,-1-1 0 0 0,1 0 0 0 0,0-2 0 0 0,-1 0-1 0 0,1-1 1 0 0,0-1 0 0 0,-1 0 0 0 0,1-2 0 0 0,0 0-1 0 0,-1-1 1 0 0,0-1 0 0 0,0-1 0 0 0,0 0-1 0 0,-1-1 1 0 0,0-1 0 0 0,-1-1 0 0 0,28-18 0 0 0,-18 8 5 0 0,0-1 1 0 0,-2-1 0 0 0,0-1-1 0 0,-1-1 1 0 0,-1-1 0 0 0,-2-1 0 0 0,0-1-1 0 0,-2 0 1 0 0,24-47 0 0 0,-25 41 58 0 0,-1 0 1 0 0,-2-2 0 0 0,-1 0 0 0 0,-2 0 0 0 0,-1-1 0 0 0,-2 0 0 0 0,-2-1 0 0 0,-1 0-1 0 0,1-37 1 0 0,-6 73-33 0 0,0-1 0 0 0,1 0 0 0 0,-1 0 0 0 0,0 1 0 0 0,0-1 0 0 0,0 0 0 0 0,0 0-1 0 0,0 1 1 0 0,0-1 0 0 0,0 0 0 0 0,0 0 0 0 0,-1 1 0 0 0,1-1 0 0 0,0 0 0 0 0,0 0 0 0 0,-1 1 0 0 0,1-1-1 0 0,0 0 1 0 0,-1 1 0 0 0,1-1 0 0 0,-1 0 0 0 0,1 1 0 0 0,-1-1 0 0 0,1 1 0 0 0,-1-1 0 0 0,0 0 0 0 0,-13 12 20 0 0,-10 29-26 0 0,5 8 0 0 0,2 2-1 0 0,2 0 1 0 0,-10 60 0 0 0,-11 158 28 0 0,34-250-25 0 0,0-11 10 0 0,2 0 0 0 0,-1 1-1 0 0,1-1 1 0 0,0 0 0 0 0,1 11-1 0 0,0-16 161 0 0,2-3-167 0 0,1-1-1 0 0,0 0 1 0 0,0 0-1 0 0,-1 0 1 0 0,1 0-1 0 0,-1-1 1 0 0,0 1-1 0 0,0-1 1 0 0,0 0-1 0 0,5-6 1 0 0,9-7 23 0 0,-13 14-43 0 0,-1 0 0 0 0,1 0 0 0 0,0 0 0 0 0,0 1 0 0 0,0-1 0 0 0,0 1-1 0 0,0 0 1 0 0,0 0 0 0 0,0 0 0 0 0,1 1 0 0 0,-1-1 0 0 0,0 1 0 0 0,0 0 0 0 0,0 0 0 0 0,1 1 0 0 0,-1-1 0 0 0,0 1 0 0 0,0 0-1 0 0,0 0 1 0 0,6 3 0 0 0,10 4-437 0 0,-1 1-1 0 0,0 0 1 0 0,18 14-1 0 0,15 6-1776 0 0,-28-19-1176 0 0,-13-5 1451 0 0</inkml:trace>
</inkml:ink>
</file>

<file path=ppt/ink/ink4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7:54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138 133 48 0 0,'0'-1'130'0'0,"0"0"0"0"0,-1 0 0 0 0,1 0 0 0 0,0 0 1 0 0,0 0-1 0 0,-1 0 0 0 0,1 0 0 0 0,0 0 0 0 0,-1 1 0 0 0,1-1 0 0 0,-1 0 0 0 0,1 0 0 0 0,-1 1 1 0 0,0-1-1 0 0,1 0 0 0 0,-1 0 0 0 0,0 1 0 0 0,1-1 0 0 0,-1 1 0 0 0,0-1 0 0 0,0 1 0 0 0,1-1 1 0 0,-1 1-1 0 0,0-1 0 0 0,0 1 0 0 0,0 0 0 0 0,0-1 0 0 0,0 1 0 0 0,0 0 0 0 0,1 0 0 0 0,-1 0 1 0 0,0 0-1 0 0,0-1 0 0 0,0 1 0 0 0,0 1 0 0 0,0-1 0 0 0,0 0 0 0 0,0 0 0 0 0,0 0 0 0 0,0 0 0 0 0,0 1 1 0 0,0-1-1 0 0,1 0 0 0 0,-1 1 0 0 0,0-1 0 0 0,-1 1 0 0 0,-3 1 71 0 0,0 0 0 0 0,-1 0 0 0 0,1 0 1 0 0,0 0-1 0 0,0 1 0 0 0,0 0 0 0 0,-7 6 0 0 0,5-3 69 0 0,0 1-1 0 0,0 1 1 0 0,1-1-1 0 0,-1 1 1 0 0,2 1-1 0 0,-1-1 1 0 0,-3 10-1 0 0,8-16-99 0 0,19 16-164 0 0,-6-18-154 0 0,-1 1-1 0 0,0-1 0 0 0,1-1 1 0 0,-1 0-1 0 0,20-5 0 0 0,5 1-205 0 0,26 2-374 0 0,-43 3 590 0 0,1 0 1 0 0,-1-2 0 0 0,1 0-1 0 0,-1-1 1 0 0,0-2-1 0 0,0 1 1 0 0,19-9 0 0 0,-23 5 270 0 0,0 0 0 0 0,-1-1 0 0 0,0-1 0 0 0,-1 0 0 0 0,0-1 0 0 0,-1 0 0 0 0,0-1 0 0 0,18-22 0 0 0,-24 26 194 0 0,-5 7-184 0 0,1 4-65 0 0,0 0 1 0 0,-1 0-1 0 0,1 0 0 0 0,-1 1 0 0 0,0-1 1 0 0,0 0-1 0 0,0 1 0 0 0,-1-1 0 0 0,1 0 1 0 0,-1 1-1 0 0,0-1 0 0 0,0 4 1 0 0,1 0-73 0 0,-1 1 0 0 0,1-1 0 0 0,1 0 0 0 0,-1 0 1 0 0,1 0-1 0 0,0 0 0 0 0,1-1 0 0 0,3 8 1 0 0,-5-13-6 0 0,0 1 0 0 0,0-1 1 0 0,0 0-1 0 0,1 0 0 0 0,-1 1 1 0 0,0-1-1 0 0,1 0 0 0 0,-1 0 1 0 0,0-1-1 0 0,1 1 1 0 0,-1 0-1 0 0,1 0 0 0 0,0-1 1 0 0,-1 1-1 0 0,1-1 0 0 0,-1 1 1 0 0,1-1-1 0 0,0 0 0 0 0,0 1 1 0 0,-1-1-1 0 0,1 0 1 0 0,0 0-1 0 0,2-1 0 0 0,36-17-92 0 0,-31 13 84 0 0,42-33-50 0 0,-43 31 44 0 0,0-1 1 0 0,1 2-1 0 0,0-1 1 0 0,1 2-1 0 0,17-9 1 0 0,-23 13-1 0 0,8 0-54 0 0,0 1 0 0 0,0 0 0 0 0,0 1 0 0 0,0 1 0 0 0,0 0 0 0 0,0 0-1 0 0,0 1 1 0 0,15 6 0 0 0,-16-5-44 0 0,-1 0 0 0 0,1-2 0 0 0,0 1 0 0 0,0-1-1 0 0,17 0 1 0 0,-6-1-26 0 0,-3-1 17 0 0,0 0-1 0 0,1-1 1 0 0,27-5 0 0 0,-42 5 118 0 0,-1 0 0 0 0,1 0 1 0 0,-1-1-1 0 0,0 1 1 0 0,1-1-1 0 0,-1 0 0 0 0,0 0 1 0 0,0 0-1 0 0,0-1 0 0 0,0 1 1 0 0,-1-1-1 0 0,1 0 0 0 0,-1 0 1 0 0,0-1-1 0 0,0 1 1 0 0,0-1-1 0 0,0 1 0 0 0,0-1 1 0 0,-1 0-1 0 0,3-5 0 0 0,-4 8 22 0 0,0-1-1 0 0,0 1 1 0 0,0 0-1 0 0,-1-1 1 0 0,1 1-1 0 0,-1-1 1 0 0,1 1-1 0 0,-1-1 0 0 0,1 1 1 0 0,-1-1-1 0 0,0 1 1 0 0,0-1-1 0 0,1 0 1 0 0,-1 1-1 0 0,-1-1 1 0 0,1 1-1 0 0,0-1 0 0 0,0 0 1 0 0,0 1-1 0 0,-1-1 1 0 0,1 1-1 0 0,-1-1 1 0 0,1 1-1 0 0,-1-1 1 0 0,0 1-1 0 0,0 0 1 0 0,1-1-1 0 0,-1 1 0 0 0,0 0 1 0 0,0-1-1 0 0,0 1 1 0 0,0 0-1 0 0,-1 0 1 0 0,1 0-1 0 0,0 0 1 0 0,0 0-1 0 0,-1 0 1 0 0,1 0-1 0 0,0 1 0 0 0,-1-1 1 0 0,1 0-1 0 0,-1 1 1 0 0,1-1-1 0 0,-1 1 1 0 0,1-1-1 0 0,-1 1 1 0 0,0 0-1 0 0,1 0 0 0 0,-1 0 1 0 0,-2 0-1 0 0,-3-1 24 0 0,-1 1-1 0 0,1 0 1 0 0,-1 1-1 0 0,1 0 1 0 0,-1 0-1 0 0,1 0 0 0 0,0 1 1 0 0,0 0-1 0 0,0 0 1 0 0,-8 4-1 0 0,13-5-36 0 0,-1 1-1 0 0,1-1 1 0 0,-1 1 0 0 0,1-1-1 0 0,0 1 1 0 0,-1 0 0 0 0,1 0-1 0 0,0 0 1 0 0,0 0 0 0 0,0 0-1 0 0,0 0 1 0 0,1 0 0 0 0,-1 1-1 0 0,0-1 1 0 0,1 1 0 0 0,0-1-1 0 0,0 1 1 0 0,-2 4 0 0 0,3-6-34 0 0,2 7-35 0 0,5 15-52 0 0,8-10 52 0 0,1-2 0 0 0,29 19-1 0 0,-31-22 33 0 0,0 1-1 0 0,-1 0 1 0 0,23 21-1 0 0,-31-25 27 0 0,-1 0 0 0 0,1 1 0 0 0,-1-1 0 0 0,-1 1 0 0 0,1 0-1 0 0,-1 0 1 0 0,0 0 0 0 0,0 1 0 0 0,-1-1 0 0 0,0 1 0 0 0,0-1 0 0 0,0 1 0 0 0,0 7 0 0 0,-1 5 41 0 0,0 1-1 0 0,-2 0 1 0 0,0-1 0 0 0,-1 1 0 0 0,-1-1-1 0 0,-1 0 1 0 0,-1 0 0 0 0,0 0 0 0 0,-2-1 0 0 0,0 1-1 0 0,-1-2 1 0 0,0 1 0 0 0,-2-1 0 0 0,0 0 0 0 0,-1-1-1 0 0,0 0 1 0 0,-2-1 0 0 0,0 0 0 0 0,0-1-1 0 0,-20 15 1 0 0,28-25 66 0 0,3-1 19 0 0,-1-1 0 0 0,1 0 0 0 0,-1 0 0 0 0,0 0-1 0 0,0 0 1 0 0,0 0 0 0 0,0 0 0 0 0,0-1 0 0 0,0 1 0 0 0,0-1-1 0 0,-1 0 1 0 0,-5 1 0 0 0,8-2-108 0 0,1-1-1 0 0,-1 1 1 0 0,1 0-1 0 0,-1-1 1 0 0,1 1-1 0 0,0-1 1 0 0,-1 1 0 0 0,1-1-1 0 0,0 1 1 0 0,-1-1-1 0 0,1 0 1 0 0,0 1 0 0 0,0-1-1 0 0,-1 1 1 0 0,1-1-1 0 0,0 1 1 0 0,0-1-1 0 0,0 0 1 0 0,0 1 0 0 0,0-1-1 0 0,0 1 1 0 0,0-1-1 0 0,0 0 1 0 0,0 1-1 0 0,0-1 1 0 0,0 1 0 0 0,0-1-1 0 0,1 0 1 0 0,-1 1-1 0 0,0-1 1 0 0,0 1 0 0 0,1-1-1 0 0,-1 1 1 0 0,0-1-1 0 0,1 1 1 0 0,-1-1-1 0 0,9-22 109 0 0,-9 23-119 0 0,19-31-71 0 0,1 2-1 0 0,2 0 1 0 0,32-33-1 0 0,6-8-283 0 0,9-12 5 0 0,-43 54 500 0 0,-1-1 1 0 0,-2-1-1 0 0,38-64 1 0 0,-52 77 70 0 0,-6 12-91 0 0,1-1 0 0 0,-1 0 0 0 0,-1 0 0 0 0,1-1 0 0 0,-1 1-1 0 0,0-1 1 0 0,0 1 0 0 0,-1-1 0 0 0,1-7 0 0 0,-2 11 53 0 0,-1-11 139 0 0,1 14-313 0 0,0-1 0 0 0,0 1 0 0 0,0 0 0 0 0,0-1 0 0 0,0 1 0 0 0,0 0 0 0 0,0 0-1 0 0,0-1 1 0 0,-1 1 0 0 0,1 0 0 0 0,0-1 0 0 0,0 1 0 0 0,0 0 0 0 0,0-1 0 0 0,0 1-1 0 0,0 0 1 0 0,-1 0 0 0 0,1-1 0 0 0,0 1 0 0 0,0 0 0 0 0,0 0 0 0 0,-1 0 0 0 0,1-1-1 0 0,0 1 1 0 0,0 0 0 0 0,-1 0 0 0 0,1 0 0 0 0,0-1 0 0 0,0 1 0 0 0,-1 0 0 0 0,1 0-1 0 0,0 0 1 0 0,-1 0 0 0 0,1 0 0 0 0,0 0 0 0 0,-1 0 0 0 0,1 0 0 0 0,0 0 0 0 0,0 0-1 0 0,-1 0 1 0 0,1 0 0 0 0,0 0 0 0 0,-1 0 0 0 0,1 0 0 0 0,0 0 0 0 0,-1 0 0 0 0,1 0 0 0 0,0 0-1 0 0,-1 1 1 0 0,-1 0-20 0 0,0 1 0 0 0,0 0-1 0 0,0 0 1 0 0,1 1-1 0 0,-1-1 1 0 0,0 0 0 0 0,1 0-1 0 0,0 1 1 0 0,-1-1-1 0 0,1 1 1 0 0,0-1 0 0 0,0 1-1 0 0,1 0 1 0 0,-1-1 0 0 0,1 1-1 0 0,-1 0 1 0 0,1-1-1 0 0,0 1 1 0 0,0 0 0 0 0,0 0-1 0 0,0-1 1 0 0,0 1 0 0 0,1 0-1 0 0,-1 0 1 0 0,1-1-1 0 0,0 1 1 0 0,-1-1 0 0 0,1 1-1 0 0,1-1 1 0 0,-1 1-1 0 0,0-1 1 0 0,0 1 0 0 0,1-1-1 0 0,0 0 1 0 0,-1 0 0 0 0,1 0-1 0 0,0 0 1 0 0,0 0-1 0 0,0 0 1 0 0,0 0 0 0 0,1-1-1 0 0,3 3 1 0 0,5 3-144 0 0,1-1-1 0 0,-1-1 1 0 0,1 0 0 0 0,1 0 0 0 0,15 3 0 0 0,-15-5 12 0 0,-1 1 1 0 0,0 1 0 0 0,0 0 0 0 0,18 10 0 0 0,-29-15 118 0 0,0 0 0 0 0,0 1 0 0 0,0 0 0 0 0,0-1 0 0 0,0 1 0 0 0,0-1 0 0 0,0 1 0 0 0,0 0 0 0 0,0 0 0 0 0,0 0 0 0 0,0-1 0 0 0,-1 1 0 0 0,1 0 0 0 0,0 0 0 0 0,-1 0 0 0 0,1 0 0 0 0,0 0 0 0 0,-1 0 0 0 0,0 0 1 0 0,1 1-1 0 0,-1-1 0 0 0,1 0 0 0 0,-1 0 0 0 0,0 0 0 0 0,0 0 0 0 0,0 0 0 0 0,0 1 0 0 0,0-1 0 0 0,0 0 0 0 0,0 0 0 0 0,0 0 0 0 0,0 0 0 0 0,-1 1 0 0 0,1-1 0 0 0,0 0 0 0 0,-1 0 0 0 0,1 0 0 0 0,-1 0 0 0 0,1 0 0 0 0,-1 0 0 0 0,1 0 0 0 0,-1 0 0 0 0,-1 1 0 0 0,-1 2-608 0 0,-1-1-1 0 0,1 0 1 0 0,-1 0-1 0 0,0 0 1 0 0,0 0-1 0 0,0-1 1 0 0,0 1-1 0 0,0-1 1 0 0,-6 2-1 0 0,-3 1-1931 0 0</inkml:trace>
</inkml:ink>
</file>

<file path=ppt/ink/ink4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7:39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43 808 0 0,'-16'-41'5085'0'0,"16"39"-4376"0"0,-3 5-409 0 0,-2 6-181 0 0,0 0 0 0 0,0-1-1 0 0,1 1 1 0 0,0 1 0 0 0,0-1 0 0 0,-3 19-1 0 0,-12 68 278 0 0,16-78-320 0 0,-7 65 199 0 0,4 0 1 0 0,4 0 0 0 0,12 121 0 0 0,-5-124-111 0 0,-9-32-338 0 0,0-22-1525 0 0,4-24 289 0 0,-3-3-936 0 0,-14-4 181 0 0</inkml:trace>
</inkml:ink>
</file>

<file path=ppt/ink/ink4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7:40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1 692 636 0 0,'1'-4'2266'0'0,"12"1"-1788"0"0,19 2-523 0 0,-32 1 104 0 0,36-1 137 0 0,323-9 900 0 0,-4-32-588 0 0,-284 28-413 0 0,420-86 424 0 0,-219 37-324 0 0,388-111 298 0 0,-641 168-485 0 0,0-2 0 0 0,-1 0 0 0 0,26-15 0 0 0,-40 21-5 0 0,0-1 1 0 0,-1 1 0 0 0,1-1-1 0 0,-1 0 1 0 0,1 0-1 0 0,-1 0 1 0 0,0 0-1 0 0,0-1 1 0 0,-1 1-1 0 0,1-1 1 0 0,-1 0-1 0 0,1 1 1 0 0,-1-1 0 0 0,0 0-1 0 0,-1-1 1 0 0,1 1-1 0 0,-1 0 1 0 0,0 0-1 0 0,0-1 1 0 0,0 1-1 0 0,0-6 1 0 0,-1 5 9 0 0,-1 1 0 0 0,0 0 0 0 0,0-1 0 0 0,0 1 0 0 0,0 0 0 0 0,-1 0 0 0 0,0-1 0 0 0,0 1 0 0 0,0 1 1 0 0,0-1-1 0 0,-1 0 0 0 0,1 0 0 0 0,-1 1 0 0 0,0 0 0 0 0,-7-7 0 0 0,-54-39 225 0 0,56 44-206 0 0,4 2-25 0 0,0 0 1 0 0,0 0 0 0 0,-1 0-1 0 0,1 1 1 0 0,-1 0 0 0 0,1 0 0 0 0,-1 0-1 0 0,0 1 1 0 0,0-1 0 0 0,0 1-1 0 0,0 0 1 0 0,1 1 0 0 0,-2-1 0 0 0,1 1-1 0 0,-5 0 1 0 0,6 1-4 0 0,1 0 0 0 0,0 0 0 0 0,0 1 1 0 0,0-1-1 0 0,0 1 0 0 0,0-1 0 0 0,0 1 0 0 0,0 0 0 0 0,1 0 0 0 0,-1 0 1 0 0,1 0-1 0 0,-1 1 0 0 0,1-1 0 0 0,0 1 0 0 0,0-1 0 0 0,0 1 0 0 0,0 0 0 0 0,0 0 1 0 0,1 0-1 0 0,-1 0 0 0 0,1 0 0 0 0,0 0 0 0 0,-1 4 0 0 0,-12 34 15 0 0,3 1 1 0 0,1 0-1 0 0,2 1 0 0 0,-4 55 0 0 0,5 178 103 0 0,7-241-118 0 0,0-19 6 0 0,6 288 244 0 0,-5-273-161 0 0,-8 60 1 0 0,0 1 4374 0 0,5-107-3319 0 0,2 11-1174 0 0,1 0 0 0 0,-1 0 0 0 0,1 0 0 0 0,-1 0 0 0 0,1 1 0 0 0,0-1 1 0 0,0 0-1 0 0,1 0 0 0 0,2-5 0 0 0,0 2 27 0 0,0 0-1 0 0,1 0 1 0 0,-1 1 0 0 0,1-1 0 0 0,1 1-1 0 0,-1 0 1 0 0,1 0 0 0 0,0 1 0 0 0,0 0 0 0 0,1 0-1 0 0,-1 0 1 0 0,11-5 0 0 0,-10 8-9 0 0,-1-1 0 0 0,1 2 0 0 0,-1-1 0 0 0,1 1 0 0 0,0 0 0 0 0,-1 0 0 0 0,1 1 0 0 0,0 0 0 0 0,0 0 0 0 0,-1 0 1 0 0,1 1-1 0 0,0 0 0 0 0,-1 1 0 0 0,1-1 0 0 0,10 5 0 0 0,22 8 3 0 0,7 2-1 0 0,70 16-1 0 0,-102-29 13 0 0,-1-1 0 0 0,1-1 0 0 0,0 0 1 0 0,0 0-1 0 0,0-1 0 0 0,0-1 0 0 0,0-1 0 0 0,0 0 0 0 0,25-7 1 0 0,-34 8 51 0 0,-1-1 1 0 0,0 0-1 0 0,0 0 1 0 0,1 0-1 0 0,-1-1 1 0 0,-1 1-1 0 0,1-1 1 0 0,0 0-1 0 0,-1 0 1 0 0,1 0 0 0 0,-1 0-1 0 0,0-1 1 0 0,0 0-1 0 0,0 1 1 0 0,-1-1-1 0 0,1 0 1 0 0,-1 0-1 0 0,0 0 1 0 0,0-1-1 0 0,-1 1 1 0 0,1 0 0 0 0,-1-1-1 0 0,0 1 1 0 0,0-1-1 0 0,0 1 1 0 0,0-1-1 0 0,-1 0 1 0 0,0-8-1 0 0,0 10 393 0 0,-2-6-308 0 0,2 5-157 0 0,2 8-76 0 0,-1 4-158 0 0,2-1 1 0 0,-1 1-1 0 0,1 0 1 0 0,0-1-1 0 0,1 1 1 0 0,0-1 0 0 0,0 0-1 0 0,8 10 1 0 0,-7-11-751 0 0,1 1 1 0 0,0-1 0 0 0,0-1 0 0 0,0 1 0 0 0,1-1 0 0 0,8 5 0 0 0,17 7-2574 0 0</inkml:trace>
</inkml:ink>
</file>

<file path=ppt/ink/ink4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7:41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570 48 320 0 0,'-1'-3'185'0'0,"-1"0"0"0"0,0 0 0 0 0,0 0 0 0 0,0 0 1 0 0,0 0-1 0 0,0 1 0 0 0,-1-1 0 0 0,1 1 0 0 0,-1-1 0 0 0,1 1 0 0 0,-1 0 0 0 0,0 0 1 0 0,0 0-1 0 0,0 1 0 0 0,0-1 0 0 0,0 0 0 0 0,-1 1 0 0 0,-4-1 0 0 0,2 0-43 0 0,-1 2 1 0 0,1-1-1 0 0,0 1 0 0 0,-1-1 0 0 0,1 2 0 0 0,-1-1 1 0 0,1 1-1 0 0,0 0 0 0 0,-10 3 0 0 0,-2 2 25 0 0,0 0 0 0 0,1 2-1 0 0,0 0 1 0 0,0 1 0 0 0,-30 22-1 0 0,13-7 86 0 0,2 3 0 0 0,1 0 0 0 0,2 2 0 0 0,0 1-1 0 0,2 1 1 0 0,-40 61 0 0 0,58-77-173 0 0,1 1 0 0 0,0 1 0 0 0,1 0 1 0 0,0 0-1 0 0,2 0 0 0 0,0 0 0 0 0,-5 32 0 0 0,9-36-35 0 0,0 0 0 0 0,1 1 1 0 0,1-1-1 0 0,0 1 0 0 0,1-1 1 0 0,0 0-1 0 0,1 0 0 0 0,0 0 0 0 0,1 0 1 0 0,1-1-1 0 0,9 20 0 0 0,-6-18-13 0 0,0 0 0 0 0,1-1 0 0 0,0 0 0 0 0,1 0 0 0 0,1-1-1 0 0,0 0 1 0 0,1-1 0 0 0,0 0 0 0 0,0-1 0 0 0,1-1 0 0 0,20 12 0 0 0,-13-10 1 0 0,1-1 1 0 0,0-1-1 0 0,1-1 0 0 0,0-1 1 0 0,0-1-1 0 0,1-1 1 0 0,36 4-1 0 0,-34-6-19 0 0,-1-2 1 0 0,1 0-1 0 0,0-2 0 0 0,-1-1 1 0 0,1-1-1 0 0,-1 0 0 0 0,0-2 1 0 0,0-1-1 0 0,0-2 0 0 0,-1 0 0 0 0,0-1 1 0 0,0-1-1 0 0,-1-1 0 0 0,0-1 1 0 0,34-26-1 0 0,-41 25-5 0 0,-1 0 1 0 0,0-1-1 0 0,-1-1 0 0 0,-1 0 1 0 0,12-20-1 0 0,-19 28-4 0 0,-1 0-1 0 0,0 1 0 0 0,-1-2 0 0 0,0 1 1 0 0,0 0-1 0 0,-1-1 0 0 0,1 1 1 0 0,-2-1-1 0 0,1 0 0 0 0,-1 1 1 0 0,0-1-1 0 0,-1 0 0 0 0,0 0 1 0 0,0 0-1 0 0,-2-11 0 0 0,2 18-5 0 0,-1 0 0 0 0,1 0 0 0 0,0 0 0 0 0,-1 0 0 0 0,1 0 0 0 0,-1 0 0 0 0,0 0 0 0 0,1 0 0 0 0,-1 0-1 0 0,0 0 1 0 0,0 0 0 0 0,1 0 0 0 0,-1 0 0 0 0,0 1 0 0 0,0-1 0 0 0,0 0 0 0 0,0 1 0 0 0,0-1 0 0 0,0 1 0 0 0,0-1 0 0 0,0 1-1 0 0,0-1 1 0 0,0 1 0 0 0,0 0 0 0 0,-1-1 0 0 0,1 1 0 0 0,0 0 0 0 0,0 0 0 0 0,0 0 0 0 0,0 0 0 0 0,0 0 0 0 0,-1 0 0 0 0,1 0-1 0 0,0 1 1 0 0,0-1 0 0 0,0 0 0 0 0,0 0 0 0 0,0 1 0 0 0,0-1 0 0 0,0 1 0 0 0,0-1 0 0 0,0 1 0 0 0,0 0 0 0 0,0-1 0 0 0,0 1-1 0 0,0 0 1 0 0,0-1 0 0 0,-1 2 0 0 0,1 0-5 0 0,0 0 0 0 0,-1 0-1 0 0,1 0 1 0 0,0 0 0 0 0,0 0-1 0 0,0 1 1 0 0,0-1 0 0 0,1 0 0 0 0,-1 0-1 0 0,1 1 1 0 0,-1-1 0 0 0,1 0-1 0 0,0 1 1 0 0,0-1 0 0 0,0 0-1 0 0,0 1 1 0 0,0-1 0 0 0,0 0-1 0 0,1 1 1 0 0,-1-1 0 0 0,1 0 0 0 0,0 0-1 0 0,0 1 1 0 0,-1-1 0 0 0,1 0-1 0 0,1 0 1 0 0,-1 0 0 0 0,0 0-1 0 0,0 0 1 0 0,1 0 0 0 0,1 2-1 0 0,3 3-51 0 0,0 1 0 0 0,1-1 0 0 0,-1 0 0 0 0,1 0 0 0 0,1-1 0 0 0,7 6 0 0 0,0-3-35 0 0,0-1 0 0 0,0 0 0 0 0,0-1 0 0 0,1 0-1 0 0,18 4 1 0 0,-27-9 87 0 0,-1-1-1 0 0,1 1 0 0 0,0-1 1 0 0,0 0-1 0 0,0 0 0 0 0,0-1 1 0 0,-1 0-1 0 0,1 0 0 0 0,0-1 1 0 0,0 0-1 0 0,0 0 0 0 0,0-1 1 0 0,-1 1-1 0 0,1-1 0 0 0,7-4 0 0 0,-13 5 27 0 0,0 0 0 0 0,0 0 0 0 0,-1 0 0 0 0,1 0-1 0 0,-1 0 1 0 0,1 0 0 0 0,-1 0 0 0 0,1-1 0 0 0,-1 1-1 0 0,0 0 1 0 0,1 0 0 0 0,-1 0 0 0 0,0 0 0 0 0,0-1-1 0 0,0 1 1 0 0,0 0 0 0 0,0 0 0 0 0,0 0 0 0 0,0-1-1 0 0,0 1 1 0 0,-1 0 0 0 0,1 0 0 0 0,0 0 0 0 0,-1 0-1 0 0,1 0 1 0 0,-1-1 0 0 0,1 1 0 0 0,-1 0 0 0 0,0 0-1 0 0,1 0 1 0 0,-1 0 0 0 0,0 1 0 0 0,0-1 0 0 0,-1-1-1 0 0,-26-34 454 0 0,17 25-361 0 0,0 1 1 0 0,0 0-1 0 0,-1 1 0 0 0,0 1 1 0 0,0 0-1 0 0,-1 0 0 0 0,0 1 1 0 0,-1 1-1 0 0,1 0 0 0 0,-1 1 1 0 0,0 1-1 0 0,-29-6 0 0 0,42 10-175 0 0,-1-1 1 0 0,1 1-1 0 0,0 0 0 0 0,-1 0 0 0 0,1 0 0 0 0,0 0 0 0 0,-1 0 0 0 0,1 0 0 0 0,0 0 0 0 0,-1 1 0 0 0,1-1 0 0 0,0 0 0 0 0,0 1 0 0 0,-1-1 1 0 0,1 1-1 0 0,0 0 0 0 0,0-1 0 0 0,0 1 0 0 0,-1 0 0 0 0,1 0 0 0 0,0-1 0 0 0,0 1 0 0 0,0 0 0 0 0,0 0 0 0 0,1 0 0 0 0,-1 0 0 0 0,-1 2 0 0 0,-6 20-5312 0 0</inkml:trace>
</inkml:ink>
</file>

<file path=ppt/ink/ink4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7:42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55 492 0 0,'14'5'1542'0'0,"-9"-1"-1330"0"0,1 1 1 0 0,-1-1 0 0 0,0 1 0 0 0,-1 0-1 0 0,1 1 1 0 0,-1-1 0 0 0,0 1 0 0 0,0 0-1 0 0,-1-1 1 0 0,0 2 0 0 0,0-1 0 0 0,0 0-1 0 0,-1 1 1 0 0,0-1 0 0 0,0 1 0 0 0,0 0-1 0 0,-1-1 1 0 0,0 1 0 0 0,-1 0 0 0 0,1 13-1 0 0,-2-18-26 0 0,-1 5 62 0 0,-2 2 2753 0 0,6-17-2936 0 0,0 0-1 0 0,1 0 1 0 0,0 0-1 0 0,0 0 1 0 0,1 0-1 0 0,0 0 1 0 0,0 1-1 0 0,0 0 1 0 0,10-11-1 0 0,-12 15-55 0 0,1 0 0 0 0,0 0 0 0 0,0 0 0 0 0,0 0 0 0 0,1 1 0 0 0,-1-1 0 0 0,0 1 0 0 0,1 0 0 0 0,0 0 0 0 0,-1 0 0 0 0,1 1 0 0 0,0-1 0 0 0,0 1 0 0 0,0 0 0 0 0,0 0 0 0 0,0 1 0 0 0,1-1 0 0 0,-1 1 0 0 0,0-1 0 0 0,0 1 0 0 0,0 1 0 0 0,7 0 0 0 0,-6 0-13 0 0,0 1 1 0 0,-1-1 0 0 0,0 1-1 0 0,1 0 1 0 0,-1 0-1 0 0,0 0 1 0 0,0 1 0 0 0,0-1-1 0 0,0 1 1 0 0,-1 0-1 0 0,1 0 1 0 0,-1 0 0 0 0,1 1-1 0 0,-1-1 1 0 0,0 1 0 0 0,-1 0-1 0 0,1 0 1 0 0,2 4-1 0 0,24 30-3 0 0,-28-37 27 0 0,1 1 19 0 0,-2-2-36 0 0,0 0 1 0 0,0 0 0 0 0,0 1-1 0 0,0-1 1 0 0,0 0 0 0 0,0 0-1 0 0,0 0 1 0 0,0 0 0 0 0,0 0-1 0 0,0 1 1 0 0,0-1 0 0 0,1 0-1 0 0,-1 0 1 0 0,0 0-1 0 0,0 0 1 0 0,0 0 0 0 0,0 0-1 0 0,0 1 1 0 0,0-1 0 0 0,0 0-1 0 0,1 0 1 0 0,-1 0 0 0 0,0 0-1 0 0,0 0 1 0 0,0 0 0 0 0,0 0-1 0 0,0 0 1 0 0,1 0 0 0 0,-1 0-1 0 0,0 0 1 0 0,0 0 0 0 0,0 0-1 0 0,0 0 1 0 0,1 0 0 0 0,-1 0-1 0 0,0 0 1 0 0,0 0 0 0 0,0 0-1 0 0,0 0 1 0 0,1 0-1 0 0,-1 0 1 0 0,0 0 0 0 0,0 0-1 0 0,0 0 1 0 0,0 0 0 0 0,0 0-1 0 0,0 0 1 0 0,1-1 0 0 0,-1 1-1 0 0,0 0 1 0 0,31-26 70 0 0,-29 24-101 0 0,0-1 1 0 0,0 0 0 0 0,1 1 0 0 0,-1 0-1 0 0,1 0 1 0 0,-1-1 0 0 0,1 1 0 0 0,0 1-1 0 0,0-1 1 0 0,-1 0 0 0 0,1 1 0 0 0,1-1-1 0 0,-1 1 1 0 0,0 0 0 0 0,0 0 0 0 0,0 0-1 0 0,1 1 1 0 0,-1-1 0 0 0,0 1 0 0 0,1 0-1 0 0,-1-1 1 0 0,0 2 0 0 0,1-1 0 0 0,-1 0 0 0 0,7 2-1 0 0,14 4-131 0 0,15 5-311 0 0,55 8-1 0 0,-81-17 365 0 0,1-1 0 0 0,0-1-1 0 0,-1 0 1 0 0,1 0 0 0 0,0-2-1 0 0,0 0 1 0 0,25-7 0 0 0,27-20 219 0 0,-61 26-20 0 0,-3 2 98 0 0,7-2-40 0 0,-5 2-79 0 0,1 10-60 0 0,0 9 20 0 0,-1 0-1 0 0,-1 0 1 0 0,0 0 0 0 0,0 30-1 0 0,7 41 16 0 0,64 210 57 0 0,-60-217 2199 0 0,-20-90-2081 0 0,-4-6-137 0 0,0-1 1 0 0,2 0 0 0 0,0-1-1 0 0,1 0 1 0 0,0 0 0 0 0,1 0-1 0 0,1-1 1 0 0,-6-32 0 0 0,6 10-6 0 0,3 0 0 0 0,0-1 0 0 0,9-77 0 0 0,-5 99-107 0 0,1-1 0 0 0,1 1 1 0 0,1 0-1 0 0,1 0 0 0 0,0 0 0 0 0,1 1 1 0 0,1 0-1 0 0,0 1 0 0 0,2-1 0 0 0,17-23 0 0 0,-19 31-15 0 0,1 0-1 0 0,0 1 1 0 0,1 0-1 0 0,0 1 0 0 0,0 0 1 0 0,0 0-1 0 0,1 1 0 0 0,0 0 1 0 0,16-5-1 0 0,-22 9 20 0 0,0 0-1 0 0,-1 0 1 0 0,1 1-1 0 0,0-1 1 0 0,0 1 0 0 0,0 0-1 0 0,0 1 1 0 0,0-1-1 0 0,0 1 1 0 0,0 0-1 0 0,0 0 1 0 0,0 1 0 0 0,0-1-1 0 0,0 1 1 0 0,0 0-1 0 0,0 0 1 0 0,0 1-1 0 0,-1 0 1 0 0,1 0 0 0 0,-1 0-1 0 0,1 0 1 0 0,-1 1-1 0 0,1-1 1 0 0,-1 1-1 0 0,4 4 1 0 0,-6-5 10 0 0,0 0-1 0 0,0 1 1 0 0,0 0 0 0 0,0-1-1 0 0,0 1 1 0 0,0 0 0 0 0,-1 0-1 0 0,0 0 1 0 0,1 0-1 0 0,-1 0 1 0 0,0 0 0 0 0,-1 0-1 0 0,1 0 1 0 0,0 1 0 0 0,-1-1-1 0 0,0 0 1 0 0,0 0 0 0 0,0 7-1 0 0,-1-4-1 0 0,-1-1 0 0 0,1 1-1 0 0,-1-1 1 0 0,0 0 0 0 0,0 1 0 0 0,-1-1-1 0 0,1 0 1 0 0,-1 0 0 0 0,-1-1 0 0 0,-3 6-1 0 0,-2 1-1 0 0,-1 0 0 0 0,0-1 0 0 0,-1-1 0 0 0,0 0-1 0 0,0 0 1 0 0,-1-1 0 0 0,-24 12 0 0 0,24-13-87 0 0,-1-1 1 0 0,-1-1-1 0 0,1 0 1 0 0,-1-1-1 0 0,0 0 1 0 0,0-1-1 0 0,0-1 1 0 0,0 0-1 0 0,-29-1 1 0 0,39-1-815 0 0,6-17-3658 0 0,-1 13 1942 0 0</inkml:trace>
</inkml:ink>
</file>

<file path=ppt/ink/ink4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7:42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24 612 0 0,'6'-16'1970'0'0,"-4"9"-723"0"0,-3 11 2403 0 0,-23 89-2650 0 0,-18 141 0 0 0,39-205-896 0 0,0 1 1 0 0,3-1-1 0 0,0 1 1 0 0,2-1-1 0 0,1 1 1 0 0,1-1 0 0 0,1 0-1 0 0,2 0 1 0 0,17 44-1 0 0,-20-64-73 0 0,0 0 0 0 0,1-1 0 0 0,0 1 0 0 0,0-1 0 0 0,1 0 0 0 0,0 0 0 0 0,1 0 0 0 0,0-1 0 0 0,0 0 0 0 0,0-1 0 0 0,1 0-1 0 0,0 0 1 0 0,0 0 0 0 0,1-1 0 0 0,-1 0 0 0 0,18 6 0 0 0,-19-9-18 0 0,-1 0-1 0 0,1 0 1 0 0,0-1-1 0 0,-1 0 1 0 0,1 0 0 0 0,0-1-1 0 0,0 0 1 0 0,0 0-1 0 0,0-1 1 0 0,-1 0-1 0 0,1 0 1 0 0,0 0 0 0 0,-1-1-1 0 0,1 0 1 0 0,-1 0-1 0 0,1-1 1 0 0,-1 0-1 0 0,0 0 1 0 0,0 0 0 0 0,0-1-1 0 0,-1 0 1 0 0,1 0-1 0 0,-1-1 1 0 0,0 1-1 0 0,6-7 1 0 0,-3 2-2 0 0,0-1-1 0 0,-1 0 1 0 0,0 0 0 0 0,0 0-1 0 0,-1-1 1 0 0,0 0 0 0 0,4-13-1 0 0,-8 19 8 0 0,0 1 0 0 0,-1 0-1 0 0,1-1 1 0 0,-1 1 0 0 0,0-1-1 0 0,0 0 1 0 0,-1 1 0 0 0,0-1 0 0 0,1 0-1 0 0,-2 1 1 0 0,1-1 0 0 0,0 0-1 0 0,-1 1 1 0 0,0-1 0 0 0,0 0 0 0 0,0 1-1 0 0,-1-1 1 0 0,1 1 0 0 0,-1 0-1 0 0,0 0 1 0 0,-4-6 0 0 0,4 8-13 0 0,1 1-1 0 0,-1 0 1 0 0,1-1 0 0 0,-1 1 0 0 0,0 0 0 0 0,1 0 0 0 0,-1 0-1 0 0,0 0 1 0 0,0 0 0 0 0,0 1 0 0 0,0-1 0 0 0,0 0 0 0 0,0 1-1 0 0,0 0 1 0 0,0-1 0 0 0,0 1 0 0 0,0 0 0 0 0,0 0-1 0 0,0 0 1 0 0,0 0 0 0 0,0 0 0 0 0,0 1 0 0 0,0-1 0 0 0,-3 2-1 0 0,1-1 0 0 0,-1 0 0 0 0,1 1 0 0 0,-1-1 0 0 0,1 1 0 0 0,0 0 0 0 0,0 1 0 0 0,0-1 0 0 0,0 1 0 0 0,-5 4 0 0 0,4-2-3 0 0,1 1 1 0 0,-1 0 0 0 0,1 0 0 0 0,0 0-1 0 0,1 0 1 0 0,0 1 0 0 0,0-1 0 0 0,0 1-1 0 0,1 0 1 0 0,0 0 0 0 0,0 0-1 0 0,0 0 1 0 0,1 0 0 0 0,0 0 0 0 0,1 1-1 0 0,0 6 1 0 0,0-9-27 0 0,0-1 0 0 0,0 1-1 0 0,1-1 1 0 0,-1 1 0 0 0,1-1 0 0 0,0 1 0 0 0,0-1 0 0 0,1 0-1 0 0,-1 1 1 0 0,1-1 0 0 0,0 0 0 0 0,0 0 0 0 0,1 0 0 0 0,-1 0-1 0 0,1-1 1 0 0,0 1 0 0 0,0-1 0 0 0,0 1 0 0 0,0-1-1 0 0,0 0 1 0 0,1 0 0 0 0,-1-1 0 0 0,1 1 0 0 0,0-1 0 0 0,8 4-1 0 0,-9-5-16 0 0,0-1 0 0 0,0 1 0 0 0,0-1 0 0 0,0 0 0 0 0,0 0 0 0 0,0-1 0 0 0,0 1 0 0 0,1 0 0 0 0,-1-1 0 0 0,0 0 0 0 0,0 0 0 0 0,0 0 0 0 0,-1 0 0 0 0,1 0 0 0 0,0-1 0 0 0,0 1 0 0 0,-1-1 0 0 0,1 0 0 0 0,2-1 0 0 0,44-40-766 0 0,-29 21 485 0 0,-2 1-43 0 0,2 2 0 0 0,0 0 0 0 0,26-19 0 0 0,-43 36 335 0 0,-1 1 0 0 0,0 0 0 0 0,1 0 1 0 0,-1 0-1 0 0,1 1 0 0 0,-1-1 0 0 0,1 1 1 0 0,-1-1-1 0 0,1 1 0 0 0,0 0 0 0 0,-1 0 1 0 0,1 0-1 0 0,3 1 0 0 0,-2-1-60 0 0</inkml:trace>
</inkml:ink>
</file>

<file path=ppt/ink/ink4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7:44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60 148 0 0,'-24'-58'5381'0'0,"23"56"-4884"0"0,42 53 3376 0 0,19 26-3896 0 0,178 156 38 0 0,-205-212-3057 0 0,-27-35-346 0 0,-4 11 1439 0 0</inkml:trace>
</inkml:ink>
</file>

<file path=ppt/ink/ink4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7:45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716 1 172 0 0,'-14'0'1836'0'0,"-10"5"-984"0"0,9 1-44 0 0,-3 4-76 0 0,-16 10-56 0 0,-5 2-59 0 0,-2 6-61 0 0,-19 14-60 0 0,2 5-124 0 0,-2-1-136 0 0,4 4-156 0 0,-1 4-164 0 0,4 1-228 0 0,0 2-316 0 0,0-2-441 0 0,7 3-1159 0 0,11-19 512 0 0</inkml:trace>
</inkml:ink>
</file>

<file path=ppt/ink/ink4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7:47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153 444 356 0 0,'-7'24'463'0'0,"1"0"1"0"0,1 1-1 0 0,1-1 0 0 0,1 1 1 0 0,1 42-1 0 0,18 121 934 0 0,-3-63-213 0 0,-16-45 1514 0 0,3-78-2220 0 0,-4-2-356 0 0,1-1-1 0 0,0 0 1 0 0,-1 1 0 0 0,1-2 0 0 0,0 1 0 0 0,0 0 0 0 0,0-1-1 0 0,0 1 1 0 0,0-1 0 0 0,0 0 0 0 0,0 0 0 0 0,1 0-1 0 0,-1 0 1 0 0,0 0 0 0 0,1-1 0 0 0,0 1 0 0 0,0-1 0 0 0,0 0-1 0 0,0 0 1 0 0,0 1 0 0 0,0-1 0 0 0,1 0 0 0 0,-2-4-1 0 0,-6-13-28 0 0,1 0-1 0 0,-9-33 0 0 0,11 35 104 0 0,-6-22-108 0 0,1-1 0 0 0,3 0 0 0 0,1 0 0 0 0,2-1 0 0 0,2 0-1 0 0,1 0 1 0 0,3 0 0 0 0,6-51 0 0 0,-4 72-79 0 0,1 1 1 0 0,0-1-1 0 0,2 1 0 0 0,1 0 0 0 0,0 0 0 0 0,1 1 1 0 0,1 0-1 0 0,1 0 0 0 0,1 1 0 0 0,0 0 1 0 0,2 1-1 0 0,0 1 0 0 0,0 0 0 0 0,2 0 0 0 0,0 1 1 0 0,0 1-1 0 0,2 1 0 0 0,20-14 0 0 0,-12 12-4 0 0,1 1 0 0 0,0 1 0 0 0,1 1 0 0 0,0 1 0 0 0,39-10 0 0 0,-55 19 0 0 0,1 0 0 0 0,-1 0 0 0 0,1 1-1 0 0,-1 0 1 0 0,1 1 0 0 0,-1 1 0 0 0,16 2 0 0 0,-21-2 1 0 0,0 0 1 0 0,0 1-1 0 0,0 0 0 0 0,0 1 1 0 0,0-1-1 0 0,0 1 0 0 0,-1 0 1 0 0,1 0-1 0 0,-1 1 0 0 0,0-1 1 0 0,0 1-1 0 0,0 1 1 0 0,-1-1-1 0 0,6 6 0 0 0,-7-5-3 0 0,1 0-1 0 0,0 0 1 0 0,-1 0-1 0 0,0 0 0 0 0,0 1 1 0 0,-1 0-1 0 0,1-1 1 0 0,-1 1-1 0 0,-1 0 1 0 0,1 0-1 0 0,-1 0 0 0 0,0 0 1 0 0,0 0-1 0 0,-1 1 1 0 0,1 6-1 0 0,-2-3 4 0 0,-1 0-1 0 0,1 0 1 0 0,-1 0-1 0 0,-1 0 1 0 0,0-1-1 0 0,0 1 1 0 0,-1-1-1 0 0,-8 16 1 0 0,2-9 15 0 0,-1 0 1 0 0,0 0-1 0 0,-1-1 1 0 0,-1 0-1 0 0,0-1 1 0 0,-1-1 0 0 0,0 0-1 0 0,-1-1 1 0 0,-22 14-1 0 0,15-14-101 0 0,-1 0-1 0 0,-1-1 1 0 0,0-2-1 0 0,0-1 0 0 0,-29 7 1 0 0,51-15-474 0 0,-10 5-803 0 0</inkml:trace>
</inkml:ink>
</file>

<file path=ppt/ink/ink4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7:47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21 488 0 0,'3'0'145'0'0,"1"0"0"0"0,-1 0 1 0 0,1 1-1 0 0,-1-1 0 0 0,1 1 0 0 0,-1 0 1 0 0,1 0-1 0 0,-1 0 0 0 0,0 1 0 0 0,0-1 0 0 0,1 1 1 0 0,-1-1-1 0 0,0 1 0 0 0,0 0 0 0 0,-1 0 0 0 0,1 1 1 0 0,0-1-1 0 0,-1 1 0 0 0,1-1 0 0 0,-1 1 1 0 0,0 0-1 0 0,0 0 0 0 0,0-1 0 0 0,0 2 0 0 0,0-1 1 0 0,-1 0-1 0 0,1 0 0 0 0,-1 0 0 0 0,0 1 0 0 0,0-1 1 0 0,0 1-1 0 0,-1-1 0 0 0,1 7 0 0 0,1 0 56 0 0,-2 0 0 0 0,0 1 0 0 0,0 0 0 0 0,0-1 0 0 0,-2 0 0 0 0,1 1 1 0 0,-1-1-1 0 0,-1 0 0 0 0,0 0 0 0 0,-5 14 0 0 0,7-22-112 0 0,1-1 1 0 0,-1 0-1 0 0,1 1 1 0 0,-1-1 0 0 0,1 0-1 0 0,-1 0 1 0 0,0 1-1 0 0,0-1 1 0 0,1 0-1 0 0,-1 0 1 0 0,0 0-1 0 0,0 0 1 0 0,0 0 0 0 0,0 0-1 0 0,0 0 1 0 0,-1 0-1 0 0,1-1 1 0 0,-1 2-1 0 0,1-2-43 0 0,0 0-1 0 0,1-1 1 0 0,-1 1-1 0 0,1 0 1 0 0,-1 0-1 0 0,1-1 0 0 0,-1 1 1 0 0,0 0-1 0 0,1-1 1 0 0,-1 1-1 0 0,1-1 0 0 0,0 1 1 0 0,-1 0-1 0 0,1-1 1 0 0,-1 1-1 0 0,1-1 1 0 0,0 1-1 0 0,-1-1 0 0 0,1 0 1 0 0,0 1-1 0 0,0-1 1 0 0,-1 1-1 0 0,1-1 0 0 0,0 1 1 0 0,0-1-1 0 0,0-1 1 0 0,-2-5 81 0 0,0 0 1 0 0,1-1 0 0 0,0 1 0 0 0,0-1-1 0 0,1-10 1 0 0,1 11-144 0 0,1-1-1 0 0,-1 0 0 0 0,1 1 1 0 0,0-1-1 0 0,1 1 1 0 0,0 0-1 0 0,0 0 1 0 0,1 0-1 0 0,0 0 1 0 0,0 0-1 0 0,0 1 1 0 0,9-9-1 0 0,29-26-1815 0 0,4 10-3296 0 0,-34 24 2788 0 0</inkml:trace>
</inkml:ink>
</file>

<file path=ppt/ink/ink4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7:48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1 199 564 0 0,'12'0'2707'0'0,"14"-14"-1629"0"0,-2-1 0 0 0,33-26 1 0 0,-48 34-747 0 0,-1 1 1 0 0,0-2-1 0 0,-1 1 0 0 0,0-1 1 0 0,0 0-1 0 0,-1-1 1 0 0,0 1-1 0 0,0-1 1 0 0,-1-1-1 0 0,5-11 1 0 0,-9 20 80 0 0,-1-1 33 0 0,1 1-360 0 0,0 0 0 0 0,-1 0 1 0 0,0 0-1 0 0,1 0 1 0 0,-1 0-1 0 0,0-1 1 0 0,1 1-1 0 0,-1 0 0 0 0,0 0 1 0 0,0 0-1 0 0,0-1 1 0 0,0 1-1 0 0,0 0 1 0 0,0 0-1 0 0,-1-2 0 0 0,0 2-62 0 0,0 0-1 0 0,0 1 0 0 0,0 0 0 0 0,0-1 0 0 0,0 1 0 0 0,0 0 1 0 0,-1-1-1 0 0,1 1 0 0 0,0 0 0 0 0,0 0 0 0 0,0 0 0 0 0,0 0 0 0 0,-1 0 1 0 0,1 0-1 0 0,0 0 0 0 0,0 0 0 0 0,0 1 0 0 0,0-1 0 0 0,0 0 0 0 0,-1 1 1 0 0,1-1-1 0 0,0 1 0 0 0,0-1 0 0 0,0 1 0 0 0,-1 1 0 0 0,-1 0 20 0 0,0 1 0 0 0,0-1 0 0 0,0 1 0 0 0,1 0 1 0 0,-1 0-1 0 0,1 0 0 0 0,0 0 0 0 0,-3 5 0 0 0,2-2-62 0 0,0-1 1 0 0,0 1 0 0 0,1 0 0 0 0,0 0 0 0 0,0 0 0 0 0,0 0 0 0 0,1 0-1 0 0,0 0 1 0 0,0 0 0 0 0,1 0 0 0 0,-1 9 0 0 0,3-8-202 0 0,-1 0-1 0 0,1 1 1 0 0,0-1-1 0 0,1 0 1 0 0,0 0 0 0 0,0 0-1 0 0,0-1 1 0 0,1 1 0 0 0,0-1-1 0 0,6 8 1 0 0,-6-10-383 0 0,0 0 1 0 0,0 0-1 0 0,0 0 1 0 0,0-1-1 0 0,1 0 1 0 0,-1 0 0 0 0,1 0-1 0 0,0 0 1 0 0,7 2-1 0 0,5 2-2056 0 0</inkml:trace>
</inkml:ink>
</file>

<file path=ppt/ink/ink4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7:48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101 329 404 0 0,'0'-1'216'0'0,"0"0"0"0"0,-1 0 0 0 0,1 0 0 0 0,-1-1 0 0 0,1 1 0 0 0,-1 0 0 0 0,1 0 0 0 0,-1 0 0 0 0,0 0 0 0 0,0 0 0 0 0,1 0-1 0 0,-1 0 1 0 0,0 1 0 0 0,0-1 0 0 0,0 0 0 0 0,0 0 0 0 0,0 1 0 0 0,0-1 0 0 0,-2 0 0 0 0,-1 2-89 0 0,-1 1 0 0 0,1 0 1 0 0,-1 0-1 0 0,1 1 0 0 0,0-1 0 0 0,0 1 0 0 0,0 0 1 0 0,0 0-1 0 0,0 0 0 0 0,1 1 0 0 0,0-1 0 0 0,-1 1 1 0 0,1 0-1 0 0,0 0 0 0 0,1 0 0 0 0,-1 0 0 0 0,1 0 0 0 0,-2 6 1 0 0,1-4-20 0 0,0 0 0 0 0,1 1 1 0 0,0 0-1 0 0,0-1 1 0 0,1 1-1 0 0,0 0 1 0 0,0 0-1 0 0,1-1 0 0 0,-1 1 1 0 0,2 0-1 0 0,-1 0 1 0 0,1 0-1 0 0,1 7 0 0 0,-1-13-86 0 0,-1 0-1 0 0,0 0 0 0 0,1 0 0 0 0,-1 0 0 0 0,1 0 0 0 0,-1 0 0 0 0,1 0 0 0 0,0-1 0 0 0,-1 1 0 0 0,1 0 0 0 0,0 0 0 0 0,0-1 0 0 0,-1 1 0 0 0,1 0 0 0 0,0-1 1 0 0,0 1-1 0 0,0-1 0 0 0,0 1 0 0 0,0-1 0 0 0,0 1 0 0 0,0-1 0 0 0,0 0 0 0 0,0 0 0 0 0,0 1 0 0 0,0-1 0 0 0,0 0 0 0 0,0 0 0 0 0,0 0 0 0 0,0 0 0 0 0,0 0 1 0 0,0 0-1 0 0,0 0 0 0 0,0-1 0 0 0,0 1 0 0 0,0 0 0 0 0,0 0 0 0 0,0-1 0 0 0,0 1 0 0 0,0-1 0 0 0,-1 1 0 0 0,1-1 0 0 0,1 0 0 0 0,39-24 460 0 0,-28 14-392 0 0,0-1 1 0 0,-2-1 0 0 0,1 0-1 0 0,-2 0 1 0 0,0-1 0 0 0,0-1 0 0 0,-1 1-1 0 0,-1-2 1 0 0,-1 1 0 0 0,10-29-1 0 0,-10 24-25 0 0,-1-1-1 0 0,-1 0 0 0 0,-1 0 0 0 0,-1-1 0 0 0,-1 1 1 0 0,-1-1-1 0 0,-1 1 0 0 0,-3-26 0 0 0,3 42-37 0 0,-1 1-1 0 0,0-1 1 0 0,0 1-1 0 0,-1-1 1 0 0,0 1-1 0 0,1 0 1 0 0,-2-1 0 0 0,1 1-1 0 0,0 0 1 0 0,-1 1-1 0 0,1-1 1 0 0,-1 0-1 0 0,0 1 1 0 0,-4-4-1 0 0,5 5 17 0 0,-5 9-25 0 0,6-7-17 0 0,0 1 1 0 0,0-1 0 0 0,0 1-1 0 0,0-1 1 0 0,0 1 0 0 0,0 0-1 0 0,0-1 1 0 0,0 1 0 0 0,0 0-1 0 0,1 0 1 0 0,-1 0 0 0 0,0 0-1 0 0,1 0 1 0 0,-1-1-1 0 0,1 1 1 0 0,-1 0 0 0 0,0 2-1 0 0,0 5 3 0 0,1 0 0 0 0,0 1 0 0 0,0-1 1 0 0,1 0-1 0 0,0 0 0 0 0,0 0 0 0 0,1 0 0 0 0,0 0 0 0 0,0 0 0 0 0,1 0 0 0 0,7 14 0 0 0,8 11 6 0 0,29 43 1 0 0,-8-17 4 0 0,-25-34 14 0 0,0 1 0 0 0,-1 0 0 0 0,-2 1 0 0 0,0 0 0 0 0,10 46 0 0 0,-21-70-38 0 0,0 0-1 0 0,0 0 0 0 0,0 0 0 0 0,0 0 0 0 0,-1 0 0 0 0,0 0 0 0 0,1 0 0 0 0,-1 0 0 0 0,0-1 0 0 0,0 1 0 0 0,-1 0 0 0 0,1-1 0 0 0,0 1 0 0 0,-1-1 1 0 0,0 1-1 0 0,-2 2 0 0 0,-12 4-7306 0 0</inkml:trace>
</inkml:ink>
</file>

<file path=ppt/ink/ink4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7:48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1044 0 0,'0'0'1196'0'0,"3"-16"-108"0"0,-1 8 796 0 0,1-6-527 0 0,1 5-889 0 0,18 9-2385 0 0</inkml:trace>
</inkml:ink>
</file>

<file path=ppt/ink/ink4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7:50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124 484 892 0 0,'-16'-5'2674'0'0,"12"5"-2492"0"0,-1 1 0 0 0,1-1 0 0 0,0 1 0 0 0,-1 0 0 0 0,1 0 1 0 0,0 0-1 0 0,0 1 0 0 0,0-1 0 0 0,0 1 0 0 0,0 0 0 0 0,0 0 1 0 0,1 1-1 0 0,-1-1 0 0 0,1 1 0 0 0,-1 0 0 0 0,1 0 0 0 0,0 0 0 0 0,0 0 1 0 0,0 0-1 0 0,1 0 0 0 0,-1 1 0 0 0,1 0 0 0 0,0-1 0 0 0,0 1 1 0 0,0 0-1 0 0,-2 7 0 0 0,1-6-111 0 0,1 0 0 0 0,0 0 0 0 0,0 0 0 0 0,1 1 0 0 0,0-1 0 0 0,-1 1 0 0 0,2-1 0 0 0,-1 1 0 0 0,1 0 0 0 0,0-1 0 0 0,0 1 0 0 0,0 0 0 0 0,1-1 0 0 0,0 1 0 0 0,0-1 0 0 0,0 1 0 0 0,1-1 0 0 0,0 0 0 0 0,0 1 0 0 0,5 8 0 0 0,-4-10-62 0 0,0-1 0 0 0,1 0 0 0 0,-1 0-1 0 0,1 0 1 0 0,0 0 0 0 0,0 0 0 0 0,0-1 0 0 0,0 0 0 0 0,0 0 0 0 0,1 0 0 0 0,-1 0 0 0 0,0-1-1 0 0,1 0 1 0 0,0 0 0 0 0,-1 0 0 0 0,1 0 0 0 0,0-1 0 0 0,-1 1 0 0 0,1-1 0 0 0,0 0-1 0 0,-1-1 1 0 0,1 1 0 0 0,0-1 0 0 0,-1 0 0 0 0,1 0 0 0 0,5-3 0 0 0,13-3-129 0 0,1-1 1 0 0,-1-2 0 0 0,32-18-1 0 0,-51 26 119 0 0,12-7-11 0 0,-1-2 0 0 0,0 0 0 0 0,0-1 0 0 0,-2 0 0 0 0,14-15 1 0 0,33-28 1082 0 0,-36 27 1024 0 0,-34 36-2071 0 0,1 0 0 0 0,0 1 0 0 0,1 1 0 0 0,0 0 0 0 0,-13 20 0 0 0,16-18 65 0 0,10-11-94 0 0,27-20-285 0 0,-23 13 80 0 0,-1 1 0 0 0,0-1 0 0 0,1 2 0 0 0,0 0-1 0 0,13-5 1 0 0,25 7-710 0 0,-37 2 794 0 0,1 0-1 0 0,-1 0 1 0 0,0-1 0 0 0,0-1-1 0 0,-1 0 1 0 0,1 0 0 0 0,0 0-1 0 0,13-6 1 0 0,-9 0 157 0 0,0 0 1 0 0,0 0-1 0 0,-1-1 0 0 0,0-1 1 0 0,0 0-1 0 0,-1-1 1 0 0,0-1-1 0 0,-1 1 0 0 0,-1-2 1 0 0,0 0-1 0 0,0 0 0 0 0,-1 0 1 0 0,-1-1-1 0 0,9-21 1 0 0,-5 12 110 0 0,-2 0 1 0 0,0-1 0 0 0,-2 0 0 0 0,0 0 0 0 0,-2-1 0 0 0,-1 0-1 0 0,0 0 1 0 0,0-39 0 0 0,-21 12 708 0 0,-8 70-795 0 0,16-8-42 0 0,0 0-1 0 0,0 1 1 0 0,1 0 0 0 0,1 0 0 0 0,0 0 0 0 0,0 1 0 0 0,1 0-1 0 0,1 0 1 0 0,0 1 0 0 0,-4 19 0 0 0,1 1 10 0 0,1 0 1 0 0,1 1 0 0 0,0 51-1 0 0,5-65-23 0 0,1-1-1 0 0,1 1 0 0 0,0-1 1 0 0,2 0-1 0 0,0 0 0 0 0,1 0 1 0 0,11 28-1 0 0,-14-42-44 0 0,0-1 0 0 0,0 0 0 0 0,0 0 0 0 0,0 0 0 0 0,1 0 0 0 0,0 0-1 0 0,0 0 1 0 0,0-1 0 0 0,0 0 0 0 0,0 1 0 0 0,1-1 0 0 0,-1 0 0 0 0,1 0 0 0 0,0-1 0 0 0,8 5 0 0 0,-8-6 5 0 0,0 0 1 0 0,-1-1 0 0 0,1 1 0 0 0,0-1 0 0 0,0 0-1 0 0,0 0 1 0 0,0 0 0 0 0,-1 0 0 0 0,1-1 0 0 0,0 1-1 0 0,0-1 1 0 0,-1 0 0 0 0,1 0 0 0 0,0-1 0 0 0,-1 1-1 0 0,1-1 1 0 0,-1 0 0 0 0,1 0 0 0 0,5-4 0 0 0,8-7-161 0 0,0 0 1 0 0,-1-1 0 0 0,23-26 0 0 0,29-26 353 0 0,-63 61-56 0 0,14-12 173 0 0,-18 17-268 0 0,-1 0 0 0 0,1 0 0 0 0,0-1-1 0 0,-1 1 1 0 0,1 0 0 0 0,0 0 0 0 0,-1 0-1 0 0,1 0 1 0 0,0 0 0 0 0,-1 0 0 0 0,1 0-1 0 0,-1 0 1 0 0,1 0 0 0 0,0 0 0 0 0,-1 0-1 0 0,1 0 1 0 0,0 0 0 0 0,-1 0 0 0 0,1 1-1 0 0,0-1 1 0 0,-1 0 0 0 0,1 1 0 0 0,-1-1-1 0 0,1 0 1 0 0,-1 1 0 0 0,1-1 0 0 0,-1 0-1 0 0,1 1 1 0 0,-1-1 0 0 0,1 1 0 0 0,-1-1-1 0 0,1 1 1 0 0,-1-1 0 0 0,0 1 0 0 0,1 0-1 0 0,-1-1 1 0 0,0 1 0 0 0,1 0 0 0 0,4 6 9 0 0,-3 13-11 0 0,-2 5 12 0 0,-4-8 409 0 0,-3-17 864 0 0,-12-21-362 0 0,19 19-1089 0 0,-1 1 183 0 0,-35-11 85 0 0,33 13-98 0 0,0-1 1 0 0,0 1 0 0 0,0 0 0 0 0,0 0-1 0 0,0 0 1 0 0,0 0 0 0 0,0 0 0 0 0,0 1-1 0 0,0-1 1 0 0,1 1 0 0 0,-1 0 0 0 0,1 0-1 0 0,-1 0 1 0 0,1 0 0 0 0,-5 5 0 0 0,-21 41 127 0 0,9-13-36 0 0,18-34-93 0 0,1 0-1 0 0,-1 0 1 0 0,1 0-1 0 0,-1 0 0 0 0,1 0 1 0 0,0 1-1 0 0,-1-1 1 0 0,1 0-1 0 0,0 0 0 0 0,0 0 1 0 0,0 1-1 0 0,0-1 1 0 0,0 0-1 0 0,0 0 0 0 0,0 1 1 0 0,0-1-1 0 0,1 0 1 0 0,-1 0-1 0 0,0 0 1 0 0,1 0-1 0 0,-1 1 0 0 0,1-1 1 0 0,-1 0-1 0 0,1 0 1 0 0,-1 0-1 0 0,1 0 0 0 0,0 0 1 0 0,0 0-1 0 0,0 0 1 0 0,-1 0-1 0 0,1-1 1 0 0,2 2-1 0 0,-1 0 11 0 0,0 0 1 0 0,0 0-1 0 0,0-1 0 0 0,0 1 0 0 0,0-1 1 0 0,1 0-1 0 0,-1 0 0 0 0,0 0 1 0 0,1 0-1 0 0,-1 0 0 0 0,1 0 1 0 0,3 0-1 0 0,5-2-54 0 0,-1-1-1 0 0,1 0 1 0 0,0-1 0 0 0,-1 0-1 0 0,0-1 1 0 0,1 0 0 0 0,-2-1 0 0 0,1 1-1 0 0,17-13 1 0 0,29-13-92 0 0,-29 19 60 0 0,60-22-105 0 0,-80 31 155 0 0,0 0 1 0 0,0 0-1 0 0,1 1 1 0 0,-1 0-1 0 0,0 1 1 0 0,1-1-1 0 0,-1 2 1 0 0,1-1-1 0 0,-1 1 1 0 0,9 2-1 0 0,-14-3 15 0 0,0 0 0 0 0,0 1-1 0 0,0-1 1 0 0,-1 1 0 0 0,1 0 0 0 0,0-1-1 0 0,0 1 1 0 0,-1 0 0 0 0,1 0 0 0 0,-1 0 0 0 0,1 0-1 0 0,-1 1 1 0 0,1-1 0 0 0,-1 0 0 0 0,0 1-1 0 0,1-1 1 0 0,-1 0 0 0 0,0 1 0 0 0,0 0-1 0 0,0-1 1 0 0,0 1 0 0 0,-1 0 0 0 0,2 3-1 0 0,-1-2 6 0 0,-1-1-1 0 0,0 1 1 0 0,0 0 0 0 0,0 0-1 0 0,-1-1 1 0 0,1 1-1 0 0,-1 0 1 0 0,1 0-1 0 0,-1-1 1 0 0,0 1 0 0 0,0 0-1 0 0,0-1 1 0 0,0 1-1 0 0,-3 3 1 0 0,0 0-15 0 0,0 0 1 0 0,0 0-1 0 0,-1-1 1 0 0,0 1-1 0 0,0-1 1 0 0,0 0-1 0 0,-1 0 1 0 0,1-1-1 0 0,-1 1 1 0 0,0-1-1 0 0,0-1 1 0 0,-10 5-1 0 0,13-7 113 0 0,-33 10-1257 0 0,-15-2-5360 0 0,34-11 3631 0 0</inkml:trace>
</inkml:ink>
</file>

<file path=ppt/ink/ink4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7:50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81 808 0 0,'18'-15'980'0'0,"-8"7"-100"0"0,5 1-76 0 0,3 1-92 0 0,-3-5-92 0 0,0 4-148 0 0,2-1-235 0 0,11 0-510 0 0,-18 3-239 0 0,11 0-3188 0 0</inkml:trace>
</inkml:ink>
</file>

<file path=ppt/ink/ink4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8:20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13 919 380 0 0,'0'0'410'0'0,"-12"7"1440"0"0,12-6-1780 0 0,0 1 0 0 0,0-1-1 0 0,0 0 1 0 0,0 1 0 0 0,0-1 0 0 0,1 0-1 0 0,-1 1 1 0 0,0-1 0 0 0,1 0-1 0 0,-1 0 1 0 0,1 1 0 0 0,-1-1-1 0 0,1 0 1 0 0,0 0 0 0 0,-1 0 0 0 0,1 0-1 0 0,0 0 1 0 0,0 0 0 0 0,0 0-1 0 0,0 0 1 0 0,0 0 0 0 0,0 0 0 0 0,0 0-1 0 0,0 0 1 0 0,0-1 0 0 0,3 2-1 0 0,-1-1 54 0 0,1 0-1 0 0,0 0 1 0 0,-1 0-1 0 0,1-1 1 0 0,0 1-1 0 0,0-1 1 0 0,-1 0-1 0 0,1 0 1 0 0,6-2-1 0 0,49-12 716 0 0,-31 4-529 0 0,14-9 44 0 0,-1-2 0 0 0,-1-1 0 0 0,-1-2 0 0 0,46-37-1 0 0,130-131 621 0 0,-155 133-533 0 0,87-111-1 0 0,-132 150-394 0 0,-1-1 0 0 0,-1 0 1 0 0,0-1-1 0 0,-2-1 0 0 0,0 1 0 0 0,-2-2 0 0 0,-1 1 0 0 0,0-1 1 0 0,-2-1-1 0 0,4-30 0 0 0,-7 51-38 0 0,-2-1-4 0 0,-8-20 38 0 0,6 24-46 0 0,1 0 0 0 0,0 0-1 0 0,0-1 1 0 0,-1 1 0 0 0,1 0-1 0 0,0 0 1 0 0,-1 0 0 0 0,1 0-1 0 0,-1 0 1 0 0,0 1 0 0 0,1-1-1 0 0,-1 0 1 0 0,0 0 0 0 0,1 0-1 0 0,-1 0 1 0 0,0 1 0 0 0,0-1-1 0 0,0 0 1 0 0,0 1 0 0 0,1-1-1 0 0,-1 0 1 0 0,0 1 0 0 0,0 0-1 0 0,-2-1 1 0 0,2 1 2 0 0,0 0 0 0 0,0 0 1 0 0,-1 1-1 0 0,1-1 0 0 0,0 0 1 0 0,0 1-1 0 0,0-1 0 0 0,0 1 1 0 0,1-1-1 0 0,-1 1 0 0 0,0 0 1 0 0,0-1-1 0 0,0 1 0 0 0,0 0 0 0 0,1 0 1 0 0,-1 0-1 0 0,0-1 0 0 0,1 1 1 0 0,-2 2-1 0 0,-1 1-3 0 0,1 0 0 0 0,0 0 0 0 0,0 0 0 0 0,0 1 0 0 0,0-1 0 0 0,1 1 0 0 0,0-1 0 0 0,-1 1 0 0 0,2-1 1 0 0,-1 1-1 0 0,0 6 0 0 0,4 5-9 0 0,0 0 0 0 0,0-1 1 0 0,2 0-1 0 0,0 0 0 0 0,0 0 0 0 0,12 20 1 0 0,54 81-41 0 0,-12-21-164 0 0,-58-94 215 0 0,7 13-91 0 0,0 1-1 0 0,-1 0 1 0 0,0 0-1 0 0,-2 1 1 0 0,5 18-1 0 0,-9-30 79 0 0,0 0 1 0 0,-1 0-1 0 0,1 0 0 0 0,-1 1 0 0 0,0-1 0 0 0,0 0 1 0 0,-1 0-1 0 0,0 0 0 0 0,1 0 0 0 0,-1 1 0 0 0,0-1 0 0 0,-1 0 1 0 0,1 0-1 0 0,-1-1 0 0 0,0 1 0 0 0,0 0 0 0 0,0-1 0 0 0,0 1 1 0 0,-1-1-1 0 0,1 1 0 0 0,-1-1 0 0 0,0 0 0 0 0,0 0 1 0 0,0 0-1 0 0,-6 4 0 0 0,-7 3 6 0 0,-1 0 0 0 0,0-1 0 0 0,-1-1-1 0 0,0 0 1 0 0,0-2 0 0 0,-1 0 0 0 0,0-1 0 0 0,0 0 0 0 0,0-2 0 0 0,-22 2 0 0 0,38-5-6 0 0,5-2-94 0 0,0 0 102 0 0,0 0-1 0 0,-1 0 1 0 0,1 0 0 0 0,1 0 0 0 0,-1 1 0 0 0,0-1-1 0 0,0 1 1 0 0,5-3 0 0 0,-7 4 0 0 0,15-8-75 0 0,-1 0-1 0 0,1 1 0 0 0,0 1 0 0 0,1 0 0 0 0,0 1 0 0 0,19-3 0 0 0,-3-1-57 0 0,23-5-51 0 0,77-25-305 0 0,-113 33 430 0 0,-1-1 0 0 0,-1-1 0 0 0,1-1 0 0 0,30-21 0 0 0,-44 26 143 0 0,1 1 1 0 0,-1-1-1 0 0,0-1 0 0 0,0 1 0 0 0,0-1 1 0 0,-1 1-1 0 0,0-1 0 0 0,1 0 0 0 0,-2 0 1 0 0,5-9-1 0 0,-6 12-29 0 0,0-1 1 0 0,-1 1-1 0 0,1 0 1 0 0,0 0-1 0 0,-1-1 1 0 0,0 1-1 0 0,1 0 1 0 0,-1-1-1 0 0,0 1 1 0 0,0 0-1 0 0,0-1 1 0 0,-1 1-1 0 0,1 0 1 0 0,-1-1-1 0 0,1 1 1 0 0,-1 0-1 0 0,0 0 1 0 0,1-1-1 0 0,-1 1 1 0 0,0 0-1 0 0,-1 0 1 0 0,1 0-1 0 0,0 0 1 0 0,-1 0-1 0 0,1 0 1 0 0,-1 1-1 0 0,-1-3 1 0 0,0 4-33 0 0,1-1 0 0 0,0 1 1 0 0,-1 0-1 0 0,1 0 0 0 0,0 1 1 0 0,-1-1-1 0 0,1 0 0 0 0,0 1 1 0 0,-1-1-1 0 0,1 1 0 0 0,0 0 1 0 0,0 0-1 0 0,0 0 0 0 0,0 0 1 0 0,-1 0-1 0 0,1 0 1 0 0,1 0-1 0 0,-3 3 0 0 0,0-2-10 0 0,1 0 0 0 0,0 1-1 0 0,-1-1 1 0 0,1 1 0 0 0,1 0-1 0 0,-1 0 1 0 0,0 0 0 0 0,1 0-1 0 0,-1 1 1 0 0,1-1 0 0 0,0 1-1 0 0,0-1 1 0 0,1 1 0 0 0,-1 0-1 0 0,1-1 1 0 0,-1 1-1 0 0,1 0 1 0 0,0 0 0 0 0,1 0-1 0 0,-1 0 1 0 0,1 0 0 0 0,0 0-1 0 0,0 1 1 0 0,0-1 0 0 0,0 0-1 0 0,1 0 1 0 0,-1 0 0 0 0,1 0-1 0 0,0 0 1 0 0,1 0 0 0 0,-1-1-1 0 0,4 7 1 0 0,-2-3 1 0 0,0-1 1 0 0,1 0-1 0 0,-1 0 0 0 0,1-1 0 0 0,1 1 0 0 0,-1-1 1 0 0,1 0-1 0 0,0 0 0 0 0,0 0 0 0 0,1-1 0 0 0,-1 0 1 0 0,1 0-1 0 0,0 0 0 0 0,0-1 0 0 0,0 0 1 0 0,1 0-1 0 0,-1 0 0 0 0,11 2 0 0 0,-9-4-19 0 0,1 0 0 0 0,-1 0 0 0 0,0-1-1 0 0,1 0 1 0 0,-1 0 0 0 0,1-1 0 0 0,-1 0 0 0 0,0 0-1 0 0,0-1 1 0 0,0 0 0 0 0,0-1 0 0 0,0 0 0 0 0,0 0-1 0 0,0-1 1 0 0,-1 1 0 0 0,10-8 0 0 0,-5 2-29 0 0,0 0 0 0 0,0-1 1 0 0,-1 0-1 0 0,-1-1 0 0 0,0 0 1 0 0,0-1-1 0 0,-1 0 1 0 0,8-15-1 0 0,13-16 205 0 0,-30 41-125 0 0,1 0-32 0 0,0 1 0 0 0,-1-1-1 0 0,1 1 1 0 0,0-1 0 0 0,0 1 0 0 0,-1 0-1 0 0,1-1 1 0 0,0 1 0 0 0,1 0 0 0 0,-1-1 0 0 0,0 1-1 0 0,0 0 1 0 0,0 0 0 0 0,3-1 0 0 0,3 14-7 0 0,-2 1 1 0 0,1 0 0 0 0,-2 0 0 0 0,6 24 0 0 0,-9-36 3 0 0,3 38 1513 0 0,-3-46-1460 0 0,13-62 71 0 0,-14 66-133 0 0,12-29-520 0 0,-4 30 450 0 0,1 0 0 0 0,-1 1 0 0 0,0 0 1 0 0,1 0-1 0 0,-1 1 0 0 0,0 0 1 0 0,15 2-1 0 0,-15-1 58 0 0,-1 0 0 0 0,0-1 0 0 0,0 0 1 0 0,1 0-1 0 0,-1 0 0 0 0,0-1 0 0 0,0 0 0 0 0,1 0 0 0 0,-1-1 1 0 0,0 0-1 0 0,0 0 0 0 0,0-1 0 0 0,12-6 0 0 0,-10 2 51 0 0,0-1-1 0 0,0 1 1 0 0,0-2-1 0 0,-1 1 1 0 0,-1-1-1 0 0,1-1 1 0 0,-1 1 0 0 0,-1-1-1 0 0,0-1 1 0 0,0 1-1 0 0,-1-1 1 0 0,0 0-1 0 0,-1 0 1 0 0,5-19-1 0 0,-2-1 57 0 0,-1-1-1 0 0,-2 0 1 0 0,-1 0-1 0 0,-1-36 1 0 0,-2 56-57 0 0,-3-4-16 0 0,-3-2 0 0 0,6 13-12 0 0,-4-1-4 0 0,-6-7-33 0 0,8 11 10 0 0,-2 5 3 0 0,-1 1 13 0 0,1-1 1 0 0,0 1-1 0 0,0 0 1 0 0,0 1-1 0 0,0-1 1 0 0,1 1-1 0 0,-1-1 1 0 0,1 1-1 0 0,0 0 1 0 0,1 0-1 0 0,-1 1 1 0 0,1-1-1 0 0,0 0 1 0 0,1 1-1 0 0,-1-1 1 0 0,0 9-1 0 0,-2 4-1 0 0,1 1-1 0 0,1-1 0 0 0,1 1 1 0 0,1 19-1 0 0,1-23 15 0 0,1 0 0 0 0,1 1 1 0 0,0-1-1 0 0,1 0 0 0 0,0-1 0 0 0,2 1 1 0 0,9 20-1 0 0,-10-26 2 0 0,0 0 1 0 0,0 0 0 0 0,1-1-1 0 0,0 0 1 0 0,0 0-1 0 0,1 0 1 0 0,0-1-1 0 0,0 0 1 0 0,1 0-1 0 0,0-1 1 0 0,0 0-1 0 0,11 6 1 0 0,-12-9 8 0 0,1-1 1 0 0,0 1-1 0 0,0-1 0 0 0,0-1 1 0 0,0 1-1 0 0,0-1 0 0 0,0-1 1 0 0,0 0-1 0 0,0 0 0 0 0,0 0 1 0 0,14-3-1 0 0,-11 1 5 0 0,0 0 1 0 0,-1-1-1 0 0,1 0 1 0 0,0-1-1 0 0,-1 0 1 0 0,0 0-1 0 0,19-12 0 0 0,-25 13 13 0 0,0-1 0 0 0,0 1 0 0 0,0-1 0 0 0,0 0 0 0 0,-1 0 0 0 0,1 0 0 0 0,-1 0-1 0 0,0-1 1 0 0,0 1 0 0 0,3-9 0 0 0,-5 11 155 0 0,-1 2-179 0 0,0-1 1 0 0,0 1-1 0 0,0 0 0 0 0,0 0 1 0 0,0-1-1 0 0,0 1 0 0 0,0 0 1 0 0,0 0-1 0 0,1-1 1 0 0,-1 1-1 0 0,0 0 0 0 0,0 0 1 0 0,0 0-1 0 0,0-1 1 0 0,0 1-1 0 0,1 0 0 0 0,-1 0 1 0 0,0 0-1 0 0,0 0 1 0 0,0 0-1 0 0,1-1 0 0 0,-1 1 1 0 0,0 0-1 0 0,0 0 0 0 0,0 0 1 0 0,1 0-1 0 0,-1 0 1 0 0,0 0-1 0 0,0 0 0 0 0,1 0 1 0 0,-1 0-1 0 0,0 0 1 0 0,0 0-1 0 0,0 0 0 0 0,1 0 1 0 0,-1 0-1 0 0,0 0 1 0 0,0 0-1 0 0,1 0 0 0 0,-1 0 1 0 0,0 0-1 0 0,0 0 1 0 0,1 0-1 0 0,-1 0 0 0 0,0 0 1 0 0,0 0-1 0 0,1 1 0 0 0,5 13 10 0 0,-3-6-31 0 0,0-1 0 0 0,0 0 0 0 0,1 0-1 0 0,0 0 1 0 0,0-1 0 0 0,0 1 0 0 0,1-1 0 0 0,0 0 0 0 0,10 10-1 0 0,-13-16 0 0 0,-2 1 12 0 0,0-1-1 0 0,0 0 1 0 0,1 1-1 0 0,-1-1 1 0 0,0 0-1 0 0,1 1 1 0 0,-1-1-1 0 0,0 0 1 0 0,1 0-1 0 0,-1 1 1 0 0,0-1-1 0 0,1 0 0 0 0,-1 0 1 0 0,1 0-1 0 0,-1 1 1 0 0,0-1-1 0 0,1 0 1 0 0,-1 0-1 0 0,1 0 1 0 0,-1 0-1 0 0,0 0 1 0 0,1 0-1 0 0,-1 0 1 0 0,1 0-1 0 0,-1 0 1 0 0,1 0-1 0 0,-1 0 0 0 0,0 0 1 0 0,1 0-1 0 0,-1 0 1 0 0,1-1-1 0 0,-1 1 1 0 0,0 0-1 0 0,1 0 1 0 0,-1 0-1 0 0,0-1 1 0 0,1 1-1 0 0,-1 0 1 0 0,0 0-1 0 0,1-1 1 0 0,-1 1-1 0 0,0 0 0 0 0,1-1 1 0 0,-1 0-1 0 0,23-12-6 0 0,-21 11 10 0 0,19-13-72 0 0,-18 12-66 0 0,0 1 1 0 0,1-1-1 0 0,-1 1 0 0 0,0-1 0 0 0,1 1 0 0 0,0 0 1 0 0,0 0-1 0 0,-1 1 0 0 0,1-1 0 0 0,0 1 0 0 0,0 0 0 0 0,0 0 1 0 0,0 0-1 0 0,1 0 0 0 0,-1 1 0 0 0,0 0 0 0 0,0 0 1 0 0,0 0-1 0 0,1 0 0 0 0,3 1 0 0 0,22 5-4845 0 0,-27-6 2658 0 0</inkml:trace>
</inkml:ink>
</file>

<file path=ppt/ink/ink4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8:20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23 96 0 0,'0'0'9608'0'0,"-2"5"-9318"0"0,0-1-212 0 0,1 0 0 0 0,0 0 1 0 0,0 0-1 0 0,0 0 0 0 0,0 0 0 0 0,1 0 0 0 0,0 0 0 0 0,-1 4 0 0 0,2-6-68 0 0,-1-1-1 0 0,0 1 1 0 0,0 0 0 0 0,0-1-1 0 0,1 1 1 0 0,-1-1 0 0 0,1 1-1 0 0,-1-1 1 0 0,1 1-1 0 0,0-1 1 0 0,0 1 0 0 0,-1-1-1 0 0,1 0 1 0 0,0 1 0 0 0,0-1-1 0 0,0 0 1 0 0,0 0-1 0 0,1 1 1 0 0,-1-1 0 0 0,0 0-1 0 0,0 0 1 0 0,1 0 0 0 0,-1-1-1 0 0,1 1 1 0 0,-1 0 0 0 0,1 0-1 0 0,-1-1 1 0 0,1 1-1 0 0,-1-1 1 0 0,4 1 0 0 0,1 0-27 0 0,0 1 0 0 0,0-1 1 0 0,0-1-1 0 0,0 1 0 0 0,1-1 1 0 0,-1 0-1 0 0,0-1 0 0 0,0 1 0 0 0,0-1 1 0 0,0 0-1 0 0,0-1 0 0 0,0 0 1 0 0,0 0-1 0 0,0 0 0 0 0,0 0 1 0 0,-1-1-1 0 0,1 0 0 0 0,-1 0 0 0 0,0-1 1 0 0,0 1-1 0 0,0-1 0 0 0,0 0 1 0 0,-1-1-1 0 0,1 1 0 0 0,4-7 1 0 0,13-40 2942 0 0,-21 49-2399 0 0,2 7-697 0 0,30 42-1497 0 0,-6-19-5583 0 0</inkml:trace>
</inkml:ink>
</file>

<file path=ppt/ink/ink4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8:21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1032 0 0,'0'0'1208'0'0,"-17"0"3561"0"0,92 0-5061 0 0,-50 1-360 0 0,21-2-2469 0 0,-21 2 1501 0 0</inkml:trace>
</inkml:ink>
</file>

<file path=ppt/ink/ink4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8:41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20 396 0 0,'0'-1'237'0'0,"0"0"0"0"0,1 0 0 0 0,-1 0 0 0 0,0 1 1 0 0,0-1-1 0 0,1 0 0 0 0,-1 0 0 0 0,1 0 0 0 0,-1 0 0 0 0,1 0 0 0 0,-1 0 0 0 0,1 1 0 0 0,0-1 1 0 0,-1 0-1 0 0,1 0 0 0 0,0 1 0 0 0,0-1 0 0 0,-1 0 0 0 0,1 1 0 0 0,0-1 0 0 0,0 1 0 0 0,0-1 0 0 0,0 1 1 0 0,0 0-1 0 0,0-1 0 0 0,0 1 0 0 0,0 0 0 0 0,0 0 0 0 0,0-1 0 0 0,0 1 0 0 0,0 0 0 0 0,0 0 0 0 0,0 0 1 0 0,0 0-1 0 0,1 1 0 0 0,0 0-149 0 0,0 1-1 0 0,0 0 1 0 0,0 0 0 0 0,-1 0 0 0 0,1 0 0 0 0,0 0 0 0 0,-1 0 0 0 0,0 0-1 0 0,1 0 1 0 0,-1 1 0 0 0,0-1 0 0 0,0 1 0 0 0,1 3 0 0 0,1 5 15 0 0,-1-1 0 0 0,0 0 0 0 0,-1 1 1 0 0,0-1-1 0 0,0 1 0 0 0,-1-1 0 0 0,0 1 1 0 0,-1 0-1 0 0,0-1 0 0 0,-1 0 0 0 0,0 1 1 0 0,-1-1-1 0 0,-6 17 0 0 0,4-14-296 0 0,0-1 0 0 0,-1-1 0 0 0,0 1 0 0 0,0-1 0 0 0,-2 0-1 0 0,1-1 1 0 0,-1 0 0 0 0,-1 0 0 0 0,0 0 0 0 0,-19 15 0 0 0,22-22-839 0 0</inkml:trace>
</inkml:ink>
</file>

<file path=ppt/ink/ink4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8:41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56 924 0 0,'0'0'1024'0'0,"2"-19"740"0"0,-1 2 249 0 0,-1 2-1469 0 0,17 11-1072 0 0,6 28-2693 0 0,-11-13 1833 0 0</inkml:trace>
</inkml:ink>
</file>

<file path=ppt/ink/ink4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8:42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1 820 400 0 0,'16'31'5459'0'0,"-7"-31"-5268"0"0,1 0 1 0 0,-1-1 0 0 0,0 0 0 0 0,1 0-1 0 0,-1-1 1 0 0,0-1 0 0 0,0 1 0 0 0,0-1 0 0 0,-1-1-1 0 0,1 0 1 0 0,-1 0 0 0 0,0-1 0 0 0,0 0-1 0 0,0 0 1 0 0,8-8 0 0 0,8-6 127 0 0,-1-2 1 0 0,-1-1-1 0 0,24-31 0 0 0,-32 34-179 0 0,-1 0 0 0 0,-1-1 0 0 0,0 0 0 0 0,-2-1 0 0 0,-1 0 0 0 0,0 0 0 0 0,-1-1 0 0 0,-2-1 0 0 0,0 1 0 0 0,-2-1 0 0 0,0 0 0 0 0,1-46 0 0 0,-5 52-103 0 0,0 0 0 0 0,-1 0 0 0 0,0-1 0 0 0,-2 1 0 0 0,0 0 0 0 0,-1 0 0 0 0,-1 1 0 0 0,0-1 0 0 0,-1 1 0 0 0,-1 0 0 0 0,-1 1 0 0 0,0 0 0 0 0,-1 0 0 0 0,0 0 0 0 0,-1 1 0 0 0,-1 1 0 0 0,0 0 0 0 0,-13-12 0 0 0,16 19-31 0 0,1 0 0 0 0,-1 0-1 0 0,0 1 1 0 0,-1 0 0 0 0,1 0 0 0 0,-1 1 0 0 0,-10-4-1 0 0,16 7-8 0 0,0 0 0 0 0,0 0 0 0 0,0 1 0 0 0,0-1 0 0 0,0 1-1 0 0,0-1 1 0 0,-1 1 0 0 0,1 0 0 0 0,0 0 0 0 0,0 1 0 0 0,0-1-1 0 0,-1 1 1 0 0,1-1 0 0 0,0 1 0 0 0,0 0 0 0 0,0 0 0 0 0,0 0 0 0 0,0 1-1 0 0,0-1 1 0 0,0 1 0 0 0,1 0 0 0 0,-1 0 0 0 0,1-1 0 0 0,-5 6-1 0 0,-3 5-4 0 0,1 0 0 0 0,0 1 0 0 0,1 0 0 0 0,1 1-1 0 0,0-1 1 0 0,1 2 0 0 0,0-1 0 0 0,1 1-1 0 0,1-1 1 0 0,-5 29 0 0 0,0 18-26 0 0,-1 78 0 0 0,6-18-1 0 0,18 180-1 0 0,4-141 49 0 0,-18-160 7 0 0,0 1 1 0 0,0-1-1 0 0,0 0 1 0 0,0 0-1 0 0,0 0 1 0 0,0 1-1 0 0,0-1 1 0 0,0 0 0 0 0,0 0-1 0 0,0 1 1 0 0,0-1-1 0 0,0 0 1 0 0,0 0-1 0 0,0 1 1 0 0,0-1-1 0 0,0 0 1 0 0,0 0-1 0 0,0 0 1 0 0,1 1-1 0 0,-1-1 1 0 0,0 0-1 0 0,0 0 1 0 0,0 0-1 0 0,0 0 1 0 0,0 1-1 0 0,1-1 1 0 0,-1 0-1 0 0,0 0 1 0 0,0 0 0 0 0,0 0-1 0 0,0 0 1 0 0,1 1-1 0 0,-1-1 1 0 0,0 0-1 0 0,0 0 1 0 0,1 0-1 0 0,-1 0 1 0 0,0 0-1 0 0,0 0 1 0 0,0 0-1 0 0,1 0 1 0 0,-1 0-1 0 0,0 0 1 0 0,0 0-1 0 0,1 0 1 0 0,10-11 409 0 0,21-37-418 0 0,-7 9-26 0 0,-15 25-13 0 0,2 1 1 0 0,-1 0-1 0 0,2 1 0 0 0,0 1 1 0 0,0-1-1 0 0,27-15 1 0 0,-30 21 0 0 0,0 1 1 0 0,0 1 0 0 0,1-1 0 0 0,0 2 0 0 0,-1 0 0 0 0,1 0 0 0 0,0 1-1 0 0,0 0 1 0 0,1 1 0 0 0,-1 0 0 0 0,18 1 0 0 0,1 2-50 0 0,9 1 1 0 0,0-2 0 0 0,55-5-1 0 0,-82 2 77 0 0,-1 0 0 0 0,1 0 0 0 0,0-1 0 0 0,-1-1 1 0 0,0 0-1 0 0,1 0 0 0 0,-2-1 0 0 0,1-1 0 0 0,-1 0 0 0 0,1 0 0 0 0,-2-1 0 0 0,12-9 0 0 0,-19 14-5 0 0,-1 3-10 0 0,0-1 1 0 0,0 0-1 0 0,1 0 1 0 0,-1 0-1 0 0,0 1 0 0 0,1-1 1 0 0,-1 1-1 0 0,0-1 1 0 0,0 1-1 0 0,0-1 1 0 0,0 1-1 0 0,1 0 0 0 0,-1 0 1 0 0,0 0-1 0 0,0-1 1 0 0,0 1-1 0 0,-1 0 1 0 0,1 0-1 0 0,0 0 0 0 0,0 0 1 0 0,1 2-1 0 0,25 37-188 0 0,1-1-89 0 0,-8-21 404 0 0,-15-15 2547 0 0,-5-3-2660 0 0,-2-8 145 0 0,0 1-1 0 0,0 0 1 0 0,-1 0 0 0 0,0 0-1 0 0,0 1 1 0 0,-7-12-1 0 0,4 4-279 0 0,5 9-2148 0 0</inkml:trace>
</inkml:ink>
</file>

<file path=ppt/ink/ink4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8:42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21 440 0 0,'0'0'3114'0'0,"3"-5"-2035"0"0,-2 3-614 0 0,0 7 2346 0 0,-4 14-2392 0 0,2 0 0 0 0,1 0 0 0 0,0 0 0 0 0,1 1 1 0 0,1-1-1 0 0,6 23 0 0 0,-8-41-406 0 0,0-1 0 0 0,0 1 1 0 0,0-1-1 0 0,0 1 0 0 0,0-1 0 0 0,0 1 1 0 0,0 0-1 0 0,0-1 0 0 0,0 1 0 0 0,0-1 1 0 0,0 1-1 0 0,1-1 0 0 0,-1 1 0 0 0,0-1 0 0 0,0 1 1 0 0,1-1-1 0 0,-1 1 0 0 0,0-1 0 0 0,1 0 1 0 0,-1 1-1 0 0,0-1 0 0 0,1 1 0 0 0,-1-1 0 0 0,1 0 1 0 0,-1 1-1 0 0,0-1 0 0 0,1 0 0 0 0,-1 0 1 0 0,1 1-1 0 0,-1-1 0 0 0,1 0 0 0 0,-1 0 1 0 0,1 0-1 0 0,-1 1 0 0 0,1-1 0 0 0,-1 0 0 0 0,1 0 1 0 0,0 0-1 0 0,-1 0 0 0 0,1 0 0 0 0,-1 0 1 0 0,1 0-1 0 0,-1 0 0 0 0,1 0 0 0 0,-1-1 1 0 0,1 1-1 0 0,-1 0 0 0 0,1 0 0 0 0,-1 0 0 0 0,1-1 1 0 0,-1 1-1 0 0,1 0 0 0 0,-1 0 0 0 0,1-1 1 0 0,-1 1-1 0 0,1 0 0 0 0,-1-1 0 0 0,0 1 1 0 0,1-1-1 0 0,-1 1 0 0 0,0 0 0 0 0,1-1 0 0 0,-1 0 1 0 0,7-5-40 0 0,6-3-137 0 0,0 1 1 0 0,1 0-1 0 0,0 0 0 0 0,0 2 1 0 0,0 0-1 0 0,1 0 0 0 0,0 1 1 0 0,0 1-1 0 0,17-3 1 0 0,-30 7 312 0 0,-1 0-121 0 0,-1 0 0 0 0,1 0 0 0 0,-1 0-1 0 0,0 0 1 0 0,1 0 0 0 0,-1 0 0 0 0,1 0 0 0 0,-1 0 0 0 0,1 0 0 0 0,-1 0 0 0 0,1-1 0 0 0,-1 1 0 0 0,0 0 0 0 0,1 0 0 0 0,-1 0 0 0 0,1-1 0 0 0,-1 1 0 0 0,0 0 0 0 0,1 0 0 0 0,-1-1 0 0 0,1 1 0 0 0,-1 0 0 0 0,0-1 0 0 0,0 1 0 0 0,1 0 0 0 0,-1-1 0 0 0,0 1 0 0 0,0-1 0 0 0,1 1 0 0 0,-1-1 0 0 0,0 1 0 0 0,0 0 0 0 0,0-1 0 0 0,0 1 0 0 0,0-1 0 0 0,0 1 0 0 0,1-1 0 0 0,-1 1 0 0 0,0-1 0 0 0,0 1 0 0 0,0-1-1 0 0,-1 1 1 0 0,1-1 0 0 0,2-23 805 0 0,-2 24-758 0 0,0-3 157 0 0,-1 0-27 0 0,4-62-2803 0 0,-2 62 677 0 0</inkml:trace>
</inkml:ink>
</file>

<file path=ppt/ink/ink4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8:43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1 173 860 0 0,'0'0'4917'0'0,"3"-3"-4175"0"0,85-60 3653 0 0,-86 61-4325 0 0,-1 1 0 0 0,1 0 0 0 0,0-1 1 0 0,-1 1-1 0 0,0-1 0 0 0,1 0 1 0 0,-1 1-1 0 0,0-1 0 0 0,0 0 0 0 0,0 0 1 0 0,0 0-1 0 0,0 0 0 0 0,0 0 0 0 0,-1 0 1 0 0,1 0-1 0 0,0 0 0 0 0,-1 0 1 0 0,0 0-1 0 0,1-4 0 0 0,-1 5 199 0 0,-1 1-267 0 0,1 0-1 0 0,0 1 0 0 0,-1-1 0 0 0,1 0 0 0 0,0 0 0 0 0,-1 1 0 0 0,1-1 0 0 0,-1 0 1 0 0,1 0-1 0 0,0 0 0 0 0,-1 1 0 0 0,1-1 0 0 0,-1 0 0 0 0,1 0 0 0 0,0 0 0 0 0,-1 0 0 0 0,1 0 1 0 0,-1 0-1 0 0,1 0 0 0 0,-1 0 0 0 0,1 0 0 0 0,-1 0 0 0 0,1 0 0 0 0,0 0 0 0 0,-1 0 1 0 0,1 0-1 0 0,-1-1 0 0 0,0 1 0 0 0,0 0 0 0 0,0 0 0 0 0,0-1 0 0 0,1 1 0 0 0,-1 0 0 0 0,0 0 0 0 0,0 0 0 0 0,0 0 0 0 0,0 0 0 0 0,0 0 1 0 0,1 1-1 0 0,-1-1 0 0 0,0 0 0 0 0,0 0 0 0 0,0 1 0 0 0,0-1 0 0 0,1 0 0 0 0,-1 1 0 0 0,-1 0 0 0 0,-4 3 6 0 0,0 1 0 0 0,0-1 0 0 0,0 1-1 0 0,1 1 1 0 0,0-1 0 0 0,-9 12 0 0 0,12-14-11 0 0,0-1 0 0 0,1 1 0 0 0,-1-1 0 0 0,1 1 0 0 0,-1 0 0 0 0,1 0 0 0 0,0 0 0 0 0,0 0 0 0 0,0 0 0 0 0,0 0 0 0 0,1 0 0 0 0,-1 0 0 0 0,1 0 0 0 0,0 1 0 0 0,0-1 0 0 0,0 0 0 0 0,0 0 0 0 0,1 0 0 0 0,-1 0 0 0 0,1 0 0 0 0,1 5-1 0 0,-1-5-14 0 0,0-1 0 0 0,0 1 0 0 0,1-1-1 0 0,-1 0 1 0 0,0 1 0 0 0,1-1-1 0 0,0 0 1 0 0,-1 0 0 0 0,1 0 0 0 0,0 0-1 0 0,0 0 1 0 0,0 0 0 0 0,0-1-1 0 0,1 1 1 0 0,-1-1 0 0 0,0 1-1 0 0,1-1 1 0 0,-1 0 0 0 0,1 0 0 0 0,-1 0-1 0 0,5 1 1 0 0,-2-2 3 0 0,0 0 0 0 0,-1 0 0 0 0,1 0 0 0 0,0 0 0 0 0,-1-1 0 0 0,1 0 0 0 0,-1 0 0 0 0,1 0 0 0 0,-1 0 0 0 0,0-1 0 0 0,8-3 0 0 0,3-3-12 0 0,-1-1 1 0 0,0 0-1 0 0,-1-1 0 0 0,0 0 0 0 0,-1-1 1 0 0,13-14-1 0 0,25-32-176 0 0,-49 56 162 0 0,-1 1 38 0 0,0 0 0 0 0,0-1 0 0 0,1 1 1 0 0,-1 0-1 0 0,0-1 0 0 0,0 1 0 0 0,1 0 0 0 0,-1 0 1 0 0,0-1-1 0 0,0 1 0 0 0,1 0 0 0 0,-1 0 0 0 0,0-1 0 0 0,1 1 1 0 0,-1 0-1 0 0,0 0 0 0 0,1 0 0 0 0,-1 0 0 0 0,1-1 1 0 0,-1 1-1 0 0,0 0 0 0 0,1 0 0 0 0,-1 0 0 0 0,0 0 1 0 0,1 0-1 0 0,-1 0 0 0 0,1 0 0 0 0,-1 0 0 0 0,0 0 1 0 0,1 0-1 0 0,-1 0 0 0 0,1 0 0 0 0,-1 1 0 0 0,0-1 1 0 0,1 0-1 0 0,-1 0 0 0 0,0 0 0 0 0,1 0 0 0 0,-1 1 1 0 0,0-1-1 0 0,1 0 0 0 0,-1 0 0 0 0,0 1 0 0 0,1-1 1 0 0,-1 0-1 0 0,0 0 0 0 0,0 1 0 0 0,1-1 0 0 0,20 13-155 0 0,-20-12 154 0 0,13 21-162 0 0,-13-20 163 0 0,0 1-1 0 0,0-1 0 0 0,0 1 1 0 0,1-1-1 0 0,-1 1 0 0 0,0-1 1 0 0,1 0-1 0 0,0 0 0 0 0,0 0 1 0 0,-1 0-1 0 0,1 0 0 0 0,0 0 1 0 0,1 0-1 0 0,-1-1 0 0 0,0 1 1 0 0,0-1-1 0 0,1 1 0 0 0,-1-1 1 0 0,1 0-1 0 0,-1 0 0 0 0,1 0 1 0 0,0 0-1 0 0,-1-1 0 0 0,1 1 1 0 0,0-1-1 0 0,3 1 0 0 0,-3-2 45 0 0,1 0 0 0 0,-1 1-1 0 0,0-1 1 0 0,0 0-1 0 0,1-1 1 0 0,-1 1-1 0 0,0-1 1 0 0,0 1 0 0 0,0-1-1 0 0,0 0 1 0 0,-1 0-1 0 0,1 0 1 0 0,0 0 0 0 0,-1-1-1 0 0,4-3 1 0 0,26-49 178 0 0,0 0-7042 0 0,-20 39 4048 0 0</inkml:trace>
</inkml:ink>
</file>

<file path=ppt/ink/ink4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8:44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8 120 628 0 0,'0'0'4506'0'0,"4"-4"-3819"0"0,9-8 36 0 0,-1-1 1 0 0,0 0-1 0 0,-1-1 0 0 0,-1 0 0 0 0,0-1 0 0 0,9-16 1 0 0,-18 29-415 0 0,-2 2-291 0 0,1 0 0 0 0,-1 0-1 0 0,0-1 1 0 0,1 1 0 0 0,-1 0 0 0 0,1 0-1 0 0,-1 0 1 0 0,0 0 0 0 0,1 0 0 0 0,-1 0 0 0 0,1 0-1 0 0,-1 0 1 0 0,0 0 0 0 0,1 0 0 0 0,-1 0 0 0 0,1 1-1 0 0,-1-1 1 0 0,1 0 0 0 0,-1 0 0 0 0,1 1-1 0 0,-1-1 1 0 0,1 0 0 0 0,-1 1 0 0 0,1-1 0 0 0,-1 0-1 0 0,1 1 1 0 0,-1-1 0 0 0,1 1 0 0 0,0-1-1 0 0,-1 1 1 0 0,1-1 0 0 0,0 1 0 0 0,-1-1 0 0 0,1 1-1 0 0,-25 33 142 0 0,-14 42-127 0 0,35-67-36 0 0,1 1 0 0 0,0 0 0 0 0,1 0 0 0 0,-2 18 0 0 0,3-24-50 0 0,1 0 1 0 0,0 0-1 0 0,0 0 0 0 0,0 0 0 0 0,0 0 0 0 0,1 0 1 0 0,-1 0-1 0 0,1 0 0 0 0,0 0 0 0 0,0-1 0 0 0,1 1 0 0 0,-1 0 1 0 0,1 0-1 0 0,3 5 0 0 0,-4-8 10 0 0,0-1 0 0 0,0 1 0 0 0,0 0 0 0 0,0-1 1 0 0,0 1-1 0 0,0-1 0 0 0,0 1 0 0 0,0-1 0 0 0,1 0 0 0 0,-1 1 0 0 0,0-1 0 0 0,0 0 0 0 0,0 0 1 0 0,0 0-1 0 0,0 0 0 0 0,1 0 0 0 0,-1 0 0 0 0,0 0 0 0 0,0 0 0 0 0,0-1 0 0 0,0 1 0 0 0,0 0 0 0 0,1-1 1 0 0,-1 1-1 0 0,1-1 0 0 0,30-15-491 0 0,-26 13 372 0 0,46-28-770 0 0,-44 24 878 0 0,1 0 0 0 0,0 1 0 0 0,0 1 1 0 0,1 0-1 0 0,0 0 0 0 0,0 1 1 0 0,0 0-1 0 0,0 0 0 0 0,1 1 0 0 0,17-2 1 0 0,-26 5 59 0 0,-1 1 0 0 0,1-1 0 0 0,0 1 0 0 0,-1 0 0 0 0,1-1 0 0 0,0 1 0 0 0,-1 0 0 0 0,1 0 0 0 0,-1 0 0 0 0,0 0 0 0 0,1 0 0 0 0,-1 1 0 0 0,0-1 0 0 0,0 0 0 0 0,1 1 0 0 0,-1-1 0 0 0,0 0 0 0 0,-1 1 0 0 0,1-1 0 0 0,0 1 0 0 0,0 0 0 0 0,0-1 0 0 0,-1 1 0 0 0,1 0 0 0 0,-1-1 0 0 0,1 4 0 0 0,4 8-265 0 0,3-9-451 0 0</inkml:trace>
</inkml:ink>
</file>

<file path=ppt/ink/ink4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8:48.6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15 874 704 0 0,'-14'11'3449'0'0,"20"-13"356"0"0,20-13-2151 0 0,-10 3-1427 0 0,0-1 1 0 0,-1-1-1 0 0,-1 0 0 0 0,0 0 0 0 0,16-23 0 0 0,-10 12-22 0 0,24-34 220 0 0,-2-2-1 0 0,52-105 1 0 0,-63 108-267 0 0,-11 18-29 0 0,-2-1 0 0 0,-1-1 1 0 0,-3 0-1 0 0,-1-1 0 0 0,13-84 0 0 0,-23 87 3 0 0,-3 35-115 0 0,-4-5-7 0 0,4 10-11 0 0,0 0 0 0 0,0-1 1 0 0,0 1-1 0 0,0 0 0 0 0,0 0 1 0 0,0-1-1 0 0,-1 1 0 0 0,1 0 1 0 0,0 0-1 0 0,0-1 1 0 0,0 1-1 0 0,-1 0 0 0 0,1 0 1 0 0,0 0-1 0 0,0-1 0 0 0,-1 1 1 0 0,1 0-1 0 0,0 0 0 0 0,0 0 1 0 0,-1 0-1 0 0,1 0 0 0 0,0 0 1 0 0,-1 0-1 0 0,1-1 0 0 0,0 1 1 0 0,0 0-1 0 0,-1 0 1 0 0,1 0-1 0 0,0 0 0 0 0,-1 0 1 0 0,1 0-1 0 0,0 0 0 0 0,0 0 1 0 0,-1 1-1 0 0,1-1 0 0 0,0 0 1 0 0,-1 0-1 0 0,1 0 0 0 0,0 0 1 0 0,0 0-1 0 0,-1 0 0 0 0,1 1 1 0 0,0-1-1 0 0,0 0 0 0 0,-1 0 1 0 0,1 0-1 0 0,0 1 1 0 0,0-1-1 0 0,-1 0 0 0 0,-11 15-6 0 0,0-1 1 0 0,0 2-1 0 0,1 0 0 0 0,1 0 0 0 0,1 1 1 0 0,0 0-1 0 0,1 0 0 0 0,1 1 0 0 0,-8 30 1 0 0,7-14-11 0 0,1 0 0 0 0,2 1 0 0 0,1 0 0 0 0,1 58 0 0 0,4-77 12 0 0,0-1 1 0 0,1 0 0 0 0,1 1 0 0 0,7 22 0 0 0,-8-32 7 0 0,-1-1 0 0 0,1 1 1 0 0,1-1-1 0 0,-1 0 0 0 0,1 0 1 0 0,0 0-1 0 0,0 0 0 0 0,0 0 1 0 0,1 0-1 0 0,0-1 1 0 0,0 0-1 0 0,0 0 0 0 0,0 0 1 0 0,10 7-1 0 0,-12-11 0 0 0,1 1 1 0 0,-1-1-1 0 0,1 1 1 0 0,0-1 0 0 0,-1 0-1 0 0,1 0 1 0 0,-1 0-1 0 0,1-1 1 0 0,-1 1-1 0 0,1 0 1 0 0,0-1-1 0 0,-1 0 1 0 0,0 1-1 0 0,1-1 1 0 0,-1 0-1 0 0,1 0 1 0 0,-1-1 0 0 0,4-2-1 0 0,39-27 51 0 0,-25 13-63 0 0,0 0 0 0 0,-2-1 0 0 0,0-2-1 0 0,-1 1 1 0 0,-1-2 0 0 0,-1 0 0 0 0,20-40-1 0 0,-20 30-26 0 0,-1 0 0 0 0,-2-1 0 0 0,-1 0 0 0 0,-2-1 0 0 0,7-45 0 0 0,-15 77 54 0 0,4-21 93 0 0,-30 165-88 0 0,14-62 25 0 0,0 102 1 0 0,8-116 366 0 0,8-72-404 0 0,-3 2-13 0 0,0 1 0 0 0,0 0 0 0 0,1 0 0 0 0,0 0 0 0 0,-1 0-1 0 0,1 0 1 0 0,0 1 0 0 0,0-1 0 0 0,0 1 0 0 0,1 0 0 0 0,-1 0 0 0 0,1 0 0 0 0,-1 0 0 0 0,1 0 0 0 0,-1 1-1 0 0,1 0 1 0 0,0 0 0 0 0,0 0 0 0 0,0 0 0 0 0,0 0 0 0 0,6 1 0 0 0,27 3-61 0 0,-1 0-170 0 0,67-2 0 0 0,-92-2 210 0 0,-1 0-1 0 0,0 0 1 0 0,1-1 0 0 0,-1-1-1 0 0,0 0 1 0 0,0 0 0 0 0,0-1-1 0 0,-1 0 1 0 0,1 0-1 0 0,-1-1 1 0 0,11-8 0 0 0,-15 9 18 0 0,-2 2 3 0 0,-1-1 0 0 0,1 1 0 0 0,0-1 0 0 0,-1 0 0 0 0,1 0 0 0 0,-1 0 0 0 0,0-1-1 0 0,0 1 1 0 0,0 0 0 0 0,0-1 0 0 0,-1 0 0 0 0,2-3 0 0 0,14-29 78 0 0,-16 34-46 0 0,-1-6 0 0 0,0 8-33 0 0,0 0-1 0 0,0 0 1 0 0,0 0-1 0 0,0 0 1 0 0,0 0-1 0 0,0 0 1 0 0,0 0-1 0 0,0 0 1 0 0,0 0-1 0 0,0 0 0 0 0,-1 0 1 0 0,1 0-1 0 0,0 0 1 0 0,0 0-1 0 0,0 0 1 0 0,0 0-1 0 0,0 0 1 0 0,0 0-1 0 0,0 0 1 0 0,0 0-1 0 0,0 0 1 0 0,-1 0-1 0 0,1 0 1 0 0,0 0-1 0 0,0 0 1 0 0,0 0-1 0 0,0 0 1 0 0,0 0-1 0 0,0 0 0 0 0,0 0 1 0 0,0 0-1 0 0,0 0 1 0 0,0 0-1 0 0,0-1 1 0 0,0 1-1 0 0,-1 0 1 0 0,1 0-1 0 0,0 0 1 0 0,0 0-1 0 0,0 0 1 0 0,0 0-1 0 0,0 0 1 0 0,0 0-1 0 0,0 0 1 0 0,0 0-1 0 0,0-1 1 0 0,0 1-1 0 0,0 0 0 0 0,0 0 1 0 0,0 0-1 0 0,0 0 1 0 0,-4 5-1 0 0,2-3 3 0 0,1-1 0 0 0,0 1-1 0 0,-1-1 1 0 0,1 1 0 0 0,0-1-1 0 0,0 1 1 0 0,0 0 0 0 0,1-1-1 0 0,-1 1 1 0 0,0 0 0 0 0,1 0-1 0 0,-1-1 1 0 0,1 1 0 0 0,-1 0-1 0 0,1 0 1 0 0,0 4 0 0 0,0-5-6 0 0,19 38 1 0 0,-15-36-4 0 0,1-1-1 0 0,-1 1 1 0 0,0-1-1 0 0,0 0 0 0 0,1 0 1 0 0,-1-1-1 0 0,1 1 1 0 0,0-1-1 0 0,-1 0 1 0 0,1 0-1 0 0,0-1 0 0 0,0 1 1 0 0,-1-1-1 0 0,1 0 1 0 0,0-1-1 0 0,0 1 1 0 0,0-1-1 0 0,-1 0 1 0 0,1 0-1 0 0,0 0 0 0 0,-1 0 1 0 0,7-4-1 0 0,12-4-174 0 0,-1-1 0 0 0,42-25 0 0 0,-53 28 148 0 0,18-12 228 0 0,47-41 0 0 0,-67 53 141 0 0,-7 5-80 0 0,-2 1-214 0 0,1 1-1 0 0,-1-1 1 0 0,1 1 0 0 0,-1-1-1 0 0,1 1 1 0 0,-1-1 0 0 0,1 1 0 0 0,-1 0-1 0 0,1-1 1 0 0,-1 1 0 0 0,1 0 0 0 0,-1-1-1 0 0,1 1 1 0 0,0 0 0 0 0,-1 0-1 0 0,1 0 1 0 0,0-1 0 0 0,-1 1 0 0 0,1 0-1 0 0,0 0 1 0 0,-1 0 0 0 0,1 0 0 0 0,0 0-1 0 0,-1 0 1 0 0,1 0 0 0 0,-1 0 0 0 0,1 1-1 0 0,1-1 1 0 0,-2 6 5 0 0,1 0 0 0 0,0 0 0 0 0,-1 0-1 0 0,0 0 1 0 0,-1 0 0 0 0,1 0 0 0 0,-1 0 0 0 0,0 0 0 0 0,-3 8 0 0 0,-22 61 157 0 0,11-34-98 0 0,-84 242-279 0 0,20-61-3485 0 0,57-171-1796 0 0,12-30 2316 0 0</inkml:trace>
</inkml:ink>
</file>

<file path=ppt/ink/ink4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8:48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27 284 16353 0 0,'-11'-8'501'0'0,"0"0"-569"0"0,6-3-885 0 0,30-4 169 0 0,13-1 448 0 0,12-3 4 0 0,29-7-56 0 0,13 2-144 0 0,41-14-224 0 0,5-2-344 0 0,-5 9-836 0 0,-2 3-2096 0 0,-39 8 927 0 0</inkml:trace>
</inkml:ink>
</file>

<file path=ppt/ink/ink4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8:49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323 7 880 0 0,'2'-7'4397'0'0,"-3"14"-1835"0"0,-7 35-1133 0 0,-15 63-1141 0 0,7-16 652 0 0,-6 131 0 0 0,16-144-718 0 0,0-41 134 0 0,6-34 855 0 0,-1-7-1130 0 0,-11-84-89 0 0,11 71-74 0 0,0 1 0 0 0,-1-1 1 0 0,-2 1-1 0 0,1 0 0 0 0,-2 0 1 0 0,-1 0-1 0 0,0 0 0 0 0,-11-21 0 0 0,15 37 72 0 0,1 0 0 0 0,0 1-1 0 0,-1-1 1 0 0,0 1 0 0 0,1-1 0 0 0,-1 1-1 0 0,0 0 1 0 0,1 0 0 0 0,-1 0-1 0 0,0 0 1 0 0,0 0 0 0 0,0 0-1 0 0,0 0 1 0 0,0 1 0 0 0,0-1-1 0 0,0 1 1 0 0,0-1 0 0 0,0 1-1 0 0,-1 0 1 0 0,1 0 0 0 0,0 0-1 0 0,0 0 1 0 0,0 0 0 0 0,0 0-1 0 0,0 1 1 0 0,0-1 0 0 0,0 1-1 0 0,0-1 1 0 0,0 1 0 0 0,0 0-1 0 0,0 0 1 0 0,0 0 0 0 0,0 0-1 0 0,-2 2 1 0 0,-5 1-15 0 0,1 1 0 0 0,0 0-1 0 0,0 1 1 0 0,0 0 0 0 0,-13 13 0 0 0,15-12 11 0 0,1-1 0 0 0,-1 1-1 0 0,1 0 1 0 0,1 1 0 0 0,-1-1 0 0 0,2 1 0 0 0,-1-1 0 0 0,1 1 0 0 0,0 1 0 0 0,0-1 0 0 0,1 0 0 0 0,-2 14 0 0 0,4-18 14 0 0,0-1 0 0 0,0 1 0 0 0,0-1 1 0 0,0 1-1 0 0,1 0 0 0 0,-1-1 1 0 0,1 1-1 0 0,0-1 0 0 0,0 1 0 0 0,1-1 1 0 0,-1 0-1 0 0,1 1 0 0 0,-1-1 1 0 0,1 0-1 0 0,0 0 0 0 0,0 0 0 0 0,1 0 1 0 0,-1-1-1 0 0,1 1 0 0 0,-1 0 1 0 0,1-1-1 0 0,0 0 0 0 0,0 0 0 0 0,0 0 1 0 0,0 0-1 0 0,0 0 0 0 0,0 0 1 0 0,0-1-1 0 0,1 1 0 0 0,-1-1 0 0 0,7 1 1 0 0,8 2-23 0 0,1 0 0 0 0,0-1 0 0 0,0-2 0 0 0,0 0 1 0 0,0 0-1 0 0,0-2 0 0 0,0 0 0 0 0,0-2 0 0 0,-1 0 0 0 0,27-8 1 0 0,17-7-342 0 0,99-45 1 0 0,-15-8-285 0 0,-145 71 616 0 0,5-2-12 0 0,-6 2 39 0 0,0-1 0 0 0,0 1 1 0 0,1 0-1 0 0,-1 0 0 0 0,0 0 0 0 0,0-1 0 0 0,0 1 0 0 0,1 0 0 0 0,-1 0 1 0 0,0 0-1 0 0,0 0 0 0 0,1 0 0 0 0,-1-1 0 0 0,0 1 0 0 0,1 0 1 0 0,-1 0-1 0 0,0 0 0 0 0,0 0 0 0 0,1 0 0 0 0,-1 0 0 0 0,0 0 0 0 0,1 0 1 0 0,-1 0-1 0 0,0 0 0 0 0,1 0 0 0 0,-1 0 0 0 0,0 0 0 0 0,0 0 0 0 0,1 0 1 0 0,-1 1-1 0 0,0-1 0 0 0,1 0 0 0 0,-1 0 0 0 0,0 0 0 0 0,0 0 0 0 0,1 1 1 0 0,16 19-67 0 0,-14-16 67 0 0,-1 1 0 0 0,2-1 0 0 0,-1 0 0 0 0,1-1 0 0 0,-1 1 1 0 0,1-1-1 0 0,0 1 0 0 0,0-1 0 0 0,0 0 0 0 0,6 2 0 0 0,-8-4 30 0 0,-2-1-20 0 0,0 0-1 0 0,0 1 1 0 0,0-1 0 0 0,0 0-1 0 0,0 0 1 0 0,1 1 0 0 0,-1-1-1 0 0,0 0 1 0 0,0 0 0 0 0,0 1-1 0 0,1-1 1 0 0,-1 0 0 0 0,0 0-1 0 0,0 0 1 0 0,0 0 0 0 0,1 1-1 0 0,-1-1 1 0 0,0 0 0 0 0,0 0-1 0 0,1 0 1 0 0,-1 0 0 0 0,0 0-1 0 0,1 0 1 0 0,-1 0 0 0 0,0 0-1 0 0,0 0 1 0 0,1 0 0 0 0,-1 0-1 0 0,0 0 1 0 0,1 0-1 0 0,-1 0 1 0 0,0 0 0 0 0,0 0-1 0 0,1 0 1 0 0,-1 0 0 0 0,0 0-1 0 0,1 0 1 0 0,-1 0 0 0 0,0 0-1 0 0,0-1 1 0 0,1 1 0 0 0,-1 0-1 0 0,0 0 1 0 0,0 0 0 0 0,0-1-1 0 0,1 1 1 0 0,-1 0 0 0 0,0-1-1 0 0,18-9 398 0 0,-14 8-387 0 0,-3 1 26 0 0,0-1-1 0 0,0 1 0 0 0,0-1 0 0 0,0 1 1 0 0,0-1-1 0 0,-1 0 0 0 0,1 1 1 0 0,0-1-1 0 0,-1 0 0 0 0,1 1 0 0 0,-1-1 1 0 0,0 0-1 0 0,0 0 0 0 0,1 0 1 0 0,-1 1-1 0 0,0-1 0 0 0,0 0 0 0 0,-1 0 1 0 0,1 0-1 0 0,0 1 0 0 0,-1-1 1 0 0,1 0-1 0 0,-1 0 0 0 0,1 1 0 0 0,-1-1 1 0 0,0 0-1 0 0,0 1 0 0 0,0-1 1 0 0,0 1-1 0 0,-2-3 0 0 0,0-2 29 0 0,-1 1 0 0 0,0 0-1 0 0,0 1 1 0 0,0-1 0 0 0,-1 1 0 0 0,-6-5-1 0 0,9 8-187 0 0,0 1 0 0 0,0-1 0 0 0,0 1 0 0 0,0-1 0 0 0,0 1 0 0 0,0 0 0 0 0,0 0 0 0 0,0 0 0 0 0,0 0 0 0 0,0 0 1 0 0,0 0-1 0 0,0 1 0 0 0,0-1 0 0 0,0 1 0 0 0,0-1 0 0 0,0 1 0 0 0,0 0 0 0 0,0 0 0 0 0,0 0 0 0 0,0 0 0 0 0,1 0 0 0 0,-1 0 0 0 0,0 0 0 0 0,1 1 0 0 0,-1-1 0 0 0,-2 4 0 0 0,2-2-380 0 0,-1 1-181 0 0,-1 3-2788 0 0,-2 8 807 0 0</inkml:trace>
</inkml:ink>
</file>

<file path=ppt/ink/ink4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8:50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1 416 236 0 0,'3'-2'732'0'0,"0"-1"0"0"0,0 1 1 0 0,0 0-1 0 0,1 0 0 0 0,-1 1 0 0 0,1-1 0 0 0,-1 0 1 0 0,1 1-1 0 0,4-1 0 0 0,-5 4-623 0 0,1 0-1 0 0,-1 0 1 0 0,0 1-1 0 0,1-1 1 0 0,-1 1-1 0 0,-1 0 1 0 0,1-1-1 0 0,0 1 1 0 0,-1 1-1 0 0,1-1 1 0 0,-1 0-1 0 0,0 1 1 0 0,0-1-1 0 0,0 1 1 0 0,-1-1-1 0 0,3 7 1 0 0,13 65 1260 0 0,-17-72-1309 0 0,0-1 116 0 0,0-1-169 0 0,0-1-1 0 0,0 0 0 0 0,0 0 0 0 0,0 1 0 0 0,0-1 0 0 0,0 0 1 0 0,0 1-1 0 0,0-1 0 0 0,0 0 0 0 0,0 1 0 0 0,0-1 0 0 0,0 0 1 0 0,0 0-1 0 0,0 1 0 0 0,0-1 0 0 0,0 0 0 0 0,0 1 0 0 0,1-1 1 0 0,-1 0-1 0 0,0 0 0 0 0,0 1 0 0 0,0-1 0 0 0,0 0 0 0 0,1 0 1 0 0,-1 1-1 0 0,0-1 0 0 0,0 0 0 0 0,1 0 0 0 0,-1 0 0 0 0,0 1 1 0 0,0-1-1 0 0,1 0 0 0 0,-1 0 0 0 0,0 0 0 0 0,0 0 0 0 0,1 0 1 0 0,-1 0-1 0 0,0 1 0 0 0,1-1 0 0 0,-1 0 0 0 0,0 0 0 0 0,1 0 1 0 0,-1 0-1 0 0,0 0 0 0 0,0 0 0 0 0,1 0 0 0 0,0 0 0 0 0,24-32-111 0 0,-15 18-46 0 0,1 0 1 0 0,0 1 0 0 0,1 1-1 0 0,0 0 1 0 0,1 1 0 0 0,20-15-1 0 0,-30 25 90 0 0,4 2-9 0 0,0 0 1 0 0,0 1-1 0 0,1 0 0 0 0,-1 1 1 0 0,0-1-1 0 0,-1 1 0 0 0,1 1 1 0 0,0-1-1 0 0,-1 1 0 0 0,0 0 1 0 0,0 1-1 0 0,9 7 0 0 0,-6-5-82 0 0,1 0 0 0 0,0 0-1 0 0,0-1 1 0 0,12 5-1 0 0,-13-7 30 0 0,0-1-1 0 0,0 0 0 0 0,1-1 1 0 0,-1 0-1 0 0,18 2 0 0 0,-25-4 124 0 0,1 0-1 0 0,-1-1 0 0 0,0 1 0 0 0,0 0 0 0 0,1-1 0 0 0,-1 1 1 0 0,0-1-1 0 0,0 1 0 0 0,0-1 0 0 0,0 0 0 0 0,0 0 0 0 0,0 0 1 0 0,0-1-1 0 0,0 1 0 0 0,0 0 0 0 0,0-1 0 0 0,0 1 0 0 0,-1-1 1 0 0,1 1-1 0 0,-1-1 0 0 0,1 0 0 0 0,-1 0 0 0 0,1 0 0 0 0,-1 1 1 0 0,0-1-1 0 0,0-1 0 0 0,0 1 0 0 0,0 0 0 0 0,-1 0 0 0 0,1 0 1 0 0,0-3-1 0 0,2-14 167 0 0,-1 0 1 0 0,0 0 0 0 0,-2 0-1 0 0,0-1 1 0 0,-1 1-1 0 0,-1 0 1 0 0,-5-20 0 0 0,3 17 25 0 0,1 0 0 0 0,2 0 1 0 0,0 0-1 0 0,1 0 0 0 0,2-22 1 0 0,0 37-156 0 0,-1 0 1 0 0,1 1 0 0 0,0-1 0 0 0,0 1 0 0 0,1 0 0 0 0,0-1-1 0 0,0 1 1 0 0,1 0 0 0 0,-1 1 0 0 0,1-1 0 0 0,1 1 0 0 0,-1-1 0 0 0,1 1-1 0 0,0 0 1 0 0,0 1 0 0 0,0-1 0 0 0,0 1 0 0 0,1 0 0 0 0,0 1-1 0 0,9-5 1 0 0,-9 5-23 0 0,0 0-1 0 0,0 0 0 0 0,0 1 1 0 0,1-1-1 0 0,-1 2 1 0 0,1-1-1 0 0,-1 1 0 0 0,1 0 1 0 0,-1 0-1 0 0,1 1 1 0 0,0 0-1 0 0,-1 0 0 0 0,12 2 1 0 0,-14-1-6 0 0,1 0 0 0 0,0 1 1 0 0,0-1-1 0 0,-1 1 0 0 0,1 1 0 0 0,-1-1 1 0 0,1 1-1 0 0,-1-1 0 0 0,0 1 0 0 0,0 1 1 0 0,0-1-1 0 0,-1 0 0 0 0,1 1 0 0 0,-1 0 1 0 0,0 0-1 0 0,0 0 0 0 0,0 0 0 0 0,3 6 1 0 0,4 12 23 0 0,-1 0 1 0 0,0 0 0 0 0,-2 0 0 0 0,-1 1 0 0 0,0 0-1 0 0,-2 1 1 0 0,-1-1 0 0 0,1 32 0 0 0,-3-1 41 0 0,-3-1 0 0 0,-13 87 0 0 0,-3-68-444 0 0,5-30-3176 0 0,2-30-2226 0 0</inkml:trace>
</inkml:ink>
</file>

<file path=ppt/ink/ink4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8:50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1 102 780 0 0,'0'0'1176'0'0,"11"-12"-112"0"0,-3 5 724 0 0,14-7-1156 0 0,1 4-251 0 0,-3-2-333 0 0,19-4-388 0 0,-2 3-585 0 0,0 4-999 0 0,2 0 448 0 0</inkml:trace>
</inkml:ink>
</file>

<file path=ppt/ink/ink4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8:51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168 553 1000 0 0,'-9'-22'6363'0'0,"6"22"-6233"0"0,0 0 0 0 0,0 0 0 0 0,-1 0 1 0 0,1 0-1 0 0,0 1 0 0 0,0 0 1 0 0,0 0-1 0 0,1-1 0 0 0,-1 2 0 0 0,0-1 1 0 0,0 0-1 0 0,0 1 0 0 0,1-1 0 0 0,-1 1 1 0 0,1 0-1 0 0,-1-1 0 0 0,1 1 0 0 0,0 1 1 0 0,0-1-1 0 0,0 0 0 0 0,0 0 0 0 0,-3 5 1 0 0,-46 62 653 0 0,49-66-713 0 0,-4 8 36 0 0,0 0 0 0 0,1 0 0 0 0,0 1 0 0 0,0-1 0 0 0,2 1 0 0 0,-1 0 0 0 0,2 0 0 0 0,-1 1 0 0 0,0 15 0 0 0,3-23-73 0 0,0-1 0 0 0,0 1 0 0 0,0-1 0 0 0,1 0 0 0 0,0 1 0 0 0,0-1 0 0 0,0 0-1 0 0,0 1 1 0 0,0-1 0 0 0,1 0 0 0 0,0 0 0 0 0,4 7 0 0 0,-4-9-26 0 0,0 1 0 0 0,0-1 0 0 0,1 0 0 0 0,-1 0 0 0 0,0 0-1 0 0,1 0 1 0 0,0-1 0 0 0,-1 1 0 0 0,1-1 0 0 0,0 1 0 0 0,0-1 0 0 0,0 0 0 0 0,0 0 0 0 0,-1 0 0 0 0,2-1 0 0 0,-1 1 0 0 0,0-1 0 0 0,0 1 0 0 0,0-1 0 0 0,4-1 0 0 0,2 0-19 0 0,-1 0 1 0 0,1-1 0 0 0,-1 0-1 0 0,0 0 1 0 0,1-1-1 0 0,-1 0 1 0 0,-1-1 0 0 0,1 0-1 0 0,0 0 1 0 0,-1 0-1 0 0,0-1 1 0 0,0 0-1 0 0,0-1 1 0 0,-1 1 0 0 0,12-14-1 0 0,0-2 5 0 0,0 0 0 0 0,-2-1 0 0 0,24-42-1 0 0,-13 12-65 0 0,-2-1-1 0 0,-2-2 0 0 0,-3 0 1 0 0,-3-2-1 0 0,-2 0 0 0 0,-2 0 0 0 0,-3-1 1 0 0,4-87-1 0 0,-13 119 181 0 0,0-17 222 0 0,-1 43-328 0 0,0 0 0 0 0,0 0 0 0 0,0 0 0 0 0,0 0 0 0 0,0 0 0 0 0,0 0-1 0 0,0 0 1 0 0,0 0 0 0 0,0 0 0 0 0,-1 0 0 0 0,1 0 0 0 0,0 0 0 0 0,0 0 0 0 0,0 0 0 0 0,0 0 0 0 0,0 0 0 0 0,0 0 0 0 0,0 0 0 0 0,0 0 0 0 0,0 0 0 0 0,0 0 0 0 0,0 0 0 0 0,-1 0 0 0 0,1 0 0 0 0,0 0 0 0 0,0 0 0 0 0,0 0 0 0 0,0 0 0 0 0,0 0 0 0 0,0 0-1 0 0,0 0 1 0 0,0 0 0 0 0,0 0 0 0 0,0 0 0 0 0,0 0 0 0 0,0 0 0 0 0,0-1 0 0 0,0 1 0 0 0,-1 0 0 0 0,1 0 0 0 0,0 0 0 0 0,0 0 0 0 0,0 0 0 0 0,0 0 0 0 0,0 0 0 0 0,0 0 0 0 0,0 0 0 0 0,0 0 0 0 0,-7 23-35 0 0,-9 45 46 0 0,2 1-1 0 0,3 1 1 0 0,4 0-1 0 0,2 0 1 0 0,4 0 0 0 0,10 95-1 0 0,-2-113 156 0 0,-7-50 4 0 0,29-31 56 0 0,-21 25-382 0 0,1 1 0 0 0,0 0 0 0 0,0 0 1 0 0,0 0-1 0 0,1 1 0 0 0,-1 1 0 0 0,0-1 1 0 0,1 2-1 0 0,0-1 0 0 0,-1 1 0 0 0,1 1 1 0 0,-1 0-1 0 0,1 0 0 0 0,17 5 0 0 0,26 1-1875 0 0,-6-6-2798 0 0,-44-1 2551 0 0</inkml:trace>
</inkml:ink>
</file>

<file path=ppt/ink/ink4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8:52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104 106 52 0 0,'4'-7'1265'0'0,"-6"2"2814"0"0,-6-8-3443 0 0,6 10-38 0 0,-26-1 1988 0 0,23 6-2479 0 0,1 0-1 0 0,0 0 1 0 0,0 0-1 0 0,0 0 1 0 0,0 1-1 0 0,1 0 1 0 0,-1-1 0 0 0,1 1-1 0 0,-1 1 1 0 0,1-1-1 0 0,0 0 1 0 0,0 1-1 0 0,1 0 1 0 0,-1 0-1 0 0,1-1 1 0 0,-1 2 0 0 0,1-1-1 0 0,0 0 1 0 0,1 0-1 0 0,-3 7 1 0 0,4-8-55 0 0,5 5 3 0 0,-4-7-59 0 0,-1 0-1 0 0,0 0 1 0 0,0 0 0 0 0,1 0 0 0 0,-1-1 0 0 0,1 1 0 0 0,-1 0-1 0 0,1 0 1 0 0,-1-1 0 0 0,1 1 0 0 0,-1 0 0 0 0,1-1-1 0 0,-1 1 1 0 0,1 0 0 0 0,0-1 0 0 0,0 1 0 0 0,-1-1 0 0 0,1 1-1 0 0,0-1 1 0 0,0 1 0 0 0,15 3-217 0 0,-1-1 0 0 0,0 0-1 0 0,1-1 1 0 0,0-1 0 0 0,-1-1 0 0 0,31-2 0 0 0,-2 0-295 0 0,-37 1 456 0 0,0 0 0 0 0,-1 0-1 0 0,1-1 1 0 0,0 0 0 0 0,0-1 0 0 0,-1 0 0 0 0,0 0 0 0 0,1 0 0 0 0,-1 0 0 0 0,10-9-1 0 0,1 1 0 0 0,30-33 367 0 0,-46 44-224 0 0,0-2-53 0 0,0 0-1 0 0,0 1 1 0 0,1-1-1 0 0,-1 1 1 0 0,1 0 0 0 0,-1-1-1 0 0,1 1 1 0 0,-1 0-1 0 0,1 0 1 0 0,0 0 0 0 0,0 0-1 0 0,-1 0 1 0 0,1 0-1 0 0,3 0 1 0 0,12 53-20 0 0,-15-43-42 0 0,0 0 1 0 0,0-1-1 0 0,1 1 0 0 0,0-1 1 0 0,1 0-1 0 0,0 0 0 0 0,9 14 1 0 0,-12-21 28 0 0,0-1 1 0 0,0 1-1 0 0,1-1 1 0 0,-1 1-1 0 0,0-1 1 0 0,0 1-1 0 0,0-1 1 0 0,0 0-1 0 0,1 0 1 0 0,-1 0-1 0 0,0 0 1 0 0,0 0 0 0 0,1 0-1 0 0,-1 0 1 0 0,0 0-1 0 0,0 0 1 0 0,0 0-1 0 0,1-1 1 0 0,-1 1-1 0 0,0 0 1 0 0,0-1-1 0 0,0 1 1 0 0,0-1-1 0 0,0 0 1 0 0,0 1-1 0 0,0-1 1 0 0,0 0-1 0 0,0 1 1 0 0,0-1-1 0 0,1-1 1 0 0,29-26-94 0 0,-10 3 3 0 0,-15 17 85 0 0,1 1-1 0 0,-1-1 0 0 0,1 1 0 0 0,1 0 0 0 0,8-6 0 0 0,-15 12 8 0 0,6 1-7 0 0,0 1 2 0 0,0 0 1 0 0,-1 1-1 0 0,1 0 0 0 0,-1 0 0 0 0,12 5 1 0 0,28 8 27 0 0,-28-12-14 0 0,-1-2 0 0 0,1 0 1 0 0,0-1-1 0 0,0 0 0 0 0,0-2 0 0 0,23-4 1 0 0,-31 4 111 0 0,1-1 0 0 0,-1 0 0 0 0,0-1-1 0 0,0 0 1 0 0,0 0 0 0 0,-1-1 0 0 0,0 0 0 0 0,0-1 0 0 0,0 0 0 0 0,0 0 0 0 0,13-14 0 0 0,-20 18-5 0 0,0 0-1 0 0,-1 0 1 0 0,1 0-1 0 0,0 0 1 0 0,-1 0-1 0 0,0 0 1 0 0,1 0-1 0 0,-1-1 1 0 0,0 1 0 0 0,0 0-1 0 0,0-1 1 0 0,0 1-1 0 0,-1-1 1 0 0,1-4-1 0 0,0 5 136 0 0,-2 0-190 0 0,0 1 0 0 0,0 0 1 0 0,1 0-1 0 0,-1 0 0 0 0,0 0 0 0 0,0 0 0 0 0,0 0 0 0 0,0 0 1 0 0,0 0-1 0 0,0 0 0 0 0,-1 0 0 0 0,1 0 0 0 0,0 1 0 0 0,0-1 0 0 0,0 0 1 0 0,-1 1-1 0 0,-1-1 0 0 0,-5 8-27 0 0,0 0 0 0 0,1 1 0 0 0,0 0 0 0 0,0 0 0 0 0,1 1 0 0 0,0 0 0 0 0,0 0 0 0 0,1 0 0 0 0,0 1 0 0 0,-4 13 0 0 0,-34 117 80 0 0,25-75-37 0 0,-28 150 21 0 0,37-163-87 0 0,3-23-49 0 0,0 1 355 0 0,11-30-168 0 0,6-15-123 0 0,126-202-836 0 0,-67 103 841 0 0,127-161 1 0 0,-197 274 36 0 0,0 1 1 0 0,1-1 0 0 0,-1 0-1 0 0,1 0 1 0 0,-1 0 0 0 0,1 0-1 0 0,0 0 1 0 0,-1 0 0 0 0,1 1-1 0 0,0-1 1 0 0,-1 0 0 0 0,1 1 0 0 0,0-1-1 0 0,0 0 1 0 0,0 1 0 0 0,0-1-1 0 0,-1 1 1 0 0,1-1 0 0 0,0 1-1 0 0,0 0 1 0 0,0-1 0 0 0,0 1-1 0 0,0 0 1 0 0,0 0 0 0 0,0 0 0 0 0,0-1-1 0 0,0 1 1 0 0,0 0 0 0 0,2 1-1 0 0,-1 1-78 0 0,0 1 0 0 0,-1 0-1 0 0,1-1 1 0 0,-1 1 0 0 0,0 0-1 0 0,0 0 1 0 0,0 0 0 0 0,0 0-1 0 0,0 5 1 0 0,1-2-217 0 0,1 5-407 0 0,5 17-348 0 0,1-5-6208 0 0,0-7 3517 0 0</inkml:trace>
</inkml:ink>
</file>

<file path=ppt/ink/ink4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8T05:48:16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65 147 416,'0'0'2992,"1"-13"2288,-5 14-5185,1-1 0,0 1 0,-1 0 0,1 0 1,0 0-1,0 1 0,0-1 0,0 1 0,0 0 0,0-1 0,0 1 0,1 1 0,-1-1 0,1 0 1,-1 1-1,1-1 0,0 1 0,0-1 0,0 1 0,0 0 0,1 0 0,-1 0 0,-1 6 0,2-7-23,2 2-29,0-1 1,1 1 0,-1-1 0,1 0 0,0 0-1,0 1 1,0-1 0,3 3 0,0-3-20,-1-1 0,0-1 0,0 1 0,1-1 1,-1 0-1,1 0 0,0 0 0,-1 0 0,1-1 1,0 0-1,-1 0 0,1 0 0,0 0 0,-1-1 1,1 0-1,-1 0 0,1 0 0,-1-1 0,1 1 0,-1-1 1,0 0-1,0 0 0,0-1 0,0 1 0,6-6 1,1 0-40,-1 0 1,0-1-1,-1 0 1,0 0 0,-1-1-1,0 0 1,0 0-1,9-18 1,21-67-175,-37 94 175,1-3-9,-2 3 20,0 1 1,0 0-1,0 0 0,0-1 1,0 1-1,0 0 0,0 0 1,0-1-1,0 1 0,0 0 1,1 0-1,-1-1 1,0 1-1,0 0 0,0 0 1,0-1-1,0 1 0,0 0 1,1 0-1,-1 0 0,0-1 1,0 1-1,0 0 0,1 0 1,-1 0-1,0 0 1,0 0-1,1-1 0,-1 1 1,0 0-1,0 0 0,1 0 1,-1 0-1,0 0 0,0 0 1,1 0-1,-1 0 0,2 0-4,0 0-1,0 0 1,0 1-1,-1-1 1,1 1-1,0-1 1,0 1-1,-1-1 1,1 1-1,0 0 1,-1 0-1,1 0 1,-1 0-1,1 0 1,-1 0-1,1 0 1,-1 1-1,0-1 1,0 1-1,2 1 1,0 2-4,0 0 1,0 0 0,-1 0-1,0 1 1,0-1 0,2 10-1,0 5-4,-1 0 0,-1-1 0,-1 23 0,-2 7-9,-3 1 0,-18 87-1,-39 95-62,24-98-124,16-80 280,19-51-32,1 0 0,-1 0 0,0 0 1,0 0-1,0-1 0,0 1 1,-1 0-1,1-1 0,-1 0 1,0 1-1,1-1 0,-1 0 0,-5 2 1,6-4 20,0 0-1,0-1 1,0 1 0,0 0 0,0-1-1,0 0 1,0 1 0,0-1 0,0 0 0,0 0-1,0 0 1,0 0 0,1-1 0,-1 1 0,0 0-1,1-1 1,-1 1 0,1-1 0,0 1 0,-1-1-1,1 0 1,0 0 0,0 1 0,0-1 0,0 0-1,0 0 1,-1-4 0,0-5 54,-1-1-1,1 0 1,1 0 0,0 0 0,1 0-1,0 0 1,0 0 0,2 0-1,-1 0 1,2 1 0,-1-1 0,2 0-1,-1 1 1,2 0 0,6-14 0,1 1-200,1 2 0,1-1 0,1 2 0,1 0 0,35-37 0,-30 40-732,1 2 1,1 0-1,0 2 0,1 0 0,1 2 1,40-16-1,-30 14-2113,5-3-300</inkml:trace>
</inkml:ink>
</file>

<file path=ppt/ink/ink4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8:17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45 200 708 0 0,'0'-36'6589'0'0,"2"22"-4312"0"0,-3 8 2220 0 0,-11 51-3873 0 0,2 0 0 0 0,2 1 1 0 0,-2 55-1 0 0,4 145-917 0 0,6-214-2471 0 0,0-49-517 0 0,2-52 132 0 0,-1 60 2958 0 0,-1 1 1 0 0,2-1 0 0 0,-1 1-1 0 0,2-1 1 0 0,-1 1 0 0 0,1-1-1 0 0,0 1 1 0 0,4-8 0 0 0,-3 10 204 0 0,0 1 0 0 0,0 0 1 0 0,0 0-1 0 0,1 0 1 0 0,0 1-1 0 0,0-1 1 0 0,0 1-1 0 0,0 0 0 0 0,1 0 1 0 0,-1 1-1 0 0,10-4 1 0 0,83-36 449 0 0,-63 30 23 0 0,-1-2-1 0 0,57-34 0 0 0,-82 43-335 0 0,0 0 0 0 0,-1-1 0 0 0,0 0-1 0 0,0 0 1 0 0,0-1 0 0 0,-1 0 0 0 0,0 0-1 0 0,-1-1 1 0 0,0 0 0 0 0,0 0 0 0 0,-1 0-1 0 0,0-1 1 0 0,-1 1 0 0 0,5-14 0 0 0,-6 14 19 0 0,-1 0 0 0 0,0 0 0 0 0,0 0 0 0 0,-1 0 0 0 0,0-1 0 0 0,-1 1 0 0 0,0 0 0 0 0,-1-1 0 0 0,1 1 1 0 0,-2 0-1 0 0,1 0 0 0 0,-1-1 0 0 0,-1 1 0 0 0,0 0 0 0 0,-4-10 0 0 0,6 17-51 0 0,-6-10 109 0 0,7 12-223 0 0,0 0 1 0 0,-1-1-1 0 0,1 1 0 0 0,0 0 1 0 0,0 0-1 0 0,0-1 0 0 0,0 1 1 0 0,0 0-1 0 0,0-1 0 0 0,-1 1 1 0 0,1 0-1 0 0,0 0 0 0 0,0 0 1 0 0,-1-1-1 0 0,1 1 0 0 0,0 0 1 0 0,0 0-1 0 0,0 0 0 0 0,-1-1 1 0 0,1 1-1 0 0,0 0 0 0 0,-1 0 1 0 0,1 0-1 0 0,0 0 0 0 0,0 0 1 0 0,-1 0-1 0 0,1 0 0 0 0,0 0 1 0 0,-1 0-1 0 0,1 0 0 0 0,0 0 1 0 0,0 0-1 0 0,-1 0 0 0 0,1 0 1 0 0,0 0-1 0 0,-1 0 0 0 0,1 0 1 0 0,0 0-1 0 0,-1 0 0 0 0,1 0 1 0 0,0 0-1 0 0,0 0 0 0 0,-1 1 1 0 0,1-1-1 0 0,0 0 0 0 0,0 0 1 0 0,-1 0-1 0 0,1 0 0 0 0,0 1 1 0 0,-1-1-1 0 0,-16 36 220 0 0,1 1-1 0 0,2 0 1 0 0,-17 69 0 0 0,-14 129 794 0 0,26-108-572 0 0,19-125-386 0 0,0 16 107 0 0,0-18-208 0 0,0 1 0 0 0,0-1 0 0 0,0 0 0 0 0,0 1 0 0 0,0-1 1 0 0,0 1-1 0 0,0-1 0 0 0,0 1 0 0 0,0-1 0 0 0,0 0 0 0 0,0 1 0 0 0,0-1 0 0 0,0 1 0 0 0,0-1 0 0 0,0 1 0 0 0,0-1 0 0 0,1 0 0 0 0,-1 1 0 0 0,0-1 0 0 0,0 0 0 0 0,0 1 0 0 0,1-1 0 0 0,-1 1 0 0 0,0-1 0 0 0,1 0 0 0 0,-1 0 1 0 0,0 1-1 0 0,0-1 0 0 0,1 0 0 0 0,-1 1 0 0 0,1-1 0 0 0,-1 0 0 0 0,0 0 0 0 0,1 0 0 0 0,-1 1 0 0 0,1-1 0 0 0,22-15-113 0 0,-17 12-7 0 0,-5 2 113 0 0,1 0-1 0 0,-1-1 0 0 0,1 2 1 0 0,0-1-1 0 0,0 0 1 0 0,-1 0-1 0 0,1 0 0 0 0,0 1 1 0 0,0-1-1 0 0,0 1 1 0 0,0 0-1 0 0,0-1 0 0 0,0 1 1 0 0,0 0-1 0 0,0 0 1 0 0,3 1-1 0 0,30-2-378 0 0,22 10 184 0 0,-44-6 219 0 0,1-1-1 0 0,-1 0 0 0 0,0-1 0 0 0,0 0 1 0 0,18-2-1 0 0,59-15 952 0 0,-88 16-657 0 0,14-11 1724 0 0,-4 6-2649 0 0,-12 30-8217 0 0,-1-20 5544 0 0</inkml:trace>
</inkml:ink>
</file>

<file path=ppt/ink/ink4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8:18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 1084 0 0,'0'0'1280'0'0,"15"-7"-100"0"0,-8 2-100 0 0,3 2 793 0 0,0-4-569 0 0,3 0-1844 0 0</inkml:trace>
</inkml:ink>
</file>

<file path=ppt/ink/ink4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7: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 14 320 0 0,'8'-14'6610'0'0,"-6"33"-6349"0"0,-1 0-1 0 0,0 0 1 0 0,-2 1-1 0 0,-5 36 1 0 0,-23 88 470 0 0,12-65-403 0 0,7-29-24 0 0,-18 52 1 0 0,24-89-631 0 0,-1 0 1 0 0,-1 0-1 0 0,0 0 1 0 0,0 0 0 0 0,-1-1-1 0 0,-1 0 1 0 0,0-1-1 0 0,-20 21 1 0 0,5-22-3491 0 0</inkml:trace>
</inkml:ink>
</file>

<file path=ppt/ink/ink4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7:56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0 593 492 0 0,'102'-11'1051'0'0,"-1"-3"0"0"0,0-6 0 0 0,161-52 0 0 0,-207 54-596 0 0,-2-3 0 0 0,0-2-1 0 0,53-32 1 0 0,-92 47-321 0 0,0-2 1 0 0,-1 0-1 0 0,0 0 1 0 0,-1-1-1 0 0,0 0 1 0 0,-1-1-1 0 0,0-1 1 0 0,-1 0 0 0 0,0 0-1 0 0,13-24 1 0 0,-19 29-52 0 0,-1 1 1 0 0,1-1-1 0 0,-1 0 1 0 0,-1 0-1 0 0,1 0 1 0 0,-2 0 0 0 0,1 0-1 0 0,-1 0 1 0 0,0-1-1 0 0,0 1 1 0 0,-1 0-1 0 0,0-1 1 0 0,-1 1-1 0 0,0 0 1 0 0,0-1-1 0 0,-1 1 1 0 0,0 0 0 0 0,0 0-1 0 0,-1 0 1 0 0,0 0-1 0 0,0 1 1 0 0,-8-12-1 0 0,11 18-71 0 0,-1 0 1 0 0,1 0-1 0 0,-1 0 0 0 0,0 0 0 0 0,1 0 1 0 0,-1 0-1 0 0,0 1 0 0 0,0-1 0 0 0,1 0 1 0 0,-1 1-1 0 0,0-1 0 0 0,0 0 0 0 0,0 1 1 0 0,0-1-1 0 0,0 1 0 0 0,0-1 0 0 0,0 1 1 0 0,0 0-1 0 0,0-1 0 0 0,0 1 0 0 0,0 0 1 0 0,0 0-1 0 0,0 0 0 0 0,0 0 0 0 0,0 0 1 0 0,-2 0-1 0 0,0 1-5 0 0,1-1-1 0 0,-1 1 1 0 0,1 0 0 0 0,0 0-1 0 0,0 1 1 0 0,-1-1 0 0 0,1 0 0 0 0,0 1-1 0 0,0-1 1 0 0,0 1 0 0 0,-2 2-1 0 0,-3 4 4 0 0,-1 1 0 0 0,1 0 0 0 0,-12 20-1 0 0,6-4 66 0 0,1 1 0 0 0,2 0 0 0 0,-15 53 0 0 0,-10 89 343 0 0,28-128-309 0 0,-9 54 111 0 0,8-38 150 0 0,-3-2 1 0 0,-20 65-1 0 0,22-71 269 0 0,9-46 157 0 0,2-6 271 0 0,-1-2-1038 0 0,1 1 1 0 0,1 0 0 0 0,-1 0 0 0 0,1 0 0 0 0,0 0 0 0 0,0 1-1 0 0,0-1 1 0 0,1 1 0 0 0,-1-1 0 0 0,1 1 0 0 0,0 0 0 0 0,6-4-1 0 0,-6 6-38 0 0,0 0-1 0 0,0 0 1 0 0,0 1-1 0 0,0-1 0 0 0,0 1 1 0 0,0 0-1 0 0,1 0 0 0 0,-1 0 1 0 0,1 0-1 0 0,-1 1 1 0 0,0 0-1 0 0,1 0 0 0 0,-1 0 1 0 0,1 0-1 0 0,5 2 0 0 0,77 20-162 0 0,-37-8-152 0 0,-25-11-3 0 0,47 1 0 0 0,-70-4 453 0 0,-2 0-114 0 0,1-1 0 0 0,-1 1 0 0 0,0 0 0 0 0,0 0 0 0 0,0-1 0 0 0,0 1 0 0 0,1 0 0 0 0,-1 0 0 0 0,0 0 0 0 0,0-1 0 0 0,1 1 0 0 0,-1 0 0 0 0,0 0 0 0 0,0 0 0 0 0,1 0 0 0 0,-1 0 0 0 0,0 0 0 0 0,0-1 0 0 0,1 1 0 0 0,-1 0 0 0 0,0 0 0 0 0,1 0 0 0 0,-1 0 0 0 0,0 0 0 0 0,0 0 0 0 0,1 0 0 0 0,-1 0 0 0 0,0 0 0 0 0,1 0 0 0 0,-1 0 0 0 0,0 1 0 0 0,0-1 0 0 0,1 0 0 0 0,-1 0 0 0 0,0 0 0 0 0,0 0 0 0 0,1 0 0 0 0,-1 0 0 0 0,0 1 0 0 0,0-1 0 0 0,1 0 0 0 0,-2 2-115 0 0,1 0 0 0 0,0 0 0 0 0,-1 0 0 0 0,1 0 0 0 0,0 0 0 0 0,0 0 0 0 0,0 0 0 0 0,0 0 0 0 0,0 0 0 0 0,0 0-1 0 0,1 0 1 0 0,-1 0 0 0 0,1-1 0 0 0,-1 1 0 0 0,1 0 0 0 0,0 0 0 0 0,0 0 0 0 0,0-1 0 0 0,1 4 0 0 0,1-3-637 0 0,-1 1 0 0 0,0-1 0 0 0,1 0 0 0 0,-1 0 0 0 0,1 0 0 0 0,-1 0-1 0 0,1 0 1 0 0,6 2 0 0 0,8 2-2645 0 0</inkml:trace>
</inkml:ink>
</file>

<file path=ppt/ink/ink4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7:57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0 900 420 0 0,'0'0'2053'0'0,"5"-3"-1163"0"0,33-13 874 0 0,75-22 0 0 0,-78 28-1320 0 0,-1-1-1 0 0,0-2 0 0 0,55-29 0 0 0,-53 20-81 0 0,-1-1-1 0 0,-1-2 1 0 0,38-38-1 0 0,-56 46-211 0 0,0 0-1 0 0,-1-1 1 0 0,-1-1-1 0 0,0 0 1 0 0,-2-1-1 0 0,0 0 1 0 0,13-33-1 0 0,-15 26-40 0 0,-1-1-1 0 0,-1 0 0 0 0,-1-1 1 0 0,-2 1-1 0 0,3-42 0 0 0,-6 50-58 0 0,-2 0 0 0 0,-1 1 0 0 0,0-1 0 0 0,-2 0 0 0 0,0 0 0 0 0,-1 1 0 0 0,-1 0 0 0 0,-14-36 0 0 0,19 54-48 0 0,0-1-1 0 0,0 1 0 0 0,-1 0 0 0 0,1-1 0 0 0,-1 1 0 0 0,1 0 1 0 0,-1-1-1 0 0,0 1 0 0 0,0 0 0 0 0,1 0 0 0 0,-1-1 0 0 0,0 1 0 0 0,0 0 1 0 0,0 0-1 0 0,0 0 0 0 0,0 0 0 0 0,-1 0 0 0 0,1 0 0 0 0,0 1 0 0 0,0-1 1 0 0,0 0-1 0 0,-1 1 0 0 0,1-1 0 0 0,0 0 0 0 0,-1 1 0 0 0,1 0 0 0 0,-1-1 1 0 0,1 1-1 0 0,-1 0 0 0 0,1 0 0 0 0,0 0 0 0 0,-1 0 0 0 0,1 0 1 0 0,-1 0-1 0 0,1 0 0 0 0,-1 0 0 0 0,1 0 0 0 0,0 1 0 0 0,-1-1 0 0 0,1 1 1 0 0,-1-1-1 0 0,1 1 0 0 0,0 0 0 0 0,0-1 0 0 0,-1 1 0 0 0,1 0 0 0 0,0 0 1 0 0,0 0-1 0 0,0 0 0 0 0,0 0 0 0 0,0 0 0 0 0,0 0 0 0 0,0 0 0 0 0,0 0 1 0 0,-1 2-1 0 0,-8 9 20 0 0,0 1-1 0 0,0 1 1 0 0,-13 26 0 0 0,20-34-7 0 0,-56 110 140 0 0,4 2 1 0 0,-55 184-1 0 0,-8 187 200 0 0,24-78-120 0 0,89-390-638 0 0,0-1 0 0 0,-2 0 1 0 0,-1 0-1 0 0,0 0 0 0 0,-1-1 1 0 0,-20 29-1 0 0,14-37-1349 0 0</inkml:trace>
</inkml:ink>
</file>

<file path=ppt/ink/ink4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7:58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0 368 760 0 0,'0'0'1618'0'0,"6"-1"-912"0"0,172-41 2163 0 0,-97 25-2075 0 0,114-38 0 0 0,-152 39-559 0 0,126-53 497 0 0,-148 58-455 0 0,1-1 0 0 0,-1-1 0 0 0,-1 0 0 0 0,0-2 0 0 0,24-23 0 0 0,-39 34-78 0 0,-1-1 1 0 0,1 0 0 0 0,-1-1-1 0 0,-1 1 1 0 0,1-1 0 0 0,-1 1 0 0 0,0-1-1 0 0,3-7 1 0 0,-5 11-19 0 0,-1 2-164 0 0,0 0-1 0 0,0 0 0 0 0,0-1 0 0 0,0 1 0 0 0,0 0 0 0 0,1 0 0 0 0,-1 0 1 0 0,0 0-1 0 0,0-1 0 0 0,0 1 0 0 0,0 0 0 0 0,0 0 0 0 0,0 0 1 0 0,0-1-1 0 0,0 1 0 0 0,0 0 0 0 0,0 0 0 0 0,0-1 0 0 0,0 1 0 0 0,0 0 1 0 0,0 0-1 0 0,0 0 0 0 0,0-1 0 0 0,0 1 0 0 0,0 0 0 0 0,0 0 0 0 0,0 0 1 0 0,0-1-1 0 0,0 1 0 0 0,0 0 0 0 0,0 0 0 0 0,0 0 0 0 0,0-1 0 0 0,-1 1 1 0 0,1 0-1 0 0,0 0 0 0 0,0 0 0 0 0,0 0 0 0 0,0-1 0 0 0,-1 1 1 0 0,1 0-1 0 0,0 0 0 0 0,0 0 0 0 0,0 0 0 0 0,0 0 0 0 0,-1 0 0 0 0,1 0 1 0 0,0-1-1 0 0,0 1 0 0 0,0 0 0 0 0,-1 0 0 0 0,1 0 0 0 0,0 0 0 0 0,0 0 1 0 0,-1 0-1 0 0,1 0 0 0 0,0 0 0 0 0,0 0 0 0 0,-8 8 2 0 0,0-1-1 0 0,1 1 1 0 0,0 0-1 0 0,1 1 1 0 0,0-1-1 0 0,0 1 1 0 0,1 1-1 0 0,0-1 1 0 0,1 1-1 0 0,0 0 1 0 0,-4 11-1 0 0,7-17-15 0 0,-1 0-1 0 0,1 0 1 0 0,0 0-1 0 0,0 1 1 0 0,0-1-1 0 0,1 0 1 0 0,-1 1-1 0 0,1-1 1 0 0,0 0 0 0 0,0 0-1 0 0,1 1 1 0 0,-1-1-1 0 0,1 0 1 0 0,0 0-1 0 0,0 1 1 0 0,0-1-1 0 0,1 0 1 0 0,-1 0-1 0 0,4 5 1 0 0,-2-8-19 0 0,0 0 1 0 0,-1 0-1 0 0,1 0 0 0 0,0-1 1 0 0,0 1-1 0 0,0-1 1 0 0,-1 0-1 0 0,1 0 0 0 0,0 0 1 0 0,0 0-1 0 0,0 0 0 0 0,0-1 1 0 0,0 1-1 0 0,-1-1 0 0 0,5-1 1 0 0,82-34-528 0 0,-42 15 325 0 0,31-14-59 0 0,38-14-58 0 0,-114 48 327 0 0,0 0 0 0 0,0 1 1 0 0,0-1-1 0 0,0 1 0 0 0,1-1 0 0 0,-1 1 0 0 0,0 0 1 0 0,0 0-1 0 0,0 0 0 0 0,0 0 0 0 0,0 0 0 0 0,0 0 1 0 0,0 1-1 0 0,0-1 0 0 0,0 1 0 0 0,0 0 0 0 0,0-1 1 0 0,0 1-1 0 0,0 0 0 0 0,0 0 0 0 0,0 0 0 0 0,0 0 0 0 0,-1 1 1 0 0,1-1-1 0 0,0 0 0 0 0,-1 1 0 0 0,1-1 0 0 0,-1 1 1 0 0,2 2-1 0 0,-1-1 7 0 0,-1 0 0 0 0,1 0 0 0 0,-1 1 0 0 0,0-1 0 0 0,0 1 0 0 0,0-1 0 0 0,-1 1 0 0 0,1-1 0 0 0,-1 1 0 0 0,0-1 0 0 0,0 1 0 0 0,0 0 0 0 0,0-1 0 0 0,-1 1-1 0 0,1-1 1 0 0,-1 1 0 0 0,0-1 0 0 0,0 1 0 0 0,-1-1 0 0 0,-1 4 0 0 0,3-5 10 0 0,0-2-10 0 0,0 0 2 0 0,0 1-1 0 0,1-1 0 0 0,-1 1 1 0 0,0-1-1 0 0,0 0 0 0 0,1 0 1 0 0,-1 1-1 0 0,0-1 1 0 0,1 0-1 0 0,-1 1 0 0 0,0-1 1 0 0,1 0-1 0 0,-1 0 0 0 0,1 0 1 0 0,-1 1-1 0 0,0-1 0 0 0,1 0 1 0 0,-1 0-1 0 0,1 0 0 0 0,-1 0 1 0 0,1 0-1 0 0,-1 0 0 0 0,0 0 1 0 0,1 0-1 0 0,-1 0 0 0 0,1 0 1 0 0,-1 0-1 0 0,1 0 0 0 0,-1 0 1 0 0,0 0-1 0 0,1 0 0 0 0,-1 0 1 0 0,1 0-1 0 0,-1-1 0 0 0,0 1 1 0 0,1 0-1 0 0,-1 0 1 0 0,1-1-1 0 0,-1 1 0 0 0,0 0 1 0 0,1-1-1 0 0,25-10-15 0 0,-20 8 15 0 0,117-62 1086 0 0,-122 64-1033 0 0,27 10-173 0 0,-25-2-688 0 0,0 0-1 0 0,-1 0 0 0 0,1 1 1 0 0,-1-1-1 0 0,0 9 0 0 0</inkml:trace>
</inkml:ink>
</file>

<file path=ppt/ink/ink4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7:58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127 648 272 0 0,'-1'-2'244'0'0,"-1"1"0"0"0,0-1 1 0 0,0 0-1 0 0,-1 1 0 0 0,1 0 0 0 0,0-1 1 0 0,0 1-1 0 0,-1 0 0 0 0,1 0 0 0 0,0 1 1 0 0,-1-1-1 0 0,1 0 0 0 0,-1 1 0 0 0,1-1 1 0 0,-1 1-1 0 0,1 0 0 0 0,-1 0 0 0 0,1 0 1 0 0,-1 0-1 0 0,0 0 0 0 0,1 1 0 0 0,-1-1 0 0 0,1 1 1 0 0,-1 0-1 0 0,1-1 0 0 0,0 1 0 0 0,-1 0 1 0 0,1 0-1 0 0,0 1 0 0 0,0-1 0 0 0,0 0 1 0 0,-1 1-1 0 0,-1 2 0 0 0,0 0-127 0 0,0-1 0 0 0,0 1-1 0 0,0 0 1 0 0,1 0 0 0 0,0 0 0 0 0,0 1 0 0 0,0-1-1 0 0,1 1 1 0 0,-1-1 0 0 0,1 1 0 0 0,0 0 0 0 0,0 0-1 0 0,1 0 1 0 0,-1 0 0 0 0,1 0 0 0 0,0 6 0 0 0,0-8-121 0 0,1 0 0 0 0,0-1 0 0 0,-1 1 0 0 0,1 0 1 0 0,0-1-1 0 0,1 1 0 0 0,-1 0 0 0 0,0-1 0 0 0,1 1 0 0 0,-1-1 1 0 0,1 1-1 0 0,0-1 0 0 0,0 1 0 0 0,0-1 0 0 0,0 1 1 0 0,0-1-1 0 0,1 0 0 0 0,-1 1 0 0 0,1-1 0 0 0,-1 0 1 0 0,1 0-1 0 0,0 0 0 0 0,0 0 0 0 0,0-1 0 0 0,0 1 0 0 0,0 0 1 0 0,0-1-1 0 0,1 0 0 0 0,-1 1 0 0 0,0-1 0 0 0,1 0 1 0 0,-1 0-1 0 0,1 0 0 0 0,-1 0 0 0 0,1-1 0 0 0,-1 1 0 0 0,1-1 1 0 0,0 0-1 0 0,-1 1 0 0 0,1-1 0 0 0,4-1 0 0 0,3 1-55 0 0,-1-2-1 0 0,1 1 1 0 0,0-1-1 0 0,-1 0 0 0 0,0-1 1 0 0,0 0-1 0 0,0-1 0 0 0,0 0 1 0 0,0 0-1 0 0,10-8 1 0 0,3-4 62 0 0,-1-2 1 0 0,-1 0-1 0 0,-1-1 1 0 0,0-1 0 0 0,18-27-1 0 0,72-116 257 0 0,-108 163-259 0 0,24-41 86 0 0,-2-2 0 0 0,25-60 1 0 0,-41 86 37 0 0,-1 0 0 0 0,-1 0 0 0 0,0-1 0 0 0,-2 1 0 0 0,0-1 0 0 0,-1 0 1 0 0,0 0-1 0 0,-2 0 0 0 0,-2-29 0 0 0,2 42-59 0 0,-1 1 0 0 0,1 0 0 0 0,-1-1 0 0 0,0 1 0 0 0,0 0 1 0 0,-1 0-1 0 0,1 0 0 0 0,-1 0 0 0 0,0 0 0 0 0,0 0 0 0 0,0 0 0 0 0,-1 1 0 0 0,1-1 0 0 0,-1 1 0 0 0,0-1 0 0 0,-6-4 0 0 0,6 9-56 0 0,1 1 0 0 0,-1 0-1 0 0,0 0 1 0 0,1 0 0 0 0,0 1-1 0 0,-1-1 1 0 0,1 0 0 0 0,0 1-1 0 0,0 0 1 0 0,0-1 0 0 0,-2 5-1 0 0,3-5 0 0 0,-9 15 1 0 0,0 1 0 0 0,1 0 0 0 0,1 1 0 0 0,0 0 0 0 0,2 0 0 0 0,0 0 0 0 0,1 1 0 0 0,1 0 0 0 0,-1 21 0 0 0,0 17 28 0 0,7 109 0 0 0,0-145-29 0 0,0 1 1 0 0,8 26 0 0 0,-9-42-27 0 0,1 0 1 0 0,0 0-1 0 0,0-1 0 0 0,0 1 0 0 0,1-1 0 0 0,0 1 0 0 0,1-1 0 0 0,-1 0 0 0 0,1 0 0 0 0,0-1 0 0 0,7 7 0 0 0,-9-10 63 0 0,1 0-1 0 0,0 0 1 0 0,0-1-1 0 0,0 0 1 0 0,0 1-1 0 0,0-1 1 0 0,0 0 0 0 0,0-1-1 0 0,1 1 1 0 0,-1-1-1 0 0,0 1 1 0 0,0-1-1 0 0,1 0 1 0 0,-1 0-1 0 0,0 0 1 0 0,0 0 0 0 0,1-1-1 0 0,-1 0 1 0 0,0 1-1 0 0,0-1 1 0 0,0 0-1 0 0,0 0 1 0 0,0-1-1 0 0,0 1 1 0 0,4-3-1 0 0,0 1 343 0 0,-5 2-208 0 0,2-1 883 0 0</inkml:trace>
</inkml:ink>
</file>

<file path=ppt/ink/ink4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7:59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49 924 0 0,'0'0'1080'0'0,"0"-16"772"0"0,0 4 409 0 0,2-9-2942 0 0</inkml:trace>
</inkml:ink>
</file>

<file path=ppt/ink/ink4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8:00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53 437 324 0 0,'-4'2'705'0'0,"0"1"-440"0"0,0 0 1 0 0,1 1 0 0 0,-1-1-1 0 0,1 1 1 0 0,-1 0-1 0 0,1 0 1 0 0,0 0-1 0 0,0 1 1 0 0,1-1 0 0 0,0 1-1 0 0,-4 8 1 0 0,5-10-174 0 0,-1 0 0 0 0,1 0-1 0 0,0 1 1 0 0,1-1 0 0 0,-1 0 0 0 0,0 1 0 0 0,1-1 0 0 0,0 0-1 0 0,0 1 1 0 0,0-1 0 0 0,0 1 0 0 0,0-1 0 0 0,1 0 0 0 0,0 1-1 0 0,-1-1 1 0 0,1 0 0 0 0,0 0 0 0 0,1 0 0 0 0,-1 1 0 0 0,2 2 0 0 0,-2-5-48 0 0,-1 0 0 0 0,1 0 0 0 0,-1-1 0 0 0,1 1 0 0 0,0 0 0 0 0,-1-1 0 0 0,1 1 1 0 0,0-1-1 0 0,-1 1 0 0 0,1-1 0 0 0,0 1 0 0 0,0-1 0 0 0,-1 1 0 0 0,1-1 0 0 0,0 0 1 0 0,0 1-1 0 0,0-1 0 0 0,0 0 0 0 0,0 0 0 0 0,-1 0 0 0 0,1 0 0 0 0,0 0 0 0 0,0 0 0 0 0,0 0 1 0 0,0 0-1 0 0,1 0 0 0 0,23-15 643 0 0,10-29 429 0 0,-16 10-380 0 0,-10 18-113 0 0,0 1 0 0 0,18-22 0 0 0,-24 33-546 0 0,1 0-1 0 0,-1 0 1 0 0,1 0 0 0 0,0 1-1 0 0,0 0 1 0 0,1 0 0 0 0,-1 0 0 0 0,1 0-1 0 0,-1 1 1 0 0,1 0 0 0 0,0 0-1 0 0,0 0 1 0 0,5-1 0 0 0,-7 2-42 0 0,-1 2-31 0 0,1-1 1 0 0,-1 1-1 0 0,0 0 0 0 0,0 0 0 0 0,0 0 1 0 0,1 0-1 0 0,-1 0 0 0 0,0 1 0 0 0,0-1 1 0 0,0 0-1 0 0,-1 1 0 0 0,1 0 0 0 0,0-1 1 0 0,-1 1-1 0 0,1 0 0 0 0,-1 0 0 0 0,1 0 1 0 0,-1 0-1 0 0,0 0 0 0 0,0 0 0 0 0,0 0 0 0 0,0 1 1 0 0,0-1-1 0 0,0 0 0 0 0,-1 0 0 0 0,1 1 1 0 0,-1-1-1 0 0,1 0 0 0 0,-1 1 0 0 0,0-1 1 0 0,0 1-1 0 0,0-1 0 0 0,-1 0 0 0 0,1 1 1 0 0,0-1-1 0 0,-1 0 0 0 0,1 1 0 0 0,-2 2 1 0 0,-8 39-367 0 0,10-42 309 0 0,11-7-453 0 0,-1 0 423 0 0,1 0 0 0 0,-1-1 0 0 0,0-1 0 0 0,-1 1 0 0 0,1-2 0 0 0,13-13 0 0 0,5-3-112 0 0,-27 24 185 0 0,-1-1 1 0 0,1 0-1 0 0,0 1 0 0 0,0-1 0 0 0,0 1 0 0 0,0-1 0 0 0,0 1 0 0 0,0 0 0 0 0,0-1 0 0 0,1 1 0 0 0,-1 0 0 0 0,0 0 0 0 0,0 0 0 0 0,0-1 0 0 0,0 1 1 0 0,0 0-1 0 0,0 1 0 0 0,0-1 0 0 0,0 0 0 0 0,1 0 0 0 0,-1 0 0 0 0,0 1 0 0 0,0-1 0 0 0,0 0 0 0 0,0 1 0 0 0,0-1 0 0 0,0 1 0 0 0,0 0 0 0 0,1 0 1 0 0,28 30-47 0 0,-4-6 20 0 0,-15-20-144 0 0,1 0-1 0 0,0-1 1 0 0,1 0-1 0 0,-1-1 1 0 0,1-1-1 0 0,-1 0 1 0 0,1 0-1 0 0,0-1 1 0 0,0-1 0 0 0,0 0-1 0 0,-1-1 1 0 0,19-4-1 0 0,-3 0-377 0 0,0-2-1 0 0,0-1 1 0 0,-1-1-1 0 0,37-18 1 0 0,-56 23 779 0 0,-1 0 1 0 0,0-1 0 0 0,0 0 0 0 0,0-1 0 0 0,11-10 0 0 0,-18 15 79 0 0,1 1-266 0 0,-1 0 0 0 0,0 0 0 0 0,1 0 0 0 0,-1 0 0 0 0,1 0 0 0 0,-1 0 0 0 0,1 0 0 0 0,-1 0 1 0 0,0 0-1 0 0,1 0 0 0 0,-1-1 0 0 0,1 1 0 0 0,-1 0 0 0 0,0 0 0 0 0,1 0 0 0 0,-1-1 0 0 0,0 1 0 0 0,1 0 1 0 0,-1-1-1 0 0,0 1 0 0 0,1 0 0 0 0,-1-1 0 0 0,0 1 0 0 0,0 0 0 0 0,1-1 0 0 0,-1 1 0 0 0,0-1 0 0 0,0 1 1 0 0,0 0-1 0 0,0-1 0 0 0,0 1 0 0 0,1-1 0 0 0,-1 1 0 0 0,0 0 0 0 0,0-1 0 0 0,0 1 0 0 0,0-1 0 0 0,0 1 1 0 0,0-1-1 0 0,0 1 0 0 0,0-1 0 0 0,-1 1 0 0 0,1 0 0 0 0,0-1 0 0 0,0 1 0 0 0,0-1 0 0 0,-7-16 1173 0 0,5 14-999 0 0,-1 6-194 0 0,-1 0-6 0 0,0 0 0 0 0,-1 0 0 0 0,1 0 0 0 0,0-1 0 0 0,-1 0 0 0 0,1 0 0 0 0,-1 0 0 0 0,0-1 0 0 0,-6 2 0 0 0,4 1-7 0 0,1 1 1 0 0,-1 0-1 0 0,1 0 1 0 0,0 1-1 0 0,1 0 1 0 0,-10 11 0 0 0,14-16-11 0 0,-9 19 30 0 0,6-14-24 0 0,3-4 23 0 0,14 2-3 0 0,-13-4-18 0 0,1 0 0 0 0,0 1 0 0 0,0-1 0 0 0,-1 0 0 0 0,1 1 0 0 0,0-1 0 0 0,0 0 0 0 0,0 0 0 0 0,0 0 0 0 0,-1 1 0 0 0,1-1 0 0 0,0 0 0 0 0,0 0 0 0 0,0 0 0 0 0,0-1 0 0 0,-1 1 0 0 0,1 0 0 0 0,0 0 0 0 0,0 0 0 0 0,0-1 0 0 0,0 1 0 0 0,-1 0 0 0 0,1-1 0 0 0,0 1 0 0 0,0 0 0 0 0,0-2 0 0 0,49-25-9 0 0,-48 26 13 0 0,10-3-178 0 0,6 16 159 0 0,-13-9-59 0 0,0 0 1 0 0,0 0-1 0 0,0 0 1 0 0,0-1-1 0 0,0 0 1 0 0,7 2-1 0 0,-3-2 23 0 0,0-1-1 0 0,0 0 1 0 0,0-1 0 0 0,1 0-1 0 0,-1 0 1 0 0,0-1-1 0 0,1 0 1 0 0,-1-1-1 0 0,0 0 1 0 0,0 0-1 0 0,17-7 1 0 0,-4 0 114 0 0,0-2 0 0 0,-1 0-1 0 0,30-20 1 0 0,-31 16 62 0 0,0 0-1 0 0,-1-1 0 0 0,-1-1 1 0 0,0-1-1 0 0,-2-1 1 0 0,0 0-1 0 0,-1-1 0 0 0,-1 0 1 0 0,0-1-1 0 0,-2-1 1 0 0,-1 0-1 0 0,0-1 0 0 0,8-28 1 0 0,-10-18 2010 0 0,-9 68-2086 0 0,0 1-1 0 0,1-1 1 0 0,-1 0-1 0 0,0 0 0 0 0,0 1 1 0 0,0-1-1 0 0,0 0 1 0 0,0 1-1 0 0,0-1 0 0 0,0 0 1 0 0,0 0-1 0 0,0 1 1 0 0,0-1-1 0 0,0 0 1 0 0,0 1-1 0 0,-1-1 0 0 0,1 0 1 0 0,0 1-1 0 0,0-1 1 0 0,-1 0-1 0 0,1 1 1 0 0,0-1-1 0 0,-1 0 0 0 0,-12 4 405 0 0,-12 22-218 0 0,17-12-157 0 0,1-1 0 0 0,1 1 0 0 0,0 0 0 0 0,1 0 1 0 0,0 1-1 0 0,1 0 0 0 0,-3 19 0 0 0,1 9-353 0 0,1 49 0 0 0,2-32-1197 0 0,-2-29-349 0 0,2-18-5319 0 0</inkml:trace>
</inkml:ink>
</file>

<file path=ppt/ink/ink4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8:00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41 1124 0 0,'-12'0'2784'0'0,"0"-6"1313"0"0,31-10-3309 0 0,-1 11-132 0 0,9 0-220 0 0,3 1-276 0 0,1 3-312 0 0,14 1-380 0 0,-3-2-1028 0 0,4 0-1693 0 0,-2 2 749 0 0</inkml:trace>
</inkml:ink>
</file>

<file path=ppt/ink/ink4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8:01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1 506 540 0 0,'0'0'5425'0'0,"0"-5"-4672"0"0,-1-19-61 0 0,2 1-1 0 0,1-1 1 0 0,1 1 0 0 0,1 0-1 0 0,1 0 1 0 0,1 0 0 0 0,1 0-1 0 0,0 1 1 0 0,14-26 0 0 0,-12 32-599 0 0,0-1 0 0 0,0 1 0 0 0,2 1 0 0 0,0-1 1 0 0,1 2-1 0 0,0 0 0 0 0,1 0 0 0 0,1 1 0 0 0,0 1 0 0 0,0 0 1 0 0,1 1-1 0 0,22-12 0 0 0,-20 15-51 0 0,0 0 1 0 0,0 1-1 0 0,0 1 0 0 0,1 0 1 0 0,0 1-1 0 0,0 1 1 0 0,0 1-1 0 0,1 1 0 0 0,34 0 1 0 0,-45 2-60 0 0,1 0 0 0 0,-1 1 0 0 0,0 0 0 0 0,0 1 0 0 0,0 0 0 0 0,0 0 0 0 0,0 1 0 0 0,0 0 0 0 0,0 0 0 0 0,-1 1 0 0 0,0 0 0 0 0,0 0 0 0 0,0 0 0 0 0,0 1 0 0 0,-1 0 0 0 0,1 1 0 0 0,-1 0 0 0 0,0 0 0 0 0,-1 0 1 0 0,0 0-1 0 0,0 1 0 0 0,0 0 0 0 0,7 14 0 0 0,-8-11-8 0 0,-1 0 1 0 0,0 0-1 0 0,0 0 1 0 0,-1 0-1 0 0,0 0 1 0 0,-1 1-1 0 0,0-1 1 0 0,-1 1-1 0 0,0-1 1 0 0,0 1-1 0 0,-1-1 1 0 0,-1 1-1 0 0,0-1 1 0 0,0 0-1 0 0,-1 1 1 0 0,0-1-1 0 0,-1-1 1 0 0,0 1-1 0 0,-1 0 1 0 0,0-1-1 0 0,0 0 1 0 0,-1 0-1 0 0,0-1 1 0 0,0 1-1 0 0,-1-1 1 0 0,0-1-1 0 0,-1 1 1 0 0,0-1-1 0 0,0-1 1 0 0,0 1-1 0 0,-1-1 1 0 0,0-1-1 0 0,0 0 1 0 0,0 0-1 0 0,-1-1 1 0 0,0 0-1 0 0,1 0 1 0 0,-2-1-1 0 0,1 0 1 0 0,0-1-1 0 0,0 0 1 0 0,-16 0-1 0 0,25-2 43 0 0,-1 0-1 0 0,0 0 1 0 0,0 0-1 0 0,1 0 1 0 0,-1 0-1 0 0,0 0 1 0 0,0-1-1 0 0,1 1 1 0 0,-1-1-1 0 0,0 1 1 0 0,1-1-1 0 0,-1 0 1 0 0,1 1-1 0 0,-1-1 1 0 0,1 0-1 0 0,-1 0 1 0 0,1 0 0 0 0,-1 0-1 0 0,1-1 1 0 0,0 1-1 0 0,0 0 1 0 0,-1 0-1 0 0,1-1 1 0 0,0 1-1 0 0,0-1 1 0 0,0 1-1 0 0,1-1 1 0 0,-1 1-1 0 0,0-1 1 0 0,0 0-1 0 0,1 1 1 0 0,-1-1-1 0 0,1 0 1 0 0,0 1-1 0 0,-1-1 1 0 0,1 0-1 0 0,0 0 1 0 0,0 1-1 0 0,0-1 1 0 0,1-3-1 0 0,-1 1-32 0 0,1 1-1 0 0,-1-1 1 0 0,1 0-1 0 0,0 1 0 0 0,0-1 1 0 0,0 1-1 0 0,1-1 1 0 0,-1 1-1 0 0,1 0 1 0 0,0 0-1 0 0,0-1 0 0 0,0 1 1 0 0,0 1-1 0 0,1-1 1 0 0,-1 0-1 0 0,1 0 0 0 0,-1 1 1 0 0,5-3-1 0 0,-1 1-95 0 0,1 1 1 0 0,-1 1-1 0 0,1-1 0 0 0,-1 1 0 0 0,1 0 0 0 0,0 1 0 0 0,0-1 1 0 0,-1 1-1 0 0,1 1 0 0 0,0-1 0 0 0,9 2 0 0 0,6 1-1039 0 0,-1 1 1 0 0,27 7-1 0 0,7 2-4082 0 0,-39-10 2856 0 0</inkml:trace>
</inkml:ink>
</file>

<file path=ppt/ink/ink4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8:01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47 1148 0 0,'6'-46'10792'0'0,"-6"54"-10392"0"0,-26 219 1646 0 0,11-118-1525 0 0,13-94-726 0 0,-1 0 1 0 0,-1 0-1 0 0,0 0 0 0 0,-8 18 0 0 0,9-26-1017 0 0,0-1 0 0 0,0 0 1 0 0,-1 0-1 0 0,0 0 0 0 0,0 0 1 0 0,-8 9-1 0 0,6-9-1777 0 0</inkml:trace>
</inkml:ink>
</file>

<file path=ppt/ink/ink4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8:02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56 796 0 0,'0'0'768'0'0,"14"-14"-60"0"0,-3 8-76 0 0,4-2-64 0 0,0 2-56 0 0,1 0-192 0 0,1 3-168 0 0,0-2-224 0 0,3 2-240 0 0,-5 0-368 0 0,1 2-736 0 0</inkml:trace>
</inkml:ink>
</file>

<file path=ppt/ink/ink4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8:02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51 280 0 0,'0'0'1649'0'0,"17"2"969"0"0,-14-1-2480 0 0,0 0-1 0 0,0 1 1 0 0,0-1-1 0 0,-1 0 1 0 0,1 1-1 0 0,-1 0 1 0 0,1-1 0 0 0,-1 1-1 0 0,1 0 1 0 0,-1 0-1 0 0,0 1 1 0 0,0-1-1 0 0,0 0 1 0 0,0 1 0 0 0,0-1-1 0 0,-1 1 1 0 0,1 0-1 0 0,-1-1 1 0 0,0 1-1 0 0,1 0 1 0 0,0 5 0 0 0,-1-4-49 0 0,-1 1 1 0 0,1-1-1 0 0,-1 1 1 0 0,0-1-1 0 0,0 1 1 0 0,0 0-1 0 0,-1-1 1 0 0,0 1 0 0 0,0-1-1 0 0,0 0 1 0 0,0 1-1 0 0,-1-1 1 0 0,1 0-1 0 0,-5 7 1 0 0,-1 2 381 0 0,8-18 197 0 0,8-16-362 0 0,6 2-266 0 0,1 1 0 0 0,1 0 0 0 0,0 1 1 0 0,1 0-1 0 0,1 2 0 0 0,1 0 1 0 0,35-20-1 0 0,-49 31-37 0 0,-1 1-5 0 0,-4 2-5 0 0,2 1-10 0 0,6-1 1 0 0,-7 1 13 0 0,26 37-63 0 0,-15-6 38 0 0,-12-30 37 0 0,32 13 572 0 0,6-30-2255 0 0,-36 15 787 0 0,8-5-3358 0 0</inkml:trace>
</inkml:ink>
</file>

<file path=ppt/ink/ink4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8:13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40 244 0 0,'0'0'3713'0'0,"7"-20"-2765"0"0,-7 20-769 0 0,0-1 0 0 0,-1 1 0 0 0,1-1 0 0 0,0 1 0 0 0,0-1 0 0 0,0 1 0 0 0,1 0 0 0 0,-1-1 0 0 0,0 1 0 0 0,0-1 0 0 0,0 1 0 0 0,0-1 0 0 0,0 1 0 0 0,0-1 0 0 0,1 1 0 0 0,-1 0 0 0 0,0-1 0 0 0,0 1 0 0 0,1 0 0 0 0,-1-1 0 0 0,0 1 0 0 0,1 0 0 0 0,-1-1 0 0 0,0 1 0 0 0,1 0 0 0 0,-1-1 0 0 0,0 1 0 0 0,1 0 0 0 0,-1 0 0 0 0,0-1 0 0 0,1 1 0 0 0,-1 0 0 0 0,1 0 0 0 0,-1 0 0 0 0,1 0 0 0 0,0 0 0 0 0,4 18-169 0 0,23 30-2 0 0,-17-32-6 0 0,-10-15 7 0 0,3 4 18 0 0,2 1-1 0 0,-1-1 0 0 0,0 0 1 0 0,1 0-1 0 0,8 4 1 0 0,-12-8-20 0 0,0 0 1 0 0,1 0-1 0 0,-1-1 0 0 0,1 0 1 0 0,-1 1-1 0 0,0-1 1 0 0,1 0-1 0 0,-1 0 1 0 0,1 0-1 0 0,-1-1 0 0 0,1 1 1 0 0,-1 0-1 0 0,0-1 1 0 0,1 0-1 0 0,-1 1 1 0 0,0-1-1 0 0,1 0 0 0 0,-1 0 1 0 0,0 0-1 0 0,0-1 1 0 0,3-1-1 0 0,17-8 40 0 0,-17 7-35 0 0,0 0 0 0 0,0-1 0 0 0,0 0 0 0 0,0 0 0 0 0,-1-1 0 0 0,0 1 0 0 0,0-1 0 0 0,0 0 0 0 0,5-10 0 0 0,4-20 223 0 0,-13 35 156 0 0,2-4-317 0 0,-1 2-64 0 0,12 21 51 0 0,-5-6-256 0 0,1 0 0 0 0,0-1 0 0 0,0 0 0 0 0,22 19 0 0 0,-26-26-652 0 0,0-1 0 0 0,0 1-1 0 0,0-1 1 0 0,0 0 0 0 0,0-1 0 0 0,1 1-1 0 0,-1-1 1 0 0,10 2 0 0 0</inkml:trace>
</inkml:ink>
</file>

<file path=ppt/ink/ink4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8:15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82 404 368 0 0,'0'0'7507'0'0,"-3"-2"-7461"0"0,1 1 1 0 0,-1-1 0 0 0,1 1-1 0 0,-1-1 1 0 0,0 1-1 0 0,0 0 1 0 0,1 0 0 0 0,-1 0-1 0 0,-4 0 1 0 0,-27 18-117 0 0,33-16 52 0 0,-9 19-55 0 0,5-3 89 0 0,5-16-13 0 0,0 1 0 0 0,23 34 2 0 0,-6-27 42 0 0,10-2 13 0 0,2-7-11 0 0,15-11 8 0 0,-33 7-49 0 0,-1-1 0 0 0,1 0 0 0 0,-1-1-1 0 0,0 0 1 0 0,0 0 0 0 0,-1-1 0 0 0,0-1 0 0 0,11-10 0 0 0,-12 8-7 0 0,-1-1 0 0 0,0 0 0 0 0,-1 0 0 0 0,0 0 0 0 0,0-1 0 0 0,-1 0 0 0 0,-1 0 0 0 0,0 0 0 0 0,-1 0 0 0 0,0-1 0 0 0,-1 1 0 0 0,1-26 0 0 0,-1 1 2 0 0,-4-46 0 0 0,-4 11-4 0 0,6 68 1 0 0,-1-4-3 0 0,-1 3-6 0 0,0-4-5 0 0,1-2 11 0 0,1 0 2 0 0,0 3 23 0 0,-1 15 35 0 0,0 35 119 0 0,5 61 115 0 0,2-63-111 0 0,16 75 159 0 0,-19-102-295 0 0,1 0 0 0 0,0-1 1 0 0,1 1-1 0 0,1-1 0 0 0,0-1 0 0 0,11 19 1 0 0,-14-28-32 0 0,-1 1-1 0 0,1-1 1 0 0,-1 0 0 0 0,1 0 0 0 0,0 0 0 0 0,0 0 0 0 0,-1 0 0 0 0,2-1 0 0 0,-1 1 0 0 0,0-1 0 0 0,0 1 0 0 0,0-1 0 0 0,1-1 0 0 0,-1 1 0 0 0,0 0 0 0 0,1-1 0 0 0,-1 1 0 0 0,0-1 0 0 0,1 0 0 0 0,-1 0 0 0 0,1 0 0 0 0,-1-1 0 0 0,0 1-1 0 0,1-1 1 0 0,-1 0 0 0 0,6-2 0 0 0,1 0 8 0 0,-1 0 0 0 0,-1-1 0 0 0,1 0 0 0 0,0-1 0 0 0,-1 0 0 0 0,0 0 0 0 0,0-1 0 0 0,13-11 0 0 0,9-31 162 0 0,-24 37-81 0 0,-5 10-56 0 0,0-12 173 0 0,0 7-114 0 0,0 8 10 0 0,10 59-140 0 0,-1-47 27 0 0,-1 1 31 0 0,-8-13-27 0 0,0 0 0 0 0,0 0 0 0 0,0 0-1 0 0,0-1 1 0 0,1 1 0 0 0,-1 0 0 0 0,0 0-1 0 0,1-1 1 0 0,-1 1 0 0 0,1-1 0 0 0,0 1-1 0 0,-1-1 1 0 0,1 1 0 0 0,0-1 0 0 0,0 0-1 0 0,0 0 1 0 0,0 0 0 0 0,0 0-1 0 0,0-1 1 0 0,0 1 0 0 0,0 0 0 0 0,0-1-1 0 0,0 1 1 0 0,1-1 0 0 0,-1 0 0 0 0,0 0-1 0 0,0 0 1 0 0,0 0 0 0 0,0 0 0 0 0,4-1-1 0 0,1 0 12 0 0,1 0 0 0 0,-1-1 0 0 0,0 0 0 0 0,0 0 0 0 0,0 0 0 0 0,0-1 0 0 0,10-6 0 0 0,-10 4 1 0 0,0 1 0 0 0,-1-1 1 0 0,0 0-1 0 0,0 0 0 0 0,0-1 1 0 0,-1 0-1 0 0,0 0 0 0 0,0 0 1 0 0,6-11-1 0 0,-10 16 33 0 0,0-1-15 0 0,-1 0-1 0 0,1 0 1 0 0,0 0 0 0 0,0 0 0 0 0,-1 0 0 0 0,1 1-1 0 0,1-1 1 0 0,-1 0 0 0 0,0 0 0 0 0,0 1 0 0 0,1-1-1 0 0,-1 1 1 0 0,3-2 0 0 0,29 63-29 0 0,-32-58 1 0 0,1 0-1 0 0,-1 0 0 0 0,1 0 1 0 0,-1-1-1 0 0,1 1 0 0 0,0 0 1 0 0,0-1-1 0 0,0 0 0 0 0,0 1 1 0 0,0-1-1 0 0,0 0 0 0 0,0 0 1 0 0,0 0-1 0 0,0 0 0 0 0,0 0 1 0 0,1 0-1 0 0,-1-1 0 0 0,3 1 1 0 0,0-1 0 0 0,-1 0 0 0 0,0-1 0 0 0,0 0 0 0 0,0 0 0 0 0,0 0 0 0 0,0 0 0 0 0,0 0 0 0 0,0-1 0 0 0,-1 0 0 0 0,6-2 0 0 0,106-63-460 0 0,-112 65 426 0 0,-1 0 0 0 0,1 1 0 0 0,-1 0 0 0 0,1-1 0 0 0,0 1 0 0 0,0 0 0 0 0,0 0 0 0 0,0 0 0 0 0,0 1 0 0 0,0-1 0 0 0,0 1 0 0 0,0 0 0 0 0,0-1 0 0 0,0 1 0 0 0,0 1 0 0 0,0-1 0 0 0,4 1 0 0 0,0 1-21 0 0,0 1-1 0 0,0 0 1 0 0,0 0-1 0 0,0 1 1 0 0,8 5-1 0 0,-7-4 46 0 0,0 0 0 0 0,0 0-1 0 0,1-1 1 0 0,17 6 0 0 0,-23-10 10 0 0,1 1 1 0 0,-1-1-1 0 0,1 0 1 0 0,-1 0-1 0 0,1 0 0 0 0,-1-1 1 0 0,1 1-1 0 0,-1-1 1 0 0,1 0-1 0 0,-1 0 1 0 0,0 0-1 0 0,6-2 1 0 0,41-41 1867 0 0,-49 43-1345 0 0,1 0-546 0 0,-1-1 0 0 0,1 1 0 0 0,-1 0 0 0 0,1 0 0 0 0,0 0 0 0 0,0 0 0 0 0,-1 0 0 0 0,1 0 0 0 0,0 1 0 0 0,0-1 0 0 0,2 0 0 0 0,10 5-331 0 0,-10-3-76 0 0,14 3-1759 0 0,-10-5-3864 0 0,4-6 3466 0 0</inkml:trace>
</inkml:ink>
</file>

<file path=ppt/ink/ink4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8T05:48:16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59 416,'-43'-18'4453,"41"17"-3222,25-16-272,-16 13-889,1 1 0,0 0-1,0 0 1,0 0-1,0 1 1,1 1-1,-1-1 1,12 1 0,70 2-555,-65 1 253,113 7-3527,-87-1 1953</inkml:trace>
</inkml:ink>
</file>

<file path=ppt/ink/ink4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8:53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90 896 0 0,'5'-9'1317'0'0,"0"1"0"0"0,-1-1 0 0 0,0 0 0 0 0,0 0 0 0 0,-1 0 0 0 0,0 0 0 0 0,2-12 0 0 0,0 15-206 0 0,-3 9 2131 0 0,2 27-2805 0 0,-2-1-1 0 0,-1 0 0 0 0,-4 52 0 0 0,-20 97-2368 0 0,15-124-1605 0 0,8-53 2724 0 0</inkml:trace>
</inkml:ink>
</file>

<file path=ppt/ink/ink4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8:54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1 452 1844 0 0,'3'-4'31'0'0,"-1"0"0"0"0,1 0-1 0 0,0 1 1 0 0,1-1 0 0 0,-1 1-1 0 0,1 0 1 0 0,-1 0 0 0 0,1 0 0 0 0,0 0-1 0 0,0 0 1 0 0,0 1 0 0 0,7-3 0 0 0,60-21 151 0 0,-48 18-123 0 0,12-4 12 0 0,125-50 258 0 0,-143 55-80 0 0,-1-2-1 0 0,0 0 1 0 0,-1-1 0 0 0,0-1-1 0 0,0 0 1 0 0,-1-1 0 0 0,15-16-1 0 0,-25 23 17 0 0,0 0 0 0 0,0 0-1 0 0,0 0 1 0 0,0-1 0 0 0,-1 0-1 0 0,0 1 1 0 0,0-1 0 0 0,-1 0-1 0 0,0 0 1 0 0,0-1 0 0 0,0 1-1 0 0,-1 0 1 0 0,0-1-1 0 0,0 1 1 0 0,0-1 0 0 0,-1 1-1 0 0,0-1 1 0 0,0 1 0 0 0,-1-1-1 0 0,0 1 1 0 0,0-1 0 0 0,0 1-1 0 0,-1 0 1 0 0,0-1 0 0 0,0 1-1 0 0,-1 0 1 0 0,0 0 0 0 0,0 1-1 0 0,-7-11 1 0 0,9 14 125 0 0,1 1-361 0 0,0 1 0 0 0,0 0 1 0 0,0-1-1 0 0,-1 1 0 0 0,1-1 1 0 0,0 1-1 0 0,0 0 0 0 0,0-1 0 0 0,0 1 1 0 0,0-1-1 0 0,-1 1 0 0 0,1 0 0 0 0,0-1 1 0 0,0 1-1 0 0,-1 0 0 0 0,1-1 0 0 0,0 1 1 0 0,0 0-1 0 0,-1-1 0 0 0,1 1 1 0 0,0 0-1 0 0,-1 0 0 0 0,1 0 0 0 0,-1-1 1 0 0,1 1-1 0 0,0 0 0 0 0,-1 0 0 0 0,1 0 1 0 0,-1 0-1 0 0,1-1 0 0 0,0 1 1 0 0,-1 0-1 0 0,1 0 0 0 0,-1 0 0 0 0,1 0 1 0 0,0 0-1 0 0,-1 0 0 0 0,1 0 0 0 0,-1 0 1 0 0,1 0-1 0 0,-1 1 0 0 0,1-1 1 0 0,0 0-1 0 0,-1 0 0 0 0,1 0 0 0 0,-1 0 1 0 0,1 1-1 0 0,0-1 0 0 0,-1 0 0 0 0,1 0 1 0 0,0 0-1 0 0,-1 1 0 0 0,1-1 0 0 0,0 0 1 0 0,-1 1-1 0 0,1-1 0 0 0,0 0 1 0 0,0 1-1 0 0,0-1 0 0 0,-1 1 0 0 0,-1 1 25 0 0,-1 0-1 0 0,1-1 0 0 0,0 2 0 0 0,-1-1 0 0 0,1 0 0 0 0,1 0 0 0 0,-1 0 0 0 0,0 1 1 0 0,-2 3-1 0 0,-10 41 211 0 0,1 0 0 0 0,-11 92 0 0 0,7-39-17 0 0,14-83-226 0 0,-1 2 56 0 0,1-1 0 0 0,-1 30 1 0 0,4-46-16 0 0,0 0 2 0 0,0-2-61 0 0,0 0 0 0 0,0 1 0 0 0,0-1 1 0 0,0 0-1 0 0,0 0 0 0 0,0 0 0 0 0,-1 0 0 0 0,1 0 1 0 0,0 1-1 0 0,0-1 0 0 0,0 0 0 0 0,0 0 0 0 0,0 0 1 0 0,0 0-1 0 0,0 1 0 0 0,0-1 0 0 0,0 0 1 0 0,0 0-1 0 0,0 0 0 0 0,0 0 0 0 0,0 1 0 0 0,0-1 1 0 0,0 0-1 0 0,0 0 0 0 0,1 0 0 0 0,-1 0 0 0 0,0 1 1 0 0,0-1-1 0 0,0 0 0 0 0,0 0 0 0 0,0 0 0 0 0,0 0 1 0 0,0 0-1 0 0,0 1 0 0 0,1-1 0 0 0,-1 0 1 0 0,0 0-1 0 0,0 0 0 0 0,0 0 0 0 0,0 0 0 0 0,0 0 1 0 0,1 0-1 0 0,-1 0 0 0 0,0 1 0 0 0,0-1 0 0 0,0 0 1 0 0,0 0-1 0 0,1 0 0 0 0,-1 0 0 0 0,0 0 0 0 0,0 0 1 0 0,0 0-1 0 0,0 0 0 0 0,1 0 0 0 0,-1 0 1 0 0,0 0-1 0 0,0 0 0 0 0,0 0 0 0 0,0 0 0 0 0,1-1 1 0 0,-1 1-1 0 0,0 0 0 0 0,0 0 0 0 0,0 0 0 0 0,0 0 1 0 0,1 0-1 0 0,-1 0 0 0 0,0 0 0 0 0,53-49-170 0 0,-51 48 133 0 0,-1 0 22 0 0,0 1 0 0 0,-1-1 0 0 0,1 0 0 0 0,0 1 1 0 0,0-1-1 0 0,0 0 0 0 0,0 1 0 0 0,0-1 0 0 0,0 1 0 0 0,0-1 0 0 0,0 1 1 0 0,0 0-1 0 0,0-1 0 0 0,1 1 0 0 0,-1 0 0 0 0,0 0 0 0 0,0 0 0 0 0,0 0 1 0 0,0 0-1 0 0,0 0 0 0 0,0 0 0 0 0,2 1 0 0 0,26 0-310 0 0,2 3 39 0 0,-8 0 88 0 0,-1 0 0 0 0,0-2 0 0 0,1-1 0 0 0,0 0-1 0 0,-1-2 1 0 0,1 0 0 0 0,42-10 0 0 0,-64 11 604 0 0,34-15 2720 0 0,-34 14-2391 0 0,5 0-1761 0 0,-1 1 415 0 0,22 8-13029 0 0</inkml:trace>
</inkml:ink>
</file>

<file path=ppt/ink/ink4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8:57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3 799 400 0 0,'0'0'4412'0'0,"-2"9"-3757"0"0,7-12 3592 0 0,238-208-1984 0 0,-174 145-1758 0 0,88-107-1 0 0,-118 125-160 0 0,-2-2 0 0 0,-2-1 0 0 0,-2-2-1 0 0,36-80 1 0 0,-68 130-274 0 0,-2-2 4 0 0,1 5-72 0 0,0-1 0 0 0,0 1-1 0 0,0 0 1 0 0,1-1 0 0 0,-1 1 0 0 0,0 0-1 0 0,0-1 1 0 0,0 1 0 0 0,0 0 0 0 0,0-1 0 0 0,0 1-1 0 0,0 0 1 0 0,0-1 0 0 0,0 1 0 0 0,0 0 0 0 0,0 0-1 0 0,0-1 1 0 0,-1 1 0 0 0,1 0 0 0 0,0-1 0 0 0,0 1-1 0 0,0 0 1 0 0,0-1 0 0 0,0 1 0 0 0,-1 0 0 0 0,1 0-1 0 0,0-1 1 0 0,0 1 0 0 0,0 0 0 0 0,-1 0 0 0 0,1-1-1 0 0,0 1 1 0 0,0 0 0 0 0,-1 0 0 0 0,1 0 0 0 0,0-1-1 0 0,-1 1 1 0 0,1 0 0 0 0,0 0 0 0 0,-1 0 0 0 0,1 0-1 0 0,0 0 1 0 0,-1 0 0 0 0,1 0 0 0 0,0 0 0 0 0,-1 0-1 0 0,1 0 1 0 0,0 0 0 0 0,-1 0 0 0 0,1 0 0 0 0,0 0-1 0 0,-1 0 1 0 0,1 0 0 0 0,0 0 0 0 0,0 0 0 0 0,-1 0-1 0 0,1 0 1 0 0,0 1 0 0 0,-1-1 0 0 0,1 0 0 0 0,0 0-1 0 0,0 0 1 0 0,-1 1 0 0 0,-5 2-5 0 0,1 1 0 0 0,-1-1 0 0 0,1 1-1 0 0,0 1 1 0 0,0-1 0 0 0,0 1 0 0 0,1-1 0 0 0,0 1 0 0 0,0 1-1 0 0,0-1 1 0 0,0 1 0 0 0,1-1 0 0 0,0 1 0 0 0,0 0 0 0 0,1 0-1 0 0,-1 0 1 0 0,1 1 0 0 0,1-1 0 0 0,-3 13 0 0 0,2 18-37 0 0,1 0 1 0 0,1 1 0 0 0,10 61-1 0 0,1 18-171 0 0,-16-44-32 0 0,5-71 242 0 0,0-1 1 0 0,-1 1-1 0 0,1 0 1 0 0,0-1-1 0 0,-1 1 0 0 0,0-1 1 0 0,1 0-1 0 0,-1 1 1 0 0,0-1-1 0 0,0 1 1 0 0,1-1-1 0 0,-1 0 1 0 0,0 0-1 0 0,0 1 1 0 0,-1-1-1 0 0,1 0 1 0 0,0 0-1 0 0,0 0 1 0 0,0 0-1 0 0,-1 0 0 0 0,1-1 1 0 0,-1 1-1 0 0,1 0 1 0 0,0 0-1 0 0,-1-1 1 0 0,1 1-1 0 0,-1-1 1 0 0,1 0-1 0 0,-1 1 1 0 0,0-1-1 0 0,1 0 1 0 0,-1 0-1 0 0,1 0 1 0 0,-1 0-1 0 0,0 0 1 0 0,-1-1-1 0 0,2 1-1 0 0,-3 0 5 0 0,1-2 4 0 0,-2 0-23 0 0,1-1 1 0 0,0 0-1 0 0,1 0 0 0 0,-1 0 1 0 0,0 0-1 0 0,1-1 1 0 0,0 0-1 0 0,0 1 1 0 0,0-1-1 0 0,0 0 1 0 0,1-1-1 0 0,-1 1 1 0 0,1 0-1 0 0,0-1 1 0 0,1 1-1 0 0,-1-1 1 0 0,1 1-1 0 0,0-1 0 0 0,0 0 1 0 0,0 0-1 0 0,0 0 1 0 0,1-8-1 0 0,0 11-270 0 0,2-1-94 0 0,-1 1 218 0 0,0-1 0 0 0,0 1 0 0 0,0 0 1 0 0,1 0-1 0 0,-1 0 0 0 0,1 1 0 0 0,-1-1 0 0 0,1 0 1 0 0,0 0-1 0 0,0 1 0 0 0,0-1 0 0 0,0 1 1 0 0,0 0-1 0 0,0-1 0 0 0,0 1 0 0 0,0 0 1 0 0,0 0-1 0 0,5-1 0 0 0,31-4-5488 0 0,-15 5 3101 0 0</inkml:trace>
</inkml:ink>
</file>

<file path=ppt/ink/ink4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8:57.7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13 187 720 0 0,'2'-10'6320'0'0,"-3"16"-2738"0"0,-13 130-1573 0 0,18-120-1607 0 0,4-15-84 0 0,20-32-325 0 0,-25 27-75 0 0,0-1 0 0 0,1 1 1 0 0,-1 0-1 0 0,1 0 0 0 0,0 0 0 0 0,0 1 1 0 0,0-1-1 0 0,0 1 0 0 0,1 0 0 0 0,-1 0 1 0 0,1 0-1 0 0,0 1 0 0 0,0 0 0 0 0,0 0 1 0 0,0 0-1 0 0,0 0 0 0 0,0 1 0 0 0,0 0 0 0 0,1 0 1 0 0,-1 0-1 0 0,0 1 0 0 0,1 0 0 0 0,5 0 1 0 0,-3 0 87 0 0,0-1 1 0 0,-1 0-1 0 0,1-1 1 0 0,-1 1 0 0 0,0-2-1 0 0,1 1 1 0 0,-1-1-1 0 0,0 0 1 0 0,0 0-1 0 0,-1-1 1 0 0,1 0 0 0 0,-1 0-1 0 0,0-1 1 0 0,0 1-1 0 0,0-1 1 0 0,0-1-1 0 0,-1 1 1 0 0,0-1-1 0 0,0 0 1 0 0,5-9 0 0 0,-3 5 183 0 0,0-1 1 0 0,-1 0 0 0 0,-1-1 0 0 0,1 1 0 0 0,-2-1 0 0 0,0 0 0 0 0,0-1-1 0 0,-1 1 1 0 0,-1-1 0 0 0,0 1 0 0 0,1-19 0 0 0,-3 27 178 0 0,-7 8-351 0 0,-17 10-1 0 0,22-13-15 0 0,1 0-1 0 0,0 0 1 0 0,-1 0 0 0 0,1 0 0 0 0,0 1-1 0 0,0-1 1 0 0,0 0 0 0 0,0 0 0 0 0,0 1-1 0 0,0-1 1 0 0,0 1 0 0 0,1-1 0 0 0,-1 1-1 0 0,0-1 1 0 0,1 1 0 0 0,-1 0 0 0 0,1-1-1 0 0,-1 1 1 0 0,1 2 0 0 0,-2 4 8 0 0,0-1-25 0 0,0 0 1 0 0,0 0-1 0 0,0 1 1 0 0,1-1-1 0 0,1 0 1 0 0,-1 1-1 0 0,1-1 1 0 0,0 1 0 0 0,1-1-1 0 0,0 1 1 0 0,0-1-1 0 0,0 1 1 0 0,1-1-1 0 0,0 0 1 0 0,1 0-1 0 0,-1 0 1 0 0,1 0-1 0 0,1 0 1 0 0,-1-1 0 0 0,1 1-1 0 0,8 9 1 0 0,-2-5-169 0 0,0 0 1 0 0,1-1 0 0 0,0 0 0 0 0,0-1 0 0 0,1 0 0 0 0,19 11 0 0 0,8 6-1080 0 0,-38-25 1050 0 0,-6 1-726 0 0,-3 0 907 0 0,0-1 1 0 0,0 0 0 0 0,0-1-1 0 0,0 0 1 0 0,0 0 0 0 0,0 0 0 0 0,0-1-1 0 0,0-1 1 0 0,1 1 0 0 0,-1-1 0 0 0,-12-5-1 0 0,18 6-185 0 0,-6-5 35 0 0,1 3-1136 0 0</inkml:trace>
</inkml:ink>
</file>

<file path=ppt/ink/ink4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8:58.1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76 796 0 0,'0'0'3244'0'0,"34"-19"-2264"0"0,-26 10 693 0 0,19-6-957 0 0,-11 12-76 0 0,-2-6 224 0 0,14-2-664 0 0,-15 5-180 0 0,5 2-196 0 0,12 6-876 0 0,2 6-5133 0 0</inkml:trace>
</inkml:ink>
</file>

<file path=ppt/ink/ink4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8:59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250 408 336 0 0,'-14'-33'6863'0'0,"10"31"-6736"0"0,1 1 0 0 0,-1 0 0 0 0,0 0 0 0 0,0 0 0 0 0,0 0 1 0 0,0 1-1 0 0,0 0 0 0 0,0-1 0 0 0,1 2 0 0 0,-1-1 1 0 0,0 0-1 0 0,0 1 0 0 0,0-1 0 0 0,0 1 0 0 0,0 0 0 0 0,0 1 1 0 0,1-1-1 0 0,-5 2 0 0 0,-3 2 60 0 0,0-1 1 0 0,1 2-1 0 0,0-1 1 0 0,0 1-1 0 0,-12 10 1 0 0,14-10-61 0 0,1-1-37 0 0,0 1 0 0 0,1-1 0 0 0,-1 1 0 0 0,1 0 0 0 0,0 1 0 0 0,1-1 0 0 0,0 1 0 0 0,0 0 1 0 0,0 1-1 0 0,1-1 0 0 0,0 1 0 0 0,-4 9 0 0 0,8-14-76 0 0,-1 0 1 0 0,1 0-1 0 0,-1 0 0 0 0,1 0 1 0 0,0 0-1 0 0,0 0 1 0 0,0-1-1 0 0,1 1 0 0 0,-1 0 1 0 0,1 0-1 0 0,-1 0 1 0 0,1 0-1 0 0,0-1 0 0 0,0 1 1 0 0,0 0-1 0 0,1-1 1 0 0,-1 1-1 0 0,0 0 1 0 0,1-1-1 0 0,0 0 0 0 0,0 1 1 0 0,0-1-1 0 0,0 0 1 0 0,0 0-1 0 0,0 0 0 0 0,0 0 1 0 0,0-1-1 0 0,1 1 1 0 0,3 1-1 0 0,1 2-38 0 0,1-1 0 0 0,0 0 0 0 0,0-1 0 0 0,0 0 0 0 0,0 0 0 0 0,1-1 0 0 0,-1 0 0 0 0,12 2 0 0 0,4-3-213 0 0,1-1 0 0 0,-1 0-1 0 0,0-2 1 0 0,0-1-1 0 0,0-1 1 0 0,0 0-1 0 0,32-12 1 0 0,-2-4-114 0 0,100-52 1 0 0,-147 68 634 0 0,0-1 1 0 0,1 1 0 0 0,-2-1 0 0 0,1-1-1 0 0,-1 1 1 0 0,12-13 0 0 0,-17 16-28 0 0,-2 2-225 0 0,1 0-1 0 0,0 0 1 0 0,0 0-1 0 0,0 0 1 0 0,0 0-1 0 0,0 0 0 0 0,0 0 1 0 0,-1 0-1 0 0,1 0 1 0 0,0 0-1 0 0,0-1 1 0 0,0 1-1 0 0,0 0 0 0 0,0 0 1 0 0,0 0-1 0 0,0 0 1 0 0,0 0-1 0 0,0 0 0 0 0,-1-1 1 0 0,1 1-1 0 0,0 0 1 0 0,0 0-1 0 0,0 0 1 0 0,0 0-1 0 0,0 0 0 0 0,0-1 1 0 0,0 1-1 0 0,0 0 1 0 0,0 0-1 0 0,0 0 1 0 0,0 0-1 0 0,0 0 0 0 0,0-1 1 0 0,0 1-1 0 0,0 0 1 0 0,1 0-1 0 0,-1 0 1 0 0,0 0-1 0 0,0 0 0 0 0,0-1 1 0 0,0 1-1 0 0,0 0 1 0 0,0 0-1 0 0,0 0 0 0 0,0 0 1 0 0,0 0-1 0 0,0 0 1 0 0,1 0-1 0 0,-1-1 1 0 0,0 1-1 0 0,0 0 0 0 0,0 0 1 0 0,0 0-1 0 0,0 0 1 0 0,0 0-1 0 0,1 0 1 0 0,-1 0-1 0 0,0 0 0 0 0,0 0 1 0 0,0 0-1 0 0,-5 1-8 0 0,-1 1 0 0 0,0 0 0 0 0,1 0 0 0 0,0 0-1 0 0,-1 1 1 0 0,1 0 0 0 0,0 0 0 0 0,0 0 0 0 0,0 1-1 0 0,1 0 1 0 0,-1-1 0 0 0,1 2 0 0 0,0-1 0 0 0,0 0-1 0 0,1 1 1 0 0,-1 0 0 0 0,1 0 0 0 0,-5 8 0 0 0,8-11-54 0 0,7 2-287 0 0,-6-3 287 0 0,0 0 1 0 0,-1 0 0 0 0,1-1 0 0 0,0 1 0 0 0,0 0-1 0 0,0-1 1 0 0,0 1 0 0 0,0-1 0 0 0,0 1 0 0 0,0-1-1 0 0,0 1 1 0 0,0-1 0 0 0,0 0 0 0 0,0 0 0 0 0,0 1-1 0 0,0-1 1 0 0,2 0 0 0 0,25 0-513 0 0,119-6-2024 0 0,-130 4 2386 0 0,1-1 0 0 0,-1-1 0 0 0,0-1 0 0 0,0 0 0 0 0,0-1 0 0 0,24-13 0 0 0,-17 6 295 0 0,-1-2 0 0 0,-1 0 0 0 0,-1-2 0 0 0,0 0 0 0 0,-1-1 0 0 0,-1-1 0 0 0,23-30 0 0 0,-32 36 51 0 0,0-1-1 0 0,0 0 0 0 0,-2-1 1 0 0,0 0-1 0 0,0 0 0 0 0,-1-1 1 0 0,-1 0-1 0 0,-1 0 0 0 0,0 0 1 0 0,-1-1-1 0 0,-1 1 0 0 0,2-34 1 0 0,-5 44-74 0 0,0 0 1 0 0,0 1-1 0 0,0-1 1 0 0,-1 0-1 0 0,0 1 1 0 0,0-1-1 0 0,-1 0 1 0 0,1 1-1 0 0,-1-1 0 0 0,-1 1 1 0 0,1 0-1 0 0,-1 0 1 0 0,1 0-1 0 0,-1 0 1 0 0,-5-5-1 0 0,7 9 17 0 0,-20 10-48 0 0,17-6-52 0 0,0 1-1 0 0,0-1 0 0 0,0 1 0 0 0,0 0 1 0 0,1 0-1 0 0,0 0 0 0 0,-1 0 0 0 0,1 1 1 0 0,1-1-1 0 0,-1 1 0 0 0,1 0 0 0 0,-3 6 1 0 0,-17 61 50 0 0,22-71-57 0 0,-7 29 18 0 0,1 0 1 0 0,1 0 0 0 0,0 35 0 0 0,4-56-52 0 0,1 0 0 0 0,0 0 0 0 0,0 0 0 0 0,1 0 0 0 0,1 0 1 0 0,-1-1-1 0 0,2 1 0 0 0,-1 0 0 0 0,1-1 0 0 0,0 1 1 0 0,1-1-1 0 0,0 0 0 0 0,0 0 0 0 0,1 0 0 0 0,7 9 1 0 0,-9-14-17 0 0,0 0 1 0 0,0-1 0 0 0,1 0 0 0 0,-1 0 0 0 0,1 0 0 0 0,-1 0 0 0 0,1 0 0 0 0,0-1 0 0 0,0 1-1 0 0,0-1 1 0 0,0 0 0 0 0,0 0 0 0 0,0-1 0 0 0,0 1 0 0 0,0-1 0 0 0,0 0 0 0 0,0 0-1 0 0,0 0 1 0 0,0 0 0 0 0,0-1 0 0 0,0 0 0 0 0,0 0 0 0 0,0 0 0 0 0,4-2 0 0 0,3-1 24 0 0,0 0 1 0 0,0-1 0 0 0,-1 0 0 0 0,1-1-1 0 0,-1 0 1 0 0,0 0 0 0 0,10-10-1 0 0,-4-12 3803 0 0,-37 42-3801 0 0,20-13 3 0 0,1 0-1 0 0,-1 0 0 0 0,1 0 0 0 0,-1 0 0 0 0,1 0 0 0 0,0 0 0 0 0,-1 0 1 0 0,1 0-1 0 0,0 0 0 0 0,-1 0 0 0 0,1 0 0 0 0,0 0 0 0 0,0 0 0 0 0,0 0 1 0 0,0 0-1 0 0,0 0 0 0 0,0 0 0 0 0,1 0 0 0 0,-1 0 0 0 0,0 0 0 0 0,0 0 1 0 0,1 0-1 0 0,-1 0 0 0 0,0 0 0 0 0,1 0 0 0 0,-1 0 0 0 0,1 0 0 0 0,0 0 1 0 0,-1 0-1 0 0,2 1 0 0 0,18 25-1345 0 0,-17-23 860 0 0,1 0 0 0 0,0 0 0 0 0,0-1 0 0 0,1 0 0 0 0,-1 0-1 0 0,1 0 1 0 0,5 2 0 0 0,9 3-4291 0 0</inkml:trace>
</inkml:ink>
</file>

<file path=ppt/ink/ink4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8:59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17 664 0 0,'0'0'1508'0'0,"-14"-5"1016"0"0,1 2 2349 0 0,47-5-4541 0 0,-9 9-220 0 0,2-1-204 0 0,4 2-232 0 0,10 0-308 0 0,-11 1-232 0 0,8-1-488 0 0,7 1-1465 0 0,-1 2 649 0 0</inkml:trace>
</inkml:ink>
</file>

<file path=ppt/ink/ink4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9:00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26 312 0 0,'0'0'3278'0'0,"-19"-21"1734"0"0,12 20-4815 0 0,-1-1 0 0 0,1 1 0 0 0,-1 1 0 0 0,1-1 0 0 0,-1 1 0 0 0,0 1-1 0 0,1-1 1 0 0,-1 1 0 0 0,1 1 0 0 0,-1-1 0 0 0,1 1 0 0 0,0 1 0 0 0,0-1 0 0 0,0 1 0 0 0,0 0-1 0 0,0 1 1 0 0,1-1 0 0 0,-1 1 0 0 0,1 1 0 0 0,0-1 0 0 0,-6 7 0 0 0,9-9-169 0 0,1 1 0 0 0,-1 0 1 0 0,1 0-1 0 0,0 1 0 0 0,0-1 1 0 0,0 0-1 0 0,0 1 0 0 0,0-1 0 0 0,1 1 1 0 0,0 0-1 0 0,-1-1 0 0 0,1 1 1 0 0,1 0-1 0 0,-1 0 0 0 0,1 0 0 0 0,-1 0 1 0 0,1 0-1 0 0,0-1 0 0 0,0 1 1 0 0,1 0-1 0 0,-1 0 0 0 0,1 0 0 0 0,0 0 1 0 0,1 4-1 0 0,1-3-62 0 0,-1 0 1 0 0,1-1 0 0 0,0 1-1 0 0,1-1 1 0 0,-1 1-1 0 0,1-1 1 0 0,-1 0-1 0 0,1 0 1 0 0,1-1-1 0 0,-1 1 1 0 0,0-1-1 0 0,1 0 1 0 0,0 0-1 0 0,-1 0 1 0 0,1-1-1 0 0,7 3 1 0 0,-6-3-2 0 0,-1 0 0 0 0,1 1 0 0 0,-1 0-1 0 0,0 0 1 0 0,0 1 0 0 0,0-1 0 0 0,0 1 0 0 0,0 0 0 0 0,-1 0 0 0 0,0 1 0 0 0,0-1 0 0 0,0 1-1 0 0,0 0 1 0 0,-1 0 0 0 0,0 0 0 0 0,0 1 0 0 0,0-1 0 0 0,-1 1 0 0 0,0 0 0 0 0,0-1 0 0 0,1 7-1 0 0,0 2-39 0 0,-2 0 0 0 0,1 0 0 0 0,-2 1 0 0 0,0-1 0 0 0,-1 0 0 0 0,0 0 0 0 0,-1 0 0 0 0,-4 15 0 0 0,1-10-39 0 0,0 0 0 0 0,-2-1 0 0 0,0 0 0 0 0,0 0 0 0 0,-2-1 0 0 0,-17 27 0 0 0,20-36 124 0 0,1 0 0 0 0,-2 0 0 0 0,1 0 0 0 0,-1 0 0 0 0,-1-1 0 0 0,1-1 0 0 0,-1 1 0 0 0,0-1 0 0 0,0 0-1 0 0,-1-1 1 0 0,0 0 0 0 0,0 0 0 0 0,0-1 0 0 0,-13 4 0 0 0,20-8 102 0 0,-12-16-117 0 0,14 13-7 0 0,-1 0 0 0 0,1 0 0 0 0,0 0 0 0 0,1-1 1 0 0,-1 1-1 0 0,0 0 0 0 0,1 0 0 0 0,0 0 0 0 0,-1 0 0 0 0,1 0 0 0 0,0 0 0 0 0,3-6 0 0 0,-2 6 7 0 0,8-21-219 0 0,1 2 0 0 0,1-1 0 0 0,0 2 0 0 0,27-35 0 0 0,71-69-1292 0 0,-69 80 1075 0 0,-9 9 515 0 0,2 1-1 0 0,1 2 1 0 0,75-55-1 0 0,-99 76 252 0 0,-3 11-82 0 0,-4 17 356 0 0,-4-7-599 0 0,4 46-527 0 0,-4-52 479 0 0,1-1 1 0 0,0 1-1 0 0,0-1 1 0 0,0 1-1 0 0,0-1 1 0 0,0 1-1 0 0,0-1 1 0 0,1 0-1 0 0,-1 0 1 0 0,1 0-1 0 0,0 1 1 0 0,-1-1-1 0 0,1-1 1 0 0,0 1-1 0 0,0 0 1 0 0,0 0 0 0 0,4 2-1 0 0,-5-4 70 0 0,0 1 0 0 0,0-1 0 0 0,0 0 0 0 0,1 1 1 0 0,-1-1-1 0 0,0 0 0 0 0,0 1 0 0 0,0-1 0 0 0,0 0 0 0 0,0 0 0 0 0,0 0 0 0 0,0 0 0 0 0,0 0 0 0 0,1 0 1 0 0,-1 0-1 0 0,0 0 0 0 0,0-1 0 0 0,0 1 0 0 0,0 0 0 0 0,0-1 0 0 0,0 1 0 0 0,0-1 0 0 0,0 1 0 0 0,0-1 1 0 0,0 1-1 0 0,0-1 0 0 0,0 0 0 0 0,0 1 0 0 0,0-1 0 0 0,-1 0 0 0 0,1 0 0 0 0,0 0 0 0 0,-1 1 0 0 0,1-1 1 0 0,0 0-1 0 0,-1 0 0 0 0,1 0 0 0 0,-1 0 0 0 0,1 0 0 0 0,-1 0 0 0 0,0 0 0 0 0,1-1 0 0 0,-1 0 0 0 0,1-1 64 0 0,0 0-1 0 0,0-1 0 0 0,0 1 1 0 0,0 0-1 0 0,-1-1 0 0 0,0 1 0 0 0,0 0 1 0 0,0-1-1 0 0,0 1 0 0 0,0 0 0 0 0,0-1 1 0 0,-1 1-1 0 0,-1-6 0 0 0,-25-39-270 0 0,26 46-358 0 0,-6-1-780 0 0,0-1-2396 0 0</inkml:trace>
</inkml:ink>
</file>

<file path=ppt/ink/ink4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9:00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1 200 0 0,'0'0'1839'0'0,"4"1"-1010"0"0,2 2-499 0 0,1 0 0 0 0,-1 0-1 0 0,0 0 1 0 0,0 1-1 0 0,0 0 1 0 0,-1 0 0 0 0,0 0-1 0 0,1 1 1 0 0,-1 0 0 0 0,-1 0-1 0 0,1 0 1 0 0,-1 1-1 0 0,0-1 1 0 0,5 9 0 0 0,-7-9-231 0 0,0 0 1 0 0,0 0-1 0 0,0-1 1 0 0,-1 1-1 0 0,0 0 1 0 0,0 1-1 0 0,0-1 1 0 0,0 0 0 0 0,-1 0-1 0 0,0 0 1 0 0,0 0-1 0 0,0 0 1 0 0,-1 1-1 0 0,0-1 1 0 0,0 0-1 0 0,0 0 1 0 0,0 0-1 0 0,-1 0 1 0 0,0-1-1 0 0,-3 8 1 0 0,-6 2 666 0 0,7-24-312 0 0,4 7-456 0 0,1 0 0 0 0,-1-1 0 0 0,0 1 0 0 0,1 0 0 0 0,0 0 1 0 0,0-1-1 0 0,0 1 0 0 0,0 0 0 0 0,1 0 0 0 0,1-3 0 0 0,5-5-133 0 0,0 1 0 0 0,0 0 0 0 0,2 0 0 0 0,-1 1 0 0 0,1 0 0 0 0,0 0-1 0 0,1 1 1 0 0,0 1 0 0 0,0 0 0 0 0,1 0 0 0 0,24-9 0 0 0,-35 15 127 0 0,0 1 0 0 0,1 0 0 0 0,-1 0 0 0 0,0 0 0 0 0,1 0 0 0 0,-1 0 0 0 0,1 0 0 0 0,-1 1 0 0 0,0-1 0 0 0,1 0 0 0 0,-1 1 0 0 0,0-1 0 0 0,0 1 0 0 0,1-1 0 0 0,-1 1 0 0 0,0 0 0 0 0,0-1 0 0 0,0 1 0 0 0,0 0 0 0 0,0 0 0 0 0,0 0 0 0 0,0 0 0 0 0,0 0 0 0 0,0 0 0 0 0,0 0 0 0 0,0 0 0 0 0,0 2 0 0 0,1 0-9 0 0,0 0 1 0 0,-1 0-1 0 0,1 0 1 0 0,-1 0 0 0 0,0 0-1 0 0,0 1 1 0 0,0-1-1 0 0,0 0 1 0 0,-1 0 0 0 0,1 5-1 0 0,-1-5-5 0 0,-6 20-577 0 0,-1 4-1088 0 0,6-25 414 0 0,-7 8-2730 0 0</inkml:trace>
</inkml:ink>
</file>

<file path=ppt/ink/ink4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9:01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31 664 0 0,'0'0'688'0'0,"4"-16"380"0"0,0 1-1624 0 0</inkml:trace>
</inkml:ink>
</file>

<file path=ppt/ink/ink4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9:01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71 220 0 0,'0'0'8073'0'0,"2"-3"-7705"0"0,0 0-214 0 0,0 0 0 0 0,0 0 0 0 0,0 1 0 0 0,0-1 0 0 0,1 1 0 0 0,-1-1 0 0 0,1 1 0 0 0,0 0 0 0 0,0 0 0 0 0,-1 0-1 0 0,1 1 1 0 0,5-3 0 0 0,-6 3 68 0 0,1 0-12 0 0,4-2-74 0 0,6-4 130 0 0,0 1-1 0 0,0 1 0 0 0,0 0 1 0 0,14-2-1 0 0,-24 6-189 0 0,19 17 72 0 0,-21-12-156 0 0,-1 0 1 0 0,1 0-1 0 0,-1 0 1 0 0,0 0 0 0 0,0 1-1 0 0,0-1 1 0 0,0 0-1 0 0,-1 0 1 0 0,0 0 0 0 0,0 0-1 0 0,0 0 1 0 0,0-1-1 0 0,0 1 1 0 0,-1 0 0 0 0,0 0-1 0 0,0-1 1 0 0,-3 6-1 0 0,-8 11-159 0 0,-31 35 0 0 0,14-18 16 0 0,28-34 128 0 0,0-1 0 0 0,0 1 0 0 0,0 0 0 0 0,0 0 0 0 0,0 0 0 0 0,1 0 0 0 0,-1 0 0 0 0,1 0 0 0 0,0 1 0 0 0,0-1 0 0 0,0 0 0 0 0,0 1 0 0 0,0-1 0 0 0,1 6 0 0 0,1-5-2 0 0,0 1 1 0 0,1-1-1 0 0,0 0 1 0 0,0 0-1 0 0,0 0 1 0 0,1 0 0 0 0,-1 0-1 0 0,1 0 1 0 0,6 6-1 0 0,0 1-15 0 0,-1 0-1 0 0,-1 1 0 0 0,0 0 0 0 0,0 0 0 0 0,-1 0 0 0 0,-1 1 0 0 0,0 0 1 0 0,6 25-1 0 0,-10-32 36 0 0,0 1 1 0 0,0-1-1 0 0,-1 1 1 0 0,1-1 0 0 0,-2 1-1 0 0,1-1 1 0 0,-1 1-1 0 0,0-1 1 0 0,0 1-1 0 0,-1-1 1 0 0,1 0-1 0 0,-1 0 1 0 0,-1 1 0 0 0,1-1-1 0 0,-1-1 1 0 0,0 1-1 0 0,-1 0 1 0 0,1-1-1 0 0,-1 0 1 0 0,0 0-1 0 0,-6 5 1 0 0,4-4 165 0 0,-1-1-1 0 0,0 0 1 0 0,0-1 0 0 0,-1 0-1 0 0,0 0 1 0 0,1 0-1 0 0,-1-1 1 0 0,0 0 0 0 0,-1-1-1 0 0,1 0 1 0 0,0 0 0 0 0,-1 0-1 0 0,1-1 1 0 0,-1-1 0 0 0,-12 0-1 0 0,18 0-104 0 0,0 0-1 0 0,1-1 1 0 0,-1 1 0 0 0,0-1-1 0 0,1 0 1 0 0,-1 0-1 0 0,1 0 1 0 0,-1 0-1 0 0,1 0 1 0 0,0-1 0 0 0,-1 1-1 0 0,1-1 1 0 0,0 1-1 0 0,0-1 1 0 0,0 0-1 0 0,0 0 1 0 0,0 0 0 0 0,0 0-1 0 0,1 0 1 0 0,-1 0-1 0 0,1-1 1 0 0,-1 1 0 0 0,1 0-1 0 0,0-1 1 0 0,0 1-1 0 0,0-1 1 0 0,-1-4-1 0 0,0 1-37 0 0,1 0-1 0 0,-1 0 0 0 0,1 0 1 0 0,0 0-1 0 0,1 0 0 0 0,0 0 0 0 0,0 0 1 0 0,0 0-1 0 0,0 0 0 0 0,3-11 0 0 0,0 11-209 0 0,-1 1-1 0 0,1 0 0 0 0,0 0 0 0 0,0 0 0 0 0,1 0 1 0 0,-1 0-1 0 0,1 1 0 0 0,0-1 0 0 0,1 1 0 0 0,-1 0 1 0 0,1 0-1 0 0,-1 1 0 0 0,7-4 0 0 0,40-19-7085 0 0,-36 21 4216 0 0</inkml:trace>
</inkml:ink>
</file>

<file path=ppt/ink/ink4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9:02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130 523 340 0 0,'0'0'176'0'0,"-1"-1"-1"0"0,1 1 1 0 0,-1 0-1 0 0,1-1 1 0 0,-1 1 0 0 0,1 0-1 0 0,-1-1 1 0 0,1 1-1 0 0,-1 0 1 0 0,0 0-1 0 0,1 0 1 0 0,-1-1 0 0 0,1 1-1 0 0,-1 0 1 0 0,0 0-1 0 0,1 0 1 0 0,-1 0 0 0 0,1 0-1 0 0,-1 0 1 0 0,0 0-1 0 0,1 0 1 0 0,-1 0-1 0 0,0 1 1 0 0,1-1 0 0 0,-1 0-1 0 0,1 0 1 0 0,-1 0-1 0 0,1 1 1 0 0,-2-1 0 0 0,-24 16 1340 0 0,-19 24-359 0 0,40-34-951 0 0,1-3-81 0 0,1 0 0 0 0,-1 1 1 0 0,1 0-1 0 0,0 0 0 0 0,0 0 0 0 0,1 0 0 0 0,-1 0 1 0 0,1 1-1 0 0,0-1 0 0 0,0 1 0 0 0,-2 5 1 0 0,4-8-109 0 0,40-6-826 0 0,83-21-1074 0 0,3-1 1069 0 0,-108 20 982 0 0,0 0 1 0 0,0-1-1 0 0,-1-1 1 0 0,0 0 0 0 0,-1-1-1 0 0,24-18 1 0 0,-29 18 30 0 0,-1 0 1 0 0,0 0 0 0 0,0-2-1 0 0,-2 1 1 0 0,1-1 0 0 0,-1 0 0 0 0,-1-1-1 0 0,0 0 1 0 0,10-22 0 0 0,-2-2 95 0 0,-2-1 1 0 0,13-59 0 0 0,-22 79-290 0 0,-1 0-1 0 0,-1-1 1 0 0,-1 1 0 0 0,0 0 0 0 0,-1-1 0 0 0,-1 1 0 0 0,-1 0 0 0 0,-4-21 0 0 0,4 27 64 0 0,2 10-60 0 0,0 0 1 0 0,0-1-1 0 0,0 1 1 0 0,-1 0 0 0 0,1 0-1 0 0,0-1 1 0 0,0 1-1 0 0,-1 0 1 0 0,1 0-1 0 0,-1 0 1 0 0,1-1-1 0 0,-1 1 1 0 0,0 0-1 0 0,1 0 1 0 0,-1 0-1 0 0,0 0 1 0 0,0 0-1 0 0,0 0 1 0 0,0 0-1 0 0,0 0 1 0 0,0 1 0 0 0,0-1-1 0 0,0 0 1 0 0,0 0-1 0 0,-2 0 1 0 0,1 0 70 0 0,-23 10 130 0 0,21-7-175 0 0,0 1-1 0 0,-1 0 1 0 0,1 0 0 0 0,0 1 0 0 0,0-1 0 0 0,1 1 0 0 0,-1 0 0 0 0,1 0 0 0 0,0 0 0 0 0,0 0 0 0 0,-4 8-1 0 0,-24 55 279 0 0,25-52-240 0 0,-3 9 2 0 0,1 0 1 0 0,1 0-1 0 0,1 0 1 0 0,2 1-1 0 0,0-1 1 0 0,1 1-1 0 0,2 0 1 0 0,0 0-1 0 0,2 0 1 0 0,6 39-1 0 0,-6-56 22 0 0,1 0-1 0 0,0 0 0 0 0,0 0 1 0 0,1 0-1 0 0,-1-1 0 0 0,8 14 1 0 0,-9-21 103 0 0,-1 1-166 0 0,0 0 1 0 0,0 0 0 0 0,1 0-1 0 0,-1 0 1 0 0,0 0-1 0 0,0 0 1 0 0,1 0-1 0 0,-1-1 1 0 0,0 1-1 0 0,1 0 1 0 0,-1 0 0 0 0,1 0-1 0 0,-1-1 1 0 0,1 1-1 0 0,-1 0 1 0 0,1 0-1 0 0,0-1 1 0 0,-1 1-1 0 0,1-1 1 0 0,0 1 0 0 0,0-1-1 0 0,-1 1 1 0 0,1-1-1 0 0,0 1 1 0 0,0-1-1 0 0,0 1 1 0 0,0-1-1 0 0,-1 0 1 0 0,1 0 0 0 0,0 1-1 0 0,0-1 1 0 0,0 0-1 0 0,0 0 1 0 0,0 0-1 0 0,0 0 1 0 0,0 0-1 0 0,0 0 1 0 0,0 0 0 0 0,1-1-1 0 0,41-7 681 0 0,-35 6-931 0 0,-6 1-29 0 0,15-5-1005 0 0,-1 0-6742 0 0</inkml:trace>
</inkml:ink>
</file>

<file path=ppt/ink/ink4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9:02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48 580 0 0,'0'0'3484'0'0,"-3"-21"-663"0"0,7 7-1149 0 0,1 2-1376 0 0</inkml:trace>
</inkml:ink>
</file>

<file path=ppt/ink/ink4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9:03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51 96 0 0,'10'-31'10404'0'0,"-9"31"-10282"0"0,-1-1 1 0 0,0 0 0 0 0,0 1 0 0 0,0-1 0 0 0,0 0 0 0 0,0 1 0 0 0,0-1-1 0 0,0 0 1 0 0,0 1 0 0 0,0-1 0 0 0,0 0 0 0 0,0 1 0 0 0,-1-1 0 0 0,1 1-1 0 0,0-1 1 0 0,0 0 0 0 0,-1 1 0 0 0,1-1 0 0 0,0 0 0 0 0,-1 1 0 0 0,1-1-1 0 0,0 1 1 0 0,-1-1 0 0 0,1 1 0 0 0,-1-1 0 0 0,1 1 0 0 0,-1 0-1 0 0,1-1 1 0 0,-1 1 0 0 0,1-1 0 0 0,-1 1 0 0 0,0 0 0 0 0,1-1 0 0 0,-1 1-1 0 0,0 0 1 0 0,1 0 0 0 0,-1 0 0 0 0,1 0 0 0 0,-1-1 0 0 0,0 1 0 0 0,-1 0-1 0 0,0 1-100 0 0,0-1 0 0 0,0 0-1 0 0,0 1 1 0 0,0-1 0 0 0,0 1-1 0 0,0 0 1 0 0,0 0-1 0 0,0 0 1 0 0,0 0 0 0 0,0 0-1 0 0,0 0 1 0 0,0 1-1 0 0,-2 1 1 0 0,-10 7 159 0 0,11-9-140 0 0,0 1 0 0 0,0 0 0 0 0,1 0 0 0 0,-1 0 0 0 0,0 1-1 0 0,1-1 1 0 0,0 1 0 0 0,-1-1 0 0 0,1 1 0 0 0,0 0-1 0 0,0-1 1 0 0,1 1 0 0 0,-1 0 0 0 0,0 0 0 0 0,-1 5-1 0 0,-24 40-34 0 0,26-48-26 0 0,0 1 1 0 0,1-1 0 0 0,-1 1 0 0 0,1-1 0 0 0,-1 1 0 0 0,1 0 0 0 0,-1-1 0 0 0,1 1 0 0 0,-1 0 0 0 0,1-1 0 0 0,-1 1 0 0 0,1 0 0 0 0,0-1 0 0 0,0 1 0 0 0,-1 0-1 0 0,1 0 1 0 0,0-1 0 0 0,0 1 0 0 0,0 0 0 0 0,0 0 0 0 0,0 0 0 0 0,0-1 0 0 0,0 1 0 0 0,0 0 0 0 0,0 0 0 0 0,0-1 0 0 0,0 2 0 0 0,19-2-677 0 0,34-22 169 0 0,-45 18 453 0 0,10-7 112 0 0,0 1 0 0 0,0 0-1 0 0,0 2 1 0 0,1 0 0 0 0,1 1 0 0 0,27-6-1 0 0,-44 13 31 0 0,3-1-5 0 0,-1 0 0 0 0,1 0 0 0 0,0 0-1 0 0,0 1 1 0 0,-1-1 0 0 0,1 2-1 0 0,6 0 1 0 0,-3-1 1 0 0,3-1 214 0 0,18-5-5178 0 0,-27 4 2784 0 0,4-8-4531 0 0</inkml:trace>
</inkml:ink>
</file>

<file path=ppt/ink/ink4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9:03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56 776 0 0,'0'0'2772'0'0,"7"-16"-115"0"0,-1 4-425 0 0,-1 1-440 0 0,5 4-644 0 0,-2 0-884 0 0,3 6-508 0 0,3-1-1152 0 0</inkml:trace>
</inkml:ink>
</file>

<file path=ppt/ink/ink4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9:05.8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190 477 272 0 0,'0'0'7265'0'0,"7"-1"-6959"0"0,23-8-24 0 0,0-2 0 0 0,0-1 0 0 0,-1-2 0 0 0,-1 0 0 0 0,43-30 0 0 0,-53 32-169 0 0,0-1-1 0 0,-2 0 1 0 0,1-1-1 0 0,-2-1 1 0 0,0 0 0 0 0,0-2-1 0 0,16-25 1 0 0,-23 31-91 0 0,-1 0 0 0 0,-1-1 0 0 0,0 0 0 0 0,0 0 0 0 0,-1 0-1 0 0,-1-1 1 0 0,0 0 0 0 0,-1 0 0 0 0,0 0 0 0 0,-1 0 0 0 0,-1-1 0 0 0,0-25 0 0 0,0 38-26 0 0,-1-1 0 0 0,0 1 0 0 0,0-1 1 0 0,0 1-1 0 0,0-1 0 0 0,0 0 0 0 0,-1 1 0 0 0,1-1 0 0 0,0 1 1 0 0,-1-1-1 0 0,1 1 0 0 0,-1-1 0 0 0,1 1 0 0 0,-1-1 0 0 0,0 1 1 0 0,0 0-1 0 0,1-1 0 0 0,-1 1 0 0 0,0 0 0 0 0,0 0 0 0 0,0 0 1 0 0,-1-1-1 0 0,1 1 0 0 0,0 0 0 0 0,0 0 0 0 0,-1 1 0 0 0,1-1 0 0 0,0 0 1 0 0,-1 0-1 0 0,1 1 0 0 0,-1-1 0 0 0,1 0 0 0 0,-1 1 0 0 0,1 0 1 0 0,-1-1-1 0 0,-1 1 0 0 0,0 0-1 0 0,-1 1 0 0 0,1 0 0 0 0,-1 0 0 0 0,1 0 0 0 0,0 0 0 0 0,-1 1 0 0 0,1-1-1 0 0,0 1 1 0 0,0 0 0 0 0,0-1 0 0 0,0 2 0 0 0,0-1 0 0 0,1 0 0 0 0,-1 0 0 0 0,1 1 0 0 0,-3 3 0 0 0,-21 25 41 0 0,2 2 0 0 0,2 1 0 0 0,1 0-1 0 0,1 2 1 0 0,-17 45 0 0 0,-59 198 308 0 0,19 38 3 0 0,2-7-274 0 0,71-295-14 0 0,0 0 1 0 0,-2 0-1 0 0,1-1 0 0 0,-2 0 0 0 0,0 0 0 0 0,0 0 0 0 0,-2-1 0 0 0,-9 14 0 0 0,17-27-54 0 0,0 1 0 0 0,0 0 1 0 0,0-1-1 0 0,0 1 0 0 0,1-1 0 0 0,-1 1 0 0 0,0-1 0 0 0,0 1 0 0 0,0-1 0 0 0,0 1 0 0 0,0-1 0 0 0,0 0 0 0 0,-1 0 0 0 0,1 0 0 0 0,0 0 0 0 0,0 1 0 0 0,0-1 0 0 0,0-1 0 0 0,0 1 0 0 0,0 0 0 0 0,0 0 0 0 0,0 0 0 0 0,0 0 0 0 0,0-1 0 0 0,0 1 0 0 0,0-1 0 0 0,0 1 0 0 0,0 0 0 0 0,0-1 0 0 0,0 0 0 0 0,0 1 0 0 0,0-1 0 0 0,0 0 0 0 0,1 1 0 0 0,-1-1 1 0 0,0 0-1 0 0,0 0 0 0 0,1 0 0 0 0,-1 1 0 0 0,1-1 0 0 0,-1 0 0 0 0,1 0 0 0 0,-1 0 0 0 0,1 0 0 0 0,-1-1 0 0 0,-3-4-22 0 0,1-1 0 0 0,0 1 0 0 0,0 0 0 0 0,1-1 0 0 0,-3-11 0 0 0,3 6 0 0 0,1-1 0 0 0,1 0-1 0 0,0 0 1 0 0,0 0 0 0 0,2 0 0 0 0,-1 0 0 0 0,2 0 0 0 0,-1 1 0 0 0,2-1 0 0 0,0 1 0 0 0,0 0 0 0 0,1 0-1 0 0,1 0 1 0 0,7-12 0 0 0,3-2-46 0 0,1 1 0 0 0,2 0 0 0 0,0 2 0 0 0,42-40 0 0 0,-52 55 38 0 0,1 1 0 0 0,1 0 1 0 0,-1 0-1 0 0,1 1 0 0 0,0 1 1 0 0,0 0-1 0 0,1 0 0 0 0,-1 1 1 0 0,1 1-1 0 0,0 0 0 0 0,0 0 1 0 0,19-1-1 0 0,-28 4 16 0 0,-1 0 1 0 0,1-1-1 0 0,0 1 1 0 0,0 0-1 0 0,-1 0 0 0 0,1 1 1 0 0,0-1-1 0 0,-1 1 1 0 0,1-1-1 0 0,-1 1 0 0 0,5 1 1 0 0,46 35-182 0 0,-51-36 186 0 0,-2-1 30 0 0,0 1-1 0 0,1-1 0 0 0,-1 1 1 0 0,0-1-1 0 0,1 0 0 0 0,-1 1 0 0 0,1-1 1 0 0,-1 1-1 0 0,1-1 0 0 0,-1 0 1 0 0,0 0-1 0 0,1 1 0 0 0,-1-1 0 0 0,1 0 1 0 0,-1 0-1 0 0,1 1 0 0 0,-1-1 1 0 0,1 0-1 0 0,0 0 0 0 0,-1 0 0 0 0,1 0 1 0 0,-1 0-1 0 0,1 0 0 0 0,-1 0 1 0 0,1 0-1 0 0,-1 0 0 0 0,1 0 1 0 0,-1 0-1 0 0,1 0 0 0 0,0-1 0 0 0,11-10 4 0 0,-1 0-1 0 0,-1-1 0 0 0,0 0 0 0 0,-1-1 0 0 0,0 0 0 0 0,9-18 0 0 0,-11 17-303 0 0,2 0 0 0 0,0 0-1 0 0,1 0 1 0 0,0 1 0 0 0,0 1-1 0 0,2 0 1 0 0,14-12 0 0 0,-18 17-230 0 0,3-2-485 0 0,0 2-2779 0 0,12-4 1262 0 0</inkml:trace>
</inkml:ink>
</file>

<file path=ppt/ink/ink4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9:06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7 692 0 0,'0'0'1806'0'0,"0"-1"-1732"0"0,0 1 1 0 0,-1-1-1 0 0,1 1 1 0 0,-1-1-1 0 0,1 1 1 0 0,-1-1-1 0 0,1 1 1 0 0,-1 0-1 0 0,1-1 1 0 0,-1 1 0 0 0,1 0-1 0 0,-1-1 1 0 0,1 1-1 0 0,-1 0 1 0 0,1 0-1 0 0,-1 0 1 0 0,1-1-1 0 0,-1 1 1 0 0,0 0-1 0 0,1 0 1 0 0,-1 0 0 0 0,0 0-1 0 0,1 0 1 0 0,-1 0-1 0 0,1 0 1 0 0,-1 0-1 0 0,0 0 1 0 0,1 0-1 0 0,-1 1 1 0 0,0-1-1 0 0,-20 13 487 0 0,1 1-1 0 0,1 1 1 0 0,1 1-1 0 0,0 1 1 0 0,1 0-1 0 0,0 1 1 0 0,2 1-1 0 0,-14 21 1 0 0,28-38-522 0 0,0 0 1 0 0,-1 0-1 0 0,1 0 1 0 0,0 0-1 0 0,0 0 0 0 0,1 0 1 0 0,-1 0-1 0 0,0 1 1 0 0,1-1-1 0 0,-1 0 0 0 0,1 1 1 0 0,0-1-1 0 0,0 0 1 0 0,0 1-1 0 0,0-1 1 0 0,0 0-1 0 0,0 1 0 0 0,1-1 1 0 0,-1 0-1 0 0,1 1 1 0 0,-1-1-1 0 0,1 0 0 0 0,0 0 1 0 0,0 0-1 0 0,2 3 1 0 0,-2-3 8 0 0,9-3-61 0 0,1 0-1 0 0,-1-1 1 0 0,0 0-1 0 0,0 0 0 0 0,0-1 1 0 0,0-1-1 0 0,0 0 1 0 0,12-6-1 0 0,-4 1-100 0 0,-15 8 50 0 0,-3 1-17 0 0,1 0 68 0 0,-1-1-1 0 0,1 1 1 0 0,-1 0-1 0 0,1 0 0 0 0,-1-1 1 0 0,1 1-1 0 0,0 0 0 0 0,-1 0 1 0 0,1 0-1 0 0,-1 0 1 0 0,1 0-1 0 0,0 0 0 0 0,-1 0 1 0 0,1 0-1 0 0,-1 0 1 0 0,1 0-1 0 0,-1 0 0 0 0,1 0 1 0 0,0 0-1 0 0,-1 0 1 0 0,1 1-1 0 0,-1-1 0 0 0,1 0 1 0 0,-1 0-1 0 0,1 1 0 0 0,-1-1 1 0 0,1 0-1 0 0,0 1 1 0 0,26 11-969 0 0,-23-10 780 0 0,38 17-5817 0 0</inkml:trace>
</inkml:ink>
</file>

<file path=ppt/ink/ink4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9:06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70 112 0 0,'14'-9'6626'0'0,"-15"24"-5335"0"0,-13 25-1137 0 0,12-38-20 0 0,-5 17 511 0 0,24-30-768 0 0,1 0 0 0 0,0 2 0 0 0,1 0 0 0 0,27-9 0 0 0,-43 17 104 0 0,19 3 119 0 0,-15 5-68 0 0,-6-6-7 0 0,0 1 1 0 0,0 0-1 0 0,0-1 0 0 0,1 0 0 0 0,-1 1 0 0 0,1-1 0 0 0,-1 0 0 0 0,1 0 1 0 0,-1 0-1 0 0,1 0 0 0 0,0 0 0 0 0,-1 0 0 0 0,1 0 0 0 0,0 0 0 0 0,0-1 1 0 0,0 1-1 0 0,0-1 0 0 0,0 1 0 0 0,-1-1 0 0 0,1 0 0 0 0,0 0 1 0 0,0 0-1 0 0,0 0 0 0 0,0 0 0 0 0,2-1 0 0 0,41-7 45 0 0,108-20-398 0 0,-150 28 329 0 0,1 0 88 0 0,0-1-1 0 0,0 1 1 0 0,0-1-1 0 0,1 1 1 0 0,-1-1-1 0 0,0 0 1 0 0,0-1-1 0 0,-1 1 0 0 0,1-1 1 0 0,0 0-1 0 0,0 0 1 0 0,-1 0-1 0 0,1 0 1 0 0,-1 0-1 0 0,0-1 1 0 0,4-3-1 0 0,-5 4 233 0 0,2-19 1964 0 0,-1 12-2944 0 0,-2-1-6315 0 0</inkml:trace>
</inkml:ink>
</file>

<file path=ppt/ink/ink4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9:07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49 171 916 0 0,'-47'11'6579'0'0,"46"-10"-6220"0"0,3 14 772 0 0,3-11-1065 0 0,1 0 1 0 0,-1 0-1 0 0,1-1 0 0 0,-1 0 0 0 0,1 0 0 0 0,0 0 0 0 0,0-1 0 0 0,1 0 0 0 0,-1 0 0 0 0,0-1 0 0 0,1 0 0 0 0,-1 0 0 0 0,1 0 0 0 0,-1-1 0 0 0,1 1 0 0 0,0-2 0 0 0,-1 1 0 0 0,1-1 0 0 0,10-2 0 0 0,2-1 6 0 0,0 0 1 0 0,0-1-1 0 0,0-1 0 0 0,-1 0 1 0 0,29-16-1 0 0,-33 14-27 0 0,-1-2 0 0 0,0 1 0 0 0,-1-2 0 0 0,0 0-1 0 0,-1 0 1 0 0,-1-1 0 0 0,1 0 0 0 0,13-23 0 0 0,9-8 165 0 0,-32 42-199 0 0,16-16-77 0 0,-17 18 57 0 0,1 0-1 0 0,0 0 1 0 0,-1 0 0 0 0,1 0-1 0 0,-1 0 1 0 0,0 1 0 0 0,1-1-1 0 0,-1 0 1 0 0,0 0-1 0 0,0 1 1 0 0,1-1 0 0 0,-1 0-1 0 0,0 0 1 0 0,0 1 0 0 0,-1-1-1 0 0,1 0 1 0 0,0 0-1 0 0,0 2 1 0 0,-15 350-363 0 0,6-276 247 0 0,-3 0 0 0 0,-34 114 0 0 0,33-147-1 0 0,-53 147-595 0 0,59-174 686 0 0,-1 0 0 0 0,-1 0 1 0 0,-1-1-1 0 0,0 0 1 0 0,-1-1-1 0 0,-1 0 1 0 0,0-1-1 0 0,-19 18 1 0 0,28-30 95 0 0,0 1 0 0 0,0-1 1 0 0,0 1-1 0 0,0-1 0 0 0,0 0 1 0 0,-1-1-1 0 0,1 1 0 0 0,-1 0 1 0 0,0-1-1 0 0,1 0 1 0 0,-1 0-1 0 0,0 0 0 0 0,0 0 1 0 0,0 0-1 0 0,-4-1 0 0 0,5 0 10 0 0,0-1 0 0 0,0 1 0 0 0,0-1-1 0 0,0 1 1 0 0,1-1 0 0 0,-1 0 0 0 0,0-1-1 0 0,1 1 1 0 0,-1 0 0 0 0,1-1-1 0 0,-1 1 1 0 0,1-1 0 0 0,0 0 0 0 0,-1 0-1 0 0,1 0 1 0 0,-2-3 0 0 0,-1-1 48 0 0,0-1 0 0 0,1 0 1 0 0,0 0-1 0 0,0 0 0 0 0,1 0 1 0 0,0-1-1 0 0,0 1 0 0 0,0-1 0 0 0,1 0 1 0 0,1 0-1 0 0,-1 0 0 0 0,1 0 1 0 0,0-11-1 0 0,2 1-66 0 0,0 0 1 0 0,1 0-1 0 0,0 0 1 0 0,2 0-1 0 0,0 0 1 0 0,1 1-1 0 0,1-1 0 0 0,0 1 1 0 0,2 0-1 0 0,0 1 1 0 0,0 0-1 0 0,2 0 1 0 0,0 1-1 0 0,14-16 1 0 0,-5 8-852 0 0,1 1 0 0 0,46-38 1 0 0,-31 33-2382 0 0,52-31 0 0 0,-50 38 298 0 0</inkml:trace>
</inkml:ink>
</file>

<file path=ppt/ink/ink4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9:07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36 900 0 0,'-7'-36'7005'0'0,"4"41"-6443"0"0,-128 342 3310 0 0,123-321-3708 0 0,-68 188-1167 0 0,69-200 146 0 0,2-4-785 0 0,4-2-3281 0 0</inkml:trace>
</inkml:ink>
</file>

<file path=ppt/ink/ink4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9:08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34 342 56 0 0,'22'-18'459'0'0,"0"-1"0"0"0,-1 0 0 0 0,0-2 0 0 0,26-35 1 0 0,-37 42-74 0 0,0-1 1 0 0,-1 0 0 0 0,-1 0-1 0 0,0 0 1 0 0,-1-1 0 0 0,-1 0-1 0 0,-1-1 1 0 0,7-30 0 0 0,-12 46-337 0 0,1 0 0 0 0,-1 0-1 0 0,1-1 1 0 0,-1 1 0 0 0,0 0 0 0 0,0 0 0 0 0,1 0 0 0 0,-1-1-1 0 0,0 1 1 0 0,0 0 0 0 0,0 0 0 0 0,-1 0 0 0 0,1-1 0 0 0,0 1 0 0 0,0 0-1 0 0,-1 0 1 0 0,1 0 0 0 0,0 0 0 0 0,-1-1 0 0 0,1 1 0 0 0,-1 0 0 0 0,0 0-1 0 0,1 0 1 0 0,-1 0 0 0 0,0 0 0 0 0,1 0 0 0 0,-1 0 0 0 0,0 1-1 0 0,0-1 1 0 0,0 0 0 0 0,0 0 0 0 0,0 1 0 0 0,0-1 0 0 0,0 0 0 0 0,0 1-1 0 0,0-1 1 0 0,-2 0 0 0 0,0 1 3 0 0,1 0-1 0 0,-1 0 1 0 0,1 1 0 0 0,-1-1 0 0 0,1 0-1 0 0,0 1 1 0 0,-1 0 0 0 0,1-1-1 0 0,0 1 1 0 0,-1 0 0 0 0,1 0 0 0 0,0 0-1 0 0,0 1 1 0 0,0-1 0 0 0,0 0-1 0 0,-4 4 1 0 0,-8 10 103 0 0,0 0 1 0 0,1 0-1 0 0,1 1 0 0 0,0 1 1 0 0,1 0-1 0 0,1 1 1 0 0,1 0-1 0 0,0 0 0 0 0,-6 22 1 0 0,-1 7 111 0 0,3 1 0 0 0,-13 77 0 0 0,26-123-261 0 0,-7 66 199 0 0,7-63-197 0 0,0-1 1 0 0,0 0-1 0 0,0 1 0 0 0,1-1 1 0 0,-1 0-1 0 0,1 1 1 0 0,0-1-1 0 0,1 0 0 0 0,-1 0 1 0 0,1 0-1 0 0,-1 0 1 0 0,5 7-1 0 0,-2-8-2 0 0,-1-1 0 0 0,1 1 0 0 0,-1-1-1 0 0,1 1 1 0 0,0-1 0 0 0,0 0 0 0 0,0-1 0 0 0,0 1-1 0 0,1-1 1 0 0,-1 0 0 0 0,0 0 0 0 0,0 0 0 0 0,1 0 0 0 0,7-1-1 0 0,20 6 624 0 0,-25-4-444 0 0,-1 0 0 0 0,1-1 0 0 0,0 0 0 0 0,0 0 0 0 0,0-1 0 0 0,0 0 0 0 0,11-1 0 0 0,-9 0-487 0 0,0 1 0 0 0,0 0 0 0 0,1 0 0 0 0,14 3 0 0 0,-14 1-440 0 0,8 6-5005 0 0</inkml:trace>
</inkml:ink>
</file>

<file path=ppt/ink/ink4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9:09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20 564 0 0,'13'-18'5560'0'0,"-13"17"-5473"0"0,1 1 0 0 0,-1 0 0 0 0,0 0 0 0 0,0 0 0 0 0,1 0-1 0 0,-1 0 1 0 0,0 0 0 0 0,0 0 0 0 0,1 0 0 0 0,-1-1 0 0 0,0 1-1 0 0,0 0 1 0 0,1 0 0 0 0,-1 0 0 0 0,0 0 0 0 0,0 1 0 0 0,1-1-1 0 0,-1 0 1 0 0,0 0 0 0 0,1 0 0 0 0,-1 0 0 0 0,0 0 0 0 0,0 0-1 0 0,1 0 1 0 0,-1 0 0 0 0,0 0 0 0 0,0 1 0 0 0,0-1 0 0 0,1 0-1 0 0,-1 0 1 0 0,0 0 0 0 0,0 0 0 0 0,0 1 0 0 0,1-1 0 0 0,-1 0-1 0 0,0 0 1 0 0,0 1 0 0 0,0-1 0 0 0,11 39 1990 0 0,-10-31-2194 0 0,3 13 493 0 0,3 19 466 0 0,20 65-1 0 0,-22-89-859 0 0,2-2 2183 0 0,12-23-913 0 0,-9 1-1050 0 0,0-1-1 0 0,-1 0 1 0 0,0 0 0 0 0,0-1 0 0 0,-1 0 0 0 0,9-15-1 0 0,4-4 6 0 0,-2 4-192 0 0,46-63-3530 0 0,-54 79 696 0 0,-4 8-2477 0 0,0-1 1395 0 0</inkml:trace>
</inkml:ink>
</file>

<file path=ppt/ink/ink4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9:10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53 494 104 0 0,'32'-19'3344'0'0,"-28"18"-2969"0"0,0-1-1 0 0,0 0 0 0 0,0 0 0 0 0,0 0 1 0 0,0-1-1 0 0,-1 1 0 0 0,1-1 0 0 0,-1 0 1 0 0,1 0-1 0 0,-1 0 0 0 0,0 0 1 0 0,-1-1-1 0 0,1 1 0 0 0,0-1 0 0 0,-1 0 1 0 0,0 0-1 0 0,0 0 0 0 0,0 0 0 0 0,0 0 1 0 0,-1 0-1 0 0,1 0 0 0 0,0-8 0 0 0,-2 11-343 0 0,0 0 0 0 0,0 0 0 0 0,0 0 1 0 0,0 0-1 0 0,-1-1 0 0 0,1 1 0 0 0,0 0 0 0 0,-1 0 0 0 0,1 0 0 0 0,-1 0 0 0 0,1 0 0 0 0,-1 0 0 0 0,1 0 0 0 0,-1 0 0 0 0,0 0 0 0 0,1 0 0 0 0,-1 0 0 0 0,0 1 0 0 0,0-1 0 0 0,0 0 0 0 0,0 0 0 0 0,0 1 0 0 0,0-1 0 0 0,0 1 0 0 0,0-1 0 0 0,0 1 0 0 0,0-1 0 0 0,0 1 0 0 0,0-1 0 0 0,0 1 0 0 0,0 0 0 0 0,0 0 0 0 0,0-1 0 0 0,0 1 0 0 0,-1 0 0 0 0,1 0 0 0 0,0 0 0 0 0,0 1 0 0 0,0-1 0 0 0,0 0 0 0 0,0 0 0 0 0,-1 0 0 0 0,1 1 0 0 0,-2 0 0 0 0,-4 0 55 0 0,0 1 0 0 0,0 1-1 0 0,0-1 1 0 0,1 1 0 0 0,-12 6 0 0 0,13-4-54 0 0,-1 0 1 0 0,1 0-1 0 0,0 1 1 0 0,0 0-1 0 0,1 0 1 0 0,0 0-1 0 0,0 1 1 0 0,0-1-1 0 0,1 1 1 0 0,0 0-1 0 0,0 0 1 0 0,0 0-1 0 0,1 1 1 0 0,0-1-1 0 0,1 0 1 0 0,-1 14-1 0 0,2-20-25 0 0,0 0-1 0 0,0 0 0 0 0,0 1 1 0 0,0-1-1 0 0,0 0 1 0 0,1 0-1 0 0,-1 0 0 0 0,0 0 1 0 0,1 0-1 0 0,-1 0 0 0 0,1 0 1 0 0,-1 0-1 0 0,1 0 1 0 0,0 0-1 0 0,-1 0 0 0 0,1-1 1 0 0,0 1-1 0 0,-1 0 0 0 0,1 0 1 0 0,0-1-1 0 0,0 1 1 0 0,0 0-1 0 0,0-1 0 0 0,0 1 1 0 0,0-1-1 0 0,0 1 0 0 0,0-1 1 0 0,0 1-1 0 0,0-1 0 0 0,0 0 1 0 0,0 1-1 0 0,0-1 1 0 0,0 0-1 0 0,0 0 0 0 0,0 0 1 0 0,0 0-1 0 0,1 0 0 0 0,0 0 1 0 0,41-5 58 0 0,-5-5-163 0 0,38-16 1 0 0,-57 18 61 0 0,0 0 1 0 0,1 2 0 0 0,-1 0 0 0 0,1 1 0 0 0,0 2 0 0 0,0-1-1 0 0,1 2 1 0 0,-1 1 0 0 0,27 2 0 0 0,-43-1 22 0 0,-1 0-1 0 0,1 1 1 0 0,-1-1 0 0 0,0 1 0 0 0,1 0-1 0 0,-1 0 1 0 0,0 1 0 0 0,1-1 0 0 0,-1 1-1 0 0,0-1 1 0 0,0 1 0 0 0,0 0 0 0 0,0 0-1 0 0,-1 0 1 0 0,1 1 0 0 0,0-1-1 0 0,-1 1 1 0 0,4 4 0 0 0,-3-2 0 0 0,-1 0 1 0 0,0 0-1 0 0,0 0 1 0 0,0 1-1 0 0,-1-1 1 0 0,0 0-1 0 0,0 1 1 0 0,0-1-1 0 0,0 1 1 0 0,-1-1-1 0 0,0 7 1 0 0,0-8 0 0 0,2 4 17 0 0,-1-6 42 0 0,1-3-40 0 0,0 1 0 0 0,0-1-1 0 0,0 1 1 0 0,0-1 0 0 0,1 0 0 0 0,-1 0 0 0 0,0 0 0 0 0,0 0-1 0 0,-1 0 1 0 0,1-1 0 0 0,0 1 0 0 0,0 0 0 0 0,0-1 0 0 0,-1 1-1 0 0,3-3 1 0 0,-2 1-9 0 0,38-33 169 0 0,-3-1 1 0 0,0-2-1 0 0,-3-2 1 0 0,-1-1 0 0 0,-3-2-1 0 0,-1-1 1 0 0,-2-1 0 0 0,-2-1-1 0 0,35-98 1 0 0,-59 144-143 0 0,0 0 0 0 0,-1 1 0 0 0,1-1 0 0 0,-1 0 1 0 0,1 0-1 0 0,-1 0 0 0 0,1 0 0 0 0,-1 0 0 0 0,0-1 0 0 0,0 1 0 0 0,1 0 1 0 0,-1 0-1 0 0,0 0 0 0 0,0 0 0 0 0,0 0 0 0 0,0 0 0 0 0,0 0 1 0 0,0 0-1 0 0,-1 0 0 0 0,1 0 0 0 0,0-1 0 0 0,0 1 0 0 0,-1 0 0 0 0,1 0 1 0 0,-1 0-1 0 0,0-1 0 0 0,-1 2-17 0 0,1 0 0 0 0,-1 1 0 0 0,1-1 0 0 0,-1 1 0 0 0,1-1 0 0 0,-1 1 0 0 0,1 0 0 0 0,-1 0 0 0 0,1 0 0 0 0,0 0 0 0 0,-1 0 0 0 0,1 0 0 0 0,0 0 0 0 0,0 0 0 0 0,-1 2 0 0 0,-9 7 3 0 0,1 1-1 0 0,1 0 1 0 0,-14 21-1 0 0,1 8-2 0 0,6-11 11 0 0,-25 59 0 0 0,37-78-57 0 0,1 1 0 0 0,1-1 0 0 0,-1 0 0 0 0,1 1-1 0 0,1 0 1 0 0,0-1 0 0 0,1 1 0 0 0,0 0 0 0 0,0 0 0 0 0,3 11 0 0 0,0-8-77 0 0,1-1 1 0 0,1 1 0 0 0,0-1-1 0 0,7 12 1 0 0,-6-13-30 0 0,-1 1 0 0 0,0-1 0 0 0,0 1 1 0 0,2 15-1 0 0,-6-27 132 0 0,-1 1-1 0 0,0-1 1 0 0,1 1-1 0 0,-1 0 1 0 0,0-1 0 0 0,0 1-1 0 0,0 0 1 0 0,0-1 0 0 0,0 1-1 0 0,-1 0 1 0 0,1-1-1 0 0,0 1 1 0 0,-1-1 0 0 0,1 1-1 0 0,-1 0 1 0 0,0-1 0 0 0,0 1-1 0 0,1-1 1 0 0,-1 0-1 0 0,0 1 1 0 0,0-1 0 0 0,0 0-1 0 0,0 1 1 0 0,0-1-1 0 0,-1 0 1 0 0,1 0 0 0 0,0 0-1 0 0,0 0 1 0 0,-1 0 0 0 0,1 0-1 0 0,-1 0 1 0 0,1-1-1 0 0,-1 1 1 0 0,-2 0 0 0 0,0 0-85 0 0,0 0 0 0 0,0 0 0 0 0,0-1 1 0 0,0 0-1 0 0,0 1 0 0 0,0-2 1 0 0,0 1-1 0 0,0 0 0 0 0,0-1 0 0 0,0 0 1 0 0,0 0-1 0 0,-8-3 0 0 0,7-3-655 0 0,4 4-648 0 0</inkml:trace>
</inkml:ink>
</file>

<file path=ppt/ink/ink4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9:10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 13753 0 0,'36'-11'3657'0'0,"4"-20"159"0"0,-39 30-4678 0 0,-34 21-15702 0 0</inkml:trace>
</inkml:ink>
</file>

<file path=ppt/ink/ink4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02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1 440 0 0,'0'0'4140'0'0,"8"1"-1923"0"0</inkml:trace>
</inkml:ink>
</file>

<file path=ppt/ink/ink4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1044 0 0,'0'0'4601'0'0,"18"-8"-4161"0"0,1 11-624 0 0,3 1-2853 0 0,-4-3 1461 0 0</inkml:trace>
</inkml:ink>
</file>

<file path=ppt/ink/ink4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0 372 0 0,'1'4'2535'0'0,"2"1"1849"0"0</inkml:trace>
</inkml:ink>
</file>

<file path=ppt/ink/ink4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10:20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1 824 0 0,'0'12'2168'0'0</inkml:trace>
</inkml:ink>
</file>

<file path=ppt/ink/ink4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49:59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18 1440 0 0,'-48'-16'9048'0'0,"46"14"-8014"0"0,-11 3-2603 0 0,3 13-3724 0 0,6-3 2669 0 0</inkml:trace>
</inkml:ink>
</file>

<file path=ppt/ink/ink4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0:17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91 136 0 0,'-11'-20'4054'0'0,"-1"1"0"0"0,-21-27 0 0 0,32 45-3431 0 0,1 0-8 0 0,0 1-589 0 0,-1 0 1 0 0,1 0 0 0 0,0-1 0 0 0,0 1 0 0 0,0 0 0 0 0,0 0-1 0 0,0 0 1 0 0,0-1 0 0 0,0 1 0 0 0,0 0 0 0 0,0 0 0 0 0,0 0-1 0 0,-1 0 1 0 0,1-1 0 0 0,0 1 0 0 0,0 0 0 0 0,0 0 0 0 0,0 0-1 0 0,0 0 1 0 0,-1 0 0 0 0,1 0 0 0 0,0 0 0 0 0,0 0 0 0 0,0-1-1 0 0,-1 1 1 0 0,1 0 0 0 0,0 0 0 0 0,0 0 0 0 0,0 0 0 0 0,-1 0-1 0 0,1 0 1 0 0,0 0 0 0 0,0 0 0 0 0,0 0 0 0 0,0 0 0 0 0,-1 0 0 0 0,1 0-1 0 0,0 0 1 0 0,0 0 0 0 0,0 0 0 0 0,-1 0 0 0 0,1 1 0 0 0,0-1-1 0 0,0 0 1 0 0,0 0 0 0 0,0 0 0 0 0,-1 0 0 0 0,1 0 0 0 0,0 0-1 0 0,0 0 1 0 0,0 1 0 0 0,0-1 0 0 0,0 0 0 0 0,-1 0 0 0 0,1 0-1 0 0,0 0 1 0 0,0 1 0 0 0,-6 17 228 0 0,1 0 1 0 0,1 0-1 0 0,0 1 0 0 0,2-1 1 0 0,-1 33-1 0 0,-5 27 183 0 0,-7 49-230 0 0,11-82-1063 0 0,-2 0 0 0 0,-1 0 0 0 0,-19 61 1 0 0,24-103 629 0 0,0 6-238 0 0,-2 0 1 0 0,1 0 0 0 0,-1 0 0 0 0,0-1 0 0 0,-7 10 0 0 0,9-16 8 0 0,0 1 0 0 0,0-1 1 0 0,0 0-1 0 0,0 0 1 0 0,-1 0-1 0 0,1 0 1 0 0,-1 0-1 0 0,1 0 1 0 0,-1-1-1 0 0,0 1 1 0 0,0-1-1 0 0,-4 2 0 0 0,-9 0-2334 0 0</inkml:trace>
</inkml:ink>
</file>

<file path=ppt/ink/ink4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0:18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8 528 396 0 0,'-1'0'75'0'0,"1"-1"0"0"0,-1 1-1 0 0,1-1 1 0 0,-1 1 0 0 0,1-1 0 0 0,-1 1-1 0 0,1-1 1 0 0,-1 0 0 0 0,1 1 0 0 0,-1-1-1 0 0,1 0 1 0 0,0 1 0 0 0,-1-1 0 0 0,1 0-1 0 0,0 1 1 0 0,0-1 0 0 0,0 0 0 0 0,-1 0 0 0 0,1 1-1 0 0,0-1 1 0 0,0 0 0 0 0,0 0 0 0 0,0 0-1 0 0,0 1 1 0 0,0-1 0 0 0,1 0 0 0 0,-1 0-1 0 0,0 1 1 0 0,0-1 0 0 0,0 0 0 0 0,1 1-1 0 0,-1-1 1 0 0,0 0 0 0 0,1 0 0 0 0,-1 1 0 0 0,1-1-1 0 0,-1 1 1 0 0,1-1 0 0 0,-1 0 0 0 0,1 1-1 0 0,-1-1 1 0 0,1 1 0 0 0,-1-1 0 0 0,1 1-1 0 0,0 0 1 0 0,-1-1 0 0 0,1 1 0 0 0,0-1-1 0 0,-1 1 1 0 0,1 0 0 0 0,0 0 0 0 0,0-1 0 0 0,-1 1-1 0 0,1 0 1 0 0,0 0 0 0 0,0 0 0 0 0,1 0-1 0 0,59-11 195 0 0,-46 9 91 0 0,398-48 1181 0 0,-209 28-1100 0 0,197-36 293 0 0,-309 39-448 0 0,-1-3-1 0 0,115-46 1 0 0,-190 62-111 0 0,-1-1 1 0 0,1-1-1 0 0,-2 0 0 0 0,1-1 1 0 0,-1-1-1 0 0,-1 0 0 0 0,18-17 0 0 0,-29 25-116 0 0,1-1 0 0 0,0 0 0 0 0,-1 1 0 0 0,1-1 0 0 0,-1 0 0 0 0,0 0 0 0 0,0 0 0 0 0,0-1 0 0 0,0 1 0 0 0,-1 0 0 0 0,1-1 0 0 0,-1 1 0 0 0,0-1 0 0 0,0 0 0 0 0,0 1 0 0 0,0-1 0 0 0,-1 0 0 0 0,1 1 0 0 0,-1-1 0 0 0,0 0 0 0 0,0 0-1 0 0,-1 1 1 0 0,1-1 0 0 0,-1 0 0 0 0,0 1 0 0 0,0-1 0 0 0,0 0 0 0 0,0 1 0 0 0,0-1 0 0 0,-1 1 0 0 0,0 0 0 0 0,0-1 0 0 0,0 1 0 0 0,0 0 0 0 0,0 0 0 0 0,0 0 0 0 0,-1 1 0 0 0,-5-6 0 0 0,6 6-33 0 0,0 0 1 0 0,0 0-1 0 0,-1 0 1 0 0,1 0-1 0 0,0 0 1 0 0,-1 0-1 0 0,1 1 1 0 0,-1-1-1 0 0,0 1 0 0 0,0 0 1 0 0,1 0-1 0 0,-1 0 1 0 0,0 0-1 0 0,0 0 1 0 0,0 0-1 0 0,-6 0 1 0 0,7 2-25 0 0,-1 0 0 0 0,1-1 0 0 0,0 1 1 0 0,-1 0-1 0 0,1 0 0 0 0,0 0 0 0 0,-1 1 0 0 0,1-1 1 0 0,0 1-1 0 0,0-1 0 0 0,0 1 0 0 0,1-1 1 0 0,-1 1-1 0 0,0 0 0 0 0,0 0 0 0 0,1 0 0 0 0,-1 0 1 0 0,1 0-1 0 0,0 1 0 0 0,0-1 0 0 0,-2 4 1 0 0,-11 28 3 0 0,2 0 1 0 0,2 0-1 0 0,1 1 1 0 0,1 0-1 0 0,2 0 1 0 0,-1 41-1 0 0,-10 48 15 0 0,-32 359 158 0 0,48-463-160 0 0,-3 40 353 0 0,4-58 1006 0 0,12-23-1134 0 0,-2 2-82 0 0,-2 3-99 0 0,1 0 0 0 0,1 1 1 0 0,0 0-1 0 0,19-20 0 0 0,-25 31-85 0 0,0 0 0 0 0,1 1 0 0 0,-1-1 0 0 0,1 1 0 0 0,0 0 0 0 0,0 0 1 0 0,0 1-1 0 0,1-1 0 0 0,-1 1 0 0 0,1 1 0 0 0,-1-1 0 0 0,1 1 0 0 0,-1 0 0 0 0,1 0 0 0 0,0 0 1 0 0,-1 1-1 0 0,12 0 0 0 0,112 12-147 0 0,29 2 45 0 0,-136-14 116 0 0,0 0 1 0 0,0-2-1 0 0,0 0 0 0 0,-1-2 0 0 0,25-7 0 0 0,-42 10 29 0 0,0 0 1 0 0,0 0 0 0 0,0 0 0 0 0,-1-1-1 0 0,1 0 1 0 0,-1 0 0 0 0,1 0 0 0 0,-1 0-1 0 0,0-1 1 0 0,0 1 0 0 0,0-1 0 0 0,0 1-1 0 0,0-1 1 0 0,4-5 0 0 0,-6 5 55 0 0,0 0 0 0 0,0 0-1 0 0,0 1 1 0 0,0-1 0 0 0,0 0 0 0 0,0 0 0 0 0,-1 0 0 0 0,0 0 0 0 0,1 0-1 0 0,-1 0 1 0 0,0 0 0 0 0,0 0 0 0 0,-1 0 0 0 0,1 0 0 0 0,-1 0 0 0 0,1 0-1 0 0,-1 0 1 0 0,0 0 0 0 0,0 0 0 0 0,-2-3 0 0 0,3 6-93 0 0,0 0 1 0 0,0 0 0 0 0,0 0-1 0 0,1 0 1 0 0,-1 0-1 0 0,0 0 1 0 0,0 0-1 0 0,0 0 1 0 0,0 0-1 0 0,0 0 1 0 0,0 0 0 0 0,0 0-1 0 0,0 0 1 0 0,0 0-1 0 0,1 0 1 0 0,-1 0-1 0 0,0 0 1 0 0,0 0-1 0 0,0 0 1 0 0,0-1 0 0 0,0 1-1 0 0,0 0 1 0 0,0 0-1 0 0,0 0 1 0 0,0 0-1 0 0,0 0 1 0 0,0 0-1 0 0,0 0 1 0 0,0 0-1 0 0,0 0 1 0 0,0 0 0 0 0,1-1-1 0 0,-1 1 1 0 0,0 0-1 0 0,0 0 1 0 0,0 0-1 0 0,16 17-861 0 0,-7-6 234 0 0,1-1 0 0 0,0 0 1 0 0,15 10-1 0 0,-9-10-1731 0 0,0-2 0 0 0,26 11 0 0 0,-12-8-965 0 0</inkml:trace>
</inkml:ink>
</file>

<file path=ppt/ink/ink4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0:18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66 392 0 0,'0'-9'903'0'0,"2"-19"2940"0"0,-3 0 6038 0 0,-1 34-9522 0 0,-3 8-213 0 0,0-1 0 0 0,2 1 0 0 0,0 0 1 0 0,0 0-1 0 0,2 1 0 0 0,-1-1 0 0 0,2 0 0 0 0,0 1 0 0 0,1-1 0 0 0,0 0 0 0 0,1 0 1 0 0,1 0-1 0 0,0 0 0 0 0,0 0 0 0 0,2 0 0 0 0,0-1 0 0 0,8 17 0 0 0,-11-28-125 0 0,-1 1 0 0 0,1 0-1 0 0,0-1 1 0 0,-1 1 0 0 0,1-1-1 0 0,1 0 1 0 0,-1 0 0 0 0,0 0 0 0 0,0 0-1 0 0,1 0 1 0 0,-1 0 0 0 0,1 0-1 0 0,0-1 1 0 0,-1 1 0 0 0,1-1-1 0 0,0 0 1 0 0,0 0 0 0 0,0 0-1 0 0,0 0 1 0 0,4 0 0 0 0,-1-1-2 0 0,0 1 0 0 0,0-1 1 0 0,0-1-1 0 0,1 0 0 0 0,-1 1 1 0 0,0-2-1 0 0,0 1 1 0 0,0-1-1 0 0,9-4 0 0 0,3-2 11 0 0,0-1 0 0 0,-1-1 0 0 0,0 0-1 0 0,-1-2 1 0 0,20-17 0 0 0,-8 1-11 0 0,-1-1 0 0 0,-2-1 0 0 0,35-54 0 0 0,-59 83-38 0 0,-4 7-212 0 0,-7 17 206 0 0,-2 1-42 0 0,-15 47-1 0 0,25-65 34 0 0,1 0-1 0 0,-1 0 1 0 0,1 1-1 0 0,0-1 1 0 0,0 0-1 0 0,1 1 1 0 0,0-1-1 0 0,0 0 0 0 0,1 1 1 0 0,-1-1-1 0 0,1 1 1 0 0,1-1-1 0 0,2 10 1 0 0,-3-15 31 0 0,1 1-1 0 0,-1 0 1 0 0,0-1 0 0 0,1 1 0 0 0,-1-1 0 0 0,0 1 0 0 0,1-1 0 0 0,0 0 0 0 0,-1 1 0 0 0,1-1-1 0 0,0 0 1 0 0,0 0 0 0 0,0 0 0 0 0,-1 0 0 0 0,1-1 0 0 0,0 1 0 0 0,0 0 0 0 0,0-1 0 0 0,0 0 0 0 0,0 1-1 0 0,1-1 1 0 0,-1 0 0 0 0,0 0 0 0 0,0 0 0 0 0,0 0 0 0 0,0 0 0 0 0,0-1 0 0 0,0 1 0 0 0,0-1-1 0 0,0 1 1 0 0,0-1 0 0 0,2-1 0 0 0,12-3 2 0 0,-1 0-1 0 0,0-2 0 0 0,15-7 1 0 0,-19 8-20 0 0,27-13-24 0 0,-8 2-85 0 0,0 2 0 0 0,2 1 0 0 0,-1 2-1 0 0,1 1 1 0 0,1 1 0 0 0,34-5 0 0 0,-65 15 92 0 0,1-1-1 0 0,-1 1 1 0 0,1 0-1 0 0,0 1 1 0 0,-1-1-1 0 0,1 0 1 0 0,-1 1-1 0 0,1 0 1 0 0,-1-1-1 0 0,1 1 1 0 0,-1 0-1 0 0,0 0 1 0 0,1 0-1 0 0,-1 1 1 0 0,0-1-1 0 0,0 1 1 0 0,0-1-1 0 0,0 1 1 0 0,0-1-1 0 0,0 1 1 0 0,0 0-1 0 0,-1 0 1 0 0,1 0-1 0 0,0 0 1 0 0,-1 0-1 0 0,0 1 1 0 0,1-1-1 0 0,-1 0 1 0 0,0 1-1 0 0,0-1 1 0 0,-1 0-1 0 0,2 4 1 0 0,0-1-28 0 0,-1-1 0 0 0,2 1 0 0 0,-1-1 0 0 0,0 0 0 0 0,1 0 0 0 0,0 0 0 0 0,0 0 1 0 0,4 3-1 0 0,-5-5 66 0 0,0-1 1 0 0,-1 0-1 0 0,1 0 1 0 0,0 0 0 0 0,0 0-1 0 0,0 0 1 0 0,0-1-1 0 0,1 1 1 0 0,-1 0-1 0 0,0-1 1 0 0,0 0-1 0 0,0 1 1 0 0,0-1 0 0 0,0 0-1 0 0,1 0 1 0 0,-1 0-1 0 0,0-1 1 0 0,0 1-1 0 0,0 0 1 0 0,0-1-1 0 0,0 1 1 0 0,0-1 0 0 0,1 0-1 0 0,-2 0 1 0 0,1 0-1 0 0,0 0 1 0 0,0 0-1 0 0,0 0 1 0 0,0 0-1 0 0,0-1 1 0 0,-1 1 0 0 0,1-1-1 0 0,-1 1 1 0 0,1-1-1 0 0,0-1 1 0 0,5-5 380 0 0,0 1 0 0 0,-1-1 0 0 0,-1 0 0 0 0,1 0 0 0 0,-1-1 0 0 0,4-9 0 0 0,-8 16-142 0 0,-1 1-215 0 0,1 0 1 0 0,-1 1-1 0 0,0-1 1 0 0,0 1-1 0 0,1-1 1 0 0,-1 1-1 0 0,1-1 1 0 0,-1 1-1 0 0,0-1 1 0 0,1 1-1 0 0,-1-1 1 0 0,1 1-1 0 0,-1-1 1 0 0,1 1-1 0 0,0-1 1 0 0,-1 1-1 0 0,1 0 1 0 0,-1 0-1 0 0,1-1 1 0 0,0 1-1 0 0,-1 0 1 0 0,1 0-1 0 0,0 0 1 0 0,-1-1-1 0 0,2 1 1 0 0,-2 4-182 0 0,1-1 0 0 0,0 1 0 0 0,0 0 0 0 0,0-1 0 0 0,0 1 0 0 0,0-1 0 0 0,1 0 0 0 0,-1 1 0 0 0,1-1 0 0 0,0 0 0 0 0,0 0 0 0 0,0 0 0 0 0,1 0 0 0 0,-1 0 0 0 0,5 4 0 0 0,-1-3-880 0 0,0 0 1 0 0,0 0 0 0 0,0-1 0 0 0,0 1-1 0 0,0-1 1 0 0,1-1 0 0 0,-1 1 0 0 0,10 1-1 0 0,9 1-2772 0 0</inkml:trace>
</inkml:ink>
</file>

<file path=ppt/ink/ink4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0:19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11 202 96 0 0,'0'0'1189'0'0,"-1"-15"11619"0"0,-4 34-12348 0 0,4-18-429 0 0,1 1 0 0 0,-1-1 0 0 0,0 1 0 0 0,1-1 0 0 0,0 1 0 0 0,-1-1 0 0 0,1 1 0 0 0,0-1 0 0 0,0 1 0 0 0,0-1 0 0 0,0 1 0 0 0,0-1 0 0 0,0 1 0 0 0,0-1 0 0 0,0 1 0 0 0,1-1 0 0 0,-1 1 0 0 0,1-1 0 0 0,-1 1 0 0 0,1-1 0 0 0,-1 0 0 0 0,1 1 0 0 0,0-1 0 0 0,1 2 0 0 0,-1-1-24 0 0,0 0-1 0 0,1 0 1 0 0,-1 0-1 0 0,1 0 1 0 0,0 0 0 0 0,-1 0-1 0 0,1 0 1 0 0,0-1-1 0 0,0 1 1 0 0,0-1 0 0 0,0 1-1 0 0,0-1 1 0 0,0 0-1 0 0,1 0 1 0 0,-1 0 0 0 0,0 0-1 0 0,1 0 1 0 0,-1 0-1 0 0,0-1 1 0 0,4 1 0 0 0,-1 0 14 0 0,0-1 1 0 0,1 0-1 0 0,-1-1 1 0 0,0 1 0 0 0,1-1-1 0 0,-1 0 1 0 0,0 0 0 0 0,0-1-1 0 0,6-2 1 0 0,4-2 26 0 0,-1-1-1 0 0,1-1 1 0 0,-1 0 0 0 0,-1-1 0 0 0,17-13-1 0 0,-15 8-27 0 0,-1 0 0 0 0,0-1 0 0 0,-1 0 0 0 0,-1-1-1 0 0,0 0 1 0 0,-1-1 0 0 0,-1-1 0 0 0,-1 1-1 0 0,0-1 1 0 0,8-27 0 0 0,-21 266-240 0 0,-13 270 187 0 0,16-446 66 0 0,-3 0-1 0 0,-2 0 0 0 0,-1-1 1 0 0,-17 55-1 0 0,24-98 70 0 0,0 0-1 0 0,0 0 1 0 0,0 0 0 0 0,0 0-1 0 0,-1 0 1 0 0,1 0-1 0 0,0 0 1 0 0,-1 0-1 0 0,1-1 1 0 0,-1 1 0 0 0,1 0-1 0 0,-1 0 1 0 0,1 0-1 0 0,-1 0 1 0 0,1 0 0 0 0,-1-1-1 0 0,0 1 1 0 0,1 0-1 0 0,-1-1 1 0 0,0 1 0 0 0,0 0-1 0 0,0-1 1 0 0,0 1-1 0 0,1-1 1 0 0,-1 1 0 0 0,0-1-1 0 0,0 0 1 0 0,0 1-1 0 0,0-1 1 0 0,-2 1 0 0 0,2-2-38 0 0,0 0 1 0 0,0-1 0 0 0,-1 1 0 0 0,1 0 0 0 0,0 0 0 0 0,0-1 0 0 0,1 1 0 0 0,-1 0 0 0 0,0-1 0 0 0,0 1 0 0 0,1-1 0 0 0,-1 1-1 0 0,0-1 1 0 0,1 1 0 0 0,0-1 0 0 0,-1 1 0 0 0,1-1 0 0 0,0 0 0 0 0,0-2 0 0 0,-1-10 74 0 0,0 1 1 0 0,1-1-1 0 0,1 1 1 0 0,0-1 0 0 0,1 0-1 0 0,0 1 1 0 0,1 0-1 0 0,1 0 1 0 0,0 0-1 0 0,7-15 1 0 0,4-5-542 0 0,2 2 0 0 0,31-48 0 0 0,-32 57-440 0 0,0 1-1 0 0,2 1 0 0 0,0 1 0 0 0,24-20 1 0 0,41-27-6648 0 0,-24 22 2332 0 0</inkml:trace>
</inkml:ink>
</file>

<file path=ppt/ink/ink4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0:22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125 308 668 0 0,'-18'-58'7209'0'0,"17"56"-6417"0"0,-3-6 4093 0 0,4 8-4784 0 0,-7 41 215 0 0,2 0 0 0 0,0 71 0 0 0,1-20-89 0 0,4-44-63 0 0,1 0 0 0 0,14 81 1 0 0,-2-22 88 0 0,0-18 574 0 0,-13-87 442 0 0,-4-7-1028 0 0,-14-29-131 0 0,1 0-1 0 0,2 0 1 0 0,1-2-1 0 0,2 0 1 0 0,1 0-1 0 0,2-1 1 0 0,1 0-1 0 0,-3-48 1 0 0,9 54-199 0 0,1-1 0 0 0,1 1 0 0 0,1 0 1 0 0,2 0-1 0 0,2 0 0 0 0,0 0 0 0 0,2 1 0 0 0,2 0 0 0 0,0 0 0 0 0,24-49 1 0 0,-26 65 15 0 0,1 1 0 0 0,1 1 0 0 0,0-1 0 0 0,0 1 0 0 0,1 1 0 0 0,1 0 0 0 0,0 0 0 0 0,0 1 0 0 0,1 0 0 0 0,0 1 0 0 0,1 1 0 0 0,0 0 0 0 0,0 0 0 0 0,1 2 0 0 0,24-10 0 0 0,-25 12-14 0 0,-1 1-1 0 0,1 0 1 0 0,-1 1-1 0 0,1 0 1 0 0,0 1-1 0 0,0 1 1 0 0,0 0 0 0 0,0 0-1 0 0,-1 1 1 0 0,1 1-1 0 0,0 0 1 0 0,-1 1-1 0 0,1 1 1 0 0,-1-1-1 0 0,0 2 1 0 0,0 0 0 0 0,0 0-1 0 0,19 14 1 0 0,-20-13 9 0 0,-1 2-1 0 0,0 0 1 0 0,0 0 0 0 0,-1 1 0 0 0,0 0 0 0 0,0 0 0 0 0,-1 1 0 0 0,0 0 0 0 0,-1 1-1 0 0,0-1 1 0 0,5 13 0 0 0,-10-17 51 0 0,0-1 0 0 0,0 1 0 0 0,0 0 0 0 0,-1-1 0 0 0,0 1 0 0 0,0 0 0 0 0,0 0 0 0 0,-1 0 0 0 0,0 0 0 0 0,0 0 0 0 0,-1 0 0 0 0,1 0 1 0 0,-1-1-1 0 0,0 1 0 0 0,-1 0 0 0 0,0 0 0 0 0,0-1 0 0 0,0 1 0 0 0,0-1 0 0 0,-1 1 0 0 0,0-1 0 0 0,0 0 0 0 0,0 0 0 0 0,-1-1 0 0 0,-5 7 0 0 0,-6 4-7 0 0,0-1 0 0 0,-1-1 1 0 0,-1 0-1 0 0,0-2 0 0 0,0 1 0 0 0,-1-2 1 0 0,-1-1-1 0 0,1 0 0 0 0,-1-1 0 0 0,-1-1 1 0 0,0-1-1 0 0,0-1 0 0 0,0 0 0 0 0,0-2 1 0 0,-29 2-1 0 0,26-9-921 0 0,23 4 763 0 0,-1 0-1 0 0,0 0 1 0 0,1-1-1 0 0,-1 1 1 0 0,1 0-1 0 0,-1-1 1 0 0,1 1 0 0 0,-1 0-1 0 0,1-1 1 0 0,-1 1-1 0 0,1-1 1 0 0,0 1-1 0 0,-1-1 1 0 0,1 1-1 0 0,-1-1 1 0 0,1 1 0 0 0,0-1-1 0 0,0 1 1 0 0,-1-1-1 0 0,1 1 1 0 0,0-1-1 0 0,0 1 1 0 0,0-1 0 0 0,-1 0-1 0 0,1 1 1 0 0,0-1-1 0 0,0 1 1 0 0,0-1-1 0 0,0 0 1 0 0,0 1 0 0 0,0-1-1 0 0,0 1 1 0 0,1-1-1 0 0,-1-1 1 0 0,4-12-2748 0 0</inkml:trace>
</inkml:ink>
</file>

<file path=ppt/ink/ink4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0:23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29 200 0 0,'-10'1'417'0'0,"0"1"0"0"0,1 0 0 0 0,-1 1 0 0 0,1 0 0 0 0,0 0-1 0 0,0 1 1 0 0,0 0 0 0 0,0 1 0 0 0,1 0 0 0 0,-1 0 0 0 0,1 1 0 0 0,1 0 0 0 0,-1 0 0 0 0,1 1-1 0 0,0 0 1 0 0,0 0 0 0 0,-10 16 0 0 0,14-18-326 0 0,0 0 0 0 0,1 0-1 0 0,-1 0 1 0 0,1 0 0 0 0,0 1 0 0 0,0-1-1 0 0,1 1 1 0 0,0-1 0 0 0,0 1 0 0 0,0-1-1 0 0,0 1 1 0 0,1 0 0 0 0,0 0 0 0 0,0-1-1 0 0,1 1 1 0 0,0 0 0 0 0,0-1 0 0 0,0 1 0 0 0,0-1-1 0 0,1 1 1 0 0,0-1 0 0 0,0 0 0 0 0,0 1-1 0 0,1-1 1 0 0,0 0 0 0 0,0-1 0 0 0,0 1-1 0 0,1 0 1 0 0,-1-1 0 0 0,1 0 0 0 0,8 7-1 0 0,-8-7-56 0 0,0 0 0 0 0,0 0 0 0 0,1-1 0 0 0,0 1 0 0 0,-1-1 0 0 0,1 0 0 0 0,1 0 0 0 0,-1-1 0 0 0,0 1 0 0 0,1-1 0 0 0,-1 0 0 0 0,1-1 0 0 0,0 1 0 0 0,-1-1 0 0 0,1 0 0 0 0,0-1 0 0 0,0 1 0 0 0,0-1 0 0 0,-1 0 0 0 0,1-1 0 0 0,0 0 0 0 0,0 1 0 0 0,0-2 0 0 0,-1 1 0 0 0,1-1 0 0 0,-1 0 0 0 0,1 0 0 0 0,-1 0 0 0 0,0-1 0 0 0,7-4 0 0 0,-6 3 13 0 0,-1 0 0 0 0,0 0 0 0 0,0-1-1 0 0,0 1 1 0 0,0-1 0 0 0,-1-1 0 0 0,0 1 0 0 0,0 0 0 0 0,-1-1 0 0 0,1 0-1 0 0,-1 0 1 0 0,0 0 0 0 0,-1 0 0 0 0,1 0 0 0 0,-1-1 0 0 0,-1 1 0 0 0,1-1-1 0 0,-1 1 1 0 0,0-1 0 0 0,-1 0 0 0 0,1 1 0 0 0,-1-1 0 0 0,-1 0 0 0 0,1 0-1 0 0,-1 1 1 0 0,-2-9 0 0 0,-5-14-88 0 0,-1 0 0 0 0,-1 1 0 0 0,-21-40 0 0 0,30 66-618 0 0</inkml:trace>
</inkml:ink>
</file>

<file path=ppt/ink/ink4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0:23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41 736 0 0,'-21'-39'8823'0'0,"20"38"-8144"0"0,-53 19 505 0 0,45-15-1100 0 0,0 2 0 0 0,0 0 0 0 0,0 0 0 0 0,1 0 0 0 0,0 1 0 0 0,0 0 0 0 0,1 1-1 0 0,-1 0 1 0 0,-8 10 0 0 0,14-14-70 0 0,0 0-1 0 0,1 0 0 0 0,-1 0 0 0 0,0 1 0 0 0,1-1 1 0 0,0 0-1 0 0,-1 1 0 0 0,1-1 0 0 0,1 0 1 0 0,-1 1-1 0 0,0 0 0 0 0,1-1 0 0 0,0 1 0 0 0,0-1 1 0 0,0 1-1 0 0,0-1 0 0 0,1 1 0 0 0,-1 0 0 0 0,1-1 1 0 0,0 1-1 0 0,0-1 0 0 0,0 0 0 0 0,0 1 1 0 0,1-1-1 0 0,-1 0 0 0 0,1 0 0 0 0,0 0 0 0 0,0 0 1 0 0,3 4-1 0 0,9 10 22 0 0,0-1 0 0 0,33 28 0 0 0,-33-33-95 0 0,-1 2 1 0 0,0 0 0 0 0,-1 1 0 0 0,16 21-1 0 0,-27-34 58 0 0,-1-1 0 0 0,0 1 0 0 0,1-1 0 0 0,-1 1 0 0 0,0 0 0 0 0,1-1 0 0 0,-1 1 0 0 0,0-1-1 0 0,0 1 1 0 0,1 0 0 0 0,-1-1 0 0 0,0 1 0 0 0,0 0 0 0 0,0-1 0 0 0,0 1 0 0 0,0 0-1 0 0,0-1 1 0 0,0 1 0 0 0,0 0 0 0 0,0-1 0 0 0,0 1 0 0 0,-1 0 0 0 0,1-1 0 0 0,0 1-1 0 0,0 0 1 0 0,0-1 0 0 0,-1 1 0 0 0,1-1 0 0 0,0 1 0 0 0,-1 0 0 0 0,0 0 0 0 0,-22 9 33 0 0,-33-5 209 0 0,56-5-234 0 0,-13 0 21 0 0,1-1-1 0 0,-1 0 0 0 0,1-1 0 0 0,0-1 0 0 0,-1 1 1 0 0,1-2-1 0 0,0 0 0 0 0,1 0 0 0 0,-1-1 0 0 0,-21-13 1 0 0,30 11-5055 0 0,16-4 2663 0 0,-1 6-999 0 0</inkml:trace>
</inkml:ink>
</file>

<file path=ppt/ink/ink4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0:25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23 568 0 0,'-1'-19'9029'0'0,"1"15"-10209"0"0</inkml:trace>
</inkml:ink>
</file>

<file path=ppt/ink/ink4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0:28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1 128 224 0 0,'3'-45'4597'0'0,"-3"39"-3961"0"0,0-1 1 0 0,0 0-1 0 0,1 1 0 0 0,0-1 0 0 0,0 1 0 0 0,1-1 1 0 0,4-10-1 0 0,-6 16-49 0 0,3-13 743 0 0,-1 9 1975 0 0,-7 144-2824 0 0,23 237-1 0 0,-14-267-2525 0 0,-7-101 1646 0 0</inkml:trace>
</inkml:ink>
</file>

<file path=ppt/ink/ink4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0:29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8 584 0 0,'0'0'9486'0'0,"7"1"-9073"0"0,23 0-340 0 0,53-4 0 0 0,-6-1-2211 0 0,-33 2-2073 0 0,-21 2 1803 0 0</inkml:trace>
</inkml:ink>
</file>

<file path=ppt/ink/ink4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0:29.3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42 892 0 0,'0'0'1708'0'0,"18"-2"-232"0"0,1-3-848 0 0,-10 2-60 0 0,9 1-75 0 0,-3-3-137 0 0,4 4-168 0 0,0-3-180 0 0,7 0-184 0 0,2 2-188 0 0,0 1-177 0 0,4-5-335 0 0,8 1-944 0 0,-9 4 420 0 0</inkml:trace>
</inkml:ink>
</file>

<file path=ppt/ink/ink4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0:29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122 153 460 0 0,'0'0'4660'0'0,"-7"2"-3955"0"0,6-2-649 0 0,-1 0 0 0 0,0 1 1 0 0,1-1-1 0 0,-1 1 1 0 0,0 0-1 0 0,1-1 0 0 0,-1 1 1 0 0,1 0-1 0 0,-1 0 1 0 0,1 0-1 0 0,-1 0 0 0 0,1 0 1 0 0,0 0-1 0 0,0 0 1 0 0,-1 1-1 0 0,1-1 0 0 0,0 0 1 0 0,0 1-1 0 0,-1 1 1 0 0,-6 42 1313 0 0,6 61 130 0 0,4 0 0 0 0,5-1 0 0 0,26 130 0 0 0,-31-155 266 0 0,-2-78-911 0 0,-21-8 157 0 0,11-5-893 0 0,1 1-1 0 0,0-1 0 0 0,1-1 1 0 0,1 1-1 0 0,0-1 0 0 0,0-1 0 0 0,1 1 1 0 0,0-1-1 0 0,-5-22 0 0 0,5 13-38 0 0,2-1 1 0 0,0 0-1 0 0,1 1 0 0 0,2-1 0 0 0,1-33 0 0 0,3 17-26 0 0,2 1 0 0 0,1 0 0 0 0,2 0 0 0 0,2 1 0 0 0,1 0 0 0 0,31-66 0 0 0,-32 82-42 0 0,0 1 0 0 0,2 1 0 0 0,0 0 0 0 0,1 1-1 0 0,1 0 1 0 0,1 1 0 0 0,19-18 0 0 0,-29 31-32 0 0,-1 0 0 0 0,1 0 0 0 0,-1 1 0 0 0,1-1 1 0 0,0 1-1 0 0,0 0 0 0 0,1 0 0 0 0,-1 1 0 0 0,0 0 1 0 0,1 0-1 0 0,0 0 0 0 0,-1 1 0 0 0,1-1 0 0 0,0 1 0 0 0,0 1 1 0 0,0-1-1 0 0,0 1 0 0 0,0 0 0 0 0,0 0 0 0 0,0 1 0 0 0,-1-1 1 0 0,1 2-1 0 0,0-1 0 0 0,0 0 0 0 0,-1 1 0 0 0,1 0 1 0 0,-1 1-1 0 0,1-1 0 0 0,-1 1 0 0 0,0 0 0 0 0,9 7 0 0 0,-9-7-8 0 0,0 1 1 0 0,0 0-1 0 0,-1 0 0 0 0,1 1 0 0 0,-1-1 0 0 0,0 1 0 0 0,0 0 0 0 0,-1 0 0 0 0,1 0 0 0 0,-1 1 0 0 0,0-1 0 0 0,-1 1 0 0 0,1 0 0 0 0,-1 0 0 0 0,0-1 0 0 0,-1 2 0 0 0,1-1 0 0 0,-1 0 0 0 0,0 0 0 0 0,-1 0 0 0 0,0 0 0 0 0,0 1 0 0 0,-1 10 0 0 0,-1-9 5 0 0,0 1 1 0 0,0-1-1 0 0,-1 0 0 0 0,-1 1 1 0 0,1-1-1 0 0,-1-1 0 0 0,0 1 0 0 0,-1 0 1 0 0,0-1-1 0 0,0 0 0 0 0,-1 0 1 0 0,1-1-1 0 0,-2 1 0 0 0,1-1 0 0 0,-1-1 1 0 0,-9 8-1 0 0,-2-1-126 0 0,0-2-1 0 0,0 0 1 0 0,-31 13-1 0 0,38-19-439 0 0,1 0 0 0 0,-1-1 0 0 0,0-1 1 0 0,0 1-1 0 0,0-2 0 0 0,0 0 0 0 0,0 0 0 0 0,-17-1 0 0 0,4-7-5614 0 0</inkml:trace>
</inkml:ink>
</file>

<file path=ppt/ink/ink4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0:30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0 876 0 0,'0'0'1979'0'0,"-2"4"-1122"0"0,-2 5-397 0 0,1 1 0 0 0,0 0 0 0 0,1-1 0 0 0,0 1 0 0 0,0 0 0 0 0,1 0 0 0 0,0 0 0 0 0,1 0 0 0 0,1 17 0 0 0,0-21-318 0 0,0 1 1 0 0,0-1-1 0 0,0 0 0 0 0,1 1 1 0 0,0-1-1 0 0,0 0 0 0 0,1 0 1 0 0,-1 0-1 0 0,1 0 0 0 0,1-1 1 0 0,-1 1-1 0 0,1-1 0 0 0,0 0 1 0 0,0 0-1 0 0,1 0 0 0 0,6 6 1 0 0,-9-10-61 0 0,-1 0 0 0 0,0 0-1 0 0,0-1 1 0 0,0 1 0 0 0,0 0 0 0 0,1 0 0 0 0,-1 0 0 0 0,0-1 0 0 0,1 1 0 0 0,-1-1 0 0 0,0 1 0 0 0,1-1 0 0 0,-1 0 0 0 0,1 1 0 0 0,-1-1 0 0 0,1 0-1 0 0,-1 0 1 0 0,1 0 0 0 0,-1 0 0 0 0,1 0 0 0 0,-1 0 0 0 0,0-1 0 0 0,1 1 0 0 0,-1 0 0 0 0,1-1 0 0 0,-1 1 0 0 0,0-1 0 0 0,1 1 0 0 0,-1-1 0 0 0,0 0-1 0 0,1 0 1 0 0,-1 0 0 0 0,0 1 0 0 0,0-1 0 0 0,0 0 0 0 0,0 0 0 0 0,0 0 0 0 0,0-1 0 0 0,0 1 0 0 0,0 0 0 0 0,0 0 0 0 0,-1 0 0 0 0,1-1 0 0 0,1-1-1 0 0,1-3 139 0 0,-1-1 0 0 0,1 1 0 0 0,-1 0 0 0 0,0-1 0 0 0,0 1-1 0 0,-1-1 1 0 0,0 1 0 0 0,0-12 0 0 0,-1 10-324 0 0,-1 1 1 0 0,0 0 0 0 0,0 0-1 0 0,0-1 1 0 0,-1 1-1 0 0,-1 0 1 0 0,1 0-1 0 0,-1 1 1 0 0,0-1-1 0 0,0 0 1 0 0,-1 1-1 0 0,-7-9 1 0 0,4 13-2205 0 0,3 2 957 0 0</inkml:trace>
</inkml:ink>
</file>

<file path=ppt/ink/ink4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0:30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64 292 0 0,'-11'-25'4127'0'0,"8"21"-3835"0"0,0 1 1 0 0,-1 0-1 0 0,1 0 1 0 0,-1 0-1 0 0,0 0 0 0 0,1 0 1 0 0,-2 1-1 0 0,1 0 1 0 0,0-1-1 0 0,0 2 0 0 0,-1-1 1 0 0,1 0-1 0 0,-1 1 1 0 0,1 0-1 0 0,-1 0 0 0 0,0 0 1 0 0,1 1-1 0 0,-6-1 1 0 0,7 1-222 0 0,0 1 1 0 0,0-1-1 0 0,0 0 1 0 0,0 1-1 0 0,0 0 1 0 0,1-1-1 0 0,-1 1 1 0 0,0 0-1 0 0,0 1 1 0 0,1-1-1 0 0,-1 0 1 0 0,1 1-1 0 0,-1-1 1 0 0,1 1-1 0 0,-1 0 1 0 0,1 0 0 0 0,0 0-1 0 0,0 0 1 0 0,0 0-1 0 0,0 1 1 0 0,1-1-1 0 0,-1 0 1 0 0,0 1-1 0 0,1 0 1 0 0,0-1-1 0 0,0 1 1 0 0,-1 0-1 0 0,2-1 1 0 0,-1 1-1 0 0,-1 6 1 0 0,1-3-39 0 0,0-1-1 0 0,1 1 1 0 0,0 0 0 0 0,0 0 0 0 0,0 0-1 0 0,1 0 1 0 0,-1-1 0 0 0,2 1 0 0 0,-1 0-1 0 0,0-1 1 0 0,6 12 0 0 0,34 56-79 0 0,-10-20-119 0 0,13 24-464 0 0,-44-77 634 0 0,0 1 0 0 0,1-1 0 0 0,-1 1 0 0 0,0-1 0 0 0,1 0 1 0 0,-1 1-1 0 0,0-1 0 0 0,1 1 0 0 0,-1-1 0 0 0,0 1 0 0 0,0-1 0 0 0,0 1 0 0 0,0-1 0 0 0,1 1 0 0 0,-1-1 0 0 0,0 1 0 0 0,0-1 0 0 0,0 1 0 0 0,0-1 1 0 0,0 1-1 0 0,0-1 0 0 0,0 1 0 0 0,0-1 0 0 0,0 1 0 0 0,0-1 0 0 0,-1 1 0 0 0,1-1 0 0 0,0 1 0 0 0,0-1 0 0 0,0 1 0 0 0,-1-1 0 0 0,1 1 0 0 0,0-1 1 0 0,0 0-1 0 0,-1 1 0 0 0,1-1 0 0 0,0 1 0 0 0,-1-1 0 0 0,1 0 0 0 0,-1 1 0 0 0,1-1 0 0 0,0 0 0 0 0,-1 1 0 0 0,1-1 0 0 0,-1 0 0 0 0,1 0 0 0 0,-1 0 1 0 0,0 1-1 0 0,0-1 12 0 0,-1 0 1 0 0,1 0-1 0 0,-1 0 1 0 0,1 0-1 0 0,-1 0 1 0 0,1-1-1 0 0,-1 1 1 0 0,1 0-1 0 0,-1-1 1 0 0,1 1-1 0 0,-1-1 1 0 0,1 1-1 0 0,0-1 1 0 0,-1 0-1 0 0,1 0 1 0 0,0 0-1 0 0,-1 1 1 0 0,-1-4-1 0 0,2 3-122 0 0,-1 0 0 0 0,1-1 0 0 0,0 1 0 0 0,0 0 0 0 0,0-1-1 0 0,0 0 1 0 0,0 1 0 0 0,0-1 0 0 0,0 0 0 0 0,1 1-1 0 0,-1-1 1 0 0,1 0 0 0 0,-1 0 0 0 0,1 0 0 0 0,-1 1-1 0 0,1-1 1 0 0,0 0 0 0 0,0 0 0 0 0,0 0 0 0 0,1-3 0 0 0,9-26-5043 0 0,1 18 2350 0 0</inkml:trace>
</inkml:ink>
</file>

<file path=ppt/ink/ink4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0:30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0 217 56 0 0,'0'0'2102'0'0,"13"17"3505"0"0,-15 41-1576 0 0,2-9-2439 0 0,-7 1-4249 0 0,6-48 1574 0 0</inkml:trace>
  <inkml:trace contextRef="#ctx0" brushRef="#br0" timeOffset="1">122 44 736 0 0,'6'-12'2584'0'0,"-1"4"-107"0"0,-2-3 863 0 0,1-1-1248 0 0</inkml:trace>
</inkml:ink>
</file>

<file path=ppt/ink/ink4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0:31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46 56 0 0,'-1'-32'4177'0'0,"0"18"2979"0"0,-6 32-4851 0 0,-14 52-1580 0 0,3 0 0 0 0,-10 81 0 0 0,23-107-611 0 0,2 0-1 0 0,1 1 1 0 0,3-1-1 0 0,2 0 1 0 0,1 1 0 0 0,2-2-1 0 0,22 76 1 0 0,-26-112-97 0 0,0 0 1 0 0,1 0 0 0 0,0 0 0 0 0,0-1 0 0 0,0 0 0 0 0,1 1 0 0 0,0-1 0 0 0,1-1 0 0 0,-1 1 0 0 0,1 0-1 0 0,0-1 1 0 0,7 6 0 0 0,-10-11 12 0 0,0 0 0 0 0,0 1 0 0 0,0-1 0 0 0,0 0 0 0 0,0 0 0 0 0,0 0 1 0 0,0-1-1 0 0,0 1 0 0 0,0 0 0 0 0,0-1 0 0 0,0 0 0 0 0,0 1 0 0 0,-1-1 0 0 0,1 0 0 0 0,0 0 0 0 0,0 0 0 0 0,-1 0 0 0 0,1 0 0 0 0,0 0 0 0 0,-1 0 0 0 0,3-3 0 0 0,5-2 368 0 0,25-22 981 0 0,-28 20-5096 0 0</inkml:trace>
</inkml:ink>
</file>

<file path=ppt/ink/ink4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0:31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51 156 0 0,'2'-20'7505'0'0,"-2"7"-6066"0"0,-1-5-5417 0 0</inkml:trace>
</inkml:ink>
</file>

<file path=ppt/ink/ink4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0:31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46 12 0 0,'7'-16'3004'0'0,"2"-9"8436"0"0,-23 23-10927 0 0,13 1-492 0 0,0 1 0 0 0,0 0 1 0 0,0-1-1 0 0,-1 1 0 0 0,1 0 0 0 0,0 0 1 0 0,0 0-1 0 0,0 0 0 0 0,0 0 0 0 0,-1 0 0 0 0,1 0 1 0 0,0 0-1 0 0,0 0 0 0 0,0 1 0 0 0,0-1 1 0 0,0 0-1 0 0,0 1 0 0 0,0-1 0 0 0,0 1 1 0 0,-2 0-1 0 0,-14 8 96 0 0,1 1 0 0 0,0 0 0 0 0,-19 17 0 0 0,29-22-144 0 0,-1 0 1 0 0,2 1-1 0 0,-1 0 1 0 0,1 0 0 0 0,0 0-1 0 0,0 1 1 0 0,0 0-1 0 0,1 0 1 0 0,0 0 0 0 0,-4 11-1 0 0,-1 26-891 0 0,9-42 841 0 0,9 1-94 0 0,-8-2 169 0 0,0-1 1 0 0,0 0-1 0 0,-1 1 0 0 0,1-1 1 0 0,0 0-1 0 0,0 1 0 0 0,0-1 1 0 0,0 0-1 0 0,0 0 0 0 0,0 0 0 0 0,-1 0 1 0 0,1 0-1 0 0,0 0 0 0 0,0 0 1 0 0,0 0-1 0 0,0 0 0 0 0,0 0 1 0 0,0 0-1 0 0,0 0 0 0 0,-1-1 1 0 0,1 1-1 0 0,2-1 0 0 0,16-8-24 0 0,0-1 1 0 0,0 0-1 0 0,31-24 0 0 0,-32 21-23 0 0,0 1 0 0 0,1 1 0 0 0,35-16 0 0 0,-51 26 18 0 0,26 9-107 0 0,-3 40-34 0 0,-25-46 160 0 0,-1-1 14 0 0,1 0 0 0 0,-1 0-1 0 0,1-1 1 0 0,-1 1 0 0 0,1 0-1 0 0,0-1 1 0 0,-1 1 0 0 0,1-1-1 0 0,0 1 1 0 0,-1-1 0 0 0,1 1-1 0 0,0-1 1 0 0,0 1 0 0 0,-1-1-1 0 0,1 1 1 0 0,0-1 0 0 0,0 0 0 0 0,0 0-1 0 0,-1 1 1 0 0,1-1 0 0 0,0 0-1 0 0,1 0 1 0 0,104-42 524 0 0,-104 41-503 0 0,12 3 1 0 0,-11-2-35 0 0,-1 0 0 0 0,1 0 0 0 0,0 1 1 0 0,0-1-1 0 0,0 1 0 0 0,0 0 0 0 0,0 0 0 0 0,-1 0 0 0 0,1 0 0 0 0,0 1 0 0 0,3 1 1 0 0,3 7-654 0 0,7 5-1178 0 0,-4-8-4645 0 0,-3-4 3547 0 0</inkml:trace>
</inkml:ink>
</file>

<file path=ppt/ink/ink4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0:32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1276 0 0,'0'0'4617'0'0,"26"-13"-3353"0"0,-11 9-140 0 0,1-1-96 0 0,3 1-116 0 0,5 1-100 0 0,6 0-116 0 0,-2 1-224 0 0,4 0-220 0 0,-4 2-260 0 0,-1 4-252 0 0,1-1-348 0 0,2 0-380 0 0,-5 2-780 0 0,-4-1-1909 0 0,-2-4 845 0 0</inkml:trace>
</inkml:ink>
</file>

<file path=ppt/ink/ink4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0:35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452 83 788 0 0,'0'0'1946'0'0,"-13"-44"2900"0"0,7 39-4685 0 0,-1 1-1 0 0,0 0 1 0 0,-1 0-1 0 0,1 0 1 0 0,-1 1-1 0 0,0 0 1 0 0,0 0-1 0 0,0 1 1 0 0,0 0-1 0 0,0 0 1 0 0,0 1-1 0 0,0 0 1 0 0,-1 1-1 0 0,1-1 1 0 0,0 2-1 0 0,-1-1 1 0 0,1 1-1 0 0,0 0 1 0 0,0 1-1 0 0,0 0 1 0 0,0 1-1 0 0,-10 3 1 0 0,-4 2-76 0 0,0 2 1 0 0,0 0-1 0 0,1 1 0 0 0,1 1 1 0 0,0 1-1 0 0,-32 27 1 0 0,45-34-41 0 0,0 0 0 0 0,0 1 0 0 0,1 0 0 0 0,0 1 0 0 0,0-1 0 0 0,1 1 0 0 0,0 0 0 0 0,-8 16 0 0 0,12-20-34 0 0,0-1 1 0 0,0 0-1 0 0,0 1 1 0 0,0-1-1 0 0,0 1 1 0 0,1-1-1 0 0,0 1 1 0 0,0-1 0 0 0,0 1-1 0 0,0-1 1 0 0,0 1-1 0 0,0-1 1 0 0,1 1-1 0 0,0-1 1 0 0,0 1 0 0 0,0-1-1 0 0,0 0 1 0 0,0 1-1 0 0,1-1 1 0 0,-1 0-1 0 0,1 0 1 0 0,0 0-1 0 0,0 0 1 0 0,0 0 0 0 0,5 4-1 0 0,3 2-2 0 0,1 0 1 0 0,0-1-1 0 0,0 0 0 0 0,0-1 1 0 0,1-1-1 0 0,0 0 0 0 0,1 0 0 0 0,-1-1 1 0 0,1-1-1 0 0,0 0 0 0 0,0-1 0 0 0,20 3 1 0 0,19 0-280 0 0,95-1 1 0 0,-136-5 226 0 0,31 0-189 0 0,-1-3-1 0 0,1-1 0 0 0,-1-2 1 0 0,60-16-1 0 0,-80 16 193 0 0,0-1 1 0 0,-1-1-1 0 0,0-1 0 0 0,0-1 1 0 0,-1 0-1 0 0,0-1 0 0 0,-1-1 1 0 0,-1-1-1 0 0,0-1 1 0 0,21-20-1 0 0,-29 23 466 0 0,-1 0 1 0 0,0-1-1 0 0,0 0 0 0 0,-1 0 1 0 0,-1-1-1 0 0,7-17 0 0 0,-12 29-154 0 0,-1 1-252 0 0,-1 0 1 0 0,1 0-1 0 0,0 0 0 0 0,0 0 0 0 0,0 0 0 0 0,-1 0 0 0 0,1 0 0 0 0,0 0 1 0 0,0 0-1 0 0,0 0 0 0 0,-1 0 0 0 0,1 0 0 0 0,0 0 0 0 0,0 0 0 0 0,0 0 1 0 0,0 0-1 0 0,-1 0 0 0 0,1 0 0 0 0,0 0 0 0 0,0-1 0 0 0,0 1 0 0 0,0 0 1 0 0,-1 0-1 0 0,1 0 0 0 0,0 0 0 0 0,0 0 0 0 0,0 0 0 0 0,0-1 0 0 0,0 1 1 0 0,-1 0-1 0 0,1 0 0 0 0,0 0 0 0 0,0 0 0 0 0,0 0 0 0 0,0-1 1 0 0,0 1-1 0 0,0 0 0 0 0,0 0 0 0 0,0 0 0 0 0,0-1 0 0 0,0 1 0 0 0,0 0 1 0 0,0 0-1 0 0,0 0 0 0 0,0-1 0 0 0,0 1 0 0 0,0 0 0 0 0,0 0 0 0 0,0 0 1 0 0,0-1-1 0 0,0 1 0 0 0,0 0 0 0 0,0 0 0 0 0,0 0 0 0 0,0 0 0 0 0,0-1 1 0 0,0 1-1 0 0,0 0 0 0 0,1 0 0 0 0,-1 0 0 0 0,0 0 0 0 0,0-1 0 0 0,0 1 1 0 0,0 0-1 0 0,-13 9 12 0 0,0 1 0 0 0,0 1 0 0 0,1 0 1 0 0,0 0-1 0 0,1 1 0 0 0,1 1 0 0 0,0 0 0 0 0,0 0 1 0 0,1 1-1 0 0,1 0 0 0 0,0 0 0 0 0,-9 27 0 0 0,16-39-35 0 0,1-1 0 0 0,-1 0 0 0 0,1 1 0 0 0,0-1 0 0 0,0 1-1 0 0,0-1 1 0 0,0 0 0 0 0,0 1 0 0 0,0-1 0 0 0,0 0 0 0 0,0 1-1 0 0,1-1 1 0 0,-1 1 0 0 0,0-1 0 0 0,1 0 0 0 0,-1 1 0 0 0,1-1-1 0 0,0 0 1 0 0,-1 0 0 0 0,1 0 0 0 0,0 1 0 0 0,0-1 0 0 0,0 0-1 0 0,-1 0 1 0 0,1 0 0 0 0,0 0 0 0 0,1 0 0 0 0,-1 0 0 0 0,0-1-1 0 0,0 1 1 0 0,0 0 0 0 0,2 0 0 0 0,0 1-21 0 0,0-1-1 0 0,0 0 1 0 0,-1 0 0 0 0,1 0 0 0 0,0 0 0 0 0,1 0 0 0 0,-1-1-1 0 0,0 1 1 0 0,0-1 0 0 0,0 0 0 0 0,0 0 0 0 0,0 0-1 0 0,0 0 1 0 0,5-1 0 0 0,84-19-805 0 0,-90 20 755 0 0,-1 0-85 0 0,0 0 144 0 0,0 0 1 0 0,0 1-1 0 0,0-1 1 0 0,0 1 0 0 0,0-1-1 0 0,1 1 1 0 0,-1-1 0 0 0,0 1-1 0 0,-1-1 1 0 0,1 1 0 0 0,0 0-1 0 0,0 0 1 0 0,0 0 0 0 0,0-1-1 0 0,0 1 1 0 0,-1 0-1 0 0,1 0 1 0 0,0 0 0 0 0,-1 0-1 0 0,1 0 1 0 0,-1 0 0 0 0,1 2-1 0 0,0 3-35 0 0,4 31-83 0 0,-5-35 125 0 0,1-1-1 0 0,-1 1 1 0 0,0-1 0 0 0,1 1-1 0 0,-1-1 1 0 0,1 1-1 0 0,-1-1 1 0 0,1 1-1 0 0,0-1 1 0 0,-1 1-1 0 0,1-1 1 0 0,0 0-1 0 0,0 1 1 0 0,0-1-1 0 0,0 0 1 0 0,0 0-1 0 0,0 0 1 0 0,2 1-1 0 0,0-1 8 0 0,0-1-1 0 0,0 1 0 0 0,1-1 1 0 0,-1 0-1 0 0,0 0 0 0 0,0 0 1 0 0,0 0-1 0 0,1-1 0 0 0,-1 1 1 0 0,0-1-1 0 0,0 0 0 0 0,0 0 1 0 0,0 0-1 0 0,0 0 0 0 0,3-3 1 0 0,6 0-15 0 0,114-40-142 0 0,-80 26 47 0 0,1 2-1 0 0,0 1 0 0 0,1 3 1 0 0,79-9-1 0 0,-124 21 90 0 0,-1-1-1 0 0,0 1 1 0 0,1 0 0 0 0,-1 0-1 0 0,0 0 1 0 0,1 0-1 0 0,-1 1 1 0 0,0-1 0 0 0,0 0-1 0 0,1 1 1 0 0,-1 0-1 0 0,0 0 1 0 0,0-1 0 0 0,0 1-1 0 0,0 0 1 0 0,0 1-1 0 0,0-1 1 0 0,0 0 0 0 0,0 1-1 0 0,0-1 1 0 0,0 1-1 0 0,-1-1 1 0 0,1 1 0 0 0,-1 0-1 0 0,1 0 1 0 0,-1 0-1 0 0,0 0 1 0 0,1 0 0 0 0,0 2-1 0 0,-1 0-12 0 0,0-1 0 0 0,-1 0 0 0 0,0 0 0 0 0,1 1 0 0 0,-1-1 0 0 0,0 0-1 0 0,0 0 1 0 0,-1 1 0 0 0,1-1 0 0 0,-1 0 0 0 0,1 0 0 0 0,-1 0 0 0 0,0 1 0 0 0,0-1 0 0 0,-1 0-1 0 0,1 0 1 0 0,-1 0 0 0 0,1-1 0 0 0,-4 5 0 0 0,4-5-72 0 0,1-2 96 0 0,0 0 0 0 0,0 1 0 0 0,0-1 0 0 0,0 0 0 0 0,1 0 0 0 0,-1 1 0 0 0,0-1 0 0 0,0 0 0 0 0,0 0 0 0 0,0 0 0 0 0,0 1 0 0 0,1-1 0 0 0,-1 0 0 0 0,0 0 0 0 0,0 0 0 0 0,0 0 0 0 0,1 0 1 0 0,-1 1-1 0 0,0-1 0 0 0,0 0 0 0 0,1 0 0 0 0,-1 0 0 0 0,0 0 0 0 0,0 0 0 0 0,1 0 0 0 0,-1 0 0 0 0,0 0 0 0 0,0 0 0 0 0,1 0 0 0 0,-1 0 0 0 0,0 0 0 0 0,0 0 0 0 0,1 0 0 0 0,-1 0 0 0 0,0 0 0 0 0,1 0 0 0 0,-1 0 0 0 0,0 0 0 0 0,0 0 1 0 0,0 0-1 0 0,1-1 0 0 0,-1 1 0 0 0,0 0 0 0 0,0 0 0 0 0,1 0 0 0 0,-1 0 0 0 0,0 0 0 0 0,0-1 0 0 0,1 1 0 0 0,23-15-126 0 0,23-23 201 0 0,11-22 2670 0 0,-57 59-2072 0 0,-1 1-645 0 0,0 0 0 0 0,0 0 1 0 0,0 1-1 0 0,0-1 1 0 0,1 0-1 0 0,-1 0 0 0 0,0 0 1 0 0,0 1-1 0 0,0-1 0 0 0,0 0 1 0 0,0 0-1 0 0,0 0 1 0 0,1 0-1 0 0,-1 1 0 0 0,0-1 1 0 0,0 0-1 0 0,0 0 0 0 0,1 0 1 0 0,-1 0-1 0 0,0 0 1 0 0,0 0-1 0 0,0 0 0 0 0,1 0 1 0 0,-1 1-1 0 0,0-1 1 0 0,0 0-1 0 0,0 0 0 0 0,1 0 1 0 0,-1 0-1 0 0,0 0 0 0 0,0 0 1 0 0,0 0-1 0 0,1 0 1 0 0,-1 0-1 0 0,0 0 0 0 0,0 0 1 0 0,1-1-1 0 0,-1 1 1 0 0,0 0-1 0 0,0 0 0 0 0,0 0 1 0 0,1 0-1 0 0,-1 0 0 0 0,0 0 1 0 0,0 0-1 0 0,0 0 1 0 0,0-1-1 0 0,1 1 0 0 0,-1 0 1 0 0,0 0-1 0 0,0 0 1 0 0,0 0-1 0 0,0-1 0 0 0,0 1 1 0 0,0 0-1 0 0,1 0 0 0 0,-1 0 1 0 0,0-1-1 0 0,0 1 1 0 0,0 0-1 0 0,0 0 0 0 0,0 0 1 0 0,0-1-1 0 0,0 1 1 0 0,0 0-1 0 0,0-1 0 0 0,13 18 57 0 0,-11-11-348 0 0,1-1-1 0 0,0 0 1 0 0,1 0-1 0 0,-1-1 1 0 0,1 1-1 0 0,0-1 1 0 0,0 0-1 0 0,0 0 1 0 0,1 0-1 0 0,-1 0 1 0 0,1-1-1 0 0,7 5 0 0 0,43 16-5564 0 0,-20-12 2654 0 0</inkml:trace>
</inkml:ink>
</file>

<file path=ppt/ink/ink4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0:38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32 134 188 0 0,'0'0'929'0'0,"-26"-18"4622"0"0,25 16-4812 0 0,0 2-673 0 0,1 0-1 0 0,0-1 1 0 0,-1 1-1 0 0,1-1 1 0 0,0 0-1 0 0,-1 1 1 0 0,1-1 0 0 0,0 1-1 0 0,-1-1 1 0 0,1 1-1 0 0,0-1 1 0 0,0 0-1 0 0,0 1 1 0 0,0-1-1 0 0,-1 1 1 0 0,1-1-1 0 0,0 0 1 0 0,0 1-1 0 0,0-1 1 0 0,0 0-1 0 0,0 1 1 0 0,1-1-1 0 0,-1 1 1 0 0,0-1-1 0 0,0 0 1 0 0,0 1-1 0 0,0-1 1 0 0,1 1-1 0 0,-1-1 1 0 0,0 0-1 0 0,1 1 1 0 0,-1-1 0 0 0,0 1-1 0 0,1-1 1 0 0,-1 1-1 0 0,1-1 1 0 0,0 1-1 0 0,11-23 962 0 0,-5 15-888 0 0,1 2 0 0 0,0-1-1 0 0,0 1 1 0 0,0 0-1 0 0,1 1 1 0 0,0 0 0 0 0,0 0-1 0 0,0 1 1 0 0,1 0 0 0 0,11-3-1 0 0,-15 6-102 0 0,0-1-1 0 0,0 1 1 0 0,1 0-1 0 0,-1 0 1 0 0,0 1-1 0 0,1-1 1 0 0,-1 2-1 0 0,1-1 1 0 0,-1 1-1 0 0,0 0 1 0 0,1 0 0 0 0,-1 0-1 0 0,0 1 1 0 0,0 0-1 0 0,0 1 1 0 0,11 5-1 0 0,-9-3-16 0 0,0 0-1 0 0,-1 0 0 0 0,0 1 1 0 0,0 0-1 0 0,0 0 0 0 0,0 1 1 0 0,-1 0-1 0 0,0 0 1 0 0,-1 0-1 0 0,1 1 0 0 0,-2 0 1 0 0,1 0-1 0 0,-1 0 0 0 0,0 1 1 0 0,-1-1-1 0 0,0 1 1 0 0,0 0-1 0 0,-1 0 0 0 0,0 0 1 0 0,0 0-1 0 0,-1 0 0 0 0,0 0 1 0 0,-1 1-1 0 0,0-1 1 0 0,-1 0-1 0 0,0 0 0 0 0,0 1 1 0 0,-1-1-1 0 0,0 0 0 0 0,0 0 1 0 0,-1-1-1 0 0,-1 1 0 0 0,1 0 1 0 0,-1-1-1 0 0,-10 15 1 0 0,-9 0 258 0 0,23-23-263 0 0,-1 0 0 0 0,0 1 0 0 0,1-1 0 0 0,-1 0 0 0 0,0 0 0 0 0,0 0 0 0 0,1 1 0 0 0,-1-1 0 0 0,0 0 0 0 0,0 0 0 0 0,1 0-1 0 0,-1 0 1 0 0,0 0 0 0 0,0-1 0 0 0,1 1 0 0 0,-1 0 0 0 0,0 0 0 0 0,0 0 0 0 0,1-1 0 0 0,-1 1 0 0 0,0 0 0 0 0,1-1 0 0 0,-1 1-1 0 0,1-1 1 0 0,-1 1 0 0 0,0 0 0 0 0,1-1 0 0 0,-1 1 0 0 0,1-1 0 0 0,-1 0 0 0 0,1 1 0 0 0,-1-1 0 0 0,1 1 0 0 0,-1-1-1 0 0,1 0 1 0 0,-1-1 0 0 0,1 0-9 0 0,-1 0 0 0 0,0 0 0 0 0,1-1-1 0 0,0 1 1 0 0,0-1 0 0 0,-1 1 0 0 0,1 0 0 0 0,0-1-1 0 0,1 1 1 0 0,-1 0 0 0 0,0-1 0 0 0,1 1 0 0 0,-1-1-1 0 0,1 1 1 0 0,0 0 0 0 0,0 0 0 0 0,1-3-1 0 0,19-36-35 0 0,-7 20 10 0 0,0 0 1 0 0,2 0-1 0 0,0 2 1 0 0,2 0-1 0 0,0 1 1 0 0,37-29-1 0 0,-42 38 6 0 0,0 0 0 0 0,0 1 0 0 0,1 0 0 0 0,0 1 0 0 0,0 0 0 0 0,0 1 0 0 0,1 1-1 0 0,0 1 1 0 0,0 0 0 0 0,1 0 0 0 0,-1 2 0 0 0,22-2 0 0 0,-30 4-10 0 0,-1 0 0 0 0,1 1 0 0 0,-1 0 0 0 0,1 0 0 0 0,-1 0 0 0 0,0 1 0 0 0,1 0 0 0 0,-1 0 1 0 0,0 0-1 0 0,0 1 0 0 0,0 0 0 0 0,-1 0 0 0 0,1 1 0 0 0,-1-1 0 0 0,0 1 0 0 0,0 1 0 0 0,0-1 0 0 0,0 1 0 0 0,-1-1 0 0 0,1 1 0 0 0,-1 0 0 0 0,-1 1 0 0 0,1-1 1 0 0,4 10-1 0 0,-18 38 4 0 0,10-51 528 0 0,5-6-449 0 0,15-13-32 0 0,0 1 0 0 0,2 1 0 0 0,0 1 0 0 0,28-13 1 0 0,-43 23-35 0 0,-1 1 0 0 0,1 0 0 0 0,-1 0 1 0 0,1 0-1 0 0,0 1 0 0 0,0 0 0 0 0,0 1 0 0 0,1 0 1 0 0,-1 0-1 0 0,0 0 0 0 0,0 1 0 0 0,1 0 1 0 0,-1 0-1 0 0,0 1 0 0 0,0 0 0 0 0,1 0 1 0 0,-1 1-1 0 0,0 0 0 0 0,0 0 0 0 0,11 6 1 0 0,-15-6-5 0 0,1 0 0 0 0,-1 0 0 0 0,1 1 0 0 0,-1 0 1 0 0,0-1-1 0 0,0 1 0 0 0,0 0 0 0 0,0 0 1 0 0,-1 1-1 0 0,1-1 0 0 0,-1 1 0 0 0,0-1 0 0 0,0 1 1 0 0,0 0-1 0 0,0 0 0 0 0,-1-1 0 0 0,0 1 0 0 0,2 8 1 0 0,-2-2-633 0 0,-1 1 1 0 0,0-1 0 0 0,-1 1-1 0 0,0-1 1 0 0,-5 19 0 0 0,0 7-4704 0 0</inkml:trace>
</inkml:ink>
</file>

<file path=ppt/ink/ink4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0:39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129 236 616 0 0,'0'0'2567'0'0,"-5"-11"5179"0"0,-18 25-7538 0 0,7-4 29 0 0,1 0 0 0 0,0 1 0 0 0,0 0-1 0 0,-18 20 1 0 0,32-30-193 0 0,1-1-39 0 0,-1 0 0 0 0,1 1 0 0 0,-1-1-1 0 0,1 1 1 0 0,0-1 0 0 0,-1 0 0 0 0,1 1 0 0 0,-1-1-1 0 0,1 1 1 0 0,0 0 0 0 0,0-1 0 0 0,-1 1 0 0 0,1-1-1 0 0,0 1 1 0 0,0-1 0 0 0,0 1 0 0 0,-1 0 0 0 0,1-1 0 0 0,0 1-1 0 0,0-1 1 0 0,0 1 0 0 0,0 0 0 0 0,0-1 0 0 0,0 1-1 0 0,0 0 1 0 0,0-1 0 0 0,1 1 0 0 0,-1-1 0 0 0,0 1-1 0 0,0 0 1 0 0,0-1 0 0 0,1 1 0 0 0,-1-1 0 0 0,0 1-1 0 0,0-1 1 0 0,1 1 0 0 0,-1-1 0 0 0,1 1 0 0 0,-1-1 0 0 0,0 1-1 0 0,1-1 1 0 0,-1 0 0 0 0,1 1 0 0 0,-1-1 0 0 0,1 1-1 0 0,-1-1 1 0 0,1 0 0 0 0,0 0 0 0 0,-1 1 0 0 0,1-1-1 0 0,-1 0 1 0 0,1 0 0 0 0,0 0 0 0 0,-1 0 0 0 0,2 1-1 0 0,86-13-438 0 0,-40 5 144 0 0,-46 6 244 0 0,2 1 12 0 0,0 0-1 0 0,0 0 1 0 0,1 1 0 0 0,-1-1 0 0 0,0 1 0 0 0,0 0-1 0 0,-1 0 1 0 0,1 0 0 0 0,0 0 0 0 0,6 4 0 0 0,0-2 41 0 0,0-1 1 0 0,0 1 0 0 0,1-1-1 0 0,-1-1 1 0 0,1 0 0 0 0,-1-1-1 0 0,1 0 1 0 0,0 0 0 0 0,13-3-1 0 0,-10 1 13 0 0,1 0-1 0 0,-1-1 1 0 0,0-1-1 0 0,0-1 1 0 0,0 0-1 0 0,18-9 0 0 0,-25 10 37 0 0,-1 1 0 0 0,0-1 0 0 0,-1 0-1 0 0,1 0 1 0 0,-1-1 0 0 0,1 1 0 0 0,-1-1-1 0 0,-1 0 1 0 0,1-1 0 0 0,-1 1 0 0 0,0-1-1 0 0,0 0 1 0 0,0 0 0 0 0,-1 0 0 0 0,0-1-1 0 0,0 1 1 0 0,2-11 0 0 0,-4 15 17 0 0,-6-4-35 0 0,5 5-36 0 0,-1 0 0 0 0,1 0 0 0 0,-1 0 0 0 0,1 0 0 0 0,0 0 0 0 0,-1 0 0 0 0,0 0 0 0 0,1 0 0 0 0,-1 0 0 0 0,0 0 0 0 0,0 0 0 0 0,1 0 0 0 0,-1 0 0 0 0,0 0 0 0 0,0 1 0 0 0,0-1 0 0 0,0 0 0 0 0,0 1 0 0 0,0-1 0 0 0,0 1 0 0 0,0-1 0 0 0,0 1 0 0 0,0-1 0 0 0,0 1 0 0 0,-1 0 0 0 0,1-1 0 0 0,0 1 0 0 0,-1 0 0 0 0,16 7-289 0 0,0 1 0 0 0,-1 1 0 0 0,0 0 0 0 0,0 0 0 0 0,-1 1 0 0 0,12 13 0 0 0,2 3-475 0 0,0 1 0 0 0,27 37 0 0 0,-53-63 703 0 0,15 8-120 0 0,-13-9 187 0 0,-1 0-1 0 0,1-1 1 0 0,0 1-1 0 0,-1-1 1 0 0,1 1-1 0 0,-1-1 1 0 0,1 1-1 0 0,-1-1 1 0 0,1 0-1 0 0,-1 0 1 0 0,0 0-1 0 0,1 0 1 0 0,-1 0-1 0 0,0 0 1 0 0,0 0-1 0 0,0 0 1 0 0,1 0-1 0 0,-1 0 1 0 0,1-3-1 0 0,21-27 236 0 0,0-6 259 0 0,-2-1-1 0 0,-2 0 0 0 0,-2-2 0 0 0,-1 0 0 0 0,11-44 0 0 0,-22 65-81 0 0,4-10 1236 0 0,-6 30-1073 0 0,0 17-601 0 0,-2 23 69 0 0,-7 60 0 0 0,1-5-49 0 0,4-80-12 0 0,0-14-1 0 0,1 0 0 0 0,-1 0 0 0 0,1 0 0 0 0,0 0 0 0 0,-1 0 0 0 0,1 0 0 0 0,0 0 0 0 0,0 0 0 0 0,1 0 0 0 0,-1 0 0 0 0,0 0 0 0 0,1 0 0 0 0,-1 0 0 0 0,1 0 0 0 0,-1 0 0 0 0,1 0 0 0 0,0-1 0 0 0,0 1 0 0 0,0 0 0 0 0,0 0 0 0 0,0-1 0 0 0,0 1 0 0 0,1 0 0 0 0,-1-1 0 0 0,1 1 0 0 0,1 1 0 0 0,-1-3 10 0 0,0 0 0 0 0,-1-1 0 0 0,1 1 1 0 0,0 0-1 0 0,0 0 0 0 0,-1-1 0 0 0,1 1 0 0 0,0-1 0 0 0,-1 0 1 0 0,1 1-1 0 0,-1-1 0 0 0,1 0 0 0 0,-1 0 0 0 0,3-2 0 0 0,-2 2 1 0 0,10-5 30 0 0,0-1 0 0 0,0 1 0 0 0,-1-2 0 0 0,0 0 0 0 0,0 0 0 0 0,-1-1 0 0 0,0-1 0 0 0,0 1 0 0 0,-1-1 0 0 0,-1-1 0 0 0,0 0 0 0 0,0 0 0 0 0,9-20 0 0 0,-16 30 78 0 0,-1 1-106 0 0,0 0-1 0 0,0-1 0 0 0,0 1 0 0 0,0 0 1 0 0,0 0-1 0 0,0 0 0 0 0,0 0 1 0 0,0 0-1 0 0,0 0 0 0 0,0-1 0 0 0,0 1 1 0 0,0 0-1 0 0,0 0 0 0 0,0 0 1 0 0,0 0-1 0 0,0 0 0 0 0,0 0 0 0 0,0-1 1 0 0,0 1-1 0 0,0 0 0 0 0,0 0 1 0 0,0 0-1 0 0,0 0 0 0 0,0 0 0 0 0,0 0 1 0 0,1-1-1 0 0,-1 1 0 0 0,0 0 1 0 0,0 0-1 0 0,0 0 0 0 0,0 0 0 0 0,0 0 1 0 0,0 0-1 0 0,0 0 0 0 0,1 0 1 0 0,-1 0-1 0 0,0 0 0 0 0,0 0 0 0 0,0 0 1 0 0,0 0-1 0 0,0 0 0 0 0,0 0 1 0 0,1 0-1 0 0,-1 0 0 0 0,0 0 0 0 0,0 0 1 0 0,0 0-1 0 0,0 0 0 0 0,0 0 1 0 0,0 0-1 0 0,1 0 0 0 0,-1 0 0 0 0,0 0 1 0 0,0 0-1 0 0,0 0 0 0 0,0 0 0 0 0,0 0 1 0 0,0 0-1 0 0,1 0 0 0 0,-1 0 1 0 0,0 0-1 0 0,0 0 0 0 0,0 0 0 0 0,0 1 1 0 0,0-1-1 0 0,-3 3 2 0 0,-2 5 1 0 0,2 21 8 0 0,3-26-81 0 0,0 0-1 0 0,0 0 0 0 0,0 0 1 0 0,0 0-1 0 0,1 0 1 0 0,-1 0-1 0 0,1 0 0 0 0,0 0 1 0 0,0 0-1 0 0,0 0 0 0 0,0-1 1 0 0,0 1-1 0 0,1 0 1 0 0,-1-1-1 0 0,3 4 0 0 0,-2-4-514 0 0,0-1 0 0 0,0 1 0 0 0,0-1 0 0 0,0 1 0 0 0,0-1 1 0 0,1 0-1 0 0,-1 1 0 0 0,0-1 0 0 0,1-1 0 0 0,-1 1 0 0 0,1 0 0 0 0,-1 0 0 0 0,5 0 0 0 0,10 1-2512 0 0</inkml:trace>
</inkml:ink>
</file>

<file path=ppt/ink/ink4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0:40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0 147 360 0 0,'41'4'5208'0'0,"-20"-11"-4302"0"0,0 1 151 0 0,0-2 0 0 0,22-11 0 0 0,-38 16-869 0 0,1 0-1 0 0,-1-1 1 0 0,1 1-1 0 0,-1-1 0 0 0,0 0 1 0 0,-1 0-1 0 0,1-1 0 0 0,-1 0 1 0 0,0 0-1 0 0,0 0 0 0 0,0 0 1 0 0,3-6-1 0 0,-8-11 236 0 0,1 21-419 0 0,1 1 1 0 0,-1 0 0 0 0,0 0-1 0 0,0-1 1 0 0,0 1 0 0 0,0 0-1 0 0,0-1 1 0 0,0 1-1 0 0,0 0 1 0 0,0-1 0 0 0,0 1-1 0 0,0 0 1 0 0,0-1 0 0 0,0 1-1 0 0,0 0 1 0 0,0-1-1 0 0,0 1 1 0 0,-1 0 0 0 0,1 0-1 0 0,0-1 1 0 0,0 1-1 0 0,0 0 1 0 0,0-1 0 0 0,0 1-1 0 0,-1 0 1 0 0,1 0 0 0 0,0-1-1 0 0,0 1 1 0 0,-1 0-1 0 0,1 0 1 0 0,0 0 0 0 0,0-1-1 0 0,-1 1 1 0 0,1 0-1 0 0,0 0 1 0 0,0 0 0 0 0,-1 0-1 0 0,1 0 1 0 0,0 0 0 0 0,-1-1-1 0 0,1 1 1 0 0,0 0-1 0 0,-1 0 1 0 0,1 0 0 0 0,0 0-1 0 0,-1 0 1 0 0,1 0-1 0 0,0 0 1 0 0,-1 0 0 0 0,1 0-1 0 0,0 0 1 0 0,0 1 0 0 0,-1-1-1 0 0,-1 2-2 0 0,0 0 0 0 0,0 0-1 0 0,0 0 1 0 0,1 0 0 0 0,-1 1 0 0 0,0-1-1 0 0,1 0 1 0 0,0 1 0 0 0,0-1 0 0 0,0 1 0 0 0,0 0-1 0 0,0-1 1 0 0,0 1 0 0 0,1 0 0 0 0,-1 0-1 0 0,1-1 1 0 0,0 1 0 0 0,0 0 0 0 0,0 0-1 0 0,0-1 1 0 0,0 1 0 0 0,1 0 0 0 0,-1 0-1 0 0,2 4 1 0 0,0-2 6 0 0,0 0-1 0 0,1 0 0 0 0,-1 0 1 0 0,1-1-1 0 0,0 1 1 0 0,0-1-1 0 0,1 1 1 0 0,0-1-1 0 0,-1 0 0 0 0,1-1 1 0 0,0 1-1 0 0,1-1 1 0 0,-1 1-1 0 0,1-1 1 0 0,-1 0-1 0 0,1-1 1 0 0,0 1-1 0 0,0-1 0 0 0,0 0 1 0 0,0-1-1 0 0,1 1 1 0 0,-1-1-1 0 0,0 0 1 0 0,1 0-1 0 0,-1 0 0 0 0,1-1 1 0 0,-1 0-1 0 0,1 0 1 0 0,8-1-1 0 0,-1-1 24 0 0,-1 1 0 0 0,1-2 0 0 0,0 0 0 0 0,-1 0 0 0 0,0-1 0 0 0,1-1 0 0 0,-2 0 0 0 0,1 0 0 0 0,0-1 0 0 0,19-14 0 0 0,-24 14 73 0 0,-1-1 0 0 0,1 1 0 0 0,-1-1-1 0 0,0-1 1 0 0,-1 1 0 0 0,0-1 0 0 0,0 0 0 0 0,7-15-1 0 0,-11 21-61 0 0,1-3 50 0 0,-2 4-126 0 0,0 0-1 0 0,0 0 1 0 0,0 0-1 0 0,1-1 1 0 0,-1 1 0 0 0,0 0-1 0 0,1 0 1 0 0,-1 0-1 0 0,1 0 1 0 0,0 0-1 0 0,-1 0 1 0 0,1 0-1 0 0,0 0 1 0 0,0 0-1 0 0,-1 0 1 0 0,1 0 0 0 0,0 0-1 0 0,0 1 1 0 0,0-1-1 0 0,0 0 1 0 0,1 0-1 0 0,1 2 20 0 0,0 0-1 0 0,-1 1 1 0 0,1-1 0 0 0,-1 1-1 0 0,0-1 1 0 0,1 1-1 0 0,-1 0 1 0 0,0 0 0 0 0,0 0-1 0 0,0 0 1 0 0,0 0-1 0 0,0 1 1 0 0,-1-1-1 0 0,1 0 1 0 0,-1 1 0 0 0,1-1-1 0 0,-1 1 1 0 0,0 0-1 0 0,0-1 1 0 0,0 1 0 0 0,0 0-1 0 0,-1 0 1 0 0,1 0-1 0 0,-1 0 1 0 0,0 3 0 0 0,4 22-51 0 0,-3-20 49 0 0,0 0 1 0 0,1 0-1 0 0,-1 0 0 0 0,1 0 0 0 0,1-1 0 0 0,3 10 0 0 0,-4-14 18 0 0,0 0 0 0 0,0 0-1 0 0,0-1 1 0 0,0 1 0 0 0,1-1 0 0 0,-1 1-1 0 0,1-1 1 0 0,-1 0 0 0 0,1 0 0 0 0,0 0-1 0 0,0 0 1 0 0,0-1 0 0 0,0 1-1 0 0,0-1 1 0 0,0 1 0 0 0,0-1 0 0 0,1 0-1 0 0,5 1 1 0 0,2 0 40 0 0,1 0 1 0 0,-1 0-1 0 0,0-1 0 0 0,1-1 0 0 0,-1 0 0 0 0,1 0 1 0 0,-1-1-1 0 0,0-1 0 0 0,1 0 0 0 0,-1 0 0 0 0,0-1 1 0 0,0-1-1 0 0,-1 0 0 0 0,1 0 0 0 0,-1-1 0 0 0,0 0 1 0 0,0-1-1 0 0,0 0 0 0 0,-1 0 0 0 0,0-1 0 0 0,0-1 1 0 0,-1 1-1 0 0,0-1 0 0 0,0-1 0 0 0,0 0 0 0 0,-2 0 1 0 0,1 0-1 0 0,6-13 0 0 0,-12 21-30 0 0,-1 0 0 0 0,1 0 0 0 0,-1 0 0 0 0,1 0 0 0 0,-1 0 0 0 0,1 0 0 0 0,0 0 1 0 0,-1 0-1 0 0,1 1 0 0 0,0-1 0 0 0,0 0 0 0 0,-1 0 0 0 0,1 1 0 0 0,0-1 0 0 0,0 1 0 0 0,0-1 0 0 0,0 1 0 0 0,0-1 0 0 0,0 1 0 0 0,0-1 0 0 0,0 1 1 0 0,0 0-1 0 0,0-1 0 0 0,0 1 0 0 0,0 0 0 0 0,2 0 0 0 0,-1 0-5 0 0,0 1 0 0 0,0 0 0 0 0,1-1 0 0 0,-1 1 0 0 0,0 0 0 0 0,0 0 0 0 0,0 0 0 0 0,0 0 0 0 0,-1 0 0 0 0,1 1 1 0 0,0-1-1 0 0,2 3 0 0 0,7 8-18 0 0,0 0 1 0 0,0 1-1 0 0,8 15 1 0 0,-10-15 46 0 0,-6-9-32 0 0,-1 1-1 0 0,1-1 0 0 0,-1 1 1 0 0,0 0-1 0 0,0 0 0 0 0,0 0 1 0 0,-1 0-1 0 0,1 5 0 0 0,-1-7-3 0 0,-1-1 0 0 0,1 0-1 0 0,-1 0 1 0 0,0 0-1 0 0,0 0 1 0 0,0 0 0 0 0,0 0-1 0 0,-1 1 1 0 0,1-1 0 0 0,0 0-1 0 0,-1 0 1 0 0,0 0 0 0 0,1 0-1 0 0,-1 0 1 0 0,0 0 0 0 0,0 0-1 0 0,0 0 1 0 0,0-1 0 0 0,0 1-1 0 0,-1 0 1 0 0,1 0 0 0 0,0-1-1 0 0,-4 3 1 0 0,-5 3-295 0 0,-1 0 1 0 0,-1-1-1 0 0,1 0 0 0 0,-1-1 0 0 0,-18 6 1 0 0,-32 3-6472 0 0,39-11 3328 0 0</inkml:trace>
</inkml:ink>
</file>

<file path=ppt/ink/ink4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0:44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39 436 0 0,'0'0'85'0'0,"-6"-24"3018"0"0,-1 10 1024 0 0,0 14-764 0 0,-13 19-3207 0 0,0 1 1 0 0,1 1 0 0 0,1 1 0 0 0,1 0 0 0 0,1 1-1 0 0,0 1 1 0 0,2 1 0 0 0,1 0 0 0 0,2 0-1 0 0,0 1 1 0 0,1 1 0 0 0,-11 53 0 0 0,18-62-115 0 0,0 0 0 0 0,1 1-1 0 0,0-1 1 0 0,2 1 0 0 0,0-1 0 0 0,1 1 0 0 0,1-1 0 0 0,1 1 0 0 0,0-1 0 0 0,2 0-1 0 0,0 0 1 0 0,1-1 0 0 0,0 1 0 0 0,2-1 0 0 0,0-1 0 0 0,1 0 0 0 0,0 0 0 0 0,2 0 0 0 0,0-1-1 0 0,25 26 1 0 0,-22-26-247 0 0,1-2 0 0 0,1 0 0 0 0,0 0 0 0 0,1-2-1 0 0,0 0 1 0 0,20 9 0 0 0,-24-14-1007 0 0,0-1 0 0 0,0-1-1 0 0,1 0 1 0 0,0 0 0 0 0,25 2 0 0 0,-12-4-1782 0 0</inkml:trace>
</inkml:ink>
</file>

<file path=ppt/ink/ink4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0:45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69 1096 0 0,'0'0'2042'0'0,"5"-5"-680"0"0,-2 8 1720 0 0,20 42-2149 0 0,-2 1 0 0 0,19 61 1 0 0,17 38-20 0 0,-26-92 1165 0 0,-11-65-1430 0 0,-12 6-518 0 0,-2 0 1 0 0,1-1-1 0 0,-1 0 0 0 0,0-1 0 0 0,0 1 1 0 0,-1-1-1 0 0,0 0 0 0 0,-1 0 1 0 0,1-1-1 0 0,5-17 0 0 0,8-14 242 0 0,97-183 1168 0 0,-103 197-1383 0 0,-10 21-205 0 0,0-1-1 0 0,0 1 0 0 0,1-1 0 0 0,0 1 0 0 0,6-9 1 0 0,-5-6-1520 0 0</inkml:trace>
</inkml:ink>
</file>

<file path=ppt/ink/ink4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0:45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0 236 0 0,'0'0'4946'0'0,"10"22"-896"0"0,-17 13-2829 0 0,-21 90 776 0 0,24-113-2038 0 0,-6 31-3185 0 0,4-39-1317 0 0</inkml:trace>
</inkml:ink>
</file>

<file path=ppt/ink/ink4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0:45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35 504 0 0,'1'-27'7766'0'0,"-1"20"-11980"0"0</inkml:trace>
</inkml:ink>
</file>

<file path=ppt/ink/ink4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0:46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0 160 0 0,'0'0'7095'0'0,"4"45"-4769"0"0,-6 1-1842 0 0,-2-1 1 0 0,-3 0-1 0 0,-1-1 0 0 0,-2 1 1 0 0,-18 48-1 0 0,6-47 123 0 0,18-38 634 0 0,22-26-703 0 0,-14 14-571 0 0,5-4-24 0 0,1 0-1 0 0,0 0 1 0 0,1 2 0 0 0,0-1-1 0 0,0 1 1 0 0,0 1-1 0 0,0 0 1 0 0,1 0 0 0 0,0 2-1 0 0,0-1 1 0 0,0 1 0 0 0,1 1-1 0 0,-1 0 1 0 0,0 1-1 0 0,1 0 1 0 0,-1 1 0 0 0,17 2-1 0 0,-26-2 13 0 0,-1 0 0 0 0,1 0 0 0 0,0 1 0 0 0,-1-1 1 0 0,1 1-1 0 0,-1 0 0 0 0,1 0 0 0 0,-1 0 0 0 0,0 0 0 0 0,1 0 0 0 0,-1 1 0 0 0,0-1 0 0 0,0 0 0 0 0,1 1 0 0 0,-1 0 0 0 0,3 3 0 0 0,-5-4 21 0 0,1 1 0 0 0,0-1 0 0 0,-1 1 0 0 0,1-1 0 0 0,0 1 0 0 0,-1-1 0 0 0,0 1 0 0 0,1-1 0 0 0,-1 1 0 0 0,0 0 0 0 0,0-1 0 0 0,0 1 1 0 0,0-1-1 0 0,0 1 0 0 0,0 0 0 0 0,-1-1 0 0 0,1 1 0 0 0,0-1 0 0 0,-1 1 0 0 0,0 1 0 0 0,-2 3-7 0 0,0 0 0 0 0,0-1 0 0 0,0 1 1 0 0,-1-1-1 0 0,0 0 0 0 0,0 0 0 0 0,0 0 1 0 0,-1-1-1 0 0,1 1 0 0 0,-1-1 0 0 0,-10 6 0 0 0,-3-1 148 0 0,0 0 0 0 0,0-2-1 0 0,-1 0 1 0 0,0-1-1 0 0,0-1 1 0 0,-1-1 0 0 0,-20 2-1 0 0,18-2 156 0 0,-24-6 485 0 0,44 3-666 0 0,-10-5 534 0 0,3 3-2097 0 0</inkml:trace>
</inkml:ink>
</file>

<file path=ppt/ink/ink4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0:48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6 660 0 0,'1'-6'9024'0'0,"-9"43"-8615"0"0,1 1 0 0 0,1-1 0 0 0,0 58 1 0 0,-6 42 432 0 0,16-87-501 0 0,-4-48-297 0 0,-3 11 373 0 0,3-7 79 0 0,2-7 758 0 0,5-12-1293 0 0,1 0 0 0 0,0 1 0 0 0,0 0 0 0 0,2 1-1 0 0,-1-1 1 0 0,1 2 0 0 0,1-1 0 0 0,0 2 0 0 0,0-1 0 0 0,1 2-1 0 0,21-14 1 0 0,-32 22-21 0 0,0-1 54 0 0,0 1 0 0 0,-1 0 1 0 0,1-1-1 0 0,-1 1 0 0 0,1 0 1 0 0,-1-1-1 0 0,1 1 0 0 0,0 0 1 0 0,-1 0-1 0 0,1 0 0 0 0,-1-1 1 0 0,1 1-1 0 0,0 0 0 0 0,-1 0 1 0 0,1 0-1 0 0,0 0 1 0 0,-1 0-1 0 0,1 0 0 0 0,0 0 1 0 0,-1 1-1 0 0,1-1 0 0 0,0 0 1 0 0,-1 0-1 0 0,1 0 0 0 0,-1 1 1 0 0,1-1-1 0 0,0 0 0 0 0,0 1 1 0 0,24 8-127 0 0,-22-8 128 0 0,2 4-37 0 0,-1 1-1 0 0,1-1 1 0 0,-1 1 0 0 0,0 1 0 0 0,-1-1 0 0 0,0 0 0 0 0,0 1 0 0 0,3 8 0 0 0,6 12-2421 0 0,3-2-4024 0 0</inkml:trace>
</inkml:ink>
</file>

<file path=ppt/ink/ink4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0:50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201 102 240 0 0,'-1'-6'9693'0'0,"-16"12"-9544"0"0,0 1 0 0 0,0 0 0 0 0,0 2 0 0 0,1 0 0 0 0,1 1 0 0 0,0 0 0 0 0,0 1 1 0 0,1 1-1 0 0,-22 23 0 0 0,34-34-132 0 0,0 1 1 0 0,0 0-1 0 0,1 0 1 0 0,-1 0-1 0 0,1 0 0 0 0,-1 0 1 0 0,1 1-1 0 0,0-1 1 0 0,0 0-1 0 0,0 0 1 0 0,0 1-1 0 0,0-1 1 0 0,0 1-1 0 0,1-1 1 0 0,-1 1-1 0 0,1-1 0 0 0,0 1 1 0 0,-1-1-1 0 0,1 1 1 0 0,1 0-1 0 0,-1-1 1 0 0,1 3-1 0 0,-1-3-11 0 0,1-1 0 0 0,0 1-1 0 0,0-1 1 0 0,-1 0 0 0 0,1 1-1 0 0,0-1 1 0 0,1 0 0 0 0,-1 0-1 0 0,0 0 1 0 0,0 0 0 0 0,0 0-1 0 0,1 0 1 0 0,-1 0 0 0 0,0 0 0 0 0,1 0-1 0 0,-1-1 1 0 0,1 1 0 0 0,-1-1-1 0 0,1 1 1 0 0,-1-1 0 0 0,1 1-1 0 0,-1-1 1 0 0,1 0 0 0 0,-1 0 0 0 0,1 0-1 0 0,0 0 1 0 0,-1 0 0 0 0,1 0-1 0 0,-1 0 1 0 0,1 0 0 0 0,0-1-1 0 0,-1 1 1 0 0,1 0 0 0 0,1-2-1 0 0,4 0-15 0 0,-1-1 0 0 0,0 1-1 0 0,0-1 1 0 0,0-1 0 0 0,0 1-1 0 0,-1-1 1 0 0,1 0 0 0 0,-1 0 0 0 0,0-1-1 0 0,0 0 1 0 0,4-5 0 0 0,26-22-101 0 0,-33 32 83 0 0,-2-1-79 0 0,0 1 105 0 0,0 0 0 0 0,0 0-1 0 0,0-1 1 0 0,0 1 0 0 0,0 0 0 0 0,0 0-1 0 0,1-1 1 0 0,-1 1 0 0 0,0 0-1 0 0,0 0 1 0 0,0 0 0 0 0,0-1-1 0 0,1 1 1 0 0,-1 0 0 0 0,0 0-1 0 0,0 0 1 0 0,1 0 0 0 0,-1 0-1 0 0,0-1 1 0 0,0 1 0 0 0,0 0-1 0 0,1 0 1 0 0,-1 0 0 0 0,0 0-1 0 0,0 0 1 0 0,1 0 0 0 0,-1 0 0 0 0,0 0-1 0 0,1 0 1 0 0,-1 0 0 0 0,0 0-1 0 0,0 0 1 0 0,1 0 0 0 0,-1 0-1 0 0,0 0 1 0 0,0 0 0 0 0,1 0-1 0 0,-1 0 1 0 0,0 0 0 0 0,0 1-1 0 0,0-1 1 0 0,1 0 0 0 0,-1 0-1 0 0,0 0 1 0 0,0 0 0 0 0,1 0-1 0 0,-1 1 1 0 0,0-1 0 0 0,0 0 0 0 0,0 0-1 0 0,0 0 1 0 0,1 1 0 0 0,-1-1-1 0 0,0 0 1 0 0,0 0 0 0 0,0 1-1 0 0,0-1 1 0 0,0 0 0 0 0,0 0-1 0 0,0 1 1 0 0,0-1 0 0 0,10 21-75 0 0,-10-20 74 0 0,6 18-24 0 0,-4-13 21 0 0,0 0 1 0 0,0 0 0 0 0,0 0 0 0 0,1-1-1 0 0,0 1 1 0 0,0 0 0 0 0,0-1 0 0 0,1 0-1 0 0,-1 0 1 0 0,1 0 0 0 0,9 9 0 0 0,-12-14 6 0 0,0 0 1 0 0,0 1-1 0 0,0-1 1 0 0,0 0 0 0 0,1 0-1 0 0,-1 0 1 0 0,0 0-1 0 0,0 0 1 0 0,0 0-1 0 0,0 0 1 0 0,0 0 0 0 0,0 0-1 0 0,0-1 1 0 0,0 1-1 0 0,0 0 1 0 0,0-1-1 0 0,0 1 1 0 0,0 0 0 0 0,0-1-1 0 0,0 0 1 0 0,-1 1-1 0 0,1-1 1 0 0,0 1-1 0 0,0-1 1 0 0,0 0 0 0 0,-1 0-1 0 0,1 1 1 0 0,0-1-1 0 0,-1 0 1 0 0,2-1-1 0 0,20-25 25 0 0,-5-4-57 0 0,-1 0-1 0 0,-1 0 0 0 0,-1-2 0 0 0,17-66 0 0 0,-12 43 990 0 0,-18 54-811 0 0,-16 157 756 0 0,4-62-813 0 0,10-92-81 0 0,1 4-5 0 0,0 14 3 0 0,0-19-7 0 0,0 0 0 0 0,0 0 1 0 0,0 1-1 0 0,0-1 0 0 0,0 0 0 0 0,0 1 0 0 0,0-1 0 0 0,0 0 0 0 0,0 0 0 0 0,0 1 1 0 0,0-1-1 0 0,0 0 0 0 0,0 0 0 0 0,0 1 0 0 0,0-1 0 0 0,0 0 0 0 0,0 0 1 0 0,0 0-1 0 0,0 1 0 0 0,0-1 0 0 0,1 0 0 0 0,-1 0 0 0 0,0 1 0 0 0,0-1 0 0 0,0 0 1 0 0,0 0-1 0 0,1 0 0 0 0,-1 0 0 0 0,0 1 0 0 0,0-1 0 0 0,1 0 0 0 0,-1 0 1 0 0,0 0-1 0 0,0 0 0 0 0,0 0 0 0 0,1 0 0 0 0,-1 0 0 0 0,0 1 0 0 0,0-1 0 0 0,1 0 1 0 0,-1 0-1 0 0,0 0 0 0 0,0 0 0 0 0,1 0 0 0 0,-1 0 0 0 0,0 0 0 0 0,0 0 1 0 0,1 0-1 0 0,-1-1 0 0 0,1 1 0 0 0,38-23-127 0 0,69-54 0 0 0,-71 49 67 0 0,14-15 379 0 0,-50 41-191 0 0,-26 50-53 0 0,22-43-70 0 0,1 1-1 0 0,-1 1 0 0 0,1-1 0 0 0,0 0 1 0 0,1 0-1 0 0,-1 1 0 0 0,1-1 1 0 0,1 1-1 0 0,-1 11 0 0 0,2-15-41 0 0,-1 0 0 0 0,1-1-1 0 0,0 1 1 0 0,0-1 0 0 0,0 1-1 0 0,0-1 1 0 0,1 1 0 0 0,-1-1-1 0 0,1 0 1 0 0,-1 1 0 0 0,1-1-1 0 0,0 0 1 0 0,0 0 0 0 0,0 0-1 0 0,0-1 1 0 0,0 1 0 0 0,0 0-1 0 0,1-1 1 0 0,-1 1 0 0 0,0-1-1 0 0,1 0 1 0 0,-1 0 0 0 0,1 0-1 0 0,0 0 1 0 0,3 1 0 0 0,4-1-1074 0 0,-1 1 1 0 0,1-2 0 0 0,0 1 0 0 0,0-1 0 0 0,0-1-1 0 0,10-1 1 0 0,-1-1-1641 0 0</inkml:trace>
</inkml:ink>
</file>

<file path=ppt/ink/ink4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0:50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8 796 0 0,'-2'-8'12643'0'0,"-6"19"-12608"0"0,0 1 0 0 0,1 0 0 0 0,0 0 0 0 0,1 1-1 0 0,1 0 1 0 0,0 0 0 0 0,1 0 0 0 0,-6 26 0 0 0,-11 121 262 0 0,20-153-284 0 0,0 1-6 0 0,1-1 0 0 0,-1 0 0 0 0,2 1 0 0 0,-1-1 0 0 0,1 0 0 0 0,0 0 0 0 0,0 1 0 0 0,1-1 0 0 0,0 0 0 0 0,1 0 0 0 0,-1-1 0 0 0,1 1 0 0 0,7 11 0 0 0,-8-15-15 0 0,0-1-1 0 0,1 1 1 0 0,-1 0 0 0 0,1-1-1 0 0,-1 0 1 0 0,1 0 0 0 0,0 0-1 0 0,0 0 1 0 0,0 0-1 0 0,0 0 1 0 0,0-1 0 0 0,0 0-1 0 0,0 1 1 0 0,1-1 0 0 0,-1 0-1 0 0,0-1 1 0 0,1 1 0 0 0,-1-1-1 0 0,1 1 1 0 0,-1-1 0 0 0,1 0-1 0 0,-1 0 1 0 0,1-1-1 0 0,-1 1 1 0 0,1-1 0 0 0,-1 1-1 0 0,0-1 1 0 0,1 0 0 0 0,-1 0-1 0 0,4-3 1 0 0,4-1 60 0 0,0 0 1 0 0,0-1-1 0 0,-1-1 0 0 0,0 1 0 0 0,-1-2 1 0 0,11-9-1 0 0,-9 8 298 0 0,-10 8-79 0 0,14-2-574 0 0,-13 6-658 0 0,-3 7 1039 0 0,1-6-538 0 0,-2 15-3363 0 0,1-14-456 0 0</inkml:trace>
</inkml:ink>
</file>

<file path=ppt/ink/ink4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0:51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1044 0 0,'0'0'2404'0'0,"6"-25"7915"0"0,-4 20-11977 0 0</inkml:trace>
</inkml:ink>
</file>

<file path=ppt/ink/ink4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0:51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37 280 0 0,'0'0'6430'0'0,"6"-2"-5921"0"0,25-6-112 0 0,0 1 1 0 0,45-3-1 0 0,21 3-5269 0 0,-73 5 2881 0 0</inkml:trace>
</inkml:ink>
</file>

<file path=ppt/ink/ink4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0:51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0 52 0 0,'0'0'5284'0'0,"6"2"-4945"0"0,7 3-193 0 0,0 1-1 0 0,-1 0 1 0 0,1 1-1 0 0,-1 0 0 0 0,-1 1 1 0 0,1 1-1 0 0,-1 0 1 0 0,-1 0-1 0 0,0 1 1 0 0,0 0-1 0 0,-1 1 0 0 0,0 0 1 0 0,-1 0-1 0 0,0 1 1 0 0,-1 0-1 0 0,-1 1 1 0 0,8 18-1 0 0,-3-7 1 0 0,-2 1 0 0 0,-1 0 0 0 0,-1 0 1 0 0,-1 1-1 0 0,-1 0 0 0 0,-1 0 0 0 0,-1 0 0 0 0,-2 46 0 0 0,-3-52 4 0 0,-1 1 0 0 0,-1 0 0 0 0,0-1-1 0 0,-2 0 1 0 0,-1 0 0 0 0,0 0 0 0 0,-1-1-1 0 0,-1 0 1 0 0,-1 0 0 0 0,-1-1 0 0 0,0-1-1 0 0,-1 1 1 0 0,-1-2 0 0 0,-1 0 0 0 0,-30 28-1 0 0,22-23 298 0 0,0-1 0 0 0,-1-1 0 0 0,-1 0 0 0 0,-1-2-1 0 0,-1-1 1 0 0,-34 16 0 0 0,58-31-310 0 0,2 0-189 0 0,-1 0 0 0 0,1 0 0 0 0,-1 0 0 0 0,1 0 0 0 0,-1 0 0 0 0,0 0 0 0 0,0 0 0 0 0,1 0 0 0 0,-1-1 0 0 0,0 1 0 0 0,0 0 0 0 0,0 0 1 0 0,0-1-1 0 0,0 1 0 0 0,0 0 0 0 0,0-1 0 0 0,0 1 0 0 0,0-1 0 0 0,0 0 0 0 0,0 1 0 0 0,0-1 0 0 0,0 0 0 0 0,0 1 0 0 0,0-1 0 0 0,-1 0 0 0 0,0 0 0 0 0,-32 2-7509 0 0,32-2 6241 0 0</inkml:trace>
</inkml:ink>
</file>

<file path=ppt/ink/ink4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0:53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319 756 880 0 0,'0'0'12854'0'0,"-2"-4"-12485"0"0,-9-13-25 0 0,0 1 0 0 0,-1 0-1 0 0,0 1 1 0 0,-25-23 0 0 0,-6-6-22 0 0,15 12-151 0 0,1 0-1 0 0,2-2 1 0 0,-37-63-1 0 0,56 86-167 0 0,1-1-1 0 0,0 1 0 0 0,0-1 1 0 0,2-1-1 0 0,-1 1 1 0 0,1 0-1 0 0,1-1 0 0 0,0 0 1 0 0,1 1-1 0 0,0-1 1 0 0,1 0-1 0 0,1 0 0 0 0,0 0 1 0 0,0 1-1 0 0,2-1 0 0 0,5-19 1 0 0,-3 19-49 0 0,0 0 0 0 0,1 0 0 0 0,0 1 0 0 0,1 0 0 0 0,1 0 0 0 0,0 1 0 0 0,0 0 0 0 0,1 0 1 0 0,19-17-1 0 0,-23 24-26 0 0,0-1 0 0 0,0 1 0 0 0,1 0 1 0 0,-1 0-1 0 0,1 1 0 0 0,0 0 0 0 0,0 0 0 0 0,0 0 1 0 0,0 1-1 0 0,0 0 0 0 0,1 0 0 0 0,-1 0 0 0 0,1 1 1 0 0,-1 0-1 0 0,1 0 0 0 0,0 1 0 0 0,-1 0 1 0 0,1 0-1 0 0,-1 0 0 0 0,1 1 0 0 0,0 0 0 0 0,7 3 1 0 0,-10-3 29 0 0,-1 1 1 0 0,1 0-1 0 0,-1 0 1 0 0,0 1 0 0 0,0-1-1 0 0,0 1 1 0 0,0 0-1 0 0,0-1 1 0 0,0 1 0 0 0,-1 0-1 0 0,1 1 1 0 0,-1-1-1 0 0,0 0 1 0 0,0 1 0 0 0,0-1-1 0 0,-1 1 1 0 0,1 0-1 0 0,-1-1 1 0 0,0 1 0 0 0,0 0-1 0 0,0 0 1 0 0,0 0-1 0 0,0 6 1 0 0,0 3-22 0 0,0 0 0 0 0,-1 0 0 0 0,0 0 0 0 0,-1 0 0 0 0,-4 25 0 0 0,-2-12 4 0 0,-1 1 0 0 0,-1-1 0 0 0,-1-1 0 0 0,-1 1 1 0 0,-1-2-1 0 0,-2 0 0 0 0,-18 26 0 0 0,-15 12-20 0 0,-66 66 0 0 0,74-85 140 0 0,38-43-60 0 0,0 1-1 0 0,1-1 0 0 0,-1 1 1 0 0,0-1-1 0 0,0 1 1 0 0,1 0-1 0 0,-1-1 0 0 0,0 1 1 0 0,1 0-1 0 0,-1-1 1 0 0,1 1-1 0 0,-1 0 0 0 0,1 0 1 0 0,-1 0-1 0 0,1 0 1 0 0,-1-1-1 0 0,1 1 0 0 0,0 0 1 0 0,0 0-1 0 0,-1 0 0 0 0,1 0 1 0 0,0 0-1 0 0,0 0 1 0 0,0 0-1 0 0,0 0 0 0 0,0 0 1 0 0,0 0-1 0 0,0 0 1 0 0,0 0-1 0 0,1 0 0 0 0,-1 0 1 0 0,0-1-1 0 0,0 1 1 0 0,1 0-1 0 0,-1 0 0 0 0,1 0 1 0 0,-1 0-1 0 0,1 0 1 0 0,-1-1-1 0 0,1 1 0 0 0,-1 0 1 0 0,1 0-1 0 0,0-1 1 0 0,-1 1-1 0 0,1 0 0 0 0,0-1 1 0 0,0 1-1 0 0,0-1 1 0 0,-1 1-1 0 0,1-1 0 0 0,0 1 1 0 0,0-1-1 0 0,0 0 1 0 0,0 0-1 0 0,0 1 0 0 0,0-1 1 0 0,0 0-1 0 0,0 0 1 0 0,-1 0-1 0 0,1 0 0 0 0,0 0 1 0 0,0 0-1 0 0,1 0 1 0 0,9 2-100 0 0,1-1 0 0 0,-1-1 1 0 0,0 0-1 0 0,13-1 1 0 0,299-55-5842 0 0,-283 48 3903 0 0,12-2-424 0 0</inkml:trace>
</inkml:ink>
</file>

<file path=ppt/ink/ink4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0:54.2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 1276 0 0,'0'0'1288'0'0,"5"-6"497"0"0,0 6 2268 0 0,1 3-3867 0 0,0 0 0 0 0,0 0 0 0 0,0 1 1 0 0,0-1-1 0 0,0 1 0 0 0,-1 0 0 0 0,0 1 0 0 0,0 0 0 0 0,0 0 0 0 0,0 0 1 0 0,-1 0-1 0 0,6 10 0 0 0,9 14 319 0 0,19 39 0 0 0,-23-39-185 0 0,40 84 2992 0 0,-39-137-2789 0 0,-4 3-204 0 0,-1-1 1 0 0,15-41-1 0 0,5-11-125 0 0,15-4-734 0 0,-43 72 156 0 0,1 1 1 0 0,0 0 0 0 0,0 0-1 0 0,1 1 1 0 0,-1-1 0 0 0,1 1-1 0 0,0 0 1 0 0,1 1 0 0 0,-1-1-1 0 0,0 1 1 0 0,1 0-1 0 0,6-3 1 0 0,-4 5-3095 0 0</inkml:trace>
</inkml:ink>
</file>

<file path=ppt/ink/ink4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0:55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61 428 476 0 0,'0'0'3503'0'0,"34"-28"832"0"0,-28 20-3810 0 0,0 0 0 0 0,0 0-1 0 0,-1 0 1 0 0,0-1 0 0 0,-1 0 0 0 0,1 0 0 0 0,3-14-1 0 0,-8 21-368 0 0,-3-4 46 0 0,3 6-192 0 0,0-1 1 0 0,0 0-1 0 0,0 0 1 0 0,0 1-1 0 0,-1-1 1 0 0,1 0-1 0 0,0 1 1 0 0,-1-1-1 0 0,1 0 1 0 0,0 1-1 0 0,-1-1 1 0 0,1 0-1 0 0,-1 1 1 0 0,1-1-1 0 0,-1 1 1 0 0,1-1-1 0 0,-1 1 0 0 0,1-1 1 0 0,-1 1-1 0 0,0-1 1 0 0,1 1-1 0 0,-1 0 1 0 0,0-1-1 0 0,1 1 1 0 0,-1 0-1 0 0,0 0 1 0 0,-1-1-1 0 0,-4 1 11 0 0,-1 1-1 0 0,1 0 1 0 0,0 0 0 0 0,-1 1-1 0 0,1-1 1 0 0,0 1 0 0 0,0 1-1 0 0,0-1 1 0 0,0 1 0 0 0,1 0-1 0 0,-1 0 1 0 0,1 1-1 0 0,0-1 1 0 0,-6 6 0 0 0,8-7-17 0 0,1 1 0 0 0,-1-1 1 0 0,1 1-1 0 0,0-1 1 0 0,0 1-1 0 0,0-1 0 0 0,0 1 1 0 0,1 0-1 0 0,-1 0 0 0 0,1 0 1 0 0,0 0-1 0 0,-1 0 1 0 0,1 0-1 0 0,1 1 0 0 0,-1-1 1 0 0,0 0-1 0 0,1 0 0 0 0,0 1 1 0 0,-1-1-1 0 0,2 0 1 0 0,-1 0-1 0 0,0 1 0 0 0,0-1 1 0 0,1 0-1 0 0,0 1 0 0 0,0-1 1 0 0,0 0-1 0 0,0 0 1 0 0,2 5-1 0 0,0-2-15 0 0,1-1 1 0 0,-1 1-1 0 0,1-1 0 0 0,0 1 1 0 0,0-1-1 0 0,0 0 0 0 0,1-1 1 0 0,0 1-1 0 0,0-1 0 0 0,0 0 1 0 0,0 0-1 0 0,1-1 0 0 0,-1 1 1 0 0,1-1-1 0 0,0 0 0 0 0,0-1 1 0 0,0 1-1 0 0,0-1 0 0 0,1-1 1 0 0,-1 1-1 0 0,1-1 1 0 0,-1 0-1 0 0,1 0 0 0 0,11-1 1 0 0,-8-1-97 0 0,-1 0 0 0 0,1 0 0 0 0,0-1 0 0 0,-1 0 0 0 0,1-1 0 0 0,-1 0 0 0 0,0 0 0 0 0,0-1 0 0 0,0 0 0 0 0,0-1 0 0 0,-1 0 0 0 0,0 0 0 0 0,0-1 1 0 0,0 0-1 0 0,-1 0 0 0 0,8-9 0 0 0,-6 4 48 0 0,1 1 0 0 0,0 1 1 0 0,0-1-1 0 0,1 1 1 0 0,0 1-1 0 0,19-11 0 0 0,-26 17 58 0 0,1 0 0 0 0,-1 1 0 0 0,0-1 0 0 0,1 1 0 0 0,-1 0-1 0 0,1 0 1 0 0,0 0 0 0 0,-1 1 0 0 0,1 0 0 0 0,-1 0-1 0 0,1 0 1 0 0,0 0 0 0 0,-1 1 0 0 0,1 0 0 0 0,-1 0-1 0 0,1 0 1 0 0,-1 0 0 0 0,1 1 0 0 0,-1 0 0 0 0,0 0 0 0 0,0 0-1 0 0,0 0 1 0 0,7 5 0 0 0,-5-3 0 0 0,0 1-1 0 0,-1 0 1 0 0,1 0-1 0 0,-1 0 1 0 0,8 11-1 0 0,-11-14 1 0 0,0 1 0 0 0,0-1 0 0 0,-1 1 0 0 0,0 0 0 0 0,1-1 0 0 0,-1 1 0 0 0,0 0 0 0 0,0 0 0 0 0,0 0-1 0 0,-1 0 1 0 0,1 0 0 0 0,-1 0 0 0 0,0 0 0 0 0,1 0 0 0 0,-1 0 0 0 0,-1 0 0 0 0,1 0 0 0 0,-1 3 0 0 0,-13 23 40 0 0,7-25 2 0 0,23-27-147 0 0,1 0-1 0 0,1 0 1 0 0,28-26-1 0 0,38-46-217 0 0,-50 42 496 0 0,-2-2 1 0 0,30-71-1 0 0,-54 110 82 0 0,7-23 1155 0 0,-15 35-449 0 0,-8 23-817 0 0,-11 35-37 0 0,2 2 0 0 0,3 0 0 0 0,-11 91 0 0 0,25-144-106 0 0,-1-1-1 0 0,1 1 1 0 0,0-1-1 0 0,0 0 0 0 0,0 1 1 0 0,0-1-1 0 0,0 1 1 0 0,0-1-1 0 0,1 1 1 0 0,-1-1-1 0 0,1 1 0 0 0,-1-1 1 0 0,1 0-1 0 0,0 1 1 0 0,0-1-1 0 0,0 0 1 0 0,1 0-1 0 0,-1 0 0 0 0,0 0 1 0 0,1 0-1 0 0,-1 0 1 0 0,1 0-1 0 0,3 2 1 0 0,0-1-18 0 0,0 0 1 0 0,0-1-1 0 0,0 1 1 0 0,1-1-1 0 0,-1-1 1 0 0,1 1-1 0 0,-1-1 1 0 0,1 0-1 0 0,8 1 1 0 0,61 3-101 0 0,-50-4 61 0 0,-1 0 0 0 0,0 2 0 0 0,45 11 0 0 0,-66-13 45 0 0,-1 0 1 0 0,1 0-1 0 0,0 0 1 0 0,-1 0-1 0 0,1 1 1 0 0,-1-1 0 0 0,1 1-1 0 0,-1 0 1 0 0,0 0-1 0 0,1 0 1 0 0,-1 0-1 0 0,0 0 1 0 0,0 0 0 0 0,-1 0-1 0 0,1 1 1 0 0,0-1-1 0 0,-1 1 1 0 0,0-1-1 0 0,1 1 1 0 0,-1 0 0 0 0,1 4-1 0 0,-2-5 11 0 0,0-1-1 0 0,-1 0 0 0 0,1 0 1 0 0,-1 1-1 0 0,1-1 1 0 0,-1 0-1 0 0,1 0 0 0 0,-1 0 1 0 0,0 0-1 0 0,0 0 0 0 0,0 0 1 0 0,0 0-1 0 0,1 0 1 0 0,-1 0-1 0 0,0 0 0 0 0,-1 0 1 0 0,1 0-1 0 0,0-1 0 0 0,-1 2 1 0 0,-21 12-6 0 0,7-7 21 0 0,0 0 1 0 0,0-1-1 0 0,-1-1 0 0 0,1 0 1 0 0,-1-2-1 0 0,0 0 1 0 0,0 0-1 0 0,-19-1 0 0 0,-36-4-7574 0 0</inkml:trace>
</inkml:ink>
</file>

<file path=ppt/ink/ink4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0:58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699 158 472 0 0,'12'-38'7206'0'0,"-12"30"-6563"0"0,0 0 0 0 0,0 0 0 0 0,-1 1-1 0 0,0-1 1 0 0,0 0 0 0 0,-1 1 0 0 0,0-1 0 0 0,0 1 0 0 0,-1-1-1 0 0,0 1 1 0 0,-7-13 0 0 0,8 18-592 0 0,-1 1 0 0 0,1-1 1 0 0,-1 0-1 0 0,1 1 0 0 0,-1 0 0 0 0,0-1 1 0 0,1 1-1 0 0,-1 0 0 0 0,0 1 0 0 0,0-1 0 0 0,0 0 1 0 0,1 1-1 0 0,-1-1 0 0 0,0 1 0 0 0,0 0 0 0 0,0 0 1 0 0,0 0-1 0 0,-5 1 0 0 0,-51 11 227 0 0,57-11-266 0 0,-28 8 49 0 0,0 2 0 0 0,1 2-1 0 0,0 0 1 0 0,2 2 0 0 0,-1 1 0 0 0,2 1 0 0 0,0 2 0 0 0,-30 27-1 0 0,19-12-20 0 0,1 2-1 0 0,2 2 0 0 0,2 1 1 0 0,-38 60-1 0 0,59-81-43 0 0,1 0 0 0 0,0 0 0 0 0,1 1 0 0 0,2 0 0 0 0,0 1 1 0 0,0-1-1 0 0,2 1 0 0 0,-4 31 0 0 0,8-43-9 0 0,0 0 1 0 0,1 0-1 0 0,0 0 1 0 0,0 0-1 0 0,1 0 1 0 0,0 0-1 0 0,0 0 1 0 0,1 0-1 0 0,0-1 1 0 0,0 1-1 0 0,1 0 1 0 0,0-1-1 0 0,0 0 1 0 0,1 0 0 0 0,0 0-1 0 0,0 0 1 0 0,1-1-1 0 0,0 1 1 0 0,0-1-1 0 0,0 0 1 0 0,1-1-1 0 0,0 1 1 0 0,0-1-1 0 0,12 7 1 0 0,2 0-45 0 0,1-2 1 0 0,1-1-1 0 0,0 0 1 0 0,0-2 0 0 0,0 0-1 0 0,1-1 1 0 0,0-2-1 0 0,0 0 1 0 0,1-2-1 0 0,-1 0 1 0 0,1-2 0 0 0,-1 0-1 0 0,0-2 1 0 0,30-5-1 0 0,21-7-158 0 0,-1-4 0 0 0,0-2-1 0 0,75-33 1 0 0,-129 46 109 0 0,0-1 1 0 0,-1-1-1 0 0,-1-1 0 0 0,1 0 1 0 0,-1-2-1 0 0,-1 1 0 0 0,0-2 1 0 0,-1 0-1 0 0,0-1 0 0 0,-1-1 1 0 0,22-29-1 0 0,-24 15-103 0 0,-12 28 198 0 0,1 1 0 0 0,-1-1 0 0 0,0 0 0 0 0,0 0 0 0 0,0 0 0 0 0,0 0 0 0 0,0 0 0 0 0,0 0-1 0 0,0 0 1 0 0,-1 0 0 0 0,1 0 0 0 0,0 1 0 0 0,0-1 0 0 0,-1 0 0 0 0,1 0 0 0 0,0 0 0 0 0,-1 0 0 0 0,1 1-1 0 0,-1-1 1 0 0,1 0 0 0 0,-1 0 0 0 0,0 1 0 0 0,1-1 0 0 0,-1 0 0 0 0,0 1 0 0 0,1-1 0 0 0,-2 0 0 0 0,-1 0 0 0 0,1 1 0 0 0,0 0 0 0 0,0 0 0 0 0,0-1 0 0 0,0 1 0 0 0,-1 1 0 0 0,1-1 0 0 0,0 0 0 0 0,0 0 0 0 0,0 1 1 0 0,-1 0-1 0 0,1-1 0 0 0,0 1 0 0 0,0 0 0 0 0,0 0 0 0 0,-2 1 0 0 0,-30 18-104 0 0,32-19 94 0 0,0 0 0 0 0,1 0 0 0 0,-1 1 0 0 0,1-1 0 0 0,-1 0 0 0 0,1 1 1 0 0,0-1-1 0 0,-1 1 0 0 0,1 0 0 0 0,0-1 0 0 0,0 1 0 0 0,0 0 0 0 0,0 0 0 0 0,0 0 0 0 0,1-1 0 0 0,-1 1 0 0 0,1 0 1 0 0,-1 0-1 0 0,1 0 0 0 0,0 0 0 0 0,-1 0 0 0 0,1 0 0 0 0,0 0 0 0 0,0 0 0 0 0,1 0 0 0 0,-1 0 0 0 0,0 0 0 0 0,1 0 1 0 0,-1 0-1 0 0,1 0 0 0 0,-1 0 0 0 0,1 0 0 0 0,0 0 0 0 0,0 0 0 0 0,0-1 0 0 0,0 1 0 0 0,0 0 0 0 0,1-1 1 0 0,-1 1-1 0 0,0-1 0 0 0,4 3 0 0 0,-2-1-8 0 0,0 0 1 0 0,0 0-1 0 0,1-1 1 0 0,0 0-1 0 0,-1 1 1 0 0,1-1-1 0 0,0-1 0 0 0,0 1 1 0 0,0-1-1 0 0,0 1 1 0 0,0-1-1 0 0,1 0 1 0 0,-1-1-1 0 0,0 1 1 0 0,1-1-1 0 0,-1 1 1 0 0,0-1-1 0 0,0-1 0 0 0,1 1 1 0 0,3-1-1 0 0,-4 0 81 0 0,-1 0 0 0 0,0 1 0 0 0,0-1-1 0 0,0 0 1 0 0,0-1 0 0 0,0 1-1 0 0,0 0 1 0 0,0-1 0 0 0,-1 0 0 0 0,1 1-1 0 0,0-1 1 0 0,-1 0 0 0 0,0 0-1 0 0,1-1 1 0 0,-1 1 0 0 0,0 0 0 0 0,0-1-1 0 0,0 0 1 0 0,0 1 0 0 0,-1-1 0 0 0,1 0-1 0 0,-1 0 1 0 0,1 0 0 0 0,-1 0-1 0 0,0 0 1 0 0,0 0 0 0 0,-1 0 0 0 0,1 0-1 0 0,-1 0 1 0 0,1-1 0 0 0,-1 1-1 0 0,0 0 1 0 0,0 0 0 0 0,0 0 0 0 0,-1-1-1 0 0,1 1 1 0 0,-1 0 0 0 0,0 0-1 0 0,0 0 1 0 0,0 0 0 0 0,0 0 0 0 0,0 0-1 0 0,-1 0 1 0 0,1 0 0 0 0,-1 0-1 0 0,0 1 1 0 0,0-1 0 0 0,0 1 0 0 0,0-1-1 0 0,0 1 1 0 0,0 0 0 0 0,-1 0 0 0 0,1 0-1 0 0,-1 0 1 0 0,-3-2 0 0 0,2 1-87 0 0,0 0 0 0 0,0 1 1 0 0,0-1-1 0 0,-1 1 1 0 0,1 0-1 0 0,-1 0 0 0 0,0 1 1 0 0,1-1-1 0 0,-1 1 1 0 0,0 0-1 0 0,0 0 0 0 0,0 0 1 0 0,-9 1-1 0 0,0 1-1539 0 0,1 1 1 0 0,0 0-1 0 0,-23 8 0 0 0,22-6-850 0 0,2-2-655 0 0</inkml:trace>
</inkml:ink>
</file>

<file path=ppt/ink/ink4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0:59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0 288 460 0 0,'42'17'4326'0'0,"-39"-14"-4214"0"0,0 0 1 0 0,0 0-1 0 0,-1 0 0 0 0,0 1 1 0 0,1-1-1 0 0,-1 0 1 0 0,-1 1-1 0 0,1 0 0 0 0,0-1 1 0 0,-1 1-1 0 0,0 0 1 0 0,0 0-1 0 0,0 0 0 0 0,0-1 1 0 0,0 1-1 0 0,-1 0 1 0 0,0 0-1 0 0,0 0 0 0 0,0 0 1 0 0,0 0-1 0 0,-1 0 1 0 0,-1 6-1 0 0,1-3-13 0 0,0-1 0 0 0,-1 1 0 0 0,0-1 0 0 0,0 0 0 0 0,-1 0 0 0 0,0 0 0 0 0,0 0 0 0 0,0 0 1 0 0,0-1-1 0 0,-1 1 0 0 0,0-1 0 0 0,-8 8 0 0 0,11-12 39 0 0,1-1-123 0 0,0 0-1 0 0,0-1 0 0 0,0 1 1 0 0,0 0-1 0 0,0 0 0 0 0,0 0 1 0 0,-1 0-1 0 0,1 0 0 0 0,0-1 0 0 0,0 1 1 0 0,0 0-1 0 0,0 0 0 0 0,0 0 1 0 0,0 0-1 0 0,0 0 0 0 0,-1-1 1 0 0,1 1-1 0 0,0 0 0 0 0,0 0 0 0 0,0 0 1 0 0,0 0-1 0 0,0 0 0 0 0,-1 0 1 0 0,1 0-1 0 0,0 0 0 0 0,0 0 1 0 0,0 0-1 0 0,0 0 0 0 0,-1 0 0 0 0,1 0 1 0 0,0 0-1 0 0,0 0 0 0 0,0 0 1 0 0,-1 0-1 0 0,1 0 0 0 0,0 0 1 0 0,0 0-1 0 0,0 0 0 0 0,0 0 0 0 0,-1 0 1 0 0,1 0-1 0 0,0 0 0 0 0,0 0 1 0 0,0 0-1 0 0,0 0 0 0 0,0 0 1 0 0,-1 1-1 0 0,1-1 0 0 0,0 0 0 0 0,0 0 1 0 0,0 0-1 0 0,0 0 0 0 0,0 0 1 0 0,0 0-1 0 0,-1 1 0 0 0,1-1 1 0 0,0 0-1 0 0,0 0 0 0 0,0 0 0 0 0,0 0-2 0 0,-1-1-1 0 0,1 0 0 0 0,-1 0 1 0 0,1 0-1 0 0,-1 1 0 0 0,1-1 1 0 0,0 0-1 0 0,-1 0 0 0 0,1 0 1 0 0,0 0-1 0 0,0 0 0 0 0,0 0 0 0 0,0 0 1 0 0,0 0-1 0 0,0 0 0 0 0,0 0 1 0 0,0 0-1 0 0,0 1 0 0 0,0-1 1 0 0,0 0-1 0 0,1 0 0 0 0,-1 0 1 0 0,1-1-1 0 0,10-16 52 0 0,0 0-1 0 0,2 1 1 0 0,0 0 0 0 0,26-25 0 0 0,-30 33-55 0 0,1 0 0 0 0,0 1 0 0 0,0 0 0 0 0,1 1 0 0 0,0 0 0 0 0,0 1 0 0 0,1 0 0 0 0,23-8 0 0 0,-33 13-10 0 0,0 0-1 0 0,0 1 1 0 0,0-1-1 0 0,1 1 1 0 0,-1 0 0 0 0,0 0-1 0 0,0 0 1 0 0,0 0-1 0 0,0 0 1 0 0,1 0 0 0 0,-1 1-1 0 0,0-1 1 0 0,0 1-1 0 0,0-1 1 0 0,0 1 0 0 0,0 0-1 0 0,0 0 1 0 0,0 0 0 0 0,0 0-1 0 0,0 0 1 0 0,0 0-1 0 0,-1 1 1 0 0,1-1 0 0 0,1 2-1 0 0,3 4-4 0 0,0 0-1 0 0,-1 1 1 0 0,0 0-1 0 0,8 15 1 0 0,-7-11 1 0 0,-5-9 1 0 0,-1-2 11 0 0,0 0 0 0 0,0 0-1 0 0,0 0 1 0 0,0-1 0 0 0,0 1 0 0 0,0 0 0 0 0,0 0 0 0 0,1 0 0 0 0,-1-1-1 0 0,0 1 1 0 0,0 0 0 0 0,1 0 0 0 0,-1 0 0 0 0,1-1 0 0 0,-1 1 0 0 0,0 0-1 0 0,1-1 1 0 0,-1 1 0 0 0,1 0 0 0 0,0-1 0 0 0,-1 1 0 0 0,1-1-1 0 0,-1 1 1 0 0,1-1 0 0 0,0 1 0 0 0,0-1 0 0 0,-1 1 0 0 0,1-1 0 0 0,0 1-1 0 0,0-1 1 0 0,-1 0 0 0 0,1 0 0 0 0,0 1 0 0 0,0-1 0 0 0,0 0 0 0 0,-1 0-1 0 0,1 0 1 0 0,0 0 0 0 0,0 0 0 0 0,0 0 0 0 0,0 0 0 0 0,-1 0-1 0 0,1 0 1 0 0,0-1 0 0 0,0 1 0 0 0,0 0 0 0 0,-1 0 0 0 0,1-1 0 0 0,1 0-1 0 0,39-29 442 0 0,-25 18-369 0 0,-9 7-158 0 0,1 0-1 0 0,0 1 1 0 0,1 0 0 0 0,-1 1 0 0 0,1 0 0 0 0,-1 0 0 0 0,1 1-1 0 0,0 0 1 0 0,0 1 0 0 0,0 0 0 0 0,0 0 0 0 0,0 1 0 0 0,0 0 0 0 0,0 0-1 0 0,0 1 1 0 0,0 0 0 0 0,14 5 0 0 0,-18-6 33 0 0,3 3 89 0 0,-1-2 0 0 0,0 1 0 0 0,1-1 0 0 0,0 0 0 0 0,-1-1 0 0 0,1 1 0 0 0,-1-2-1 0 0,1 1 1 0 0,0-1 0 0 0,-1 0 0 0 0,1-1 0 0 0,-1 1 0 0 0,1-2 0 0 0,-1 1 0 0 0,0-1 0 0 0,0 0 0 0 0,10-6 0 0 0,46-47 3226 0 0,-62 55-2679 0 0,14 30-270 0 0,-10 53-101 0 0,4 67 52 0 0,32 162-1 0 0,-38-271 1879 0 0,-10-72-2052 0 0,2 1 0 0 0,1-1 0 0 0,1 0 0 0 0,1 0 1 0 0,3 0-1 0 0,0 0 0 0 0,2 0 0 0 0,1 0 0 0 0,2 1 0 0 0,18-60 1 0 0,-13 58-117 0 0,2 0 0 0 0,1 1 0 0 0,2 0 0 0 0,1 1 0 0 0,1 1 0 0 0,1 1 0 0 0,2 0 0 0 0,1 2 0 0 0,1 0 0 0 0,27-23 0 0 0,-39 41-6 0 0,0 0-1 0 0,1 0 1 0 0,0 1 0 0 0,0 1 0 0 0,1 0 0 0 0,0 1 0 0 0,27-9 0 0 0,-35 13 8 0 0,1 1 0 0 0,0-1 0 0 0,0 1 1 0 0,0 0-1 0 0,0 0 0 0 0,-1 1 0 0 0,1 0 0 0 0,0 0 0 0 0,0 1 0 0 0,0-1 1 0 0,0 1-1 0 0,0 0 0 0 0,0 1 0 0 0,-1-1 0 0 0,1 1 0 0 0,-1 0 1 0 0,1 1-1 0 0,-1 0 0 0 0,0-1 0 0 0,0 1 0 0 0,8 7 0 0 0,-11-9 10 0 0,0 1 0 0 0,0 0 0 0 0,-1-1 0 0 0,1 1-1 0 0,-1 0 1 0 0,1 0 0 0 0,-1 0 0 0 0,0 0 0 0 0,0 0 0 0 0,0 0-1 0 0,0 1 1 0 0,0-1 0 0 0,0 0 0 0 0,0 0 0 0 0,-1 1 0 0 0,1-1-1 0 0,-1 1 1 0 0,0-1 0 0 0,0 0 0 0 0,0 6 0 0 0,-1-4 1 0 0,0 0 1 0 0,0 1 0 0 0,0-1-1 0 0,-1 0 1 0 0,0 0 0 0 0,0 0-1 0 0,0 0 1 0 0,0 0 0 0 0,-1 0-1 0 0,-4 5 1 0 0,-3 2 22 0 0,0 0 0 0 0,-1-1 0 0 0,-1 0 0 0 0,0 0-1 0 0,-22 13 1 0 0,23-17-317 0 0,1-1 0 0 0,-1 0 0 0 0,0-1-1 0 0,0 1 1 0 0,0-2 0 0 0,-1 0 0 0 0,1 0-1 0 0,-1-1 1 0 0,-14 0 0 0 0,24-2-746 0 0,-4-4-997 0 0,-2 2 813 0 0,6-3-2801 0 0,1-8 604 0 0</inkml:trace>
</inkml:ink>
</file>

<file path=ppt/ink/ink4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1:00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0 620 0 0,'-10'14'7578'0'0,"-35"54"-6586"0"0,30-40-688 0 0,-9 18 252 0 0,2 0 0 0 0,-16 52 0 0 0,33-81-444 0 0,1-1 0 0 0,0 2 0 0 0,1-1 1 0 0,1 0-1 0 0,1 0 0 0 0,0 1 0 0 0,2-1 0 0 0,-1 1 0 0 0,2-1 1 0 0,4 18-1 0 0,-4-28-102 0 0,0 1 0 0 0,1 0-1 0 0,0 0 1 0 0,0-1 0 0 0,1 0 0 0 0,0 0 0 0 0,0 0 0 0 0,1 0 0 0 0,0 0 0 0 0,0-1 0 0 0,0 0 0 0 0,1 0-1 0 0,0 0 1 0 0,0-1 0 0 0,1 0 0 0 0,-1 0 0 0 0,1-1 0 0 0,0 0 0 0 0,9 5 0 0 0,-10-7-20 0 0,0 0-1 0 0,0 0 1 0 0,0 0 0 0 0,0 0 0 0 0,1-1 0 0 0,-1 0 0 0 0,0 0-1 0 0,1-1 1 0 0,-1 0 0 0 0,0 0 0 0 0,1-1 0 0 0,-1 1-1 0 0,1-1 1 0 0,-1 0 0 0 0,0-1 0 0 0,0 0 0 0 0,0 0 0 0 0,0 0-1 0 0,0-1 1 0 0,0 0 0 0 0,-1 0 0 0 0,1 0 0 0 0,-1-1-1 0 0,0 1 1 0 0,8-9 0 0 0,-5 5 87 0 0,0 0 1 0 0,-1-1-1 0 0,0 1 0 0 0,0-2 0 0 0,-1 1 1 0 0,0-1-1 0 0,-1 0 0 0 0,1 0 0 0 0,-2-1 1 0 0,1 0-1 0 0,-2 0 0 0 0,1 0 0 0 0,-1 0 1 0 0,-1 0-1 0 0,3-16 0 0 0,-5 24 405 0 0,-5 5-429 0 0,2 0-54 0 0,-1 0-1 0 0,1 1 1 0 0,-1-1 0 0 0,1 1-1 0 0,0 0 1 0 0,0 0-1 0 0,1 0 1 0 0,-1 0 0 0 0,1 0-1 0 0,0 1 1 0 0,0-1 0 0 0,1 1-1 0 0,-1-1 1 0 0,1 1-1 0 0,0 0 1 0 0,0 0 0 0 0,1-1-1 0 0,-1 1 1 0 0,1 0 0 0 0,0 0-1 0 0,1 7 1 0 0,-1-9-40 0 0,0 0 0 0 0,0 0 0 0 0,0 0 0 0 0,1 0 0 0 0,-1-1 0 0 0,1 1-1 0 0,-1 0 1 0 0,1 0 0 0 0,0 0 0 0 0,1 0 0 0 0,-1-1 0 0 0,0 1 0 0 0,1-1 0 0 0,-1 1 0 0 0,1-1 0 0 0,0 1 0 0 0,0-1 0 0 0,0 0 0 0 0,0 0 0 0 0,0 0-1 0 0,0 0 1 0 0,1 0 0 0 0,-1 0 0 0 0,0-1 0 0 0,5 3 0 0 0,-3-3 1 0 0,1 0 1 0 0,-1-1-1 0 0,0 1 0 0 0,0-1 0 0 0,1 0 1 0 0,-1 0-1 0 0,0 0 0 0 0,0-1 0 0 0,1 0 1 0 0,-1 1-1 0 0,0-2 0 0 0,0 1 0 0 0,0 0 0 0 0,0-1 1 0 0,0 1-1 0 0,0-1 0 0 0,6-5 0 0 0,15-9-111 0 0,-2-1 0 0 0,40-38-1 0 0,10-8-128 0 0,-72 62 271 0 0,0 0-1 0 0,1 0 0 0 0,-1 1 1 0 0,0-1-1 0 0,1 0 0 0 0,-1 0 1 0 0,1 1-1 0 0,-1-1 0 0 0,1 1 1 0 0,-1-1-1 0 0,1 1 0 0 0,-1 0 1 0 0,1 0-1 0 0,-1-1 0 0 0,1 1 1 0 0,0 0-1 0 0,-1 0 0 0 0,1 1 1 0 0,-1-1-1 0 0,1 0 0 0 0,-1 0 1 0 0,1 1-1 0 0,-1-1 0 0 0,1 1 1 0 0,-1-1-1 0 0,1 1 0 0 0,-1 0 1 0 0,1 0-1 0 0,-1-1 0 0 0,0 1 1 0 0,0 0-1 0 0,1 0 0 0 0,-1 0 1 0 0,2 3-1 0 0,4 4-1 0 0,0 1 0 0 0,-1-1 0 0 0,0 1-1 0 0,7 14 1 0 0,7 10-31 0 0,-16-26-104 0 0,2-1-1 0 0,-1 1 1 0 0,1-1 0 0 0,0 0 0 0 0,0 0 0 0 0,1-1 0 0 0,-1 1 0 0 0,1-2 0 0 0,0 1-1 0 0,1-1 1 0 0,-1 0 0 0 0,1 0 0 0 0,0-1 0 0 0,0 0 0 0 0,0-1 0 0 0,0 1 0 0 0,14 1-1 0 0,-19-5 82 0 0,1 1-1 0 0,-1-1 0 0 0,1 0 0 0 0,-1 1 0 0 0,0-2 0 0 0,1 1 0 0 0,-1 0 0 0 0,0-1 0 0 0,0 1 0 0 0,0-1 0 0 0,0 0 0 0 0,0 0 0 0 0,0 0 0 0 0,0-1 1 0 0,-1 1-1 0 0,1 0 0 0 0,-1-1 0 0 0,0 0 0 0 0,0 0 0 0 0,3-4 0 0 0,-2 2 188 0 0,0 0 0 0 0,0 0 0 0 0,0 0 1 0 0,-1-1-1 0 0,0 1 0 0 0,0-1 0 0 0,0 1 0 0 0,-1-1 0 0 0,0 0 1 0 0,1-8-1 0 0,-2 13-94 0 0,0 0 1 0 0,0 1 0 0 0,-1-1-1 0 0,1 0 1 0 0,0 1-1 0 0,-1-1 1 0 0,1 0 0 0 0,0 1-1 0 0,-1-1 1 0 0,1 0-1 0 0,-1 1 1 0 0,1-1 0 0 0,0 1-1 0 0,-1-1 1 0 0,0 1-1 0 0,1-1 1 0 0,-1 1 0 0 0,1-1-1 0 0,-1 1 1 0 0,0 0-1 0 0,1-1 1 0 0,-1 1 0 0 0,0 0-1 0 0,1-1 1 0 0,-1 1 0 0 0,0 0-1 0 0,1 0 1 0 0,-1 0-1 0 0,0 0 1 0 0,0 0 0 0 0,-1 0-1 0 0,-28 0 843 0 0,12 4-561 0 0,0 1 0 0 0,1 1-1 0 0,0 0 1 0 0,0 1 0 0 0,0 1 0 0 0,1 0 0 0 0,-30 22 0 0 0,34-22-468 0 0,1 2 1 0 0,0-1-1 0 0,0 2 1 0 0,1-1-1 0 0,1 2 1 0 0,-13 16-1 0 0,12-5-1130 0 0,-1 0-4032 0 0</inkml:trace>
</inkml:ink>
</file>

<file path=ppt/ink/ink4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1:00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0 177 256 0 0,'7'-10'1303'0'0,"1"1"0"0"0,0 0 0 0 0,0 0 0 0 0,1 1 0 0 0,16-13 0 0 0,-14 13-755 0 0,35-36 1585 0 0,18-14 1457 0 0,-62 57-3253 0 0,-6 3-211 0 0,1-1 1 0 0,0 1-1 0 0,0 0 0 0 0,0-1 1 0 0,0 2-1 0 0,0-1 0 0 0,0 0 1 0 0,0 0-1 0 0,0 1 0 0 0,1 0 1 0 0,0-1-1 0 0,-1 1 0 0 0,1 0 1 0 0,-3 5-1 0 0,-44 61 39 0 0,43-59-185 0 0,1 0-1 0 0,0 1 1 0 0,0-1-1 0 0,1 1 0 0 0,-4 18 1 0 0,8-28-87 0 0,0 1 66 0 0,0 0 1 0 0,0 0-1 0 0,1 0 1 0 0,-1 0 0 0 0,0 0-1 0 0,1 0 1 0 0,0 0-1 0 0,-1 0 1 0 0,1 0 0 0 0,0-1-1 0 0,0 1 1 0 0,0 0 0 0 0,1 2-1 0 0,3-3 8 0 0,-1 0 0 0 0,1-1 0 0 0,0 1-1 0 0,-1-1 1 0 0,1 0 0 0 0,-1 0 0 0 0,1 0 0 0 0,0-1-1 0 0,-1 0 1 0 0,1 0 0 0 0,-1 0 0 0 0,1 0 0 0 0,6-3-1 0 0,67-32-271 0 0,-46 20 190 0 0,-14 8 44 0 0,73-28-213 0 0,-86 34 254 0 0,1 0 0 0 0,0 1 1 0 0,0 0-1 0 0,0 0 0 0 0,0 1 0 0 0,1-1 0 0 0,-1 1 0 0 0,0 0 0 0 0,0 1 1 0 0,0 0-1 0 0,0 0 0 0 0,11 3 0 0 0,-15-4 28 0 0,-1 1 1 0 0,1 0-1 0 0,-1-1 0 0 0,1 1 0 0 0,-1 0 1 0 0,0-1-1 0 0,1 1 0 0 0,-1 0 1 0 0,0 0-1 0 0,1 0 0 0 0,-1 0 0 0 0,0 0 1 0 0,0 1-1 0 0,0-1 0 0 0,0 0 1 0 0,0 1-1 0 0,0-1 0 0 0,-1 0 0 0 0,1 1 1 0 0,0-1-1 0 0,-1 1 0 0 0,1-1 1 0 0,-1 1-1 0 0,1-1 0 0 0,-1 1 1 0 0,0-1-1 0 0,1 1 0 0 0,-1 0 0 0 0,0-1 1 0 0,0 1-1 0 0,0-1 0 0 0,0 1 1 0 0,-1 0-1 0 0,1-1 0 0 0,0 1 0 0 0,-1-1 1 0 0,1 1-1 0 0,-1-1 0 0 0,1 1 1 0 0,-1-1-1 0 0,0 1 0 0 0,0-1 0 0 0,0 0 1 0 0,1 1-1 0 0,-3 1 0 0 0,-1 2-214 0 0,1 0 1 0 0,-1-1-1 0 0,0 1 0 0 0,0-1 0 0 0,0 0 1 0 0,-1-1-1 0 0,1 1 0 0 0,-1-1 0 0 0,0 1 0 0 0,0-1 1 0 0,-8 3-1 0 0,-20 0-5537 0 0,16-4 2436 0 0</inkml:trace>
</inkml:ink>
</file>

<file path=ppt/ink/ink4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1:03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498 125 308 0 0,'3'-3'526'0'0,"-1"-1"0"0"0,1 1 0 0 0,-1-1 0 0 0,0 0 0 0 0,0 0 0 0 0,0 0-1 0 0,-1 0 1 0 0,1 0 0 0 0,-1 0 0 0 0,0 0 0 0 0,0-1 0 0 0,-1 1 0 0 0,1 0 0 0 0,-1-1 0 0 0,0 1 0 0 0,0 0 0 0 0,-2-9 0 0 0,2-11 1000 0 0,-1 23-1489 0 0,1 0 1 0 0,0 1-1 0 0,-1-1 0 0 0,1 0 0 0 0,-1 0 0 0 0,1 0 1 0 0,-1 0-1 0 0,1 1 0 0 0,-1-1 0 0 0,1 0 1 0 0,-1 1-1 0 0,0-1 0 0 0,1 0 0 0 0,-1 1 1 0 0,0-1-1 0 0,0 1 0 0 0,1-1 0 0 0,-1 1 1 0 0,0-1-1 0 0,0 1 0 0 0,0 0 0 0 0,0-1 0 0 0,0 1 1 0 0,0 0-1 0 0,0 0 0 0 0,0-1 0 0 0,-24-3 349 0 0,15 5-323 0 0,0 0-1 0 0,0 0 0 0 0,0 1 0 0 0,0 0 0 0 0,1 0 0 0 0,-1 1 0 0 0,1 1 1 0 0,-1 0-1 0 0,-14 8 0 0 0,-10 8 134 0 0,-32 24-1 0 0,59-39-157 0 0,-39 27 244 0 0,-52 48 0 0 0,86-68-241 0 0,0 0-1 0 0,1 0 1 0 0,0 1 0 0 0,1 1-1 0 0,0 0 1 0 0,1 0-1 0 0,0 1 1 0 0,-10 27 0 0 0,17-38-36 0 0,1-1 1 0 0,-1 1-1 0 0,1 0 1 0 0,0 0-1 0 0,1 0 1 0 0,-1-1-1 0 0,1 1 1 0 0,-1 0-1 0 0,1 0 1 0 0,0 0-1 0 0,0 0 1 0 0,1 0-1 0 0,-1 0 1 0 0,1 0-1 0 0,0-1 1 0 0,0 1-1 0 0,0 0 1 0 0,1-1-1 0 0,-1 1 1 0 0,1 0-1 0 0,0-1 1 0 0,0 0 0 0 0,0 1-1 0 0,1-1 1 0 0,-1 0-1 0 0,1 0 1 0 0,-1 0-1 0 0,1-1 1 0 0,0 1-1 0 0,0-1 1 0 0,0 1-1 0 0,0-1 1 0 0,1 0-1 0 0,5 2 1 0 0,2 2-3 0 0,1-2 0 0 0,0 1 0 0 0,0-2 1 0 0,0 0-1 0 0,1 0 0 0 0,-1-1 0 0 0,1 0 1 0 0,0-1-1 0 0,17-1 0 0 0,4-3-64 0 0,0-1 0 0 0,-1-2 0 0 0,0-1 0 0 0,56-19-1 0 0,117-64-893 0 0,-190 83 745 0 0,0-1-1 0 0,-1-1 0 0 0,26-20 1 0 0,-40 28 141 0 0,1 3-126 0 0,0-1 174 0 0,0 1 0 0 0,0 0 0 0 0,0 0 0 0 0,0 0-1 0 0,0 0 1 0 0,-1 0 0 0 0,1 0 0 0 0,-1 0 0 0 0,0 1-1 0 0,1-1 1 0 0,0 5 0 0 0,14 17-95 0 0,-8-20 127 0 0,0 0 1 0 0,0 0-1 0 0,0-1 0 0 0,0 0 1 0 0,1 0-1 0 0,0-1 0 0 0,-1 0 1 0 0,1-1-1 0 0,0 0 0 0 0,0 0 1 0 0,0-1-1 0 0,-1 0 0 0 0,1-1 1 0 0,0 0-1 0 0,0 0 0 0 0,0-1 1 0 0,-1 0-1 0 0,1 0 0 0 0,-1-1 1 0 0,0 0-1 0 0,16-9 0 0 0,-22 12 24 0 0,-1-1 0 0 0,0 0-1 0 0,0 0 1 0 0,1 1 0 0 0,-1-1-1 0 0,0 0 1 0 0,0 0-1 0 0,0 0 1 0 0,0-1 0 0 0,0 1-1 0 0,0 0 1 0 0,0 0 0 0 0,0-1-1 0 0,-1 1 1 0 0,1 0-1 0 0,0-1 1 0 0,-1 1 0 0 0,1 0-1 0 0,-1-1 1 0 0,1 1 0 0 0,-1-1-1 0 0,0 1 1 0 0,0-1-1 0 0,0-1 1 0 0,0 0 9 0 0,0 0-1 0 0,-1 1 1 0 0,0-1-1 0 0,1 1 1 0 0,-1-1-1 0 0,0 0 1 0 0,-1 1 0 0 0,1 0-1 0 0,0-1 1 0 0,-1 1-1 0 0,1 0 1 0 0,-4-4-1 0 0,1 2-55 0 0,1 0 0 0 0,-1 0 1 0 0,0 0-1 0 0,-1 0 0 0 0,1 1 0 0 0,-1 0 0 0 0,1 0 0 0 0,-1 0 0 0 0,0 0 0 0 0,0 1 0 0 0,0 0 0 0 0,-1 0 0 0 0,-7-1 0 0 0,-20 4-1607 0 0,11 12-5213 0 0</inkml:trace>
</inkml:ink>
</file>

<file path=ppt/ink/ink4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1:04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1 312 0 0,'0'0'1934'0'0,"21"9"3124"0"0,-13 8-4451 0 0,0 1 0 0 0,-1 0 0 0 0,-1 0 1 0 0,3 20-1 0 0,1-1 4 0 0,-10-36-597 0 0,0 0-1 0 0,0 0 1 0 0,1 0 0 0 0,-1-1-1 0 0,0 1 1 0 0,1 0 0 0 0,-1 0 0 0 0,0-1-1 0 0,1 1 1 0 0,-1 0 0 0 0,1-1-1 0 0,-1 1 1 0 0,1-1 0 0 0,0 1-1 0 0,-1-1 1 0 0,1 1 0 0 0,-1-1-1 0 0,1 1 1 0 0,0-1 0 0 0,-1 1 0 0 0,1-1-1 0 0,0 0 1 0 0,0 1 0 0 0,-1-1-1 0 0,1 0 1 0 0,0 0 0 0 0,0 1-1 0 0,0-1 1 0 0,1 0 0 0 0,26-9 126 0 0,28-32-161 0 0,-50 36 41 0 0,42-34 19 0 0,-46 38-43 0 0,1 3-95 0 0,-1 1 94 0 0,0-1-1 0 0,1 1 0 0 0,-1-1 1 0 0,0 1-1 0 0,0 0 0 0 0,-1 0 1 0 0,1 0-1 0 0,-1 0 0 0 0,1 1 1 0 0,1 5-1 0 0,3 4 15 0 0,-6-11-5 0 0,1 0 0 0 0,0-1 0 0 0,0 1 0 0 0,-1-1-1 0 0,1 1 1 0 0,0-1 0 0 0,1 1 0 0 0,-1-1 0 0 0,0 0 0 0 0,0 1 0 0 0,0-1 0 0 0,1 0 0 0 0,-1 0 0 0 0,1 0 0 0 0,-1 0 0 0 0,1 0 0 0 0,-1 0 0 0 0,1 0 0 0 0,0-1 0 0 0,-1 1 0 0 0,1 0 0 0 0,0-1 0 0 0,2 1 0 0 0,0-2-1 0 0,-1 0 1 0 0,0 1-1 0 0,0-2 1 0 0,0 1-1 0 0,0 0 1 0 0,0 0-1 0 0,0-1 1 0 0,0 0-1 0 0,0 0 1 0 0,2-2 0 0 0,-2 3-6 0 0,30-21 11 0 0,47-22 1 0 0,-68 38-21 0 0,0 1 1 0 0,1 0-1 0 0,-1 1 1 0 0,1 0-1 0 0,0 1 1 0 0,0 1-1 0 0,22-2 1 0 0,-32 4 3 0 0,1 0 1 0 0,-1 0-1 0 0,1 0 0 0 0,-1 0 0 0 0,1 1 1 0 0,-1 0-1 0 0,1 0 0 0 0,-1 0 0 0 0,0 0 1 0 0,1 0-1 0 0,-1 1 0 0 0,0-1 0 0 0,0 1 1 0 0,0 0-1 0 0,0 0 0 0 0,0 0 0 0 0,-1 0 1 0 0,1 0-1 0 0,3 4 0 0 0,-4-2 4 0 0,0 0 0 0 0,0 0 0 0 0,0 0 1 0 0,0 0-1 0 0,0 1 0 0 0,-1-1 0 0 0,0 0 0 0 0,0 1 0 0 0,0-1 0 0 0,0 0 0 0 0,-1 1 0 0 0,0-1 0 0 0,0 1 1 0 0,0 0-1 0 0,-1 7 0 0 0,0-9 67 0 0,6-6-138 0 0,43-30 6 0 0,-32 21 34 0 0,0 0 0 0 0,0 2 0 0 0,1 0-1 0 0,0 1 1 0 0,22-9 0 0 0,-35 18 43 0 0,-1-1-1 0 0,0 0 1 0 0,1 1-1 0 0,-1 0 1 0 0,0 0-1 0 0,1 0 1 0 0,-1 0-1 0 0,1 0 1 0 0,-1 1-1 0 0,0-1 1 0 0,1 1 0 0 0,-1 0-1 0 0,0 0 1 0 0,0 1-1 0 0,0-1 1 0 0,0 0-1 0 0,0 1 1 0 0,0 0-1 0 0,0 0 1 0 0,0 0-1 0 0,0 0 1 0 0,-1 0 0 0 0,1 0-1 0 0,1 4 1 0 0,-2-4-106 0 0,0 0 0 0 0,0 0 0 0 0,0 1 1 0 0,0-1-1 0 0,-1 0 0 0 0,0 1 0 0 0,1-1 1 0 0,-1 1-1 0 0,0 0 0 0 0,0 0 1 0 0,0-1-1 0 0,0 1 0 0 0,-1 0 0 0 0,1 0 1 0 0,-1 0-1 0 0,0 0 0 0 0,0-1 0 0 0,0 1 1 0 0,0 0-1 0 0,0 0 0 0 0,-1 0 1 0 0,1 0-1 0 0,-1 0 0 0 0,0-1 0 0 0,0 1 1 0 0,0 0-1 0 0,-1 3 0 0 0,-2-2-698 0 0,-6 5-5030 0 0</inkml:trace>
</inkml:ink>
</file>

<file path=ppt/ink/ink4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1:05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34 396 0 0,'-1'-5'1076'0'0,"-1"-11"4772"0"0,1 4-3218 0 0,13 43-10660 0 0</inkml:trace>
</inkml:ink>
</file>

<file path=ppt/ink/ink4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1:05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0 128 0 0,'-40'3'6652'0'0,"38"-2"-6017"0"0,2-1-578 0 0,-1 1 0 0 0,1-1 0 0 0,-1 1 0 0 0,1 0 0 0 0,-1-1 0 0 0,1 1 1 0 0,0 0-1 0 0,-1-1 0 0 0,1 1 0 0 0,0 0 0 0 0,-1 0 0 0 0,1 0 0 0 0,0-1 0 0 0,0 1 0 0 0,0 0 1 0 0,0 0-1 0 0,0 0 0 0 0,0-1 0 0 0,0 1 0 0 0,0 0 0 0 0,0 0 0 0 0,0 0 0 0 0,0-1 1 0 0,0 1-1 0 0,1 0 0 0 0,-1 0 0 0 0,0-1 0 0 0,1 1 0 0 0,-1 0 0 0 0,0 0 0 0 0,2 0 1 0 0,9 29 833 0 0,15 8-39 0 0,-15-23-696 0 0,-1 1 1 0 0,0 0-1 0 0,8 18 0 0 0,-18-33-152 0 0,0 1 0 0 0,1-1 0 0 0,-1 0 0 0 0,0 1-1 0 0,0-1 1 0 0,0 0 0 0 0,0 1 0 0 0,0-1 0 0 0,0 0 0 0 0,-1 1 0 0 0,1-1 0 0 0,0 0 0 0 0,-1 0-1 0 0,1 1 1 0 0,-1-1 0 0 0,1 0 0 0 0,-1 0 0 0 0,0 0 0 0 0,1 1 0 0 0,-1-1 0 0 0,0 0-1 0 0,0 0 1 0 0,0 0 0 0 0,0 0 0 0 0,0 0 0 0 0,0-1 0 0 0,0 1 0 0 0,0 0 0 0 0,0 0-1 0 0,0-1 1 0 0,0 1 0 0 0,0-1 0 0 0,-3 2 0 0 0,-41 14 111 0 0,44-15-103 0 0,-4 1-51 0 0,-1-1 1 0 0,1 1-1 0 0,0-1 1 0 0,-1 0-1 0 0,1 0 1 0 0,-1 0 0 0 0,1-1-1 0 0,-1 0 1 0 0,1 0-1 0 0,-1-1 1 0 0,1 1-1 0 0,-1-1 1 0 0,1 0-1 0 0,-1-1 1 0 0,-8-3-1 0 0,13 5-202 0 0,0-1 0 0 0,1 0 0 0 0,-1 0 0 0 0,0 0 0 0 0,1 0 0 0 0,-1 0 0 0 0,1 0 0 0 0,-1 0 1 0 0,1 0-1 0 0,-1 0 0 0 0,1 0 0 0 0,0 0 0 0 0,-1-1 0 0 0,1 1 0 0 0,0 0 0 0 0,0 0 0 0 0,0 0 0 0 0,0 0 0 0 0,0 0 0 0 0,0-1 0 0 0,0 1 0 0 0,1 0 0 0 0,-1 0 0 0 0,0 0 0 0 0,1 0 0 0 0,-1-1 0 0 0,7-12-2431 0 0</inkml:trace>
</inkml:ink>
</file>

<file path=ppt/ink/ink4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1:05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11 124 0 0,'1'-10'12562'0'0,"11"61"-11441"0"0,-3 1 1 0 0,5 72 0 0 0,-5-33-374 0 0,-7-67-896 0 0,0-1 1 0 0,-1 1-1 0 0,-5 45 1 0 0,4-68-313 0 0,-1 8-566 0 0,1-6-1351 0 0</inkml:trace>
</inkml:ink>
</file>

<file path=ppt/ink/ink4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1:06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1 213 324 0 0,'0'0'887'0'0,"5"0"-6"0"0,18 0 943 0 0,0-1 0 0 0,45-7 0 0 0,51-17 22 0 0,-76 15-1786 0 0,-8 1-280 0 0,-25 5 409 0 0,0 1 0 0 0,0 1 0 0 0,0 0 0 0 0,18-2 0 0 0,-27 5-147 0 0,0-1 0 0 0,0 1 0 0 0,0-1 0 0 0,0 1 1 0 0,0-1-1 0 0,0 1 0 0 0,-1-1 0 0 0,1 1 0 0 0,0 0 0 0 0,0 0 0 0 0,-1-1 0 0 0,1 1 0 0 0,-1 0 1 0 0,1 0-1 0 0,-1 0 0 0 0,1 0 0 0 0,-1 0 0 0 0,1 0 0 0 0,-1 0 0 0 0,0 0 0 0 0,1 0 1 0 0,-1 0-1 0 0,0 0 0 0 0,0 0 0 0 0,0 0 0 0 0,0 0 0 0 0,0 0 0 0 0,0 0 0 0 0,0 0 1 0 0,0 0-1 0 0,0 0 0 0 0,0 0 0 0 0,-1 1 0 0 0,-5 49 840 0 0,4-38-658 0 0,1-2-57 0 0,1-7-171 0 0,-1 1 1 0 0,1-1-1 0 0,-1 1 0 0 0,0-1 1 0 0,0 0-1 0 0,0 1 0 0 0,-4 7 1 0 0,3 6-1270 0 0,-1 1-5681 0 0</inkml:trace>
  <inkml:trace contextRef="#ctx0" brushRef="#br0" timeOffset="1">464 26 316 0 0,'2'-8'4104'0'0,"2"-3"-923"0"0,2 4-3253 0 0</inkml:trace>
</inkml:ink>
</file>

<file path=ppt/ink/ink4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1:07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1 126 64 0 0,'0'0'7769'0'0,"3"-3"-7173"0"0,1-1-577 0 0,-1 1 555 0 0,0 0-1 0 0,0 1 1 0 0,1-1-1 0 0,-1 0 1 0 0,1 1-1 0 0,0 0 1 0 0,6-3 0 0 0,-8 4-377 0 0,2 0-75 0 0,1 1 1 0 0,0 0-1 0 0,-1 0 1 0 0,1 0-1 0 0,0 0 1 0 0,0 1-1 0 0,7 1 1 0 0,-7 1-88 0 0,1 1 0 0 0,-1-1 1 0 0,1 1-1 0 0,-1 0 0 0 0,0 0 1 0 0,0 1-1 0 0,-1 0 0 0 0,5 6 0 0 0,30 25 83 0 0,-37-34-127 0 0,1-1 0 0 0,-1 1 0 0 0,1-1-1 0 0,-1 1 1 0 0,1-1 0 0 0,0 0 0 0 0,-1 0-1 0 0,1-1 1 0 0,0 1 0 0 0,0 0 0 0 0,0-1-1 0 0,-1 0 1 0 0,1 1 0 0 0,0-1 0 0 0,4-1-1 0 0,131-29-1339 0 0,-100 19 810 0 0,0 2-1 0 0,1 2 0 0 0,41-2 1 0 0,-41 7 274 0 0,-1 0 1 0 0,1-3 0 0 0,72-17 0 0 0,-110 22 288 0 0,1-1 1 0 0,0 1 0 0 0,-1 0-1 0 0,1-1 1 0 0,0 1-1 0 0,-1-1 1 0 0,1 0-1 0 0,-1 1 1 0 0,1-1 0 0 0,-1 0-1 0 0,0 0 1 0 0,1 0-1 0 0,-1 0 1 0 0,0 0-1 0 0,1 0 1 0 0,-1 0 0 0 0,0-1-1 0 0,0 1 1 0 0,0 0-1 0 0,0-1 1 0 0,0 1 0 0 0,0 0-1 0 0,-1-1 1 0 0,1 0-1 0 0,0 1 1 0 0,-1-1-1 0 0,1 1 1 0 0,-1-1 0 0 0,1 0-1 0 0,-1 1 1 0 0,0-1-1 0 0,0 0 1 0 0,0 1-1 0 0,0-1 1 0 0,0 0 0 0 0,-1-2-1 0 0,0 1 22 0 0,0 0 0 0 0,-1 1-1 0 0,1-1 1 0 0,-1 0 0 0 0,0 1 0 0 0,0 0-1 0 0,0-1 1 0 0,0 1 0 0 0,0 0 0 0 0,0 0-1 0 0,-1 0 1 0 0,1 0 0 0 0,-1 1 0 0 0,1-1 0 0 0,-1 0-1 0 0,0 1 1 0 0,0 0 0 0 0,1 0 0 0 0,-1 0-1 0 0,-6-1 1 0 0,6 1-28 0 0,1 0 1 0 0,-1 1-1 0 0,0-1 1 0 0,0 1-1 0 0,0 0 0 0 0,0 0 1 0 0,0 0-1 0 0,1 0 1 0 0,-1 0-1 0 0,0 1 0 0 0,0-1 1 0 0,0 1-1 0 0,1 0 0 0 0,-1 0 1 0 0,0 0-1 0 0,1 0 1 0 0,-1 0-1 0 0,1 1 0 0 0,-4 2 1 0 0,2-1-8 0 0,0 1 1 0 0,0 0-1 0 0,0 0 1 0 0,1 0-1 0 0,0 0 0 0 0,0 1 1 0 0,0-1-1 0 0,1 1 1 0 0,-5 10-1 0 0,-1 10-21 0 0,0 0-1 0 0,2 1 0 0 0,-4 41 1 0 0,6-42 26 0 0,-18 195-16 0 0,-5 26 15 0 0,24-233 0 0 0,0 0-1 0 0,0 1 1 0 0,-1-1-1 0 0,-9 20 1 0 0,10-28 94 0 0,1-1-1 0 0,-1 1 1 0 0,1-1 0 0 0,-1 0-1 0 0,-1 0 1 0 0,1 0 0 0 0,-1 0-1 0 0,1-1 1 0 0,-1 1 0 0 0,0-1 0 0 0,0 0-1 0 0,0 0 1 0 0,-1-1 0 0 0,-7 5-1 0 0,10-7-37 0 0,1 1 0 0 0,-1-1 0 0 0,1 0 0 0 0,-1 0 0 0 0,0 1 0 0 0,1-1 0 0 0,-1 0 1 0 0,1 0-1 0 0,-1 0 0 0 0,0-1 0 0 0,1 1 0 0 0,-1 0 0 0 0,1-1 0 0 0,-1 1 0 0 0,0-1 0 0 0,1 1 0 0 0,0-1 0 0 0,-1 0 0 0 0,1 0 0 0 0,-1 1 0 0 0,1-1 0 0 0,0 0 0 0 0,-1 0 0 0 0,1 0 0 0 0,0-1 0 0 0,0 1 0 0 0,0 0 0 0 0,0 0 0 0 0,0-1 0 0 0,0 1 0 0 0,0 0 0 0 0,0-1 0 0 0,1 1 0 0 0,-1-1 0 0 0,0-2 0 0 0,-2-1-17 0 0,1 0 0 0 0,1 0-1 0 0,-1 0 1 0 0,1 0 0 0 0,0-1 0 0 0,0 1-1 0 0,0 0 1 0 0,1 0 0 0 0,0-8 0 0 0,2 1-423 0 0,1 0 1 0 0,0 0-1 0 0,1 0 1 0 0,0 0-1 0 0,1 1 1 0 0,0-1-1 0 0,12-16 1 0 0,29-37-6761 0 0,-23 36 3190 0 0</inkml:trace>
</inkml:ink>
</file>

<file path=ppt/ink/ink4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1:08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134 155 812 0 0,'0'0'847'0'0,"-1"-3"-170"0"0,0 1 0 0 0,1 0 0 0 0,-1-1 0 0 0,0 1 0 0 0,-1 0 0 0 0,1 0-1 0 0,0 0 1 0 0,0 0 0 0 0,-1 0 0 0 0,1 0 0 0 0,-4-3 0 0 0,-1 8-580 0 0,1-1 1 0 0,-1 2-1 0 0,1-1 1 0 0,0 0-1 0 0,0 1 1 0 0,0 0-1 0 0,1 0 1 0 0,-1 0-1 0 0,1 1 1 0 0,0-1 0 0 0,0 1-1 0 0,1 0 1 0 0,-1 0-1 0 0,1 1 1 0 0,-4 8-1 0 0,0 1 46 0 0,0 1-1 0 0,0-1 1 0 0,2 1 0 0 0,-8 31-1 0 0,12-45-125 0 0,1 1 1 0 0,-1 0-1 0 0,1-1 0 0 0,0 1 0 0 0,0 0 1 0 0,0-1-1 0 0,0 1 0 0 0,0 0 0 0 0,0-1 0 0 0,1 1 1 0 0,-1 0-1 0 0,1-1 0 0 0,0 1 0 0 0,0-1 1 0 0,0 1-1 0 0,0-1 0 0 0,0 1 0 0 0,0-1 1 0 0,1 0-1 0 0,-1 1 0 0 0,4 2 0 0 0,-2-3-1 0 0,0 0 0 0 0,0 0 1 0 0,0 0-1 0 0,0-1 0 0 0,0 1 0 0 0,0-1 0 0 0,0 0 0 0 0,0 0 0 0 0,1 0 0 0 0,-1-1 0 0 0,0 1 0 0 0,1-1 1 0 0,-1 0-1 0 0,7 0 0 0 0,3-1 13 0 0,-1 0 0 0 0,1-1 0 0 0,-1-1 0 0 0,1 0 0 0 0,-1 0 0 0 0,0-2 1 0 0,0 1-1 0 0,13-9 0 0 0,-8 3-19 0 0,0-1 0 0 0,-1-1 1 0 0,-1-1-1 0 0,0 0 0 0 0,0-1 1 0 0,15-19-1 0 0,63-99-35 0 0,-28 36-32 0 0,-65 95 52 0 0,1 0 0 0 0,0 0 1 0 0,0 0-1 0 0,0 0 0 0 0,0 0 1 0 0,0 0-1 0 0,0 0 0 0 0,0 0 1 0 0,0 0-1 0 0,1 0 0 0 0,-1 1 0 0 0,0-1 1 0 0,1 0-1 0 0,-1 1 0 0 0,0-1 1 0 0,1 1-1 0 0,-1 0 0 0 0,0-1 0 0 0,1 1 1 0 0,-1 0-1 0 0,1 0 0 0 0,-1 0 1 0 0,0 0-1 0 0,1 0 0 0 0,-1 0 1 0 0,1 0-1 0 0,-1 0 0 0 0,0 1 0 0 0,1-1 1 0 0,-1 1-1 0 0,1-1 0 0 0,-1 1 1 0 0,0-1-1 0 0,0 1 0 0 0,1 0 1 0 0,-1-1-1 0 0,0 1 0 0 0,0 0 0 0 0,0 0 1 0 0,0 0-1 0 0,2 2 0 0 0,3 3-4 0 0,0 0 1 0 0,-1 0-1 0 0,1 1 0 0 0,-1 0 0 0 0,7 13 0 0 0,1 7 3 0 0,-1 0-1 0 0,-2 0 1 0 0,-1 1-1 0 0,0 0 1 0 0,-3 1-1 0 0,5 39 1 0 0,-4-2 3 0 0,-4 113-1 0 0,-5-126 11 0 0,-2 1-1 0 0,-20 87 0 0 0,19-118 24 0 0,-1-1 0 0 0,-1 0-1 0 0,-1 0 1 0 0,-1-1 0 0 0,-1 0-1 0 0,-1-1 1 0 0,-1 0 0 0 0,-24 31-1 0 0,29-44 88 0 0,1 0-1 0 0,-1-1 1 0 0,0 0 0 0 0,0-1-1 0 0,-1 0 1 0 0,0 0 0 0 0,0 0-1 0 0,-11 4 1 0 0,17-8-76 0 0,0 0-1 0 0,0 0 0 0 0,0 0 1 0 0,0 0-1 0 0,-1 0 1 0 0,1-1-1 0 0,0 1 1 0 0,0-1-1 0 0,-1 0 1 0 0,1 0-1 0 0,0 0 1 0 0,0 0-1 0 0,-1 0 1 0 0,1 0-1 0 0,0 0 1 0 0,-1-1-1 0 0,1 1 0 0 0,0-1 1 0 0,0 0-1 0 0,0 1 1 0 0,0-1-1 0 0,0 0 1 0 0,0 0-1 0 0,0-1 1 0 0,0 1-1 0 0,0 0 1 0 0,0-1-1 0 0,0 1 1 0 0,1-1-1 0 0,-1 1 0 0 0,1-1 1 0 0,-1 0-1 0 0,1 0 1 0 0,-1 1-1 0 0,1-1 1 0 0,0 0-1 0 0,-1-4 1 0 0,-1 0-84 0 0,1 0 0 0 0,0 0 0 0 0,0-1 1 0 0,1 1-1 0 0,0 0 0 0 0,0-1 0 0 0,1 1 0 0 0,-1-1 0 0 0,1 1 1 0 0,1-1-1 0 0,-1 1 0 0 0,1-1 0 0 0,1 1 0 0 0,1-8 1 0 0,1 3-148 0 0,0 0 0 0 0,1 1 1 0 0,0 0-1 0 0,1-1 0 0 0,0 2 0 0 0,1-1 1 0 0,11-12-1 0 0,4-1-1371 0 0,1 1 1 0 0,0 1-1 0 0,2 1 0 0 0,53-32 1 0 0,-13 13-1556 0 0</inkml:trace>
</inkml:ink>
</file>

<file path=ppt/ink/ink4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1:09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52 543 708 0 0,'0'0'3263'0'0,"-4"-3"-2207"0"0,-1-1-668 0 0,1 0 0 0 0,0 0 0 0 0,1 0-1 0 0,-1-1 1 0 0,1 0 0 0 0,0 1 0 0 0,0-1 0 0 0,0 0-1 0 0,1 0 1 0 0,-1-1 0 0 0,1 1 0 0 0,0 0 0 0 0,1-1-1 0 0,-2-7 1 0 0,2 2-60 0 0,0 0 0 0 0,1 0-1 0 0,0 0 1 0 0,0 0 0 0 0,1 0 0 0 0,1 1-1 0 0,3-14 1 0 0,1 2-66 0 0,1 0-1 0 0,1 1 0 0 0,1 0 0 0 0,1 1 1 0 0,1 0-1 0 0,26-36 0 0 0,-23 39-165 0 0,1 1 0 0 0,1 1 0 0 0,0 0-1 0 0,1 1 1 0 0,1 1 0 0 0,0 0 0 0 0,1 2-1 0 0,0 0 1 0 0,1 1 0 0 0,0 1 0 0 0,0 0-1 0 0,24-5 1 0 0,-33 11-101 0 0,1 0-1 0 0,-1 1 1 0 0,1 1 0 0 0,0 0-1 0 0,-1 0 1 0 0,1 1 0 0 0,0 1-1 0 0,0 0 1 0 0,-1 0 0 0 0,20 6-1 0 0,-23-4-35 0 0,0 0-1 0 0,0 0 1 0 0,0 1-1 0 0,-1 0 0 0 0,1 1 1 0 0,-1 0-1 0 0,0 0 0 0 0,-1 0 1 0 0,1 1-1 0 0,-1 0 1 0 0,0 0-1 0 0,0 0 0 0 0,-1 1 1 0 0,0 0-1 0 0,8 15 0 0 0,-8-14 9 0 0,-1 1-1 0 0,0-1 1 0 0,-1 1-1 0 0,0 0 1 0 0,0 0-1 0 0,-1 1 0 0 0,0-1 1 0 0,0 0-1 0 0,-1 1 1 0 0,-1-1-1 0 0,1 1 1 0 0,-2-1-1 0 0,1 1 1 0 0,-1-1-1 0 0,-1 0 0 0 0,1 1 1 0 0,-2-1-1 0 0,1 0 1 0 0,-1 0-1 0 0,-1 0 1 0 0,0 0-1 0 0,0-1 0 0 0,0 1 1 0 0,-1-1-1 0 0,-1 0 1 0 0,1-1-1 0 0,-1 1 1 0 0,-13 12-1 0 0,2 1-312 0 0,17-21 343 0 0,0 1 0 0 0,0-1 0 0 0,0 0-1 0 0,0 0 1 0 0,0 0 0 0 0,0 0 0 0 0,0 1 0 0 0,0-1 0 0 0,0 0 0 0 0,0 0 0 0 0,0 0 0 0 0,0 0 0 0 0,0 0-1 0 0,0 1 1 0 0,0-1 0 0 0,1 0 0 0 0,-1 0 0 0 0,0 0 0 0 0,0 0 0 0 0,0 0 0 0 0,0 0 0 0 0,0 0 0 0 0,0 0-1 0 0,1 1 1 0 0,-1-1 0 0 0,0 0 0 0 0,0 0 0 0 0,0 0 0 0 0,0 0 0 0 0,0 0 0 0 0,1 0 0 0 0,-1 0 0 0 0,0 0-1 0 0,0 0 1 0 0,0 0 0 0 0,0 0 0 0 0,1 0 0 0 0,-1 0 0 0 0,0 0 0 0 0,0 0 0 0 0,0 0 0 0 0,0 0 0 0 0,0 0-1 0 0,1 0 1 0 0,-1 0 0 0 0,0 0 0 0 0,0 0 0 0 0,0-1 0 0 0,0 1 0 0 0,0 0 0 0 0,1 0 0 0 0,-1 0 0 0 0,0 0-1 0 0,0 0 1 0 0,0 0 0 0 0,0 0 0 0 0,0 0 0 0 0,0-1 0 0 0,0 1 0 0 0,1 0 0 0 0,-1 0 0 0 0,47-26-219 0 0,-23 12-7 0 0,407-187-1732 0 0,-429 201 1984 0 0,-1-1 0 0 0,1 0 0 0 0,0 0 0 0 0,-1 1 1 0 0,0-1-1 0 0,1 0 0 0 0,-1 0 0 0 0,1-1 0 0 0,-1 1 0 0 0,0 0 0 0 0,0 0 0 0 0,0-1 0 0 0,0 1 0 0 0,0 0 0 0 0,0-1 0 0 0,0 1 0 0 0,0-1 0 0 0,0 1 0 0 0,-1-1 0 0 0,1 0 0 0 0,-1 1 0 0 0,1-4 0 0 0,-1 5-18 0 0,0-1 1 0 0,0 0-1 0 0,-1 0 1 0 0,1 1-1 0 0,0-1 0 0 0,-1 1 1 0 0,1-1-1 0 0,0 0 1 0 0,-1 1-1 0 0,1-1 1 0 0,-1 1-1 0 0,1-1 1 0 0,-1 1-1 0 0,0-1 0 0 0,1 1 1 0 0,-1-1-1 0 0,1 1 1 0 0,-1 0-1 0 0,0-1 1 0 0,1 1-1 0 0,-1 0 0 0 0,0-1 1 0 0,0 1-1 0 0,1 0 1 0 0,-1 0-1 0 0,0 0 1 0 0,1 0-1 0 0,-1 0 1 0 0,0 0-1 0 0,0 0 0 0 0,-29-1 226 0 0,22 2-179 0 0,-1 0 0 0 0,1 1 0 0 0,0 0-1 0 0,1 1 1 0 0,-1 0 0 0 0,0 0 0 0 0,1 0 0 0 0,-1 1-1 0 0,1 0 1 0 0,0 0 0 0 0,-9 8 0 0 0,12-8-33 0 0,-1-1 0 0 0,1 1 0 0 0,0 0 0 0 0,0 0 1 0 0,1 1-1 0 0,-1-1 0 0 0,1 1 0 0 0,0-1 0 0 0,0 1 0 0 0,1 0 0 0 0,-1 0 1 0 0,1 0-1 0 0,0 1 0 0 0,1-1 0 0 0,-1 0 0 0 0,1 1 0 0 0,0-1 0 0 0,-1 9 1 0 0,2-11-12 0 0,1-1 1 0 0,-1 1 0 0 0,0 0-1 0 0,1 0 1 0 0,-1 0 0 0 0,1 0-1 0 0,0 0 1 0 0,0-1 0 0 0,0 1-1 0 0,0 0 1 0 0,1-1 0 0 0,-1 1-1 0 0,1-1 1 0 0,-1 1 0 0 0,1-1-1 0 0,0 0 1 0 0,4 4 0 0 0,-1-2-33 0 0,-1-1 0 0 0,1 0 0 0 0,0 0 0 0 0,0 0 0 0 0,0 0 1 0 0,0-1-1 0 0,0 0 0 0 0,11 2 0 0 0,-1-1-182 0 0,0 0-1 0 0,0-1 1 0 0,1-1 0 0 0,-1 0-1 0 0,29-4 1 0 0,-21 0-377 0 0,0-1 0 0 0,0-1 1 0 0,0-2-1 0 0,-1 0 0 0 0,36-16 0 0 0,-33 10-1239 0 0,0-2 0 0 0,27-19-1 0 0,-32 20-175 0 0</inkml:trace>
</inkml:ink>
</file>

<file path=ppt/ink/ink4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1:10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139 122 176 0 0,'26'-43'2508'0'0,"-25"42"-2388"0"0,7-2-614 0 0,9-6 9016 0 0,-30 10-8436 0 0,0 1-1 0 0,0 0 0 0 0,0 1 1 0 0,1 0-1 0 0,-1 1 0 0 0,1 1 0 0 0,0 0 1 0 0,0 0-1 0 0,0 1 0 0 0,1 1 1 0 0,0 0-1 0 0,1 0 0 0 0,-11 10 0 0 0,18-15-63 0 0,0 2-10 0 0,-3 11 29 0 0,6-14-43 0 0,0 0 0 0 0,0-1 1 0 0,0 1-1 0 0,0 0 0 0 0,0 0 0 0 0,0-1 0 0 0,1 1 0 0 0,-1 0 1 0 0,0-1-1 0 0,0 1 0 0 0,1 0 0 0 0,-1 0 0 0 0,0-1 0 0 0,1 1 0 0 0,-1-1 1 0 0,1 1-1 0 0,-1 0 0 0 0,1-1 0 0 0,-1 1 0 0 0,1-1 0 0 0,-1 1 1 0 0,1-1-1 0 0,-1 1 0 0 0,1-1 0 0 0,0 0 0 0 0,-1 1 0 0 0,1-1 0 0 0,0 0 1 0 0,-1 1-1 0 0,1-1 0 0 0,0 0 0 0 0,0 0 0 0 0,-1 1 0 0 0,1-1 1 0 0,0 0-1 0 0,1 0 0 0 0,33 5-301 0 0,-28-6 279 0 0,10 0-288 0 0,0 0 0 0 0,-1 1 0 0 0,19 3 0 0 0,-34-3 304 0 0,-1 1 0 0 0,1-1 0 0 0,-1 1 0 0 0,1-1 0 0 0,0 1 0 0 0,-1-1 0 0 0,1 1 0 0 0,-1 0 0 0 0,1-1 0 0 0,-1 1 0 0 0,0 0 0 0 0,1-1 0 0 0,-1 1 0 0 0,0 0 0 0 0,1 0 0 0 0,-1-1 0 0 0,0 1 0 0 0,0 0 0 0 0,0 0 0 0 0,1-1 0 0 0,-1 1-1 0 0,0 0 1 0 0,0 0 0 0 0,0 0 0 0 0,0-1 0 0 0,-1 1 0 0 0,1 0 0 0 0,0 0 0 0 0,-1 1 0 0 0,-4 22-7 0 0,4-23 21 0 0,-2 6 10 0 0,-30 70 156 0 0,-25 83 0 0 0,57-158-170 0 0,1-1 0 0 0,-1 1 1 0 0,1 0-1 0 0,-1 0 1 0 0,1-1-1 0 0,0 1 0 0 0,-1 0 1 0 0,1 0-1 0 0,0 0 1 0 0,1 0-1 0 0,-1-1 0 0 0,0 1 1 0 0,0 0-1 0 0,1 0 1 0 0,-1 0-1 0 0,1-1 0 0 0,-1 1 1 0 0,1 0-1 0 0,1 2 1 0 0,-1-3-4 0 0,0 0-1 0 0,0 0 1 0 0,1 0 0 0 0,-1 0 0 0 0,0 0 0 0 0,0 0 0 0 0,1-1 0 0 0,-1 1 0 0 0,0 0 0 0 0,1-1 0 0 0,-1 1 0 0 0,1-1-1 0 0,-1 0 1 0 0,1 1 0 0 0,-1-1 0 0 0,1 0 0 0 0,-1 0 0 0 0,3 0 0 0 0,2 0-9 0 0,0-1 0 0 0,0 0 0 0 0,0 0 0 0 0,0 0 0 0 0,0-1 0 0 0,-1 0 0 0 0,1 0 0 0 0,0 0 0 0 0,9-6 0 0 0,-1-2 0 0 0,-1 0-1 0 0,-1-1 1 0 0,0-1 0 0 0,0 1 0 0 0,-1-2-1 0 0,0 0 1 0 0,-1 0 0 0 0,13-24 0 0 0,3-12 9 0 0,24-67 0 0 0,-29 65 712 0 0,27-49 1 0 0,-28 63 420 0 0,-19 36-921 0 0,8-12 439 0 0,-3 6-243 0 0,-4 8-129 0 0,-2 2-277 0 0,-2 7 16 0 0,0 1 1 0 0,2-1-1 0 0,-1 0 0 0 0,1 0 1 0 0,1 1-1 0 0,0-1 0 0 0,4 19 0 0 0,-4-7 6 0 0,-1-19-20 0 0,0 0-1 0 0,0-1 1 0 0,-1 1-1 0 0,2 0 1 0 0,-1-1 0 0 0,0 1-1 0 0,0-1 1 0 0,1 1 0 0 0,0-1-1 0 0,-1 1 1 0 0,2 2-1 0 0,17 24 117 0 0,-17-28-67 0 0,10 4 52 0 0,0-10-74 0 0,1 0-1 0 0,-1-1 1 0 0,0 0-1 0 0,0-1 1 0 0,14-11-1 0 0,-24 17-35 0 0,0 1 3 0 0,0-1-1 0 0,-1 0 0 0 0,1 0 1 0 0,0 0-1 0 0,0-1 1 0 0,-1 1-1 0 0,1 0 0 0 0,-1 0 1 0 0,1-1-1 0 0,-1 1 0 0 0,0-1 1 0 0,2-2-1 0 0,-2 3 83 0 0,1-1-15 0 0,-1 1 0 0 0,1 0 0 0 0,-1-1 1 0 0,0 0-1 0 0,1 1 0 0 0,-1-1 0 0 0,0 0 1 0 0,0 0-1 0 0,0 1 0 0 0,-1-1 0 0 0,1 0 0 0 0,0 0 1 0 0,-1 0-1 0 0,1 0 0 0 0,-1 0 0 0 0,0 0 1 0 0,1-4-1 0 0,-1 4 207 0 0,1-1-1231 0 0,-5-20 4200 0 0,1 11-7283 0 0</inkml:trace>
</inkml:ink>
</file>

<file path=ppt/ink/ink4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1:11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0 117 96 0 0,'0'0'5292'0'0,"11"6"-3721"0"0,3-7-969 0 0,-1-1 0 0 0,0-1 0 0 0,0 0 0 0 0,-1-1 0 0 0,25-11 0 0 0,-32 13-472 0 0,0 0-1 0 0,-1-1 1 0 0,1 0 0 0 0,-1 0 0 0 0,1 0-1 0 0,-1-1 1 0 0,0 1 0 0 0,0-1 0 0 0,-1 0-1 0 0,1 0 1 0 0,-1-1 0 0 0,0 1 0 0 0,0-1-1 0 0,0 1 1 0 0,-1-1 0 0 0,1 0 0 0 0,1-7 0 0 0,-3 11 116 0 0,-1 0-243 0 0,0 0 1 0 0,0 0-1 0 0,0 1 0 0 0,0-1 1 0 0,-1 0-1 0 0,1 0 1 0 0,0 1-1 0 0,0-1 1 0 0,-1 0-1 0 0,1 0 1 0 0,0 1-1 0 0,-1-1 1 0 0,1 0-1 0 0,0 1 1 0 0,-1-1-1 0 0,1 1 1 0 0,-1-1-1 0 0,1 0 1 0 0,-1 1-1 0 0,1-1 1 0 0,-1 1-1 0 0,0-1 1 0 0,1 1-1 0 0,-1 0 1 0 0,0-1-1 0 0,1 1 1 0 0,-1 0-1 0 0,0-1 0 0 0,1 1 1 0 0,-1 0-1 0 0,0 0 1 0 0,0-1-1 0 0,1 1 1 0 0,-1 0-1 0 0,0 0 1 0 0,0 0-1 0 0,1 0 1 0 0,-1 0-1 0 0,0 0 1 0 0,0 0-1 0 0,0 1 1 0 0,1-1-1 0 0,-2 0 1 0 0,-1 1 9 0 0,0-1 1 0 0,-1 1-1 0 0,1 0 1 0 0,0 0 0 0 0,0 1-1 0 0,0-1 1 0 0,0 0-1 0 0,-5 4 1 0 0,6-4-32 0 0,0 1-1 0 0,0-1 1 0 0,-1 1-1 0 0,1-1 1 0 0,0 1 0 0 0,1 0-1 0 0,-1-1 1 0 0,0 1-1 0 0,0 0 1 0 0,1 0 0 0 0,-1 1-1 0 0,1-1 1 0 0,0 0-1 0 0,0 0 1 0 0,0 1 0 0 0,0-1-1 0 0,0 0 1 0 0,0 1 0 0 0,0-1-1 0 0,1 1 1 0 0,-1-1-1 0 0,1 1 1 0 0,0 0 0 0 0,0-1-1 0 0,0 1 1 0 0,0-1-1 0 0,0 1 1 0 0,1-1 0 0 0,-1 1-1 0 0,1-1 1 0 0,-1 1-1 0 0,1-1 1 0 0,0 1 0 0 0,0-1-1 0 0,0 0 1 0 0,0 1 0 0 0,1-1-1 0 0,-1 0 1 0 0,4 4-1 0 0,-2-2-20 0 0,0-1 0 0 0,1 0 0 0 0,-1 0 0 0 0,1 0 0 0 0,0 0 0 0 0,-1-1-1 0 0,1 0 1 0 0,1 1 0 0 0,-1-1 0 0 0,0-1 0 0 0,0 1 0 0 0,1-1 0 0 0,-1 1 0 0 0,1-1-1 0 0,-1 0 1 0 0,1-1 0 0 0,-1 1 0 0 0,1-1 0 0 0,5 0 0 0 0,3-4-25 0 0,1 0 0 0 0,-1-1 1 0 0,0-1-1 0 0,-1 0 0 0 0,1 0 0 0 0,-1-2 1 0 0,-1 1-1 0 0,1-1 0 0 0,-1-1 0 0 0,-1 0 1 0 0,14-15-1 0 0,22-16 167 0 0,-45 39-107 0 0,0 1 1 0 0,0 0-1 0 0,0 0 1 0 0,0 0 0 0 0,0 0-1 0 0,-1 0 1 0 0,1 0-1 0 0,0 0 1 0 0,0 0-1 0 0,0 0 1 0 0,0 0-1 0 0,-1 0 1 0 0,1 1-1 0 0,0-1 1 0 0,0 0 0 0 0,0 1-1 0 0,-1-1 1 0 0,1 0-1 0 0,0 1 1 0 0,0-1-1 0 0,-1 1 1 0 0,1-1-1 0 0,-1 1 1 0 0,1 0-1 0 0,0-1 1 0 0,-1 1-1 0 0,1 0 1 0 0,-1-1 0 0 0,1 1-1 0 0,-1 0 1 0 0,0 0-1 0 0,1-1 1 0 0,-1 1-1 0 0,1 1 1 0 0,11 42-5 0 0,-7-22 1 0 0,-5-21 14 0 0,0 1 0 0 0,1-1 0 0 0,-1 1 0 0 0,0-1 0 0 0,1 0 0 0 0,-1 1 0 0 0,1-1 0 0 0,-1 1-1 0 0,1-1 1 0 0,-1 0 0 0 0,1 0 0 0 0,0 1 0 0 0,0-1 0 0 0,0 0 0 0 0,0 0 0 0 0,0 0 0 0 0,0 0-1 0 0,0 0 1 0 0,0 0 0 0 0,0 0 0 0 0,0 0 0 0 0,0 0 0 0 0,1-1 0 0 0,-1 1 0 0 0,2 0 0 0 0,2-1 27 0 0,-1 0 1 0 0,0 0 0 0 0,0-1 0 0 0,0 1-1 0 0,1-1 1 0 0,-1-1 0 0 0,0 1 0 0 0,7-4-1 0 0,104-28 734 0 0,-113 32-824 0 0,25 13-1266 0 0,-10-4-4926 0 0,-9-4 3578 0 0</inkml:trace>
</inkml:ink>
</file>

<file path=ppt/ink/ink4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1:12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8 808 0 0,'0'0'8510'0'0,"-1"0"-8362"0"0,0-1 1 0 0,1 0-1 0 0,-1 1 1 0 0,1-1 0 0 0,-1 1-1 0 0,0-1 1 0 0,0 1 0 0 0,1-1-1 0 0,-1 1 1 0 0,0 0 0 0 0,0-1-1 0 0,1 1 1 0 0,-1 0 0 0 0,0-1-1 0 0,0 1 1 0 0,0 0 0 0 0,0 0-1 0 0,0 0 1 0 0,1 0 0 0 0,-1 0-1 0 0,0 0 1 0 0,-1 0 0 0 0,-2 2-18 0 0,0 0 1 0 0,0 0 0 0 0,1 1 0 0 0,-1-1 0 0 0,1 1 0 0 0,-1 0 0 0 0,1 0 0 0 0,0 0 0 0 0,0 1-1 0 0,-3 3 1 0 0,6-6 33 0 0,-2 2-125 0 0,1 0 0 0 0,-1-1 1 0 0,1 1-1 0 0,0 0 0 0 0,0 1 0 0 0,0-1 0 0 0,1 0 1 0 0,-1 0-1 0 0,0 5 0 0 0,3-6-81 0 0,0 0 1 0 0,-1 0-1 0 0,1 0 0 0 0,0 1 1 0 0,1-2-1 0 0,-1 1 0 0 0,0 0 1 0 0,0 0-1 0 0,1-1 0 0 0,-1 1 1 0 0,1-1-1 0 0,-1 0 0 0 0,1 0 1 0 0,0 0-1 0 0,0 0 0 0 0,-1 0 0 0 0,1-1 1 0 0,0 1-1 0 0,0-1 0 0 0,0 1 1 0 0,0-1-1 0 0,0 0 0 0 0,-1 0 1 0 0,1-1-1 0 0,0 1 0 0 0,0-1 1 0 0,0 1-1 0 0,0-1 0 0 0,2-1 1 0 0,10-2-161 0 0,0 0 0 0 0,0-1 0 0 0,-1-1 0 0 0,16-8 0 0 0,4 0-262 0 0,-34 16 456 0 0,0-1 1 0 0,0 0-1 0 0,1 0 1 0 0,-1 0 0 0 0,0 0-1 0 0,0 1 1 0 0,0-1-1 0 0,0 0 1 0 0,-1 0-1 0 0,1 0 1 0 0,0 0 0 0 0,0 1-1 0 0,-1-1 1 0 0,1 0-1 0 0,-1 0 1 0 0,1 0 0 0 0,-1 0-1 0 0,-1 2 1 0 0,-2 8 6 0 0,4-9 0 0 0,-1-1 0 0 0,1 1 0 0 0,-1-1 0 0 0,1 1 0 0 0,-1 0 0 0 0,1-1 0 0 0,0 1 0 0 0,0 0 0 0 0,0-1 0 0 0,0 1 0 0 0,0 0 0 0 0,0-1 0 0 0,1 1 0 0 0,-1 0 0 0 0,1-1 0 0 0,-1 1 0 0 0,1-1 0 0 0,-1 1 0 0 0,1-1 0 0 0,0 1 0 0 0,-1-1 0 0 0,1 1 0 0 0,0-1 0 0 0,0 0 0 0 0,0 1 0 0 0,2 0 0 0 0,-1-1-10 0 0,0-1 1 0 0,0 1-1 0 0,0-1 0 0 0,0 0 1 0 0,-1 1-1 0 0,1-1 1 0 0,0 0-1 0 0,0 0 0 0 0,0-1 1 0 0,0 1-1 0 0,0 0 1 0 0,0-1-1 0 0,0 1 0 0 0,0-1 1 0 0,0 1-1 0 0,3-3 1 0 0,31-11-239 0 0,-36 14 244 0 0,1-1-3 0 0,147-61-921 0 0,-133 58 857 0 0,-1 0 1 0 0,1 0 0 0 0,-1 1-1 0 0,1 1 1 0 0,0 0-1 0 0,0 1 1 0 0,0 1 0 0 0,22 2-1 0 0,-36-2 79 0 0,1 0 0 0 0,-1 0 0 0 0,0 1 0 0 0,1-1 0 0 0,-1 0 0 0 0,0 0 0 0 0,1 1-1 0 0,-1-1 1 0 0,0 1 0 0 0,0 0 0 0 0,1-1 0 0 0,-1 1 0 0 0,0 0 0 0 0,0-1 0 0 0,0 1 0 0 0,0 0-1 0 0,0 0 1 0 0,0 0 0 0 0,0 0 0 0 0,0 0 0 0 0,0 0 0 0 0,-1 0 0 0 0,1 1 0 0 0,0-1 0 0 0,-1 0-1 0 0,1 0 1 0 0,-1 0 0 0 0,1 1 0 0 0,-1-1 0 0 0,0 0 0 0 0,1 1 0 0 0,-1-1 0 0 0,0 0 0 0 0,0 1 0 0 0,0-1-1 0 0,0 0 1 0 0,0 1 0 0 0,0-1 0 0 0,0 0 0 0 0,-1 1 0 0 0,1-1 0 0 0,0 0 0 0 0,-1 2 0 0 0,-1 1 7 0 0,1 0 1 0 0,0 0-1 0 0,-1-1 1 0 0,0 1-1 0 0,0-1 1 0 0,0 1-1 0 0,-1-1 1 0 0,1 0-1 0 0,-1 0 1 0 0,1 0-1 0 0,-1 0 1 0 0,0 0-1 0 0,-4 2 1 0 0,-12 5-764 0 0,-9 0-4635 0 0,25-9 2909 0 0</inkml:trace>
</inkml:ink>
</file>

<file path=ppt/ink/ink4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1:15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186 211 696 0 0,'6'-9'3696'0'0,"-5"1"972"0"0,-2 7-4634 0 0,0 1 1 0 0,0-1-1 0 0,0 1 1 0 0,0-1-1 0 0,0 1 1 0 0,0 0 0 0 0,0-1-1 0 0,0 1 1 0 0,0 0-1 0 0,0 0 1 0 0,0 0-1 0 0,0 0 1 0 0,0 0 0 0 0,0 0-1 0 0,0 0 1 0 0,0 0-1 0 0,0 0 1 0 0,0 1-1 0 0,0-1 1 0 0,0 0 0 0 0,0 1-1 0 0,0-1 1 0 0,0 1-1 0 0,-1 0 1 0 0,-34 21 367 0 0,-26 35 37 0 0,51-44-256 0 0,0 1 1 0 0,1 0-1 0 0,1 1 1 0 0,0 0-1 0 0,-9 22 1 0 0,17-35-166 0 0,1 0 1 0 0,0 0 0 0 0,0 0-1 0 0,0 0 1 0 0,0 0-1 0 0,1 1 1 0 0,-1-1 0 0 0,1 0-1 0 0,-1 0 1 0 0,1 0-1 0 0,0 0 1 0 0,-1-1 0 0 0,1 1-1 0 0,0 0 1 0 0,0 0-1 0 0,0 0 1 0 0,1-1 0 0 0,-1 1-1 0 0,0 0 1 0 0,1-1-1 0 0,-1 1 1 0 0,1-1 0 0 0,-1 0-1 0 0,1 1 1 0 0,0-1-1 0 0,-1 0 1 0 0,1 0 0 0 0,0 0-1 0 0,0 0 1 0 0,2 0-1 0 0,5 0 9 0 0,0 0 0 0 0,0 0 0 0 0,0-1 0 0 0,0 0 0 0 0,0-1 0 0 0,0 0 0 0 0,0 0-1 0 0,0-1 1 0 0,0 0 0 0 0,11-5 0 0 0,0 0 13 0 0,-1-1 0 0 0,-1-1 0 0 0,25-15 1 0 0,-15 5-64 0 0,-1-2 0 0 0,-1 0 0 0 0,0-1 0 0 0,-2-2 0 0 0,-1-1 0 0 0,-1 0 1 0 0,-1-2-1 0 0,-2 0 0 0 0,0-2 0 0 0,16-33 0 0 0,-16-8 711 0 0,-18 68-682 0 0,-1 10-119 0 0,2 131 71 0 0,-21 182 0 0 0,8-184 45 0 0,5-57 2 0 0,-22 230 17 0 0,19-245 7 0 0,-3 0-1 0 0,-33 106 1 0 0,41-161 39 0 0,1 1 0 0 0,-1-1 1 0 0,0 0-1 0 0,-1-1 0 0 0,0 1 1 0 0,-1-1-1 0 0,0 0 0 0 0,-1 0 0 0 0,1-1 1 0 0,-2 0-1 0 0,-12 12 0 0 0,17-19-27 0 0,1 0-1 0 0,-1 1 0 0 0,1-2 1 0 0,-1 1-1 0 0,1 0 0 0 0,-1 0 1 0 0,0-1-1 0 0,1 0 1 0 0,-1 1-1 0 0,0-1 0 0 0,0 0 1 0 0,1 0-1 0 0,-1 0 0 0 0,0-1 1 0 0,0 1-1 0 0,1-1 0 0 0,-1 0 1 0 0,0 1-1 0 0,1-1 0 0 0,-1 0 1 0 0,1-1-1 0 0,-1 1 1 0 0,1 0-1 0 0,0-1 0 0 0,0 1 1 0 0,-1-1-1 0 0,1 0 0 0 0,0 1 1 0 0,0-1-1 0 0,0 0 0 0 0,1 0 1 0 0,-1-1-1 0 0,0 1 1 0 0,-1-4-1 0 0,-4-4 31 0 0,1 1-1 0 0,0-2 1 0 0,0 1 0 0 0,1 0 0 0 0,1-1 0 0 0,-7-21-1 0 0,9 19-150 0 0,0 0-1 0 0,0 0 0 0 0,1 0 0 0 0,1 0 0 0 0,0 0 0 0 0,1 0 0 0 0,1 0 0 0 0,0 0 1 0 0,0 0-1 0 0,1 0 0 0 0,1 1 0 0 0,0-1 0 0 0,1 1 0 0 0,8-16 0 0 0,-2 8-808 0 0,0 1 1 0 0,26-33-1 0 0,38-27-5284 0 0,-40 47 2834 0 0</inkml:trace>
</inkml:ink>
</file>

<file path=ppt/ink/ink4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1:15.7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0 160 248 0 0,'13'-15'5250'0'0,"-1"9"-181"0"0,-3 12-4840 0 0,-1 1 0 0 0,1-1-1 0 0,-2 2 1 0 0,1-1 0 0 0,-1 1 0 0 0,0 0-1 0 0,0 0 1 0 0,8 15 0 0 0,20 24 1102 0 0,-34-46-710 0 0,0-1-602 0 0,-1 1 0 0 0,0-1 0 0 0,0 0-1 0 0,0 0 1 0 0,0 0 0 0 0,0 0 0 0 0,0 1 0 0 0,0-1 0 0 0,1 0-1 0 0,-1 0 1 0 0,0 0 0 0 0,0 0 0 0 0,0 0 0 0 0,0 0 0 0 0,1 1-1 0 0,-1-1 1 0 0,0 0 0 0 0,0 0 0 0 0,0 0 0 0 0,0 0 0 0 0,1 0-1 0 0,-1 0 1 0 0,0 0 0 0 0,0 0 0 0 0,0 0 0 0 0,1 0 0 0 0,-1 0-1 0 0,0 0 1 0 0,0 0 0 0 0,0 0 0 0 0,1 0 0 0 0,-1 0 0 0 0,0 0-1 0 0,0 0 1 0 0,0 0 0 0 0,0 0 0 0 0,1 0 0 0 0,-1-1 0 0 0,0 1-1 0 0,0 0 1 0 0,0 0 0 0 0,0 0 0 0 0,1 0 0 0 0,-1 0 0 0 0,0 0 0 0 0,0-1-1 0 0,0 1 1 0 0,0 0 0 0 0,0 0 0 0 0,0 0 0 0 0,1 0 0 0 0,-1-1-1 0 0,0 1 1 0 0,0 0 0 0 0,0 0 0 0 0,0 0 0 0 0,0-1 0 0 0,0 1-1 0 0,0 0 1 0 0,0 0 0 0 0,13-14 425 0 0,-11 12-451 0 0,16-27-228 0 0,2 0 0 0 0,2 1-1 0 0,0 2 1 0 0,30-28 0 0 0,3 10-3079 0 0,5 8-3390 0 0,-50 32 3906 0 0</inkml:trace>
</inkml:ink>
</file>

<file path=ppt/ink/ink4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1:26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1 310 460 0 0,'0'0'9277'0'0,"4"-3"-8910"0"0,17-12 121 0 0,1 2 1 0 0,1 1 0 0 0,28-12 0 0 0,41-22 236 0 0,-78 37-600 0 0,0-1 1 0 0,0 0 0 0 0,-1-1-1 0 0,21-22 1 0 0,-29 27-90 0 0,1 0 1 0 0,-1 0-1 0 0,-1-1 0 0 0,0 0 1 0 0,0 0-1 0 0,0 0 0 0 0,0 0 1 0 0,-1-1-1 0 0,-1 1 0 0 0,1-1 1 0 0,2-14-1 0 0,-5 20-24 0 0,0-1-19 0 0,-1-6-6 0 0,1 6-5 0 0,-4 1-2 0 0,4 1 18 0 0,0 1 0 0 0,-1 0 0 0 0,1-1 0 0 0,0 1 1 0 0,-1-1-1 0 0,1 1 0 0 0,0 0 0 0 0,-1-1 0 0 0,1 1 0 0 0,-1 0 0 0 0,1-1 0 0 0,0 1 1 0 0,-1 0-1 0 0,1 0 0 0 0,-1-1 0 0 0,1 1 0 0 0,-1 0 0 0 0,1 0 0 0 0,-1 0 1 0 0,1 0-1 0 0,-1 0 0 0 0,0-1 0 0 0,1 1 0 0 0,-1 0 0 0 0,0 1 0 0 0,-7 1-14 0 0,1 1-1 0 0,-1 0 1 0 0,1 1 0 0 0,0 0-1 0 0,0 0 1 0 0,0 1 0 0 0,0 0-1 0 0,1 0 1 0 0,0 0-1 0 0,0 1 1 0 0,1 0 0 0 0,-1 0-1 0 0,1 0 1 0 0,0 1-1 0 0,1-1 1 0 0,-5 9 0 0 0,7-11 12 0 0,0 1 0 0 0,1-1 1 0 0,-1 0-1 0 0,1 1 0 0 0,0-1 1 0 0,0 1-1 0 0,0 0 0 0 0,0-1 1 0 0,1 1-1 0 0,0-1 1 0 0,0 1-1 0 0,0 0 0 0 0,1-1 1 0 0,-1 1-1 0 0,1 0 0 0 0,0-1 1 0 0,0 1-1 0 0,1-1 1 0 0,0 1-1 0 0,-1-1 0 0 0,1 0 1 0 0,1 0-1 0 0,-1 0 0 0 0,1 0 1 0 0,-1 0-1 0 0,1 0 0 0 0,0-1 1 0 0,0 1-1 0 0,1-1 1 0 0,4 4-1 0 0,-2-3 8 0 0,-1 0-1 0 0,0-1 1 0 0,1 1 0 0 0,0-1 0 0 0,0 0 0 0 0,0-1-1 0 0,0 1 1 0 0,0-1 0 0 0,0-1 0 0 0,0 1-1 0 0,1-1 1 0 0,-1 0 0 0 0,1 0 0 0 0,-1-1-1 0 0,1 0 1 0 0,-1 0 0 0 0,1-1 0 0 0,-1 1 0 0 0,1-1-1 0 0,-1-1 1 0 0,0 1 0 0 0,1-1 0 0 0,-1 0-1 0 0,0-1 1 0 0,7-3 0 0 0,-3 1 8 0 0,0-1 0 0 0,0 0 0 0 0,-1 0 0 0 0,1-1 0 0 0,-1 0 0 0 0,-1-1 0 0 0,0 0 0 0 0,0 0 0 0 0,0-1-1 0 0,-1 0 1 0 0,0 0 0 0 0,-1-1 0 0 0,0 0 0 0 0,6-13 0 0 0,1-6 7 0 0,-13 28-29 0 0,0-1-212 0 0,0 2 186 0 0,0 0 0 0 0,0-1 1 0 0,0 1-1 0 0,0 0 0 0 0,0 0 1 0 0,0 0-1 0 0,0-1 0 0 0,0 1 1 0 0,0 0-1 0 0,0 0 0 0 0,0 0 0 0 0,-1-1 1 0 0,1 1-1 0 0,0 0 0 0 0,0 0 1 0 0,0-1-1 0 0,1 1 0 0 0,-1 0 1 0 0,0 0-1 0 0,0 0 0 0 0,0-1 1 0 0,0 1-1 0 0,0 0 0 0 0,0 0 1 0 0,0 0-1 0 0,0-1 0 0 0,0 1 0 0 0,0 0 1 0 0,1 0-1 0 0,-1 0 0 0 0,0 0 1 0 0,0-1-1 0 0,0 1 0 0 0,0 0 1 0 0,0 0-1 0 0,1 0 0 0 0,-1 0 1 0 0,0 0-1 0 0,0 0 0 0 0,0-1 1 0 0,1 1-1 0 0,-1 0 0 0 0,0 0 1 0 0,0 0-1 0 0,0 0 0 0 0,1 0 0 0 0,-1 0 1 0 0,0 0-1 0 0,0 0 0 0 0,1 0 1 0 0,49 23-161 0 0,-48-22 181 0 0,1 0 1 0 0,-1 1-1 0 0,0-1 1 0 0,0 1 0 0 0,1-1-1 0 0,-1 1 1 0 0,0 0-1 0 0,0 0 1 0 0,-1 0-1 0 0,1 0 1 0 0,0 0-1 0 0,-1 0 1 0 0,1 1 0 0 0,-1-1-1 0 0,0 1 1 0 0,0-1-1 0 0,2 4 1 0 0,-1 0-14 0 0,0-1 0 0 0,0 1 0 0 0,-1 0-1 0 0,1 0 1 0 0,-1 0 0 0 0,0 8 0 0 0,2 31-68 0 0,-3-43 82 0 0,0 0 3 0 0,2 7 5 0 0,-2-7 23 0 0,1-1 1 0 0,-1 1-1 0 0,1-1 0 0 0,0 0 0 0 0,0 0 0 0 0,0 1 0 0 0,0-1 0 0 0,0 0 0 0 0,0 0 0 0 0,0 0 1 0 0,0 0-1 0 0,0 0 0 0 0,1 0 0 0 0,-1 0 0 0 0,0 0 0 0 0,1-1 0 0 0,-1 1 0 0 0,0-1 0 0 0,1 1 1 0 0,-1 0-1 0 0,1-1 0 0 0,-1 0 0 0 0,1 1 0 0 0,-1-1 0 0 0,1 0 0 0 0,-1 0 0 0 0,1 0 1 0 0,-1 0-1 0 0,1 0 0 0 0,-1 0 0 0 0,1-1 0 0 0,-1 1 0 0 0,3-1 0 0 0,60-12-1245 0 0,-23-1-608 0 0,-10 1-2200 0 0,-15 4 1612 0 0</inkml:trace>
</inkml:ink>
</file>

<file path=ppt/ink/ink4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1:26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0 852 0 0,'-5'9'7678'0'0,"-5"25"-6099"0"0,-6 41-1572 0 0,8-18 429 0 0,-19 72 0 0 0,14-73-119 0 0,12-55-80 0 0,1 0-231 0 0,0-1 1 0 0,0 1-1 0 0,0-1 0 0 0,0 0 1 0 0,0 1-1 0 0,1-1 1 0 0,-1 1-1 0 0,0-1 1 0 0,0 0-1 0 0,0 1 0 0 0,0-1 1 0 0,1 0-1 0 0,-1 1 1 0 0,0-1-1 0 0,0 0 0 0 0,1 1 1 0 0,-1-1-1 0 0,0 0 1 0 0,1 1-1 0 0,-1-1 1 0 0,0 0-1 0 0,1 0 0 0 0,-1 1 1 0 0,0-1-1 0 0,1 0 1 0 0,-1 0-1 0 0,0 0 0 0 0,1 0 1 0 0,-1 1-1 0 0,1-1 1 0 0,-1 0-1 0 0,1 0 1 0 0,-1 0-1 0 0,1 0 0 0 0,8-3 28 0 0,10-4-4 0 0,0 2-1 0 0,1 0 1 0 0,-1 1 0 0 0,26-1 0 0 0,-41 4-33 0 0,0 1 0 0 0,0 0 0 0 0,0 0 0 0 0,0 0 0 0 0,1 0 0 0 0,-1 1 1 0 0,0 0-1 0 0,-1 0 0 0 0,1 0 0 0 0,0 0 0 0 0,0 0 0 0 0,0 1 0 0 0,-1 0 0 0 0,1 0 0 0 0,-1 0 0 0 0,1 0 0 0 0,-1 0 0 0 0,0 1 1 0 0,0-1-1 0 0,0 1 0 0 0,0 0 0 0 0,0 0 0 0 0,-1 0 0 0 0,1 0 0 0 0,-1 1 0 0 0,0-1 0 0 0,0 1 0 0 0,2 5 0 0 0,-3-8-5 0 0,-2 2 9 0 0,1-1 1 0 0,-1 1-1 0 0,0 0 0 0 0,0-1 0 0 0,0 1 0 0 0,-1 0 0 0 0,1-1 0 0 0,-1 0 0 0 0,1 1 0 0 0,-1-1 0 0 0,0 0 0 0 0,0 0 0 0 0,0 0 0 0 0,0 0 0 0 0,0 0 0 0 0,0 0 0 0 0,-1 0 0 0 0,1-1 0 0 0,-1 1 0 0 0,1-1 0 0 0,-1 0 0 0 0,1 0 0 0 0,-1 0 0 0 0,0 0 0 0 0,-3 1 0 0 0,-7 2 33 0 0,0 0-1 0 0,-1-1 1 0 0,-19 2-1 0 0,32-4-140 0 0,-1-1-1 0 0,1 0 1 0 0,0 1 0 0 0,-1-1-1 0 0,1 0 1 0 0,-1 0 0 0 0,1 0-1 0 0,0 0 1 0 0,-1 0-1 0 0,1 0 1 0 0,-1 0 0 0 0,1-1-1 0 0,0 1 1 0 0,-1 0 0 0 0,1-1-1 0 0,0 1 1 0 0,-1-1-1 0 0,1 1 1 0 0,0-1 0 0 0,0 0-1 0 0,0 0 1 0 0,0 1 0 0 0,-1-1-1 0 0,1 0 1 0 0,0 0 0 0 0,-1-2-1 0 0,1 2-1588 0 0,3-3-1114 0 0,8-13 214 0 0</inkml:trace>
</inkml:ink>
</file>

<file path=ppt/ink/ink4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1:27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14 440 0 0,'1'-1'302'0'0,"-1"0"0"0"0,1 0-1 0 0,-1 0 1 0 0,1 0 0 0 0,-1 1 0 0 0,1-1-1 0 0,0 0 1 0 0,-1 1 0 0 0,1-1 0 0 0,0 0-1 0 0,-1 1 1 0 0,1-1 0 0 0,0 1 0 0 0,0-1-1 0 0,0 1 1 0 0,0-1 0 0 0,0 1-1 0 0,-1 0 1 0 0,1-1 0 0 0,0 1 0 0 0,2 0-1 0 0,-4 19 4050 0 0,-3 25-3912 0 0,20 12-189 0 0,1 11 28 0 0,-17-65-158 0 0,0 0-121 0 0,-1-1 1 0 0,1 1-1 0 0,-1-1 1 0 0,0 0-1 0 0,1 1 1 0 0,-1-1-1 0 0,0 0 0 0 0,0 0 1 0 0,0 0-1 0 0,0 0 1 0 0,0 0-1 0 0,-1 0 1 0 0,1 0-1 0 0,0 0 1 0 0,0 0-1 0 0,-1 0 1 0 0,1 0-1 0 0,0-1 1 0 0,-1 1-1 0 0,1-1 0 0 0,-1 1 1 0 0,1-1-1 0 0,-1 1 1 0 0,1-1-1 0 0,-1 0 1 0 0,1 0-1 0 0,-1 0 1 0 0,1 0-1 0 0,-1 0 1 0 0,-1 0-1 0 0,1 0-49 0 0,0 1-281 0 0,-5-1-115 0 0,2 0-1060 0 0</inkml:trace>
</inkml:ink>
</file>

<file path=ppt/ink/ink4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1:27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1056 0 0,'0'0'1822'0'0,"13"3"4317"0"0</inkml:trace>
</inkml:ink>
</file>

<file path=ppt/ink/ink4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1:29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0 316 844 0 0,'3'1'10103'0'0,"12"1"-10455"0"0,1-3 849 0 0,8-5-159 0 0,0 0 0 0 0,0-2 0 0 0,-1 0 0 0 0,0-2 1 0 0,39-22-1 0 0,-45 24-166 0 0,-2 0-17 0 0,1 0-1 0 0,-1-1 1 0 0,-1-1-1 0 0,0 0 1 0 0,0-1-1 0 0,-1 0 1 0 0,0-1-1 0 0,-1-1 0 0 0,-1 0 1 0 0,0 0-1 0 0,0-1 1 0 0,14-27-1 0 0,-23 38-105 0 0,-1 0-1 0 0,0 1 0 0 0,0-1 1 0 0,0 0-1 0 0,-1 0 0 0 0,1 0 0 0 0,0 0 1 0 0,-1 0-1 0 0,0 0 0 0 0,0 0 1 0 0,0 0-1 0 0,-1-4 0 0 0,1 6-34 0 0,0 0 1 0 0,-1-1-1 0 0,1 1 0 0 0,-1 0 0 0 0,1 0 1 0 0,-1 0-1 0 0,0 0 0 0 0,1 0 0 0 0,-1 0 1 0 0,0 0-1 0 0,0 0 0 0 0,0 0 0 0 0,1 0 1 0 0,-1 0-1 0 0,0 0 0 0 0,0 0 0 0 0,-1 1 1 0 0,1-1-1 0 0,0 0 0 0 0,-1 0 0 0 0,-2 0-6 0 0,1 0-1 0 0,-1 1 1 0 0,1-1-1 0 0,0 1 1 0 0,-1 0 0 0 0,1 0-1 0 0,-1 0 1 0 0,1 0-1 0 0,-1 1 1 0 0,1-1-1 0 0,-1 1 1 0 0,1 0-1 0 0,0 0 1 0 0,0 0-1 0 0,-1 0 1 0 0,1 1-1 0 0,0 0 1 0 0,-4 2 0 0 0,-2 2-21 0 0,1 0 0 0 0,-1 1 0 0 0,1-1 0 0 0,1 2 0 0 0,0-1 0 0 0,0 1 0 0 0,0 0 0 0 0,1 1 0 0 0,0 0 0 0 0,0 0 0 0 0,1 0 0 0 0,-8 20 0 0 0,12-25-4 0 0,-1 0 0 0 0,1 0 0 0 0,0 0 0 0 0,0 0 0 0 0,1 0 0 0 0,-1 0 0 0 0,1 1 0 0 0,0-1 0 0 0,0 0 0 0 0,0 0 0 0 0,1 1 0 0 0,-1-1 0 0 0,1 0 0 0 0,0 0 0 0 0,0 0 0 0 0,1 0 0 0 0,-1 0 0 0 0,1 0 0 0 0,0 0 0 0 0,0 0-1 0 0,0-1 1 0 0,0 1 0 0 0,1-1 0 0 0,-1 1 0 0 0,1-1 0 0 0,0 0 0 0 0,0 0 0 0 0,0 0 0 0 0,1-1 0 0 0,-1 1 0 0 0,1-1 0 0 0,-1 0 0 0 0,8 4 0 0 0,4 0-13 0 0,-1-1 0 0 0,1 0-1 0 0,0-1 1 0 0,0-1 0 0 0,0 0 0 0 0,0-1-1 0 0,1-1 1 0 0,-1 0 0 0 0,1-1-1 0 0,-1 0 1 0 0,18-4 0 0 0,-15 2-76 0 0,1-2-1 0 0,-1 0 1 0 0,1 0 0 0 0,-1-2 0 0 0,0 0-1 0 0,-1-1 1 0 0,0-1 0 0 0,30-18 0 0 0,-39 19 64 0 0,0-1 0 0 0,-1 1 1 0 0,0-1-1 0 0,0-1 0 0 0,-1 1 1 0 0,0-1-1 0 0,7-13 0 0 0,-12 20 28 0 0,0 2-12 0 0,-1 0 24 0 0,0 0 1 0 0,0-1-1 0 0,0 1 1 0 0,1 0-1 0 0,-1 0 1 0 0,0 0-1 0 0,0 0 0 0 0,0 0 1 0 0,0-1-1 0 0,0 1 1 0 0,1 0-1 0 0,-1 0 0 0 0,0 0 1 0 0,0 0-1 0 0,0 0 1 0 0,1 0-1 0 0,-1 0 0 0 0,0 0 1 0 0,0 0-1 0 0,0 0 1 0 0,0 0-1 0 0,1 0 1 0 0,-1 0-1 0 0,0 0 0 0 0,0 0 1 0 0,0 0-1 0 0,1 0 1 0 0,-1 0-1 0 0,0 0 0 0 0,0 0 1 0 0,0 0-1 0 0,1 0 1 0 0,-1 0-1 0 0,0 0 1 0 0,0 1-1 0 0,0-1 0 0 0,0 0 1 0 0,0 0-1 0 0,1 0 1 0 0,-1 0-1 0 0,0 0 0 0 0,0 0 1 0 0,0 1-1 0 0,0-1 1 0 0,0 0-1 0 0,0 0 1 0 0,1 0-1 0 0,-1 0 0 0 0,0 1 1 0 0,0-1-1 0 0,0 0 1 0 0,3 25-20 0 0,0-1 1 0 0,-2 1-1 0 0,-3 48 1 0 0,-1 16 2 0 0,5-41 38 0 0,1 14-46 0 0,-6 64 0 0 0,2-107 66 0 0,-2 0 0 0 0,0 0-1 0 0,-2 0 1 0 0,0 0-1 0 0,0-1 1 0 0,-2 1-1 0 0,-14 26 1 0 0,19-41 43 0 0,-1 0 1 0 0,0 1-1 0 0,-1-1 1 0 0,1-1-1 0 0,-1 1 0 0 0,1 0 1 0 0,-1-1-1 0 0,0 0 1 0 0,-1 0-1 0 0,1 0 0 0 0,0 0 1 0 0,-1-1-1 0 0,0 0 0 0 0,1 0 1 0 0,-1 0-1 0 0,0 0 1 0 0,0-1-1 0 0,0 0 0 0 0,0 0 1 0 0,0 0-1 0 0,-1 0 1 0 0,1-1-1 0 0,0 0 0 0 0,0 0 1 0 0,0-1-1 0 0,-6 0 1 0 0,7 0-68 0 0,0 0-1 0 0,-1 1 1 0 0,1-2 0 0 0,0 1 0 0 0,0 0 0 0 0,0-1 0 0 0,0 0 0 0 0,1 0 0 0 0,-1 0 0 0 0,0-1-1 0 0,1 1 1 0 0,-1-1 0 0 0,1 0 0 0 0,0 1 0 0 0,0-2 0 0 0,0 1 0 0 0,0 0 0 0 0,1-1 0 0 0,-1 1-1 0 0,1-1 1 0 0,0 1 0 0 0,0-1 0 0 0,0 0 0 0 0,1 0 0 0 0,-1 0 0 0 0,1 0 0 0 0,0-1 0 0 0,0 1 0 0 0,0 0-1 0 0,1 0 1 0 0,-1-9 0 0 0,2 6-272 0 0,-1 0 0 0 0,1-1 0 0 0,0 1-1 0 0,1 0 1 0 0,0 0 0 0 0,0 0 0 0 0,0 0-1 0 0,1 0 1 0 0,0 0 0 0 0,6-8 0 0 0,26-37-7235 0 0,-22 35 3842 0 0</inkml:trace>
</inkml:ink>
</file>

<file path=ppt/ink/ink4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1:31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13 680 0 0,'0'0'12770'0'0,"5"-2"-12753"0"0,29-8 151 0 0,-31 10-126 0 0,46 5 5009 0 0</inkml:trace>
</inkml:ink>
</file>

<file path=ppt/ink/ink4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1:33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92 820 0 0,'0'-3'337'0'0,"0"-1"-1"0"0,1 0 1 0 0,0 1-1 0 0,0-1 1 0 0,0 1-1 0 0,0-1 1 0 0,0 1-1 0 0,1 0 1 0 0,-1-1-1 0 0,1 1 1 0 0,0 0-1 0 0,0 0 1 0 0,0 0-1 0 0,1 0 1 0 0,-1 0-1 0 0,1 1 1 0 0,3-4-1 0 0,0 2-130 0 0,-1 1 1 0 0,0-1-1 0 0,1 2 1 0 0,-1-1-1 0 0,1 0 0 0 0,0 1 1 0 0,0 0-1 0 0,0 0 1 0 0,11-1-1 0 0,-6 2-107 0 0,0 0 0 0 0,0 0 0 0 0,-1 1 0 0 0,1 1 0 0 0,0-1 0 0 0,0 2 0 0 0,0 0 0 0 0,-1 0 0 0 0,1 1 0 0 0,-1 0 0 0 0,0 1 0 0 0,11 4 0 0 0,-14-3-51 0 0,0-1 0 0 0,0 0-1 0 0,0 1 1 0 0,0 1 0 0 0,-1-1-1 0 0,1 1 1 0 0,-2 0 0 0 0,1 0 0 0 0,-1 1-1 0 0,1 0 1 0 0,-2 0 0 0 0,1 0-1 0 0,-1 0 1 0 0,0 1 0 0 0,5 15-1 0 0,-7-15-24 0 0,-1-1 0 0 0,0 1 0 0 0,0-1 0 0 0,-1 1 0 0 0,0-1 0 0 0,0 1 0 0 0,0-1 0 0 0,-1 1-1 0 0,0-1 1 0 0,-1 1 0 0 0,0-1 0 0 0,0 0 0 0 0,-1 0 0 0 0,1 0 0 0 0,-2 0 0 0 0,1 0 0 0 0,-1 0-1 0 0,-5 7 1 0 0,-3 2 92 0 0,0-1-1 0 0,-1 0 0 0 0,0-1 0 0 0,-1-1 0 0 0,0 0 0 0 0,-2-1 1 0 0,1 0-1 0 0,-1-2 0 0 0,-1 1 0 0 0,0-2 0 0 0,0 0 1 0 0,-1-2-1 0 0,0 0 0 0 0,0 0 0 0 0,-1-2 0 0 0,0 0 1 0 0,0-1-1 0 0,-30 2 0 0 0,42-6-13 0 0,0 0 0 0 0,0-1 0 0 0,1 1 0 0 0,-1-1 0 0 0,0-1 0 0 0,0 1 1 0 0,0-1-1 0 0,1 0 0 0 0,-1-1 0 0 0,1 0 0 0 0,0 0 0 0 0,0 0 0 0 0,0-1 0 0 0,0 1 0 0 0,-9-9 0 0 0,13 10-29 0 0,9-21 47 0 0,-4 22-115 0 0,0 0 1 0 0,0-1-1 0 0,0 1 1 0 0,0 0-1 0 0,0 1 0 0 0,0-1 1 0 0,0 0-1 0 0,0 1 0 0 0,0 0 1 0 0,0 0-1 0 0,0 0 1 0 0,0 0-1 0 0,5 1 0 0 0,42 7-2 0 0,-44-7-4 0 0,22 6-145 0 0,-1 0 0 0 0,0 1 1 0 0,-1 2-1 0 0,0 1 0 0 0,0 1 1 0 0,-1 1-1 0 0,-1 1 0 0 0,0 2 1 0 0,-1 0-1 0 0,-1 1 0 0 0,0 1 1 0 0,-1 1-1 0 0,29 36 0 0 0,-24-29-1007 0 0,-5-7-1141 0 0,-11-5-2928 0 0</inkml:trace>
</inkml:ink>
</file>

<file path=ppt/ink/ink4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1:33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420 6 564 0 0,'5'-5'6706'0'0,"4"18"-6221"0"0,-2 1 0 0 0,0 1 0 0 0,0-1 0 0 0,-1 1 0 0 0,6 26 0 0 0,15 88 1152 0 0,-21-98-1290 0 0,4 74 574 0 0,-10-99-767 0 0,0 0 1 0 0,0 1-1 0 0,0-1 1 0 0,-1 0-1 0 0,0 0 1 0 0,0 0-1 0 0,-1 0 1 0 0,1-1-1 0 0,-7 13 1704 0 0,4-20-1775 0 0,-31-28 191 0 0,34 29-238 0 0,-34-48 132 0 0,26 37-187 0 0,-1 1-1 0 0,0 0 1 0 0,0 1-1 0 0,-1 0 1 0 0,-20-14 0 0 0,24 21-5 0 0,1-1 0 0 0,-1 1 1 0 0,0 0-1 0 0,0 0 0 0 0,0 1 1 0 0,0 0-1 0 0,-1 0 0 0 0,1 0 1 0 0,-1 1-1 0 0,1 1 0 0 0,0-1 1 0 0,-1 1-1 0 0,-11 1 0 0 0,-2 2-25 0 0,0 0 1 0 0,0 2-1 0 0,1 0 0 0 0,-29 12 0 0 0,42-15 34 0 0,0 1 0 0 0,1 0 0 0 0,-1 0 0 0 0,1 1 1 0 0,0-1-1 0 0,0 2 0 0 0,0-1 0 0 0,1 0 0 0 0,-1 1 0 0 0,1 0 0 0 0,0 0 0 0 0,1 1 0 0 0,-1-1 0 0 0,1 1 1 0 0,0 0-1 0 0,-5 10 0 0 0,8-14 19 0 0,1 0 0 0 0,-1 0 1 0 0,1 0-1 0 0,-1 0 0 0 0,1 1 1 0 0,0-1-1 0 0,-1 0 0 0 0,1 0 1 0 0,0 0-1 0 0,0 1 0 0 0,1-1 1 0 0,-1 0-1 0 0,0 0 0 0 0,1 0 1 0 0,0 0-1 0 0,-1 0 0 0 0,1 1 1 0 0,0-1-1 0 0,0 0 0 0 0,0-1 1 0 0,0 1-1 0 0,0 0 0 0 0,1 0 1 0 0,-1 0-1 0 0,1-1 0 0 0,-1 1 1 0 0,1-1-1 0 0,-1 1 0 0 0,1-1 1 0 0,0 1-1 0 0,0-1 0 0 0,-1 0 1 0 0,1 0-1 0 0,0 0 0 0 0,0 0 0 0 0,0 0 1 0 0,1-1-1 0 0,-1 1 0 0 0,0 0 1 0 0,0-1-1 0 0,3 1 0 0 0,7 1 14 0 0,1 1 0 0 0,-1-2-1 0 0,1 1 1 0 0,-1-2 0 0 0,21-1-1 0 0,15-4-794 0 0,88-20 0 0 0,-110 18-1978 0 0,1-2-1 0 0,35-16 0 0 0,-35 12-851 0 0</inkml:trace>
</inkml:ink>
</file>

<file path=ppt/ink/ink4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1:34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13 56 0 0,'-8'-13'14281'0'0,"31"120"-13832"0"0,21 125 350 0 0,-42-220-1496 0 0,2 21 1147 0 0,-4-23-3720 0 0,1 0-3690 0 0</inkml:trace>
</inkml:ink>
</file>

<file path=ppt/ink/ink4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1:35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17 760 0 0,'6'-16'6047'0'0</inkml:trace>
</inkml:ink>
</file>

<file path=ppt/ink/ink4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1:35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90 540 0 0,'-9'0'1730'0'0,"-5"-1"2489"0"0,10 1-994 0 0,54-1-2832 0 0,0-2 0 0 0,77-13 0 0 0,-85 9-277 0 0,172-22 353 0 0,278-3-1 0 0,-469 32-542 0 0,-9-1-258 0 0,0 1-1 0 0,0 1 1 0 0,0 0-1 0 0,17 4 1 0 0,-31-5 168 0 0,1 0 0 0 0,-1 0 1 0 0,1 0-1 0 0,-1 0 0 0 0,1 0 1 0 0,-1 0-1 0 0,1 1 0 0 0,-1-1 1 0 0,1 0-1 0 0,-1 0 0 0 0,1 1 1 0 0,-1-1-1 0 0,1 0 0 0 0,-1 1 1 0 0,0-1-1 0 0,1 0 0 0 0,-1 1 1 0 0,1-1-1 0 0,-1 1 0 0 0,0-1 0 0 0,0 1 1 0 0,1-1-1 0 0,-1 0 0 0 0,0 1 1 0 0,0-1-1 0 0,1 1 0 0 0,-1-1 1 0 0,0 1-1 0 0,0 0 0 0 0,0-1 1 0 0,0 1-1 0 0,0-1 0 0 0,0 1 1 0 0,0-1-1 0 0,0 2 0 0 0,0-1-38 0 0</inkml:trace>
</inkml:ink>
</file>

<file path=ppt/ink/ink4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1:36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164 107 756 0 0,'-5'-1'672'0'0,"0"-1"-1"0"0,0 1 0 0 0,0-1 1 0 0,0 0-1 0 0,0 0 1 0 0,0-1-1 0 0,1 1 1 0 0,-1-1-1 0 0,1 0 0 0 0,0 0 1 0 0,0 0-1 0 0,0-1 1 0 0,-5-5-1 0 0,8 8-94 0 0,0 0-454 0 0,1 0 0 0 0,-1 1 0 0 0,0-1 0 0 0,1 0 0 0 0,-1 0 0 0 0,1 0 0 0 0,-1 0-1 0 0,1 0 1 0 0,-1 0 0 0 0,1 0 0 0 0,0 0 0 0 0,-1 0 0 0 0,1 0 0 0 0,0 0 0 0 0,0 0 0 0 0,0 0 0 0 0,0 0 0 0 0,0 0 0 0 0,0 0 0 0 0,0 0 0 0 0,0 0 0 0 0,0 0-1 0 0,0 0 1 0 0,1 0 0 0 0,0-2 0 0 0,2 0-76 0 0,0-1-1 0 0,1 1 1 0 0,0-1-1 0 0,0 1 0 0 0,0 1 1 0 0,0-1-1 0 0,1 1 1 0 0,-1-1-1 0 0,1 1 0 0 0,-1 0 1 0 0,1 1-1 0 0,0-1 1 0 0,-1 1-1 0 0,1 0 0 0 0,0 0 1 0 0,0 0-1 0 0,0 1 1 0 0,0 0-1 0 0,0 0 1 0 0,0 0-1 0 0,0 0 0 0 0,0 1 1 0 0,0 0-1 0 0,0 0 1 0 0,0 0-1 0 0,-1 1 0 0 0,1 0 1 0 0,0 0-1 0 0,5 3 1 0 0,1 0-35 0 0,0 1 1 0 0,0 0-1 0 0,-1 1 1 0 0,0 0-1 0 0,0 0 1 0 0,-1 1-1 0 0,0 1 1 0 0,0-1-1 0 0,-1 2 1 0 0,0-1 0 0 0,8 13-1 0 0,-12-15-6 0 0,0 1 0 0 0,0 0-1 0 0,-1 0 1 0 0,0 0 0 0 0,0 0 0 0 0,-1 1 0 0 0,0-1-1 0 0,0 1 1 0 0,-1-1 0 0 0,0 1 0 0 0,-1-1-1 0 0,0 1 1 0 0,0 0 0 0 0,0-1 0 0 0,-1 1 0 0 0,-1 0-1 0 0,0-1 1 0 0,0 1 0 0 0,0-1 0 0 0,-1 0-1 0 0,0 0 1 0 0,-8 13 0 0 0,3-8 13 0 0,0-1 1 0 0,0 0-1 0 0,-2 0 0 0 0,1-1 1 0 0,-2 0-1 0 0,1-1 0 0 0,-1 0 1 0 0,-1-1-1 0 0,0 0 0 0 0,0-1 0 0 0,0 0 1 0 0,-23 10-1 0 0,6-4 3 0 0,16-7 112 0 0,0-1 1 0 0,-1 0-1 0 0,-23 6 0 0 0,34-11-78 0 0,-1 0-1 0 0,0 0 1 0 0,1-1-1 0 0,-1 0 1 0 0,0 0-1 0 0,1 0 1 0 0,-1 0-1 0 0,0 0 1 0 0,0-1-1 0 0,1 1 1 0 0,-1-1-1 0 0,1 0 0 0 0,-1 0 1 0 0,1-1-1 0 0,-1 1 1 0 0,1-1-1 0 0,-1 1 1 0 0,1-1-1 0 0,-4-3 1 0 0,6 4-34 0 0,0 0 0 0 0,-1 0 0 0 0,1 0 0 0 0,0 0 0 0 0,0 0 0 0 0,0 0 0 0 0,0 0 0 0 0,0-1 0 0 0,0 1 0 0 0,0 0 0 0 0,0-1 0 0 0,1 1 0 0 0,-1-1 0 0 0,0 1 0 0 0,1 0 0 0 0,-1-3 0 0 0,1 3-15 0 0,0 0 0 0 0,0 0 0 0 0,0 0 0 0 0,0 0 0 0 0,0 1 0 0 0,1-1 0 0 0,-1 0-1 0 0,0 0 1 0 0,0 0 0 0 0,1 1 0 0 0,-1-1 0 0 0,1 0 0 0 0,-1 0 0 0 0,0 1 0 0 0,1-1 0 0 0,0 0 0 0 0,-1 1 0 0 0,1-1-1 0 0,-1 1 1 0 0,1-1 0 0 0,1 0 0 0 0,1-1-7 0 0,0 0 0 0 0,0 1-1 0 0,0 0 1 0 0,0-1 0 0 0,0 1-1 0 0,0 0 1 0 0,0 1 0 0 0,0-1-1 0 0,1 1 1 0 0,-1-1 0 0 0,0 1 0 0 0,0 0-1 0 0,5 0 1 0 0,24 5-295 0 0,-1 1 0 0 0,55 19 0 0 0,8 11-3094 0 0,-61-24 816 0 0,-11-5-2823 0 0,-13-5 2132 0 0</inkml:trace>
</inkml:ink>
</file>

<file path=ppt/ink/ink4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1:37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13 256 0 0,'0'-1'335'0'0,"1"1"1"0"0,-1-1-1 0 0,0 0 0 0 0,0 1 0 0 0,1-1 1 0 0,-1 0-1 0 0,0 1 0 0 0,1-1 1 0 0,-1 1-1 0 0,1-1 0 0 0,-1 0 0 0 0,1 1 1 0 0,-1-1-1 0 0,1 1 0 0 0,-1-1 1 0 0,1 1-1 0 0,-1 0 0 0 0,1-1 0 0 0,-1 1 1 0 0,1 0-1 0 0,0-1 0 0 0,-1 1 1 0 0,1 0-1 0 0,0 0 0 0 0,0-1 0 0 0,6 7-39 0 0,-1-1 0 0 0,0 2 0 0 0,0-1 0 0 0,0 0-1 0 0,-1 1 1 0 0,0 0 0 0 0,0 1 0 0 0,-1-1 0 0 0,6 15-1 0 0,2 7 348 0 0,10 42-1 0 0,-20-61-519 0 0,8 44 649 0 0,-10-53-606 0 0,0-1-133 0 0,0 1 0 0 0,0-1 1 0 0,0 0-1 0 0,0 0 0 0 0,0 0 1 0 0,0 0-1 0 0,-1 0 0 0 0,1 0 1 0 0,0 0-1 0 0,0 0 0 0 0,0 0 1 0 0,0 0-1 0 0,0 0 0 0 0,0 1 1 0 0,0-1-1 0 0,0 0 0 0 0,0 0 1 0 0,0 0-1 0 0,0 0 0 0 0,0 0 0 0 0,-1 0 1 0 0,1 0-1 0 0,0 1 0 0 0,0-1 1 0 0,0 0-1 0 0,0 0 0 0 0,0 0 1 0 0,0 0-1 0 0,0 0 0 0 0,0 0 1 0 0,0 1-1 0 0,0-1 0 0 0,1 0 1 0 0,-1 0-1 0 0,0 0 0 0 0,0 0 1 0 0,0 0-1 0 0,0 0 0 0 0,0 1 1 0 0,0-1-1 0 0,0 0 0 0 0,0 0 1 0 0,0 0-1 0 0,0 0 0 0 0,0 0 1 0 0,0 0-1 0 0,0 0 0 0 0,1 0 1 0 0,-1 0-1 0 0,0 0 0 0 0,0 1 1 0 0,0-1-1 0 0,0 0 0 0 0,0 0 1 0 0,0 0-1 0 0,0 0 0 0 0,1 0 1 0 0,-1 0-1 0 0,0 0 0 0 0,0 0 1 0 0,0 0-1 0 0,0 0 0 0 0,0 0 1 0 0,-10-8 32 0 0,5 4-45 0 0,0 0-1 0 0,0 0 1 0 0,0 0-1 0 0,-1 0 0 0 0,1 1 1 0 0,-1 0-1 0 0,0 0 1 0 0,0 1-1 0 0,0-1 0 0 0,-1 1 1 0 0,1 1-1 0 0,0-1 1 0 0,-1 1-1 0 0,1 0 0 0 0,-9 0 1 0 0,-6 5-51 0 0,0 1 1 0 0,0 0 0 0 0,-32 14-1 0 0,46-17 18 0 0,1 1 0 0 0,1 0 0 0 0,-1 0 0 0 0,0 0 0 0 0,1 1 0 0 0,-1-1-1 0 0,1 1 1 0 0,0 1 0 0 0,0-1 0 0 0,1 1 0 0 0,-1 0 0 0 0,1 0 0 0 0,0 0 0 0 0,0 0 0 0 0,1 1 0 0 0,0 0 0 0 0,-3 6 0 0 0,5-11 6 0 0,1 1 0 0 0,0 0 0 0 0,0 0 1 0 0,0-1-1 0 0,0 1 0 0 0,0 0 0 0 0,0 0 1 0 0,0-1-1 0 0,1 1 0 0 0,-1 0 0 0 0,0 0 1 0 0,1-1-1 0 0,0 1 0 0 0,-1 0 1 0 0,1-1-1 0 0,0 1 0 0 0,0-1 0 0 0,0 1 1 0 0,0-1-1 0 0,0 0 0 0 0,0 1 0 0 0,0-1 1 0 0,1 0-1 0 0,-1 0 0 0 0,0 1 1 0 0,1-1-1 0 0,-1 0 0 0 0,1 0 0 0 0,-1-1 1 0 0,1 1-1 0 0,-1 0 0 0 0,1 0 0 0 0,0-1 1 0 0,-1 1-1 0 0,1-1 0 0 0,2 1 0 0 0,9 3-130 0 0,0-1 0 0 0,0 0 0 0 0,19 1 0 0 0,-29-4 63 0 0,21 1-281 0 0,-19-1 155 0 0,0 0-1 0 0,0 0 1 0 0,0 0 0 0 0,-1 0-1 0 0,1 1 1 0 0,0 0 0 0 0,0 0-1 0 0,0 1 1 0 0,0-1 0 0 0,-1 1-1 0 0,9 4 1 0 0,-13-6-7 0 0,-15 29-273 0 0,-2-12 354 0 0,-2 0 187 0 0,2 1-1 0 0,-1 1 0 0 0,2 0 1 0 0,-25 39-1 0 0,40-56-55 0 0,1-1 0 0 0,-1 0 0 0 0,0 0 1 0 0,1 1-1 0 0,-1-1 0 0 0,1 1 0 0 0,-1-1 0 0 0,1 0 0 0 0,0 1 0 0 0,0-1 0 0 0,-1 1 1 0 0,1-1-1 0 0,0 1 0 0 0,0-1 0 0 0,1 0 0 0 0,-1 1 0 0 0,0-1 0 0 0,0 1 0 0 0,1-1 1 0 0,-1 1-1 0 0,1-1 0 0 0,-1 0 0 0 0,1 1 0 0 0,-1-1 0 0 0,1 0 0 0 0,1 2 0 0 0,0-1-11 0 0,0 0 0 0 0,1 0 0 0 0,-1 0-1 0 0,1-1 1 0 0,-1 1 0 0 0,1 0 0 0 0,0-1 0 0 0,-1 0-1 0 0,1 0 1 0 0,0 0 0 0 0,6 1 0 0 0,2 1-392 0 0,1-1 0 0 0,0-1 1 0 0,-1 0-1 0 0,1-1 0 0 0,16-2 1 0 0,8-6-4594 0 0,-14 2 2108 0 0</inkml:trace>
</inkml:ink>
</file>

<file path=ppt/ink/ink4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1:37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237 434 24 0 0,'-5'0'976'0'0,"-7"0"-326"0"0,0-1 0 0 0,0 0 0 0 0,0-1 0 0 0,0 0 0 0 0,0-1 0 0 0,0-1 1 0 0,1 0-1 0 0,0 0 0 0 0,0-1 0 0 0,0 0 0 0 0,0-1 0 0 0,-15-11 0 0 0,21 13-502 0 0,-1 0-1 0 0,1-1 1 0 0,0 0 0 0 0,0 0 0 0 0,1 0 0 0 0,0-1-1 0 0,0 1 1 0 0,0-1 0 0 0,0 0 0 0 0,1 0 0 0 0,0-1-1 0 0,0 1 1 0 0,1-1 0 0 0,-1 1 0 0 0,2-1 0 0 0,-1 0-1 0 0,1 0 1 0 0,0 0 0 0 0,0 0 0 0 0,1 0-1 0 0,0 0 1 0 0,0 0 0 0 0,2-12 0 0 0,1 3-44 0 0,0 1 1 0 0,1 0-1 0 0,1-1 1 0 0,0 2-1 0 0,1-1 0 0 0,0 1 1 0 0,17-27-1 0 0,-19 35-103 0 0,0 0 0 0 0,0 1 0 0 0,1 0 0 0 0,0 0 0 0 0,0 0 0 0 0,0 0 0 0 0,0 1 0 0 0,1 0 0 0 0,-1 0 0 0 0,1 0 0 0 0,0 1 0 0 0,0 0 0 0 0,1 0 0 0 0,-1 0 1 0 0,1 1-1 0 0,-1 0 0 0 0,1 0 0 0 0,0 1 0 0 0,0 0 0 0 0,13-1 0 0 0,-13 2-12 0 0,-1 0 1 0 0,0 1 0 0 0,1 0-1 0 0,-1 0 1 0 0,1 1 0 0 0,-1 0-1 0 0,0 0 1 0 0,0 0 0 0 0,0 0-1 0 0,0 1 1 0 0,-1 0 0 0 0,1 1-1 0 0,9 6 1 0 0,-7-2 2 0 0,0 0 0 0 0,0 0 0 0 0,-1 0-1 0 0,1 1 1 0 0,-2 0 0 0 0,0 1 0 0 0,7 13 0 0 0,2 10 42 0 0,-1 0 1 0 0,-2 1-1 0 0,14 70 1 0 0,-10-15 257 0 0,-5 1 0 0 0,-4-1 0 0 0,-6 154 0 0 0,5-53 208 0 0,-1-105-232 0 0,4-5-857 0 0,-3-50-8671 0 0</inkml:trace>
</inkml:ink>
</file>

<file path=ppt/ink/ink4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1:38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65 396 0 0,'-13'-3'3642'0'0,"6"1"-2002"0"0,11 0 264 0 0,125-18-1386 0 0,177-3 1 0 0,-118 12-5040 0 0,-133 8 2215 0 0</inkml:trace>
</inkml:ink>
</file>

<file path=ppt/ink/ink4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1:38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 12 248 0 0,'0'0'10255'0'0,"3"-10"-9569"0"0,-3 11-647 0 0,0-1 0 0 0,0 0 1 0 0,0 0-1 0 0,0 0 0 0 0,0 0 0 0 0,0 0 1 0 0,0 0-1 0 0,0 0 0 0 0,0 1 1 0 0,1-1-1 0 0,-1 0 0 0 0,0 0 0 0 0,0 0 1 0 0,0 0-1 0 0,0 0 0 0 0,0 0 0 0 0,0 0 1 0 0,1 0-1 0 0,-1 0 0 0 0,0 0 1 0 0,0 0-1 0 0,0 0 0 0 0,0 0 0 0 0,0 0 1 0 0,1 0-1 0 0,-1 0 0 0 0,0 0 0 0 0,0 0 1 0 0,0 0-1 0 0,0 0 0 0 0,0 0 0 0 0,1 0 1 0 0,-1 0-1 0 0,0 0 0 0 0,0 0 1 0 0,0 0-1 0 0,0 0 0 0 0,0 0 0 0 0,1 0 1 0 0,-1 0-1 0 0,0 0 0 0 0,0 0 0 0 0,0 0 1 0 0,0-1-1 0 0,0 1 0 0 0,0 0 1 0 0,0 0-1 0 0,0 0 0 0 0,1 0 0 0 0,-1 0 1 0 0,0 0-1 0 0,0-1 0 0 0,0 1 0 0 0,0 0 1 0 0,0 0-1 0 0,0 0 0 0 0,0 0 0 0 0,0 0 1 0 0,0-1-1 0 0,0 1 0 0 0,0 0 1 0 0,0 0-1 0 0,0 0 0 0 0,0 0 0 0 0,0-1 1 0 0,15 40 366 0 0,-1 0 1 0 0,-2 0-1 0 0,-1 1 1 0 0,8 66-1 0 0,-17-81-162 0 0,-1-17 94 0 0,-7-11-66 0 0,-25-12-387 0 0,18 11 83 0 0,0 1 0 0 0,0 0 0 0 0,-1 1 0 0 0,1 0 0 0 0,-1 1 0 0 0,0 0 0 0 0,1 2 0 0 0,-1-1 0 0 0,-18 4 0 0 0,-4 3-42 0 0,0 2-1 0 0,-39 15 1 0 0,72-23 64 0 0,0 0-1 0 0,1 0 0 0 0,-1 0 0 0 0,0 0 1 0 0,1 0-1 0 0,-1 1 0 0 0,1 0 0 0 0,-1-1 0 0 0,1 1 1 0 0,0 0-1 0 0,-2 3 0 0 0,3-5-4 0 0,0 1 1 0 0,1 0-1 0 0,-1 0 0 0 0,1 0 0 0 0,-1 0 1 0 0,1 0-1 0 0,0 0 0 0 0,-1 0 0 0 0,1 0 0 0 0,0 0 1 0 0,0 0-1 0 0,-1 0 0 0 0,1 0 0 0 0,0 0 1 0 0,0 0-1 0 0,0 0 0 0 0,0 0 0 0 0,1 0 1 0 0,-1 0-1 0 0,0 0 0 0 0,1 1 0 0 0,0 1-39 0 0,0-1-1 0 0,1 1 0 0 0,0-1 1 0 0,-1 0-1 0 0,1 0 1 0 0,0 1-1 0 0,0-1 1 0 0,1 0-1 0 0,-1-1 0 0 0,0 1 1 0 0,0 0-1 0 0,1-1 1 0 0,-1 1-1 0 0,1-1 0 0 0,0 0 1 0 0,-1 0-1 0 0,7 2 1 0 0,4 1-152 0 0,39 13-985 0 0,-51-16 1124 0 0,1-1-1 0 0,0 1 1 0 0,-1-1 0 0 0,1 1-1 0 0,0 0 1 0 0,-1 0 0 0 0,0 0-1 0 0,1 0 1 0 0,-1 0 0 0 0,1 0-1 0 0,-1 0 1 0 0,0 0 0 0 0,0 1-1 0 0,0-1 1 0 0,1 0-1 0 0,-1 1 1 0 0,-1-1 0 0 0,1 1-1 0 0,0-1 1 0 0,0 1 0 0 0,0-1-1 0 0,0 3 1 0 0,-3 2 18 0 0,1-1 1 0 0,-1 0-1 0 0,-1 0 1 0 0,1 0-1 0 0,-1 0 0 0 0,1-1 1 0 0,-1 1-1 0 0,-1-1 1 0 0,1 0-1 0 0,-1 1 0 0 0,1-1 1 0 0,-6 3-1 0 0,-3 7 37 0 0,8-9 28 0 0,0 0 0 0 0,1-1-1 0 0,0 1 1 0 0,0 1 0 0 0,0-1 0 0 0,1 0 0 0 0,0 1-1 0 0,0-1 1 0 0,0 1 0 0 0,1 0 0 0 0,-2 8 0 0 0,3-12 4 0 0,0 0 0 0 0,0 0 0 0 0,0 0 0 0 0,0 1 0 0 0,1-1 0 0 0,-1 0 0 0 0,1 0 1 0 0,-1 0-1 0 0,1 0 0 0 0,0 0 0 0 0,0-1 0 0 0,-1 1 0 0 0,1 0 0 0 0,1 0 0 0 0,-1 0 0 0 0,0-1 0 0 0,0 1 1 0 0,1 0-1 0 0,-1-1 0 0 0,1 0 0 0 0,-1 1 0 0 0,1-1 0 0 0,0 0 0 0 0,-1 0 0 0 0,1 1 0 0 0,0-1 1 0 0,0-1-1 0 0,0 1 0 0 0,0 0 0 0 0,0 0 0 0 0,0-1 0 0 0,0 1 0 0 0,0-1 0 0 0,3 1 0 0 0,19 3-63 0 0,1-1-1 0 0,-1-1 1 0 0,0-1-1 0 0,43-4 1 0 0,-51 2-1315 0 0,0-2 1 0 0,0 0-1 0 0,0-1 1 0 0,25-10-1 0 0,-19 4-1381 0 0</inkml:trace>
</inkml:ink>
</file>

<file path=ppt/ink/ink4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1:39.3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16 836 0 0,'0'0'1150'0'0,"7"-15"11201"0"0,7 64-12049 0 0,15 44-1239 0 0,-25-83-733 0 0,1 0 0 0 0,0-1-1 0 0,0 0 1 0 0,8 10 0 0 0,-6-13-1341 0 0</inkml:trace>
</inkml:ink>
</file>

<file path=ppt/ink/ink4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1:39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1528 0 0,'0'0'9544'0'0,"3"3"-9004"0"0,1 3-381 0 0,0 0-1 0 0,-1 1 1 0 0,0-1-1 0 0,0 1 0 0 0,-1-1 1 0 0,1 1-1 0 0,-1 0 0 0 0,-1 0 1 0 0,0 0-1 0 0,1 11 0 0 0,4 80-4015 0 0,-6-74 263 0 0,0 0 275 0 0</inkml:trace>
</inkml:ink>
</file>

<file path=ppt/ink/ink4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1:41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18 844 0 0,'-2'-18'5330'0'0,"-5"30"-2793"0"0,1 0-2950 0 0,-38 69 1223 0 0,-67 135 646 0 0,96-182-1215 0 0,2 0 1 0 0,2 1-1 0 0,1 1 0 0 0,-9 57 0 0 0,18-73-174 0 0,0 1-1 0 0,1 0 0 0 0,1-1 0 0 0,1 1 1 0 0,0-1-1 0 0,2 0 0 0 0,1 0 0 0 0,0 0 1 0 0,1 0-1 0 0,1-1 0 0 0,1 0 0 0 0,1 0 0 0 0,0-1 1 0 0,2 0-1 0 0,0-1 0 0 0,1 0 0 0 0,0-1 1 0 0,18 18-1 0 0,-17-20-236 0 0,2-1 0 0 0,-1-1 0 0 0,1 0 1 0 0,1-1-1 0 0,0 0 0 0 0,1-2 0 0 0,0 0 0 0 0,0 0 0 0 0,1-2 1 0 0,0 0-1 0 0,0-1 0 0 0,28 5 0 0 0,-11-5-2764 0 0,66 4 0 0 0,-58-11 149 0 0</inkml:trace>
</inkml:ink>
</file>

<file path=ppt/ink/ink4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1:42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20 748 0 0,'-2'-20'10625'0'0,"-26"302"-8533"0"0,20-230-1691 0 0,-1 14 371 0 0,-20 69 0 0 0,29-134-624 0 0,-1 6-25 0 0,1-7-109 0 0,0 0 1 0 0,0 0-1 0 0,0 0 1 0 0,0 0 0 0 0,0-1-1 0 0,0 1 1 0 0,1 0 0 0 0,-1 0-1 0 0,0 0 1 0 0,0 0 0 0 0,0 0-1 0 0,0 0 1 0 0,0 0-1 0 0,0 0 1 0 0,0 0 0 0 0,0 0-1 0 0,0 0 1 0 0,0 0 0 0 0,1 0-1 0 0,-1 0 1 0 0,0 0 0 0 0,0 0-1 0 0,0 0 1 0 0,0 0-1 0 0,0 0 1 0 0,0 0 0 0 0,0 0-1 0 0,0 0 1 0 0,0 0 0 0 0,1 0-1 0 0,-1 0 1 0 0,0 0 0 0 0,0 0-1 0 0,0 0 1 0 0,0 0 0 0 0,0 0-1 0 0,0 0 1 0 0,0 0-1 0 0,0 0 1 0 0,0 0 0 0 0,0 0-1 0 0,1 0 1 0 0,-1 1 0 0 0,0-1-1 0 0,0 0 1 0 0,0 0 0 0 0,0 0-1 0 0,0 0 1 0 0,0 0-1 0 0,0 0 1 0 0,0 0 0 0 0,0 0-1 0 0,0 0 1 0 0,0 0 0 0 0,0 1-1 0 0,0-1 1 0 0,0 0 0 0 0,5-6 16 0 0,60-70 69 0 0,2 4 1 0 0,116-96-1 0 0,-167 158-354 0 0,-19 19 138 0 0,-33 38 92 0 0,10-12-26 0 0,22-30 50 0 0,-1 1-4 0 0,1 1 0 0 0,-1 0 1 0 0,1 0-1 0 0,1 1 1 0 0,-1-1-1 0 0,-2 9 0 0 0,6-14-3 0 0,-1 1 0 0 0,1-1-1 0 0,0 0 1 0 0,0 1-1 0 0,0-1 1 0 0,0 0 0 0 0,0 1-1 0 0,0-1 1 0 0,1 0-1 0 0,-1 0 1 0 0,1 1 0 0 0,0-1-1 0 0,-1 0 1 0 0,1 0-1 0 0,0 0 1 0 0,0 0 0 0 0,1 0-1 0 0,-1 0 1 0 0,0 0 0 0 0,1 0-1 0 0,-1 0 1 0 0,1-1-1 0 0,-1 1 1 0 0,1 0 0 0 0,0-1-1 0 0,3 3 1 0 0,4 2-240 0 0,0-1 1 0 0,0 0 0 0 0,1 0-1 0 0,0-1 1 0 0,0 0 0 0 0,0-1-1 0 0,0 0 1 0 0,1 0 0 0 0,-1-1-1 0 0,22 1 1 0 0,-18-2-1311 0 0,0-1 0 0 0,1 0 0 0 0,-1-1-1 0 0,20-5 1 0 0,-14 2-1648 0 0</inkml:trace>
</inkml:ink>
</file>

<file path=ppt/ink/ink4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1:43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0 516 0 0,'-2'15'10124'0'0,"3"36"-7815"0"0,4 68-1741 0 0,-4-112-500 0 0,2 33 418 0 0,-1 0 0 0 0,-7 72 0 0 0,3-105-561 0 0,0 30 914 0 0,10-38-198 0 0,12-16-464 0 0,-12 10-121 0 0,0-1-14 0 0,0 0 0 0 0,1 1 0 0 0,0-1 0 0 0,17-9 0 0 0,-25 17-55 0 0,5 0-79 0 0,0 1 0 0 0,-1 0 0 0 0,1 0 0 0 0,0 1 0 0 0,-1 0 0 0 0,1 0 1 0 0,-1 0-1 0 0,0 1 0 0 0,0-1 0 0 0,0 1 0 0 0,0 1 0 0 0,0-1 0 0 0,0 1 0 0 0,-1 0 1 0 0,0 0-1 0 0,0 0 0 0 0,0 0 0 0 0,0 1 0 0 0,6 9 0 0 0,19 19-3197 0 0,7-7-3341 0 0</inkml:trace>
</inkml:ink>
</file>

<file path=ppt/ink/ink4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1:43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0 328 0 0,'0'0'6622'0'0,"-5"3"-6221"0"0,-18 10 204 0 0,0 2-1 0 0,1 0 1 0 0,1 1 0 0 0,0 1 0 0 0,1 1 0 0 0,1 1 0 0 0,-24 31 0 0 0,30-22 141 0 0,12-27-727 0 0,1 0 1 0 0,0-1-1 0 0,0 1 1 0 0,0 0-1 0 0,1-1 1 0 0,-1 1-1 0 0,0-1 1 0 0,0 1-1 0 0,0 0 0 0 0,0-1 1 0 0,0 1-1 0 0,1-1 1 0 0,-1 1-1 0 0,0-1 1 0 0,1 1-1 0 0,-1 0 1 0 0,0-1-1 0 0,1 1 1 0 0,-1-1-1 0 0,0 0 0 0 0,1 1 1 0 0,-1-1-1 0 0,1 1 1 0 0,-1-1-1 0 0,1 0 1 0 0,0 1-1 0 0,2 0 12 0 0,0 0 0 0 0,1 0 0 0 0,-1-1 0 0 0,0 1 0 0 0,0-1 0 0 0,1 0 0 0 0,-1 0 0 0 0,0 0 0 0 0,1 0 1 0 0,-1-1-1 0 0,0 1 0 0 0,6-3 0 0 0,23-5-9 0 0,-22 4-111 0 0,0 1 0 0 0,1 0 0 0 0,-1 1 0 0 0,1 0 0 0 0,-1 1 1 0 0,1 0-1 0 0,0 0 0 0 0,-1 1 0 0 0,1 1 0 0 0,0 0 0 0 0,-1 0 1 0 0,20 6-1 0 0,10 4-2555 0 0,-17-6-2418 0 0</inkml:trace>
</inkml:ink>
</file>

<file path=ppt/ink/ink4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1:44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1 412 0 0,'0'0'15367'0'0,"21"21"-14997"0"0,-9-17-367 0 0,-1 1-1 0 0,0 1 1 0 0,0 0-1 0 0,0 0 0 0 0,-1 1 1 0 0,0 0-1 0 0,-1 1 1 0 0,1 0-1 0 0,-1 1 0 0 0,-1 0 1 0 0,0 0-1 0 0,13 19 0 0 0,-14-16-1 0 0,1-1 0 0 0,-2 1 0 0 0,1 0 0 0 0,-2 1 0 0 0,1 0 0 0 0,-2 0 0 0 0,0 0 0 0 0,0 0 0 0 0,-2 0 0 0 0,1 1 0 0 0,0 18-1 0 0,-4-28 12 0 0,1 1 0 0 0,-1 0 0 0 0,0-1-1 0 0,0 1 1 0 0,-1-1 0 0 0,1 1 0 0 0,-4 6-1 0 0,-1 3 44 0 0,6-13-30 0 0,-4 7-46 0 0,4-9 36 0 0,0 1-1 0 0,0 0 1 0 0,0 0 0 0 0,0 0-1 0 0,0 0 1 0 0,0 0 0 0 0,0 0-1 0 0,0 0 1 0 0,0-1 0 0 0,0 1-1 0 0,0 0 1 0 0,0 0-1 0 0,0 0 1 0 0,0 0 0 0 0,0 0-1 0 0,0 0 1 0 0,0 0 0 0 0,-1 0-1 0 0,1 0 1 0 0,0 0 0 0 0,0-1-1 0 0,0 1 1 0 0,0 0 0 0 0,0 0-1 0 0,0 0 1 0 0,0 0 0 0 0,0 0-1 0 0,-1 0 1 0 0,1 0 0 0 0,0 0-1 0 0,0 0 1 0 0,0 0-1 0 0,0 0 1 0 0,0 0 0 0 0,0 0-1 0 0,0 0 1 0 0,-1 0 0 0 0,1 0-1 0 0,0 0 1 0 0,0 0 0 0 0,0 0-1 0 0,0 0 1 0 0,0 0 0 0 0,0 0-1 0 0,0 0 1 0 0,-1 0 0 0 0,1 0-1 0 0,0 0 1 0 0,0 1-1 0 0,0-1 1 0 0,0 0 0 0 0,0 0-1 0 0,0 0 1 0 0,0 0 0 0 0,0 0-1 0 0,0 0 1 0 0,0 0 0 0 0,-1 0-1 0 0,1 0 1 0 0,0 0 0 0 0,0 1-1 0 0,0-1 1 0 0,-1-7-10 0 0,1 0 1 0 0,0 0-1 0 0,0 0 1 0 0,0 1-1 0 0,1-1 1 0 0,0 0-1 0 0,0 0 1 0 0,1 1-1 0 0,0-1 1 0 0,0 0-1 0 0,0 1 1 0 0,6-11-1 0 0,10-17-210 0 0,23-33-1 0 0,-20 32-64 0 0,-13 22 38 0 0,1 1 1 0 0,0 0-1 0 0,0 0 1 0 0,1 1-1 0 0,17-15 0 0 0,34-17-5820 0 0,-55 39 2563 0 0</inkml:trace>
</inkml:ink>
</file>

<file path=ppt/ink/ink4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1:46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332 35 424 0 0,'0'0'2409'0'0,"1"-2"-1805"0"0,0 0 1 0 0,0 1-1 0 0,0-1 0 0 0,0 0 1 0 0,-1 0-1 0 0,1 0 1 0 0,-1 0-1 0 0,1 1 0 0 0,-1-1 1 0 0,0 0-1 0 0,0 0 1 0 0,0 0-1 0 0,0 0 0 0 0,0 0 1 0 0,0-2-1 0 0,-12 3-546 0 0,1 0 0 0 0,-1 1 0 0 0,0 0 0 0 0,1 1-1 0 0,-1 0 1 0 0,1 1 0 0 0,-1 0 0 0 0,1 1 0 0 0,0 0 0 0 0,0 1 0 0 0,0 0-1 0 0,-12 7 1 0 0,-5 4 53 0 0,-1 2-1 0 0,2 0 0 0 0,-30 26 0 0 0,54-40-102 0 0,0-1 0 0 0,-1 1-1 0 0,2 0 1 0 0,-1 1 0 0 0,0-1 0 0 0,1 0-1 0 0,-1 1 1 0 0,1 0 0 0 0,0-1 0 0 0,0 1 0 0 0,1 0-1 0 0,-1 0 1 0 0,1 0 0 0 0,-1 0 0 0 0,1 0 0 0 0,0 5-1 0 0,1-7-7 0 0,0 0-1 0 0,0 0 0 0 0,0 0 0 0 0,1-1 0 0 0,-1 1 1 0 0,0 0-1 0 0,1 0 0 0 0,-1 0 0 0 0,1-1 0 0 0,0 1 1 0 0,0 0-1 0 0,0-1 0 0 0,-1 1 0 0 0,2-1 0 0 0,-1 1 1 0 0,0-1-1 0 0,0 1 0 0 0,0-1 0 0 0,1 0 0 0 0,-1 0 1 0 0,0 1-1 0 0,1-1 0 0 0,-1 0 0 0 0,1 0 0 0 0,0 0 1 0 0,-1-1-1 0 0,1 1 0 0 0,0 0 0 0 0,-1-1 0 0 0,1 1 1 0 0,0-1-1 0 0,0 1 0 0 0,0-1 0 0 0,-1 0 0 0 0,1 0 1 0 0,0 0-1 0 0,0 0 0 0 0,3 0 0 0 0,7 0-18 0 0,1 0 0 0 0,0-1 1 0 0,0 0-1 0 0,-1-1 0 0 0,1 0 0 0 0,-1-1 0 0 0,14-5 0 0 0,8-6-30 0 0,39-21 0 0 0,30-14-43 0 0,-99 48 35 0 0,1 0 1 0 0,-1 0-1 0 0,1 0 0 0 0,0 1 1 0 0,-1 0-1 0 0,1 0 0 0 0,-1 0 1 0 0,1 1-1 0 0,0-1 0 0 0,-1 1 0 0 0,1 0 1 0 0,-1 0-1 0 0,1 1 0 0 0,-1-1 1 0 0,0 1-1 0 0,0 0 0 0 0,7 4 1 0 0,40 12-7296 0 0,-39-17 4492 0 0</inkml:trace>
</inkml:ink>
</file>

<file path=ppt/ink/ink4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1:47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0 1128 0 0,'0'3'9754'0'0,"-3"24"-9572"0"0,-19 261 3035 0 0,20-220-2814 0 0,-6 35 408 0 0,8-103-802 0 0,0 0 0 0 0,1 0 0 0 0,-1 0 0 0 0,0 0-1 0 0,0 0 1 0 0,0 0 0 0 0,0 0 0 0 0,0 0-1 0 0,0 0 1 0 0,0 0 0 0 0,0 0 0 0 0,0 0-1 0 0,0 0 1 0 0,0 0 0 0 0,0-1 0 0 0,1 1 0 0 0,-1 0-1 0 0,0 0 1 0 0,0 0 0 0 0,0 0 0 0 0,0 0-1 0 0,0 0 1 0 0,0 0 0 0 0,0 0 0 0 0,0 0 0 0 0,0 0-1 0 0,0 0 1 0 0,1 0 0 0 0,-1 0 0 0 0,0 0-1 0 0,0 0 1 0 0,0 0 0 0 0,0 0 0 0 0,0 1 0 0 0,0-1-1 0 0,0 0 1 0 0,0 0 0 0 0,0 0 0 0 0,0 0-1 0 0,0 0 1 0 0,1 0 0 0 0,-1 0 0 0 0,0 0 0 0 0,0 0-1 0 0,0 0 1 0 0,0 0 0 0 0,0 0 0 0 0,0 0-1 0 0,0 0 1 0 0,0 1 0 0 0,0-1 0 0 0,0 0-1 0 0,0 0 1 0 0,0 0 0 0 0,0 0 0 0 0,0 0 0 0 0,0 0-1 0 0,0 0 1 0 0,0 0 0 0 0,0 0 0 0 0,0 0-1 0 0,0 1 1 0 0,0-1 0 0 0,0 0 0 0 0,0 0 0 0 0,0 0-1 0 0,0 0 1 0 0,0 0 0 0 0,9-10 108 0 0,8-18-118 0 0,-12 19-28 0 0,0 0 0 0 0,1 1 0 0 0,0-1 0 0 0,0 2 0 0 0,1-1 0 0 0,0 1 0 0 0,1 0 0 0 0,-1 0 0 0 0,1 1 0 0 0,0 0 0 0 0,1 0 0 0 0,17-8 0 0 0,-25 13 15 0 0,1 1 1 0 0,-1 0-1 0 0,1 0 0 0 0,-1 0 0 0 0,1 0 0 0 0,-1 0 1 0 0,1 0-1 0 0,-1 0 0 0 0,1 1 0 0 0,-1-1 0 0 0,0 1 1 0 0,1-1-1 0 0,-1 1 0 0 0,1-1 0 0 0,-1 1 0 0 0,0 0 1 0 0,0-1-1 0 0,1 1 0 0 0,-1 0 0 0 0,0 0 0 0 0,0 0 1 0 0,0 0-1 0 0,2 2 0 0 0,28 34-87 0 0,-20-23 66 0 0,-8-10 16 0 0,1 0 0 0 0,-1 0-1 0 0,1 0 1 0 0,0 0 0 0 0,0-1-1 0 0,0 0 1 0 0,0 0 0 0 0,1 0-1 0 0,-1 0 1 0 0,1 0 0 0 0,-1-1-1 0 0,1 0 1 0 0,0 0 0 0 0,0 0-1 0 0,0-1 1 0 0,0 0 0 0 0,0 0-1 0 0,1 0 1 0 0,-1 0 0 0 0,0-1-1 0 0,0 0 1 0 0,1 0 0 0 0,-1-1-1 0 0,0 1 1 0 0,0-1 0 0 0,1 0-1 0 0,-1 0 1 0 0,0-1 0 0 0,0 0-1 0 0,0 1 1 0 0,-1-2 0 0 0,1 1-1 0 0,5-4 1 0 0,44-26 2042 0 0,-52 31-1608 0 0,2 7-5302 0 0,-4-5 4815 0 0,0-1-1 0 0,0 1 1 0 0,1-1-1 0 0,-1 1 0 0 0,0 0 1 0 0,0-1-1 0 0,0 1 1 0 0,0 0-1 0 0,0-1 1 0 0,0 1-1 0 0,0-1 1 0 0,0 1-1 0 0,-1 0 0 0 0,1-1 1 0 0,0 1-1 0 0,0-1 1 0 0,0 1-1 0 0,-1 0 1 0 0,1 0-1 0 0,-9 7-4298 0 0,3-4 746 0 0</inkml:trace>
</inkml:ink>
</file>

<file path=ppt/ink/ink4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1:47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68 888 0 0,'-2'-5'1366'0'0,"0"0"-1"0"0,0 0 1 0 0,1 0 0 0 0,-1 0-1 0 0,2 0 1 0 0,-1 0 0 0 0,0-8-1 0 0,5-5 707 0 0,-3 16-2226 0 0</inkml:trace>
</inkml:ink>
</file>

<file path=ppt/ink/ink4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1:47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24 724 0 0,'-12'-15'4363'0'0,"4"6"-1493"0"0,4 10-294 0 0,9 71-894 0 0,0-11-619 0 0,-2 0 1 0 0,-8 82-1 0 0,-16-3 306 0 0,18-115-857 0 0,6-18-310 0 0,15-30-334 0 0,-2 0-30 0 0,-3 9 23 0 0,0 0 1 0 0,1 0 0 0 0,0 1 0 0 0,1 1 0 0 0,0 1-1 0 0,27-16 1 0 0,-40 26 123 0 0,-1 1-1 0 0,1-1 1 0 0,-1 0 0 0 0,1 1-1 0 0,-1-1 1 0 0,1 1 0 0 0,-1-1-1 0 0,1 1 1 0 0,0 0-1 0 0,-1 0 1 0 0,1-1 0 0 0,0 1-1 0 0,-1 0 1 0 0,1 1 0 0 0,-1-1-1 0 0,1 0 1 0 0,0 0 0 0 0,-1 1-1 0 0,1-1 1 0 0,-1 1-1 0 0,1-1 1 0 0,-1 1 0 0 0,1 0-1 0 0,-1-1 1 0 0,1 1 0 0 0,-1 0-1 0 0,1 0 1 0 0,-1 0 0 0 0,0 0-1 0 0,0 0 1 0 0,0 0-1 0 0,2 3 1 0 0,3 4-93 0 0,0 1-1 0 0,0-1 1 0 0,-1 1-1 0 0,6 14 1 0 0,10 16-2260 0 0,3-18-4568 0 0,-12-15 3631 0 0</inkml:trace>
</inkml:ink>
</file>

<file path=ppt/ink/ink4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1:48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297 26 208 0 0,'0'0'1852'0'0,"-23"-25"7747"0"0,17 25-9431 0 0,0 0 0 0 0,0 0-1 0 0,-1 1 1 0 0,1 0 0 0 0,0 0-1 0 0,0 0 1 0 0,0 1 0 0 0,0-1 0 0 0,0 2-1 0 0,-9 4 1 0 0,-60 36 845 0 0,43-23-477 0 0,22-13-383 0 0,1 0 1 0 0,0 0 0 0 0,1 1-1 0 0,-1 1 1 0 0,1-1 0 0 0,1 1-1 0 0,0 0 1 0 0,0 1 0 0 0,-5 11 0 0 0,11-20-158 0 0,1-1 0 0 0,-1 1 1 0 0,1-1-1 0 0,0 1 0 0 0,-1 0 1 0 0,1-1-1 0 0,0 1 1 0 0,0 0-1 0 0,-1-1 0 0 0,1 1 1 0 0,0 0-1 0 0,0-1 1 0 0,0 1-1 0 0,0 0 0 0 0,0-1 1 0 0,0 1-1 0 0,0 0 1 0 0,0-1-1 0 0,0 1 0 0 0,0 0 1 0 0,0-1-1 0 0,0 1 1 0 0,1 0-1 0 0,-1-1 0 0 0,0 1 1 0 0,0 0-1 0 0,1-1 1 0 0,-1 1-1 0 0,1 1 0 0 0,20 3-195 0 0,27-11-198 0 0,-46 5 379 0 0,11-3-140 0 0,0 0-1 0 0,0-1 1 0 0,0-1-1 0 0,0 0 1 0 0,19-13-1 0 0,21-11-309 0 0,-51 29 450 0 0,-2 1-27 0 0,0 0 40 0 0,1-1-1 0 0,-1 1 1 0 0,0 0-1 0 0,0 0 1 0 0,1-1-1 0 0,-1 1 1 0 0,0 0-1 0 0,1 0 1 0 0,-1 0 0 0 0,0-1-1 0 0,1 1 1 0 0,-1 0-1 0 0,0 0 1 0 0,1 0-1 0 0,-1 0 1 0 0,1 0-1 0 0,-1 0 1 0 0,0 0-1 0 0,1 0 1 0 0,-1 0-1 0 0,0 0 1 0 0,1 0-1 0 0,-1 0 1 0 0,1 0-1 0 0,-1 0 1 0 0,0 0 0 0 0,1 0-1 0 0,0 0 1 0 0,0 3 0 0 0,19 12-24 0 0,-11-11 12 0 0,-1 0 0 0 0,0 0 0 0 0,1-1 0 0 0,0 0 0 0 0,0-1 0 0 0,0 1 0 0 0,0-2 0 0 0,0 1 0 0 0,0-1 0 0 0,0-1 0 0 0,1 0 0 0 0,-1 0 0 0 0,0-1 0 0 0,0 0 0 0 0,1 0 0 0 0,15-6 0 0 0,6-3-57 0 0,-2-2 0 0 0,1-1 0 0 0,41-25 0 0 0,-25 12 71 0 0,-31 17 114 0 0,-1 3 767 0 0,-14 6-866 0 0,1 1 0 0 0,-1-1 0 0 0,1 0 0 0 0,-1 1 0 0 0,1-1 0 0 0,-1 1 0 0 0,0-1 0 0 0,1 0 0 0 0,-1 1 0 0 0,0-1 0 0 0,1 1 0 0 0,-1-1 1 0 0,0 1-1 0 0,0-1 0 0 0,0 1 0 0 0,1-1 0 0 0,-1 1 0 0 0,0-1 0 0 0,0 1 0 0 0,0 0 0 0 0,0-1 0 0 0,0 1 0 0 0,0-1 0 0 0,0 1 0 0 0,0 0 0 0 0,1 3 8 0 0,-2-1 2 0 0,1-2-27 0 0,0 0 0 0 0,-1 1 0 0 0,1-1 0 0 0,0 0 0 0 0,0 0 0 0 0,0 1 0 0 0,0-1-1 0 0,0 0 1 0 0,0 0 0 0 0,0 0 0 0 0,1 1 0 0 0,-1-1 0 0 0,0 0 0 0 0,1 0 0 0 0,-1 0-1 0 0,0 0 1 0 0,1 1 0 0 0,0-1 0 0 0,-1 0 0 0 0,1 0 0 0 0,0 0 0 0 0,-1 0 0 0 0,1 0-1 0 0,0 0 1 0 0,0-1 0 0 0,0 1 0 0 0,0 0 0 0 0,0 0 0 0 0,0-1 0 0 0,0 1 0 0 0,0 0-1 0 0,0-1 1 0 0,0 1 0 0 0,0-1 0 0 0,0 1 0 0 0,0-1 0 0 0,1 0 0 0 0,-1 1 0 0 0,0-1-1 0 0,3 0 1 0 0,-1-1 34 0 0,1 0-1 0 0,0 0 0 0 0,-1-1 0 0 0,1 1 0 0 0,-1-1 1 0 0,0 0-1 0 0,1 0 0 0 0,-1 0 0 0 0,0 0 0 0 0,0 0 1 0 0,0-1-1 0 0,2-2 0 0 0,-4 4 108 0 0,10-11 748 0 0</inkml:trace>
</inkml:ink>
</file>

<file path=ppt/ink/ink4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1:49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29 1576 0 0,'-8'-7'5688'0'0,"-10"-8"7251"0"0,16 8-12643 0 0</inkml:trace>
</inkml:ink>
</file>

<file path=ppt/ink/ink4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1:49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8 708 0 0,'-2'-6'7165'0'0,"8"5"-7048"0"0,0 1 1 0 0,-1 0-1 0 0,1 0 1 0 0,0 0-1 0 0,0 1 1 0 0,-1 0-1 0 0,1 0 1 0 0,0 1-1 0 0,-1-1 1 0 0,1 1-1 0 0,-1 0 1 0 0,1 1-1 0 0,-1-1 1 0 0,0 1-1 0 0,0 0 1 0 0,0 0-1 0 0,-1 1 1 0 0,1 0 0 0 0,7 7-1 0 0,0 1 44 0 0,0 0 0 0 0,-1 1 0 0 0,0 0-1 0 0,-1 0 1 0 0,-1 1 0 0 0,10 18 0 0 0,-10-11-38 0 0,-1 0 0 0 0,-1 1 1 0 0,0 1-1 0 0,-2-1 0 0 0,-1 1 0 0 0,-1 0 1 0 0,0 0-1 0 0,-2 0 0 0 0,-1 0 0 0 0,0 0 0 0 0,-2 0 1 0 0,-1 0-1 0 0,-8 33 0 0 0,0-12 189 0 0,-1-1 0 0 0,-3-1 0 0 0,-1 0 0 0 0,-3-1 0 0 0,-45 75 0 0 0,52-98 295 0 0,-2-1-1 0 0,0 0 1 0 0,-1-1 0 0 0,-1-1 0 0 0,-1 0-1 0 0,0-1 1 0 0,0 0 0 0 0,-31 16 0 0 0,1 2 2444 0 0,46-31-2765 0 0,-2 0-1492 0 0,-2 2 3993 0 0,0 0-871 0 0,2-2-4326 0 0</inkml:trace>
</inkml:ink>
</file>

<file path=ppt/ink/ink4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2:00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42 12 0 0,'0'0'1011'0'0,"28"-16"5540"0"0,-25-3-2253 0 0,-9 12-2090 0 0,2 8-2158 0 0,1 0-1 0 0,-1 0 1 0 0,1 0 0 0 0,0 0-1 0 0,0 1 1 0 0,0-1-1 0 0,0 1 1 0 0,0 0-1 0 0,-5 3 1 0 0,-5 5-18 0 0,1 0 0 0 0,0 0-1 0 0,0 1 1 0 0,1 0 0 0 0,1 1 0 0 0,0 1-1 0 0,-9 13 1 0 0,16-21-8 0 0,0-1-1 0 0,1 1 1 0 0,0 0-1 0 0,0 0 0 0 0,0 0 1 0 0,0 0-1 0 0,1 0 1 0 0,0 1-1 0 0,0-1 1 0 0,-1 10-1 0 0,2-12-9 0 0,1 0 1 0 0,-1 0-1 0 0,1 0 0 0 0,-1 0 0 0 0,1 0 0 0 0,0 0 0 0 0,0-1 0 0 0,1 1 1 0 0,-1 0-1 0 0,0-1 0 0 0,1 1 0 0 0,-1-1 0 0 0,1 0 0 0 0,0 1 0 0 0,0-1 1 0 0,0 0-1 0 0,0 0 0 0 0,0 0 0 0 0,1 0 0 0 0,-1 0 0 0 0,3 1 0 0 0,0-1-14 0 0,-1 0 0 0 0,0 0 0 0 0,0 0 0 0 0,1 0 0 0 0,-1-1 0 0 0,0 0 0 0 0,1 0 0 0 0,0 0 0 0 0,-1-1 0 0 0,1 1 0 0 0,-1-1 0 0 0,1 0 0 0 0,0-1 0 0 0,-1 1 0 0 0,1-1 0 0 0,7-1 0 0 0,6-4-80 0 0,0 0 1 0 0,31-14-1 0 0,-10 3-63 0 0,-33 15 125 0 0,-5 1 9 0 0,-1 1 0 0 0,0 0 0 0 0,1-1 0 0 0,-1 1 0 0 0,0 0 0 0 0,1-1 0 0 0,-1 1 0 0 0,0 0 0 0 0,1 0 0 0 0,-1-1 0 0 0,1 1 0 0 0,-1 0 0 0 0,1 0 0 0 0,-1 0-1 0 0,0 0 1 0 0,1 0 0 0 0,-1 0 0 0 0,1-1 0 0 0,-1 1 0 0 0,1 0 0 0 0,-1 0 0 0 0,1 0 0 0 0,-1 0 0 0 0,1 1 0 0 0,-1-1 0 0 0,0 0 0 0 0,1 0 0 0 0,-1 0 0 0 0,1 0 0 0 0,-1 0 0 0 0,1 1 0 0 0,-1-1 0 0 0,0 0-1 0 0,1 0 1 0 0,-1 1 0 0 0,0-1 0 0 0,1 0 0 0 0,-1 0 0 0 0,0 1 0 0 0,1-1 0 0 0,-1 1 0 0 0,0-1 0 0 0,1 0 0 0 0,-1 1 0 0 0,0-1 0 0 0,0 1 0 0 0,0-1 0 0 0,1 0 0 0 0,-1 1 0 0 0,0-1 0 0 0,0 1-1 0 0,0-1 1 0 0,0 1 0 0 0,0 0 0 0 0,1 1-7 0 0,17 28-86 0 0,-12-28 109 0 0,-1-1-1 0 0,1 0 0 0 0,0-1 1 0 0,0 1-1 0 0,0-1 0 0 0,0 0 1 0 0,0 0-1 0 0,-1-1 1 0 0,1 0-1 0 0,0 0 0 0 0,0 0 1 0 0,-1-1-1 0 0,11-3 0 0 0,-7 2-1 0 0,80-37-52 0 0,-71 31-39 0 0,0 0-1 0 0,1 1 0 0 0,-1 1 1 0 0,28-7-1 0 0,-44 14 42 0 0,10 1 16 0 0,-1 0 1 0 0,0 1-1 0 0,0 1 1 0 0,0 0-1 0 0,11 4 1 0 0,42 9 16 0 0,-42-13 173 0 0,0-1 0 0 0,1-1 0 0 0,0-1-1 0 0,-1-1 1 0 0,1-1 0 0 0,-1-1 0 0 0,0-1-1 0 0,41-12 1 0 0,-62 16 170 0 0,1-1-38 0 0,0 1-416 0 0,0-1 0 0 0,0 1 0 0 0,0 0 0 0 0,-1-1 0 0 0,1 1-1 0 0,0 0 1 0 0,0 0 0 0 0,0 0 0 0 0,0 1 0 0 0,0-1 0 0 0,0 0 0 0 0,0 1 0 0 0,-1-1 0 0 0,1 1-1 0 0,0 0 1 0 0,0-1 0 0 0,0 1 0 0 0,-1 0 0 0 0,1 0 0 0 0,-1 0 0 0 0,1 0 0 0 0,1 2 0 0 0,1-1-758 0 0,0 0 1 0 0,0 0 0 0 0,0 0 0 0 0,0 0 0 0 0,0-1 0 0 0,1 0 0 0 0,6 2 0 0 0,9-1-2476 0 0</inkml:trace>
</inkml:ink>
</file>

<file path=ppt/ink/ink4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2:03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391 117 128 0 0,'0'0'667'0'0,"11"-38"5230"0"0,-11 34-5739 0 0,0 1 0 0 0,-1 0 1 0 0,1 0-1 0 0,-1 0 0 0 0,1 0 0 0 0,-1 0 0 0 0,0-1 1 0 0,0 1-1 0 0,0 0 0 0 0,0 1 0 0 0,-1-1 0 0 0,1 0 1 0 0,-1 0-1 0 0,0 0 0 0 0,0 1 0 0 0,0-1 0 0 0,0 1 1 0 0,0 0-1 0 0,0 0 0 0 0,-1-1 0 0 0,1 1 1 0 0,-1 1-1 0 0,0-1 0 0 0,1 0 0 0 0,-1 1 0 0 0,0-1 1 0 0,0 1-1 0 0,0 0 0 0 0,0 0 0 0 0,0 0 0 0 0,0 0 1 0 0,0 1-1 0 0,-7-1 0 0 0,-1-1-59 0 0,0 2 0 0 0,0 0 0 0 0,0 0 0 0 0,0 1 0 0 0,0 0 0 0 0,0 1 0 0 0,1 0 0 0 0,-20 7 0 0 0,15-3 38 0 0,0 1 0 0 0,1 1 0 0 0,-1 1 0 0 0,1 0 0 0 0,1 0 0 0 0,0 1 0 0 0,0 1 0 0 0,-16 19-1 0 0,21-23-43 0 0,1 1 0 0 0,1 0 0 0 0,-1 1 0 0 0,2-1 0 0 0,-1 1 0 0 0,1 0 0 0 0,0 1 0 0 0,1-1 0 0 0,0 1 0 0 0,0 0 0 0 0,1 0 0 0 0,1 0 0 0 0,0 0 0 0 0,-2 15 0 0 0,4-21-63 0 0,0-1 0 0 0,0 1-1 0 0,0 0 1 0 0,0 0-1 0 0,1-1 1 0 0,-1 1-1 0 0,1 0 1 0 0,0-1-1 0 0,0 1 1 0 0,0 0-1 0 0,1-1 1 0 0,-1 1-1 0 0,1-1 1 0 0,0 0 0 0 0,0 0-1 0 0,0 0 1 0 0,0 0-1 0 0,1 0 1 0 0,2 3-1 0 0,-2-4-14 0 0,1 0 0 0 0,0 0 0 0 0,0-1 0 0 0,0 1 0 0 0,-1-1-1 0 0,1 0 1 0 0,1 0 0 0 0,-1 0 0 0 0,0 0 0 0 0,0-1 0 0 0,0 0 0 0 0,0 0-1 0 0,0 0 1 0 0,0 0 0 0 0,1-1 0 0 0,6-1 0 0 0,-3 0-33 0 0,0 0 1 0 0,0-1-1 0 0,-1 0 1 0 0,1 0-1 0 0,-1-1 1 0 0,0 0-1 0 0,0 0 1 0 0,0 0-1 0 0,11-10 1 0 0,-2-1-51 0 0,0 0 1 0 0,19-24-1 0 0,-31 34 103 0 0,0 0-1 0 0,0 0 1 0 0,-1 0-1 0 0,1-1 1 0 0,-1 0-1 0 0,0 0 1 0 0,0 0-1 0 0,2-7 1 0 0,-5 11 81 0 0,7-10 253 0 0,-11 24-392 0 0,1 0 1 0 0,0 0-1 0 0,1 0 0 0 0,0 0 1 0 0,1 1-1 0 0,1 23 1 0 0,0-33 27 0 0,0 0 0 0 0,1 0 0 0 0,0 1 0 0 0,-1-1-1 0 0,1 0 1 0 0,0 0 0 0 0,0 0 0 0 0,1 0 0 0 0,-1 0 0 0 0,1 0 0 0 0,0 0 0 0 0,-1 0 0 0 0,1-1 0 0 0,0 1 0 0 0,1-1 0 0 0,-1 1 0 0 0,0-1 0 0 0,1 0 0 0 0,-1 0 0 0 0,1 0 0 0 0,0 0 0 0 0,-1 0 0 0 0,1-1 0 0 0,0 1 0 0 0,0-1 0 0 0,0 0 0 0 0,0 0 0 0 0,1 0 0 0 0,-1 0 0 0 0,0 0 0 0 0,0-1 0 0 0,1 0 0 0 0,3 1 0 0 0,1-1 13 0 0,0 0-1 0 0,1 0 0 0 0,-1-1 0 0 0,0 0 1 0 0,1 0-1 0 0,-1-1 0 0 0,0 0 1 0 0,0-1-1 0 0,0 1 0 0 0,-1-2 0 0 0,1 1 1 0 0,-1-1-1 0 0,1 0 0 0 0,-1 0 1 0 0,0-1-1 0 0,-1 0 0 0 0,1-1 1 0 0,-1 1-1 0 0,7-8 0 0 0,-1-2 15 0 0,0 1 0 0 0,-1-2 0 0 0,-1 1 0 0 0,0-1 0 0 0,-1-1 0 0 0,-1 0 0 0 0,8-23 0 0 0,-12 29 112 0 0,0 0 0 0 0,-1 0 0 0 0,-1 0 0 0 0,1 0 0 0 0,-2 0 0 0 0,1-18 0 0 0,-2 27-8 0 0,0 2-128 0 0,1-1 0 0 0,-1 1 1 0 0,0 0-1 0 0,0-1 0 0 0,0 1 1 0 0,0 0-1 0 0,1-1 0 0 0,-1 1 0 0 0,0-1 1 0 0,0 1-1 0 0,0-1 0 0 0,0 1 1 0 0,0 0-1 0 0,0-1 0 0 0,0 1 1 0 0,0-1-1 0 0,0 1 0 0 0,0-1 1 0 0,0 1-1 0 0,-1 0 0 0 0,1-1 0 0 0,0 1 1 0 0,0-1-1 0 0,0 1 0 0 0,-1-1 1 0 0,-1 1-19 0 0,0 0 1 0 0,-1 1 0 0 0,1-1-1 0 0,0 1 1 0 0,-1-1 0 0 0,1 1-1 0 0,0 0 1 0 0,0 0 0 0 0,0 0-1 0 0,0 0 1 0 0,0 0 0 0 0,-3 3-1 0 0,-9 4-40 0 0,13-7 4 0 0,-1 2-71 0 0,1-2 41 0 0,0 1-1 0 0,-1-1 1 0 0,1 0 0 0 0,0 1-1 0 0,0-1 1 0 0,1 1-1 0 0,-1-1 1 0 0,0 1-1 0 0,0 0 1 0 0,1-1-1 0 0,-1 1 1 0 0,1 0-1 0 0,0-1 1 0 0,-1 1-1 0 0,1 2 1 0 0,5-1 62 0 0,-1 0 0 0 0,1-1 1 0 0,0 1-1 0 0,0-1 1 0 0,0 0-1 0 0,0-1 1 0 0,0 1-1 0 0,0-1 1 0 0,1 0-1 0 0,-1 0 0 0 0,0-1 1 0 0,1 1-1 0 0,-1-1 1 0 0,10-1-1 0 0,-7 0-36 0 0,1 1 0 0 0,-1 1-1 0 0,1 0 1 0 0,-1 0 0 0 0,1 0 0 0 0,-1 1-1 0 0,16 6 1 0 0,-20-5 17 0 0,1 0-1 0 0,-1 1 1 0 0,0 0-1 0 0,1-1 0 0 0,-2 1 1 0 0,1 1-1 0 0,0-1 1 0 0,-1 1-1 0 0,0-1 1 0 0,0 1-1 0 0,0 0 1 0 0,-1 0-1 0 0,0 0 1 0 0,0 0-1 0 0,3 11 0 0 0,-1-1-11 0 0,-1 0 0 0 0,-1 1 0 0 0,0-1 0 0 0,-1 22 0 0 0,-1-35 44 0 0,1 1 0 0 0,-1-1 0 0 0,0 0-1 0 0,1 0 1 0 0,0 0 0 0 0,-1 0 0 0 0,1 0 0 0 0,0 0-1 0 0,0 0 1 0 0,0-1 0 0 0,0 1 0 0 0,1 0 0 0 0,-1 0-1 0 0,0-1 1 0 0,1 1 0 0 0,-1-1 0 0 0,1 1 0 0 0,0-1 0 0 0,-1 0-1 0 0,1 1 1 0 0,0-1 0 0 0,0 0 0 0 0,0 0 0 0 0,0 0-1 0 0,0-1 1 0 0,0 1 0 0 0,0 0 0 0 0,0-1 0 0 0,0 1-1 0 0,0-1 1 0 0,0 0 0 0 0,0 1 0 0 0,0-1 0 0 0,3-1 0 0 0,6 2-14 0 0,0 0 1 0 0,1-2-1 0 0,-1 1 1 0 0,21-5 0 0 0,-12 1-15 0 0,1-1 1 0 0,-1-1 0 0 0,-1-1 0 0 0,1 0-1 0 0,32-18 1 0 0,-44 20 68 0 0,0-1 0 0 0,0 1 0 0 0,-1-1 1 0 0,1-1-1 0 0,-1 1 0 0 0,-1-1 0 0 0,1-1 0 0 0,-1 1 0 0 0,0-1 0 0 0,-1 0 0 0 0,0 0 0 0 0,0-1 1 0 0,-1 1-1 0 0,5-14 0 0 0,-8 19 3 0 0,0 1-1 0 0,-1 0 1 0 0,1 0 0 0 0,-1-1-1 0 0,0 1 1 0 0,1 0 0 0 0,-1-1-1 0 0,0 1 1 0 0,0 0 0 0 0,-1-1-1 0 0,1 1 1 0 0,0 0 0 0 0,-1-1-1 0 0,1 1 1 0 0,-1 0 0 0 0,0-1 0 0 0,0 1-1 0 0,0 0 1 0 0,0 0 0 0 0,0 0-1 0 0,0 0 1 0 0,-1 0 0 0 0,1 0-1 0 0,-1 0 1 0 0,1 1 0 0 0,-1-1-1 0 0,0 1 1 0 0,0-1 0 0 0,1 1-1 0 0,-1-1 1 0 0,0 1 0 0 0,0 0 0 0 0,0 0-1 0 0,-1 0 1 0 0,-1-1 0 0 0,2 2 106 0 0,-2 1-75 0 0,3-1-58 0 0,-1 0 1 0 0,0 1-1 0 0,1-1 0 0 0,-1 0 0 0 0,0 1 0 0 0,1 0 1 0 0,-1-1-1 0 0,1 1 0 0 0,-1 0 0 0 0,1 0 0 0 0,0 0 1 0 0,-1 0-1 0 0,1 0 0 0 0,0 0 0 0 0,-3 2 0 0 0,4-1-4 0 0,-1 0 0 0 0,1-1 0 0 0,0 1-1 0 0,0 0 1 0 0,-1 0 0 0 0,1-1 0 0 0,0 1-1 0 0,1 0 1 0 0,-1 0 0 0 0,0-1 0 0 0,0 1-1 0 0,1 0 1 0 0,-1-1 0 0 0,1 1 0 0 0,-1 0-1 0 0,1-1 1 0 0,0 1 0 0 0,0-1 0 0 0,-1 1-1 0 0,1-1 1 0 0,0 1 0 0 0,2 1 0 0 0,1 1-71 0 0,0 1 1 0 0,1-1 0 0 0,0 0 0 0 0,-1-1 0 0 0,1 1 0 0 0,10 4 0 0 0,-2-1-548 0 0,1-1 0 0 0,0 0 0 0 0,0-1 0 0 0,26 5 0 0 0,36-1-6848 0 0,-30-5 3170 0 0</inkml:trace>
</inkml:ink>
</file>

<file path=ppt/ink/ink4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2:01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64 14717 0 0,'2'-6'293'0'0,"0"0"0"0"0,0 0 0 0 0,0 0-1 0 0,-1 0 1 0 0,0 0 0 0 0,0 0 0 0 0,0 0-1 0 0,-1-7 1 0 0,0 10 9 0 0,-4 35 1194 0 0,-31 300-2107 0 0,30-305-1455 0 0,0-1 0 0 0,-19 51 0 0 0,15-65-448 0 0,4-10-1748 0 0,-5-3 1129 0 0</inkml:trace>
</inkml:ink>
</file>

<file path=ppt/ink/ink4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2:01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0 452 404 0 0,'44'-17'1221'0'0,"-2"-1"0"0"0,0-3 0 0 0,-1-1 0 0 0,-1-2 0 0 0,-1-2 0 0 0,56-49 0 0 0,-88 67-956 0 0,0 0 0 0 0,-1-1 1 0 0,0 0-1 0 0,-1 0 0 0 0,0 0 0 0 0,0 0 1 0 0,-1-1-1 0 0,0 0 0 0 0,0 0 1 0 0,-1 0-1 0 0,-1 0 0 0 0,0 0 0 0 0,0-1 1 0 0,-1 1-1 0 0,0-1 0 0 0,-1 1 0 0 0,0-1 1 0 0,-1 1-1 0 0,0-1 0 0 0,-1 1 0 0 0,0-1 1 0 0,-5-15-1 0 0,6 26-249 0 0,1-1 0 0 0,0 1 0 0 0,0-1 0 0 0,0 1 0 0 0,-1 0 1 0 0,1-1-1 0 0,0 1 0 0 0,-1 0 0 0 0,1-1 0 0 0,0 1 0 0 0,-1 0 0 0 0,1-1 0 0 0,0 1 0 0 0,-1 0 0 0 0,1 0 0 0 0,0-1 1 0 0,-1 1-1 0 0,1 0 0 0 0,-1 0 0 0 0,1 0 0 0 0,-1 0 0 0 0,1 0 0 0 0,0-1 0 0 0,-1 1 0 0 0,1 0 0 0 0,-1 0 0 0 0,1 0 0 0 0,-1 0 1 0 0,1 0-1 0 0,-1 0 0 0 0,1 1 0 0 0,0-1 0 0 0,-1 0 0 0 0,1 0 0 0 0,-1 0 0 0 0,1 0 0 0 0,-1 0 0 0 0,1 1 0 0 0,0-1 1 0 0,-1 0-1 0 0,0 1 0 0 0,-14 10-86 0 0,13-10 127 0 0,-3 4-40 0 0,-1 0 0 0 0,1 0 0 0 0,0 1 0 0 0,1-1 1 0 0,-1 1-1 0 0,1 0 0 0 0,1 0 0 0 0,-1 0 0 0 0,-4 12 0 0 0,-20 67 100 0 0,17-48-61 0 0,-5 14 51 0 0,3 1-1 0 0,1 1 1 0 0,-6 94 0 0 0,16-97-5 0 0,2-49-75 0 0,-1 4 2 0 0,-2 9-8 0 0,4-13-9 0 0,1-1 1 0 0,-1 0-1 0 0,0 1 0 0 0,0-1 0 0 0,0 0 0 0 0,0 0 0 0 0,1 0 0 0 0,-1 0 0 0 0,0 0 1 0 0,0 0-1 0 0,0 0 0 0 0,0 0 0 0 0,1 0 0 0 0,-1 0 0 0 0,0-1 0 0 0,0 1 0 0 0,0-1 1 0 0,0 1-1 0 0,0-1 0 0 0,0 1 0 0 0,0-1 0 0 0,0 1 0 0 0,1-2 0 0 0,12-3-139 0 0,-1 0 0 0 0,1 1 1 0 0,0 0-1 0 0,0 1 0 0 0,0 1 0 0 0,0 0 0 0 0,1 1 0 0 0,-1 0 0 0 0,26 3 0 0 0,39-1-395 0 0,49 5 789 0 0,-126-6 373 0 0,19-7 217 0 0,2-6-3410 0 0,-6 1-4553 0 0,-5 0 3016 0 0</inkml:trace>
</inkml:ink>
</file>

<file path=ppt/ink/ink4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2:02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95 620 0 0,'0'0'2904'0'0,"-22"-28"-1780"0"0,14 21-215 0 0,1 1-189 0 0,-5-2-172 0 0,1 0-256 0 0,-4 1-340 0 0,-1 2-420 0 0,-11-4-632 0 0,2 0-1197 0 0,-1 1 533 0 0</inkml:trace>
</inkml:ink>
</file>

<file path=ppt/ink/ink4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2:05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1 254 668 0 0,'0'0'9486'0'0,"7"-2"-9137"0"0,119-33 1165 0 0,187-80 0 0 0,-309 114-1470 0 0,0-1 0 0 0,1 0 0 0 0,-1 0 1 0 0,0 0-1 0 0,0 0 0 0 0,0-1 0 0 0,-1 0 1 0 0,1 1-1 0 0,-1-1 0 0 0,1-1 0 0 0,-1 1 1 0 0,0 0-1 0 0,0-1 0 0 0,0 0 0 0 0,-1 1 1 0 0,1-1-1 0 0,-1 0 0 0 0,3-6 0 0 0,-5 9-35 0 0,0 0-1 0 0,1 0 0 0 0,-1 0 1 0 0,0 0-1 0 0,0 0 0 0 0,1 0 1 0 0,-1 0-1 0 0,0 0 0 0 0,0 0 1 0 0,0 0-1 0 0,0 0 0 0 0,0 0 1 0 0,0 0-1 0 0,-1 0 0 0 0,1 0 1 0 0,0 1-1 0 0,0-1 0 0 0,-1 0 1 0 0,1 0-1 0 0,-1 0 0 0 0,1 0 1 0 0,-1 0-1 0 0,1 0 0 0 0,-1 0 1 0 0,1 1-1 0 0,-2-2 0 0 0,0 0 0 0 0,0 1 0 0 0,0 0-1 0 0,0 0 1 0 0,0-1-1 0 0,0 1 1 0 0,0 1-1 0 0,0-1 1 0 0,-1 0-1 0 0,1 0 1 0 0,-5 0-1 0 0,-3 0 0 0 0,0 0 0 0 0,0 1-1 0 0,-20 1 1 0 0,8 2 4 0 0,0 0-1 0 0,0 1 1 0 0,0 1 0 0 0,-38 15-1 0 0,54-17-1 0 0,0-1 0 0 0,0 1 0 0 0,0 1 0 0 0,0-1-1 0 0,1 1 1 0 0,-1 0 0 0 0,1 0 0 0 0,0 1 0 0 0,0-1 0 0 0,1 1 0 0 0,-1 0 0 0 0,1 1-1 0 0,0-1 1 0 0,0 1 0 0 0,1-1 0 0 0,0 1 0 0 0,0 0 0 0 0,0 1 0 0 0,1-1-1 0 0,-3 11 1 0 0,4-14-2 0 0,0 0-1 0 0,1 1 0 0 0,0-1 0 0 0,0 1 1 0 0,0-1-1 0 0,0 0 0 0 0,0 1 1 0 0,1-1-1 0 0,0 0 0 0 0,-1 1 0 0 0,1-1 1 0 0,0 0-1 0 0,1 0 0 0 0,-1 0 1 0 0,0 0-1 0 0,1 0 0 0 0,4 6 0 0 0,-2-4-1 0 0,1 0 0 0 0,0 0 0 0 0,0 0-1 0 0,1 0 1 0 0,-1-1 0 0 0,1 0 0 0 0,0 0 0 0 0,8 3-1 0 0,7 3-177 0 0,2-1 0 0 0,-1-1 0 0 0,1-1 0 0 0,25 5 0 0 0,-14-6-706 0 0,1-2 1 0 0,41 1 0 0 0,22-7-4751 0 0,-49-1 2269 0 0</inkml:trace>
</inkml:ink>
</file>

<file path=ppt/ink/ink4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2:06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465 103 968 0 0,'0'0'3418'0'0,"1"-4"-2280"0"0,2-12-25 0 0,-2 12-46 0 0,-17-36 4408 0 0,10 36-5288 0 0,-1-1 0 0 0,0 1 0 0 0,0 0 0 0 0,0 0 0 0 0,0 1 0 0 0,-1 0 0 0 0,0 0 0 0 0,1 1 0 0 0,-1 0 0 0 0,0 1 0 0 0,0-1 0 0 0,0 1 0 0 0,0 1 0 0 0,0 0 1 0 0,0 0-1 0 0,-1 0 0 0 0,1 1 0 0 0,0 0 0 0 0,-14 5 0 0 0,-5 0-4 0 0,1 2 0 0 0,1 1 1 0 0,-1 1-1 0 0,-42 24 0 0 0,58-28-121 0 0,0 1-1 0 0,1 0 1 0 0,0 1-1 0 0,0-1 0 0 0,1 2 1 0 0,0-1-1 0 0,1 1 1 0 0,-1 0-1 0 0,2 1 0 0 0,-11 19 1 0 0,15-26-55 0 0,0 0 0 0 0,0 1 0 0 0,1-1 0 0 0,-1 1 0 0 0,1-1 0 0 0,0 1 0 0 0,0 0 0 0 0,1-1 0 0 0,-1 1 0 0 0,1 0 0 0 0,-1 0 0 0 0,1 0 0 0 0,0-1 0 0 0,1 1 0 0 0,-1 0 0 0 0,1 0 0 0 0,0-1 0 0 0,-1 1 0 0 0,2 0 0 0 0,-1-1 0 0 0,0 1 0 0 0,1-1 0 0 0,-1 1 0 0 0,1-1 0 0 0,0 0 0 0 0,0 0 0 0 0,1 0 0 0 0,-1 0 0 0 0,1 0 0 0 0,-1 0 0 0 0,1-1 0 0 0,0 1 0 0 0,0-1 0 0 0,0 0 0 0 0,0 1 0 0 0,0-1 0 0 0,5 1 0 0 0,12 6-50 0 0,0 0 0 0 0,1-2 0 0 0,1 0 0 0 0,-1-2 0 0 0,1 0 0 0 0,0-2 0 0 0,0 0 0 0 0,0-1 0 0 0,0-2 0 0 0,0 0 1 0 0,1-1-1 0 0,30-6 0 0 0,-8-1-103 0 0,-1-1 0 0 0,0-3 1 0 0,-1-1-1 0 0,0-3 0 0 0,46-23 1 0 0,-69 30 95 0 0,-7 3-3 0 0,0 0 1 0 0,-1 0 0 0 0,0-1 0 0 0,0-1-1 0 0,-1 0 1 0 0,18-16 0 0 0,-27 23 44 0 0,-8 3-116 0 0,4-1 132 0 0,-1 0-35 0 0,1 0 0 0 0,-1 0 0 0 0,1 0 1 0 0,0 1-1 0 0,0-1 0 0 0,0 0 0 0 0,0 1 0 0 0,0 0 0 0 0,0-1 0 0 0,0 1 1 0 0,0 0-1 0 0,0 0 0 0 0,1 0 0 0 0,-1 0 0 0 0,1 0 0 0 0,0 0 0 0 0,-1 1 0 0 0,1-1 1 0 0,0 0-1 0 0,0 1 0 0 0,0-1 0 0 0,0 5 0 0 0,1-5-15 0 0,0 0 0 0 0,0 0-1 0 0,0 0 1 0 0,0 0 0 0 0,1 0-1 0 0,-1 1 1 0 0,1-1 0 0 0,-1 0-1 0 0,1 0 1 0 0,0 0 0 0 0,0 0-1 0 0,-1 0 1 0 0,2 0 0 0 0,-1-1-1 0 0,0 1 1 0 0,0 0 0 0 0,1 0-1 0 0,-1-1 1 0 0,0 1 0 0 0,1-1-1 0 0,0 1 1 0 0,-1-1 0 0 0,1 0 0 0 0,0 0-1 0 0,0 1 1 0 0,0-1 0 0 0,0-1-1 0 0,0 1 1 0 0,0 0 0 0 0,0 0-1 0 0,3 0 1 0 0,4 2-33 0 0,-1-1 1 0 0,1 1-1 0 0,-1-2 0 0 0,1 1 1 0 0,0-1-1 0 0,-1-1 0 0 0,12 0 1 0 0,-17 0 133 0 0,0 0-1 0 0,0-1 1 0 0,0 1 0 0 0,0-1 0 0 0,0 1 0 0 0,0-1 0 0 0,0 0 0 0 0,0 0 0 0 0,-1-1 0 0 0,1 1 0 0 0,0 0 0 0 0,-1-1 0 0 0,1 0 0 0 0,-1 0-1 0 0,1 1 1 0 0,-1-1 0 0 0,0-1 0 0 0,0 1 0 0 0,0 0 0 0 0,0-1 0 0 0,3-4 0 0 0,-4 5-3 0 0,0-1 1 0 0,-1 0-1 0 0,1 1 0 0 0,-1-1 0 0 0,1 0 1 0 0,-1 0-1 0 0,0 1 0 0 0,0-1 1 0 0,0 0-1 0 0,-1 0 0 0 0,1 1 0 0 0,-1-1 1 0 0,1 0-1 0 0,-1 1 0 0 0,0-1 1 0 0,0 0-1 0 0,0 1 0 0 0,0-1 1 0 0,-1 1-1 0 0,1 0 0 0 0,-1-1 0 0 0,1 1 1 0 0,-1 0-1 0 0,0 0 0 0 0,0 0 1 0 0,-4-3-1 0 0,3 1-229 0 0,-1 1 1 0 0,0 0 0 0 0,0 0-1 0 0,-1 1 1 0 0,1-1-1 0 0,-1 1 1 0 0,1 0-1 0 0,-1 0 1 0 0,0 1 0 0 0,-6-2-1 0 0,-26-4-8752 0 0</inkml:trace>
</inkml:ink>
</file>

<file path=ppt/ink/ink4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2:06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16 0 0,'38'-6'4056'0'0,"-36"6"-3240"0"0,1 0-75 0 0,0 1-594 0 0,0-1 1 0 0,0 0 0 0 0,0 1-1 0 0,-1 0 1 0 0,1-1 0 0 0,0 1 0 0 0,0 0-1 0 0,-1 0 1 0 0,1 1 0 0 0,-1-1-1 0 0,1 1 1 0 0,-1-1 0 0 0,0 1 0 0 0,1 0-1 0 0,-1-1 1 0 0,0 1 0 0 0,0 0-1 0 0,0 1 1 0 0,-1-1 0 0 0,1 0 0 0 0,0 1-1 0 0,-1-1 1 0 0,1 0 0 0 0,-1 1-1 0 0,0 0 1 0 0,0-1 0 0 0,0 1 0 0 0,1 4-1 0 0,-2-3-76 0 0,1 0-1 0 0,-1 0 0 0 0,0-1 1 0 0,0 1-1 0 0,0 0 0 0 0,0 0 1 0 0,-1-1-1 0 0,0 1 1 0 0,0 0-1 0 0,0-1 0 0 0,0 1 1 0 0,0-1-1 0 0,-1 1 0 0 0,1-1 1 0 0,-1 1-1 0 0,0-1 0 0 0,0 0 1 0 0,0 0-1 0 0,-1 0 0 0 0,1 0 1 0 0,-1 0-1 0 0,-4 3 0 0 0,-28 18 336 0 0,34-23-350 0 0,0-1-50 0 0,0 0 0 0 0,0 0 0 0 0,0 0 0 0 0,0 0 0 0 0,1 0-1 0 0,-1 0 1 0 0,0 0 0 0 0,0 0 0 0 0,0 0 0 0 0,0 0 0 0 0,0 0 0 0 0,0-1-1 0 0,0 1 1 0 0,0 0 0 0 0,0-1 0 0 0,-1 0 0 0 0,2-2-25 0 0,0-1-1 0 0,0 1 1 0 0,0-1 0 0 0,1 1 0 0 0,-1-1 0 0 0,1 1-1 0 0,0-1 1 0 0,0 1 0 0 0,0 0 0 0 0,0-1 0 0 0,1 1 0 0 0,-1 0-1 0 0,1 0 1 0 0,0 0 0 0 0,0 0 0 0 0,0 0 0 0 0,0 1-1 0 0,0-1 1 0 0,1 1 0 0 0,-1-1 0 0 0,1 1 0 0 0,4-3-1 0 0,12-11-70 0 0,0 2 1 0 0,22-13-1 0 0,-31 21 61 0 0,3-3-10 0 0,2 1 1 0 0,-1 0 0 0 0,1 1 0 0 0,0 1-1 0 0,1 1 1 0 0,-1 0 0 0 0,18-3-1 0 0,-27 7 32 0 0,0 0 0 0 0,0 0 0 0 0,0 1 0 0 0,1 0 0 0 0,-1 0 0 0 0,0 0 0 0 0,0 1 0 0 0,0 0-1 0 0,0 0 1 0 0,1 0 0 0 0,-1 1 0 0 0,-1 0 0 0 0,1 0 0 0 0,0 1 0 0 0,0-1 0 0 0,-1 1 0 0 0,0 0-1 0 0,1 1 1 0 0,-1-1 0 0 0,-1 1 0 0 0,6 5 0 0 0,-8-7 12 0 0,0 0 0 0 0,0 0 0 0 0,-1 1-1 0 0,1-1 1 0 0,-1 1 0 0 0,1-1 0 0 0,-1 1 0 0 0,0-1 0 0 0,0 1-1 0 0,0 0 1 0 0,0-1 0 0 0,0 1 0 0 0,-1 0 0 0 0,0 0 0 0 0,1 0-1 0 0,-1-1 1 0 0,0 1 0 0 0,0 4 0 0 0,0-1 8 0 0,0-5 115 0 0,-1 0-64 0 0,1-1-61 0 0,0 0 1 0 0,0 0 0 0 0,0 0-1 0 0,0 1 1 0 0,0-1-1 0 0,0 0 1 0 0,-1 0 0 0 0,1 0-1 0 0,0 0 1 0 0,0 0-1 0 0,0 1 1 0 0,0-1-1 0 0,0 0 1 0 0,0 0 0 0 0,0 0-1 0 0,0 1 1 0 0,0-1-1 0 0,0 0 1 0 0,0 0-1 0 0,0 0 1 0 0,0 0 0 0 0,0 1-1 0 0,0-1 1 0 0,0 0-1 0 0,0 0 1 0 0,0 0 0 0 0,0 1-1 0 0,0-1 1 0 0,0 0-1 0 0,0 0 1 0 0,0 0-1 0 0,0 0 1 0 0,1 1 0 0 0,-1-1-1 0 0,0 0 1 0 0,0 0-1 0 0,0 0 1 0 0,0 0-1 0 0,0 0 1 0 0,0 1 0 0 0,1-1-1 0 0,-1 0 1 0 0,0 0-1 0 0,0 0 1 0 0,0 0 0 0 0,0 0-1 0 0,0 0 1 0 0,1 0-1 0 0,-1 0 1 0 0,0 0-1 0 0,0 0 1 0 0,0 0 0 0 0,1 0-1 0 0,-1 0 1 0 0,0 0-1 0 0,0 0 1 0 0,0 0 0 0 0,0 0-1 0 0,1 0 1 0 0,-1 0-1 0 0,0 0 1 0 0,0 0-1 0 0,0 0 1 0 0,1 0 0 0 0,-1 0-1 0 0,0 0 1 0 0,10-10 26 0 0,1 1 0 0 0,0 0 1 0 0,0 0-1 0 0,1 1 0 0 0,0 1 1 0 0,0 0-1 0 0,1 0 0 0 0,0 2 0 0 0,0-1 1 0 0,19-4-1 0 0,-30 10-19 0 0,24 24 72 0 0,-25-19-119 0 0,-1 0 1 0 0,0 0-1 0 0,0 0 0 0 0,0-1 0 0 0,0 1 1 0 0,-1 0-1 0 0,0 0 0 0 0,0 0 0 0 0,-1 0 1 0 0,1-1-1 0 0,-1 1 0 0 0,0-1 0 0 0,-4 8 1 0 0,4-7-799 0 0,-1-1 0 0 0,1 0 0 0 0,-1 1 0 0 0,0-1 0 0 0,-1 0 0 0 0,1 0 1 0 0,-5 4-1 0 0</inkml:trace>
</inkml:ink>
</file>

<file path=ppt/ink/ink4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2:07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1 688 0 0,'0'0'943'0'0,"24"32"3675"0"0,-19-9-3704 0 0,-3-17-659 0 0,-1 0 1 0 0,0 1-1 0 0,0-1 1 0 0,0 1-1 0 0,0-1 1 0 0,-1 1-1 0 0,-1 7 1 0 0,0-12-184 0 0,1 1 1 0 0,-1-1-1 0 0,0 1 1 0 0,0-1-1 0 0,0 0 0 0 0,0 0 1 0 0,0 1-1 0 0,-1-1 1 0 0,1 0-1 0 0,-1 0 1 0 0,1 0-1 0 0,-1 0 0 0 0,0 0 1 0 0,0-1-1 0 0,0 1 1 0 0,0-1-1 0 0,0 1 1 0 0,0-1-1 0 0,0 0 0 0 0,-1 1 1 0 0,1-1-1 0 0,0 0 1 0 0,-1-1-1 0 0,-3 2 1 0 0,5-1 0 0 0,-1 0 1 0 0,0-1-1 0 0,0 1 1 0 0,0 0 0 0 0,0-1-1 0 0,0 0 1 0 0,1 1-1 0 0,-1-1 1 0 0,0 0 0 0 0,0 0-1 0 0,0 0 1 0 0,0 0-1 0 0,0-1 1 0 0,0 1-1 0 0,0 0 1 0 0,0-1 0 0 0,0 1-1 0 0,0-1 1 0 0,1 0-1 0 0,-1 1 1 0 0,0-1 0 0 0,0 0-1 0 0,1 0 1 0 0,-1 0-1 0 0,-1-2 1 0 0,2 2-61 0 0,1 0 0 0 0,-1-1 0 0 0,1 1 0 0 0,-1 0 0 0 0,1-1 0 0 0,0 1 0 0 0,-1 0 0 0 0,1-1 1 0 0,0 1-1 0 0,0 0 0 0 0,0-1 0 0 0,0 1 0 0 0,0 0 0 0 0,0-1 0 0 0,0 1 0 0 0,1-1 0 0 0,-1 1 0 0 0,0 0 0 0 0,1-1 0 0 0,-1 1 0 0 0,1 0 0 0 0,-1 0 0 0 0,1 0 1 0 0,0-1-1 0 0,0 1 0 0 0,-1 0 0 0 0,1 0 0 0 0,0 0 0 0 0,0 0 0 0 0,0 0 0 0 0,0 0 0 0 0,0 0 0 0 0,2-1 0 0 0,7-8-38 0 0,0 0 0 0 0,1 0 0 0 0,1 1-1 0 0,-1 1 1 0 0,1 0 0 0 0,0 0 0 0 0,1 1 0 0 0,0 1 0 0 0,0 0-1 0 0,1 0 1 0 0,-1 2 0 0 0,21-5 0 0 0,-31 9 14 0 0,0 0 0 0 0,0 0 0 0 0,1 0 0 0 0,-1 0 1 0 0,0 1-1 0 0,0 0 0 0 0,0-1 0 0 0,-1 1 0 0 0,1 0 0 0 0,0 1 0 0 0,0-1 0 0 0,0 0 1 0 0,-1 1-1 0 0,1-1 0 0 0,-1 1 0 0 0,1 0 0 0 0,-1 0 0 0 0,0 0 0 0 0,1 0 1 0 0,-1 0-1 0 0,0 1 0 0 0,0-1 0 0 0,-1 1 0 0 0,1-1 0 0 0,0 1 0 0 0,-1 0 1 0 0,0 0-1 0 0,0-1 0 0 0,0 1 0 0 0,0 0 0 0 0,0 0 0 0 0,0 0 0 0 0,0 3 0 0 0,-1-4 43 0 0,0 1-13 0 0,0-3-19 0 0,0 0 0 0 0,0 0 0 0 0,0 0 0 0 0,0 1 0 0 0,0-1 1 0 0,0 0-1 0 0,0 0 0 0 0,0 0 0 0 0,0 1 0 0 0,0-1 0 0 0,0 0 0 0 0,0 0 0 0 0,0 1 1 0 0,0-1-1 0 0,0 0 0 0 0,0 0 0 0 0,0 0 0 0 0,0 1 0 0 0,0-1 0 0 0,0 0 0 0 0,0 0 1 0 0,0 0-1 0 0,1 1 0 0 0,-1-1 0 0 0,0 0 0 0 0,0 0 0 0 0,0 0 0 0 0,0 1 0 0 0,0-1 1 0 0,1 0-1 0 0,-1 0 0 0 0,0 0 0 0 0,0 0 0 0 0,0 0 0 0 0,0 0 0 0 0,1 1 0 0 0,-1-1 1 0 0,0 0-1 0 0,0 0 0 0 0,1 0 0 0 0,-1 0 0 0 0,0 0 0 0 0,0 0 0 0 0,0 0 0 0 0,1 0 1 0 0,-1 0-1 0 0,0 0 0 0 0,0 0 0 0 0,0 0 0 0 0,1 0 0 0 0,31-15-129 0 0,-22 10 65 0 0,0 0 0 0 0,0 0-1 0 0,1 1 1 0 0,0 0 0 0 0,-1 1-1 0 0,1 0 1 0 0,0 1-1 0 0,13-1 1 0 0,-22 4 37 0 0,0-1 0 0 0,0 1 0 0 0,0 0-1 0 0,0-1 1 0 0,0 1 0 0 0,0 0 0 0 0,-1 0 0 0 0,1 0-1 0 0,0 1 1 0 0,-1-1 0 0 0,1 0 0 0 0,0 1 0 0 0,-1-1-1 0 0,0 1 1 0 0,1-1 0 0 0,-1 1 0 0 0,0 0 0 0 0,0-1-1 0 0,0 1 1 0 0,0 0 0 0 0,0 0 0 0 0,0 0 0 0 0,0 0 0 0 0,-1 0-1 0 0,1 0 1 0 0,0 2 0 0 0,13 23-6478 0 0,-6-17 3813 0 0</inkml:trace>
</inkml:ink>
</file>

<file path=ppt/ink/ink4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2:07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293 33 988 0 0,'0'0'1180'0'0,"-5"-16"3157"0"0,-1 13-4031 0 0,0 0 1 0 0,-1 1-1 0 0,1 0 1 0 0,0 0 0 0 0,-1 1-1 0 0,1-1 1 0 0,-1 2-1 0 0,1-1 1 0 0,-1 1-1 0 0,0 0 1 0 0,1 0 0 0 0,-1 1-1 0 0,1-1 1 0 0,-1 1-1 0 0,1 1 1 0 0,-1 0 0 0 0,1 0-1 0 0,0 0 1 0 0,0 0-1 0 0,0 1 1 0 0,0 0 0 0 0,-9 6-1 0 0,1-1-115 0 0,1 1 0 0 0,0 1-1 0 0,1-1 1 0 0,0 2 0 0 0,1 0 0 0 0,0 0-1 0 0,0 1 1 0 0,-13 21 0 0 0,23-32-192 0 0,0 0 0 0 0,-1 1 0 0 0,1-1 0 0 0,0 1 0 0 0,1-1 0 0 0,-1 1-1 0 0,0 0 1 0 0,0-1 0 0 0,1 1 0 0 0,-1 0 0 0 0,1-1 0 0 0,-1 1 0 0 0,1 0 0 0 0,0 0 0 0 0,0-1 0 0 0,0 1 0 0 0,0 0 0 0 0,0 0 0 0 0,0-1 0 0 0,0 1 0 0 0,1 0 0 0 0,-1 0 0 0 0,0-1 0 0 0,1 1 0 0 0,1 3 0 0 0,-1-4-9 0 0,1 0 0 0 0,-1 0 1 0 0,1 0-1 0 0,0 0 0 0 0,-1 0 1 0 0,1 0-1 0 0,0 0 0 0 0,0-1 0 0 0,-1 1 1 0 0,1-1-1 0 0,0 1 0 0 0,0-1 1 0 0,0 0-1 0 0,0 0 0 0 0,0 0 0 0 0,-1 0 1 0 0,1 0-1 0 0,0 0 0 0 0,0 0 1 0 0,0 0-1 0 0,0-1 0 0 0,0 1 0 0 0,3-2 1 0 0,14-5-10 0 0,1-1 0 0 0,-1-1 0 0 0,0-1 0 0 0,-1 0 0 0 0,0-1 0 0 0,26-22 0 0 0,-12 10 18 0 0,-3 2-38 0 0,-19 13 84 0 0,-1 0 1 0 0,2 1-1 0 0,-1 0 1 0 0,1 1-1 0 0,0 0 1 0 0,0 1-1 0 0,1 0 1 0 0,19-5-1 0 0,-29 9-40 0 0,0 2-6 0 0,0-1 1 0 0,-1 1-1 0 0,1-1 0 0 0,0 1 0 0 0,0 0 1 0 0,0 0-1 0 0,-1 0 0 0 0,1 0 0 0 0,-1 0 1 0 0,1 0-1 0 0,-1 1 0 0 0,1-1 0 0 0,-1 0 1 0 0,1 1-1 0 0,-1-1 0 0 0,0 1 0 0 0,0-1 1 0 0,0 1-1 0 0,0 0 0 0 0,0-1 1 0 0,0 1-1 0 0,-1 0 0 0 0,1 0 0 0 0,0 0 1 0 0,-1-1-1 0 0,1 1 0 0 0,-1 0 0 0 0,0 3 1 0 0,6 53 38 0 0,-7-40-8 0 0,0 14 1 0 0,1-31-25 0 0,0 0 0 0 0,0 0 0 0 0,0 0 0 0 0,0 0 0 0 0,0 0 0 0 0,0 0 0 0 0,1 0 0 0 0,-1 0 0 0 0,0-1 0 0 0,1 1 0 0 0,-1 0 0 0 0,1 0 0 0 0,-1 0 0 0 0,1 0 0 0 0,-1-1 0 0 0,1 1 1 0 0,-1 0-1 0 0,1-1 0 0 0,0 1 0 0 0,0 0 0 0 0,-1-1 0 0 0,1 1 0 0 0,0-1 0 0 0,0 1 0 0 0,0 0 0 0 0,7-1 23 0 0,-1-1 1 0 0,0 0 0 0 0,0 0 0 0 0,1 0-1 0 0,-1-1 1 0 0,0 0 0 0 0,0 0-1 0 0,-1-1 1 0 0,12-5 0 0 0,-15 7-5 0 0,116-40 1357 0 0,-117 41-1249 0 0,25 15-1455 0 0,-12-5-3866 0 0,-11-4 1096 0 0</inkml:trace>
</inkml:ink>
</file>

<file path=ppt/ink/ink4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2:12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153 387 284 0 0,'-16'-11'12653'0'0,"16"295"-10634"0"0,-1-244-1841 0 0,0-6-37 0 0,2-16-13 0 0,-1-1-1 0 0,-1 1 0 0 0,-1-1 0 0 0,0 1 0 0 0,-2-1 0 0 0,-6 24 0 0 0,10-41-95 0 0,0 0-1 0 0,-1 0 0 0 0,1 1 0 0 0,0-1 0 0 0,0 0 0 0 0,0 0 0 0 0,0 1 0 0 0,-1-1 0 0 0,1 0 0 0 0,0 0 0 0 0,0 0 0 0 0,-1 1 0 0 0,1-1 0 0 0,0 0 0 0 0,0 0 0 0 0,-1 0 0 0 0,1 0 0 0 0,0 1 0 0 0,-1-1 0 0 0,1 0 0 0 0,0 0 0 0 0,-1 0 0 0 0,1 0 0 0 0,0 0 0 0 0,0 0 0 0 0,-1 0 0 0 0,1 0 0 0 0,0 0 0 0 0,-1 0 0 0 0,1 0 0 0 0,0 0 0 0 0,-1 0 0 0 0,1 0 0 0 0,0 0 0 0 0,0-1 0 0 0,-1 1 0 0 0,1 0 0 0 0,0 0 1 0 0,-1 0-1 0 0,1 0 0 0 0,0 0 0 0 0,0-1 0 0 0,-1 1 0 0 0,1 0 0 0 0,-20-18 373 0 0,-12-26-180 0 0,22 19-161 0 0,1 0 1 0 0,1 0-1 0 0,1 0 1 0 0,1-1-1 0 0,1 0 1 0 0,1 0-1 0 0,0-48 1 0 0,4 39-68 0 0,2 0 0 0 0,1 1 0 0 0,2-1 1 0 0,2 1-1 0 0,16-52 0 0 0,-14 58-27 0 0,2 1 1 0 0,1 0-1 0 0,1 1 1 0 0,1 1-1 0 0,28-37 1 0 0,-36 53 1 0 0,2-1-1 0 0,-1 1 1 0 0,1 1 0 0 0,1 0 0 0 0,0 0-1 0 0,0 0 1 0 0,0 1 0 0 0,1 1 0 0 0,0 0 0 0 0,0 0-1 0 0,0 0 1 0 0,1 2 0 0 0,0-1 0 0 0,0 1-1 0 0,0 1 1 0 0,19-3 0 0 0,-22 5-14 0 0,-1 1 1 0 0,1 0-1 0 0,-1 1 1 0 0,1 0-1 0 0,-1 0 1 0 0,0 0-1 0 0,1 1 1 0 0,-1 1-1 0 0,0-1 1 0 0,0 1-1 0 0,0 0 1 0 0,0 0-1 0 0,-1 1 1 0 0,1 0-1 0 0,-1 0 1 0 0,0 1-1 0 0,0 0 1 0 0,0 0-1 0 0,-1 0 1 0 0,0 0-1 0 0,6 9 0 0 0,-7-9 31 0 0,0 0 0 0 0,-1 1 0 0 0,1-1 0 0 0,-1 1 0 0 0,0 0 0 0 0,-1 0 0 0 0,1 0 0 0 0,-1 0 0 0 0,-1 1 0 0 0,1-1 0 0 0,-1 0 0 0 0,0 1 0 0 0,0 0 0 0 0,-1-1 0 0 0,0 1 0 0 0,0-1 0 0 0,-1 1 0 0 0,1-1 0 0 0,-1 1-1 0 0,-1-1 1 0 0,1 1 0 0 0,-1-1 0 0 0,0 0 0 0 0,-4 8 0 0 0,-2-1-3 0 0,-1-1 0 0 0,0 0-1 0 0,-1 0 1 0 0,0-1 0 0 0,0 0-1 0 0,-1 0 1 0 0,-1-2 0 0 0,1 1-1 0 0,-2-1 1 0 0,1-1 0 0 0,-1 0-1 0 0,-24 9 1 0 0,23-10-661 0 0,-1-1-1 0 0,-1-1 0 0 0,-25 5 1 0 0,39-10 83 0 0,-10 0-1410 0 0,4-2-2477 0 0,8 1 4102 0 0,-16-4-3221 0 0</inkml:trace>
</inkml:ink>
</file>

<file path=ppt/ink/ink4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2:13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0 175 524 0 0,'39'19'4039'0'0,"-36"-16"-3826"0"0,1-1 0 0 0,0 1 0 0 0,-1 0 0 0 0,0 0-1 0 0,0 1 1 0 0,0-1 0 0 0,0 0 0 0 0,0 1 0 0 0,0 0 0 0 0,-1 0 0 0 0,0 0 0 0 0,0 0 0 0 0,0 0-1 0 0,0 0 1 0 0,-1 0 0 0 0,1 1 0 0 0,-1-1 0 0 0,0 0 0 0 0,-1 1 0 0 0,1-1 0 0 0,-1 7 0 0 0,-1-1 111 0 0,0 0 1 0 0,0-1-1 0 0,-1 1 1 0 0,-1-1-1 0 0,0 0 1 0 0,0 0-1 0 0,-1 0 1 0 0,-7 14-1 0 0,10-21 1166 0 0,4-9-1461 0 0,0 2 1 0 0,0-1-1 0 0,1 0 1 0 0,0 1-1 0 0,0 0 1 0 0,0-1-1 0 0,1 2 1 0 0,0-1 0 0 0,0 0-1 0 0,9-5 1 0 0,56-40 66 0 0,-67 48-96 0 0,55-31 24 0 0,-54 31-41 0 0,0 0 0 0 0,0 1 0 0 0,0-1-1 0 0,0 1 1 0 0,0 0 0 0 0,0 0 0 0 0,1 1 0 0 0,-1-1 0 0 0,0 1 0 0 0,1 0 0 0 0,-1 0 0 0 0,7 1 0 0 0,-7 4 3 0 0,0-1 1 0 0,0 0-1 0 0,-1 1 0 0 0,0 0 1 0 0,0 0-1 0 0,0 0 0 0 0,0 0 1 0 0,-1 0-1 0 0,0 1 0 0 0,2 5 1 0 0,-2-6 6 0 0,0-2-3 0 0,-1 0 1 0 0,1-1-1 0 0,0 1 1 0 0,0 0-1 0 0,1-1 1 0 0,-1 1-1 0 0,0-1 1 0 0,1 0-1 0 0,0 0 1 0 0,-1 0-1 0 0,1 0 1 0 0,0 0-1 0 0,0 0 1 0 0,0-1-1 0 0,0 0 1 0 0,0 1-1 0 0,1-1 1 0 0,-1 0-1 0 0,6 0 1 0 0,-6 0 6 0 0,0-1 0 0 0,-1 1 1 0 0,1-1-1 0 0,0 0 0 0 0,0 0 0 0 0,0 0 1 0 0,0 0-1 0 0,0-1 0 0 0,-1 1 0 0 0,1-1 1 0 0,0 0-1 0 0,0 0 0 0 0,-1 0 0 0 0,1 0 1 0 0,-1 0-1 0 0,1 0 0 0 0,-1-1 0 0 0,1 1 1 0 0,-1-1-1 0 0,0 0 0 0 0,1 0 0 0 0,-1 0 1 0 0,0 0-1 0 0,0 0 0 0 0,-1 0 0 0 0,3-3 1 0 0,-2 1 14 0 0,-1 1-1 0 0,0 0 1 0 0,0-1 0 0 0,0 1 0 0 0,0 0 0 0 0,0-1 0 0 0,-1 1 0 0 0,0-1 0 0 0,0 1 0 0 0,0-1 0 0 0,0 1 0 0 0,0-1 0 0 0,0 0 0 0 0,-1 1 0 0 0,0 0 0 0 0,0-1 0 0 0,0 1 0 0 0,0 0 0 0 0,0-1 0 0 0,-1 1-1 0 0,1 0 1 0 0,-1 0 0 0 0,0 0 0 0 0,0 0 0 0 0,-3-3 0 0 0,-10-22 151 0 0,-5 8-726 0 0,26 24 501 0 0,0 0 0 0 0,0-1 0 0 0,1 0 0 0 0,-1 0 0 0 0,1 0 0 0 0,0-1 0 0 0,0 0 0 0 0,0 0 0 0 0,0 0 0 0 0,0-1 0 0 0,0 0 0 0 0,0-1 0 0 0,1 0 0 0 0,-1 0 0 0 0,0 0 0 0 0,0-1 0 0 0,0 0 0 0 0,0-1 0 0 0,0 1 0 0 0,0-1 0 0 0,11-5 0 0 0,-10 4 55 0 0,0 0 0 0 0,0-1 0 0 0,-1 0 0 0 0,0-1 0 0 0,0 0-1 0 0,0 0 1 0 0,0 0 0 0 0,-1-1 0 0 0,0 0 0 0 0,0 0 0 0 0,0 0 0 0 0,-1-1 0 0 0,0 0-1 0 0,0 0 1 0 0,-1 0 0 0 0,0-1 0 0 0,0 0 0 0 0,4-11 0 0 0,-7 16 71 0 0,-1 0-1 0 0,1 0 1 0 0,-1 0 0 0 0,1 0 0 0 0,-1-1-1 0 0,0 1 1 0 0,0 0 0 0 0,-1 0 0 0 0,1 0-1 0 0,-1 0 1 0 0,1 0 0 0 0,-1 0 0 0 0,0 0 0 0 0,0 1-1 0 0,0-1 1 0 0,-3-5 0 0 0,2 7 93 0 0,-18 21-99 0 0,14-10-45 0 0,1-1 0 0 0,0 0 0 0 0,1 1 0 0 0,0 0 0 0 0,0 0 0 0 0,1 1 0 0 0,1-1 0 0 0,0 0 0 0 0,-2 16 0 0 0,3-15-10 0 0,-4 23 14 0 0,1-1 1 0 0,2 0-1 0 0,1 1 0 0 0,2-1 1 0 0,1 0-1 0 0,8 45 0 0 0,-8-68-7 0 0,-2-7-12 0 0,0 0 0 0 0,1 0 0 0 0,-1 0 0 0 0,1 1 0 0 0,0-1 0 0 0,0 0 0 0 0,0 0 0 0 0,0 0 0 0 0,0 0-1 0 0,1 0 1 0 0,-1 0 0 0 0,1-1 0 0 0,0 1 0 0 0,3 3 0 0 0,-3-5-1 0 0,0 0 1 0 0,-1-1 0 0 0,1 0-1 0 0,0 1 1 0 0,0-1-1 0 0,0 0 1 0 0,0 0-1 0 0,0 0 1 0 0,-1 0-1 0 0,1 0 1 0 0,0-1-1 0 0,0 1 1 0 0,0 0 0 0 0,0-1-1 0 0,-1 1 1 0 0,1-1-1 0 0,3-1 1 0 0,18-4-57 0 0,-22 5 56 0 0,1 1 0 0 0,0 0 0 0 0,0-1 1 0 0,-1 1-1 0 0,1 0 0 0 0,0 0 0 0 0,0 0 0 0 0,0 1 0 0 0,0-1 0 0 0,-1 0 0 0 0,1 0 0 0 0,0 1 0 0 0,0 0 0 0 0,2 0 0 0 0,-4 0 16 0 0,0 0-1 0 0,0-1 0 0 0,0 1 1 0 0,0 0-1 0 0,1 0 0 0 0,-1-1 1 0 0,0 1-1 0 0,-1 0 0 0 0,1 0 1 0 0,0-1-1 0 0,0 1 0 0 0,0 0 1 0 0,0-1-1 0 0,0 1 0 0 0,-1 0 1 0 0,1 0-1 0 0,0-1 0 0 0,-1 1 0 0 0,1 0 1 0 0,-1-1-1 0 0,1 1 0 0 0,0-1 1 0 0,-1 1-1 0 0,1-1 0 0 0,-1 1 1 0 0,0-1-1 0 0,1 1 0 0 0,-1-1 1 0 0,1 1-1 0 0,-2 0 0 0 0,-2 2 25 0 0,0 0 1 0 0,1-1-1 0 0,-1 1 0 0 0,-1-1 0 0 0,1 1 0 0 0,0-1 0 0 0,-1-1 1 0 0,1 1-1 0 0,0-1 0 0 0,-1 1 0 0 0,0-1 0 0 0,1-1 1 0 0,-1 1-1 0 0,0 0 0 0 0,0-1 0 0 0,1 0 0 0 0,-10-1 0 0 0,11 0-364 0 0,-1 1-1 0 0,0-1 0 0 0,1 0 0 0 0,-1 0 0 0 0,1-1 0 0 0,0 1 0 0 0,-1 0 0 0 0,-5-4 0 0 0,-7-7-5282 0 0</inkml:trace>
</inkml:ink>
</file>

<file path=ppt/ink/ink4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2:14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90 168 0 0,'-4'-51'5743'0'0,"3"50"-5082"0"0,-7-37 5598 0 0,6 72-1978 0 0,-1 90-4049 0 0,1-55 231 0 0,2 77 125 0 0,-5 77 341 0 0,-15-59 1528 0 0,14-230-2170 0 0,2 38-396 0 0,2-1-1 0 0,1-42 1 0 0,4 26-166 0 0,2 0 0 0 0,2 0 0 0 0,15-50 0 0 0,-18 81 173 0 0,0 0-1 0 0,2 1 1 0 0,-1-1-1 0 0,2 1 1 0 0,0 0-1 0 0,0 1 1 0 0,2 0-1 0 0,-1 0 1 0 0,1 0-1 0 0,1 1 1 0 0,0 1-1 0 0,0 0 1 0 0,24-17-1 0 0,-30 24 76 0 0,0 1 0 0 0,0 0 1 0 0,1 0-1 0 0,-1 0 0 0 0,1 0 0 0 0,0 1 0 0 0,-1-1 0 0 0,1 1 1 0 0,0 0-1 0 0,0 1 0 0 0,0-1 0 0 0,0 1 0 0 0,0 0 0 0 0,-1 0 1 0 0,1 1-1 0 0,0 0 0 0 0,0-1 0 0 0,0 1 0 0 0,-1 1 0 0 0,1-1 1 0 0,0 1-1 0 0,-1 0 0 0 0,1 0 0 0 0,-1 0 0 0 0,0 1 0 0 0,0-1 1 0 0,0 1-1 0 0,0 0 0 0 0,0 0 0 0 0,0 1 0 0 0,-1-1 0 0 0,0 1 1 0 0,1-1-1 0 0,-1 1 0 0 0,-1 0 0 0 0,4 5 0 0 0,-3-4 27 0 0,0-1 0 0 0,0 1 0 0 0,-1-1 0 0 0,0 1 0 0 0,1 0 0 0 0,-1 0 0 0 0,-1 0 1 0 0,1 0-1 0 0,-1 0 0 0 0,0 1 0 0 0,0-1 0 0 0,-1 0 0 0 0,1 1 0 0 0,-1-1 0 0 0,0 0 0 0 0,-1 1 0 0 0,1-1 0 0 0,-1 0 0 0 0,0 0 0 0 0,0 1 0 0 0,-1-1 0 0 0,0 0 0 0 0,0 0 0 0 0,0 0 0 0 0,0 0 0 0 0,-1-1 0 0 0,1 1 0 0 0,-1-1 0 0 0,-1 1 0 0 0,1-1 0 0 0,-1 0 0 0 0,1 0 0 0 0,-7 4 0 0 0,2-1 36 0 0,-1-1 0 0 0,0 0 1 0 0,0 0-1 0 0,0-1 0 0 0,-1-1 0 0 0,0 1 0 0 0,0-1 1 0 0,0-1-1 0 0,0 0 0 0 0,0 0 0 0 0,-1-1 0 0 0,1-1 0 0 0,-1 0 1 0 0,0 0-1 0 0,1-1 0 0 0,-1 0 0 0 0,-14-3 0 0 0,23 3-171 0 0,0-1 0 0 0,0 1 0 0 0,1-1 0 0 0,-1 0 0 0 0,1 0 0 0 0,-1 1-1 0 0,1-1 1 0 0,-1-1 0 0 0,1 1 0 0 0,-1 0 0 0 0,1 0 0 0 0,0 0-1 0 0,0-1 1 0 0,0 1 0 0 0,-1-2 0 0 0,0 1-567 0 0,1 0 0 0 0,0 0 0 0 0,0 0 0 0 0,0-1 1 0 0,0 1-1 0 0,0 0 0 0 0,0-1 0 0 0,1 1 0 0 0,-1 0 0 0 0,1-1 0 0 0,0 1 0 0 0,0-1 0 0 0,0-3 0 0 0</inkml:trace>
</inkml:ink>
</file>

<file path=ppt/ink/ink4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2:15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1 169 808 0 0,'17'-1'3484'0'0,"-2"-3"-2741"0"0,1 0 0 0 0,-1-2 1 0 0,-1 1-1 0 0,1-2 0 0 0,-1 0 0 0 0,14-10 0 0 0,77-60 2889 0 0,-84 61-2727 0 0,-20 15-808 0 0,1 0 1 0 0,-1 0 0 0 0,0 1 0 0 0,0-1 0 0 0,0 0-1 0 0,0 0 1 0 0,0 0 0 0 0,0 0 0 0 0,0 0 0 0 0,-1 0-1 0 0,1 0 1 0 0,0 0 0 0 0,-1-1 0 0 0,1 1 0 0 0,0 0-1 0 0,0-2 1 0 0,-2 3-71 0 0,1-1-1 0 0,0 1 0 0 0,0-1 1 0 0,-1 1-1 0 0,1 0 1 0 0,0-1-1 0 0,-1 1 0 0 0,1 0 1 0 0,0-1-1 0 0,-1 1 0 0 0,1 0 1 0 0,0 0-1 0 0,-1-1 1 0 0,1 1-1 0 0,-1 0 0 0 0,1 0 1 0 0,0 0-1 0 0,-1 0 1 0 0,1 0-1 0 0,-1-1 0 0 0,1 1 1 0 0,-1 0-1 0 0,1 0 0 0 0,-1 0 1 0 0,1 0-1 0 0,0 0 1 0 0,-1 0-1 0 0,1 0 0 0 0,-2 1 1 0 0,-3-1 25 0 0,0 0 1 0 0,0 1-1 0 0,0 0 0 0 0,-1 0 1 0 0,1 1-1 0 0,-9 3 1 0 0,7-1-31 0 0,1 0 0 0 0,-1 1 0 0 0,1-1 0 0 0,-1 1 0 0 0,1 1 0 0 0,1-1 0 0 0,-1 1 0 0 0,1 0 0 0 0,0 0 0 0 0,0 1 0 0 0,1 0 0 0 0,0 0 0 0 0,0 0 0 0 0,0 0 0 0 0,1 0 0 0 0,0 1 0 0 0,1-1 0 0 0,0 1 0 0 0,0 0 0 0 0,0 0 0 0 0,0 8 0 0 0,2-15-32 0 0,1 1-1 0 0,-1 0 1 0 0,0 0-1 0 0,0 0 1 0 0,1 0-1 0 0,-1-1 1 0 0,1 1 0 0 0,-1 0-1 0 0,1 0 1 0 0,0-1-1 0 0,0 1 1 0 0,0 0-1 0 0,0-1 1 0 0,0 1-1 0 0,0-1 1 0 0,0 0-1 0 0,0 1 1 0 0,1-1-1 0 0,-1 0 1 0 0,0 1 0 0 0,1-1-1 0 0,-1 0 1 0 0,1 0-1 0 0,0 0 1 0 0,-1 0-1 0 0,1-1 1 0 0,0 1-1 0 0,-1 0 1 0 0,1-1-1 0 0,0 1 1 0 0,0-1-1 0 0,0 0 1 0 0,-1 1 0 0 0,1-1-1 0 0,0 0 1 0 0,0 0-1 0 0,0 0 1 0 0,0 0-1 0 0,2-1 1 0 0,6 0-21 0 0,0 0 1 0 0,0-1-1 0 0,0 0 1 0 0,0 0-1 0 0,14-6 1 0 0,-6 0-53 0 0,1-2 0 0 0,-2 0 0 0 0,1-2 0 0 0,29-25 0 0 0,-32 25-20 0 0,0 0 1 0 0,1 1-1 0 0,0 1 0 0 0,1 0 0 0 0,26-11 0 0 0,-42 20 50 0 0,3 3-42 0 0,1 0 78 0 0,-1 1 0 0 0,0 0 0 0 0,0 0 0 0 0,0 0 0 0 0,0 0 0 0 0,0 1 0 0 0,0-1 0 0 0,-1 1 0 0 0,0 0 0 0 0,0 0 0 0 0,0 1 0 0 0,3 6 0 0 0,-3-6-14 0 0,1 1 0 0 0,0-1 1 0 0,-1 1-1 0 0,2-1 0 0 0,-1 0 1 0 0,1-1-1 0 0,-1 1 1 0 0,1-1-1 0 0,0 0 0 0 0,1 0 1 0 0,7 4-1 0 0,-8-7 39 0 0,0 0-1 0 0,0 0 1 0 0,0-1 0 0 0,0 1 0 0 0,0-1-1 0 0,0-1 1 0 0,0 1 0 0 0,0-1-1 0 0,0 1 1 0 0,0-2 0 0 0,-1 1-1 0 0,1 0 1 0 0,0-1 0 0 0,-1 0-1 0 0,1 0 1 0 0,-1 0 0 0 0,1-1 0 0 0,-1 1-1 0 0,0-1 1 0 0,0 0 0 0 0,5-5-1 0 0,13-20 953 0 0,8-7 2250 0 0,-29 34-2545 0 0,-1 1-670 0 0,0 0 0 0 0,0 0 0 0 0,0 1 0 0 0,0-1 0 0 0,0 0 0 0 0,0 0 0 0 0,0 0 0 0 0,0 0 0 0 0,0 0 0 0 0,0 1 0 0 0,1-1 0 0 0,-1 0 0 0 0,0 0 0 0 0,0 0 1 0 0,0 0-1 0 0,0 0 0 0 0,0 0 0 0 0,0 1 0 0 0,0-1 0 0 0,1 0 0 0 0,-1 0 0 0 0,0 0 0 0 0,0 0 0 0 0,0 0 0 0 0,0 0 0 0 0,0 0 0 0 0,1 0 0 0 0,-1 0 0 0 0,0 0 0 0 0,0 0 0 0 0,0 0 0 0 0,0 0 0 0 0,1 0 0 0 0,-1 0 0 0 0,0 0 0 0 0,0 0 0 0 0,0 0 1 0 0,0 0-1 0 0,1 0 0 0 0,-1 0 0 0 0,0 0 0 0 0,0 0 0 0 0,0 0 0 0 0,0 0 0 0 0,1 0 0 0 0,-1 0 0 0 0,0 0 0 0 0,0 0 0 0 0,0 0 0 0 0,0-1 0 0 0,0 1 0 0 0,0 0 0 0 0,1 0 0 0 0,-1 0 0 0 0,0 0 0 0 0,0 0 0 0 0,0 0 0 0 0,0-1 0 0 0,0 1 1 0 0,0 0-1 0 0,0 0 0 0 0,0 0 0 0 0,6 20-1589 0 0,-6-15 550 0 0,-2 11-2438 0 0,-2-6-2642 0 0,-1-3 1954 0 0</inkml:trace>
</inkml:ink>
</file>

<file path=ppt/ink/ink4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2:15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7 736 0 0,'0'0'1076'0'0,"-7"-6"3785"0"0</inkml:trace>
</inkml:ink>
</file>

<file path=ppt/ink/ink4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2:16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0 548 816 0 0,'0'0'8614'0'0,"3"-6"-7989"0"0,13-21 309 0 0,-2 0 1 0 0,-1-2-1 0 0,-2 1 1 0 0,15-55-1 0 0,17-131 794 0 0,-33 158-1374 0 0,-5 35-111 0 0,-4 16-83 0 0,1 0 1 0 0,-1 0 0 0 0,0-1 0 0 0,0 1-1 0 0,-1-1 1 0 0,0 1 0 0 0,0-1 0 0 0,-1-8-1 0 0,-3 19-127 0 0,-5 7-18 0 0,1 0 1 0 0,0 1-1 0 0,1 0 0 0 0,0 0 0 0 0,1 1 1 0 0,1-1-1 0 0,-6 25 0 0 0,1 2 17 0 0,-9 70 1 0 0,16-83-33 0 0,2 0 0 0 0,3 45 0 0 0,-1-62-52 0 0,0 0-1 0 0,0 0 0 0 0,1-1 1 0 0,1 1-1 0 0,0-1 0 0 0,0 1 1 0 0,1-1-1 0 0,0 0 0 0 0,0 0 1 0 0,10 13-1 0 0,-11-18 17 0 0,0 0 0 0 0,0-1 0 0 0,0 0 0 0 0,0 1 0 0 0,1-1 1 0 0,-1-1-1 0 0,1 1 0 0 0,0 0 0 0 0,0-1 0 0 0,0 0 0 0 0,0 0 0 0 0,0 0 0 0 0,0 0 0 0 0,1-1 0 0 0,-1 1 0 0 0,0-1 0 0 0,1 0 1 0 0,-1-1-1 0 0,1 1 0 0 0,0-1 0 0 0,-1 0 0 0 0,1 0 0 0 0,-1 0 0 0 0,1 0 0 0 0,-1-1 0 0 0,1 0 0 0 0,-1 0 0 0 0,1 0 1 0 0,-1-1-1 0 0,0 0 0 0 0,1 1 0 0 0,-1-1 0 0 0,0-1 0 0 0,0 1 0 0 0,0-1 0 0 0,-1 1 0 0 0,1-1 0 0 0,-1 0 0 0 0,1 0 0 0 0,-1-1 1 0 0,0 1-1 0 0,0-1 0 0 0,4-6 0 0 0,64-100 1079 0 0,-67 106-847 0 0,-3 2-118 0 0,0 1 0 0 0,0-1 0 0 0,0 1-1 0 0,0-1 1 0 0,0 0 0 0 0,0 1 0 0 0,-1-1 0 0 0,1 0-1 0 0,-1 0 1 0 0,1 0 0 0 0,-1 0 0 0 0,1 0-1 0 0,-1 0 1 0 0,0 1 0 0 0,0-1 0 0 0,0-3-1 0 0,0 3 13 0 0,-1 8-1012 0 0,-22 88 838 0 0,23-92 58 0 0,10 39-10 0 0,-6-39 23 0 0,1 0 0 0 0,-1 0 1 0 0,1-1-1 0 0,-1 1 0 0 0,1-1 1 0 0,0 0-1 0 0,-1-1 0 0 0,1 1 1 0 0,0-1-1 0 0,0 0 0 0 0,0 0 1 0 0,-1 0-1 0 0,1-1 0 0 0,0 0 1 0 0,-1 1-1 0 0,1-2 0 0 0,0 1 1 0 0,8-4-1 0 0,2-2-33 0 0,0-1 0 0 0,0-1-1 0 0,22-15 1 0 0,-31 19 44 0 0,49-37-102 0 0,-32 24 43 0 0,42-27 0 0 0,-62 43 34 0 0,1-1 0 0 0,0 1 0 0 0,-1 0 1 0 0,1 0-1 0 0,0 0 0 0 0,1 1 0 0 0,-1-1 1 0 0,0 1-1 0 0,8-1 0 0 0,-10 3 18 0 0,-1-1 0 0 0,0 1 0 0 0,1 0 0 0 0,-1 0 0 0 0,0 0 0 0 0,1 1 0 0 0,-1-1 0 0 0,0 0 0 0 0,0 0 0 0 0,0 1 0 0 0,0-1-1 0 0,0 0 1 0 0,0 1 0 0 0,-1-1 0 0 0,1 1 0 0 0,0-1 0 0 0,-1 1 0 0 0,1-1 0 0 0,-1 1 0 0 0,0 0 0 0 0,1-1 0 0 0,-1 1 0 0 0,0 0 0 0 0,0 2 0 0 0,4 23-30 0 0,-3-21 36 0 0,-1 0 0 0 0,1-1 0 0 0,0 1 0 0 0,1 0 0 0 0,0-1 1 0 0,0 1-1 0 0,0-1 0 0 0,0 1 0 0 0,1-1 0 0 0,3 6 1 0 0,-5-10 26 0 0,4 2 38 0 0,-5-3-64 0 0,0 1 0 0 0,1-1 1 0 0,-1 1-1 0 0,1-1 0 0 0,-1 0 1 0 0,1 1-1 0 0,-1-1 1 0 0,1 0-1 0 0,-1 1 0 0 0,1-1 1 0 0,-1 0-1 0 0,1 0 0 0 0,-1 1 1 0 0,1-1-1 0 0,-1 0 0 0 0,1 0 1 0 0,0 0-1 0 0,-1 0 1 0 0,1 0-1 0 0,0 0 0 0 0,-1 0 1 0 0,1 0-1 0 0,-1 0 0 0 0,1 0 1 0 0,0 0-1 0 0,0 0 1 0 0,5-1-289 0 0,0-1 1 0 0,1 1 0 0 0,-1-1-1 0 0,0 0 1 0 0,0-1 0 0 0,0 1-1 0 0,-1-1 1 0 0,1 0 0 0 0,5-5 0 0 0,-8 6-387 0 0,0 0 1 0 0,0-1 0 0 0,0 0-1 0 0,-1 0 1 0 0,1 0 0 0 0,-1 0-1 0 0,0 0 1 0 0,0 0 0 0 0,0-1-1 0 0,0 1 1 0 0,1-5 0 0 0,2-4-2682 0 0</inkml:trace>
</inkml:ink>
</file>

<file path=ppt/ink/ink4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2:17.4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7 136 556 0 0,'0'0'4514'0'0,"-6"-12"-2314"0"0,6 7 82 0 0,5-2-2011 0 0,1 0 0 0 0,-1 0 0 0 0,1 1 0 0 0,0-1 0 0 0,1 1 0 0 0,0 0 0 0 0,-1 1 0 0 0,2 0 0 0 0,10-6 0 0 0,33-17-1606 0 0,-5 10-4348 0 0,-29 13 2735 0 0</inkml:trace>
</inkml:ink>
</file>

<file path=ppt/ink/ink4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2:18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56 0 0,'0'0'8251'0'0,"14"2"-7246"0"0</inkml:trace>
</inkml:ink>
</file>

<file path=ppt/ink/ink4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2:18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0 191 416 0 0,'19'-3'1357'0'0,"94"-36"1613"0"0,-86 29-2243 0 0,0-2 1 0 0,0-1-1 0 0,-2-1 1 0 0,26-18-1 0 0,-49 30-550 0 0,1 0 1 0 0,0 0-1 0 0,-1 0 0 0 0,0 0 1 0 0,1 0-1 0 0,-1 0 0 0 0,0-1 1 0 0,0 1-1 0 0,0-1 0 0 0,0 1 1 0 0,-1-1-1 0 0,1 0 0 0 0,-1 0 0 0 0,1 0 1 0 0,-1 0-1 0 0,1-5 0 0 0,-2 6 362 0 0,-7-4-151 0 0,7 5-363 0 0,-1 0 0 0 0,1 0 1 0 0,-1 0-1 0 0,1 1 0 0 0,-1-1 1 0 0,1 0-1 0 0,-1 1 0 0 0,0-1 1 0 0,1 0-1 0 0,-1 1 0 0 0,0-1 1 0 0,1 1-1 0 0,-1-1 0 0 0,0 1 1 0 0,0-1-1 0 0,0 1 0 0 0,1 0 1 0 0,-1-1-1 0 0,0 1 0 0 0,0 0 1 0 0,0 0-1 0 0,0-1 0 0 0,0 1 1 0 0,0 0-1 0 0,0 0 0 0 0,0 0 1 0 0,-1 0-1 0 0,-5 1 56 0 0,0 1 0 0 0,0-1 0 0 0,0 1 1 0 0,1 1-1 0 0,-1-1 0 0 0,1 1 0 0 0,-1 0 1 0 0,-6 5-1 0 0,10-7-56 0 0,1 1 0 0 0,-1 0 0 0 0,1 0-1 0 0,-1 0 1 0 0,1 1 0 0 0,0-1 0 0 0,0 0 0 0 0,0 1 0 0 0,0 0 0 0 0,0-1 0 0 0,0 1 0 0 0,1 0 0 0 0,-1 0 0 0 0,1 0 0 0 0,0 0 0 0 0,0 0 0 0 0,0 0 0 0 0,0 0 0 0 0,1 0-1 0 0,-1 1 1 0 0,1 3 0 0 0,0-5-17 0 0,0-1-1 0 0,1 1 1 0 0,-1-1-1 0 0,0 0 1 0 0,1 1-1 0 0,-1-1 1 0 0,1 0-1 0 0,-1 1 1 0 0,1-1-1 0 0,0 0 1 0 0,0 0-1 0 0,0 0 1 0 0,-1 1-1 0 0,1-1 0 0 0,0 0 1 0 0,0 0-1 0 0,1 0 1 0 0,-1 0-1 0 0,0-1 1 0 0,0 1-1 0 0,0 0 1 0 0,0 0-1 0 0,1-1 1 0 0,-1 1-1 0 0,0-1 1 0 0,1 1-1 0 0,-1-1 1 0 0,1 1-1 0 0,-1-1 1 0 0,0 0-1 0 0,1 0 1 0 0,-1 0-1 0 0,1 0 1 0 0,-1 0-1 0 0,3 0 1 0 0,51-5-13 0 0,-54 5 5 0 0,36-9-160 0 0,68-27 1 0 0,-74 24 60 0 0,0 1 0 0 0,65-14 0 0 0,-94 25 121 0 0,1-1 0 0 0,-1 0 0 0 0,0 1 0 0 0,1 0 0 0 0,-1-1 0 0 0,1 1-1 0 0,-1 0 1 0 0,1 0 0 0 0,-1 0 0 0 0,0 1 0 0 0,1-1 0 0 0,-1 1 0 0 0,1-1 0 0 0,-1 1 0 0 0,0 0 0 0 0,1 0 0 0 0,-1 0 0 0 0,0 0 0 0 0,0 0-1 0 0,0 0 1 0 0,0 1 0 0 0,0-1 0 0 0,0 1 0 0 0,0-1 0 0 0,-1 1 0 0 0,1 0 0 0 0,0 0 0 0 0,-1 0 0 0 0,1 0 0 0 0,-1 0 0 0 0,0 0 0 0 0,0 0 0 0 0,0 0-1 0 0,0 0 1 0 0,0 1 0 0 0,0-1 0 0 0,0 0 0 0 0,-1 1 0 0 0,1-1 0 0 0,-1 3 0 0 0,0 1 33 0 0,0-1 0 0 0,0 1 0 0 0,-1 0 0 0 0,1-1 0 0 0,-1 0 0 0 0,-1 1 0 0 0,1-1 0 0 0,-1 0 0 0 0,0 1 0 0 0,0-1 0 0 0,-1 0 1 0 0,1 0-1 0 0,-1-1 0 0 0,0 1 0 0 0,0-1 0 0 0,-7 8 0 0 0,8-10-604 0 0,-13 12-551 0 0,6-8-6313 0 0</inkml:trace>
</inkml:ink>
</file>

<file path=ppt/ink/ink4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2:19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35 103 1080 0 0,'7'-5'9952'0'0,"-9"5"-9893"0"0,1 1 0 0 0,-1-1 0 0 0,0 1-1 0 0,0-1 1 0 0,0 1 0 0 0,0 0 0 0 0,1 0 0 0 0,-1 0 0 0 0,0 0 0 0 0,1 0 0 0 0,-1 0 0 0 0,-2 2 0 0 0,1 0 63 0 0,2-3-81 0 0,0 0 0 0 0,0 1 0 0 0,1-1 0 0 0,-1 0 0 0 0,0 1 0 0 0,0-1 0 0 0,1 1 0 0 0,-1-1 0 0 0,0 0 0 0 0,1 1 0 0 0,-1 0 0 0 0,1-1 0 0 0,-1 1 0 0 0,1-1 0 0 0,-1 1 1 0 0,1 0-1 0 0,-1-1 0 0 0,1 1 0 0 0,0 0 0 0 0,-1-1 0 0 0,1 1 0 0 0,0 0 0 0 0,-1 0 0 0 0,1 0 0 0 0,11 10 308 0 0,22-1-363 0 0,-19-10-25 0 0,1-1 0 0 0,-1 0 0 0 0,0-1 0 0 0,0-1 0 0 0,0 0-1 0 0,0-1 1 0 0,23-10 0 0 0,91-49 13 0 0,-109 52 56 0 0,7-4 75 0 0,-16 8 68 0 0,1 1 0 0 0,0 0 0 0 0,17-6 0 0 0,-27 12-170 0 0,0 0 1 0 0,0 0 0 0 0,0 1 0 0 0,0-1 0 0 0,0 0 0 0 0,0 0 0 0 0,-1 0 0 0 0,1 1 0 0 0,0-1-1 0 0,0 1 1 0 0,0-1 0 0 0,-1 0 0 0 0,1 1 0 0 0,0 0 0 0 0,-1-1 0 0 0,1 1 0 0 0,0-1 0 0 0,-1 1-1 0 0,1 0 1 0 0,0-1 0 0 0,-1 1 0 0 0,1 0 0 0 0,-1 0 0 0 0,0-1 0 0 0,1 1 0 0 0,0 1 0 0 0,8 21 42 0 0,-2 13-12 0 0,-2 1 0 0 0,-2-1 1 0 0,-1 1-1 0 0,-2 0 0 0 0,-1-1 0 0 0,-10 56 1 0 0,-7 2 37 0 0,-37 117 0 0 0,39-164-62 0 0,-1 1-1 0 0,-27 49 1 0 0,30-71 110 0 0,0-1-1 0 0,-2 0 1 0 0,-1-1 0 0 0,-1-1 0 0 0,-22 23 0 0 0,39-45-37 0 0,0 0-1 0 0,0 0 1 0 0,-1 1 0 0 0,1-1 0 0 0,0 0-1 0 0,0 0 1 0 0,-1 0 0 0 0,1-1 0 0 0,-1 1-1 0 0,1 0 1 0 0,-1 0 0 0 0,1-1-1 0 0,-1 1 1 0 0,1-1 0 0 0,-1 0 0 0 0,-2 1-1 0 0,3-1-14 0 0,0 0 0 0 0,0 0-1 0 0,0-1 1 0 0,1 1 0 0 0,-1 0-1 0 0,0-1 1 0 0,0 1 0 0 0,1 0-1 0 0,-1-1 1 0 0,0 1-1 0 0,1-1 1 0 0,-1 1 0 0 0,0-1-1 0 0,1 1 1 0 0,-1-1 0 0 0,1 0-1 0 0,-1 1 1 0 0,1-1 0 0 0,-1 0-1 0 0,1 1 1 0 0,-1-1 0 0 0,1 0-1 0 0,-1-1 1 0 0,0-2 81 0 0,0-1 1 0 0,0 1-1 0 0,0-1 0 0 0,0 1 1 0 0,1-1-1 0 0,-1 1 1 0 0,1-1-1 0 0,1 0 0 0 0,-1 1 1 0 0,2-8-1 0 0,5-14-8 0 0,1 0-1 0 0,1 1 0 0 0,1 1 1 0 0,2 0-1 0 0,0 0 1 0 0,2 1-1 0 0,0 1 1 0 0,1 0-1 0 0,2 1 0 0 0,36-37 1 0 0,1 7-1766 0 0,2 2 0 0 0,101-66 0 0 0,-47 46-6493 0 0,-51 37 3461 0 0</inkml:trace>
</inkml:ink>
</file>

<file path=ppt/ink/ink4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2:21.6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521 640 392 0 0,'-21'0'444'0'0,"-1"-1"0"0"0,1-2-1 0 0,0 0 1 0 0,0-1 0 0 0,1-1 0 0 0,-1-1-1 0 0,1-1 1 0 0,0-1 0 0 0,1 0 0 0 0,0-2-1 0 0,0 0 1 0 0,1-1 0 0 0,-27-22 0 0 0,34 24-342 0 0,0 0 0 0 0,1-1-1 0 0,0-1 1 0 0,1 0 0 0 0,0 0 0 0 0,1-1 0 0 0,0 0 0 0 0,0 0 0 0 0,2-1 0 0 0,0 0-1 0 0,0 0 1 0 0,1 0 0 0 0,1-1 0 0 0,0 0 0 0 0,1 0 0 0 0,0 0 0 0 0,1 0 0 0 0,1 0-1 0 0,0 0 1 0 0,2-29 0 0 0,1 24-39 0 0,1 1-1 0 0,1-1 0 0 0,1 1 1 0 0,0 0-1 0 0,10-21 1 0 0,-12 32-47 0 0,0-1 1 0 0,1 1 0 0 0,0 0-1 0 0,1 0 1 0 0,-1 0 0 0 0,1 1-1 0 0,1 0 1 0 0,-1-1-1 0 0,1 2 1 0 0,0-1 0 0 0,0 1-1 0 0,1 0 1 0 0,0 0 0 0 0,10-5-1 0 0,-14 8-14 0 0,1 0-1 0 0,-1 1 0 0 0,1 0 1 0 0,-1-1-1 0 0,1 1 0 0 0,0 1 1 0 0,0-1-1 0 0,-1 0 1 0 0,1 1-1 0 0,0 0 0 0 0,0 0 1 0 0,0 0-1 0 0,0 0 0 0 0,-1 1 1 0 0,1-1-1 0 0,0 1 0 0 0,0 0 1 0 0,-1 0-1 0 0,1 1 1 0 0,6 2-1 0 0,-5 0 2 0 0,0-1 1 0 0,0 1-1 0 0,-1 0 0 0 0,1 1 1 0 0,-1-1-1 0 0,0 1 0 0 0,-1 0 1 0 0,1 0-1 0 0,-1 0 0 0 0,0 0 1 0 0,5 11-1 0 0,0 5 28 0 0,-1 0-1 0 0,-1 1 1 0 0,0-1 0 0 0,-2 1-1 0 0,3 44 1 0 0,-6-19 95 0 0,-2 0 1 0 0,-2 0-1 0 0,-2 0 1 0 0,-2-1-1 0 0,-3 0 1 0 0,-27 83-1 0 0,15-71 392 0 0,-3-1-1 0 0,-2-1 1 0 0,-3-1-1 0 0,-60 84 1 0 0,-37 38 273 0 0,124-169-809 0 0,34-28-11501 0 0</inkml:trace>
</inkml:ink>
</file>

<file path=ppt/ink/ink4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2:22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101 295 1048 0 0,'0'0'1800'0'0,"0"14"998"0"0,-10 9-1733 0 0,0-1 1 0 0,-2 0-1 0 0,0-1 1 0 0,-1 0-1 0 0,-28 32 0 0 0,40-52-870 0 0,1-3-105 0 0,0 1-1 0 0,-1-1 0 0 0,1 1 1 0 0,0-1-1 0 0,0 1 1 0 0,0-1-1 0 0,0 1 0 0 0,0-1 1 0 0,0 1-1 0 0,1 0 1 0 0,-1-1-1 0 0,0 1 0 0 0,1-1 1 0 0,-1 1-1 0 0,1-1 1 0 0,0 1-1 0 0,-1 0 0 0 0,1-1 1 0 0,2-1-1 0 0,19-41 165 0 0,-21 43-208 0 0,-1 0-45 0 0,0 1-1 0 0,0 0 1 0 0,0 0-1 0 0,0-1 0 0 0,0 1 1 0 0,0 0-1 0 0,0 0 1 0 0,0-1-1 0 0,0 1 0 0 0,0 0 1 0 0,0 0-1 0 0,0-1 1 0 0,0 1-1 0 0,1 0 0 0 0,-1 0 1 0 0,0-1-1 0 0,0 1 1 0 0,0 0-1 0 0,0 0 0 0 0,0 0 1 0 0,1-1-1 0 0,-1 1 1 0 0,0 0-1 0 0,0 0 0 0 0,0 0 1 0 0,1-1-1 0 0,-1 1 1 0 0,0 0-1 0 0,0 0 0 0 0,1 0 1 0 0,-1 0-1 0 0,0 0 1 0 0,0 0-1 0 0,1 0 0 0 0,-1 0 1 0 0,0 0-1 0 0,0-1 1 0 0,1 1-1 0 0,-1 0 0 0 0,0 0 1 0 0,0 0-1 0 0,1 0 1 0 0,15 7 24 0 0,16 15-235 0 0,-30-20 113 0 0,7 5-249 0 0,0-1 0 0 0,0 1 0 0 0,1-2 0 0 0,0 1 0 0 0,0-1 0 0 0,0-1 0 0 0,1 0 0 0 0,-1 0 0 0 0,1-1 0 0 0,0 0 0 0 0,0-1 0 0 0,0 0 0 0 0,1-1 0 0 0,-1-1 0 0 0,0 1 0 0 0,0-2 0 0 0,1 1 0 0 0,-1-2 0 0 0,20-4 0 0 0,-18 3-17 0 0,1-1 0 0 0,-1-1-1 0 0,1 0 1 0 0,-2 0 0 0 0,19-12 0 0 0,26-22 2233 0 0,-57 39-1815 0 0,0 0 1 0 0,1 0-1 0 0,-1 0 1 0 0,0 0-1 0 0,0-1 0 0 0,0 1 1 0 0,0 0-1 0 0,1 0 0 0 0,-1 0 1 0 0,0 0-1 0 0,0-1 1 0 0,0 1-1 0 0,0 0 0 0 0,0 0 1 0 0,0 0-1 0 0,0-1 1 0 0,1 1-1 0 0,-1 0 0 0 0,0 0 1 0 0,0 0-1 0 0,0-1 0 0 0,0 1 1 0 0,0 0-1 0 0,0 0 1 0 0,0-1-1 0 0,0 1 0 0 0,0 0 1 0 0,0 0-1 0 0,0 0 1 0 0,0-1-1 0 0,0 1 0 0 0,-1 0 1 0 0,1 0-1 0 0,0 0 1 0 0,0-1-1 0 0,0 1 0 0 0,0 0 1 0 0,0 0-1 0 0,0 0 0 0 0,0-1 1 0 0,-1 1-1 0 0,1 0 1 0 0,0 0-1 0 0,0 0 0 0 0,0 0 1 0 0,0-1-1 0 0,-1 1 1 0 0,1 0-1 0 0,0 0 0 0 0,0 0 1 0 0,0 0-1 0 0,-1 0 0 0 0,1 0 1 0 0,0 0-1 0 0,0 0 1 0 0,0 0-1 0 0,-1 0 0 0 0,1 0 1 0 0,0 0-1 0 0,0 0 1 0 0,0 0-1 0 0,-1 0 0 0 0,1 0 1 0 0,0 0-1 0 0,-1 0 1 0 0,-21 2 190 0 0,-22 29 1340 0 0,42-30-1051 0 0,10 3-320 0 0,-8-3-209 0 0,0-1-1 0 0,0 0 1 0 0,0 1-1 0 0,1-1 1 0 0,-1 0-1 0 0,0 1 0 0 0,1-1 1 0 0,-1 0-1 0 0,0 1 1 0 0,1-1-1 0 0,-1 0 1 0 0,0 0-1 0 0,1 1 1 0 0,-1-1-1 0 0,1 0 1 0 0,-1 0-1 0 0,0 0 1 0 0,1 0-1 0 0,-1 0 1 0 0,1 1-1 0 0,-1-1 1 0 0,0 0-1 0 0,1 0 1 0 0,-1 0-1 0 0,1 0 1 0 0,-1 0-1 0 0,1 0 1 0 0,-1 0-1 0 0,1 0 0 0 0,-1-1 1 0 0,0 1-1 0 0,1 0 1 0 0,-1 0-1 0 0,1 0 1 0 0,21-7 93 0 0,0-1-1 0 0,0 0 1 0 0,-1-2 0 0 0,0-1-1 0 0,-1 0 1 0 0,-1-1 0 0 0,1-1-1 0 0,27-25 1 0 0,-36 28-81 0 0,-1 0-1 0 0,0 0 0 0 0,0-1 1 0 0,-1 0-1 0 0,0 0 0 0 0,-1-1 1 0 0,0 0-1 0 0,-1-1 0 0 0,-1 0 1 0 0,0 0-1 0 0,0 0 1 0 0,-2-1-1 0 0,1 0 0 0 0,-2 0 1 0 0,3-19-1 0 0,-5 30-20 0 0,-1 0 0 0 0,0-1 0 0 0,0 1 0 0 0,0-1 0 0 0,0 1 0 0 0,-1-1 0 0 0,1 1 0 0 0,-1 0 0 0 0,0-1 0 0 0,0 1 0 0 0,0 0-1 0 0,0-1 1 0 0,-1 1 0 0 0,1 0 0 0 0,-1 0 0 0 0,0 0 0 0 0,0 1 0 0 0,0-1 0 0 0,0 0 0 0 0,-4-2 0 0 0,2 2 4 0 0,0 0 1 0 0,0 0-1 0 0,0 1 0 0 0,-1 0 0 0 0,0 0 1 0 0,1 0-1 0 0,-1 0 0 0 0,0 1 0 0 0,0 0 1 0 0,0 0-1 0 0,0 0 0 0 0,-7 0 1 0 0,-6 1 62 0 0,0 0 0 0 0,0 2 0 0 0,1 0 0 0 0,-1 1 0 0 0,0 0 0 0 0,-27 10 0 0 0,43-12-56 0 0,0-1-1 0 0,1 1 0 0 0,-1-1 0 0 0,0 1 0 0 0,0 0 1 0 0,1 0-1 0 0,-1-1 0 0 0,1 1 0 0 0,-1 0 1 0 0,1 0-1 0 0,-1 1 0 0 0,1-1 0 0 0,-1 0 0 0 0,1 0 1 0 0,0 1-1 0 0,0-1 0 0 0,0 1 0 0 0,0-1 0 0 0,0 1 1 0 0,0-1-1 0 0,-1 4 0 0 0,2-3 1 0 0,0 0 1 0 0,0 0-1 0 0,0-1 0 0 0,0 1 0 0 0,0 0 1 0 0,1 0-1 0 0,-1-1 0 0 0,1 1 1 0 0,-1 0-1 0 0,1-1 0 0 0,0 1 0 0 0,-1-1 1 0 0,1 1-1 0 0,0-1 0 0 0,0 1 0 0 0,0-1 1 0 0,0 1-1 0 0,2 0 0 0 0,5 6 23 0 0,-1 0-1 0 0,2-1 1 0 0,-1-1-1 0 0,1 1 1 0 0,18 9-1 0 0,68 26 89 0 0,-72-34-104 0 0,0 1 1 0 0,-1 1-1 0 0,0 2 0 0 0,0 0 1 0 0,-1 1-1 0 0,-1 1 0 0 0,26 23 0 0 0,-43-35-9 0 0,-1 0-1 0 0,0 0 0 0 0,1 1 1 0 0,-1-1-1 0 0,0 1 0 0 0,-1 0 1 0 0,1-1-1 0 0,0 1 0 0 0,-1 0 0 0 0,0 0 1 0 0,1 0-1 0 0,-1 0 0 0 0,0 0 1 0 0,-1 0-1 0 0,1 1 0 0 0,0-1 1 0 0,-1 0-1 0 0,0 0 0 0 0,0 0 1 0 0,0 1-1 0 0,0-1 0 0 0,0 0 0 0 0,-1 0 1 0 0,0 4-1 0 0,-1-4-286 0 0,0 1 1 0 0,0-1-1 0 0,0 0 1 0 0,-1 0-1 0 0,1 0 0 0 0,-1-1 1 0 0,1 1-1 0 0,-1 0 0 0 0,0-1 1 0 0,0 0-1 0 0,0 0 1 0 0,0 0-1 0 0,-1 0 0 0 0,1 0 1 0 0,0-1-1 0 0,-1 1 0 0 0,0-1 1 0 0,1 0-1 0 0,-1 0 1 0 0,-6 1-1 0 0,1-1-3432 0 0</inkml:trace>
</inkml:ink>
</file>

<file path=ppt/ink/ink4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2:22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70 1104 0 0,'14'-38'7977'0'0,"-5"11"-4202"0"0,-8 26-3872 0 0,1 1-1 0 0,-1-1 1 0 0,0 1 0 0 0,1-1-1 0 0,-1 1 1 0 0,1-1 0 0 0,-1 1-1 0 0,1 0 1 0 0,-1 0 0 0 0,1 0-1 0 0,-1 0 1 0 0,1 0 0 0 0,-1 0-1 0 0,1 0 1 0 0,-1 0 0 0 0,1 0 0 0 0,-1 1-1 0 0,1-1 1 0 0,-1 1 0 0 0,3 0-1 0 0,-4 0 152 0 0,32 13-5980 0 0,-17-7 3146 0 0</inkml:trace>
</inkml:ink>
</file>

<file path=ppt/ink/ink4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2:23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43 376 0 0,'-6'-2'1138'0'0,"0"-2"-608"0"0,-10-5-77 0 0,-1 6 2913 0 0,16-1-1886 0 0,1 3-1283 0 0,-1 0 0 0 0,1 0 0 0 0,0 0 0 0 0,0 0 0 0 0,0 1 0 0 0,0-1 0 0 0,-1 0 0 0 0,1 0 0 0 0,0 0 0 0 0,-1 1 0 0 0,1-1 0 0 0,-1 0 0 0 0,1 0 0 0 0,-1 1 0 0 0,1-1 0 0 0,-1 0 1 0 0,1 1-1 0 0,-1-1 0 0 0,0 0 0 0 0,1 1 0 0 0,-1-1 0 0 0,0 1 0 0 0,0-1 0 0 0,1 1 0 0 0,-1 0 0 0 0,0-1 0 0 0,0 1 0 0 0,0 0 0 0 0,1-1 0 0 0,-1 1 0 0 0,0 0 0 0 0,0 0 0 0 0,0 0 0 0 0,0 0 0 0 0,0 0 0 0 0,1 0 0 0 0,-3 0 0 0 0,-16 9 28 0 0,0 1 0 0 0,1 1 0 0 0,0 0 0 0 0,1 1 1 0 0,0 1-1 0 0,1 1 0 0 0,-25 27 0 0 0,41-41-233 0 0,-1 0 0 0 0,1 0 0 0 0,-1 1 0 0 0,1-1 0 0 0,-1 0 0 0 0,1 1 0 0 0,-1-1 0 0 0,1 1 0 0 0,0-1 0 0 0,-1 0 0 0 0,1 1 0 0 0,0-1 0 0 0,-1 1 0 0 0,1-1 0 0 0,0 1 0 0 0,0-1 0 0 0,0 1 0 0 0,-1-1-1 0 0,1 1 1 0 0,0-1 0 0 0,0 1 0 0 0,0 0 0 0 0,0-1 0 0 0,0 1 0 0 0,0-1 0 0 0,0 1 0 0 0,0-1 0 0 0,0 1 0 0 0,0-1 0 0 0,0 1 0 0 0,0-1 0 0 0,1 1 0 0 0,-1 0 0 0 0,0-1 0 0 0,0 1 0 0 0,1-1 0 0 0,-1 1 0 0 0,1 0 0 0 0,23 0-200 0 0,30-15-190 0 0,-28 5 32 0 0,-1-2 0 0 0,30-17 1 0 0,-53 26 280 0 0,4 3 43 0 0,1 0 1 0 0,-1 0-1 0 0,0 0 0 0 0,0 1 0 0 0,1 0 1 0 0,10 5-1 0 0,-11-4 5 0 0,0-1 0 0 0,0 0 0 0 0,1 0 1 0 0,-1 0-1 0 0,0-1 0 0 0,14 2 0 0 0,184-24-8789 0 0</inkml:trace>
</inkml:ink>
</file>

<file path=ppt/ink/ink4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2:23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0 121 296 0 0,'2'-7'523'0'0,"-1"0"1"0"0,1 0-1 0 0,0 0 0 0 0,1 0 1 0 0,-1 0-1 0 0,1 0 1 0 0,1 1-1 0 0,-1 0 0 0 0,1-1 1 0 0,0 1-1 0 0,1 1 0 0 0,-1-1 1 0 0,1 1-1 0 0,0-1 0 0 0,7-4 1 0 0,-9 8-416 0 0,0 0 1 0 0,0 1-1 0 0,0-1 1 0 0,0 1-1 0 0,1-1 1 0 0,-1 1-1 0 0,1 0 1 0 0,-1 0-1 0 0,1 0 1 0 0,-1 1-1 0 0,1 0 1 0 0,-1-1-1 0 0,1 1 1 0 0,-1 0-1 0 0,1 0 1 0 0,-1 1-1 0 0,1-1 1 0 0,0 1-1 0 0,-1 0 1 0 0,0 0-1 0 0,1 0 1 0 0,-1 0-1 0 0,0 1 1 0 0,1-1-1 0 0,-1 1 1 0 0,0 0-1 0 0,0 0 1 0 0,0 0-1 0 0,0 0 1 0 0,-1 0-1 0 0,1 1 1 0 0,2 3-1 0 0,3 2-18 0 0,-1 1-1 0 0,0 0 0 0 0,-1 0 0 0 0,0 0 0 0 0,-1 1 0 0 0,0 0 0 0 0,0 0 0 0 0,-1 0 0 0 0,0 1 0 0 0,-1 0 0 0 0,0-1 0 0 0,-1 1 1 0 0,0 0-1 0 0,-1 0 0 0 0,0 0 0 0 0,0 1 0 0 0,-1-1 0 0 0,-3 21 0 0 0,-3 9 86 0 0,-1 0-1 0 0,-2 0 1 0 0,-21 61 0 0 0,8-39 8 0 0,-53 189 469 0 0,73-243-673 0 0,0 1 0 0 0,0 0 0 0 0,1 0 0 0 0,1 0 0 0 0,0 0 0 0 0,0 0 0 0 0,1 1 0 0 0,0-1 0 0 0,0-1 0 0 0,4 12 0 0 0,-3-17-87 0 0,-1 0 0 0 0,1 0 0 0 0,0 0 0 0 0,1 0 0 0 0,-1 0 0 0 0,1 0 0 0 0,0 0 0 0 0,0-1 0 0 0,0 1 0 0 0,0-1 0 0 0,1 0 0 0 0,-1 0 0 0 0,1 0 0 0 0,0 0 0 0 0,-1-1 0 0 0,2 0 0 0 0,-1 0-1 0 0,0 0 1 0 0,0 0 0 0 0,0 0 0 0 0,1-1 0 0 0,-1 0 0 0 0,10 2 0 0 0,3-1-743 0 0,1-1-1 0 0,0-1 1 0 0,0-1-1 0 0,-1 0 1 0 0,1-1-1 0 0,-1 0 1 0 0,1-2-1 0 0,22-7 1 0 0,-2-3-1959 0 0</inkml:trace>
</inkml:ink>
</file>

<file path=ppt/ink/ink4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2:24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144 239 620 0 0,'6'-12'693'0'0,"13"-34"3530"0"0,-19 44-3924 0 0,1 0 0 0 0,-1-1 0 0 0,0 1 0 0 0,0 0 1 0 0,1-1-1 0 0,-2 1 0 0 0,1 0 0 0 0,0-1 0 0 0,0 1 0 0 0,-1 0 0 0 0,0-1 0 0 0,1 1 0 0 0,-1 0 0 0 0,0 0 0 0 0,0 0 0 0 0,0 0 0 0 0,0 0 0 0 0,-3-3 0 0 0,3 3-183 0 0,0 1-1 0 0,-1 0 1 0 0,1 0-1 0 0,-1 0 0 0 0,0 0 1 0 0,1 0-1 0 0,-1 0 1 0 0,0 1-1 0 0,0-1 0 0 0,0 0 1 0 0,1 1-1 0 0,-1 0 1 0 0,0-1-1 0 0,0 1 0 0 0,0 0 1 0 0,0 0-1 0 0,0 0 1 0 0,0 0-1 0 0,1 0 0 0 0,-1 0 1 0 0,0 1-1 0 0,0-1 1 0 0,0 1-1 0 0,0-1 0 0 0,1 1 1 0 0,-1 0-1 0 0,0 0 1 0 0,-2 1-1 0 0,-47 27 1084 0 0,46-25-1133 0 0,0 0-1 0 0,0 0 1 0 0,1 0-1 0 0,-1 0 1 0 0,1 1-1 0 0,0 0 1 0 0,0 0 0 0 0,0 0-1 0 0,1 0 1 0 0,0 0-1 0 0,-5 11 1 0 0,8-14-155 0 0,14 20-510 0 0,11-17-138 0 0,2-2 1 0 0,47 1-1 0 0,-31 8 79 0 0,-31-10 478 0 0,-1 0 1 0 0,1-1 0 0 0,-1 0 0 0 0,1-1 0 0 0,0-1 0 0 0,-1 0 0 0 0,1 0 0 0 0,-1-1-1 0 0,18-5 1 0 0,-13 2 62 0 0,0 0 0 0 0,-1 0 0 0 0,0-2 0 0 0,0 0 0 0 0,0-1 0 0 0,16-11 0 0 0,31-29 1458 0 0,-61 47-1168 0 0,8 0 153 0 0,-8 1-312 0 0,-1 0 1 0 0,1-1 0 0 0,0 1 0 0 0,0 0 0 0 0,0 0 0 0 0,0 0 0 0 0,-1 0 0 0 0,1 0-1 0 0,0 0 1 0 0,0 0 0 0 0,0 1 0 0 0,0-1 0 0 0,-1 0 0 0 0,1 0 0 0 0,0 1 0 0 0,0-1-1 0 0,0 0 1 0 0,-1 1 0 0 0,1-1 0 0 0,0 1 0 0 0,-1-1 0 0 0,1 1 0 0 0,0-1 0 0 0,-1 1-1 0 0,1-1 1 0 0,0 1 0 0 0,-1 0 0 0 0,1-1 0 0 0,-1 1 0 0 0,1 0 0 0 0,-1 0 0 0 0,0-1-1 0 0,1 1 1 0 0,-1 0 0 0 0,0 0 0 0 0,0-1 0 0 0,1 1 0 0 0,-1 0 0 0 0,0 2 0 0 0,1 0-5 0 0,1 1 1 0 0,-1 0 0 0 0,1-1 0 0 0,0 1 0 0 0,0-1 0 0 0,0 1 0 0 0,1-1-1 0 0,-1 0 1 0 0,1 0 0 0 0,0 0 0 0 0,0 0 0 0 0,0-1 0 0 0,0 1 0 0 0,0-1 0 0 0,0 0-1 0 0,1 0 1 0 0,-1 0 0 0 0,1 0 0 0 0,-1 0 0 0 0,1-1 0 0 0,0 1 0 0 0,0-1 0 0 0,0 0-1 0 0,-1-1 1 0 0,1 1 0 0 0,0-1 0 0 0,0 1 0 0 0,0-1 0 0 0,0 0 0 0 0,0-1-1 0 0,0 1 1 0 0,5-1 0 0 0,36-13 16 0 0,45-21 1 0 0,-28 10 0 0 0,-53 21 140 0 0,0 0-1 0 0,0-1 1 0 0,-1 0 0 0 0,0 0 0 0 0,0-1 0 0 0,0 0-1 0 0,0-1 1 0 0,7-9 0 0 0,-1 3 711 0 0,-13 12-600 0 0,1-1 74 0 0,-2 3-341 0 0,0-1 0 0 0,0 0 1 0 0,0 0-1 0 0,1 0 0 0 0,-1 0 1 0 0,0 0-1 0 0,0 0 0 0 0,0 0 0 0 0,0 0 1 0 0,0 1-1 0 0,0-1 0 0 0,0 0 0 0 0,0 0 1 0 0,0 0-1 0 0,0 0 0 0 0,0 0 1 0 0,1 0-1 0 0,-1 0 0 0 0,0 0 0 0 0,0 0 1 0 0,0 0-1 0 0,0 0 0 0 0,0 0 1 0 0,0 0-1 0 0,0 0 0 0 0,1 1 0 0 0,-1-1 1 0 0,0 0-1 0 0,0 0 0 0 0,0 0 0 0 0,0 0 1 0 0,0 0-1 0 0,0 0 0 0 0,0 0 1 0 0,1-1-1 0 0,-1 1 0 0 0,0 0 0 0 0,0 0 1 0 0,0 0-1 0 0,0 0 0 0 0,0 0 1 0 0,0 0-1 0 0,0 0 0 0 0,1 0 0 0 0,-1 0 1 0 0,0 0-1 0 0,0 0 0 0 0,0 0 0 0 0,0 0 1 0 0,0 0-1 0 0,0-1 0 0 0,0 1 1 0 0,0 0-1 0 0,0 0 0 0 0,0 0 0 0 0,0 0 1 0 0,1 0-1 0 0,-1 0 0 0 0,0 0 1 0 0,0 0-1 0 0,0-1 0 0 0,0 1 0 0 0,0 0 1 0 0,0 0-1 0 0,0 0 0 0 0,0 0 0 0 0,0 0 1 0 0,0 0-1 0 0,0-1 0 0 0,-5 35 61 0 0,-1 0 0 0 0,-2-1 0 0 0,-1 0-1 0 0,-23 56 1 0 0,3-8 11 0 0,11-28-57 0 0,-6 17 10 0 0,-21 105 0 0 0,36-124 1308 0 0,148-253-968 0 0,-21 34-161 0 0,-69 90-219 0 0,88-119 11 0 0,-63 98 454 0 0,-73 98-482 0 0,23 9-60 0 0,11 32-1 0 0,-26-29 94 0 0,1 0 0 0 0,-1-1 0 0 0,16 13 0 0 0,-21-20 8 0 0,0 0 1 0 0,-1-1-1 0 0,1 0 1 0 0,0 0-1 0 0,0 0 1 0 0,0 0-1 0 0,0 0 1 0 0,1-1-1 0 0,-1 0 1 0 0,0 0-1 0 0,1 0 1 0 0,-1 0-1 0 0,1-1 1 0 0,-1 0-1 0 0,7 0 1 0 0,45-17 518 0 0,-54 17-515 0 0,13-3-1132 0 0,-8 3 282 0 0,1 0 0 0 0,0 0 0 0 0,-1 1 0 0 0,1 0 0 0 0,-1 0 1 0 0,13 4-1 0 0,25 3-7057 0 0,-29-7 4443 0 0</inkml:trace>
</inkml:ink>
</file>

<file path=ppt/ink/ink4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2:26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72 234 732 0 0,'0'-1'964'0'0,"0"-1"0"0"0,1 1 1 0 0,-1-1-1 0 0,0 0 0 0 0,0 0 0 0 0,0 1 0 0 0,0-1 1 0 0,0 0-1 0 0,0 1 0 0 0,-1-1 0 0 0,1 0 0 0 0,-1-1 1 0 0,-2 2-869 0 0,0 1 1 0 0,0 0 0 0 0,0-1-1 0 0,0 2 1 0 0,0-1 0 0 0,0 0 0 0 0,0 0-1 0 0,0 1 1 0 0,0 0 0 0 0,0 0 0 0 0,0 0-1 0 0,0 0 1 0 0,0 0 0 0 0,1 0-1 0 0,-1 1 1 0 0,0-1 0 0 0,1 1 0 0 0,-1 0-1 0 0,1-1 1 0 0,0 1 0 0 0,0 1 0 0 0,-1-1-1 0 0,1 0 1 0 0,-2 4 0 0 0,3-5-245 0 0,2-1-409 0 0,-1 0 545 0 0,1 0 0 0 0,-1 0 0 0 0,1 0 0 0 0,-1 1 0 0 0,1-1 1 0 0,-1 0-1 0 0,1 0 0 0 0,-1 0 0 0 0,0 1 0 0 0,1-1 0 0 0,-1 0 0 0 0,1 0 1 0 0,-1 1-1 0 0,0-1 0 0 0,1 0 0 0 0,-1 1 0 0 0,0-1 0 0 0,0 0 1 0 0,1 1-1 0 0,-1-1 0 0 0,0 1 0 0 0,0-1 0 0 0,1 0 0 0 0,-1 1 0 0 0,0 0 1 0 0,0 0-12 0 0,1-1 1 0 0,-1 1 0 0 0,1 0 0 0 0,-1-1-1 0 0,0 1 1 0 0,1 0 0 0 0,-1-1 0 0 0,1 1-1 0 0,0-1 1 0 0,-1 1 0 0 0,1-1 0 0 0,-1 1-1 0 0,1-1 1 0 0,0 1 0 0 0,0-1 0 0 0,-1 1-1 0 0,1-1 1 0 0,0 0 0 0 0,-1 1 0 0 0,1-1-1 0 0,0 0 1 0 0,0 0 0 0 0,0 0 0 0 0,-1 0-1 0 0,1 0 1 0 0,0 0 0 0 0,1 0 0 0 0,9 1-211 0 0,0-1 0 0 0,0-1 0 0 0,-1 0 0 0 0,1-1 0 0 0,0 0 0 0 0,0-1 0 0 0,-1 0 0 0 0,19-8 0 0 0,6-5-25 0 0,39-25-1 0 0,-37 19 1349 0 0,-35 21-885 0 0,-1 1-183 0 0,-1 0-1 0 0,1 0 1 0 0,0 1-1 0 0,-1-1 1 0 0,1 0-1 0 0,0 0 0 0 0,-1 0 1 0 0,1 1-1 0 0,0-1 1 0 0,-1 0-1 0 0,1 1 0 0 0,-1-1 1 0 0,1 0-1 0 0,0 1 1 0 0,-1-1-1 0 0,1 1 1 0 0,-1-1-1 0 0,1 1 0 0 0,-1-1 1 0 0,0 1-1 0 0,1-1 1 0 0,-1 1-1 0 0,1-1 0 0 0,-1 1 1 0 0,0 0-1 0 0,0-1 1 0 0,1 1-1 0 0,-1 0 1 0 0,0-1-1 0 0,0 1 0 0 0,0 0 1 0 0,0-1-1 0 0,1 1 1 0 0,-1 0-1 0 0,0-1 0 0 0,0 1 1 0 0,0 0-1 0 0,-1 0 1 0 0,1-1-1 0 0,0 1 0 0 0,0 0 1 0 0,0-1-1 0 0,-1 2 1 0 0,-11 40 4 0 0,7-30 62 0 0,0 4-73 0 0,-9 26 123 0 0,-13 61-1 0 0,25-89-173 0 0,0 0 0 0 0,0 0 0 0 0,2 0 0 0 0,0-1 0 0 0,0 1 0 0 0,1 0 0 0 0,1 0 0 0 0,6 24 0 0 0,-7-37 33 0 0,-1-1 0 0 0,1 1 0 0 0,0 0 0 0 0,0-1 0 0 0,0 1 0 0 0,-1-1 0 0 0,1 1 0 0 0,0-1 0 0 0,0 0 0 0 0,0 1 0 0 0,0-1 0 0 0,0 0 0 0 0,0 0 0 0 0,0 1 0 0 0,0-1 0 0 0,0 0 0 0 0,0 0 0 0 0,0 0 0 0 0,-1 0 0 0 0,1 0 0 0 0,0 0 0 0 0,0 0 0 0 0,0-1 0 0 0,0 1 0 0 0,0 0 0 0 0,0-1 0 0 0,0 1 0 0 0,0 0 0 0 0,0-1-1 0 0,0 1 1 0 0,-1-1 0 0 0,3 0 0 0 0,0-1-1 0 0,20-9-2 0 0,-1-1 0 0 0,0-1-1 0 0,-1-1 1 0 0,29-25 0 0 0,-23 18 17 0 0,241-194 1423 0 0,-231 183-581 0 0,-24 20-360 0 0,1 1 0 0 0,0 0 1 0 0,1 0-1 0 0,21-11 0 0 0,-34 21-411 0 0,-1 1-71 0 0,0-1 0 0 0,0 1 0 0 0,0 0 0 0 0,0-1 0 0 0,0 1 0 0 0,0 0 0 0 0,0 0 0 0 0,0-1 0 0 0,0 1 0 0 0,0 0-1 0 0,0 0 1 0 0,0 0 0 0 0,0 0 0 0 0,0 0 0 0 0,0 1 0 0 0,0-1 0 0 0,0 0 0 0 0,0 0 0 0 0,0 1 0 0 0,0-1 0 0 0,2 1 0 0 0,24 7 119 0 0,-21-5-82 0 0,1-1 0 0 0,-1 0-1 0 0,1 0 1 0 0,0 0 0 0 0,-1-1 0 0 0,1 0-1 0 0,0-1 1 0 0,0 1 0 0 0,0-1 0 0 0,-1-1-1 0 0,1 1 1 0 0,0-1 0 0 0,0 0 0 0 0,0-1-1 0 0,-1 1 1 0 0,1-1 0 0 0,-1-1 0 0 0,0 1 0 0 0,1-1-1 0 0,-1 0 1 0 0,11-8 0 0 0,-16 10 313 0 0,8 1-213 0 0,0 5 110 0 0,-7-3-248 0 0,2 30-1313 0 0,3-50 1151 0 0,-6 13 6 0 0,-8-34-1110 0 0,4 36 1218 0 0,-1 1 0 0 0,1 0 1 0 0,-1 0-1 0 0,1 0 0 0 0,-1 1 1 0 0,0-1-1 0 0,1 1 0 0 0,-1 0 1 0 0,0 0-1 0 0,0 0 0 0 0,0 1 1 0 0,0 0-1 0 0,0-1 0 0 0,0 1 0 0 0,0 0 1 0 0,0 1-1 0 0,-5 0 0 0 0,-2 1 53 0 0,0 1-1 0 0,1 0 1 0 0,-1 1-1 0 0,1 0 1 0 0,-13 7-1 0 0,20-10-10 0 0,1 1 0 0 0,-1-1-1 0 0,1 1 1 0 0,-1-1 0 0 0,1 1-1 0 0,0 0 1 0 0,0 0 0 0 0,0 0-1 0 0,0 0 1 0 0,0 0 0 0 0,0 1-1 0 0,-2 2 1 0 0,4-4-5 0 0,-1 0-1 0 0,1 1 0 0 0,-1-1 1 0 0,1 0-1 0 0,0 0 1 0 0,0 0-1 0 0,-1 1 1 0 0,1-1-1 0 0,0 0 1 0 0,0 0-1 0 0,0 0 1 0 0,0 1-1 0 0,1-1 1 0 0,-1 0-1 0 0,0 0 0 0 0,0 1 1 0 0,1-1-1 0 0,-1 0 1 0 0,1 2-1 0 0,1-1-15 0 0,-1 1 1 0 0,1-1-1 0 0,0 0 0 0 0,0 0 0 0 0,0 0 0 0 0,0 0 0 0 0,0 0 0 0 0,0 0 0 0 0,0-1 0 0 0,1 1 1 0 0,-1 0-1 0 0,0-1 0 0 0,1 0 0 0 0,0 0 0 0 0,-1 0 0 0 0,6 2 0 0 0,5-2-89 0 0,0 1-1 0 0,1-1 0 0 0,-1-1 0 0 0,0-1 1 0 0,1 0-1 0 0,-1 0 0 0 0,1-1 0 0 0,-1-1 1 0 0,0 0-1 0 0,22-10 0 0 0,10-5-308 0 0,66-40 1 0 0,-100 52 353 0 0,12-7-15 0 0,-5 2-9 0 0,1 1 1 0 0,0 0-1 0 0,1 1 1 0 0,0 1-1 0 0,32-8 0 0 0,-46 15 92 0 0,-1 0 0 0 0,1 1 0 0 0,0-1 0 0 0,-1 1 0 0 0,1 1 0 0 0,-1-1 0 0 0,1 1 0 0 0,0 0 0 0 0,-1 0 0 0 0,1 0 0 0 0,-1 1 0 0 0,0 0 0 0 0,0 0 0 0 0,1 0 0 0 0,-1 1 0 0 0,0-1 0 0 0,-1 1 0 0 0,1 1 0 0 0,-1-1 0 0 0,1 1 0 0 0,-1-1 0 0 0,0 1 0 0 0,0 0 0 0 0,-1 1 0 0 0,1-1 0 0 0,3 7 0 0 0,2 4 168 0 0,-2 0 0 0 0,0 0 0 0 0,-1 0 0 0 0,0 1 0 0 0,-1-1 0 0 0,-1 2 1 0 0,0-1-1 0 0,1 22 0 0 0,-4-28 64 0 0,-1-9-212 0 0,0 0-1 0 0,0 1 1 0 0,0-1 0 0 0,0 0-1 0 0,0 0 1 0 0,-1 1 0 0 0,1-1-1 0 0,-1 0 1 0 0,1 0 0 0 0,-1 0-1 0 0,1 0 1 0 0,-1 0 0 0 0,0 0-1 0 0,0 1 1 0 0,1-1 0 0 0,-1-1-1 0 0,0 1 1 0 0,0 0 0 0 0,0 0-1 0 0,0 0 1 0 0,0 0-1 0 0,0-1 1 0 0,0 1 0 0 0,0 0-1 0 0,0-1 1 0 0,0 1 0 0 0,-1-1-1 0 0,1 1 1 0 0,0-1 0 0 0,-2 1-1 0 0,-34 6-911 0 0,28-7-357 0 0,1 0 0 0 0,0 0-1 0 0,0-1 1 0 0,-1 0 0 0 0,1-1 0 0 0,-9-3 0 0 0,1 0-3000 0 0</inkml:trace>
</inkml:ink>
</file>

<file path=ppt/ink/ink4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2:26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87 1936 0 0,'8'-12'2336'0'0,"-4"7"1969"0"0,3-9-601 0 0,-5 0-720 0 0,1 1-1267 0 0,-12-3-2458 0 0,2 10-803 0 0,-22 3-6012 0 0,11-1 3627 0 0</inkml:trace>
</inkml:ink>
</file>

<file path=ppt/ink/ink4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2:42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20 940 0 0,'0'0'1016'0'0,"-3"-13"708"0"0,3 13-1621 0 0,0 0-1 0 0,0 0 1 0 0,0 0-1 0 0,1-1 1 0 0,-1 1-1 0 0,0 0 1 0 0,0 0-1 0 0,0 0 1 0 0,0-1 0 0 0,0 1-1 0 0,0 0 1 0 0,0 0-1 0 0,0-1 1 0 0,0 1-1 0 0,0 0 1 0 0,0 0-1 0 0,-1 0 1 0 0,1-1-1 0 0,0 1 1 0 0,0 0 0 0 0,0 0-1 0 0,0 0 1 0 0,0 0-1 0 0,0-1 1 0 0,0 1-1 0 0,0 0 1 0 0,-1 0-1 0 0,1 0 1 0 0,0 0-1 0 0,0-1 1 0 0,0 1-1 0 0,0 0 1 0 0,-1 0 0 0 0,1 0-1 0 0,0 0 1 0 0,0 0-1 0 0,0 0 1 0 0,0 0-1 0 0,-1 0 1 0 0,1 0-1 0 0,0-1 1 0 0,0 1-1 0 0,-1 0 1 0 0,1 0 0 0 0,0 0-1 0 0,0 0 1 0 0,0 0-1 0 0,-1 0 1 0 0,1 0-1 0 0,0 0 1 0 0,0 0-1 0 0,0 1 1 0 0,-1-1-1 0 0,1 0 1 0 0,0 0-1 0 0,0 0 1 0 0,-1 0 0 0 0,-11 23 147 0 0,0 0 0 0 0,1 1 1 0 0,1 0-1 0 0,2 1 0 0 0,0 0 1 0 0,-5 33-1 0 0,-15 164 512 0 0,12-70-339 0 0,9-87-244 0 0,5-39-261 0 0,-1 0 1 0 0,-12 44 0 0 0,13-61-436 0 0,-8 22-87 0 0,10-30 385 0 0,0 0-1 0 0,-1 0 1 0 0,1 0 0 0 0,-1 0 0 0 0,0 0 0 0 0,1 0 0 0 0,-1-1 0 0 0,0 1-1 0 0,1 0 1 0 0,-1-1 0 0 0,0 1 0 0 0,0 0 0 0 0,0-1 0 0 0,1 1 0 0 0,-1-1-1 0 0,0 1 1 0 0,0-1 0 0 0,0 0 0 0 0,0 1 0 0 0,0-1 0 0 0,0 0 0 0 0,0 0-1 0 0,0 1 1 0 0,0-1 0 0 0,0 0 0 0 0,0 0 0 0 0,0 0 0 0 0,0 0 0 0 0,-2-1-1 0 0,-18-3-2484 0 0</inkml:trace>
</inkml:ink>
</file>

<file path=ppt/ink/ink4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2:43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1020 608 0 0,'5'-2'709'0'0,"15"-5"-294"0"0,1 1 0 0 0,0 0 0 0 0,0 2 0 0 0,1 0-1 0 0,25 0 1 0 0,18-5 103 0 0,235-37 991 0 0,537-112 655 0 0,-586 80-1638 0 0,-218 65-430 0 0,0-1 1 0 0,-1-2 0 0 0,0-1-1 0 0,-1-1 1 0 0,35-29 0 0 0,-59 42-71 0 0,0-1-1 0 0,0 0 1 0 0,-1 0 0 0 0,0-1-1 0 0,0 0 1 0 0,0 0 0 0 0,-1-1-1 0 0,0 1 1 0 0,0-1 0 0 0,-1 0-1 0 0,0 0 1 0 0,-1 0 0 0 0,1-1-1 0 0,-2 0 1 0 0,1 1 0 0 0,-1-1-1 0 0,-1 0 1 0 0,1 0 0 0 0,-1 0-1 0 0,-1 0 1 0 0,0 0 0 0 0,0 0-1 0 0,-1 0 1 0 0,0 0 0 0 0,-4-14-1 0 0,-1 2 68 0 0,-2 0 0 0 0,0 0 0 0 0,-1 1 0 0 0,-1 0 0 0 0,-1 1 0 0 0,-1 0 0 0 0,0 1 0 0 0,-18-20 0 0 0,8 13 183 0 0,-2 1 0 0 0,-1 1 0 0 0,0 2 0 0 0,-47-32 0 0 0,70 52-269 0 0,1 1 1 0 0,0-1-1 0 0,0 0 0 0 0,-1 1 1 0 0,1-1-1 0 0,-1 1 0 0 0,1-1 1 0 0,0 1-1 0 0,-1-1 0 0 0,1 1 1 0 0,-1 0-1 0 0,1 0 0 0 0,-1 0 0 0 0,1 0 1 0 0,-1 0-1 0 0,1 0 0 0 0,-1 0 1 0 0,1 0-1 0 0,-1 1 0 0 0,1-1 1 0 0,0 1-1 0 0,-1-1 0 0 0,1 1 1 0 0,-1-1-1 0 0,1 1 0 0 0,0 0 0 0 0,0 0 1 0 0,-1-1-1 0 0,1 1 0 0 0,0 0 1 0 0,0 0-1 0 0,0 0 0 0 0,0 1 1 0 0,0-1-1 0 0,0 0 0 0 0,0 0 1 0 0,0 0-1 0 0,1 1 0 0 0,-1-1 1 0 0,0 0-1 0 0,1 1 0 0 0,-1-1 0 0 0,0 2 1 0 0,-4 11-9 0 0,-1 0-1 0 0,2 0 1 0 0,-5 23 0 0 0,4-17 40 0 0,-9 48-13 0 0,3 0-1 0 0,-2 76 1 0 0,-2 6 144 0 0,-75 489 442 0 0,67-468 2325 0 0,27-175-2853 0 0,47-60 53 0 0,-29 35-45 0 0,38-38 0 0 0,-57 64-115 0 0,0-1 0 0 0,0 1 0 0 0,1 0 0 0 0,-1 1 0 0 0,1-1 0 0 0,-1 1 0 0 0,1-1 0 0 0,0 1 1 0 0,0 0-1 0 0,0 0 0 0 0,0 1 0 0 0,0-1 0 0 0,0 1 0 0 0,1 0 0 0 0,-1 0 0 0 0,0 0 0 0 0,1 1 0 0 0,-1 0 0 0 0,0-1 0 0 0,1 2 0 0 0,-1-1 0 0 0,1 0 0 0 0,-1 1 0 0 0,0 0 0 0 0,1 0 0 0 0,-1 0 0 0 0,0 0 0 0 0,0 1 0 0 0,0 0 0 0 0,0 0 0 0 0,0 0 0 0 0,0 0 0 0 0,5 5 0 0 0,17 10-15 0 0,1 0-1 0 0,0-2 0 0 0,49 20 0 0 0,-67-32 48 0 0,1-1 1 0 0,-1 1-1 0 0,0-1 1 0 0,1-1-1 0 0,-1 0 0 0 0,1 0 1 0 0,12-1-1 0 0,-17 0 21 0 0,0-1 0 0 0,0 0 1 0 0,0 0-1 0 0,0 0 0 0 0,0-1 0 0 0,0 0 0 0 0,-1 1 0 0 0,1-2 1 0 0,-1 1-1 0 0,1 0 0 0 0,-1-1 0 0 0,0 0 0 0 0,0 0 0 0 0,7-7 0 0 0,-8 7 9 0 0,0 0 0 0 0,-1 0 0 0 0,1 0 0 0 0,-1-1-1 0 0,0 1 1 0 0,0-1 0 0 0,0 0 0 0 0,-1 1 0 0 0,1-1-1 0 0,-1 0 1 0 0,0 0 0 0 0,0 0 0 0 0,0 0 0 0 0,0 0-1 0 0,-1 0 1 0 0,1-1 0 0 0,-1 1 0 0 0,0 0-1 0 0,-1 0 1 0 0,0-6 0 0 0,0 4 58 0 0,-1 0 0 0 0,0 0 0 0 0,0 0 0 0 0,0 0 1 0 0,-1 0-1 0 0,0 0 0 0 0,0 1 0 0 0,0 0 0 0 0,-1-1 0 0 0,0 1 0 0 0,0 0 0 0 0,-5-4 0 0 0,9 9-94 0 0,0 0-1 0 0,0 0 1 0 0,0 0-1 0 0,0 0 1 0 0,0 0 0 0 0,0 0-1 0 0,0 0 1 0 0,0 1-1 0 0,0-1 1 0 0,0 0-1 0 0,0 0 1 0 0,0 0-1 0 0,0 0 1 0 0,0 0-1 0 0,0 0 1 0 0,0 0-1 0 0,0 0 1 0 0,0 0-1 0 0,0 1 1 0 0,0-1 0 0 0,0 0-1 0 0,0 0 1 0 0,0 0-1 0 0,0 0 1 0 0,0 0-1 0 0,0 0 1 0 0,0 0-1 0 0,0 0 1 0 0,-1 0-1 0 0,1 0 1 0 0,0 0-1 0 0,0 0 1 0 0,0 0-1 0 0,0 0 1 0 0,0 0 0 0 0,0 0-1 0 0,0 1 1 0 0,0-1-1 0 0,0 0 1 0 0,0 0-1 0 0,-1 0 1 0 0,1 0-1 0 0,0 0 1 0 0,0 0-1 0 0,0 0 1 0 0,0 0-1 0 0,0 0 1 0 0,0 0-1 0 0,0 0 1 0 0,0-1 0 0 0,-1 1-1 0 0,1 0 1 0 0,0 0-1 0 0,0 0 1 0 0,0 0-1 0 0,0 0 1 0 0,5 18-214 0 0,16 24-751 0 0,-11-31 367 0 0,0 0 0 0 0,0-1-1 0 0,1 0 1 0 0,1-1 0 0 0,23 15 0 0 0,35 12-5990 0 0,-31-17 2633 0 0</inkml:trace>
</inkml:ink>
</file>

<file path=ppt/ink/ink4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2:44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395 126 460 0 0,'0'-21'2617'0'0,"-1"0"1"0"0,-1 0-1 0 0,-5-25 0 0 0,6 45-2565 0 0,1 0 0 0 0,-1 0 0 0 0,1 0 0 0 0,-1 0 0 0 0,0 0 0 0 0,1 0 0 0 0,-1 0 0 0 0,0 1 0 0 0,0-1 0 0 0,0 0 0 0 0,1 0 0 0 0,-1 1 0 0 0,0-1 0 0 0,0 0 0 0 0,0 1 0 0 0,0-1 0 0 0,0 1 0 0 0,0-1 0 0 0,0 1 0 0 0,-1 0 0 0 0,1-1 0 0 0,0 1 1 0 0,0 0-1 0 0,0 0 0 0 0,0 0 0 0 0,0-1 0 0 0,0 1 0 0 0,-1 1 0 0 0,1-1 0 0 0,0 0 0 0 0,0 0 0 0 0,0 0 0 0 0,0 0 0 0 0,0 1 0 0 0,0-1 0 0 0,0 1 0 0 0,0-1 0 0 0,0 1 0 0 0,-2 0 0 0 0,-44 21 174 0 0,45-21-173 0 0,-39 23 157 0 0,1 1 0 0 0,-55 45 1 0 0,83-61-176 0 0,1 2 0 0 0,1-1 0 0 0,0 1 0 0 0,0 1 1 0 0,1 0-1 0 0,1 0 0 0 0,0 1 0 0 0,0 0 0 0 0,1 0 1 0 0,1 1-1 0 0,1 0 0 0 0,-6 17 0 0 0,10-28-27 0 0,0-1-1 0 0,1 1 0 0 0,-1-1 1 0 0,0 0-1 0 0,1 1 1 0 0,0 0-1 0 0,-1-1 0 0 0,1 1 1 0 0,0-1-1 0 0,0 1 1 0 0,0-1-1 0 0,1 1 0 0 0,-1-1 1 0 0,1 1-1 0 0,-1-1 1 0 0,1 1-1 0 0,0-1 0 0 0,0 0 1 0 0,0 1-1 0 0,0-1 1 0 0,1 0-1 0 0,-1 0 0 0 0,0 0 1 0 0,1 1-1 0 0,0-2 1 0 0,-1 1-1 0 0,1 0 0 0 0,0 0 1 0 0,0 0-1 0 0,0-1 1 0 0,0 1-1 0 0,0-1 0 0 0,5 2 1 0 0,-2-1 2 0 0,0-1 0 0 0,0 0 1 0 0,0 0-1 0 0,0-1 0 0 0,0 1 1 0 0,0-1-1 0 0,0 0 0 0 0,0-1 1 0 0,0 1-1 0 0,0-1 0 0 0,0 0 0 0 0,0 0 1 0 0,0-1-1 0 0,0 1 0 0 0,0-1 1 0 0,6-3-1 0 0,7-7-37 0 0,0-1 0 0 0,-1 0 0 0 0,-1-1 0 0 0,0-1 0 0 0,-1 0 0 0 0,0-1 0 0 0,-1-1 0 0 0,17-27-1 0 0,20-21-311 0 0,-50 64 279 0 0,0 7-157 0 0,1 0 197 0 0,-1-1-1 0 0,0 1 1 0 0,-1 0-1 0 0,1 1 1 0 0,-1-1-1 0 0,-1 7 1 0 0,1 1-29 0 0,1-8 30 0 0,1-1 0 0 0,0 0-1 0 0,0 0 1 0 0,0 0 0 0 0,0 0 0 0 0,1 0 0 0 0,0-1-1 0 0,0 1 1 0 0,0-1 0 0 0,1 0 0 0 0,0 0 0 0 0,-1 0-1 0 0,1 0 1 0 0,1 0 0 0 0,-1-1 0 0 0,0 0 0 0 0,1 0-1 0 0,0 0 1 0 0,-1-1 0 0 0,1 1 0 0 0,0-1-1 0 0,1 0 1 0 0,-1-1 0 0 0,8 3 0 0 0,-9-5 15 0 0,1 1 0 0 0,0-1-1 0 0,-1 1 1 0 0,1-1 0 0 0,0-1 0 0 0,-1 1 0 0 0,1-1 0 0 0,-1 1 0 0 0,0-1-1 0 0,0 0 1 0 0,0-1 0 0 0,7-4 0 0 0,44-36-33 0 0,-37 27 116 0 0,0-1 1 0 0,-1-1 0 0 0,-1-1-1 0 0,0-1 1 0 0,-2 0 0 0 0,0 0-1 0 0,14-32 1 0 0,-28 52-50 0 0,0 0 0 0 0,1 0 1 0 0,-1 0-1 0 0,0 1 0 0 0,0-1 0 0 0,0 0 0 0 0,0 0 1 0 0,0 0-1 0 0,0 0 0 0 0,0 0 0 0 0,1 0 1 0 0,-1 0-1 0 0,0 0 0 0 0,0 0 0 0 0,0 0 0 0 0,0 0 1 0 0,0 0-1 0 0,0 0 0 0 0,0 0 0 0 0,1 0 1 0 0,-1 0-1 0 0,0 0 0 0 0,0 0 0 0 0,0 0 0 0 0,0 0 1 0 0,0 0-1 0 0,0-1 0 0 0,-3 30 195 0 0,0-11-236 0 0,1 1 1 0 0,1-1-1 0 0,1 25 0 0 0,1-34 15 0 0,1 0 1 0 0,1-1-1 0 0,0 0 0 0 0,0 1 1 0 0,0-1-1 0 0,1-1 0 0 0,8 13 1 0 0,-9-16-5 0 0,-1-1-1 0 0,1 1 1 0 0,-1-1 0 0 0,1 0 0 0 0,0 0 0 0 0,0 0-1 0 0,1-1 1 0 0,-1 1 0 0 0,0-1 0 0 0,1 0 0 0 0,0 1-1 0 0,-1-2 1 0 0,1 1 0 0 0,0 0 0 0 0,0-1 0 0 0,0 0 0 0 0,5 1-1 0 0,-6-2-4 0 0,1 0 0 0 0,0 0-1 0 0,0-1 1 0 0,-1 0-1 0 0,1 0 1 0 0,0 0 0 0 0,-1 0-1 0 0,1 0 1 0 0,-1-1 0 0 0,1 0-1 0 0,-1 1 1 0 0,0-1-1 0 0,0 0 1 0 0,0-1 0 0 0,3-2-1 0 0,41-39-98 0 0,-38 35 113 0 0,0-1 0 0 0,-1 0 0 0 0,0-1 0 0 0,-1 0 0 0 0,0 0-1 0 0,-1 0 1 0 0,0-1 0 0 0,-1 0 0 0 0,0 0 0 0 0,-1-1 0 0 0,4-17-1 0 0,-4 17 34 0 0,0 19-36 0 0,7 34-38 0 0,-1-4 38 0 0,-7-27 0 0 0,1-1-1 0 0,1 0 0 0 0,-1 0 1 0 0,2 0-1 0 0,-1 0 0 0 0,1-1 1 0 0,0 0-1 0 0,13 12 0 0 0,23 8-1672 0 0,-37-25 1016 0 0,0 0 1 0 0,0 0 0 0 0,-1-1-1 0 0,1 0 1 0 0,0 0 0 0 0,0 0 0 0 0,8 0-1 0 0</inkml:trace>
</inkml:ink>
</file>

<file path=ppt/ink/ink4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2:45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6 676 0 0,'-4'-5'10898'0'0,"35"25"-10261"0"0,-1 1 1 0 0,46 45-1 0 0,8 6-57 0 0,62 51-1491 0 0,-145-122 618 0 0,-1-2 270 0 0,0 1 1 0 0,0 0-1 0 0,0 0 1 0 0,0 0-1 0 0,0 0 1 0 0,0-1-1 0 0,0 1 1 0 0,0 0-1 0 0,0 0 1 0 0,0 0-1 0 0,0 0 0 0 0,1 0 1 0 0,-1 0-1 0 0,0-1 1 0 0,0 1-1 0 0,0 0 1 0 0,0 0-1 0 0,0 0 1 0 0,0 0-1 0 0,0 0 1 0 0,0 0-1 0 0,1 0 1 0 0,-1 0-1 0 0,0-1 1 0 0,0 1-1 0 0,0 0 1 0 0,0 0-1 0 0,0 0 0 0 0,1 0 1 0 0,-1 0-1 0 0,0 0 1 0 0,0 0-1 0 0,0 0 1 0 0,0 0-1 0 0,0 0 1 0 0,1 0-1 0 0,-1 0 1 0 0,0 0-1 0 0,0 0 1 0 0,0 0-1 0 0,0 0 1 0 0,1 0-1 0 0,-1 0 1 0 0,0 0-1 0 0,0 0 0 0 0,0 0 1 0 0,0 1-1 0 0,0-1 1 0 0,0 0-1 0 0,1 0 1 0 0,-1 0-1 0 0,0 0 1 0 0,0 0-1 0 0,0 0 1 0 0,0 0-1 0 0,0 0 1 0 0,0 1-1 0 0,0-1 1 0 0,1 0-1 0 0,-1 0 0 0 0,0 0 1 0 0,0 0-1 0 0,0 0 1 0 0,0 0-1 0 0,0 1 1 0 0,0-1-1 0 0,0 0 1 0 0,0 0-1 0 0,10-12-1256 0 0,-9 11 1437 0 0,14-35-1892 0 0,-1 0 1 0 0,17-73-1 0 0,-29 100 2180 0 0,0 1 1 0 0,-1 0-1 0 0,0-1 0 0 0,0 0 0 0 0,-1 1 0 0 0,0-1 0 0 0,-1 1 1 0 0,-2-14-1 0 0,2 20-1 0 0,0 1-315 0 0,-1 0 0 0 0,1-1 0 0 0,-1 1 0 0 0,1 0 0 0 0,-1 0 0 0 0,1 1 0 0 0,-1-1 0 0 0,0 0 0 0 0,0 0 0 0 0,1 1 0 0 0,-4-1 0 0 0,-19 11 111 0 0,1 1-1 0 0,1 1 1 0 0,0 1-1 0 0,1 0 1 0 0,-29 25-1 0 0,13-6 69 0 0,-64 71-1 0 0,94-94-368 0 0,-16 17 73 0 0,-24 36-1 0 0,42-54-640 0 0,1 0 1 0 0,-1 0-1 0 0,1 1 1 0 0,1-1 0 0 0,-5 15-1 0 0,8-21-333 0 0,9 3-3160 0 0</inkml:trace>
</inkml:ink>
</file>

<file path=ppt/ink/ink4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2:45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52 0 0,'0'0'151'0'0,"1"-1"0"0"0,0 1 1 0 0,0 0-1 0 0,0 0 0 0 0,0 0 0 0 0,0 0 1 0 0,0-1-1 0 0,0 1 0 0 0,-1 1 0 0 0,1-1 1 0 0,0 0-1 0 0,0 0 0 0 0,0 0 0 0 0,0 0 1 0 0,0 1-1 0 0,0-1 0 0 0,-1 0 0 0 0,1 1 1 0 0,0-1-1 0 0,0 0 0 0 0,0 1 0 0 0,-1-1 0 0 0,1 1 1 0 0,0 0-1 0 0,-1-1 0 0 0,1 1 0 0 0,0-1 1 0 0,-1 1-1 0 0,1 0 0 0 0,-1 0 0 0 0,1-1 1 0 0,-1 1-1 0 0,1 0 0 0 0,-1 0 0 0 0,0 0 1 0 0,1-1-1 0 0,-1 1 0 0 0,0 0 0 0 0,0 0 1 0 0,0 0-1 0 0,1 0 0 0 0,-1 0 0 0 0,0 0 0 0 0,0-1 1 0 0,0 1-1 0 0,0 0 0 0 0,-1 2 0 0 0,-1 58 1803 0 0,0-42-1123 0 0,6 63 1783 0 0,-2-41-3328 0 0,0 2-6916 0 0</inkml:trace>
</inkml:ink>
</file>

<file path=ppt/ink/ink4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2:45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0 122 116 0 0,'6'-14'952'0'0,"-3"2"-60"0"0,2 0-4 0 0,-2 0-8 0 0,3 0-20 0 0,-2 3-76 0 0,-1 1-75 0 0,1-1 467 0 0,-2-3-584 0 0,-1 0-820 0 0,12 7-772 0 0,-1 1-2409 0 0</inkml:trace>
</inkml:ink>
</file>

<file path=ppt/ink/ink4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2:46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9 1000 0 0,'0'0'2162'0'0,"-5"-8"4754"0"0,-14 54-6675 0 0,1 1 0 0 0,2 0-1 0 0,3 2 1 0 0,1 0-1 0 0,3 0 1 0 0,2 0 0 0 0,2 1-1 0 0,2 1 1 0 0,3-1 0 0 0,1 0-1 0 0,3 0 1 0 0,13 65 0 0 0,-14-104-219 0 0,0-1 0 0 0,0 0 1 0 0,1 0-1 0 0,0 0 1 0 0,0 0-1 0 0,1-1 1 0 0,1 0-1 0 0,0 0 1 0 0,0 0-1 0 0,0-1 1 0 0,10 10-1 0 0,-11-14-40 0 0,0 0-1 0 0,0 0 1 0 0,0-1 0 0 0,0 1-1 0 0,1-1 1 0 0,-1 0 0 0 0,1-1 0 0 0,0 1-1 0 0,0-1 1 0 0,0 0 0 0 0,0-1-1 0 0,0 1 1 0 0,1-1 0 0 0,-1-1-1 0 0,0 1 1 0 0,1-1 0 0 0,-1 0-1 0 0,0 0 1 0 0,10-2 0 0 0,-2-1-70 0 0,0 0-1 0 0,0-1 1 0 0,0 0 0 0 0,0-1-1 0 0,-1 0 1 0 0,0-1-1 0 0,0-1 1 0 0,-1 0 0 0 0,1-1-1 0 0,20-17 1 0 0,-18 10-80 0 0,0 0 0 0 0,0-1-1 0 0,-1 0 1 0 0,-2-1 0 0 0,1-1-1 0 0,15-30 1 0 0,-6-1-103 0 0,-2 0-1 0 0,-2-1 1 0 0,-2-1 0 0 0,-3-1-1 0 0,8-53 1 0 0,-12 45 1205 0 0,1-115 0 0 0,-10 175-911 0 0,0-1 0 0 0,1 1 0 0 0,-1-1 0 0 0,0 1 0 0 0,0-1 0 0 0,0 0 0 0 0,0 1 0 0 0,0-1 1 0 0,0 1-1 0 0,0-1 0 0 0,0 0 0 0 0,0 1 0 0 0,0-1 0 0 0,0 1 0 0 0,0-1 0 0 0,0 1 0 0 0,-1-1 0 0 0,1 0 0 0 0,0 1 1 0 0,0-1-1 0 0,-1 1 0 0 0,1-1 0 0 0,0 1 0 0 0,-1-1 0 0 0,1 1 0 0 0,0 0 0 0 0,-1-1 0 0 0,1 1 0 0 0,-1-1 1 0 0,1 1-1 0 0,-1 0 0 0 0,1-1 0 0 0,-1 1 0 0 0,1 0 0 0 0,-1-1 0 0 0,0 1 0 0 0,-16 15 152 0 0,-15 36-120 0 0,-12 34 322 0 0,-41 108-1 0 0,75-164-312 0 0,1-1 0 0 0,1 1 1 0 0,1 0-1 0 0,2 1 0 0 0,0 0 0 0 0,3 0 0 0 0,0 0 0 0 0,3 34 1 0 0,0-59-56 0 0,1 18-9 0 0,0 1 0 0 0,2-2-1 0 0,1 1 1 0 0,11 33-1 0 0,-14-50-107 0 0,0-1-1 0 0,1 0 0 0 0,0 1 0 0 0,0-1 1 0 0,0 0-1 0 0,1 0 0 0 0,-1 0 0 0 0,1-1 1 0 0,0 1-1 0 0,1-1 0 0 0,-1 0 0 0 0,1 0 1 0 0,0-1-1 0 0,0 0 0 0 0,0 1 0 0 0,0-1 1 0 0,0-1-1 0 0,1 1 0 0 0,-1-1 0 0 0,1 0 1 0 0,0 0-1 0 0,10 1 0 0 0,-3-2-429 0 0,-1 0 0 0 0,1-2 0 0 0,0 1 0 0 0,0-2 0 0 0,0 0 0 0 0,0 0 0 0 0,-1-1 0 0 0,1 0 0 0 0,-1-2 0 0 0,0 1-1 0 0,0-1 1 0 0,-1-1 0 0 0,20-12 0 0 0,-9 4-1482 0 0</inkml:trace>
</inkml:ink>
</file>

<file path=ppt/ink/ink4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2:47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131 198 448 0 0,'9'-53'4930'0'0,"-9"51"-4264"0"0,-2-5 220 0 0,2 7-830 0 0,0-1 0 0 0,0 0 0 0 0,0 1 0 0 0,0-1 0 0 0,0 1 0 0 0,-1-1 0 0 0,1 0 0 0 0,0 1 0 0 0,0-1 0 0 0,0 0 0 0 0,0 1 0 0 0,-1-1 0 0 0,1 1 0 0 0,0-1 0 0 0,-1 1 0 0 0,1-1 0 0 0,0 1 0 0 0,-1-1 0 0 0,1 1 0 0 0,-1-1 0 0 0,1 1 0 0 0,-1-1 0 0 0,1 1 0 0 0,-1-1 0 0 0,1 1 0 0 0,-1 0 0 0 0,1-1 0 0 0,-1 1 0 0 0,1 0 0 0 0,-1 0 0 0 0,0-1 0 0 0,1 1 0 0 0,-1 0 0 0 0,1 0 0 0 0,-1 0 0 0 0,-1 0 0 0 0,-6 2 101 0 0,0 1 1 0 0,1 0-1 0 0,-1 1 0 0 0,1-1 0 0 0,-1 2 0 0 0,1-1 1 0 0,1 1-1 0 0,-1 0 0 0 0,1 0 0 0 0,-1 1 0 0 0,1 0 1 0 0,1 0-1 0 0,-1 0 0 0 0,1 1 0 0 0,0-1 0 0 0,1 1 1 0 0,-7 15-1 0 0,10-17-112 0 0,0-4-50 0 0,1 0 1 0 0,0 1-1 0 0,0-1 0 0 0,0 0 1 0 0,0 1-1 0 0,1-1 0 0 0,-1 0 1 0 0,0 1-1 0 0,0-1 0 0 0,1 0 1 0 0,-1 0-1 0 0,1 1 0 0 0,-1-1 1 0 0,1 0-1 0 0,-1 0 0 0 0,1 0 1 0 0,0 1-1 0 0,0-1 0 0 0,0 0 1 0 0,-1 0-1 0 0,1 0 0 0 0,0 0 1 0 0,0-1-1 0 0,0 1 0 0 0,0 0 1 0 0,1 0-1 0 0,-1-1 0 0 0,2 2 1 0 0,1-1-66 0 0,-1 0 1 0 0,1-1 0 0 0,-1 0-1 0 0,1 1 1 0 0,-1-1 0 0 0,1-1 0 0 0,7 0-1 0 0,-3 0-76 0 0,37-4-311 0 0,-27 3 273 0 0,0 0 0 0 0,-1 1 1 0 0,1 0-1 0 0,0 2 0 0 0,24 3 1 0 0,-34-3 222 0 0,0 0 1 0 0,-1 0-1 0 0,1 0 1 0 0,0-1-1 0 0,0 0 1 0 0,0-1-1 0 0,0 0 1 0 0,0 0 0 0 0,-1-1-1 0 0,1 1 1 0 0,0-2-1 0 0,-1 1 1 0 0,0-1-1 0 0,1 0 1 0 0,7-5 0 0 0,-7 1 65 0 0,1 1 1 0 0,-1-1 0 0 0,0 0 0 0 0,0-1-1 0 0,0 0 1 0 0,-1 0 0 0 0,-1-1-1 0 0,1 0 1 0 0,-2 0 0 0 0,8-15 0 0 0,38-66 559 0 0,-48 77-542 0 0,9-16 137 0 0,-10 28-253 0 0,-7 1-122 0 0,-13 1 106 0 0,14-1 0 0 0,-52 19-45 0 0,55-19 51 0 0,1 1 1 0 0,-1-1-1 0 0,0 1 1 0 0,0-1 0 0 0,1 1-1 0 0,-1-1 1 0 0,0 1-1 0 0,1 0 1 0 0,-1-1-1 0 0,1 1 1 0 0,-1 0-1 0 0,1 0 1 0 0,-1 0-1 0 0,1-1 1 0 0,-1 1 0 0 0,1 0-1 0 0,0 0 1 0 0,-1 0-1 0 0,1 0 1 0 0,0 0-1 0 0,0 0 1 0 0,0-1-1 0 0,0 1 1 0 0,0 0 0 0 0,0 0-1 0 0,0 0 1 0 0,0 0-1 0 0,0 0 1 0 0,0 0-1 0 0,0 0 1 0 0,0 0-1 0 0,1 0 1 0 0,-1-1 0 0 0,0 1-1 0 0,1 0 1 0 0,-1 0-1 0 0,1 0 1 0 0,-1-1-1 0 0,1 1 1 0 0,-1 0-1 0 0,1 0 1 0 0,0-1-1 0 0,-1 1 1 0 0,1 0 0 0 0,0-1-1 0 0,-1 1 1 0 0,3 0-1 0 0,44 36-198 0 0,-36-29 44 0 0,-5-4 97 0 0,4 2-74 0 0,0 1 0 0 0,-1 0 0 0 0,1 1 0 0 0,-1 0 0 0 0,-1 1 0 0 0,0 0 0 0 0,0 0 0 0 0,-1 0 0 0 0,0 1 0 0 0,0 0 0 0 0,-1 1 0 0 0,9 21 0 0 0,-14-30 125 0 0,-1 0 0 0 0,1 0 0 0 0,0-1 0 0 0,0 1 0 0 0,-1 0 0 0 0,1 0 0 0 0,0 0 0 0 0,1-1 0 0 0,-1 1 0 0 0,0 0 0 0 0,0-1 0 0 0,1 1 0 0 0,-1-1 0 0 0,1 0 0 0 0,-1 1 0 0 0,1-1 0 0 0,0 0 0 0 0,0 0 0 0 0,-1 0 0 0 0,1 0 0 0 0,0 0 0 0 0,0-1 1 0 0,0 1-1 0 0,0 0 0 0 0,4 0 0 0 0,-2-1 2 0 0,1 0 0 0 0,0-1 0 0 0,-1 1 0 0 0,1-1 0 0 0,-1 0 0 0 0,1 0 0 0 0,-1 0 1 0 0,1-1-1 0 0,-1 1 0 0 0,1-1 0 0 0,4-3 0 0 0,2-1 7 0 0,-1-1 0 0 0,1 0 0 0 0,-1-1 0 0 0,0 0 0 0 0,-1 0 0 0 0,0-1 0 0 0,0 0 0 0 0,9-13 0 0 0,23-44 1014 0 0,-40 64-928 0 0,12 15 270 0 0,-11-9-341 0 0,0 1 0 0 0,1-1 0 0 0,-1-1 0 0 0,1 1 1 0 0,0 0-1 0 0,0-1 0 0 0,0 1 0 0 0,0-1 0 0 0,1 0 1 0 0,-1 0-1 0 0,1 0 0 0 0,0-1 0 0 0,-1 1 0 0 0,1-1 1 0 0,6 2-1 0 0,-7-3 12 0 0,-1 0 0 0 0,0-1 0 0 0,1 1-1 0 0,-1-1 1 0 0,0 0 0 0 0,1 1 0 0 0,-1-1 0 0 0,1 0 0 0 0,-1-1 0 0 0,0 1 0 0 0,1 0 0 0 0,-1-1 0 0 0,1 1 0 0 0,-1-1 0 0 0,0 0 0 0 0,0 0 0 0 0,1 0 0 0 0,-1 0-1 0 0,0 0 1 0 0,0 0 0 0 0,0 0 0 0 0,0-1 0 0 0,0 1 0 0 0,-1-1 0 0 0,1 0 0 0 0,0 1 0 0 0,-1-1 0 0 0,3-2 0 0 0,1-5 160 0 0,1-1 0 0 0,-1 1 0 0 0,0-1 0 0 0,6-20 0 0 0,2-2 752 0 0,-12 30-785 0 0,5 32 102 0 0,-1 0 0 0 0,0 32 0 0 0,-1 9-93 0 0,-3-1 1 0 0,-17 140-1 0 0,-48 137 143 0 0,62-338-253 0 0,-5 23-42 0 0,-17 49-1 0 0,21-73 101 0 0,0-1 1 0 0,-1 1-1 0 0,1-1 1 0 0,-1 0-1 0 0,-1 0 1 0 0,1-1-1 0 0,-1 1 1 0 0,0-1 0 0 0,-1 0-1 0 0,1 0 1 0 0,-1-1-1 0 0,-7 6 1 0 0,12-11-59 0 0,0 1 1 0 0,0-1-1 0 0,0 1 1 0 0,0-1-1 0 0,0 0 1 0 0,0 1-1 0 0,0-1 1 0 0,-1 0-1 0 0,1 0 1 0 0,0 0-1 0 0,0 0 1 0 0,0 0 0 0 0,0 0-1 0 0,0 0 1 0 0,0 0-1 0 0,0 0 1 0 0,0 0-1 0 0,0-1 1 0 0,0 1-1 0 0,0 0 1 0 0,0-1-1 0 0,0 1 1 0 0,0-1-1 0 0,0 1 1 0 0,0-1 0 0 0,0 0-1 0 0,0 1 1 0 0,0-1-1 0 0,0 0 1 0 0,1 1-1 0 0,-1-1 1 0 0,0 0-1 0 0,1 0 1 0 0,-1 0-1 0 0,0 0 1 0 0,1 0-1 0 0,-1 0 1 0 0,1 0 0 0 0,-1-2-1 0 0,-14-37 758 0 0,13 21-704 0 0,1 0 1 0 0,1-1 0 0 0,1 1-1 0 0,1-1 1 0 0,0 1 0 0 0,1 0-1 0 0,1 0 1 0 0,12-32 0 0 0,-5 20-657 0 0,2 0-1 0 0,1 0 1 0 0,2 2 0 0 0,22-35 0 0 0,25-20-3091 0 0,-14 34-3210 0 0,-19 26 2445 0 0</inkml:trace>
</inkml:ink>
</file>

<file path=ppt/ink/ink4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2:49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76 788 0 0,'3'-11'2515'0'0,"-3"11"-2475"0"0,0 0-1 0 0,1 0 1 0 0,-1 0 0 0 0,0 0 0 0 0,0 0 0 0 0,0 0 0 0 0,0 0-1 0 0,0 0 1 0 0,0 1 0 0 0,1-1 0 0 0,-1 0 0 0 0,0 0 0 0 0,0 0 0 0 0,0 0-1 0 0,0 0 1 0 0,0 0 0 0 0,1 0 0 0 0,-1 0 0 0 0,0 0 0 0 0,0 0-1 0 0,0 0 1 0 0,0 0 0 0 0,1 0 0 0 0,-1 0 0 0 0,0 0 0 0 0,0 0 0 0 0,0 0-1 0 0,0 0 1 0 0,0 0 0 0 0,1 0 0 0 0,-1 0 0 0 0,0-1 0 0 0,0 1-1 0 0,0 0 1 0 0,0 0 0 0 0,0 0 0 0 0,0 0 0 0 0,1 0 0 0 0,-1 0 0 0 0,0 0-1 0 0,0 0 1 0 0,0-1 0 0 0,0 1 0 0 0,0 0 0 0 0,0 0 0 0 0,0 0-1 0 0,0 0 1 0 0,0 0 0 0 0,0-1 0 0 0,0 1 0 0 0,1 0 0 0 0,-1 0 0 0 0,0 0-1 0 0,0 0 1 0 0,0 0 0 0 0,0-1 0 0 0,0 1 0 0 0,0 0 0 0 0,0 0-1 0 0,0 0 1 0 0,0 0 0 0 0,0 0 0 0 0,-1-1 0 0 0,1 1 0 0 0,0 0 0 0 0,35 142 1477 0 0,-12-38-964 0 0,-17-83-321 0 0,6 31 1161 0 0,35 85 0 0 0,-47-135-364 0 0,15-28-140 0 0,3-12-81 0 0,-1 0 1 0 0,14-52-1 0 0,-2 5-249 0 0,-6 23-260 0 0,-12 30-720 0 0,1 0-1 0 0,2 1 1 0 0,23-42 0 0 0,-24 62-2161 0 0,-5 10-3656 0 0,6 6 3021 0 0</inkml:trace>
</inkml:ink>
</file>

<file path=ppt/ink/ink4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2:50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71 677 716 0 0,'8'-7'776'0'0,"35"-32"2888"0"0,-37 32-3050 0 0,1 0 0 0 0,-1-1 0 0 0,0 1 0 0 0,-1-1 0 0 0,0-1 0 0 0,8-17 0 0 0,-6 8 673 0 0,-1-1 0 0 0,5-32 0 0 0,-9 43-952 0 0,-2 7-283 0 0,1-1 0 0 0,-1 0 0 0 0,0 1 0 0 0,0-1 0 0 0,0 0-1 0 0,0 1 1 0 0,0-1 0 0 0,0 0 0 0 0,-1 1 0 0 0,1-1 0 0 0,-1 1 0 0 0,1-1 0 0 0,-1 1 0 0 0,1-1 0 0 0,-1 0 0 0 0,0 1 0 0 0,0 0 0 0 0,1-1 0 0 0,-1 1-1 0 0,0 0 1 0 0,0-1 0 0 0,-1 1 0 0 0,1 0 0 0 0,0 0 0 0 0,0 0 0 0 0,-1 0 0 0 0,1 0 0 0 0,0 0 0 0 0,-1 0 0 0 0,1 0 0 0 0,-1 1 0 0 0,1-1 0 0 0,-1 1 0 0 0,1-1-1 0 0,-4 0 1 0 0,1 0-8 0 0,0 0-1 0 0,0 0 1 0 0,0 1-1 0 0,1 0 1 0 0,-1-1-1 0 0,0 1 1 0 0,0 1-1 0 0,0-1 1 0 0,0 0-1 0 0,0 1 1 0 0,0 0-1 0 0,0 0 1 0 0,-4 2-1 0 0,0 1-13 0 0,1 1-1 0 0,0-1 1 0 0,0 1-1 0 0,0 1 1 0 0,0 0-1 0 0,1 0 0 0 0,0 0 1 0 0,1 0-1 0 0,-1 1 1 0 0,1 0-1 0 0,0 0 1 0 0,1 0-1 0 0,0 1 1 0 0,0 0-1 0 0,1 0 1 0 0,-1 0-1 0 0,-2 14 1 0 0,4-16-31 0 0,1 0 0 0 0,0 1 1 0 0,1-1-1 0 0,-1 0 0 0 0,1 1 1 0 0,1-1-1 0 0,-1 1 0 0 0,1-1 1 0 0,0 0-1 0 0,0 0 0 0 0,1 1 1 0 0,0-1-1 0 0,0 0 0 0 0,0 0 1 0 0,1-1-1 0 0,0 1 1 0 0,0 0-1 0 0,0-1 0 0 0,1 0 1 0 0,0 0-1 0 0,0 0 0 0 0,0 0 1 0 0,1 0-1 0 0,8 7 0 0 0,-9-10-2 0 0,0 0-1 0 0,1-1 1 0 0,-1 1-1 0 0,0-1 1 0 0,0 0 0 0 0,1 0-1 0 0,-1 0 1 0 0,1-1-1 0 0,-1 1 1 0 0,1-1 0 0 0,-1 0-1 0 0,1 0 1 0 0,-1-1-1 0 0,0 1 1 0 0,1-1-1 0 0,-1 0 1 0 0,9-3 0 0 0,6-2-43 0 0,0-1 0 0 0,27-13 0 0 0,66-40-79 0 0,-59 30 38 0 0,1 3 0 0 0,74-28 0 0 0,-125 54 73 0 0,1 0 0 0 0,-1 0 0 0 0,0 0-1 0 0,1 0 1 0 0,-1 0 0 0 0,1 1 0 0 0,-1-1-1 0 0,1 1 1 0 0,-1 0 0 0 0,1 0 0 0 0,-1 1-1 0 0,1-1 1 0 0,-1 1 0 0 0,1-1 0 0 0,-1 1-1 0 0,0 0 1 0 0,1 0 0 0 0,-1 1 0 0 0,0-1-1 0 0,0 1 1 0 0,0-1 0 0 0,0 1 0 0 0,0 0-1 0 0,0 0 1 0 0,0 1 0 0 0,-1-1 0 0 0,1 1-1 0 0,2 2 1 0 0,-3-1-24 0 0,1 1 0 0 0,0 0 0 0 0,-1-1 0 0 0,0 1 0 0 0,0 0 0 0 0,0 0 0 0 0,-1 1 0 0 0,1-1 0 0 0,-1 0 0 0 0,-1 0 0 0 0,1 1 0 0 0,-1-1 0 0 0,0 0 0 0 0,0 1 0 0 0,0-1-1 0 0,-1 0 1 0 0,-1 8 0 0 0,1-12 26 0 0,1 0 0 0 0,-1-1 0 0 0,1 1 0 0 0,0 0 0 0 0,-1 0 0 0 0,1 0 0 0 0,0 0 0 0 0,0 0 0 0 0,0 0 0 0 0,-1-1 0 0 0,1 1 0 0 0,0 0 0 0 0,0 0 0 0 0,0 0 0 0 0,1 0 0 0 0,-1 0 0 0 0,0 0 0 0 0,0 0 0 0 0,0 0 0 0 0,1-1 0 0 0,-1 1 0 0 0,0 0 0 0 0,1 0 0 0 0,-1 0 0 0 0,1-1 0 0 0,-1 1 0 0 0,1 0 0 0 0,0 0 0 0 0,0-1 7 0 0,1 0-1 0 0,-1-1 1 0 0,0 1 0 0 0,1-1 0 0 0,-1 1-1 0 0,0-1 1 0 0,1 0 0 0 0,-1 1-1 0 0,0-1 1 0 0,0 0 0 0 0,0 0-1 0 0,1 0 1 0 0,-1 0 0 0 0,0 0-1 0 0,1-2 1 0 0,50-60 44 0 0,-47 56-67 0 0,27-33 26 0 0,-2-1 0 0 0,-1-1 0 0 0,-3-2 0 0 0,-1-1 0 0 0,20-54 0 0 0,-36 77-10 0 0,27-92 129 0 0,-33 103-50 0 0,-1-1 0 0 0,0 1 0 0 0,-1-1 0 0 0,0 1 0 0 0,0-1 0 0 0,-2 0 0 0 0,-2-20-1 0 0,3 31-65 0 0,0 1-1 0 0,0 0 0 0 0,-1-1 1 0 0,1 1-1 0 0,0 0 0 0 0,0-1 1 0 0,0 1-1 0 0,-1 0 0 0 0,1 0 0 0 0,0-1 1 0 0,0 1-1 0 0,-1 0 0 0 0,1 0 1 0 0,0-1-1 0 0,0 1 0 0 0,-1 0 1 0 0,1 0-1 0 0,0 0 0 0 0,-1 0 1 0 0,1-1-1 0 0,0 1 0 0 0,-1 0 0 0 0,1 0 1 0 0,0 0-1 0 0,-1 0 0 0 0,1 0 1 0 0,0 0-1 0 0,-1 0 0 0 0,1 0 1 0 0,-1 0-1 0 0,1 0 0 0 0,0 0 0 0 0,-1 0 1 0 0,1 0-1 0 0,0 0 0 0 0,-1 0 1 0 0,1 1-1 0 0,0-1 0 0 0,-1 0 1 0 0,1 0-1 0 0,0 0 0 0 0,-1 0 1 0 0,1 1-1 0 0,0-1 0 0 0,0 0 0 0 0,-1 0 1 0 0,1 1-1 0 0,-7 3-2 0 0,0 1 0 0 0,1 0 0 0 0,0 0 0 0 0,0 0 0 0 0,0 1 0 0 0,1 0 0 0 0,0 0 0 0 0,0 0 0 0 0,0 1 0 0 0,1 0 0 0 0,0 0 0 0 0,-5 13 0 0 0,4-7 1 0 0,1 0-1 0 0,0 0 1 0 0,1 1 0 0 0,0 0-1 0 0,1-1 1 0 0,1 1 0 0 0,0 14-1 0 0,2-7-35 0 0,0 0 0 0 0,1 0-1 0 0,1 0 1 0 0,2 0-1 0 0,-1-1 1 0 0,2 0 0 0 0,1 0-1 0 0,1 0 1 0 0,18 34-1 0 0,-12-34-103 0 0,1 0 1 0 0,1-2-1 0 0,0 0 0 0 0,31 26 0 0 0,1 2-533 0 0,-47-46 664 0 0,-1 1 0 0 0,0-1 0 0 0,1 0 0 0 0,-1 0 0 0 0,0 0 0 0 0,1 1 0 0 0,-1-1 0 0 0,0 0 0 0 0,0 0 0 0 0,1 1 0 0 0,-1-1 0 0 0,0 0 0 0 0,0 0 0 0 0,1 1 0 0 0,-1-1 0 0 0,0 0 0 0 0,0 1 0 0 0,0-1 0 0 0,0 1 0 0 0,1-1 0 0 0,-1 0 0 0 0,0 1 0 0 0,0-1 0 0 0,0 0 0 0 0,0 1 0 0 0,0-1 0 0 0,0 0 0 0 0,0 1 0 0 0,0-1 0 0 0,0 1 0 0 0,0-1 0 0 0,0 0 0 0 0,0 1 0 0 0,-1-1 0 0 0,1 0 0 0 0,0 1 0 0 0,0-1 0 0 0,0 0 0 0 0,0 1 0 0 0,-1-1 0 0 0,1 0 0 0 0,0 1 0 0 0,0-1 0 0 0,-1 0 0 0 0,1 1 0 0 0,-23 3-111 0 0,-33-11 92 0 0,34 0-205 0 0,-12-4 24 0 0,12 8-6813 0 0</inkml:trace>
</inkml:ink>
</file>

<file path=ppt/ink/ink4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2:50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48 1012 0 0,'-23'-26'4994'0'0,"22"26"-4905"0"0,-46-19 3243 0 0,46 19-3270 0 0,-1-1-1 0 0,1 1 1 0 0,0-1 0 0 0,0 1 0 0 0,0 0 0 0 0,0 0 0 0 0,-1 0 0 0 0,1-1 0 0 0,0 1-1 0 0,0 0 1 0 0,0 0 0 0 0,-1 1 0 0 0,1-1 0 0 0,0 0 0 0 0,0 0 0 0 0,0 1 0 0 0,-1-1-1 0 0,1 0 1 0 0,0 1 0 0 0,0-1 0 0 0,0 1 0 0 0,0 0 0 0 0,0-1 0 0 0,0 1 0 0 0,0 0-1 0 0,0-1 1 0 0,0 1 0 0 0,0 0 0 0 0,0 0 0 0 0,1 0 0 0 0,-1 0 0 0 0,0 0 0 0 0,1 0-1 0 0,-1 0 1 0 0,0 0 0 0 0,1 0 0 0 0,0 0 0 0 0,-1 1 0 0 0,1-1 0 0 0,-1 0 0 0 0,1 0-1 0 0,0 0 1 0 0,0 3 0 0 0,0 6 74 0 0,0 1 0 0 0,1 0 0 0 0,0 0 0 0 0,1-1 0 0 0,0 1 0 0 0,1-1 0 0 0,0 1 0 0 0,1-1 0 0 0,6 14 0 0 0,11 55 610 0 0,-21-78-706 0 0,0 1-1 0 0,0-1 1 0 0,-1 0-1 0 0,1 0 1 0 0,-1 0-1 0 0,1 1 1 0 0,-1-1-1 0 0,0 0 1 0 0,1 0-1 0 0,-1 0 1 0 0,0 0-1 0 0,0 0 1 0 0,0 0-1 0 0,0 0 1 0 0,0-1-1 0 0,0 1 1 0 0,0 0-1 0 0,0 0 1 0 0,0-1-1 0 0,0 1 0 0 0,0-1 1 0 0,-2 2-1 0 0,-15 6-1269 0 0,3-5-6616 0 0</inkml:trace>
</inkml:ink>
</file>

<file path=ppt/ink/ink4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2:51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7 20 0 0,'17'-7'13688'0'0,"-16"13"-13602"0"0,0 0 0 0 0,0-1 0 0 0,-1 1 0 0 0,0 0 0 0 0,0-1 0 0 0,-1 1 0 0 0,0 0 0 0 0,0-1 0 0 0,0 1 0 0 0,0-1 0 0 0,-1 0 0 0 0,0 1 0 0 0,0-1 0 0 0,0 0 0 0 0,-1 0 0 0 0,0 0 0 0 0,0 0 0 0 0,0-1 0 0 0,-1 1 0 0 0,-5 6 0 0 0,5-7-706 0 0,0-1 0 0 0,-1 1 0 0 0,1-1 0 0 0,0 0 0 0 0,-1 0 1 0 0,0 0-1 0 0,0-1 0 0 0,0 0 0 0 0,0 0 0 0 0,0 0 0 0 0,0 0 0 0 0,0-1 0 0 0,-1 0 0 0 0,-6 1 0 0 0,-8-1-2875 0 0</inkml:trace>
</inkml:ink>
</file>

<file path=ppt/ink/ink4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2:51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83 572 0 0,'1'-10'1762'0'0,"0"0"-1"0"0,1 0 1 0 0,0 1-1 0 0,1-1 1 0 0,4-12-1 0 0,-6 20-1223 0 0,2-8 189 0 0</inkml:trace>
</inkml:ink>
</file>

<file path=ppt/ink/ink4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2:51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88 0 0,'4'27'3016'0'0,"-6"-21"-2455"0"0,1 0 1 0 0,1 1 0 0 0,-1-1 0 0 0,1 0-1 0 0,0 1 1 0 0,1 6 0 0 0,-1-12-20 0 0,1 1-267 0 0,0-1 0 0 0,-1 1 0 0 0,1-1 0 0 0,0 0 0 0 0,0 0-1 0 0,-1 1 1 0 0,1-1 0 0 0,0 0 0 0 0,0 0 0 0 0,0 0 0 0 0,1 0 0 0 0,0 2 0 0 0,59-23 1954 0 0,-49 15-1875 0 0,1 0 1 0 0,-1 2-1 0 0,1-1 0 0 0,0 1 0 0 0,0 1 1 0 0,14-1-1 0 0,-26 3-401 0 0,0 0 1 0 0,0 0-1 0 0,0 0 0 0 0,0 1 1 0 0,0-1-1 0 0,0 0 0 0 0,0 1 1 0 0,0-1-1 0 0,0 0 1 0 0,0 1-1 0 0,0 0 0 0 0,0-1 1 0 0,0 1-1 0 0,0-1 0 0 0,0 1 1 0 0,-1 0-1 0 0,1-1 1 0 0,0 1-1 0 0,0 0 0 0 0,-1 0 1 0 0,1 0-1 0 0,-1 0 0 0 0,1 0 1 0 0,0 0-1 0 0,-1 0 1 0 0,0 0-1 0 0,1 0 0 0 0,-1 0 1 0 0,0 0-1 0 0,1 0 0 0 0,-1 0 1 0 0,0 0-1 0 0,0 0 1 0 0,0 0-1 0 0,0 0 0 0 0,0 0 1 0 0,0 0-1 0 0,0 0 1 0 0,0 0-1 0 0,-1 0 0 0 0,1 0 1 0 0,-1 2-1 0 0,-13 47-6673 0 0,13-48 5503 0 0,-4 12-2110 0 0</inkml:trace>
</inkml:ink>
</file>

<file path=ppt/ink/ink4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2:53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319 339 776 0 0,'-19'-56'12193'0'0,"17"63"-11731"0"0,-12 48 185 0 0,-69 306 1595 0 0,78-331-2365 0 0,-2 0 0 0 0,-1-1 0 0 0,-22 56-1 0 0,29-84 38 0 0,1 0 0 0 0,-1 0-1 0 0,0 0 1 0 0,1 0-1 0 0,-1 0 1 0 0,0 0-1 0 0,0 0 1 0 0,1 0-1 0 0,-1 0 1 0 0,0 0 0 0 0,0 0-1 0 0,0 0 1 0 0,0-1-1 0 0,0 1 1 0 0,-1 0-1 0 0,1-1 1 0 0,0 1-1 0 0,0-1 1 0 0,0 1-1 0 0,0-1 1 0 0,-1 0 0 0 0,1 0-1 0 0,0 1 1 0 0,0-1-1 0 0,-1 0 1 0 0,1 0-1 0 0,-1 0 1 0 0,-2-1-120 0 0,1 1 0 0 0,-1-1 1 0 0,1 0-1 0 0,-1-1 0 0 0,1 1 0 0 0,0 0 0 0 0,0-1 0 0 0,0 0 1 0 0,-5-3-1 0 0,-4-4-637 0 0,1 0-1 0 0,0-1 1 0 0,-16-19 0 0 0,25 26 735 0 0,0 2 41 0 0,1-1-1 0 0,-1 0 1 0 0,0 0 0 0 0,1 0-1 0 0,-1 1 1 0 0,1-2 0 0 0,0 1-1 0 0,-1 0 1 0 0,1 0 0 0 0,0 0-1 0 0,0 0 1 0 0,1-1 0 0 0,-1 1-1 0 0,0 0 1 0 0,1-1 0 0 0,-1 1-1 0 0,1-1 1 0 0,0 1 0 0 0,0-1-1 0 0,0 1 1 0 0,0-3 0 0 0,3 2 46 0 0,1 0 0 0 0,-1 1 0 0 0,1-1 0 0 0,-1 1 0 0 0,1 0 0 0 0,0 0 0 0 0,-1 0 0 0 0,1 1 0 0 0,0-1 1 0 0,0 1-1 0 0,0 0 0 0 0,1 0 0 0 0,5 0 0 0 0,-2-1 0 0 0,282-64-268 0 0,26-8 174 0 0,-268 60 117 0 0,-1-3 0 0 0,0-2 0 0 0,-2-2 0 0 0,63-38 0 0 0,-92 48 20 0 0,0 0 1 0 0,-1-1-1 0 0,0 0 1 0 0,-1-2-1 0 0,-1 1 1 0 0,0-2-1 0 0,-1 0 1 0 0,0 0-1 0 0,15-29 1 0 0,-21 32 128 0 0,0 0 0 0 0,-1-1 0 0 0,0 1 0 0 0,-1-1 0 0 0,-1 0 0 0 0,0 0 1 0 0,-1 0-1 0 0,0-1 0 0 0,-1 1 0 0 0,0-1 0 0 0,-1 1 0 0 0,-1 0 0 0 0,0-1 1 0 0,-5-21-1 0 0,5 32-73 0 0,-1-6 249 0 0,0-1 0 0 0,0 1 0 0 0,-1 0 1 0 0,0 0-1 0 0,-1 1 0 0 0,0-1 0 0 0,0 1 0 0 0,-8-11 0 0 0,11 17 106 0 0,-16 23-226 0 0,9-5-145 0 0,0 1 0 0 0,1 0 0 0 0,0 0-1 0 0,2 1 1 0 0,0 0 0 0 0,1 0 0 0 0,-1 19 0 0 0,-3 5 98 0 0,-20 106 362 0 0,-47 183 377 0 0,54-263 1155 0 0,25-73-1940 0 0,64-96-34 0 0,-67 100-154 0 0,15-3-154 0 0,2 9 100 0 0,-1 1 1 0 0,26 13-1 0 0,-27-11 67 0 0,1-1 1 0 0,-1-1-1 0 0,34 9 0 0 0,-32-12 62 0 0,0 0 0 0 0,0-2 0 0 0,0 0-1 0 0,1-1 1 0 0,-1-1 0 0 0,0 0-1 0 0,0-1 1 0 0,0-1 0 0 0,0-1 0 0 0,-1-1-1 0 0,1 0 1 0 0,-1-1 0 0 0,0-1 0 0 0,-1-1-1 0 0,0 0 1 0 0,0-1 0 0 0,0-1-1 0 0,-1 0 1 0 0,-1-1 0 0 0,0-1 0 0 0,15-16-1 0 0,7-15 449 0 0,-35 42-400 0 0,-3 1-50 0 0,-1 1 1 0 0,1-1 0 0 0,-1 1-1 0 0,0-1 1 0 0,1 1 0 0 0,0 0-1 0 0,-1 0 1 0 0,1 0-1 0 0,0 0 1 0 0,-1 0 0 0 0,-2 3-1 0 0,-2 0 0 0 0,1-1-1 0 0,1 1 0 0 0,0 0 1 0 0,0 0-1 0 0,0 0 0 0 0,0 1 1 0 0,1 0-1 0 0,-1 0 0 0 0,1 0 1 0 0,0 0-1 0 0,1 1 0 0 0,-1-1 1 0 0,1 1-1 0 0,0 0 0 0 0,1 0 1 0 0,-1 0-1 0 0,1 0 0 0 0,0 1 1 0 0,1-1-1 0 0,-2 10 0 0 0,4-11 3 0 0,-1-3 2 0 0,0-1 1 0 0,1 1-1 0 0,-1-1 0 0 0,1 1 0 0 0,-1-1 1 0 0,1 1-1 0 0,0-1 0 0 0,0 0 0 0 0,-1 1 1 0 0,1-1-1 0 0,0 0 0 0 0,0 0 0 0 0,0 0 1 0 0,0 1-1 0 0,1-1 0 0 0,-1 0 1 0 0,0-1-1 0 0,0 1 0 0 0,1 0 0 0 0,-1 0 1 0 0,1 0-1 0 0,-1-1 0 0 0,0 1 0 0 0,1-1 1 0 0,-1 1-1 0 0,1-1 0 0 0,-1 1 0 0 0,1-1 1 0 0,2 0-1 0 0,44-6 38 0 0,-37 4-23 0 0,86-21 44 0 0,-78 17-46 0 0,0 0 0 0 0,1 2 0 0 0,-1 0-1 0 0,1 1 1 0 0,0 1 0 0 0,0 0 0 0 0,0 2 0 0 0,38 4-1 0 0,-54-3-5 0 0,-1-1 0 0 0,1 1 0 0 0,-1 1 0 0 0,1-1 0 0 0,-1 0 0 0 0,0 1 0 0 0,0 0-1 0 0,1 0 1 0 0,-1 0 0 0 0,-1 0 0 0 0,1 0 0 0 0,0 1 0 0 0,0-1 0 0 0,-1 1 0 0 0,0 0-1 0 0,1 0 1 0 0,-1 0 0 0 0,0 0 0 0 0,2 5 0 0 0,-3-6-51 0 0,0 0 0 0 0,-1 0 1 0 0,1 1-1 0 0,-1-1 0 0 0,0 0 0 0 0,0 1 0 0 0,0-1 1 0 0,0 0-1 0 0,0 1 0 0 0,0-1 0 0 0,0 0 0 0 0,-1 0 1 0 0,0 1-1 0 0,1-1 0 0 0,-1 0 0 0 0,0 0 0 0 0,0 0 1 0 0,0 1-1 0 0,0-1 0 0 0,0 0 0 0 0,0-1 0 0 0,-1 1 1 0 0,1 0-1 0 0,-1 0 0 0 0,1 0 0 0 0,-1-1 0 0 0,0 1 1 0 0,0-1-1 0 0,0 1 0 0 0,0-1 0 0 0,-3 2 0 0 0,-21 11-2250 0 0,-3-7-3808 0 0,11-6 2404 0 0</inkml:trace>
</inkml:ink>
</file>

<file path=ppt/ink/ink4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2:53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19 1256 0 0,'-13'-18'9349'0'0,"4"26"-6651"0"0,-8 15-8743 0 0,5-13 1963 0 0</inkml:trace>
</inkml:ink>
</file>

<file path=ppt/ink/ink4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2:55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0 853 672 0 0,'0'0'2206'0'0,"5"-1"-1478"0"0,59-22 1324 0 0,35-33-476 0 0,-40 22-793 0 0,23-12-80 0 0,-3-2-1 0 0,-2-5 0 0 0,-2-2 1 0 0,-3-4-1 0 0,76-79 0 0 0,-131 120-571 0 0,0-1-1 0 0,-2-1 1 0 0,0 0-1 0 0,-1-1 1 0 0,-1 0-1 0 0,-1-1 0 0 0,-1 0 1 0 0,-1-1-1 0 0,10-33 1 0 0,-19 51-120 0 0,1 1 0 0 0,-2-1 1 0 0,1 1-1 0 0,0-1 0 0 0,-1 1 0 0 0,0-1 1 0 0,0 0-1 0 0,0 1 0 0 0,0-1 0 0 0,-1 1 0 0 0,0-1 1 0 0,0 1-1 0 0,0-1 0 0 0,-1 1 0 0 0,1 0 1 0 0,-1-1-1 0 0,0 1 0 0 0,0 0 0 0 0,-5-7 1 0 0,5 11-37 0 0,1-1 1 0 0,-1 1 0 0 0,0 0 0 0 0,1-1 0 0 0,-1 1 0 0 0,1 0-1 0 0,-1 0 1 0 0,0 0 0 0 0,1 0 0 0 0,-1 1 0 0 0,1-1 0 0 0,-1 0-1 0 0,0 1 1 0 0,1-1 0 0 0,-1 1 0 0 0,1-1 0 0 0,-1 1 0 0 0,1 0-1 0 0,0 0 1 0 0,-1-1 0 0 0,1 1 0 0 0,0 0 0 0 0,-1 0 0 0 0,1 1-1 0 0,0-1 1 0 0,0 0 0 0 0,0 0 0 0 0,0 0 0 0 0,0 1 0 0 0,0-1-1 0 0,0 2 1 0 0,-2 3-28 0 0,0 1 0 0 0,1-1 0 0 0,0 1 0 0 0,1-1 0 0 0,0 1 0 0 0,0-1 0 0 0,0 1 0 0 0,0 0 0 0 0,1-1 0 0 0,1 1 0 0 0,-1 0 0 0 0,3 10 1 0 0,20 81-208 0 0,-23-96 252 0 0,19 50-96 0 0,37 77 0 0 0,4 9-134 0 0,-57-129 200 0 0,0 0 1 0 0,-1-1-1 0 0,0 1 0 0 0,0 0 1 0 0,-1 0-1 0 0,0 17 0 0 0,-1-24 34 0 0,0 0 1 0 0,0 1-1 0 0,0-1 0 0 0,-1 0 0 0 0,1 1 0 0 0,-1-1 0 0 0,1 0 0 0 0,-1 0 1 0 0,0 0-1 0 0,0 1 0 0 0,0-1 0 0 0,0 0 0 0 0,0 0 0 0 0,0 0 1 0 0,-1 0-1 0 0,1-1 0 0 0,0 1 0 0 0,-1 0 0 0 0,0-1 0 0 0,1 1 0 0 0,-1 0 1 0 0,0-1-1 0 0,0 0 0 0 0,0 0 0 0 0,0 1 0 0 0,0-1 0 0 0,0 0 0 0 0,0-1 1 0 0,-1 1-1 0 0,1 0 0 0 0,-3 0 0 0 0,-2 0 44 0 0,0 0 0 0 0,0-1 0 0 0,0 0-1 0 0,0 0 1 0 0,0-1 0 0 0,0 0 0 0 0,1 0 0 0 0,-1-1 0 0 0,0 0 0 0 0,0 0 0 0 0,1 0-1 0 0,-13-7 1 0 0,17 8-108 0 0,0 0 0 0 0,0 0-1 0 0,0 0 1 0 0,0-1 0 0 0,0 1 0 0 0,0 0-1 0 0,0-1 1 0 0,0 0 0 0 0,1 1 0 0 0,-1-1-1 0 0,1 0 1 0 0,-1 0 0 0 0,1 0-1 0 0,0 0 1 0 0,0 0 0 0 0,0 0 0 0 0,0 0-1 0 0,0-1 1 0 0,0 1 0 0 0,1 0 0 0 0,-1-1-1 0 0,1 1 1 0 0,-1 0 0 0 0,1-1 0 0 0,0 1-1 0 0,0 0 1 0 0,0-1 0 0 0,0 1-1 0 0,0 0 1 0 0,1-1 0 0 0,-1 1 0 0 0,1 0-1 0 0,0-1 1 0 0,-1 1 0 0 0,1 0 0 0 0,0 0-1 0 0,0 0 1 0 0,0 0 0 0 0,1 0-1 0 0,1-3 1 0 0,21-26-4407 0 0,-7 13 1912 0 0</inkml:trace>
</inkml:ink>
</file>

<file path=ppt/ink/ink4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2:56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7 417 10233 0 0,'-6'5'335'0'0,"6"-2"-274"0"0,6-5 472 0 0,26-11-193 0 0,0-1 0 0 0,40-26 0 0 0,-56 31-148 0 0,-1-1 0 0 0,0-1 0 0 0,-1-1 0 0 0,0 0 0 0 0,-1 0 0 0 0,21-27 0 0 0,-28 31-83 0 0,-1-1 0 0 0,0 0 0 0 0,0 0 1 0 0,5-15-1 0 0,-9 22-98 0 0,0 0-1 0 0,0 0 1 0 0,-1 0 0 0 0,1 0-1 0 0,-1 0 1 0 0,1-1 0 0 0,-1 1 0 0 0,0 0-1 0 0,0 0 1 0 0,0 0 0 0 0,0-1 0 0 0,0 1-1 0 0,0 0 1 0 0,-1 0 0 0 0,1 0 0 0 0,-1 0-1 0 0,0 0 1 0 0,1 0 0 0 0,-1-1 0 0 0,0 1-1 0 0,0 1 1 0 0,0-1 0 0 0,0 0 0 0 0,-1 0-1 0 0,1 0 1 0 0,0 1 0 0 0,-1-1 0 0 0,-2-2-1 0 0,3 3-12 0 0,-1-1-1 0 0,1 1 0 0 0,0 0 0 0 0,-1 0 1 0 0,1 0-1 0 0,-1 0 0 0 0,1 0 1 0 0,-1 0-1 0 0,0 0 0 0 0,1 0 1 0 0,-1 1-1 0 0,0-1 0 0 0,0 1 0 0 0,1-1 1 0 0,-1 1-1 0 0,0 0 0 0 0,0 0 1 0 0,0 0-1 0 0,1 0 0 0 0,-1 0 0 0 0,0 0 1 0 0,0 0-1 0 0,0 0 0 0 0,0 1 1 0 0,1-1-1 0 0,-1 1 0 0 0,0-1 0 0 0,1 1 1 0 0,-1 0-1 0 0,0 0 0 0 0,1 0 1 0 0,-1 0-1 0 0,1 0 0 0 0,-1 0 1 0 0,1 0-1 0 0,-1 0 0 0 0,1 0 0 0 0,0 1 1 0 0,0-1-1 0 0,0 1 0 0 0,0-1 1 0 0,0 1-1 0 0,0-1 0 0 0,-1 3 0 0 0,0 0-8 0 0,0 0 0 0 0,1 0-1 0 0,0 0 1 0 0,0 0 0 0 0,0 0-1 0 0,0 0 1 0 0,0 0-1 0 0,1 0 1 0 0,0 0 0 0 0,0 1-1 0 0,0-1 1 0 0,0 0-1 0 0,1 0 1 0 0,0 0 0 0 0,2 8-1 0 0,1-4 3 0 0,1 0 1 0 0,0-1-1 0 0,1 0 0 0 0,0 0 0 0 0,0-1 0 0 0,0 1 0 0 0,1-1 1 0 0,0-1-1 0 0,0 1 0 0 0,0-1 0 0 0,1-1 0 0 0,-1 1 1 0 0,1-1-1 0 0,0 0 0 0 0,1-1 0 0 0,-1 0 0 0 0,1 0 0 0 0,-1-1 1 0 0,1 0-1 0 0,0-1 0 0 0,0 1 0 0 0,12-1 0 0 0,3 0-10 0 0,-1-1 0 0 0,1-1-1 0 0,0-1 1 0 0,0-1 0 0 0,-1-2-1 0 0,0 0 1 0 0,28-10 0 0 0,-23 6 8 0 0,-1-2 0 0 0,-1-1-1 0 0,0-1 1 0 0,34-22 0 0 0,-52 30 14 0 0,-1 0 0 0 0,0-1-1 0 0,0 0 1 0 0,0 0-1 0 0,-1-1 1 0 0,0 0 0 0 0,0 0-1 0 0,-1 0 1 0 0,0-1 0 0 0,0 0-1 0 0,0 0 1 0 0,-1 0 0 0 0,-1 0-1 0 0,1-1 1 0 0,-1 1 0 0 0,-1-1-1 0 0,1 0 1 0 0,0-10 0 0 0,-2 17-5 0 0,-1 0 0 0 0,0-1 0 0 0,1 1 0 0 0,-1 0 0 0 0,0 0 0 0 0,0-1 0 0 0,-1 1-1 0 0,1 0 1 0 0,0 0 0 0 0,-1-1 0 0 0,1 1 0 0 0,-1 0 0 0 0,0 0 0 0 0,0 0 0 0 0,0 0 0 0 0,0 0 0 0 0,0 0 0 0 0,0 0 0 0 0,-1 0 0 0 0,1 0 0 0 0,0 0 0 0 0,-1 1 0 0 0,0-1 0 0 0,1 0 0 0 0,-1 1 0 0 0,0 0 0 0 0,0-1 0 0 0,0 1 0 0 0,-3-2 0 0 0,2 3-3 0 0,1-1 0 0 0,0 1 0 0 0,0 0 0 0 0,-1 0 0 0 0,1 0-1 0 0,0 1 1 0 0,0-1 0 0 0,0 0 0 0 0,-1 1 0 0 0,1 0 0 0 0,0-1 0 0 0,0 1 0 0 0,0 0-1 0 0,0 0 1 0 0,0 0 0 0 0,0 0 0 0 0,0 0 0 0 0,0 1 0 0 0,1-1 0 0 0,-1 1 0 0 0,0-1-1 0 0,1 1 1 0 0,-1-1 0 0 0,1 1 0 0 0,0 0 0 0 0,-1 0 0 0 0,1 0 0 0 0,0 0 0 0 0,0 0-1 0 0,-1 3 1 0 0,-11 23-22 0 0,2 0 0 0 0,0 1 0 0 0,-12 60 0 0 0,-8 98-39 0 0,25-145 64 0 0,-42 410 47 0 0,32-389-1129 0 0,9-60 109 0 0,12-46-8180 0 0</inkml:trace>
</inkml:ink>
</file>

<file path=ppt/ink/ink4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2:57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28 668 0 0,'0'0'2878'0'0,"0"18"2783"0"0,-8 57-4797 0 0,5-58-374 0 0,0 1 0 0 0,1-1 1 0 0,1 32-1 0 0,1-47 442 0 0,2-3-918 0 0,0 0-1 0 0,-1 1 1 0 0,1-1 0 0 0,0-1 0 0 0,0 1 0 0 0,0 0-1 0 0,-1 0 1 0 0,1-1 0 0 0,-1 1 0 0 0,1 0 0 0 0,-1-1-1 0 0,2-2 1 0 0,0 2 15 0 0,25-21 173 0 0,-18 14-175 0 0,0 0 0 0 0,0 1 0 0 0,1 1 0 0 0,1 0 0 0 0,-1 0 0 0 0,15-5 0 0 0,2 3-41 0 0,1 1 1 0 0,0 1-1 0 0,0 1 1 0 0,39-1 0 0 0,37-8-235 0 0,-69 3 259 0 0,-35 11-3 0 0,0 0 1 0 0,-1 1-1 0 0,1-1 1 0 0,0 0-1 0 0,0 1 0 0 0,0-1 1 0 0,-1 0-1 0 0,1 0 1 0 0,-1 0-1 0 0,1 0 1 0 0,0 0-1 0 0,-1 0 1 0 0,0 0-1 0 0,1 0 1 0 0,-1 0-1 0 0,1 0 1 0 0,-1 0-1 0 0,0 0 0 0 0,0 0 1 0 0,0 0-1 0 0,0 0 1 0 0,0 0-1 0 0,0 0 1 0 0,0 0-1 0 0,0 0 1 0 0,0 0-1 0 0,0 0 1 0 0,0 0-1 0 0,-1-2 1 0 0,0 1 13 0 0,-2-3-3 0 0,-9-11 25 0 0,11 16-47 0 0,1-1 0 0 0,0 1 1 0 0,0 0-1 0 0,0-1 0 0 0,-1 1 0 0 0,1 0 0 0 0,0 0 0 0 0,-1-1 0 0 0,1 1 0 0 0,0 0 0 0 0,0 0 1 0 0,-1-1-1 0 0,1 1 0 0 0,0 0 0 0 0,-1 0 0 0 0,1 0 0 0 0,-1 0 0 0 0,1 0 0 0 0,0 0 1 0 0,-1-1-1 0 0,1 1 0 0 0,0 0 0 0 0,-1 0 0 0 0,1 0 0 0 0,0 0 0 0 0,-1 0 0 0 0,1 0 1 0 0,-1 1-1 0 0,1-1 0 0 0,0 0 0 0 0,-1 0 0 0 0,1 0 0 0 0,0 0 0 0 0,-1 0 0 0 0,1 0 1 0 0,0 1-1 0 0,-1-1 0 0 0,1 0 0 0 0,0 0 0 0 0,-1 0 0 0 0,1 1 0 0 0,-1 0 2 0 0,0 1 0 0 0,0-1 0 0 0,0 0 0 0 0,0 1 0 0 0,0-1 0 0 0,1 1 0 0 0,-1-1 0 0 0,1 1 0 0 0,-1 0 0 0 0,1-1 0 0 0,-1 1 0 0 0,1-1 0 0 0,0 1 0 0 0,0 0 0 0 0,0-1 0 0 0,0 1 0 0 0,0 0 0 0 0,0-1 0 0 0,0 1 0 0 0,1 0 0 0 0,-1-1 0 0 0,1 1 0 0 0,-1-1 0 0 0,1 1 0 0 0,-1 0 0 0 0,1-1 0 0 0,0 0 0 0 0,0 1 0 0 0,0-1 0 0 0,0 1 0 0 0,0-1 0 0 0,0 0 0 0 0,0 0 0 0 0,0 0-1 0 0,0 1 1 0 0,3 0 0 0 0,0 2-1 0 0,-2 0 7 0 0,1 0 0 0 0,0-1 0 0 0,0 0 0 0 0,0 0 0 0 0,1 0-1 0 0,-1 0 1 0 0,1 0 0 0 0,-1-1 0 0 0,1 1 0 0 0,0-1 0 0 0,0 0 0 0 0,0-1-1 0 0,0 1 1 0 0,1 0 0 0 0,-1-1 0 0 0,0 0 0 0 0,1 0 0 0 0,-1-1 0 0 0,1 1-1 0 0,-1-1 1 0 0,0 0 0 0 0,1 0 0 0 0,-1 0 0 0 0,1 0 0 0 0,-1-1 0 0 0,7-1-1 0 0,6-3 5 0 0,1-1-1 0 0,-1 0 0 0 0,0-1 0 0 0,-1-1 0 0 0,27-16 0 0 0,-41 23-14 0 0,0 1 0 0 0,0-1 0 0 0,0 0 0 0 0,0 1 0 0 0,0-1 0 0 0,0 1 0 0 0,0 0 0 0 0,0-1 0 0 0,0 1 0 0 0,0 0 0 0 0,0 0 0 0 0,0 1 0 0 0,0-1 0 0 0,0 0 0 0 0,1 1 0 0 0,-1-1 0 0 0,2 2 0 0 0,36 16 33 0 0,-20-8 6 0 0,-14-8-97 0 0,1 0 0 0 0,-1-1 0 0 0,1 0 1 0 0,0 0-1 0 0,0 0 0 0 0,0-1 0 0 0,0 0 1 0 0,-1 0-1 0 0,1-1 0 0 0,0 0 1 0 0,11-2-1 0 0,-7 0-1931 0 0,-1-1 0 0 0,1 1 0 0 0,17-10 0 0 0,-17 5-721 0 0</inkml:trace>
</inkml:ink>
</file>

<file path=ppt/ink/ink4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2:57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41 580 0 0,'0'0'2939'0'0,"-13"-10"-844"0"0,13 10-1947 0 0,0-1-1 0 0,-1 1 1 0 0,1-1-1 0 0,0 1 1 0 0,0 0 0 0 0,-1 0-1 0 0,1-1 1 0 0,-1 1-1 0 0,1 0 1 0 0,0-1 0 0 0,-1 1-1 0 0,1 0 1 0 0,-1 0-1 0 0,1 0 1 0 0,0 0 0 0 0,-1-1-1 0 0,1 1 1 0 0,-1 0-1 0 0,1 0 1 0 0,-1 0 0 0 0,1 0-1 0 0,-1 0 1 0 0,1 0-1 0 0,-1 0 1 0 0,1 0 0 0 0,-1 0-1 0 0,1 0 1 0 0,0 0 0 0 0,-1 0-1 0 0,1 1 1 0 0,-1-1-1 0 0,0 0 1 0 0,1 2-106 0 0,-1 0-1 0 0,1 0 1 0 0,-1 0 0 0 0,1-1 0 0 0,0 1-1 0 0,0 0 1 0 0,0 0 0 0 0,0 0-1 0 0,0 0 1 0 0,0-1 0 0 0,0 1 0 0 0,1 0-1 0 0,-1 0 1 0 0,1 0 0 0 0,-1-1-1 0 0,1 1 1 0 0,0 0 0 0 0,0-1-1 0 0,0 1 1 0 0,0 0 0 0 0,0-1 0 0 0,0 1-1 0 0,0-1 1 0 0,2 3 0 0 0,2-1 24 0 0,-1 1 1 0 0,1-1-1 0 0,-1 0 1 0 0,1 0 0 0 0,0 0-1 0 0,0-1 1 0 0,0 0-1 0 0,8 3 1 0 0,7 0 42 0 0,0 0 0 0 0,0-2 1 0 0,0 0-1 0 0,22 0 0 0 0,-22-2-46 0 0,1-1 1 0 0,0-1-1 0 0,-1-1 0 0 0,22-5 0 0 0,-34 5 113 0 0,0-1 0 0 0,0 1 0 0 0,0-1-1 0 0,0-1 1 0 0,0 0 0 0 0,-1 0 0 0 0,1 0 0 0 0,-1-1 0 0 0,0 0-1 0 0,-1 0 1 0 0,1-1 0 0 0,6-8 0 0 0,-12 13-36 0 0,0-1 0 0 0,0 0-1 0 0,0 0 1 0 0,0 0 0 0 0,0 0 0 0 0,0-1 0 0 0,-1 1 0 0 0,1 0 0 0 0,-1 0 0 0 0,0 0 0 0 0,1-3 0 0 0,4-16 1422 0 0,-4 20-1114 0 0,-1 6-366 0 0,2 3-286 0 0,0 0 0 0 0,0-1 0 0 0,1 1 0 0 0,0 0 0 0 0,0-1 0 0 0,1 0 0 0 0,-1 0 0 0 0,2 0 0 0 0,-1 0 0 0 0,1-1 0 0 0,9 11 0 0 0,-6-10-1191 0 0,0 1 0 0 0,0-1 0 0 0,0-1 0 0 0,1 1-1 0 0,12 5 1 0 0,17 5-3232 0 0</inkml:trace>
</inkml:ink>
</file>

<file path=ppt/ink/ink4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00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137 359 968 0 0,'0'0'3434'0'0,"2"3"-2751"0"0,1 12-277 0 0,-1 0 0 0 0,0 0 0 0 0,-1 1 1 0 0,-1-1-1 0 0,0 0 0 0 0,-4 24 0 0 0,1 7 165 0 0,14 272 1923 0 0,-4-202-1522 0 0,-7-77-52 0 0,-2-31 3409 0 0,-8-15-4184 0 0,1-1 0 0 0,0 0 0 0 0,0 0 0 0 0,1-1 0 0 0,0-1 0 0 0,0 1 1 0 0,1-1-1 0 0,0 0 0 0 0,1-1 0 0 0,0 0 0 0 0,1 0 0 0 0,0 0 1 0 0,0 0-1 0 0,-4-20 0 0 0,-3-15 125 0 0,2 0 0 0 0,-7-73 0 0 0,14 78-142 0 0,1 0 1 0 0,2 0-1 0 0,11-81 1 0 0,-6 95-96 0 0,0 0 1 0 0,2 1-1 0 0,2 0 1 0 0,0 0 0 0 0,1 1-1 0 0,28-48 1 0 0,-29 60-48 0 0,1 1 0 0 0,0-1-1 0 0,1 2 1 0 0,1-1 0 0 0,0 1 0 0 0,0 1 0 0 0,1 0-1 0 0,0 1 1 0 0,1 1 0 0 0,0 0 0 0 0,0 0 0 0 0,1 2-1 0 0,-1 0 1 0 0,2 0 0 0 0,15-3 0 0 0,-14 5-9 0 0,-1 0 1 0 0,0 1-1 0 0,1 1 1 0 0,-1 1-1 0 0,1 0 1 0 0,0 1-1 0 0,-1 1 1 0 0,1 0-1 0 0,0 1 1 0 0,-1 1-1 0 0,0 1 1 0 0,0 0-1 0 0,0 1 1 0 0,21 10-1 0 0,-29-11-8 0 0,0 0 0 0 0,0 1 0 0 0,0 1 0 0 0,0-1 0 0 0,-1 1 0 0 0,0 0 0 0 0,0 1-1 0 0,-1 0 1 0 0,0 0 0 0 0,0 0 0 0 0,0 1 0 0 0,-1-1 0 0 0,0 1 0 0 0,-1 1 0 0 0,7 15 0 0 0,-9-17 8 0 0,0 0 0 0 0,-1 0 0 0 0,0 0 1 0 0,0 0-1 0 0,0 0 0 0 0,-1 0 1 0 0,0 0-1 0 0,-1 0 0 0 0,1 0 0 0 0,-1 0 1 0 0,-1 0-1 0 0,1 0 0 0 0,-1 0 1 0 0,0-1-1 0 0,-1 1 0 0 0,0 0 0 0 0,0-1 1 0 0,0 0-1 0 0,-1 0 0 0 0,-8 11 0 0 0,-5 4-145 0 0,0-1 0 0 0,-1-1 0 0 0,-1-1-1 0 0,-1-1 1 0 0,-1 0 0 0 0,0-1-1 0 0,-27 14 1 0 0,30-21-766 0 0,0 0-1 0 0,0-1 1 0 0,-1 0 0 0 0,0-2-1 0 0,-39 8 1 0 0,53-12 232 0 0,-9-1-248 0 0,3-3-4209 0 0,-3-4 1980 0 0</inkml:trace>
</inkml:ink>
</file>

<file path=ppt/ink/ink4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01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 64 0 0,'15'-7'595'0'0,"0"1"0"0"0,1 1 0 0 0,-1 0 1 0 0,1 1-1 0 0,0 0 0 0 0,0 2 0 0 0,1 0 0 0 0,19 0 0 0 0,-32 2-501 0 0,0 0-1 0 0,1 0 1 0 0,-1 1-1 0 0,1-1 1 0 0,-1 1-1 0 0,0 0 1 0 0,0 1-1 0 0,1-1 0 0 0,-1 1 1 0 0,0 0-1 0 0,0 0 1 0 0,-1 0-1 0 0,1 0 1 0 0,0 1-1 0 0,-1-1 1 0 0,1 1-1 0 0,-1 0 1 0 0,0 0-1 0 0,0 0 0 0 0,0 1 1 0 0,0-1-1 0 0,-1 1 1 0 0,1-1-1 0 0,-1 1 1 0 0,0 0-1 0 0,0 0 1 0 0,0 0-1 0 0,-1 0 1 0 0,1 0-1 0 0,-1 0 1 0 0,0 1-1 0 0,0-1 0 0 0,-1 0 1 0 0,1 1-1 0 0,-1 4 1 0 0,0-1-12 0 0,0-1 0 0 0,0 0 1 0 0,-1 1-1 0 0,0-1 0 0 0,0 0 1 0 0,-1 0-1 0 0,0 0 0 0 0,-3 8 1 0 0,-6 26 477 0 0,10-39 237 0 0,5-6-804 0 0,26-31-312 0 0,2 1 0 0 0,1 2 0 0 0,1 2 0 0 0,68-47 0 0 0,-100 76 304 0 0,-1 0-1 0 0,0 1 1 0 0,1-1 0 0 0,-1 1 0 0 0,1 0 0 0 0,-1-1 0 0 0,1 1-1 0 0,-1 0 1 0 0,1 0 0 0 0,-1 0 0 0 0,0 0 0 0 0,1 0-1 0 0,-1 0 1 0 0,1 0 0 0 0,-1 1 0 0 0,1-1 0 0 0,-1 0-1 0 0,0 1 1 0 0,1-1 0 0 0,-1 1 0 0 0,1 0 0 0 0,-1-1 0 0 0,0 1-1 0 0,0 0 1 0 0,0 0 0 0 0,1 0 0 0 0,-1 0 0 0 0,0 0-1 0 0,2 2 1 0 0,35 45-173 0 0,-11-12 333 0 0,-26-35-43 0 0,0 0-1 0 0,0 0 1 0 0,-1-1-1 0 0,1 1 1 0 0,0 0 0 0 0,0 0-1 0 0,0-1 1 0 0,0 1-1 0 0,0-1 1 0 0,0 1-1 0 0,0-1 1 0 0,0 1 0 0 0,0-1-1 0 0,0 0 1 0 0,0 1-1 0 0,0-1 1 0 0,0 0 0 0 0,1 0-1 0 0,-1 0 1 0 0,0 0-1 0 0,0 0 1 0 0,0 0-1 0 0,0 0 1 0 0,0 0 0 0 0,1 0-1 0 0,-1-1 1 0 0,1 0-1 0 0,0 0 3 0 0,-1 0 0 0 0,0 0 0 0 0,0 0 0 0 0,0 0 0 0 0,0-1 0 0 0,0 1 0 0 0,0 0 0 0 0,0-1 0 0 0,-1 1 0 0 0,1-1 0 0 0,0 1-1 0 0,-1-1 1 0 0,1 1 0 0 0,-1-1 0 0 0,0 0 0 0 0,0 1 0 0 0,1-1 0 0 0,-1 1 0 0 0,0-1 0 0 0,0 0 0 0 0,0 1 0 0 0,0-1 0 0 0,-1-2 0 0 0,0-2 90 0 0,0-1 0 0 0,0 1 1 0 0,-1-1-1 0 0,1 1 0 0 0,-2 0 0 0 0,-3-10 1 0 0,5 14-378 0 0,-1-1 0 0 0,1 1 1 0 0,-1-1-1 0 0,1 1 0 0 0,-1 0 1 0 0,0-1-1 0 0,0 1 0 0 0,0 0 1 0 0,0 0-1 0 0,-3-1 0 0 0,3 2-778 0 0,-8 3-1482 0 0</inkml:trace>
</inkml:ink>
</file>

<file path=ppt/ink/ink4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01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0 732 0 0,'0'0'7093'0'0,"1"4"-6646"0"0,14 60 1138 0 0,-13-52-1357 0 0,1 1 0 0 0,-1 0 1 0 0,2-1-1 0 0,0 0 0 0 0,9 20 0 0 0,-10-27-135 0 0,-1 0 1 0 0,1-1-1 0 0,0 1 1 0 0,0-1-1 0 0,0 0 1 0 0,1 0-1 0 0,-1 0 1 0 0,8 6-1 0 0,-8-9-51 0 0,-1 0 0 0 0,0 0 0 0 0,1 0 0 0 0,-1 0 0 0 0,1-1 0 0 0,-1 1 0 0 0,1-1 0 0 0,-1 1 0 0 0,1-1 0 0 0,-1 0 0 0 0,1 0-1 0 0,-1 0 1 0 0,1 0 0 0 0,-1-1 0 0 0,1 1 0 0 0,-1-1 0 0 0,1 1 0 0 0,-1-1 0 0 0,1 0 0 0 0,2-2 0 0 0,6-2 106 0 0,-1 0 1 0 0,0-1-1 0 0,-1 0 1 0 0,0-1-1 0 0,0 0 1 0 0,0-1-1 0 0,-1 0 1 0 0,0 0-1 0 0,13-18 1 0 0,5-9 1395 0 0,-25 34-1408 0 0,-1 1-129 0 0,0 0-1 0 0,0-1 1 0 0,0 1 0 0 0,0 0-1 0 0,0 0 1 0 0,0 0 0 0 0,0-1 0 0 0,0 1-1 0 0,0 0 1 0 0,0 0 0 0 0,0-1-1 0 0,0 1 1 0 0,0 0 0 0 0,0 0 0 0 0,0 0-1 0 0,0-1 1 0 0,0 1 0 0 0,0 0 0 0 0,0 0-1 0 0,1 0 1 0 0,-1-1 0 0 0,0 1-1 0 0,0 0 1 0 0,0 0 0 0 0,0 0 0 0 0,0 0-1 0 0,1-1 1 0 0,-1 1 0 0 0,0 0-1 0 0,0 0 1 0 0,0 0 0 0 0,0 0 0 0 0,1 0-1 0 0,-1 0 1 0 0,0 0 0 0 0,0-1-1 0 0,0 1 1 0 0,1 0 0 0 0,-1 0 0 0 0,0 0-1 0 0,0 0 1 0 0,0 0 0 0 0,1 0 0 0 0,-1 0-1 0 0,0 0 1 0 0,0 0 0 0 0,1 0-1 0 0,-1 0 1 0 0,0 0 0 0 0,12 7 45 0 0,0-2 0 0 0,1 1 0 0 0,-1-2 0 0 0,1 0-1 0 0,0 0 1 0 0,0-1 0 0 0,1-1 0 0 0,-1 0 0 0 0,1-1 0 0 0,-1 0 0 0 0,0-1 0 0 0,1 0 0 0 0,-1-2 0 0 0,1 1 0 0 0,-1-2 0 0 0,25-7 0 0 0,-35 10 218 0 0,17-4 901 0 0,-15 5-4314 0 0,-6 7 3090 0 0,-8 15-8972 0 0</inkml:trace>
</inkml:ink>
</file>

<file path=ppt/ink/ink4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02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1 139 732 0 0,'13'-99'11447'0'0,"-13"60"-10903"0"0,10 61-2835 0 0,0-2-2827 0 0,-6-8 2128 0 0</inkml:trace>
</inkml:ink>
</file>

<file path=ppt/ink/ink4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02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134 429 892 0 0,'0'0'1060'0'0,"-5"-4"-4"0"0,4 2-844 0 0,-1 0 0 0 0,0 0 1 0 0,0 0-1 0 0,0 1 0 0 0,-1-1 1 0 0,1 1-1 0 0,0-1 0 0 0,-1 1 1 0 0,1 0-1 0 0,-1 0 0 0 0,1 0 0 0 0,-1 0 1 0 0,0 0-1 0 0,1 0 0 0 0,-1 1 1 0 0,0 0-1 0 0,1-1 0 0 0,-1 1 1 0 0,0 0-1 0 0,0 0 0 0 0,1 0 1 0 0,-1 1-1 0 0,0-1 0 0 0,1 1 1 0 0,-1-1-1 0 0,0 1 0 0 0,1 0 1 0 0,-1 0-1 0 0,1 0 0 0 0,-1 0 1 0 0,1 1-1 0 0,0-1 0 0 0,-1 1 1 0 0,-1 1-1 0 0,0 0-127 0 0,1 1 0 0 0,-1-1 1 0 0,1 1-1 0 0,0-1 0 0 0,0 1 0 0 0,0 0 1 0 0,1 0-1 0 0,-1 0 0 0 0,1 1 0 0 0,0-1 0 0 0,0 0 1 0 0,1 1-1 0 0,-1 0 0 0 0,1-1 0 0 0,0 1 1 0 0,0 0-1 0 0,1-1 0 0 0,-1 1 0 0 0,1 0 1 0 0,0 0-1 0 0,0 0 0 0 0,1-1 0 0 0,1 7 0 0 0,-2-9-72 0 0,0-1 0 0 0,1 0-1 0 0,-1 1 1 0 0,1-1 0 0 0,-1 0-1 0 0,1 1 1 0 0,0-1 0 0 0,-1 0-1 0 0,1 0 1 0 0,0 1 0 0 0,0-1-1 0 0,0 0 1 0 0,0 0 0 0 0,0 0-1 0 0,0 0 1 0 0,0 0 0 0 0,0 0-1 0 0,1-1 1 0 0,-1 1 0 0 0,0 0-1 0 0,1 0 1 0 0,-1-1 0 0 0,0 1-1 0 0,1-1 1 0 0,-1 1 0 0 0,0-1-1 0 0,1 0 1 0 0,-1 0 0 0 0,1 1-1 0 0,-1-1 1 0 0,1 0 0 0 0,-1 0-1 0 0,1-1 1 0 0,-1 1 0 0 0,0 0-1 0 0,1 0 1 0 0,-1-1 0 0 0,1 1-1 0 0,-1 0 1 0 0,0-1 0 0 0,1 0-1 0 0,1 0 1 0 0,4-2 43 0 0,0-1 0 0 0,0 0 0 0 0,0 0 0 0 0,0 0 0 0 0,-1-1 0 0 0,9-7 0 0 0,12-19 114 0 0,0 0 0 0 0,-3-2 0 0 0,-1-1 0 0 0,-1-1 0 0 0,-2 0 0 0 0,-1-2 0 0 0,20-55 0 0 0,-32 70-4 0 0,0-1 1 0 0,5-29 0 0 0,4-16 1034 0 0,-16 68-1178 0 0,1-1 1 0 0,-1 1 0 0 0,1-1 0 0 0,-1 1 0 0 0,0-1 0 0 0,1 1 0 0 0,-1-1 0 0 0,0 1 0 0 0,0-1 0 0 0,0 0 0 0 0,1 1 0 0 0,-1-1 0 0 0,0 1-1 0 0,0-1 1 0 0,0 0 0 0 0,0 1 0 0 0,0-1 0 0 0,0 1 0 0 0,0-1 0 0 0,0 0 0 0 0,0 1 0 0 0,0-1 0 0 0,0 1 0 0 0,-1-1 0 0 0,1 0 0 0 0,0 1-1 0 0,0-1 1 0 0,0 1 0 0 0,-1-1 0 0 0,1 1 0 0 0,0-1 0 0 0,-1 1 0 0 0,1-1 0 0 0,-1 1 0 0 0,0-1 0 0 0,-19 14 151 0 0,12-4-184 0 0,-1 0 1 0 0,1 1-1 0 0,-10 17 1 0 0,12-14-29 0 0,1 0 0 0 0,1 0 0 0 0,0 1 1 0 0,0-1-1 0 0,2 1 0 0 0,0 0 0 0 0,0 0 1 0 0,1 0-1 0 0,1 0 0 0 0,0 0 0 0 0,1 0 1 0 0,5 26-1 0 0,-5-32-5 0 0,1 0 0 0 0,0 0-1 0 0,0 0 1 0 0,1-1 0 0 0,0 1 0 0 0,0-1 0 0 0,1 1 0 0 0,0-1-1 0 0,0 0 1 0 0,0 0 0 0 0,1-1 0 0 0,0 0 0 0 0,1 1 0 0 0,-1-2 0 0 0,1 1-1 0 0,0-1 1 0 0,1 0 0 0 0,-1 0 0 0 0,1 0 0 0 0,0-1 0 0 0,0 0-1 0 0,0-1 1 0 0,12 5 0 0 0,-13-7 101 0 0,0 0-1 0 0,0-1 1 0 0,0 1-1 0 0,0-1 0 0 0,-1-1 1 0 0,1 1-1 0 0,0-1 1 0 0,0 0-1 0 0,0 0 1 0 0,0-1-1 0 0,0 1 1 0 0,-1-1-1 0 0,1-1 1 0 0,-1 1-1 0 0,1-1 1 0 0,-1 0-1 0 0,0 0 1 0 0,0-1-1 0 0,0 1 1 0 0,-1-1-1 0 0,1 0 1 0 0,-1 0-1 0 0,0-1 0 0 0,0 1 1 0 0,0-1-1 0 0,-1 0 1 0 0,0 0-1 0 0,0 0 1 0 0,5-10-1 0 0,-8 14-36 0 0,0 0 0 0 0,0 1 0 0 0,0-1 0 0 0,0 0 0 0 0,0 1 0 0 0,1-1 0 0 0,-1 0 0 0 0,0 1-1 0 0,0-1 1 0 0,1 0 0 0 0,-1 1 0 0 0,1-1 0 0 0,-1 0 0 0 0,0 1 0 0 0,1-1 0 0 0,-1 1 0 0 0,1-1 0 0 0,-1 1-1 0 0,1-1 1 0 0,0 1 0 0 0,-1 0 0 0 0,1-1 0 0 0,-1 1 0 0 0,1-1 0 0 0,0 1 0 0 0,-1 0 0 0 0,1 0 0 0 0,0-1 0 0 0,0 1-1 0 0,-1 0 1 0 0,1 0 0 0 0,0 0 0 0 0,-1 0 0 0 0,1 0 0 0 0,0 0 0 0 0,0 0 0 0 0,-1 0 0 0 0,1 0 0 0 0,0 0 0 0 0,-1 0-1 0 0,1 1 1 0 0,0-1 0 0 0,0 0 0 0 0,-1 0 0 0 0,1 1 0 0 0,-1-1 0 0 0,1 0 0 0 0,0 1 0 0 0,-1-1 0 0 0,1 1-1 0 0,-1-1 1 0 0,1 1 0 0 0,-1-1 0 0 0,2 2 0 0 0,27 43-2065 0 0,-15-20 934 0 0,-7-18 569 0 0,0 0 0 0 0,0 0 0 0 0,0 0 0 0 0,1-1 0 0 0,-1 0 0 0 0,13 7-1 0 0,30 11-5302 0 0,-23-13 2366 0 0</inkml:trace>
</inkml:ink>
</file>

<file path=ppt/ink/ink4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03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15 1224 0 0,'11'-14'14367'0'0,"-10"38"-13832"0"0,-1 1-1 0 0,0 0 1 0 0,-2-1-1 0 0,-6 26 0 0 0,6-37-1568 0 0,-1 0 0 0 0,-1 1 0 0 0,0-1 0 0 0,-1 0 0 0 0,-8 14-1 0 0,3-24-4945 0 0</inkml:trace>
</inkml:ink>
</file>

<file path=ppt/ink/ink4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03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64 732 0 0,'10'-61'11852'0'0,"-9"59"-10620"0"0,2 1-3488 0 0,-3 1 2159 0 0,0 0 0 0 0,1 1 0 0 0,-1-1 1 0 0,1 0-1 0 0,-1 0 0 0 0,0 0 0 0 0,1 0 0 0 0,-1 0 1 0 0,0 0-1 0 0,1 1 0 0 0,-1-1 0 0 0,0 0 1 0 0,1 0-1 0 0,-1 1 0 0 0,0-1 0 0 0,0 0 0 0 0,1 0 1 0 0,-1 1-1 0 0,0-1 0 0 0,0 0 0 0 0,1 1 1 0 0,-1-1-1 0 0,0 0 0 0 0,0 1 0 0 0,4 13-3946 0 0,-3-2 1178 0 0</inkml:trace>
</inkml:ink>
</file>

<file path=ppt/ink/ink4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03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64 0 0,'-6'43'4555'0'0,"-4"33"1355"0"0,10-76-5854 0 0,0 0 0 0 0,0 0 0 0 0,0 0 1 0 0,0-1-1 0 0,1 1 0 0 0,-1 0 0 0 0,0 0 0 0 0,0 0 0 0 0,0 0 0 0 0,0 0 1 0 0,0-1-1 0 0,1 1 0 0 0,-1 0 0 0 0,0 0 0 0 0,0 0 0 0 0,0 0 1 0 0,0 0-1 0 0,1 0 0 0 0,-1 0 0 0 0,0 0 0 0 0,0-1 0 0 0,0 1 0 0 0,1 0 1 0 0,-1 0-1 0 0,0 0 0 0 0,0 0 0 0 0,0 0 0 0 0,1 0 0 0 0,-1 0 1 0 0,0 0-1 0 0,0 0 0 0 0,0 0 0 0 0,1 1 0 0 0,-1-1 0 0 0,0 0 0 0 0,0 0 1 0 0,0 0-1 0 0,0 0 0 0 0,1 0 0 0 0,-1 0 0 0 0,0 0 0 0 0,0 0 0 0 0,0 0 1 0 0,0 1-1 0 0,1-1 0 0 0,-1 0 0 0 0,0 0 0 0 0,0 0 0 0 0,0 0 1 0 0,0 1-1 0 0,0-1 0 0 0,0 0 0 0 0,0 0 0 0 0,1 0 0 0 0,-1 0 0 0 0,0 1 1 0 0,0-1-1 0 0,0 0 0 0 0,0 0 0 0 0,0 0 0 0 0,0 1 0 0 0,0-1 1 0 0,0 0-1 0 0,0 0 0 0 0,0 0 0 0 0,0 1 0 0 0,0-1 0 0 0,0 0 0 0 0,0 0 1 0 0,14-20 245 0 0,-1 4 437 0 0,-12 14-537 0 0,3 4-192 0 0,43 29-1304 0 0,-18-10-1340 0 0,1-5-3566 0 0,-18-11 3055 0 0</inkml:trace>
</inkml:ink>
</file>

<file path=ppt/ink/ink4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04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672 453 260 0 0,'87'-155'3340'0'0,"-77"132"-2646"0"0,-1-1 0 0 0,-1 1 0 0 0,0-1 0 0 0,-2-1 1 0 0,3-26-1 0 0,-8 42-372 0 0,0 0-1 0 0,-1 0 1 0 0,0 1 0 0 0,-1-1 0 0 0,0 0 0 0 0,0 1 0 0 0,-1-1 0 0 0,0 1-1 0 0,0-1 1 0 0,-1 1 0 0 0,-4-9 0 0 0,6 16-280 0 0,0-1 1 0 0,0 1-1 0 0,0 0 0 0 0,0 0 0 0 0,-1 0 1 0 0,1 0-1 0 0,0 0 0 0 0,0 0 0 0 0,-1 0 1 0 0,1 1-1 0 0,-1-1 0 0 0,1 0 0 0 0,-1 1 1 0 0,1-1-1 0 0,-1 1 0 0 0,1-1 0 0 0,-1 1 1 0 0,1 0-1 0 0,-1 0 0 0 0,0 0 0 0 0,1 0 0 0 0,-1 0 1 0 0,1 0-1 0 0,-1 0 0 0 0,0 0 0 0 0,1 1 1 0 0,-1-1-1 0 0,1 0 0 0 0,-1 1 0 0 0,1 0 1 0 0,-1-1-1 0 0,1 1 0 0 0,0 0 0 0 0,-3 1 1 0 0,-4 3 2 0 0,1 0 0 0 0,-1 1 0 0 0,1-1 0 0 0,-10 11 0 0 0,-39 48 142 0 0,2 3-1 0 0,4 1 0 0 0,-64 116 0 0 0,93-150-141 0 0,-4 7 12 0 0,-14 21 27 0 0,3 1 0 0 0,3 2 0 0 0,-31 85 1 0 0,31-60 34 0 0,5 0 1 0 0,3 2-1 0 0,-22 173 1 0 0,43-219-73 0 0,0 17 72 0 0,-2 1 0 0 0,-18 71 0 0 0,24-133-106 0 0,0-1 0 0 0,0 0 0 0 0,-1 1 0 0 0,1-1 0 0 0,0 1 0 0 0,-1-1 0 0 0,1 0 0 0 0,-1 1 0 0 0,1-1 0 0 0,-1 0 0 0 0,0 0 0 0 0,0 1 0 0 0,1-1 0 0 0,-1 0 0 0 0,0 0 0 0 0,0 0 0 0 0,0 0 0 0 0,-2 2 0 0 0,2-4-17 0 0,1 1 1 0 0,-1 0 0 0 0,0-1 0 0 0,1 1-1 0 0,-1-1 1 0 0,0 1 0 0 0,1-1 0 0 0,-1 1-1 0 0,1-1 1 0 0,-1 1 0 0 0,1-1 0 0 0,0 0-1 0 0,-1 1 1 0 0,1-1 0 0 0,-1 0 0 0 0,1 1-1 0 0,0-1 1 0 0,0 0 0 0 0,-1 1 0 0 0,1-1-1 0 0,0 0 1 0 0,0 0 0 0 0,0-1 0 0 0,-2-5-69 0 0,0-1 1 0 0,1 1-1 0 0,0-1 1 0 0,0 0 0 0 0,1 1-1 0 0,1-9 1 0 0,4-7-61 0 0,2 1 0 0 0,0 1-1 0 0,2-1 1 0 0,0 2 0 0 0,1-1 0 0 0,1 1-1 0 0,1 0 1 0 0,1 1 0 0 0,1 1 0 0 0,0 0-1 0 0,1 1 1 0 0,1 1 0 0 0,32-26 0 0 0,-1 5 1 0 0,2 3 0 0 0,1 1 0 0 0,2 3 0 0 0,61-26 0 0 0,-28 17 1857 0 0,-83 39-1554 0 0,34 30-49 0 0,-33-28-85 0 0,0 0-1 0 0,1-1 0 0 0,-1 0 1 0 0,1 1-1 0 0,0-1 1 0 0,-1-1-1 0 0,1 1 0 0 0,0 0 1 0 0,0-1-1 0 0,-1 0 0 0 0,1 0 1 0 0,0 0-1 0 0,5-1 0 0 0,-7 0 11 0 0,-1 0-1 0 0,1 0 0 0 0,-1 0 0 0 0,1 0 0 0 0,-1 0 0 0 0,1 0 1 0 0,-1 0-1 0 0,0 0 0 0 0,1 0 0 0 0,-1-1 0 0 0,0 1 0 0 0,0-1 1 0 0,0 1-1 0 0,0-1 0 0 0,0 1 0 0 0,0-1 0 0 0,0 0 0 0 0,-1 1 1 0 0,1-1-1 0 0,-1 0 0 0 0,1 1 0 0 0,-1-1 0 0 0,0 0 0 0 0,1 0 1 0 0,-1 0-1 0 0,0 1 0 0 0,0-1 0 0 0,0 0 0 0 0,0 0 0 0 0,-1 0 1 0 0,1 1-1 0 0,-1-4 0 0 0,0-1-76 0 0,0 0 1 0 0,0 0 0 0 0,0 0-1 0 0,0 0 1 0 0,-1 1-1 0 0,0-1 1 0 0,0 0-1 0 0,-6-8 1 0 0,7 12-592 0 0,-6 1-1195 0 0,4-1-165 0 0</inkml:trace>
</inkml:ink>
</file>

<file path=ppt/ink/ink4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04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88 0 0,'38'7'5717'0'0,"-31"-3"-5234"0"0,-1 1-1 0 0,0 0 0 0 0,0 0 1 0 0,0 1-1 0 0,-1 0 0 0 0,1 0 1 0 0,-2 0-1 0 0,1 0 1 0 0,6 13-1 0 0,-10-18-175 0 0,1 1 71 0 0,-2-1-309 0 0,0-1 0 0 0,0 1 0 0 0,0-1 0 0 0,1 0 0 0 0,-1 1 0 0 0,0-1 0 0 0,0 1 0 0 0,1-1 0 0 0,-1 0 0 0 0,0 1 0 0 0,1-1 0 0 0,-1 0 0 0 0,1 1 0 0 0,-1-1 0 0 0,0 0 0 0 0,1 1 0 0 0,-1-1 0 0 0,1 0 0 0 0,-1 0 0 0 0,1 0 0 0 0,-1 1 0 0 0,0-1 0 0 0,1 0 0 0 0,-1 0 0 0 0,1 0 0 0 0,-1 0 0 0 0,1 0 0 0 0,-1 0 0 0 0,1 0 0 0 0,0 0 0 0 0,5-8-541 0 0,0 1 0 0 0,-1-1 1 0 0,0 0-1 0 0,5-11 1 0 0,8-12-5375 0 0,-11 20 2893 0 0</inkml:trace>
</inkml:ink>
</file>

<file path=ppt/ink/ink4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04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0 548 0 0,'3'2'238'0'0,"0"0"0"0"0,0 0 0 0 0,0 0 1 0 0,0 1-1 0 0,-1-1 0 0 0,1 1 0 0 0,-1 0 0 0 0,1-1 0 0 0,-1 1 0 0 0,0 0 1 0 0,0 0-1 0 0,-1 0 0 0 0,1 1 0 0 0,-1-1 0 0 0,1 0 0 0 0,-1 1 0 0 0,0-1 1 0 0,0 1-1 0 0,-1-1 0 0 0,1 1 0 0 0,-1-1 0 0 0,1 1 0 0 0,-1-1 1 0 0,0 1-1 0 0,-1 5 0 0 0,0-3-77 0 0,0 1 0 0 0,0-1 0 0 0,-1 0 0 0 0,0 0 0 0 0,0 1 0 0 0,0-1 0 0 0,-1-1 0 0 0,0 1 0 0 0,0 0 0 0 0,0-1 0 0 0,-1 1 0 0 0,0-1 0 0 0,-5 5-1 0 0,8-9-38 0 0,1-1-111 0 0,0 0 0 0 0,0-1 0 0 0,0 1 0 0 0,0 0 0 0 0,0 0 0 0 0,0 0 0 0 0,0 0 0 0 0,0-1 0 0 0,0 1 0 0 0,0 0 1 0 0,0 0-1 0 0,0 0 0 0 0,0 0 0 0 0,0-1 0 0 0,0 1 0 0 0,0 0 0 0 0,0 0 0 0 0,0 0 0 0 0,-1 0 0 0 0,1-1 0 0 0,0 1 0 0 0,0 0 0 0 0,0 0 0 0 0,0 0 0 0 0,0 0 0 0 0,0 0 1 0 0,-1 0-1 0 0,1 0 0 0 0,0-1 0 0 0,0 1 0 0 0,0 0 0 0 0,0 0 0 0 0,-1 0 0 0 0,1 0 0 0 0,0 0 0 0 0,0 0 0 0 0,0 0 0 0 0,-1 0 0 0 0,1 0 0 0 0,0 0 0 0 0,0 0 0 0 0,0 0 1 0 0,0 0-1 0 0,-1 0 0 0 0,1 0 0 0 0,0 0 0 0 0,0 0 0 0 0,0 0 0 0 0,0 0 0 0 0,-1 1 0 0 0,1-1 0 0 0,0 0 0 0 0,0 0 0 0 0,0 0 0 0 0,0 0 0 0 0,-1 0 0 0 0,1 0 0 0 0,0 1 1 0 0,2-8-12 0 0,1 0 1 0 0,0 0 0 0 0,0 0 0 0 0,0 1-1 0 0,1 0 1 0 0,0-1 0 0 0,0 2 0 0 0,1-1-1 0 0,-1 0 1 0 0,1 1 0 0 0,1 0 0 0 0,-1 0-1 0 0,1 0 1 0 0,0 1 0 0 0,6-4 0 0 0,-2 1 23 0 0,0 0 1 0 0,0 1 0 0 0,1 1 0 0 0,-1 0 0 0 0,1 0 0 0 0,0 1 0 0 0,21-5 0 0 0,-29 9-21 0 0,0-1 0 0 0,0 1 1 0 0,0 0-1 0 0,0 0 0 0 0,0 0 1 0 0,0 0-1 0 0,0 0 0 0 0,0 1 1 0 0,0-1-1 0 0,-1 1 0 0 0,1 0 1 0 0,0 0-1 0 0,0 0 0 0 0,-1 0 1 0 0,1 0-1 0 0,0 1 0 0 0,-1-1 1 0 0,1 1-1 0 0,-1-1 0 0 0,0 1 1 0 0,1 0-1 0 0,-1 0 0 0 0,0 0 1 0 0,0 0-1 0 0,0 1 0 0 0,-1-1 1 0 0,1 0-1 0 0,0 1 0 0 0,-1-1 1 0 0,0 1-1 0 0,0 0 0 0 0,1 0 1 0 0,-2-1-1 0 0,1 1 0 0 0,0 0 1 0 0,0 5-1 0 0,2 8 27 0 0,-3-15 6 0 0,0 1 0 0 0,0-1 0 0 0,0 1 1 0 0,0-1-1 0 0,0 1 0 0 0,1 0 0 0 0,-1-1 1 0 0,0 1-1 0 0,1-1 0 0 0,-1 0 0 0 0,1 1 1 0 0,0-1-1 0 0,-1 1 0 0 0,1-1 0 0 0,0 0 0 0 0,0 1 1 0 0,0-1-1 0 0,0 0 0 0 0,0 0 0 0 0,3 2 1 0 0,-3-2 110 0 0,34-13 198 0 0,64-26 539 0 0,-97 37-877 0 0,-1 1-1 0 0,1-1 0 0 0,0 1 1 0 0,-1-1-1 0 0,1 1 1 0 0,-1 0-1 0 0,1 0 0 0 0,0 0 1 0 0,-1 0-1 0 0,1 0 1 0 0,-1 0-1 0 0,1 0 0 0 0,0 1 1 0 0,-1-1-1 0 0,1 0 1 0 0,-1 1-1 0 0,1-1 0 0 0,-1 1 1 0 0,1 0-1 0 0,-1 0 1 0 0,1-1-1 0 0,-1 1 0 0 0,0 0 1 0 0,1 0-1 0 0,-1 0 1 0 0,0 0-1 0 0,0 1 0 0 0,0-1 1 0 0,1 2-1 0 0,1 2-232 0 0,-1 0 0 0 0,0 0 1 0 0,0 0-1 0 0,-1 0 0 0 0,1 1 0 0 0,-1-1 0 0 0,0 6 0 0 0,7 25-6048 0 0</inkml:trace>
</inkml:ink>
</file>

<file path=ppt/ink/ink4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05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120 605 180 0 0,'0'0'5352'0'0,"-6"2"-4765"0"0,-17 9 605 0 0,1 1 1 0 0,-30 22 0 0 0,51-34-1149 0 0,0 0 1 0 0,0 1-1 0 0,1-1 1 0 0,-1 1 0 0 0,0-1-1 0 0,0 1 1 0 0,0-1-1 0 0,0 1 1 0 0,0 0-1 0 0,1-1 1 0 0,-1 1-1 0 0,0 0 1 0 0,1 0-1 0 0,-1 0 1 0 0,0-1-1 0 0,1 1 1 0 0,-1 0-1 0 0,1 0 1 0 0,-1 0-1 0 0,1 0 1 0 0,0 0 0 0 0,-1 0-1 0 0,1 0 1 0 0,0 0-1 0 0,0 0 1 0 0,0 0-1 0 0,0 0 1 0 0,0 0-1 0 0,0 0 1 0 0,0 0-1 0 0,0 0 1 0 0,0 0-1 0 0,0 0 1 0 0,0 0-1 0 0,1 0 1 0 0,-1 0-1 0 0,0 0 1 0 0,1 0 0 0 0,0 1-1 0 0,0-1-28 0 0,1 0 0 0 0,-1 0 0 0 0,1 0 0 0 0,0 0 0 0 0,-1 0 0 0 0,1-1 0 0 0,0 1 0 0 0,0 0 0 0 0,0-1 1 0 0,-1 0-1 0 0,1 1 0 0 0,0-1 0 0 0,0 0 0 0 0,0 0 0 0 0,0 0 0 0 0,-1 0 0 0 0,1 0 0 0 0,0-1 0 0 0,0 1 0 0 0,0-1 0 0 0,-1 1 0 0 0,1-1 0 0 0,3-1 0 0 0,23-8-118 0 0,15-4 117 0 0,-1-3 0 0 0,0-1 0 0 0,46-29 0 0 0,-64 31 166 0 0,-2-2 0 0 0,0-1 1 0 0,-1 0-1 0 0,-1-1 0 0 0,0-2 0 0 0,-2 0 0 0 0,-1 0 0 0 0,-1-2 1 0 0,0 0-1 0 0,-2-1 0 0 0,-1 0 0 0 0,-1-1 0 0 0,-1-1 1 0 0,-2 0-1 0 0,0 0 0 0 0,-2-1 0 0 0,-1 0 0 0 0,4-45 0 0 0,-7 49-33 0 0,-1 18-105 0 0,-1 0 0 0 0,0 0 1 0 0,0 0-1 0 0,0 0 0 0 0,-1 0 0 0 0,0 0 0 0 0,-1-1 1 0 0,1 1-1 0 0,-1 0 0 0 0,0 0 0 0 0,-2-7 0 0 0,-2 16-45 0 0,-4 3 3 0 0,0 1 0 0 0,0 1 0 0 0,0 0 0 0 0,1 0 0 0 0,0 0 0 0 0,1 1 1 0 0,0 0-1 0 0,0 1 0 0 0,-8 16 0 0 0,-3 8 5 0 0,-23 62 1 0 0,30-64-35 0 0,1 0 0 0 0,2 1 1 0 0,1-1-1 0 0,1 1 0 0 0,3 1 1 0 0,0-1-1 0 0,2 1 0 0 0,4 42 0 0 0,-1-48-5 0 0,7 50-199 0 0,-8-74 249 0 0,0 0 0 0 0,0 0 0 0 0,1 0-1 0 0,-1 0 1 0 0,1 0 0 0 0,0 0 0 0 0,0 0 0 0 0,0 0-1 0 0,1-1 1 0 0,-1 1 0 0 0,1-1 0 0 0,0 0 0 0 0,0 0-1 0 0,6 5 1 0 0,-7-8 59 0 0,0 1-1 0 0,0-1 1 0 0,0 0-1 0 0,0 0 1 0 0,0 0-1 0 0,0 0 1 0 0,0 0-1 0 0,1 0 1 0 0,-1 0-1 0 0,0-1 1 0 0,0 1 0 0 0,0-1-1 0 0,0 1 1 0 0,0-1-1 0 0,3-2 1 0 0,-3 2-106 0 0,4-1 304 0 0,1-2 0 0 0,-1 1 1 0 0,0-1-1 0 0,-1 0 0 0 0,1 0 1 0 0,-1 0-1 0 0,0-1 0 0 0,7-7 1 0 0,2-2-151 0 0,-13 13-448 0 0,1-6-465 0 0</inkml:trace>
</inkml:ink>
</file>

<file path=ppt/ink/ink4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05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78 356 0 0,'3'-9'2356'0'0,"3"1"0"0"0,0-3-55 0 0,0-1-1301 0 0,-4 6 1360 0 0,4-9-1760 0 0,-1 7-964 0 0,0 0-5597 0 0</inkml:trace>
</inkml:ink>
</file>

<file path=ppt/ink/ink4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06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31 404 0 0,'-24'-25'7805'0'0,"20"23"-7622"0"0,1 2 0 0 0,0-1-1 0 0,-1 0 1 0 0,1 1-1 0 0,-1-1 1 0 0,1 1 0 0 0,0 0-1 0 0,-1 0 1 0 0,1 0 0 0 0,-1 1-1 0 0,1-1 1 0 0,0 1-1 0 0,-1 0 1 0 0,1 0 0 0 0,0 0-1 0 0,-1 0 1 0 0,1 1-1 0 0,0-1 1 0 0,0 1 0 0 0,0 0-1 0 0,0-1 1 0 0,1 2-1 0 0,-4 2 1 0 0,-2 1 3 0 0,1 0 0 0 0,0 1 0 0 0,0 0-1 0 0,1 1 1 0 0,0 0 0 0 0,1 0 0 0 0,-6 9 0 0 0,10-16-163 0 0,1 0-1 0 0,-1-1 1 0 0,0 1 0 0 0,1 0 0 0 0,-1 0 0 0 0,1-1 0 0 0,0 1 0 0 0,-1 0 0 0 0,1 0 0 0 0,0 0 0 0 0,-1 0 0 0 0,1-1 0 0 0,0 1 0 0 0,0 0 0 0 0,0 0 0 0 0,0 0 0 0 0,0 0-1 0 0,0 0 1 0 0,0 0 0 0 0,0 0 0 0 0,0 0 0 0 0,0 0 0 0 0,0-1 0 0 0,1 1 0 0 0,-1 0 0 0 0,0 0 0 0 0,1 1 0 0 0,1-1-5 0 0,0 0 1 0 0,0-1 0 0 0,-1 1-1 0 0,1-1 1 0 0,0 1-1 0 0,0-1 1 0 0,0 0-1 0 0,-1 0 1 0 0,1 0 0 0 0,0 0-1 0 0,0 0 1 0 0,0 0-1 0 0,-1 0 1 0 0,1-1-1 0 0,2 0 1 0 0,79-22 256 0 0,-63 15 160 0 0,1 2 0 0 0,40-7 0 0 0,-28 17 66 0 0,20 17-71 0 0,-20-7-305 0 0,12-3-2685 0 0,-14-12-6060 0 0</inkml:trace>
</inkml:ink>
</file>

<file path=ppt/ink/ink4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06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 1648 0 0,'3'-8'3192'0'0,"1"-3"-383"0"0,2 3-421 0 0,1-3-536 0 0,6 4-1140 0 0,-3 0-844 0 0,3 6-1168 0 0,3 2-4445 0 0</inkml:trace>
</inkml:ink>
</file>

<file path=ppt/ink/ink4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09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443 476 692 0 0,'-1'-8'786'0'0,"1"-5"588"0"0,-1 1 0 0 0,-1-1 0 0 0,0 1 1 0 0,-1-1-1 0 0,-7-23 0 0 0,8 33-1258 0 0,1 0 0 0 0,0 1 0 0 0,-1-1 1 0 0,0 0-1 0 0,0 1 0 0 0,1-1 0 0 0,-1 1 0 0 0,-1 0 0 0 0,1-1 0 0 0,0 1 0 0 0,-1 0 0 0 0,1 0 0 0 0,-1 1 0 0 0,1-1 0 0 0,-1 0 1 0 0,0 1-1 0 0,0 0 0 0 0,0-1 0 0 0,0 1 0 0 0,0 1 0 0 0,0-1 0 0 0,0 0 0 0 0,0 1 0 0 0,0-1 0 0 0,0 1 0 0 0,0 0 0 0 0,0 0 1 0 0,0 0-1 0 0,-1 0 0 0 0,1 1 0 0 0,-5 0 0 0 0,-8 4-55 0 0,1-1 0 0 0,0 2 0 0 0,0 0 0 0 0,0 1 0 0 0,0 0 0 0 0,1 2 0 0 0,1-1 0 0 0,-1 2 0 0 0,-17 15 0 0 0,9-6 28 0 0,1 1-1 0 0,1 1 1 0 0,1 1-1 0 0,-27 39 1 0 0,38-49-48 0 0,1 0 1 0 0,0 1 0 0 0,1 0 0 0 0,-6 19 0 0 0,10-28-33 0 0,1 1-1 0 0,0 0 1 0 0,0-1 0 0 0,1 1 0 0 0,-1 0 0 0 0,1 0 0 0 0,0 0 0 0 0,0-1 0 0 0,1 1 0 0 0,-1 0 0 0 0,1 0 0 0 0,0-1 0 0 0,0 1 0 0 0,1-1 0 0 0,-1 1 0 0 0,4 5 0 0 0,-4-7-3 0 0,1 0 0 0 0,0 0-1 0 0,-1-1 1 0 0,1 1 0 0 0,0 0-1 0 0,0-1 1 0 0,0 0 0 0 0,1 0 0 0 0,-1 1-1 0 0,0-1 1 0 0,1 0 0 0 0,0-1 0 0 0,-1 1-1 0 0,1 0 1 0 0,0-1 0 0 0,0 0 0 0 0,0 1-1 0 0,0-1 1 0 0,0 0 0 0 0,5 0 0 0 0,-3 0 11 0 0,0-1 1 0 0,0-1-1 0 0,1 1 1 0 0,-1-1-1 0 0,0 1 1 0 0,0-1-1 0 0,0-1 1 0 0,-1 1-1 0 0,1-1 1 0 0,0 0-1 0 0,8-4 1 0 0,0-2 18 0 0,0-1 0 0 0,0 0 0 0 0,-1-1 0 0 0,0 0 0 0 0,-1 0 0 0 0,0-2 0 0 0,16-19 0 0 0,-24 27-33 0 0,8-10 8 0 0,0-1 1 0 0,-1 0-1 0 0,-1-1 0 0 0,0 0 0 0 0,-1 0 1 0 0,-1-1-1 0 0,10-33 0 0 0,-10 33-79 0 0,4 18-61 0 0,13 26-146 0 0,-14-16 212 0 0,-1-1-3 0 0,1 0-1 0 0,0-1 0 0 0,1 0 0 0 0,0-1 1 0 0,1-1-1 0 0,0 1 0 0 0,16 7 0 0 0,-20-13 58 0 0,-1 1-1 0 0,1-1 0 0 0,-1 0 0 0 0,1-1 0 0 0,-1 0 0 0 0,1 0 0 0 0,0 0 0 0 0,0-1 0 0 0,-1-1 0 0 0,1 1 0 0 0,0-1 0 0 0,-1 0 0 0 0,1-1 1 0 0,12-3-1 0 0,1-3 36 0 0,-1 0 1 0 0,1-2 0 0 0,-2 0 0 0 0,1-1 0 0 0,-1-1-1 0 0,-1 0 1 0 0,0-2 0 0 0,-1 0 0 0 0,-1-1-1 0 0,0 0 1 0 0,-1-2 0 0 0,0 0 0 0 0,-2 0 0 0 0,0-1-1 0 0,-1-1 1 0 0,-1 0 0 0 0,0-1 0 0 0,-2 0 0 0 0,0 0-1 0 0,-1-1 1 0 0,-1 0 0 0 0,4-26 0 0 0,-7 32 41 0 0,-1 0 0 0 0,-1-1 0 0 0,0 1 0 0 0,-1-1 0 0 0,-1 1 0 0 0,0-1 1 0 0,-1 0-1 0 0,-1 1 0 0 0,0-1 0 0 0,-6-16 0 0 0,8 32-61 0 0,0-1 0 0 0,0 0 0 0 0,0 0 0 0 0,-1 0 0 0 0,1 0 0 0 0,0 0-1 0 0,-1 1 1 0 0,1-1 0 0 0,-1 0 0 0 0,1 0 0 0 0,-1 1 0 0 0,1-1 0 0 0,-1 0 0 0 0,0 1 0 0 0,1-1 0 0 0,-1 1-1 0 0,0-1 1 0 0,1 1 0 0 0,-1-1 0 0 0,0 1 0 0 0,0-1 0 0 0,1 1 0 0 0,-1 0 0 0 0,0-1 0 0 0,0 1 0 0 0,0 0-1 0 0,0 0 1 0 0,1-1 0 0 0,-1 1 0 0 0,-1 0 0 0 0,-1 0-3 0 0,1 1 0 0 0,0-1-1 0 0,-1 1 1 0 0,1 0 0 0 0,0 0 0 0 0,-1 0-1 0 0,1 0 1 0 0,0 0 0 0 0,0 0 0 0 0,0 0-1 0 0,-2 2 1 0 0,-3 3-2 0 0,0 0 0 0 0,0 1 1 0 0,1-1-1 0 0,-10 13 0 0 0,6-3-9 0 0,0 1 0 0 0,1 0 0 0 0,1 1 0 0 0,1 0 0 0 0,0 0 0 0 0,-7 33 0 0 0,12-42-15 0 0,1 1 0 0 0,-1 0 0 0 0,2-1 0 0 0,-1 1 0 0 0,2 0 0 0 0,-1 0 1 0 0,1-1-1 0 0,1 1 0 0 0,0 0 0 0 0,0-1 0 0 0,0 0 0 0 0,2 1 0 0 0,-1-1 1 0 0,1 0-1 0 0,6 10 0 0 0,3-1-103 0 0,1 0 0 0 0,1-1 0 0 0,1 0 1 0 0,0-1-1 0 0,28 21 0 0 0,-17-15-486 0 0,33 36 1 0 0,-59-57 580 0 0,1 0-1 0 0,-1 0 1 0 0,0 0 0 0 0,0 0 0 0 0,0 0 0 0 0,0 1 0 0 0,0-1 0 0 0,0 1 0 0 0,0-1 0 0 0,0 1 0 0 0,0-1 0 0 0,-1 1 0 0 0,1-1 0 0 0,-1 1 0 0 0,1-1-1 0 0,-1 1 1 0 0,0 0 0 0 0,1-1 0 0 0,-1 1 0 0 0,0 0 0 0 0,0-1 0 0 0,0 1 0 0 0,0 0 0 0 0,0-1 0 0 0,-1 4 0 0 0,-1-3 29 0 0,1-1 0 0 0,0 1 1 0 0,-1-1-1 0 0,1 0 0 0 0,-1 1 0 0 0,0-1 1 0 0,1 0-1 0 0,-1 0 0 0 0,0 0 0 0 0,0 0 1 0 0,0 0-1 0 0,0 0 0 0 0,0-1 0 0 0,0 1 1 0 0,0-1-1 0 0,0 1 0 0 0,-3-1 0 0 0,-7 2 114 0 0,-1-1-1 0 0,0 0 0 0 0,0-2 1 0 0,0 1-1 0 0,-20-4 0 0 0,21 1-255 0 0,-1 0-1 0 0,1-1 0 0 0,1 0 1 0 0,-1-1-1 0 0,0 0 0 0 0,1-1 0 0 0,-10-7 1 0 0,19 12-700 0 0,5-9-1065 0 0</inkml:trace>
</inkml:ink>
</file>

<file path=ppt/ink/ink4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09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9 32 0 0,'0'0'1073'0'0,"0"0"-920"0"0,0-1 0 0 0,-1 0 1 0 0,1 1-1 0 0,-1-1 0 0 0,1 1 0 0 0,0-1 0 0 0,-1 1 0 0 0,1-1 0 0 0,-1 1 0 0 0,1 0 0 0 0,-1-1 0 0 0,0 1 0 0 0,1 0 0 0 0,-1-1 0 0 0,1 1 0 0 0,-1 0 0 0 0,0-1 0 0 0,1 1 0 0 0,-1 0 0 0 0,0 0 0 0 0,1 0 0 0 0,-1 0 0 0 0,0 0 0 0 0,1 0 0 0 0,-1 0 0 0 0,0 0 0 0 0,1 0 0 0 0,-2 0 0 0 0,-3 4 26 0 0,0 1-1 0 0,1 0 1 0 0,0 0 0 0 0,0 0-1 0 0,0 0 1 0 0,1 0 0 0 0,-1 1-1 0 0,1 0 1 0 0,1-1 0 0 0,-1 1-1 0 0,1 0 1 0 0,0 0 0 0 0,0 1-1 0 0,1-1 1 0 0,-1 0 0 0 0,1 1-1 0 0,1-1 1 0 0,-1 0 0 0 0,1 1-1 0 0,1-1 1 0 0,-1 1 0 0 0,1-1-1 0 0,0 0 1 0 0,0 1 0 0 0,1-1-1 0 0,0 0 1 0 0,0 0 0 0 0,0 0-1 0 0,1 0 1 0 0,5 9 0 0 0,-7-13-100 0 0,0-1 0 0 0,-1 1 0 0 0,1-1 0 0 0,0 1 0 0 0,0-1 1 0 0,0 1-1 0 0,1-1 0 0 0,-1 0 0 0 0,0 1 0 0 0,0-1 0 0 0,1 0 1 0 0,-1 0-1 0 0,0 0 0 0 0,1 0 0 0 0,0 0 0 0 0,-1 0 0 0 0,1-1 1 0 0,-1 1-1 0 0,1 0 0 0 0,0-1 0 0 0,-1 1 0 0 0,1-1 0 0 0,0 0 1 0 0,0 0-1 0 0,-1 1 0 0 0,1-1 0 0 0,3-1 0 0 0,-3 0-7 0 0,0 0 0 0 0,-1-1 0 0 0,1 1 0 0 0,-1-1 0 0 0,1 1 0 0 0,-1-1 0 0 0,1 0 0 0 0,-1 0 0 0 0,0 1 0 0 0,0-1 0 0 0,0 0 0 0 0,0 0 0 0 0,0 0 1 0 0,-1 0-1 0 0,1-1 0 0 0,-1 1 0 0 0,1 0 0 0 0,-1 0 0 0 0,0 0 0 0 0,1 0 0 0 0,-1 0 0 0 0,0-1 0 0 0,-1 1 0 0 0,1-3 0 0 0,-1-4 14 0 0,0 0-1 0 0,0 1 1 0 0,-1-1 0 0 0,0 1 0 0 0,0-1-1 0 0,-1 1 1 0 0,-6-13 0 0 0,-6-10-3865 0 0,13 26 2585 0 0</inkml:trace>
</inkml:ink>
</file>

<file path=ppt/ink/ink4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10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1 200 328 0 0,'0'0'2408'0'0,"11"28"1005"0"0,-10-12-2552 0 0,2-1 0 0 0,0 0 0 0 0,1 0 0 0 0,9 25 0 0 0,-12-39-693 0 0,1 2 60 0 0,-2-3-213 0 0,0 0 0 0 0,0 1 0 0 0,0-1 0 0 0,0 0 0 0 0,1 0 1 0 0,-1 1-1 0 0,0-1 0 0 0,0 0 0 0 0,0 0 0 0 0,0 0 0 0 0,0 0 1 0 0,0 1-1 0 0,1-1 0 0 0,-1 0 0 0 0,0 0 0 0 0,0 0 0 0 0,0 0 1 0 0,1 0-1 0 0,-1 1 0 0 0,0-1 0 0 0,0 0 0 0 0,0 0 0 0 0,1 0 0 0 0,-1 0 1 0 0,0 0-1 0 0,0 0 0 0 0,0 0 0 0 0,1 0 0 0 0,-1 0 0 0 0,0 0 1 0 0,0 0-1 0 0,1 0 0 0 0,-1 0 0 0 0,0 0 0 0 0,0 0 0 0 0,0 0 1 0 0,1 0-1 0 0,-1 0 0 0 0,0 0 0 0 0,0 0 0 0 0,1 0 0 0 0,-1 0 0 0 0,0-1 1 0 0,0 1-1 0 0,0 0 0 0 0,1 0 0 0 0,-1 0 0 0 0,0-1 0 0 0,26-19 189 0 0,18-12 152 0 0,-42 31-350 0 0,14 2 6 0 0,1 1-1 0 0,-1 1 1 0 0,30 7 0 0 0,-35-6-2 0 0,0-1 1 0 0,0 0-1 0 0,0-1 0 0 0,0-1 1 0 0,1 1-1 0 0,-1-2 0 0 0,0 0 1 0 0,1 0-1 0 0,-1-1 0 0 0,17-3 0 0 0,-19 1 96 0 0,0-1 0 0 0,0 0 0 0 0,0 0 0 0 0,0-1 0 0 0,0 0 0 0 0,-1 0 0 0 0,0-1-1 0 0,0 0 1 0 0,-1-1 0 0 0,1 0 0 0 0,-1 0 0 0 0,-1 0 0 0 0,0-1 0 0 0,0 0 0 0 0,0 0-1 0 0,6-14 1 0 0,-7 14 140 0 0,-1 0 1 0 0,-1-1-1 0 0,1 1 0 0 0,-2-1 0 0 0,1 0 0 0 0,-1 0 0 0 0,0 0 0 0 0,-1 0 0 0 0,0 0 0 0 0,-1-1 0 0 0,0 1 0 0 0,0 0 0 0 0,-1 0 0 0 0,0 0 0 0 0,0 0 1 0 0,-1 0-1 0 0,0 0 0 0 0,-5-11 0 0 0,7 19 122 0 0,0 1-327 0 0,0 0 0 0 0,0-1 1 0 0,0 1-1 0 0,0 0 0 0 0,1 0 0 0 0,-1-1 1 0 0,0 1-1 0 0,0 0 0 0 0,0 0 1 0 0,0-1-1 0 0,0 1 0 0 0,0 0 0 0 0,0-1 1 0 0,0 1-1 0 0,0 0 0 0 0,0 0 1 0 0,0-1-1 0 0,0 1 0 0 0,0 0 1 0 0,0-1-1 0 0,0 1 0 0 0,0 0 0 0 0,0 0 1 0 0,0-1-1 0 0,0 1 0 0 0,-1 0 1 0 0,1 0-1 0 0,0-1 0 0 0,0 1 0 0 0,0 0 1 0 0,0 0-1 0 0,-1-1 0 0 0,1 1 1 0 0,0 0-1 0 0,0 0 0 0 0,0 0 0 0 0,-1-1 1 0 0,1 1-1 0 0,0 0 0 0 0,-1 0 1 0 0,-3 11 12 0 0,0 0 0 0 0,1 1 0 0 0,0 0 0 0 0,1-1 0 0 0,1 1 0 0 0,-1 0 0 0 0,2 15 0 0 0,7 94 216 0 0,-1-49-273 0 0,-1-14-462 0 0,-3-31-1584 0 0,0 0-1 0 0,-3 45 1 0 0,1-62-151 0 0,1-3 938 0 0,-4-1-3378 0 0,-1 2 793 0 0</inkml:trace>
</inkml:ink>
</file>

<file path=ppt/ink/ink4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10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2 177 1044 0 0,'0'-5'677'0'0,"-1"0"-1"0"0,1 0 1 0 0,-1 1 0 0 0,1-1-1 0 0,1 0 1 0 0,-1 0 0 0 0,1 0-1 0 0,0 0 1 0 0,0 0 0 0 0,2-6-1 0 0,-1 7-387 0 0,0 0 0 0 0,0-1 1 0 0,1 1-1 0 0,-1 0 0 0 0,1 1 0 0 0,0-1 0 0 0,0 0 0 0 0,0 1 0 0 0,6-5 0 0 0,-1 1-322 0 0,1 1-1 0 0,1 1 1 0 0,-1 0-1 0 0,1 0 1 0 0,0 1-1 0 0,0 0 0 0 0,0 0 1 0 0,21-3-1 0 0,41-6-1809 0 0,-20 5-2528 0 0,-24 2 1633 0 0</inkml:trace>
</inkml:ink>
</file>

<file path=ppt/ink/ink4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11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0 942 836 0 0,'0'0'3130'0'0,"5"-2"-2191"0"0,7-6-368 0 0,0 0-1 0 0,-1-1 1 0 0,0 0-1 0 0,0 0 1 0 0,-1-1-1 0 0,0 0 1 0 0,13-18-1 0 0,58-91 1774 0 0,-28 29-822 0 0,45-101-1 0 0,-79 147-1272 0 0,-3-1 1 0 0,-1 0-1 0 0,-2 0 0 0 0,12-83 1 0 0,-24 55-60 0 0,-1 68-190 0 0,-1 1 1 0 0,1 0-1 0 0,-1 0 1 0 0,0 0-1 0 0,0-1 1 0 0,0 1-1 0 0,0 0 1 0 0,-1 1 0 0 0,0-1-1 0 0,0 0 1 0 0,0 0-1 0 0,0 1 1 0 0,0-1-1 0 0,-6-5 1 0 0,6 8-9 0 0,1 1 0 0 0,-1-1 0 0 0,1 1 0 0 0,-1-1 1 0 0,1 1-1 0 0,-1 0 0 0 0,0 0 0 0 0,1 0 0 0 0,-1 0 0 0 0,1 0 0 0 0,-1 0 1 0 0,0 0-1 0 0,1 1 0 0 0,-1-1 0 0 0,1 0 0 0 0,-1 1 0 0 0,1-1 0 0 0,-1 1 1 0 0,1 0-1 0 0,-1-1 0 0 0,1 1 0 0 0,-1 0 0 0 0,1 0 0 0 0,0 0 0 0 0,0 0 1 0 0,-1 0-1 0 0,1 0 0 0 0,0 1 0 0 0,0-1 0 0 0,-1 2 0 0 0,-33 40-79 0 0,22-21 53 0 0,2 1-1 0 0,0 0 1 0 0,1 0-1 0 0,1 1 1 0 0,1 1-1 0 0,2 0 1 0 0,-7 50-1 0 0,8-34 25 0 0,3 0 0 0 0,1 0 0 0 0,2 0 0 0 0,9 51-1 0 0,-7-68-7 0 0,1-1 0 0 0,2 0 0 0 0,0-1-1 0 0,2 1 1 0 0,11 24 0 0 0,-17-42 12 0 0,1 1-1 0 0,-1-1 1 0 0,1 0 0 0 0,0 0 0 0 0,1 0 0 0 0,-1-1 0 0 0,1 1 0 0 0,0-1 0 0 0,0 1 0 0 0,0-1-1 0 0,1-1 1 0 0,-1 1 0 0 0,1-1 0 0 0,0 1 0 0 0,0-1 0 0 0,0-1 0 0 0,1 1 0 0 0,-1-1 0 0 0,1 0-1 0 0,-1 0 1 0 0,1 0 0 0 0,0-1 0 0 0,-1 0 0 0 0,1 0 0 0 0,0 0 0 0 0,6-1 0 0 0,-3-2 8 0 0,1 1 0 0 0,-1-2 0 0 0,0 0 1 0 0,0 0-1 0 0,0 0 0 0 0,0-1 0 0 0,-1 0 1 0 0,0-1-1 0 0,0 0 0 0 0,0-1 0 0 0,10-8 0 0 0,2-3 9 0 0,-1 0 0 0 0,32-40-1 0 0,-40 42 15 0 0,-1-2-1 0 0,0 1 1 0 0,-1-1-1 0 0,8-25 1 0 0,7-11 438 0 0,-24 30-91 0 0,0 22-362 0 0,0 1-1 0 0,1-1 0 0 0,-1 1 0 0 0,0-1 0 0 0,0 1 1 0 0,0-1-1 0 0,0 1 0 0 0,0-1 0 0 0,0 1 1 0 0,0-1-1 0 0,-1 1 0 0 0,1-1 0 0 0,0 1 0 0 0,0-1 1 0 0,0 1-1 0 0,0-1 0 0 0,-1 1 0 0 0,1-1 1 0 0,0 1-1 0 0,0 0 0 0 0,-1-1 0 0 0,1 1 0 0 0,0-1 1 0 0,-1 1-1 0 0,1 0 0 0 0,0-1 0 0 0,-1 1 1 0 0,1 0-1 0 0,-1-1 0 0 0,1 1 0 0 0,-1 0 0 0 0,1 0 1 0 0,-1-1-1 0 0,-4 6-24 0 0,0 0-1 0 0,1 1 1 0 0,-1-1 0 0 0,2 1 0 0 0,-1-1-1 0 0,0 1 1 0 0,1 1 0 0 0,0-1-1 0 0,0 0 1 0 0,1 1 0 0 0,0-1 0 0 0,0 1-1 0 0,1 0 1 0 0,-2 12 0 0 0,2-3-30 0 0,0 0 0 0 0,1 0-1 0 0,0 0 1 0 0,2 0 0 0 0,4 24 0 0 0,-5-38 32 0 0,-1-1-1 0 0,0 0 1 0 0,1 1 0 0 0,-1-1-1 0 0,1 0 1 0 0,-1 1 0 0 0,1-1 0 0 0,-1 0-1 0 0,1 0 1 0 0,0 1 0 0 0,0-1-1 0 0,0 0 1 0 0,0 0 0 0 0,0 0 0 0 0,0 0-1 0 0,0 0 1 0 0,0 0 0 0 0,0 0-1 0 0,0-1 1 0 0,0 1 0 0 0,1 0 0 0 0,-1-1-1 0 0,0 1 1 0 0,0 0 0 0 0,1-1 0 0 0,-1 0-1 0 0,1 1 1 0 0,-1-1 0 0 0,0 0-1 0 0,1 0 1 0 0,-1 1 0 0 0,1-1 0 0 0,-1 0-1 0 0,0-1 1 0 0,1 1 0 0 0,-1 0-1 0 0,1 0 1 0 0,-1-1 0 0 0,0 1 0 0 0,1 0-1 0 0,-1-1 1 0 0,0 1 0 0 0,1-1-1 0 0,-1 0 1 0 0,0 1 0 0 0,2-2 0 0 0,8-4-65 0 0,0 0 0 0 0,0-1 0 0 0,18-15 1 0 0,-25 20 45 0 0,26-24-136 0 0,35-40-1 0 0,-37 37 283 0 0,-27 28-102 0 0,0-1 0 0 0,0 1 0 0 0,0-1 0 0 0,0 1 0 0 0,0 0 1 0 0,0 0-1 0 0,0 0 0 0 0,0-1 0 0 0,1 1 0 0 0,-1 0 0 0 0,0 1 0 0 0,1-1 0 0 0,-1 0 1 0 0,0 0-1 0 0,1 0 0 0 0,-1 1 0 0 0,1-1 0 0 0,0 1 0 0 0,-1-1 0 0 0,1 1 1 0 0,-1 0-1 0 0,3 0 0 0 0,-2 3-15 0 0,-1 1 0 0 0,0 0 1 0 0,0 1-1 0 0,0-1 0 0 0,-1 0 0 0 0,1 0 1 0 0,-1 0-1 0 0,0 0 0 0 0,0 1 0 0 0,0-1 1 0 0,-1 0-1 0 0,-2 8 0 0 0,-4 61 63 0 0,7-71-47 0 0,2-2-5 0 0,0 1-1 0 0,0-1 1 0 0,0 0-1 0 0,0 0 1 0 0,0 0-1 0 0,0-1 1 0 0,0 1-1 0 0,0 0 1 0 0,0-1-1 0 0,0 0 1 0 0,0 1-1 0 0,0-1 1 0 0,0 0-1 0 0,0 0 1 0 0,0 0-1 0 0,-1 0 1 0 0,1 0-1 0 0,2-2 1 0 0,45-34 33 0 0,-21 16-33 0 0,-26 20 10 0 0,15-1-35 0 0,-14 2 22 0 0,0-1-1 0 0,1 1 1 0 0,-1 0 0 0 0,0 0-1 0 0,0 0 1 0 0,0 0 0 0 0,0 1-1 0 0,6 1 1 0 0,-5-1-2 0 0,18 6 42 0 0,0-1-1 0 0,1-1 0 0 0,-1-1 1 0 0,1-1-1 0 0,46 1 0 0 0,-62-6-27 0 0,-1 1 0 0 0,0-2 0 0 0,0 1-1 0 0,1-1 1 0 0,-2 0 0 0 0,1 0 0 0 0,0-1-1 0 0,-1 1 1 0 0,0-1 0 0 0,1 0-1 0 0,-1-1 1 0 0,-1 1 0 0 0,1-1 0 0 0,-1 0-1 0 0,0 0 1 0 0,6-10 0 0 0,-5 7-22 0 0,1 1 1 0 0,0 0-1 0 0,0 0 1 0 0,1 1 0 0 0,0 0-1 0 0,0 0 1 0 0,13-8-1 0 0,-13 10-5 0 0,0 1 0 0 0,0 0-1 0 0,0 1 1 0 0,0-1 0 0 0,0 1 0 0 0,1 1 0 0 0,-1 0-1 0 0,1 0 1 0 0,-1 0 0 0 0,1 1 0 0 0,7 0-1 0 0,-10 1 3 0 0,-1-1-1 0 0,1 1 0 0 0,-1 1 0 0 0,1-1 0 0 0,-1 1 0 0 0,0-1 0 0 0,0 1 1 0 0,0 0-1 0 0,0 1 0 0 0,0-1 0 0 0,0 1 0 0 0,-1 0 0 0 0,1-1 0 0 0,-1 2 0 0 0,0-1 1 0 0,0 0-1 0 0,0 1 0 0 0,0-1 0 0 0,3 7 0 0 0,-5-8 8 0 0,0 0-1 0 0,0 0 1 0 0,0 0-1 0 0,0 0 1 0 0,-1 0-1 0 0,1 1 1 0 0,-1-1-1 0 0,1 0 1 0 0,-1 1-1 0 0,0-1 1 0 0,0 0-1 0 0,0 0 1 0 0,0 1-1 0 0,-1-1 1 0 0,1 0-1 0 0,-1 1 1 0 0,1-1-1 0 0,-1 0 1 0 0,0 0-1 0 0,1 0 1 0 0,-1 0-1 0 0,-1 1 1 0 0,1-1-1 0 0,0 0 1 0 0,0-1-1 0 0,-2 3 1 0 0,-3 4 7 0 0,-1 0 0 0 0,0 0 0 0 0,0-1 1 0 0,-11 8-1 0 0,17-14 9 0 0,122-74-1695 0 0,-92 55 1544 0 0,0-2 1 0 0,47-40-1 0 0,-76 59 184 0 0,0 1 0 0 0,1 0-1 0 0,-1 0 1 0 0,0 0 0 0 0,1-1 0 0 0,-1 1-1 0 0,0 0 1 0 0,0 0 0 0 0,1-1-1 0 0,-1 1 1 0 0,0 0 0 0 0,0-1 0 0 0,1 1-1 0 0,-1 0 1 0 0,0-1 0 0 0,0 1-1 0 0,0 0 1 0 0,0-1 0 0 0,1 1 0 0 0,-1 0-1 0 0,0-1 1 0 0,0 1 0 0 0,0 0-1 0 0,0-1 1 0 0,0 1 0 0 0,0-1 0 0 0,0 1-1 0 0,0 0 1 0 0,0-1 0 0 0,0 1-1 0 0,0-1 1 0 0,0 1 0 0 0,-1-1 0 0 0,-12 0 323 0 0,11 2-356 0 0,0-1 0 0 0,0 1 1 0 0,0 0-1 0 0,0-1 0 0 0,0 1 0 0 0,0 0 0 0 0,0 0 0 0 0,0 0 1 0 0,0 0-1 0 0,1 1 0 0 0,-1-1 0 0 0,0 0 0 0 0,1 1 0 0 0,-1 0 0 0 0,1-1 1 0 0,-3 4-1 0 0,3-3-17 0 0,-1 1 1 0 0,1-1 0 0 0,0 1 0 0 0,0 0-1 0 0,0-1 1 0 0,1 1 0 0 0,-1 0-1 0 0,1 0 1 0 0,-1 0 0 0 0,1 0-1 0 0,0-1 1 0 0,0 1 0 0 0,0 0-1 0 0,1 0 1 0 0,-1 0 0 0 0,1 0-1 0 0,-1-1 1 0 0,1 1 0 0 0,0 0 0 0 0,0 0-1 0 0,0-1 1 0 0,0 1 0 0 0,1-1-1 0 0,-1 1 1 0 0,1-1 0 0 0,-1 0-1 0 0,1 1 1 0 0,0-1 0 0 0,0 0-1 0 0,0 0 1 0 0,0 0 0 0 0,0 0-1 0 0,1-1 1 0 0,-1 1 0 0 0,1-1 0 0 0,-1 1-1 0 0,1-1 1 0 0,-1 0 0 0 0,1 0-1 0 0,4 1 1 0 0,0 1-528 0 0,1 0-1 0 0,0-1 1 0 0,1 0 0 0 0,-1-1-1 0 0,16 2 1 0 0,-17-3-443 0 0,0 0 0 0 0,1 0-1 0 0,-1-1 1 0 0,1 0 0 0 0,-1 0 0 0 0,8-3 0 0 0,3-3-2358 0 0</inkml:trace>
</inkml:ink>
</file>

<file path=ppt/ink/ink4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12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35 17290 0 0,'-60'-3'1298'0'0,"75"-2"-1705"0"0,0 0 0 0 0,0 1 0 0 0,1 0 0 0 0,18 0 0 0 0,39-4-8723 0 0,-49 7 4955 0 0</inkml:trace>
</inkml:ink>
</file>

<file path=ppt/ink/ink4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15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10 368 0 0,'-1'-1'325'0'0,"1"0"0"0"0,-1 0 0 0 0,0 1-1 0 0,1-1 1 0 0,-1 0 0 0 0,0 1 0 0 0,1-1 0 0 0,-1 1 0 0 0,0-1-1 0 0,0 1 1 0 0,0-1 0 0 0,0 1 0 0 0,1 0 0 0 0,-1-1 0 0 0,0 1-1 0 0,0 0 1 0 0,0-1 0 0 0,0 1 0 0 0,0 0 0 0 0,0 0 0 0 0,0 0-1 0 0,0 0 1 0 0,0 0 0 0 0,1 0 0 0 0,-1 0 0 0 0,0 1 0 0 0,0-1-1 0 0,0 0 1 0 0,0 0 0 0 0,-1 1 0 0 0,-2 27 2001 0 0,4-3-2285 0 0,-3-2 134 0 0,-1-1 0 0 0,-1 1 0 0 0,-1-1 0 0 0,0 0 0 0 0,-2 0 0 0 0,-1-1 0 0 0,0 0 0 0 0,-20 31 0 0 0,-19 14-2331 0 0,-6-7-4005 0 0,39-46 2750 0 0</inkml:trace>
</inkml:ink>
</file>

<file path=ppt/ink/ink4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16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360 77 876 0 0,'-9'-28'4756'0'0,"7"24"-4540"0"0,-1 1-1 0 0,0 0 1 0 0,0-1 0 0 0,0 1-1 0 0,0 0 1 0 0,0 1 0 0 0,-1-1-1 0 0,1 0 1 0 0,-1 1-1 0 0,0 0 1 0 0,1 0 0 0 0,-1 0-1 0 0,0 0 1 0 0,0 1 0 0 0,-1-1-1 0 0,1 1 1 0 0,0 0 0 0 0,0 1-1 0 0,-1-1 1 0 0,1 1 0 0 0,0-1-1 0 0,-1 1 1 0 0,1 1 0 0 0,0-1-1 0 0,-1 0 1 0 0,1 1 0 0 0,0 0-1 0 0,0 0 1 0 0,-5 2 0 0 0,-11 4 18 0 0,1 1-1 0 0,0 1 1 0 0,0 1 0 0 0,1 0 0 0 0,0 2 0 0 0,-16 13 0 0 0,27-20-174 0 0,0 1 0 0 0,0 0 0 0 0,1 0 0 0 0,0 1 0 0 0,0 0 0 0 0,0 0 0 0 0,1 0 1 0 0,0 0-1 0 0,1 1 0 0 0,0 0 0 0 0,0 0 0 0 0,0 1 0 0 0,1-1 0 0 0,0 0 0 0 0,1 1 1 0 0,-3 16-1 0 0,5-22-46 0 0,0 1 0 0 0,-1-1 1 0 0,1 1-1 0 0,0-1 0 0 0,1 1 0 0 0,-1 0 1 0 0,1-1-1 0 0,-1 1 0 0 0,1-1 1 0 0,0 0-1 0 0,0 1 0 0 0,1-1 1 0 0,-1 0-1 0 0,1 0 0 0 0,-1 0 0 0 0,1 1 1 0 0,0-2-1 0 0,0 1 0 0 0,1 0 1 0 0,-1 0-1 0 0,0-1 0 0 0,1 1 1 0 0,0-1-1 0 0,0 0 0 0 0,-1 0 0 0 0,1 0 1 0 0,0 0-1 0 0,1 0 0 0 0,-1-1 1 0 0,0 1-1 0 0,0-1 0 0 0,1 0 1 0 0,-1 0-1 0 0,1 0 0 0 0,-1 0 0 0 0,0-1 1 0 0,1 0-1 0 0,0 1 0 0 0,6-2 1 0 0,0 1-32 0 0,1 0 0 0 0,-1-1 0 0 0,1-1 0 0 0,-1 0 1 0 0,0 0-1 0 0,1-1 0 0 0,-1 0 0 0 0,0-1 0 0 0,-1 0 1 0 0,1-1-1 0 0,-1 0 0 0 0,13-9 0 0 0,-14 7 44 0 0,0-1 1 0 0,0 0-1 0 0,-1-1 1 0 0,0 1-1 0 0,0-2 0 0 0,-1 1 1 0 0,0-1-1 0 0,-1 0 0 0 0,0 0 1 0 0,-1 0-1 0 0,0 0 1 0 0,0-1-1 0 0,-1 0 0 0 0,3-20 1 0 0,-6 30 120 0 0,1 6-138 0 0,1 2 1 0 0,0 1-1 0 0,0-1 0 0 0,1 0 0 0 0,0 0 0 0 0,0 0 0 0 0,1 0 0 0 0,0 0 0 0 0,0-1 1 0 0,6 8-1 0 0,-8-12-3 0 0,0 0 0 0 0,1 0 1 0 0,-1 0-1 0 0,0 0 1 0 0,1-1-1 0 0,-1 1 0 0 0,1-1 1 0 0,-1 0-1 0 0,1 1 0 0 0,0-1 1 0 0,0 0-1 0 0,-1-1 0 0 0,1 1 1 0 0,5 0-1 0 0,-3-1-4 0 0,-1 0 0 0 0,1 0 0 0 0,-1 0 0 0 0,1-1 0 0 0,-1 1 0 0 0,1-1 0 0 0,5-2 0 0 0,112-42 16 0 0,-65 23-176 0 0,108-27 0 0 0,-162 48 122 0 0,0 0-1 0 0,0 1 1 0 0,0-1-1 0 0,0 1 1 0 0,0-1-1 0 0,0 1 1 0 0,0 0-1 0 0,0 0 1 0 0,0 0-1 0 0,0 1 1 0 0,0-1-1 0 0,0 1 0 0 0,0-1 1 0 0,0 1-1 0 0,0 0 1 0 0,0 0-1 0 0,0 1 1 0 0,0-1-1 0 0,-1 1 1 0 0,1-1-1 0 0,0 1 1 0 0,-1 0-1 0 0,0 0 1 0 0,1 0-1 0 0,-1 0 1 0 0,0 0-1 0 0,0 0 1 0 0,0 1-1 0 0,0-1 1 0 0,2 5-1 0 0,-4-5 7 0 0,0 1 0 0 0,0-1 1 0 0,0 0-1 0 0,0 1 0 0 0,0-1 0 0 0,0 0 0 0 0,-1 1 0 0 0,1-1 0 0 0,-1 0 0 0 0,0 0 0 0 0,1 0 0 0 0,-1 1 0 0 0,-2 3 0 0 0,-15 27-249 0 0,14-25 161 0 0,1-2-115 0 0,0-1-1 0 0,0 0 1 0 0,0 0-1 0 0,-1 0 1 0 0,1 0-1 0 0,-1-1 0 0 0,0 1 1 0 0,-5 3-1 0 0,15-6-87 0 0,-6-2 308 0 0,0 0 0 0 0,1 1 0 0 0,-1-1 0 0 0,0 0 0 0 0,1 1 0 0 0,-1-1 0 0 0,0 0 0 0 0,1 0 0 0 0,-1 1 0 0 0,1-1 0 0 0,-1 0 0 0 0,0 0 0 0 0,1 0 0 0 0,-1 1 0 0 0,1-1 0 0 0,-1 0 0 0 0,1 0-1 0 0,-1 0 1 0 0,1 0 0 0 0,-1 0 0 0 0,0 0 0 0 0,1 0 0 0 0,-1 0 0 0 0,1 0 0 0 0,-1 0 0 0 0,1 0 0 0 0,-1 0 0 0 0,1 0 0 0 0,0-1 0 0 0,21-6-179 0 0,0 0 1 0 0,0-2-1 0 0,-1 0 1 0 0,0-2-1 0 0,-1 0 0 0 0,0-2 1 0 0,-1 0-1 0 0,0-1 1 0 0,-1-1-1 0 0,-1 0 1 0 0,0-1-1 0 0,-1-1 0 0 0,20-28 1 0 0,-30 37 691 0 0,-1-1 0 0 0,0 0 0 0 0,-1 1 1 0 0,6-18-1 0 0,-10 25 441 0 0,1 6-839 0 0,2 73 402 0 0,-9 86 0 0 0,0 11 246 0 0,11-69 196 0 0,22 133 0 0 0,-26-214 202 0 0,-10-39-124 0 0,-9-39-383 0 0,16 29-646 0 0,1 1 0 0 0,1-1 0 0 0,1 0 0 0 0,1 1 0 0 0,1-1 0 0 0,1 1 0 0 0,13-40 0 0 0,6-5-390 0 0,38-80 1 0 0,-53 131 295 0 0,0 1 0 0 0,2 0 1 0 0,-1 0-1 0 0,2 0 1 0 0,20-22-1 0 0,-27 34 57 0 0,-1 0-1 0 0,1 0 1 0 0,0 1 0 0 0,1-1 0 0 0,-1 1-1 0 0,0 0 1 0 0,1 0 0 0 0,0 0 0 0 0,0 0-1 0 0,0 1 1 0 0,0 0 0 0 0,0 0-1 0 0,0 1 1 0 0,0-1 0 0 0,1 1 0 0 0,-1 0-1 0 0,1 0 1 0 0,-1 1 0 0 0,1 0 0 0 0,-1 0-1 0 0,0 0 1 0 0,1 1 0 0 0,7 1-1 0 0,-9-1-2 0 0,0 0 0 0 0,-1 0 0 0 0,1 0 0 0 0,0 1 0 0 0,-1-1 0 0 0,1 1 0 0 0,-1 0 0 0 0,0 0 0 0 0,0 0-1 0 0,1 1 1 0 0,-1-1 0 0 0,-1 1 0 0 0,1 0 0 0 0,0 0 0 0 0,-1 0 0 0 0,1 0 0 0 0,-1 0 0 0 0,0 0 0 0 0,0 1-1 0 0,0-1 1 0 0,-1 1 0 0 0,1-1 0 0 0,-1 1 0 0 0,0 0 0 0 0,0-1 0 0 0,0 1 0 0 0,0 0 0 0 0,-1 0 0 0 0,1 0-1 0 0,-1 0 1 0 0,0 0 0 0 0,0 0 0 0 0,-1-1 0 0 0,1 1 0 0 0,-1 0 0 0 0,0 0 0 0 0,0 0 0 0 0,0-1 0 0 0,0 1-1 0 0,-1 0 1 0 0,1-1 0 0 0,-1 1 0 0 0,0-1 0 0 0,0 0 0 0 0,0 1 0 0 0,-1-1 0 0 0,1 0 0 0 0,-1 0-1 0 0,0-1 1 0 0,0 1 0 0 0,0 0 0 0 0,0-1 0 0 0,0 0 0 0 0,-7 4 0 0 0,1-3 58 0 0,-1 1 0 0 0,1-2 1 0 0,-1 1-1 0 0,0-1 0 0 0,-14 1 1 0 0,20-3 32 0 0,2 0 26 0 0,3-2-55 0 0,1 0 0 0 0,0 0 1 0 0,0 0-1 0 0,0 0 0 0 0,0 0 0 0 0,0 1 0 0 0,1-1 1 0 0,-1 1-1 0 0,0-1 0 0 0,1 1 0 0 0,-1 0 1 0 0,1 0-1 0 0,-1 0 0 0 0,1 0 0 0 0,0 0 0 0 0,-1 1 1 0 0,4-1-1 0 0,77-22-310 0 0,-47 14 233 0 0,19-5-34 0 0,-35 10 101 0 0,0-1 0 0 0,0 0 0 0 0,-1-2 0 0 0,0 0 0 0 0,0-1 1 0 0,-1-1-1 0 0,34-22 0 0 0,-28 8 1933 0 0,-26 24-1985 0 0,1 0 1 0 0,0 1-1 0 0,-1 0 0 0 0,1-1 0 0 0,0 1 1 0 0,0 0-1 0 0,0 0 0 0 0,0-1 1 0 0,0 1-1 0 0,0 0 0 0 0,1 0 0 0 0,-1 0 1 0 0,1 0-1 0 0,-1 0 0 0 0,1 0 0 0 0,0 0 1 0 0,0 0-1 0 0,0 0 0 0 0,0 0 1 0 0,0 0-1 0 0,0 0 0 0 0,0 1 0 0 0,1-1 1 0 0,-1 0-1 0 0,1 0 0 0 0,-1-1 0 0 0,1 1 1 0 0,0 0-1 0 0,0 0 0 0 0,0 0 1 0 0,0 0-1 0 0,0-1 0 0 0,0 1 0 0 0,1 0 1 0 0,-1-1-1 0 0,0 1 0 0 0,1-1 0 0 0,-1 0 1 0 0,1 1-1 0 0,3 1 0 0 0,1 2-326 0 0,1-1-1 0 0,0 1 1 0 0,0-1-1 0 0,0-1 1 0 0,1 1-1 0 0,-1-1 1 0 0,1-1-1 0 0,0 1 1 0 0,0-1-1 0 0,0-1 1 0 0,16 2-1 0 0,23-2-4458 0 0,-28-1 2291 0 0</inkml:trace>
</inkml:ink>
</file>

<file path=ppt/ink/ink4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17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0 420 212 0 0,'13'-13'8627'0'0,"-13"16"-8583"0"0,1 0 0 0 0,-1-1 0 0 0,1 1-1 0 0,0 0 1 0 0,-1-1 0 0 0,1 1 0 0 0,0-1-1 0 0,0 1 1 0 0,1-1 0 0 0,-1 0 0 0 0,0 1-1 0 0,1-1 1 0 0,0 0 0 0 0,-1 0 0 0 0,1 0 0 0 0,0 0-1 0 0,0 0 1 0 0,0-1 0 0 0,0 1 0 0 0,0-1-1 0 0,1 1 1 0 0,2 1 0 0 0,0-1 13 0 0,1 0 0 0 0,0 0 0 0 0,0-1 0 0 0,0 1 0 0 0,0-1 1 0 0,0 0-1 0 0,0-1 0 0 0,0 0 0 0 0,11 0 0 0 0,-3-2 1 0 0,0 0 0 0 0,0 0 0 0 0,0-2 0 0 0,0 1 0 0 0,-1-2 1 0 0,0 0-1 0 0,1 0 0 0 0,18-12 0 0 0,-19 7 127 0 0,0-1 1 0 0,-1 0-1 0 0,-1-1 1 0 0,1 0 0 0 0,-2 0-1 0 0,0-2 1 0 0,0 1-1 0 0,-2-1 1 0 0,1 0-1 0 0,-2-1 1 0 0,0 0 0 0 0,-1 0-1 0 0,0-1 1 0 0,-1 0-1 0 0,-1 1 1 0 0,0-2 0 0 0,-1 1-1 0 0,-1 0 1 0 0,-1-1-1 0 0,0 1 1 0 0,-1-1-1 0 0,-5-31 1 0 0,-12-13 3405 0 0,16 59-2720 0 0,-1 3-842 0 0,1-1-1 0 0,-1 1 0 0 0,1 0 0 0 0,-1 0 1 0 0,1-1-1 0 0,-1 1 0 0 0,1 0 1 0 0,0 0-1 0 0,0 1 0 0 0,0-1 0 0 0,-1 0 1 0 0,1 0-1 0 0,0 1 0 0 0,0-1 0 0 0,1 0 1 0 0,-1 1-1 0 0,0-1 0 0 0,0 1 0 0 0,1-1 1 0 0,-1 1-1 0 0,1-1 0 0 0,-1 1 0 0 0,0 3 1 0 0,-8 38 341 0 0,7-24-239 0 0,1 1 0 0 0,1-1 0 0 0,1 1 1 0 0,1 0-1 0 0,7 30 0 0 0,32 93-373 0 0,-19-91-2556 0 0,-5-22-4620 0 0</inkml:trace>
</inkml:ink>
</file>

<file path=ppt/ink/ink4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17.5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31 336 0 0,'0'0'2068'0'0,"14"-6"-1124"0"0,-7 1-28 0 0,0-1 733 0 0,13 0-945 0 0,-11 5-80 0 0,7-1-100 0 0,-1 1-152 0 0,-3-1-184 0 0,3 0-204 0 0,11 4-644 0 0,-12 1 4 0 0,-6-1-512 0 0,11 1-3133 0 0</inkml:trace>
</inkml:ink>
</file>

<file path=ppt/ink/ink4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20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479 775 424 0 0,'0'0'1979'0'0,"-1"1"-1587"0"0,1 0-1 0 0,-1 0 1 0 0,1-1 0 0 0,-1 1-1 0 0,1 0 1 0 0,-1 0-1 0 0,1-1 1 0 0,-1 1 0 0 0,0 0-1 0 0,1-1 1 0 0,-1 1 0 0 0,0-1-1 0 0,0 1 1 0 0,1-1 0 0 0,-1 1-1 0 0,0-1 1 0 0,0 1 0 0 0,0-1-1 0 0,0 0 1 0 0,-1 1 0 0 0,-19-9 84 0 0,0-1 0 0 0,1-1-1 0 0,0 0 1 0 0,0-2 0 0 0,-24-18 0 0 0,1-4-28 0 0,-44-44-1 0 0,66 57-354 0 0,1-1 0 0 0,1-1 0 0 0,1-1 0 0 0,1-1 0 0 0,1 0 0 0 0,1-1 0 0 0,-16-38-1 0 0,25 50-73 0 0,1 1 0 0 0,1 0 0 0 0,0-1 0 0 0,1 0 0 0 0,0 0 0 0 0,1 0 0 0 0,1 0 0 0 0,0-1 0 0 0,1 1 0 0 0,0 0 0 0 0,1 0 0 0 0,1 0 0 0 0,0 0 0 0 0,1 0 0 0 0,1 0 0 0 0,0 0 0 0 0,9-20 0 0 0,-9 27-43 0 0,1 0 0 0 0,0 0 0 0 0,1 0 0 0 0,-1 0 0 0 0,1 1 0 0 0,0 0 0 0 0,1 0 0 0 0,0 1 0 0 0,0 0 1 0 0,0 0-1 0 0,0 0 0 0 0,1 1 0 0 0,0 0 0 0 0,-1 1 0 0 0,10-4 0 0 0,-13 6-9 0 0,-1 0 1 0 0,0 1-1 0 0,1-1 1 0 0,-1 0-1 0 0,1 1 0 0 0,-1 0 1 0 0,1 0-1 0 0,-1 0 1 0 0,1 0-1 0 0,-1 1 0 0 0,0-1 1 0 0,1 1-1 0 0,-1 0 1 0 0,1 0-1 0 0,-1 0 0 0 0,5 2 1 0 0,-6-1 8 0 0,1 1 0 0 0,0-1 1 0 0,0 0-1 0 0,-1 1 0 0 0,1 0 1 0 0,-1-1-1 0 0,0 1 0 0 0,0 0 1 0 0,0 0-1 0 0,0 0 0 0 0,-1 1 0 0 0,1-1 1 0 0,-1 0-1 0 0,0 1 0 0 0,0-1 1 0 0,0 1-1 0 0,0-1 0 0 0,-1 1 1 0 0,1 4-1 0 0,0 10-21 0 0,0 0 0 0 0,-1 1 0 0 0,-2-1 0 0 0,1 0-1 0 0,-2 0 1 0 0,-1 0 0 0 0,0 0 0 0 0,-1 0 0 0 0,-1-1 0 0 0,-14 31 0 0 0,-6 4-27 0 0,-3-2 0 0 0,-37 51 1 0 0,60-91 62 0 0,-6 6 3 0 0,2 0-1 0 0,0 0 0 0 0,-9 21 1 0 0,19-36 4 0 0,-1 0-1 0 0,0 0 1 0 0,1 1 0 0 0,-1-1 0 0 0,1 0-1 0 0,0 0 1 0 0,-1 0 0 0 0,1 0 0 0 0,0 0-1 0 0,0 1 1 0 0,-1-1 0 0 0,1 0 0 0 0,0 0-1 0 0,0 0 1 0 0,0 1 0 0 0,1-1-1 0 0,-1 0 1 0 0,0 0 0 0 0,0 0 0 0 0,1 1-1 0 0,-1-1 1 0 0,0 0 0 0 0,1 0 0 0 0,0 0-1 0 0,-1 0 1 0 0,1 0 0 0 0,-1 0 0 0 0,1 0-1 0 0,0 0 1 0 0,0 0 0 0 0,0 0 0 0 0,-1 0-1 0 0,1-1 1 0 0,0 1 0 0 0,0 0 0 0 0,0-1-1 0 0,2 2 1 0 0,2 0-47 0 0,0-1-1 0 0,-1 1 1 0 0,1-1-1 0 0,0-1 1 0 0,0 1-1 0 0,9 0 1 0 0,-6-1-44 0 0,39 2-900 0 0,0-3 1 0 0,59-7-1 0 0,23-11-3776 0 0,-54 4 1939 0 0</inkml:trace>
</inkml:ink>
</file>

<file path=ppt/ink/ink4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21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22 940 0 0,'-14'-22'5893'0'0,"11"23"-5737"0"0,0-1 0 0 0,1 1-1 0 0,-1-1 1 0 0,0 1-1 0 0,0 0 1 0 0,1 0 0 0 0,-1 0-1 0 0,1 0 1 0 0,-1 1 0 0 0,1-1-1 0 0,-1 1 1 0 0,1-1-1 0 0,0 1 1 0 0,-1 0 0 0 0,1 0-1 0 0,0 0 1 0 0,1 0 0 0 0,-1 0-1 0 0,0 1 1 0 0,-2 2-1 0 0,-36 60 596 0 0,32-51-566 0 0,-7 13-472 0 0,-20 55 0 0 0,9-7-3805 0 0,21-60 2583 0 0,-3 8-1229 0 0</inkml:trace>
</inkml:ink>
</file>

<file path=ppt/ink/ink4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21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219 279 16169 0 0,'-4'9'-360'0'0,"1"0"0"0"0,-1 0-1 0 0,2 0 1 0 0,-1 0-1 0 0,1 1 1 0 0,1-1 0 0 0,-1 18-1 0 0,4 74 325 0 0,0-58-196 0 0,2 112 57 0 0,-9-113 2363 0 0,0-45-1912 0 0,-7-7-128 0 0,0-1 0 0 0,1 0-1 0 0,0-1 1 0 0,1 0-1 0 0,0 0 1 0 0,1-1-1 0 0,1 0 1 0 0,0-1 0 0 0,0 0-1 0 0,1 0 1 0 0,-5-17-1 0 0,-4-12 92 0 0,3-1 0 0 0,-16-78 0 0 0,21 64 11 0 0,1 0 0 0 0,2-63 0 0 0,5 112-224 0 0,1 0 0 0 0,-1 0 0 0 0,2 0 0 0 0,-1 0-1 0 0,4-10 1 0 0,-5 17-25 0 0,3-10 86 0 0,4 0-385 0 0,-4 8-1373 0 0,18 27-9712 0 0</inkml:trace>
</inkml:ink>
</file>

<file path=ppt/ink/ink4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22.3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50 596 0 0,'-16'-45'9719'0'0,"16"44"-9690"0"0,1 1-1 0 0,-1-1 1 0 0,0 1 0 0 0,1 0-1 0 0,-1 0 1 0 0,1-1 0 0 0,0 1-1 0 0,-1 0 1 0 0,1 0 0 0 0,-1-1-1 0 0,1 1 1 0 0,-1 0 0 0 0,1 0-1 0 0,-1 0 1 0 0,1 0 0 0 0,0 0-1 0 0,-1 0 1 0 0,1 0 0 0 0,-1 0-1 0 0,1 0 1 0 0,-1 0 0 0 0,1 0-1 0 0,0 1 1 0 0,-1-1 0 0 0,1 0-1 0 0,-1 0 1 0 0,1 0 0 0 0,-1 1-1 0 0,1-1 1 0 0,-1 0 0 0 0,1 1-1 0 0,20 7 267 0 0,-20-7-281 0 0,42 23 532 0 0,60 47 0 0 0,-67-45-359 0 0,1-1-1 0 0,45 23 1 0 0,-15-14-93 0 0,76 33 193 0 0,-128-61-749 0 0,0-1 0 0 0,0-1-1 0 0,1 0 1 0 0,0-1-1 0 0,0 0 1 0 0,0-1-1 0 0,22-1 1 0 0,4-11-4933 0 0,-30 3 2875 0 0</inkml:trace>
</inkml:ink>
</file>

<file path=ppt/ink/ink4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22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343 0 900 0 0,'0'0'2692'0'0,"-5"0"-1835"0"0,-5 1-405 0 0,0 1 0 0 0,0-1 0 0 0,0 2 0 0 0,0 0 0 0 0,0 0 0 0 0,1 0 0 0 0,-1 1 0 0 0,1 1 0 0 0,-14 8 0 0 0,-87 64 1540 0 0,73-50-1153 0 0,-41 35-1121 0 0,77-61-150 0 0,4 0-1459 0 0,1-1 1680 0 0,0 0 0 0 0,0 0-1 0 0,-1 0 1 0 0,1 0 0 0 0,0 0-1 0 0,0-1 1 0 0,-1 0-1 0 0,1 0 1 0 0,0 0 0 0 0,-1 0-1 0 0,1 0 1 0 0,-1-1-1 0 0,0 0 1 0 0,1 0 0 0 0,-1 0-1 0 0,0 0 1 0 0,5-4-1 0 0,11-10-1828 0 0,1-2 154 0 0</inkml:trace>
</inkml:ink>
</file>

<file path=ppt/ink/ink4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23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83 1236 0 0,'104'-80'5139'0'0,"-103"80"-5071"0"0,-1 0 0 0 0,1-1 0 0 0,0 1 0 0 0,-1 0-1 0 0,1 0 1 0 0,0-1 0 0 0,0 1 0 0 0,-1 0 0 0 0,1 0 0 0 0,0 0-1 0 0,0 0 1 0 0,-1 0 0 0 0,1 0 0 0 0,0 0 0 0 0,0 0-1 0 0,-1 0 1 0 0,1 0 0 0 0,0 1 0 0 0,0-1 0 0 0,-1 0 0 0 0,1 0-1 0 0,0 1 1 0 0,-1-1 0 0 0,1 0 0 0 0,0 1 0 0 0,-1-1 0 0 0,1 1-1 0 0,-1-1 1 0 0,1 1 0 0 0,-1-1 0 0 0,1 1 0 0 0,-1-1-1 0 0,1 1 1 0 0,-1 0 0 0 0,1-1 0 0 0,-1 1 0 0 0,0 0 0 0 0,1-1-1 0 0,-1 1 1 0 0,0 0 0 0 0,1-1 0 0 0,-1 1 0 0 0,0 0 0 0 0,0 0-1 0 0,0-1 1 0 0,0 1 0 0 0,0 1 0 0 0,10 40 860 0 0,-10-39-798 0 0,21 176 2438 0 0,9 50-2702 0 0,-29-224-370 0 0,0-1 1 0 0,1 1-1 0 0,-1 0 0 0 0,1-1 1 0 0,0 0-1 0 0,0 1 0 0 0,0-1 1 0 0,1 0-1 0 0,5 7 0 0 0</inkml:trace>
</inkml:ink>
</file>

<file path=ppt/ink/ink4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23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36 484 0 0,'-8'1'249'0'0,"0"0"1"0"0,0 1-1 0 0,1-1 0 0 0,-1 2 1 0 0,1-1-1 0 0,-1 1 1 0 0,1 0-1 0 0,0 0 0 0 0,0 1 1 0 0,0 0-1 0 0,1 1 0 0 0,-1-1 1 0 0,1 1-1 0 0,0 0 0 0 0,1 1 1 0 0,-1-1-1 0 0,1 1 0 0 0,0 0 1 0 0,0 1-1 0 0,1-1 1 0 0,0 1-1 0 0,0 0 0 0 0,0 0 1 0 0,1 0-1 0 0,0 0 0 0 0,1 1 1 0 0,0-1-1 0 0,0 1 0 0 0,-1 7 1 0 0,2-9-193 0 0,1-1 1 0 0,1 1-1 0 0,-1-1 0 0 0,1 1 1 0 0,0-1-1 0 0,0 0 1 0 0,0 1-1 0 0,1-1 0 0 0,0 0 1 0 0,0 0-1 0 0,0 0 1 0 0,0 0-1 0 0,1 0 1 0 0,0-1-1 0 0,0 1 0 0 0,0-1 1 0 0,1 1-1 0 0,-1-1 1 0 0,1 0-1 0 0,0-1 0 0 0,1 1 1 0 0,-1-1-1 0 0,0 0 1 0 0,1 0-1 0 0,0 0 0 0 0,-1 0 1 0 0,10 3-1 0 0,-9-4 4 0 0,0 0-1 0 0,0 0 0 0 0,0-1 0 0 0,0 1 0 0 0,0-1 0 0 0,0 0 1 0 0,0-1-1 0 0,0 1 0 0 0,0-1 0 0 0,1 0 0 0 0,-1 0 0 0 0,0-1 1 0 0,0 0-1 0 0,0 0 0 0 0,0 0 0 0 0,0 0 0 0 0,0-1 1 0 0,0 1-1 0 0,0-1 0 0 0,-1-1 0 0 0,1 1 0 0 0,-1-1 0 0 0,1 1 1 0 0,-1-1-1 0 0,0-1 0 0 0,0 1 0 0 0,0 0 0 0 0,0-1 1 0 0,4-6-1 0 0,-5 4 63 0 0,0 0 1 0 0,0 0-1 0 0,0-1 1 0 0,0 1-1 0 0,-1-1 1 0 0,0 0 0 0 0,-1 0-1 0 0,1 0 1 0 0,-1 0-1 0 0,-1 0 1 0 0,1 0-1 0 0,-1 0 1 0 0,-1 0 0 0 0,1 0-1 0 0,-1 0 1 0 0,0 0-1 0 0,-1 0 1 0 0,-2-8-1 0 0,-2-3 145 0 0,0 0-1 0 0,-1 1 0 0 0,0 0 0 0 0,-2 0 0 0 0,-17-26 1 0 0,25 42-394 0 0,0 0 0 0 0,0 0 0 0 0,0 0 0 0 0,0 0 1 0 0,0-1-1 0 0,0 1 0 0 0,0 0 0 0 0,0 1 0 0 0,0-1 1 0 0,0 0-1 0 0,-1 0 0 0 0,1 0 0 0 0,0 1 0 0 0,-1-1 1 0 0,1 1-1 0 0,0-1 0 0 0,-1 1 0 0 0,1 0 0 0 0,-1-1 0 0 0,1 1 1 0 0,-1 0-1 0 0,1 0 0 0 0,-1 0 0 0 0,1 0 0 0 0,-1 0 1 0 0,1 0-1 0 0,-1 0 0 0 0,1 1 0 0 0,0-1 0 0 0,-1 1 1 0 0,1-1-1 0 0,-1 1 0 0 0,1-1 0 0 0,0 1 0 0 0,0 0 0 0 0,-3 1 1 0 0,4-2-36 0 0,-1 0 1 0 0,1 1-1 0 0,0-1 1 0 0,-1 0 0 0 0,1 0-1 0 0,0 1 1 0 0,-1-1-1 0 0,1 0 1 0 0,0 1 0 0 0,-1-1-1 0 0,1 1 1 0 0,0-1-1 0 0,0 0 1 0 0,-1 1 0 0 0,1-1-1 0 0,0 1 1 0 0,0-1-1 0 0,0 1 1 0 0,-1-1 0 0 0,1 1-1 0 0,0-1 1 0 0,0 1-1 0 0,0-1 1 0 0,0 1 0 0 0,0-1-1 0 0,0 1 1 0 0,0-1-1 0 0,0 0 1 0 0,0 1 0 0 0,1-1-1 0 0,-1 1 1 0 0,0 0-1 0 0</inkml:trace>
</inkml:ink>
</file>

<file path=ppt/ink/ink4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23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234 357 412 0 0,'0'0'4535'0'0,"-3"-3"-3523"0"0,0 2-761 0 0,0-1 1 0 0,0 1-1 0 0,0 0 0 0 0,0 0 0 0 0,0 0 1 0 0,0 0-1 0 0,0 1 0 0 0,0-1 0 0 0,0 1 0 0 0,-1-1 1 0 0,1 1-1 0 0,0 0 0 0 0,0 1 0 0 0,0-1 1 0 0,0 0-1 0 0,-6 2 0 0 0,2 0-3 0 0,0 1-1 0 0,0-1 1 0 0,1 1-1 0 0,-1 1 1 0 0,1-1-1 0 0,0 1 1 0 0,-10 7-1 0 0,10-7-130 0 0,1 1-1 0 0,-1 0 0 0 0,1 0 1 0 0,0 0-1 0 0,0 0 1 0 0,1 1-1 0 0,-1 0 1 0 0,1 0-1 0 0,1 0 0 0 0,-1 0 1 0 0,1 1-1 0 0,0 0 1 0 0,0-1-1 0 0,1 1 0 0 0,0 0 1 0 0,-2 14-1 0 0,4-19-93 0 0,0 0-1 0 0,0-1 0 0 0,0 1 0 0 0,0 0 1 0 0,0 0-1 0 0,0-1 0 0 0,1 1 0 0 0,-1 0 1 0 0,0 0-1 0 0,1-1 0 0 0,0 1 0 0 0,-1 0 1 0 0,1-1-1 0 0,0 1 0 0 0,0-1 0 0 0,0 1 1 0 0,0-1-1 0 0,0 0 0 0 0,0 1 1 0 0,0-1-1 0 0,1 0 0 0 0,-1 0 0 0 0,0 1 1 0 0,2 0-1 0 0,0-1 3 0 0,-1-1 0 0 0,1 1 0 0 0,0 0 0 0 0,-1-1 1 0 0,1 1-1 0 0,0-1 0 0 0,0 0 0 0 0,-1 1 0 0 0,1-2 0 0 0,0 1 0 0 0,-1 0 1 0 0,1 0-1 0 0,5-2 0 0 0,1-1 71 0 0,0 0-1 0 0,0 0 1 0 0,0-1 0 0 0,-1 0 0 0 0,0 0 0 0 0,1-1-1 0 0,12-10 1 0 0,-12 6 52 0 0,0-1 0 0 0,-1-1-1 0 0,0 1 1 0 0,0-1 0 0 0,-1-1-1 0 0,-1 1 1 0 0,0-1 0 0 0,0-1-1 0 0,-1 1 1 0 0,-1-1 0 0 0,0 1 0 0 0,-1-1-1 0 0,0 0 1 0 0,1-15 0 0 0,-2 11 12 0 0,-1-1 0 0 0,-1 1 0 0 0,0 0 0 0 0,-1-1 0 0 0,-1 1 0 0 0,0 0 1 0 0,-2 0-1 0 0,0 0 0 0 0,0 0 0 0 0,-10-22 0 0 0,9 32-163 0 0,1 1-1 0 0,-1-1 1 0 0,0 1-1 0 0,0 0 1 0 0,-1 0-1 0 0,0 0 1 0 0,0 1 0 0 0,0 0-1 0 0,-1 0 1 0 0,1 0-1 0 0,-1 1 1 0 0,0 0-1 0 0,-1 1 1 0 0,1-1-1 0 0,-1 1 1 0 0,1 1 0 0 0,-14-4-1 0 0,16 5-190 0 0,0 1 0 0 0,0-1 0 0 0,0 0 0 0 0,0 1 0 0 0,1 0-1 0 0,-1 0 1 0 0,0 1 0 0 0,0 0 0 0 0,0-1 0 0 0,0 1 0 0 0,1 1 0 0 0,-1-1 0 0 0,-6 3-1 0 0,8-2-129 0 0,0 0 0 0 0,0 1 0 0 0,0-1 0 0 0,0 0-1 0 0,0 1 1 0 0,0 0 0 0 0,1 0 0 0 0,-1-1-1 0 0,1 2 1 0 0,0-1 0 0 0,-1 0 0 0 0,2 0 0 0 0,-1 1-1 0 0,0-1 1 0 0,1 1 0 0 0,-1-1 0 0 0,1 1-1 0 0,0 0 1 0 0,0 3 0 0 0,-1 9-3681 0 0</inkml:trace>
</inkml:ink>
</file>

<file path=ppt/ink/ink4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25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207 356 84 0 0,'0'0'15160'0'0,"-3"-2"-15091"0"0,-28-24 380 0 0,30 24-340 0 0,-6 3-99 0 0,0 1 0 0 0,1-1 0 0 0,-1 1 0 0 0,1 0 0 0 0,0 0-1 0 0,-1 1 1 0 0,1 0 0 0 0,0 0 0 0 0,0 1 0 0 0,1-1-1 0 0,-1 1 1 0 0,1 0 0 0 0,0 1 0 0 0,0-1 0 0 0,0 1 0 0 0,1 0-1 0 0,-1 0 1 0 0,1 1 0 0 0,-4 6 0 0 0,1-1 42 0 0,0 0 0 0 0,0 0 1 0 0,1 0-1 0 0,1 1 0 0 0,0 0 0 0 0,1 0 0 0 0,0 0 1 0 0,1 0-1 0 0,-3 18 0 0 0,6-28-41 0 0,-1 1 0 0 0,1 0 0 0 0,0 0 0 0 0,0 0 0 0 0,0 0 0 0 0,0-1 0 0 0,0 1-1 0 0,1 0 1 0 0,-1 0 0 0 0,1 0 0 0 0,0-1 0 0 0,0 1 0 0 0,0 0 0 0 0,0-1 0 0 0,0 1 0 0 0,1-1 0 0 0,-1 1 0 0 0,1-1 0 0 0,0 0-1 0 0,-1 1 1 0 0,1-1 0 0 0,0 0 0 0 0,0 0 0 0 0,1 0 0 0 0,-1-1 0 0 0,4 3 0 0 0,-1-2 5 0 0,0 0 1 0 0,1-1 0 0 0,-1 0-1 0 0,0 0 1 0 0,1 0 0 0 0,-1-1 0 0 0,1 1-1 0 0,-1-2 1 0 0,1 1 0 0 0,-1 0-1 0 0,1-1 1 0 0,-1 0 0 0 0,0 0-1 0 0,1-1 1 0 0,8-3 0 0 0,-7 2 78 0 0,1-1 0 0 0,-1 0 0 0 0,0 0 0 0 0,0-1 0 0 0,-1 0 0 0 0,1 0 0 0 0,-1-1 0 0 0,0 1 0 0 0,-1-1 0 0 0,1 0 0 0 0,-1-1 0 0 0,7-12 0 0 0,-11 18 58 0 0,-1 0-119 0 0,1 1 0 0 0,-1-1 0 0 0,1 0 0 0 0,-1 1 0 0 0,0-1-1 0 0,1 0 1 0 0,-1 1 0 0 0,1-1 0 0 0,0 1 0 0 0,-1-1-1 0 0,1 1 1 0 0,0-1 0 0 0,-1 1 0 0 0,1-1 0 0 0,0 1 0 0 0,-1 0-1 0 0,1-1 1 0 0,0 1 0 0 0,0 0 0 0 0,-1 0 0 0 0,1-1 0 0 0,1 1-1 0 0,0 6-87 0 0,0 0 0 0 0,1 0 0 0 0,0 0 0 0 0,0-1 0 0 0,1 1 0 0 0,-1-1 0 0 0,1 0 0 0 0,0 0 0 0 0,0 0 0 0 0,1 0 0 0 0,0-1 0 0 0,0 0 0 0 0,0 0 0 0 0,0 0 0 0 0,0-1 0 0 0,1 1 0 0 0,-1-1 0 0 0,1-1 0 0 0,0 1 0 0 0,10 2 0 0 0,-9-3 6 0 0,1-1 1 0 0,0 1 0 0 0,0-2 0 0 0,-1 1 0 0 0,1-1-1 0 0,0 0 1 0 0,0-1 0 0 0,0 0 0 0 0,-1 0 0 0 0,1 0 0 0 0,0-1-1 0 0,-1 0 1 0 0,1-1 0 0 0,-1 0 0 0 0,0 0 0 0 0,0 0-1 0 0,9-7 1 0 0,0-1 32 0 0,-2-1 0 0 0,0 0 1 0 0,0-1-1 0 0,-1-1 0 0 0,-1 0 0 0 0,0-1 0 0 0,-1 0 0 0 0,-1-1 0 0 0,0 0 0 0 0,-1 0 0 0 0,-1-1 0 0 0,9-27 1 0 0,5-22 5 0 0,26-134 0 0 0,-46 190 4 0 0,5-69 189 0 0,-7 77-142 0 0,0-6-66 0 0,0 5-13 0 0,-2 7-182 0 0,-1 8 190 0 0,-9 27 14 0 0,3-1-1 0 0,1 2 0 0 0,1-1 1 0 0,3 1-1 0 0,0 56 1 0 0,6-68 24 0 0,0 0 1 0 0,8 29-1 0 0,-8-49-6 0 0,0 0-1 0 0,0 0 1 0 0,1-1-1 0 0,0 1 1 0 0,1-1 0 0 0,0 1-1 0 0,0-1 1 0 0,0 0-1 0 0,1-1 1 0 0,0 1-1 0 0,10 10 1 0 0,-13-15 7 0 0,0 0 0 0 0,1-1 1 0 0,-1 1-1 0 0,0 0 0 0 0,0-1 0 0 0,1 0 0 0 0,-1 1 1 0 0,1-1-1 0 0,-1 0 0 0 0,1 0 0 0 0,-1-1 0 0 0,1 1 1 0 0,0 0-1 0 0,-1-1 0 0 0,1 0 0 0 0,0 1 1 0 0,-1-1-1 0 0,1 0 0 0 0,0-1 0 0 0,0 1 0 0 0,-1 0 1 0 0,1-1-1 0 0,0 1 0 0 0,-1-1 0 0 0,1 0 0 0 0,-1 0 1 0 0,1 0-1 0 0,2-1 0 0 0,5-5 288 0 0,1 0 0 0 0,-2 0 1 0 0,1-1-1 0 0,-1 0 0 0 0,9-10 0 0 0,18-14 4806 0 0,-30 29-4745 0 0,-9 23-7226 0 0,-4-1-1798 0 0</inkml:trace>
</inkml:ink>
</file>

<file path=ppt/ink/ink4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25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1 110 940 0 0,'0'0'1388'0'0,"1"-19"-76"0"0,0 7-112 0 0,-1 2-15 0 0,3-4 867 0 0,-1-1-1172 0 0,-1 6 456 0 0,4-4-828 0 0,-3 4-632 0 0,2 0-1520 0 0</inkml:trace>
</inkml:ink>
</file>

<file path=ppt/ink/ink4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26.2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0 547 828 0 0,'0'0'3228'0'0,"17"-2"423"0"0,1-10-2869 0 0,0 0-1 0 0,-1-2 0 0 0,0 0 1 0 0,-1 0-1 0 0,-1-2 0 0 0,0 0 1 0 0,-1-1-1 0 0,20-32 0 0 0,-10 10-296 0 0,-2-1-1 0 0,-2-1 0 0 0,19-53 1 0 0,-25 52-335 0 0,16-75 0 0 0,-30 115-144 0 0,2-3-58 0 0,-2 5 38 0 0,0 0 1 0 0,0 0 0 0 0,0 0-1 0 0,0 0 1 0 0,0 0-1 0 0,0 0 1 0 0,0 0-1 0 0,0 0 1 0 0,0 0 0 0 0,0-1-1 0 0,0 1 1 0 0,0 0-1 0 0,-1 0 1 0 0,1 0 0 0 0,0 0-1 0 0,-13 30 8 0 0,2 0 1 0 0,0 0-1 0 0,2 1 0 0 0,1 0 0 0 0,2 1 1 0 0,1 0-1 0 0,2 0 0 0 0,0 51 0 0 0,3-71-25 0 0,1-1 1 0 0,1 1-1 0 0,0-1 0 0 0,0 0 0 0 0,1 1 1 0 0,0-1-1 0 0,9 18 0 0 0,-10-26 14 0 0,-1-1 0 0 0,1 1-1 0 0,0-1 1 0 0,-1 0 0 0 0,1 1 0 0 0,0-1-1 0 0,1 0 1 0 0,-1 0 0 0 0,0 0 0 0 0,1-1 0 0 0,-1 1-1 0 0,1-1 1 0 0,-1 1 0 0 0,1-1 0 0 0,0 0-1 0 0,-1 0 1 0 0,1 0 0 0 0,0 0 0 0 0,0 0 0 0 0,0-1-1 0 0,0 1 1 0 0,0-1 0 0 0,0 0 0 0 0,0 0 0 0 0,-1 0-1 0 0,1 0 1 0 0,0 0 0 0 0,0-1 0 0 0,0 1-1 0 0,0-1 1 0 0,0 0 0 0 0,0 0 0 0 0,-1 0 0 0 0,1 0-1 0 0,4-3 1 0 0,16-5-42 0 0,-13 6 323 0 0,0 0 0 0 0,-1-2 0 0 0,18-9-1 0 0,-26 13-44 0 0,-1 1-196 0 0,0 0-1 0 0,1-1 1 0 0,-1 1-1 0 0,0-1 1 0 0,0 1 0 0 0,1 0-1 0 0,-1-1 1 0 0,0 1-1 0 0,1 0 1 0 0,-1 0 0 0 0,0-1-1 0 0,1 1 1 0 0,-1 0 0 0 0,0 0-1 0 0,1-1 1 0 0,-1 1-1 0 0,1 0 1 0 0,-1 0 0 0 0,1 0-1 0 0,-1 0 1 0 0,0 0-1 0 0,1-1 1 0 0,-1 1 0 0 0,1 0-1 0 0,-1 0 1 0 0,1 0 0 0 0,-1 0-1 0 0,1 0 1 0 0,-1 1-1 0 0,0-1 1 0 0,1 0 0 0 0,-1 0-1 0 0,1 0 1 0 0,-1 0 0 0 0,1 0-1 0 0,0 1 1 0 0,17 6 172 0 0,-16-5-203 0 0,0-1 0 0 0,0 0-1 0 0,0 0 1 0 0,0-1 0 0 0,0 1 0 0 0,0 0 0 0 0,0 0-1 0 0,0-1 1 0 0,0 0 0 0 0,0 1 0 0 0,0-1-1 0 0,0 0 1 0 0,0 0 0 0 0,0 0 0 0 0,0 0 0 0 0,1 0-1 0 0,-1-1 1 0 0,0 1 0 0 0,0-1 0 0 0,0 1 0 0 0,0-1-1 0 0,0 0 1 0 0,0 1 0 0 0,0-1 0 0 0,0 0 0 0 0,-1-1-1 0 0,1 1 1 0 0,0 0 0 0 0,-1 0 0 0 0,1-1-1 0 0,0 1 1 0 0,-1-1 0 0 0,0 1 0 0 0,2-3 0 0 0,-2 2-9 0 0,4 8-315 0 0,-5-6 331 0 0,1 0 0 0 0,-1 1 0 0 0,0-1 0 0 0,1 0 0 0 0,-1 0 0 0 0,0 0-1 0 0,1 0 1 0 0,-1 1 0 0 0,0-1 0 0 0,0 0 0 0 0,1 0 0 0 0,-1 1 0 0 0,0-1-1 0 0,0 0 1 0 0,1 1 0 0 0,-1-1 0 0 0,0 0 0 0 0,0 1 0 0 0,0-1 0 0 0,1 0-1 0 0,-1 1 1 0 0,0-1 0 0 0,0 0 0 0 0,0 1 0 0 0,0-1 0 0 0,0 0 0 0 0,0 1 0 0 0,0-1-1 0 0,0 1 1 0 0,0-1 0 0 0,0 0 0 0 0,0 1 0 0 0,0-1 0 0 0,0 1 0 0 0,-11 76-36 0 0,-2 0 1 0 0,-4-2-1 0 0,-4 0 0 0 0,-41 103 1 0 0,4-48 16 0 0,51-116 74 0 0,-1-1 0 0 0,0 0 0 0 0,-1 0 0 0 0,0-1 0 0 0,-1 0 0 0 0,0-1 0 0 0,-14 12 0 0 0,21-20 87 0 0,0-1-1 0 0,-1 0 1 0 0,0 0-1 0 0,1 0 1 0 0,-1 0 0 0 0,0-1-1 0 0,0 1 1 0 0,0-1 0 0 0,0 0-1 0 0,0 0 1 0 0,-7 1-1 0 0,8-2 233 0 0,-6-7 212 0 0,9 7-559 0 0,-1 0 0 0 0,0-1 0 0 0,0 1 0 0 0,1 0 0 0 0,-1 0 0 0 0,0-1 0 0 0,1 1 0 0 0,-1 0 0 0 0,0-1 0 0 0,1 1 0 0 0,-1-1 0 0 0,0 1 0 0 0,1 0 0 0 0,-1-1-1 0 0,1 0 1 0 0,-1 1 0 0 0,1-1 0 0 0,-1 1 0 0 0,1-1 0 0 0,-1 0 0 0 0,1 1 0 0 0,0-1 0 0 0,-1 0 0 0 0,1 1 0 0 0,0-1 0 0 0,0 0 0 0 0,-1 1 0 0 0,1-2 0 0 0,0-17 3 0 0,1 1 1 0 0,1 0 0 0 0,1 0-1 0 0,1 0 1 0 0,0 0 0 0 0,1 0 0 0 0,1 1-1 0 0,15-33 1 0 0,31-43-4012 0 0,7 12-5578 0 0,-40 60 5214 0 0</inkml:trace>
</inkml:ink>
</file>

<file path=ppt/ink/ink4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26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69 904 0 0,'17'-30'9301'0'0,"-15"27"-8750"0"0,2-1-1 0 0,-1 1 1 0 0,0 0 0 0 0,1 0-1 0 0,-1 1 1 0 0,1-1 0 0 0,0 1-1 0 0,0 0 1 0 0,0 0 0 0 0,9-3-1 0 0,24-1-14 0 0,-5 9-3548 0 0,-3 8-4099 0 0</inkml:trace>
</inkml:ink>
</file>

<file path=ppt/ink/ink4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26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17 1832 0 0,'-7'1'16722'0'0,"0"-18"-20161"0"0</inkml:trace>
</inkml:ink>
</file>

<file path=ppt/ink/ink4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30.2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240 646 684 0 0,'-10'-10'3763'0'0,"9"10"-3658"0"0,-1 0 0 0 0,1 0 0 0 0,-1 0 0 0 0,1 0-1 0 0,-1 0 1 0 0,1 1 0 0 0,0-1 0 0 0,-1 0 0 0 0,1 1 0 0 0,-1-1 0 0 0,1 1 0 0 0,0 0-1 0 0,-1-1 1 0 0,1 1 0 0 0,0 0 0 0 0,0 0 0 0 0,-1 0 0 0 0,1 0 0 0 0,0 0 0 0 0,0 0-1 0 0,0 0 1 0 0,0 0 0 0 0,0 0 0 0 0,1 0 0 0 0,-1 1 0 0 0,0-1 0 0 0,0 0-1 0 0,1 1 1 0 0,-1-1 0 0 0,1 0 0 0 0,-1 3 0 0 0,-21 58 307 0 0,18-49-88 0 0,-11 48 220 0 0,2-1 0 0 0,3 2 1 0 0,3 0-1 0 0,0 117 0 0 0,12-97 5216 0 0,-7-83-5694 0 0,0-1-1 0 0,0 1 0 0 0,1-1 1 0 0,-1 0-1 0 0,0 1 1 0 0,1-1-1 0 0,-1 0 1 0 0,1 0-1 0 0,0 0 0 0 0,-1 0 1 0 0,0-4-1 0 0,1 5 6 0 0,-10-21 193 0 0,1-1 1 0 0,1-1 0 0 0,1 0 0 0 0,-6-28 0 0 0,9 32-150 0 0,-6-25 31 0 0,3 0 0 0 0,2 0 1 0 0,2-1-1 0 0,1 1 0 0 0,8-86 0 0 0,3 56-211 0 0,4 0 0 0 0,37-127 0 0 0,-40 174-6 0 0,0 0-1 0 0,2 1 1 0 0,2 1 0 0 0,0 0-1 0 0,1 0 1 0 0,24-30 0 0 0,-30 45 32 0 0,1 1 0 0 0,0 0 0 0 0,0 0 0 0 0,1 1 0 0 0,0 0 0 0 0,1 1 1 0 0,-1 0-1 0 0,2 0 0 0 0,-1 2 0 0 0,1-1 0 0 0,0 1 0 0 0,1 1 0 0 0,-1 0 1 0 0,1 1-1 0 0,0 0 0 0 0,13-1 0 0 0,-16 4 2 0 0,-1 1 1 0 0,1 0-1 0 0,0 0 0 0 0,-1 1 1 0 0,1 0-1 0 0,-1 1 1 0 0,0 0-1 0 0,1 1 0 0 0,-1 0 1 0 0,0 0-1 0 0,0 1 0 0 0,-1 0 1 0 0,1 0-1 0 0,-1 1 0 0 0,0 0 1 0 0,0 1-1 0 0,-1 0 0 0 0,1 0 1 0 0,-1 0-1 0 0,-1 1 0 0 0,1 0 1 0 0,-1 1-1 0 0,0-1 1 0 0,-1 1-1 0 0,0 0 0 0 0,7 15 1 0 0,-7-13 15 0 0,0-1 1 0 0,-1 1-1 0 0,-1-1 1 0 0,1 1-1 0 0,-2 1 1 0 0,1-1-1 0 0,-1 0 1 0 0,-1 0-1 0 0,0 1 1 0 0,0-1-1 0 0,-1 1 1 0 0,-1-1-1 0 0,0 1 1 0 0,0-1-1 0 0,-1 0 0 0 0,0 1 1 0 0,0-1-1 0 0,-1 0 1 0 0,-1 0-1 0 0,0-1 1 0 0,0 1-1 0 0,-1-1 1 0 0,0 0-1 0 0,-10 14 1 0 0,2-10 32 0 0,1-1 1 0 0,-2 0-1 0 0,1 0 0 0 0,-2-2 1 0 0,1 0-1 0 0,-1 0 0 0 0,-1-1 1 0 0,0-1-1 0 0,0-1 0 0 0,-1 0 1 0 0,0-1-1 0 0,0-1 0 0 0,-31 6 1 0 0,27-8 20 0 0,0 0 0 0 0,-1-1 0 0 0,1-1 0 0 0,-1-1 1 0 0,0-1-1 0 0,1-1 0 0 0,0-1 0 0 0,-1-1 1 0 0,1 0-1 0 0,0-2 0 0 0,-23-9 0 0 0,38 12-167 0 0,0 0 0 0 0,1 0-1 0 0,0 0 1 0 0,-1 0-1 0 0,1-1 1 0 0,1 0 0 0 0,-1 0-1 0 0,1 0 1 0 0,-7-9-1 0 0,8 10-214 0 0,1 0 0 0 0,1 0 0 0 0,-1 0 0 0 0,0 0 0 0 0,1 0 0 0 0,-1-1 0 0 0,1 1 0 0 0,0 0 0 0 0,0-1 0 0 0,0-5 0 0 0,1 8 2 0 0,0-1-1 0 0,0 1 1 0 0,0 0 0 0 0,1 0-1 0 0,-1-1 1 0 0,1 1-1 0 0,-1 0 1 0 0,1 0 0 0 0,-1 0-1 0 0,1-1 1 0 0,0 1-1 0 0,-1 0 1 0 0,1 0 0 0 0,0 0-1 0 0,0 0 1 0 0,0 0-1 0 0,0 0 1 0 0,0 0 0 0 0,1-1-1 0 0,7-3-2899 0 0</inkml:trace>
</inkml:ink>
</file>

<file path=ppt/ink/ink4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31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68 144 0 0,'8'-35'8041'0'0,"-8"33"-7896"0"0,0 0-1 0 0,-1 0 1 0 0,1 0 0 0 0,-1 1 0 0 0,1-1 0 0 0,-1 0 0 0 0,0 0 0 0 0,1 0-1 0 0,-1 0 1 0 0,0 0 0 0 0,0 1 0 0 0,-1-1 0 0 0,1 0 0 0 0,0 1-1 0 0,-3-3 1 0 0,3 3 215 0 0,-31 1 713 0 0,18 5-975 0 0,1 0 1 0 0,-1 1-1 0 0,1 1 0 0 0,1 0 0 0 0,-1 1 1 0 0,1 0-1 0 0,1 1 0 0 0,-1 1 0 0 0,1-1 1 0 0,1 2-1 0 0,0-1 0 0 0,1 2 0 0 0,0-1 1 0 0,0 1-1 0 0,1 0 0 0 0,-9 21 0 0 0,16-32-93 0 0,0 1 0 0 0,0-1 0 0 0,1 0-1 0 0,-1 1 1 0 0,0-1 0 0 0,1 0 0 0 0,-1 1-1 0 0,1-1 1 0 0,0 1 0 0 0,0-1 0 0 0,-1 1-1 0 0,1-1 1 0 0,0 1 0 0 0,0-1 0 0 0,0 1-1 0 0,0-1 1 0 0,1 1 0 0 0,-1-1 0 0 0,0 1-1 0 0,1-1 1 0 0,-1 1 0 0 0,1-1 0 0 0,-1 0-1 0 0,1 1 1 0 0,0-1 0 0 0,-1 0 0 0 0,1 0 0 0 0,0 1-1 0 0,0-1 1 0 0,0 0 0 0 0,0 0 0 0 0,0 0-1 0 0,0 0 1 0 0,0 0 0 0 0,0 0 0 0 0,1 0-1 0 0,-1 0 1 0 0,0-1 0 0 0,1 1 0 0 0,-1 0-1 0 0,0-1 1 0 0,1 1 0 0 0,-1-1 0 0 0,1 1-1 0 0,-1-1 1 0 0,1 0 0 0 0,-1 0 0 0 0,2 0-1 0 0,6 1-50 0 0,-1 0 0 0 0,0-1 1 0 0,0-1-1 0 0,0 1 0 0 0,0-1 0 0 0,1-1 0 0 0,11-3 0 0 0,64-33-687 0 0,-46 19 136 0 0,-36 18 499 0 0,2 2-142 0 0,3 2 186 0 0,0 0 0 0 0,1 1 0 0 0,-1-1 1 0 0,0 2-1 0 0,6 4 0 0 0,-7-4 14 0 0,0-1 1 0 0,1 0 0 0 0,-1 0-1 0 0,1-1 1 0 0,0 0 0 0 0,0 0-1 0 0,0 0 1 0 0,12 2 0 0 0,-14-5 29 0 0,0 0 0 0 0,0 0 0 0 0,1 0 1 0 0,-1 0-1 0 0,0-1 0 0 0,0 0 0 0 0,0 0 1 0 0,0-1-1 0 0,0 1 0 0 0,0-1 0 0 0,-1 0 1 0 0,1 0-1 0 0,-1-1 0 0 0,1 0 0 0 0,-1 1 1 0 0,0-1-1 0 0,0-1 0 0 0,7-5 0 0 0,5-8-7 0 0,0 0 0 0 0,25-38 0 0 0,-12 16 52 0 0,-25 35-21 0 0,-2 2 1 0 0,0 0 0 0 0,-1-1 1 0 0,1 1-1 0 0,0 0 0 0 0,-1 0 0 0 0,1-1 0 0 0,-1 1 0 0 0,0-1 0 0 0,1 0 0 0 0,-1 1 0 0 0,-1-1 0 0 0,2-3 0 0 0,-2 6-15 0 0,0 0 0 0 0,0 0 1 0 0,0-1-1 0 0,0 1 0 0 0,0 0 0 0 0,0 0 0 0 0,0 0 0 0 0,0-1 0 0 0,0 1 0 0 0,0 0 0 0 0,0 0 0 0 0,0 0 0 0 0,0-1 0 0 0,0 1 0 0 0,0 0 0 0 0,0 0 1 0 0,0 0-1 0 0,0 0 0 0 0,0-1 0 0 0,0 1 0 0 0,0 0 0 0 0,0 0 0 0 0,0 0 0 0 0,1 0 0 0 0,-1-1 0 0 0,0 1 0 0 0,0 0 0 0 0,0 0 0 0 0,0 0 0 0 0,0 0 0 0 0,1 0 1 0 0,-1 0-1 0 0,0-1 0 0 0,0 1 0 0 0,0 0 0 0 0,0 0 0 0 0,1 0 0 0 0,-1 0 0 0 0,0 0 0 0 0,0 0 0 0 0,0 0 0 0 0,1 0 0 0 0,-1 0 0 0 0,0 0 0 0 0,1 0 0 0 0,9 6 7 0 0,5 11 3 0 0,-12-9-10 0 0,0-1 0 0 0,0 1 0 0 0,-1 0 0 0 0,-1-1 0 0 0,1 1 0 0 0,-1 0 0 0 0,0 0 0 0 0,-1 0 0 0 0,-1 12 0 0 0,1 9 30 0 0,2-8 163 0 0,3-18-33 0 0,14-31-101 0 0,-12 15-146 0 0,37-50-327 0 0,-40 58 367 0 0,0 0-1 0 0,1 1 0 0 0,-1-1 1 0 0,1 1-1 0 0,0 0 0 0 0,0 0 1 0 0,1 0-1 0 0,-1 1 1 0 0,10-5-1 0 0,-1 2-145 0 0,-13 5 187 0 0,0 1 0 0 0,-1-1 1 0 0,1 1-1 0 0,0 0 0 0 0,0-1 1 0 0,0 1-1 0 0,0-1 0 0 0,0 1 0 0 0,0 0 1 0 0,0 0-1 0 0,0 0 0 0 0,0 0 1 0 0,0 0-1 0 0,0 0 0 0 0,0 0 0 0 0,0 0 1 0 0,0 0-1 0 0,0 0 0 0 0,0 0 0 0 0,0 0 1 0 0,0 1-1 0 0,0-1 0 0 0,0 1 1 0 0,0-1-1 0 0,0 0 0 0 0,0 1 0 0 0,0-1 1 0 0,-1 1-1 0 0,1 0 0 0 0,0-1 1 0 0,0 1-1 0 0,-1 0 0 0 0,1-1 0 0 0,0 1 1 0 0,-1 0-1 0 0,2 2 0 0 0,24 26-112 0 0,-19-19 101 0 0,1-1-1 0 0,0-1 1 0 0,17 14 0 0 0,-16-15 19 0 0,0 0 0 0 0,1-1 0 0 0,0 0 1 0 0,0-1-1 0 0,0 0 0 0 0,0-1 0 0 0,1 0 0 0 0,16 4 1 0 0,-23-7 17 0 0,1-1 0 0 0,-1 1 0 0 0,0-1 0 0 0,1 0 0 0 0,-1-1 0 0 0,1 1 0 0 0,-1-1 0 0 0,0 0 0 0 0,1 0 0 0 0,-1 0 0 0 0,0-1 0 0 0,0 1 0 0 0,0-1 1 0 0,0 0-1 0 0,0 0 0 0 0,0 0 0 0 0,0-1 0 0 0,-1 0 0 0 0,1 1 0 0 0,-1-1 0 0 0,0 0 0 0 0,0-1 0 0 0,0 1 0 0 0,4-6 0 0 0,17-23 1804 0 0,-23 30-1459 0 0,5-3 584 0 0,2-1 445 0 0,1 46-3296 0 0,-5-13-5817 0 0</inkml:trace>
</inkml:ink>
</file>

<file path=ppt/ink/ink4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31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46 320 0 0,'-5'-13'2848'0'0,"-1"4"1109"0"0,5-3-513 0 0,-2 0-3092 0 0</inkml:trace>
</inkml:ink>
</file>

<file path=ppt/ink/ink4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32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25 516 0 0,'0'-12'7920'0'0,"0"11"-7844"0"0,0 0 1 0 0,1 1-1 0 0,-1-1 0 0 0,0 0 0 0 0,0 1 1 0 0,1-1-1 0 0,-1 1 0 0 0,0-1 0 0 0,1 1 1 0 0,-1-1-1 0 0,1 1 0 0 0,-1-1 0 0 0,1 1 1 0 0,-1-1-1 0 0,1 1 0 0 0,-1-1 0 0 0,1 1 1 0 0,-1 0-1 0 0,1-1 0 0 0,-1 1 0 0 0,1 0 1 0 0,0-1-1 0 0,-1 1 0 0 0,1 0 0 0 0,0 0 1 0 0,-1 0-1 0 0,1-1 0 0 0,0 1 0 0 0,-1 0 1 0 0,1 0-1 0 0,0 0 0 0 0,-1 0 0 0 0,1 0 0 0 0,0 0 1 0 0,-1 1-1 0 0,1-1 0 0 0,0 0 0 0 0,0 0 1 0 0,2 1 134 0 0,25 32 610 0 0,-20-19-657 0 0,0 0-1 0 0,-1 0 1 0 0,-1 1-1 0 0,7 23 0 0 0,-8-22-42 0 0,-4-15-80 0 0,0 2 13 0 0,8 8 551 0 0,16-46-539 0 0,-20 26-92 0 0,1 1 0 0 0,-1 0 0 0 0,1 0 0 0 0,0 1 0 0 0,1 0 0 0 0,0 0 0 0 0,0 0 0 0 0,10-6 0 0 0,-2 5-65 0 0,-13 6 79 0 0,0 1 1 0 0,0-1 0 0 0,1 1-1 0 0,-1 0 1 0 0,0 0 0 0 0,1 0-1 0 0,-1 0 1 0 0,1 1 0 0 0,-1-1-1 0 0,1 1 1 0 0,0-1 0 0 0,-1 1 0 0 0,1 0-1 0 0,-1 0 1 0 0,1 0 0 0 0,0 0-1 0 0,-1 0 1 0 0,1 1 0 0 0,-1-1-1 0 0,1 1 1 0 0,4 2 0 0 0,55 18-37 0 0,-55-17 81 0 0,1 0 1 0 0,0-1-1 0 0,0 0 0 0 0,0 0 1 0 0,1-1-1 0 0,-1 0 1 0 0,0-1-1 0 0,1 1 1 0 0,0-2-1 0 0,-1 1 1 0 0,1-1-1 0 0,-1 0 1 0 0,1-1-1 0 0,-1 0 1 0 0,12-3-1 0 0,-19 3 138 0 0,11-5 1371 0 0,-8 3-3537 0 0</inkml:trace>
</inkml:ink>
</file>

<file path=ppt/ink/ink4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32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83 808 0 0,'-3'-13'3264'0'0,"1"0"1"0"0,0-1-1 0 0,0-17 0 0 0,2 28-2193 0 0,1-5-724 0 0</inkml:trace>
</inkml:ink>
</file>

<file path=ppt/ink/ink4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33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25 900 0 0,'0'0'8407'0'0,"-4"-17"-5189"0"0,1 15-3113 0 0,-1 1 0 0 0,0 0 0 0 0,1 0-1 0 0,-1 0 1 0 0,0 1 0 0 0,0-1 0 0 0,0 1 0 0 0,1 0-1 0 0,-1 0 1 0 0,0 0 0 0 0,0 1 0 0 0,0-1 0 0 0,1 1-1 0 0,-1 0 1 0 0,0 0 0 0 0,1 0 0 0 0,-1 0 0 0 0,0 1 0 0 0,1 0-1 0 0,0-1 1 0 0,-1 1 0 0 0,-5 5 0 0 0,2-3 3 0 0,0 1 1 0 0,0 0 0 0 0,1 0 0 0 0,-1 1-1 0 0,1-1 1 0 0,0 2 0 0 0,1-1-1 0 0,-1 0 1 0 0,-7 14 0 0 0,12-18-108 0 0,1-1 0 0 0,-1 0 0 0 0,1 0 0 0 0,0 0 1 0 0,-1 1-1 0 0,1-1 0 0 0,0 0 0 0 0,0 0 0 0 0,0 1 0 0 0,0-1 1 0 0,0 0-1 0 0,0 0 0 0 0,0 1 0 0 0,0-1 0 0 0,1 0 0 0 0,-1 0 0 0 0,0 1 1 0 0,1-1-1 0 0,-1 0 0 0 0,1 0 0 0 0,-1 0 0 0 0,1 0 0 0 0,0 1 1 0 0,0-1-1 0 0,-1 0 0 0 0,1 0 0 0 0,0 0 0 0 0,0-1 0 0 0,0 1 1 0 0,0 0-1 0 0,0 0 0 0 0,0 0 0 0 0,0-1 0 0 0,0 1 0 0 0,0 0 0 0 0,0-1 1 0 0,1 1-1 0 0,-1-1 0 0 0,0 0 0 0 0,0 1 0 0 0,0-1 0 0 0,1 0 1 0 0,-1 0-1 0 0,2 1 0 0 0,4 0-85 0 0,0 0-1 0 0,0 0 1 0 0,0 0 0 0 0,0-1 0 0 0,0 0 0 0 0,10-1-1 0 0,-2-2-228 0 0,-1-2 0 0 0,1 0 0 0 0,25-12 0 0 0,-25 10-68 0 0,0 0 0 0 0,27-7-1 0 0,-40 14 266 0 0,2 0 54 0 0,1 0-1 0 0,0 0 0 0 0,-1 0 1 0 0,1 1-1 0 0,0-1 1 0 0,-1 1-1 0 0,1 0 0 0 0,5 3 1 0 0,1 0 70 0 0,1 0 0 0 0,-1 0-1 0 0,1-1 1 0 0,0-1 0 0 0,0 0 0 0 0,1-1 0 0 0,-1 0 0 0 0,0 0 0 0 0,0-2 0 0 0,0 1 0 0 0,1-2-1 0 0,-1 1 1 0 0,0-2 0 0 0,0 1 0 0 0,-1-2 0 0 0,15-5 0 0 0,0-4 494 0 0,30-10 2926 0 0,-52 22-3728 0 0,0 0 0 0 0,0 0 0 0 0,0 1 1 0 0,0 0-1 0 0,0 0 0 0 0,0 0 0 0 0,0 0 1 0 0,5 2-1 0 0,-3-2-782 0 0,12 3-4637 0 0,-8 2 1796 0 0</inkml:trace>
</inkml:ink>
</file>

<file path=ppt/ink/ink4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34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76 336 0 0,'42'-13'2098'0'0,"-18"9"-1739"0"0,1 0 0 0 0,0 3 0 0 0,36 0 0 0 0,-46 1-350 0 0,-10 0 2 0 0,2-2 192 0 0,0 0 1 0 0,0 0 0 0 0,0 0-1 0 0,-1-1 1 0 0,1 0 0 0 0,-1 0-1 0 0,12-8 1 0 0,12-5 742 0 0,-29 15-569 0 0,1 0-224 0 0,0 0-1 0 0,0 0 1 0 0,1 0-1 0 0,-1 0 1 0 0,0 0-1 0 0,0 1 1 0 0,1-1-1 0 0,-1 1 1 0 0,0 0 0 0 0,1-1-1 0 0,-1 1 1 0 0,0 0-1 0 0,1 0 1 0 0,-1 1-1 0 0,0-1 1 0 0,4 1 0 0 0,76 21 172 0 0,-26-9-3666 0 0,-37-9 904 0 0,-2 0 194 0 0</inkml:trace>
</inkml:ink>
</file>

<file path=ppt/ink/ink4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35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313 95 852 0 0,'-3'-6'519'0'0,"0"0"0"0"0,-1 1 0 0 0,1 0 0 0 0,-1-1 0 0 0,0 1 0 0 0,0 1 0 0 0,-1-1 0 0 0,0 1 1 0 0,1-1-1 0 0,-1 1 0 0 0,-9-5 0 0 0,7 5-259 0 0,0 0 1 0 0,0 0-1 0 0,-1 1 1 0 0,1 0-1 0 0,-1 0 1 0 0,0 1 0 0 0,0-1-1 0 0,0 2 1 0 0,0-1-1 0 0,0 1 1 0 0,-1 1-1 0 0,1-1 1 0 0,0 1-1 0 0,-11 2 1 0 0,17-1-219 0 0,-1 0-1 0 0,1 0 1 0 0,0 0-1 0 0,-1 0 1 0 0,1 0 0 0 0,0 1-1 0 0,0-1 1 0 0,0 1-1 0 0,0-1 1 0 0,0 1 0 0 0,0 0-1 0 0,0 0 1 0 0,1 0-1 0 0,-1 0 1 0 0,0 0 0 0 0,1 0-1 0 0,0 0 1 0 0,0 0-1 0 0,-1 1 1 0 0,1-1 0 0 0,1 1-1 0 0,-1-1 1 0 0,0 0-1 0 0,1 1 1 0 0,-1 0 0 0 0,0 3-1 0 0,0 5 52 0 0,-1 1 0 0 0,2 0-1 0 0,-1 0 1 0 0,3 15 0 0 0,5 38 220 0 0,4-1 1 0 0,21 75 0 0 0,51 120 250 0 0,-22-74-177 0 0,-59-176-362 0 0,8 20 49 0 0,-2 1 0 0 0,4 34-1 0 0,-11-57-49 0 0,0 1 0 0 0,0 0 0 0 0,-1-1-1 0 0,0 1 1 0 0,-1-1 0 0 0,1 1-1 0 0,-1 0 1 0 0,-1-1 0 0 0,0 0 0 0 0,0 1-1 0 0,0-1 1 0 0,-1 0 0 0 0,0 0-1 0 0,-5 8 1 0 0,6-11 16 0 0,-1-1 1 0 0,0 0-1 0 0,0-1 0 0 0,0 1 0 0 0,-1 0 1 0 0,1-1-1 0 0,0 0 0 0 0,-1 0 0 0 0,0 0 1 0 0,1 0-1 0 0,-1 0 0 0 0,0-1 1 0 0,0 0-1 0 0,0 0 0 0 0,0 0 0 0 0,0 0 1 0 0,0 0-1 0 0,0-1 0 0 0,-1 0 0 0 0,1 0 1 0 0,0 0-1 0 0,0 0 0 0 0,0-1 0 0 0,0 1 1 0 0,0-1-1 0 0,0 0 0 0 0,0-1 1 0 0,-5-1-1 0 0,-4-1-87 0 0,1-1 1 0 0,0 0 0 0 0,0-1-1 0 0,0 0 1 0 0,1-1 0 0 0,0 0-1 0 0,-17-16 1 0 0,22 18-301 0 0,0-1 0 0 0,1 0 0 0 0,0 0 0 0 0,0-1 0 0 0,0 0 0 0 0,1 1 0 0 0,-5-12 0 0 0,-5-33-6061 0 0,10 15 2649 0 0</inkml:trace>
</inkml:ink>
</file>

<file path=ppt/ink/ink4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35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0 190 1164 0 0,'2'-1'285'0'0,"1"0"0"0"0,0 1 0 0 0,-1-1 0 0 0,1 0 0 0 0,-1 1 0 0 0,1 0 0 0 0,0-1 0 0 0,-1 1 0 0 0,1 0 0 0 0,0 1 0 0 0,-1-1-1 0 0,1 0 1 0 0,-1 1 0 0 0,1-1 0 0 0,0 1 0 0 0,-1 0 0 0 0,1 0 0 0 0,-1 0 0 0 0,0 0 0 0 0,1 0 0 0 0,-1 1 0 0 0,0-1 0 0 0,0 1 0 0 0,0-1 0 0 0,0 1 0 0 0,0 0 0 0 0,0 0 0 0 0,0 0 0 0 0,2 3 0 0 0,3 5 327 0 0,-1 0 0 0 0,0 1 0 0 0,0 0 0 0 0,7 22 1 0 0,-12-31 692 0 0,2-6-1142 0 0,60-90 268 0 0,12-18-2182 0 0,-17 45-5581 0 0,-44 55 4190 0 0</inkml:trace>
</inkml:ink>
</file>

<file path=ppt/ink/ink4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36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26 340 0 0,'7'-14'4464'0'0,"-7"14"-4343"0"0,0-1-1 0 0,1 1 0 0 0,-1 0 1 0 0,0 0-1 0 0,0 0 0 0 0,0 0 1 0 0,1 0-1 0 0,-1-1 1 0 0,0 1-1 0 0,0 0 0 0 0,0 0 1 0 0,1 0-1 0 0,-1-1 0 0 0,0 1 1 0 0,0 0-1 0 0,0 0 0 0 0,0-1 1 0 0,0 1-1 0 0,0 0 1 0 0,0 0-1 0 0,1-1 0 0 0,-1 1 1 0 0,0 0-1 0 0,0 0 0 0 0,0-1 1 0 0,0 1-1 0 0,0 0 0 0 0,0-1 1 0 0,0 1-1 0 0,0 0 0 0 0,0 0 1 0 0,-1-1-1 0 0,1 1 1 0 0,0 0-1 0 0,0 0 0 0 0,0-1 1 0 0,0 1-1 0 0,0 0 0 0 0,0 0 1 0 0,0-1-1 0 0,-1 1 0 0 0,1 0 1 0 0,0 0-1 0 0,0 0 0 0 0,0-1 1 0 0,-1 1-1 0 0,1 0 1 0 0,0 0-1 0 0,0 0 0 0 0,0 0 1 0 0,-1-1-1 0 0,-4 3 4 0 0,0 0 0 0 0,0 0 0 0 0,0 1 0 0 0,0-1 0 0 0,0 1 0 0 0,0 0 0 0 0,1 1 0 0 0,0-1 0 0 0,0 1 0 0 0,0-1 1 0 0,0 1-1 0 0,0 1 0 0 0,1-1 0 0 0,0 0 0 0 0,0 1 0 0 0,0 0 0 0 0,0-1 0 0 0,-3 9 0 0 0,6-12-114 0 0,0 0 0 0 0,0 0 0 0 0,0 0 0 0 0,1 0 0 0 0,-1 1 0 0 0,0-1 1 0 0,0 0-1 0 0,0 0 0 0 0,1 0 0 0 0,-1 0 0 0 0,1 0 0 0 0,-1 0 0 0 0,1 0 0 0 0,-1-1 0 0 0,1 1 0 0 0,-1 0 0 0 0,1 0 0 0 0,0 0 1 0 0,0 0-1 0 0,-1-1 0 0 0,1 1 0 0 0,0 0 0 0 0,0-1 0 0 0,0 1 0 0 0,0-1 0 0 0,0 1 0 0 0,0-1 0 0 0,0 1 0 0 0,1 0 1 0 0,31 11 144 0 0,-32-12-144 0 0,19 4-256 0 0,1-2-1 0 0,0 0 1 0 0,0-1 0 0 0,0-1-1 0 0,-1-2 1 0 0,1 0-1 0 0,35-8 1 0 0,-30 6-1821 0 0,-15 1-2826 0 0</inkml:trace>
</inkml:ink>
</file>

<file path=ppt/ink/ink4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36.8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31 876 0 0,'0'0'1676'0'0,"28"13"1441"0"0,-26-8-2904 0 0,0-1 1 0 0,0 1 0 0 0,0-1-1 0 0,0 1 1 0 0,-1 0 0 0 0,0-1 0 0 0,0 1-1 0 0,0 0 1 0 0,-1 0 0 0 0,0 0-1 0 0,0 0 1 0 0,0 5 0 0 0,-1-8-156 0 0,1 1 0 0 0,-1 0 1 0 0,1 0-1 0 0,-1-1 0 0 0,0 1 0 0 0,0 0 1 0 0,0-1-1 0 0,-1 1 0 0 0,1-1 0 0 0,-1 0 1 0 0,1 1-1 0 0,-1-1 0 0 0,0 0 1 0 0,0 0-1 0 0,0 0 0 0 0,0 0 0 0 0,0 0 1 0 0,0 0-1 0 0,0-1 0 0 0,-1 1 0 0 0,1-1 1 0 0,-4 2-1 0 0,6-3-49 0 0,-1 1 0 0 0,1-1 0 0 0,0 0 1 0 0,-1 1-1 0 0,1-1 0 0 0,-1 0 0 0 0,1 1 0 0 0,-1-1 0 0 0,1 0 0 0 0,-1 0 1 0 0,0 1-1 0 0,1-1 0 0 0,-1 0 0 0 0,1 0 0 0 0,-1 0 0 0 0,1 0 1 0 0,-1 0-1 0 0,0 0 0 0 0,1 0 0 0 0,-1 0 0 0 0,1 0 0 0 0,-1 0 1 0 0,0 0-1 0 0,1 0 0 0 0,-1 0 0 0 0,1-1 0 0 0,-1 1 0 0 0,1 0 0 0 0,-1 0 1 0 0,1-1-1 0 0,-1 1 0 0 0,1 0 0 0 0,-1-1 0 0 0,1 1 0 0 0,-1 0 1 0 0,1-1-1 0 0,-1 1 0 0 0,1-1 0 0 0,0 1 0 0 0,-1-1 0 0 0,1 1 0 0 0,0-1 1 0 0,-1 1-1 0 0,1-1 0 0 0,0 1 0 0 0,0-1 0 0 0,0 1 0 0 0,-1-1 1 0 0,1 1-1 0 0,0-1 0 0 0,0 0 0 0 0,0 1 0 0 0,0-1 0 0 0,0 1 1 0 0,0-1-1 0 0,0 0 0 0 0,0 1 0 0 0,0-1 0 0 0,0 1 0 0 0,1-1 0 0 0,-1 1 1 0 0,0-1-1 0 0,0 0 0 0 0,11-32-264 0 0,-5 23 169 0 0,1 1 0 0 0,1 0 0 0 0,0 1 0 0 0,0 0 0 0 0,1 0 0 0 0,0 0 1 0 0,0 1-1 0 0,0 1 0 0 0,1-1 0 0 0,0 2 0 0 0,16-8 0 0 0,-20 10 47 0 0,-1 1 1 0 0,1 0-1 0 0,-1 0 1 0 0,1 0 0 0 0,0 0-1 0 0,0 1 1 0 0,0 0-1 0 0,0 1 1 0 0,0-1 0 0 0,0 1-1 0 0,0 0 1 0 0,0 0-1 0 0,0 1 1 0 0,-1 0-1 0 0,1 0 1 0 0,0 0 0 0 0,0 1-1 0 0,0 0 1 0 0,-1 0-1 0 0,1 0 1 0 0,-1 1 0 0 0,0-1-1 0 0,8 6 1 0 0,-9-3 51 0 0,-1-1 0 0 0,1 1 0 0 0,-1 0 0 0 0,0 0 0 0 0,0 0 0 0 0,0 0 0 0 0,0 0 0 0 0,-1 1 0 0 0,0-1 0 0 0,0 1 0 0 0,-1 0-1 0 0,0 0 1 0 0,0-1 0 0 0,1 11 0 0 0,-2-14 289 0 0,0-2-286 0 0,0 0-1 0 0,0 1 1 0 0,-1-1 0 0 0,1 0 0 0 0,0 0-1 0 0,0 0 1 0 0,0 1 0 0 0,0-1 0 0 0,0 0-1 0 0,-1 0 1 0 0,1 0 0 0 0,0 1 0 0 0,0-1-1 0 0,0 0 1 0 0,0 0 0 0 0,0 1 0 0 0,0-1-1 0 0,0 0 1 0 0,0 0 0 0 0,0 1 0 0 0,0-1-1 0 0,0 0 1 0 0,0 0 0 0 0,0 1 0 0 0,0-1-1 0 0,0 0 1 0 0,0 0 0 0 0,0 1 0 0 0,0-1 0 0 0,1 0-1 0 0,-1 0 1 0 0,0 1 0 0 0,0-1 0 0 0,0 0-1 0 0,0 0 1 0 0,0 0 0 0 0,1 1 0 0 0,-1-1-1 0 0,0 0 1 0 0,0 0 0 0 0,0 0 0 0 0,1 0-1 0 0,-1 1 1 0 0,0-1 0 0 0,0 0 0 0 0,0 0-1 0 0,1 0 1 0 0,-1 0 0 0 0,0 0 0 0 0,0 0-1 0 0,1 0 1 0 0,-1 0 0 0 0,0 0 0 0 0,0 0-1 0 0,1 0 1 0 0,-1 0 0 0 0,0 0 0 0 0,0 0-1 0 0,1 0 1 0 0,33-24 13 0 0,-15 10 4 0 0,0 1 0 0 0,0 1 1 0 0,1 0-1 0 0,30-12 1 0 0,-47 23-15 0 0,-1 0 1 0 0,1 0-1 0 0,-1 0 1 0 0,1 1-1 0 0,-1-1 1 0 0,1 1-1 0 0,0-1 1 0 0,-1 1-1 0 0,1 0 1 0 0,-1 0-1 0 0,1 0 1 0 0,0 0-1 0 0,-1 1 0 0 0,1-1 1 0 0,-1 1-1 0 0,1-1 1 0 0,-1 1-1 0 0,1 0 1 0 0,-1 0-1 0 0,1 0 1 0 0,-1 0-1 0 0,0 1 1 0 0,0-1-1 0 0,1 1 1 0 0,-1-1-1 0 0,0 1 1 0 0,0 0-1 0 0,-1 0 1 0 0,1 0-1 0 0,0 0 1 0 0,-1 0-1 0 0,1 0 1 0 0,-1 0-1 0 0,1 0 1 0 0,-1 1-1 0 0,0-1 1 0 0,0 0-1 0 0,0 1 1 0 0,1 4-1 0 0,-1-3-203 0 0,0 1 0 0 0,0-1 0 0 0,-1 1-1 0 0,1-1 1 0 0,-1 1 0 0 0,0 0 0 0 0,0-1 0 0 0,-1 1-1 0 0,1 0 1 0 0,-1-1 0 0 0,0 1 0 0 0,0-1 0 0 0,0 1-1 0 0,-1-1 1 0 0,0 0 0 0 0,0 1 0 0 0,0-1-1 0 0,0 0 1 0 0,-1 0 0 0 0,1-1 0 0 0,-6 7 0 0 0,0-3-2289 0 0,3-2 189 0 0</inkml:trace>
</inkml:ink>
</file>

<file path=ppt/ink/ink4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37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69 64 0 0,'0'0'897'0'0,"13"35"4207"0"0,-14-31-4946 0 0,1-1-1 0 0,-1 0 0 0 0,1 1 0 0 0,-1-1 1 0 0,0 0-1 0 0,0 0 0 0 0,-1 0 0 0 0,1 0 1 0 0,-1 0-1 0 0,1 0 0 0 0,-1 0 1 0 0,0 0-1 0 0,0-1 0 0 0,0 1 0 0 0,0-1 1 0 0,-1 1-1 0 0,1-1 0 0 0,-1 0 1 0 0,1 0-1 0 0,-1 0 0 0 0,0 0 0 0 0,0-1 1 0 0,0 1-1 0 0,0-1 0 0 0,0 1 1 0 0,0-1-1 0 0,0 0 0 0 0,0 0 0 0 0,-1-1 1 0 0,-5 2-1 0 0,6-2 142 0 0,-3-2 40 0 0,6 2-323 0 0,-1 0 1 0 0,1 0-1 0 0,-1 0 0 0 0,1 0 1 0 0,-1 0-1 0 0,0 0 1 0 0,1 0-1 0 0,-1 0 1 0 0,1 0-1 0 0,-1 0 0 0 0,1 0 1 0 0,-1-1-1 0 0,1 1 1 0 0,-1 0-1 0 0,1 0 1 0 0,-1-1-1 0 0,1 1 0 0 0,-1 0 1 0 0,1-1-1 0 0,-1 1 1 0 0,1 0-1 0 0,0-1 1 0 0,-1 1-1 0 0,1-1 0 0 0,0 1 1 0 0,-1 0-1 0 0,1-1 1 0 0,0 1-1 0 0,-1-1 1 0 0,1 1-1 0 0,0-1 0 0 0,0 1 1 0 0,0-1-1 0 0,-1 1 1 0 0,1-1-1 0 0,0 0 1 0 0,0 1-1 0 0,0-1 0 0 0,0 1 1 0 0,0-1-1 0 0,0 1 1 0 0,0-1-1 0 0,0 1 1 0 0,0-1-1 0 0,0 1 0 0 0,1-1 1 0 0,-1 0-1 0 0,0 1 1 0 0,0-1-1 0 0,0 1 1 0 0,1-1-1 0 0,-1 1 0 0 0,1-1 1 0 0,5-10-56 0 0,0 0 1 0 0,1 0-1 0 0,0 1 0 0 0,1 0 1 0 0,0 0-1 0 0,1 1 1 0 0,0 0-1 0 0,1 1 1 0 0,10-8-1 0 0,-12 10-105 0 0,0 0 0 0 0,1 1 0 0 0,0 0 0 0 0,0 1 0 0 0,0-1 0 0 0,0 2-1 0 0,1-1 1 0 0,-1 2 0 0 0,1-1 0 0 0,0 1 0 0 0,0 0 0 0 0,12 0 0 0 0,-19 3 70 0 0,-1-1 0 0 0,1 0-1 0 0,0 0 1 0 0,-1 1 0 0 0,1-1 0 0 0,0 1 0 0 0,-1 0 0 0 0,1 0-1 0 0,-1 0 1 0 0,1 0 0 0 0,-1 1 0 0 0,0-1 0 0 0,0 0 0 0 0,1 1-1 0 0,-1 0 1 0 0,0-1 0 0 0,0 1 0 0 0,0 0 0 0 0,-1 0 0 0 0,1 0-1 0 0,0 0 1 0 0,1 3 0 0 0,3 6-295 0 0,-1-1 0 0 0,0 1 0 0 0,-1 0 0 0 0,3 12-1 0 0,-4-14 108 0 0,-1-1-1 0 0,1 0 0 0 0,1 1 0 0 0,0-1 0 0 0,6 9 0 0 0,-8-16 302 0 0,0-1 0 0 0,0 1 0 0 0,0-1 0 0 0,0 0 0 0 0,0 0 0 0 0,1 0 0 0 0,-1 0 0 0 0,0 0 0 0 0,0 0 0 0 0,0-1 0 0 0,0 1 0 0 0,0-1 0 0 0,0 0 0 0 0,0 1 0 0 0,4-3 1 0 0,41-21 1241 0 0,56-22 1 0 0,-102 45-1262 0 0,0 0-1 0 0,0 1 1 0 0,0-1-1 0 0,1 1 1 0 0,-1-1-1 0 0,0 1 1 0 0,0-1-1 0 0,1 1 1 0 0,-1 0-1 0 0,0 0 1 0 0,1 0-1 0 0,-1 0 0 0 0,0 0 1 0 0,1 0-1 0 0,-1 0 1 0 0,0 0-1 0 0,1 0 1 0 0,-1 0-1 0 0,0 1 1 0 0,0-1-1 0 0,1 1 1 0 0,-1-1-1 0 0,0 1 1 0 0,0-1-1 0 0,1 1 1 0 0,-1 0-1 0 0,0-1 1 0 0,0 1-1 0 0,0 0 1 0 0,0 0-1 0 0,1 1 1 0 0,-1 0-249 0 0,0 0 0 0 0,0 0 0 0 0,-1 0 0 0 0,1 0-1 0 0,-1-1 1 0 0,1 1 0 0 0,-1 0 0 0 0,0 0 0 0 0,0 0 0 0 0,0 0 0 0 0,0 0 0 0 0,0 3 0 0 0</inkml:trace>
</inkml:ink>
</file>

<file path=ppt/ink/ink4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37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33 380 0 0,'0'-1'286'0'0,"-1"-1"1"0"0,1 1-1 0 0,0-1 0 0 0,-1 1 1 0 0,1-1-1 0 0,-1 1 0 0 0,0-1 0 0 0,0 1 1 0 0,1-1-1 0 0,-1 1 0 0 0,0 0 1 0 0,0 0-1 0 0,0-1 0 0 0,0 1 1 0 0,-1 0-1 0 0,0-1 0 0 0,0 0 756 0 0,1 2-946 0 0,1-1 0 0 0,-1 1 0 0 0,0-1 0 0 0,1 1 0 0 0,-1-1-1 0 0,1 1 1 0 0,-1-1 0 0 0,0 1 0 0 0,1 0 0 0 0,-1-1 0 0 0,0 1 0 0 0,0 0-1 0 0,1 0 1 0 0,-1-1 0 0 0,0 1 0 0 0,0 0 0 0 0,1 0 0 0 0,-1 0 0 0 0,0 0-1 0 0,0 0 1 0 0,1 0 0 0 0,-1 0 0 0 0,0 0 0 0 0,0 0 0 0 0,1 1 0 0 0,-1-1-1 0 0,0 0 1 0 0,0 1 0 0 0,-24 3 960 0 0,17-1-803 0 0,0 0 0 0 0,0 1 1 0 0,0-1-1 0 0,1 1 0 0 0,-1 1 1 0 0,1 0-1 0 0,0 0 0 0 0,1 0 0 0 0,-1 1 1 0 0,1 0-1 0 0,0 0 0 0 0,0 1 0 0 0,1-1 1 0 0,-9 15-1 0 0,13-20-309 0 0,1 0-172 0 0,1-1 208 0 0,-1 1 0 0 0,0 0 0 0 0,1-1 0 0 0,-1 1 0 0 0,0-1 0 0 0,1 1 0 0 0,-1-1 1 0 0,1 1-1 0 0,-1-1 0 0 0,1 1 0 0 0,0-1 0 0 0,-1 1 0 0 0,1-1 0 0 0,-1 0 0 0 0,1 1 0 0 0,0-1 0 0 0,-1 0 0 0 0,1 1 0 0 0,0-1 0 0 0,-1 0 1 0 0,1 0-1 0 0,0 0 0 0 0,0 0 0 0 0,-1 1 0 0 0,1-1 0 0 0,0 0 0 0 0,-1 0 0 0 0,1-1 0 0 0,0 1 0 0 0,0 0 0 0 0,-1 0 0 0 0,1 0 0 0 0,0 0 0 0 0,0-1 1 0 0,30-6-1008 0 0,41-14-931 0 0,-70 21 1790 0 0,2 5-188 0 0,-3-5 346 0 0,-1 1 0 0 0,1-1 0 0 0,-1 0 1 0 0,0 1-1 0 0,1-1 0 0 0,-1 0 0 0 0,1 1 0 0 0,-1-1 0 0 0,1 1 1 0 0,-1-1-1 0 0,0 0 0 0 0,1 1 0 0 0,-1-1 0 0 0,0 1 1 0 0,0-1-1 0 0,1 1 0 0 0,-1 0 0 0 0,0-1 0 0 0,0 1 1 0 0,0-1-1 0 0,0 1 0 0 0,0-1 0 0 0,0 1 0 0 0,1-1 0 0 0,-1 1 1 0 0,-1 0-1 0 0,1-1 0 0 0,0 1 0 0 0,0-1 0 0 0,0 1 1 0 0,0-1-1 0 0,0 1 0 0 0,-1 0 0 0 0,-1 9-33 0 0,1 0 0 0 0,0 0 0 0 0,0 0 0 0 0,1 18 0 0 0,0-8 139 0 0,1-19-73 0 0,0-1 0 0 0,0 1 0 0 0,0 0 0 0 0,0-1 0 0 0,0 0 0 0 0,0 1 0 0 0,0-1 0 0 0,0 0 0 0 0,0 1 0 0 0,1-1 0 0 0,-1 0 0 0 0,0 0 0 0 0,0 0 0 0 0,0 0 0 0 0,0 0 0 0 0,0 0 0 0 0,0 0 0 0 0,0 0 0 0 0,0-1 0 0 0,0 1 0 0 0,1 0 0 0 0,-1-1 0 0 0,1 0 0 0 0,24-10 99 0 0,0-2 1 0 0,36-23 0 0 0,-38 20-70 0 0,0 2 0 0 0,1 1 0 0 0,30-11 1 0 0,-53 24-57 0 0,0-1 1 0 0,-1 0 0 0 0,1 1 0 0 0,0 0 0 0 0,0-1 0 0 0,-1 1 0 0 0,1 0 0 0 0,0 0-1 0 0,0 0 1 0 0,-1 0 0 0 0,1 0 0 0 0,0 0 0 0 0,0 1 0 0 0,-1-1 0 0 0,1 1 0 0 0,0-1 0 0 0,-1 1-1 0 0,1-1 1 0 0,0 1 0 0 0,-1 0 0 0 0,1 0 0 0 0,1 1 0 0 0,22 31 1054 0 0,-4-3-2089 0 0,-20-28 721 0 0,1-1 0 0 0,-1 0 0 0 0,1 1 0 0 0,-1-1 0 0 0,1 0 0 0 0,0 0 0 0 0,-1 0 1 0 0,1 0-1 0 0,0-1 0 0 0,0 1 0 0 0,0 0 0 0 0,0-1 0 0 0,-1 1 0 0 0,1-1 0 0 0,0 0 1 0 0,4 0-1 0 0</inkml:trace>
</inkml:ink>
</file>

<file path=ppt/ink/ink4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40.6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222 367 92 0 0,'6'-11'2394'0'0,"-3"7"-773"0"0,-3 8 1351 0 0,-17 82-1649 0 0,-27 179 861 0 0,43-241-2003 0 0,0-6 186 0 0,-1 1 0 0 0,0-1 0 0 0,-9 33-1 0 0,11-50-289 0 0,-1 0 0 0 0,1-1-1 0 0,0 1 1 0 0,0 0 0 0 0,-1-1-1 0 0,1 1 1 0 0,0 0 0 0 0,-1 0-1 0 0,1-1 1 0 0,0 1-1 0 0,-1-1 1 0 0,1 1 0 0 0,-1 0-1 0 0,1-1 1 0 0,-1 1 0 0 0,0-1-1 0 0,1 1 1 0 0,-1-1 0 0 0,0 1-1 0 0,1-1 1 0 0,-1 0-1 0 0,0 1 1 0 0,1-1 0 0 0,-1 0-1 0 0,0 0 1 0 0,1 1 0 0 0,-1-1-1 0 0,0 0 1 0 0,0 0 0 0 0,0 0-1 0 0,1 0 1 0 0,-1 0-1 0 0,-1 0 1 0 0,0-1 16 0 0,0 1 0 0 0,0-1 1 0 0,0 0-1 0 0,-1 0 0 0 0,1-1 0 0 0,0 1 0 0 0,0 0 1 0 0,1-1-1 0 0,-1 1 0 0 0,0-1 0 0 0,-2-1 1 0 0,-3-6 126 0 0,-1 0 1 0 0,1 0 0 0 0,-11-19 0 0 0,6 2-79 0 0,1-1 1 0 0,2 0-1 0 0,0 0 1 0 0,2 0 0 0 0,1-1-1 0 0,1 0 1 0 0,1-1 0 0 0,2 1-1 0 0,1-1 1 0 0,1 1 0 0 0,1-1-1 0 0,11-55 1 0 0,-8 61-126 0 0,2 0 0 0 0,1 1 0 0 0,1 0 0 0 0,0 1 0 0 0,2 0 0 0 0,1 0 0 0 0,15-23 0 0 0,-16 30-38 0 0,0 0 1 0 0,1 1 0 0 0,1 1 0 0 0,0-1 0 0 0,1 2 0 0 0,0 0-1 0 0,1 0 1 0 0,0 1 0 0 0,1 1 0 0 0,19-10 0 0 0,-22 14-21 0 0,0 0 0 0 0,1 1 0 0 0,-1 0 0 0 0,1 0 0 0 0,0 2 1 0 0,0-1-1 0 0,0 2 0 0 0,0 0 0 0 0,0 0 0 0 0,0 1 0 0 0,0 1 0 0 0,0 0 1 0 0,0 1-1 0 0,0 0 0 0 0,0 1 0 0 0,13 5 0 0 0,-15-4-30 0 0,-1 1 0 0 0,0 0 0 0 0,0 0 0 0 0,-1 1 0 0 0,0 0 0 0 0,0 0 0 0 0,0 1 0 0 0,-1 1 0 0 0,1-1 0 0 0,-2 1 0 0 0,1 1 0 0 0,-1-1 0 0 0,-1 1 0 0 0,0 0 0 0 0,0 1 0 0 0,0 0 0 0 0,-1 0 0 0 0,-1 0 0 0 0,5 14 0 0 0,-7-17 29 0 0,-1-1-1 0 0,1 0 1 0 0,-1 0 0 0 0,-1 1-1 0 0,1-1 1 0 0,-1 1-1 0 0,0-1 1 0 0,0 0 0 0 0,-1 1-1 0 0,0-1 1 0 0,0 1 0 0 0,0-1-1 0 0,-1 0 1 0 0,-4 9 0 0 0,2-6 32 0 0,-1 1 1 0 0,0-2 0 0 0,-1 1-1 0 0,0-1 1 0 0,0 0 0 0 0,-1 0-1 0 0,0 0 1 0 0,-11 9 0 0 0,1-4-266 0 0,-1 0-1 0 0,0-1 1 0 0,0-1 0 0 0,-1-1 0 0 0,-1 0 0 0 0,1-2 0 0 0,-2 0 0 0 0,-21 5 0 0 0,32-10-463 0 0,-11 3-597 0 0,5-7-4175 0 0,-3-5 2293 0 0</inkml:trace>
</inkml:ink>
</file>

<file path=ppt/ink/ink4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41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1 528 0 0,'4'1'249'0'0,"-1"0"-1"0"0,0 0 1 0 0,-1 1-1 0 0,1-1 1 0 0,0 1 0 0 0,0 0-1 0 0,-1 0 1 0 0,1 0 0 0 0,-1 0-1 0 0,1 0 1 0 0,-1 0-1 0 0,0 1 1 0 0,0-1 0 0 0,0 1-1 0 0,0-1 1 0 0,0 1-1 0 0,-1 0 1 0 0,1 0 0 0 0,0 3-1 0 0,0 1-36 0 0,0-1 0 0 0,-1 1-1 0 0,0 0 1 0 0,-1-1 0 0 0,0 1-1 0 0,0 0 1 0 0,0 0 0 0 0,-2 9-1 0 0,0 0 62 0 0,-1 0-1 0 0,0 0 0 0 0,-2-1 0 0 0,1 1 1 0 0,-2-1-1 0 0,0 0 0 0 0,-1 0 0 0 0,0-1 1 0 0,-1 1-1 0 0,-1-2 0 0 0,-14 19 0 0 0,23-33-252 0 0,0 1-1 0 0,0-1 0 0 0,0 1 0 0 0,0-1 0 0 0,0 1 1 0 0,0 0-1 0 0,0-1 0 0 0,0 1 0 0 0,0-1 0 0 0,-1 1 1 0 0,1 0-1 0 0,0-1 0 0 0,0 1 0 0 0,0-1 0 0 0,0 1 1 0 0,0 0-1 0 0,-1-1 0 0 0,1 1 0 0 0,0 0 0 0 0,0-1 1 0 0,-1 1-1 0 0,1 0 0 0 0,0-1 0 0 0,-1 1 1 0 0,1 0-1 0 0,0 0 0 0 0,-1-1 0 0 0,1 1 0 0 0,0 0 1 0 0,-1 0-1 0 0,1 0 0 0 0,0-1 0 0 0,-1 1 0 0 0,1 0 1 0 0,-1 0-1 0 0,1 0 0 0 0,-1 0 0 0 0,1 0 0 0 0,0 0 1 0 0,-1 0-1 0 0,1 0 0 0 0,-1 0 0 0 0,1 0 0 0 0,0 0 1 0 0,-1 0-1 0 0,1 0 0 0 0,-1 0 0 0 0,1 0 1 0 0,0 1-1 0 0,-1-1 0 0 0,1 0 0 0 0,-1 0 0 0 0,1 0 1 0 0,0 1-1 0 0,-1-1 0 0 0,1 0 0 0 0,0 0 0 0 0,-1 1 1 0 0,1-1-1 0 0,0 0 0 0 0,0 1 0 0 0,-1-1 0 0 0,1 1 1 0 0,6-40-4 0 0,9 10-37 0 0,2 1 0 0 0,1 0 0 0 0,1 2 0 0 0,1 0 1 0 0,1 1-1 0 0,1 1 0 0 0,34-28 0 0 0,-55 52 16 0 0,-1-1 0 0 0,1 0-1 0 0,0 1 1 0 0,0-1 0 0 0,0 1 0 0 0,0-1 0 0 0,0 1-1 0 0,0-1 1 0 0,0 1 0 0 0,0-1 0 0 0,0 1 0 0 0,0 0 0 0 0,0 0-1 0 0,0 0 1 0 0,0-1 0 0 0,0 1 0 0 0,0 0 0 0 0,0 0-1 0 0,0 0 1 0 0,0 0 0 0 0,0 1 0 0 0,0-1 0 0 0,0 0-1 0 0,0 0 1 0 0,0 1 0 0 0,0-1 0 0 0,0 0 0 0 0,0 1-1 0 0,0-1 1 0 0,0 1 0 0 0,0 0 0 0 0,-1-1 0 0 0,1 1-1 0 0,0-1 1 0 0,0 1 0 0 0,0 0 0 0 0,-1 0 0 0 0,1 0-1 0 0,0-1 1 0 0,0 3 0 0 0,26 47-17 0 0,-15-25 1 0 0,-8-19 32 0 0,0 0 1 0 0,0-1-1 0 0,1 0 0 0 0,-1 1 1 0 0,1-2-1 0 0,0 1 0 0 0,1 0 1 0 0,-1-1-1 0 0,1 0 0 0 0,0 0 1 0 0,0-1-1 0 0,0 0 0 0 0,0 0 1 0 0,1 0-1 0 0,-1-1 0 0 0,1 0 1 0 0,-1 0-1 0 0,1 0 0 0 0,0-1 1 0 0,0 0-1 0 0,0-1 0 0 0,0 1 1 0 0,0-1-1 0 0,0-1 0 0 0,-1 1 1 0 0,9-3-1 0 0,-13 3 46 0 0,0 0 0 0 0,0-1-1 0 0,-1 1 1 0 0,1-1 0 0 0,0 1 0 0 0,0-1-1 0 0,-1 0 1 0 0,1 0 0 0 0,0 1 0 0 0,-1-1-1 0 0,1-1 1 0 0,0 1 0 0 0,-1 0-1 0 0,0 0 1 0 0,1 0 0 0 0,-1-1 0 0 0,0 1-1 0 0,1-1 1 0 0,-1 1 0 0 0,0-1 0 0 0,0 0-1 0 0,0 1 1 0 0,-1-1 0 0 0,1 0 0 0 0,0 0-1 0 0,-1 1 1 0 0,1-1 0 0 0,-1 0 0 0 0,1 0-1 0 0,-1 0 1 0 0,0 0 0 0 0,0 0 0 0 0,0 1-1 0 0,0-1 1 0 0,0 0 0 0 0,0 0 0 0 0,0 0-1 0 0,-1 0 1 0 0,1 0 0 0 0,-1 0 0 0 0,0-2-1 0 0,-1-2 55 0 0,1 1 0 0 0,-1-1 0 0 0,0 1-1 0 0,-1-1 1 0 0,1 1 0 0 0,-1 0 0 0 0,0 0-1 0 0,0 0 1 0 0,-1 0 0 0 0,1 0 0 0 0,-6-4-1 0 0,6 6-258 0 0,0 1-1 0 0,1 0 0 0 0,-1 0 1 0 0,0 0-1 0 0,0 0 0 0 0,0 1 1 0 0,0-1-1 0 0,0 1 0 0 0,0-1 1 0 0,-1 1-1 0 0,1 0 0 0 0,0 1 1 0 0,-1-1-1 0 0,1 0 0 0 0,-1 1 1 0 0,-6 0-1 0 0,7 0-808 0 0,1 9-898 0 0,0 0-2852 0 0</inkml:trace>
</inkml:ink>
</file>

<file path=ppt/ink/ink4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41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0 188 0 0,'0'0'8711'0'0,"0"6"-8281"0"0,3 21 208 0 0,1-1 1 0 0,7 27-1 0 0,-9-45-513 0 0,0 0-1 0 0,0-1 1 0 0,1 1 0 0 0,0-1 0 0 0,0 0 0 0 0,1 0-1 0 0,0 0 1 0 0,0 0 0 0 0,0 0 0 0 0,1-1-1 0 0,11 12 1 0 0,-13-17-79 0 0,-1 1 0 0 0,1 0-1 0 0,0-1 1 0 0,0 0 0 0 0,0 1 0 0 0,-1-1-1 0 0,1 0 1 0 0,0-1 0 0 0,1 1 0 0 0,-1 0-1 0 0,0-1 1 0 0,0 0 0 0 0,0 1-1 0 0,0-1 1 0 0,0-1 0 0 0,0 1 0 0 0,0 0-1 0 0,0-1 1 0 0,1 1 0 0 0,-1-1 0 0 0,0 0-1 0 0,-1 0 1 0 0,1 0 0 0 0,0-1 0 0 0,0 1-1 0 0,0-1 1 0 0,-1 1 0 0 0,1-1 0 0 0,-1 0-1 0 0,1 0 1 0 0,-1 0 0 0 0,0 0 0 0 0,0-1-1 0 0,4-3 1 0 0,2-3 58 0 0,-1-1-1 0 0,0 1 1 0 0,0-1 0 0 0,-1 0-1 0 0,0 0 1 0 0,-1-1 0 0 0,8-20-1 0 0,-13 30-60 0 0,7-26 586 0 0,-7 26-613 0 0,0 1 1 0 0,0-1-1 0 0,1 0 1 0 0,-1 1-1 0 0,0-1 0 0 0,0 0 1 0 0,0 0-1 0 0,0 1 1 0 0,0-1-1 0 0,0 0 0 0 0,0 0 1 0 0,0 1-1 0 0,0-1 0 0 0,0 0 1 0 0,0 0-1 0 0,-1 1 1 0 0,1-1-1 0 0,0 0 0 0 0,0 1 1 0 0,-1-1-1 0 0,1 0 0 0 0,-1 1 1 0 0,1-1-1 0 0,0 0 1 0 0,-1 1-1 0 0,1-1 0 0 0,-1 1 1 0 0,0-1-1 0 0,-1 6 5 0 0,2-2-26 0 0,-1-1 0 0 0,1 1 0 0 0,-1 0 0 0 0,1 0 0 0 0,0 0 0 0 0,0-1 0 0 0,0 1 0 0 0,0 0-1 0 0,1 0 1 0 0,-1-1 0 0 0,1 1 0 0 0,0 0 0 0 0,0 0 0 0 0,0-1 0 0 0,0 1 0 0 0,0-1-1 0 0,0 1 1 0 0,1-1 0 0 0,-1 0 0 0 0,1 1 0 0 0,-1-1 0 0 0,1 0 0 0 0,0 0 0 0 0,0 0 0 0 0,0 0-1 0 0,0 0 1 0 0,1-1 0 0 0,-1 1 0 0 0,0-1 0 0 0,1 1 0 0 0,-1-1 0 0 0,1 0 0 0 0,3 1-1 0 0,2 2-64 0 0,1-1 0 0 0,0-1-1 0 0,0 0 1 0 0,0 0-1 0 0,0-1 1 0 0,0 0 0 0 0,1-1-1 0 0,-1 0 1 0 0,0 0-1 0 0,0-1 1 0 0,1 0 0 0 0,12-3-1 0 0,6-4 105 0 0,0-1 0 0 0,38-19 0 0 0,-61 26 33 0 0,-5 2-42 0 0,0 0 0 0 0,0 0 0 0 0,0-1 0 0 0,0 1 0 0 0,1 0 0 0 0,-1 0 1 0 0,0 0-1 0 0,0 0 0 0 0,0-1 0 0 0,0 1 0 0 0,1 0 0 0 0,-1 0 0 0 0,0 0 0 0 0,0 0 1 0 0,0 0-1 0 0,1 0 0 0 0,-1 0 0 0 0,0 0 0 0 0,0-1 0 0 0,0 1 0 0 0,1 0 0 0 0,-1 0 1 0 0,0 0-1 0 0,0 0 0 0 0,1 0 0 0 0,-1 0 0 0 0,0 0 0 0 0,0 0 0 0 0,0 0 0 0 0,1 0 0 0 0,-1 1 1 0 0,0-1-1 0 0,0 0 0 0 0,1 0 0 0 0,-1 0 0 0 0,0 0 0 0 0,0 0 0 0 0,0 0 0 0 0,0 0 1 0 0,1 0-1 0 0,-1 1 0 0 0,0-1 0 0 0,0 0 0 0 0,0 0 0 0 0,0 0 0 0 0,1 0 0 0 0,-1 1 1 0 0,0-1-1 0 0,0 0 0 0 0,0 0 0 0 0,0 0 0 0 0,0 1 0 0 0,0-1 0 0 0,0 0 0 0 0,0 0 0 0 0,0 0 1 0 0,0 1-1 0 0,0-1 0 0 0,0 0 0 0 0,0 0 0 0 0,0 1 0 0 0,0-1 0 0 0,0 0 0 0 0,0 0 1 0 0,0 0-1 0 0,0 1 0 0 0,0-1 0 0 0,0 0 0 0 0,-13 26 495 0 0,-10 7-2738 0 0,2-5-4260 0 0,18-23 3905 0 0,-4 2-1030 0 0</inkml:trace>
</inkml:ink>
</file>

<file path=ppt/ink/ink4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42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14 136 0 0,'0'0'3768'0'0,"-3"-13"2001"0"0</inkml:trace>
</inkml:ink>
</file>

<file path=ppt/ink/ink4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42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124 400 32 0 0,'-5'-4'1117'0'0,"4"3"-932"0"0,-1-1-1 0 0,0 1 0 0 0,1-1 0 0 0,-1 1 1 0 0,0 0-1 0 0,0 0 0 0 0,0 0 1 0 0,0 0-1 0 0,0 0 0 0 0,0 0 0 0 0,0 1 1 0 0,0-1-1 0 0,0 1 0 0 0,0-1 0 0 0,-1 1 1 0 0,1 0-1 0 0,0 0 0 0 0,0 0 0 0 0,0 0 1 0 0,-1 0-1 0 0,1 0 0 0 0,0 1 0 0 0,0-1 1 0 0,0 1-1 0 0,0 0 0 0 0,0-1 0 0 0,0 1 1 0 0,0 0-1 0 0,0 0 0 0 0,0 0 0 0 0,0 0 1 0 0,0 1-1 0 0,0-1 0 0 0,1 0 1 0 0,-1 1-1 0 0,1-1 0 0 0,-1 1 0 0 0,1 0 1 0 0,-1-1-1 0 0,1 1 0 0 0,0 0 0 0 0,0 0 1 0 0,-2 4-1 0 0,-2 3 114 0 0,-1 0 65 0 0,1 2-1 0 0,0-1 0 0 0,-6 19 0 0 0,11-27-309 0 0,-1 0 1 0 0,0 0-1 0 0,1 0 0 0 0,-1 1 0 0 0,1-1 0 0 0,0 0 0 0 0,0 1 0 0 0,0-1 0 0 0,0 0 1 0 0,0 1-1 0 0,0-1 0 0 0,1 0 0 0 0,-1 0 0 0 0,1 1 0 0 0,0-1 0 0 0,-1 0 0 0 0,1 0 1 0 0,0 0-1 0 0,0 0 0 0 0,1 0 0 0 0,-1 0 0 0 0,0 0 0 0 0,1 0 0 0 0,1 2 0 0 0,-1-3-30 0 0,0 0 0 0 0,0 0 0 0 0,0 0 0 0 0,0 0 0 0 0,0-1 0 0 0,0 1 0 0 0,0-1 0 0 0,0 1 0 0 0,0-1 0 0 0,0 0 0 0 0,0 0 0 0 0,0 0 0 0 0,0 0 0 0 0,0 0 0 0 0,1 0 0 0 0,-1-1 0 0 0,0 1 0 0 0,0 0-1 0 0,0-1 1 0 0,0 0 0 0 0,0 0 0 0 0,-1 1 0 0 0,1-1 0 0 0,0 0 0 0 0,0-1 0 0 0,3-1 0 0 0,43-36 278 0 0,-31 20-214 0 0,-2-1 0 0 0,0 0-1 0 0,-1-1 1 0 0,-1-1 0 0 0,-1 0 0 0 0,-1-1-1 0 0,-1 0 1 0 0,-1-1 0 0 0,10-40 0 0 0,-14 39 159 0 0,-2 0 1 0 0,0 0 0 0 0,-1-1 0 0 0,-2 1 0 0 0,0 0 0 0 0,-2-1 0 0 0,-5-26-1 0 0,7 51 6 0 0,0 1-249 0 0,0 0-1 0 0,0 0 1 0 0,0 0 0 0 0,-1 0 0 0 0,1 0 0 0 0,0 0 0 0 0,0 0-1 0 0,0 0 1 0 0,0 0 0 0 0,0 0 0 0 0,-1 0 0 0 0,1 0 0 0 0,0 1-1 0 0,0-1 1 0 0,0 0 0 0 0,0 0 0 0 0,-1 0 0 0 0,1 0 0 0 0,0 0-1 0 0,0 0 1 0 0,0 0 0 0 0,0-1 0 0 0,-1 1 0 0 0,1 0 0 0 0,0 0-1 0 0,0 0 1 0 0,0 0 0 0 0,0 0 0 0 0,0 0 0 0 0,-1 0 0 0 0,1 0-1 0 0,0 0 1 0 0,0 0 0 0 0,0 0 0 0 0,0-1 0 0 0,0 1-1 0 0,0 0 1 0 0,-1 0 0 0 0,1 0 0 0 0,0 0 0 0 0,0 0 0 0 0,0 0-1 0 0,0-1 1 0 0,0 1 0 0 0,0 0 0 0 0,0 0 0 0 0,0 0 0 0 0,0 0-1 0 0,0-1 1 0 0,0 1 0 0 0,0 0 0 0 0,0 0 0 0 0,0 0 0 0 0,0 0-1 0 0,0-1 1 0 0,0 1 0 0 0,0 0 0 0 0,0 0 0 0 0,0 0 0 0 0,0 0-1 0 0,0 0 1 0 0,0-1 0 0 0,0 1 0 0 0,0 0 0 0 0,0 0 0 0 0,-5 26 21 0 0,1-1 1 0 0,1 2-1 0 0,2-1 1 0 0,0 0-1 0 0,2 0 1 0 0,1 0-1 0 0,0 0 1 0 0,2 0 0 0 0,2 0-1 0 0,0 0 1 0 0,14 36-1 0 0,-18-56-31 0 0,1-1-1 0 0,-1 1 0 0 0,1-1 1 0 0,0 0-1 0 0,0 0 1 0 0,1 0-1 0 0,0 0 0 0 0,-1-1 1 0 0,2 1-1 0 0,-1-1 1 0 0,0 0-1 0 0,1 0 0 0 0,0 0 1 0 0,0-1-1 0 0,0 0 0 0 0,0 0 1 0 0,0 0-1 0 0,1-1 1 0 0,-1 1-1 0 0,1-1 0 0 0,0 0 1 0 0,0-1-1 0 0,-1 0 1 0 0,1 0-1 0 0,0 0 0 0 0,0 0 1 0 0,0-1-1 0 0,0 0 1 0 0,0 0-1 0 0,0-1 0 0 0,0 0 1 0 0,0 0-1 0 0,0 0 1 0 0,0-1-1 0 0,0 0 0 0 0,-1 0 1 0 0,1 0-1 0 0,9-6 1 0 0,-8 5 86 0 0,1 0-1 0 0,-1-1 1 0 0,0 0 0 0 0,0-1 0 0 0,-1 1 0 0 0,1-1 0 0 0,-1-1 0 0 0,0 1 0 0 0,0-1 0 0 0,0 0 0 0 0,-1 0 0 0 0,0-1 0 0 0,-1 0 0 0 0,5-7 0 0 0,-8 12 452 0 0,-10 2-445 0 0,8 0-82 0 0,0 0 1 0 0,0 0 0 0 0,0 0 0 0 0,0 0 0 0 0,-1 0 0 0 0,1 0-1 0 0,0 0 1 0 0,0 0 0 0 0,0 0 0 0 0,0 1 0 0 0,0-1 0 0 0,0 0-1 0 0,0 1 1 0 0,-1-1 0 0 0,1 1 0 0 0,0-1 0 0 0,0 1-1 0 0,1 0 1 0 0,-1-1 0 0 0,0 1 0 0 0,0 0 0 0 0,0 0 0 0 0,0 0-1 0 0,1-1 1 0 0,-1 1 0 0 0,0 0 0 0 0,1 0 0 0 0,-1 0 0 0 0,1 0-1 0 0,-1 0 1 0 0,1 0 0 0 0,-1 0 0 0 0,1 1 0 0 0,0-1 0 0 0,-1 1-1 0 0,0 1-6 0 0,-1 0 0 0 0,1-1-1 0 0,0 1 1 0 0,0 0 0 0 0,1 0-1 0 0,-1 0 1 0 0,0 1 0 0 0,1-1-1 0 0,0 0 1 0 0,0 0-1 0 0,0 0 1 0 0,0 0 0 0 0,0 0-1 0 0,1 0 1 0 0,0 5 0 0 0,0-6-15 0 0,0 0 1 0 0,0-1-1 0 0,0 1 1 0 0,0 0-1 0 0,0-1 1 0 0,0 1-1 0 0,1 0 1 0 0,-1-1-1 0 0,0 0 1 0 0,1 1-1 0 0,-1-1 1 0 0,1 0-1 0 0,-1 0 1 0 0,1 0-1 0 0,0 0 1 0 0,0 0-1 0 0,-1 0 1 0 0,1 0-1 0 0,0 0 1 0 0,0-1-1 0 0,0 1 1 0 0,0-1-1 0 0,0 1 1 0 0,0-1-1 0 0,0 0 0 0 0,3 0 1 0 0,22 0-289 0 0,0-2 1 0 0,0-1-1 0 0,39-9 1 0 0,-44 7 125 0 0,0 1-1 0 0,0 1 1 0 0,0 1 0 0 0,1 1 0 0 0,35 2-1 0 0,-57-1 169 0 0,0 0-1 0 0,0 0 0 0 0,1 0 0 0 0,-1 0 0 0 0,0 0 0 0 0,0 1 0 0 0,0-1 0 0 0,0 0 0 0 0,0 1 0 0 0,0-1 0 0 0,0 1 1 0 0,0-1-1 0 0,0 1 0 0 0,0-1 0 0 0,0 1 0 0 0,0 0 0 0 0,0-1 0 0 0,0 1 0 0 0,0 0 0 0 0,-1 0 0 0 0,1 0 0 0 0,0 0 1 0 0,0 0-1 0 0,-1 0 0 0 0,1 0 0 0 0,-1 0 0 0 0,2 2 0 0 0,-2-1 13 0 0,0 0 0 0 0,-1-1 0 0 0,1 1 0 0 0,0 0 0 0 0,0 0 0 0 0,-1 0 0 0 0,1 0 0 0 0,-1 0 0 0 0,0 0 0 0 0,0 0 0 0 0,1-1 0 0 0,-1 1 0 0 0,0 0 0 0 0,-2 2 0 0 0,-4 5-130 0 0,1-1-1 0 0,-2 0 1 0 0,1-1-1 0 0,-16 14 1 0 0,16-17-371 0 0,1 0-1 0 0,-1 0 1 0 0,0-1 0 0 0,0 1-1 0 0,-8 2 1 0 0,-22 3-5249 0 0,21-6 2364 0 0</inkml:trace>
</inkml:ink>
</file>

<file path=ppt/ink/ink4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44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47 904 0 0,'-2'-8'1312'0'0,"-10"-20"2289"0"0,12 27-3500 0 0,-1 0 0 0 0,0 0 0 0 0,1 1 0 0 0,-1-1 0 0 0,0 0 1 0 0,0 1-1 0 0,1-1 0 0 0,-1 0 0 0 0,0 1 0 0 0,0-1 0 0 0,0 1 1 0 0,0 0-1 0 0,0-1 0 0 0,0 1 0 0 0,0 0 0 0 0,0-1 0 0 0,0 1 1 0 0,0 0-1 0 0,0 0 0 0 0,0 0 0 0 0,0 0 0 0 0,0 0 0 0 0,0 0 1 0 0,0 0-1 0 0,0 0 0 0 0,0 1 0 0 0,0-1 0 0 0,0 0 0 0 0,-2 1 0 0 0,-13 6 150 0 0,-1 1-1 0 0,1 1 0 0 0,1 0 0 0 0,-1 1 0 0 0,2 0 1 0 0,-1 1-1 0 0,1 1 0 0 0,1 1 0 0 0,0 0 0 0 0,1 0 1 0 0,1 1-1 0 0,0 1 0 0 0,0-1 0 0 0,-12 27 0 0 0,23-41-242 0 0,0 0 0 0 0,0 1 0 0 0,-1-1 0 0 0,1 0 0 0 0,0 1 0 0 0,0-1 0 0 0,0 1 0 0 0,0-1 0 0 0,0 1 0 0 0,0-1 0 0 0,-1 0 0 0 0,1 1 0 0 0,0-1-1 0 0,0 1 1 0 0,0-1 0 0 0,1 1 0 0 0,-1-1 0 0 0,0 0 0 0 0,0 1 0 0 0,0-1 0 0 0,0 1 0 0 0,0-1 0 0 0,0 0 0 0 0,1 1 0 0 0,-1-1 0 0 0,0 1-1 0 0,0-1 1 0 0,0 0 0 0 0,1 1 0 0 0,-1-1 0 0 0,0 0 0 0 0,1 1 0 0 0,-1-1 0 0 0,0 0 0 0 0,1 0 0 0 0,0 1 0 0 0,19 1 157 0 0,18-11 1 0 0,12-16-9 0 0,-33 16-150 0 0,0 0 1 0 0,1 1-1 0 0,21-6 0 0 0,-32 14-311 0 0,1 0 0 0 0,0 0 0 0 0,-1 1 0 0 0,1 0 0 0 0,0 0 0 0 0,-1 1-1 0 0,0 0 1 0 0,1 1 0 0 0,-1-1 0 0 0,13 8 0 0 0,9 2-1899 0 0,-4-5-774 0 0,2 2 227 0 0</inkml:trace>
</inkml:ink>
</file>

<file path=ppt/ink/ink4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45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0 478 356 0 0,'136'-84'5012'0'0,"-133"82"-4941"0"0,39-23 940 0 0,-1-1-1 0 0,51-44 0 0 0,-82 63-844 0 0,-1-1 0 0 0,-1-1-1 0 0,0 0 1 0 0,0 0 0 0 0,0 0 0 0 0,-1-1 0 0 0,-1 0 0 0 0,1-1 0 0 0,-2 1 0 0 0,0-1 0 0 0,0 0 0 0 0,-1 0 0 0 0,0-1 0 0 0,-1 0-1 0 0,3-15 1 0 0,-6 22-65 0 0,1-1-1 0 0,-2 1 0 0 0,1 0 1 0 0,0 0-1 0 0,-1-1 0 0 0,0 1 0 0 0,0 0 1 0 0,-1 0-1 0 0,1 0 0 0 0,-1 0 1 0 0,0 0-1 0 0,-1 1 0 0 0,1-1 1 0 0,-1 0-1 0 0,0 1 0 0 0,0 0 1 0 0,-5-6-1 0 0,-12 28 17 0 0,13-7-97 0 0,0 1 0 0 0,0 0-1 0 0,1 0 1 0 0,1 0 0 0 0,0 0 0 0 0,1 1-1 0 0,0 0 1 0 0,-2 16 0 0 0,-2 2 26 0 0,-64 274 643 0 0,-30 319 0 0 0,100-616-675 0 0,-20 90 406 0 0,7-42 843 0 0,15-56-1236 0 0,0 0 1 0 0,0-1-1 0 0,0 1 0 0 0,0 0 1 0 0,0 0-1 0 0,0 0 0 0 0,0 0 0 0 0,-1 0 1 0 0,1-1-1 0 0,0 1 0 0 0,0 0 1 0 0,0 0-1 0 0,0 0 0 0 0,0 0 0 0 0,-1 0 1 0 0,1 0-1 0 0,0 0 0 0 0,0-1 1 0 0,0 1-1 0 0,0 0 0 0 0,-1 0 0 0 0,1 0 1 0 0,0 0-1 0 0,0 0 0 0 0,0 0 1 0 0,-1 0-1 0 0,1 0 0 0 0,0 0 0 0 0,0 0 1 0 0,0 0-1 0 0,-1 0 0 0 0,1 0 0 0 0,0 0 1 0 0,0 0-1 0 0,0 1 0 0 0,0-1 1 0 0,-1 0-1 0 0,1 0 0 0 0,0 0 0 0 0,0 0 1 0 0,0 0-1 0 0,0 0 0 0 0,-1 0 1 0 0,1 0-1 0 0,0 1 0 0 0,0-1 0 0 0,0 0 1 0 0,0 0-1 0 0,0 0 0 0 0,0 0 1 0 0,0 0-1 0 0,-1 1 0 0 0,1-1 0 0 0,0 0 1 0 0,0 0-1 0 0,0 0 0 0 0,0 1 1 0 0,0-1-1 0 0,0 0 0 0 0,0 0 0 0 0,0 0 1 0 0,0 1-1 0 0,-4-11 26 0 0,1 1 0 0 0,0-1 1 0 0,0 0-1 0 0,1 0 0 0 0,1 0 0 0 0,0 0 1 0 0,0 0-1 0 0,1-1 0 0 0,0 1 0 0 0,0 0 1 0 0,1 0-1 0 0,1 0 0 0 0,2-11 0 0 0,8-29-48 0 0,22-61-1 0 0,-31 101-16 0 0,2-5-29 0 0,11-34-126 0 0,2 0 0 0 0,41-79 0 0 0,-53 118 135 0 0,0 0 0 0 0,0 0 0 0 0,1 0 0 0 0,0 0 0 0 0,0 1 0 0 0,1 1 0 0 0,1-1 0 0 0,-1 1 0 0 0,1 0-1 0 0,1 1 1 0 0,-1 0 0 0 0,1 1 0 0 0,0 0 0 0 0,1 0 0 0 0,-1 1 0 0 0,1 1 0 0 0,0 0 0 0 0,12-3 0 0 0,-18 6 10 0 0,1 0 0 0 0,-1 0 0 0 0,0 0 0 0 0,0 1 0 0 0,0 0 0 0 0,1 0 0 0 0,-1 1 0 0 0,0-1 0 0 0,0 1 1 0 0,0 0-1 0 0,0 1 0 0 0,0-1 0 0 0,0 1 0 0 0,0 0 0 0 0,0 0 0 0 0,0 1 0 0 0,-1-1 0 0 0,1 1 0 0 0,-1 0 0 0 0,0 0 0 0 0,0 0 0 0 0,5 7 0 0 0,-5-5-14 0 0,0 0 1 0 0,0 1-1 0 0,-1 0 0 0 0,0 0 1 0 0,0 0-1 0 0,-1 0 0 0 0,1 1 1 0 0,-1-1-1 0 0,-1 1 1 0 0,1-1-1 0 0,-1 1 0 0 0,-1 0 1 0 0,1-1-1 0 0,-1 1 0 0 0,0 0 1 0 0,0-1-1 0 0,-2 10 1 0 0,0-2 523 0 0,6-22 358 0 0,12-26-468 0 0,-7 19-658 0 0,2 1 0 0 0,0 0-1 0 0,0 0 1 0 0,2 1 0 0 0,-1 1 0 0 0,27-19-1 0 0,-21 18-3150 0 0,1 2 1 0 0,34-16-1 0 0,-38 19 75 0 0</inkml:trace>
</inkml:ink>
</file>

<file path=ppt/ink/ink4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45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19 212 0 0,'-1'-2'521'0'0,"1"1"-1"0"0,-1 0 0 0 0,0-1 1 0 0,0 1-1 0 0,0 0 1 0 0,0 0-1 0 0,0-1 1 0 0,0 1-1 0 0,0 0 1 0 0,0 0-1 0 0,0 0 1 0 0,0 0-1 0 0,-1 0 1 0 0,-1-1-1 0 0,-9 5 30 0 0,0-1 0 0 0,0 2-1 0 0,1 0 1 0 0,0 0 0 0 0,-18 10-1 0 0,22-11-298 0 0,1 1-1 0 0,-1 0 1 0 0,1 0-1 0 0,0 1 1 0 0,1 0-1 0 0,-1 0 1 0 0,1 0-1 0 0,0 0 1 0 0,0 1-1 0 0,-6 10 1 0 0,10-15-233 0 0,1-1 1 0 0,-1 1 0 0 0,1 1 0 0 0,-1-1 0 0 0,1 0 0 0 0,0 0 0 0 0,-1 0-1 0 0,1 0 1 0 0,0 0 0 0 0,0 0 0 0 0,0 0 0 0 0,0 0 0 0 0,0 0 0 0 0,0 1-1 0 0,0-1 1 0 0,0 0 0 0 0,0 0 0 0 0,0 0 0 0 0,1 0 0 0 0,-1 0-1 0 0,0 0 1 0 0,1 0 0 0 0,-1 0 0 0 0,1 0 0 0 0,-1 0 0 0 0,1 0 0 0 0,0 0-1 0 0,-1 0 1 0 0,1 0 0 0 0,0 0 0 0 0,0 0 0 0 0,-1-1 0 0 0,1 1-1 0 0,0 0 1 0 0,0-1 0 0 0,0 1 0 0 0,0 0 0 0 0,0-1 0 0 0,2 1 0 0 0,1 1-11 0 0,-1-1 0 0 0,1 1 0 0 0,-1-1 1 0 0,1 0-1 0 0,0-1 0 0 0,0 1 1 0 0,-1-1-1 0 0,1 1 0 0 0,0-1 0 0 0,0 0 1 0 0,4-1-1 0 0,65-12-252 0 0,-10 2-2352 0 0,-20 4-4089 0 0,-25 4 3644 0 0</inkml:trace>
</inkml:ink>
</file>

<file path=ppt/ink/ink4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46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91 816 0 0,'0'0'78'0'0,"0"0"-1"0"0,0-1 1 0 0,0 1-1 0 0,0 0 1 0 0,0 0-1 0 0,0 0 1 0 0,0 0-1 0 0,0-1 1 0 0,0 1-1 0 0,1 0 1 0 0,-1 0 0 0 0,0 0-1 0 0,0 0 1 0 0,0 0-1 0 0,0-1 1 0 0,0 1-1 0 0,0 0 1 0 0,0 0-1 0 0,0 0 1 0 0,1 0-1 0 0,-1 0 1 0 0,0 0 0 0 0,0 0-1 0 0,0-1 1 0 0,0 1-1 0 0,0 0 1 0 0,0 0-1 0 0,1 0 1 0 0,-1 0-1 0 0,0 0 1 0 0,0 0-1 0 0,0 0 1 0 0,0 0 0 0 0,1 0-1 0 0,-1 0 1 0 0,0 0-1 0 0,0 0 1 0 0,0 0-1 0 0,0 0 1 0 0,1 0-1 0 0,-1 0 1 0 0,0 0-1 0 0,0 0 1 0 0,0 0-1 0 0,0 0 1 0 0,1 0 0 0 0,-1 0-1 0 0,0 0 1 0 0,0 1-1 0 0,0-1 1 0 0,0 0-1 0 0,0 0 1 0 0,1 0-1 0 0,-1 0 1 0 0,0 0-1 0 0,0 0 1 0 0,0 0 0 0 0,0 1-1 0 0,0-1 1 0 0,0 0-1 0 0,0 0 1 0 0,0 0-1 0 0,0 0 1 0 0,1 0-1 0 0,-1 1 1 0 0,0-1-1 0 0,0 0 1 0 0,0 0-1 0 0,-2 13 5340 0 0,1-9-6928 0 0,1 0 1834 0 0,-21 40 1313 0 0,6-25-514 0 0,14-19-1106 0 0,1 0-1 0 0,0 0 1 0 0,0 0-1 0 0,0 0 1 0 0,-1 0-1 0 0,1 0 1 0 0,0 0-1 0 0,0 0 1 0 0,0 0 0 0 0,0 0-1 0 0,-1 0 1 0 0,1 0-1 0 0,0-1 1 0 0,0 1-1 0 0,0 0 1 0 0,0 0-1 0 0,0 0 1 0 0,-1 0-1 0 0,1 0 1 0 0,0 0-1 0 0,0 0 1 0 0,0-1-1 0 0,0 1 1 0 0,0 0 0 0 0,0 0-1 0 0,0 0 1 0 0,-1 0-1 0 0,1 0 1 0 0,0-1-1 0 0,0 1 1 0 0,0 0-1 0 0,0 0 1 0 0,0 0-1 0 0,0 0 1 0 0,0-1-1 0 0,0 1 1 0 0,0 0 0 0 0,0 0-1 0 0,0 0 1 0 0,0 0-1 0 0,0-1 1 0 0,0 1-1 0 0,0 0 1 0 0,0 0-1 0 0,0 0 1 0 0,0 0-1 0 0,0-1 1 0 0,0 1-1 0 0,0 0 1 0 0,0 0-1 0 0,1 0 1 0 0,-1 0 0 0 0,0-1-1 0 0,1-3 17 0 0,0 0 0 0 0,0 0 0 0 0,0 0 1 0 0,0 1-1 0 0,1-1 0 0 0,-1 0 0 0 0,1 0 0 0 0,0 1 0 0 0,3-5 0 0 0,6-5-13 0 0,1 0 0 0 0,0 0 0 0 0,1 1 0 0 0,0 1-1 0 0,1 0 1 0 0,0 1 0 0 0,0 0 0 0 0,27-13 0 0 0,-39 22-25 0 0,0 0 1 0 0,0 0 0 0 0,0 0-1 0 0,0 0 1 0 0,0 1 0 0 0,1-1 0 0 0,-1 0-1 0 0,0 1 1 0 0,0-1 0 0 0,1 1-1 0 0,-1 0 1 0 0,0 0 0 0 0,0 0-1 0 0,1 0 1 0 0,-1 0 0 0 0,0 1 0 0 0,0-1-1 0 0,1 1 1 0 0,-1-1 0 0 0,0 1-1 0 0,0 0 1 0 0,0-1 0 0 0,0 1-1 0 0,0 1 1 0 0,0-1 0 0 0,0 0-1 0 0,0 0 1 0 0,0 1 0 0 0,-1-1 0 0 0,1 1-1 0 0,0-1 1 0 0,-1 1 0 0 0,1 0-1 0 0,-1 0 1 0 0,0-1 0 0 0,1 1-1 0 0,-1 0 1 0 0,0 0 0 0 0,0 0 0 0 0,-1 1-1 0 0,2 1 1 0 0,1 5 2 0 0,-1 0 0 0 0,0 0 0 0 0,-1 0 0 0 0,0 1 0 0 0,0-1 0 0 0,-1 0 0 0 0,0 0 0 0 0,0 1 0 0 0,-1-1 0 0 0,-4 14 0 0 0,5-22 3 0 0,-6 28 112 0 0,11-34 10 0 0,9-19-240 0 0,-7 16 27 0 0,0-1 1 0 0,0 1-1 0 0,1 0 1 0 0,0 1-1 0 0,1 0 1 0 0,0 0-1 0 0,0 1 0 0 0,0 0 1 0 0,1 1-1 0 0,0 0 1 0 0,0 0-1 0 0,11-3 1 0 0,-19 8 65 0 0,1-1 0 0 0,-1 1 1 0 0,1 0-1 0 0,-1 0 0 0 0,0 0 1 0 0,1 0-1 0 0,-1 1 0 0 0,1-1 0 0 0,-1 1 1 0 0,1-1-1 0 0,-1 1 0 0 0,0 0 1 0 0,1 0-1 0 0,-1 0 0 0 0,0 0 0 0 0,0 0 1 0 0,3 2-1 0 0,37 30-272 0 0,-28-22 139 0 0,-4-4 52 0 0,0 0-1 0 0,1-1 1 0 0,0 0-1 0 0,0-1 1 0 0,0 0-1 0 0,1-1 1 0 0,0 0-1 0 0,0 0 1 0 0,0-2-1 0 0,0 1 1 0 0,24 0-1 0 0,-27-3 91 0 0,-1 0 0 0 0,1 0 0 0 0,0-1 0 0 0,-1 0-1 0 0,1-1 1 0 0,-1 0 0 0 0,1 0 0 0 0,-1-1 0 0 0,0 0 0 0 0,0 0 0 0 0,0-1-1 0 0,0 0 1 0 0,-1 0 0 0 0,1-1 0 0 0,-1 0 0 0 0,0 0 0 0 0,9-10 0 0 0,-14 13 93 0 0,-1 1 0 0 0,0 0-1 0 0,0-1 1 0 0,0 1 0 0 0,0-1 0 0 0,0 1 0 0 0,0-1 0 0 0,-1 1 0 0 0,1-1 0 0 0,-1 0 0 0 0,1 1 0 0 0,-1-1 0 0 0,1 0 0 0 0,-1 0 0 0 0,0 1 0 0 0,0-1 0 0 0,0 0-1 0 0,0 0 1 0 0,0 1 0 0 0,0-1 0 0 0,0 0 0 0 0,0 0 0 0 0,-1 1 0 0 0,1-1 0 0 0,-1 0 0 0 0,0 1 0 0 0,1-1 0 0 0,-1 1 0 0 0,0-1 0 0 0,0 0 0 0 0,0 1 0 0 0,0 0-1 0 0,0-1 1 0 0,0 1 0 0 0,0 0 0 0 0,0-1 0 0 0,-1 1 0 0 0,1 0 0 0 0,-1 0 0 0 0,1 0 0 0 0,-1 0 0 0 0,1 0 0 0 0,-1 0 0 0 0,1 1 0 0 0,-3-2 0 0 0,2 2 349 0 0,-26 19 269 0 0,27-17-797 0 0,0 1 0 0 0,0 0 0 0 0,0 0 0 0 0,0 0-1 0 0,0-1 1 0 0,1 1 0 0 0,-1 0 0 0 0,1 0 0 0 0,0 0 0 0 0,0 0-1 0 0,0 0 1 0 0,0 0 0 0 0,1 0 0 0 0,-1 0 0 0 0,3 5 0 0 0,-2-4-771 0 0,0-1 0 0 0,1 1 0 0 0,-1-1 1 0 0,1 0-1 0 0,0 1 0 0 0,0-1 0 0 0,1 0 0 0 0,2 3 1 0 0,2 0-2429 0 0</inkml:trace>
</inkml:ink>
</file>

<file path=ppt/ink/ink4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47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4 24 0 0,'-11'-4'12314'0'0,"-2"17"-11690"0"0,0 2-1 0 0,2-1 1 0 0,-1 1-1 0 0,2 1 0 0 0,0 0 1 0 0,-14 30-1 0 0,24-44-427 0 0,8 3-75 0 0,-7-5-118 0 0,0 1 0 0 0,-1 0 0 0 0,1-1 0 0 0,0 1 0 0 0,0-1 0 0 0,-1 1 1 0 0,1-1-1 0 0,0 1 0 0 0,0-1 0 0 0,0 1 0 0 0,-1-1 0 0 0,1 0 0 0 0,0 0 0 0 0,0 1 0 0 0,0-1 0 0 0,0 0 0 0 0,0 0 0 0 0,0 0 0 0 0,0 0 0 0 0,0 0 0 0 0,0 0 0 0 0,0 0 0 0 0,1-1 0 0 0,90-26-1482 0 0,-91 27 1259 0 0,0 0 191 0 0,0-1 0 0 0,1 1 0 0 0,-1-1 0 0 0,0 1 0 0 0,0 0 0 0 0,0 0 0 0 0,0 0 0 0 0,0-1 0 0 0,0 1 0 0 0,0 0 0 0 0,0 0 0 0 0,1 1 0 0 0,-1-1 0 0 0,0 0 0 0 0,0 0 0 0 0,0 0 0 0 0,0 1 0 0 0,0-1 0 0 0,0 1 0 0 0,0-1 0 0 0,0 1 0 0 0,0-1 0 0 0,0 1 0 0 0,1 0 0 0 0,24 12-458 0 0,-19-8 429 0 0,0 0 0 0 0,1-1 0 0 0,-1 0 0 0 0,1 0 0 0 0,-1 0 0 0 0,1-1 0 0 0,1 0 0 0 0,-1 0 0 0 0,0-1-1 0 0,0 0 1 0 0,1-1 0 0 0,16 1 0 0 0,-20-2 173 0 0,0 0-1 0 0,0 0 1 0 0,0-1-1 0 0,-1 0 1 0 0,1 0-1 0 0,0 0 1 0 0,-1-1-1 0 0,1 1 1 0 0,0-1-1 0 0,-1 0 1 0 0,0 0-1 0 0,1-1 1 0 0,-1 1-1 0 0,0-1 0 0 0,0 0 1 0 0,-1 0-1 0 0,1 0 1 0 0,-1-1-1 0 0,1 1 1 0 0,-1-1-1 0 0,0 0 1 0 0,0 0-1 0 0,-1 0 1 0 0,3-5-1 0 0,2-4-170 0 0,-2 0-1 0 0,0-1 1 0 0,5-23-1 0 0,-4 25-1554 0 0,8 5-9780 0 0</inkml:trace>
</inkml:ink>
</file>

<file path=ppt/ink/ink4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47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40 1012 0 0,'-4'0'1219'0'0,"-8"2"-282"0"0,0 0 0 0 0,0 0 0 0 0,0 1-1 0 0,-13 6 1 0 0,21-8-641 0 0,-1 1 0 0 0,1 0 0 0 0,0 1 0 0 0,0-1 0 0 0,0 1 0 0 0,0 0 0 0 0,1 0 0 0 0,-1 0 0 0 0,1 0 0 0 0,-1 1 0 0 0,1-1 0 0 0,0 1-1 0 0,1 0 1 0 0,-4 6 0 0 0,5-9-239 0 0,0 0-1 0 0,0 1 1 0 0,0-1 0 0 0,1 0-1 0 0,-1 1 1 0 0,1-1-1 0 0,-1 1 1 0 0,1-1-1 0 0,0 1 1 0 0,-1-1-1 0 0,1 1 1 0 0,0 0 0 0 0,0-1-1 0 0,0 1 1 0 0,0-1-1 0 0,0 1 1 0 0,1-1-1 0 0,-1 1 1 0 0,0-1-1 0 0,1 1 1 0 0,-1-1 0 0 0,1 1-1 0 0,0-1 1 0 0,-1 0-1 0 0,1 1 1 0 0,0-1-1 0 0,0 0 1 0 0,0 1-1 0 0,0-1 1 0 0,0 0 0 0 0,0 0-1 0 0,0 0 1 0 0,0 0-1 0 0,0 0 1 0 0,0 0-1 0 0,1 0 1 0 0,-1 0-1 0 0,0 0 1 0 0,4 0 0 0 0,-2 1 61 0 0,1 0 0 0 0,0-1 1 0 0,0 0-1 0 0,0 0 1 0 0,1 0-1 0 0,-1-1 1 0 0,0 1-1 0 0,0-1 0 0 0,0 0 1 0 0,0 0-1 0 0,1 0 1 0 0,5-2-1 0 0,-6 1-29 0 0,-1 0-1 0 0,0 0 1 0 0,0 0 0 0 0,0-1 0 0 0,0 1-1 0 0,0-1 1 0 0,0 0 0 0 0,-1 0-1 0 0,1 0 1 0 0,0 0 0 0 0,-1 0-1 0 0,0 0 1 0 0,1-1 0 0 0,-1 0-1 0 0,0 1 1 0 0,0-1 0 0 0,0 0 0 0 0,2-5-1 0 0,0-2 108 0 0,-1 0 0 0 0,0 0 0 0 0,-1 0 1 0 0,2-16-1 0 0,1-2-78 0 0,-5 27-434 0 0,-10-13-1289 0 0,10 13 1113 0 0,-1 0-1 0 0,1 0 1 0 0,-1 0-1 0 0,1 0 1 0 0,-1 0 0 0 0,0 0-1 0 0,1 0 1 0 0,-1 1-1 0 0,0-1 1 0 0,0 0-1 0 0,1 0 1 0 0,-1 1-1 0 0,0-1 1 0 0,0 1-1 0 0,0-1 1 0 0,0 0 0 0 0,0 1-1 0 0,-2-1 1 0 0</inkml:trace>
</inkml:ink>
</file>

<file path=ppt/ink/ink4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47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7 168 0 0,'7'13'2310'0'0,"-5"-3"-1709"0"0,0-1 1 0 0,-1 1-1 0 0,1-1 0 0 0,-2 1 0 0 0,0-1 0 0 0,0 1 0 0 0,0 0 0 0 0,-1-1 1 0 0,-1 1-1 0 0,-5 18 2345 0 0,10-33-2837 0 0,10-11-538 0 0,0 1 0 0 0,1 0 0 0 0,0 1-1 0 0,1 0 1 0 0,1 1 0 0 0,23-14 0 0 0,-21 14-1165 0 0,-9 2-1851 0 0</inkml:trace>
</inkml:ink>
</file>

<file path=ppt/ink/ink4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48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1 1068 0 0,'-1'2'15803'0'0,"-10"24"-15855"0"0,-12 35 1038 0 0,-24 101 1 0 0,46-161-973 0 0,1 1 0 0 0,-1-1 0 0 0,1 1 1 0 0,-1-1-1 0 0,1 1 0 0 0,0-1 0 0 0,0 1 1 0 0,-1-1-1 0 0,1 1 0 0 0,0-1 0 0 0,1 1 1 0 0,-1-1-1 0 0,0 1 0 0 0,0-1 0 0 0,1 1 1 0 0,-1-1-1 0 0,0 1 0 0 0,1-1 0 0 0,0 0 1 0 0,-1 1-1 0 0,1-1 0 0 0,0 0 0 0 0,-1 1 1 0 0,1-1-1 0 0,2 2 0 0 0,-1-2-5 0 0,0 0 0 0 0,-1-1 1 0 0,1 1-1 0 0,0 0 0 0 0,0-1 0 0 0,0 1 0 0 0,0-1 0 0 0,0 0 1 0 0,0 1-1 0 0,0-1 0 0 0,0 0 0 0 0,0 0 0 0 0,0-1 0 0 0,0 1 1 0 0,0 0-1 0 0,3-1 0 0 0,7-2 15 0 0,0-1 1 0 0,-1 0-1 0 0,1-1 1 0 0,16-8-1 0 0,123-83 1282 0 0,-151 95-1277 0 0,0 1 0 0 0,0 0 0 0 0,0-1 0 0 0,1 1 0 0 0,-1 0 0 0 0,0 0 0 0 0,0-1 0 0 0,1 1 0 0 0,-1 0 0 0 0,0 0 0 0 0,0-1 0 0 0,1 1 0 0 0,-1 0 0 0 0,0 0 0 0 0,1 0 0 0 0,-1-1 0 0 0,0 1 0 0 0,1 0 0 0 0,-1 0 0 0 0,1 0 0 0 0,-1 0 0 0 0,0 0 0 0 0,1 0 0 0 0,-1 0 0 0 0,0 0 0 0 0,1 0 0 0 0,-1 0 0 0 0,1 0 0 0 0,-1 0 0 0 0,0 0 0 0 0,1 0 0 0 0,-1 0 0 0 0,0 0 0 0 0,1 0 0 0 0,-1 1 0 0 0,1-1 0 0 0,-1 0 0 0 0,0 0 0 0 0,0 0 0 0 0,1 1 0 0 0,-1-1 0 0 0,0 0 0 0 0,1 0 0 0 0,-1 1 0 0 0,0-1 0 0 0,0 0 1 0 0,1 0-1 0 0,-1 1 0 0 0,0-1 0 0 0,0 0 0 0 0,0 1 0 0 0,1-1 0 0 0,-1 0 0 0 0,0 1 0 0 0,0 0 0 0 0,-4 30 352 0 0,-1 0-4315 0 0,5-29 3313 0 0,0-1 0 0 0,0 0 0 0 0,0 0-1 0 0,0 1 1 0 0,0-1 0 0 0,0 0 0 0 0,0 0-1 0 0,1 1 1 0 0,-1-1 0 0 0,0 0 0 0 0,1 0 0 0 0,-1 0-1 0 0,1 1 1 0 0,-1-1 0 0 0,1 0 0 0 0,0 1-1 0 0</inkml:trace>
</inkml:ink>
</file>

<file path=ppt/ink/ink4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50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45 596 0 0,'12'-45'11672'0'0,"-14"53"-11201"0"0,-22 105 943 0 0,-27 163 326 0 0,45-225-1611 0 0,0 10-359 0 0,-3 0 1 0 0,-26 91-1 0 0,30-124-897 0 0,-4 15-926 0 0,-4-22-4736 0 0,5-14 3773 0 0</inkml:trace>
</inkml:ink>
</file>

<file path=ppt/ink/ink4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51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31 162 364 0 0,'-3'1'473'0'0,"0"1"-1"0"0,0-1 0 0 0,1 1 1 0 0,-1 0-1 0 0,1 0 1 0 0,-1 0-1 0 0,1 0 1 0 0,0 0-1 0 0,-1 1 1 0 0,-1 3-1 0 0,11-1-294 0 0,0-1 0 0 0,1 0 0 0 0,0 0 0 0 0,0-1 0 0 0,0 1 0 0 0,0-2 0 0 0,0 1 0 0 0,1-1 0 0 0,-1 0 0 0 0,1-1 0 0 0,-1 0 0 0 0,14-1 0 0 0,22 1 156 0 0,51-7 0 0 0,-59 3-138 0 0,204-21 738 0 0,402-93 0 0 0,-601 106-829 0 0,-28 6-43 0 0,0 2 1 0 0,0 0 0 0 0,1 0-1 0 0,18-1 1 0 0,-32 4-61 0 0,1 1 0 0 0,0-1 0 0 0,0 0 0 0 0,-1 1 0 0 0,1-1 0 0 0,0 0-1 0 0,0 1 1 0 0,-1-1 0 0 0,1 1 0 0 0,0-1 0 0 0,-1 1 0 0 0,1-1 0 0 0,-1 1 0 0 0,1-1 0 0 0,-1 1 0 0 0,1 0 0 0 0,-1-1 0 0 0,1 1 0 0 0,-1 0 0 0 0,0-1-1 0 0,1 1 1 0 0,-1 0 0 0 0,0 0 0 0 0,1-1 0 0 0,-1 1 0 0 0,0 1 0 0 0,7 33 12 0 0,2 1 7 0 0,-7-32 3 0 0,0 0 0 0 0,1-1 0 0 0,0 1-1 0 0,-1-1 1 0 0,2 0 0 0 0,-1 0 0 0 0,0 0 0 0 0,0 0-1 0 0,1-1 1 0 0,0 1 0 0 0,-1-1 0 0 0,1 0-1 0 0,0 0 1 0 0,0 0 0 0 0,7 1 0 0 0,-10-2 52 0 0,1-1 0 0 0,0 1 0 0 0,0-1 0 0 0,0 0 0 0 0,0 0 0 0 0,0 0-1 0 0,-1 0 1 0 0,1 0 0 0 0,0 0 0 0 0,0-1 0 0 0,0 1 0 0 0,0 0 0 0 0,-1-1 0 0 0,1 0 0 0 0,0 1 0 0 0,0-1 0 0 0,-1 0 0 0 0,1 0 0 0 0,0 0 0 0 0,-1 0 0 0 0,1 0 0 0 0,-1 0 0 0 0,0-1 0 0 0,1 1 0 0 0,-1 0 0 0 0,0-1 0 0 0,0 1 0 0 0,0-1 0 0 0,0 1 0 0 0,0-1 0 0 0,0 1-1 0 0,0-1 1 0 0,0 0 0 0 0,-1 0 0 0 0,2-3 0 0 0,-2 0 58 0 0,1-1 0 0 0,-2 1 0 0 0,1-1-1 0 0,0 1 1 0 0,-1-1 0 0 0,0 1 0 0 0,0-1-1 0 0,-1 1 1 0 0,0-1 0 0 0,1 1 0 0 0,-2 0 0 0 0,1 0-1 0 0,-4-5 1 0 0,-32-52-27 0 0,37 60-635 0 0,-1 2 158 0 0,0 0 0 0 0,0 0 0 0 0,0 1 0 0 0,0-1 0 0 0,0 1 0 0 0,0-1 0 0 0,0 1 0 0 0,0 0 0 0 0,0-1 0 0 0,0 1 0 0 0,1 0 0 0 0,-1 0 0 0 0,-2 3 0 0 0,-2 9-4239 0 0,6 0 1295 0 0</inkml:trace>
</inkml:ink>
</file>

<file path=ppt/ink/ink4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52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93 10957 0 0,'10'-7'133'0'0,"-1"1"1"0"0,1 0-1 0 0,0 1 1 0 0,1 0-1 0 0,-1 1 1 0 0,1 0-1 0 0,0 0 1 0 0,20-2-1 0 0,-27 5-130 0 0,-1 1-1 0 0,1 0 0 0 0,-1 0 0 0 0,1 0 1 0 0,-1 1-1 0 0,1-1 0 0 0,-1 1 1 0 0,1 0-1 0 0,-1 0 0 0 0,1 0 0 0 0,-1 0 1 0 0,0 1-1 0 0,0 0 0 0 0,0-1 0 0 0,0 1 1 0 0,0 0-1 0 0,0 0 0 0 0,0 1 1 0 0,0-1-1 0 0,-1 0 0 0 0,1 1 0 0 0,-1 0 1 0 0,0-1-1 0 0,0 1 0 0 0,0 0 0 0 0,0 0 1 0 0,0 1-1 0 0,-1-1 0 0 0,1 0 1 0 0,-1 0-1 0 0,1 6 0 0 0,2-2 8 0 0,-2 1 0 0 0,1 0 0 0 0,-1 0 0 0 0,0 0 0 0 0,0 0 0 0 0,-1 0 0 0 0,0 0 0 0 0,-1 0 0 0 0,0 0 0 0 0,0 0 0 0 0,-1 0 0 0 0,0 1 0 0 0,0-1 0 0 0,-1 0 0 0 0,0 0 0 0 0,0-1 0 0 0,-1 1 0 0 0,0 0 0 0 0,0-1 0 0 0,-1 0 0 0 0,0 0 0 0 0,0 0 0 0 0,-9 11-1 0 0,12-17 2 0 0,0 0-1 0 0,1-1 0 0 0,-1 1 0 0 0,0 0 0 0 0,0-1 0 0 0,0 1 1 0 0,1-1-1 0 0,-1 1 0 0 0,0-1 0 0 0,0 1 0 0 0,0-1 0 0 0,0 0 0 0 0,0 1 1 0 0,0-1-1 0 0,0 0 0 0 0,0 0 0 0 0,0 0 0 0 0,0 0 0 0 0,0 0 0 0 0,0 0 1 0 0,0 0-1 0 0,0 0 0 0 0,0 0 0 0 0,0 0 0 0 0,0 0 0 0 0,0-1 0 0 0,1 1 1 0 0,-1 0-1 0 0,0-1 0 0 0,0 1 0 0 0,0-1 0 0 0,0 1 0 0 0,0-1 1 0 0,0 1-1 0 0,1-1 0 0 0,-1 0 0 0 0,0 1 0 0 0,1-1 0 0 0,-2-1 0 0 0,0 0 9 0 0,0 0-1 0 0,1 0 0 0 0,-1 0 0 0 0,0-1 0 0 0,1 1 0 0 0,0 0 0 0 0,-1-1 0 0 0,1 1 0 0 0,0-1 1 0 0,0 1-1 0 0,1-1 0 0 0,-2-3 0 0 0,3-2-5 0 0,-1 0 0 0 0,1 0 0 0 0,1 0 1 0 0,-1 0-1 0 0,1 1 0 0 0,1-1 0 0 0,-1 1 0 0 0,1-1 0 0 0,1 1 1 0 0,-1 0-1 0 0,1 0 0 0 0,0 0 0 0 0,1 1 0 0 0,9-11 0 0 0,6-6-3 0 0,1 1-1 0 0,33-26 0 0 0,-47 42-16 0 0,1 0 0 0 0,0 0 0 0 0,0 1 1 0 0,0 0-1 0 0,1 0 0 0 0,-1 1 1 0 0,1 0-1 0 0,0 1 0 0 0,0-1 1 0 0,1 2-1 0 0,11-3 0 0 0,-17 5 1 0 0,1 0 1 0 0,-1 0-1 0 0,0 0 0 0 0,0 0 0 0 0,0 1 0 0 0,0-1 1 0 0,0 1-1 0 0,0 0 0 0 0,0 1 0 0 0,0-1 0 0 0,-1 1 1 0 0,1-1-1 0 0,0 1 0 0 0,-1 0 0 0 0,1 0 0 0 0,-1 1 1 0 0,0-1-1 0 0,0 1 0 0 0,0 0 0 0 0,0 0 0 0 0,0 0 1 0 0,0 0-1 0 0,-1 0 0 0 0,1 0 0 0 0,-1 1 0 0 0,0-1 0 0 0,0 1 1 0 0,2 6-1 0 0,1 3 4 0 0,0 0 0 0 0,-1 1-1 0 0,0-1 1 0 0,-1 1 0 0 0,0 0 0 0 0,-2 0 0 0 0,1 0 0 0 0,-2 0 0 0 0,0 0 0 0 0,0 0-1 0 0,-1 0 1 0 0,-1 0 0 0 0,-1 0 0 0 0,-4 15 0 0 0,7-29-2 0 0,0 0-1 0 0,0 0 1 0 0,1 0 0 0 0,-1 0 0 0 0,0-1-1 0 0,0 1 1 0 0,0 0 0 0 0,0 0 0 0 0,0 0 0 0 0,0 0-1 0 0,1 0 1 0 0,-1 0 0 0 0,0 0 0 0 0,0-1-1 0 0,0 1 1 0 0,0 0 0 0 0,1 0 0 0 0,-1 0-1 0 0,0 0 1 0 0,0 0 0 0 0,0 0 0 0 0,1 0 0 0 0,-1 0-1 0 0,0 0 1 0 0,0 0 0 0 0,0 0 0 0 0,0 0-1 0 0,1 0 1 0 0,-1 0 0 0 0,0 0 0 0 0,0 0-1 0 0,0 0 1 0 0,0 0 0 0 0,1 1 0 0 0,-1-1 0 0 0,0 0-1 0 0,0 0 1 0 0,0 0 0 0 0,0 0 0 0 0,1 0-1 0 0,-1 0 1 0 0,0 0 0 0 0,0 0 0 0 0,0 1-1 0 0,0-1 1 0 0,0 0 0 0 0,0 0 0 0 0,0 0-1 0 0,1 0 1 0 0,-1 1 0 0 0,0-1 0 0 0,0 0 0 0 0,0 0-1 0 0,0 0 1 0 0,0 0 0 0 0,0 1 0 0 0,0-1-1 0 0,0 0 1 0 0,0 0 0 0 0,0 0 0 0 0,0 1-1 0 0,0-1 1 0 0,0 0 0 0 0,0 0 0 0 0,27-18-251 0 0,43-40-340 0 0,-56 45 355 0 0,7-5-14 0 0,1 0-1 0 0,1 2 1 0 0,0 0-1 0 0,30-14 1 0 0,-48 27 225 0 0,1 0 0 0 0,0 1 0 0 0,-1-1 0 0 0,1 1 0 0 0,0 0 0 0 0,0 1 1 0 0,0 0-1 0 0,1 0 0 0 0,-1 0 0 0 0,0 0 0 0 0,0 1 0 0 0,1 0 0 0 0,-1 1 0 0 0,0-1 0 0 0,0 1 0 0 0,0 0 0 0 0,0 1 0 0 0,0 0 0 0 0,0 0 0 0 0,0 0 1 0 0,0 0-1 0 0,-1 1 0 0 0,1 0 0 0 0,-1 0 0 0 0,7 5 0 0 0,8 9 42 0 0,1-1 1 0 0,0-1-1 0 0,2-1 0 0 0,-1-1 1 0 0,2-1-1 0 0,-1-1 1 0 0,28 9-1 0 0,-34-15 0 0 0,-1-1 0 0 0,1-1 0 0 0,0 0-1 0 0,-1-1 1 0 0,1-1 0 0 0,0-1 0 0 0,1 0 0 0 0,-2-1 0 0 0,1-1-1 0 0,0-1 1 0 0,0 0 0 0 0,16-6 0 0 0,-23 7 26 0 0,0-1 0 0 0,-1-1 0 0 0,1 1 1 0 0,-1-2-1 0 0,0 1 0 0 0,0-1 0 0 0,-1-1 0 0 0,1 1 0 0 0,-1-2 0 0 0,12-11 1 0 0,-20 18-30 0 0,1-1 0 0 0,-1 0 0 0 0,0 0 1 0 0,0 1-1 0 0,0-1 0 0 0,1 0 1 0 0,-1 0-1 0 0,0 0 0 0 0,0 1 0 0 0,0-1 1 0 0,0 0-1 0 0,-1 0 0 0 0,1 1 0 0 0,0-1 1 0 0,0 0-1 0 0,0 0 0 0 0,-1 0 0 0 0,1 1 1 0 0,0-1-1 0 0,-1 0 0 0 0,1 1 1 0 0,0-1-1 0 0,-1 0 0 0 0,1 1 0 0 0,-1-1 1 0 0,1 0-1 0 0,-1 1 0 0 0,0-1 0 0 0,1 1 1 0 0,-1-1-1 0 0,1 1 0 0 0,-1 0 1 0 0,0-1-1 0 0,1 1 0 0 0,-1-1 0 0 0,0 1 1 0 0,0 0-1 0 0,1 0 0 0 0,-1-1 0 0 0,0 1 1 0 0,-1 0-1 0 0,0-1-37 0 0,1 1 30 0 0,0 0 0 0 0,-1 0 0 0 0,1 0 0 0 0,0 0 0 0 0,-1 0 0 0 0,1 0-1 0 0,0 0 1 0 0,-1 0 0 0 0,1 0 0 0 0,0 1 0 0 0,-1-1 0 0 0,1 1 0 0 0,0-1-1 0 0,0 1 1 0 0,-1-1 0 0 0,1 1 0 0 0,0 0 0 0 0,0 0 0 0 0,0-1 0 0 0,0 1-1 0 0,0 0 1 0 0,0 0 0 0 0,0 0 0 0 0,0 0 0 0 0,-1 2 0 0 0,1-2 1 0 0,-1 0 1 0 0,1 1 0 0 0,0-1-1 0 0,0 0 1 0 0,0 1 0 0 0,0-1-1 0 0,0 1 1 0 0,0-1 0 0 0,0 1-1 0 0,1-1 1 0 0,-1 1 0 0 0,0 0-1 0 0,1-1 1 0 0,0 1-1 0 0,-1 0 1 0 0,1 0 0 0 0,0-1-1 0 0,0 1 1 0 0,0 0 0 0 0,0 2-1 0 0,1-1 2 0 0,1 0 0 0 0,-1-1 0 0 0,1 1 0 0 0,-1-1 0 0 0,1 1 0 0 0,0-1-1 0 0,0 0 1 0 0,1 0 0 0 0,-1 0 0 0 0,0 0 0 0 0,0 0 0 0 0,1 0 0 0 0,0-1 0 0 0,-1 1-1 0 0,1-1 1 0 0,0 0 0 0 0,-1 1 0 0 0,1-1 0 0 0,0-1 0 0 0,0 1 0 0 0,0 0 0 0 0,0-1-1 0 0,0 1 1 0 0,4-1 0 0 0,-2 0 75 0 0,-1 0 0 0 0,0 0 0 0 0,0 0 1 0 0,0-1-1 0 0,0 1 0 0 0,0-1 0 0 0,0 0 0 0 0,0-1 0 0 0,0 1 0 0 0,0-1 0 0 0,0 1 0 0 0,0-1 0 0 0,-1 0 0 0 0,1 0 0 0 0,-1-1 0 0 0,1 1 0 0 0,4-6 0 0 0,-7 5-25 0 0,0 0 0 0 0,0 0 0 0 0,0 0-1 0 0,-1 0 1 0 0,1 0 0 0 0,-1 0 0 0 0,0 0-1 0 0,0-1 1 0 0,0 1 0 0 0,0 0-1 0 0,0 0 1 0 0,-1 0 0 0 0,1 0 0 0 0,-1 0-1 0 0,0 0 1 0 0,0 0 0 0 0,0 0 0 0 0,-3-4-1 0 0,3 3-83 0 0,-1 0 0 0 0,0 0 0 0 0,-1 0 0 0 0,1 0 0 0 0,-1 1 0 0 0,0-1 0 0 0,0 1-1 0 0,0 0 1 0 0,0 0 0 0 0,0 0 0 0 0,-1 0 0 0 0,1 1 0 0 0,-1-1 0 0 0,0 1 0 0 0,-6-3 0 0 0,-23-2-7563 0 0</inkml:trace>
</inkml:ink>
</file>

<file path=ppt/ink/ink4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52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136 369 1088 0 0,'-38'12'3652'0'0,"36"-11"-3517"0"0,0 0 0 0 0,0 1-1 0 0,0-1 1 0 0,1 1 0 0 0,-1-1-1 0 0,0 1 1 0 0,1 0-1 0 0,-1 0 1 0 0,1 0 0 0 0,0 0-1 0 0,0 0 1 0 0,0 0-1 0 0,0 0 1 0 0,0 0 0 0 0,0 0-1 0 0,0 0 1 0 0,1 0 0 0 0,-1 1-1 0 0,1-1 1 0 0,-1 0-1 0 0,1 1 1 0 0,0-1 0 0 0,0 0-1 0 0,0 1 1 0 0,0-1 0 0 0,1 0-1 0 0,-1 0 1 0 0,0 1-1 0 0,1-1 1 0 0,0 0 0 0 0,-1 0-1 0 0,3 5 1 0 0,-1-5-67 0 0,-1 0 1 0 0,1 0-1 0 0,0 0 0 0 0,0-1 1 0 0,-1 1-1 0 0,1 0 1 0 0,0-1-1 0 0,1 1 0 0 0,-1-1 1 0 0,0 1-1 0 0,0-1 1 0 0,1 0-1 0 0,-1 0 0 0 0,0 0 1 0 0,1-1-1 0 0,-1 1 1 0 0,1 0-1 0 0,-1-1 0 0 0,1 0 1 0 0,-1 1-1 0 0,1-1 1 0 0,0 0-1 0 0,-1 0 0 0 0,1-1 1 0 0,-1 1-1 0 0,1 0 0 0 0,-1-1 1 0 0,1 0-1 0 0,-1 1 1 0 0,3-2-1 0 0,1 0 110 0 0,0-1-1 0 0,1 1 1 0 0,-2-1 0 0 0,1-1-1 0 0,0 1 1 0 0,-1-1 0 0 0,1 0-1 0 0,-1 0 1 0 0,0 0 0 0 0,-1-1-1 0 0,1 1 1 0 0,-1-1 0 0 0,0 0 0 0 0,0-1-1 0 0,4-6 1 0 0,-4 4 3 0 0,0 0 1 0 0,-1-1-1 0 0,0 1 0 0 0,0-1 0 0 0,-1 0 1 0 0,0 0-1 0 0,-1 0 0 0 0,0 0 1 0 0,0-18-1 0 0,-2 9-14 0 0,-1-1-1 0 0,-1 1 1 0 0,0 0 0 0 0,-1 0-1 0 0,-1 1 1 0 0,-1-1 0 0 0,0 1-1 0 0,-2 0 1 0 0,0 1 0 0 0,-12-20-1 0 0,14 28-176 0 0,1 0-1 0 0,-2 0 1 0 0,1 0-1 0 0,-1 1 1 0 0,0 0-1 0 0,0 1 1 0 0,-15-11-1 0 0,19 15-217 0 0,-1 0 0 0 0,0 0-1 0 0,0 0 1 0 0,0 0 0 0 0,0 1 0 0 0,0 0-1 0 0,0-1 1 0 0,0 2 0 0 0,-1-1 0 0 0,1 0-1 0 0,0 1 1 0 0,-1 0 0 0 0,1 0 0 0 0,0 0-1 0 0,-1 0 1 0 0,1 1 0 0 0,0 0 0 0 0,0 0-1 0 0,-5 1 1 0 0,6-1-494 0 0,0 0 0 0 0,-1 1 0 0 0,1-1 0 0 0,0 1 0 0 0,0-1 0 0 0,0 1 0 0 0,0 0 0 0 0,-4 4 0 0 0,-1 6-3015 0 0</inkml:trace>
</inkml:ink>
</file>

<file path=ppt/ink/ink4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53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0 515 708 0 0,'25'-3'2322'0'0,"-1"0"0"0"0,28-10 0 0 0,-38 9-1825 0 0,1-1 1 0 0,-2 0 0 0 0,1-1 0 0 0,0-1 0 0 0,-1 0-1 0 0,-1 0 1 0 0,1-2 0 0 0,14-12 0 0 0,-20 15-257 0 0,-3 3-97 0 0,1 0 0 0 0,-1-1 0 0 0,0 1 0 0 0,0-1 0 0 0,0 0 0 0 0,-1 0 0 0 0,1-1 0 0 0,-1 1 0 0 0,0-1 0 0 0,0 0 0 0 0,-1 0 0 0 0,1 0 0 0 0,-1 0 0 0 0,0 0 0 0 0,2-10 0 0 0,-4 15-133 0 0,-1-1 0 0 0,1 0 0 0 0,0 0 1 0 0,0 0-1 0 0,-1 1 0 0 0,1-1 0 0 0,-1 0 0 0 0,1 0 1 0 0,0 1-1 0 0,-1-1 0 0 0,1 0 0 0 0,-1 1 0 0 0,0-1 1 0 0,1 0-1 0 0,-1 1 0 0 0,1-1 0 0 0,-1 1 1 0 0,0-1-1 0 0,0 1 0 0 0,1-1 0 0 0,-1 1 0 0 0,0 0 1 0 0,0-1-1 0 0,1 1 0 0 0,-1 0 0 0 0,0 0 1 0 0,-1-1-1 0 0,-1 1 35 0 0,0 2-17 0 0,0 0-51 0 0,0 0-1 0 0,0 1 1 0 0,0-1 0 0 0,1 0-1 0 0,-1 1 1 0 0,1 0 0 0 0,0 0 0 0 0,-1 0-1 0 0,1 0 1 0 0,0 0 0 0 0,1 0-1 0 0,-1 0 1 0 0,1 1 0 0 0,-1-1-1 0 0,1 0 1 0 0,0 1 0 0 0,0-1-1 0 0,1 1 1 0 0,-1 0 0 0 0,1-1-1 0 0,-1 1 1 0 0,1-1 0 0 0,0 1 0 0 0,1 0-1 0 0,0 6 1 0 0,0-6-22 0 0,1 0-1 0 0,-1 0 1 0 0,1 0 0 0 0,0 0 0 0 0,0-1-1 0 0,1 1 1 0 0,-1 0 0 0 0,1-1 0 0 0,-1 1-1 0 0,1-1 1 0 0,0 0 0 0 0,0 0 0 0 0,1 0-1 0 0,-1-1 1 0 0,1 1 0 0 0,-1-1-1 0 0,1 0 1 0 0,0 1 0 0 0,0-2 0 0 0,0 1-1 0 0,0 0 1 0 0,6 1 0 0 0,-1-1 0 0 0,0 0 0 0 0,1 0 0 0 0,-1 0 0 0 0,0-1 0 0 0,0-1 0 0 0,1 0 0 0 0,-1 0 0 0 0,0-1 0 0 0,1 0 0 0 0,-1 0 0 0 0,0-1 0 0 0,0 0 0 0 0,13-6 0 0 0,-10 3 59 0 0,-1 0 0 0 0,0-1 1 0 0,-1-1-1 0 0,0 0 0 0 0,0 0 1 0 0,0-1-1 0 0,-1-1 0 0 0,0 1 1 0 0,10-13-1 0 0,-4 1 164 0 0,0-1 0 0 0,-2-1-1 0 0,0 0 1 0 0,-1-1 0 0 0,-2 0 0 0 0,0-1 0 0 0,-1 0 0 0 0,-2-1 0 0 0,6-32-1 0 0,-9 34 936 0 0,-1 0-1 0 0,-1 0 0 0 0,-3-40 0 0 0,1 62-337 0 0,-2 2-747 0 0,0 0-1 0 0,0 1 1 0 0,0-1 0 0 0,0 1 0 0 0,1 0 0 0 0,-1-1 0 0 0,0 1-1 0 0,1 0 1 0 0,-1 0 0 0 0,1 0 0 0 0,-1 3 0 0 0,1-4 13 0 0,-6 9 33 0 0,0 0 1 0 0,1 0-1 0 0,1 0 0 0 0,0 1 0 0 0,0 0 1 0 0,1 0-1 0 0,-4 17 0 0 0,-11 84-279 0 0,13-68-297 0 0,-3 21-678 0 0,-7 46-2307 0 0,3-39-4072 0 0,7-44 3000 0 0</inkml:trace>
</inkml:ink>
</file>

<file path=ppt/ink/ink4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54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32 156 0 0,'0'-3'431'0'0,"0"2"-98"0"0,0-1-1 0 0,0 0 1 0 0,0 0 0 0 0,0 1-1 0 0,0-1 1 0 0,0 0-1 0 0,0 1 1 0 0,1-1-1 0 0,-1 0 1 0 0,7-10 9139 0 0,-17 37-9227 0 0,-61 178 1814 0 0,55-166-2043 0 0,-1-1 0 0 0,-2-2 0 0 0,-30 43 0 0 0,44-70-393 0 0,0-1-1 0 0,0 0 1 0 0,-1 0-1 0 0,0 0 0 0 0,-1-1 1 0 0,-12 9-1 0 0,-24 5-7159 0 0</inkml:trace>
</inkml:ink>
</file>

<file path=ppt/ink/ink4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54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0 160 268 0 0,'40'-22'1399'0'0,"1"1"1"0"0,0 2-1 0 0,59-18 0 0 0,-49 21-722 0 0,0 3 0 0 0,1 2-1 0 0,1 3 1 0 0,102-4 0 0 0,-145 12-781 0 0,0 0 1 0 0,0 1 0 0 0,0 0-1 0 0,14 4 1 0 0,-22-4-36 0 0,0-1 0 0 0,1 1 0 0 0,-1 0 0 0 0,0 0 0 0 0,0 0 0 0 0,0 0 1 0 0,0 0-1 0 0,0 0 0 0 0,0 0 0 0 0,0 1 0 0 0,0-1 0 0 0,0 1 0 0 0,-1-1 0 0 0,1 1 0 0 0,-1 0 0 0 0,1 0 0 0 0,-1 0 0 0 0,0 0 0 0 0,1 0 1 0 0,-1 0-1 0 0,0 0 0 0 0,0 0 0 0 0,0 3 0 0 0,-2 1-1905 0 0,-6 14 158 0 0</inkml:trace>
</inkml:ink>
</file>

<file path=ppt/ink/ink4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54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1 144 324 0 0,'0'0'826'0'0,"11"11"1485"0"0,12-11-1630 0 0,0 0 0 0 0,0-1-1 0 0,1-2 1 0 0,-1 0 0 0 0,35-11 0 0 0,-11 1 189 0 0,76-34 0 0 0,-62 13-235 0 0,-46 24-154 0 0,-1 2 1 0 0,32-13-1 0 0,-44 20-114 0 0,-1 2-359 0 0,0 0 0 0 0,0-1 0 0 0,0 1 0 0 0,0 0 0 0 0,0 0 0 0 0,0 0 0 0 0,0 0 0 0 0,0 0 0 0 0,0 0 0 0 0,-1 0 0 0 0,1 0 0 0 0,0 0 0 0 0,-1 0 0 0 0,1 0 0 0 0,-1 0 0 0 0,1 1 0 0 0,-1-1 0 0 0,1 0 0 0 0,-1 0 0 0 0,0 1 0 0 0,0-1 0 0 0,1 0 0 0 0,-1 1 0 0 0,0-1 0 0 0,0 0 0 0 0,0 0 0 0 0,-1 1 0 0 0,1-1 0 0 0,0 2 0 0 0,3 21 74 0 0,0-16-51 0 0,-3-7-15 0 0,0 1 0 0 0,1 0-1 0 0,-1 0 1 0 0,1 0 0 0 0,0-1 0 0 0,0 1-1 0 0,-1 0 1 0 0,1-1 0 0 0,0 1-1 0 0,0-1 1 0 0,0 1 0 0 0,1-1 0 0 0,-1 1-1 0 0,0-1 1 0 0,0 0 0 0 0,1 1-1 0 0,-1-1 1 0 0,1 0 0 0 0,-1 0 0 0 0,1 0-1 0 0,0 0 1 0 0,-1 0 0 0 0,1-1-1 0 0,0 1 1 0 0,2 0 0 0 0,-2-1 58 0 0,2-1 4 0 0,135-64 603 0 0,-135 64-965 0 0,0 0 0 0 0,0 0 0 0 0,0 1 0 0 0,0 0 0 0 0,1 0 0 0 0,-1 0 0 0 0,0 0 0 0 0,0 1 0 0 0,0 0 1 0 0,0-1-1 0 0,0 2 0 0 0,7 1 0 0 0,21 4-1298 0 0,17-6-2838 0 0,-33-2 2374 0 0</inkml:trace>
</inkml:ink>
</file>

<file path=ppt/ink/ink4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55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1 551 2728 0 0,'28'-11'172'0'0,"-17"7"934"0"0,1 0 0 0 0,-1-1 0 0 0,19-12 3274 0 0,-36 20-4126 0 0,0 0-117 0 0,-1 1 1 0 0,1 0 0 0 0,-1 0 0 0 0,1 0 0 0 0,0 1-1 0 0,1 0 1 0 0,-1 0 0 0 0,1 1 0 0 0,0-1 0 0 0,1 1-1 0 0,-8 11 1 0 0,11-15-57 0 0,1-2-73 0 0,0 0 1 0 0,0 0-1 0 0,0 0 1 0 0,-1 1-1 0 0,1-1 1 0 0,0 0-1 0 0,0 0 1 0 0,0 0-1 0 0,0 0 0 0 0,0 0 1 0 0,0 1-1 0 0,0-1 1 0 0,-1 0-1 0 0,1 0 1 0 0,0 0-1 0 0,0 0 1 0 0,0 1-1 0 0,0-1 1 0 0,0 0-1 0 0,0 0 1 0 0,0 0-1 0 0,0 0 1 0 0,0 1-1 0 0,0-1 1 0 0,0 0-1 0 0,0 0 0 0 0,0 0 1 0 0,0 1-1 0 0,0-1 1 0 0,0 0-1 0 0,0 0 1 0 0,0 0-1 0 0,0 0 1 0 0,0 1-1 0 0,1-1 1 0 0,-1 0-1 0 0,0 0 1 0 0,0 0-1 0 0,0 0 1 0 0,0 0-1 0 0,0 1 0 0 0,0-1 1 0 0,0 0-1 0 0,1 0 1 0 0,-1 0-1 0 0,0 0 1 0 0,0 0-1 0 0,0 0 1 0 0,0 0-1 0 0,1 1 1 0 0,-1-1-1 0 0,0 0 1 0 0,0 0-1 0 0,0 0 1 0 0,0 0-1 0 0,1 0 0 0 0,-1 0 1 0 0,0 0-1 0 0,0 0 1 0 0,47-25 175 0 0,-1-2 1 0 0,-2-1 0 0 0,-1-3-1 0 0,-1-1 1 0 0,-2-3-1 0 0,62-67 1 0 0,-86 84-204 0 0,-1 0 1 0 0,-1-1-1 0 0,24-42 1 0 0,-34 54-14 0 0,-1 0 0 0 0,0 0 0 0 0,0 0 0 0 0,0-1 0 0 0,-1 1 0 0 0,0-1 0 0 0,-1 1 0 0 0,1-1 0 0 0,-2 0 0 0 0,1 0 0 0 0,-1 1 0 0 0,0-1 0 0 0,0 0 0 0 0,-1 0 0 0 0,0 1 0 0 0,-3-10 0 0 0,2 13 15 0 0,1 1 0 0 0,-1-1 0 0 0,0 1 0 0 0,-1-1 1 0 0,1 1-1 0 0,0 0 0 0 0,-1 0 0 0 0,0 0 0 0 0,0 0 0 0 0,0 1 0 0 0,0-1 0 0 0,0 1 0 0 0,0-1 1 0 0,-1 1-1 0 0,1 0 0 0 0,-1 1 0 0 0,1-1 0 0 0,-1 0 0 0 0,0 1 0 0 0,0 0 0 0 0,0 0 0 0 0,0 0 1 0 0,0 0-1 0 0,0 1 0 0 0,0 0 0 0 0,0 0 0 0 0,0 0 0 0 0,0 0 0 0 0,0 0 0 0 0,0 1 0 0 0,1 0 1 0 0,-8 1-1 0 0,8-1 11 0 0,0 0 1 0 0,-1-1 0 0 0,1 1-1 0 0,0 0 1 0 0,0 0-1 0 0,0 1 1 0 0,0-1 0 0 0,0 1-1 0 0,1-1 1 0 0,-1 1 0 0 0,0 0-1 0 0,1 0 1 0 0,-1 0 0 0 0,1 1-1 0 0,-1-1 1 0 0,1 0-1 0 0,0 1 1 0 0,0 0 0 0 0,0-1-1 0 0,1 1 1 0 0,-1 0 0 0 0,1 0-1 0 0,-1 0 1 0 0,1 0-1 0 0,0 0 1 0 0,0 0 0 0 0,0 0-1 0 0,1 1 1 0 0,-1-1 0 0 0,1 0-1 0 0,0 0 1 0 0,0 1-1 0 0,0-1 1 0 0,0 0 0 0 0,0 1-1 0 0,1-1 1 0 0,-1 0 0 0 0,1 0-1 0 0,1 4 1 0 0,4 6 8 0 0,0 0 1 0 0,1 0-1 0 0,1-1 0 0 0,-1 0 1 0 0,2-1-1 0 0,0 1 0 0 0,16 14 1 0 0,82 69 14 0 0,-62-57-17 0 0,-41-35-1 0 0,19 16 1 0 0,-1 1 0 0 0,0 1-1 0 0,-2 1 1 0 0,19 25 0 0 0,-38-46-5 0 0,-1 0-1 0 0,1 1 1 0 0,0-1 0 0 0,-1 0 0 0 0,1 0 0 0 0,-1 0-1 0 0,1 1 1 0 0,-1-1 0 0 0,1 0 0 0 0,-1 0-1 0 0,0 1 1 0 0,0-1 0 0 0,0 0 0 0 0,0 1 0 0 0,0-1-1 0 0,0 0 1 0 0,0 1 0 0 0,0-1 0 0 0,0 0-1 0 0,0 0 1 0 0,-1 1 0 0 0,1-1 0 0 0,-1 0-1 0 0,1 0 1 0 0,-1 1 0 0 0,1-1 0 0 0,-1 0 0 0 0,0 0-1 0 0,1 0 1 0 0,-1 0 0 0 0,0 0 0 0 0,0 0-1 0 0,0 0 1 0 0,0 0 0 0 0,0 0 0 0 0,0 0 0 0 0,0-1-1 0 0,-2 2 1 0 0,-3 2-1081 0 0,-1 0 0 0 0,0-1 0 0 0,1 0 0 0 0,-15 5 0 0 0,16-7-983 0 0</inkml:trace>
</inkml:ink>
</file>

<file path=ppt/ink/ink4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55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54 712 0 0,'4'-5'907'0'0,"-1"0"113"0"0,0 0 0 0 0,0 1 0 0 0,1-1 0 0 0,-1 1 0 0 0,1 0-1 0 0,0 0 1 0 0,6-5 0 0 0,-9 9-266 0 0,-1-1-758 0 0,1 1-1 0 0,-1-1 1 0 0,0 1-1 0 0,1-1 1 0 0,-1 1 0 0 0,0-1-1 0 0,1 1 1 0 0,-1-1-1 0 0,1 1 1 0 0,-1 0-1 0 0,1-1 1 0 0,-1 1-1 0 0,1 0 1 0 0,-1-1-1 0 0,1 1 1 0 0,-1 0 0 0 0,1 0-1 0 0,-1-1 1 0 0,1 1-1 0 0,-1 0 1 0 0,1 0-1 0 0,0 0 1 0 0,-1 0-1 0 0,1 0 1 0 0,-1 0-1 0 0,1 0 1 0 0,0 0-1 0 0,-1 0 1 0 0,1 0 0 0 0,-1 0-1 0 0,1 0 1 0 0,-1 0-1 0 0,1 1 1 0 0,0-1-1 0 0,-8 57-6005 0 0,1-43 3552 0 0</inkml:trace>
</inkml:ink>
</file>

<file path=ppt/ink/ink4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56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44 224 0 0,'0'0'912'0'0,"-37"-29"5907"0"0,33 27-6634 0 0,0 0 1 0 0,0 0 0 0 0,0 0 0 0 0,0 1-1 0 0,0-1 1 0 0,-1 1 0 0 0,1 0-1 0 0,0 0 1 0 0,-1 1 0 0 0,1-1-1 0 0,0 1 1 0 0,-1 0 0 0 0,1 0 0 0 0,-1 1-1 0 0,1-1 1 0 0,0 1 0 0 0,-1 0-1 0 0,1 0 1 0 0,0 0 0 0 0,0 1 0 0 0,-1-1-1 0 0,1 1 1 0 0,-4 3 0 0 0,-1 0-106 0 0,0 0 1 0 0,0 0 0 0 0,1 1-1 0 0,0 0 1 0 0,0 0 0 0 0,0 1-1 0 0,1 0 1 0 0,0 1 0 0 0,-6 8 0 0 0,11-14-60 0 0,1 0 0 0 0,0 0 0 0 0,-1 0 0 0 0,1 0 0 0 0,0 0 0 0 0,0 0 0 0 0,1 0 0 0 0,-1 0 0 0 0,0 0 0 0 0,1 0 0 0 0,-1 1 0 0 0,1-1 0 0 0,-1 3 1 0 0,2-4-12 0 0,-1 0 1 0 0,0 0-1 0 0,0 0 1 0 0,0-1-1 0 0,1 1 1 0 0,-1 0-1 0 0,0 0 1 0 0,1-1-1 0 0,-1 1 1 0 0,1 0-1 0 0,-1 0 1 0 0,1-1-1 0 0,-1 1 1 0 0,1-1-1 0 0,-1 1 1 0 0,1 0-1 0 0,0-1 1 0 0,-1 1 0 0 0,1-1-1 0 0,0 1 1 0 0,0-1-1 0 0,-1 0 1 0 0,3 1-1 0 0,2 1 2 0 0,0-1 0 0 0,0 0-1 0 0,1 0 1 0 0,-1-1 0 0 0,1 0-1 0 0,-1 0 1 0 0,1 0 0 0 0,7-2-1 0 0,4-1-102 0 0,-1-1 0 0 0,-1-1 0 0 0,1-1 0 0 0,-1 0 0 0 0,0-1 0 0 0,0-1 0 0 0,22-14 0 0 0,-36 21 68 0 0,0 0 13 0 0,0 1 1 0 0,1-1-1 0 0,-1 0 1 0 0,0 1-1 0 0,1-1 1 0 0,-1 1-1 0 0,0 0 1 0 0,1 0-1 0 0,-1-1 1 0 0,0 1-1 0 0,1 0 1 0 0,-1 0-1 0 0,1 0 1 0 0,-1 0-1 0 0,1 0 0 0 0,-1 1 1 0 0,0-1-1 0 0,1 0 1 0 0,-1 1-1 0 0,0-1 1 0 0,1 1-1 0 0,-1-1 1 0 0,0 1-1 0 0,0 0 1 0 0,1-1-1 0 0,-1 1 1 0 0,2 2-1 0 0,-5-1 3 0 0,15 22-46 0 0,-11-22 71 0 0,-1 0-1 0 0,1 0 1 0 0,0 0-1 0 0,0-1 1 0 0,0 1-1 0 0,1-1 1 0 0,-1 1-1 0 0,0-1 1 0 0,1 0-1 0 0,-1 1 1 0 0,1-1-1 0 0,-1-1 1 0 0,1 1-1 0 0,-1 0 1 0 0,1 0-1 0 0,0-1 1 0 0,-1 0-1 0 0,1 1 1 0 0,0-1-1 0 0,-1 0 1 0 0,1 0-1 0 0,3-1 1 0 0,67-11 488 0 0,-59 9-389 0 0,125-25 2169 0 0,-137 28-2144 0 0,0-1-179 0 0,0 1-1 0 0,0-1 0 0 0,0 0 0 0 0,0 1 0 0 0,0 0 0 0 0,0-1 0 0 0,0 1 0 0 0,0 0 0 0 0,0 0 0 0 0,0 0 0 0 0,1 0 0 0 0,-1 1 0 0 0,0-1 0 0 0,0 0 0 0 0,0 1 0 0 0,3 1 0 0 0,-3-1-274 0 0,7 4-1373 0 0,3 6-8908 0 0</inkml:trace>
</inkml:ink>
</file>

<file path=ppt/ink/ink4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56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2 804 0 0,'0'0'856'0'0,"13"-2"792"0"0</inkml:trace>
</inkml:ink>
</file>

<file path=ppt/ink/ink4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3:59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65 709 100 0 0,'-3'6'478'0'0,"-1"0"1"0"0,0 0-1 0 0,0 0 1 0 0,0 0-1 0 0,-7 6 1 0 0,8-9-277 0 0,0 1 0 0 0,0-1 0 0 0,0 1 0 0 0,0-1 0 0 0,0 1 0 0 0,1 0 0 0 0,0 0 0 0 0,0 0 0 0 0,0 1 0 0 0,0-1 0 0 0,1 0 0 0 0,-1 1 0 0 0,1-1 0 0 0,0 1 0 0 0,0 5 0 0 0,1-2 93 0 0,0-5-140 0 0,-1 0 0 0 0,1 0 0 0 0,0 0 0 0 0,1 0 0 0 0,-1 0 0 0 0,1 0 0 0 0,-1-1 0 0 0,1 1 0 0 0,0 0 0 0 0,0 0 0 0 0,0 0 0 0 0,2 2 0 0 0,-2-3 209 0 0,21-10 656 0 0,-5-5-795 0 0,0-2 1 0 0,0 0-1 0 0,-1-1 0 0 0,-1-1 1 0 0,-1 0-1 0 0,19-31 1 0 0,-2 0 265 0 0,34-78 0 0 0,-46 83-269 0 0,-2-1 0 0 0,-2 0 1 0 0,19-91-1 0 0,-29 104-124 0 0,-2 0 0 0 0,0 0 1 0 0,-2-1-1 0 0,-2 1 1 0 0,0-1-1 0 0,-12-54 1 0 0,13 85-103 0 0,0 1 1 0 0,0 0 0 0 0,0 0 0 0 0,0-1-1 0 0,0 1 1 0 0,0 0 0 0 0,0 0-1 0 0,0-1 1 0 0,0 1 0 0 0,0 0 0 0 0,0-1-1 0 0,0 1 1 0 0,0 0 0 0 0,0 0-1 0 0,-1 0 1 0 0,1-1 0 0 0,0 1 0 0 0,0 0-1 0 0,0 0 1 0 0,0-1 0 0 0,-1 1-1 0 0,1 0 1 0 0,0 0 0 0 0,0 0 0 0 0,-1 0-1 0 0,1-1 1 0 0,0 1 0 0 0,0 0 0 0 0,-1 0-1 0 0,1 0 1 0 0,0 0 0 0 0,0 0-1 0 0,-1 0 1 0 0,1 0 0 0 0,0 0 0 0 0,0 0-1 0 0,-1 0 1 0 0,1 0 0 0 0,0 0-1 0 0,-1 0 1 0 0,1 0 0 0 0,-13 10-30 0 0,-8 23 14 0 0,7-1 2 0 0,1 1 0 0 0,2 0 0 0 0,1 1 0 0 0,1 1-1 0 0,-6 62 1 0 0,13-74 12 0 0,2 0 0 0 0,0 0 0 0 0,1 0 0 0 0,1-1 0 0 0,1 1 0 0 0,1-1 0 0 0,2 0 0 0 0,0 0 0 0 0,1 0 0 0 0,11 23 0 0 0,-7-21 6 0 0,2 1 0 0 0,1-2 1 0 0,1 0-1 0 0,0 0 0 0 0,2-2 0 0 0,1 0 1 0 0,21 19-1 0 0,-32-33-141 0 0,1 0-1 0 0,0 0 1 0 0,1-1 0 0 0,-1-1 0 0 0,1 0-1 0 0,0 0 1 0 0,0 0 0 0 0,1-1-1 0 0,0 0 1 0 0,-1-1 0 0 0,1 0-1 0 0,0-1 1 0 0,0 0 0 0 0,1-1-1 0 0,-1 1 1 0 0,0-2 0 0 0,0 0 0 0 0,1 0-1 0 0,-1-1 1 0 0,0 0 0 0 0,20-5-1 0 0,-21 3-106 0 0,1-1 0 0 0,-1 0-1 0 0,0 0 1 0 0,0-1 0 0 0,0 0 0 0 0,-1-1-1 0 0,0 0 1 0 0,0 0 0 0 0,0-1 0 0 0,-1 0-1 0 0,0 0 1 0 0,0-1 0 0 0,6-8-1 0 0,-9 10 405 0 0,1-1 0 0 0,-1 1 0 0 0,0-1 0 0 0,-1 0-1 0 0,0 0 1 0 0,0 0 0 0 0,-1 0 0 0 0,1-1-1 0 0,-1 1 1 0 0,-1-1 0 0 0,0 1 0 0 0,0-1-1 0 0,0 0 1 0 0,-1 1 0 0 0,0-1 0 0 0,-1 0-1 0 0,-1-10 1 0 0,2 16-93 0 0,0 1 1 0 0,0 0-1 0 0,-1 0 0 0 0,1 0 0 0 0,0-1 1 0 0,0 1-1 0 0,-1 0 0 0 0,1 0 0 0 0,-1 0 1 0 0,1 0-1 0 0,-1 0 0 0 0,0 0 0 0 0,1 0 1 0 0,-1 0-1 0 0,0 0 0 0 0,0 0 0 0 0,1 0 1 0 0,-1 0-1 0 0,0 0 0 0 0,0 0 0 0 0,0 1 1 0 0,0-1-1 0 0,0 0 0 0 0,0 1 0 0 0,0-1 1 0 0,0 1-1 0 0,-1-1 0 0 0,1 1 0 0 0,0 0 1 0 0,0-1-1 0 0,0 1 0 0 0,-1 0 0 0 0,1 0 1 0 0,0 0-1 0 0,0 0 0 0 0,0 0 0 0 0,-1 0 1 0 0,-1 0-1 0 0,-1 2 3 0 0,-1-1 1 0 0,1 1-1 0 0,0 0 1 0 0,0 0-1 0 0,0 0 1 0 0,0 1-1 0 0,0-1 1 0 0,-6 7-1 0 0,9-8-19 0 0,1 1-16 0 0,0-2-36 0 0,0 1-1 0 0,0 0 1 0 0,0-1-1 0 0,0 1 1 0 0,0-1 0 0 0,0 1-1 0 0,0-1 1 0 0,0 1 0 0 0,0 0-1 0 0,0-1 1 0 0,0 1 0 0 0,1-1-1 0 0,-1 1 1 0 0,0-1-1 0 0,0 1 1 0 0,1-1 0 0 0,-1 1-1 0 0,0-1 1 0 0,1 1 0 0 0,-1-1-1 0 0,0 1 1 0 0,1-1-1 0 0,-1 0 1 0 0,1 1 0 0 0,-1-1-1 0 0,1 0 1 0 0,-1 1 0 0 0,0-1-1 0 0,2 1 1 0 0,1 1-79 0 0,44-2-736 0 0,33 6 199 0 0,-60-3 560 0 0,0-2 0 0 0,0 0 0 0 0,25-2 1 0 0,-37 0 47 0 0,1-1 0 0 0,-1 1 0 0 0,1-2 0 0 0,-1 1 0 0 0,0-1 0 0 0,0 0 0 0 0,0-1 0 0 0,0 0 0 0 0,-1 0 0 0 0,1-1 0 0 0,7-6 0 0 0,63-67 905 0 0,-77 77-817 0 0,-1 0-72 0 0,0 1 1 0 0,0-1-1 0 0,0 1 1 0 0,0 0-1 0 0,0-1 1 0 0,0 1-1 0 0,1-1 1 0 0,-1 1-1 0 0,0 0 1 0 0,0-1-1 0 0,0 1 1 0 0,0 0-1 0 0,1-1 1 0 0,-1 1-1 0 0,0 0 1 0 0,0-1-1 0 0,1 1 1 0 0,-1 0-1 0 0,0-1 1 0 0,0 1-1 0 0,1 0 1 0 0,-1 0-1 0 0,0-1 1 0 0,1 1-1 0 0,-1 0 1 0 0,1 0-1 0 0,-1 0 1 0 0,0 0-1 0 0,1-1 1 0 0,-1 1-1 0 0,0 0 1 0 0,1 0-1 0 0,-1 0 1 0 0,1 0-1 0 0,-1 0 1 0 0,1 0-1 0 0,-1 0 1 0 0,0 0-1 0 0,1 0 1 0 0,-1 0-1 0 0,1 0 1 0 0,-1 0-1 0 0,1 1 1 0 0,19 8 91 0 0,8 20-61 0 0,-27-27-26 0 0,1 0 1 0 0,-1 0-1 0 0,0 0 0 0 0,1 0 0 0 0,0 0 0 0 0,0 0 0 0 0,-1-1 1 0 0,1 1-1 0 0,0-1 0 0 0,0 0 0 0 0,0 1 0 0 0,0-1 0 0 0,1 0 1 0 0,-1 0-1 0 0,0 0 0 0 0,0-1 0 0 0,1 1 0 0 0,-1 0 0 0 0,3-1 0 0 0,-3 1 13 0 0,13-11 29 0 0,9-10-54 0 0,-13 10-88 0 0,1 0-1 0 0,0 1 1 0 0,25-15 0 0 0,-31 21 66 0 0,-1 1-1 0 0,1 0 1 0 0,0 0 0 0 0,0 0-1 0 0,0 1 1 0 0,0 0 0 0 0,0 0 0 0 0,0 0-1 0 0,0 1 1 0 0,0 0 0 0 0,0 0 0 0 0,0 1-1 0 0,10 1 1 0 0,21 6-59 0 0,74 3 0 0 0,-96-11 91 0 0,1 0 0 0 0,-1-1 0 0 0,1-1 0 0 0,-1 0 0 0 0,0-1 0 0 0,0 0 0 0 0,22-9-1 0 0,-34 10 37 0 0,-1 1 0 0 0,0 0 0 0 0,1 0 0 0 0,-1-1 0 0 0,0 1-1 0 0,0-1 1 0 0,0 0 0 0 0,-1 0 0 0 0,1 0 0 0 0,0 0 0 0 0,-1 0-1 0 0,1 0 1 0 0,-1 0 0 0 0,1 0 0 0 0,-1 0 0 0 0,0-1-1 0 0,0 1 1 0 0,0-1 0 0 0,0 1 0 0 0,-1 0 0 0 0,1-1 0 0 0,-1 0-1 0 0,1 1 1 0 0,-1-1 0 0 0,0 1 0 0 0,0-1 0 0 0,0 1 0 0 0,0-1-1 0 0,-1 0 1 0 0,1 1 0 0 0,-1-1 0 0 0,1 1 0 0 0,-2-4 0 0 0,1 3 57 0 0,0 1 8 0 0,1 2-105 0 0,0 0 0 0 0,0 0 0 0 0,0 0 0 0 0,0 0 0 0 0,0-1 0 0 0,0 1 0 0 0,0 0 0 0 0,0 0 1 0 0,0 0-1 0 0,0 0 0 0 0,0-1 0 0 0,0 1 0 0 0,0 0 0 0 0,0 0 0 0 0,0 0 0 0 0,-1 0 0 0 0,1-1 1 0 0,0 1-1 0 0,0 0 0 0 0,0 0 0 0 0,0 0 0 0 0,0 0 0 0 0,0 0 0 0 0,0-1 0 0 0,-1 1 0 0 0,1 0 1 0 0,0 0-1 0 0,0 0 0 0 0,0 0 0 0 0,0 0 0 0 0,-1 0 0 0 0,1 0 0 0 0,0 0 0 0 0,0 0 0 0 0,0 0 1 0 0,0-1-1 0 0,-1 1 0 0 0,1 0 0 0 0,0 0 0 0 0,0 0 0 0 0,0 0 0 0 0,0 0 0 0 0,-1 0 0 0 0,1 0 1 0 0,0 0-1 0 0,0 1 0 0 0,0-1 0 0 0,-1 0 0 0 0,1 0 0 0 0,0 0 0 0 0,0 0 0 0 0,0 0 0 0 0,0 0 1 0 0,-1 0-1 0 0,1 0 0 0 0,0 1 0 0 0,-2 9-7 0 0,0 1 0 0 0,0 0 0 0 0,2 1 0 0 0,-1-1 0 0 0,1 0 0 0 0,1 0 0 0 0,0 0 0 0 0,3 14 0 0 0,2 36-7 0 0,5 102-6 0 0,1 36 17 0 0,-12-169-1 0 0,-1-1 0 0 0,-2 0-1 0 0,0 0 1 0 0,-13 45 0 0 0,15-67 30 0 0,-1-1 0 0 0,0 0 0 0 0,-1 1 0 0 0,1-1 0 0 0,-1 0 0 0 0,-1 0 0 0 0,1 0 0 0 0,-1-1 0 0 0,0 1 0 0 0,0-1 0 0 0,0 0 0 0 0,-1 0 0 0 0,0 0 1 0 0,0-1-1 0 0,0 1 0 0 0,0-1 0 0 0,-1-1 0 0 0,0 1 0 0 0,1-1 0 0 0,-1 0 0 0 0,-1 0 0 0 0,1-1 0 0 0,0 1 0 0 0,-12 1 0 0 0,17-3-9 0 0,-1-1 0 0 0,0 0-1 0 0,0 0 1 0 0,1 0 0 0 0,-1 0 0 0 0,0 0 0 0 0,0-1 0 0 0,1 1-1 0 0,-1 0 1 0 0,0-1 0 0 0,1 1 0 0 0,-1-1 0 0 0,0 0-1 0 0,1 1 1 0 0,-1-1 0 0 0,1 0 0 0 0,-1 0 0 0 0,1 0-1 0 0,-1 0 1 0 0,1 0 0 0 0,0 0 0 0 0,0-1 0 0 0,-1 1 0 0 0,1 0-1 0 0,0-1 1 0 0,0 1 0 0 0,0-1 0 0 0,0 1 0 0 0,1-1-1 0 0,-1 1 1 0 0,0-1 0 0 0,1 0 0 0 0,-1 1 0 0 0,1-1 0 0 0,-1 0-1 0 0,1 1 1 0 0,0-1 0 0 0,0 0 0 0 0,-1 0 0 0 0,2-2-1 0 0,-2-6 1 0 0,1 1 0 0 0,0 0 0 0 0,1-1-1 0 0,0 1 1 0 0,4-17 0 0 0,7-5-85 0 0,1 0 0 0 0,1 1 0 0 0,1 0 0 0 0,2 2 0 0 0,30-40 0 0 0,-19 27-10 0 0,7-7-55 0 0,60-62 0 0 0,-18 23 305 0 0,-64 72 332 0 0,-2 0 0 0 0,1 0 0 0 0,-2-1 0 0 0,0 0 0 0 0,15-34 0 0 0,-25 50-494 0 0,0-1 0 0 0,0 1 0 0 0,0 0 0 0 0,0 0 0 0 0,0 0 0 0 0,0-1 0 0 0,0 1 0 0 0,0 0 0 0 0,1 0 0 0 0,-1 0 0 0 0,0 0 0 0 0,0-1 1 0 0,0 1-1 0 0,0 0 0 0 0,0 0 0 0 0,1 0 0 0 0,-1 0 0 0 0,0 0 0 0 0,0 0 0 0 0,0 0 0 0 0,1-1 0 0 0,-1 1 0 0 0,0 0 0 0 0,0 0 0 0 0,0 0 0 0 0,1 0 0 0 0,-1 0 0 0 0,0 0 0 0 0,0 0 0 0 0,0 0 0 0 0,1 0 0 0 0,-1 0 0 0 0,0 0 0 0 0,0 0 1 0 0,0 0-1 0 0,1 0 0 0 0,-1 0 0 0 0,0 1 0 0 0,0-1 0 0 0,0 0 0 0 0,1 0 0 0 0,-1 0 0 0 0,0 0 0 0 0,0 0 0 0 0,0 0 0 0 0,0 0 0 0 0,1 1 0 0 0,-1-1 0 0 0,0 0 0 0 0,0 0 0 0 0,0 0 0 0 0,14 16 155 0 0,12 25-384 0 0,-23-35 245 0 0,-1-5-29 0 0,-1 1 0 0 0,0-1 0 0 0,1 1 0 0 0,-1-1 0 0 0,1 0 0 0 0,0 0 0 0 0,-1 0 0 0 0,1 0 0 0 0,0 0 0 0 0,0 0 0 0 0,0 0 0 0 0,0 0 0 0 0,0-1 0 0 0,0 1-1 0 0,-1-1 1 0 0,2 1 0 0 0,-1-1 0 0 0,0 0 0 0 0,0 0 0 0 0,0 0 0 0 0,0 0 0 0 0,0 0 0 0 0,0 0 0 0 0,0 0 0 0 0,0-1 0 0 0,0 1 0 0 0,0-1 0 0 0,0 0 0 0 0,3-1 0 0 0,5-2-13 0 0,1-1 1 0 0,0-1-1 0 0,17-12 1 0 0,-20 13-137 0 0,-7 4-93 0 0,27 9-1690 0 0,-21-4 1329 0 0,0-1-1 0 0,0 0 1 0 0,0 0 0 0 0,0-1 0 0 0,0 0-1 0 0,1 0 1 0 0,-1 0 0 0 0,11 0-1 0 0,7 2-4251 0 0,-8 1 1608 0 0</inkml:trace>
</inkml:ink>
</file>

<file path=ppt/ink/ink4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4:00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85 126 124 0 0,'0'-2'428'0'0,"-1"0"0"0"0,0 0 1 0 0,0 0-1 0 0,-1 0 0 0 0,1 0 0 0 0,0 1 1 0 0,-1-1-1 0 0,1 0 0 0 0,-1 1 0 0 0,1-1 1 0 0,-1 1-1 0 0,0 0 0 0 0,1 0 0 0 0,-1-1 1 0 0,0 1-1 0 0,0 0 0 0 0,0 0 0 0 0,0 1 0 0 0,0-1 1 0 0,0 0-1 0 0,0 1 0 0 0,0-1 0 0 0,-4 1 1 0 0,4 0 397 0 0,-31 18 1159 0 0,33-18-1965 0 0,-1 1 0 0 0,1-1 0 0 0,-1 0 0 0 0,1 1 0 0 0,-1-1 0 0 0,1 0 0 0 0,-1 1 0 0 0,1-1 0 0 0,0 1 0 0 0,-1-1 0 0 0,1 1 0 0 0,0-1 0 0 0,-1 1 0 0 0,1-1 0 0 0,0 1 0 0 0,0-1 0 0 0,-1 1 0 0 0,1-1 0 0 0,0 1 0 0 0,0 0 0 0 0,0-1 0 0 0,0 1 0 0 0,0-1 0 0 0,0 1 0 0 0,0 0 0 0 0,0-1-1 0 0,0 1 1 0 0,0-1 0 0 0,0 1 0 0 0,0-1 0 0 0,0 1 0 0 0,1 0 0 0 0,18 6 63 0 0,40-8-854 0 0,-53 1 602 0 0,234 3-4881 0 0,-214-5 4643 0 0,1 0 0 0 0,28-7 0 0 0,-48 7 439 0 0,1 0 1 0 0,-1 0-1 0 0,0 0 1 0 0,1-1-1 0 0,-1 0 1 0 0,0-1-1 0 0,-1 0 1 0 0,1 0-1 0 0,-1 0 1 0 0,1-1-1 0 0,8-8 1 0 0,-13 11 64 0 0,-1 1-1 0 0,0-1 1 0 0,0 0 0 0 0,0 0 0 0 0,0 1 0 0 0,0-1-1 0 0,0 0 1 0 0,-1 0 0 0 0,1 0 0 0 0,0 0-1 0 0,-1 0 1 0 0,0 0 0 0 0,1 0 0 0 0,-1 0-1 0 0,0 0 1 0 0,0 0 0 0 0,0 0 0 0 0,0 0-1 0 0,0 0 1 0 0,-1 0 0 0 0,1 0 0 0 0,-1 0-1 0 0,1 0 1 0 0,-1 0 0 0 0,0 0 0 0 0,-1-2-1 0 0,1 2-20 0 0,1 0 128 0 0,-3 0-9 0 0,1-1 0 0 0,-1 1 0 0 0,0 0 0 0 0,0 0 0 0 0,0 0 0 0 0,0 0 0 0 0,0 1 0 0 0,-4-3-1 0 0,-26 17 24 0 0,31-12-199 0 0,-30 29 113 0 0,30-28-122 0 0,0 0 0 0 0,0 0 0 0 0,0 0 0 0 0,0 0 0 0 0,0 1 0 0 0,0-1-1 0 0,1 1 1 0 0,-1-1 0 0 0,1 1 0 0 0,0 0 0 0 0,0-1 0 0 0,0 1 0 0 0,0 0 0 0 0,-1 4 0 0 0,2-5 11 0 0,16 18 140 0 0,-11-20-163 0 0,1 1 1 0 0,-1-1-1 0 0,1-1 1 0 0,-1 1-1 0 0,1-1 1 0 0,-1 0-1 0 0,0 0 1 0 0,1-1-1 0 0,-1 1 0 0 0,0-1 1 0 0,0 0-1 0 0,0-1 1 0 0,0 1-1 0 0,0-1 1 0 0,-1 0-1 0 0,1 0 1 0 0,-1-1-1 0 0,0 1 1 0 0,0-1-1 0 0,0 0 1 0 0,0 0-1 0 0,4-7 0 0 0,-7 10-6 0 0,-1 0 0 0 0,0 0 0 0 0,1 0-1 0 0,0 0 1 0 0,-1 0 0 0 0,1 0-1 0 0,0 0 1 0 0,-1 0 0 0 0,1 0-1 0 0,0 0 1 0 0,0 1 0 0 0,0-1 0 0 0,-1 0-1 0 0,1 0 1 0 0,0 1 0 0 0,0-1-1 0 0,0 1 1 0 0,0-1 0 0 0,1 1-1 0 0,-1-1 1 0 0,0 1 0 0 0,0-1-1 0 0,0 1 1 0 0,0 0 0 0 0,0 0 0 0 0,0 0-1 0 0,1 0 1 0 0,-1 0 0 0 0,0 0-1 0 0,2 0 1 0 0,-2 1 2 0 0,1 0 0 0 0,-1 1 0 0 0,0-1 0 0 0,1 1 0 0 0,-1-1 0 0 0,0 1 0 0 0,0 0 0 0 0,0 0 0 0 0,0-1 0 0 0,0 1 0 0 0,0 0 0 0 0,0 0 0 0 0,-1 0 1 0 0,1 0-1 0 0,0 3 0 0 0,2 12-16 0 0,0 1 1 0 0,1 29-1 0 0,-5 38 14 0 0,-5 0 0 0 0,-25 136 0 0 0,29-210 9 0 0,-12 36-13 0 0,11-39 354 0 0,0 0 0 0 0,0 0 1 0 0,1 0-1 0 0,0 0 1 0 0,1 0-1 0 0,-1 10 1 0 0,7-24-193 0 0,76-91 348 0 0,78-103-44 0 0,-105 121-338 0 0,-24 38 205 0 0,32-60 0 0 0,-52 82-112 0 0,-5 12 27 0 0,0-1 1 0 0,-1 0 0 0 0,-1-1 0 0 0,1 1-1 0 0,-2-1 1 0 0,4-12 0 0 0,-6 20 227 0 0,-2 2-463 0 0,0 1 1 0 0,0-1-1 0 0,0 1 0 0 0,0-1 0 0 0,0 1 1 0 0,1 0-1 0 0,-1 0 0 0 0,0 0 0 0 0,1 0 1 0 0,-2 2-1 0 0,2-2-3 0 0,0-1-1 0 0,0 0 1 0 0,0 0 0 0 0,0 0 0 0 0,0 1-1 0 0,1-1 1 0 0,-1 0 0 0 0,0 1 0 0 0,1-1-1 0 0,-1 0 1 0 0,1 1 0 0 0,-1-1 0 0 0,1 1-1 0 0,0-1 1 0 0,-1 1 0 0 0,1-1-1 0 0,0 1 1 0 0,0-1 0 0 0,0 1 0 0 0,0 0-1 0 0,1-1 1 0 0,-1 1 0 0 0,0-1 0 0 0,1 1-1 0 0,-1-1 1 0 0,1 0 0 0 0,-1 1-1 0 0,1-1 1 0 0,-1 1 0 0 0,1-1 0 0 0,0 0-1 0 0,0 0 1 0 0,0 1 0 0 0,0-1 0 0 0,0 0-1 0 0,2 2 1 0 0,0-1-23 0 0,-1 1 0 0 0,0-1 0 0 0,1 0 0 0 0,0 0 0 0 0,0 0 0 0 0,-1 0 0 0 0,1 0 0 0 0,0-1 0 0 0,0 1 0 0 0,1-1 0 0 0,-1 0 0 0 0,0 0 0 0 0,5 1 0 0 0,106-10-812 0 0,-80 4 586 0 0,0 1-1 0 0,61 4 1 0 0,-91-1 225 0 0,0 1 0 0 0,0-1 0 0 0,0 1 0 0 0,0-1 0 0 0,0 1 0 0 0,-1 1 0 0 0,1-1 0 0 0,0 0 0 0 0,-1 1 0 0 0,1 0 0 0 0,-1 0 0 0 0,1 0 1 0 0,-1 0-1 0 0,0 1 0 0 0,0-1 0 0 0,0 1 0 0 0,0 0 0 0 0,0 0 0 0 0,0 0 0 0 0,-1 0 0 0 0,0 0 0 0 0,3 5 0 0 0,-4-6-9 0 0,-19 37-186 0 0,-4-15-1326 0 0,3-12-2379 0 0</inkml:trace>
</inkml:ink>
</file>

<file path=ppt/ink/ink4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4:02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0 17694 0 0,'0'0'9181'0'0,"-37"5"-25666"0"0,18 6 10643 0 0</inkml:trace>
</inkml:ink>
</file>

<file path=ppt/ink/ink4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4:10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508 615 144 0 0,'0'0'7089'0'0,"-7"-2"-6587"0"0,-95-19 1216 0 0,73 17-1244 0 0,1-1-1 0 0,0-2 1 0 0,-45-16 0 0 0,55 16-307 0 0,0-1 0 0 0,1-1 0 0 0,0 0 0 0 0,0-2 1 0 0,1 0-1 0 0,0 0 0 0 0,1-2 0 0 0,0 0 0 0 0,1 0 1 0 0,1-2-1 0 0,0 1 0 0 0,-19-31 0 0 0,28 38-140 0 0,1-1-1 0 0,0 0 0 0 0,1 0 0 0 0,0 0 1 0 0,0 0-1 0 0,1 0 0 0 0,0 0 0 0 0,0-1 1 0 0,1 1-1 0 0,0 0 0 0 0,0 0 1 0 0,1-1-1 0 0,0 1 0 0 0,0 0 0 0 0,1 0 1 0 0,0 0-1 0 0,1 0 0 0 0,3-8 0 0 0,0 1-23 0 0,1 0 0 0 0,0 1-1 0 0,1 0 1 0 0,1 0-1 0 0,0 0 1 0 0,0 1-1 0 0,2 1 1 0 0,14-16-1 0 0,-16 20-8 0 0,1 1 0 0 0,-1 0 1 0 0,1 0-1 0 0,1 1 0 0 0,-1 0 0 0 0,1 0 0 0 0,0 1 0 0 0,0 1 0 0 0,1 0 0 0 0,-1 1 0 0 0,1 0 0 0 0,0 0 0 0 0,-1 1 0 0 0,1 1 0 0 0,0 0 1 0 0,0 1-1 0 0,1 0 0 0 0,-1 1 0 0 0,0 0 0 0 0,-1 1 0 0 0,1 0 0 0 0,0 1 0 0 0,0 0 0 0 0,-1 1 0 0 0,0 0 0 0 0,0 1 0 0 0,0 0 0 0 0,0 1 1 0 0,-1 0-1 0 0,0 1 0 0 0,0 0 0 0 0,-1 0 0 0 0,0 1 0 0 0,0 0 0 0 0,0 1 0 0 0,-1 0 0 0 0,-1 0 0 0 0,0 1 0 0 0,0 0 0 0 0,-1 0 0 0 0,0 1 1 0 0,5 12-1 0 0,-1-1-3 0 0,-1 1 0 0 0,-1 0 0 0 0,-1 0 0 0 0,-1 1 0 0 0,-2 0 0 0 0,0 0 0 0 0,-1 1 0 0 0,-1-1 0 0 0,-2 0 0 0 0,0 1 0 0 0,-8 46 0 0 0,4-51 14 0 0,0-1 0 0 0,-2 1 0 0 0,0-1 0 0 0,-2 0 0 0 0,0-1 0 0 0,-1 1 0 0 0,0-2 0 0 0,-2 1 0 0 0,0-1 0 0 0,-1-1 0 0 0,-1 0-1 0 0,0-1 1 0 0,-1 0 0 0 0,-28 22 0 0 0,23-22 93 0 0,0-1-1 0 0,-2-1 0 0 0,0-1 1 0 0,0-1-1 0 0,-34 13 0 0 0,39-20 444 0 0,10-4-2036 0 0,42-41-9558 0 0</inkml:trace>
</inkml:ink>
</file>

<file path=ppt/ink/ink4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4:10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7 436 0 0,'8'-7'5880'0'0,"0"59"-4302"0"0,-1 1-1 0 0,-1 64 1 0 0,5 55 524 0 0,-7-138-1658 0 0,-1 1 0 0 0,-3 0 1 0 0,0 0-1 0 0,-2 0 1 0 0,-2-1-1 0 0,-1 1 0 0 0,-2-1 1 0 0,-19 59-1 0 0,22-83-468 0 0,0-1 0 0 0,-1 0 0 0 0,-1 0 0 0 0,-12 16 0 0 0,17-24-570 0 0,-18-3-2658 0 0,-1-14-3273 0 0,13 5 2782 0 0</inkml:trace>
</inkml:ink>
</file>

<file path=ppt/ink/ink4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4:10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1 111 1392 0 0,'0'0'5773'0'0,"45"-10"-4821"0"0,-18 1-84 0 0,14 0-64 0 0,7-2-92 0 0,3 1-92 0 0,6-1-180 0 0,17-3-232 0 0,-17 7-300 0 0,17-2-408 0 0,-19 6-488 0 0,3-4-712 0 0,17 2-1841 0 0,-22 0 817 0 0</inkml:trace>
</inkml:ink>
</file>

<file path=ppt/ink/ink4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4:11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412 289 516 0 0,'0'-21'796'0'0,"0"-11"1194"0"0,-6-51 0 0 0,4 71-1556 0 0,0 0 0 0 0,-1 0 0 0 0,-1 0 0 0 0,0 1 0 0 0,0-1-1 0 0,-2 1 1 0 0,-9-17 0 0 0,13 24-306 0 0,0 1 0 0 0,0 0-1 0 0,-1-1 1 0 0,1 1-1 0 0,-1 0 1 0 0,0 0-1 0 0,0 1 1 0 0,0-1-1 0 0,0 0 1 0 0,0 1-1 0 0,0 0 1 0 0,-1 0-1 0 0,-3-2 1 0 0,5 3-99 0 0,0 1 0 0 0,0 0 0 0 0,0 0 1 0 0,0 0-1 0 0,0 0 0 0 0,0 0 0 0 0,0 1 0 0 0,0-1 0 0 0,0 0 1 0 0,0 1-1 0 0,0-1 0 0 0,0 1 0 0 0,0 0 0 0 0,1 0 1 0 0,-1 0-1 0 0,0 0 0 0 0,0 0 0 0 0,1 0 0 0 0,-1 0 0 0 0,1 0 1 0 0,-1 1-1 0 0,1-1 0 0 0,-1 1 0 0 0,1-1 0 0 0,0 1 1 0 0,0 0-1 0 0,0-1 0 0 0,-2 4 0 0 0,-13 20 110 0 0,0 2 0 0 0,2-1 0 0 0,1 2 0 0 0,1 0 0 0 0,2 0 0 0 0,-14 56 1 0 0,-19 187 765 0 0,38-235-745 0 0,-1 61 304 0 0,4 0 0 0 0,18 173-1 0 0,1 26 291 0 0,-27-207-284 0 0,10-88-470 0 0,0-1 1 0 0,0 0-1 0 0,0 1 1 0 0,-1-1 0 0 0,1 1-1 0 0,0-1 1 0 0,0 0-1 0 0,0 1 1 0 0,0-1-1 0 0,-1 1 1 0 0,1-1-1 0 0,0 0 1 0 0,0 1-1 0 0,-1-1 1 0 0,1 0 0 0 0,0 1-1 0 0,-1-1 1 0 0,1 0-1 0 0,0 1 1 0 0,-1-1-1 0 0,1 0 1 0 0,0 0-1 0 0,-1 1 1 0 0,1-1-1 0 0,-1 0 1 0 0,1 0 0 0 0,0 0-1 0 0,-1 0 1 0 0,1 0-1 0 0,-1 0 1 0 0,1 1-1 0 0,0-1 1 0 0,-1 0-1 0 0,1 0 1 0 0,-1 0-1 0 0,1 0 1 0 0,-1-1 0 0 0,1 1-1 0 0,-1 0 1 0 0,1 0-1 0 0,0 0 1 0 0,-1 0-1 0 0,1 0 1 0 0,-1 0-1 0 0,1-1 1 0 0,0 1 0 0 0,-1 0-1 0 0,1 0 1 0 0,0-1-1 0 0,-1 1 1 0 0,-18-13-143 0 0,18 12 146 0 0,-6-4-99 0 0,0-2 1 0 0,1 1 0 0 0,0-1-1 0 0,0 0 1 0 0,0 0 0 0 0,1 0-1 0 0,0-1 1 0 0,1 0 0 0 0,0 0-1 0 0,0 0 1 0 0,-3-10 0 0 0,0-2-144 0 0,1 0 1 0 0,1-1-1 0 0,-4-32 1 0 0,8 40 147 0 0,0 0 0 0 0,0 0 0 0 0,1 0 1 0 0,1 0-1 0 0,0 0 0 0 0,1 1 0 0 0,0-1 1 0 0,1 0-1 0 0,1 1 0 0 0,0 0 0 0 0,11-24 1 0 0,-7 22 26 0 0,0 1 1 0 0,2 0 0 0 0,-1 1-1 0 0,2 0 1 0 0,-1 0 0 0 0,2 1-1 0 0,-1 0 1 0 0,2 1 0 0 0,21-14-1 0 0,-3 5 9 0 0,0 2 0 0 0,1 1-1 0 0,1 1 1 0 0,0 2 0 0 0,1 1-1 0 0,0 2 1 0 0,1 1 0 0 0,0 2-1 0 0,52-4 1 0 0,-84 11 43 0 0,1 0 1 0 0,0 0-1 0 0,0 0 1 0 0,-1 1-1 0 0,1-1 0 0 0,0 1 1 0 0,0 0-1 0 0,-1 0 1 0 0,1 0-1 0 0,-1 1 0 0 0,1-1 1 0 0,-1 1-1 0 0,0 0 0 0 0,1 0 1 0 0,-1 0-1 0 0,0 0 1 0 0,3 3-1 0 0,1 3-9 0 0,1 0 0 0 0,-1 1 0 0 0,-1 0 0 0 0,8 13-1 0 0,-9-13 32 0 0,1 1-1 0 0,1-1 0 0 0,13 14 0 0 0,-20-22 62 0 0,0-1 0 0 0,1 1 0 0 0,-1-1 0 0 0,1 1 0 0 0,-1-1 0 0 0,1 1 0 0 0,-1-1 0 0 0,1 1 0 0 0,-1-1 0 0 0,1 1 0 0 0,0-1 0 0 0,-1 0 0 0 0,1 1 0 0 0,0-1 0 0 0,-1 0-1 0 0,1 0 1 0 0,0 1 0 0 0,-1-1 0 0 0,1 0 0 0 0,0 0 0 0 0,-1 0 0 0 0,1 0 0 0 0,0 0 0 0 0,0 0 0 0 0,-1 0 0 0 0,1 0 0 0 0,0 0 0 0 0,1 0 0 0 0,2-19 860 0 0,-4 12-777 0 0,-1-1 1 0 0,0 1-1 0 0,-1 0 1 0 0,0-1-1 0 0,-2-6 0 0 0,0 5-194 0 0,-1 2-1 0 0,1-1 1 0 0,-2 0-1 0 0,1 1 1 0 0,-1 0-1 0 0,0 0 0 0 0,0 1 1 0 0,-8-7-1 0 0,12 12-576 0 0,-4 4-1364 0 0,-9 6 224 0 0,15-7 1179 0 0,0 4-62 0 0</inkml:trace>
</inkml:ink>
</file>

<file path=ppt/ink/ink4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4:12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106 129 688 0 0,'3'-6'1011'0'0,"0"0"0"0"0,0-1 0 0 0,-1 1 0 0 0,0-1 0 0 0,0 0 0 0 0,1-8 0 0 0,-2 13-855 0 0,-1 0 601 0 0,-2-3 227 0 0,2 4-912 0 0,0 0 0 0 0,0 0 0 0 0,0 0 0 0 0,0 0-1 0 0,-1 1 1 0 0,1-1 0 0 0,0 0 0 0 0,0 0 0 0 0,-1 0 0 0 0,1 1 0 0 0,-1-1 0 0 0,1 0 0 0 0,-1 0 0 0 0,1 1 0 0 0,-1-1 0 0 0,1 0 0 0 0,-1 1 0 0 0,1-1 0 0 0,-1 1 0 0 0,0-1 0 0 0,1 1 0 0 0,-1-1-1 0 0,0 1 1 0 0,-1-1 0 0 0,-2 0 20 0 0,0 1-1 0 0,0 0 0 0 0,0 0 1 0 0,0 1-1 0 0,0-1 0 0 0,0 1 1 0 0,0 0-1 0 0,1 0 0 0 0,-1 0 1 0 0,0 0-1 0 0,0 1 0 0 0,1-1 1 0 0,-1 1-1 0 0,1 0 0 0 0,-1 0 1 0 0,1 0-1 0 0,0 1 0 0 0,0-1 1 0 0,0 1-1 0 0,0 0 0 0 0,0 0 1 0 0,1 0-1 0 0,-5 7 0 0 0,4-6-38 0 0,0 1-1 0 0,0 1 1 0 0,1-1 0 0 0,-1 0-1 0 0,1 1 1 0 0,1-1-1 0 0,-1 1 1 0 0,1 0-1 0 0,0-1 1 0 0,0 1-1 0 0,0 0 1 0 0,1 0-1 0 0,0 0 1 0 0,0 0-1 0 0,2 10 1 0 0,-1-12-37 0 0,0 0 1 0 0,0 0-1 0 0,1 0 1 0 0,-1 0-1 0 0,1 0 1 0 0,0 0-1 0 0,0-1 1 0 0,0 1-1 0 0,0-1 1 0 0,1 1 0 0 0,-1-1-1 0 0,1 0 1 0 0,0 0-1 0 0,0 0 1 0 0,0 0-1 0 0,0-1 1 0 0,1 1-1 0 0,3 1 1 0 0,0 0-44 0 0,0-2 1 0 0,0 1-1 0 0,0 0 0 0 0,0-1 1 0 0,0-1-1 0 0,0 1 1 0 0,1-1-1 0 0,-1 0 0 0 0,11-1 1 0 0,4-1-97 0 0,-1 0 0 0 0,0-2 0 0 0,0-1 0 0 0,0 0 0 0 0,-1-2 0 0 0,22-8 0 0 0,-19 3 176 0 0,-1 0-1 0 0,-1-2 1 0 0,0 0 0 0 0,-1-1-1 0 0,0-1 1 0 0,-1-1 0 0 0,32-36-1 0 0,-40 36 1145 0 0,-32 37-960 0 0,20-18-230 0 0,-1 0-1 0 0,1 1 1 0 0,-1-1-1 0 0,1 0 0 0 0,0 1 1 0 0,0-1-1 0 0,1 1 1 0 0,-1-1-1 0 0,1 1 0 0 0,0-1 1 0 0,0 1-1 0 0,0-1 1 0 0,0 1-1 0 0,0-1 0 0 0,1 1 1 0 0,0-1-1 0 0,-1 1 1 0 0,1-1-1 0 0,3 5 0 0 0,-3-4 1 0 0,0 0 0 0 0,1-1-1 0 0,-1 1 1 0 0,1 0 0 0 0,0-1-1 0 0,0 0 1 0 0,1 1 0 0 0,-1-1-1 0 0,1 0 1 0 0,-1 0 0 0 0,1 0-1 0 0,0 0 1 0 0,0-1 0 0 0,5 4-1 0 0,0-3-48 0 0,1-1 0 0 0,-1 0-1 0 0,0 0 1 0 0,1-1-1 0 0,-1 0 1 0 0,1-1 0 0 0,-1 0-1 0 0,1 0 1 0 0,-1-1 0 0 0,1 0-1 0 0,-1 0 1 0 0,0-1-1 0 0,15-5 1 0 0,6-3-148 0 0,0-1 0 0 0,34-20-1 0 0,-52 25 192 0 0,0-1 0 0 0,-1 0 0 0 0,0-1 0 0 0,0 0 0 0 0,-1 0 0 0 0,1-1 0 0 0,-2-1-1 0 0,12-15 1 0 0,-19 24 41 0 0,-5 6-50 0 0,-1 1 0 0 0,2-1 0 0 0,-1 1 1 0 0,1 0-1 0 0,0 0 0 0 0,0 0 1 0 0,0 0-1 0 0,1 1 0 0 0,-2 7 0 0 0,3-12 9 0 0,0 0 1 0 0,1-1 0 0 0,-1 1 0 0 0,0 0 0 0 0,1 0 0 0 0,-1 0 1 0 0,1 0-1 0 0,0-1 0 0 0,-1 1 0 0 0,1 0 0 0 0,0 0 0 0 0,0 0 1 0 0,0 0-1 0 0,1 0 0 0 0,-1 0 0 0 0,0 0 0 0 0,1-1 0 0 0,-1 1 0 0 0,1 0 1 0 0,0 0-1 0 0,-1 0 0 0 0,1-1 0 0 0,0 1 0 0 0,0 0 0 0 0,0-1 1 0 0,0 1-1 0 0,0-1 0 0 0,1 1 0 0 0,-1-1 0 0 0,0 0 0 0 0,1 1 1 0 0,2 1-1 0 0,-1-2 4 0 0,0 1 0 0 0,0-1 0 0 0,0 0 1 0 0,0 0-1 0 0,1-1 0 0 0,-1 1 0 0 0,0-1 1 0 0,0 1-1 0 0,0-1 0 0 0,1 0 0 0 0,-1 0 1 0 0,0 0-1 0 0,0-1 0 0 0,4 0 0 0 0,45-11-81 0 0,86-28-588 0 0,168-26 1 0 0,-303 65 647 0 0,0 1 0 0 0,0 0 0 0 0,0 1 0 0 0,0-1-1 0 0,0 0 1 0 0,0 1 0 0 0,0 0 0 0 0,0-1 0 0 0,4 3 0 0 0,-6-2 10 0 0,0-1 0 0 0,0 1-1 0 0,1-1 1 0 0,-1 1 0 0 0,0 0 0 0 0,0-1-1 0 0,0 1 1 0 0,0 0 0 0 0,0 0 0 0 0,0 0-1 0 0,-1 0 1 0 0,1 0 0 0 0,0 0 0 0 0,0 0-1 0 0,-1 0 1 0 0,1 0 0 0 0,0 0 0 0 0,-1 0-1 0 0,1 1 1 0 0,-1-1 0 0 0,0 0 0 0 0,1 0-1 0 0,-1 1 1 0 0,0-1 0 0 0,0 0 0 0 0,0 0-1 0 0,0 1 1 0 0,0-1 0 0 0,0 0 0 0 0,0 1-1 0 0,0-1 1 0 0,-1 2 0 0 0,0 0 3 0 0,0 0 1 0 0,0 0-1 0 0,-1 1 1 0 0,1-1-1 0 0,-1 0 1 0 0,0 0-1 0 0,0 0 0 0 0,0-1 1 0 0,0 1-1 0 0,0 0 1 0 0,-1-1-1 0 0,1 1 1 0 0,-1-1-1 0 0,0 0 0 0 0,1 0 1 0 0,-1 0-1 0 0,-4 2 1 0 0,-21 17-50 0 0,27-20 29 0 0,24-2-112 0 0,-1-1 48 0 0,0-1 1 0 0,0-1-1 0 0,0-1 0 0 0,0-1 1 0 0,34-14-1 0 0,118-66-503 0 0,-162 80 577 0 0,6-5 23 0 0,-1 0 0 0 0,23-20-1 0 0,-9 6 498 0 0,-30 24-157 0 0,-8 3-334 0 0,3-1-11 0 0,0 0-1 0 0,-1 0 1 0 0,1 0-1 0 0,0 1 1 0 0,0-1-1 0 0,0 1 1 0 0,0 0-1 0 0,0 1 1 0 0,0-1-1 0 0,1 1 1 0 0,-1-1-1 0 0,1 1 1 0 0,-1 0-1 0 0,1 1 1 0 0,0-1-1 0 0,0 0 0 0 0,1 1 1 0 0,-1-1-1 0 0,1 1 1 0 0,0 0-1 0 0,0 0 1 0 0,0 0-1 0 0,0 0 1 0 0,1 0-1 0 0,-1 1 1 0 0,1-1-1 0 0,0 0 1 0 0,0 6-1 0 0,1-9 0 0 0,0 0 0 0 0,0 1 0 0 0,0-1 0 0 0,0 0 0 0 0,0 0-1 0 0,1 0 1 0 0,-1 0 0 0 0,0 0 0 0 0,1 0 0 0 0,-1 0 0 0 0,1 0 0 0 0,-1 0 0 0 0,1 0 0 0 0,-1 0-1 0 0,1 0 1 0 0,0 0 0 0 0,-1 0 0 0 0,1 0 0 0 0,0-1 0 0 0,0 1 0 0 0,0 0 0 0 0,0 0 0 0 0,0-1-1 0 0,1 1 1 0 0,1 1-1 0 0,0-1-1 0 0,0 0 1 0 0,0 0-1 0 0,0 0 1 0 0,0-1-1 0 0,0 1 1 0 0,0-1-1 0 0,6 0 0 0 0,8 0-76 0 0,0-2 1 0 0,27-6-1 0 0,-34 6-10 0 0,71-15-304 0 0,-38 7 234 0 0,0 1 1 0 0,0 2 0 0 0,0 3-1 0 0,53 0 1 0 0,-92 4 166 0 0,0 0 1 0 0,0 0-1 0 0,0 1 0 0 0,0 0 1 0 0,-1 0-1 0 0,1 0 1 0 0,0 0-1 0 0,-1 0 0 0 0,6 3 1 0 0,-8-3-1 0 0,0 0 1 0 0,0-1-1 0 0,-1 1 1 0 0,1 0-1 0 0,0 0 1 0 0,0 0 0 0 0,0 0-1 0 0,-1 0 1 0 0,1 0-1 0 0,0 0 1 0 0,-1 1-1 0 0,1-1 1 0 0,-1 0-1 0 0,1 0 1 0 0,-1 0 0 0 0,0 1-1 0 0,1-1 1 0 0,-1 0-1 0 0,0 0 1 0 0,0 1-1 0 0,0-1 1 0 0,0 0-1 0 0,0 0 1 0 0,0 1-1 0 0,0-1 1 0 0,-1 0 0 0 0,1 2-1 0 0,-4 2-33 0 0,0-1-1 0 0,0 0 0 0 0,-1 1 1 0 0,1-2-1 0 0,-1 1 1 0 0,0 0-1 0 0,0-1 1 0 0,0 0-1 0 0,0 0 1 0 0,-10 4-1 0 0,12-6-114 0 0,-7 4-1174 0 0,1-1 0 0 0,-1 0 0 0 0,0 0 0 0 0,-17 4 0 0 0,9-5-1560 0 0</inkml:trace>
</inkml:ink>
</file>

<file path=ppt/ink/ink4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4:16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329 1 32 0 0,'-16'-1'418'0'0,"0"2"0"0"0,0 0-1 0 0,1 1 1 0 0,-1 0 0 0 0,1 1 0 0 0,-1 1-1 0 0,1 1 1 0 0,0 0 0 0 0,1 1 0 0 0,-1 0-1 0 0,1 1 1 0 0,0 1 0 0 0,1 0 0 0 0,0 1-1 0 0,0 1 1 0 0,1 0 0 0 0,0 0 0 0 0,1 1-1 0 0,0 1 1 0 0,-10 13 0 0 0,19-22-358 0 0,-1 0 0 0 0,0 0 0 0 0,1 1 0 0 0,0-1 0 0 0,0 1 0 0 0,0-1 0 0 0,0 1 0 0 0,1 0 0 0 0,0 0 0 0 0,-1 0 0 0 0,1 0 0 0 0,0 0 0 0 0,1 0 0 0 0,-1 0 0 0 0,1 0 0 0 0,0 0 0 0 0,0 0 0 0 0,0 0 0 0 0,0 0 0 0 0,1 0 0 0 0,0 0 0 0 0,0 0 0 0 0,0 0 0 0 0,0 0-1 0 0,1 0 1 0 0,-1 0 0 0 0,1-1 0 0 0,0 1 0 0 0,0-1 0 0 0,0 1 0 0 0,0-1 0 0 0,1 0 0 0 0,3 4 0 0 0,0-1 10 0 0,1 0-1 0 0,-1 0 1 0 0,1-1-1 0 0,0 0 1 0 0,1-1-1 0 0,-1 1 1 0 0,1-1-1 0 0,0-1 1 0 0,0 0 0 0 0,0 0-1 0 0,0 0 1 0 0,1-1-1 0 0,-1 0 1 0 0,13 1-1 0 0,-7-3 44 0 0,-1 0 1 0 0,0 0-1 0 0,0-2 1 0 0,0 1-1 0 0,0-2 0 0 0,0 0 1 0 0,0 0-1 0 0,-1-1 0 0 0,1-1 1 0 0,-1 0-1 0 0,20-11 1 0 0,-26 13-62 0 0,-1-1 1 0 0,0 0 0 0 0,0 1 0 0 0,0-2 0 0 0,0 1-1 0 0,0 0 1 0 0,-1-1 0 0 0,0 0 0 0 0,0 0 0 0 0,0 0 0 0 0,0-1-1 0 0,-1 1 1 0 0,0-1 0 0 0,0 0 0 0 0,-1 0 0 0 0,0 0-1 0 0,0 0 1 0 0,0 0 0 0 0,-1-1 0 0 0,1 1 0 0 0,-1 0-1 0 0,-1-1 1 0 0,0 1 0 0 0,0-1 0 0 0,-1-11 0 0 0,1 12-54 0 0,-1-1 1 0 0,0 1 0 0 0,0 0-1 0 0,0 1 1 0 0,-1-1 0 0 0,1 0-1 0 0,-2 0 1 0 0,1 1 0 0 0,0-1-1 0 0,-1 1 1 0 0,0-1 0 0 0,-1 1 0 0 0,1 0-1 0 0,-1 0 1 0 0,0 1 0 0 0,0-1-1 0 0,0 1 1 0 0,-1 0 0 0 0,1 0-1 0 0,-11-6 1 0 0,13 9-106 0 0,1 1 0 0 0,-1-1 1 0 0,1 1-1 0 0,-1-1 0 0 0,0 1 0 0 0,1 0 1 0 0,-1 0-1 0 0,0 0 0 0 0,1 0 0 0 0,-1 0 0 0 0,0 0 1 0 0,1 1-1 0 0,-1-1 0 0 0,0 0 0 0 0,1 1 1 0 0,-1-1-1 0 0,1 1 0 0 0,-1 0 0 0 0,1 0 1 0 0,-1-1-1 0 0,1 1 0 0 0,-1 0 0 0 0,1 0 0 0 0,-2 1 1 0 0,-23 27-6510 0 0,22-19 3600 0 0</inkml:trace>
</inkml:ink>
</file>

<file path=ppt/ink/ink4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4:16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40 0 0,'5'15'2328'0'0,"2"27"409"0"0,-6-39-2569 0 0,-1-1-1 0 0,1 1 1 0 0,0-1-1 0 0,0 1 1 0 0,0-1 0 0 0,0 1-1 0 0,0-1 1 0 0,0 0 0 0 0,0 0-1 0 0,1 1 1 0 0,0-1-1 0 0,-1 0 1 0 0,1 0 0 0 0,2 1-1 0 0,0-2-57 0 0,0-1 0 0 0,-1 0 0 0 0,1-1 0 0 0,0 1 0 0 0,0-1 0 0 0,0 0 0 0 0,-1 0 0 0 0,1 0 0 0 0,0 0 0 0 0,-1-1 0 0 0,1 1 0 0 0,-1-1-1 0 0,4-2 1 0 0,-2 2-5 0 0,2-2 2 0 0,28-12 811 0 0,46-16 0 0 0,-71 29-842 0 0,0 0 0 0 0,-1 1-1 0 0,1 0 1 0 0,0 0 0 0 0,0 1 0 0 0,0 1 0 0 0,1 0 0 0 0,-1 0 0 0 0,0 0 0 0 0,11 3-1 0 0,-19-2-220 0 0,0 0 0 0 0,0-1 0 0 0,-1 1-1 0 0,1 0 1 0 0,0 0 0 0 0,-1 0-1 0 0,1 0 1 0 0,-1 0 0 0 0,1 1 0 0 0,-1-1-1 0 0,0 0 1 0 0,1 1 0 0 0,0 1 0 0 0,5 8-5333 0 0,1 3 2929 0 0</inkml:trace>
</inkml:ink>
</file>

<file path=ppt/ink/ink4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4:18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31 308 0 0,'-2'-4'745'0'0,"-12"-23"7299"0"0,9 53-4083 0 0,3-8-4770 0 0,-4 242 3329 0 0,-2 6-1141 0 0,7-253-1393 0 0,-11 72-378 0 0,-4-37-2726 0 0,15-47 2896 0 0,1-1-1 0 0,0 1 1 0 0,-1-1 0 0 0,1 1 0 0 0,0-1 0 0 0,-1 1 0 0 0,1-1-1 0 0,-1 1 1 0 0,1-1 0 0 0,-1 1 0 0 0,1-1 0 0 0,-1 0 0 0 0,1 1-1 0 0,-1-1 1 0 0,1 0 0 0 0,-1 1 0 0 0,1-1 0 0 0,-1 0 0 0 0,0 0-1 0 0,1 1 1 0 0,-1-1 0 0 0,0 0 0 0 0,1 0 0 0 0,-1 0 0 0 0,1 0-1 0 0,-1 0 1 0 0,0 0 0 0 0,1 0 0 0 0,-1 0 0 0 0,-1-1 0 0 0,1 1-107 0 0</inkml:trace>
</inkml:ink>
</file>

<file path=ppt/ink/ink4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4:19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1 514 684 0 0,'32'8'809'0'0,"1"-1"-1"0"0,0-2 1 0 0,0-1-1 0 0,37 0 1 0 0,128-12 918 0 0,74-22 359 0 0,-221 20-1632 0 0,-1-1 0 0 0,0-3 1 0 0,59-25-1 0 0,-96 34-305 0 0,0-1 1 0 0,0-1-1 0 0,0 0 0 0 0,-1-1 1 0 0,0-1-1 0 0,-1 1 1 0 0,1-2-1 0 0,-2 0 0 0 0,15-16 1 0 0,-20 20-86 0 0,-1-1 1 0 0,0 1-1 0 0,0-1 1 0 0,0 0-1 0 0,-1 0 1 0 0,0-1 0 0 0,0 1-1 0 0,-1-1 1 0 0,0 1-1 0 0,0-1 1 0 0,-1 0-1 0 0,0 1 1 0 0,0-1-1 0 0,-1 0 1 0 0,0 0 0 0 0,0 0-1 0 0,-1 1 1 0 0,-3-16-1 0 0,0 7 12 0 0,-1-1 0 0 0,-1 1 0 0 0,-1 1 0 0 0,0-1 0 0 0,-1 1 0 0 0,0 0 0 0 0,-1 1 0 0 0,-1 0 0 0 0,-23-25 0 0 0,32 38-91 0 0,-1 3-37 0 0,0 0 49 0 0,0 0 0 0 0,1 0 0 0 0,-1 1 0 0 0,1-1 0 0 0,-1 1 1 0 0,1-1-1 0 0,-2 6 0 0 0,-1 1-1 0 0,1 0 1 0 0,0 0 0 0 0,1 1 0 0 0,0-1 0 0 0,0 1 0 0 0,1 0-1 0 0,0 14 1 0 0,6 68-4 0 0,-5-89 7 0 0,13 300 83 0 0,-11-146 18 0 0,-1-154-85 0 0,-2-2 25 0 0,1 0 0 0 0,0 0 1 0 0,0 0-1 0 0,-1 1 0 0 0,1-1 0 0 0,0 0 1 0 0,0 0-1 0 0,0 0 0 0 0,1 1 1 0 0,-1-1-1 0 0,0 0 0 0 0,0 0 0 0 0,1 0 1 0 0,-1 1-1 0 0,0-1 0 0 0,2 2 0 0 0,2-7-45 0 0,0 1-1 0 0,0-1 1 0 0,0 1-1 0 0,1 0 1 0 0,-1 1-1 0 0,1-1 1 0 0,0 1-1 0 0,0 0 1 0 0,0 0-1 0 0,0 1 1 0 0,0-1-1 0 0,0 1 1 0 0,0 0-1 0 0,0 0 1 0 0,1 1-1 0 0,6 0 1 0 0,20-1-166 0 0,53 8 1 0 0,-12-2-156 0 0,-39-5 64 0 0,57-7-1 0 0,-82 6 272 0 0,0-1 0 0 0,0 0-1 0 0,-1 0 1 0 0,1-1 0 0 0,-1 0-1 0 0,1-1 1 0 0,-1 0-1 0 0,0 0 1 0 0,0-1 0 0 0,-1 0-1 0 0,11-8 1 0 0,-17 11 47 0 0,1-1-1 0 0,0 1 1 0 0,-1-1-1 0 0,0 0 1 0 0,0 0 0 0 0,0 1-1 0 0,0-1 1 0 0,0 0 0 0 0,0 0-1 0 0,-1 0 1 0 0,0 0 0 0 0,1 0-1 0 0,-1 0 1 0 0,0 0 0 0 0,0 0-1 0 0,-1 0 1 0 0,1 0-1 0 0,0 0 1 0 0,-1 0 0 0 0,-2-5-1 0 0,1-6 72 0 0,2 12-292 0 0,0 5-1577 0 0,1-1 1593 0 0,0 1 0 0 0,0 0 0 0 0,0-1 0 0 0,0 0 0 0 0,0 1 0 0 0,1-1 0 0 0,-1 0 0 0 0,1 1 0 0 0,-1-1 0 0 0,1 0 1 0 0,0 0-1 0 0,0 0 0 0 0,0-1 0 0 0,0 1 0 0 0,3 1 0 0 0,37 25-5178 0 0,-16-15 2407 0 0</inkml:trace>
</inkml:ink>
</file>

<file path=ppt/ink/ink4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4:19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1 325 14309 0 0,'0'0'905'0'0,"11"-25"-498"0"0,31 13-215 0 0,-28 8-115 0 0,1 0 0 0 0,-1-1-1 0 0,26-13 1 0 0,-34 15-68 0 0,-1-1 0 0 0,0 0 0 0 0,1 0 1 0 0,-1 0-1 0 0,-1-1 0 0 0,1 1 0 0 0,-1-1 0 0 0,0 0 1 0 0,0-1-1 0 0,0 1 0 0 0,-1-1 0 0 0,5-10 0 0 0,-5 8-25 0 0,0-1-1 0 0,-1 0 0 0 0,0 0 0 0 0,-1 0 0 0 0,0 0 1 0 0,0-1-1 0 0,-1 1 0 0 0,0 0 0 0 0,0 0 0 0 0,-1 0 1 0 0,-1-1-1 0 0,1 1 0 0 0,-2 0 0 0 0,1 0 0 0 0,-1 1 1 0 0,0-1-1 0 0,-1 1 0 0 0,-8-15 0 0 0,11 21-37 0 0,0 2 43 0 0,-1 0 1 0 0,1 0-1 0 0,0 1 0 0 0,0-1 0 0 0,-1 0 1 0 0,1 1-1 0 0,0-1 0 0 0,0 0 0 0 0,0 1 1 0 0,0-1-1 0 0,-1 1 0 0 0,1 0 0 0 0,0-1 1 0 0,0 1-1 0 0,0 0 0 0 0,0 0 0 0 0,0 0 1 0 0,1-1-1 0 0,-1 1 0 0 0,0 0 0 0 0,0 0 1 0 0,0 0-1 0 0,1 0 0 0 0,-1 1 0 0 0,0 1 1 0 0,-1 2-17 0 0,0-1 1 0 0,1 1-1 0 0,0 0 1 0 0,0-1 0 0 0,1 1-1 0 0,-1 0 1 0 0,1 6-1 0 0,0 6-56 0 0,2 0-1 0 0,0-1 0 0 0,5 23 0 0 0,-3-26 30 0 0,-1 0 0 0 0,2-1 0 0 0,-1 1 0 0 0,2-1 0 0 0,13 22 0 0 0,-17-31 44 0 0,0 0 1 0 0,0 0-1 0 0,0 0 1 0 0,0-1-1 0 0,0 1 0 0 0,1-1 1 0 0,0 0-1 0 0,-1 1 1 0 0,1-1-1 0 0,0 0 1 0 0,0-1-1 0 0,0 1 1 0 0,0 0-1 0 0,0-1 1 0 0,0 0-1 0 0,1 0 1 0 0,-1 0-1 0 0,0 0 0 0 0,1 0 1 0 0,-1-1-1 0 0,0 1 1 0 0,1-1-1 0 0,-1 0 1 0 0,1 0-1 0 0,-1 0 1 0 0,1 0-1 0 0,4-2 1 0 0,19-7-46 0 0,-2-1 0 0 0,1-1 1 0 0,-2-1-1 0 0,1-1 0 0 0,42-32 1 0 0,-35 24-91 0 0,0 1 1 0 0,44-20-1 0 0,-73 39 132 0 0,0 0-1 0 0,-1 1 1 0 0,1-1-1 0 0,0 1 1 0 0,-1-1 0 0 0,1 1-1 0 0,0 0 1 0 0,0 0-1 0 0,0 1 1 0 0,-1-1-1 0 0,1 0 1 0 0,0 1-1 0 0,-1 0 1 0 0,1-1-1 0 0,0 1 1 0 0,-1 0 0 0 0,1 0-1 0 0,-1 1 1 0 0,4 1-1 0 0,51 40-51 0 0,-9-5 35 0 0,-28-28 33 0 0,1 0 0 0 0,0-2 0 0 0,0 0 0 0 0,38 9 0 0 0,-53-16 4 0 0,1 1 0 0 0,0-1 0 0 0,-1 0 0 0 0,1-1 0 0 0,0 1 0 0 0,0-1-1 0 0,0-1 1 0 0,-1 1 0 0 0,1-1 0 0 0,0 0 0 0 0,-1-1 0 0 0,1 1 0 0 0,-1-2 0 0 0,1 1 0 0 0,-1 0 0 0 0,0-1 0 0 0,0 0-1 0 0,0-1 1 0 0,0 0 0 0 0,6-5 0 0 0,-10 8 21 0 0,0-1-1 0 0,0-1 0 0 0,0 1 1 0 0,0 0-1 0 0,0 0 1 0 0,-1-1-1 0 0,1 1 1 0 0,-1-1-1 0 0,1 1 0 0 0,-1-1 1 0 0,0 0-1 0 0,0 0 1 0 0,-1 1-1 0 0,1-1 0 0 0,0 0 1 0 0,-1 0-1 0 0,0 0 1 0 0,1 0-1 0 0,-1 0 0 0 0,0 1 1 0 0,-1-1-1 0 0,1 0 1 0 0,0 0-1 0 0,-1 0 1 0 0,0 0-1 0 0,1 0 0 0 0,-1 1 1 0 0,0-1-1 0 0,-1 0 1 0 0,1 1-1 0 0,0-1 0 0 0,-1 1 1 0 0,1-1-1 0 0,-1 1 1 0 0,0 0-1 0 0,0 0 0 0 0,0-1 1 0 0,0 1-1 0 0,0 1 1 0 0,0-1-1 0 0,-1 0 1 0 0,1 0-1 0 0,-1 1 0 0 0,1 0 1 0 0,-1-1-1 0 0,1 1 1 0 0,-1 0-1 0 0,0 0 0 0 0,0 0 1 0 0,0 1-1 0 0,-4-2 1 0 0,-5 2 14 0 0,-1 0 0 0 0,0 1 0 0 0,1 0 0 0 0,-1 1 0 0 0,0 0 0 0 0,1 1 0 0 0,0 0 0 0 0,0 1 0 0 0,0 1 0 0 0,0 0 0 0 0,0 0 0 0 0,1 1 0 0 0,0 0 0 0 0,-16 13 0 0 0,16-11-377 0 0,0 1 0 0 0,1 0-1 0 0,0 0 1 0 0,1 1 0 0 0,0 1-1 0 0,0-1 1 0 0,1 1 0 0 0,1 1-1 0 0,0-1 1 0 0,0 1-1 0 0,1 1 1 0 0,1-1 0 0 0,-6 20-1 0 0,9-4-5041 0 0,3-14 2302 0 0</inkml:trace>
</inkml:ink>
</file>

<file path=ppt/ink/ink4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4:20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98 157 12909 0 0,'-3'-15'212'0'0,"-1"0"0"0"0,0 0 0 0 0,-1 1-1 0 0,-1-1 1 0 0,-1 1 0 0 0,0 1 0 0 0,0-1 0 0 0,-11-13-1 0 0,15 21 590 0 0,-2-2-252 0 0,2 10 246 0 0,-3 48-567 0 0,3 1 1 0 0,2-1 0 0 0,2 1 0 0 0,10 67 0 0 0,2 102 289 0 0,-13-196-523 0 0,-7 106-430 0 0,4-112-1143 0 0,-1 0 0 0 0,-9 30 1 0 0,4-35-1644 0 0,4-8-880 0 0</inkml:trace>
</inkml:ink>
</file>

<file path=ppt/ink/ink4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4:20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0 157 1080 0 0,'6'-7'495'0'0,"-1"-1"1"0"0,1 1-1 0 0,1 0 0 0 0,-1 0 0 0 0,1 0 1 0 0,0 1-1 0 0,1 0 0 0 0,0 1 1 0 0,0 0-1 0 0,0 0 0 0 0,0 1 0 0 0,14-6 1 0 0,14-4 648 0 0,66-15 1 0 0,-68 21-713 0 0,-8 1-569 0 0,1 2 0 0 0,32-2 0 0 0,13 5-5548 0 0</inkml:trace>
</inkml:ink>
</file>

<file path=ppt/ink/ink4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4:20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40 136 0 0,'4'-2'457'0'0,"1"0"-1"0"0,0 0 1 0 0,-1 0 0 0 0,1 1-1 0 0,0 0 1 0 0,-1 0 0 0 0,1 0-1 0 0,0 0 1 0 0,0 1 0 0 0,0 0-1 0 0,0 0 1 0 0,0 0 0 0 0,0 1-1 0 0,0-1 1 0 0,-1 1 0 0 0,1 0-1 0 0,0 1 1 0 0,0-1 0 0 0,6 4-1 0 0,-6-2-379 0 0,-1-1 0 0 0,0 0 0 0 0,0 1 0 0 0,0 0 0 0 0,-1 0 0 0 0,1 0 0 0 0,-1 1 0 0 0,0-1-1 0 0,1 1 1 0 0,-1 0 0 0 0,-1 0 0 0 0,1 0 0 0 0,-1 0 0 0 0,1 0 0 0 0,-1 1 0 0 0,-1-1 0 0 0,1 0 0 0 0,0 1 0 0 0,-1 0 0 0 0,0-1 0 0 0,0 1-1 0 0,-1 0 1 0 0,1 0 0 0 0,-1-1 0 0 0,0 1 0 0 0,0 0 0 0 0,0 0 0 0 0,-1 0 0 0 0,0-1 0 0 0,-2 9 0 0 0,1-8-5 0 0,0-1 1 0 0,0 0-1 0 0,0 0 1 0 0,0 0-1 0 0,-1 0 1 0 0,1 0-1 0 0,-1 0 1 0 0,0-1 0 0 0,0 1-1 0 0,-1-1 1 0 0,1 0-1 0 0,-1 0 1 0 0,1 0-1 0 0,-1 0 1 0 0,0-1-1 0 0,0 0 1 0 0,0 1-1 0 0,-1-2 1 0 0,1 1-1 0 0,0 0 1 0 0,-1-1 0 0 0,1 0-1 0 0,-8 2 1 0 0,10-3 171 0 0,-4-5 85 0 0,6 5-322 0 0,-1 0 1 0 0,1 0 0 0 0,0 0 0 0 0,-1 0-1 0 0,1 0 1 0 0,0 0 0 0 0,-1 0 0 0 0,1 0-1 0 0,0 0 1 0 0,0-1 0 0 0,-1 1 0 0 0,1 0-1 0 0,0 0 1 0 0,-1 0 0 0 0,1-1 0 0 0,0 1-1 0 0,0 0 1 0 0,-1 0 0 0 0,1 0-1 0 0,0-1 1 0 0,0 1 0 0 0,0 0 0 0 0,-1-1-1 0 0,1 1 1 0 0,0 0 0 0 0,0 0 0 0 0,0-1-1 0 0,0 1 1 0 0,0 0 0 0 0,0-1 0 0 0,0 1-1 0 0,-1 0 1 0 0,1-1 0 0 0,0 1-1 0 0,0 0 1 0 0,0-1 0 0 0,2-7 35 0 0,1 1-1 0 0,-1 0 1 0 0,1 0-1 0 0,0 0 1 0 0,0 0-1 0 0,1 0 1 0 0,0 1-1 0 0,0 0 1 0 0,1 0-1 0 0,0 0 1 0 0,0 0-1 0 0,0 1 1 0 0,1-1 0 0 0,10-7-1 0 0,12-9-464 0 0,53-31-1 0 0,-66 45-80 0 0,0 0-1 0 0,1 1 1 0 0,32-11 0 0 0,-38 16-959 0 0,0-1 1 0 0,1 2-1 0 0,-1-1 1 0 0,14 1-1 0 0</inkml:trace>
</inkml:ink>
</file>

<file path=ppt/ink/ink4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4:21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24 1044 0 0,'3'-14'2722'0'0,"-3"14"-2547"0"0,0 0-1 0 0,0 0 1 0 0,0 0-1 0 0,0-1 1 0 0,0 1-1 0 0,1 0 1 0 0,-1 0-1 0 0,0-1 1 0 0,0 1-1 0 0,0 0 1 0 0,0 0-1 0 0,0-1 1 0 0,0 1-1 0 0,0 0 1 0 0,0-1-1 0 0,0 1 1 0 0,0 0-1 0 0,0 0 0 0 0,0-1 1 0 0,0 1-1 0 0,0 0 1 0 0,0 0-1 0 0,0-1 1 0 0,-1 1-1 0 0,1 0 1 0 0,0 0-1 0 0,0-1 1 0 0,0 1-1 0 0,0 0 1 0 0,0 0-1 0 0,-1-1 1 0 0,1 1 174 0 0,0 0-175 0 0,0 0 1 0 0,-1-1-1 0 0,1 1 1 0 0,0 0-1 0 0,0 0 1 0 0,0 0-1 0 0,-1 0 1 0 0,1 0-1 0 0,0 0 1 0 0,0-1-1 0 0,-1 1 1 0 0,1 0-1 0 0,0 0 1 0 0,-1 0-1 0 0,1 0 1 0 0,0 0-1 0 0,-1 0 1 0 0,-13 6 109 0 0,1 1 0 0 0,0 0 0 0 0,0 1 0 0 0,0 1 0 0 0,1 0 0 0 0,0 0 0 0 0,-10 12 0 0 0,22-21-273 0 0,-1 1-1 0 0,1-1 1 0 0,-1 0 0 0 0,1 1-1 0 0,0-1 1 0 0,-1 1 0 0 0,1-1-1 0 0,0 1 1 0 0,-1-1 0 0 0,1 1-1 0 0,0-1 1 0 0,0 1-1 0 0,-1-1 1 0 0,1 1 0 0 0,0-1-1 0 0,0 1 1 0 0,0-1 0 0 0,0 1-1 0 0,0-1 1 0 0,0 1 0 0 0,0-1-1 0 0,0 1 1 0 0,0 0 0 0 0,0-1-1 0 0,0 1 1 0 0,0-1-1 0 0,0 1 1 0 0,0-1 0 0 0,1 1-1 0 0,-1-1 1 0 0,1 2 0 0 0,16 5 102 0 0,17-5-68 0 0,-34-2-38 0 0,60-11-69 0 0,-58 11 48 0 0,0 0-114 0 0,0 0 0 0 0,0-1 0 0 0,0 1 0 0 0,0 1 0 0 0,1-1 1 0 0,-1 0-1 0 0,0 0 0 0 0,0 1 0 0 0,0-1 0 0 0,0 1 0 0 0,0 0 0 0 0,0 0 0 0 0,0-1 0 0 0,-1 1 0 0 0,4 2 0 0 0,-4-2-464 0 0,2 1-78 0 0,39 13-2237 0 0,-8-12-1955 0 0,-18-3 2350 0 0</inkml:trace>
</inkml:ink>
</file>

<file path=ppt/ink/ink4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4:21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63 766 324 0 0,'1'-1'266'0'0,"1"0"0"0"0,-1 0-1 0 0,0 0 1 0 0,0 0 0 0 0,0-1 0 0 0,0 1-1 0 0,-1 0 1 0 0,1-1 0 0 0,0 1 0 0 0,-1-1 0 0 0,1 1-1 0 0,0-1 1 0 0,-1 1 0 0 0,0-1 0 0 0,1 1-1 0 0,-1-1 1 0 0,0-2 0 0 0,0 3-127 0 0,0 0 1 0 0,0 0 0 0 0,-1 0-1 0 0,1 1 1 0 0,0-1-1 0 0,-1 0 1 0 0,1 1-1 0 0,-1-1 1 0 0,1 0-1 0 0,-1 1 1 0 0,1-1 0 0 0,-1 0-1 0 0,1 1 1 0 0,-1-1-1 0 0,0 1 1 0 0,1-1-1 0 0,-1 1 1 0 0,0 0-1 0 0,1-1 1 0 0,-1 1-1 0 0,0 0 1 0 0,0-1 0 0 0,1 1-1 0 0,-2 0 1 0 0,-1-1 26 0 0,0 0 0 0 0,0 1 0 0 0,0 0 0 0 0,0 0 0 0 0,0 0 0 0 0,1 0 1 0 0,-1 0-1 0 0,0 0 0 0 0,0 1 0 0 0,0 0 0 0 0,0-1 0 0 0,1 1 0 0 0,-1 0 0 0 0,0 0 1 0 0,1 1-1 0 0,-1-1 0 0 0,1 0 0 0 0,-4 3 0 0 0,5-2-109 0 0,0 0 0 0 0,0 0-1 0 0,1 1 1 0 0,-1-1 0 0 0,1 0 0 0 0,-1 0-1 0 0,1 1 1 0 0,0-1 0 0 0,0 0 0 0 0,0 1-1 0 0,0-1 1 0 0,0 0 0 0 0,0 1 0 0 0,1-1-1 0 0,-1 0 1 0 0,1 0 0 0 0,0 3 0 0 0,1-2-45 0 0,0 0 0 0 0,0 0 0 0 0,0-1 0 0 0,0 1 0 0 0,1-1 0 0 0,-1 1 0 0 0,1-1 0 0 0,-1 0 1 0 0,1 0-1 0 0,0 0 0 0 0,0 0 0 0 0,0 0 0 0 0,0-1 0 0 0,0 1 0 0 0,0-1 0 0 0,0 0 0 0 0,1 0 0 0 0,-1 0 1 0 0,0 0-1 0 0,1-1 0 0 0,-1 1 0 0 0,0-1 0 0 0,1 0 0 0 0,6 0 0 0 0,3-1-4 0 0,-1 0-1 0 0,0-1 1 0 0,0 0-1 0 0,0-1 1 0 0,18-6 0 0 0,-8-1 2 0 0,-2 0 1 0 0,1-1-1 0 0,-1-1 1 0 0,-1-1-1 0 0,0-1 1 0 0,-1 0-1 0 0,-1-2 1 0 0,0 0-1 0 0,-1 0 1 0 0,0-2-1 0 0,24-36 1 0 0,-22 26-18 0 0,-1-1-1 0 0,-1 0 1 0 0,-1-1 0 0 0,-2-1 0 0 0,-1 0 0 0 0,-1-1 0 0 0,11-57 0 0 0,-18 62-12 0 0,-2 0 1 0 0,-1-55-1 0 0,-1 67 79 0 0,-2 0-1 0 0,0 0 1 0 0,-1 1 0 0 0,0-1-1 0 0,-1 0 1 0 0,0 1 0 0 0,-9-16-1 0 0,-3 3 185 0 0,15 26-213 0 0,-3 2-9 0 0,0-1-14 0 0,1 1 0 0 0,0 0 1 0 0,0 0-1 0 0,0 0 0 0 0,-1 1 0 0 0,1-1 0 0 0,0 1 1 0 0,1 0-1 0 0,-1 0 0 0 0,0 0 0 0 0,0 0 0 0 0,1 0 1 0 0,-1 0-1 0 0,1 1 0 0 0,-2 2 0 0 0,-2 2 22 0 0,1 1 0 0 0,0 0 0 0 0,0 0 0 0 0,1 1 0 0 0,-4 10 1 0 0,-3 13 77 0 0,2 0 1 0 0,-6 36 0 0 0,15-64-102 0 0,-6 29 75 0 0,2 0-1 0 0,2 0 0 0 0,1 1 1 0 0,4 48-1 0 0,-1-61-34 0 0,1-1 0 0 0,1 1-1 0 0,0-1 1 0 0,2 0 0 0 0,0 0 0 0 0,2-1-1 0 0,0 0 1 0 0,14 25 0 0 0,-20-40 24 0 0,1-1 0 0 0,-1 1 0 0 0,1-1 1 0 0,0 1-1 0 0,0-1 0 0 0,0 0 0 0 0,0-1 0 0 0,0 1 1 0 0,1 0-1 0 0,-1-1 0 0 0,1 0 0 0 0,0 0 0 0 0,-1 0 1 0 0,1 0-1 0 0,0 0 0 0 0,0-1 0 0 0,0 0 0 0 0,1 0 1 0 0,-1 0-1 0 0,0 0 0 0 0,8 0 0 0 0,-3-2 243 0 0,0 0 1 0 0,0 0-1 0 0,0 0 1 0 0,0-1-1 0 0,0-1 0 0 0,0 1 1 0 0,0-2-1 0 0,14-7 0 0 0,-13 6 345 0 0,-1 0-2559 0 0</inkml:trace>
</inkml:ink>
</file>

<file path=ppt/ink/ink4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4:22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99 788 0 0,'10'-70'9952'0'0,"-10"68"-9034"0"0,2-16 1941 0 0,-1 9-6320 0 0</inkml:trace>
</inkml:ink>
</file>

<file path=ppt/ink/ink4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4:22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35 432 0 0,'0'0'1223'0'0,"-18"-19"5041"0"0,16 19-6131 0 0,-1 0 0 0 0,1 0 0 0 0,-1 0 0 0 0,1 0 0 0 0,0 1 0 0 0,-1-1 0 0 0,1 0 0 0 0,0 1 0 0 0,-1 0 0 0 0,1-1 0 0 0,0 1 0 0 0,0 0 1 0 0,-1 0-1 0 0,1 1 0 0 0,0-1 0 0 0,0 0 0 0 0,0 1 0 0 0,1-1 0 0 0,-1 1 0 0 0,0-1 0 0 0,0 1 0 0 0,1 0 0 0 0,-1 0 0 0 0,1 0 0 0 0,0 0 0 0 0,-1 0 0 0 0,1 0 1 0 0,0 0-1 0 0,0 0 0 0 0,0 1 0 0 0,1-1 0 0 0,-1 0 0 0 0,1 1 0 0 0,-1-1 0 0 0,1 0 0 0 0,0 1 0 0 0,-1-1 0 0 0,1 0 0 0 0,0 1 0 0 0,1-1 0 0 0,-1 1 0 0 0,0-1 0 0 0,1 0 1 0 0,0 3-1 0 0,-1-4-92 0 0,1 1 1 0 0,-1-1 0 0 0,1 1 0 0 0,-1-1 0 0 0,1 1 0 0 0,-1-1 0 0 0,1 0-1 0 0,0 1 1 0 0,0-1 0 0 0,-1 0 0 0 0,1 0 0 0 0,0 0 0 0 0,0 0-1 0 0,0 1 1 0 0,1-1 0 0 0,-1 0 0 0 0,0-1 0 0 0,0 1 0 0 0,0 0-1 0 0,1 0 1 0 0,-1 0 0 0 0,1-1 0 0 0,-1 1 0 0 0,3 0 0 0 0,-2-1 388 0 0,26-27 460 0 0,-25 21-825 0 0,0 1 0 0 0,0-1 0 0 0,-1 1 0 0 0,1-1 0 0 0,-1 0 0 0 0,-1 0-1 0 0,1 0 1 0 0,-1 0 0 0 0,0 0 0 0 0,0-1 0 0 0,-1-6 0 0 0,0 11-296 0 0,0-7-229 0 0</inkml:trace>
</inkml:ink>
</file>

<file path=ppt/ink/ink4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4:22.8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0 544 0 0,'18'32'4769'0'0,"-7"24"-1223"0"0,-10-55-2744 0 0,-1 0-746 0 0,1-1 1 0 0,0 1-1 0 0,-1-1 0 0 0,1 0 0 0 0,0 1 1 0 0,-1-1-1 0 0,1 0 0 0 0,0 1 1 0 0,0-1-1 0 0,0 0 0 0 0,-1 0 1 0 0,1 0-1 0 0,0 0 0 0 0,0 0 1 0 0,0 0-1 0 0,-1 0 0 0 0,1 0 1 0 0,0 0-1 0 0,0 0 0 0 0,-1 0 1 0 0,1-1-1 0 0,0 1 0 0 0,0 0 1 0 0,-1 0-1 0 0,1-1 0 0 0,0 1 0 0 0,0-1 1 0 0,31-11 65 0 0,-26 9 41 0 0,2-1-32 0 0,1 1-1 0 0,0 1 1 0 0,0-1-1 0 0,0 1 1 0 0,0 1 0 0 0,0-1-1 0 0,0 2 1 0 0,11-1-1 0 0,-14 2-104 0 0,0 0 0 0 0,1 0 0 0 0,-1 1 0 0 0,0 0 0 0 0,0 0 0 0 0,-1 1-1 0 0,1-1 1 0 0,0 1 0 0 0,-1 0 0 0 0,1 1 0 0 0,-1-1 0 0 0,6 6 0 0 0,5 3-1352 0 0,-3-2-946 0 0,-6-4-2299 0 0</inkml:trace>
</inkml:ink>
</file>

<file path=ppt/ink/ink4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4:23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60 13721 0 0,'0'0'1342'0'0,"1"-4"-1159"0"0,-1 1-130 0 0,0 0 0 0 0,0 0 0 0 0,1 0 0 0 0,-1 0 0 0 0,1 0 0 0 0,0 0 0 0 0,0 0 0 0 0,0 0 0 0 0,0 0 0 0 0,1 1 0 0 0,-1-1 0 0 0,1 0 0 0 0,0 1 0 0 0,0-1 0 0 0,-1 1 0 0 0,2 0 0 0 0,2-3-1 0 0,-4 4-264 0 0,2 0 54 0 0,1-1-1253 0 0</inkml:trace>
</inkml:ink>
</file>

<file path=ppt/ink/ink4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4:25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208 129 552 0 0,'0'0'2022'0'0,"-17"2"-164"0"0,-1 13-1428 0 0,1 1 0 0 0,1 0 0 0 0,0 1-1 0 0,1 1 1 0 0,1 0 0 0 0,0 1 0 0 0,2 1-1 0 0,0 0 1 0 0,2 1 0 0 0,0 0 0 0 0,1 0-1 0 0,1 1 1 0 0,-7 32 0 0 0,13-46-221 0 0,1 1 0 0 0,0-1 0 0 0,0 1 1 0 0,1 0-1 0 0,0-1 0 0 0,3 15 0 0 0,-3-23-189 0 0,1 1 1 0 0,-1 0-1 0 0,0 0 1 0 0,1 0-1 0 0,0 0 0 0 0,-1 0 1 0 0,1 0-1 0 0,-1-1 0 0 0,1 1 1 0 0,0 0-1 0 0,0-1 1 0 0,-1 1-1 0 0,1 0 0 0 0,0-1 1 0 0,0 1-1 0 0,0-1 0 0 0,0 1 1 0 0,0-1-1 0 0,0 0 1 0 0,0 1-1 0 0,0-1 0 0 0,0 0 1 0 0,0 0-1 0 0,0 1 0 0 0,0-1 1 0 0,0 0-1 0 0,0 0 1 0 0,0 0-1 0 0,0 0 0 0 0,0 0 1 0 0,0-1-1 0 0,0 1 1 0 0,0 0-1 0 0,0 0 0 0 0,0-1 1 0 0,-1 1-1 0 0,2-1 0 0 0,33-11 345 0 0,-25 6-293 0 0,-1 0 1 0 0,1 0 0 0 0,-1-1-1 0 0,-1-1 1 0 0,1 1-1 0 0,-1-1 1 0 0,0 0-1 0 0,6-11 1 0 0,5-8 76 0 0,22-42 0 0 0,-24 38-106 0 0,-15 28-81 0 0,1 0 0 0 0,-1 0 0 0 0,0 1 0 0 0,1-1 1 0 0,0 0-1 0 0,-1 1 0 0 0,1 0 0 0 0,0 0 0 0 0,0 0 0 0 0,0 0 0 0 0,1 0 1 0 0,-1 1-1 0 0,5-3 0 0 0,53-12-243 0 0,-13 3 135 0 0,-40 10 145 0 0,0 0 0 0 0,0-1 0 0 0,-1 0 0 0 0,1 0 0 0 0,-1-1 0 0 0,0 0 0 0 0,0 0 0 0 0,0-1 1 0 0,-1 0-1 0 0,0 0 0 0 0,0 0 0 0 0,0-1 0 0 0,-1 0 0 0 0,0 0 0 0 0,0 0 0 0 0,-1-1 0 0 0,0 0 1 0 0,0 0-1 0 0,-1 0 0 0 0,5-16 0 0 0,-7 12 95 0 0,1 0 0 0 0,-2 0 1 0 0,0-1-1 0 0,0 1 0 0 0,-3-14 0 0 0,3 18-87 0 0,-1 6 15 0 0,-1 7-74 0 0,-4 7 45 0 0,1 1 0 0 0,0 0 0 0 0,1 1 0 0 0,0-1 0 0 0,1 1 0 0 0,-1 14-1 0 0,-6 94 1 0 0,6-64 1 0 0,-37 476 4 0 0,34-467-5 0 0,-24 102-1 0 0,26-150 62 0 0,-1 1-1 0 0,-1-1 0 0 0,0 0 0 0 0,-2 0 1 0 0,0-1-1 0 0,-1 0 0 0 0,0 0 1 0 0,-2-1-1 0 0,-19 22 0 0 0,30-38-23 0 0,1 0-1 0 0,-1 0 0 0 0,0 0 0 0 0,0 0 1 0 0,0 0-1 0 0,0 0 0 0 0,0 0 0 0 0,0 0 1 0 0,0-1-1 0 0,-1 1 0 0 0,1 0 1 0 0,0-1-1 0 0,0 1 0 0 0,0-1 0 0 0,-1 1 1 0 0,1-1-1 0 0,0 0 0 0 0,-1 1 0 0 0,1-1 1 0 0,0 0-1 0 0,-1 0 0 0 0,1 0 1 0 0,0 0-1 0 0,-1 0 0 0 0,1 0 0 0 0,0 0 1 0 0,-1-1-1 0 0,1 1 0 0 0,0 0 0 0 0,-1-1 1 0 0,1 1-1 0 0,0-1 0 0 0,0 1 1 0 0,0-1-1 0 0,-1 0 0 0 0,1 0 0 0 0,0 1 1 0 0,0-1-1 0 0,0 0 0 0 0,0 0 0 0 0,0 0 1 0 0,0 0-1 0 0,1 0 0 0 0,-1 0 1 0 0,0 0-1 0 0,0 0 0 0 0,1-1 0 0 0,-1 1 1 0 0,0-2-1 0 0,-3-5 48 0 0,0 0 1 0 0,1 0-1 0 0,0 0 1 0 0,0 0-1 0 0,1-1 0 0 0,-2-11 1 0 0,2 6-112 0 0,1-1-1 0 0,1 0 1 0 0,0 1 0 0 0,1-1-1 0 0,1 0 1 0 0,0 1 0 0 0,1-1 0 0 0,8-24-1 0 0,-3 17-781 0 0,2 0 1 0 0,0 1-1 0 0,2 0 0 0 0,22-31 0 0 0,-12 14-5496 0 0,-16 28 3289 0 0</inkml:trace>
</inkml:ink>
</file>

<file path=ppt/ink/ink4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4:28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88 968 0 0,'-10'-54'5852'0'0,"4"20"1357"0"0,4 64-5573 0 0,4 76-1340 0 0,-5 0 1 0 0,-22 139-1 0 0,8-138-116 0 0,17-90 499 0 0,6-28 330 0 0,1-3-1139 0 0,26-35 144 0 0,1 2 0 0 0,74-78 0 0 0,94-67-276 0 0,-115 114 318 0 0,-23 20 125 0 0,-63 57-154 0 0,2-2 3 0 0,-3 4-33 0 0,0-1 0 0 0,0 0 1 0 0,0 0-1 0 0,0 0 1 0 0,1 0-1 0 0,-1 0 0 0 0,0 0 1 0 0,0 0-1 0 0,0 0 1 0 0,0 0-1 0 0,0 0 0 0 0,0 0 1 0 0,0 1-1 0 0,1-1 1 0 0,-1 0-1 0 0,0 0 0 0 0,0 0 1 0 0,0 0-1 0 0,0 0 1 0 0,0 0-1 0 0,0 0 0 0 0,0 0 1 0 0,1 0-1 0 0,-1 0 1 0 0,0 0-1 0 0,0 0 0 0 0,0 0 1 0 0,0 0-1 0 0,0 0 1 0 0,0 0-1 0 0,1-1 0 0 0,-1 1 1 0 0,0 0-1 0 0,0 0 1 0 0,0 0-1 0 0,0 0 0 0 0,0 0 1 0 0,0 0-1 0 0,0 0 1 0 0,0 0-1 0 0,1 0 0 0 0,-1 0 1 0 0,0 0-1 0 0,0-1 1 0 0,0 1-1 0 0,0 0 0 0 0,0 0 1 0 0,0 0-1 0 0,0 0 1 0 0,0 0-1 0 0,0 0 0 0 0,0 0 1 0 0,0-1-1 0 0,0 1 1 0 0,0 0-1 0 0,0 0 0 0 0,0 0 1 0 0,0 0-1 0 0,0 0 1 0 0,-3 13-1 0 0,-1 0 1 0 0,0 0-1 0 0,-2 0 1 0 0,1-1 0 0 0,-1 0-1 0 0,-1 0 1 0 0,0 0-1 0 0,-1-1 1 0 0,-12 15-1 0 0,-4 3 16 0 0,-1-2 0 0 0,-40 34 0 0 0,56-53 8 0 0,-1-1 1 0 0,0 0 0 0 0,0 0-1 0 0,0-1 1 0 0,-1 0 0 0 0,0 0-1 0 0,0-2 1 0 0,-1 1-1 0 0,1-1 1 0 0,-1-1 0 0 0,0 0-1 0 0,0-1 1 0 0,0 0 0 0 0,-13 0-1 0 0,24-2 5 0 0,-11 2-69 0 0,11-2 37 0 0,1 0-1 0 0,0 0 0 0 0,0 0 1 0 0,-1 0-1 0 0,1 0 0 0 0,0 0 1 0 0,0 0-1 0 0,-1 0 0 0 0,1 0 1 0 0,0 0-1 0 0,-1 1 1 0 0,1-1-1 0 0,0 0 0 0 0,0 0 1 0 0,-1 0-1 0 0,1 0 0 0 0,0 1 1 0 0,0-1-1 0 0,0 0 0 0 0,-1 0 1 0 0,1 0-1 0 0,0 1 0 0 0,0-1 1 0 0,0 0-1 0 0,0 0 1 0 0,-1 1-1 0 0,1-1 0 0 0,0 0 1 0 0,0 0-1 0 0,0 1 0 0 0,0-1 1 0 0,0 0-1 0 0,0 0 0 0 0,0 1 1 0 0,0-1-1 0 0,0 0 0 0 0,0 1 1 0 0,0-1-1 0 0,0 0 0 0 0,0 0 1 0 0,0 1-1 0 0,0-1 1 0 0,0 0-1 0 0,0 1 0 0 0,0-1 1 0 0,0 0-1 0 0,1 1 0 0 0,26 21-8 0 0,2-1-1 0 0,0-2 1 0 0,39 20-1 0 0,107 44 15 0 0,-48-25-1 0 0,-85-41 14 0 0,-31-13-10 0 0,1 1-1 0 0,-2 0 1 0 0,1 0 0 0 0,0 1-1 0 0,11 8 1 0 0,-20-13-5 0 0,-1 0-1 0 0,0 0 1 0 0,1 0 0 0 0,-1 0 0 0 0,1-1-1 0 0,-1 1 1 0 0,1 0 0 0 0,-1-1-1 0 0,1 1 1 0 0,-1-1 0 0 0,1 0-1 0 0,-1 0 1 0 0,1 1 0 0 0,2-1 0 0 0,-3 0-305 0 0,0 0 0 0 0,-1 0 0 0 0,1 0 1 0 0,-1 0-1 0 0,1 0 0 0 0,0-1 0 0 0,-1 1 1 0 0,1 0-1 0 0,-1 0 0 0 0,1 0 0 0 0,-1 0 1 0 0,1-1-1 0 0,-1 1 0 0 0,1 0 0 0 0,-1-1 1 0 0,1 1-1 0 0,-1 0 0 0 0,1-1 0 0 0,-1 1 1 0 0,0 0-1 0 0,1-1 0 0 0,-1 1 0 0 0,1-1 1 0 0,-1 1-1 0 0,0-1 0 0 0,0 1 0 0 0,1-1 1 0 0,-1 1-1 0 0,0-1 0 0 0,0 1 0 0 0,1-1 1 0 0,-1 1-1 0 0,0-1 0 0 0,0 0 0 0 0,0 0 1 0 0</inkml:trace>
</inkml:ink>
</file>

<file path=ppt/ink/ink4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4:30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59 109 268 0 0,'5'-5'10243'0'0,"2"42"-9803"0"0,1 46 0 0 0,-1-3-121 0 0,-5-64-245 0 0,-1-1 0 0 0,-1 1 0 0 0,-1-1 0 0 0,0 0 0 0 0,-5 21 0 0 0,6-35-17 0 0,-10 31 1649 0 0,8-31-1133 0 0,-1-4-418 0 0,-3-4-84 0 0,0 1-1 0 0,0-1 1 0 0,1 0-1 0 0,0 0 0 0 0,1 0 1 0 0,-1-1-1 0 0,2 1 0 0 0,-1-1 1 0 0,1 0-1 0 0,0 0 1 0 0,-2-12-1 0 0,1 6-72 0 0,2 0 0 0 0,0-1-1 0 0,1 1 1 0 0,0-1 0 0 0,1 1 0 0 0,2-19 0 0 0,0 12-38 0 0,0 7 3 0 0,-1-1-1 0 0,2 1 1 0 0,-1 0-1 0 0,2 0 0 0 0,0 0 1 0 0,11-24-1 0 0,-12 31 13 0 0,1 0 0 0 0,0 0-1 0 0,0 0 1 0 0,1 1 0 0 0,0 0 0 0 0,0 0 0 0 0,0 0-1 0 0,1 0 1 0 0,10-7 0 0 0,-13 11 13 0 0,0 0-1 0 0,0 1 1 0 0,0-1 0 0 0,-1 1-1 0 0,1 0 1 0 0,1 0 0 0 0,-1 0-1 0 0,0 0 1 0 0,0 1 0 0 0,0-1-1 0 0,0 1 1 0 0,0 0 0 0 0,1 0-1 0 0,-1 0 1 0 0,0 0 0 0 0,0 0-1 0 0,0 1 1 0 0,0 0 0 0 0,1-1 0 0 0,-1 1-1 0 0,0 0 1 0 0,0 0 0 0 0,0 1-1 0 0,-1-1 1 0 0,1 1 0 0 0,3 1-1 0 0,44 30 44 0 0,-2 2 0 0 0,-1 2 1 0 0,-2 3-1 0 0,78 87 0 0 0,-53-42 117 0 0,-69-83-142 0 0,-1-2-74 0 0,1 1-1 0 0,-1 0 0 0 0,0-1 0 0 0,0 1 0 0 0,1 0 0 0 0,-1-1 1 0 0,0 1-1 0 0,0 0 0 0 0,0-1 0 0 0,0 1 0 0 0,0 0 0 0 0,0 0 1 0 0,0-1-1 0 0,0 1 0 0 0,0 0 0 0 0,0-1 0 0 0,0 1 0 0 0,-1 0 1 0 0,1-1-1 0 0,0 1 0 0 0,0 0 0 0 0,-1-1 0 0 0,1 1 0 0 0,0-1 0 0 0,-1 1 1 0 0,1 0-1 0 0,0-1 0 0 0,-1 1 0 0 0,1-1 0 0 0,-1 1 0 0 0,1-1 1 0 0,-1 1-1 0 0,1-1 0 0 0,-1 0 0 0 0,0 1 0 0 0,0 0 0 0 0,-43-9-6979 0 0</inkml:trace>
</inkml:ink>
</file>

<file path=ppt/ink/ink4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4:30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66 1056 0 0,'0'0'1080'0'0,"0"0"-1000"0"0,0 0-1 0 0,-1 0 0 0 0,1 0 1 0 0,0 0-1 0 0,0 0 1 0 0,0 0-1 0 0,-1 0 0 0 0,1 0 1 0 0,0 0-1 0 0,0 0 1 0 0,0 0-1 0 0,-1 0 0 0 0,1 0 1 0 0,0-1-1 0 0,0 1 1 0 0,0 0-1 0 0,0 0 0 0 0,0 0 1 0 0,-1 0-1 0 0,1 0 1 0 0,0-1-1 0 0,0 1 0 0 0,0 0 1 0 0,0 0-1 0 0,0 0 1 0 0,0 0-1 0 0,0-1 0 0 0,-1 1 1 0 0,1 0-1 0 0,0 0 1 0 0,0 0-1 0 0,0-1 0 0 0,0 1 1 0 0,0 0-1 0 0,0 0 1 0 0,0 0-1 0 0,0-1 0 0 0,0 1 1 0 0,0 0-1 0 0,0 0 1 0 0,0 0-1 0 0,0-1 0 0 0,1 1 1 0 0,-1 0-1 0 0,0 0 1 0 0,0 0-1 0 0,0-1 1 0 0,0 1-1 0 0,0 0 0 0 0,0 0 1 0 0,0 0-1 0 0,0 0 1 0 0,1-1-1 0 0,7-4 203 0 0,0 1 1 0 0,0-1-1 0 0,1 1 1 0 0,-1 1-1 0 0,1-1 1 0 0,0 2-1 0 0,0-1 1 0 0,16-1-1 0 0,87-8 629 0 0,-75 10-781 0 0,82-6-1267 0 0,-41 6-3841 0 0,-56 2 2786 0 0</inkml:trace>
</inkml:ink>
</file>

<file path=ppt/ink/ink4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4:31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32 185 436 0 0,'0'0'2923'0'0,"15"0"407"0"0,-6 8-2991 0 0,0 1 0 0 0,-1-1-1 0 0,1 1 1 0 0,-1 1 0 0 0,-1 0 0 0 0,0 0 0 0 0,-1 0 0 0 0,0 1 0 0 0,0 0 0 0 0,-1 0 0 0 0,0 0 0 0 0,5 21 0 0 0,4 6 236 0 0,-13-37-548 0 0,-1-1-1 0 0,1 1 1 0 0,-1 0-1 0 0,0-1 0 0 0,1 1 1 0 0,-1-1-1 0 0,0 1 1 0 0,1 0-1 0 0,-1-1 1 0 0,0 1-1 0 0,0 0 0 0 0,0-1 1 0 0,0 1-1 0 0,0 0 1 0 0,0-1-1 0 0,1 1 1 0 0,-2 0-1 0 0,1-1 0 0 0,0 1 1 0 0,0 0-1 0 0,0-1 1 0 0,0 1-1 0 0,0 0 0 0 0,0-1 1 0 0,-1 1-1 0 0,1 0 1 0 0,0-1-1 0 0,-1 1 1 0 0,1 0-1 0 0,0-1 0 0 0,-1 1 1 0 0,1-1-1 0 0,-1 1 1 0 0,-22-3 814 0 0,-17-19-192 0 0,31 14-519 0 0,1-1 1 0 0,0 0 0 0 0,1 0-1 0 0,0-1 1 0 0,0 0-1 0 0,1 0 1 0 0,0-1 0 0 0,1 1-1 0 0,0-1 1 0 0,0-1 0 0 0,-5-18-1 0 0,7 22-69 0 0,1-1 0 0 0,1 1 0 0 0,-1-1 0 0 0,1 0 0 0 0,0 1 0 0 0,1-1 0 0 0,0 0 0 0 0,0 0 0 0 0,1 0 0 0 0,0 0 0 0 0,0 1 0 0 0,1-1 0 0 0,0 1 0 0 0,0-1 0 0 0,1 1 0 0 0,0-1 0 0 0,4-7 0 0 0,-1 7-16 0 0,-1-1 0 0 0,2 1 1 0 0,-1 0-1 0 0,1 0 0 0 0,0 1 1 0 0,1 0-1 0 0,0 0 0 0 0,12-8 1 0 0,-14 12-64 0 0,-1 0 0 0 0,0 0-1 0 0,1 1 1 0 0,0-1 0 0 0,-1 1 0 0 0,1 1 0 0 0,0-1 0 0 0,0 1 0 0 0,0 0 0 0 0,0 0 0 0 0,0 1 0 0 0,0 0 0 0 0,0 0-1 0 0,0 0 1 0 0,12 3 0 0 0,-13-2-56 0 0,1 0 0 0 0,-1 1-1 0 0,0 0 1 0 0,0 0 0 0 0,0 0-1 0 0,0 1 1 0 0,0-1 0 0 0,0 1-1 0 0,-1 0 1 0 0,0 1 0 0 0,1-1 0 0 0,-1 1-1 0 0,0 0 1 0 0,-1 0 0 0 0,1 0-1 0 0,-1 0 1 0 0,0 1 0 0 0,0-1-1 0 0,5 11 1 0 0,-6-11 26 0 0,-1 0 0 0 0,0 0 0 0 0,1 0 0 0 0,-2 1 0 0 0,1-1 0 0 0,0 0-1 0 0,-1 1 1 0 0,0-1 0 0 0,0 1 0 0 0,0-1 0 0 0,-1 0 0 0 0,1 1 0 0 0,-1-1 0 0 0,0 0 0 0 0,0 1 0 0 0,-1-1 0 0 0,1 0 0 0 0,-1 0-1 0 0,0 0 1 0 0,0 0 0 0 0,0 0 0 0 0,-1-1 0 0 0,1 1 0 0 0,-6 5 0 0 0,-39 34 381 0 0,46-42-99 0 0,1-1-226 0 0,-1 0 1 0 0,1 0-1 0 0,0 0 1 0 0,-1 0-1 0 0,1 0 0 0 0,0 0 1 0 0,-1 0-1 0 0,1 0 1 0 0,0 0-1 0 0,-1 0 1 0 0,1 0-1 0 0,0 0 1 0 0,-1 0-1 0 0,1 0 1 0 0,0 0-1 0 0,-1 0 0 0 0,1 0 1 0 0,0 1-1 0 0,-1-1 1 0 0,1 0-1 0 0,0 0 1 0 0,0 0-1 0 0,-1 1 1 0 0,1-1-1 0 0,0 0 1 0 0,0 0-1 0 0,-1 1 1 0 0,1-1-1 0 0,0 0 0 0 0,0 0 1 0 0,0 1-1 0 0,-1-1 1 0 0,1 0-1 0 0,0 1 1 0 0,0-1-1 0 0,6 13 377 0 0,23 8-160 0 0,70 12-14 0 0,116 43-3276 0 0,-179-60 1014 0 0,-11-4-2776 0 0,-10-5 1508 0 0</inkml:trace>
</inkml:ink>
</file>

<file path=ppt/ink/ink4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4:31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101 261 460 0 0,'0'0'4426'0'0,"4"3"-3902"0"0,1-1-348 0 0,-1 1 0 0 0,0 0 0 0 0,0 0 0 0 0,-1 0 0 0 0,1 1 0 0 0,-1-1 0 0 0,1 1 0 0 0,-1 0 0 0 0,0 0 0 0 0,0 0 0 0 0,-1 0 0 0 0,1 1 0 0 0,-1-1 0 0 0,0 1 0 0 0,0-1 0 0 0,-1 1 0 0 0,1 0 0 0 0,-1 0 0 0 0,0 0 0 0 0,0-1 0 0 0,-1 1 0 0 0,1 6 0 0 0,-1-10-135 0 0,-1 0 0 0 0,1 0 0 0 0,0 0 0 0 0,0 0 1 0 0,0-1-1 0 0,-1 1 0 0 0,1 0 0 0 0,-1 0 1 0 0,1 0-1 0 0,-1 0 0 0 0,1 0 0 0 0,-1 0 0 0 0,1-1 1 0 0,-1 1-1 0 0,1 0 0 0 0,-1 0 0 0 0,0-1 1 0 0,0 1-1 0 0,1-1 0 0 0,-1 1 0 0 0,0 0 1 0 0,0-1-1 0 0,0 0 0 0 0,0 1 0 0 0,0-1 0 0 0,1 1 1 0 0,-1-1-1 0 0,0 0 0 0 0,0 0 0 0 0,0 1 1 0 0,0-1-1 0 0,0 0 0 0 0,0 0 0 0 0,0 0 0 0 0,0 0 1 0 0,0 0-1 0 0,0 0 0 0 0,0-1 0 0 0,0 1 1 0 0,0 0-1 0 0,0 0 0 0 0,0-1 0 0 0,0 1 1 0 0,0 0-1 0 0,0-1 0 0 0,-4-1 33 0 0,1 1 0 0 0,-1-1 0 0 0,1 0 0 0 0,0 0-1 0 0,0 0 1 0 0,0-1 0 0 0,-7-5 0 0 0,2-1 26 0 0,0-1 0 0 0,1-1 0 0 0,0 1 0 0 0,0-2 0 0 0,1 1 0 0 0,1-1 0 0 0,0 0 0 0 0,0 0 0 0 0,1 0 0 0 0,1-1 0 0 0,-5-19 1 0 0,8 25-86 0 0,0 0 0 0 0,0-1 0 0 0,1 1 0 0 0,0 0 0 0 0,0-1 0 0 0,1 1 0 0 0,0 0 0 0 0,0-1 0 0 0,1 1 0 0 0,0 0 0 0 0,0 0 0 0 0,1 0 0 0 0,-1 1 0 0 0,2-1 0 0 0,-1 0 0 0 0,1 1 0 0 0,0 0 0 0 0,0 0 0 0 0,0 0 0 0 0,1 1 0 0 0,0-1 0 0 0,11-8 0 0 0,-11 9 0 0 0,0 1-1 0 0,1 0 1 0 0,0 1-1 0 0,0-1 1 0 0,0 1-1 0 0,0 0 1 0 0,1 0-1 0 0,-1 1 1 0 0,1 0 0 0 0,-1 0-1 0 0,1 0 1 0 0,0 1-1 0 0,0 0 1 0 0,7 0-1 0 0,-3 2 0 0 0,0-1 0 0 0,1 2 0 0 0,-1-1 0 0 0,0 2 0 0 0,0-1 0 0 0,0 2 0 0 0,19 7 0 0 0,7 8 51 0 0,-2 2 0 0 0,0 1 0 0 0,54 45 1 0 0,-78-59-32 0 0,122 105 305 0 0,-119-99-319 0 0,0 0 0 0 0,0 2 0 0 0,-2-1 1 0 0,0 2-1 0 0,-1 0 0 0 0,14 26 0 0 0,-24-41-114 0 0,-1 0 0 0 0,1 0 0 0 0,-1 1 0 0 0,1-1 1 0 0,-1 0-1 0 0,0 0 0 0 0,0 0 0 0 0,0 0 0 0 0,0 1 0 0 0,0-1 0 0 0,0 0 0 0 0,-1 0 0 0 0,1 0 0 0 0,-1 1 1 0 0,1-1-1 0 0,-1 0 0 0 0,0 0 0 0 0,0 0 0 0 0,0 0 0 0 0,0 0 0 0 0,-2 2 0 0 0,2-3-299 0 0,0 1 1 0 0,0-1-1 0 0,0 0 0 0 0,-1 1 0 0 0,1-1 0 0 0,-1 0 0 0 0,1 0 0 0 0,-1 0 0 0 0,1 0 1 0 0,-1 0-1 0 0,1 0 0 0 0,-1-1 0 0 0,0 1 0 0 0,0-1 0 0 0,1 1 0 0 0,-1-1 0 0 0,-4 1 0 0 0,-11 0-2677 0 0</inkml:trace>
</inkml:ink>
</file>

<file path=ppt/ink/ink4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4:32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88 984 0 0,'4'-3'1134'0'0,"3"-3"-357"0"0,1 0 0 0 0,0 1 0 0 0,0 0 0 0 0,1 0 0 0 0,0 0 0 0 0,10-3 0 0 0,3 1-69 0 0,-1 0 0 0 0,24-3 0 0 0,130-11-1782 0 0,-94 21-3645 0 0,-58 0 2531 0 0</inkml:trace>
</inkml:ink>
</file>

<file path=ppt/ink/ink4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4:33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1 424 0 0,'1'1'9962'0'0,"8"20"-9864"0"0,-5 1 260 0 0,-1 1 1 0 0,-1 0-1 0 0,-1-1 0 0 0,-2 35 0 0 0,-1-6-26 0 0,3-27-155 0 0,-2 0-1 0 0,-1 0 0 0 0,-7 32 1 0 0,9-55-133 0 0,1 11 75 0 0,-1-12-112 0 0,0 0 0 0 0,0 1 0 0 0,0-1 1 0 0,0 0-1 0 0,0 0 0 0 0,0 1 0 0 0,0-1 1 0 0,0 0-1 0 0,0 1 0 0 0,0-1 0 0 0,0 0 0 0 0,0 1 1 0 0,0-1-1 0 0,0 0 0 0 0,1 0 0 0 0,-1 1 0 0 0,0-1 1 0 0,0 0-1 0 0,0 1 0 0 0,0-1 0 0 0,1 0 0 0 0,-1 0 1 0 0,0 0-1 0 0,0 1 0 0 0,1-1 0 0 0,-1 0 1 0 0,0 0-1 0 0,0 0 0 0 0,1 0 0 0 0,-1 1 0 0 0,0-1 1 0 0,1 0-1 0 0,-1 0 0 0 0,0 0 0 0 0,0 0 0 0 0,1 0 1 0 0,-1 0-1 0 0,0 0 0 0 0,1 0 0 0 0,-1 0 1 0 0,0 0-1 0 0,1 0 0 0 0,22-14-190 0 0,0-1 0 0 0,-1-1 0 0 0,39-37 1 0 0,-2 2-219 0 0,-34 31 297 0 0,116-88-134 0 0,-93 80 482 0 0,-35 22-83 0 0,-1-2 1 0 0,1 0 0 0 0,13-11 0 0 0,-25 18-112 0 0,-1 1-48 0 0,1 0 0 0 0,-1-1 0 0 0,0 1 0 0 0,0 0 0 0 0,1 0 0 0 0,-1 0 0 0 0,0 0 0 0 0,1 0 0 0 0,-1-1 0 0 0,0 1 0 0 0,1 0 0 0 0,-1 0 0 0 0,0 0 0 0 0,1 0-1 0 0,-1 0 1 0 0,0 0 0 0 0,1 0 0 0 0,-1 0 0 0 0,0 0 0 0 0,1 0 0 0 0,-1 0 0 0 0,0 1 0 0 0,1-1 0 0 0,-1 0 0 0 0,0 0 0 0 0,1 0 0 0 0,-1 0 0 0 0,0 0 0 0 0,0 1 0 0 0,1-1 0 0 0,-1 0 0 0 0,0 0 0 0 0,0 0-1 0 0,1 1 1 0 0,-1-1 0 0 0,0 0 0 0 0,0 0 0 0 0,1 1 0 0 0,-1 2 1 0 0,-1 16 36 0 0,-2-13-32 0 0,1-1-1 0 0,-1 0 1 0 0,0 0-1 0 0,0 0 1 0 0,0 0 0 0 0,-1 0-1 0 0,1 0 1 0 0,-1-1-1 0 0,0 0 1 0 0,-1 0-1 0 0,1 0 1 0 0,-1 0 0 0 0,0-1-1 0 0,-7 5 1 0 0,0 0 4 0 0,-8 5 130 0 0,-1 0-1 0 0,0-1 1 0 0,-1-2 0 0 0,-1 0-1 0 0,-36 11 1 0 0,58-21-111 0 0,0 0 0 0 0,0 0-1 0 0,-1 1 1 0 0,1-1 0 0 0,0 0 0 0 0,0 0 0 0 0,0 1 0 0 0,0-1 0 0 0,0 1 0 0 0,0-1 0 0 0,0 1 0 0 0,0-1 0 0 0,0 1 0 0 0,0 0 0 0 0,0-1 0 0 0,0 1 0 0 0,1 0 0 0 0,-1 0 0 0 0,0 0-1 0 0,0 0 1 0 0,1 0 0 0 0,-1 0 0 0 0,0 0 0 0 0,1 0 0 0 0,-1 0 0 0 0,1 0 0 0 0,0 0 0 0 0,-1 1 0 0 0,1 0-20 0 0,1 0 0 0 0,-1 0-1 0 0,1-1 1 0 0,0 1 0 0 0,-1 0 0 0 0,1-1 0 0 0,0 1-1 0 0,0-1 1 0 0,0 1 0 0 0,0-1 0 0 0,0 0 0 0 0,1 1-1 0 0,-1-1 1 0 0,0 0 0 0 0,3 2 0 0 0,8 6-18 0 0,0-2 0 0 0,0 1 0 0 0,18 7 1 0 0,42 16 127 0 0,1-4 0 0 0,1-3-1 0 0,1-3 1 0 0,1-4 0 0 0,78 9 0 0 0,-37-10 3638 0 0,-114-16-4130 0 0</inkml:trace>
</inkml:ink>
</file>

<file path=ppt/ink/ink4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4:37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1065 504 0 0,'2'14'7008'0'0,"3"-14"-3685"0"0,1-11-2331 0 0,-3 4-1131 0 0,94-186 3162 0 0,-65 136-2660 0 0,-3-2 1 0 0,41-117-1 0 0,-66 159-314 0 0,-1 0-1 0 0,-1-1 1 0 0,-1 1-1 0 0,0-1 0 0 0,-1 1 1 0 0,-4-29-1 0 0,3 45-52 0 0,1-1-1 0 0,0 1 0 0 0,-1-1 1 0 0,1 1-1 0 0,0 0 0 0 0,-1-1 1 0 0,0 1-1 0 0,1-1 1 0 0,-1 1-1 0 0,0 0 0 0 0,0-1 1 0 0,0 1-1 0 0,0 0 0 0 0,0 0 1 0 0,0 0-1 0 0,0 0 1 0 0,0 0-1 0 0,0 0 0 0 0,0 0 1 0 0,-1 0-1 0 0,1 0 0 0 0,0 0 1 0 0,-1 1-1 0 0,1-1 1 0 0,-1 0-1 0 0,1 1 0 0 0,0 0 1 0 0,-1-1-1 0 0,-2 1 0 0 0,2-1-28 0 0,-1 2-23 0 0,-1-1 0 0 0,0 1-1 0 0,1-1 1 0 0,-1 1 0 0 0,1 0-1 0 0,-1 0 1 0 0,1 1 0 0 0,-1-1-1 0 0,1 1 1 0 0,-6 4 0 0 0,9-4 26 0 0,-1 1 1 0 0,1 0 0 0 0,0 0-1 0 0,0 0 1 0 0,0 0 0 0 0,0 0-1 0 0,0-1 1 0 0,1 1 0 0 0,-1 0-1 0 0,1 0 1 0 0,0 0 0 0 0,0-1-1 0 0,0 1 1 0 0,0 0 0 0 0,1-1-1 0 0,-1 1 1 0 0,1-1 0 0 0,-1 1-1 0 0,1-1 1 0 0,0 0 0 0 0,0 0-1 0 0,0 0 1 0 0,0 0 0 0 0,0 0-1 0 0,3 2 1 0 0,14 13-158 0 0,38 26 0 0 0,-42-32 35 0 0,22 19-460 0 0,-1 2 0 0 0,57 68 0 0 0,-31-32-234 0 0,-58-64 796 0 0,0-1 1 0 0,-1 0-1 0 0,1 0 1 0 0,0 0 0 0 0,0 0-1 0 0,1-1 1 0 0,-1 0-1 0 0,0 0 1 0 0,1 0 0 0 0,0 0-1 0 0,-1 0 1 0 0,1-1-1 0 0,0 0 1 0 0,0 0-1 0 0,4 0 1 0 0,1-1-45 0 0,-1 0 1 0 0,0 0-1 0 0,0-1 1 0 0,0-1-1 0 0,0 1 0 0 0,0-1 1 0 0,14-5-1 0 0,-5 0-12 0 0,-1-1 0 0 0,0 0 0 0 0,-1-1 0 0 0,0-1 0 0 0,0-1 0 0 0,-1 0 0 0 0,18-17-1 0 0,-27 22 150 0 0,1-1-1 0 0,-1 0 0 0 0,-1 1 0 0 0,0-2 0 0 0,0 1 0 0 0,0-1 0 0 0,-1 0 1 0 0,0 0-1 0 0,0 0 0 0 0,-1 0 0 0 0,0 0 0 0 0,0-1 0 0 0,-1 0 0 0 0,2-15 1 0 0,-4 21-14 0 0,-1 0 1 0 0,1 1 0 0 0,-1-1-1 0 0,0 0 1 0 0,1 1 0 0 0,-1-1-1 0 0,0 1 1 0 0,-1-1 0 0 0,1 1-1 0 0,0 0 1 0 0,-1-1 0 0 0,1 1-1 0 0,-1 0 1 0 0,0 0 0 0 0,1 0-1 0 0,-1 0 1 0 0,0 0 0 0 0,0 0-1 0 0,-1 1 1 0 0,1-1 0 0 0,0 1-1 0 0,0-1 1 0 0,-5-1 0 0 0,5 3-4 0 0,-24 16 44 0 0,24-14-65 0 0,0 0 1 0 0,1 0-1 0 0,-1 1 0 0 0,0-1 0 0 0,1 0 0 0 0,0 1 1 0 0,0-1-1 0 0,0 1 0 0 0,0 0 0 0 0,0-1 0 0 0,0 1 0 0 0,1 0 1 0 0,-1 0-1 0 0,1 0 0 0 0,0-1 0 0 0,0 1 0 0 0,0 0 0 0 0,0 0 1 0 0,0 3-1 0 0,2-1 3 0 0,-1 0 0 0 0,1 0 0 0 0,0 0 0 0 0,0 0 0 0 0,0-1 0 0 0,1 1 0 0 0,-1-1 0 0 0,1 1 0 0 0,7 6 0 0 0,-3-2 7 0 0,2-1 0 0 0,-1 0-1 0 0,1 0 1 0 0,0-1 0 0 0,1 0 0 0 0,0-1-1 0 0,0 0 1 0 0,18 8 0 0 0,-16-11 3 0 0,0 0 0 0 0,0-1 0 0 0,1 0 0 0 0,-1-1 0 0 0,1 0 0 0 0,-1-1 0 0 0,1 0 0 0 0,0-1 0 0 0,-1 0 0 0 0,1-1 0 0 0,-1-1-1 0 0,0 0 1 0 0,0-1 0 0 0,0 0 0 0 0,0 0 0 0 0,-1-2 0 0 0,0 1 0 0 0,0-1 0 0 0,0-1 0 0 0,0 0 0 0 0,-1-1 0 0 0,-1 0 0 0 0,1 0 0 0 0,-1-1 0 0 0,0 0 0 0 0,-1-1 0 0 0,0 1 0 0 0,-1-2 0 0 0,7-12 0 0 0,4-9 102 0 0,-1-2 1 0 0,17-51 0 0 0,-29 70-98 0 0,0-1 0 0 0,-2 0 0 0 0,0-1 0 0 0,-1 1 0 0 0,0 0 0 0 0,-2-1-1 0 0,0 1 1 0 0,-2-18 0 0 0,0 11 11 0 0,-2-1-1 0 0,-11-38 1 0 0,12 52-35 0 0,-1 1 0 0 0,0-1-1 0 0,-1 1 1 0 0,0 0 0 0 0,0 1 0 0 0,-1-1 0 0 0,0 1 0 0 0,-1 0 0 0 0,-11-11 0 0 0,17 19-2 0 0,1-1 1 0 0,-1 1 0 0 0,0-1-1 0 0,1 1 1 0 0,-1-1-1 0 0,1 1 1 0 0,-1 0 0 0 0,0-1-1 0 0,0 1 1 0 0,1 0 0 0 0,-1 0-1 0 0,0-1 1 0 0,0 1-1 0 0,1 0 1 0 0,-1 0 0 0 0,0 0-1 0 0,0 0 1 0 0,1 0-1 0 0,-1 0 1 0 0,0 0 0 0 0,0 0-1 0 0,1 0 1 0 0,-1 1 0 0 0,0-1-1 0 0,0 0 1 0 0,1 0-1 0 0,-1 1 1 0 0,0-1 0 0 0,1 0-1 0 0,-1 1 1 0 0,0-1-1 0 0,1 1 1 0 0,-1-1 0 0 0,1 1-1 0 0,-1-1 1 0 0,1 1 0 0 0,-1-1-1 0 0,1 1 1 0 0,-1-1-1 0 0,1 1 1 0 0,-1 0 0 0 0,1-1-1 0 0,0 1 1 0 0,-1 0-1 0 0,1 0 1 0 0,0-1 0 0 0,-1 2-1 0 0,-12 34-33 0 0,10-10 27 0 0,0 0 0 0 0,1 0 0 0 0,2 0-1 0 0,0 0 1 0 0,2 0 0 0 0,1 0 0 0 0,1 0 0 0 0,14 47-1 0 0,-13-55-7 0 0,1-1-1 0 0,0-1 0 0 0,1 1 0 0 0,1-1 0 0 0,1-1 0 0 0,0 1 0 0 0,1-1 1 0 0,0-1-1 0 0,1 0 0 0 0,1-1 0 0 0,0 0 0 0 0,1 0 0 0 0,27 19 0 0 0,-29-26-25 0 0,-1 0 0 0 0,1-1 0 0 0,0-1 0 0 0,0 0 0 0 0,0 0-1 0 0,1-1 1 0 0,-1 0 0 0 0,1-1 0 0 0,-1-1 0 0 0,1 0-1 0 0,0 0 1 0 0,0-1 0 0 0,0 0 0 0 0,-1-1 0 0 0,24-5 0 0 0,-12 0 28 0 0,-1-1 1 0 0,0 0 0 0 0,0-2-1 0 0,-1 0 1 0 0,0-2 0 0 0,0 0-1 0 0,19-16 1 0 0,-37 26 62 0 0,-1 0 0 0 0,0-1 1 0 0,1 1-1 0 0,-1-1 0 0 0,0 0 1 0 0,0 0-1 0 0,0 0 0 0 0,-1 0 0 0 0,1 0 1 0 0,0 0-1 0 0,-1 0 0 0 0,1-1 0 0 0,-1 1 1 0 0,0-1-1 0 0,2-3 0 0 0,-3 5 53 0 0,0 1-92 0 0,0 0 0 0 0,1 0 0 0 0,-1-1 0 0 0,0 1 0 0 0,0 0 0 0 0,0 0-1 0 0,0 0 1 0 0,0-1 0 0 0,1 1 0 0 0,-1 0 0 0 0,0 0 0 0 0,0-1 0 0 0,0 1-1 0 0,0 0 1 0 0,0 0 0 0 0,0-1 0 0 0,0 1 0 0 0,0 0 0 0 0,0 0 0 0 0,0-1-1 0 0,0 1 1 0 0,0 0 0 0 0,0 0 0 0 0,0-1 0 0 0,0 1 0 0 0,0 0 0 0 0,0 0-1 0 0,0-1 1 0 0,0 1 0 0 0,0 0 0 0 0,-1 0 0 0 0,1 0 0 0 0,0-1 0 0 0,0 1-1 0 0,0 0 1 0 0,0 0 0 0 0,0 0 0 0 0,-1-1 0 0 0,1 1 0 0 0,0 0 0 0 0,0 0 0 0 0,0 0-1 0 0,-1 0 1 0 0,1-1 0 0 0,0 1 0 0 0,0 0 0 0 0,-1 0 0 0 0,1 0 0 0 0,0 0-1 0 0,0 0 1 0 0,-1 0 0 0 0,-7 1 26 0 0,0 0 0 0 0,0 1 0 0 0,0 0-1 0 0,1 1 1 0 0,-1 0 0 0 0,0 0 0 0 0,1 0 0 0 0,0 1-1 0 0,0 0 1 0 0,-11 8 0 0 0,8-5 45 0 0,0 1 0 0 0,1 0 0 0 0,0 0 1 0 0,0 1-1 0 0,1 0 0 0 0,-13 17 0 0 0,20-23-33 0 0,-6 12 430 0 0,8-15-471 0 0,0 1-1 0 0,-1-1 0 0 0,1 1 1 0 0,-1-1-1 0 0,1 0 0 0 0,0 0 1 0 0,-1 1-1 0 0,1-1 0 0 0,0 0 1 0 0,-1 0-1 0 0,1 0 0 0 0,0 1 1 0 0,-1-1-1 0 0,1 0 0 0 0,0 0 1 0 0,0 0-1 0 0,-1 0 0 0 0,1 0 1 0 0,0-1-1 0 0,-1 1 0 0 0,1 0 1 0 0,0 0-1 0 0,-1 0 0 0 0,1-1 1 0 0,0 1-1 0 0,0-1 0 0 0,29-6-27 0 0,-18 4-147 0 0,1 0-1 0 0,0 0 0 0 0,0 1 0 0 0,0 1 1 0 0,0 0-1 0 0,24 1 0 0 0,9 10-223 0 0,-36-7 356 0 0,1 0-1 0 0,0-1 1 0 0,-1 0-1 0 0,1-1 0 0 0,0 0 1 0 0,0-1-1 0 0,0 0 1 0 0,0 0-1 0 0,12-3 0 0 0,-6-1 88 0 0,0-1 0 0 0,-1 0-1 0 0,0-2 1 0 0,0 1 0 0 0,0-2-1 0 0,-1 0 1 0 0,0-1 0 0 0,0 0-1 0 0,-1-1 1 0 0,0-1 0 0 0,-1 0-1 0 0,0-1 1 0 0,-1-1 0 0 0,-1 1-1 0 0,0-2 1 0 0,0 0-1 0 0,-1 0 1 0 0,-1-1 0 0 0,-1 0-1 0 0,0 0 1 0 0,-1-1 0 0 0,0 0-1 0 0,-1-1 1 0 0,-1 1 0 0 0,-1-1-1 0 0,0 0 1 0 0,-1 0 0 0 0,-1 0-1 0 0,-1-1 1 0 0,0 1 0 0 0,-2 0-1 0 0,1-1 1 0 0,-2 1 0 0 0,-1 0-1 0 0,-7-29 1 0 0,3 24 243 0 0,-2 0 1 0 0,-20-37-1 0 0,10 21 492 0 0,18 36-726 0 0,0-4 0 0 0,1 6-57 0 0,0 0-1 0 0,0 0 1 0 0,0 0 0 0 0,0 0 0 0 0,0 0 0 0 0,0 0 0 0 0,0 0 0 0 0,0 1 0 0 0,0-1 0 0 0,0 0 0 0 0,0 0 0 0 0,0 0 0 0 0,0 0 0 0 0,0 0 0 0 0,0 0 0 0 0,0 0 0 0 0,0 0-1 0 0,-1 0 1 0 0,1 0 0 0 0,0 1 0 0 0,0-1 0 0 0,0 0 0 0 0,0 0 0 0 0,0 0 0 0 0,0 0 0 0 0,0 0 0 0 0,0 0 0 0 0,0 0 0 0 0,-1 0 0 0 0,1 0 0 0 0,0 0 0 0 0,0 0-1 0 0,0 0 1 0 0,0 0 0 0 0,0 0 0 0 0,0 0 0 0 0,0 0 0 0 0,-1 0 0 0 0,1 0 0 0 0,0 0 0 0 0,0 0 0 0 0,0 0 0 0 0,0 0 0 0 0,0 0 0 0 0,0 0 0 0 0,0 0 0 0 0,-1 0 0 0 0,1 0-1 0 0,0 0 1 0 0,0 0 0 0 0,0-1 0 0 0,0 1 0 0 0,0 0 0 0 0,0 0 0 0 0,0 0 0 0 0,0 0 0 0 0,0 0 0 0 0,0 0 0 0 0,-1 0 0 0 0,-4 15 16 0 0,0 0 0 0 0,0 1 0 0 0,1 0 0 0 0,1-1-1 0 0,1 2 1 0 0,0-1 0 0 0,1 0 0 0 0,1 0 0 0 0,1 0 0 0 0,3 29 0 0 0,0-21-2 0 0,1-1 0 0 0,0 1 0 0 0,2-1-1 0 0,1 0 1 0 0,1 0 0 0 0,20 38 0 0 0,-22-50 25 0 0,-1 1 0 0 0,2-1 0 0 0,0 0 1 0 0,0-1-1 0 0,1 0 0 0 0,0 0 0 0 0,0-1 0 0 0,1 0 1 0 0,16 10-1 0 0,-24-18 39 0 0,1 0 0 0 0,-1 0 1 0 0,1 0-1 0 0,-1 0 0 0 0,1-1 0 0 0,0 1 1 0 0,-1-1-1 0 0,1 0 0 0 0,0 0 0 0 0,0 0 1 0 0,-1 0-1 0 0,1 0 0 0 0,0 0 0 0 0,-1-1 1 0 0,1 1-1 0 0,0-1 0 0 0,-1 0 0 0 0,1 0 1 0 0,-1 0-1 0 0,5-2 0 0 0,3-1 362 0 0,-8 3-269 0 0,11-9 300 0 0</inkml:trace>
</inkml:ink>
</file>

<file path=ppt/ink/ink4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4:37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50 256 0 0,'-2'-15'5162'0'0,"-1"5"-3910"0"0,-2-7 2142 0 0,4 9-7257 0 0</inkml:trace>
</inkml:ink>
</file>

<file path=ppt/ink/ink4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4:37.8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18 484 0 0,'0'0'4858'0'0,"-6"4"-4263"0"0,3-2-391 0 0,-1 1 0 0 0,1-1 1 0 0,0 1-1 0 0,0 0 0 0 0,0 0 1 0 0,0 0-1 0 0,1 1 1 0 0,-1-1-1 0 0,1 1 0 0 0,0-1 1 0 0,0 1-1 0 0,0 0 1 0 0,0 0-1 0 0,1 0 0 0 0,-1 0 1 0 0,1 0-1 0 0,-1 6 1 0 0,2-7-122 0 0,0-1 1 0 0,0 1 0 0 0,0-1-1 0 0,0 0 1 0 0,0 1 0 0 0,0-1-1 0 0,1 0 1 0 0,-1 1 0 0 0,1-1-1 0 0,0 0 1 0 0,0 1 0 0 0,0-1-1 0 0,0 0 1 0 0,0 0 0 0 0,2 3-1 0 0,-2-4 495 0 0,32-15 320 0 0,-9-7-584 0 0,-14 11-253 0 0,0 0 0 0 0,1 1 0 0 0,0 0 0 0 0,0 0 0 0 0,1 2 0 0 0,0-1 0 0 0,1 2 0 0 0,0-1 1 0 0,0 2-1 0 0,0-1 0 0 0,14-2 0 0 0,-23 8-66 0 0,0 0 0 0 0,0 0 0 0 0,0 0 0 0 0,0 1 0 0 0,0 0-1 0 0,0-1 1 0 0,0 2 0 0 0,0-1 0 0 0,-1 0 0 0 0,1 1 0 0 0,0-1 0 0 0,-1 1 0 0 0,1 0 0 0 0,-1 0 0 0 0,0 1 0 0 0,0-1 0 0 0,0 1 0 0 0,0-1 0 0 0,0 1 0 0 0,0 0 0 0 0,-1 0 0 0 0,1 0 0 0 0,-1 1 0 0 0,0-1 0 0 0,0 1 0 0 0,0-1 0 0 0,0 1 0 0 0,-1-1 0 0 0,0 1 0 0 0,2 4 0 0 0,-3-6-13 0 0,3 13-17 0 0,0-9 32 0 0,-2-5 6 0 0,1 0 0 0 0,-1 0 0 0 0,1-1 0 0 0,-1 1 0 0 0,1 0 1 0 0,-1-1-1 0 0,1 0 0 0 0,0 1 0 0 0,-1-1 0 0 0,1 0 0 0 0,0 0 1 0 0,0 0-1 0 0,-1 0 0 0 0,1 0 0 0 0,0 0 0 0 0,-1 0 0 0 0,1-1 1 0 0,0 1-1 0 0,-1 0 0 0 0,1-1 0 0 0,-1 0 0 0 0,1 1 0 0 0,0-1 1 0 0,2-2-1 0 0,47-18-7 0 0,-48 20 5 0 0,10-5 48 0 0,0 1 1 0 0,1 0 0 0 0,23-5 0 0 0,-31 9-246 0 0,0 0 0 0 0,1 0 0 0 0,-1 1 0 0 0,0 0 0 0 0,0 0 0 0 0,0 0-1 0 0,0 1 1 0 0,0 0 0 0 0,1 0 0 0 0,-1 0 0 0 0,6 3 0 0 0,-11-3-569 0 0</inkml:trace>
</inkml:ink>
</file>

<file path=ppt/ink/ink4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4:38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7 102 14025 0 0,'0'0'47'0'0,"-1"0"-1"0"0,1-1 0 0 0,-1 1 1 0 0,1-1-1 0 0,-1 1 0 0 0,1-1 1 0 0,-1 1-1 0 0,1-1 0 0 0,0 0 1 0 0,-1 1-1 0 0,1-1 0 0 0,0 1 1 0 0,-1-1-1 0 0,1 0 0 0 0,0 1 1 0 0,0-1-1 0 0,-1 0 0 0 0,1 1 1 0 0,0-1-1 0 0,0 0 0 0 0,0 0 1 0 0,0 1-1 0 0,0-1 0 0 0,0 0 1 0 0,0 1-1 0 0,0-1 0 0 0,0 0 1 0 0,1 1-1 0 0,-1-2 0 0 0,17-16 501 0 0,34-6-296 0 0,-46 22-135 0 0,86-26-820 0 0,-31 17-2701 0 0,-43 13-2629 0 0</inkml:trace>
</inkml:ink>
</file>

<file path=ppt/ink/ink4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4:40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0 657 396 0 0,'0'0'5771'0'0,"7"-1"-5074"0"0,12-2-214 0 0,-1-2 0 0 0,1 0 0 0 0,-1 0 0 0 0,0-2 0 0 0,0 0 1 0 0,-1-1-1 0 0,0-1 0 0 0,29-21 0 0 0,-20 12-82 0 0,0-1 0 0 0,-2-2 0 0 0,-1 0 0 0 0,39-45 0 0 0,-50 49-305 0 0,0 0 0 0 0,-1 0 1 0 0,-1-1-1 0 0,-1-1 0 0 0,0 1 0 0 0,-2-1 0 0 0,0-1 0 0 0,-1 1 0 0 0,-1-1 0 0 0,0 0 1 0 0,-2-1-1 0 0,-1 1 0 0 0,0-1 0 0 0,-1 1 0 0 0,-1-1 0 0 0,-2 1 0 0 0,-3-25 0 0 0,4 37-85 0 0,-1 0 0 0 0,-1 1 0 0 0,1-1-1 0 0,-1 1 1 0 0,-6-13 0 0 0,8 18-35 0 0,-1 2 18 0 0,1 0 0 0 0,-1 1 0 0 0,1-1-1 0 0,-1 0 1 0 0,1 1 0 0 0,0-1 0 0 0,-1 1 0 0 0,1 0 0 0 0,0-1-1 0 0,0 1 1 0 0,0 0 0 0 0,-1 0 0 0 0,1 0 0 0 0,0 0 0 0 0,0 0-1 0 0,0 0 1 0 0,0 0 0 0 0,0 0 0 0 0,0 0 0 0 0,1 0 0 0 0,-2 2 0 0 0,-16 40-55 0 0,0 50 23 0 0,17-85 29 0 0,-28 394-72 0 0,25-305 62 0 0,-10 208-2 0 0,0-153 68 0 0,13-143-26 0 0,1-8-11 0 0,1 0-1 0 0,-1 0 1 0 0,0 0 0 0 0,0 0-1 0 0,0 0 1 0 0,0 0 0 0 0,0 0 0 0 0,0 0-1 0 0,0 0 1 0 0,-1 0 0 0 0,1 0-1 0 0,0 0 1 0 0,-1 0 0 0 0,1 0 0 0 0,0 0-1 0 0,-1 0 1 0 0,1 0 0 0 0,-1 0-1 0 0,1 0 1 0 0,-1 0 0 0 0,0-1 0 0 0,1 1-1 0 0,-1 0 1 0 0,0 0 0 0 0,0-1-1 0 0,1 1 1 0 0,-1 0 0 0 0,0-1 0 0 0,0 1-1 0 0,0-1 1 0 0,0 1 0 0 0,0-1-1 0 0,-2 1 1 0 0,1-1 10 0 0,-1-3-1 0 0,-3-4-26 0 0,1 0 0 0 0,-1-1 0 0 0,1 0 0 0 0,0-1 0 0 0,1 1 0 0 0,0-1-1 0 0,0 1 1 0 0,1-1 0 0 0,0 0 0 0 0,1 0 0 0 0,0-1 0 0 0,0 1-1 0 0,1 0 1 0 0,0-1 0 0 0,1 1 0 0 0,0-1 0 0 0,2-15 0 0 0,1 0-25 0 0,0 0 0 0 0,2 1 1 0 0,0 0-1 0 0,2 0 0 0 0,17-41 1 0 0,-18 53 17 0 0,1 0 0 0 0,1 0 1 0 0,-1 1-1 0 0,2 0 1 0 0,0 0-1 0 0,0 1 0 0 0,1 1 1 0 0,0-1-1 0 0,0 1 0 0 0,1 1 1 0 0,0 0-1 0 0,21-11 1 0 0,-26 15-18 0 0,1 1 1 0 0,0 0-1 0 0,0 0 1 0 0,0 0-1 0 0,0 1 1 0 0,0 0 0 0 0,0 0-1 0 0,1 1 1 0 0,-1 0-1 0 0,0 0 1 0 0,1 1-1 0 0,-1 0 1 0 0,1 0-1 0 0,-1 0 1 0 0,1 1 0 0 0,-1 1-1 0 0,0-1 1 0 0,0 1-1 0 0,1 0 1 0 0,-1 1-1 0 0,0-1 1 0 0,-1 2-1 0 0,1-1 1 0 0,11 8 0 0 0,-12-6-25 0 0,1 1 1 0 0,-1 0 0 0 0,-1 1-1 0 0,1-1 1 0 0,-1 1 0 0 0,0 0-1 0 0,-1 0 1 0 0,1 1 0 0 0,-2-1-1 0 0,1 1 1 0 0,-1 0 0 0 0,0 0-1 0 0,0 0 1 0 0,1 12 0 0 0,-4-20 57 0 0,0 0 0 0 0,0 0 0 0 0,0 0 0 0 0,0 1 0 0 0,0-1 0 0 0,0 0 0 0 0,0 0 0 0 0,0 0 1 0 0,0 1-1 0 0,0-1 0 0 0,0 0 0 0 0,1 0 0 0 0,-1 0 0 0 0,0 1 0 0 0,0-1 0 0 0,0 0 0 0 0,0 0 0 0 0,0 0 0 0 0,0 0 0 0 0,1 1 0 0 0,-1-1 1 0 0,0 0-1 0 0,0 0 0 0 0,0 0 0 0 0,0 0 0 0 0,1 0 0 0 0,-1 0 0 0 0,0 0 0 0 0,0 1 0 0 0,0-1 0 0 0,1 0 0 0 0,-1 0 0 0 0,0 0 0 0 0,0 0 1 0 0,0 0-1 0 0,1 0 0 0 0,-1 0 0 0 0,0 0 0 0 0,0 0 0 0 0,0 0 0 0 0,1 0 0 0 0,-1 0 0 0 0,0 0 0 0 0,0 0 0 0 0,0 0 0 0 0,1-1 0 0 0,-1 1 1 0 0,0 0-1 0 0,0 0 0 0 0,0 0 0 0 0,1 0 0 0 0,-1 0 0 0 0,0 0 0 0 0,0 0 0 0 0,0-1 0 0 0,0 1 0 0 0,1 0 0 0 0,-1 0 0 0 0,0 0 0 0 0,0 0 1 0 0,0-1-1 0 0,0 1 0 0 0,0 0 0 0 0,0 0 0 0 0,0 0 0 0 0,0-1 0 0 0,1 1 0 0 0,-1 0 0 0 0,10-11 55 0 0,-10 11-62 0 0,7-8 13 0 0,99-104-122 0 0,-93 101 72 0 0,1 0 0 0 0,0 0 0 0 0,0 1-1 0 0,1 1 1 0 0,0 1 0 0 0,26-11 0 0 0,-31 17 24 0 0,0 1 0 0 0,0 1 0 0 0,1 0 0 0 0,-1 0 0 0 0,0 1 0 0 0,0 0 0 0 0,0 0 1 0 0,0 1-1 0 0,-1 1 0 0 0,16 5 0 0 0,-18-6 35 0 0,0 0 0 0 0,0 0 0 0 0,1 0 0 0 0,-1-1 1 0 0,0-1-1 0 0,1 1 0 0 0,-1-1 0 0 0,1 0 0 0 0,-1-1 0 0 0,1 0 1 0 0,-1 0-1 0 0,0-1 0 0 0,0 1 0 0 0,1-2 0 0 0,-1 1 0 0 0,8-5 1 0 0,-14 6 16 0 0,1 0 1 0 0,0 0 0 0 0,-1-1 0 0 0,1 1 0 0 0,-1-1 0 0 0,0 1 0 0 0,0-1-1 0 0,1 0 1 0 0,-1 0 0 0 0,0 1 0 0 0,0-1 0 0 0,-1 0 0 0 0,1 0 0 0 0,0 0 0 0 0,-1 0-1 0 0,1 0 1 0 0,-1 0 0 0 0,1 0 0 0 0,-1-3 0 0 0,0 4 45 0 0,-9-22 282 0 0,8 21-329 0 0,-1 2-23 0 0,-5-1-15 0 0,5 1-8 0 0,0 1-97 0 0,-13 8 89 0 0,15-9-2 0 0,0 0 0 0 0,-1 0 0 0 0,1 0 0 0 0,0 0 0 0 0,0 0-1 0 0,-1 1 1 0 0,1-1 0 0 0,0 0 0 0 0,0 0 0 0 0,-1 0 0 0 0,1 1-1 0 0,0-1 1 0 0,0 0 0 0 0,-1 0 0 0 0,1 1 0 0 0,0-1 0 0 0,0 0-1 0 0,0 0 1 0 0,0 1 0 0 0,-1-1 0 0 0,1 0 0 0 0,0 1 0 0 0,0-1-1 0 0,0 0 1 0 0,0 1 0 0 0,0-1 0 0 0,0 0 0 0 0,0 0 0 0 0,0 1 0 0 0,0-1-1 0 0,0 0 1 0 0,0 1 0 0 0,0-1 0 0 0,0 0 0 0 0,0 1 0 0 0,0-1-1 0 0,0 0 1 0 0,0 1 0 0 0,1-1 0 0 0,19 16-3110 0 0</inkml:trace>
</inkml:ink>
</file>

<file path=ppt/ink/ink4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4:41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1 528 0 0,'4'4'462'0'0,"1"1"0"0"0,0 0-1 0 0,-1 0 1 0 0,0 0 0 0 0,0 0 0 0 0,-1 1-1 0 0,1-1 1 0 0,-1 1 0 0 0,0 0 0 0 0,-1 0 0 0 0,1 0-1 0 0,-1 0 1 0 0,-1 1 0 0 0,3 10 0 0 0,-4-15-283 0 0,0 10 137 0 0,0-12-277 0 0,0 1 0 0 0,0-1-1 0 0,0 0 1 0 0,0 1 0 0 0,0-1 0 0 0,0 0 0 0 0,0 1 0 0 0,0-1 0 0 0,0 0 0 0 0,0 0 0 0 0,0 1 0 0 0,1-1 0 0 0,-1 0 0 0 0,0 1 0 0 0,0-1 0 0 0,0 0 0 0 0,0 1 0 0 0,1-1 0 0 0,-1 0 0 0 0,0 0 0 0 0,0 1 0 0 0,0-1-1 0 0,1 0 1 0 0,-1 0 0 0 0,0 0 0 0 0,0 1 0 0 0,1-1 0 0 0,-1 0 0 0 0,0 0 0 0 0,0 0 0 0 0,1 0 0 0 0,-1 0 0 0 0,0 1 0 0 0,1-1 0 0 0,-1 0 0 0 0,0 0 0 0 0,1 0 0 0 0,-1 0 0 0 0,0 0 0 0 0,1 0 0 0 0,-1 0 0 0 0,43-22 416 0 0,-32 16-349 0 0,1-1 1 0 0,0 2 0 0 0,0-1 0 0 0,0 2-1 0 0,1-1 1 0 0,0 2 0 0 0,0 0-1 0 0,14-2 1 0 0,47 7 1799 0 0,-72-2-1688 0 0,42 7 554 0 0,-33-5-1438 0 0,14 1-678 0 0,-4-3-4715 0 0,-2-2 2779 0 0</inkml:trace>
</inkml:ink>
</file>

<file path=ppt/ink/ink4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4:41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25 764 0 0,'0'0'2401'0'0,"-3"-3"-1260"0"0,0 0-833 0 0,0 1 0 0 0,1 0 0 0 0,-1 0-1 0 0,0 0 1 0 0,0 1 0 0 0,0-1 0 0 0,-1 1 0 0 0,1-1-1 0 0,0 1 1 0 0,0 0 0 0 0,-1 0 0 0 0,1 1-1 0 0,-1-1 1 0 0,1 1 0 0 0,-1-1 0 0 0,1 1-1 0 0,-1 0 1 0 0,1 1 0 0 0,-1-1 0 0 0,1 0 0 0 0,-1 1-1 0 0,-3 1 1 0 0,5-1 137 0 0,11 6 2289 0 0,21 1-2611 0 0,53-6 558 0 0,18 1-2557 0 0,-36 5-5393 0 0,-47-5 3766 0 0</inkml:trace>
</inkml:ink>
</file>

<file path=ppt/ink/ink4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4:42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419 126 920 0 0,'0'-4'200'0'0,"1"0"0"0"0,0 0-1 0 0,-1-1 1 0 0,0 1 0 0 0,0 0 0 0 0,0 0-1 0 0,0 0 1 0 0,-1-1 0 0 0,0 1 0 0 0,1 0-1 0 0,-2 0 1 0 0,1 0 0 0 0,0 0 0 0 0,-1 0-1 0 0,0 1 1 0 0,0-1 0 0 0,0 0 0 0 0,0 1-1 0 0,0-1 1 0 0,-1 1 0 0 0,0 0 0 0 0,1 0-1 0 0,-1 0 1 0 0,0 0 0 0 0,-1 0 0 0 0,1 1-1 0 0,-7-5 1 0 0,3 4-49 0 0,0 0-1 0 0,0 0 0 0 0,-1 1 1 0 0,1 0-1 0 0,-1 0 1 0 0,0 1-1 0 0,1 0 1 0 0,-1 0-1 0 0,0 1 0 0 0,0 0 1 0 0,0 0-1 0 0,1 0 1 0 0,-1 1-1 0 0,-11 3 0 0 0,6-1-46 0 0,0 1 0 0 0,1 1 0 0 0,-1 0-1 0 0,1 0 1 0 0,0 1 0 0 0,0 1-1 0 0,1 0 1 0 0,-1 0 0 0 0,2 1-1 0 0,-1 1 1 0 0,1 0 0 0 0,0 0-1 0 0,1 1 1 0 0,0 0 0 0 0,1 0-1 0 0,0 1 1 0 0,0 0 0 0 0,2 1-1 0 0,-8 15 1 0 0,8-13-29 0 0,0 1-1 0 0,1 1 1 0 0,0-1 0 0 0,2 1 0 0 0,0 0-1 0 0,0 0 1 0 0,2 0 0 0 0,0 0-1 0 0,0 0 1 0 0,2 0 0 0 0,0 1 0 0 0,1-1-1 0 0,0 0 1 0 0,2-1 0 0 0,9 29-1 0 0,49 94 339 0 0,-8-20-57 0 0,-54-117-347 0 0,1 0 1 0 0,-1 0-1 0 0,1 0 0 0 0,-1 0 0 0 0,1 0 0 0 0,-1 0 0 0 0,0 0 1 0 0,1 0-1 0 0,-1 0 0 0 0,0 0 0 0 0,0 0 0 0 0,0 0 0 0 0,0 0 1 0 0,0 0-1 0 0,0 0 0 0 0,0 0 0 0 0,0 0 0 0 0,0 1 1 0 0,0-1-1 0 0,-1 0 0 0 0,1 0 0 0 0,0 0 0 0 0,-1 0 0 0 0,1 0 1 0 0,-1 0-1 0 0,1 0 0 0 0,-1 0 0 0 0,0-1 0 0 0,0 2 0 0 0,-1-1-1 0 0,0 0-1 0 0,-1-1 1 0 0,1 1-1 0 0,0-1 0 0 0,0 1 1 0 0,0-1-1 0 0,-1 0 0 0 0,1 0 1 0 0,0 0-1 0 0,0 0 1 0 0,-1-1-1 0 0,1 1 0 0 0,0 0 1 0 0,0-1-1 0 0,0 0 0 0 0,-1 1 1 0 0,-1-2-1 0 0,2 1-236 0 0,-30-12 218 0 0,17-1-1881 0 0,10-6-3807 0 0,9-1 2671 0 0</inkml:trace>
</inkml:ink>
</file>

<file path=ppt/ink/ink4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4:42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1 236 9577 0 0,'28'1'809'0'0,"-3"-4"-495"0"0,0-2 0 0 0,0 0 0 0 0,0-2 0 0 0,40-17 0 0 0,93-54 765 0 0,-107 42-743 0 0,-49 33-316 0 0,1 1 0 0 0,-1 0 0 0 0,0-1 0 0 0,0 1 0 0 0,0-1 0 0 0,0 0 0 0 0,0 0 0 0 0,-1 0 0 0 0,1 0 0 0 0,-1 0 0 0 0,0 0 0 0 0,0 0 0 0 0,0 0 0 0 0,0 0 0 0 0,0-1 0 0 0,0-2 0 0 0,-1 4 7 0 0,-6-8-5 0 0,6 9-22 0 0,0 1 0 0 0,0-1 0 0 0,0 0 0 0 0,-1 1 0 0 0,1-1 0 0 0,0 0 0 0 0,0 1 0 0 0,-1-1 0 0 0,1 1 0 0 0,0-1 0 0 0,-1 0 0 0 0,1 1 0 0 0,0-1 0 0 0,-1 1 0 0 0,1-1 0 0 0,-1 1 0 0 0,1-1 0 0 0,-1 1 0 0 0,1-1 0 0 0,-1 1 0 0 0,1 0 0 0 0,-1-1 0 0 0,1 1 0 0 0,-1 0 0 0 0,0-1 0 0 0,1 1 0 0 0,-1 0 0 0 0,0 0 0 0 0,1 0 0 0 0,-1 0 0 0 0,0-1 0 0 0,1 1 0 0 0,-1 0 0 0 0,-1 0 0 0 0,-3 1-5 0 0,-1-1 1 0 0,1 1-1 0 0,-1 0 1 0 0,1 0-1 0 0,0 0 1 0 0,-1 1-1 0 0,1-1 0 0 0,0 2 1 0 0,0-1-1 0 0,0 0 1 0 0,0 1-1 0 0,1 0 1 0 0,-1 0-1 0 0,1 0 0 0 0,0 1 1 0 0,-1-1-1 0 0,2 1 1 0 0,-6 6-1 0 0,8-9 5 0 0,0 0 0 0 0,0 1 0 0 0,0-1 0 0 0,0 1 0 0 0,0-1 0 0 0,0 1 0 0 0,1-1 0 0 0,-1 1 0 0 0,0 0 0 0 0,1-1 0 0 0,-1 1 0 0 0,1 0-1 0 0,0-1 1 0 0,0 1 0 0 0,-1 0 0 0 0,1-1 0 0 0,0 1 0 0 0,1 0 0 0 0,-1 0 0 0 0,0-1 0 0 0,0 1 0 0 0,1 0 0 0 0,-1-1 0 0 0,1 1 0 0 0,-1 0 0 0 0,1-1 0 0 0,0 1 0 0 0,0-1-1 0 0,-1 1 1 0 0,1-1 0 0 0,2 3 0 0 0,1 0 4 0 0,0 0-1 0 0,0 0 1 0 0,0 0-1 0 0,1 0 0 0 0,-1-1 1 0 0,8 5-1 0 0,-5-4-14 0 0,0-1-1 0 0,1 0 0 0 0,-1 0 1 0 0,1 0-1 0 0,-1-1 0 0 0,1 0 1 0 0,0-1-1 0 0,0 0 0 0 0,0 0 1 0 0,0 0-1 0 0,0-1 1 0 0,0-1-1 0 0,0 1 0 0 0,0-1 1 0 0,11-3-1 0 0,12-4-46 0 0,0-1-1 0 0,46-22 1 0 0,-5 3 399 0 0,-69 27-321 0 0,0 0-1 0 0,0 0 1 0 0,0 0 0 0 0,1 0 0 0 0,-1 1 0 0 0,0-1 0 0 0,0 1 0 0 0,1 0 0 0 0,-1 0 0 0 0,0 0 0 0 0,1 1 0 0 0,-1-1 0 0 0,0 1 0 0 0,0-1 0 0 0,0 1 0 0 0,1 0 0 0 0,4 2 0 0 0,-2 0 0 0 0,-4-3-1 0 0,28-1 153 0 0,52-11-1 0 0,-47 6-726 0 0,-33 5 82 0 0,11 1-656 0 0</inkml:trace>
</inkml:ink>
</file>

<file path=ppt/ink/ink4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4:43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1 182 8941 0 0,'6'-24'989'0'0,"0"1"1"0"0,2 0-1 0 0,1 0 1 0 0,22-40-1 0 0,-22 47 232 0 0,-8 14-871 0 0,4-5 33 0 0,-5 7-361 0 0,0 0-1 0 0,0 0 1 0 0,-1 0-1 0 0,1 0 0 0 0,0 1 1 0 0,0-1-1 0 0,0 0 1 0 0,0 0-1 0 0,0 0 0 0 0,1 0 1 0 0,-1 0-1 0 0,0 0 1 0 0,0 0-1 0 0,0 1 1 0 0,0-1-1 0 0,0 0 0 0 0,0 0 1 0 0,0 0-1 0 0,0 0 1 0 0,0 0-1 0 0,0 0 0 0 0,0 0 1 0 0,0 0-1 0 0,0 1 1 0 0,0-1-1 0 0,0 0 0 0 0,1 0 1 0 0,-1 0-1 0 0,0 0 1 0 0,0 0-1 0 0,0 0 0 0 0,0 0 1 0 0,0 0-1 0 0,0 0 1 0 0,0 0-1 0 0,0 0 0 0 0,1 0 1 0 0,-1 0-1 0 0,0 0 1 0 0,0 0-1 0 0,0 0 0 0 0,0 0 1 0 0,0 0-1 0 0,0 0 1 0 0,1 0-1 0 0,-1 0 1 0 0,0 0-1 0 0,0 0 0 0 0,0 0 1 0 0,0 0-1 0 0,0 0 1 0 0,-20 112 437 0 0,3-28-216 0 0,13-53-179 0 0,1 0-1 0 0,1 1 1 0 0,1-1-1 0 0,2 1 1 0 0,1-1-1 0 0,2 0 1 0 0,1 0-1 0 0,9 31 1 0 0,-12-57-75 0 0,0 0 1 0 0,0 0 0 0 0,0 0-1 0 0,1-1 1 0 0,-1 1 0 0 0,1-1-1 0 0,0 0 1 0 0,1 1 0 0 0,-1-2 0 0 0,1 1-1 0 0,-1 0 1 0 0,1-1 0 0 0,0 1-1 0 0,1-1 1 0 0,-1 0 0 0 0,0-1-1 0 0,1 1 1 0 0,0-1 0 0 0,-1 0-1 0 0,1 0 1 0 0,0 0 0 0 0,0-1 0 0 0,0 1-1 0 0,1-1 1 0 0,-1 0 0 0 0,0-1-1 0 0,0 0 1 0 0,0 1 0 0 0,10-2-1 0 0,-7 0 10 0 0,0 1-1 0 0,0-1 1 0 0,-1-1-1 0 0,1 1 1 0 0,0-1-1 0 0,-1-1 1 0 0,1 1-1 0 0,-1-1 1 0 0,0-1-1 0 0,0 1 0 0 0,0-1 1 0 0,0-1-1 0 0,-1 1 1 0 0,0-1-1 0 0,0 0 1 0 0,0 0-1 0 0,0-1 1 0 0,-1 0-1 0 0,6-7 1 0 0,-9 8 55 0 0,0 1 1 0 0,0-1 0 0 0,-1 1 0 0 0,0-1-1 0 0,1 1 1 0 0,-2-1 0 0 0,1 0 0 0 0,0 0-1 0 0,-1-9 1 0 0,0 13-13 0 0,-8-16 29 0 0,1 12-64 0 0,5 4-26 0 0,-1 3 0 0 0,1 0-3 0 0,-1-1 0 0 0,1 1 0 0 0,0 0 0 0 0,-1-1 0 0 0,1 1 0 0 0,0 0 0 0 0,0 1 0 0 0,0-1 0 0 0,1 0 0 0 0,-1 0 0 0 0,0 1 0 0 0,1-1 0 0 0,0 1 0 0 0,-1 0 0 0 0,1-1 1 0 0,0 1-1 0 0,0 0 0 0 0,1 0 0 0 0,-1-1 0 0 0,0 1 0 0 0,1 0 0 0 0,0 0 0 0 0,0 0 0 0 0,0 0 0 0 0,0 0 0 0 0,0 0 0 0 0,0-1 0 0 0,2 7 0 0 0,0-6-16 0 0,-1 1 1 0 0,1-1-1 0 0,0 0 0 0 0,0 0 1 0 0,0 1-1 0 0,0-1 0 0 0,0-1 1 0 0,1 1-1 0 0,-1 0 0 0 0,1 0 1 0 0,0-1-1 0 0,0 0 0 0 0,0 1 1 0 0,0-1-1 0 0,0 0 0 0 0,0-1 1 0 0,0 1-1 0 0,1-1 1 0 0,-1 1-1 0 0,1-1 0 0 0,-1 0 1 0 0,1 0-1 0 0,6 1 0 0 0,7 0-122 0 0,1-1 0 0 0,-1-1 0 0 0,1 0 1 0 0,-1-1-1 0 0,0-1 0 0 0,1-1 0 0 0,-1 0 0 0 0,32-11 0 0 0,3-6 397 0 0,70-37 0 0 0,-109 51-33 0 0,-11 5-125 0 0,-1 1-69 0 0,0-1-1 0 0,0 1 1 0 0,0 0-1 0 0,1 0 1 0 0,-1 0-1 0 0,0 0 1 0 0,0 0-1 0 0,0 0 1 0 0,0 0-1 0 0,0 1 1 0 0,0-1-1 0 0,0 0 1 0 0,1 0-1 0 0,-1 1 1 0 0,0-1-1 0 0,0 1 1 0 0,0-1 0 0 0,0 1-1 0 0,0-1 1 0 0,0 1-1 0 0,-1 0 1 0 0,1 0-1 0 0,0-1 1 0 0,0 1-1 0 0,0 0 1 0 0,-1 0-1 0 0,1 0 1 0 0,0 0-1 0 0,-1 0 1 0 0,1 0-1 0 0,-1 0 1 0 0,1 0-1 0 0,-1 0 1 0 0,1 0-1 0 0,-1 2 1 0 0,1-2 7 0 0,1 2 9 0 0,-1-1 1 0 0,1 1 0 0 0,1-1 0 0 0,-1 0-1 0 0,0 0 1 0 0,0 0 0 0 0,1 0 0 0 0,-1 0-1 0 0,1 0 1 0 0,4 1 0 0 0,-4 0-40 0 0,8-1-224 0 0,-1 0 0 0 0,1-1 1 0 0,0 0-1 0 0,0-1 0 0 0,0 0 0 0 0,0 0 1 0 0,0-1-1 0 0,21-5 0 0 0,-30 5-667 0 0,8 0-1075 0 0,-5 2 344 0 0,1-1-2245 0 0,3-2 272 0 0</inkml:trace>
</inkml:ink>
</file>

<file path=ppt/ink/ink4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4:43.9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56 296 0 0,'-2'-10'1841'0'0,"-3"-10"10208"0"0,4 23-12026 0 0,1 0-1 0 0,0-1 1 0 0,0 1-1 0 0,1 0 1 0 0,-1 0 0 0 0,1 0-1 0 0,-1-1 1 0 0,1 1 0 0 0,0 0-1 0 0,0-1 1 0 0,0 1 0 0 0,0 0-1 0 0,1-1 1 0 0,-1 1-1 0 0,1-1 1 0 0,-1 0 0 0 0,1 0-1 0 0,0 1 1 0 0,0-1 0 0 0,0 0-1 0 0,0 0 1 0 0,0-1-1 0 0,0 1 1 0 0,1 0 0 0 0,-1-1-1 0 0,0 1 1 0 0,1-1 0 0 0,0 0-1 0 0,-1 0 1 0 0,1 0 0 0 0,0 0-1 0 0,-1 0 1 0 0,1-1-1 0 0,4 1 1 0 0,0 0-14 0 0,0 0-1 0 0,-1-1 1 0 0,1 0-1 0 0,0 0 1 0 0,-1-1 0 0 0,1 1-1 0 0,0-1 1 0 0,-1-1-1 0 0,1 0 1 0 0,-1 1 0 0 0,1-2-1 0 0,-1 1 1 0 0,7-4-1 0 0,4-4 719 0 0,0-1-1 0 0,29-25 0 0 0,-28 22 796 0 0,-17 13-1078 0 0,5-2 213 0 0,-5 3-582 0 0,-1-1 0 0 0,1 1 0 0 0,-1-1 1 0 0,1 1-1 0 0,-1-1 0 0 0,1 1 0 0 0,0 0 0 0 0,-1-1 1 0 0,1 1-1 0 0,0 0 0 0 0,-1-1 0 0 0,1 1 0 0 0,0 0 1 0 0,-1 0-1 0 0,1 0 0 0 0,0 0 0 0 0,-1 0 1 0 0,1 0-1 0 0,0 0 0 0 0,0 0 0 0 0,-1 0 0 0 0,1 0 1 0 0,0 0-1 0 0,0 0 0 0 0,28 22-659 0 0,30 20-2595 0 0,-18-18-7395 0 0</inkml:trace>
</inkml:ink>
</file>

<file path=ppt/ink/ink4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4:44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54 1632 0 0,'-7'-9'5117'0'0,"42"-8"-4145"0"0,-11 8-96 0 0,5 2-104 0 0,11 0-224 0 0,4 4-236 0 0,-3 1-292 0 0,10 2-324 0 0,-2 4-428 0 0,-3 1-808 0 0,0 0-1661 0 0,-6 3 737 0 0</inkml:trace>
</inkml:ink>
</file>

<file path=ppt/ink/ink4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4:46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666 108 216 0 0,'43'-38'4578'0'0,"-41"37"-4139"0"0,6-33 3656 0 0,-11 31-4029 0 0,0 0 0 0 0,0 0 0 0 0,0 0 0 0 0,-1 1 1 0 0,1-1-1 0 0,-1 1 0 0 0,0-1 0 0 0,1 1 0 0 0,-1 1 1 0 0,0-1-1 0 0,-1 0 0 0 0,1 1 0 0 0,0 0 0 0 0,0 0 1 0 0,0 0-1 0 0,-1 0 0 0 0,1 1 0 0 0,0 0 0 0 0,-9 0 1 0 0,4 0-65 0 0,0 0 0 0 0,-1 0 0 0 0,1 1 0 0 0,0 0 0 0 0,0 1 0 0 0,-1 0 0 0 0,1 0 0 0 0,1 1 0 0 0,-1 0 0 0 0,0 1 0 0 0,-9 5 0 0 0,-11 9 105 0 0,1 1 0 0 0,-44 42 0 0 0,60-49-81 0 0,1 0 0 0 0,0 1 0 0 0,1 0 0 0 0,1 1 0 0 0,0 0 0 0 0,0 1-1 0 0,-11 29 1 0 0,17-35-5 0 0,-1 1-1 0 0,2-1 0 0 0,0 1 1 0 0,0 0-1 0 0,0 0 0 0 0,1 0 1 0 0,1-1-1 0 0,0 1 0 0 0,0 0 1 0 0,1 0-1 0 0,0 0 0 0 0,1 0 1 0 0,0 0-1 0 0,0-1 0 0 0,5 12 1 0 0,-1-7 38 0 0,0-1 0 0 0,0 0-1 0 0,1-1 1 0 0,1 0 0 0 0,0 0 0 0 0,1-1 0 0 0,0 1 0 0 0,0-2 0 0 0,1 0 0 0 0,1 0 0 0 0,0 0 0 0 0,0-2 0 0 0,17 11-1 0 0,-16-13-32 0 0,-1 0 0 0 0,0 0 0 0 0,0 1-1 0 0,-1 0 1 0 0,0 1 0 0 0,0 1 0 0 0,-1-1-1 0 0,0 1 1 0 0,12 15 0 0 0,-19-20-22 0 0,1-1 1 0 0,-1 0-1 0 0,0 0 0 0 0,1 1 1 0 0,-2-1-1 0 0,1 1 1 0 0,0 0-1 0 0,-1-1 1 0 0,1 1-1 0 0,-1 0 0 0 0,0 0 1 0 0,0 0-1 0 0,-1 0 1 0 0,1 0-1 0 0,-1 8 0 0 0,0-9 39 0 0,-1 0-1 0 0,0 0 0 0 0,0 0 0 0 0,0-1 0 0 0,0 1 1 0 0,0 0-1 0 0,-1 0 0 0 0,1-1 0 0 0,-1 1 1 0 0,0-1-1 0 0,0 1 0 0 0,0-1 0 0 0,0 0 0 0 0,0 0 1 0 0,0 0-1 0 0,-3 2 0 0 0,-5 3 174 0 0,-1-1 1 0 0,0 0-1 0 0,0-1 0 0 0,0 0 1 0 0,0-1-1 0 0,-1 0 0 0 0,-14 3 1 0 0,-9-2 255 0 0,0 0 0 0 0,0-2 0 0 0,-56-3 0 0 0,47-1 97 0 0,13 0 403 0 0,0-1 0 0 0,-52-10 0 0 0,80 11-801 0 0,0 0 0 0 0,1 0 0 0 0,-1-1 1 0 0,0 1-1 0 0,1 0 0 0 0,-1-1 0 0 0,0 1 0 0 0,1-1 0 0 0,0 0 0 0 0,-1 0 1 0 0,1 0-1 0 0,0 0 0 0 0,-2-4 0 0 0,3 5 64 0 0,-11-17 1612 0 0,7 7-3102 0 0,26 17-11194 0 0,-7-2 7887 0 0</inkml:trace>
</inkml:ink>
</file>

<file path=ppt/ink/ink4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5:21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266 391 492 0 0,'-2'9'5917'0'0,"0"30"-4664"0"0,1 55-1070 0 0,37 270 1786 0 0,-33-347-1627 0 0,-2-14-116 0 0,-1 0 0 0 0,1 0 1 0 0,-1 0-1 0 0,1-1 0 0 0,-1 1 1 0 0,0 0-1 0 0,0 0 0 0 0,-1 0 1 0 0,1 0-1 0 0,0 0 0 0 0,-2 4 1 0 0,1-5 627 0 0,-5-6-490 0 0,-9-7-154 0 0,0 0 0 0 0,1-2 0 0 0,0 0 0 0 0,1 0 0 0 0,1-1 0 0 0,0-1 0 0 0,-16-25 0 0 0,4 1 53 0 0,1-2-1 0 0,-18-46 1 0 0,25 49-235 0 0,2-1-1 0 0,1 0 1 0 0,2 0-1 0 0,2-1 1 0 0,2-1-1 0 0,1 1 1 0 0,2-1-1 0 0,2 0 1 0 0,4-48 0 0 0,-1 79-79 0 0,1-1 0 0 0,1 1 0 0 0,-1 0 1 0 0,2 0-1 0 0,-1 0 0 0 0,2 0 0 0 0,-1 0 1 0 0,1 1-1 0 0,1 0 0 0 0,-1 0 1 0 0,1 0-1 0 0,1 1 0 0 0,0 0 0 0 0,0 0 1 0 0,1 0-1 0 0,0 1 0 0 0,0 1 1 0 0,0-1-1 0 0,17-9 0 0 0,-18 13 1 0 0,0 0 0 0 0,-1 0 0 0 0,1 0 0 0 0,0 1 0 0 0,1 0-1 0 0,-1 0 1 0 0,0 1 0 0 0,0 0 0 0 0,1 0 0 0 0,-1 1 0 0 0,1 0 0 0 0,-1 0 0 0 0,0 0 0 0 0,1 1 0 0 0,-1 1-1 0 0,0-1 1 0 0,1 1 0 0 0,-1 0 0 0 0,0 1 0 0 0,0-1 0 0 0,-1 1 0 0 0,1 1 0 0 0,-1 0 0 0 0,1-1-1 0 0,-1 2 1 0 0,0-1 0 0 0,-1 1 0 0 0,10 10 0 0 0,-10-11 6 0 0,-1 0 0 0 0,0 1 0 0 0,0-1 0 0 0,-1 1 0 0 0,1 0 0 0 0,-1 0 0 0 0,0 1 0 0 0,-1-1 0 0 0,1 0 0 0 0,-1 1 0 0 0,0 0-1 0 0,0-1 1 0 0,-1 1 0 0 0,0 0 0 0 0,0 0 0 0 0,0 0 0 0 0,-1 0 0 0 0,0 0 0 0 0,0 0 0 0 0,0 0 0 0 0,-2 9 0 0 0,0-8 23 0 0,0-1-1 0 0,0 0 1 0 0,-1 1-1 0 0,0-1 1 0 0,0 0-1 0 0,-1 0 1 0 0,1-1-1 0 0,-1 1 1 0 0,-1-1-1 0 0,1 1 1 0 0,-1-2-1 0 0,0 1 1 0 0,0 0-1 0 0,0-1 1 0 0,0 0-1 0 0,-1 0 1 0 0,0 0-1 0 0,-10 4 1 0 0,-18 7-92 0 0,-55 15 1 0 0,51-18-1154 0 0,35-11 545 0 0,-7 3-714 0 0</inkml:trace>
</inkml:ink>
</file>

<file path=ppt/ink/ink4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5:22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66 202 24 0 0,'1'1'212'0'0,"-1"0"0"0"0,0 0 0 0 0,0-1 0 0 0,0 1 0 0 0,0 0 0 0 0,0 0 0 0 0,1 0 0 0 0,-1 0 0 0 0,-1-1 0 0 0,1 1 0 0 0,0 0 0 0 0,0 0 0 0 0,0 0 0 0 0,0 0 0 0 0,-1-1 0 0 0,1 1 0 0 0,0 0 0 0 0,-1 0 0 0 0,1-1 0 0 0,0 1 0 0 0,-1 0 0 0 0,1-1 0 0 0,-1 1 0 0 0,1 0 0 0 0,-1-1 0 0 0,1 1 0 0 0,-2 0 0 0 0,-26 35 1276 0 0,8-9-146 0 0,19-25-1157 0 0,-9 5 208 0 0,12-9-514 0 0,1 0 1 0 0,0 0-1 0 0,0 0 1 0 0,-1 0 0 0 0,1 1-1 0 0,1-1 1 0 0,-1 1 0 0 0,0 0-1 0 0,0-1 1 0 0,0 2 0 0 0,1-1-1 0 0,-1 0 1 0 0,1 1 0 0 0,-1-1-1 0 0,0 1 1 0 0,1 0-1 0 0,-1 0 1 0 0,1 0 0 0 0,-1 1-1 0 0,0-1 1 0 0,1 1 0 0 0,-1 0-1 0 0,0 0 1 0 0,4 2 0 0 0,5-1-179 0 0,0 1 1 0 0,0-1-1 0 0,1-1 1 0 0,-1 0-1 0 0,0-1 1 0 0,0 0-1 0 0,1-1 1 0 0,-1 0-1 0 0,19-5 1 0 0,-26 5 335 0 0,-1-1 1 0 0,1 0 0 0 0,0 0 0 0 0,-1 0 0 0 0,1-1 0 0 0,-1 1-1 0 0,0-1 1 0 0,1 0 0 0 0,-1 0 0 0 0,-1-1 0 0 0,1 1 0 0 0,0-1-1 0 0,-1 0 1 0 0,0 0 0 0 0,0 0 0 0 0,0 0 0 0 0,0 0-1 0 0,-1-1 1 0 0,0 1 0 0 0,0-1 0 0 0,0 0 0 0 0,0 1 0 0 0,-1-1-1 0 0,1 0 1 0 0,0-6 0 0 0,-1-5 518 0 0,0 1-1 0 0,0-1 1 0 0,-2 1-1 0 0,0-1 1 0 0,0 0-1 0 0,-2 1 1 0 0,0 0 0 0 0,-1-1-1 0 0,0 1 1 0 0,-7-16-1 0 0,43 240 1407 0 0,79 189-1602 0 0,-59-228-132 0 0,-34-121 3304 0 0,-22-55-3212 0 0,-6-10-201 0 0,1 0 1 0 0,1 0 0 0 0,0-1-1 0 0,1 0 1 0 0,1 0 0 0 0,1-1-1 0 0,0 0 1 0 0,2 0 0 0 0,0 0-1 0 0,-1-21 1 0 0,2 5-58 0 0,1-1 1 0 0,2 0-1 0 0,1 0 0 0 0,11-55 1 0 0,-11 81-60 0 0,1-6 11 0 0,0-1 0 0 0,2 1 0 0 0,-1 0 0 0 0,14-29 0 0 0,-16 41-29 0 0,-1 0 1 0 0,1 0-1 0 0,0 1 1 0 0,0-1 0 0 0,1 0-1 0 0,-1 1 1 0 0,0-1-1 0 0,1 1 1 0 0,-1-1-1 0 0,1 1 1 0 0,0 0 0 0 0,0 0-1 0 0,0 1 1 0 0,0-1-1 0 0,0 0 1 0 0,0 1-1 0 0,0 0 1 0 0,1 0 0 0 0,-1 0-1 0 0,0 0 1 0 0,1 0-1 0 0,-1 1 1 0 0,1 0-1 0 0,-1-1 1 0 0,1 1 0 0 0,-1 0-1 0 0,0 1 1 0 0,7 0-1 0 0,-6 0-24 0 0,0-1-1 0 0,0 1 0 0 0,0 0 0 0 0,0 0 0 0 0,0 0 0 0 0,0 0 1 0 0,0 1-1 0 0,0 0 0 0 0,0 0 0 0 0,0 0 0 0 0,-1 0 0 0 0,1 0 1 0 0,-1 1-1 0 0,0-1 0 0 0,0 1 0 0 0,0 0 0 0 0,0 0 1 0 0,0 1-1 0 0,-1-1 0 0 0,1 0 0 0 0,-1 1 0 0 0,0-1 0 0 0,0 1 1 0 0,0 0-1 0 0,0 0 0 0 0,-1 0 0 0 0,0 0 0 0 0,2 6 1 0 0,-3-5 22 0 0,0-1 1 0 0,0 1-1 0 0,-1-1 0 0 0,1 1 1 0 0,-1-1-1 0 0,0 1 1 0 0,0-1-1 0 0,-1 0 1 0 0,1 1-1 0 0,-1-1 1 0 0,0 0-1 0 0,0 0 1 0 0,-1 0-1 0 0,1 0 1 0 0,-1 0-1 0 0,1-1 1 0 0,-1 1-1 0 0,0-1 1 0 0,-1 0-1 0 0,1 0 1 0 0,-1 0-1 0 0,1 0 1 0 0,-1 0-1 0 0,0-1 1 0 0,-6 3-1 0 0,2-1-98 0 0,0 0-1 0 0,-1-1 1 0 0,0 0-1 0 0,0-1 1 0 0,-12 3-1 0 0,-23-3-3613 0 0,41-2 1439 0 0,-1-3-1439 0 0,-19-9 282 0 0</inkml:trace>
</inkml:ink>
</file>

<file path=ppt/ink/ink4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5:22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1 131 148 0 0,'14'-9'1247'0'0,"-1"1"0"0"0,1-2 1 0 0,-1 1-1 0 0,-1-2 0 0 0,0 0 0 0 0,-1 0 0 0 0,20-26 1 0 0,-30 36-1163 0 0,0 0 0 0 0,0-1 0 0 0,0 1 0 0 0,0 0 0 0 0,0 0 0 0 0,-1-1 0 0 0,1 1 1 0 0,0 0-1 0 0,-1-1 0 0 0,1 1 0 0 0,-1 0 0 0 0,0-1 0 0 0,1 1 0 0 0,-1-1 0 0 0,0 1 0 0 0,0-3 1 0 0,-15 9 571 0 0,8-1-620 0 0,1 1-1 0 0,0 0 1 0 0,0 0 0 0 0,0 0-1 0 0,-6 8 1 0 0,7-5-14 0 0,1 0-1 0 0,0 1 1 0 0,1-1 0 0 0,-1 1-1 0 0,1 0 1 0 0,1 0 0 0 0,-2 11-1 0 0,3-15-11 0 0,0 0 0 0 0,1 0-1 0 0,-1 0 1 0 0,1 1 0 0 0,0-1 0 0 0,1 0-1 0 0,-1 0 1 0 0,1 0 0 0 0,0 0-1 0 0,0 0 1 0 0,1 0 0 0 0,-1 0-1 0 0,1 0 1 0 0,3 5 0 0 0,-3-8-8 0 0,-1-1-1 0 0,1 1 1 0 0,0 0 0 0 0,0-1 0 0 0,0 0 0 0 0,0 1 0 0 0,1-1-1 0 0,-1 0 1 0 0,0 0 0 0 0,0 0 0 0 0,1 0 0 0 0,-1-1-1 0 0,0 1 1 0 0,1-1 0 0 0,-1 1 0 0 0,1-1 0 0 0,-1 0-1 0 0,1 0 1 0 0,-1 0 0 0 0,0 0 0 0 0,1 0 0 0 0,-1-1-1 0 0,1 1 1 0 0,-1-1 0 0 0,1 1 0 0 0,-1-1 0 0 0,0 0 0 0 0,0 0-1 0 0,1 0 1 0 0,1-2 0 0 0,11-3-30 0 0,-1-2-1 0 0,0 1 1 0 0,15-12-1 0 0,93-58-229 0 0,-119 76 245 0 0,-1 0-1 0 0,1 0 1 0 0,-1 0 0 0 0,1 1 0 0 0,0-1-1 0 0,-1 0 1 0 0,1 1 0 0 0,0 0 0 0 0,0 0 0 0 0,0 0-1 0 0,-1 0 1 0 0,1 0 0 0 0,0 0 0 0 0,0 1 0 0 0,-1-1-1 0 0,1 1 1 0 0,0 0 0 0 0,4 2 0 0 0,46 29-785 0 0,-17-9-758 0 0,4 3-3835 0 0,-22-18 2836 0 0</inkml:trace>
</inkml:ink>
</file>

<file path=ppt/ink/ink4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5:04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78 255 188 0 0,'15'-57'5697'0'0,"-14"55"-4700"0"0,2-2 2201 0 0,-1 61-2961 0 0,-3 0 0 0 0,-11 76 0 0 0,5-68-134 0 0,-4 10 8 0 0,6-51-31 0 0,1 0 0 0 0,0 27-1 0 0,4-49-23 0 0,-3 12 115 0 0,1-7 279 0 0,-1-8 892 0 0,-9-39-1374 0 0,2-1 0 0 0,1 0 0 0 0,2-1 1 0 0,2 1-1 0 0,2-1 0 0 0,2 0 0 0 0,6-61 1 0 0,-4 87 10 0 0,2 1 1 0 0,0 1-1 0 0,1-1 1 0 0,0 0 0 0 0,1 1-1 0 0,1 0 1 0 0,0 0 0 0 0,1 1-1 0 0,1-1 1 0 0,0 2-1 0 0,0-1 1 0 0,1 1 0 0 0,1 0-1 0 0,0 1 1 0 0,1 0 0 0 0,0 1-1 0 0,1 0 1 0 0,-1 0-1 0 0,2 2 1 0 0,0-1 0 0 0,0 2-1 0 0,0-1 1 0 0,1 2 0 0 0,0 0-1 0 0,0 1 1 0 0,15-4-1 0 0,-25 8 13 0 0,0 0 0 0 0,0 0 0 0 0,0 0-1 0 0,0 1 1 0 0,-1 0 0 0 0,1 0 0 0 0,0 0-1 0 0,0 0 1 0 0,0 0 0 0 0,0 1-1 0 0,0 0 1 0 0,0 0 0 0 0,0 0 0 0 0,0 0-1 0 0,-1 0 1 0 0,1 1 0 0 0,0 0-1 0 0,-1 0 1 0 0,1 0 0 0 0,-1 0 0 0 0,0 0-1 0 0,0 1 1 0 0,0-1 0 0 0,0 1-1 0 0,5 6 1 0 0,-4-3-7 0 0,-1 1 0 0 0,0-1-1 0 0,0 1 1 0 0,0-1-1 0 0,-1 1 1 0 0,1 0 0 0 0,-2 0-1 0 0,1 0 1 0 0,-1 0 0 0 0,0 1-1 0 0,-1-1 1 0 0,0 0 0 0 0,0 11-1 0 0,-4 11-113 0 0,0-1-1 0 0,-11 33 1 0 0,10-41-17 0 0,0-1 1 0 0,1 1-1 0 0,0 0 1 0 0,2 0-1 0 0,1 0 1 0 0,1 32-1 0 0,3-41 79 0 0,0-1 0 0 0,1 1-1 0 0,0-1 1 0 0,0 0 0 0 0,1 0 0 0 0,1 0-1 0 0,0 0 1 0 0,0-1 0 0 0,1 0 0 0 0,12 13-1 0 0,-12-15 27 0 0,0 0 0 0 0,-1 0-1 0 0,0 1 1 0 0,-1-1-1 0 0,0 2 1 0 0,0-1-1 0 0,-1 0 1 0 0,0 1 0 0 0,0 0-1 0 0,-1 0 1 0 0,0 0-1 0 0,0 0 1 0 0,1 18 0 0 0,-4-25 67 0 0,0 0 1 0 0,0 0 0 0 0,0 0-1 0 0,0 0 1 0 0,-1 0 0 0 0,1 0-1 0 0,-1 0 1 0 0,0-1 0 0 0,1 1-1 0 0,-1 0 1 0 0,0 0 0 0 0,0-1-1 0 0,0 1 1 0 0,0 0 0 0 0,0-1-1 0 0,-1 1 1 0 0,1-1 0 0 0,0 1-1 0 0,-1-1 1 0 0,1 0 0 0 0,-2 1-1 0 0,-1 1 68 0 0,-1-1 0 0 0,1 0 0 0 0,0 0 0 0 0,-1 0 0 0 0,1-1 0 0 0,-1 1 0 0 0,1-1-1 0 0,-8 1 1 0 0,-2-1 188 0 0,0 0 0 0 0,0-1 1 0 0,-1 0-1 0 0,-23-5 0 0 0,-18-9-808 0 0,53 13-60 0 0,-8-8-1407 0 0,7 5-1924 0 0,0-7 1035 0 0</inkml:trace>
</inkml:ink>
</file>

<file path=ppt/ink/ink4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5:05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71 272 0 0,'5'-62'6589'0'0,"-5"60"-5617"0"0,0 1-934 0 0,0 1-1 0 0,0 0 1 0 0,0 0-1 0 0,0 0 0 0 0,0 0 1 0 0,0 0-1 0 0,0-1 0 0 0,0 1 1 0 0,0 0-1 0 0,0 0 1 0 0,-1 0-1 0 0,1 0 0 0 0,0-1 1 0 0,0 1-1 0 0,0 0 1 0 0,0 0-1 0 0,0 0 0 0 0,0 0 1 0 0,0-1-1 0 0,0 1 1 0 0,0 0-1 0 0,1 0 0 0 0,-1 0 1 0 0,0 0-1 0 0,0-1 0 0 0,0 1 1 0 0,0 0-1 0 0,0 0 1 0 0,0 0-1 0 0,0 0 0 0 0,0 0 1 0 0,0-1-1 0 0,0 1 1 0 0,1 0-1 0 0,-1 0 0 0 0,0 0 1 0 0,0 0-1 0 0,0 0 1 0 0,0 0-1 0 0,0 0 0 0 0,0 0 1 0 0,1-1-1 0 0,-1 1 0 0 0,0 0 1 0 0,0 0-1 0 0,0 0 1 0 0,0 0-1 0 0,1 0 0 0 0,-1 0 1 0 0,0 0-1 0 0,0 0 1 0 0,0 0-1 0 0,0 0 0 0 0,1 0 1 0 0,-1 0-1 0 0,0 0 1 0 0,0 0-1 0 0,0 0 0 0 0,0 0 1 0 0,1 0-1 0 0,-1 0 0 0 0,0 0 1 0 0,0 1-1 0 0,11 30 122 0 0,-1 1 0 0 0,-1 0 0 0 0,-2 1 0 0 0,-2-1 0 0 0,3 44 0 0 0,-1-11-31 0 0,9 133 242 0 0,-19-173 654 0 0,4-32-1023 0 0,0-2-7 0 0,1 0-1 0 0,0 1 1 0 0,0-1 0 0 0,0 1 0 0 0,1-1 0 0 0,0 1-1 0 0,1 0 1 0 0,0 1 0 0 0,0-1 0 0 0,0 0 0 0 0,10-11-1 0 0,-12 18 0 0 0,0 0 0 0 0,0 0-1 0 0,0 0 1 0 0,0 0 0 0 0,0 0-1 0 0,1 1 1 0 0,-1-1 0 0 0,0 0-1 0 0,0 1 1 0 0,1 0 0 0 0,-1-1-1 0 0,0 1 1 0 0,0 0-1 0 0,1 0 1 0 0,-1 1 0 0 0,0-1-1 0 0,0 0 1 0 0,1 1 0 0 0,-1-1-1 0 0,0 1 1 0 0,0 0 0 0 0,0-1-1 0 0,0 1 1 0 0,0 0-1 0 0,0 0 1 0 0,0 1 0 0 0,2 0-1 0 0,6 5-12 0 0,-1-1-1 0 0,1 1 0 0 0,12 14 0 0 0,-8-8-266 0 0,28 30-1171 0 0,-20-13-2493 0 0</inkml:trace>
</inkml:ink>
</file>

<file path=ppt/ink/ink4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5:06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171 421 552 0 0,'0'-1'209'0'0,"0"0"1"0"0,0-1-1 0 0,0 1 0 0 0,-1-1 1 0 0,1 1-1 0 0,0 0 0 0 0,-1 0 0 0 0,1-1 1 0 0,-1 1-1 0 0,0 0 0 0 0,1 0 1 0 0,-1-1-1 0 0,0 1 0 0 0,0 0 1 0 0,0 0-1 0 0,0 0 0 0 0,0 0 0 0 0,0 0 1 0 0,0 0-1 0 0,0 0 0 0 0,0 1 1 0 0,0-1-1 0 0,0 0 0 0 0,-1 1 1 0 0,1-1-1 0 0,0 1 0 0 0,0-1 0 0 0,-1 1 1 0 0,1-1-1 0 0,-1 1 0 0 0,-1 0 1 0 0,-1 0-50 0 0,0 1 0 0 0,0 1-1 0 0,0-1 1 0 0,1 0 0 0 0,-1 1 0 0 0,0 0 0 0 0,1 0 0 0 0,-1 0 0 0 0,-5 5 0 0 0,-2 1 56 0 0,1 1-1 0 0,0 0 1 0 0,1 1 0 0 0,0 0 0 0 0,0 1 0 0 0,1 0 0 0 0,1 0-1 0 0,0 0 1 0 0,-11 25 0 0 0,17-34-39 0 0,7 8-40 0 0,-6-9-130 0 0,0-1 0 0 0,0 1 1 0 0,0 0-1 0 0,0-1 1 0 0,0 1-1 0 0,0 0 1 0 0,0-1-1 0 0,1 1 0 0 0,-1-1 1 0 0,0 1-1 0 0,1 0 1 0 0,-1-1-1 0 0,0 1 0 0 0,1-1 1 0 0,-1 1-1 0 0,1-1 1 0 0,-1 1-1 0 0,1-1 0 0 0,-1 1 1 0 0,1-1-1 0 0,-1 1 1 0 0,1-1-1 0 0,-1 0 1 0 0,1 1-1 0 0,0-1 0 0 0,-1 0 1 0 0,1 1-1 0 0,-1-1 1 0 0,1 0-1 0 0,0 0 0 0 0,-1 0 1 0 0,1 0-1 0 0,0 0 1 0 0,-1 0-1 0 0,1 0 0 0 0,0 0 1 0 0,-1 0-1 0 0,1 0 1 0 0,1 0-1 0 0,9-3-183 0 0,1 0-1 0 0,0-1 1 0 0,-1 0-1 0 0,1-1 1 0 0,-1 0-1 0 0,-1 0 0 0 0,1-2 1 0 0,11-7-1 0 0,12-7-753 0 0,-32 20 767 0 0,-1 0 127 0 0,-1 1-1 0 0,1-1 1 0 0,0 1-1 0 0,-1 0 0 0 0,1-1 1 0 0,0 1-1 0 0,-1 0 0 0 0,1-1 1 0 0,0 1-1 0 0,-1 0 0 0 0,1 0 1 0 0,0 0-1 0 0,0 0 1 0 0,-1 0-1 0 0,1 0 0 0 0,0 0 1 0 0,0 0-1 0 0,-1 0 0 0 0,1 0 1 0 0,1 1-1 0 0,12 12-122 0 0,0 0 0 0 0,15 22 0 0 0,-27-34 134 0 0,9 4 12 0 0,-10-4 21 0 0,0 0-1 0 0,0-1 1 0 0,0 1-1 0 0,0 0 0 0 0,0-1 1 0 0,0 1-1 0 0,0-1 1 0 0,0 1-1 0 0,0-1 0 0 0,0 0 1 0 0,1 0-1 0 0,-1 1 0 0 0,0-1 1 0 0,0 0-1 0 0,0 0 1 0 0,0 0-1 0 0,0 0 0 0 0,1 0 1 0 0,-1 0-1 0 0,0-1 1 0 0,1 1-1 0 0,10-5-15 0 0,0 0 0 0 0,-1-1 0 0 0,1 0 1 0 0,-1-1-1 0 0,12-10 0 0 0,-14 10-55 0 0,-1 1 0 0 0,1 0 0 0 0,0 0 0 0 0,1 1 0 0 0,-1 0-1 0 0,1 1 1 0 0,0 0 0 0 0,21-5 0 0 0,-24 10-18 0 0,0 0-1 0 0,0 0 0 0 0,0 1 1 0 0,0 0-1 0 0,-1 0 0 0 0,1 0 1 0 0,0 1-1 0 0,6 4 0 0 0,2 0-108 0 0,-8-4 124 0 0,0 0 0 0 0,0-1 0 0 0,0 0 0 0 0,0 0 0 0 0,0 0 0 0 0,0-1 0 0 0,1 0 0 0 0,-1-1 0 0 0,1 1 0 0 0,-1-2 0 0 0,0 1 0 0 0,1-1 0 0 0,-1 0 1 0 0,0 0-1 0 0,0-1 0 0 0,10-3 0 0 0,-11 2 136 0 0,0 0 1 0 0,0-1 0 0 0,0 0 0 0 0,-1 0 0 0 0,0 0 0 0 0,1-1-1 0 0,-2 1 1 0 0,1-1 0 0 0,0 0 0 0 0,-1-1 0 0 0,0 1-1 0 0,0-1 1 0 0,-1 0 0 0 0,0 0 0 0 0,0 0 0 0 0,0 0-1 0 0,3-10 1 0 0,6-33 402 0 0,-1 0 0 0 0,-2 0 0 0 0,-3-1 0 0 0,-1 0-1 0 0,-4-73 1 0 0,-4 93 225 0 0,-5 44-254 0 0,-7 53-251 0 0,13-35-161 0 0,1 1 1 0 0,1 0-1 0 0,1 0 1 0 0,2 0-1 0 0,2 0 1 0 0,1-1-1 0 0,1 0 0 0 0,2 0 1 0 0,1 0-1 0 0,20 41 1 0 0,17-4 141 0 0,-47-67-60 0 0,7 3 144 0 0,-7-4-202 0 0,0 0 0 0 0,1 0 1 0 0,-1-1-1 0 0,1 1 1 0 0,-1 0-1 0 0,0-1 1 0 0,1 1-1 0 0,0-1 1 0 0,-1 1-1 0 0,1-1 0 0 0,-1 1 1 0 0,1-1-1 0 0,0 1 1 0 0,-1-1-1 0 0,1 0 1 0 0,0 1-1 0 0,-1-1 0 0 0,1 0 1 0 0,0 1-1 0 0,0-1 1 0 0,-1 0-1 0 0,1 0 1 0 0,0 0-1 0 0,0 0 0 0 0,-1 0 1 0 0,1 0-1 0 0,0 0 1 0 0,0 0-1 0 0,0 0 1 0 0,-1 0-1 0 0,1 0 0 0 0,1-1 1 0 0,13-7 160 0 0,-11 6-4 0 0,13-21 420 0 0</inkml:trace>
</inkml:ink>
</file>

<file path=ppt/ink/ink4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5:06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39 964 0 0,'4'-8'2976'0'0,"-3"-2"-847"0"0,5-1-1401 0 0,3 1-1364 0 0</inkml:trace>
</inkml:ink>
</file>

<file path=ppt/ink/ink4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5:06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2 131 180 0 0,'0'0'2768'0'0,"-2"-18"605"0"0,16-4-2453 0 0,-4 11-88 0 0,5 3-120 0 0,10-4-160 0 0,4 1-204 0 0,5-2-280 0 0,4 6-332 0 0,7-5-448 0 0,-4 7-752 0 0,0 0-1585 0 0,-8-1 701 0 0</inkml:trace>
</inkml:ink>
</file>

<file path=ppt/ink/ink4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5:08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524 666 316 0 0,'9'-12'10837'0'0,"-11"6"-9004"0"0,-251-130 203 0 0,215 112-1964 0 0,2-1 1 0 0,1-2-1 0 0,1-1 1 0 0,-48-52 0 0 0,76 74-68 0 0,1 0 0 0 0,0 0 0 0 0,1 0 1 0 0,-1-1-1 0 0,1 0 0 0 0,0 0 0 0 0,1 0 1 0 0,0 0-1 0 0,0-1 0 0 0,0 1 0 0 0,1-1 0 0 0,0 0 1 0 0,1 0-1 0 0,0 0 0 0 0,0 0 0 0 0,0-12 1 0 0,2 12-30 0 0,1 0 0 0 0,0 1 1 0 0,0-1-1 0 0,0 0 1 0 0,1 1-1 0 0,0 0 1 0 0,0 0-1 0 0,1 0 0 0 0,0 0 1 0 0,0 0-1 0 0,1 1 1 0 0,0-1-1 0 0,0 1 0 0 0,0 1 1 0 0,1-1-1 0 0,10-8 1 0 0,-5 6-49 0 0,-1 1 0 0 0,1-1 1 0 0,0 2-1 0 0,1 0 1 0 0,-1 0-1 0 0,1 1 0 0 0,0 0 1 0 0,1 1-1 0 0,-1 1 0 0 0,1 0 1 0 0,0 0-1 0 0,0 1 1 0 0,16 0-1 0 0,-23 2 34 0 0,0 0-1 0 0,-1 0 1 0 0,1 1-1 0 0,0 0 1 0 0,-1 0-1 0 0,1 1 1 0 0,-1-1-1 0 0,1 1 1 0 0,-1 0-1 0 0,0 1 1 0 0,1-1-1 0 0,-1 1 1 0 0,0 0-1 0 0,-1 0 1 0 0,1 1-1 0 0,-1-1 1 0 0,1 1-1 0 0,-1 0 1 0 0,0 0-1 0 0,0 0 1 0 0,-1 1-1 0 0,1 0 1 0 0,-1-1-1 0 0,0 1 1 0 0,-1 0-1 0 0,1 1 1 0 0,-1-1-1 0 0,0 0 1 0 0,0 1-1 0 0,0-1 1 0 0,-1 1-1 0 0,1 6 1 0 0,0 0-2 0 0,0 1 1 0 0,-1 0-1 0 0,0 0 0 0 0,-1-1 1 0 0,-1 1-1 0 0,0 0 0 0 0,-1-1 1 0 0,0 1-1 0 0,-1-1 1 0 0,0 1-1 0 0,-1-1 0 0 0,-9 20 1 0 0,1-10 69 0 0,0 0 1 0 0,-2 0 0 0 0,0-1-1 0 0,-2-1 1 0 0,-25 26-1 0 0,31-36 4 0 0,7-8-91 0 0,0 1 0 0 0,1-1 0 0 0,-1 0 0 0 0,1 1 0 0 0,0 0 0 0 0,0-1 0 0 0,0 1-1 0 0,-3 5 1 0 0,5-7-162 0 0,7 0-926 0 0,7-2 621 0 0,1 0 0 0 0,-1-1-1 0 0,17-3 1 0 0,23-11-3757 0 0,-30 4 1891 0 0</inkml:trace>
</inkml:ink>
</file>

<file path=ppt/ink/ink4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8T05:55:09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309 123 156,'0'-15'976,"1"5"-144,-1 1 1,-1 0-1,1 0 0,-4-13 0,3 19-640,0 0-1,0 0 1,0 1-1,-1-1 1,1 0-1,-1 0 1,1 1 0,-1-1-1,0 1 1,0 0-1,0-1 1,-1 1 0,1 0-1,0 0 1,-1 0-1,1 1 1,-4-3-1,1 3-74,0 0-1,0 1 1,0-1-1,0 1 1,0 0-1,0 0 0,0 1 1,0-1-1,0 1 1,0 0-1,1 0 0,-1 1 1,0-1-1,0 1 1,1 0-1,-1 1 0,1-1 1,0 1-1,-8 5 1,9-5-71,0 0 0,0 1 0,0-1 0,0 1 0,0-1 0,1 1 1,-1 0-1,1 0 0,0 0 0,1 0 0,-1 0 0,1 0 0,-1 0 0,0 9 1,1-5 3,0 1 0,1 0 1,1 0-1,-1 0 0,1-1 1,0 1-1,4 9 0,3 8 58,1 0 1,1-1-1,26 46 0,-21-45-30,1 1 3,22 51-1,-35-72-78,-1 1-1,0-1 1,0 1 0,0 0-1,-1 0 1,0 0-1,0 0 1,0 0 0,-1 0-1,-1 0 1,1 0-1,-1 0 1,-2 11 0,1-13 11,-1 0 0,1-1 1,0 1-1,-1-1 1,0 0-1,0 1 1,0-1-1,-1-1 1,0 1-1,1 0 1,-1-1-1,0 0 1,-1 0-1,1 0 0,0 0 1,-1-1-1,0 0 1,1 1-1,-1-2 1,0 1-1,0-1 1,0 1-1,0-1 1,0-1-1,-1 1 1,-7-1-1,-5 0 29,0 0 1,0-1-1,1-2 0,-1 1 1,0-2-1,-19-6 1,36 9-90,0 1 0,0 0 0,0 0 0,1-1 0,-1 1 1,0 0-1,0-1 0,0 1 0,0-1 0,0 1 0,1-1 0,-1 1 1,0-1-1,1 0 0,-1 1 0,0-1 0,1 0 0,-1 0 1,1 1-1,-1-1 0,1 0 0,-1 0 0,1 0 0,0 0 1,-1 1-1,1-1 0,0 0 0,0 0 0,-1 0 0,1 0 0,0 0 1,0 0-1,0 0 0,0 0 0,0 0 0,1 0 0,-1 0 1,0 0-1,0 0 0,1 0 0,-1 1 0,0-1 0,1 0 1,-1 0-1,1 0 0,-1 0 0,1 1 0,-1-1 0,1 0 1,0 1-1,1-2 0,1-3-739,1 1 0,0 0 0,0 0 1,0 1-1,0-1 0,0 1 0,8-4 0,4 1-1914</inkml:trace>
</inkml:ink>
</file>

<file path=ppt/ink/ink4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8T05:55:11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68 48,'0'0'823,"3"-37"6213,-4 33-7125,1 3 280,0 0 1,0-1 0,0 1-1,-1-1 1,1 1 0,-1 0-1,1 0 1,-1-1-1,1 1 1,-1 0 0,0 0-1,0-1 1,0 1 0,1 0-1,-1 0 1,0 0 0,0 0-1,-3-1 1,2 1 9,-30 15 77,15-4-75,1 1-1,1 0 0,0 1 1,0 1-1,1 0 0,1 1 0,-20 26 1,31-36-157,-1 0 1,1 0 0,0 0 0,0 1-1,1-1 1,-1 1 0,1 0 0,-1 6-1,2-11-41,0 1-1,0 0 0,0-1 0,1 1 0,-1 0 1,0-1-1,0 1 0,1 0 0,-1-1 1,0 1-1,1 0 0,-1-1 0,1 1 1,-1-1-1,1 1 0,-1-1 0,1 1 0,-1-1 1,1 1-1,0-1 0,-1 1 0,1-1 1,0 0-1,-1 1 0,1-1 0,0 0 1,-1 0-1,1 0 0,0 1 0,-1-1 1,1 0-1,0 0 0,0 0 0,-1 0 0,1 0 1,0 0-1,0 0 0,-1-1 0,1 1 1,0 0-1,-1 0 0,1 0 0,0-1 1,-1 1-1,1 0 0,1-2 0,33-13-73,-34 15 65,15-9-121,0-1 1,0 0-1,-1-1 1,23-23 0,-37 33 80,6-3-33,-7 3 64,0 1 1,1-1-1,-1 1 1,1-1-1,-1 1 0,1 0 1,-1-1-1,1 1 0,-1-1 1,1 1-1,-1 0 0,1-1 1,0 1-1,-1 0 0,1 0 1,0 0-1,-1-1 0,1 1 1,-1 0-1,1 0 0,0 0 1,1 0-1,50 9-446,-41-6 368,-1-1 1,0 0-1,1-1 1,0 0-1,-1-1 1,1 0-1,13-2 1,-20 1 70,1-1 0,-1 0 0,1 1 0,-1-1 0,0-1-1,1 1 1,-1-1 0,-1 0 0,1 0 0,0 0 0,4-5 0,37-44 1,-31 34 174,-13 17-130,1 0-2,2-4-17,-3 3-3,2 4-4,-1-1 0,1 0 1,-1 0-1,1 1 0,-1-1 0,0 0 0,1 1 0,-1 0 1,0 0-1,0-1 0,0 1 0,0 0 0,0 1 0,0-1 0,-1 0 1,1 0-1,-1 1 0,0-1 0,1 1 0,0 2 0,-1-4 11,6 4 14,-5-4-6,0 0 0,-1-1-1,1 1 1,0 0 0,0-1-1,-1 0 1,1 1 0,0-1-1,0 0 1,0 0-1,0 0 1,-1 0 0,1 0-1,0 0 1,0 0 0,2-1-1,1 0 17,-2 1 1,-1-1-22,2-1-192,-1 1-1,1 0 0,-1 0 0,1 0 0,-1 0 0,1 1 0,-1-1 1,1 1-1,0 0 0,-1 0 0,1 0 0,6 2 0,6 4-4864,-5 0 2314</inkml:trace>
</inkml:ink>
</file>

<file path=ppt/ink/ink4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8T05:55:12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7 656,'0'0'676,"-12"-7"1669,11 7-2298,-72 5 3628,68-4-3500,0 0-1,0 0 1,0 0 0,1 1 0,-1 0 0,0 0 0,1 0 0,0 0 0,-1 1-1,1 0 1,0 0 0,1 0 0,-5 4 0,7-6-154,0 0 1,0 0-1,0 1 1,1-1 0,-1 0-1,0 0 1,1 0-1,-1 1 1,1-1-1,0 0 1,-1 1-1,1-1 1,0 0-1,0 1 1,0-1-1,0 0 1,0 1-1,0-1 1,0 1-1,0-1 1,0 0-1,1 1 1,-1-1-1,1 0 1,-1 1-1,1-1 1,-1 0 0,1 0-1,0 0 1,-1 0-1,1 1 1,0-1-1,0 0 1,0 0-1,0 0 1,0 0-1,0-1 1,0 1-1,0 0 1,2 1-1,3 2-87,0 0 0,0-1 0,0 0 0,0 1 1,1-2-1,7 4 0,-5-5-8,0 1 1,-1 1 0,1 0 0,-1 0 0,0 0 0,0 1 0,0 0-1,0 1 1,-1 0 0,1 0 0,-1 1 0,-1-1 0,1 2-1,-1-1 1,0 1 0,0 0 0,-1 0 0,0 0 0,0 1-1,-1-1 1,7 17 0,-3 2 71,-1 0-1,-1 0 0,-2 0 1,0 0-1,-2 1 1,-1-1-1,0 1 1,-3 0-1,0-1 0,-1 1 1,-2-1-1,-13 44 1,13-58 131,0 0 0,-1 0 0,0-1-1,-1 0 1,0 0 0,-1 0 0,0-1 0,-1 0 0,-13 12 0,14-15 87,0-1 1,0 0-1,0 0 0,-1 0 1,0-1-1,0 0 0,0-1 1,-1 0-1,1-1 0,-1 0 1,0 0-1,-14 2 0,21-5-151,-1 0 0,0 0 0,0 0 0,1 0-1,-1 0 1,0-1 0,0 0 0,1 1 0,-1-1-1,1-1 1,-1 1 0,1 0 0,-1-1-1,1 0 1,0 0 0,-1 0 0,1 0 0,0 0-1,1-1 1,-1 0 0,0 1 0,1-1-1,-1 0 1,1 0 0,0 0 0,0 0 0,0-1-1,-2-5 1,1 1-41,0 0 1,1 0-1,0 0 1,0 0-1,1 0 0,0 0 1,1-1-1,0 1 0,0 0 1,0-1-1,4-14 0,1 2-342,1 0-1,1 0 0,1 0 0,1 1 1,0 0-1,2 0 0,0 1 0,1 1 1,26-31-1,-20 30-1116,0 1 1,1 1-1,1 0 1,40-24-1,-37 26-1118</inkml:trace>
</inkml:ink>
</file>

<file path=ppt/ink/ink4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8T05:55:12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66 303 1008,'0'0'5015,"4"-8"-3759,-9 8 2511,0 2-3630,0 0 0,0 1 0,0-1 0,1 1 0,0 0 0,-1 1 1,1-1-1,0 0 0,0 1 0,1 0 0,-6 8 0,8-11-116,0-1-1,0 1 1,1 0-1,-1 0 0,1-1 1,-1 1-1,1 0 1,-1 0-1,1 0 1,0 0-1,-1 0 1,1-1-1,0 1 1,0 0-1,-1 0 1,1 0-1,0 0 1,0 0-1,0 0 0,0 0 1,0 0-1,0 0 1,1 0-1,-1 0 1,0 0-1,0 0 1,1 1-1,0-1-37,0-1 0,0 1 0,0-1 0,0 0 0,0 1 0,0-1 0,0 0 0,0 0 0,0 0 0,0 0 0,0 1 0,0-1 0,0 0 0,0-1 0,0 1-1,0 0 1,0 0 0,0 0 0,0-1 0,-1 1 0,3-1 0,52-25-1369,-48 22 1082,1 0 0,-1 0-1,1 1 1,-1 0 0,1 0-1,0 1 1,0 0 0,1 0-1,14-1 1,-19 3 85,21 4-179,-13-1 217,0-1 1,0 0 0,0-1 0,0 0-1,0-1 1,21-2 0,-29 1 219,0 0 1,0-1 0,0 1-1,0-1 1,0 0-1,-1 0 1,1 0-1,-1-1 1,1 1-1,-1-1 1,0 0 0,0 0-1,0 0 1,0 0-1,-1-1 1,1 1-1,-1-1 1,0 1-1,0-1 1,0 0 0,-1 0-1,2-5 1,9-26 1066,-1-1 0,-2-1 0,7-68 0,-12 68 1290,-4 33-1367,-1 9-172,2 62-50,9 15-640,8 114-3483,-26-143-3518,4-27 2885</inkml:trace>
</inkml:ink>
</file>

<file path=ppt/ink/ink4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5:14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0 169 308 0 0,'8'5'6880'0'0,"26"2"-5644"0"0,37 5-1589 0 0,112 3 601 0 0,1-8 1 0 0,270-24-1 0 0,-360 8-237 0 0,-11 0 22 0 0,163 5 0 0 0,7 33-341 0 0,-122-12 3 0 0,134 0 0 0 0,-4-22 135 0 0,221 6-817 0 0,-345 0 817 0 0,211-25 1 0 0,-12-1 91 0 0,353-19 1005 0 0,-319 16-291 0 0,164-17 29 0 0,-84 6 1400 0 0,-201 16-856 0 0,-247 23-1182 0 0,6-1 219 0 0,-6 0-621 0 0,-7 0-1990 0 0,-53-3-2291 0 0,36 5 1964 0 0</inkml:trace>
</inkml:ink>
</file>

<file path=ppt/ink/ink4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5:15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23 118 136 0 0,'-14'-7'3369'0'0,"13"7"-3233"0"0,1 0 0 0 0,0 0 0 0 0,-1 0 0 0 0,1 0 0 0 0,0 0 0 0 0,-1 0 0 0 0,1-1-1 0 0,0 1 1 0 0,-1 0 0 0 0,1 0 0 0 0,0 0 0 0 0,-1 0 0 0 0,1-1 0 0 0,0 1 0 0 0,-1 0 0 0 0,1 0 0 0 0,0 0 0 0 0,0-1 0 0 0,-1 1 0 0 0,1 0 0 0 0,0 0 0 0 0,0-1 0 0 0,-1 1 0 0 0,1 0 0 0 0,0-1 0 0 0,0 1 0 0 0,0 0 0 0 0,0-1 0 0 0,0 1 0 0 0,0 0 0 0 0,-1-1 0 0 0,1 1 0 0 0,0 0 0 0 0,0-1 0 0 0,0 1 0 0 0,0 0 0 0 0,0-1 0 0 0,0 1 0 0 0,0-1 0 0 0,0 1 0 0 0,0 0 0 0 0,1-1 0 0 0,-1 1 0 0 0,15-9 102 0 0,0 2 0 0 0,1 0 0 0 0,0 1 1 0 0,0 1-1 0 0,1 0 0 0 0,-1 1 0 0 0,23-2 0 0 0,129-8 489 0 0,-146 13-642 0 0,754-8 1199 0 0,-238 9-823 0 0,61 5-143 0 0,-47 1-168 0 0,100-8-113 0 0,-645 2-17 0 0,32 0 592 0 0,50-6 0 0 0,-84 5-372 0 0,-1 0 0 0 0,1 0 1 0 0,-1-1-1 0 0,0 0 0 0 0,0 1 1 0 0,0-1-1 0 0,0-1 0 0 0,5-3 1 0 0,-1 1 193 0 0,-6 4-266 0 0,0 0-1535 0 0,1-3 1523 0 0,-46 18-14213 0 0</inkml:trace>
</inkml:ink>
</file>

<file path=ppt/ink/ink4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5:15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41 820 0 0,'0'0'1424'0'0,"7"-15"-312"0"0,-1 11 440 0 0,-2-4-163 0 0,4-6-1921 0 0</inkml:trace>
</inkml:ink>
</file>

<file path=ppt/ink/ink4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5:18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25 207 11513 0 0,'-2'-24'987'0'0,"0"1"0"0"0,-6-28 1 0 0,3 29 625 0 0,2-1 1 0 0,-1-26-1 0 0,4 47-1058 0 0,-1-7-270 0 0,2 6-1276 0 0,2 12-5760 0 0,0 5 5928 0 0,-4 2-4141 0 0,-3 3 1238 0 0</inkml:trace>
</inkml:ink>
</file>

<file path=ppt/ink/ink4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5:19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91 1356 0 0,'-1'5'15184'0'0,"1"-16"-14727"0"0,1 1 0 0 0,1-1 1 0 0,-1 1-1 0 0,2 0 0 0 0,5-18 1 0 0,-7 27-668 0 0,4-13-2412 0 0</inkml:trace>
</inkml:ink>
</file>

<file path=ppt/ink/ink4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5:23.4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79 1316 0 0,'0'0'20205'0'0,"1"-5"-19555"0"0,9-39-54 0 0,-9 42-1352 0 0,-5-26-12796 0 0</inkml:trace>
</inkml:ink>
</file>

<file path=ppt/ink/ink4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5:23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5 169 452 0 0,'-2'-18'2227'0'0,"1"0"-1"0"0,0 0 1 0 0,1-1 0 0 0,1 1-1 0 0,1 0 1 0 0,7-34 0 0 0,-8 51-2553 0 0,4-6-677 0 0</inkml:trace>
</inkml:ink>
</file>

<file path=ppt/ink/ink4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5:26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7 312 0 0,'0'0'983'0'0,"0"0"-938"0"0,0 0 0 0 0,0-1 0 0 0,0 1 0 0 0,0 0 0 0 0,0 0 0 0 0,0-1 0 0 0,0 1 0 0 0,-1 0 0 0 0,1-1 0 0 0,0 1 0 0 0,0 0 0 0 0,0 0 0 0 0,0-1 0 0 0,-1 1 0 0 0,1 0 0 0 0,0 0-1 0 0,0 0 1 0 0,0-1 0 0 0,-1 1 0 0 0,1 0 0 0 0,0 0 0 0 0,0 0 0 0 0,-1 0 0 0 0,1-1 0 0 0,0 1 0 0 0,-1 0 0 0 0,1 0 0 0 0,0 0 0 0 0,0 0 0 0 0,-1 0 0 0 0,1 0 0 0 0,0 0-1 0 0,-1 0 1 0 0,1 0 0 0 0,0 0 0 0 0,-1 0 0 0 0,1 0 0 0 0,0 0 0 0 0,-1 0 0 0 0,1 0 0 0 0,-1 1 0 0 0,-4 2 34 0 0,-1 2-1 0 0,1-1 1 0 0,0 0 0 0 0,0 1 0 0 0,1 0-1 0 0,-1 0 1 0 0,1 1 0 0 0,0-1 0 0 0,0 1-1 0 0,1 0 1 0 0,0 0 0 0 0,0 0 0 0 0,0 0-1 0 0,1 1 1 0 0,0-1 0 0 0,0 1-1 0 0,-1 8 1 0 0,-5 24 682 0 0,-7 64 0 0 0,14-91-666 0 0,-5 53 511 0 0,3 0 0 0 0,2 0 0 0 0,3 1 0 0 0,13 75 0 0 0,-9-108-376 0 0,1 0 0 0 0,1-1 1 0 0,2 0-1 0 0,1-1 0 0 0,1 0 0 0 0,2-1 1 0 0,1 0-1 0 0,2-1 0 0 0,0-1 0 0 0,24 28 1 0 0,-22-36-74 0 0,0 0 0 0 0,2-1 0 0 0,0-2-1 0 0,1 0 1 0 0,1-1 0 0 0,0-1 0 0 0,1-1 0 0 0,0-2 0 0 0,29 11 0 0 0,-12-7-391 0 0,0-3 0 0 0,1-1 1 0 0,0-2-1 0 0,1-2 0 0 0,46 3 0 0 0,-57-12-1751 0 0,-16-2-2986 0 0,2-1 2161 0 0</inkml:trace>
</inkml:ink>
</file>

<file path=ppt/ink/ink4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5:28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0 112 0 0,'0'0'5649'0'0,"7"3"-5122"0"0,125 51 2023 0 0,70 55-474 0 0,-160-82-1673 0 0,-1 1-1 0 0,-1 2 0 0 0,50 49 0 0 0,-73-61-352 0 0,0 0-1 0 0,-1 2 1 0 0,-2 0 0 0 0,0 1-1 0 0,-1 0 1 0 0,-1 1 0 0 0,0 0-1 0 0,13 43 1 0 0,-8-10 19 0 0,-3 1 0 0 0,-2 1 0 0 0,-3-1 0 0 0,-2 2 0 0 0,-3-1 0 0 0,-2 1 0 0 0,-2 0 0 0 0,-11 69 0 0 0,8-109-31 0 0,0 1 1 0 0,-2-1 0 0 0,0 1 0 0 0,-1-1-1 0 0,-1-1 1 0 0,0 1 0 0 0,-1-1 0 0 0,-1-1-1 0 0,-1 0 1 0 0,-1 0 0 0 0,-18 21 0 0 0,2-7 216 0 0,-2-1 1 0 0,-2-2-1 0 0,0-1 1 0 0,-43 28-1 0 0,-59 32 3104 0 0,131-85-3166 0 0,0 1-530 0 0,-10 4 1187 0 0,-8-24-13544 0 0</inkml:trace>
</inkml:ink>
</file>

<file path=ppt/ink/ink4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5:28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1 178 1772 0 0,'0'0'25563'0'0,"19"-48"-23827"0"0,-16 42-2568 0 0,0 0-1 0 0,-1 0 1 0 0,1 0 0 0 0,-1 0 0 0 0,-1 0 0 0 0,1-1 0 0 0,-1 1 0 0 0,1-13-1 0 0,-4-27-11299 0 0,0 31 6815 0 0</inkml:trace>
</inkml:ink>
</file>

<file path=ppt/ink/ink4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5:28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1 132 696 0 0,'2'-5'1406'0'0,"-1"-1"1"0"0,1 1-1 0 0,-1-1 1 0 0,0 1-1 0 0,0-1 0 0 0,0 1 1 0 0,-1-1-1 0 0,0-7 1 0 0,-1 8-648 0 0,1 0 0 0 0,1 0 0 0 0,-1 0 0 0 0,0 0 0 0 0,1 0 1 0 0,0 0-1 0 0,1 0 0 0 0,-1 0 0 0 0,3-6 0 0 0,-3 10-27 0 0,-1-3-1596 0 0,3-4 4348 0 0,0 2-6324 0 0</inkml:trace>
</inkml:ink>
</file>

<file path=ppt/ink/ink4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5:32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99 210 740 0 0,'-2'3'6750'0'0,"2"15"-3402"0"0,2 72-3198 0 0,1-35 600 0 0,15 251 555 0 0,-16-269-1161 0 0,-1-24-9 0 0,0 1 0 0 0,-1 0 0 0 0,0-1-1 0 0,-4 24 1 0 0,4-35 27 0 0,0 0-1 0 0,0 0 1 0 0,-1 0 0 0 0,1 0-1 0 0,-1 0 1 0 0,1 0-1 0 0,-1-1 1 0 0,0 1 0 0 0,0 0-1 0 0,0 0 1 0 0,0 0-1 0 0,-2 3 1 0 0,2-6-77 0 0,-1 0-1 0 0,1 1 1 0 0,0-1 0 0 0,0 0-1 0 0,0 0 1 0 0,-1 0 0 0 0,1 0 0 0 0,0 0-1 0 0,0 0 1 0 0,0 0 0 0 0,1 0-1 0 0,-1-1 1 0 0,0 1 0 0 0,0 0-1 0 0,0-3 1 0 0,0 4-108 0 0,-6-13 164 0 0,-1 0-1 0 0,2 0 1 0 0,0-1-1 0 0,1 0 1 0 0,-6-19-1 0 0,-1-6 29 0 0,3 9-121 0 0,1-1-1 0 0,1-1 1 0 0,2 1 0 0 0,1-1 0 0 0,1 0 0 0 0,2 0 0 0 0,2 0-1 0 0,0 0 1 0 0,3 0 0 0 0,0 1 0 0 0,2-1 0 0 0,12-36 0 0 0,-13 53-68 0 0,2-1 1 0 0,0 1-1 0 0,1 0 1 0 0,0 1-1 0 0,1 0 1 0 0,1 0-1 0 0,0 1 1 0 0,1 0-1 0 0,0 1 1 0 0,1 1-1 0 0,1-1 1 0 0,0 2-1 0 0,25-17 1 0 0,-32 23-28 0 0,1 0 0 0 0,0 0 0 0 0,-1 1 0 0 0,1 0 0 0 0,0 0 1 0 0,0 1-1 0 0,1-1 0 0 0,-1 2 0 0 0,0-1 0 0 0,1 1 0 0 0,-1 0 0 0 0,1 1 1 0 0,-1 0-1 0 0,1 0 0 0 0,-1 0 0 0 0,1 1 0 0 0,-1 0 0 0 0,1 1 0 0 0,-1 0 0 0 0,0 0 1 0 0,0 0-1 0 0,1 1 0 0 0,-2 0 0 0 0,1 0 0 0 0,0 1 0 0 0,-1 0 0 0 0,0 0 1 0 0,1 0-1 0 0,-2 1 0 0 0,1 0 0 0 0,0 0 0 0 0,5 8 0 0 0,-7-9 12 0 0,0 0 0 0 0,0 1 0 0 0,-1-1-1 0 0,1 1 1 0 0,-1 0 0 0 0,0 0 0 0 0,0 1-1 0 0,-1-1 1 0 0,0 1 0 0 0,0-1 0 0 0,0 1 0 0 0,0-1-1 0 0,-1 1 1 0 0,0 0 0 0 0,0 0 0 0 0,-1 0-1 0 0,1 0 1 0 0,-1 0 0 0 0,-1 0 0 0 0,1-1-1 0 0,-1 1 1 0 0,0 0 0 0 0,0 0 0 0 0,-1 0 0 0 0,1-1-1 0 0,-2 1 1 0 0,1-1 0 0 0,0 1 0 0 0,-1-1-1 0 0,0 0 1 0 0,0 0 0 0 0,-1 0 0 0 0,1 0 0 0 0,-1-1-1 0 0,0 1 1 0 0,-5 4 0 0 0,-2 1 35 0 0,-1 0-1 0 0,1-1 1 0 0,-1 0 0 0 0,-1-1-1 0 0,0 0 1 0 0,0-1 0 0 0,0-1 0 0 0,-1 0-1 0 0,0 0 1 0 0,0-1 0 0 0,-1-1-1 0 0,1-1 1 0 0,-23 3 0 0 0,23-5-70 0 0,0 0 0 0 0,-1-1-1 0 0,1 0 1 0 0,0-1 0 0 0,0-1 0 0 0,-19-5 0 0 0,31 7-367 0 0,6-3-2145 0 0,1 0 2227 0 0,1 0-1 0 0,-1 0 1 0 0,1 0 0 0 0,0 1-1 0 0,0 0 1 0 0,8-1-1 0 0,26-4-4659 0 0,-21 5 2323 0 0</inkml:trace>
</inkml:ink>
</file>

<file path=ppt/ink/ink4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5:34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79 612 0 0,'3'-9'9656'0'0,"-7"10"-9569"0"0,1 0 1 0 0,-1 0-1 0 0,0 0 0 0 0,1 0 0 0 0,-1 1 0 0 0,1-1 0 0 0,-1 1 0 0 0,1 0 1 0 0,0 0-1 0 0,0 0 0 0 0,-5 4 0 0 0,-38 36 747 0 0,30-28-497 0 0,9-6-160 0 0,0-1 0 0 0,1 1 0 0 0,-1 0 0 0 0,2 0 0 0 0,-1 1 0 0 0,1 0 0 0 0,-5 10 0 0 0,9-17 49 0 0,2-1-230 0 0,0 0 1 0 0,-1 0-1 0 0,1-1 1 0 0,-1 1 0 0 0,1 0-1 0 0,0-1 1 0 0,-1 1-1 0 0,1-1 1 0 0,0 1-1 0 0,0-1 1 0 0,-1 1 0 0 0,1-1-1 0 0,0 0 1 0 0,0 1-1 0 0,0-1 1 0 0,0 0-1 0 0,0 1 1 0 0,-1-1 0 0 0,1 0-1 0 0,0 0 1 0 0,0 0-1 0 0,0 0 1 0 0,0 0-1 0 0,0 0 1 0 0,0 0 0 0 0,0 0-1 0 0,0 0 1 0 0,0-1-1 0 0,-1 1 1 0 0,1 0 0 0 0,0 0-1 0 0,0-1 1 0 0,0 1-1 0 0,0-1 1 0 0,-1 1-1 0 0,3-2 1 0 0,4 0-34 0 0,37-11-702 0 0,-42 12 606 0 0,26 14-315 0 0,4 20 128 0 0,-28-27 283 0 0,1 0 1 0 0,-1 0-1 0 0,1-1 1 0 0,1 1-1 0 0,-1-1 1 0 0,1-1-1 0 0,0 1 0 0 0,0-1 1 0 0,1 0-1 0 0,-1 0 1 0 0,1-1-1 0 0,-1 0 1 0 0,1 0-1 0 0,12 3 0 0 0,-17-7 39 0 0,0 1-1 0 0,0 0 0 0 0,1 0 0 0 0,-1-1 1 0 0,0 1-1 0 0,0-1 0 0 0,0 1 0 0 0,1-1 0 0 0,-1 0 1 0 0,0 0-1 0 0,0 0 0 0 0,0 0 0 0 0,-1-1 1 0 0,1 1-1 0 0,0 0 0 0 0,0-1 0 0 0,2-2 1 0 0,28-35 115 0 0,-22 27-51 0 0,11-19 145 0 0,-2 0 0 0 0,0-1 0 0 0,-3-1 0 0 0,22-58 1 0 0,-30 71-104 0 0,-6 17-83 0 0,1-8 14 0 0,-3 11-39 0 0,-1-1 0 0 0,1 0-1 0 0,-1 1 1 0 0,1-1 0 0 0,-1 1-1 0 0,1-1 1 0 0,-1 0 0 0 0,0 1 0 0 0,1-1-1 0 0,-1 1 1 0 0,0 0 0 0 0,1-1 0 0 0,-1 1-1 0 0,0 0 1 0 0,0-1 0 0 0,1 1 0 0 0,-1 0-1 0 0,0 0 1 0 0,0 0 0 0 0,1 0 0 0 0,-1-1-1 0 0,0 1 1 0 0,-1 0 0 0 0,-1 0 0 0 0,-3 2-14 0 0,1 1 1 0 0,0 0-1 0 0,-1 0 0 0 0,2 0 1 0 0,-1 1-1 0 0,0 0 0 0 0,1 0 1 0 0,-1 0-1 0 0,1 0 0 0 0,0 0 1 0 0,1 1-1 0 0,-1 0 0 0 0,1 0 1 0 0,-3 6-1 0 0,5-9 1 0 0,0-1-1 0 0,0 1 1 0 0,1 0 0 0 0,-1 0-1 0 0,1 0 1 0 0,0 0-1 0 0,0-1 1 0 0,-1 1 0 0 0,1 0-1 0 0,0 0 1 0 0,1 0-1 0 0,-1 0 1 0 0,0 0 0 0 0,0 0-1 0 0,1-1 1 0 0,-1 1-1 0 0,1 0 1 0 0,0 0 0 0 0,-1-1-1 0 0,1 1 1 0 0,0 0-1 0 0,0-1 1 0 0,0 1 0 0 0,0-1-1 0 0,0 1 1 0 0,1-1-1 0 0,-1 1 1 0 0,0-1 0 0 0,1 0-1 0 0,1 2 1 0 0,8 6-31 0 0,0 0-1 0 0,0-1 1 0 0,13 8 0 0 0,-9-7-54 0 0,52 47-304 0 0,-55-44 341 0 0,1-1 0 0 0,0 0 0 0 0,0 0 0 0 0,1-2 0 0 0,0 0 0 0 0,26 12 0 0 0,-36-20 59 0 0,0 0 0 0 0,-1 0 0 0 0,1 0 0 0 0,0-1-1 0 0,0 1 1 0 0,0-1 0 0 0,-1 0 0 0 0,1 0-1 0 0,0-1 1 0 0,0 1 0 0 0,0-1 0 0 0,-1 0 0 0 0,1 0-1 0 0,0 0 1 0 0,-1 0 0 0 0,1-1 0 0 0,0 1 0 0 0,-1-1-1 0 0,0 0 1 0 0,1 0 0 0 0,-1 0 0 0 0,0 0 0 0 0,0-1-1 0 0,0 1 1 0 0,3-5 0 0 0,1-1 71 0 0,0 0 1 0 0,0-1-1 0 0,-1 0 1 0 0,0 0-1 0 0,0 0 1 0 0,-1-1-1 0 0,5-13 0 0 0,-1-5 327 0 0,8-16 344 0 0,-16 43-565 0 0,-1 0-165 0 0,0 0 0 0 0,-1 1 0 0 0,1-1 0 0 0,-1 0-1 0 0,1 0 1 0 0,0 1 0 0 0,0-1 0 0 0,-1 0 0 0 0,1 0 0 0 0,0 0-1 0 0,0 1 1 0 0,0-1 0 0 0,0 0 0 0 0,0 0 0 0 0,0 0 0 0 0,0 1-1 0 0,0-1 1 0 0,0 0 0 0 0,1 0 0 0 0,-1 0 0 0 0,0 1-1 0 0,1-2 1 0 0,-1 2-93 0 0,-7 20 83 0 0,5-15-10 0 0,4 6-9 0 0,-1-6 18 0 0,0 0 0 0 0,0 0 0 0 0,0 0 0 0 0,1 0 0 0 0,0 0-1 0 0,3 6 1 0 0,24 16 11 0 0,-16-17-7 0 0,-2 0-1 0 0,1 1 1 0 0,-1 1 0 0 0,-1 0-1 0 0,0 0 1 0 0,12 21 0 0 0,-20-30-11 0 0,-1-1 9 0 0,0-1-1 0 0,-1 0 1 0 0,1 1 0 0 0,-1-1-1 0 0,1 1 1 0 0,-1-1-1 0 0,0 1 1 0 0,1-1 0 0 0,-1 1-1 0 0,0-1 1 0 0,0 0-1 0 0,0 1 1 0 0,0-1 0 0 0,0 1-1 0 0,0-1 1 0 0,-1 1-1 0 0,1-1 1 0 0,-1 1-1 0 0,1-1 1 0 0,-1 1 0 0 0,0 0-1 0 0,1 0 15 0 0,0-1 1 0 0,-1 1-1 0 0,1 0 0 0 0,-1-1 0 0 0,1 0 0 0 0,-1 1 0 0 0,0-1 0 0 0,0 1 1 0 0,1-1-1 0 0,-1 0 0 0 0,0 1 0 0 0,0-1 0 0 0,0 0 0 0 0,0 0 1 0 0,-1 0-1 0 0,1 0 0 0 0,0 0 0 0 0,0 0 0 0 0,-1 0 0 0 0,1 0 0 0 0,-1 0 1 0 0,1-1-1 0 0,0 1 0 0 0,-1 0 0 0 0,-2 0 0 0 0,3-3-19 0 0,0 1-1 0 0,0-1 1 0 0,0 1-1 0 0,0-1 1 0 0,1 0-1 0 0,-1 1 0 0 0,0-1 1 0 0,1 0-1 0 0,-1 1 1 0 0,1-1-1 0 0,0 0 1 0 0,0 0-1 0 0,-1 1 1 0 0,1-1-1 0 0,0 0 1 0 0,0 0-1 0 0,1 0 1 0 0,-1 1-1 0 0,0-1 0 0 0,1-2 1 0 0,6-9-125 0 0,1 1 0 0 0,0 0 0 0 0,1 0 0 0 0,0 1 0 0 0,1 0 0 0 0,0 1 0 0 0,0 0-1 0 0,1 0 1 0 0,0 1 0 0 0,1 1 0 0 0,0 0 0 0 0,1 1 0 0 0,17-8 0 0 0,-26 13 176 0 0,0 1 0 0 0,0 0 0 0 0,0 0 0 0 0,0 0 0 0 0,1 0 0 0 0,-1 1 0 0 0,0 0 0 0 0,1 0 0 0 0,-1 0 0 0 0,1 0 0 0 0,-1 1 0 0 0,0-1 0 0 0,0 1 0 0 0,1 1 0 0 0,-1-1 0 0 0,0 0 0 0 0,0 1 0 0 0,0 0 0 0 0,0 0 0 0 0,-1 0 0 0 0,1 0 0 0 0,0 1 0 0 0,-1-1 1 0 0,1 1-1 0 0,-1 0 0 0 0,4 4 0 0 0,-7-6 55 0 0,1 1 0 0 0,0-1 1 0 0,-1 0-1 0 0,1 0 0 0 0,-1 0 1 0 0,1 1-1 0 0,-1-1 1 0 0,0 0-1 0 0,1 1 0 0 0,-1-1 1 0 0,0 0-1 0 0,0 0 1 0 0,0 1-1 0 0,0-1 0 0 0,0 0 1 0 0,0 1-1 0 0,0-1 1 0 0,-1 3-1 0 0,-6 7-1019 0 0,-5-11-4631 0 0,-4-7 2267 0 0,12 5 249 0 0</inkml:trace>
</inkml:ink>
</file>

<file path=ppt/ink/ink4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5:34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1 101 352 0 0,'2'-13'2796'0'0,"1"0"1"0"0,1 0-1 0 0,0 0 1 0 0,7-15-1 0 0,-5 11-1279 0 0,-5 15-1488 0 0,-1 3-106 0 0,0-1 0 0 0,0 0 1 0 0,0 0-1 0 0,0 0 0 0 0,0 1 0 0 0,0-1 0 0 0,0 0 1 0 0,1 0-1 0 0,-1 0 0 0 0,0 1 0 0 0,0-1 0 0 0,0 0 0 0 0,0 0 1 0 0,0 0-1 0 0,1 0 0 0 0,-1 1 0 0 0,0-1 0 0 0,0 0 0 0 0,0 0 1 0 0,0 0-1 0 0,1 0 0 0 0,-1 0 0 0 0,0 0 0 0 0,0 0 0 0 0,0 0 1 0 0,1 0-1 0 0,-1 1 0 0 0,0-1 0 0 0,0 0 0 0 0,0 0 0 0 0,1 0 1 0 0,-1 0-1 0 0,0 0 0 0 0,0 0 0 0 0,0 0 0 0 0,1 0 1 0 0,-1-1-1 0 0,0 1 0 0 0,0 0 0 0 0,1 0 0 0 0,-1 0 0 0 0,0 0 1 0 0,0 0-1 0 0,0 0 0 0 0,0 0 0 0 0,1 0 0 0 0,-1 0 0 0 0,0-1 1 0 0,0 1-1 0 0,0 0 0 0 0,0 0 0 0 0,1 0 0 0 0,-1 0 0 0 0,0-1 1 0 0,0 1-1 0 0,0 0 0 0 0,0 0 0 0 0,0 0 0 0 0,0-1 1 0 0,0 1-1 0 0,0 0 0 0 0,1 0 0 0 0,-1 0 0 0 0,0-1 0 0 0,0 1 1 0 0,0 0-1 0 0,0 0 0 0 0,0 0 0 0 0,0-1 0 0 0,10 13-4601 0 0,-3-3 1402 0 0</inkml:trace>
</inkml:ink>
</file>

<file path=ppt/ink/ink4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5:34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74 864 0 0,'0'0'947'0'0,"21"-8"1812"0"0,85-54 2689 0 0,-105 62-5407 0 0,0-1 0 0 0,-1 1 0 0 0,1-1 0 0 0,0 1 0 0 0,-1 0 1 0 0,1-1-1 0 0,0 1 0 0 0,0 0 0 0 0,0 0 0 0 0,-1-1 1 0 0,1 1-1 0 0,0 0 0 0 0,0 0 0 0 0,0 0 0 0 0,0 0 0 0 0,-1 0 1 0 0,1 0-1 0 0,0 0 0 0 0,0 0 0 0 0,0 1 0 0 0,-1-1 1 0 0,1 0-1 0 0,0 0 0 0 0,0 1 0 0 0,0-1 0 0 0,-1 0 0 0 0,1 1 1 0 0,0-1-1 0 0,-1 1 0 0 0,1-1 0 0 0,0 1 0 0 0,-1-1 1 0 0,1 1-1 0 0,-1 0 0 0 0,1-1 0 0 0,0 1 0 0 0,-1-1 0 0 0,0 1 1 0 0,1 0-1 0 0,-1 0 0 0 0,1-1 0 0 0,-1 1 0 0 0,0 0 0 0 0,0 0 1 0 0,1 0-1 0 0,-1-1 0 0 0,0 1 0 0 0,0 0 0 0 0,0 1 1 0 0,6 42 524 0 0,-24 244 936 0 0,4-98-2284 0 0,9-125-293 0 0,1-9-1231 0 0,3-20-2987 0 0</inkml:trace>
</inkml:ink>
</file>

<file path=ppt/ink/ink4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5:35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53 248 296 0 0,'7'-24'5438'0'0,"-5"5"3497"0"0,-2 19-8835 0 0,0 0 0 0 0,0 0 1 0 0,-1 0-1 0 0,1 0 0 0 0,0 0 1 0 0,0 0-1 0 0,0 0 0 0 0,0 0 0 0 0,0 0 1 0 0,-1 0 400 0 0,1 0-401 0 0,-4 3-74 0 0,0-1-1 0 0,0 1 1 0 0,0 0-1 0 0,0 0 1 0 0,1 0-1 0 0,-1 1 1 0 0,1-1-1 0 0,0 1 1 0 0,0 0-1 0 0,0 0 1 0 0,1 0-1 0 0,-1 0 0 0 0,1 0 1 0 0,0 1-1 0 0,-3 8 1 0 0,4-11-15 0 0,0 1 0 0 0,0 0 1 0 0,0-1-1 0 0,0 1 0 0 0,1 0 1 0 0,-1-1-1 0 0,1 1 0 0 0,0 0 1 0 0,0 0-1 0 0,0-1 0 0 0,0 1 0 0 0,0 0 1 0 0,0 0-1 0 0,1-1 0 0 0,-1 1 1 0 0,1 0-1 0 0,0-1 0 0 0,0 1 0 0 0,0 0 1 0 0,0-1-1 0 0,0 1 0 0 0,1-1 1 0 0,-1 0-1 0 0,1 1 0 0 0,-1-1 1 0 0,1 0-1 0 0,0 0 0 0 0,0 0 0 0 0,0 0 1 0 0,0 0-1 0 0,0-1 0 0 0,3 3 1 0 0,-1-2 1 0 0,0 0 0 0 0,1 0 1 0 0,-1-1-1 0 0,0 1 1 0 0,1-1-1 0 0,-1 0 0 0 0,1-1 1 0 0,-1 1-1 0 0,1-1 1 0 0,-1 1-1 0 0,1-1 0 0 0,-1-1 1 0 0,1 1-1 0 0,-1-1 1 0 0,1 1-1 0 0,-1-1 0 0 0,1 0 1 0 0,7-4-1 0 0,-1 0-39 0 0,-1 0-1 0 0,0 0 0 0 0,-1-1 1 0 0,1-1-1 0 0,-1 0 0 0 0,0 0 0 0 0,-1 0 1 0 0,0-1-1 0 0,0-1 0 0 0,9-11 1 0 0,-6 3-99 0 0,1-1 0 0 0,-2-1 0 0 0,0 0 0 0 0,10-29 0 0 0,-20 46 96 0 0,2-18 119 0 0,-3 11 493 0 0,-13 18-539 0 0,10-6-66 0 0,11 5-124 0 0,3 5 44 0 0,-4-10 39 0 0,0-1 1 0 0,0 0-1 0 0,1-1 1 0 0,-1 0 0 0 0,1 0-1 0 0,-1 0 1 0 0,1 0 0 0 0,-1-1-1 0 0,1-1 1 0 0,-1 1-1 0 0,1-1 1 0 0,-1 0 0 0 0,1 0-1 0 0,-1-1 1 0 0,1 1-1 0 0,-1-2 1 0 0,0 1 0 0 0,7-5-1 0 0,-4 3 13 0 0,-1-1 0 0 0,-1 0 0 0 0,1-1-1 0 0,-1 0 1 0 0,0 0 0 0 0,0-1-1 0 0,-1 0 1 0 0,1 0 0 0 0,-2 0 0 0 0,1-1-1 0 0,-1 0 1 0 0,6-11 0 0 0,-4-4 165 0 0,-7 21-93 0 0,0 0 0 0 0,1 0 0 0 0,-1-1 0 0 0,1 1 0 0 0,0 0 0 0 0,0 0 0 0 0,-1 0 0 0 0,2 0 1 0 0,-1 0-1 0 0,2-3 0 0 0,-2 4-34 0 0,-1 6-9 0 0,-3 117 6 0 0,-5 0 0 0 0,-47 234 0 0 0,48-320 6 0 0,-2-1 0 0 0,-18 48 0 0 0,22-69 54 0 0,-1-1 0 0 0,-1 0 0 0 0,0 0 0 0 0,0-1 0 0 0,-1 0 0 0 0,-1-1 0 0 0,0 1 0 0 0,-21 18 0 0 0,28-28 21 0 0,1 0 0 0 0,-1 0 0 0 0,0 0-1 0 0,-1-1 1 0 0,1 1 0 0 0,0 0-1 0 0,0-1 1 0 0,-1 0 0 0 0,1 0 0 0 0,0 0-1 0 0,-1 0 1 0 0,1 0 0 0 0,-1 0-1 0 0,0-1 1 0 0,1 1 0 0 0,-1-1 0 0 0,0 1-1 0 0,1-1 1 0 0,-1 0 0 0 0,0 0 0 0 0,1 0-1 0 0,-1-1 1 0 0,0 1 0 0 0,1-1-1 0 0,-1 1 1 0 0,-3-3 0 0 0,4 2-15 0 0,-1-1 0 0 0,1 0 1 0 0,0 0-1 0 0,0-1 0 0 0,0 1 1 0 0,1 0-1 0 0,-1-1 0 0 0,1 1 1 0 0,-1-1-1 0 0,1 1 0 0 0,0-1 1 0 0,0 0-1 0 0,0 0 0 0 0,0 1 1 0 0,0-1-1 0 0,0 0 0 0 0,1 0 1 0 0,0 0-1 0 0,-1 0 0 0 0,1 0 1 0 0,0 0-1 0 0,1 0 0 0 0,0-4 1 0 0,1-6-176 0 0,0-1 0 0 0,2 1 1 0 0,-1 0-1 0 0,2 0 0 0 0,0 1 0 0 0,0-1 1 0 0,1 1-1 0 0,1 0 0 0 0,9-13 0 0 0,32-40-2785 0 0,1 10-3809 0 0,-16 21 2349 0 0</inkml:trace>
</inkml:ink>
</file>

<file path=ppt/ink/ink4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5:48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85 355 756 0 0,'2'117'8152'0'0,"1"-5"-6896"0"0,-21 213-1 0 0,6-267 2850 0 0,8-62-3776 0 0,-3-8-212 0 0,1 1 0 0 0,-1-1 0 0 0,2 0 0 0 0,0 0 0 0 0,0-1 0 0 0,1 1 0 0 0,1-1 0 0 0,0 0 0 0 0,0 0 0 0 0,2 0 0 0 0,-1-14 0 0 0,2-157 333 0 0,1 170-397 0 0,2-56-26 0 0,4 0 1 0 0,16-75 0 0 0,-18 123-72 0 0,0 1 0 0 0,1-1 1 0 0,2 1-1 0 0,0 1 0 0 0,1-1 1 0 0,1 1-1 0 0,1 1 0 0 0,1 0 1 0 0,0 1-1 0 0,27-30 0 0 0,-32 42 7 0 0,0-1 0 0 0,1 1 0 0 0,0 0 0 0 0,0 0 1 0 0,1 1-1 0 0,-1 0 0 0 0,1 1 0 0 0,0 0 0 0 0,1 0 0 0 0,-1 1 0 0 0,1 0 0 0 0,14-2 0 0 0,-20 5 14 0 0,0-1-1 0 0,0 1 1 0 0,1 0 0 0 0,-1 0-1 0 0,0 0 1 0 0,0 1 0 0 0,0-1 0 0 0,0 1-1 0 0,0 0 1 0 0,-1 0 0 0 0,1 1-1 0 0,0-1 1 0 0,0 1 0 0 0,-1 0 0 0 0,1 0-1 0 0,-1 0 1 0 0,1 0 0 0 0,-1 0-1 0 0,0 1 1 0 0,0 0 0 0 0,0-1 0 0 0,0 1-1 0 0,-1 0 1 0 0,1 1 0 0 0,-1-1-1 0 0,1 0 1 0 0,-1 1 0 0 0,0-1 0 0 0,-1 1-1 0 0,1 0 1 0 0,-1-1 0 0 0,2 8-1 0 0,0-4 0 0 0,-1 1 0 0 0,-1 0 0 0 0,1 0 0 0 0,-1 0 0 0 0,-1 0-1 0 0,1 0 1 0 0,-1 0 0 0 0,-1 0 0 0 0,1 0 0 0 0,-2 0 0 0 0,1 0-1 0 0,-1 0 1 0 0,0 0 0 0 0,-6 14 0 0 0,2-11 3 0 0,0 0 0 0 0,-1 0 0 0 0,0 0 0 0 0,0-1 0 0 0,-1 0 0 0 0,-1-1 0 0 0,0 1 0 0 0,-18 14 0 0 0,9-10 0 0 0,-1-1 0 0 0,0-1 0 0 0,-1-1 0 0 0,0 0 0 0 0,-1-2 0 0 0,0 0 0 0 0,-1-1 0 0 0,0-1 0 0 0,0-2 0 0 0,-29 5 0 0 0,30-6-44 0 0,3-1-2063 0 0,8-2-5035 0 0</inkml:trace>
</inkml:ink>
</file>

<file path=ppt/ink/ink4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5:48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1 102 556 0 0,'8'4'424'0'0,"1"1"0"0"0,0-2 0 0 0,0 1 0 0 0,0-1 0 0 0,0-1 0 0 0,0 0 0 0 0,0 0 0 0 0,1-1 0 0 0,-1 0 0 0 0,1 0 0 0 0,-1-1 1 0 0,1-1-1 0 0,-1 1 0 0 0,1-1 0 0 0,-1-1 0 0 0,0 0 0 0 0,1 0 0 0 0,-1-1 0 0 0,0 0 0 0 0,0-1 0 0 0,-1 0 0 0 0,1 0 0 0 0,-1-1 0 0 0,0 0 0 0 0,0 0 0 0 0,0-1 0 0 0,8-8 0 0 0,-15 13-387 0 0,0-1-1 0 0,0 1 1 0 0,0-1 0 0 0,0 1-1 0 0,0-1 1 0 0,-1 1 0 0 0,1-1-1 0 0,0 0 1 0 0,-1 0 0 0 0,1 1-1 0 0,-1-1 1 0 0,0 0 0 0 0,1 0-1 0 0,-1 1 1 0 0,0-1 0 0 0,0 0-1 0 0,0 0 1 0 0,0 0 0 0 0,-1 1-1 0 0,1-1 1 0 0,0 0 0 0 0,-1 0-1 0 0,1 1 1 0 0,-1-1 0 0 0,0 0-1 0 0,1 1 1 0 0,-1-1 0 0 0,0 1-1 0 0,0-1 1 0 0,0 1 0 0 0,0-1-1 0 0,0 1 1 0 0,-1-1-1 0 0,1 1 1 0 0,0 0 0 0 0,0 0-1 0 0,-1 0 1 0 0,1 0 0 0 0,-1 0-1 0 0,1 0 1 0 0,-1 0 0 0 0,0 0-1 0 0,1 1 1 0 0,-1-1 0 0 0,0 0-1 0 0,1 1 1 0 0,-1-1 0 0 0,0 1-1 0 0,0 0 1 0 0,0 0 0 0 0,1 0-1 0 0,-4 0 1 0 0,1 0-32 0 0,0 0 0 0 0,0 1 0 0 0,-1 0 0 0 0,1 0 0 0 0,0 0 0 0 0,0 0 0 0 0,0 1 0 0 0,0-1 0 0 0,0 1 0 0 0,0 0 0 0 0,0 0 0 0 0,1 1 0 0 0,-1-1-1 0 0,1 1 1 0 0,-1 0 0 0 0,1 0 0 0 0,0 0 0 0 0,0 0 0 0 0,1 0 0 0 0,-1 1 0 0 0,1-1 0 0 0,-1 1 0 0 0,1 0 0 0 0,0 0 0 0 0,0 0 0 0 0,1 0 0 0 0,-1 0 0 0 0,1 0 0 0 0,0 0 0 0 0,0 0 0 0 0,0 0 0 0 0,1 1 0 0 0,-1-1 0 0 0,1 0 0 0 0,0 1 0 0 0,1 4 0 0 0,-1-1-17 0 0,1-1 1 0 0,0 1 0 0 0,1 0 0 0 0,0-1 0 0 0,0 0-1 0 0,0 1 1 0 0,1-1 0 0 0,0 0 0 0 0,1 0-1 0 0,-1 0 1 0 0,1-1 0 0 0,1 1 0 0 0,-1-1 0 0 0,1 0-1 0 0,0 0 1 0 0,0-1 0 0 0,1 1 0 0 0,0-1-1 0 0,0 0 1 0 0,10 6 0 0 0,-10-8-13 0 0,1 1 0 0 0,0-1 0 0 0,1-1-1 0 0,-1 1 1 0 0,0-1 0 0 0,1-1 0 0 0,-1 1 0 0 0,1-1 0 0 0,0 0 0 0 0,-1-1-1 0 0,1 0 1 0 0,0 0 0 0 0,0-1 0 0 0,-1 0 0 0 0,1 0 0 0 0,-1 0 0 0 0,1-1-1 0 0,-1-1 1 0 0,13-5 0 0 0,4-4-85 0 0,0-1 1 0 0,0-2-1 0 0,-2 0 0 0 0,25-22 0 0 0,-44 34 103 0 0,8-7 17 0 0,1-1 1 0 0,-2-1-1 0 0,0 0 0 0 0,14-21 0 0 0,4-5 711 0 0,-27 36-643 0 0,0 2-73 0 0,-1 0-1 0 0,0 0 1 0 0,0-1 0 0 0,0 1 0 0 0,0 0-1 0 0,0 0 1 0 0,0-1 0 0 0,0 1 0 0 0,1 0 0 0 0,-1 0-1 0 0,0 0 1 0 0,0 0 0 0 0,0-1 0 0 0,1 1-1 0 0,-1 0 1 0 0,0 0 0 0 0,0 0 0 0 0,0 0-1 0 0,1 0 1 0 0,-1-1 0 0 0,0 1 0 0 0,0 0-1 0 0,1 0 1 0 0,-1 0 0 0 0,0 0 0 0 0,0 0-1 0 0,1 0 1 0 0,-1 0 0 0 0,0 0 0 0 0,0 0-1 0 0,1 0 1 0 0,-1 0 0 0 0,0 0 0 0 0,0 0-1 0 0,1 0 1 0 0,-1 0 0 0 0,0 0 0 0 0,0 0-1 0 0,0 1 1 0 0,1-1 0 0 0,-1 0 0 0 0,0 0-1 0 0,1 0 1 0 0,0 1-2 0 0,-1 0 0 0 0,1-1 0 0 0,0 1 0 0 0,0 0 0 0 0,0 0 0 0 0,0 0 0 0 0,-1 0 0 0 0,1 0 0 0 0,0 0 0 0 0,-1 0 0 0 0,1 0 0 0 0,-1 0-1 0 0,1 0 1 0 0,-1 0 0 0 0,0 1 0 0 0,1-1 0 0 0,-1 0 0 0 0,0 0 0 0 0,0 0 0 0 0,0 3 0 0 0,2 10 8 0 0,-2 1 1 0 0,1-1-1 0 0,-2 1 1 0 0,0-1-1 0 0,-6 28 1 0 0,7-40-5 0 0,-3 5 36 0 0,3-7-53 0 0,0 0-1 0 0,0 0 1 0 0,0 0 0 0 0,0 0-1 0 0,0 0 1 0 0,0 0 0 0 0,0 0-1 0 0,0 0 1 0 0,1 0 0 0 0,-1 0-1 0 0,0 0 1 0 0,0 0 0 0 0,0 0-1 0 0,0 0 1 0 0,0 0 0 0 0,0 0-1 0 0,0 0 1 0 0,0 0 0 0 0,1 0-1 0 0,-1 0 1 0 0,0 0 0 0 0,0 0-1 0 0,0 0 1 0 0,0 0-1 0 0,0 0 1 0 0,0 0 0 0 0,0 0-1 0 0,0 0 1 0 0,0 0 0 0 0,0 0-1 0 0,0 0 1 0 0,1 0 0 0 0,-1 1-1 0 0,0-1 1 0 0,0 0 0 0 0,0 0-1 0 0,0 0 1 0 0,0 0 0 0 0,0 0-1 0 0,0 0 1 0 0,32-31-243 0 0,-24 21 119 0 0,1 1 1 0 0,0 0-1 0 0,0 0 0 0 0,1 1 0 0 0,0 1 1 0 0,0-1-1 0 0,1 2 0 0 0,0-1 0 0 0,20-7 0 0 0,-24 14 102 0 0,0 0-1 0 0,1 0 0 0 0,-1 1 0 0 0,0 0 1 0 0,0 0-1 0 0,0 0 0 0 0,0 1 0 0 0,0 1 0 0 0,0-1 1 0 0,0 1-1 0 0,0 0 0 0 0,-1 0 0 0 0,12 9 0 0 0,37 13-169 0 0,-38-22 382 0 0,-1-1-1 0 0,1 0 0 0 0,1-1 0 0 0,-1-1 1 0 0,0-1-1 0 0,0 0 0 0 0,30-7 1 0 0,-45 8 277 0 0,0-1-385 0 0,-1 1-1 0 0,1-1 0 0 0,-1 1 0 0 0,1 0 1 0 0,0-1-1 0 0,-1 1 0 0 0,1 0 0 0 0,-1 0 1 0 0,1 0-1 0 0,0 0 0 0 0,-1 1 0 0 0,3-1 1 0 0,-3 3-593 0 0,0 2 210 0 0</inkml:trace>
</inkml:ink>
</file>

<file path=ppt/ink/ink4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5:49.3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77 364 0 0,'0'-4'1379'0'0,"8"-48"6043"0"0,-8 49-6472 0 0,5-15 1529 0 0</inkml:trace>
</inkml:ink>
</file>

<file path=ppt/ink/ink4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5:51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40 180 0 0,'3'-3'550'0'0,"16"-10"9448"0"0,-13 12-10109 0 0,-1 2 135 0 0,0 0 0 0 0,0 0 1 0 0,0 1-1 0 0,0-1 0 0 0,0 1 0 0 0,0 1 0 0 0,0-1 1 0 0,-1 1-1 0 0,1 0 0 0 0,-1 0 0 0 0,0 0 0 0 0,0 0 1 0 0,0 1-1 0 0,0-1 0 0 0,0 1 0 0 0,-1 0 0 0 0,0 1 1 0 0,0-1-1 0 0,0 0 0 0 0,0 1 0 0 0,-1 0 1 0 0,1-1-1 0 0,-1 1 0 0 0,-1 0 0 0 0,2 6 0 0 0,-1-4 42 0 0,-1 0-1 0 0,-1 1 1 0 0,0-1-1 0 0,0 1 1 0 0,0-1-1 0 0,-2 9 0 0 0,2-14 1192 0 0,1-9-1195 0 0,1-2-56 0 0,0 0 0 0 0,0 1 0 0 0,1-1 0 0 0,1 1 0 0 0,-1 0 0 0 0,1 0 0 0 0,1 0 0 0 0,-1 0 0 0 0,1 1 0 0 0,1 0 0 0 0,-1 0 0 0 0,1 0-1 0 0,13-11 1 0 0,-14 14-20 0 0,-1 0-1 0 0,1 1 1 0 0,0-1-1 0 0,0 1 0 0 0,1 0 1 0 0,-1 1-1 0 0,1-1 1 0 0,-1 1-1 0 0,1 0 0 0 0,0 1 1 0 0,0-1-1 0 0,-1 1 1 0 0,1 0-1 0 0,0 1 0 0 0,0-1 1 0 0,0 1-1 0 0,0 0 1 0 0,0 1-1 0 0,0-1 0 0 0,0 1 1 0 0,0 0-1 0 0,10 4 1 0 0,97 42-75 0 0,-111-47 98 0 0,0 1 0 0 0,0 0 0 0 0,0-1 0 0 0,0 1-1 0 0,1-1 1 0 0,-1 0 0 0 0,0 0 0 0 0,0 0 0 0 0,0 0-1 0 0,0 0 1 0 0,0 0 0 0 0,0-1 0 0 0,1 1-1 0 0,-1-1 1 0 0,0 1 0 0 0,0-1 0 0 0,0 0 0 0 0,0 0-1 0 0,2-1 1 0 0,37-29 379 0 0,-15 10 506 0 0,-26 20-841 0 0,1 0 0 0 0,0 0 0 0 0,0 0 0 0 0,-1 1 0 0 0,1-1 0 0 0,0 0 0 0 0,0 1 0 0 0,0-1 0 0 0,0 0 0 0 0,0 1 0 0 0,0 0 0 0 0,0-1 0 0 0,0 1 0 0 0,0-1 0 0 0,0 1 0 0 0,0 0 0 0 0,0 0 0 0 0,1 0-1 0 0,-1 0 1 0 0,0 0 0 0 0,0 0 0 0 0,0 0 0 0 0,0 0 0 0 0,0 0 0 0 0,0 0 0 0 0,0 0 0 0 0,0 1 0 0 0,0-1 0 0 0,0 0 0 0 0,2 1 0 0 0,-2 3-323 0 0,0-1 0 0 0,0 0-1 0 0,-1 1 1 0 0,1-1 0 0 0,0 1 0 0 0,-1-1-1 0 0,0 1 1 0 0,0-1 0 0 0,0 1 0 0 0,0-1-1 0 0,-2 7 1 0 0,1-1-544 0 0,-2 9-5157 0 0</inkml:trace>
</inkml:ink>
</file>

<file path=ppt/ink/ink4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5:52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 1088 0 0,'5'-13'2436'0'0,"-4"10"-1822"0"0,0 1 0 0 0,0-1 1 0 0,0 0-1 0 0,0 1 0 0 0,1-1 1 0 0,-1 1-1 0 0,1 0 0 0 0,-1-1 1 0 0,1 1-1 0 0,0 0 0 0 0,4-3 1 0 0,-6 4-253 0 0,1 1-387 0 0,-1 0 1 0 0,0-1-1 0 0,1 1 1 0 0,-1 0-1 0 0,0-1 0 0 0,1 1 1 0 0,-1 0-1 0 0,1 0 1 0 0,-1-1-1 0 0,1 1 1 0 0,-1 0-1 0 0,1 0 1 0 0,-1 0-1 0 0,0 0 1 0 0,1 0-1 0 0,-1 0 1 0 0,1-1-1 0 0,-1 1 1 0 0,1 0-1 0 0,-1 0 0 0 0,1 0 1 0 0,-1 1-1 0 0,1-1 1 0 0,-1 0-1 0 0,1 0 1 0 0,-1 0-1 0 0,1 0 1 0 0,-1 0-1 0 0,1 1 1 0 0,-1-1-1 0 0,1 0 1 0 0,-1 0-1 0 0,0 1 1 0 0,1-1-1 0 0,-1 0 0 0 0,1 0 1 0 0,-1 1-1 0 0,0-1 1 0 0,1 1-1 0 0,-1-1 1 0 0,0 0-1 0 0,1 1 1 0 0,1 1-132 0 0,0-1 1 0 0,0 0-1 0 0,-1 0 1 0 0,1 1 0 0 0,0-1-1 0 0,-1 1 1 0 0,1-1-1 0 0,-1 1 1 0 0,0-1-1 0 0,1 1 1 0 0,1 3-1 0 0,-3-3-245 0 0,1 3-53 0 0,-1 4-2824 0 0,0 14 910 0 0</inkml:trace>
</inkml:ink>
</file>

<file path=ppt/ink/ink4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5:52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51 344 0 0,'0'0'850'0'0,"1"-40"9128"0"0,-22 30-9173 0 0,19 9-655 0 0,-21 2 267 0 0,16 0-357 0 0,0 1-1 0 0,1-1 1 0 0,-1 1 0 0 0,0 1-1 0 0,0 0 1 0 0,1 0 0 0 0,0 0 0 0 0,-1 0-1 0 0,1 1 1 0 0,1 0 0 0 0,-1 1 0 0 0,0-1-1 0 0,1 1 1 0 0,0 0 0 0 0,0 0 0 0 0,1 1-1 0 0,-1-1 1 0 0,1 1 0 0 0,0 0-1 0 0,1 0 1 0 0,-6 13 0 0 0,8-18-52 0 0,1 0 0 0 0,0 0-1 0 0,0 0 1 0 0,0 0 0 0 0,-1 0 0 0 0,1 0-1 0 0,0 0 1 0 0,0 0 0 0 0,0 0 0 0 0,0-1 0 0 0,1 1-1 0 0,-1 0 1 0 0,0 0 0 0 0,0 0 0 0 0,0 0 0 0 0,1 0-1 0 0,-1 0 1 0 0,0 0 0 0 0,1 0 0 0 0,-1-1 0 0 0,1 1-1 0 0,-1 0 1 0 0,1 0 0 0 0,0-1 0 0 0,-1 1 0 0 0,1 0-1 0 0,0-1 1 0 0,0 2 0 0 0,2-1-8 0 0,-1 0 1 0 0,0 0-1 0 0,1 0 0 0 0,-1 0 1 0 0,0 0-1 0 0,1-1 1 0 0,-1 1-1 0 0,1-1 0 0 0,-1 0 1 0 0,5 0-1 0 0,3 0-99 0 0,0 0-1 0 0,0-1 1 0 0,0-1 0 0 0,10-2-1 0 0,65-18-914 0 0,-82 22 951 0 0,0 0 35 0 0,1 0-1 0 0,-1 0 0 0 0,1 1 0 0 0,-1-1 1 0 0,1 1-1 0 0,-1 0 0 0 0,0 0 0 0 0,1 0 0 0 0,-1 0 1 0 0,0 1-1 0 0,4 1 0 0 0,-6-2 1 0 0,47 13-81 0 0,-24-16 248 0 0,1-1 1 0 0,36-8-1 0 0,9-2 216 0 0,-68 12-567 0 0,2 2-403 0 0,32 10-3296 0 0,-28-5 858 0 0,-1-1 235 0 0</inkml:trace>
</inkml:ink>
</file>

<file path=ppt/ink/ink4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5:53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25 604 0 0,'8'-7'2324'0'0,"3"-1"16"0"0,-9-2-2688 0 0</inkml:trace>
</inkml:ink>
</file>

<file path=ppt/ink/ink4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5:36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46 176 0 0,'13'-46'13927'0'0,"-14"52"-13610"0"0,-19 73 569 0 0,-33 166 506 0 0,53-241-1556 0 0,-6 27-519 0 0,6-30 481 0 0,0 0 0 0 0,0 0 0 0 0,0 0 0 0 0,-1-1 0 0 0,1 1 0 0 0,0 0-1 0 0,-1 0 1 0 0,1 0 0 0 0,0 0 0 0 0,-1 0 0 0 0,1 0 0 0 0,-1-1 0 0 0,1 1 0 0 0,-1 0 0 0 0,0 0 0 0 0,1-1 0 0 0,-1 1 0 0 0,0-1-1 0 0,1 1 1 0 0,-1 0 0 0 0,0-1 0 0 0,0 1 0 0 0,1-1 0 0 0,-2 1 0 0 0,-12-17-5147 0 0,5 4 2283 0 0</inkml:trace>
</inkml:ink>
</file>

<file path=ppt/ink/ink4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5:36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1 273 196 0 0,'32'-29'831'0'0,"2"2"-1"0"0,0 2 1 0 0,2 1 0 0 0,1 1-1 0 0,1 2 1 0 0,0 2 0 0 0,63-21-1 0 0,-76 32-672 0 0,145-39 1016 0 0,-154 44-1215 0 0,1 0 0 0 0,0 1 1 0 0,-1 1-1 0 0,1 0 0 0 0,0 2 0 0 0,0-1 1 0 0,0 2-1 0 0,18 4 0 0 0,-32-5-143 0 0,1-1 1 0 0,-1 1-1 0 0,1 0 1 0 0,0 0-1 0 0,-1 0 1 0 0,0 1-1 0 0,1-1 0 0 0,-1 1 1 0 0,0 0-1 0 0,0 0 1 0 0,0 0-1 0 0,0 0 0 0 0,0 1 1 0 0,0-1-1 0 0,-1 1 1 0 0,1-1-1 0 0,-1 1 1 0 0,0 0-1 0 0,1 0 0 0 0,-1 0 1 0 0,-1 1-1 0 0,1-1 1 0 0,0 0-1 0 0,-1 1 1 0 0,2 6-1 0 0,-1 9-1525 0 0</inkml:trace>
</inkml:ink>
</file>

<file path=ppt/ink/ink4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5:37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48 166 160 0 0,'-5'3'370'0'0,"0"0"0"0"0,0 0 0 0 0,0 1 0 0 0,1-1 0 0 0,-1 1 0 0 0,1 0 0 0 0,0 0 0 0 0,-6 8 1270 0 0,12-8-1051 0 0,-1-3-524 0 0,0 0-1 0 0,0 1 0 0 0,1-1 1 0 0,-1 0-1 0 0,0 0 1 0 0,1 0-1 0 0,-1 0 1 0 0,1 0-1 0 0,-1 0 1 0 0,1 0-1 0 0,0-1 0 0 0,-1 1 1 0 0,1 0-1 0 0,0-1 1 0 0,-1 1-1 0 0,1-1 1 0 0,0 0-1 0 0,1 0 0 0 0,46-1 729 0 0,46-20 108 0 0,210-89 784 0 0,-278 97-1430 0 0,39-25 0 0 0,1-1 1457 0 0,-65 38-1367 0 0,-2 1-332 0 0,0 0 0 0 0,1 0-1 0 0,-1-1 1 0 0,1 1 0 0 0,-1 0 0 0 0,1 0-1 0 0,-1 0 1 0 0,1-1 0 0 0,-1 1 0 0 0,1 0-1 0 0,-1 0 1 0 0,1 0 0 0 0,-1 0 0 0 0,1 0-1 0 0,-1 0 1 0 0,1 0 0 0 0,-1 0 0 0 0,1 0-1 0 0,-1 0 1 0 0,1 1 0 0 0,-1-1 0 0 0,1 0-1 0 0,-1 0 1 0 0,1 1 0 0 0,12 69 353 0 0,-13-68-333 0 0,24 11 122 0 0,-21-13-184 0 0,0-2-61 0 0,45-22-1076 0 0,5-3-1628 0 0,-16 11-1953 0 0,-20 10 2177 0 0</inkml:trace>
</inkml:ink>
</file>

<file path=ppt/ink/ink4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5:37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1 543 92 0 0,'0'0'877'0'0,"17"13"6381"0"0,-6-11-6945 0 0,0 1 0 0 0,0-2 0 0 0,1 1 0 0 0,-1-1 0 0 0,0-1 0 0 0,1 0 0 0 0,-1-1 0 0 0,0 0 0 0 0,0-1 0 0 0,0 0 0 0 0,1 0 0 0 0,-2-1 1 0 0,1-1-1 0 0,17-8 0 0 0,-11 5-62 0 0,0-2 0 0 0,0 0 0 0 0,-1-1 1 0 0,0 0-1 0 0,-1-1 0 0 0,0-1 1 0 0,0-1-1 0 0,12-14 0 0 0,-18 16-160 0 0,0-1 0 0 0,-1 0 0 0 0,-1 0 0 0 0,0-1 0 0 0,-1 1 0 0 0,0-1 0 0 0,-1-1-1 0 0,0 1 1 0 0,-1-1 0 0 0,-1 0 0 0 0,0 0 0 0 0,-1 0 0 0 0,0 0 0 0 0,-1 0 0 0 0,-1 0 0 0 0,-2-17 0 0 0,2 23-95 0 0,-1-1-1 0 0,-1 0 1 0 0,0 0 0 0 0,0 1 0 0 0,-1-1 0 0 0,0 1 0 0 0,0 0-1 0 0,-1 0 1 0 0,0 0 0 0 0,-1 0 0 0 0,1 1 0 0 0,-1-1 0 0 0,-1 1 0 0 0,1 1-1 0 0,-1-1 1 0 0,-1 1 0 0 0,1 0 0 0 0,-1 0 0 0 0,0 1 0 0 0,0 0-1 0 0,-1 0 1 0 0,1 0 0 0 0,-1 1 0 0 0,0 0 0 0 0,-1 1 0 0 0,-14-5 0 0 0,18 7-11 0 0,0 0 1 0 0,0 0-1 0 0,-1 0 1 0 0,1 1 0 0 0,0 0-1 0 0,0 0 1 0 0,-1 0 0 0 0,1 1-1 0 0,0-1 1 0 0,0 1 0 0 0,0 0-1 0 0,-10 4 1 0 0,13-4 9 0 0,0 0 0 0 0,1 0 1 0 0,-1 0-1 0 0,1 0 0 0 0,-1 0 0 0 0,1 0 1 0 0,-1 0-1 0 0,1 1 0 0 0,0-1 0 0 0,0 0 1 0 0,0 1-1 0 0,0-1 0 0 0,0 1 1 0 0,0 0-1 0 0,0-1 0 0 0,0 1 0 0 0,0 0 1 0 0,1-1-1 0 0,-1 1 0 0 0,1 0 0 0 0,-1 0 1 0 0,1 0-1 0 0,0-1 0 0 0,-1 1 0 0 0,1 0 1 0 0,0 0-1 0 0,0 0 0 0 0,1 0 1 0 0,-1-1-1 0 0,0 1 0 0 0,0 0 0 0 0,1 0 1 0 0,-1 0-1 0 0,1-1 0 0 0,0 1 0 0 0,0 0 1 0 0,-1-1-1 0 0,1 1 0 0 0,3 3 0 0 0,1 4-6 0 0,1 1-1 0 0,1-1 0 0 0,0 0 0 0 0,0 0 0 0 0,1 0 0 0 0,0-1 0 0 0,11 9 0 0 0,73 49-36 0 0,-41-30-5 0 0,-27-19-25 0 0,-1 2 1 0 0,-1 0 0 0 0,22 25-1 0 0,-38-38-9 0 0,-1 1 0 0 0,0 0 0 0 0,0 0 0 0 0,0 1 0 0 0,-1-1 0 0 0,0 1 0 0 0,0 0 0 0 0,-1 0 0 0 0,0 0 0 0 0,0 1 0 0 0,-1-1-1 0 0,-1 1 1 0 0,1 0 0 0 0,0 13 0 0 0,-14-6-1595 0 0</inkml:trace>
</inkml:ink>
</file>

<file path=ppt/ink/ink4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5:37.7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84 368 0 0,'0'-15'1292'0'0,"3"6"1020"0"0,0-5-1276 0 0,1 7 753 0 0,2-10-1057 0 0,-3 12 192 0 0,8-4-720 0 0,-2 2-368 0 0,9 9-1240 0 0,-7 6-2241 0 0,-6-1 1749 0 0</inkml:trace>
</inkml:ink>
</file>

<file path=ppt/ink/ink4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5:38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22 600 0 0,'0'0'2058'0'0,"-5"-3"-1066"0"0,1 0-596 0 0,-1 0 0 0 0,0 1 0 0 0,0 0 0 0 0,1 0 1 0 0,-1 1-1 0 0,0-1 0 0 0,-1 1 0 0 0,1 0 0 0 0,0 0 0 0 0,0 1 0 0 0,0-1 0 0 0,-1 1 0 0 0,1 0 0 0 0,0 1 0 0 0,0-1 0 0 0,0 1 0 0 0,-1 0 0 0 0,1 0 0 0 0,0 1 0 0 0,-9 3 0 0 0,10-3-286 0 0,-34 18 1150 0 0,36-19-1200 0 0,0 0-1 0 0,0 1 0 0 0,1-1 0 0 0,-1 0 1 0 0,1 1-1 0 0,-1-1 0 0 0,1 1 1 0 0,0-1-1 0 0,-1 1 0 0 0,1 0 0 0 0,0 0 1 0 0,0 0-1 0 0,0-1 0 0 0,0 1 0 0 0,1 0 1 0 0,-1 0-1 0 0,0 0 0 0 0,1 0 0 0 0,0 0 1 0 0,-1 3-1 0 0,1-4-66 0 0,0 0 0 0 0,0 0 0 0 0,1 0-1 0 0,-1 0 1 0 0,0 0 0 0 0,1 0 0 0 0,-1 0 0 0 0,1 0 0 0 0,-1 0 0 0 0,1 0 0 0 0,-1 0-1 0 0,1 0 1 0 0,0-1 0 0 0,-1 1 0 0 0,1 0 0 0 0,0 0 0 0 0,0 0 0 0 0,-1-1-1 0 0,1 1 1 0 0,0-1 0 0 0,0 1 0 0 0,0 0 0 0 0,0-1 0 0 0,0 0 0 0 0,0 1-1 0 0,0-1 1 0 0,0 1 0 0 0,0-1 0 0 0,0 0 0 0 0,0 0 0 0 0,0 0 0 0 0,0 0 0 0 0,1 0-1 0 0,-1 0 1 0 0,0 0 0 0 0,1 0 0 0 0,42-5-779 0 0,-42 5 762 0 0,179-41-2734 0 0,-90 29 3967 0 0,-34 11-8076 0 0</inkml:trace>
</inkml:ink>
</file>

<file path=ppt/ink/ink4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5:39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1 204 844 0 0,'5'-16'781'0'0,"0"1"0"0"0,1 0 0 0 0,1 1 0 0 0,0 0 0 0 0,1 0 0 0 0,1 0 0 0 0,0 1 0 0 0,0 0 0 0 0,2 1 0 0 0,-1 0 0 0 0,22-18 0 0 0,-28 27-594 0 0,-1 1 0 0 0,1-1 0 0 0,0 1 1 0 0,0-1-1 0 0,0 1 0 0 0,0 0 0 0 0,7-2 1 0 0,-10 4-159 0 0,0 0 1 0 0,-1 0 0 0 0,1 0 0 0 0,0 0-1 0 0,-1 0 1 0 0,1 0 0 0 0,0 0-1 0 0,-1 0 1 0 0,1 0 0 0 0,-1 0 0 0 0,1 0-1 0 0,0 1 1 0 0,-1-1 0 0 0,1 0 0 0 0,-1 1-1 0 0,1-1 1 0 0,-1 0 0 0 0,1 1-1 0 0,-1-1 1 0 0,1 0 0 0 0,-1 1 0 0 0,1-1-1 0 0,0 2 1 0 0,6 24 322 0 0,-7-10-253 0 0,0 1 1 0 0,-1 0 0 0 0,-1 0-1 0 0,-1-1 1 0 0,-8 32 0 0 0,-36 82 208 0 0,10-34-84 0 0,23-48-66 0 0,1 1-1 0 0,3 0 1 0 0,-5 59-1 0 0,14-101-169 0 0,1 1 0 0 0,0 0 0 0 0,1 0 0 0 0,-1 0 0 0 0,1-1 0 0 0,1 1 0 0 0,-1 0 0 0 0,2-1 0 0 0,-1 1 0 0 0,1-1-1 0 0,0 0 1 0 0,0 0 0 0 0,1 0 0 0 0,0 0 0 0 0,0 0 0 0 0,0-1 0 0 0,1 0 0 0 0,0 0 0 0 0,1 0 0 0 0,7 6 0 0 0,-7-7-183 0 0,1 0 0 0 0,-1-1 1 0 0,1 0-1 0 0,0 0 0 0 0,0 0 1 0 0,1-1-1 0 0,-1 0 1 0 0,0-1-1 0 0,1 0 0 0 0,0 0 1 0 0,0 0-1 0 0,-1-1 0 0 0,1 0 1 0 0,0-1-1 0 0,0 0 0 0 0,0 0 1 0 0,0-1-1 0 0,0 0 1 0 0,14-3-1 0 0,-8 0-130 0 0,0-1 0 0 0,-1-1-1 0 0,1 0 1 0 0,-1 0 0 0 0,-1-1 0 0 0,1-1 0 0 0,-2 0 0 0 0,1-1 0 0 0,-1 0-1 0 0,17-17 1 0 0,-20 17 638 0 0,0-1 0 0 0,-1 1 0 0 0,0-1 0 0 0,0 0 0 0 0,-1-1 0 0 0,0 0 0 0 0,7-20 0 0 0,-13 29-145 0 0,1 1 0 0 0,-1 0-1 0 0,1 0 1 0 0,-1-1 0 0 0,1 1-1 0 0,-1 0 1 0 0,0-1 0 0 0,0 1-1 0 0,0-1 1 0 0,0 1 0 0 0,0 0 0 0 0,0-1-1 0 0,0 1 1 0 0,0-1 0 0 0,0 1-1 0 0,-1 0 1 0 0,1-1 0 0 0,0 1-1 0 0,-1 0 1 0 0,1 0 0 0 0,-1-1-1 0 0,0 1 1 0 0,1 0 0 0 0,-3-2 0 0 0,2 1 372 0 0,-1 6-516 0 0,-6 12-22 0 0,6-12-21 0 0,2-2-56 0 0,1 0 43 0 0,0 0 0 0 0,-1 0 0 0 0,1-1 0 0 0,0 1 1 0 0,0 0-1 0 0,0 0 0 0 0,0-1 0 0 0,1 1 0 0 0,-1-1 0 0 0,0 1 0 0 0,1-1 0 0 0,-1 1 0 0 0,1-1 0 0 0,-1 0 0 0 0,1 0 0 0 0,-1 0 0 0 0,1 0 0 0 0,0 0 0 0 0,0 0 0 0 0,-1 0 0 0 0,1 0 0 0 0,0-1 0 0 0,0 1 0 0 0,4 0 0 0 0,58 12-1490 0 0,-51-11 1146 0 0,-4 0 225 0 0,0-1 0 0 0,0 0 0 0 0,1 0 0 0 0,-1-1 0 0 0,0 0 1 0 0,1-1-1 0 0,-1 0 0 0 0,0-1 0 0 0,0 0 0 0 0,0 0 0 0 0,0-1 0 0 0,0 0 1 0 0,12-6-1 0 0,-7 1 341 0 0,0-1 0 0 0,-1-1 0 0 0,0 0 0 0 0,0 0 0 0 0,-1-1 0 0 0,18-22 0 0 0,9-10 1391 0 0,-37 41-1230 0 0,-1 3-342 0 0,0-1 0 0 0,1 1 0 0 0,-1 0-1 0 0,0-1 1 0 0,0 1 0 0 0,0 0-1 0 0,0 0 1 0 0,0 0 0 0 0,0 0-1 0 0,-1 0 1 0 0,1 0 0 0 0,0 0 0 0 0,0 0-1 0 0,-1 0 1 0 0,1 0 0 0 0,0 0-1 0 0,-1 0 1 0 0,1 0 0 0 0,-1 1-1 0 0,0-1 1 0 0,1 2 0 0 0,8 28 44 0 0,-8-29-70 0 0,-1 0-1 0 0,1 0 1 0 0,-1 0 0 0 0,1 0-1 0 0,-1 0 1 0 0,1 0 0 0 0,0 0-1 0 0,0-1 1 0 0,0 1-1 0 0,0 0 1 0 0,0-1 0 0 0,1 1-1 0 0,-1-1 1 0 0,0 1-1 0 0,1-1 1 0 0,-1 0 0 0 0,1 1-1 0 0,-1-1 1 0 0,1 0 0 0 0,-1 0-1 0 0,1 0 1 0 0,0 0-1 0 0,0 0 1 0 0,0-1 0 0 0,0 1-1 0 0,-1 0 1 0 0,1-1 0 0 0,0 1-1 0 0,0-1 1 0 0,3 0-1 0 0,-3 0-47 0 0,2-1 2 0 0,8-2-34 0 0,0-2 0 0 0,-1 0 1 0 0,1 0-1 0 0,-1-1 1 0 0,14-9-1 0 0,-11 6-40 0 0,0 1 0 0 0,31-12 1 0 0,-43 19 143 0 0,1 1-12 0 0,8-1-7 0 0,-2 0-154 0 0,1 1 1 0 0,0 0-1 0 0,0 1 1 0 0,17 2 0 0 0,18 2-5980 0 0</inkml:trace>
</inkml:ink>
</file>

<file path=ppt/ink/ink4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5:39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35 516 0 0,'0'0'2342'0'0,"0"-26"3829"0"0,-1 25-6129 0 0,-1 0 0 0 0,1 0 0 0 0,-1 0 0 0 0,1 1 0 0 0,-1-1-1 0 0,1 0 1 0 0,-1 1 0 0 0,1-1 0 0 0,-1 1 0 0 0,0 0 0 0 0,1-1 0 0 0,-1 1 0 0 0,0 0 0 0 0,1 0 0 0 0,-1 0 0 0 0,0 0 0 0 0,1 0 0 0 0,-1 0 0 0 0,0 1 0 0 0,1-1 0 0 0,-3 1 0 0 0,-1 1 32 0 0,1 0 0 0 0,0 0 0 0 0,0 0 0 0 0,0 1 0 0 0,0-1 0 0 0,0 1 0 0 0,-6 6 0 0 0,2-1 11 0 0,1 0 0 0 0,-1 1 1 0 0,2 0-1 0 0,-1 0 0 0 0,1 0 0 0 0,-6 15 0 0 0,2 6-33 0 0,1 1 0 0 0,1 0-1 0 0,2 0 1 0 0,2 1 0 0 0,1 0-1 0 0,1 55 1 0 0,1-43-297 0 0,-1 0 0 0 0,-14 73 1 0 0,15-112 216 0 0,0-1 0 0 0,-1 1 0 0 0,1-1 0 0 0,-1 1 0 0 0,0-1 0 0 0,-1 0 0 0 0,1 0 0 0 0,-1 0 0 0 0,1 0 0 0 0,-1 0 0 0 0,0 0 0 0 0,-1-1 0 0 0,1 1 0 0 0,0-1 0 0 0,-1 0 0 0 0,0 0 0 0 0,0-1 0 0 0,0 1 0 0 0,0-1 0 0 0,-6 3 0 0 0,9-4 252 0 0,-2-4-138 0 0,2 2-77 0 0,0-1 1 0 0,0 1-1 0 0,0 0 1 0 0,0-1-1 0 0,1 1 0 0 0,-1-1 1 0 0,0 1-1 0 0,1-1 1 0 0,-1 1-1 0 0,1-1 1 0 0,0 1-1 0 0,-1-1 1 0 0,1 1-1 0 0,0-1 1 0 0,0 0-1 0 0,0 1 1 0 0,0-1-1 0 0,0 1 1 0 0,1-1-1 0 0,-1 0 0 0 0,0 1 1 0 0,1-3-1 0 0,2-3 8 0 0,-1 0-1 0 0,1 1 0 0 0,0-1 1 0 0,1 1-1 0 0,4-8 0 0 0,11-12-11 0 0,31-33 0 0 0,-49 58-5 0 0,394-379-75 0 0,-391 376 129 0 0,31-31 2086 0 0,-34 34-1935 0 0,3-4 29 0 0,-2 4-121 0 0,-3 5 566 0 0,1-1-685 0 0,-2 1 27 0 0,0 0 1 0 0,1 0 0 0 0,0 0 0 0 0,0 1 0 0 0,0-1 0 0 0,0 0 0 0 0,1 1 0 0 0,0-1 0 0 0,0 1 0 0 0,0-1 0 0 0,1 8 0 0 0,0-10-30 0 0,-1-1 8 0 0,1 0 0 0 0,-1 0 1 0 0,1 0-1 0 0,-1 0 0 0 0,1 0 0 0 0,-1 0 0 0 0,1 0 0 0 0,0 0 1 0 0,0 0-1 0 0,-1 0 0 0 0,1 0 0 0 0,0-1 0 0 0,0 1 1 0 0,0 0-1 0 0,0-1 0 0 0,0 1 0 0 0,0 0 0 0 0,0-1 0 0 0,0 1 1 0 0,0-1-1 0 0,0 0 0 0 0,0 1 0 0 0,0-1 0 0 0,2 1 1 0 0,-2-1-3 0 0,0 0-8 0 0,3 0-16 0 0,33-8-330 0 0,4-1-1972 0 0,-12 5-4272 0 0,-16 3 3735 0 0</inkml:trace>
</inkml:ink>
</file>

<file path=ppt/ink/ink4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5:40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58 928 0 0,'4'-13'9737'0'0,"0"19"-4616"0"0,-2 1-7451 0 0,-1-7 2304 0 0,0 1 0 0 0,0-1 0 0 0,-1 1 0 0 0,1 0 0 0 0,0-1 0 0 0,0 1 0 0 0,0-1 0 0 0,0 0 0 0 0,0 1 0 0 0,0-1 0 0 0,0 0 1 0 0,0 1-1 0 0,-1-1 0 0 0,1 0 0 0 0,0 0 0 0 0,0 0 0 0 0,0 0 0 0 0,0 0 0 0 0,0 0 0 0 0,0 0 0 0 0,0 0 0 0 0,0 0 0 0 0,0-1 0 0 0,1 1 0 0 0,27-6-549 0 0,-26 5 541 0 0,80-12-1391 0 0,-58 10 1107 0 0,1-1 0 0 0,-1-1-1 0 0,28-9 1 0 0,-51 13 272 0 0,41-13 854 0 0,-42 13-639 0 0</inkml:trace>
</inkml:ink>
</file>

<file path=ppt/ink/ink4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5:41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309 67 508 0 0,'-28'-26'5592'0'0,"22"28"-5450"0"0,0-1 0 0 0,0 1 0 0 0,1-1 0 0 0,-1 2 0 0 0,0-1 0 0 0,1 1 0 0 0,0-1 0 0 0,-1 2 0 0 0,1-1 0 0 0,0 0 0 0 0,1 1-1 0 0,-1 0 1 0 0,1 0 0 0 0,-1 0 0 0 0,1 1 0 0 0,0 0 0 0 0,1-1 0 0 0,-1 1 0 0 0,1 1 0 0 0,-4 8 0 0 0,-6 13 115 0 0,0 2-1 0 0,-15 56 1 0 0,12-36 13 0 0,-91 205 499 0 0,117-267-625 0 0,0 0 1 0 0,1 0 0 0 0,0 1 0 0 0,21-17 0 0 0,77-66 49 0 0,-96 84-154 0 0,438-329 1712 0 0,-437 328-1117 0 0,-11 9-239 0 0,0 0-1 0 0,0 0 1 0 0,0 1 0 0 0,0-1 0 0 0,0 1 0 0 0,1 0 0 0 0,-1 0 0 0 0,1 0 0 0 0,0 1 0 0 0,-1-1 0 0 0,6-1 0 0 0,-7 8-281 0 0,0 0 1 0 0,-1 0-1 0 0,1-1 1 0 0,-1 1-1 0 0,-1 0 0 0 0,1 0 1 0 0,-1 0-1 0 0,0 9 1 0 0,1-7-298 0 0,2 10-740 0 0,7 23-2083 0 0,0-15-5057 0 0,-7-17 3644 0 0</inkml:trace>
</inkml:ink>
</file>

<file path=ppt/ink/ink4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5:43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37 712 0 0,'0'0'789'0'0,"-5"-4"-34"0"0,0 0-173 0 0,0 0 1 0 0,-1 0 0 0 0,0 0-1 0 0,0 1 1 0 0,0 0 0 0 0,-12-5 0 0 0,17 8 525 0 0,0-1-1086 0 0,1 1 0 0 0,-1 0 1 0 0,1 0-1 0 0,-1-1 1 0 0,1 1-1 0 0,-1 0 0 0 0,1 0 1 0 0,-1 0-1 0 0,1 0 1 0 0,-1 0-1 0 0,1 0 0 0 0,-1-1 1 0 0,1 1-1 0 0,-1 0 1 0 0,1 1-1 0 0,-1-1 0 0 0,0 0 1 0 0,1 0-1 0 0,-1 0 1 0 0,1 0-1 0 0,-1 0 0 0 0,1 0 1 0 0,-1 1-1 0 0,1-1 0 0 0,-1 0 1 0 0,1 0-1 0 0,0 1 1 0 0,-1-1-1 0 0,1 0 0 0 0,-1 1 1 0 0,1-1-1 0 0,0 1 1 0 0,-1-1-1 0 0,1 0 0 0 0,0 1 1 0 0,-1-1-1 0 0,1 1 1 0 0,0-1-1 0 0,0 1 0 0 0,-1-1 1 0 0,1 1-1 0 0,-1 1 36 0 0,0-1 1 0 0,0 0-1 0 0,0 1 0 0 0,1-1 0 0 0,-1 1 1 0 0,0 0-1 0 0,1-1 0 0 0,-1 1 1 0 0,1-1-1 0 0,0 1 0 0 0,-1 0 0 0 0,1-1 1 0 0,0 4-1 0 0,7 20 280 0 0,4 29 137 0 0,-11-51-438 0 0,-1 0 0 0 0,0 0 0 0 0,1 0 0 0 0,-1 0-1 0 0,0 1 1 0 0,0-1 0 0 0,-1-1 0 0 0,1 1 0 0 0,-1 0 0 0 0,1 0 0 0 0,-1 0-1 0 0,0-1 1 0 0,0 1 0 0 0,0-1 0 0 0,0 0 0 0 0,-1 1 0 0 0,1-1-1 0 0,-1 0 1 0 0,1 0 0 0 0,-1-1 0 0 0,0 1 0 0 0,1 0 0 0 0,-1-1-1 0 0,-6 2 1 0 0,-3 2-215 0 0,-1 0 0 0 0,0-1 0 0 0,-1 0 1 0 0,-16 1-1 0 0,29-5-715 0 0</inkml:trace>
</inkml:ink>
</file>

<file path=ppt/ink/ink4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5:43.8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99 548 0 0,'-7'-44'3392'0'0,"-1"-10"5716"0"0,8 57-9024 0 0,-1 1-1 0 0,0 0 1 0 0,0-1 0 0 0,0 1 0 0 0,0-1-1 0 0,0 1 1 0 0,-4 6 0 0 0,-5 13 181 0 0,-95 287 1711 0 0,105-309-1965 0 0,-1-1 0 0 0,1 1 0 0 0,-1 0-1 0 0,1 0 1 0 0,-1-1 0 0 0,1 1-1 0 0,0 0 1 0 0,-1 0 0 0 0,1 0-1 0 0,0 0 1 0 0,-1 0 0 0 0,1-1 0 0 0,0 1-1 0 0,0 0 1 0 0,0 0 0 0 0,0 0-1 0 0,0 0 1 0 0,0 0 0 0 0,0 0-1 0 0,0 0 1 0 0,1 0 0 0 0,-1 0 0 0 0,0-1-1 0 0,0 1 1 0 0,1 2 0 0 0,19-9-38 0 0,-9 1-3 0 0,16-6-123 0 0,-15 5-32 0 0,1 0-1 0 0,-1 1 1 0 0,1 0 0 0 0,0 1 0 0 0,0 1 0 0 0,0 0-1 0 0,1 1 1 0 0,-1 0 0 0 0,0 1 0 0 0,15 0 0 0 0,-26 1 157 0 0,-1 1 0 0 0,0-1 0 0 0,1 0 0 0 0,-1 0 0 0 0,0 0 0 0 0,1 1 0 0 0,-1-1 0 0 0,0 1 0 0 0,1-1 0 0 0,-1 1 1 0 0,0-1-1 0 0,0 1 0 0 0,1 0 0 0 0,-1-1 0 0 0,0 1 0 0 0,0 0 0 0 0,0 0 0 0 0,0 0 0 0 0,0 0 0 0 0,0 0 0 0 0,-1 0 0 0 0,1 0 1 0 0,0 0-1 0 0,0 1 0 0 0,-1-1 0 0 0,1 0 0 0 0,-1 0 0 0 0,1 1 0 0 0,-1-1 0 0 0,1 0 0 0 0,-1 1 0 0 0,0-1 0 0 0,0 0 1 0 0,1 1-1 0 0,-1-1 0 0 0,0 0 0 0 0,0 1 0 0 0,-1-1 0 0 0,1 0 0 0 0,0 1 0 0 0,0-1 0 0 0,-1 0 0 0 0,1 1 0 0 0,0-1 0 0 0,-1 0 1 0 0,0 1-1 0 0,1-1 0 0 0,-1 0 0 0 0,0 0 0 0 0,-1 2 0 0 0,-2 4-17 0 0,0 0-1 0 0,0 0 1 0 0,-1 0 0 0 0,0-1 0 0 0,-1 0 0 0 0,1 0-1 0 0,-8 6 1 0 0,0-2 92 0 0,-1-1-1 0 0,0-1 1 0 0,0 0 0 0 0,-1-1-1 0 0,0 0 1 0 0,0-2 0 0 0,-1 1-1 0 0,-19 3 1 0 0,24-7 63 0 0,0 0 0 0 0,1-1 0 0 0,-1 0 0 0 0,0 0 0 0 0,0-1 1 0 0,0-1-1 0 0,1 0 0 0 0,-1 0 0 0 0,0-1 0 0 0,1 0 0 0 0,-1-1 0 0 0,1 0 0 0 0,-14-7 1 0 0,21 9-134 0 0,1 0 0 0 0,0 0 0 0 0,0 0 0 0 0,0 0 0 0 0,0-1 1 0 0,0 1-1 0 0,1-1 0 0 0,-1 1 0 0 0,0-1 0 0 0,1 0 1 0 0,-1 0-1 0 0,1 1 0 0 0,0-1 0 0 0,-1 0 0 0 0,0-3 0 0 0,2 4-41 0 0,-1 0 0 0 0,1-1 0 0 0,0 1-1 0 0,0 0 1 0 0,0-1 0 0 0,0 1 0 0 0,0 0-1 0 0,0-1 1 0 0,0 1 0 0 0,0 0 0 0 0,0 0-1 0 0,1-1 1 0 0,-1 1 0 0 0,0 0 0 0 0,1 0-1 0 0,-1-1 1 0 0,1 1 0 0 0,0 0 0 0 0,1-2-1 0 0,1-1-590 0 0,1 0-1 0 0,0 0 0 0 0,0 0 1 0 0,0 1-1 0 0,0 0 0 0 0,1 0 1 0 0,-1 0-1 0 0,1 0 0 0 0,0 1 1 0 0,0-1-1 0 0,8-1 0 0 0,2-2-1960 0 0</inkml:trace>
</inkml:ink>
</file>

<file path=ppt/ink/ink4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5:44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98 310 448 0 0,'0'0'3969'0'0,"-19"-21"1044"0"0,17 21-4893 0 0,0 0 0 0 0,-1 0 0 0 0,1 0 0 0 0,-1 0 0 0 0,1 0 0 0 0,0 1 0 0 0,-1-1 0 0 0,1 1 0 0 0,0 0 0 0 0,0 0 0 0 0,-1-1 0 0 0,1 2 0 0 0,0-1 0 0 0,0 0 0 0 0,0 0 0 0 0,0 1 0 0 0,0-1 0 0 0,0 1 0 0 0,0-1 0 0 0,1 1 0 0 0,-1 0 0 0 0,-2 3 0 0 0,1-1-3 0 0,0 0-1 0 0,0 0 1 0 0,0 0-1 0 0,0 1 1 0 0,1-1 0 0 0,0 1-1 0 0,0 0 1 0 0,0 0-1 0 0,0 0 1 0 0,-1 6 0 0 0,3-9-9 0 0,0 0-86 0 0,0 0-1 0 0,1 0 0 0 0,-1 1 1 0 0,0-1-1 0 0,1 0 1 0 0,-1 0-1 0 0,1 0 0 0 0,0 0 1 0 0,-1 0-1 0 0,1 0 1 0 0,0 0-1 0 0,0 0 0 0 0,1 0 1 0 0,-1 0-1 0 0,0 0 1 0 0,1 0-1 0 0,-1-1 0 0 0,1 1 1 0 0,3 2-1 0 0,34 6-307 0 0,-28-9 191 0 0,-9-1 26 0 0,30 17-451 0 0,-31-16 485 0 0,17 24-73 0 0,-16-24 113 0 0,0 0 0 0 0,0 0-1 0 0,0 0 1 0 0,0 0 0 0 0,0-1 0 0 0,0 1 0 0 0,0 0 0 0 0,0-1 0 0 0,0 0-1 0 0,1 1 1 0 0,-1-1 0 0 0,0 0 0 0 0,0 0 0 0 0,0 0 0 0 0,0-1 0 0 0,1 1 0 0 0,-1 0-1 0 0,0-1 1 0 0,0 0 0 0 0,0 1 0 0 0,0-1 0 0 0,2-1 0 0 0,62-26-42 0 0,-39 16-35 0 0,-3 3-71 0 0,0 1 1 0 0,0 1-1 0 0,37-6 0 0 0,-59 13 122 0 0,-1-1-1 0 0,0 1 0 0 0,0 0 0 0 0,1 0 0 0 0,-1 0 0 0 0,0 0 0 0 0,0 0 0 0 0,1 1 0 0 0,-1-1 1 0 0,0 0-1 0 0,0 0 0 0 0,0 1 0 0 0,1-1 0 0 0,-1 1 0 0 0,0-1 0 0 0,0 1 0 0 0,0 0 1 0 0,0-1-1 0 0,0 1 0 0 0,0 0 0 0 0,0 0 0 0 0,0-1 0 0 0,0 1 0 0 0,0 0 0 0 0,-1 0 0 0 0,1 0 1 0 0,0 0-1 0 0,-1 0 0 0 0,2 3 0 0 0,2 29-492 0 0,-4-29 463 0 0,0-1-5 0 0,1-2 40 0 0,-1 0 1 0 0,0 0-1 0 0,1 0 1 0 0,-1 0-1 0 0,0 0 0 0 0,1 0 1 0 0,0 0-1 0 0,-1-1 1 0 0,1 1-1 0 0,-1 0 0 0 0,1 0 1 0 0,0 0-1 0 0,0 0 0 0 0,-1-1 1 0 0,1 1-1 0 0,1 0 1 0 0,7-2-4 0 0,1 0 0 0 0,-1-1 1 0 0,0 0-1 0 0,0-1 1 0 0,0 0-1 0 0,0 0 0 0 0,0-1 1 0 0,-1 0-1 0 0,1-1 0 0 0,-1 0 1 0 0,0 0-1 0 0,-1-1 1 0 0,13-11-1 0 0,-20 17 50 0 0,0-1 0 0 0,1 1-1 0 0,-1-1 1 0 0,0 1 0 0 0,1 0 0 0 0,-1-1-1 0 0,1 1 1 0 0,-1-1 0 0 0,0 1 0 0 0,1 0-1 0 0,-1-1 1 0 0,1 1 0 0 0,-1 0 0 0 0,1 0 0 0 0,-1-1-1 0 0,1 1 1 0 0,-1 0 0 0 0,1 0 0 0 0,0 0-1 0 0,-1 0 1 0 0,1 0 0 0 0,-1 0 0 0 0,1 0 0 0 0,-1 0-1 0 0,1 0 1 0 0,-1 0 0 0 0,1 0 0 0 0,0 0-1 0 0,-1 0 1 0 0,1 0 0 0 0,-1 0 0 0 0,1 0 0 0 0,-1 1-1 0 0,1-1 1 0 0,-1 0 0 0 0,1 0 0 0 0,-1 1-1 0 0,1-1 1 0 0,-1 0 0 0 0,1 1 0 0 0,-1-1-1 0 0,0 0 1 0 0,1 1 0 0 0,-1-1 0 0 0,0 1 0 0 0,1-1-1 0 0,-1 1 1 0 0,0-1 0 0 0,1 1 0 0 0,-1-1-1 0 0,0 1 1 0 0,0-1 0 0 0,0 1 0 0 0,1 0 0 0 0,19 17-1427 0 0,-11-14 1024 0 0,0-2 0 0 0,0 1 0 0 0,0-2 0 0 0,1 1 0 0 0,-1-1 0 0 0,1 0 0 0 0,0-1 0 0 0,-1 0 1 0 0,1-1-1 0 0,15-3 0 0 0,13-2-608 0 0,46-15-1 0 0,13-14 7650 0 0,-106 47-6605 0 0,6-8 337 0 0,5 2-308 0 0,-2-6-88 0 0,0 0-1 0 0,0 1 1 0 0,0-1 0 0 0,0 0 0 0 0,0 1 0 0 0,0-1 0 0 0,0 0 0 0 0,0 1 0 0 0,0-1 0 0 0,0 0-1 0 0,0 1 1 0 0,0-1 0 0 0,0 0 0 0 0,0 1 0 0 0,0-1 0 0 0,0 0 0 0 0,1 1 0 0 0,-1-1-1 0 0,0 0 1 0 0,0 1 0 0 0,0-1 0 0 0,1 0 0 0 0,-1 0 0 0 0,0 1 0 0 0,0-1 0 0 0,1 0 0 0 0,-1 0-1 0 0,0 1 1 0 0,1-1 0 0 0,-1 0 0 0 0,0 0 0 0 0,1 0 0 0 0,4-2 20 0 0,0 0 0 0 0,-1 0 1 0 0,1-1-1 0 0,-1 0 1 0 0,1 0-1 0 0,-1 0 0 0 0,0 0 1 0 0,0-1-1 0 0,0 0 0 0 0,-1 0 1 0 0,0 0-1 0 0,1 0 0 0 0,-1 0 1 0 0,0 0-1 0 0,-1-1 0 0 0,4-8 1 0 0,7-15 116 0 0,16-48 0 0 0,-22 54-64 0 0,0 3 48 0 0,3-10 376 0 0,0 0 0 0 0,-2-1 0 0 0,7-45 0 0 0,-15 72-170 0 0,4-14 191 0 0,-2 9-194 0 0,0 13 560 0 0,9 154-1786 0 0,-5-117 57 0 0,-4-24 98 0 0,0 0-1 0 0,2 0 1 0 0,7 25-1 0 0,7 8-5407 0 0,-7-29 2605 0 0</inkml:trace>
</inkml:ink>
</file>

<file path=ppt/ink/ink4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5:45.5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47 120 0 0,'-3'-13'1986'0'0,"2"5"2800"0"0,1 6-4798 0 0,0 1 113 0 0,0 1-1 0 0,0-1 1 0 0,1 0 0 0 0,-1 0 0 0 0,0 0 0 0 0,0 1 0 0 0,0-1-1 0 0,0 0 1 0 0,-1 0 0 0 0,1 0 0 0 0,0 0 0 0 0,0 1 0 0 0,0-1-1 0 0,-1 0 1 0 0,1 0 0 0 0,0 1 0 0 0,-1-1 0 0 0,1 0-1 0 0,-1 0 1 0 0,1 1 0 0 0,-1-1 0 0 0,1 0 0 0 0,-1 1 0 0 0,1-1-1 0 0,-1 1 1 0 0,1-1 0 0 0,-1 1 0 0 0,0-1 0 0 0,1 1 0 0 0,-1-1-1 0 0,0 1 1 0 0,0 0 0 0 0,1-1 0 0 0,-1 1 0 0 0,0 0-1 0 0,0 0 1 0 0,0-1 0 0 0,1 1 0 0 0,-1 0 0 0 0,0 0 0 0 0,0 0-1 0 0,0 0 1 0 0,0 0 0 0 0,1 0 0 0 0,-1 0 0 0 0,0 0 0 0 0,0 1-1 0 0,0-1 1 0 0,1 0 0 0 0,-1 0 0 0 0,0 1 0 0 0,0-1-1 0 0,1 0 1 0 0,-2 1 0 0 0,-8 5 57 0 0,0-1 0 0 0,0 1 0 0 0,1 1 0 0 0,0 0 0 0 0,0 0 0 0 0,1 1 0 0 0,0 0 0 0 0,0 0 0 0 0,0 1 0 0 0,1 0 0 0 0,1 0 0 0 0,0 1 0 0 0,0 0 0 0 0,1 0 0 0 0,-8 20 0 0 0,12-28-24 0 0,3 2-89 0 0,2 2-43 0 0,17-10 70 0 0,-3-3-164 0 0,0-2 0 0 0,-1 0 0 0 0,27-20-1 0 0,-26 17-30 0 0,0 1 0 0 0,1 0-1 0 0,29-12 1 0 0,-45 22 109 0 0,0 0 1 0 0,1 0-1 0 0,-1 0 1 0 0,0 0-1 0 0,1 0 1 0 0,0 0-1 0 0,-1 1 1 0 0,1 0-1 0 0,-1 0 1 0 0,1 0-1 0 0,-1 0 1 0 0,1 1-1 0 0,-1-1 1 0 0,1 1-1 0 0,-1 0 1 0 0,1 0-1 0 0,3 1 1 0 0,-1 2-10 0 0,0 0 1 0 0,-1-1-1 0 0,0 2 1 0 0,0-1-1 0 0,0 1 1 0 0,0-1-1 0 0,0 1 1 0 0,-1 1-1 0 0,4 5 1 0 0,-6-8-7 0 0,0-1 0 0 0,0 0 0 0 0,0 0 0 0 0,0 0 0 0 0,1 0 0 0 0,-1 0 0 0 0,1-1 0 0 0,-1 1 0 0 0,1-1 0 0 0,-1 1 0 0 0,1-1 0 0 0,0 0 0 0 0,0 0 0 0 0,0 0 0 0 0,-1 0 0 0 0,1-1 0 0 0,0 1 0 0 0,0-1 0 0 0,0 0 0 0 0,0 0 0 0 0,0 0 0 0 0,6 0 0 0 0,4-3-318 0 0,-1 1 1 0 0,1-1-1 0 0,24-10 0 0 0,2 0-495 0 0,-36 13-1223 0 0</inkml:trace>
</inkml:ink>
</file>

<file path=ppt/ink/ink4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5:54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215 117 512 0 0,'-3'-8'347'0'0,"-1"0"1"0"0,-1 1-1 0 0,1 0 0 0 0,-1 0 0 0 0,0 0 1 0 0,-1 1-1 0 0,0-1 0 0 0,0 1 0 0 0,0 1 1 0 0,-1-1-1 0 0,0 1 0 0 0,0 0 0 0 0,0 1 1 0 0,0-1-1 0 0,-1 2 0 0 0,0-1 0 0 0,1 1 1 0 0,-2 0-1 0 0,1 0 0 0 0,0 1 0 0 0,0 0 1 0 0,-15-1-1 0 0,21 3-314 0 0,0 0 0 0 0,1-1-1 0 0,-1 1 1 0 0,0 0 0 0 0,0 0 0 0 0,0 0 0 0 0,1 1 0 0 0,-1-1 0 0 0,0 0-1 0 0,0 1 1 0 0,1-1 0 0 0,-1 1 0 0 0,0-1 0 0 0,1 1 0 0 0,-1 0 0 0 0,1 0-1 0 0,-1 0 1 0 0,1 0 0 0 0,-1 0 0 0 0,1 0 0 0 0,-1 0 0 0 0,1 0 0 0 0,0 1 0 0 0,0-1-1 0 0,0 0 1 0 0,0 1 0 0 0,0-1 0 0 0,0 1 0 0 0,0-1 0 0 0,0 1 0 0 0,0 0-1 0 0,1-1 1 0 0,-1 1 0 0 0,1 0 0 0 0,-1-1 0 0 0,1 1 0 0 0,0 0 0 0 0,-1 0-1 0 0,1 1 1 0 0,0 4 24 0 0,0 0-1 0 0,0 0 1 0 0,0-1-1 0 0,1 1 1 0 0,0 0-1 0 0,1-1 1 0 0,-1 1-1 0 0,5 10 1 0 0,7 8 49 0 0,0 0 1 0 0,2-1 0 0 0,1-1 0 0 0,35 40 0 0 0,22 31 70 0 0,-55-68-128 0 0,-11-17-28 0 0,1 1-1 0 0,-2 0 1 0 0,1 0 0 0 0,-1 0 0 0 0,-1 1-1 0 0,0 0 1 0 0,0 0 0 0 0,-1 0 0 0 0,0 1 0 0 0,-1-1-1 0 0,2 18 1 0 0,-5-28 6 0 0,0 1-1 0 0,0-1 1 0 0,0 0-1 0 0,0 0 1 0 0,-1 1 0 0 0,1-1-1 0 0,0 0 1 0 0,-1 0-1 0 0,1 0 1 0 0,-1 0 0 0 0,1 1-1 0 0,-1-1 1 0 0,0 0-1 0 0,1 0 1 0 0,-1 0 0 0 0,0 0-1 0 0,0 0 1 0 0,0 0-1 0 0,0-1 1 0 0,0 1 0 0 0,0 0-1 0 0,0 0 1 0 0,0-1-1 0 0,0 1 1 0 0,0 0 0 0 0,0-1-1 0 0,-2 1 1 0 0,1 0 149 0 0,-2-3-18 0 0,1 0-126 0 0,0 0 1 0 0,0 0-1 0 0,0-1 0 0 0,0 1 0 0 0,0-1 0 0 0,1 0 0 0 0,-1 0 0 0 0,1 0 0 0 0,-1 0 0 0 0,1 0 0 0 0,0 0 0 0 0,0 0 0 0 0,1-1 0 0 0,-1 1 0 0 0,1-1 0 0 0,0 0 0 0 0,-1 1 0 0 0,2-1 0 0 0,-2-5 0 0 0,1 2-23 0 0,1-1 0 0 0,0 0 0 0 0,1 0 0 0 0,-1 0 0 0 0,1 1 0 0 0,1-1 0 0 0,0 0 0 0 0,0 1 0 0 0,4-11 0 0 0,-1 6-54 0 0,0 0 0 0 0,1 0-1 0 0,0 1 1 0 0,1 0-1 0 0,0 0 1 0 0,1 0 0 0 0,0 1-1 0 0,1 0 1 0 0,0 1-1 0 0,1 0 1 0 0,18-14-1 0 0,-20 18-8 0 0,-1 0-1 0 0,1 1 0 0 0,0 0 0 0 0,0 1 0 0 0,1 0 0 0 0,-1 0 0 0 0,1 0 0 0 0,0 1 0 0 0,-1 1 0 0 0,1 0 0 0 0,0 0 1 0 0,0 0-1 0 0,0 1 0 0 0,0 0 0 0 0,0 1 0 0 0,0 0 0 0 0,0 1 0 0 0,-1 0 0 0 0,1 0 0 0 0,-1 0 0 0 0,1 1 1 0 0,-1 1-1 0 0,0-1 0 0 0,0 1 0 0 0,0 1 0 0 0,0 0 0 0 0,-1 0 0 0 0,0 0 0 0 0,0 1 0 0 0,8 8 0 0 0,-14-13 46 0 0,1 1 88 0 0,0 0 0 0 0,-1 0 0 0 0,2 0 0 0 0,-1 0 0 0 0,0-1 0 0 0,0 1 0 0 0,0-1 0 0 0,1 1 0 0 0,-1-1 0 0 0,1 0 0 0 0,3 2 0 0 0,-5-3 166 0 0,1-6-138 0 0,0 0-1 0 0,1-1 1 0 0,-1 1-1 0 0,1 0 1 0 0,0 1-1 0 0,1-1 1 0 0,7-10-1 0 0,1-2-14 0 0,-10 15-168 0 0,7-14-168 0 0,1 0 0 0 0,1 1 0 0 0,19-22 0 0 0,-24 31-813 0 0,0 2 1 0 0,0-1-1 0 0,1 1 0 0 0,0 0 1 0 0,0 0-1 0 0,13-6 1 0 0,-10 6-1518 0 0</inkml:trace>
</inkml:ink>
</file>

<file path=ppt/ink/ink4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5:54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4 576 0 0,'-14'-4'3532'0'0,"7"7"-3176"0"0,0 1 0 0 0,1-1 0 0 0,0 1 1 0 0,-1 0-1 0 0,1 1 0 0 0,1 0 0 0 0,-1 0 0 0 0,1 0 0 0 0,0 0 0 0 0,0 1 0 0 0,0 0 0 0 0,1 0 0 0 0,0 0 0 0 0,0 1 0 0 0,-4 9 0 0 0,8-15 132 0 0,18 14 321 0 0,64-21-772 0 0,-31-2-3212 0 0,-28 4-260 0 0,-8 1 886 0 0</inkml:trace>
</inkml:ink>
</file>

<file path=ppt/ink/ink4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5:55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53 84 0 0,'2'-13'2269'0'0,"-1"13"-2167"0"0,1-1 1 0 0,-1 1 0 0 0,0-1-1 0 0,0 1 1 0 0,1-1-1 0 0,-1 1 1 0 0,1 0-1 0 0,-1 0 1 0 0,0 0 0 0 0,1 0-1 0 0,-1 0 1 0 0,0 0-1 0 0,1 0 1 0 0,-1 0-1 0 0,0 0 1 0 0,1 1 0 0 0,-1-1-1 0 0,0 1 1 0 0,1-1-1 0 0,-1 1 1 0 0,0-1-1 0 0,0 1 1 0 0,1 0-1 0 0,-1-1 1 0 0,1 2 0 0 0,0 1 9 0 0,0-1 1 0 0,0 0 0 0 0,0 1-1 0 0,-1-1 1 0 0,1 1 0 0 0,-1 0-1 0 0,1-1 1 0 0,-1 1 0 0 0,0 0-1 0 0,0 0 1 0 0,0 3 0 0 0,1 3 83 0 0,0 1 1 0 0,-1-1 0 0 0,0 0 0 0 0,-1 0 0 0 0,0 1 0 0 0,-3 17-1 0 0,3-26-4 0 0,0 0-183 0 0,0-1-1 0 0,0 0 1 0 0,0 0 0 0 0,0 0-1 0 0,0 0 1 0 0,0 1-1 0 0,0-1 1 0 0,0 0-1 0 0,0 0 1 0 0,0 0-1 0 0,0 0 1 0 0,0 1-1 0 0,0-1 1 0 0,0 0 0 0 0,0 0-1 0 0,0 0 1 0 0,0 0-1 0 0,0 0 1 0 0,0 1-1 0 0,0-1 1 0 0,-1 0-1 0 0,1 0 1 0 0,0 0 0 0 0,0 0-1 0 0,0 0 1 0 0,0 0-1 0 0,0 1 1 0 0,0-1-1 0 0,-1 0 1 0 0,1 0-1 0 0,0 0 1 0 0,0 0-1 0 0,0 0 1 0 0,0 0 0 0 0,0 0-1 0 0,-1 0 1 0 0,1 0-1 0 0,0 0 1 0 0,0 0-1 0 0,0 0 1 0 0,0 0-1 0 0,-1 0 1 0 0,1 0-1 0 0,0 0 1 0 0,0 0 0 0 0,0 0-1 0 0,0 0 1 0 0,-1 0-1 0 0,1 0 1 0 0,0 0-1 0 0,0 0 1 0 0,0 0-1 0 0,0 0 1 0 0,-1 0-1 0 0,1 0 1 0 0,0 0 0 0 0,0 0-1 0 0,0-1 1 0 0,0 1-1 0 0,0 0 1 0 0,0 0-1 0 0,-1 0 1 0 0,1 0-1 0 0,0 0 1 0 0,0-1-1 0 0,1-7-34 0 0,0 0 0 0 0,0-1-1 0 0,1 1 1 0 0,0 0-1 0 0,1 0 1 0 0,0 0 0 0 0,0 0-1 0 0,1 1 1 0 0,0-1-1 0 0,0 1 1 0 0,9-11-1 0 0,-10 13-17 0 0,0 0 0 0 0,1 1 0 0 0,0 0-1 0 0,0-1 1 0 0,0 2 0 0 0,0-1 0 0 0,1 0-1 0 0,-1 1 1 0 0,1 0 0 0 0,0 0 0 0 0,0 0-1 0 0,0 0 1 0 0,1 1 0 0 0,-1 0 0 0 0,0 0-1 0 0,1 1 1 0 0,0-1 0 0 0,-1 1 0 0 0,7 0-1 0 0,-9 1 31 0 0,0 0 0 0 0,0 0 0 0 0,-1 0 0 0 0,1 1 0 0 0,0 0 0 0 0,0-1 0 0 0,-1 1 0 0 0,1 0 0 0 0,-1 0 0 0 0,1 0 0 0 0,-1 0 0 0 0,1 1 0 0 0,-1-1 0 0 0,0 1 0 0 0,1-1 0 0 0,-1 1 0 0 0,0 0-1 0 0,0 0 1 0 0,0 0 0 0 0,-1 0 0 0 0,3 3 0 0 0,1 3 87 0 0,-1-1 0 0 0,-1 1 0 0 0,1 0 0 0 0,-1 0 0 0 0,2 9-1 0 0,0-1 342 0 0,-4-14-236 0 0,-1-1 93 0 0,0-1-249 0 0,0 0 0 0 0,0 0 0 0 0,-1 0-1 0 0,1 0 1 0 0,0 1 0 0 0,0-1 0 0 0,0 0 0 0 0,0 0 0 0 0,0 0 0 0 0,0 0 0 0 0,-1 0 0 0 0,1 1 0 0 0,0-1 0 0 0,0 0 0 0 0,0 0 0 0 0,0 0 0 0 0,0 0 0 0 0,0 1 0 0 0,0-1 0 0 0,0 0 0 0 0,0 0 0 0 0,0 0 0 0 0,0 1-1 0 0,0-1 1 0 0,0 0 0 0 0,0 0 0 0 0,0 0 0 0 0,0 1 0 0 0,0-1 0 0 0,0 0 0 0 0,0 0 0 0 0,0 0 0 0 0,0 0 0 0 0,0 1 0 0 0,0-1 0 0 0,0 0 0 0 0,1 0 0 0 0,-1 0 0 0 0,0 0 0 0 0,0 1 0 0 0,0-1 0 0 0,0 0-1 0 0,0 0 1 0 0,0 0 0 0 0,1 0 0 0 0,-1 0 0 0 0,0 0 0 0 0,0 0 0 0 0,0 1 0 0 0,0-1 0 0 0,1 0 0 0 0,-1 0 0 0 0,0 0 0 0 0,0 0 0 0 0,0 0 0 0 0,1 0 0 0 0,-1 0 0 0 0,0 0 0 0 0,0 0 0 0 0,0 0 0 0 0,0 0-1 0 0,1 0 1 0 0,-1 0 0 0 0,0 0 0 0 0,0 0 0 0 0,31-30 130 0 0,-23 21-105 0 0,1 0 0 0 0,0 1 0 0 0,0 0-1 0 0,1 0 1 0 0,0 1 0 0 0,15-8 0 0 0,-22 13-32 0 0,1 0 0 0 0,-1 0 0 0 0,0 1 0 0 0,1 0 0 0 0,-1-1 0 0 0,1 1 0 0 0,-1 1 0 0 0,1-1 0 0 0,0 0 0 0 0,-1 1 0 0 0,1 0 0 0 0,0 0 0 0 0,0 0 0 0 0,-1 0 0 0 0,1 1 0 0 0,0-1 0 0 0,-1 1 0 0 0,1 0 0 0 0,-1 0 0 0 0,1 0 0 0 0,-1 1 0 0 0,1-1 0 0 0,-1 1 0 0 0,0 0 0 0 0,0 0 0 0 0,0 0 0 0 0,0 0 0 0 0,0 1 0 0 0,0-1 0 0 0,-1 1 0 0 0,5 4 0 0 0,12 30-452 0 0,-11-9-5706 0 0</inkml:trace>
</inkml:ink>
</file>

<file path=ppt/ink/ink4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5:55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1 228 0 0,'0'0'1479'0'0,"14"30"1392"0"0,-13-26-2594 0 0,-1 1 0 0 0,0-1 0 0 0,1 1 0 0 0,-2 0 0 0 0,1-1 0 0 0,0 1 1 0 0,-1-1-1 0 0,0 0 0 0 0,0 1 0 0 0,0-1 0 0 0,-1 0 0 0 0,0 1 0 0 0,1-1 0 0 0,-1 0 1 0 0,-1 0-1 0 0,-4 6 1821 0 0,7-14-2098 0 0,0 0 0 0 0,1 0 0 0 0,-1 0 0 0 0,1 0 0 0 0,0 0 0 0 0,0 0 0 0 0,0 0 0 0 0,0 0 0 0 0,1 1 0 0 0,0-1 0 0 0,-1 0 0 0 0,1 1 0 0 0,1-1 0 0 0,-1 1 0 0 0,0 0 0 0 0,1 0 0 0 0,0 0 0 0 0,0 0 0 0 0,-1 0 0 0 0,2 0 0 0 0,-1 1 0 0 0,0-1 0 0 0,1 1 0 0 0,-1 0 0 0 0,1 0 0 0 0,-1 0 0 0 0,1 1 0 0 0,0-1 0 0 0,0 1 0 0 0,0 0 0 0 0,0 0 0 0 0,0 0 0 0 0,0 1-1 0 0,0 0 1 0 0,0-1 0 0 0,0 1 0 0 0,0 0 0 0 0,0 1 0 0 0,0-1 0 0 0,0 1 0 0 0,0 0 0 0 0,0 0 0 0 0,0 0 0 0 0,0 0 0 0 0,0 1 0 0 0,-1 0 0 0 0,1 0 0 0 0,-1 0 0 0 0,1 0 0 0 0,-1 0 0 0 0,6 5 0 0 0,-5-3-29 0 0,0-1 1 0 0,-1 0-1 0 0,1 0 0 0 0,0-1 1 0 0,0 1-1 0 0,1-1 1 0 0,-1 0-1 0 0,1 0 0 0 0,-1 0 1 0 0,1 0-1 0 0,-1-1 0 0 0,1 0 1 0 0,0 0-1 0 0,0 0 1 0 0,-1-1-1 0 0,6 0 0 0 0,-7 0-139 0 0,0 0-92 0 0,1 0 1 0 0,-1 0-1 0 0,1-1 0 0 0,-1 1 0 0 0,1-1 0 0 0,-1 0 0 0 0,1 0 1 0 0,-1-1-1 0 0,0 1 0 0 0,1 0 0 0 0,2-3 0 0 0,4-1-3122 0 0,1 1 1156 0 0</inkml:trace>
</inkml:ink>
</file>

<file path=ppt/ink/ink4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5:55.8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15 796 0 0,'0'0'1198'0'0,"-3"-13"6293"0"0,1 12-7386 0 0,1 1 0 0 0,-1 0 0 0 0,0 0 0 0 0,1 0 1 0 0,-1 0-1 0 0,1 0 0 0 0,-1 0 0 0 0,1 1 0 0 0,-1-1 0 0 0,1 0 0 0 0,-1 1 0 0 0,1-1 1 0 0,-1 1-1 0 0,1 0 0 0 0,-1-1 0 0 0,1 1 0 0 0,0 0 0 0 0,-1 0 0 0 0,1 0 0 0 0,0 0 1 0 0,-2 2-1 0 0,-18 29 891 0 0,14-19-507 0 0,6-12-384 0 0,6 6-120 0 0,-4-7-2 0 0,-1 1 0 0 0,0 0 1 0 0,0 0-1 0 0,1-1 0 0 0,-1 1 0 0 0,0-1 0 0 0,1 1 0 0 0,-1 0 0 0 0,1-1 1 0 0,-1 1-1 0 0,0-1 0 0 0,1 1 0 0 0,-1-1 0 0 0,1 1 0 0 0,0-1 1 0 0,-1 1-1 0 0,1-1 0 0 0,-1 0 0 0 0,1 1 0 0 0,0-1 0 0 0,-1 0 1 0 0,1 1-1 0 0,0-1 0 0 0,-1 0 0 0 0,2 0 0 0 0,68-2-2624 0 0,-68 3 2441 0 0,38 16-564 0 0,-37-15 817 0 0,-1-1 0 0 0,1 1 0 0 0,0-1 0 0 0,0 1 0 0 0,-1-1 0 0 0,1 0 0 0 0,0 0 0 0 0,0-1 1 0 0,0 1-1 0 0,1 0 0 0 0,-1-1 0 0 0,0 0 0 0 0,0 0 0 0 0,0 0 0 0 0,0 0 0 0 0,0 0 1 0 0,0-1-1 0 0,0 1 0 0 0,0-1 0 0 0,0 0 0 0 0,0 0 0 0 0,0 0 0 0 0,4-2 0 0 0,11-5-600 0 0,-1-1 0 0 0,29-19 0 0 0,-19 11-1533 0 0,-11 7-525 0 0,-2 0 199 0 0</inkml:trace>
</inkml:ink>
</file>

<file path=ppt/ink/ink4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5:56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16 749 76 0 0,'53'-18'7950'0'0,"74"-36"-7699"0"0,-105 45 454 0 0,31-14-222 0 0,-1-3-1 0 0,71-47 1 0 0,-101 58-330 0 0,0-1 0 0 0,-1-1 0 0 0,-1-1 0 0 0,-1-1 0 0 0,0-1 0 0 0,-2 0 0 0 0,24-35 0 0 0,-30 36-71 0 0,-1 0-1 0 0,-1-1 1 0 0,0 0-1 0 0,-2 0 1 0 0,0-1-1 0 0,-1 0 0 0 0,2-22 1 0 0,-6 35-64 0 0,-1 1 1 0 0,0-1 0 0 0,0 0-1 0 0,-1 0 1 0 0,0 0 0 0 0,-1 0-1 0 0,0 1 1 0 0,0-1 0 0 0,0 0-1 0 0,-1 1 1 0 0,0-1 0 0 0,-1 1-1 0 0,0-1 1 0 0,0 1 0 0 0,0 0-1 0 0,-1 0 1 0 0,0 0 0 0 0,0 1-1 0 0,-1-1 1 0 0,0 1 0 0 0,0 0-1 0 0,-9-8 1 0 0,12 13-20 0 0,0 0 1 0 0,0 0-1 0 0,-1 0 0 0 0,1 0 1 0 0,0 0-1 0 0,0 1 0 0 0,-1-1 1 0 0,1 1-1 0 0,0-1 0 0 0,-1 1 1 0 0,1 0-1 0 0,0 0 0 0 0,-1 0 1 0 0,1 0-1 0 0,0 1 0 0 0,-1-1 0 0 0,1 0 1 0 0,0 1-1 0 0,-1 0 0 0 0,1-1 1 0 0,0 1-1 0 0,0 0 0 0 0,0 0 1 0 0,-1 0-1 0 0,1 1 0 0 0,0-1 1 0 0,1 0-1 0 0,-1 1 0 0 0,0-1 0 0 0,0 1 1 0 0,-1 2-1 0 0,-7 5-4 0 0,0 1 0 0 0,1 0 0 0 0,-15 23-1 0 0,-4 12 8 0 0,2 0-1 0 0,3 2 0 0 0,-35 97 1 0 0,-30 161 31 0 0,64-214-27 0 0,-6 40 190 0 0,23-89-81 0 0,-2-1 1 0 0,-2 0-1 0 0,-2-1 0 0 0,-1 0 1 0 0,-2-1-1 0 0,-24 42 1 0 0,39-79-123 0 0,0 0 0 0 0,0 1 0 0 0,-1-1 1 0 0,1 0-1 0 0,-1 0 0 0 0,1 0 1 0 0,-1 0-1 0 0,0-1 0 0 0,0 1 1 0 0,0 0-1 0 0,0-1 0 0 0,0 1 0 0 0,0-1 1 0 0,0 0-1 0 0,0 1 0 0 0,0-1 1 0 0,-1 0-1 0 0,1 0 0 0 0,-1-1 1 0 0,1 1-1 0 0,0 0 0 0 0,-1-1 0 0 0,1 0 1 0 0,-1 1-1 0 0,1-1 0 0 0,-1 0 1 0 0,0 0-1 0 0,1-1 0 0 0,-1 1 1 0 0,1 0-1 0 0,-1-1 0 0 0,1 1 0 0 0,0-1 1 0 0,-4-1-1 0 0,3 0-54 0 0,-1-1-1 0 0,1 1 0 0 0,0 0 1 0 0,-1-1-1 0 0,1 0 1 0 0,1 1-1 0 0,-1-1 1 0 0,0-1-1 0 0,1 1 1 0 0,-1 0-1 0 0,1-1 1 0 0,0 1-1 0 0,0-1 1 0 0,0 1-1 0 0,1-1 0 0 0,0 0 1 0 0,-1 0-1 0 0,1 0 1 0 0,0 0-1 0 0,0-6 1 0 0,0 0-1 0 0,1-1-1 0 0,0 1 1 0 0,0 0 0 0 0,1 0 0 0 0,1 0 0 0 0,-1 0 0 0 0,2 0 0 0 0,-1 0-1 0 0,2 1 1 0 0,-1-1 0 0 0,1 1 0 0 0,0 0 0 0 0,1 0 0 0 0,0 0 0 0 0,1 1-1 0 0,0-1 1 0 0,0 1 0 0 0,1 1 0 0 0,-1-1 0 0 0,2 1 0 0 0,-1 0 0 0 0,1 1-1 0 0,0 0 1 0 0,13-8 0 0 0,19-8 93 0 0,0 1 0 0 0,2 1 0 0 0,0 3 0 0 0,52-15 0 0 0,-35 13 106 0 0,187-50 615 0 0,-220 63-629 0 0,-24 5-114 0 0,0 1-1 0 0,0-1 0 0 0,0 1 1 0 0,0-1-1 0 0,-1 1 1 0 0,1 0-1 0 0,0 0 1 0 0,0 0-1 0 0,0 0 0 0 0,0 0 1 0 0,0 0-1 0 0,0 0 1 0 0,0 1-1 0 0,0-1 1 0 0,0 1-1 0 0,-1-1 0 0 0,1 1 1 0 0,0 0-1 0 0,0 0 1 0 0,2 1-1 0 0,-2 0-2 0 0,-1 0-1 0 0,0 0 0 0 0,1 1 1 0 0,-1-1-1 0 0,0 0 0 0 0,0 0 1 0 0,0 1-1 0 0,-1-1 0 0 0,1 1 1 0 0,0-1-1 0 0,-1 1 0 0 0,0-1 1 0 0,0 1-1 0 0,1-1 0 0 0,-2 1 1 0 0,1 2-1 0 0,0-3 0 0 0,3 59 74 0 0,-2-58-60 0 0,-1 0 0 0 0,1 1 0 0 0,-1-1 1 0 0,1 0-1 0 0,0 0 0 0 0,1 0 0 0 0,-1 0 0 0 0,0 0 0 0 0,1 0 0 0 0,-1 0 0 0 0,1 0 0 0 0,0 0 0 0 0,0-1 0 0 0,0 1 0 0 0,3 2 0 0 0,-4-5 25 0 0,0 1 0 0 0,-1-1 0 0 0,1 1 0 0 0,0-1 0 0 0,0 0 0 0 0,0 1 0 0 0,0-1 0 0 0,0 0 0 0 0,-1 0 0 0 0,1 0 0 0 0,0 0 0 0 0,0 0 0 0 0,0 1 0 0 0,0-2 0 0 0,0 1 0 0 0,0 0 0 0 0,0 0 0 0 0,-1 0 0 0 0,1 0 0 0 0,0-1 0 0 0,0 1 0 0 0,0 0 0 0 0,0-1 0 0 0,0 1 0 0 0,-1 0 0 0 0,1-1 0 0 0,0 1 0 0 0,0-1 0 0 0,-1 1 0 0 0,1-1 0 0 0,0 0 0 0 0,-1 1 0 0 0,1-1 0 0 0,-1 0 0 0 0,1 1 0 0 0,0-2 0 0 0,1-1 105 0 0,0 1 0 0 0,-1-1 1 0 0,1 0-1 0 0,-1 0 0 0 0,1 0 1 0 0,-1 1-1 0 0,0-1 1 0 0,0 0-1 0 0,1-6 0 0 0,-2 0 172 0 0,0 0-1 0 0,0 0 0 0 0,-1 0 0 0 0,0 0 1 0 0,-3-11-1 0 0,4 18-438 0 0,-2 2-1274 0 0,0 0 1023 0 0,1 0 1 0 0,-1 1 0 0 0,1-1 0 0 0,-1 0-1 0 0,0 0 1 0 0,1 1 0 0 0,-1-1 0 0 0,1 1 0 0 0,-1 0-1 0 0,1-1 1 0 0,-1 1 0 0 0,1 0 0 0 0,0 0-1 0 0,-1 0 1 0 0,1 0 0 0 0,0 0 0 0 0,-2 2 0 0 0,-5 3-2922 0 0</inkml:trace>
</inkml:ink>
</file>

<file path=ppt/ink/ink4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5:57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47 224 0 0,'3'-2'341'0'0,"1"1"1"0"0,-1-1-1 0 0,1 1 1 0 0,-1 0-1 0 0,1 1 0 0 0,0-1 1 0 0,0 0-1 0 0,-1 1 1 0 0,1 0-1 0 0,0 0 0 0 0,0 0 1 0 0,-1 1-1 0 0,1-1 1 0 0,0 1-1 0 0,0 0 0 0 0,-1 0 1 0 0,1 0-1 0 0,-1 0 1 0 0,1 0-1 0 0,3 3 0 0 0,1 2-8 0 0,-1 0 0 0 0,-1 0 0 0 0,1 1 0 0 0,-1 0-1 0 0,0 0 1 0 0,8 14 0 0 0,-10-16-132 0 0,-3-4-43 0 0,-1 0-95 0 0,0-1 0 0 0,0 0 0 0 0,0 1 0 0 0,0-1 0 0 0,0 0 0 0 0,0 1 0 0 0,0-1 0 0 0,0 0 0 0 0,0 1 0 0 0,1-1 0 0 0,-1 0 0 0 0,0 0 0 0 0,0 1 0 0 0,0-1 0 0 0,1 0 0 0 0,-1 0 0 0 0,0 1 0 0 0,0-1 0 0 0,1 0 0 0 0,-1 0 0 0 0,0 0 0 0 0,1 1 0 0 0,-1-1 0 0 0,0 0 0 0 0,0 0 0 0 0,1 0 0 0 0,-1 0 0 0 0,0 0-1 0 0,1 0 1 0 0,-1 0 0 0 0,0 0 0 0 0,1 1 0 0 0,-1-1 0 0 0,0 0 0 0 0,1 0 0 0 0,-1-1 0 0 0,0 1 0 0 0,1 0 0 0 0,-1 0 0 0 0,0 0 0 0 0,1 0 0 0 0,57-49 1115 0 0,-4 2-2981 0 0,-16 22-4811 0 0</inkml:trace>
</inkml:ink>
</file>

<file path=ppt/ink/ink4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5:58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73 120 0 0,'7'-8'2023'0'0,"0"-1"-1"0"0,0 2 1 0 0,1-1 0 0 0,0 1-1 0 0,17-11 1 0 0,-23 17-1188 0 0,17-3 902 0 0,-18 3-1703 0 0,0 0 0 0 0,0 1 0 0 0,1-1-1 0 0,-1 1 1 0 0,0-1 0 0 0,0 1 0 0 0,1 0 0 0 0,-1 0-1 0 0,0-1 1 0 0,1 1 0 0 0,-1 0 0 0 0,1 0-1 0 0,-1 0 1 0 0,0 0 0 0 0,1 1 0 0 0,-1-1 0 0 0,0 0-1 0 0,1 0 1 0 0,-1 1 0 0 0,0-1 0 0 0,1 1-1 0 0,-1-1 1 0 0,0 1 0 0 0,0 0 0 0 0,0-1-1 0 0,0 1 1 0 0,1 0 0 0 0,-1 0 0 0 0,0 0 0 0 0,0 0-1 0 0,0 0 1 0 0,-1 0 0 0 0,1 0 0 0 0,0 0-1 0 0,0 0 1 0 0,-1 0 0 0 0,1 1 0 0 0,1 1-1 0 0,-1 2-12 0 0,0 0-1 0 0,1 0 0 0 0,-2 0 1 0 0,1 0-1 0 0,0 0 0 0 0,-1 0 0 0 0,0 1 1 0 0,0-1-1 0 0,-1 0 0 0 0,0 0 1 0 0,1 0-1 0 0,-2 0 0 0 0,1 0 1 0 0,0 0-1 0 0,-1 0 0 0 0,0 0 0 0 0,0-1 1 0 0,-1 1-1 0 0,1-1 0 0 0,-1 1 1 0 0,0-1-1 0 0,0 0 0 0 0,0 0 0 0 0,-1 0 1 0 0,0-1-1 0 0,1 1 0 0 0,-6 3 1 0 0,7-6 1 0 0,2-1-20 0 0,0 0 0 0 0,0 0 1 0 0,0 1-1 0 0,0-1 0 0 0,0 0 1 0 0,0 0-1 0 0,-1 0 0 0 0,1 0 1 0 0,0 1-1 0 0,0-1 0 0 0,0 0 1 0 0,0 0-1 0 0,-1 0 0 0 0,1 0 1 0 0,0 0-1 0 0,0 0 0 0 0,0 0 1 0 0,-1 0-1 0 0,1 0 0 0 0,0 1 1 0 0,0-1-1 0 0,0 0 0 0 0,-1 0 1 0 0,1 0-1 0 0,0 0 0 0 0,0 0 1 0 0,0 0-1 0 0,-1 0 0 0 0,1 0 1 0 0,0-1-1 0 0,0 1 0 0 0,0 0 1 0 0,-1 0-1 0 0,1 0 0 0 0,0 0 1 0 0,0 0-1 0 0,0 0 0 0 0,-1 0 1 0 0,1 0-1 0 0,0 0 0 0 0,0-1 1 0 0,0 1-1 0 0,0 0 0 0 0,-1 0 1 0 0,1 0-1 0 0,0 0 0 0 0,0-1 1 0 0,0 1-1 0 0,0 0 0 0 0,0 0 1 0 0,0 0-1 0 0,0 0 0 0 0,-1-1 1 0 0,1 1-1 0 0,0 0 0 0 0,0 0 1 0 0,0 0-1 0 0,0-1 0 0 0,0 0-4 0 0,-1 1 0 0 0,1-1 0 0 0,-1 1 0 0 0,1-1 0 0 0,0 0-1 0 0,-1 0 1 0 0,1 1 0 0 0,0-1 0 0 0,0 0 0 0 0,-1 1 0 0 0,1-1 0 0 0,0 0 0 0 0,0 0-1 0 0,0 1 1 0 0,0-1 0 0 0,0 0 0 0 0,0 0 0 0 0,0 0 0 0 0,0 1 0 0 0,0-1-1 0 0,0 0 1 0 0,1 0 0 0 0,-1 1 0 0 0,0-1 0 0 0,0 0 0 0 0,1 1 0 0 0,0-2 0 0 0,7-10-73 0 0,1 1 0 0 0,0 0 1 0 0,1 0-1 0 0,0 1 1 0 0,1 0-1 0 0,0 1 1 0 0,0 0-1 0 0,1 1 1 0 0,0 0-1 0 0,19-9 0 0 0,-29 17 50 0 0,0-1 1 0 0,0 1-1 0 0,-1-1 0 0 0,1 1 0 0 0,0-1 0 0 0,0 1 0 0 0,0 0 0 0 0,0 0 0 0 0,0 0 0 0 0,-1 0 0 0 0,1 0 0 0 0,0 0 0 0 0,0 1 0 0 0,0-1 0 0 0,0 1 0 0 0,-1-1 0 0 0,1 1 0 0 0,0 0 0 0 0,-1-1 0 0 0,1 1 0 0 0,0 0 0 0 0,-1 0 0 0 0,1 0 0 0 0,-1 1 0 0 0,1-1 0 0 0,-1 0 0 0 0,0 0 0 0 0,1 1 0 0 0,-1-1 0 0 0,0 1 0 0 0,0-1 0 0 0,0 1 0 0 0,0-1 0 0 0,0 1 0 0 0,0 0 0 0 0,0 2 0 0 0,9 10-257 0 0,-9-13 220 0 0,6 3-58 0 0,-7-4 118 0 0,1 1 0 0 0,-1-1-1 0 0,0 0 1 0 0,1 1 0 0 0,-1-1-1 0 0,1 0 1 0 0,-1 1 0 0 0,1-1-1 0 0,-1 0 1 0 0,1 1 0 0 0,-1-1-1 0 0,1 0 1 0 0,-1 0 0 0 0,1 0 0 0 0,-1 1-1 0 0,1-1 1 0 0,-1 0 0 0 0,1 0-1 0 0,0 0 1 0 0,-1 0 0 0 0,1 0-1 0 0,-1 0 1 0 0,1 0 0 0 0,-1 0-1 0 0,1 0 1 0 0,-1-1 0 0 0,1 1 0 0 0,0 0-1 0 0,-1 0 1 0 0,1 0 0 0 0,-1-1-1 0 0,1 1 1 0 0,0-1 0 0 0,139-65 780 0 0,-138 65-688 0 0,11-1 71 0 0,-12 2-190 0 0,-1-1-1 0 0,1 1 0 0 0,0 0 0 0 0,0 0 0 0 0,0 0 0 0 0,0-1 0 0 0,-1 1 1 0 0,1 0-1 0 0,0 0 0 0 0,0 0 0 0 0,0 0 0 0 0,0 0 0 0 0,0 1 1 0 0,-1-1-1 0 0,1 0 0 0 0,0 0 0 0 0,0 1 0 0 0,0-1 0 0 0,-1 0 1 0 0,1 1-1 0 0,0-1 0 0 0,0 0 0 0 0,-1 1 0 0 0,1-1 0 0 0,0 1 1 0 0,0 1-1 0 0,1-1-446 0 0,13 20-2430 0 0</inkml:trace>
</inkml:ink>
</file>

<file path=ppt/ink/ink4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5:59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71 624 76 0 0,'17'-27'8835'0'0,"-30"30"-3384"0"0,4 0-5268 0 0,0 0-1 0 0,1 0 0 0 0,-1 1 1 0 0,1 0-1 0 0,0 0 0 0 0,-9 7 1 0 0,17-11-180 0 0,-1 0 0 0 0,1 0 0 0 0,0 0-1 0 0,-1 0 1 0 0,1 1 0 0 0,0-1 0 0 0,0 0 0 0 0,-1 0 0 0 0,1 0 0 0 0,0 1 0 0 0,-1-1 0 0 0,1 0 0 0 0,0 0 0 0 0,0 1 0 0 0,-1-1 0 0 0,1 0-1 0 0,0 0 1 0 0,0 1 0 0 0,0-1 0 0 0,0 0 0 0 0,-1 1 0 0 0,1-1 0 0 0,0 0 0 0 0,0 1 0 0 0,0-1 0 0 0,0 1 0 0 0,0-1 0 0 0,0 0-1 0 0,0 1 1 0 0,0-1 0 0 0,0 0 0 0 0,0 1 0 0 0,0-1 0 0 0,0 0 0 0 0,0 1 0 0 0,0-1 0 0 0,0 0 0 0 0,1 1 0 0 0,-1-1 0 0 0,0 0 0 0 0,0 1-1 0 0,0-1 1 0 0,1 1 0 0 0,19 1-244 0 0,42-9-630 0 0,-49 5 643 0 0,55-4-968 0 0,-46 5 1066 0 0,0 0 1 0 0,-1-1 0 0 0,1-2-1 0 0,-1 0 1 0 0,0-1 0 0 0,0-1 0 0 0,-1-1-1 0 0,24-12 1 0 0,-23 7 204 0 0,0-2 0 0 0,-2 0 1 0 0,1-1-1 0 0,-2-2 0 0 0,0 1 0 0 0,-1-2 0 0 0,-1 0 0 0 0,0-1 0 0 0,-2-1 1 0 0,18-30-1 0 0,-10 10 28 0 0,-2-1 0 0 0,-1 0 0 0 0,-2-2 0 0 0,19-74 0 0 0,-35 111-5 0 0,1-1 0 0 0,-1 0 0 0 0,0 1 0 0 0,-1-1-1 0 0,1 0 1 0 0,-1 1 0 0 0,-1-1 0 0 0,1 0 0 0 0,-1 0-1 0 0,-4-12 1 0 0,4 17-6 0 0,-2 3-70 0 0,-1 0 1 0 0,1 0-1 0 0,-1 0 1 0 0,1 1 0 0 0,0-1-1 0 0,-1 1 1 0 0,1 0-1 0 0,0 0 1 0 0,0 0-1 0 0,0 0 1 0 0,0 0 0 0 0,0 1-1 0 0,1-1 1 0 0,-1 1-1 0 0,1 0 1 0 0,0-1-1 0 0,-1 1 1 0 0,1 0 0 0 0,1 1-1 0 0,-1-1 1 0 0,0 0-1 0 0,1 0 1 0 0,-2 5-1 0 0,-3 7 30 0 0,0 0 0 0 0,1 0 0 0 0,-6 28-1 0 0,7-14-13 0 0,2 0 1 0 0,0 0-1 0 0,2 0 0 0 0,1 0 0 0 0,2 0 0 0 0,0 0 0 0 0,2 0 0 0 0,1-1 0 0 0,2 1 0 0 0,0-2 0 0 0,2 1 0 0 0,21 41 0 0 0,-31-68-56 0 0,1 0 0 0 0,0 0-1 0 0,-1 1 1 0 0,1-1 0 0 0,0 0 0 0 0,0 0 0 0 0,0 0-1 0 0,0 0 1 0 0,0 0 0 0 0,0 0 0 0 0,0 0-1 0 0,0 0 1 0 0,0 0 0 0 0,1 0 0 0 0,-1-1-1 0 0,0 1 1 0 0,0 0 0 0 0,1-1 0 0 0,-1 1 0 0 0,0-1-1 0 0,1 1 1 0 0,-1-1 0 0 0,1 0 0 0 0,-1 0-1 0 0,0 0 1 0 0,1 0 0 0 0,-1 0 0 0 0,1 0-1 0 0,2 0 1 0 0,-2-1-409 0 0,0 1-1 0 0,0-1 1 0 0,1 0 0 0 0,-1 0-1 0 0,0 0 1 0 0,0 0-1 0 0,0 0 1 0 0,0-1 0 0 0,0 1-1 0 0,0 0 1 0 0,-1-1-1 0 0,4-3 1 0 0</inkml:trace>
</inkml:ink>
</file>

<file path=ppt/ink/ink4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5:59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75 764 0 0,'-3'-17'5625'0'0,"3"14"-5306"0"0,0-1 0 0 0,0 1 0 0 0,1-1 0 0 0,-1 1 0 0 0,1-1 0 0 0,0 1 0 0 0,0-1 0 0 0,0 1 0 0 0,0 0 0 0 0,1-1 0 0 0,-1 1 0 0 0,1 0 0 0 0,0 0 0 0 0,2-3 0 0 0,-3 5-581 0 0,8-1-1046 0 0,0 1 29 0 0</inkml:trace>
</inkml:ink>
</file>

<file path=ppt/ink/ink4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5:59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212 24 172 0 0,'-2'-2'378'0'0,"0"0"-1"0"0,0 0 1 0 0,-1 0-1 0 0,1 0 1 0 0,-1 0-1 0 0,1 0 1 0 0,-1 1 0 0 0,0-1-1 0 0,0 1 1 0 0,1 0-1 0 0,-1 0 1 0 0,0 0-1 0 0,0 0 1 0 0,0 1-1 0 0,0-1 1 0 0,0 1 0 0 0,0-1-1 0 0,0 1 1 0 0,-6 1-1 0 0,6-1-232 0 0,0 1 0 0 0,0 0 0 0 0,0-1-1 0 0,1 1 1 0 0,-1 1 0 0 0,0-1 0 0 0,0 0 0 0 0,1 1-1 0 0,-1-1 1 0 0,1 1 0 0 0,-1 0 0 0 0,1 0-1 0 0,0 0 1 0 0,-1 0 0 0 0,1 0 0 0 0,0 1 0 0 0,1-1-1 0 0,-1 0 1 0 0,0 1 0 0 0,1 0 0 0 0,-1-1 0 0 0,1 1-1 0 0,0 0 1 0 0,0 0 0 0 0,0 0 0 0 0,0 0-1 0 0,0-1 1 0 0,1 1 0 0 0,-1 0 0 0 0,1 1 0 0 0,0-1-1 0 0,0 6 1 0 0,-10 116 1491 0 0,9-124-1630 0 0,1 0 1 0 0,-1 0 0 0 0,0 1 0 0 0,0-1-1 0 0,1 0 1 0 0,-1 0 0 0 0,0 0 0 0 0,0 0-1 0 0,0 0 1 0 0,0 0 0 0 0,0 0 0 0 0,0 0 0 0 0,-1 0-1 0 0,1-1 1 0 0,0 1 0 0 0,0 0 0 0 0,0-1-1 0 0,-1 1 1 0 0,1-1 0 0 0,-2 1 0 0 0,-27 9-672 0 0,29-9 558 0 0,-14 0-1241 0 0,2 1-4876 0 0</inkml:trace>
</inkml:ink>
</file>

<file path=ppt/ink/ink4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6:00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24 268 0 0,'4'-3'694'0'0,"0"0"1"0"0,0 1-1 0 0,0-1 1 0 0,0 1-1 0 0,1 0 1 0 0,-1 0-1 0 0,1 1 1 0 0,-1-1-1 0 0,1 1 0 0 0,0 0 1 0 0,0 0-1 0 0,-1 1 1 0 0,11-1-1 0 0,-11 2-436 0 0,0-1 0 0 0,0 1 0 0 0,0 0 0 0 0,0 1 0 0 0,0-1 0 0 0,0 1 0 0 0,0-1 0 0 0,0 1 0 0 0,-1 1 0 0 0,1-1 0 0 0,-1 0 1 0 0,1 1-1 0 0,-1 0 0 0 0,0-1 0 0 0,4 6 0 0 0,-3-5-159 0 0,1 1 1 0 0,-1-1-1 0 0,1 0 1 0 0,0-1-1 0 0,-1 1 1 0 0,1-1-1 0 0,1 0 1 0 0,-1 0-1 0 0,0 0 1 0 0,0-1-1 0 0,1 0 1 0 0,-1 0-1 0 0,0 0 1 0 0,1-1-1 0 0,-1 0 1 0 0,1 0-1 0 0,-1 0 1 0 0,1-1-1 0 0,-1 1 0 0 0,1-1 1 0 0,6-3-1 0 0,-10 4-173 0 0,16 4-1268 0 0,-16 13-10757 0 0</inkml:trace>
  <inkml:trace contextRef="#ctx0" brushRef="#br0" timeOffset="1">518 149 1316 0 0,'13'-5'3116'0'0,"-2"0"-183"0"0,-3 1-489 0 0,1 0-204 0 0</inkml:trace>
</inkml:ink>
</file>

<file path=ppt/ink/ink4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02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1 440 0 0,'0'0'4140'0'0,"8"1"-1923"0"0</inkml:trace>
</inkml:ink>
</file>

<file path=ppt/ink/ink4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1044 0 0,'0'0'4601'0'0,"18"-8"-4161"0"0,1 11-624 0 0,3 1-2853 0 0,-4-3 1461 0 0</inkml:trace>
</inkml:ink>
</file>

<file path=ppt/ink/ink4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0 372 0 0,'1'4'2535'0'0,"2"1"1849"0"0</inkml:trace>
</inkml:ink>
</file>

<file path=ppt/ink/ink4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10:20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1 824 0 0,'0'12'2168'0'0</inkml:trace>
</inkml:ink>
</file>

<file path=ppt/ink/ink4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7:50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0 805 256 0 0,'0'0'613'0'0,"1"10"7227"0"0,8-11-7696 0 0,0-2 1 0 0,0 1-1 0 0,-1-1 0 0 0,1-1 1 0 0,0 0-1 0 0,-1 0 1 0 0,8-5-1 0 0,63-45 418 0 0,-46 30-330 0 0,22-13 159 0 0,-2-3 1 0 0,87-85-1 0 0,-125 110-387 0 0,-1-1-1 0 0,0-1 0 0 0,-1 0 1 0 0,-1-1-1 0 0,-1 0 0 0 0,-1-1 1 0 0,0 0-1 0 0,-2 0 0 0 0,0-1 1 0 0,-1 0-1 0 0,-1-1 0 0 0,7-40 1 0 0,-11 44-41 0 0,-2 1 0 0 0,0 0 0 0 0,-1-1 0 0 0,0 1-1 0 0,-6-23 1 0 0,6 33 33 0 0,0 0-1 0 0,0 0 1 0 0,-1 1-1 0 0,0-1 1 0 0,0 1-1 0 0,0 0 0 0 0,-1 0 1 0 0,0 0-1 0 0,0 0 1 0 0,0 0-1 0 0,-1 0 0 0 0,0 1 1 0 0,1-1-1 0 0,-2 1 1 0 0,1 0-1 0 0,0 0 1 0 0,-1 1-1 0 0,-7-5 0 0 0,10 7-2 0 0,-1 0 0 0 0,1 0 1 0 0,-1 0-1 0 0,0 0 0 0 0,0 0 0 0 0,1 1 0 0 0,-1-1 0 0 0,0 1 0 0 0,0 0 0 0 0,0 0 0 0 0,1 0 0 0 0,-1 0 0 0 0,0 0 0 0 0,0 1 0 0 0,0-1 0 0 0,1 1 0 0 0,-1-1 0 0 0,0 1 0 0 0,-2 2 0 0 0,0-1-1 0 0,1 1 0 0 0,0 0 0 0 0,0-1 0 0 0,0 2 0 0 0,1-1 0 0 0,-1 0-1 0 0,1 1 1 0 0,0 0 0 0 0,0 0 0 0 0,-4 5 0 0 0,1 3-3 0 0,-1 0-1 0 0,1 0 1 0 0,1 0 0 0 0,0 1-1 0 0,1 0 1 0 0,0 0-1 0 0,-1 15 1 0 0,-4 58 27 0 0,4 112 1 0 0,0-10 148 0 0,-1-60-39 0 0,-10 111 371 0 0,15-228-788 0 0,-2 17 2140 0 0,12-43-500 0 0,-6 8-1340 0 0,0 0 0 0 0,1 1 0 0 0,0-1-1 0 0,0 1 1 0 0,1 0 0 0 0,0 0 0 0 0,0 0 0 0 0,0 1-1 0 0,1 0 1 0 0,0 0 0 0 0,9-6 0 0 0,-6 3-16 0 0,-1 2-18 0 0,1 1 1 0 0,-1-1-1 0 0,1 1 1 0 0,1 1-1 0 0,-1-1 0 0 0,0 2 1 0 0,1-1-1 0 0,0 1 0 0 0,0 1 1 0 0,0 0-1 0 0,0 0 1 0 0,0 1-1 0 0,0 0 0 0 0,12 1 1 0 0,-12 1-2 0 0,0 0 1 0 0,0 1-1 0 0,-1 0 1 0 0,1 1-1 0 0,-1 0 1 0 0,1 0-1 0 0,16 9 1 0 0,-14-6-26 0 0,0-1 0 0 0,0 0 1 0 0,19 4-1 0 0,-11-6-18 0 0,1-1-1 0 0,-1 0 1 0 0,1-2-1 0 0,-1 0 1 0 0,0-1-1 0 0,1-1 1 0 0,22-6-1 0 0,-8-1-61 0 0,0-1 0 0 0,-1-2-1 0 0,36-17 1 0 0,-16-5 615 0 0,-53 33-168 0 0,-1 11-318 0 0,-1-5 8 0 0,1 1-1 0 0,1-1 1 0 0,-1 1-1 0 0,1-1 1 0 0,-1 1 0 0 0,4 7-1 0 0,-3-11-4 0 0,0 0-1 0 0,0 0 0 0 0,0 0 1 0 0,0 0-1 0 0,1 0 0 0 0,-1 0 1 0 0,1 0-1 0 0,-1-1 0 0 0,1 1 1 0 0,0 0-1 0 0,-1-1 0 0 0,1 0 1 0 0,0 1-1 0 0,0-1 1 0 0,0 0-1 0 0,1 0 0 0 0,-1 0 1 0 0,0 0-1 0 0,4 1 0 0 0,1 0 7 0 0,0 0-1 0 0,0 0 1 0 0,0-1-1 0 0,0 0 1 0 0,0 0-1 0 0,9 0 1 0 0,-13-1 37 0 0,0-1 1 0 0,-1 1-1 0 0,1 0 1 0 0,-1-1-1 0 0,1 1 1 0 0,0-1-1 0 0,-1 0 1 0 0,0 0-1 0 0,1 0 1 0 0,-1 0-1 0 0,0 0 0 0 0,1-1 1 0 0,-1 1-1 0 0,0-1 1 0 0,0 1-1 0 0,0-1 1 0 0,0 0-1 0 0,0 0 1 0 0,-1 0-1 0 0,3-3 1 0 0,-2 3 119 0 0,-2-2-4 0 0,0-10 6 0 0,0 10 22 0 0,-2 0-51 0 0,-2-3-196 0 0,0 0 0 0 0,0 1 1 0 0,0-1-1 0 0,-1 1 0 0 0,0 0 0 0 0,0 0 0 0 0,0 1 1 0 0,-1 0-1 0 0,0 0 0 0 0,0 0 0 0 0,0 0 0 0 0,0 1 1 0 0,-10-4-1 0 0,15 7-599 0 0,-16 16-8337 0 0,13-12 5967 0 0</inkml:trace>
</inkml:ink>
</file>

<file path=ppt/ink/ink4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7:51.9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34 310 532 0 0,'0'0'1967'0'0,"-8"-11"5003"0"0,5 14-6910 0 0,0 0 1 0 0,1 0 0 0 0,0 1-1 0 0,-1-1 1 0 0,1 1-1 0 0,1-1 1 0 0,-1 1 0 0 0,0 0-1 0 0,1 0 1 0 0,0 0-1 0 0,0 0 1 0 0,0 0 0 0 0,0 0-1 0 0,1 0 1 0 0,0 0-1 0 0,-1 0 1 0 0,2 0 0 0 0,-1 0-1 0 0,0 0 1 0 0,1 0-1 0 0,0 0 1 0 0,-1 0 0 0 0,2 0-1 0 0,-1 0 1 0 0,0 0-1 0 0,1-1 1 0 0,0 1 0 0 0,0 0-1 0 0,0-1 1 0 0,0 0-1 0 0,0 1 1 0 0,1-1 0 0 0,-1 0-1 0 0,4 3 1 0 0,-3-2-60 0 0,1-1 0 0 0,-1 0 0 0 0,1 1-1 0 0,0-1 1 0 0,0 0 0 0 0,0-1 0 0 0,0 1 0 0 0,0-1 0 0 0,1 0 0 0 0,-1 0 0 0 0,1 0 0 0 0,-1 0 0 0 0,1-1 0 0 0,0 0 0 0 0,-1 0 0 0 0,1 0 0 0 0,8 0-1 0 0,-6-2 3 0 0,0 1 0 0 0,0-1-1 0 0,0-1 1 0 0,0 1 0 0 0,0-1-1 0 0,0-1 1 0 0,-1 1 0 0 0,1-1-1 0 0,-1 0 1 0 0,12-8 0 0 0,-1-2 31 0 0,0 0 0 0 0,-2-1 0 0 0,1 0 0 0 0,-2-1 0 0 0,0-1 0 0 0,-1 0 0 0 0,15-25 0 0 0,-12 13 87 0 0,-2-2-1 0 0,-1 0 0 0 0,9-33 0 0 0,-15 36 410 0 0,0 1 1 0 0,2-40-1 0 0,-8 63-389 0 0,1-13 178 0 0,-2 16-323 0 0,0-1 0 0 0,0 1-1 0 0,0 0 1 0 0,0-1 0 0 0,0 1 0 0 0,0 0-1 0 0,0 0 1 0 0,-1-1 0 0 0,1 1 0 0 0,0 0-1 0 0,0-1 1 0 0,0 1 0 0 0,0 0 0 0 0,1 0-1 0 0,-1-1 1 0 0,0 1 0 0 0,0 0 0 0 0,0-1-1 0 0,0 1 1 0 0,0 0 0 0 0,0 0 0 0 0,0-1-1 0 0,0 1 1 0 0,1 0 0 0 0,-1 0 0 0 0,0-1 0 0 0,0 1-1 0 0,0 0 1 0 0,0 0 0 0 0,1 0 0 0 0,-1-1-1 0 0,0 1 1 0 0,0 0 0 0 0,1 0 0 0 0,-1 0-1 0 0,0 0 1 0 0,0-1 0 0 0,1 1 0 0 0,-1 0-1 0 0,0 0 1 0 0,1 0 0 0 0,-1 0 0 0 0,0 0-1 0 0,0 0 1 0 0,1 0 0 0 0,-1 0 0 0 0,0 0 0 0 0,1 0-1 0 0,-1 0 1 0 0,0 0 0 0 0,0 0 0 0 0,1 0-1 0 0,5 9-18 0 0,-1 0 1 0 0,0 0-1 0 0,-1 1 0 0 0,0 0 0 0 0,4 14 0 0 0,-5-11 17 0 0,0 1 1 0 0,-1 1-1 0 0,0-1 1 0 0,-1 0-1 0 0,-1 0 1 0 0,0 1-1 0 0,-1-1 1 0 0,0 0-1 0 0,-1 0 1 0 0,-1 1-1 0 0,0-2 1 0 0,-1 1-1 0 0,-1 0 1 0 0,-11 23-1 0 0,6-11 2 0 0,-5 6 36 0 0,14-31-34 0 0,-6 46-185 0 0,20-49 174 0 0,0-1 0 0 0,0 0 0 0 0,-1-1 0 0 0,1 0 0 0 0,-1-1 0 0 0,0 0-1 0 0,0-1 1 0 0,-1 0 0 0 0,0-1 0 0 0,21-16 0 0 0,12-14-35 0 0,44-45 1 0 0,-87 82 46 0 0,44-50 713 0 0,-44 48-569 0 0,16-10 1573 0 0,-22 41-1711 0 0,3-21-23 0 0,-36 41 175 0 0,-49-7-90 0 0,27-7-150 0 0,58-34 65 0 0,2-1 0 0 0,0 0 17 0 0,-1 0 1 0 0,1 0-1 0 0,0 0 0 0 0,0 0 0 0 0,0 0 0 0 0,-1 0 0 0 0,1 0 0 0 0,0 0 0 0 0,0 0 1 0 0,0 0-1 0 0,0 0 0 0 0,0 0 0 0 0,-1 0 0 0 0,1 0 0 0 0,0 0 0 0 0,0 0 0 0 0,0 0 1 0 0,0 1-1 0 0,0-1 0 0 0,-1 0 0 0 0,1 0 0 0 0,0 0 0 0 0,0 0 0 0 0,0 0 0 0 0,0 0 1 0 0,0 1-1 0 0,0-1 0 0 0,0 0 0 0 0,0 0 0 0 0,0 0 0 0 0,-1 0 0 0 0,1 1 0 0 0,0-1 1 0 0,0 0-1 0 0,0 0 0 0 0,0 0 0 0 0,0 0 0 0 0,0 1 0 0 0,0-1 0 0 0,0 0 0 0 0,0 0 1 0 0,0 0-1 0 0,0 0 0 0 0,0 1 0 0 0,0-1 0 0 0,0 0 0 0 0,1 0 0 0 0,-1 0 0 0 0,6 13-6 0 0,12 8 67 0 0,16-6-60 0 0,56 17-1 0 0,-9-13-3238 0 0,-62-19 639 0 0,-10-2-1815 0 0,6-1 1031 0 0</inkml:trace>
</inkml:ink>
</file>

<file path=ppt/ink/ink4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7:52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3 176 672 0 0,'0'0'81'0'0,"-1"0"-1"0"0,1 0 1 0 0,0 0 0 0 0,0 0-1 0 0,0 1 1 0 0,0-1-1 0 0,-1 0 1 0 0,1 0 0 0 0,0 0-1 0 0,0 0 1 0 0,0 1 0 0 0,0-1-1 0 0,0 0 1 0 0,0 0-1 0 0,0 0 1 0 0,-1 0 0 0 0,1 1-1 0 0,0-1 1 0 0,0 0 0 0 0,0 0-1 0 0,0 0 1 0 0,0 1-1 0 0,0-1 1 0 0,0 0 0 0 0,0 0-1 0 0,0 1 1 0 0,0-1 0 0 0,0 0-1 0 0,0 0 1 0 0,0 0-1 0 0,0 1 1 0 0,1-1 0 0 0,-1 0-1 0 0,0 0 1 0 0,0 0 0 0 0,0 0-1 0 0,0 1 1 0 0,0-1-1 0 0,0 0 1 0 0,0 0 0 0 0,1 0-1 0 0,-1 0 1 0 0,0 1 0 0 0,0-1-1 0 0,0 0 1 0 0,0 0-1 0 0,0 0 1 0 0,1 0 0 0 0,-1 0-1 0 0,0 0 1 0 0,0 0 0 0 0,0 0-1 0 0,1 1 1 0 0,-1-1-1 0 0,0 0 1 0 0,0 0 0 0 0,0 0-1 0 0,1 0 1 0 0,-1 0 0 0 0,24 0 1747 0 0,39-9-1340 0 0,-50 7 311 0 0,-2 0-611 0 0,1 0 0 0 0,-1-1 1 0 0,0 0-1 0 0,0-1 0 0 0,0 0 1 0 0,0-1-1 0 0,-1 0 0 0 0,1 0 0 0 0,-1-1 1 0 0,-1-1-1 0 0,14-11 0 0 0,-20 15-99 0 0,-1 0 0 0 0,0 0 0 0 0,0 0 0 0 0,0-1 0 0 0,0 1 0 0 0,-1-1-1 0 0,1 1 1 0 0,-1-1 0 0 0,0 0 0 0 0,0 1 0 0 0,0-1 0 0 0,0 0 0 0 0,0-4-1 0 0,-1 7-71 0 0,-1-1 0 0 0,1 0 0 0 0,0 0 0 0 0,0 1 0 0 0,-1-1 0 0 0,1 0 0 0 0,-1 1 0 0 0,1-1 0 0 0,-1 1 0 0 0,0-1 0 0 0,0 1 0 0 0,0-1 0 0 0,1 1 0 0 0,-1-1 0 0 0,-1 1 0 0 0,1 0 0 0 0,0-1 0 0 0,0 1 0 0 0,0 0 0 0 0,-1 0 0 0 0,1 0 0 0 0,-1 0 0 0 0,1 0 0 0 0,0 0 0 0 0,-1 0 0 0 0,0 1 0 0 0,1-1 0 0 0,-3 0 0 0 0,1 1 42 0 0,-2 2-30 0 0,3-1-31 0 0,-1 1 13 0 0,-1 0-1 0 0,1 0 1 0 0,0 0 0 0 0,-1 0-1 0 0,1 0 1 0 0,0 1-1 0 0,0-1 1 0 0,1 1 0 0 0,-1 0-1 0 0,-3 4 1 0 0,5-5 3 0 0,1-2-13 0 0,-1 0 1 0 0,1 1 0 0 0,-1-1-1 0 0,0 0 1 0 0,1 1-1 0 0,-1-1 1 0 0,1 1 0 0 0,0-1-1 0 0,-1 0 1 0 0,1 1-1 0 0,-1-1 1 0 0,1 1 0 0 0,0 0-1 0 0,-1-1 1 0 0,1 1-1 0 0,0-1 1 0 0,-1 1-1 0 0,1-1 1 0 0,0 1 0 0 0,0 0-1 0 0,0-1 1 0 0,0 1-1 0 0,0 0 1 0 0,-1-1 0 0 0,1 1-1 0 0,0 0 1 0 0,1-1-1 0 0,-1 1 1 0 0,0 0 0 0 0,0-1-1 0 0,0 1 1 0 0,0-1-1 0 0,0 1 1 0 0,1 1 0 0 0,4 20 49 0 0,-5-21-49 0 0,3 4-1 0 0,0 1 1 0 0,0-1 0 0 0,1 0 0 0 0,-1 0-1 0 0,2 0 1 0 0,-1 0 0 0 0,0-1 0 0 0,1 1-1 0 0,0-1 1 0 0,0-1 0 0 0,0 1 0 0 0,0 0-1 0 0,0-1 1 0 0,1 0 0 0 0,0-1 0 0 0,-1 1 0 0 0,1-1-1 0 0,0 0 1 0 0,0 0 0 0 0,1-1 0 0 0,-1 0-1 0 0,9 1 1 0 0,0-1-64 0 0,0 0-1 0 0,0 0 1 0 0,0-2-1 0 0,1 0 1 0 0,-1-1 0 0 0,0 0-1 0 0,29-9 1 0 0,-34 7 61 0 0,1-1 0 0 0,-1 0 0 0 0,0 0 1 0 0,0-1-1 0 0,0 0 0 0 0,-1-1 0 0 0,0 0 0 0 0,0-1 0 0 0,-1 0 1 0 0,0 0-1 0 0,0-1 0 0 0,11-16 0 0 0,-18 23 102 0 0,6-27 604 0 0,-2 10 88 0 0,-3 8-456 0 0,-7 17-345 0 0,-11 20-3 0 0,11-17 4 0 0,5 4 8 0 0,1-9 3 0 0,0-1-1 0 0,0 1 1 0 0,1-1-1 0 0,-1 1 1 0 0,0-1 0 0 0,1 0-1 0 0,0 0 1 0 0,0 0-1 0 0,0 0 1 0 0,0 0 0 0 0,1 0-1 0 0,-1 0 1 0 0,1 0-1 0 0,-1-1 1 0 0,1 0 0 0 0,0 1-1 0 0,0-1 1 0 0,0 0-1 0 0,0 0 1 0 0,1-1 0 0 0,-1 1-1 0 0,0-1 1 0 0,1 1-1 0 0,3 0 1 0 0,-4-1-7 0 0,0 0 0 0 0,0 0 1 0 0,0 0-1 0 0,0-1 0 0 0,1 1 0 0 0,-1-1 0 0 0,0 1 1 0 0,0-1-1 0 0,0 0 0 0 0,1-1 0 0 0,-1 1 0 0 0,0 0 1 0 0,5-2-1 0 0,2-2-8 0 0,0 0 1 0 0,0-1-1 0 0,0 0 1 0 0,10-7-1 0 0,-19 11 0 0 0,1 0-1 0 0,-1 0 1 0 0,1 0 0 0 0,-1 0 0 0 0,1 0-1 0 0,0 0 1 0 0,-1 1 0 0 0,1-1 0 0 0,0 0-1 0 0,-1 1 1 0 0,1 0 0 0 0,0-1-1 0 0,0 1 1 0 0,0 0 0 0 0,-1 0 0 0 0,4 0-1 0 0,-4 1 7 0 0,0 0 1 0 0,0-1-1 0 0,0 1 0 0 0,0 0 0 0 0,0 0 0 0 0,0 0 0 0 0,0 0 0 0 0,0 0 0 0 0,-1 0 0 0 0,1 0 1 0 0,0 0-1 0 0,-1 0 0 0 0,1 0 0 0 0,-1 0 0 0 0,1 1 0 0 0,-1-1 0 0 0,0 0 0 0 0,1 0 0 0 0,-1 1 1 0 0,0-1-1 0 0,0 0 0 0 0,0 2 0 0 0,7 54 12 0 0,-2 0-1 0 0,-4 0 1 0 0,-1 1-1 0 0,-3-1 1 0 0,-3 0 0 0 0,-2-1-1 0 0,-2 1 1 0 0,-3-2-1 0 0,-3 1 1 0 0,-2-2 0 0 0,-40 86-1 0 0,48-121 19 0 0,0-1-1 0 0,-1 0 1 0 0,-1-1-1 0 0,-20 22 1 0 0,24-30 123 0 0,0-1 1 0 0,0 0 0 0 0,-1 0 0 0 0,0-1 0 0 0,0 0-1 0 0,-1-1 1 0 0,0 0 0 0 0,0 0 0 0 0,-14 5-1 0 0,22-10-84 0 0,0 0 0 0 0,0-1-1 0 0,0 1 1 0 0,0 0 0 0 0,0-1-1 0 0,0 1 1 0 0,0-1 0 0 0,0 0 0 0 0,0 1-1 0 0,-1-1 1 0 0,1 0 0 0 0,0 0-1 0 0,0-1 1 0 0,0 1 0 0 0,0 0-1 0 0,0-1 1 0 0,0 1 0 0 0,0-1-1 0 0,0 0 1 0 0,0 0 0 0 0,0 1-1 0 0,0-1 1 0 0,0-1 0 0 0,0 1-1 0 0,0 0 1 0 0,1 0 0 0 0,-1-1-1 0 0,0 1 1 0 0,1-1 0 0 0,-1 1-1 0 0,1-1 1 0 0,0 0 0 0 0,0 1-1 0 0,-1-1 1 0 0,1 0 0 0 0,0 0-1 0 0,0 0 1 0 0,1 0 0 0 0,-1 0-1 0 0,0 0 1 0 0,1 0 0 0 0,-1-3-1 0 0,-1-4 58 0 0,1 0 0 0 0,0 0 0 0 0,1 0 0 0 0,-1 0 0 0 0,2 0 0 0 0,-1 0-1 0 0,2 0 1 0 0,2-14 0 0 0,5-6-147 0 0,1 1-1 0 0,2 0 0 0 0,0 1 1 0 0,2 0-1 0 0,1 1 1 0 0,2 1-1 0 0,24-31 1 0 0,1 5-1908 0 0,3 2 1 0 0,63-54-1 0 0,-41 47-3208 0 0,0 0 392 0 0</inkml:trace>
</inkml:ink>
</file>

<file path=ppt/ink/ink4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7:33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286 21 36 0 0,'0'0'2197'0'0,"2"-21"8646"0"0,-92 277-10708 0 0,-59 91 384 0 0,116-269 52 0 0,26-64-360 0 0,0-1-153 0 0,5-4 205 0 0,3-7-255 0 0,-1-1 1 0 0,1 0 0 0 0,0 0 0 0 0,0 0-1 0 0,0 1 1 0 0,0-1 0 0 0,0 0-1 0 0,0 0 1 0 0,0 0 0 0 0,0-1 0 0 0,0 1-1 0 0,0 0 1 0 0,0 0 0 0 0,1-1-1 0 0,-1 1 1 0 0,0 0 0 0 0,0-1 0 0 0,1 1-1 0 0,-1-1 1 0 0,1 0 0 0 0,-1 0 0 0 0,0 1-1 0 0,1-1 1 0 0,-1 0 0 0 0,1 0-1 0 0,-1 0 1 0 0,0 0 0 0 0,3-1 0 0 0,52 0 203 0 0,-48 1-187 0 0,239-23 701 0 0,-194 16-89 0 0,-51 6-597 0 0,5-2-4866 0 0,1-11-4562 0 0</inkml:trace>
</inkml:ink>
</file>

<file path=ppt/ink/ink4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7:34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66 656 0 0,'8'-34'9181'0'0,"-10"31"-8977"0"0,1 1 0 0 0,-1-1 0 0 0,0 0 0 0 0,0 1-1 0 0,0-1 1 0 0,0 1 0 0 0,-1 0 0 0 0,1 0 0 0 0,-1 0 0 0 0,1 0 0 0 0,-4-2 0 0 0,3 4-157 0 0,-14-1 88 0 0,2 6-130 0 0,-1 1-1 0 0,1 1 0 0 0,0 0 0 0 0,1 1 0 0 0,-1 0 0 0 0,2 2 0 0 0,-1-1 0 0 0,1 2 0 0 0,1-1 0 0 0,0 2 0 0 0,0 0 0 0 0,1 0 0 0 0,1 1 0 0 0,0 0 1 0 0,1 1-1 0 0,0 0 0 0 0,1 1 0 0 0,-12 30 0 0 0,19-41 0 0 0,0 0 0 0 0,0 1 0 0 0,0-1 0 0 0,0 1 0 0 0,1-1 0 0 0,0 0 0 0 0,0 1 1 0 0,0-1-1 0 0,0 1 0 0 0,1-1 0 0 0,-1 1 0 0 0,1-1 0 0 0,0 0 0 0 0,1 1 0 0 0,-1-1 0 0 0,1 0 0 0 0,0 0 0 0 0,0 0 0 0 0,0 0 1 0 0,0 0-1 0 0,1-1 0 0 0,3 5 0 0 0,-3-7-4 0 0,1 0-2 0 0,1 0 0 0 0,0-1-1 0 0,-1 0 1 0 0,1 0 0 0 0,0 0-1 0 0,-1-1 1 0 0,1 1-1 0 0,-1-1 1 0 0,1 0 0 0 0,-1-1-1 0 0,1 1 1 0 0,-1-1 0 0 0,1 0-1 0 0,-1 0 1 0 0,0 0-1 0 0,0 0 1 0 0,0-1 0 0 0,4-3-1 0 0,6-3-39 0 0,-3 1 1 0 0,0 0-1 0 0,0-1 0 0 0,-1-1 1 0 0,0 0-1 0 0,0 0 0 0 0,-1-1 1 0 0,-1 0-1 0 0,0-1 1 0 0,0 0-1 0 0,-1 0 0 0 0,-1 0 1 0 0,0-1-1 0 0,5-17 0 0 0,-9 25 184 0 0,0-1-1 0 0,0 0 0 0 0,-1-1 1 0 0,0 1-1 0 0,0 0 1 0 0,-1-10-1 0 0,0 13 502 0 0,0 9-619 0 0,-2 4 14 0 0,2 1-1 0 0,-1-1 1 0 0,1 1-1 0 0,1-1 0 0 0,0 0 1 0 0,0 1-1 0 0,1-1 1 0 0,0 0-1 0 0,4 11 1 0 0,-4-16-126 0 0,1 1 1 0 0,-1-1 0 0 0,1 0 0 0 0,0 1 0 0 0,0-1-1 0 0,1-1 1 0 0,-1 1 0 0 0,1 0 0 0 0,0-1 0 0 0,0 0 0 0 0,1 0-1 0 0,-1 0 1 0 0,1 0 0 0 0,0-1 0 0 0,0 0 0 0 0,0 0 0 0 0,11 5-1 0 0,-14-8-48 0 0,0 1-1 0 0,0 0 1 0 0,0 0-1 0 0,1-1 0 0 0,-1 0 1 0 0,0 1-1 0 0,0-1 0 0 0,1 0 1 0 0,-1 0-1 0 0,0 0 0 0 0,4-1 1 0 0,12-4-5284 0 0,5-4 2397 0 0</inkml:trace>
</inkml:ink>
</file>

<file path=ppt/ink/ink4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7:35.6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177 393 464 0 0,'0'0'4730'0'0,"5"-11"-3917"0"0,-6 5 2614 0 0,0 4-3365 0 0,-1 1 0 0 0,1 0 0 0 0,-1-1 0 0 0,1 1 1 0 0,-1 0-1 0 0,1 0 0 0 0,-1 0 0 0 0,1 0 1 0 0,-1 1-1 0 0,0-1 0 0 0,0 0 0 0 0,0 1 1 0 0,1-1-1 0 0,-1 1 0 0 0,0-1 0 0 0,0 1 1 0 0,0 0-1 0 0,0 0 0 0 0,0 0 0 0 0,1 0 1 0 0,-1 0-1 0 0,0 1 0 0 0,0-1 0 0 0,0 0 1 0 0,0 1-1 0 0,0-1 0 0 0,1 1 0 0 0,-1 0 1 0 0,0 0-1 0 0,1-1 0 0 0,-1 1 0 0 0,0 0 0 0 0,-2 2 1 0 0,-5 3-46 0 0,1-1 1 0 0,0 1 0 0 0,-1 0-1 0 0,2 1 1 0 0,-1 0 0 0 0,1 0 0 0 0,0 0-1 0 0,1 1 1 0 0,-1 0 0 0 0,2 1-1 0 0,-1-1 1 0 0,1 1 0 0 0,0 0-1 0 0,1 1 1 0 0,0-1 0 0 0,1 1-1 0 0,0-1 1 0 0,0 1 0 0 0,1 0-1 0 0,-2 16 1 0 0,4-24-16 0 0,0 1 0 0 0,0 0-1 0 0,0-1 1 0 0,1 1 0 0 0,-1 0 0 0 0,1-1-1 0 0,-1 1 1 0 0,1-1 0 0 0,0 1 0 0 0,0-1-1 0 0,0 0 1 0 0,0 1 0 0 0,0-1 0 0 0,1 0 0 0 0,-1 0-1 0 0,1 1 1 0 0,-1-1 0 0 0,1 0 0 0 0,0-1-1 0 0,3 4 1 0 0,-1-3 4 0 0,-1 0 1 0 0,1 0-1 0 0,-1-1 0 0 0,1 1 1 0 0,-1-1-1 0 0,1 0 0 0 0,0 0 1 0 0,0-1-1 0 0,-1 1 0 0 0,1-1 0 0 0,0 1 1 0 0,7-2-1 0 0,-2 1 5 0 0,1-1 1 0 0,-1-1-1 0 0,0 0 1 0 0,1 0-1 0 0,-1-1 0 0 0,0 0 1 0 0,-1-1-1 0 0,1 0 0 0 0,0 0 1 0 0,12-9-1 0 0,-13 5-5 0 0,1 0 1 0 0,-2 0-1 0 0,0-1 0 0 0,0 0 1 0 0,0 0-1 0 0,-1-1 0 0 0,0 1 0 0 0,-1-2 1 0 0,0 1-1 0 0,-1 0 0 0 0,0-1 1 0 0,-1 0-1 0 0,0 0 0 0 0,0 0 1 0 0,-1 0-1 0 0,-1 0 0 0 0,1-12 0 0 0,-1-10 73 0 0,-1 0-1 0 0,-2 0 1 0 0,-1 0-1 0 0,-12-53 0 0 0,6 40 220 0 0,5 20 241 0 0,-1 0 1 0 0,-13-33-1 0 0,18 58-421 0 0,0-17 369 0 0,-1 25-304 0 0,1 33-184 0 0,0 30-15 0 0,18 123 0 0 0,-14-161 29 0 0,-3-18-12 0 0,1 0 0 0 0,0-1 0 0 0,5 15 0 0 0,10 67 60 0 0,3-9 541 0 0,-19-84-516 0 0,-1 0-69 0 0,-1 0 0 0 0,1 0 0 0 0,0 0 1 0 0,0-1-1 0 0,0 1 0 0 0,0 0 0 0 0,0 0 1 0 0,0 0-1 0 0,1 0 0 0 0,-1-1 0 0 0,1 1 0 0 0,-1 0 1 0 0,1 0-1 0 0,-1-1 0 0 0,1 1 0 0 0,1 1 1 0 0,2 9 609 0 0</inkml:trace>
</inkml:ink>
</file>

<file path=ppt/ink/ink4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7:37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46 620 0 0,'19'-44'7711'0'0,"-18"43"-6564"0"0,6 18 3527 0 0,-2 24-3804 0 0,-1 41-1106 0 0,-1 89 571 0 0,-3-169-329 0 0,2 23-367 0 0,6-28 331 0 0,-1-1 1 0 0,1 0-1 0 0,-1 0 0 0 0,0 0 1 0 0,0-1-1 0 0,0 0 0 0 0,0-1 0 0 0,10-11 1 0 0,7-2-9 0 0,21-17-370 0 0,61-61 1 0 0,-105 96 396 0 0,7-9-53 0 0,-8 10-132 0 0,-30 28 154 0 0,13-13 39 0 0,1 1 0 0 0,0 0 0 0 0,1 1 0 0 0,-13 19 1 0 0,27-35 0 0 0,1 1-1 0 0,-4 4 5 0 0,4-5 67 0 0,40 12 6 0 0,49-21-2162 0 0,-30-4-4494 0 0,-43 7 3885 0 0</inkml:trace>
</inkml:ink>
</file>

<file path=ppt/ink/ink4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7:37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0 832 0 0,'0'0'9402'0'0,"-1"4"-9058"0"0,-4 19 185 0 0,2 0-1 0 0,0 0 1 0 0,1 40 0 0 0,2-61-903 0 0,0 8-1965 0 0</inkml:trace>
</inkml:ink>
</file>

<file path=ppt/ink/ink4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7:38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13 416 0 0,'0'-13'7345'0'0</inkml:trace>
</inkml:ink>
</file>

<file path=ppt/ink/ink4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7:38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0 664 0 0,'-1'6'498'0'0,"-1"-1"0"0"0,2 0 0 0 0,-1 1 0 0 0,1-1 0 0 0,0 1 0 0 0,0-1 0 0 0,0 1 0 0 0,1-1 0 0 0,0 1 0 0 0,0-1 0 0 0,0 0 0 0 0,1 1 0 0 0,-1-1 0 0 0,5 8 0 0 0,-2-5-281 0 0,0 0-1 0 0,0-1 1 0 0,1 1-1 0 0,-1-1 1 0 0,2 0-1 0 0,-1-1 1 0 0,1 1-1 0 0,11 9 1 0 0,-15-14-141 0 0,0 0 1 0 0,1 0-1 0 0,-1-1 1 0 0,1 1-1 0 0,-1-1 0 0 0,1 1 1 0 0,0-1-1 0 0,0 0 1 0 0,0 0-1 0 0,0 0 0 0 0,-1-1 1 0 0,1 1-1 0 0,0-1 0 0 0,0 1 1 0 0,0-1-1 0 0,0 0 1 0 0,0 0-1 0 0,0 0 0 0 0,0-1 1 0 0,5 0-1 0 0,-5 0-26 0 0,1-1 0 0 0,-1 0 0 0 0,1 0 0 0 0,-1 0 0 0 0,1 0 0 0 0,-1 0 1 0 0,0-1-1 0 0,0 1 0 0 0,0-1 0 0 0,-1 0 0 0 0,1 0 0 0 0,-1 0 0 0 0,1 0 0 0 0,-1 0 0 0 0,3-6 0 0 0,8-14 109 0 0,21-41 377 0 0,-34 62-512 0 0,0 2-37 0 0,1 0 13 0 0,-1 0-1 0 0,0 0 1 0 0,0 0-1 0 0,1-1 1 0 0,-1 1-1 0 0,0 0 0 0 0,1 0 1 0 0,-1 0-1 0 0,0 0 1 0 0,1 0-1 0 0,-1 0 1 0 0,0-1-1 0 0,1 1 0 0 0,-1 0 1 0 0,0 0-1 0 0,1 0 1 0 0,-1 0-1 0 0,0 0 1 0 0,0 0-1 0 0,1 0 0 0 0,-1 0 1 0 0,0 1-1 0 0,1-1 1 0 0,-1 0-1 0 0,0 0 1 0 0,1 0-1 0 0,-1 0 0 0 0,0 0 1 0 0,1 0-1 0 0,-1 1 1 0 0,0-1-1 0 0,0 0 1 0 0,1 0-1 0 0,-1 1 1 0 0,3 60 159 0 0,-2 1 0 0 0,-4-1 0 0 0,-2 0 0 0 0,-13 65 0 0 0,10-75-48 0 0,4-23-52 0 0,-4 35 131 0 0,-32 118 0 0 0,34-163-149 0 0,0 0-1 0 0,-2 0 1 0 0,1-1 0 0 0,-2 0-1 0 0,-1-1 1 0 0,0 0 0 0 0,0 0-1 0 0,-2-1 1 0 0,0 0 0 0 0,-28 25-1 0 0,37-37-5 0 0,-1 0-1 0 0,1 0 0 0 0,-1 0 1 0 0,1-1-1 0 0,-1 1 0 0 0,0-1 1 0 0,0 0-1 0 0,0 0 0 0 0,-1 0 1 0 0,1-1-1 0 0,0 0 0 0 0,-1 1 1 0 0,1-1-1 0 0,-1-1 0 0 0,1 1 1 0 0,-1-1-1 0 0,1 0 0 0 0,-1 0 1 0 0,1 0-1 0 0,-1 0 0 0 0,1-1 1 0 0,-1 0-1 0 0,1 0 0 0 0,-1 0 1 0 0,1-1-1 0 0,0 1 0 0 0,0-1 1 0 0,-1 0-1 0 0,1 0 0 0 0,-5-4 1 0 0,3 2 13 0 0,1-1 0 0 0,-1-1 1 0 0,1 1-1 0 0,0-1 0 0 0,1 0 1 0 0,-1 0-1 0 0,1 0 1 0 0,0 0-1 0 0,1-1 0 0 0,-1 0 1 0 0,1 0-1 0 0,1 0 0 0 0,-1 0 1 0 0,1 0-1 0 0,1 0 0 0 0,-1-1 1 0 0,0-13-1 0 0,2 1-6 0 0,0 0 0 0 0,2 1 1 0 0,0-1-1 0 0,1 0 0 0 0,1 1 0 0 0,1 0 0 0 0,1 0 0 0 0,0 0 0 0 0,11-21 1 0 0,-6 19-145 0 0,0 0 0 0 0,1 0 0 0 0,1 1 0 0 0,1 1 0 0 0,1 0 1 0 0,1 1-1 0 0,23-22 0 0 0,-26 31-307 0 0,-1-1 0 0 0,1 2 0 0 0,1 0 0 0 0,0 0 0 0 0,0 2 0 0 0,27-10 0 0 0,48-7-7931 0 0,-71 19 5354 0 0</inkml:trace>
</inkml:ink>
</file>

<file path=ppt/ink/ink4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7:39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50 360 0 0,'1'-1'449'0'0,"-1"0"-1"0"0,1-1 1 0 0,-1 1 0 0 0,0 0-1 0 0,1-1 1 0 0,-1 1 0 0 0,0-1-1 0 0,0 1 1 0 0,0-1 0 0 0,0 1-1 0 0,0 0 1 0 0,0-1 0 0 0,0 1 0 0 0,-1-1-1 0 0,1 1 1 0 0,0-1 0 0 0,-1 1-1 0 0,1 0 1 0 0,-1-1 0 0 0,0 1-1 0 0,1 0 1 0 0,-2-2 0 0 0,0 0 288 0 0,-14-11 1203 0 0,8 16-1891 0 0,0-1 0 0 0,1 1 0 0 0,-1 1 0 0 0,1-1 0 0 0,0 1 0 0 0,0 1 0 0 0,0-1 0 0 0,0 1 0 0 0,0 0 0 0 0,1 1 0 0 0,0 0 1 0 0,0 0-1 0 0,0 0 0 0 0,0 0 0 0 0,1 1 0 0 0,-8 10 0 0 0,11-13-36 0 0,0 0 1 0 0,-1 1-1 0 0,1-1 1 0 0,1 0-1 0 0,-1 1 1 0 0,0-1 0 0 0,1 1-1 0 0,-1 0 1 0 0,1-1-1 0 0,0 1 1 0 0,0 7-1 0 0,1-9-23 0 0,0-1-1 0 0,0 1 1 0 0,0-1-1 0 0,0 1 1 0 0,1 0-1 0 0,-1-1 1 0 0,0 1-1 0 0,1-1 1 0 0,0 1-1 0 0,-1-1 1 0 0,1 0-1 0 0,0 1 1 0 0,-1-1-1 0 0,1 0 1 0 0,0 1-1 0 0,0-1 1 0 0,0 0-1 0 0,0 0 1 0 0,1 0-1 0 0,-1 0 1 0 0,0 0-1 0 0,0 0 1 0 0,1 0 0 0 0,-1 0-1 0 0,0 0 1 0 0,1-1-1 0 0,-1 1 1 0 0,1-1-1 0 0,-1 1 1 0 0,1-1-1 0 0,-1 1 1 0 0,1-1-1 0 0,2 0 1 0 0,0 1-32 0 0,0 0 0 0 0,0-1 1 0 0,0 0-1 0 0,0 0 0 0 0,0 0 0 0 0,-1 0 1 0 0,1-1-1 0 0,0 0 0 0 0,0 0 1 0 0,0 0-1 0 0,0 0 0 0 0,0 0 1 0 0,-1-1-1 0 0,7-3 0 0 0,47-37-657 0 0,-17 11 191 0 0,-39 30 468 0 0,13 30-337 0 0,2 3 340 0 0,-14-32 37 0 0,-1 1 1 0 0,1-1-1 0 0,-1 0 0 0 0,1 1 1 0 0,-1-1-1 0 0,1 0 1 0 0,0 0-1 0 0,-1 0 1 0 0,1 0-1 0 0,-1 0 1 0 0,1-1-1 0 0,-1 1 0 0 0,1 0 1 0 0,0-1-1 0 0,-1 1 1 0 0,1-1-1 0 0,-1 1 1 0 0,0-1-1 0 0,3-1 0 0 0,26-9-51 0 0,-1-1 1 0 0,49-29-1 0 0,0 1-81 0 0,-77 39 131 0 0,1 1 0 0 0,-1 0 0 0 0,0-1 0 0 0,0 1 0 0 0,0 0 0 0 0,1 0 0 0 0,-1 0 0 0 0,0-1 0 0 0,0 1 0 0 0,1 1 0 0 0,-1-1 0 0 0,0 0-1 0 0,0 0 1 0 0,1 0 0 0 0,-1 1 0 0 0,0-1 0 0 0,0 0 0 0 0,0 1 0 0 0,1-1 0 0 0,-1 1 0 0 0,0 0 0 0 0,0-1 0 0 0,0 1 0 0 0,0 0 0 0 0,0 0 0 0 0,0 0 0 0 0,1 1 0 0 0,25 36 112 0 0,-7-9 137 0 0,-18-27-179 0 0,1 0 0 0 0,-1-1-1 0 0,1 1 1 0 0,0 0 0 0 0,-1-1 0 0 0,1 0 0 0 0,0 1 0 0 0,0-1 0 0 0,0 0 0 0 0,0-1 0 0 0,0 1 0 0 0,0 0-1 0 0,0-1 1 0 0,0 0 0 0 0,0 0 0 0 0,0 0 0 0 0,4 0 0 0 0,56-13 847 0 0,-25 4-782 0 0,-36 9-461 0 0,24-2-7744 0 0</inkml:trace>
</inkml:ink>
</file>

<file path=ppt/ink/ink4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8:08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8 213 404 0 0,'0'0'4966'0'0,"-7"-3"296"0"0,52 4-4850 0 0,0-3 0 0 0,69-10 0 0 0,21-1-156 0 0,268 11-82 0 0,-32-4-81 0 0,-331 4-84 0 0,359-27 36 0 0,-46 1-65 0 0,96-3 15 0 0,-279 13 117 0 0,223-18 504 0 0,-176 25 132 0 0,-104 2 851 0 0,-110 9-1472 0 0,54-4 620 0 0,-9 1-428 0 0,-46 3 174 0 0,-45-4-11775 0 0,23 3 7963 0 0</inkml:trace>
</inkml:ink>
</file>

<file path=ppt/ink/ink4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8:08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24 110 264 0 0,'0'0'671'0'0,"-24"1"10194"0"0,81 3-10573 0 0,1-3 0 0 0,-1-2 0 0 0,0-3 0 0 0,66-13 0 0 0,46-2 24 0 0,320-14 235 0 0,-328 25-249 0 0,-159 8-99 0 0,12 1 401 0 0,-6-1-312 0 0,-9-2-1533 0 0,-18-7 233 0 0,-17-8-6907 0 0,28 11 4899 0 0</inkml:trace>
</inkml:ink>
</file>

<file path=ppt/ink/ink4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8:11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392 37 96 0 0,'2'-4'356'0'0,"0"-10"4142"0"0,-2 13-4332 0 0,1 1-1 0 0,-1-1 0 0 0,0 0 1 0 0,0 1-1 0 0,0-1 1 0 0,0 1-1 0 0,0-1 0 0 0,0 0 1 0 0,0 1-1 0 0,0-1 0 0 0,0 1 1 0 0,0-1-1 0 0,0 0 1 0 0,0 1-1 0 0,0-1 0 0 0,0 1 1 0 0,0-1-1 0 0,-1 0 0 0 0,1 1 1 0 0,0-1-1 0 0,0 1 1 0 0,-1-1-1 0 0,1 1 0 0 0,-4-4 3048 0 0,1 5-2926 0 0,-2 1-231 0 0,1-1-1 0 0,0 1 1 0 0,1 1-1 0 0,-1-1 1 0 0,0 1-1 0 0,1-1 1 0 0,-1 1-1 0 0,1 0 1 0 0,0 0-1 0 0,0 1 1 0 0,0-1-1 0 0,0 0 1 0 0,-2 5-1 0 0,-36 59 228 0 0,30-47-209 0 0,-39 73 107 0 0,3 1 0 0 0,5 3 1 0 0,4 1-1 0 0,5 2 0 0 0,-24 118 1 0 0,50-183-100 0 0,2 0 0 0 0,2 0 1 0 0,1 1-1 0 0,1-1 1 0 0,2 0-1 0 0,2 1 0 0 0,1-1 1 0 0,2 0-1 0 0,1 0 1 0 0,2-1-1 0 0,1 0 0 0 0,2 0 1 0 0,18 36-1 0 0,-24-59-150 0 0,0 0 1 0 0,1 0-1 0 0,0-1 0 0 0,1 0 0 0 0,0 0 0 0 0,1-1 0 0 0,-1 0 1 0 0,2-1-1 0 0,-1 0 0 0 0,1 0 0 0 0,1-1 0 0 0,-1 0 1 0 0,1-1-1 0 0,1 0 0 0 0,-1-1 0 0 0,1 0 0 0 0,0-1 1 0 0,0 0-1 0 0,0-1 0 0 0,0 0 0 0 0,0-1 0 0 0,24 1 1 0 0,-29-3-362 0 0,0 0 1 0 0,0-1-1 0 0,0 0 1 0 0,0 0-1 0 0,0 0 1 0 0,-1-1-1 0 0,9-3 0 0 0,9-10-4931 0 0,-13 5 2298 0 0</inkml:trace>
</inkml:ink>
</file>

<file path=ppt/ink/ink4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8:11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1 68 0 0,'0'0'5022'0'0,"7"-1"-4383"0"0,8 3-378 0 0,-1 0-1 0 0,1 0 0 0 0,-1 1 1 0 0,1 1-1 0 0,-1 1 0 0 0,0 0 1 0 0,0 0-1 0 0,-1 1 0 0 0,0 1 1 0 0,0 1-1 0 0,0 0 0 0 0,-1 0 1 0 0,0 1-1 0 0,-1 1 0 0 0,0 0 1 0 0,12 14-1 0 0,-16-16-155 0 0,-1-1-1 0 0,0 1 1 0 0,0 0 0 0 0,-1 0 0 0 0,0 0 0 0 0,-1 1-1 0 0,0 0 1 0 0,0 0 0 0 0,-1 0 0 0 0,0 0 0 0 0,3 18-1 0 0,-5-20-51 0 0,-1-1-1 0 0,0 1 0 0 0,0 0 0 0 0,-1 0 0 0 0,0-1 0 0 0,0 1 0 0 0,-1 0 0 0 0,1-1 0 0 0,-1 1 0 0 0,-1-1 0 0 0,1 0 0 0 0,-1 0 0 0 0,0 0 0 0 0,-1 0 1 0 0,0 0-1 0 0,1-1 0 0 0,-2 1 0 0 0,-6 6 0 0 0,-16 14 154 0 0,-2-2 0 0 0,-1-1 1 0 0,0-1-1 0 0,-2-2 0 0 0,0-1 1 0 0,-38 16-1 0 0,30-21-792 0 0,13-12-6567 0 0</inkml:trace>
</inkml:ink>
</file>

<file path=ppt/ink/ink4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8:12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34 510 664 0 0,'-22'13'2840'0'0,"10"-4"-1041"0"0,12-9-1740 0 0,0 0-1 0 0,1 1 760 0 0,-1-1-760 0 0,0 0 0 0 0,1 0 1 0 0,-1 0-1 0 0,0 0 0 0 0,0 0 1 0 0,0 0-1 0 0,0 0 1 0 0,0 0-1 0 0,0 1 0 0 0,0-1 1 0 0,0 0-1 0 0,0 0 1 0 0,0 0-1 0 0,0 0 0 0 0,0 0 1 0 0,0 0-1 0 0,0 0 1 0 0,0 0-1 0 0,0 0 0 0 0,0 1 1 0 0,0-1-1 0 0,-1 1 760 0 0,1-1-760 0 0,0 0 0 0 0,0 0 1 0 0,0 0-1 0 0,0 0 1 0 0,0 0-1 0 0,-1 0 0 0 0,1 0 1 0 0,10-2 56 0 0,-1 0-1 0 0,1-1 1 0 0,-1 0 0 0 0,1 0 0 0 0,-1-1 0 0 0,0 0 0 0 0,-1 0-1 0 0,1-1 1 0 0,-1-1 0 0 0,0 1 0 0 0,0-1 0 0 0,0-1-1 0 0,-1 1 1 0 0,0-1 0 0 0,-1-1 0 0 0,8-8 0 0 0,9-14 227 0 0,-1-1 0 0 0,-1 0 0 0 0,17-37 0 0 0,-30 51-170 0 0,-1-1-1 0 0,-1 1 1 0 0,0-1-1 0 0,-2-1 0 0 0,0 1 1 0 0,-1 0-1 0 0,0-1 1 0 0,-2 0-1 0 0,0 0 1 0 0,-4-30-1 0 0,-5-3 737 0 0,8 50-830 0 0,-2 5-59 0 0,0-1 0 0 0,0 1 0 0 0,0 0 0 0 0,0 0 0 0 0,0 0 1 0 0,1 0-1 0 0,-1 0 0 0 0,1 0 0 0 0,0 0 0 0 0,0 0 0 0 0,0 1 0 0 0,0-1 0 0 0,0 5 1 0 0,-15 65-4 0 0,-16 138 67 0 0,10 2 1 0 0,4 233-1 0 0,14-75-1305 0 0,2-356 403 0 0,2-15 585 0 0,0 1 0 0 0,-1 0 0 0 0,1-1-1 0 0,0 0 1 0 0,-1 1 0 0 0,1-1 0 0 0,0 1-1 0 0,-1-1 1 0 0,1 1 0 0 0,0-1 0 0 0,-1 0 0 0 0,1 1-1 0 0,-1-1 1 0 0,1 0 0 0 0,-1 1 0 0 0,1-1-1 0 0,-1 0 1 0 0,1 0 0 0 0,-1 1 0 0 0,1-1 0 0 0,-1 0-1 0 0,0 0 1 0 0,1 0 0 0 0,-1 0 0 0 0,1 0-1 0 0,-1 0 1 0 0,1 0 0 0 0,-1 0 0 0 0,0 0 0 0 0,1 0-1 0 0,-1 0 1 0 0,1 0 0 0 0,-1 0 0 0 0,0-1-1 0 0</inkml:trace>
</inkml:ink>
</file>

<file path=ppt/ink/ink4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8:13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1 270 56 0 0,'0'0'3417'0'0,"22"-9"65"0"0,444-128 567 0 0,-391 112-3657 0 0,-35 14 112 0 0,-1-3 1 0 0,0-1-1 0 0,71-39 0 0 0,-110 54-435 0 0,0 0 0 0 0,0 0-1 0 0,0 0 1 0 0,0 0 0 0 0,0 0-1 0 0,0 1 1 0 0,0-1 0 0 0,0 0-1 0 0,0 0 1 0 0,0 0 0 0 0,0 0 0 0 0,0 0-1 0 0,1 1 344 0 0,-1-1-343 0 0,0 0 0 0 0,0 0 0 0 0,-20 21 537 0 0,3-5-598 0 0,1 1 1 0 0,1 0-1 0 0,-19 28 0 0 0,33-44-27 0 0,0 1 0 0 0,1 0 0 0 0,-1-1-1 0 0,0 1 1 0 0,1 0 0 0 0,-1 0 0 0 0,1 0 0 0 0,-1-1 0 0 0,1 1 0 0 0,0 0-1 0 0,0 0 1 0 0,0 0 0 0 0,0 0 0 0 0,0 0 0 0 0,0-1 0 0 0,0 1 0 0 0,1 0-1 0 0,-1 0 1 0 0,0 0 0 0 0,1 0 0 0 0,0-1 0 0 0,0 1 0 0 0,-1 0 0 0 0,1-1-1 0 0,0 1 1 0 0,0 0 0 0 0,0-1 0 0 0,1 1 0 0 0,-1-1 0 0 0,0 0 0 0 0,0 1-1 0 0,1-1 1 0 0,-1 0 0 0 0,1 0 0 0 0,-1 0 0 0 0,1 0 0 0 0,0 0-1 0 0,-1 0 1 0 0,1 0 0 0 0,0-1 0 0 0,2 2 0 0 0,0-1 17 0 0,-1 0 1 0 0,1 0-1 0 0,0-1 1 0 0,-1 1-1 0 0,1-1 0 0 0,-1 1 1 0 0,1-1-1 0 0,0-1 1 0 0,-1 1-1 0 0,1 0 0 0 0,0-1 1 0 0,-1 0-1 0 0,1 0 1 0 0,-1 0-1 0 0,1 0 1 0 0,-1 0-1 0 0,0-1 0 0 0,1 1 1 0 0,-1-1-1 0 0,5-4 1 0 0,-5 3 45 0 0,0 0 0 0 0,0 0 1 0 0,0-1-1 0 0,-1 1 0 0 0,1-1 1 0 0,-1 0-1 0 0,0 1 0 0 0,0-1 1 0 0,0 0-1 0 0,0-1 0 0 0,-1 1 1 0 0,0 0-1 0 0,0 0 0 0 0,0-1 1 0 0,0 1-1 0 0,-1 0 0 0 0,0-1 1 0 0,0 1-1 0 0,0 0 0 0 0,0-1 1 0 0,0 1-1 0 0,-1 0 0 0 0,0-1 1 0 0,0 1-1 0 0,0 0 0 0 0,-1 0 1 0 0,1 0-1 0 0,-1 0 0 0 0,0 0 1 0 0,0 0-1 0 0,-1 0 0 0 0,1 0 1 0 0,-1 1-1 0 0,1-1 0 0 0,-1 1 1 0 0,0 0-1 0 0,0 0 0 0 0,-1 0 1 0 0,1 0-1 0 0,-1 1 0 0 0,1-1 1 0 0,-1 1-1 0 0,0 0 0 0 0,0 0 1 0 0,0 0-1 0 0,0 1 0 0 0,0-1 1 0 0,-1 1-1 0 0,1 0 0 0 0,0 0 1 0 0,0 1-1 0 0,-1-1 0 0 0,1 1 1 0 0,-8 0-1 0 0,4 1-387 0 0,0 0 0 0 0,0 0 0 0 0,0 1 1 0 0,0 0-1 0 0,0 1 0 0 0,1 0 0 0 0,-10 4 0 0 0,12-4-839 0 0,0-1 0 0 0,0 1 0 0 0,1 1 0 0 0,-1-1 0 0 0,1 1 1 0 0,-7 7-1 0 0,5-4-2275 0 0</inkml:trace>
</inkml:ink>
</file>

<file path=ppt/ink/ink4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8:13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16 928 0 0,'0'0'1962'0'0,"29"8"1481"0"0,-25-4-3298 0 0,0-1 0 0 0,0 1 1 0 0,-1 0-1 0 0,1 1 1 0 0,-1-1-1 0 0,0 1 1 0 0,0-1-1 0 0,-1 1 0 0 0,1 0 1 0 0,-1 0-1 0 0,0 0 1 0 0,0 0-1 0 0,-1 0 1 0 0,0 1-1 0 0,0-1 1 0 0,0 0-1 0 0,0 1 0 0 0,-1-1 1 0 0,0 1-1 0 0,0-1 1 0 0,0 0-1 0 0,-1 1 1 0 0,0-1-1 0 0,0 0 0 0 0,0 1 1 0 0,0-1-1 0 0,-1 0 1 0 0,0 0-1 0 0,0 0 1 0 0,-4 5-1 0 0,-2-2 1708 0 0,9-24-1493 0 0,15-30-334 0 0,-9 35-163 0 0,0 0-1 0 0,1 0 1 0 0,1 1 0 0 0,0 0-1 0 0,19-16 1 0 0,7-3-2975 0 0,-12 10-1522 0 0</inkml:trace>
</inkml:ink>
</file>

<file path=ppt/ink/ink4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8:14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22 820 0 0,'0'0'2234'0'0,"37"8"1410"0"0,-34-5-3432 0 0,0 0 0 0 0,0 0-1 0 0,0 0 1 0 0,0 0 0 0 0,-1 0 0 0 0,1 1 0 0 0,-1-1-1 0 0,0 1 1 0 0,0 0 0 0 0,0-1 0 0 0,0 1 0 0 0,-1 0-1 0 0,1 0 1 0 0,-1 0 0 0 0,1 5 0 0 0,-2-7-13 0 0,-14 32 887 0 0,13-33-1043 0 0,1-1 0 0 0,-1 1 0 0 0,0 0 0 0 0,1 0 0 0 0,-1-1 1 0 0,0 1-1 0 0,0-1 0 0 0,1 1 0 0 0,-1-1 0 0 0,0 1 0 0 0,0-1 0 0 0,0 1 0 0 0,0-1 0 0 0,0 1 0 0 0,0-1 0 0 0,0 0 0 0 0,0 0 0 0 0,1 0 0 0 0,-2 1 0 0 0,-2-13 487 0 0,5 8-516 0 0,0 0 0 0 0,0 1 0 0 0,0-1 0 0 0,0 1 0 0 0,0-1 0 0 0,1 1 0 0 0,-1 0 1 0 0,1 0-1 0 0,3-5 0 0 0,4-1-29 0 0,1 1-1 0 0,-1 0 1 0 0,1 0 0 0 0,1 1 0 0 0,-1 0 0 0 0,1 1 0 0 0,1 0-1 0 0,-1 1 1 0 0,1 0 0 0 0,0 1 0 0 0,0 0 0 0 0,0 1-1 0 0,21-3 1 0 0,-24 7 4 0 0,-1 1-1 0 0,1 0 1 0 0,-1 0 0 0 0,1 1-1 0 0,-1 0 1 0 0,0 0 0 0 0,11 8-1 0 0,-17-11 13 0 0,-1 1 34 0 0,1 0 1 0 0,-1-1-1 0 0,1 0 0 0 0,0 1 1 0 0,-1-1-1 0 0,1 0 0 0 0,0 0 1 0 0,-1 0-1 0 0,1 0 0 0 0,0 0 1 0 0,-1-1-1 0 0,1 1 0 0 0,0 0 1 0 0,-1-1-1 0 0,1 1 0 0 0,2-2 1 0 0,7 0 40 0 0,-9 2-154 0 0,1 0 0 0 0,-1 0 0 0 0,0 1 0 0 0,1-1 0 0 0,-1 1 0 0 0,0-1 0 0 0,0 1 0 0 0,1 0 0 0 0,-1 0 1 0 0,0 0-1 0 0,0 0 0 0 0,0 0 0 0 0,0 0 0 0 0,0 1 0 0 0,0-1 0 0 0,0 1 0 0 0,-1-1 0 0 0,1 1 0 0 0,0 0 0 0 0,-1 0 0 0 0,0-1 0 0 0,1 1 0 0 0,-1 0 0 0 0,0 0 0 0 0,0 1 1 0 0,0-1-1 0 0,1 3 0 0 0,-2-4-1066 0 0</inkml:trace>
</inkml:ink>
</file>

<file path=ppt/ink/ink4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8:16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71 380 0 0,'-53'6'3394'0'0,"41"-3"-2929"0"0,1 0-1 0 0,0 1 0 0 0,0 0 0 0 0,1 1 0 0 0,-15 7 0 0 0,20-8-338 0 0,-1-1-1 0 0,1 1 1 0 0,0-1 0 0 0,0 1-1 0 0,0 1 1 0 0,0-1-1 0 0,1 1 1 0 0,0 0 0 0 0,0 0-1 0 0,0 0 1 0 0,0 0 0 0 0,1 1-1 0 0,0-1 1 0 0,0 1-1 0 0,1 0 1 0 0,-1 0 0 0 0,1 0-1 0 0,1 0 1 0 0,-2 9-1 0 0,3-13-95 0 0,0 1 0 0 0,0 0 0 0 0,0 0-1 0 0,1 0 1 0 0,-1 0 0 0 0,1 0 0 0 0,0 0-1 0 0,0 0 1 0 0,0-1 0 0 0,0 1 0 0 0,1 0-1 0 0,-1-1 1 0 0,1 1 0 0 0,0-1-1 0 0,-1 0 1 0 0,1 1 0 0 0,0-1 0 0 0,0 0-1 0 0,0 0 1 0 0,1 0 0 0 0,-1 0 0 0 0,0-1-1 0 0,1 1 1 0 0,-1-1 0 0 0,1 1-1 0 0,0-1 1 0 0,-1 0 0 0 0,1 0 0 0 0,0 0-1 0 0,3 1 1 0 0,5 1 33 0 0,0 0-1 0 0,0 0 1 0 0,0-1 0 0 0,1 0-1 0 0,-1-1 1 0 0,17 0 0 0 0,-15-2 16 0 0,0 0 1 0 0,0-1 0 0 0,0 0 0 0 0,-1-1 0 0 0,1 0-1 0 0,-1-1 1 0 0,0 0 0 0 0,1-1 0 0 0,-2-1 0 0 0,14-7-1 0 0,-21 10-11 0 0,-1 1-1 0 0,1-1 0 0 0,0 0 0 0 0,-1 0 0 0 0,1-1 0 0 0,-1 1 0 0 0,0-1 1 0 0,0 0-1 0 0,0 1 0 0 0,-1-1 0 0 0,0-1 0 0 0,1 1 0 0 0,-1 0 0 0 0,-1 0 1 0 0,1-1-1 0 0,0 1 0 0 0,-1-1 0 0 0,0 1 0 0 0,0-1 0 0 0,-1 0 0 0 0,1 0 1 0 0,-1 1-1 0 0,0-1 0 0 0,0 0 0 0 0,-1 1 0 0 0,1-1 0 0 0,-1 0 0 0 0,0 1 0 0 0,0-1 1 0 0,-1 1-1 0 0,-2-6 0 0 0,2 2-51 0 0,-1 1 0 0 0,-1 0 0 0 0,1 0 0 0 0,-1 0 0 0 0,-1 0 0 0 0,1 1 1 0 0,-1 0-1 0 0,0 0 0 0 0,0 0 0 0 0,-1 0 0 0 0,0 1 0 0 0,0 0 0 0 0,0 0 0 0 0,0 1 0 0 0,-1-1 0 0 0,0 1 0 0 0,0 1 1 0 0,0 0-1 0 0,0 0 0 0 0,0 0 0 0 0,-9-2 0 0 0,15 5-191 0 0,-1 1 1 0 0,1-1-1 0 0,-1 0 1 0 0,1 1-1 0 0,0-1 0 0 0,-1 1 1 0 0,1-1-1 0 0,0 1 1 0 0,0 0-1 0 0,-1-1 0 0 0,1 1 1 0 0,0 0-1 0 0,0 0 0 0 0,0 0 1 0 0,0 0-1 0 0,0 0 1 0 0,0 0-1 0 0,0 0 0 0 0,-1 2 1 0 0,-7 11-5193 0 0</inkml:trace>
</inkml:ink>
</file>

<file path=ppt/ink/ink4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8:16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35 384 0 0,'3'0'304'0'0,"0"0"1"0"0,0 0-1 0 0,0 0 0 0 0,0 0 0 0 0,0 0 1 0 0,0 0-1 0 0,0 1 0 0 0,0 0 1 0 0,0-1-1 0 0,-1 1 0 0 0,1 0 0 0 0,0 1 1 0 0,0-1-1 0 0,-1 0 0 0 0,1 1 1 0 0,-1-1-1 0 0,1 1 0 0 0,-1 0 0 0 0,0 0 1 0 0,0 0-1 0 0,0 0 0 0 0,0 0 1 0 0,0 0-1 0 0,0 1 0 0 0,0-1 0 0 0,1 3 1 0 0,5 9 106 0 0,-1 0 1 0 0,0 1 0 0 0,9 24 0 0 0,-7-14 441 0 0,-8-19-747 0 0,0-1 1 0 0,-1 0-1 0 0,0 1 0 0 0,0-1 0 0 0,0 0 0 0 0,-1 1 0 0 0,0-1 0 0 0,0 0 1 0 0,0 0-1 0 0,-1 0 0 0 0,-3 10 0 0 0,2-8 7 0 0,3-5-15 0 0,-3 3-79 0 0,3-7 1522 0 0,6-16-1579 0 0,1 1 0 0 0,1 0-1 0 0,1 1 1 0 0,0-1 0 0 0,1 1 0 0 0,1 1-1 0 0,0 0 1 0 0,1 1 0 0 0,1 0-1 0 0,0 1 1 0 0,20-16 0 0 0,-31 28 2 0 0,29 21-154 0 0,4 9 112 0 0,-29-22 76 0 0,1-1 0 0 0,0 0 0 0 0,0-1 0 0 0,1 0 0 0 0,-1 0 0 0 0,1 0 0 0 0,0-1 0 0 0,0 0 0 0 0,1-1 0 0 0,11 4 0 0 0,-5-4 7 0 0,0 0 0 0 0,0-1 0 0 0,0-1 0 0 0,1 0 0 0 0,-1-1 0 0 0,0-1 1 0 0,0 0-1 0 0,1-1 0 0 0,-1-1 0 0 0,17-5 0 0 0,-22 5 42 0 0,-1-1 0 0 0,1 1 1 0 0,-1-2-1 0 0,0 1 0 0 0,0-1 0 0 0,-1-1 1 0 0,1 0-1 0 0,-1 0 0 0 0,0 0 0 0 0,-1-1 1 0 0,0 0-1 0 0,0-1 0 0 0,0 1 0 0 0,-1-1 1 0 0,9-16-1 0 0,-14 23-21 0 0,-1 0-1 0 0,1 0 1 0 0,-1 0-1 0 0,0 0 1 0 0,1-1 0 0 0,-1 1-1 0 0,0 0 1 0 0,0 0-1 0 0,0-1 1 0 0,0 1 0 0 0,0 0-1 0 0,0 0 1 0 0,0-1-1 0 0,-1 1 1 0 0,1 0-1 0 0,0 0 1 0 0,-1 0 0 0 0,1-1-1 0 0,0 1 1 0 0,-1 0-1 0 0,0 0 1 0 0,1 0 0 0 0,-1 0-1 0 0,0 0 1 0 0,1 0-1 0 0,-1 0 1 0 0,0 0 0 0 0,0 0-1 0 0,-1-1 1 0 0,0 0 7 0 0,0 1 1 0 0,0-1-1 0 0,0 1 1 0 0,0-1-1 0 0,-1 1 1 0 0,1 0 0 0 0,0 0-1 0 0,-1 0 1 0 0,1 0-1 0 0,0 0 1 0 0,-1 1-1 0 0,1-1 1 0 0,-1 1-1 0 0,-2-1 1 0 0,1 1-12 0 0,0 0 1 0 0,0 1-1 0 0,0-1 1 0 0,0 1-1 0 0,0 0 1 0 0,0 0-1 0 0,1 0 1 0 0,-1 1-1 0 0,0-1 1 0 0,1 1-1 0 0,-1 0 1 0 0,1 0-1 0 0,-1 0 1 0 0,1 0-1 0 0,0 1 0 0 0,-4 3 1 0 0,5-4-96 0 0,1 0 1 0 0,-1 1-1 0 0,1-1 1 0 0,-1 0-1 0 0,1 1 1 0 0,0-1-1 0 0,0 1 1 0 0,0-1-1 0 0,0 1 1 0 0,0-1-1 0 0,1 1 1 0 0,-1 0-1 0 0,1-1 1 0 0,0 1-1 0 0,0 0 1 0 0,0-1-1 0 0,0 1 1 0 0,0 0-1 0 0,0-1 1 0 0,1 1-1 0 0,-1 0 1 0 0,1-1-1 0 0,0 1 1 0 0,0 0-1 0 0,0-1 1 0 0,0 1-1 0 0,3 3 1 0 0,21 27-2711 0 0,-3-16-2298 0 0,-1-5 1742 0 0</inkml:trace>
</inkml:ink>
</file>

<file path=ppt/ink/ink4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8:17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82 400 0 0,'-14'-16'12372'0'0,"8"33"-11932"0"0,1 1 0 0 0,0-1 0 0 0,1 1 0 0 0,-2 33 0 0 0,5-41-369 0 0,1 0 1 0 0,0 0-1 0 0,0 0 1 0 0,1 0-1 0 0,1 0 0 0 0,-1 0 1 0 0,2 0-1 0 0,-1-1 1 0 0,2 1-1 0 0,6 16 0 0 0,-8-22-67 0 0,1 0 0 0 0,-1-1 0 0 0,1 1 0 0 0,0 0 0 0 0,-1-1 0 0 0,2 1 0 0 0,-1-1-1 0 0,0 0 1 0 0,1 0 0 0 0,-1 0 0 0 0,1 0 0 0 0,0-1 0 0 0,0 1 0 0 0,0-1-1 0 0,0 0 1 0 0,0-1 0 0 0,1 1 0 0 0,7 2 0 0 0,-5-4 30 0 0,0 1 0 0 0,0-1-1 0 0,0 0 1 0 0,0 0 0 0 0,0-1 0 0 0,0 0-1 0 0,-1 0 1 0 0,1-1 0 0 0,0 1 0 0 0,-1-2 0 0 0,11-3-1 0 0,-4-1 102 0 0,1 0 0 0 0,-1-1-1 0 0,0 0 1 0 0,-1-1-1 0 0,0-1 1 0 0,0 1 0 0 0,-1-2-1 0 0,-1 0 1 0 0,0 0-1 0 0,17-25 1 0 0,-19 24-21 0 0,0 0 0 0 0,-1-1 0 0 0,-1 0 1 0 0,0 0-1 0 0,-1 0 0 0 0,-1-1 0 0 0,0 1 0 0 0,0-1 0 0 0,-2 0 0 0 0,1 0 1 0 0,-2-1-1 0 0,0 1 0 0 0,-1-19 0 0 0,-2 20-357 0 0,1 5-3466 0 0</inkml:trace>
</inkml:ink>
</file>

<file path=ppt/ink/ink4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8:18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1 596 0 0,'0'0'11119'0'0,"7"19"-9771"0"0,-13 156 755 0 0,6-174-2030 0 0,-6 29 601 0 0,7-37-722 0 0,1-1 0 0 0,1 0 0 0 0,-1 1 0 0 0,1-1 0 0 0,0 1 0 0 0,1 0 0 0 0,0 0 0 0 0,0 0 0 0 0,0 1 0 0 0,1-1 0 0 0,0 1 0 0 0,0 0 0 0 0,1 0 0 0 0,0 1 0 0 0,7-6 0 0 0,-11 9 39 0 0,2-2-28 0 0,-1 1 1 0 0,1-1-1 0 0,0 1 0 0 0,0 0 0 0 0,0 0 0 0 0,1 0 1 0 0,-1 1-1 0 0,0 0 0 0 0,1-1 0 0 0,0 2 0 0 0,7-4 1 0 0,-10 5-8 0 0,16 7-50 0 0,-8-1 59 0 0,0 1 0 0 0,-1 0 0 0 0,14 15 0 0 0,-19-17 16 0 0,1 0-1 0 0,-1 0 1 0 0,1-1 0 0 0,0 1 0 0 0,0-1 0 0 0,1 0 0 0 0,-1-1 0 0 0,1 1 0 0 0,0-1-1 0 0,-1 0 1 0 0,2-1 0 0 0,-1 1 0 0 0,0-1 0 0 0,0 0 0 0 0,1-1 0 0 0,-1 0 0 0 0,1 0-1 0 0,9 1 1 0 0,-6-3 54 0 0,0 0-1 0 0,-1 0 0 0 0,1-1 1 0 0,0 0-1 0 0,0-1 1 0 0,-1 0-1 0 0,0-1 0 0 0,1 1 1 0 0,-1-2-1 0 0,-1 1 1 0 0,1-1-1 0 0,-1-1 0 0 0,0 0 1 0 0,0 0-1 0 0,0 0 1 0 0,10-12-1 0 0,31-37 6841 0 0,-48 55-6903 0 0,-1 0 0 0 0,0 0 0 0 0,0-1 0 0 0,0 1 1 0 0,0 0-1 0 0,0 0 0 0 0,1 0 0 0 0,-1-1 0 0 0,0 1 0 0 0,0 0 1 0 0,1 0-1 0 0,-1 0 0 0 0,0 0 0 0 0,0-1 0 0 0,1 1 0 0 0,-1 0 1 0 0,0 0-1 0 0,0 0 0 0 0,1 0 0 0 0,-1 0 0 0 0,0 0 0 0 0,0 0 1 0 0,1 0-1 0 0,-1 0 0 0 0,0 0 0 0 0,1 0 0 0 0,-1 0 0 0 0,0 0 1 0 0,0 0-1 0 0,1 0 0 0 0,-1 0 0 0 0,0 0 0 0 0,0 0 1 0 0,1 0-1 0 0,-1 0 0 0 0,0 0 0 0 0,1 1 0 0 0,-1-1 0 0 0,0 0 1 0 0,0 0-1 0 0,1 0 0 0 0,-3 18-796 0 0,-1 10-2776 0 0,2-11-5267 0 0</inkml:trace>
</inkml:ink>
</file>

<file path=ppt/ink/ink4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8:18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3 114 784 0 0,'-1'-58'9600'0'0,"0"31"-7367"0"0,1-2-7965 0 0</inkml:trace>
</inkml:ink>
</file>

<file path=ppt/ink/ink4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8:18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27 560 0 0,'-7'-27'17604'0'0,"2"323"-14445"0"0,3-52-1982 0 0,-11-104-745 0 0,13-137-553 0 0,-12 11-4042 0 0,10-14 3027 0 0,-1-3-1733 0 0,-1-2 1981 0 0,-3-6-799 0 0,0-1-2988 0 0,1 0 514 0 0</inkml:trace>
</inkml:ink>
</file>

<file path=ppt/ink/ink4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8:19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53 180 0 0,'0'0'10134'0'0,"7"0"-9063"0"0,20 0 22 0 0,0-1 0 0 0,-1-1-1 0 0,1-2 1 0 0,43-12 0 0 0,-38 9-312 0 0,0 0 1 0 0,64-3 0 0 0,-79 6-793 0 0,-12 3-2886 0 0</inkml:trace>
</inkml:ink>
</file>

<file path=ppt/ink/ink4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7:42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1 100 772 0 0,'45'-45'5246'0'0,"-38"39"-4911"0"0,0 1 0 0 0,1 0 0 0 0,-1 0 0 0 0,1 1 0 0 0,0 0 0 0 0,0 0 0 0 0,1 1 0 0 0,10-3 0 0 0,-16 6-280 0 0,1-1-1 0 0,-1 1 1 0 0,0 0 0 0 0,1 0 0 0 0,-1 0 0 0 0,0 1 0 0 0,0-1-1 0 0,1 1 1 0 0,-1 0 0 0 0,0 0 0 0 0,0 0 0 0 0,0 0 0 0 0,0 0-1 0 0,0 1 1 0 0,0-1 0 0 0,0 1 0 0 0,0 0 0 0 0,0 0 0 0 0,-1 0-1 0 0,4 4 1 0 0,0 0 27 0 0,1 0 0 0 0,-1 1 0 0 0,0 0 0 0 0,-1 0 0 0 0,0 0 0 0 0,5 10 0 0 0,-7-11-34 0 0,0 0 0 0 0,-1 0 1 0 0,0 0-1 0 0,0 0 1 0 0,0 1-1 0 0,0-1 0 0 0,-1 1 1 0 0,-1-1-1 0 0,1 1 1 0 0,-1 0-1 0 0,0-1 0 0 0,0 1 1 0 0,-1-1-1 0 0,0 1 0 0 0,0 0 1 0 0,0-1-1 0 0,-1 0 1 0 0,0 1-1 0 0,0-1 0 0 0,-1 0 1 0 0,0 0-1 0 0,0 0 1 0 0,0 0-1 0 0,-1-1 0 0 0,0 1 1 0 0,0-1-1 0 0,-8 8 0 0 0,12-12-17 0 0,-1 0 0 0 0,1 0 1 0 0,-1-1-1 0 0,0 1 0 0 0,1 0 0 0 0,-1-1 0 0 0,0 1 0 0 0,1 0 0 0 0,-1-1 0 0 0,0 1 0 0 0,1-1 0 0 0,-1 1 0 0 0,0-1 0 0 0,0 0 0 0 0,0 1 0 0 0,0-1 0 0 0,0 0 0 0 0,1 1 0 0 0,-1-1 0 0 0,0 0 0 0 0,0 0 0 0 0,0 0 0 0 0,0 0 0 0 0,0 0 0 0 0,0 0 0 0 0,0 0 0 0 0,0 0 0 0 0,1 0 0 0 0,-1 0 0 0 0,0-1 0 0 0,0 1 0 0 0,0 0 0 0 0,0-1 0 0 0,-1 1 0 0 0,2-1-18 0 0,-1 0-1 0 0,0 0 0 0 0,0 0 0 0 0,0 0 1 0 0,1 0-1 0 0,-1 0 0 0 0,1 0 1 0 0,-1 0-1 0 0,1 0 0 0 0,-1-1 0 0 0,1 1 1 0 0,-1 0-1 0 0,1 0 0 0 0,0 0 1 0 0,0 0-1 0 0,0-1 0 0 0,0 1 0 0 0,0 0 1 0 0,0 0-1 0 0,0 0 0 0 0,0-1 1 0 0,0 1-1 0 0,0 0 0 0 0,1 0 0 0 0,-1 0 1 0 0,1-2-1 0 0,5-10-1 0 0,0-1 1 0 0,0 2-1 0 0,2-1 0 0 0,-1 1 1 0 0,2 0-1 0 0,-1 0 0 0 0,2 1 0 0 0,0 0 1 0 0,0 1-1 0 0,0 0 0 0 0,2 1 1 0 0,12-9-1 0 0,-9 8-18 0 0,0-1-1 0 0,1 2 1 0 0,1 1 0 0 0,-1 0 0 0 0,1 0-1 0 0,1 2 1 0 0,-1 0 0 0 0,1 2-1 0 0,26-5 1 0 0,-31 8-11 0 0,0 0-1 0 0,0 1 1 0 0,0 0-1 0 0,19 4 1 0 0,-29-4 14 0 0,1 1 0 0 0,0 0 0 0 0,0 0 0 0 0,-1 0 0 0 0,1 0 0 0 0,-1 0 0 0 0,1 1 0 0 0,-1-1 0 0 0,0 1 0 0 0,1 0 0 0 0,-1 0 0 0 0,0 0 0 0 0,0 1 0 0 0,-1-1 0 0 0,1 1 0 0 0,0 0 0 0 0,-1-1 1 0 0,1 1-1 0 0,3 6 0 0 0,-5-5 5 0 0,-1-1 0 0 0,1 0 0 0 0,-1 1 0 0 0,1-1 0 0 0,-1 0 0 0 0,0 1 0 0 0,0-1 0 0 0,0 0 0 0 0,-1 1 0 0 0,1-1 0 0 0,-1 0 0 0 0,0 1 0 0 0,0-1 0 0 0,0 0 0 0 0,0 0 0 0 0,-1 0 1 0 0,1 0-1 0 0,-1 0 0 0 0,0 0 0 0 0,0 0 0 0 0,0-1 0 0 0,0 1 0 0 0,-3 2 0 0 0,16-14-149 0 0,14-13-53 0 0,1 1 1 0 0,47-29-1 0 0,-66 45 176 0 0,1 1 0 0 0,-1 0 0 0 0,1 0 0 0 0,0 1-1 0 0,0 0 1 0 0,0 0 0 0 0,0 1 0 0 0,0 0 0 0 0,1 0 0 0 0,-1 1 0 0 0,1 0 0 0 0,-1 1-1 0 0,1 0 1 0 0,-1 0 0 0 0,1 0 0 0 0,-1 2 0 0 0,13 2 0 0 0,-17-2 41 0 0,1 0-1 0 0,-1 0 1 0 0,0 1 0 0 0,0 0 0 0 0,0 0-1 0 0,0 0 1 0 0,0 0 0 0 0,-1 1 0 0 0,1 0 0 0 0,-1-1-1 0 0,0 1 1 0 0,0 0 0 0 0,0 1 0 0 0,-1-1-1 0 0,1 0 1 0 0,-1 1 0 0 0,0-1 0 0 0,-1 1-1 0 0,1 0 1 0 0,-1 0 0 0 0,0-1 0 0 0,0 1 0 0 0,1 9-1 0 0,-2-7-217 0 0,1 1-1 0 0,-1 0 0 0 0,0 0 0 0 0,-1 0 0 0 0,0 0 0 0 0,0 0 1 0 0,-1 0-1 0 0,-2 8 0 0 0,2-11-524 0 0,0 0-1 0 0,0 0 1 0 0,0-1-1 0 0,-1 1 1 0 0,0 0 0 0 0,0-1-1 0 0,-4 5 1 0 0</inkml:trace>
</inkml:ink>
</file>

<file path=ppt/ink/ink4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7:42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1 612 0 0,'-1'0'10713'0'0,"-16"6"-7366"0"0,12-4-3454 0 0,1 0-1 0 0,-1 0 1 0 0,1 1 0 0 0,0-1 0 0 0,0 1-1 0 0,0 0 1 0 0,0 0 0 0 0,-4 5 0 0 0,0 1 134 0 0,-38 50 106 0 0,44-55-127 0 0,0-1 1 0 0,0 1-1 0 0,0 0 1 0 0,0-1-1 0 0,0 1 1 0 0,1 0-1 0 0,-1 0 1 0 0,1 1-1 0 0,0-1 1 0 0,1 0-1 0 0,-1 0 1 0 0,1 0 0 0 0,-1 1-1 0 0,2 6 1 0 0,-1-9-6 0 0,0 0 0 0 0,1 0 0 0 0,-1 0 0 0 0,1-1 1 0 0,-1 1-1 0 0,1 0 0 0 0,0-1 0 0 0,-1 1 0 0 0,1-1 1 0 0,0 1-1 0 0,0-1 0 0 0,0 1 0 0 0,1-1 0 0 0,-1 1 0 0 0,0-1 1 0 0,0 0-1 0 0,1 0 0 0 0,-1 0 0 0 0,1 1 0 0 0,-1-1 1 0 0,1-1-1 0 0,-1 1 0 0 0,1 0 0 0 0,0 0 0 0 0,-1-1 1 0 0,1 1-1 0 0,0-1 0 0 0,0 1 0 0 0,-1-1 0 0 0,1 0 1 0 0,2 1-1 0 0,3-1-18 0 0,0-1 0 0 0,-1 0 0 0 0,1 0 0 0 0,0 0 0 0 0,-1-1 0 0 0,8-2 0 0 0,-7 2-6 0 0,9-4-100 0 0,-1-1-1 0 0,1 0 0 0 0,-1-1 1 0 0,-1-1-1 0 0,1 0 0 0 0,-2-1 0 0 0,19-16 1 0 0,5-3-256 0 0,-34 26 336 0 0,4-16 72 0 0,-9 14-32 0 0,-19 19-15 0 0,19-13 16 0 0,0 0 0 0 0,0 1 0 0 0,0-1 0 0 0,1 1 0 0 0,-1 0 0 0 0,1-1 0 0 0,-1 1 0 0 0,1 0 0 0 0,0 0 0 0 0,0 0 0 0 0,0 0-1 0 0,0 0 1 0 0,0 0 0 0 0,0 0 0 0 0,0 0 0 0 0,1 1 0 0 0,-1-1 0 0 0,1 0 0 0 0,0 0 0 0 0,-1 1 0 0 0,1-1 0 0 0,0 0 0 0 0,0 1 0 0 0,1-1 0 0 0,-1 0 0 0 0,0 0 0 0 0,1 1 0 0 0,-1-1 0 0 0,1 0 0 0 0,0 0 0 0 0,0 0 0 0 0,0 0 0 0 0,0 0 0 0 0,0 0 0 0 0,0 0 0 0 0,1 0 0 0 0,-1 0 0 0 0,0 0 0 0 0,1-1 0 0 0,0 1 0 0 0,-1 0 0 0 0,1-1 0 0 0,0 0 0 0 0,0 1 0 0 0,0-1 0 0 0,0 0 0 0 0,0 0-1 0 0,4 2 1 0 0,6 0-10 0 0,0 0-1 0 0,0-1 1 0 0,0-1-1 0 0,0 1 1 0 0,0-2-1 0 0,0 0 0 0 0,1 0 1 0 0,-1-1-1 0 0,0-1 1 0 0,0 0-1 0 0,0-1 0 0 0,0 0 1 0 0,22-9-1 0 0,-9 0-3 0 0,0 0-1 0 0,-1-2 0 0 0,0-1 1 0 0,42-35-1 0 0,-28 19 1569 0 0,-37 30-926 0 0,-1 1-603 0 0,0 0 0 0 0,0 0 1 0 0,0-1-1 0 0,0 1 0 0 0,1 0 0 0 0,-1 0 0 0 0,0 0 0 0 0,0-1 0 0 0,0 1 0 0 0,0 0 0 0 0,0 0 0 0 0,0 0 0 0 0,1-1 0 0 0,-1 1 1 0 0,0 0-1 0 0,0 0 0 0 0,0 0 0 0 0,0 0 0 0 0,1-1 0 0 0,-1 1 0 0 0,0 0 0 0 0,0 0 0 0 0,0 0 0 0 0,1 0 0 0 0,-1 0 0 0 0,0 0 1 0 0,0 0-1 0 0,0 0 0 0 0,1 0 0 0 0,-1-1 0 0 0,0 1 0 0 0,0 0 0 0 0,1 0 0 0 0,-1 0 0 0 0,0 0 0 0 0,0 0 0 0 0,1 1 0 0 0,-1-1 1 0 0,0 0-1 0 0,0 0 0 0 0,1 0 0 0 0,-1 0 0 0 0,0 0 0 0 0,1 0 0 0 0,18 128-1934 0 0,-19-126 1213 0 0,3 3-170 0 0,-1-2-699 0 0</inkml:trace>
</inkml:ink>
</file>

<file path=ppt/ink/ink4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7:43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32 720 0 0,'0'0'2376'0'0,"-6"-13"1793"0"0,3 3-2097 0 0,-1 1-2020 0 0</inkml:trace>
</inkml:ink>
</file>

<file path=ppt/ink/ink4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7:43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252 311 248 0 0,'0'0'8046'0'0,"-4"2"-7388"0"0,-10 10-275 0 0,0 0 0 0 0,2 0-1 0 0,-1 1 1 0 0,1 1 0 0 0,1 0 0 0 0,1 0-1 0 0,0 1 1 0 0,0 0 0 0 0,2 1 0 0 0,0 0-1 0 0,-10 29 1 0 0,18-44-359 0 0,-1 0 0 0 0,1 0 1 0 0,-1 0-1 0 0,1 0 0 0 0,0 0 0 0 0,-1 0 0 0 0,1 0 0 0 0,0 0 0 0 0,0 1 0 0 0,0-1 0 0 0,-1 0 0 0 0,1 0 1 0 0,0 0-1 0 0,1 0 0 0 0,-1 0 0 0 0,0 1 0 0 0,0-1 0 0 0,0 0 0 0 0,1 0 0 0 0,-1 0 0 0 0,1 0 1 0 0,-1 0-1 0 0,1 0 0 0 0,-1 0 0 0 0,1 0 0 0 0,0 1 0 0 0,1-1-5 0 0,-1-1 0 0 0,0 0-1 0 0,1 1 1 0 0,-1-1 0 0 0,0 0 0 0 0,1 0-1 0 0,-1 0 1 0 0,0 0 0 0 0,1 0 0 0 0,-1 0 0 0 0,0-1-1 0 0,1 1 1 0 0,-1 0 0 0 0,0-1 0 0 0,0 1 0 0 0,1-1-1 0 0,-1 1 1 0 0,1-2 0 0 0,7-2 75 0 0,0-1 0 0 0,0-1 1 0 0,-1 0-1 0 0,11-9 0 0 0,-7 2 85 0 0,-1-1 0 0 0,0 0 0 0 0,-1-1 0 0 0,-1 0 0 0 0,-1 0 0 0 0,0-1-1 0 0,0 0 1 0 0,-2 0 0 0 0,0-1 0 0 0,-1 0 0 0 0,5-29 0 0 0,-8 32-27 0 0,0 1 0 0 0,-1-1 0 0 0,0 1 0 0 0,-1-1 0 0 0,0 0 1 0 0,-1 1-1 0 0,-1-1 0 0 0,0 0 0 0 0,-1 1 0 0 0,-1 0 0 0 0,0 0 0 0 0,0 0 0 0 0,-1 0 0 0 0,-1 1 0 0 0,-11-19 0 0 0,13 26-174 0 0,-1 0 0 0 0,1 1 0 0 0,-1-1 0 0 0,0 1 0 0 0,0 0 0 0 0,-1 0 0 0 0,1 1 0 0 0,-1-1 0 0 0,0 1 0 0 0,0 0-1 0 0,0 1 1 0 0,0-1 0 0 0,0 1 0 0 0,-1 1 0 0 0,1-1 0 0 0,0 1 0 0 0,-1 0 0 0 0,0 1 0 0 0,1-1 0 0 0,-1 1 0 0 0,1 1-1 0 0,-12 1 1 0 0,12-1-277 0 0,0 0-1 0 0,1 0 0 0 0,-1 1 0 0 0,0 0 0 0 0,1 0 1 0 0,-1 0-1 0 0,1 1 0 0 0,0 0 0 0 0,0 0 1 0 0,0 0-1 0 0,-6 6 0 0 0,8-6-269 0 0,-1 0-1 0 0,1 1 0 0 0,0-1 1 0 0,1 1-1 0 0,-1 0 1 0 0,1 0-1 0 0,-1 0 1 0 0,1 0-1 0 0,0 0 1 0 0,1 0-1 0 0,-1 1 1 0 0,1-1-1 0 0,0 1 1 0 0,0-1-1 0 0,-1 8 1 0 0,2 6-3026 0 0</inkml:trace>
</inkml:ink>
</file>

<file path=ppt/ink/ink4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7:44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57 168 0 0,'0'0'6220'0'0,"-1"-5"-5604"0"0,-2-13-15 0 0,3 14 496 0 0,-29-23 2186 0 0,21 26-3179 0 0,0 0 0 0 0,0 0 1 0 0,0 1-1 0 0,0 0 0 0 0,0 1 0 0 0,0 0 0 0 0,0 0 1 0 0,1 0-1 0 0,-1 1 0 0 0,0 1 0 0 0,1-1 0 0 0,-1 1 0 0 0,-10 6 1 0 0,3-2 46 0 0,1 1 0 0 0,0 1 0 0 0,0 0 0 0 0,0 1 0 0 0,-19 18 1 0 0,31-26-130 0 0,0 1 1 0 0,-1 0-1 0 0,1-1 1 0 0,0 1-1 0 0,0 0 1 0 0,0 0 0 0 0,0 0-1 0 0,1 0 1 0 0,-1 0-1 0 0,1 1 1 0 0,0-1-1 0 0,0 0 1 0 0,0 1 0 0 0,0-1-1 0 0,1 1 1 0 0,0-1-1 0 0,-1 1 1 0 0,1-1-1 0 0,1 4 1 0 0,-1-5-21 0 0,1 0 1 0 0,-1 0-1 0 0,1 0 0 0 0,0 0 0 0 0,0 0 1 0 0,0 0-1 0 0,0 0 0 0 0,0-1 0 0 0,1 1 1 0 0,-1 0-1 0 0,0-1 0 0 0,1 1 0 0 0,-1-1 1 0 0,1 1-1 0 0,0-1 0 0 0,-1 0 0 0 0,1 0 1 0 0,0 0-1 0 0,0 0 0 0 0,0 0 1 0 0,0 0-1 0 0,0 0 0 0 0,0 0 0 0 0,0-1 1 0 0,0 1-1 0 0,0-1 0 0 0,0 0 0 0 0,0 1 1 0 0,0-1-1 0 0,0 0 0 0 0,0 0 0 0 0,4-1 1 0 0,9 1-37 0 0,0-1 0 0 0,0 0 1 0 0,0-1-1 0 0,-1-1 0 0 0,1 0 1 0 0,-1-1-1 0 0,1-1 0 0 0,-1 0 1 0 0,-1-1-1 0 0,1 0 0 0 0,12-9 1 0 0,-22 14-47 0 0,0 0 1 0 0,-1 0-1 0 0,1 0 1 0 0,0 0-1 0 0,-1 1 1 0 0,1 0-1 0 0,0-1 1 0 0,0 2-1 0 0,0-1 1 0 0,-1 0-1 0 0,1 1 1 0 0,0-1-1 0 0,-1 1 1 0 0,1 0-1 0 0,0 1 1 0 0,-1-1-1 0 0,1 0 1 0 0,-1 1-1 0 0,7 4 1 0 0,29 7-7305 0 0,-27-11 4289 0 0</inkml:trace>
</inkml:ink>
</file>

<file path=ppt/ink/ink4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7:45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28 308 0 0,'0'0'7276'0'0,"-3"-3"-6751"0"0,-1 1-361 0 0,0-1 1 0 0,0 1 0 0 0,0 0-1 0 0,0 1 1 0 0,0-1 0 0 0,0 1-1 0 0,-1-1 1 0 0,1 1 0 0 0,0 1-1 0 0,-1-1 1 0 0,1 0-1 0 0,-1 1 1 0 0,1 0 0 0 0,0 0-1 0 0,-1 1 1 0 0,1-1 0 0 0,-1 1-1 0 0,1 0 1 0 0,0 0 0 0 0,-1 0-1 0 0,1 1 1 0 0,-6 2 0 0 0,-5 2 83 0 0,-1 1 0 0 0,1 0 0 0 0,0 2 1 0 0,1-1-1 0 0,-14 12 0 0 0,26-18-216 0 0,0 0 0 0 0,0-1 1 0 0,0 2-1 0 0,0-1 0 0 0,0 0 0 0 0,0 0 0 0 0,0 1 0 0 0,1-1 0 0 0,-1 0 0 0 0,1 1 0 0 0,0 0 0 0 0,-2 3 1 0 0,3-5-13 0 0,0 0-28 0 0,0 1 1 0 0,-1-1-1 0 0,1 1 0 0 0,1-1 0 0 0,-1 1 0 0 0,0-1 0 0 0,0 1 0 0 0,0-1 0 0 0,1 0 1 0 0,-1 1-1 0 0,1-1 0 0 0,-1 1 0 0 0,1-1 0 0 0,0 0 0 0 0,-1 1 0 0 0,1-1 0 0 0,0 0 1 0 0,0 0-1 0 0,0 0 0 0 0,1 2 0 0 0,4-1-51 0 0,0 0-1 0 0,1 0 1 0 0,-1-1 0 0 0,1 0 0 0 0,-1 0-1 0 0,1 0 1 0 0,-1-1 0 0 0,1 0-1 0 0,-1 0 1 0 0,1-1 0 0 0,-1 0 0 0 0,1 0-1 0 0,-1 0 1 0 0,8-3 0 0 0,0-1-42 0 0,0-1-1 0 0,0 0 1 0 0,-1 0 0 0 0,1-1-1 0 0,13-11 1 0 0,-25 17 131 0 0,-1 0 0 0 0,0 0 1 0 0,1 0-1 0 0,-1 0 0 0 0,1 0 0 0 0,-1 0 0 0 0,1 0 0 0 0,-1 1 1 0 0,1-1-1 0 0,-1 0 0 0 0,1 1 0 0 0,0 0 0 0 0,-1-1 1 0 0,3 1-1 0 0,10 14 164 0 0,-4 0-572 0 0,-8-12 336 0 0,0 0 0 0 0,0-1 0 0 0,0 1 0 0 0,0-1 0 0 0,0 1 0 0 0,1-1-1 0 0,-1 0 1 0 0,0 0 0 0 0,1 0 0 0 0,-1 0 0 0 0,1 0 0 0 0,-1 0 0 0 0,1-1 0 0 0,-1 1 0 0 0,1-1 0 0 0,-1 0 0 0 0,1 0 0 0 0,-1 0 0 0 0,1 0 0 0 0,0 0 0 0 0,4-2 0 0 0,55-14-377 0 0,-53 13 355 0 0,11-4 83 0 0,0-1 1 0 0,0-1-1 0 0,-1 0 1 0 0,0-2 0 0 0,0 0-1 0 0,-2-1 1 0 0,31-27-1 0 0,-47 38 58 0 0,0 2-63 0 0,0-1 1 0 0,0 1-1 0 0,0-1 1 0 0,0 1-1 0 0,0-1 1 0 0,0 1-1 0 0,0 0 0 0 0,0 0 1 0 0,0-1-1 0 0,0 1 1 0 0,-1 0-1 0 0,1 0 0 0 0,0 0 1 0 0,-1 0-1 0 0,1 0 1 0 0,-1 0-1 0 0,1 0 0 0 0,-1 0 1 0 0,1 0-1 0 0,-1 0 1 0 0,1 0-1 0 0,-1 0 1 0 0,0 1-1 0 0,0-1 0 0 0,0 2 1 0 0,8 42 55 0 0,-6-33-24 0 0,-2-10-28 0 0,0-1-7 0 0,0 0 1 0 0,1 0 0 0 0,-1 0 0 0 0,1 0-1 0 0,-1 0 1 0 0,1 0 0 0 0,-1 0 0 0 0,1 0-1 0 0,-1 0 1 0 0,1 0 0 0 0,0 0 0 0 0,-1 0-1 0 0,1-1 1 0 0,0 1 0 0 0,0 0 0 0 0,0 0-1 0 0,0-1 1 0 0,0 1 0 0 0,0-1-1 0 0,0 1 1 0 0,0-1 0 0 0,0 1 0 0 0,0-1-1 0 0,0 1 1 0 0,0-1 0 0 0,0 0 0 0 0,0 0-1 0 0,0 1 1 0 0,0-1 0 0 0,0 0 0 0 0,0 0-1 0 0,1 0 1 0 0,-1 0 0 0 0,0-1 0 0 0,1 1-1 0 0,40-4 343 0 0,77-28 477 0 0,-116 32-933 0 0,8 2-667 0 0,13 2-6293 0 0</inkml:trace>
</inkml:ink>
</file>

<file path=ppt/ink/ink4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7:47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68 964 0 0,'14'-26'4261'0'0,"-9"21"-4011"0"0,1 1 0 0 0,0 0 0 0 0,0 0 0 0 0,0 0 1 0 0,1 1-1 0 0,-1 0 0 0 0,1 0 0 0 0,0 1 0 0 0,-1-1 0 0 0,1 2 0 0 0,0-1 0 0 0,0 1 0 0 0,1 0 0 0 0,-1 0 0 0 0,0 1 0 0 0,0 0 0 0 0,0 0 1 0 0,0 1-1 0 0,15 2 0 0 0,-13 0-163 0 0,0 0-1 0 0,-1 1 1 0 0,1-1 0 0 0,0 2 0 0 0,-1-1 0 0 0,0 1 0 0 0,0 1 0 0 0,-1-1-1 0 0,1 1 1 0 0,-1 1 0 0 0,0-1 0 0 0,-1 1 0 0 0,0 1 0 0 0,0-1 0 0 0,6 10-1 0 0,-7-9-17 0 0,0 0 0 0 0,-1 0-1 0 0,0 0 1 0 0,-1 0-1 0 0,1 1 1 0 0,-1 0 0 0 0,-1-1-1 0 0,0 1 1 0 0,0 0-1 0 0,-1 0 1 0 0,1 13-1 0 0,-3-18-14 0 0,1-1 0 0 0,0 1 0 0 0,-1-1 0 0 0,1 0 0 0 0,-1 1 0 0 0,0-1 0 0 0,0 0 0 0 0,-1 0 0 0 0,1 0 0 0 0,-1 0 0 0 0,1 0-1 0 0,-1 0 1 0 0,0 0 0 0 0,0 0 0 0 0,0-1 0 0 0,0 1 0 0 0,-1-1 0 0 0,1 1 0 0 0,-1-1 0 0 0,1 0 0 0 0,-1 0 0 0 0,0 0 0 0 0,0 0-1 0 0,0-1 1 0 0,0 1 0 0 0,0-1 0 0 0,0 0 0 0 0,-1 0 0 0 0,1 0 0 0 0,0 0 0 0 0,-1 0 0 0 0,1-1 0 0 0,-4 1 0 0 0,6-1-33 0 0,-1 1 1 0 0,0-1-1 0 0,1 1 1 0 0,-1-1-1 0 0,1 0 1 0 0,-1 1-1 0 0,0-1 1 0 0,1 0-1 0 0,-1 0 1 0 0,0 0-1 0 0,1 0 1 0 0,-1-1 0 0 0,0 1-1 0 0,1 0 1 0 0,-1-1-1 0 0,0 1 1 0 0,1-1-1 0 0,-1 1 1 0 0,1-1-1 0 0,-1 0 1 0 0,1 0-1 0 0,-1 0 1 0 0,1 0-1 0 0,0 0 1 0 0,-1 0-1 0 0,1 0 1 0 0,0 0-1 0 0,0 0 1 0 0,0-1 0 0 0,0 1-1 0 0,0 0 1 0 0,0-1-1 0 0,0 1 1 0 0,0-1-1 0 0,1 1 1 0 0,-1-1-1 0 0,0 1 1 0 0,1-1-1 0 0,0 0 1 0 0,-1 1-1 0 0,1-1 1 0 0,0 0-1 0 0,0 1 1 0 0,-1-1 0 0 0,1 0-1 0 0,1 1 1 0 0,-1-1-1 0 0,0-2 1 0 0,1-3-19 0 0,1 0 1 0 0,0 0-1 0 0,0 0 1 0 0,0 0 0 0 0,0 0-1 0 0,1 0 1 0 0,1 1-1 0 0,-1-1 1 0 0,9-10-1 0 0,1 1-11 0 0,1 1 0 0 0,0 0 0 0 0,1 1-1 0 0,1 1 1 0 0,0 1 0 0 0,1 0 0 0 0,0 1-1 0 0,1 0 1 0 0,38-15 0 0 0,-46 22-6 0 0,1 0 0 0 0,1 1 1 0 0,-1 0-1 0 0,0 0 0 0 0,1 1 0 0 0,-1 1 0 0 0,1 0 1 0 0,-1 0-1 0 0,1 2 0 0 0,0-1 0 0 0,-1 1 1 0 0,1 1-1 0 0,-1 0 0 0 0,0 1 0 0 0,1 0 0 0 0,-1 0 1 0 0,0 1-1 0 0,-1 1 0 0 0,12 6 0 0 0,-18-9 10 0 0,-1 0 0 0 0,0 0 0 0 0,0 1 0 0 0,0-1-1 0 0,0 1 1 0 0,0 0 0 0 0,-1 0 0 0 0,1 0 0 0 0,-1 0 0 0 0,0 0-1 0 0,0 0 1 0 0,0 1 0 0 0,0-1 0 0 0,-1 1 0 0 0,2 4 0 0 0,-2-6 5 0 0,-1 0 1 0 0,1 1 0 0 0,-1-1 0 0 0,0 0 0 0 0,0 1 0 0 0,0-1-1 0 0,0 0 1 0 0,0 1 0 0 0,0-1 0 0 0,-1 0 0 0 0,1 1 0 0 0,-1-1 0 0 0,0 0-1 0 0,1 0 1 0 0,-1 0 0 0 0,0 1 0 0 0,-1-1 0 0 0,1 0 0 0 0,0 0 0 0 0,0 0-1 0 0,-1-1 1 0 0,1 1 0 0 0,-1 0 0 0 0,0 0 0 0 0,-2 2 0 0 0,4-5-8 0 0,0 1 1 0 0,0 0 0 0 0,0 0 0 0 0,0 0 0 0 0,0 0-1 0 0,0 0 1 0 0,0 0 0 0 0,0 0 0 0 0,-1 0-1 0 0,1 0 1 0 0,0 0 0 0 0,0 0 0 0 0,0 0-1 0 0,0 0 1 0 0,0-1 0 0 0,0 1 0 0 0,0 0-1 0 0,0 0 1 0 0,0 0 0 0 0,0 0 0 0 0,0 0 0 0 0,0 0-1 0 0,0 0 1 0 0,0 0 0 0 0,0 0 0 0 0,0 0-1 0 0,0 0 1 0 0,-1 0 0 0 0,1 0 0 0 0,0 0-1 0 0,0 0 1 0 0,0 0 0 0 0,0 0 0 0 0,0 0-1 0 0,0 0 1 0 0,0 0 0 0 0,0 0 0 0 0,0 0-1 0 0,0 0 1 0 0,0 0 0 0 0,0 0 0 0 0,-1 0 0 0 0,1 0-1 0 0,0 0 1 0 0,0 0 0 0 0,0 0 0 0 0,0 0-1 0 0,0 0 1 0 0,0 0 0 0 0,6-12-86 0 0,20-20-65 0 0,-16 25 95 0 0,0 0 0 0 0,0 1 0 0 0,0-1 0 0 0,1 2-1 0 0,0 0 1 0 0,0 0 0 0 0,1 1 0 0 0,22-5 0 0 0,-30 8 49 0 0,0 1 0 0 0,0 0 0 0 0,0 0 0 0 0,0 0 0 0 0,-1 0-1 0 0,1 1 1 0 0,0-1 0 0 0,0 1 0 0 0,0 0 0 0 0,0 0 0 0 0,-1 0 0 0 0,1 1 0 0 0,0 0 0 0 0,-1-1 0 0 0,1 1 0 0 0,-1 0 0 0 0,0 1-1 0 0,0-1 1 0 0,0 1 0 0 0,0-1 0 0 0,0 1 0 0 0,0 0 0 0 0,-1 0 0 0 0,1 0 0 0 0,-1 0 0 0 0,0 0 0 0 0,0 1 0 0 0,0-1 0 0 0,0 1-1 0 0,-1-1 1 0 0,2 6 0 0 0,0-2-38 0 0,-1-1-1 0 0,-1 1 1 0 0,1 0-1 0 0,-1 0 1 0 0,0 0-1 0 0,0 1 1 0 0,-1-1-1 0 0,0 8 1 0 0,-6 32-4824 0 0</inkml:trace>
</inkml:ink>
</file>

<file path=ppt/ink/ink4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7:47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0 208 252 0 0,'0'0'151'0'0,"0"0"0"0"0,0 0 0 0 0,0 1 0 0 0,0-1 0 0 0,0 0 0 0 0,0 0 0 0 0,0 1 0 0 0,1-1 0 0 0,-1 0 0 0 0,0 0 0 0 0,0 0 0 0 0,0 1 0 0 0,0-1 0 0 0,0 0 0 0 0,0 0-1 0 0,1 1 605 0 0,-1-1-604 0 0,0 0 0 0 0,1 1 0 0 0,-1-1 0 0 0,0 0 0 0 0,0 0 0 0 0,0 0 0 0 0,1 0 0 0 0,-1 0 0 0 0,0 0 0 0 0,0 0 0 0 0,0 0 0 0 0,1 0 0 0 0,-1 0 0 0 0,0 0 0 0 0,0 0 0 0 0,1 0 0 0 0,-1 0 0 0 0,0 0 0 0 0,0 0 0 0 0,1 0 0 0 0,-1 0 0 0 0,0 0 0 0 0,0 0 0 0 0,0 0 0 0 0,1 0-1 0 0,22-1 1508 0 0,22-8-985 0 0,-36 6-467 0 0,32-9 1011 0 0,54-25-1 0 0,-85 33-1005 0 0,0-1 1 0 0,-1-1 0 0 0,0 1-1 0 0,0-1 1 0 0,0-1 0 0 0,0 0 0 0 0,-1 0-1 0 0,0-1 1 0 0,-1 1 0 0 0,12-17-1 0 0,-18 23-197 0 0,-1-1-1 0 0,1 1 0 0 0,0 0 1 0 0,-1-1-1 0 0,1 1 1 0 0,-1-1-1 0 0,0 1 0 0 0,1-1 1 0 0,-1 1-1 0 0,0-1 1 0 0,0 1-1 0 0,0-1 0 0 0,0 1 1 0 0,0-1-1 0 0,0 1 0 0 0,-1-1 1 0 0,1 1-1 0 0,0-1 1 0 0,-1 1-1 0 0,1-1 0 0 0,-1 1 1 0 0,0-1-1 0 0,1 1 1 0 0,-1 0-1 0 0,0-1 0 0 0,0 1 1 0 0,0 0-1 0 0,-1-2 0 0 0,0 1-12 0 0,0 0 0 0 0,0 0 0 0 0,0 0-1 0 0,0 1 1 0 0,0-1 0 0 0,0 1-1 0 0,-1-1 1 0 0,1 1 0 0 0,0 0-1 0 0,-1 0 1 0 0,1 0 0 0 0,-1 0 0 0 0,1 0-1 0 0,-1 0 1 0 0,-3 0 0 0 0,-3 2-9 0 0,1-1 1 0 0,-1 1-1 0 0,1 0 0 0 0,-1 1 1 0 0,1 0-1 0 0,0 1 1 0 0,0-1-1 0 0,0 2 0 0 0,0-1 1 0 0,0 1-1 0 0,1 0 1 0 0,-1 1-1 0 0,1-1 0 0 0,-7 8 1 0 0,10-10 4 0 0,1 1 0 0 0,0-1 0 0 0,0 1 0 0 0,0 0-1 0 0,0 0 1 0 0,0 0 0 0 0,1 1 0 0 0,-1-1 0 0 0,1 1 0 0 0,0-1 0 0 0,0 1 0 0 0,0 0 0 0 0,1 0 0 0 0,-1 0 0 0 0,1 0 0 0 0,0 0-1 0 0,0 0 1 0 0,0 0 0 0 0,1 0 0 0 0,-1 0 0 0 0,1 0 0 0 0,0 1 0 0 0,0-1 0 0 0,1 0 0 0 0,-1 0 0 0 0,1 0 0 0 0,0 0 0 0 0,0 0 0 0 0,0 0-1 0 0,3 5 1 0 0,-1-4-1 0 0,1 0-1 0 0,-1 0 0 0 0,1 0 0 0 0,0-1 0 0 0,1 1 0 0 0,-1-1 1 0 0,1 0-1 0 0,-1-1 0 0 0,1 1 0 0 0,1-1 0 0 0,-1 0 0 0 0,0 0 1 0 0,1 0-1 0 0,6 1 0 0 0,7 3-110 0 0,1 0 1 0 0,36 5-1 0 0,-35-8 44 0 0,0-2-1 0 0,0-1 1 0 0,0 0-1 0 0,-1-1 0 0 0,1-2 1 0 0,0 0-1 0 0,0-1 1 0 0,-1-1-1 0 0,1-1 1 0 0,-1-1-1 0 0,0 0 0 0 0,-1-2 1 0 0,0 0-1 0 0,0-1 1 0 0,0-1-1 0 0,24-18 1 0 0,42-48 3755 0 0,-83 75-3087 0 0,-2 3-601 0 0,1 1 1 0 0,-1-1 0 0 0,1 0 0 0 0,-1 1-1 0 0,0-1 1 0 0,0 0 0 0 0,0 1 0 0 0,0-1-1 0 0,0 0 1 0 0,-1 1 0 0 0,1-1 0 0 0,0 0-1 0 0,-1 1 1 0 0,0-1 0 0 0,-1 3 0 0 0,-7 27-3446 0 0,1-10-4344 0 0</inkml:trace>
</inkml:ink>
</file>

<file path=ppt/ink/ink4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7:48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1064 0 0,'1'-13'6194'0'0,"-1"7"-4760"0"0</inkml:trace>
</inkml:ink>
</file>

<file path=ppt/ink/ink4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7:48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48 0 0,'4'11'780'0'0,"0"1"0"0"0,0-1 0 0 0,-1 1 0 0 0,-1-1 0 0 0,0 1 0 0 0,0 0 0 0 0,-2 0 0 0 0,1 0 0 0 0,-1 0 0 0 0,-1 0 0 0 0,-3 21 0 0 0,3-31-526 0 0,1-2-215 0 0,0 0-1 0 0,1 0 1 0 0,-1 0-1 0 0,0 0 0 0 0,0 0 1 0 0,0 0-1 0 0,0 0 1 0 0,0 0-1 0 0,1 0 1 0 0,-1 0-1 0 0,0 0 1 0 0,0 0-1 0 0,0 0 0 0 0,0 0 1 0 0,0 1-1 0 0,0-1 1 0 0,1 0-1 0 0,-1 0 1 0 0,0 0-1 0 0,0 0 0 0 0,0 0 1 0 0,0 0-1 0 0,0 0 1 0 0,0 0-1 0 0,0 1 1 0 0,0-1-1 0 0,1 0 1 0 0,-1 0-1 0 0,0 0 0 0 0,0 0 1 0 0,0 0-1 0 0,0 0 1 0 0,0 1-1 0 0,0-1 1 0 0,0 0-1 0 0,0 0 1 0 0,0 0-1 0 0,0 0 0 0 0,0 0 1 0 0,0 1-1 0 0,0-1 1 0 0,0 0-1 0 0,0 0 1 0 0,0 0-1 0 0,0 0 0 0 0,0 0 1 0 0,0 1-1 0 0,0-1 1 0 0,0 0-1 0 0,0 0 1 0 0,0 0-1 0 0,-1 0 1 0 0,1 0-1 0 0,0 0 0 0 0,0 1 1 0 0,0-1-1 0 0,0 0 1 0 0,0 0-1 0 0,0 0 1 0 0,0 0-1 0 0,29-24 275 0 0,29-20 250 0 0,-54 41-545 0 0,1 1 1 0 0,-1 0 0 0 0,1 0 0 0 0,0 0-1 0 0,0 1 1 0 0,0 0 0 0 0,0 0 0 0 0,0 0-1 0 0,0 0 1 0 0,0 1 0 0 0,1 0 0 0 0,6 0 0 0 0,-9 1-18 0 0,0-1 1 0 0,-1 1 0 0 0,1 0 0 0 0,0 0-1 0 0,-1 1 1 0 0,1-1 0 0 0,0 1 0 0 0,-1-1 0 0 0,0 1-1 0 0,1 0 1 0 0,-1-1 0 0 0,0 1 0 0 0,0 0-1 0 0,0 1 1 0 0,0-1 0 0 0,0 0 0 0 0,-1 1-1 0 0,3 2 1 0 0,10 21-1897 0 0,-7-3-3962 0 0</inkml:trace>
</inkml:ink>
</file>

<file path=ppt/ink/ink4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8:31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43 418 368 0 0,'-2'0'404'0'0,"0"0"0"0"0,-1-1 0 0 0,1 1 0 0 0,0-1 0 0 0,-1 1 0 0 0,1-1 0 0 0,0 0 0 0 0,0 0 0 0 0,0 0 0 0 0,0 0 0 0 0,0 0 0 0 0,0-1 1 0 0,0 1-1 0 0,0-1 0 0 0,0 1 0 0 0,-2-4 3857 0 0,3 5-4246 0 0,1 0-1 0 0,0 0 1 0 0,0 0 0 0 0,0 0 0 0 0,-1 0 0 0 0,1-1 0 0 0,0 1 0 0 0,0 0 0 0 0,0 0 0 0 0,-1 0-1 0 0,1 0 1 0 0,0 0 0 0 0,0 0 0 0 0,0 0 0 0 0,0-1 0 0 0,0 1 0 0 0,-1 0 0 0 0,1 0 0 0 0,0 0-1 0 0,0 0 1 0 0,0-1 0 0 0,0 1 0 0 0,0 0 0 0 0,0 0 0 0 0,0 0 0 0 0,-1-1 0 0 0,1 1-1 0 0,0 0 1 0 0,0 0 0 0 0,0 0 0 0 0,0-1 0 0 0,0 1 0 0 0,0 0 0 0 0,0 0 0 0 0,0 0 0 0 0,0-1-1 0 0,0 1 1 0 0,0 0 0 0 0,0 0 0 0 0,1-1 0 0 0,-1 1 0 0 0,0 0 0 0 0,0 0 0 0 0,0 0 0 0 0,0 0-1 0 0,0-1 1 0 0,0 1 0 0 0,0 0 0 0 0,0 0 0 0 0,1 0 0 0 0,-1 0 0 0 0,0-1 0 0 0,0 1 0 0 0,0 0-1 0 0,472-35 1647 0 0,-56 25-1425 0 0,-293 11-209 0 0,-32 6-24 0 0,330-41-10 0 0,-342 26 6 0 0,112-2-35 0 0,-54 5-86 0 0,245 0 28 0 0,-262 6 107 0 0,125-15 1 0 0,-207 10-10 0 0,32-2-22 0 0,-1 2 0 0 0,72 6 1 0 0,29-2 45 0 0,-93 3-34 0 0,-47-1 8 0 0,0-1 0 0 0,52-5 0 0 0,-23 4 9 0 0,-17 2-3 0 0,41 0-19 0 0,63-2 46 0 0,-101 0-13 0 0,97-4-33 0 0,-108 0 12 0 0,144-9 3 0 0,336 4 33 0 0,-255 0-36 0 0,-195 5 20 0 0,397-27 263 0 0,-181 14 31 0 0,-176 10-286 0 0,142-5 75 0 0,-31 2 102 0 0,-6-7 110 0 0,-113 6-140 0 0,0 5-56 0 0,70-10 108 0 0,-32 4-73 0 0,-25 3-35 0 0,97-9 253 0 0,142-13 808 0 0,-217 18 529 0 0,-128 13-655 0 0,4-4-858 0 0,-38-6-11608 0 0,11 5 6430 0 0</inkml:trace>
</inkml:ink>
</file>

<file path=ppt/ink/ink4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8:34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20 752 0 0,'19'-17'15591'0'0,"-18"17"-15572"0"0,-1-1 0 0 0,0 1 0 0 0,0 0 0 0 0,0 0 0 0 0,0 0 0 0 0,0 0 0 0 0,1-1 0 0 0,-1 1 0 0 0,0 0 0 0 0,0 0 0 0 0,0 0 0 0 0,0 0 0 0 0,1 0 0 0 0,-1 0 0 0 0,0 0 0 0 0,0 0 0 0 0,1 0 0 0 0,-1-1 0 0 0,0 1 0 0 0,0 0 0 0 0,0 0 0 0 0,1 0 0 0 0,-1 0 0 0 0,0 0 0 0 0,0 0 0 0 0,0 0 0 0 0,1 0 0 0 0,-1 0 0 0 0,0 1 0 0 0,0-1 0 0 0,0 0 0 0 0,1 0 0 0 0,-1 0 0 0 0,0 0 0 0 0,0 0 0 0 0,0 0 0 0 0,1 0 0 0 0,-1 0 0 0 0,0 1 0 0 0,0-1 0 0 0,0 0 0 0 0,0 0 0 0 0,1 0 0 0 0,-1 0 0 0 0,0 1 0 0 0,0-1 0 0 0,0 0 0 0 0,0 0 0 0 0,0 0 0 0 0,0 0 0 0 0,0 1 0 0 0,0-1 0 0 0,1 0 0 0 0,-1 0 0 0 0,0 1 0 0 0,0-1 0 0 0,0 0 0 0 0,-11 18-32 0 0,2 1 0 0 0,0 0 0 0 0,1 0 0 0 0,1 1 0 0 0,0 0 0 0 0,2 0 0 0 0,1 0 0 0 0,0 1 0 0 0,1-1 0 0 0,0 41 0 0 0,5-30 46 0 0,1 1 0 0 0,1-1 0 0 0,2 0 0 0 0,1-1 0 0 0,1 1-1 0 0,22 51 1 0 0,-7-32 56 0 0,2-1 0 0 0,2-1 0 0 0,2-1 0 0 0,3-1 0 0 0,1-2 0 0 0,2-1-1 0 0,2-2 1 0 0,46 40 0 0 0,-24-31 73 0 0,2-2-1 0 0,2-3 0 0 0,1-3 1 0 0,3-2-1 0 0,81 34 0 0 0,365 140 1705 0 0,-450-194-998 0 0,-62-19-785 0 0,10 3 1010 0 0,-5-4-2056 0 0,-31-23-8190 0 0,8 1 2360 0 0,11 10 3248 0 0</inkml:trace>
</inkml:ink>
</file>

<file path=ppt/ink/ink4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8:34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14 292 0 0,'0'0'1845'0'0,"-1"-12"-514"0"0,7 11 3018 0 0,26 13-3042 0 0,-1 1 0 0 0,0 2 1 0 0,49 31-1 0 0,-68-38-1033 0 0,-1 0 0 0 0,0 0 0 0 0,0 1 1 0 0,-1 1-1 0 0,0 0 0 0 0,0 0 0 0 0,-1 1 0 0 0,0 0 0 0 0,-1 0 0 0 0,-1 1 0 0 0,0 0 0 0 0,7 16 1 0 0,-13-24-199 0 0,0 0 1 0 0,0-1 0 0 0,0 1 0 0 0,0 0 0 0 0,-1 0 0 0 0,1 1 0 0 0,-1-1 0 0 0,0 0 0 0 0,-1 0 0 0 0,1 0 0 0 0,-1 0 0 0 0,1 0-1 0 0,-1 0 1 0 0,-1 0 0 0 0,1-1 0 0 0,-3 7 0 0 0,0-3 37 0 0,0-1 1 0 0,0 1-1 0 0,-1-1 0 0 0,0 0 1 0 0,0 0-1 0 0,0 0 0 0 0,-1-1 0 0 0,-7 6 1 0 0,-5 2 129 0 0,-1-1 0 0 0,0 0 0 0 0,-1-2 1 0 0,0 0-1 0 0,-23 7 0 0 0,19-8-129 0 0,-62 18 64 0 0,79-25-852 0 0,-1-1 0 0 0,1-1 0 0 0,-1 1 0 0 0,1-1-1 0 0,-14-2 1 0 0,20 2 198 0 0,0 0 0 0 0,-1-1 0 0 0,1 1 0 0 0,-1-1 0 0 0,1 1 0 0 0,0-1 0 0 0,-1 0 0 0 0,1 1 0 0 0,0-1 0 0 0,0 0 0 0 0,0 0-1 0 0,0 0 1 0 0,-1 0 0 0 0,1 0 0 0 0,0 0 0 0 0,1 0 0 0 0,-1 0 0 0 0,-1-2 0 0 0,-2-4-3825 0 0</inkml:trace>
</inkml:ink>
</file>

<file path=ppt/ink/ink4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8:38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302 41 712 0 0,'1'0'454'0'0,"0"-1"0"0"0,0 0 0 0 0,0 1 0 0 0,0-1 0 0 0,0 0 0 0 0,0 1 0 0 0,0-1 0 0 0,0 0 0 0 0,-1 0 0 0 0,1 0 0 0 0,0 0 0 0 0,-1 0 0 0 0,1 0 0 0 0,0 0 0 0 0,-1 0 0 0 0,1 0 0 0 0,-1 0 0 0 0,0 0 0 0 0,1-2 0 0 0,-1 2-340 0 0,0 0 1 0 0,0 0 0 0 0,-1 1-1 0 0,1-1 1 0 0,0 0 0 0 0,-1 1-1 0 0,1-1 1 0 0,0 0 0 0 0,-1 1-1 0 0,1-1 1 0 0,-1 1-1 0 0,1-1 1 0 0,-1 1 0 0 0,1-1-1 0 0,-1 0 1 0 0,1 1 0 0 0,-1 0-1 0 0,1-1 1 0 0,-1 1 0 0 0,0-1-1 0 0,1 1 1 0 0,-2-1 0 0 0,-2 0-61 0 0,0-1 0 0 0,-1 1 0 0 0,1 0 0 0 0,0 0 1 0 0,0 0-1 0 0,-1 0 0 0 0,1 1 0 0 0,-9 0 1 0 0,-22 3 418 0 0,-64 16 0 0 0,90-17-436 0 0,1 0 1 0 0,-1 1-1 0 0,1 0 1 0 0,0 0-1 0 0,0 1 0 0 0,0 0 1 0 0,0 0-1 0 0,1 1 1 0 0,0 0-1 0 0,0 0 0 0 0,0 1 1 0 0,0 0-1 0 0,-6 8 1 0 0,12-12-33 0 0,-1-1 0 0 0,1 1 0 0 0,0 0 0 0 0,0 0 0 0 0,0 0 0 0 0,1 0-1 0 0,-1-1 1 0 0,0 1 0 0 0,1 0 0 0 0,-1 0 0 0 0,1 0 0 0 0,-1 0 0 0 0,1 1 0 0 0,0-1 0 0 0,0 0 0 0 0,0 0 0 0 0,0 0 0 0 0,1 0 0 0 0,-1 0 0 0 0,0 0 0 0 0,2 3 0 0 0,-1-2-7 0 0,1 1 0 0 0,0-1 0 0 0,0 0 0 0 0,0 0-1 0 0,1 0 1 0 0,-1 0 0 0 0,1 0 0 0 0,0 0 0 0 0,-1-1 0 0 0,7 5-1 0 0,7 3-64 0 0,0-1 0 0 0,1 0 0 0 0,31 11-1 0 0,-38-16 20 0 0,13 4-50 0 0,-1 2 0 0 0,0 1 0 0 0,-1 0 0 0 0,0 2 1 0 0,-1 0-1 0 0,0 1 0 0 0,21 20 0 0 0,-31-23 68 0 0,-1 0 1 0 0,0 0-1 0 0,0 0 0 0 0,-1 1 0 0 0,-1 0 0 0 0,0 1 0 0 0,0 0 1 0 0,-1 0-1 0 0,-1 0 0 0 0,0 1 0 0 0,-1 0 0 0 0,-1 0 0 0 0,3 19 1 0 0,-4-13 6 0 0,-1 0 0 0 0,-1-1 1 0 0,0 1-1 0 0,-2 0 1 0 0,0-1-1 0 0,-2 1 0 0 0,0-1 1 0 0,-1 0-1 0 0,-12 31 1 0 0,12-36 61 0 0,-1-1 1 0 0,0-1 0 0 0,-1 1 0 0 0,0-1 0 0 0,-1-1 0 0 0,0 1 0 0 0,-1-1 0 0 0,-1-1-1 0 0,1 1 1 0 0,-1-2 0 0 0,-1 1 0 0 0,0-2 0 0 0,0 1 0 0 0,-17 8 0 0 0,26-16-20 0 0,1 0 1 0 0,0 0 0 0 0,0 0 0 0 0,-1 0 0 0 0,1-1 0 0 0,0 1 0 0 0,-1-1 0 0 0,1 1 0 0 0,0-1 0 0 0,-1 1 0 0 0,1-1 0 0 0,-1 0 0 0 0,1 1 0 0 0,-1-1 0 0 0,1 0-1 0 0,-1 0 1 0 0,1 0 0 0 0,-1 0 0 0 0,1-1 0 0 0,-1 1 0 0 0,1 0 0 0 0,-1-1 0 0 0,1 1 0 0 0,0-1 0 0 0,-1 1 0 0 0,1-1 0 0 0,0 0 0 0 0,-1 1 0 0 0,1-1 0 0 0,0 0-1 0 0,0 0 1 0 0,0 0 0 0 0,-1 0 0 0 0,1 0 0 0 0,0 0 0 0 0,0 0 0 0 0,1 0 0 0 0,-1-1 0 0 0,0 1 0 0 0,0 0 0 0 0,1 0 0 0 0,-1-1 0 0 0,0 1 0 0 0,1-1 0 0 0,-1 1-1 0 0,1 0 1 0 0,0-1 0 0 0,-1 1 0 0 0,1-1 0 0 0,0 1 0 0 0,0-3 0 0 0,-1-6-8 0 0,1 0 0 0 0,0 0 0 0 0,0 0 0 0 0,1 0 0 0 0,0 0-1 0 0,3-11 1 0 0,9-24-94 0 0,2 1 0 0 0,2 1-1 0 0,1 0 1 0 0,2 1-1 0 0,2 2 1 0 0,2 0 0 0 0,2 1-1 0 0,1 2 1 0 0,2 0-1 0 0,55-52 1 0 0,-73 79 88 0 0,1 1 0 0 0,0 0 0 0 0,1 1 0 0 0,0 0 1 0 0,0 1-1 0 0,0 1 0 0 0,1 0 0 0 0,0 0 0 0 0,0 2 0 0 0,19-5 0 0 0,-29 8-4 0 0,0 0-1 0 0,1 1 0 0 0,-1-1 0 0 0,0 1 1 0 0,1-1-1 0 0,-1 2 0 0 0,0-1 0 0 0,1 0 0 0 0,-1 1 1 0 0,0-1-1 0 0,1 1 0 0 0,-1 1 0 0 0,0-1 1 0 0,0 0-1 0 0,0 1 0 0 0,0 0 0 0 0,0 0 1 0 0,0 0-1 0 0,-1 0 0 0 0,1 1 0 0 0,-1 0 0 0 0,1-1 1 0 0,-1 1-1 0 0,0 0 0 0 0,0 1 0 0 0,0-1 1 0 0,-1 0-1 0 0,1 1 0 0 0,-1 0 0 0 0,0-1 0 0 0,0 1 1 0 0,0 0-1 0 0,0 0 0 0 0,-1 0 0 0 0,1 1 1 0 0,-1-1-1 0 0,0 0 0 0 0,0 5 0 0 0,0-3 21 0 0,-1 1 0 0 0,1-1 1 0 0,-2 1-1 0 0,1-1 0 0 0,-1 0 0 0 0,0 1 0 0 0,0-1 0 0 0,0 0 0 0 0,-1 0 0 0 0,0 0 1 0 0,0 0-1 0 0,-1 0 0 0 0,0 0 0 0 0,0 0 0 0 0,0-1 0 0 0,-1 0 0 0 0,1 1 0 0 0,-1-1 0 0 0,0-1 1 0 0,-1 1-1 0 0,1 0 0 0 0,-1-1 0 0 0,0 0 0 0 0,0 0 0 0 0,-1-1 0 0 0,-8 5 0 0 0,12-7 239 0 0,-1-4-163 0 0,2 2-96 0 0,0 1 0 0 0,1-1 1 0 0,-1 1-1 0 0,0-1 0 0 0,1 1 0 0 0,-1-1 0 0 0,0 1 1 0 0,1-1-1 0 0,-1 1 0 0 0,1-1 0 0 0,-1 0 0 0 0,1 1 0 0 0,-1-1 1 0 0,1 0-1 0 0,0 0 0 0 0,-1 1 0 0 0,1-1 0 0 0,0 0 0 0 0,-1 0 1 0 0,1 1-1 0 0,0-2 0 0 0,5-17-37 0 0,1 0-1 0 0,0 1 1 0 0,2 0-1 0 0,0 0 1 0 0,1 1 0 0 0,1 0-1 0 0,0 1 1 0 0,15-18-1 0 0,14-25-120 0 0,-28 44 99 0 0,0 1 0 0 0,1 0 0 0 0,1 1 0 0 0,17-16 0 0 0,4-3-163 0 0,-33 31 209 0 0,-1 1 0 0 0,1-1 0 0 0,0 1 0 0 0,-1-1 0 0 0,1 1 0 0 0,0 0 0 0 0,0-1 0 0 0,-1 1 0 0 0,1 0-1 0 0,0 0 1 0 0,0-1 0 0 0,0 1 0 0 0,-1 0 0 0 0,1 0 0 0 0,0 0 0 0 0,0 0 0 0 0,0 0 0 0 0,0 0 0 0 0,-1 0 0 0 0,1 0 0 0 0,0 0 0 0 0,0 1 0 0 0,0-1 0 0 0,-1 0 0 0 0,1 0 0 0 0,0 1 0 0 0,0-1 0 0 0,-1 1 0 0 0,1-1 0 0 0,0 0-1 0 0,-1 1 1 0 0,1-1 0 0 0,0 2 0 0 0,16 18-96 0 0,-17-18 131 0 0,1-3 21 0 0,-1 1-1 0 0,0 0 1 0 0,0 0 0 0 0,1 0-1 0 0,-1 0 1 0 0,0 0 0 0 0,0 0-1 0 0,1 0 1 0 0,-1 0-1 0 0,0 0 1 0 0,0 0 0 0 0,1 0-1 0 0,-1 0 1 0 0,0 0 0 0 0,0 1-1 0 0,1-1 1 0 0,-1 0-1 0 0,0 0 1 0 0,0 0 0 0 0,0 0-1 0 0,1 0 1 0 0,-1 0-1 0 0,0 1 1 0 0,0-1 0 0 0,0 0-1 0 0,0 0 1 0 0,1 0 0 0 0,-1 0-1 0 0,0 1 1 0 0,0-1-1 0 0,0 0 1 0 0,0 0 0 0 0,0 0-1 0 0,1 1 1 0 0,-1-1 0 0 0,0 0-1 0 0,0 0 1 0 0,0 1-1 0 0,0-1 1 0 0,0 0 0 0 0,0 0-1 0 0,0 1 1 0 0,0-1-1 0 0,0 0 1 0 0,0 0 0 0 0,0 1-1 0 0,-5 15 315 0 0,-9 8-536 0 0,12-19 177 0 0,0-1-1 0 0,1 1 0 0 0,-1-1 1 0 0,1 1-1 0 0,0-1 0 0 0,0 1 0 0 0,1 0 1 0 0,0 0-1 0 0,-1-1 0 0 0,2 1 0 0 0,-1 0 1 0 0,0 0-1 0 0,1-1 0 0 0,0 1 0 0 0,0 0 1 0 0,0-1-1 0 0,1 1 0 0 0,0-1 0 0 0,0 1 1 0 0,0-1-1 0 0,5 8 0 0 0,-5-9 20 0 0,0 0-1 0 0,0-1 0 0 0,0 1 0 0 0,1-1 0 0 0,-1 1 1 0 0,1-1-1 0 0,-1 0 0 0 0,1 0 0 0 0,0 0 1 0 0,0 0-1 0 0,0 0 0 0 0,0-1 0 0 0,1 1 0 0 0,-1-1 1 0 0,0 0-1 0 0,0 0 0 0 0,1 0 0 0 0,-1 0 1 0 0,1-1-1 0 0,-1 1 0 0 0,1-1 0 0 0,-1 0 1 0 0,1 0-1 0 0,-1 0 0 0 0,1-1 0 0 0,-1 1 0 0 0,1-1 1 0 0,-1 0-1 0 0,4-1 0 0 0,-4 1 47 0 0,0-1 0 0 0,0 1 0 0 0,0-1 1 0 0,0 0-1 0 0,0 0 0 0 0,0 0 0 0 0,-1 0 0 0 0,1 0 0 0 0,-1 0 0 0 0,1-1 0 0 0,-1 0 0 0 0,0 1 0 0 0,0-1 1 0 0,0 0-1 0 0,-1 0 0 0 0,1 0 0 0 0,0 0 0 0 0,-1 0 0 0 0,0 0 0 0 0,0 0 0 0 0,0-1 0 0 0,0 1 0 0 0,-1 0 0 0 0,1-1 1 0 0,-1 1-1 0 0,0 0 0 0 0,0-1 0 0 0,0 1 0 0 0,0 0 0 0 0,-1-6 0 0 0,0 2 6 0 0,0 1-1 0 0,-1-1 1 0 0,1 1 0 0 0,-1 0-1 0 0,0-1 1 0 0,-1 1 0 0 0,1 0-1 0 0,-1 0 1 0 0,-1 1 0 0 0,1-1-1 0 0,-1 1 1 0 0,0-1 0 0 0,0 1-1 0 0,-8-7 1 0 0,5 6-190 0 0,-1 0 1 0 0,1 1-1 0 0,-1 0 1 0 0,0 0-1 0 0,-11-4 1 0 0,16 8-182 0 0,1 1 1 0 0,0-1 0 0 0,-1 0 0 0 0,1 1 0 0 0,-1 0 0 0 0,1 0 0 0 0,0 0 0 0 0,-1 0 0 0 0,1 0 0 0 0,-4 0 0 0 0,4 1-395 0 0,0 0 0 0 0,0-1 0 0 0,0 1 0 0 0,0 0 0 0 0,0 0 0 0 0,0 0 1 0 0,0 0-1 0 0,0 1 0 0 0,0-1 0 0 0,1 0 0 0 0,-1 1 0 0 0,-3 3 0 0 0</inkml:trace>
</inkml:ink>
</file>

<file path=ppt/ink/ink4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8:39.0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1 760 0 0,'0'0'7122'0'0,"10"44"-3860"0"0,-10-41-3170 0 0,0 0-1 0 0,-1 0 0 0 0,1 1 1 0 0,1-1-1 0 0,-1 0 0 0 0,0 0 1 0 0,1 0-1 0 0,0 1 0 0 0,-1-1 1 0 0,1 0-1 0 0,0 0 0 0 0,1 0 1 0 0,-1 0-1 0 0,1-1 0 0 0,-1 1 1 0 0,1 0-1 0 0,0 0 0 0 0,0-1 1 0 0,0 1-1 0 0,0-1 0 0 0,0 0 0 0 0,1 0 1 0 0,-1 1-1 0 0,1-1 0 0 0,-1-1 1 0 0,1 1-1 0 0,4 2 0 0 0,-3-3-68 0 0,0-1 0 0 0,0 1 0 0 0,1-1 0 0 0,-1 1 0 0 0,0-1 0 0 0,0-1 0 0 0,0 1 0 0 0,0 0 0 0 0,0-1 0 0 0,0 0 0 0 0,0 0 0 0 0,0 0 0 0 0,0-1 0 0 0,0 1 0 0 0,0-1 0 0 0,-1 0 0 0 0,1 0 0 0 0,0 0 0 0 0,-1-1 0 0 0,4-2 0 0 0,82-65-359 0 0,-87 69 294 0 0,6 1-51 0 0,1 1 0 0 0,-1 0 1 0 0,1 0-1 0 0,-1 1 0 0 0,0 0 0 0 0,0 0 1 0 0,0 1-1 0 0,11 4 0 0 0,40 12-516 0 0,-47-18 576 0 0,-1 0 0 0 0,1-1 0 0 0,-1 0 0 0 0,1-1 0 0 0,-1 0 0 0 0,1 0 0 0 0,-1-2 0 0 0,0 1 0 0 0,0-1 0 0 0,0-1 0 0 0,16-7 0 0 0,-10 4 423 0 0,-16 7-329 0 0,0-1-1 0 0,0 0 0 0 0,0 1 0 0 0,1-1 0 0 0,-1 1 0 0 0,0-1 0 0 0,0 1 0 0 0,0-1 0 0 0,1 1 0 0 0,-1 0 0 0 0,0 0 0 0 0,1 0 0 0 0,-1 0 1 0 0,0 0-1 0 0,0 0 0 0 0,1 0 0 0 0,-1 0 0 0 0,0 0 0 0 0,0 0 0 0 0,1 1 0 0 0,-1-1 0 0 0,0 1 0 0 0,0-1 0 0 0,0 1 0 0 0,1-1 0 0 0,-1 1 1 0 0,0-1-1 0 0,0 1 0 0 0,0 0 0 0 0,0 0 0 0 0,1 1 0 0 0,0 3-6 0 0,-1-1 0 0 0,1 1-1 0 0,-1-1 1 0 0,0 1 0 0 0,0 0 0 0 0,-1-1 0 0 0,0 1-1 0 0,0 5 1 0 0,1-4-70 0 0,-1 31 144 0 0,-2 1 1 0 0,-9 58-1 0 0,1-23-24 0 0,-14 147 357 0 0,23-215 1010 0 0,-1-6-591 0 0,-2-15-331 0 0,0-29-304 0 0,8 15-119 0 0,1 1 0 0 0,2 0 0 0 0,1 1 1 0 0,1 0-1 0 0,1 0 0 0 0,25-48 0 0 0,-23 54-92 0 0,1 1 0 0 0,1 0 0 0 0,0 1 0 0 0,2 0 0 0 0,0 1 0 0 0,1 1 0 0 0,1 0 0 0 0,29-21 0 0 0,-39 34-35 0 0,0-1 1 0 0,1 2-1 0 0,-1-1 1 0 0,1 1 0 0 0,0 0-1 0 0,10-2 1 0 0,-17 5-12 0 0,1 0 1 0 0,-1 0-1 0 0,0 1 1 0 0,1 0-1 0 0,-1-1 0 0 0,0 1 1 0 0,1 0-1 0 0,-1 0 1 0 0,0 0-1 0 0,1 0 0 0 0,-1 1 1 0 0,0-1-1 0 0,1 1 1 0 0,-1-1-1 0 0,0 1 0 0 0,0 0 1 0 0,0 0-1 0 0,1 0 1 0 0,-1 0-1 0 0,0 0 0 0 0,0 0 1 0 0,0 0-1 0 0,-1 1 1 0 0,1-1-1 0 0,0 1 0 0 0,0 0 1 0 0,-1-1-1 0 0,1 1 1 0 0,-1 0-1 0 0,2 2 0 0 0,-3-2 4 0 0,1-1 0 0 0,-1 1 0 0 0,1 0 0 0 0,-1-1 0 0 0,0 1-1 0 0,0-1 1 0 0,0 1 0 0 0,0 0 0 0 0,0-1 0 0 0,0 1 0 0 0,0-1-1 0 0,-1 1 1 0 0,1 0 0 0 0,-1-1 0 0 0,1 1 0 0 0,-1-1 0 0 0,1 1-1 0 0,-1-1 1 0 0,0 1 0 0 0,0-1 0 0 0,0 0 0 0 0,0 1 0 0 0,-1 0-1 0 0,-29 33-148 0 0,24-28 118 0 0,-2 1-47 0 0,0 0 0 0 0,-1 0 1 0 0,0 0-1 0 0,0-2 0 0 0,-1 1 1 0 0,-14 6-1 0 0,-28 4-2618 0 0,47-16 1399 0 0,0 0-1 0 0,0 0 1 0 0,-1-1 0 0 0,1 1-1 0 0,0-2 1 0 0,-8 0 0 0 0,-3-2-2542 0 0</inkml:trace>
</inkml:ink>
</file>

<file path=ppt/ink/ink4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8:39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23 1396 0 0,'10'-23'14321'0'0,"-4"46"-11162"0"0,-3 46-3395 0 0,-3-68 484 0 0,-5 457 3198 0 0,1-407-4058 0 0,-19 90 1 0 0,23-139 43 0 0,-5-20-11513 0 0,5 15 10811 0 0,-3-16-2774 0 0</inkml:trace>
</inkml:ink>
</file>

<file path=ppt/ink/ink4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8:39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87 408 0 0,'0'0'5006'0'0,"7"-1"-4535"0"0,66-4 808 0 0,455-23 1781 0 0,-459 32-2799 0 0,-64-4-241 0 0,-1 1-1 0 0,1 0 1 0 0,0 0-1 0 0,0 0 1 0 0,-1 1 0 0 0,1 0-1 0 0,-1 0 1 0 0,1 0-1 0 0,-1 0 1 0 0,0 0 0 0 0,6 6-1 0 0,12 19 334 0 0,-17-21 2282 0 0,-5-24-1315 0 0,-1 14-1192 0 0,1 0 1 0 0,-1 1-1 0 0,0-1 1 0 0,0 0-1 0 0,0 1 1 0 0,-1-1-1 0 0,1 1 0 0 0,-1 0 1 0 0,0-1-1 0 0,0 1 1 0 0,0 0-1 0 0,0 0 1 0 0,-1 0-1 0 0,1 0 0 0 0,-1 1 1 0 0,0-1-1 0 0,1 1 1 0 0,-8-5-1 0 0,2 2-215 0 0,-1 0 0 0 0,0 0-1 0 0,0 1 1 0 0,0 0 0 0 0,-10-3-1 0 0,15 7-157 0 0,0-1-1 0 0,1 1 1 0 0,-1 0 0 0 0,0 1-1 0 0,0-1 1 0 0,1 1-1 0 0,-1-1 1 0 0,0 1 0 0 0,1 0-1 0 0,-1 0 1 0 0,1 1-1 0 0,-7 2 1 0 0,-7 6-6871 0 0</inkml:trace>
</inkml:ink>
</file>

<file path=ppt/ink/ink4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8:40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39 112 0 0,'-23'-35'8334'0'0,"18"34"-8143"0"0,0 0 0 0 0,0 0 0 0 0,0 1 0 0 0,-1 0 0 0 0,1 0-1 0 0,0 0 1 0 0,0 1 0 0 0,0 0 0 0 0,0 0 0 0 0,0 0 0 0 0,0 0 0 0 0,0 1 0 0 0,0 0 0 0 0,0 0-1 0 0,1 0 1 0 0,-1 1 0 0 0,1-1 0 0 0,-5 4 0 0 0,-2 3-41 0 0,0-1 0 0 0,0 1-1 0 0,0 1 1 0 0,1 0 0 0 0,-12 16 0 0 0,21-25-178 0 0,0 0 1 0 0,0 0-1 0 0,0 0 0 0 0,0 1 1 0 0,0-1-1 0 0,1 0 0 0 0,-1 0 1 0 0,0 1-1 0 0,1-1 1 0 0,-1 0-1 0 0,1 1 0 0 0,0-1 1 0 0,-1 1-1 0 0,1-1 0 0 0,0 0 1 0 0,0 1-1 0 0,0 1 1 0 0,0-2 13 0 0,0 0 0 0 0,1-1 0 0 0,-1 1 0 0 0,0 0 0 0 0,1-1 0 0 0,-1 1 0 0 0,1-1 0 0 0,-1 1 0 0 0,0-1 0 0 0,1 1 0 0 0,0-1 0 0 0,-1 1 0 0 0,1-1 0 0 0,-1 1 0 0 0,1-1 0 0 0,-1 0 0 0 0,1 1 1 0 0,0-1-1 0 0,-1 0 0 0 0,1 1 0 0 0,0-1 0 0 0,0 0 0 0 0,0 0 0 0 0,4 1-57 0 0,0-1 1 0 0,0 1 0 0 0,0-1-1 0 0,-1 0 1 0 0,1-1 0 0 0,0 1-1 0 0,9-3 1 0 0,9-4-93 0 0,-11 3 61 0 0,1 1 1 0 0,-1 0-1 0 0,0 0 1 0 0,1 2-1 0 0,13-1 1 0 0,-22 2 85 0 0,0 0-1 0 0,0 1 1 0 0,0-1 0 0 0,0 1 0 0 0,0 0 0 0 0,-1 0 0 0 0,1 1 0 0 0,0-1 0 0 0,0 1 0 0 0,-1 0 0 0 0,1 0 0 0 0,-1 0 0 0 0,0 0-1 0 0,1 1 1 0 0,-1-1 0 0 0,0 1 0 0 0,0 0 0 0 0,-1 0 0 0 0,1 0 0 0 0,2 4 0 0 0,4 8 56 0 0,0 0 1 0 0,-1 1-1 0 0,-1 0 0 0 0,0 0 0 0 0,-1 1 1 0 0,-1 0-1 0 0,0 0 0 0 0,3 28 1 0 0,-2 8 153 0 0,0 83 0 0 0,-6-103-77 0 0,-1 1 1 0 0,-9 54-1 0 0,9-79 17 0 0,-1 0-1 0 0,-1 0 1 0 0,1-1 0 0 0,-1 1 0 0 0,-1-1-1 0 0,0 0 1 0 0,0 0 0 0 0,0 0-1 0 0,-1-1 1 0 0,0 1 0 0 0,0-1-1 0 0,-1 0 1 0 0,0 0 0 0 0,0-1 0 0 0,-9 6-1 0 0,14-11-59 0 0,0 1 0 0 0,-1-1 0 0 0,1 0 0 0 0,-1 0 0 0 0,0-1 0 0 0,1 1-1 0 0,-1 0 1 0 0,0 0 0 0 0,0-1 0 0 0,1 1 0 0 0,-1-1 0 0 0,0 0 0 0 0,0 1 0 0 0,0-1 0 0 0,1 0 0 0 0,-1 0-1 0 0,0 0 1 0 0,0 0 0 0 0,0-1 0 0 0,0 1 0 0 0,1 0 0 0 0,-1-1 0 0 0,0 1 0 0 0,0-1 0 0 0,1 0-1 0 0,-1 1 1 0 0,0-1 0 0 0,1 0 0 0 0,-1 0 0 0 0,1 0 0 0 0,-1 0 0 0 0,1-1 0 0 0,-1 1 0 0 0,1 0-1 0 0,0 0 1 0 0,0-1 0 0 0,0 1 0 0 0,0-1 0 0 0,0 1 0 0 0,0-1 0 0 0,0 0 0 0 0,0 1 0 0 0,-1-4-1 0 0,-1-2-11 0 0,0 0-1 0 0,0 0 0 0 0,1 0 0 0 0,0 0 0 0 0,0 0 0 0 0,0-1 0 0 0,1 1 0 0 0,0-1 0 0 0,1-11 1 0 0,3-4-158 0 0,1 1 0 0 0,1 0 0 0 0,1 0 0 0 0,1 0 0 0 0,1 1 0 0 0,1 0 0 0 0,1 1 0 0 0,0 0 1 0 0,2 0-1 0 0,0 1 0 0 0,1 1 0 0 0,1 0 0 0 0,26-25 0 0 0,11-7-634 0 0,2 3 0 0 0,117-80 0 0 0,-120 87 314 0 0,-47 37 447 0 0,1 0 1 0 0,-1 0 0 0 0,0 0 0 0 0,-1-1-1 0 0,1 0 1 0 0,0 1 0 0 0,-1-1-1 0 0,0 0 1 0 0,0 0 0 0 0,0-1 0 0 0,1-4-1 0 0,-3 8-4 0 0,1 0 0 0 0,-1 1-1 0 0,0-1 1 0 0,0 0 0 0 0,0 0-1 0 0,0 0 1 0 0,0 0 0 0 0,0 0-1 0 0,0 0 1 0 0,0 0 0 0 0,0 0-1 0 0,0 0 1 0 0,-1 0-1 0 0,1 0 1 0 0,0 0 0 0 0,0 0-1 0 0,-1 0 1 0 0,1 0 0 0 0,-1 1-1 0 0,1-1 1 0 0,-1 0 0 0 0,1 0-1 0 0,-1 0 1 0 0,0 1 0 0 0,1-1-1 0 0,-1 0 1 0 0,0 1 0 0 0,1-1-1 0 0,-1 1 1 0 0,0-1 0 0 0,0 0-1 0 0,0 1 1 0 0,0 0 0 0 0,0-1-1 0 0,1 1 1 0 0,-1 0 0 0 0,0-1-1 0 0,0 1 1 0 0,0 0 0 0 0,0 0-1 0 0,0 0 1 0 0,0 0 0 0 0,0 0-1 0 0,0 0 1 0 0,0 0-1 0 0,0 0 1 0 0,0 0 0 0 0,0 0-1 0 0,0 0 1 0 0,-1 1 0 0 0,-5 0 143 0 0,1 0 0 0 0,-1 1-1 0 0,1-1 1 0 0,0 1 0 0 0,-11 5 0 0 0,14-5-139 0 0,-1 1 1 0 0,1-1-1 0 0,0 1 0 0 0,0-1 0 0 0,0 1 1 0 0,1 0-1 0 0,-1 0 0 0 0,1 0 0 0 0,-1 0 1 0 0,1 1-1 0 0,0-1 0 0 0,0 1 0 0 0,1-1 1 0 0,-1 1-1 0 0,1 0 0 0 0,0-1 0 0 0,-1 1 1 0 0,2 0-1 0 0,-1 0 0 0 0,0 0 0 0 0,1 0 0 0 0,0 0 1 0 0,0 0-1 0 0,0 0 0 0 0,0 0 0 0 0,1 0 1 0 0,-1 0-1 0 0,1 0 0 0 0,0-1 0 0 0,0 1 1 0 0,1 0-1 0 0,-1 0 0 0 0,1-1 0 0 0,2 5 1 0 0,0-2-336 0 0,-1 0 1 0 0,1 0 0 0 0,1 0 0 0 0,-1-1 0 0 0,1 0 0 0 0,0 0 0 0 0,9 8 0 0 0,-9-10-686 0 0,-1 0 1 0 0,1-1-1 0 0,-1 0 1 0 0,1 0 0 0 0,0 0-1 0 0,0 0 1 0 0,5 0-1 0 0,9 1-3030 0 0</inkml:trace>
</inkml:ink>
</file>

<file path=ppt/ink/ink4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8:40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33 664 0 0,'-13'-33'13973'0'0,"12"39"-13377"0"0,-7 59 395 0 0,2-1 0 0 0,4 1-1 0 0,7 76 1 0 0,-2 0-903 0 0,-1-53-5988 0 0,-3-86 4674 0 0</inkml:trace>
</inkml:ink>
</file>

<file path=ppt/ink/ink4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8:41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0 426 44 0 0,'3'-4'278'0'0,"0"1"-1"0"0,1 0 1 0 0,-1 1-1 0 0,1-1 1 0 0,-1 0-1 0 0,1 1 1 0 0,0 0-1 0 0,0 0 1 0 0,0 0-1 0 0,0 1 1 0 0,0-1-1 0 0,9-1 1 0 0,60-9 1063 0 0,-45 8-978 0 0,-2 1-71 0 0,-1-2 1 0 0,0 0-1 0 0,0-2 1 0 0,-1-1-1 0 0,0-1 0 0 0,0-1 1 0 0,29-17-1 0 0,-45 22-92 0 0,-1 0-1 0 0,1-1 0 0 0,-1 1 0 0 0,0-2 1 0 0,-1 1-1 0 0,1-1 0 0 0,-1 0 1 0 0,-1 0-1 0 0,1 0 0 0 0,-1-1 1 0 0,-1 0-1 0 0,1 0 0 0 0,-1 0 0 0 0,-1-1 1 0 0,1 0-1 0 0,-2 1 0 0 0,1-1 1 0 0,-1 0-1 0 0,0 0 0 0 0,-1 0 1 0 0,0-1-1 0 0,-1 1 0 0 0,0-16 0 0 0,-2 5 1219 0 0,0 0-1 0 0,-2 0 0 0 0,-6-22 0 0 0,10 40-768 0 0,-19 22-320 0 0,1 5-207 0 0,2 0-1 0 0,1 0 1 0 0,1 2-1 0 0,1 0 1 0 0,1 0-1 0 0,-12 44 1 0 0,-5 10 29 0 0,2-16-45 0 0,-49 133 12 0 0,76-198-120 0 0,0 0 0 0 0,0 0-1 0 0,0 0 1 0 0,0 0 0 0 0,0 0 0 0 0,0 0-1 0 0,0 0 1 0 0,0 1 0 0 0,0-1 0 0 0,0 0-1 0 0,0 0 1 0 0,0 0 0 0 0,0 0 0 0 0,0 0-1 0 0,0 0 1 0 0,0 1 0 0 0,0-1 0 0 0,0 0-1 0 0,0 0 1 0 0,0 0 0 0 0,0 0 0 0 0,0 0-1 0 0,0 0 1 0 0,0 0 0 0 0,0 0 0 0 0,0 1-1 0 0,0-1 1 0 0,1 0 0 0 0,-1 0 0 0 0,0 0-1 0 0,0 0 1 0 0,0 0 0 0 0,0 0 0 0 0,0 0-1 0 0,0 0 1 0 0,0 0 0 0 0,0 0 0 0 0,1 0-1 0 0,-1 0 1 0 0,0 0 0 0 0,0 0 0 0 0,0 0-1 0 0,0 1 1 0 0,0-1 0 0 0,0 0 0 0 0,0 0-1 0 0,1 0 1 0 0,-1 0 0 0 0,0-1 0 0 0,0 1-1 0 0,0 0 1 0 0,0 0 0 0 0,0 0 0 0 0,0 0-1 0 0,1 0 1 0 0,-1 0 0 0 0,0 0 0 0 0,0 0-1 0 0,0 0 1 0 0,0 0 0 0 0,0 0 0 0 0,0 0-1 0 0,0 0 1 0 0,0 0 0 0 0,0 0 0 0 0,1-1-1 0 0,14-7-46 0 0,20-18-105 0 0,-29 20 113 0 0,5-6-104 0 0,2-1-1 0 0,-1 1 1 0 0,2 1 0 0 0,-1 1 0 0 0,2-1-1 0 0,-1 2 1 0 0,1 0 0 0 0,23-9-1 0 0,-32 17 74 0 0,-1 1-1 0 0,0 1 1 0 0,1-1-1 0 0,-1 1 1 0 0,0-1-1 0 0,1 2 0 0 0,-1-1 1 0 0,0 0-1 0 0,0 1 1 0 0,0 0-1 0 0,0 0 1 0 0,0 1-1 0 0,8 5 1 0 0,13 4-142 0 0,-13-8 248 0 0,1 0 1 0 0,0-1-1 0 0,1 0 1 0 0,-1-2-1 0 0,0 0 1 0 0,1 0-1 0 0,-1-1 1 0 0,1-1-1 0 0,-1 0 1 0 0,0-1-1 0 0,0-1 1 0 0,1 0-1 0 0,-2-1 1 0 0,1 0-1 0 0,0-1 1 0 0,-1-1-1 0 0,0 0 0 0 0,0-1 1 0 0,-1 0-1 0 0,0-1 1 0 0,0 0-1 0 0,-1-1 1 0 0,17-16-1 0 0,-27 23 771 0 0,-7 3-738 0 0,-1 1-52 0 0,-1 0 0 0 0,0 1 0 0 0,1 0 0 0 0,-1 0-1 0 0,1 1 1 0 0,0-1 0 0 0,0 2 0 0 0,0-1-1 0 0,1 1 1 0 0,0 0 0 0 0,0 0 0 0 0,0 1-1 0 0,0 0 1 0 0,1 0 0 0 0,0 0 0 0 0,0 1 0 0 0,1-1-1 0 0,-5 10 1 0 0,8-14-24 0 0,1-1 1 0 0,0 1-1 0 0,-1 0 0 0 0,1 0 1 0 0,0 0-1 0 0,0-1 0 0 0,0 1 0 0 0,1 0 1 0 0,-1 0-1 0 0,0 0 0 0 0,0-1 1 0 0,1 1-1 0 0,0 0 0 0 0,-1 0 1 0 0,1-1-1 0 0,0 1 0 0 0,-1-1 0 0 0,1 1 1 0 0,0-1-1 0 0,0 1 0 0 0,0-1 1 0 0,1 1-1 0 0,-1-1 0 0 0,0 0 0 0 0,0 1 1 0 0,1-1-1 0 0,-1 0 0 0 0,1 0 1 0 0,-1 0-1 0 0,1 0 0 0 0,0 0 1 0 0,-1-1-1 0 0,1 1 0 0 0,0 0 0 0 0,2 0 1 0 0,7-1-35 0 0,-1 1 0 0 0,1-2 0 0 0,-1 1 0 0 0,1-1 0 0 0,-1-1 1 0 0,1 0-1 0 0,18-6 0 0 0,74-35-136 0 0,-10 4 10 0 0,-89 37 132 0 0,-3 1 22 0 0,0 0 0 0 0,1 0 0 0 0,-1 0 1 0 0,1 1-1 0 0,-1-1 0 0 0,1 0 1 0 0,0 1-1 0 0,-1-1 0 0 0,1 1 0 0 0,0 0 1 0 0,-1-1-1 0 0,1 1 0 0 0,0 0 0 0 0,-1 0 1 0 0,1 0-1 0 0,0 0 0 0 0,-1 1 0 0 0,1-1 1 0 0,0 0-1 0 0,-1 1 0 0 0,1-1 0 0 0,0 1 1 0 0,-1-1-1 0 0,1 1 0 0 0,-1 0 0 0 0,3 1 1 0 0,-1 0 8 0 0,0 1 0 0 0,0-1 1 0 0,0 1-1 0 0,-1-1 1 0 0,1 1-1 0 0,-1 0 1 0 0,0 0-1 0 0,0 0 0 0 0,0 0 1 0 0,0 0-1 0 0,0 0 1 0 0,1 6-1 0 0,14 19-1159 0 0,-15-26 811 0 0,-1 0-1 0 0,1 0 0 0 0,0 0 1 0 0,0 0-1 0 0,0-1 0 0 0,0 1 1 0 0,0-1-1 0 0,1 0 0 0 0,-1 1 1 0 0,0-1-1 0 0,1 0 0 0 0,2 0 1 0 0,11 2-4229 0 0,2-2 350 0 0</inkml:trace>
</inkml:ink>
</file>

<file path=ppt/ink/ink4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8:43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37 1100 0 0,'-22'-37'11723'0'0,"23"44"-11379"0"0,13 72 699 0 0,-4 0 0 0 0,-1 139 0 0 0,-8-165-544 0 0,2 14 60 0 0,-1 4-753 0 0,-2-26-2825 0 0,2-37 2043 0 0</inkml:trace>
</inkml:ink>
</file>

<file path=ppt/ink/ink4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8:44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5 166 120 0 0,'-1'0'159'0'0,"1"1"1"0"0,0-1-1 0 0,-1 0 0 0 0,1 1 1 0 0,0-1-1 0 0,0 0 0 0 0,-1 1 1 0 0,1-1-1 0 0,0 1 0 0 0,0-1 1 0 0,0 0-1 0 0,-1 1 0 0 0,1-1 1 0 0,0 1-1 0 0,0-1 0 0 0,0 0 1 0 0,0 1-1 0 0,0-1 0 0 0,0 1 1 0 0,0-1-1 0 0,0 1 0 0 0,0-1 1 0 0,0 1-1 0 0,0-1 0 0 0,0 0 1 0 0,0 1-1 0 0,0-1 0 0 0,0 1 1 0 0,1-1-1 0 0,-1 0 0 0 0,0 1 1 0 0,1 0-1 0 0,12 0 684 0 0,-6-1-723 0 0,33-3 489 0 0,0-2 0 0 0,0-1 0 0 0,56-18 0 0 0,-46 12-337 0 0,36-9 111 0 0,394-78 1611 0 0,-472 98-1964 0 0,-1-1 1 0 0,-1 1-1 0 0,1 1 1 0 0,0-1 0 0 0,0 1-1 0 0,0 0 1 0 0,11 2-1 0 0,-17-1-26 0 0,-1-1 0 0 0,1 1 0 0 0,0-1 0 0 0,0 1 0 0 0,0 0 0 0 0,-1-1 0 0 0,1 1 0 0 0,0 0 0 0 0,-1-1 0 0 0,1 1 0 0 0,-1 0 0 0 0,1 0 0 0 0,-1 0 0 0 0,1-1 0 0 0,-1 1 0 0 0,1 0 0 0 0,-1 0 0 0 0,0 0-1 0 0,0 0 1 0 0,1 0 0 0 0,-1 0 0 0 0,0 1 0 0 0,3 30 48 0 0,-1-13-35 0 0,0-16-13 0 0,0 0 0 0 0,0 0 0 0 0,0 0 0 0 0,0-1 0 0 0,0 1 0 0 0,0-1 0 0 0,1 0 0 0 0,-1 1 0 0 0,1-1 0 0 0,0 0 0 0 0,0 0 0 0 0,0-1 0 0 0,0 1 1 0 0,0-1-1 0 0,0 1 0 0 0,0-1 0 0 0,0 0 0 0 0,0 0 0 0 0,6 1 0 0 0,6 0 141 0 0,-1 0 0 0 0,1-1 0 0 0,15-1 0 0 0,-28 0-99 0 0,-1 1-13 0 0,-1-1 1 0 0,1 0-1 0 0,0 0 1 0 0,0 0-1 0 0,0 0 0 0 0,-1 0 1 0 0,1 0-1 0 0,0 0 0 0 0,0 0 1 0 0,0 0-1 0 0,-1 0 0 0 0,1 0 1 0 0,0-1-1 0 0,0 1 0 0 0,0 0 1 0 0,-1-1-1 0 0,1 1 1 0 0,0 0-1 0 0,-1-1 0 0 0,1 1 1 0 0,0-1-1 0 0,-1 1 0 0 0,1-1 1 0 0,0 1-1 0 0,-1-1 0 0 0,1 1 1 0 0,-1-1-1 0 0,1 0 0 0 0,-1 1 1 0 0,1-1-1 0 0,-1 0 0 0 0,0 1 1 0 0,1-1-1 0 0,-1 0 1 0 0,0 0-1 0 0,0 1 0 0 0,1-1 1 0 0,-1 0-1 0 0,0 0 0 0 0,0 0 1 0 0,0 1-1 0 0,0-1 0 0 0,0 0 1 0 0,0 0-1 0 0,0 0 0 0 0,0 1 1 0 0,0-1-1 0 0,-1 0 0 0 0,1 0 1 0 0,0 0-1 0 0,0 1 1 0 0,-1-1-1 0 0,0-1 0 0 0,0-2 26 0 0,-1 1 1 0 0,0-1-1 0 0,0 0 0 0 0,0 1 0 0 0,-1 0 0 0 0,1-1 0 0 0,-1 1 1 0 0,-5-5-1 0 0,-4 0-98 0 0,0 0 1 0 0,-1 0 0 0 0,1 1 0 0 0,-27-9 0 0 0,-1 3-5022 0 0</inkml:trace>
</inkml:ink>
</file>

<file path=ppt/ink/ink4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8:44.6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1 457 1448 0 0,'2'0'312'0'0,"0"1"0"0"0,1-1 0 0 0,-1 0 0 0 0,1 0 0 0 0,-1 0 0 0 0,1 0 0 0 0,-1 0 0 0 0,1 0 0 0 0,-1 0 0 0 0,1-1 0 0 0,1 0-1 0 0,52-20 1151 0 0,-45 16-935 0 0,60-24 1042 0 0,-30 14-735 0 0,-1-2 0 0 0,-1-1 1 0 0,60-39-1 0 0,-89 50-649 0 0,-1 0 1 0 0,1 0-1 0 0,-2-1 1 0 0,1 0-1 0 0,-1-1 1 0 0,-1 1-1 0 0,1-2 0 0 0,-2 1 1 0 0,1-1-1 0 0,-1 0 1 0 0,-1 0-1 0 0,1-1 0 0 0,-2 1 1 0 0,0-1-1 0 0,0 0 1 0 0,-1-1-1 0 0,0 1 0 0 0,1-17 1 0 0,-3 21-49 0 0,-2 1 0 0 0,1-1 0 0 0,-1 1 1 0 0,0-1-1 0 0,0 1 0 0 0,-1-1 0 0 0,0 1 0 0 0,0 0 1 0 0,-1 0-1 0 0,1 0 0 0 0,-1 0 0 0 0,0 0 0 0 0,-6-7 1 0 0,7 11 20 0 0,-21 19-70 0 0,14-7-76 0 0,1 2 0 0 0,0-1-1 0 0,1 1 1 0 0,0 0-1 0 0,1 1 1 0 0,0 0 0 0 0,1 0-1 0 0,-4 15 1 0 0,5-16-7 0 0,-19 64 36 0 0,4 1 0 0 0,-11 95 0 0 0,22-107 9 0 0,4-1 1 0 0,4 98-1 0 0,26 125 131 0 0,-26-285-180 0 0,8 49 88 0 0,2 41-816 0 0,-10-81 892 0 0,-3 10-4385 0 0,2-21 4083 0 0,0 0-1 0 0,0 0 1 0 0,0 0 0 0 0,0 0-1 0 0,0 0 1 0 0,0-1-1 0 0,0 1 1 0 0,0 0-1 0 0,0-1 1 0 0,0 1 0 0 0,0-1-1 0 0,0 1 1 0 0,0-1-1 0 0,0 0 1 0 0,0 1 0 0 0,0-1-1 0 0,0 0 1 0 0,0 1-1 0 0,-1-3 1 0 0,-4-3-392 0 0,-1 0-1 0 0,1-1 1 0 0,1 0-1 0 0,-1 0 1 0 0,1 0 0 0 0,1-1-1 0 0,-1 0 1 0 0,1 1-1 0 0,-5-16 1 0 0,2 7-1244 0 0,-5-8-385 0 0</inkml:trace>
</inkml:ink>
</file>

<file path=ppt/ink/ink4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8:45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7 342 544 0 0,'-6'-4'6867'0'0,"165"-25"-4797"0"0,222-70 1 0 0,-265 66-1505 0 0,-53 16 273 0 0,96-41 0 0 0,-153 54-36 0 0,-9 1-335 0 0,-20 3-211 0 0,-38 11-174 0 0,55-9-69 0 0,0 1-1 0 0,0-1 0 0 0,0 1 1 0 0,0 0-1 0 0,1 0 0 0 0,-1 1 0 0 0,1 0 1 0 0,0 0-1 0 0,0 0 0 0 0,0 0 1 0 0,0 1-1 0 0,1 0 0 0 0,-7 9 0 0 0,11-13-10 0 0,0 0 0 0 0,-1 0 0 0 0,1 0-1 0 0,0 0 1 0 0,0-1 0 0 0,0 1-1 0 0,0 0 1 0 0,0 0 0 0 0,0 0-1 0 0,0 0 1 0 0,0 0 0 0 0,0 0 0 0 0,1 0-1 0 0,-1-1 1 0 0,0 1 0 0 0,1 0-1 0 0,-1 0 1 0 0,0 0 0 0 0,1 0-1 0 0,-1-1 1 0 0,1 1 0 0 0,-1 0-1 0 0,1-1 1 0 0,-1 1 0 0 0,1 0 0 0 0,0-1-1 0 0,-1 1 1 0 0,1 0 0 0 0,0-1-1 0 0,0 1 1 0 0,-1-1 0 0 0,1 1-1 0 0,0-1 1 0 0,0 0 0 0 0,0 1 0 0 0,-1-1-1 0 0,1 0 1 0 0,0 0 0 0 0,0 1-1 0 0,0-1 1 0 0,1 0 0 0 0,37 5 57 0 0,-33-5 22 0 0,0-1-1 0 0,0 1 1 0 0,1-1-1 0 0,-1-1 0 0 0,0 1 1 0 0,0-1-1 0 0,0 0 0 0 0,0-1 1 0 0,-1 1-1 0 0,1-1 1 0 0,-1 0-1 0 0,1-1 0 0 0,-1 1 1 0 0,6-6-1 0 0,-8 6-1 0 0,-1 0-1 0 0,0 1 1 0 0,0-1-1 0 0,0 0 1 0 0,0 0 0 0 0,-1-1-1 0 0,1 1 1 0 0,-1 0-1 0 0,0 0 1 0 0,0-1-1 0 0,0 1 1 0 0,0-1 0 0 0,0 1-1 0 0,-1-1 1 0 0,0 1-1 0 0,0-1 1 0 0,0 1 0 0 0,0-1-1 0 0,0 1 1 0 0,-1-1-1 0 0,1 1 1 0 0,-1-1-1 0 0,0 1 1 0 0,0 0 0 0 0,0-1-1 0 0,-1 1 1 0 0,-1-4-1 0 0,1 3-97 0 0,0 0-1 0 0,0 0 0 0 0,-1 0 0 0 0,1 0 0 0 0,-1 1 0 0 0,0-1 0 0 0,0 1 1 0 0,0 0-1 0 0,-1-1 0 0 0,1 1 0 0 0,-1 1 0 0 0,0-1 0 0 0,1 0 1 0 0,-1 1-1 0 0,0 0 0 0 0,-1 0 0 0 0,1 0 0 0 0,-8-2 0 0 0,-36-3-3389 0 0,-2 12-5569 0 0,34-2 5336 0 0</inkml:trace>
</inkml:ink>
</file>

<file path=ppt/ink/ink4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8:45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0 484 0 0,'23'5'1432'0'0,"0"0"0"0"0,0 1-1 0 0,37 16 1 0 0,-54-20-1227 0 0,1 1 0 0 0,-1 1 0 0 0,0-1-1 0 0,0 1 1 0 0,0 0 0 0 0,0 0 0 0 0,-1 1 0 0 0,0-1 0 0 0,0 1 0 0 0,0 1-1 0 0,0-1 1 0 0,-1 1 0 0 0,0-1 0 0 0,0 1 0 0 0,0 0 0 0 0,4 11 0 0 0,-8-15-112 0 0,1-1 1 0 0,0 1 0 0 0,-1-1-1 0 0,1 1 1 0 0,-1 0 0 0 0,0-1 0 0 0,1 1-1 0 0,-1 0 1 0 0,0-1 0 0 0,0 1-1 0 0,0 0 1 0 0,0-1 0 0 0,-1 1 0 0 0,1 0-1 0 0,0-1 1 0 0,-1 1 0 0 0,1 0-1 0 0,-1-1 1 0 0,1 1 0 0 0,-1-1 0 0 0,0 1-1 0 0,0-1 1 0 0,0 1 0 0 0,0-1-1 0 0,0 0 1 0 0,0 1 0 0 0,0-1-1 0 0,0 0 1 0 0,0 0 0 0 0,-1 0 0 0 0,1 0-1 0 0,0 0 1 0 0,-1 0 0 0 0,1 0-1 0 0,-3 1 1 0 0,2-2 494 0 0,-10-20-188 0 0,12 15-543 0 0,0-1 0 0 0,0 0-1 0 0,0 0 1 0 0,1 1 0 0 0,0-1-1 0 0,0 0 1 0 0,1 1-1 0 0,0-1 1 0 0,-1 1 0 0 0,2-1-1 0 0,-1 1 1 0 0,1 0 0 0 0,0 0-1 0 0,0 0 1 0 0,4-5 0 0 0,1 0-1597 0 0,0 1 1 0 0,1 0 0 0 0,15-12-1 0 0,-11 12-964 0 0</inkml:trace>
</inkml:ink>
</file>

<file path=ppt/ink/ink4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8:45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40 0 0,'15'39'6007'0'0,"-11"-8"-3917"0"0,-4-30-878 0 0,-1 6-1053 0 0,1-7-115 0 0,0 0 0 0 0,0 0 0 0 0,1 0 0 0 0,-1 0 0 0 0,0 0 0 0 0,0 0 0 0 0,0 0 0 0 0,0-1 0 0 0,0 1 0 0 0,0 0 0 0 0,0 0 0 0 0,0 0 0 0 0,0 0 0 0 0,0 0 0 0 0,1 0 0 0 0,-1 0 0 0 0,0 0 1 0 0,0 0-1 0 0,0 0 0 0 0,0 0 0 0 0,0 0 0 0 0,0 0 0 0 0,0 0 0 0 0,0 0 0 0 0,1 0 0 0 0,-1 0 0 0 0,0 0 0 0 0,0 0 0 0 0,0 0 0 0 0,0 0 0 0 0,0 0 0 0 0,0 0 0 0 0,0 0 0 0 0,0 0 0 0 0,0 0 0 0 0,1 0 0 0 0,-1 1 0 0 0,0-1 0 0 0,0 0 0 0 0,0 0 0 0 0,0 0 0 0 0,0 0 0 0 0,0 0 0 0 0,0 0 0 0 0,0 0 0 0 0,0 0 0 0 0,0 0 0 0 0,0 0 0 0 0,0 1 0 0 0,0-1 0 0 0,0 0 0 0 0,0 0 1 0 0,0 0-1 0 0,0 0 0 0 0,0 0 0 0 0,1 0 0 0 0,-1 0 0 0 0,0 0 0 0 0,0 0 0 0 0,-1 1 0 0 0,1-1 0 0 0,14-12 73 0 0,0 1 0 0 0,0 0-1 0 0,1 2 1 0 0,1-1 0 0 0,23-10 0 0 0,-32 18-96 0 0,-1 1 0 0 0,1 0 0 0 0,-1 0 0 0 0,1 0 0 0 0,0 1-1 0 0,-1 0 1 0 0,1 0 0 0 0,-1 1 0 0 0,1-1 0 0 0,-1 2 0 0 0,1-1 0 0 0,-1 1 0 0 0,1 0-1 0 0,-1 0 1 0 0,11 6 0 0 0,1-2 245 0 0,-8-3 133 0 0,0-1 0 0 0,1 0 0 0 0,0-1 0 0 0,19 1 1 0 0,22-3-3130 0 0,-19 0-3802 0 0,-13 1 3003 0 0</inkml:trace>
</inkml:ink>
</file>

<file path=ppt/ink/ink4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8:46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7 668 0 0,'-1'0'404'0'0,"0"-1"0"0"0,0 0 0 0 0,1 1 0 0 0,-1-1 0 0 0,0 1 0 0 0,0-1 0 0 0,0 1 0 0 0,0 0 0 0 0,1-1 0 0 0,-1 1 0 0 0,0 0 0 0 0,0-1 0 0 0,0 1 0 0 0,0 0 0 0 0,0 0 0 0 0,0 0 0 0 0,0 0 0 0 0,0 0 0 0 0,0 0 0 0 0,0 0 0 0 0,0 0 0 0 0,0 0 0 0 0,0 1 0 0 0,1-1 0 0 0,-3 1 0 0 0,-27 17 1908 0 0,-21 32-1337 0 0,50-49-932 0 0,0-1 0 0 0,0 1 0 0 0,0 0 0 0 0,1 0 0 0 0,-1 0 0 0 0,0-1 0 0 0,1 1 0 0 0,-1 0 0 0 0,1 0 0 0 0,-1 0 1 0 0,1 0-1 0 0,-1 0 0 0 0,1 0 0 0 0,0 0 0 0 0,0 0 0 0 0,-1 0 0 0 0,1 0 0 0 0,0 0 0 0 0,0 0 0 0 0,0 0 0 0 0,0 0 0 0 0,0 1 1 0 0,0-1-1 0 0,0 0 0 0 0,0 0 0 0 0,1 0 0 0 0,-1 0 0 0 0,1 1 0 0 0,0 0 18 0 0,0-1-1 0 0,1 1 1 0 0,-1-1-1 0 0,1 1 1 0 0,-1-1-1 0 0,1 0 1 0 0,0 0-1 0 0,-1 0 1 0 0,1 0 0 0 0,0 0-1 0 0,0 0 1 0 0,0 0-1 0 0,3 0 1 0 0,5 2 117 0 0,1 0 0 0 0,0-2 0 0 0,-1 1 0 0 0,15 0 0 0 0,21-2-214 0 0,22 1-2524 0 0,-23-4-5163 0 0,-27 0 3712 0 0</inkml:trace>
</inkml:ink>
</file>

<file path=ppt/ink/ink4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8:47.3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1 106 688 0 0,'0'0'2574'0'0,"5"-30"2643"0"0,-1 25-4934 0 0,0 0-1 0 0,1 1 1 0 0,0-1 0 0 0,0 1-1 0 0,0 0 1 0 0,0 0 0 0 0,1 1 0 0 0,-1 0-1 0 0,1 0 1 0 0,0 0 0 0 0,0 0 0 0 0,7-1-1 0 0,8-3 116 0 0,0 2 0 0 0,27-4-1 0 0,-38 7-291 0 0,0 1 1 0 0,0 0-1 0 0,0 0 0 0 0,0 1 0 0 0,0 1 0 0 0,0 0 0 0 0,0 0 1 0 0,0 1-1 0 0,0 0 0 0 0,0 1 0 0 0,0 0 0 0 0,-1 1 0 0 0,11 5 0 0 0,-13-6-67 0 0,-1 2 0 0 0,0-1-1 0 0,-1 1 1 0 0,1-1 0 0 0,-1 2-1 0 0,0-1 1 0 0,0 1 0 0 0,-1-1-1 0 0,1 1 1 0 0,-1 0-1 0 0,0 1 1 0 0,-1-1 0 0 0,0 1-1 0 0,0 0 1 0 0,0-1 0 0 0,-1 1-1 0 0,0 1 1 0 0,2 13-1 0 0,-2-7-1 0 0,0 1 0 0 0,-1 0 0 0 0,-1-1 0 0 0,-1 1 0 0 0,0 0 0 0 0,0-1 0 0 0,-2 1-1 0 0,0-1 1 0 0,-9 27 0 0 0,9-32 1 0 0,-1 0 0 0 0,0-1 0 0 0,0 0 0 0 0,0 1 1 0 0,-1-2-1 0 0,-1 1 0 0 0,1 0 0 0 0,-1-1 0 0 0,-1 0 0 0 0,1-1 0 0 0,-1 1 0 0 0,0-1 0 0 0,0-1 0 0 0,-1 1 0 0 0,0-1 0 0 0,-15 7 1 0 0,21-10-7 0 0,0-1 0 0 0,0 0 0 0 0,0 0 0 0 0,0-1 0 0 0,-1 1 0 0 0,1 0 0 0 0,0-1 0 0 0,0 1 1 0 0,-1-1-1 0 0,1 0 0 0 0,0 0 0 0 0,-1 0 0 0 0,1 0 0 0 0,0 0 0 0 0,-1 0 0 0 0,1-1 1 0 0,0 1-1 0 0,0-1 0 0 0,-1 1 0 0 0,1-1 0 0 0,0 0 0 0 0,-4-2 0 0 0,4 1-33 0 0,0 0 0 0 0,1 0-1 0 0,-1 0 1 0 0,1 0 0 0 0,-1 0 0 0 0,1-1-1 0 0,0 1 1 0 0,0 0 0 0 0,0-1 0 0 0,0 1-1 0 0,0-1 1 0 0,1 1 0 0 0,-1-1-1 0 0,1 1 1 0 0,0-1 0 0 0,-1-5 0 0 0,2-4-56 0 0,-1 0 0 0 0,1 0 1 0 0,1 0-1 0 0,0 0 0 0 0,1 0 1 0 0,0 0-1 0 0,7-14 1 0 0,-3 9 16 0 0,2 1 0 0 0,0 1 0 0 0,1 0 0 0 0,1 0 0 0 0,0 1 0 0 0,1 0 0 0 0,0 1 0 0 0,1 1 0 0 0,1 0 0 0 0,0 0 1 0 0,0 2-1 0 0,1 0 0 0 0,23-12 0 0 0,-32 19 23 0 0,0 0 1 0 0,1 1-1 0 0,-1 0 0 0 0,0 0 1 0 0,1 0-1 0 0,0 1 1 0 0,-1 0-1 0 0,1 0 1 0 0,0 1-1 0 0,-1 0 0 0 0,1 0 1 0 0,0 0-1 0 0,0 1 1 0 0,-1 0-1 0 0,1 0 1 0 0,-1 1-1 0 0,1 0 0 0 0,7 3 1 0 0,-5 0-3 0 0,1 0 0 0 0,-2 1 0 0 0,1 0 0 0 0,-1 1 0 0 0,0 0 0 0 0,0 0 0 0 0,0 1 0 0 0,-1-1 0 0 0,-1 2 0 0 0,12 16 0 0 0,-13-16-5 0 0,1-1 0 0 0,0 0 0 0 0,1-1-1 0 0,0 1 1 0 0,0-1 0 0 0,0-1 0 0 0,1 1-1 0 0,0-1 1 0 0,0 0 0 0 0,1-1 0 0 0,-1 0-1 0 0,1 0 1 0 0,1-1 0 0 0,-1 0 0 0 0,18 4-1 0 0,-16-6-71 0 0,0 0-1 0 0,1-1 1 0 0,-1-1-1 0 0,0 0 0 0 0,0 0 1 0 0,0-1-1 0 0,0-1 0 0 0,1 0 1 0 0,-2 0-1 0 0,1-1 0 0 0,0-1 1 0 0,0 1-1 0 0,-1-2 1 0 0,10-5-1 0 0,-6 2-77 0 0,-1-1-1 0 0,0 0 1 0 0,-1-1 0 0 0,0 0 0 0 0,0-1-1 0 0,-1 0 1 0 0,-1-1 0 0 0,15-20 0 0 0,-12 16 141 0 0,0-6 544 0 0,-29 30-73 0 0,11-3-394 0 0,-1-1 0 0 0,1 1 0 0 0,0 0 0 0 0,0 0 0 0 0,1 1 0 0 0,0-1 0 0 0,-5 8 0 0 0,8-10 3 0 0,1 1 1 0 0,-1-1 0 0 0,1 1-1 0 0,-1 0 1 0 0,1-1-1 0 0,0 1 1 0 0,0-1-1 0 0,1 1 1 0 0,-1-1 0 0 0,1 1-1 0 0,-1-1 1 0 0,1 1-1 0 0,0-1 1 0 0,1 1-1 0 0,-1-1 1 0 0,1 0-1 0 0,-1 0 1 0 0,1 0 0 0 0,0 0-1 0 0,0 0 1 0 0,0 0-1 0 0,0 0 1 0 0,1 0-1 0 0,-1-1 1 0 0,1 0-1 0 0,0 1 1 0 0,0-1 0 0 0,-1 0-1 0 0,2 0 1 0 0,-1 0-1 0 0,0-1 1 0 0,0 1-1 0 0,0-1 1 0 0,1 0 0 0 0,-1 1-1 0 0,1-2 1 0 0,-1 1-1 0 0,1 0 1 0 0,-1-1-1 0 0,1 1 1 0 0,-1-1-1 0 0,1 0 1 0 0,-1 0 0 0 0,1-1-1 0 0,-1 1 1 0 0,1-1-1 0 0,-1 0 1 0 0,1 1-1 0 0,-1-2 1 0 0,1 1-1 0 0,-1 0 1 0 0,0-1 0 0 0,0 1-1 0 0,1-1 1 0 0,-1 0-1 0 0,4-3 1 0 0,-5 3 39 0 0,0 0 1 0 0,0 0-1 0 0,0 0 0 0 0,-1 0 1 0 0,1-1-1 0 0,0 1 1 0 0,-1 0-1 0 0,0-1 0 0 0,1 1 1 0 0,-1 0-1 0 0,0-1 1 0 0,0 0-1 0 0,0 1 0 0 0,-1-1 1 0 0,1 0-1 0 0,-1 1 1 0 0,1-1-1 0 0,-1 0 0 0 0,0 0 1 0 0,0 1-1 0 0,0-1 1 0 0,0 0-1 0 0,-1 0 1 0 0,1 1-1 0 0,-1-1 0 0 0,0 0 1 0 0,1 1-1 0 0,-3-4 1 0 0,2 3-239 0 0,0 0 0 0 0,-1 0 1 0 0,1 0-1 0 0,-1 0 1 0 0,0 0-1 0 0,0 0 1 0 0,0 1-1 0 0,0-1 1 0 0,0 1-1 0 0,-1-1 1 0 0,1 1-1 0 0,-1 0 1 0 0,0 0-1 0 0,0 0 1 0 0,1 0-1 0 0,-1 1 1 0 0,0-1-1 0 0,-1 1 1 0 0,1 0-1 0 0,0-1 1 0 0,-6 0-1 0 0,6 2-1048 0 0,-13 1-1737 0 0</inkml:trace>
</inkml:ink>
</file>

<file path=ppt/ink/ink4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8:47.9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32 0 0,'0'0'1066'0'0,"3"52"4086"0"0,1-37-4620 0 0,-3-8-350 0 0,0 0-1 0 0,1 0 1 0 0,0 0 0 0 0,1-1 0 0 0,-1 1-1 0 0,1-1 1 0 0,1 0 0 0 0,-1 1 0 0 0,1-1-1 0 0,0-1 1 0 0,0 1 0 0 0,1 0-1 0 0,5 5 1 0 0,-2-4-29 0 0,-3-2-6 0 0,0-1 0 0 0,0 0 1 0 0,0 0-1 0 0,0 0 0 0 0,9 5 0 0 0,-12-8-125 0 0,-1-1-1 0 0,1 1 1 0 0,0-1 0 0 0,0 1-1 0 0,-1-1 1 0 0,1 0-1 0 0,0 0 1 0 0,0 0 0 0 0,-1 0-1 0 0,1 0 1 0 0,0 0-1 0 0,0 0 1 0 0,-1 0 0 0 0,1-1-1 0 0,0 1 1 0 0,-1-1 0 0 0,1 1-1 0 0,0-1 1 0 0,-1 0-1 0 0,1 0 1 0 0,-1 1 0 0 0,1-1-1 0 0,-1 0 1 0 0,2-2-1 0 0,70-60 296 0 0,-46 37-160 0 0,35-24 1 0 0,-54 44-57 0 0,1 1 0 0 0,-1 0-1 0 0,1 0 1 0 0,0 0 0 0 0,1 1 0 0 0,-1 1 0 0 0,1 0 0 0 0,18-4 0 0 0,-25 6-80 0 0,-1 1 0 0 0,0 0 0 0 0,1-1 0 0 0,-1 1 0 0 0,1 0 0 0 0,-1 0 0 0 0,0 0 0 0 0,1 1 0 0 0,-1-1 0 0 0,1 0 0 0 0,-1 1 0 0 0,0 0 0 0 0,1-1 0 0 0,-1 1 0 0 0,0 0 0 0 0,0 0 0 0 0,0 0 0 0 0,0 1 0 0 0,0-1-1 0 0,0 0 1 0 0,0 1 0 0 0,3 3 0 0 0,-3-2 3 0 0,0 0 0 0 0,0 1-1 0 0,0-1 1 0 0,-1 1 0 0 0,0 0-1 0 0,1 0 1 0 0,-1-1 0 0 0,-1 1 0 0 0,1 0-1 0 0,0 0 1 0 0,-1 0 0 0 0,0 0-1 0 0,0 4 1 0 0,-1-7-13 0 0,1 0-1 0 0,0 0 1 0 0,0 0-1 0 0,-1 0 1 0 0,1 0 0 0 0,0 0-1 0 0,0 0 1 0 0,0 0 0 0 0,0 0-1 0 0,0 0 1 0 0,0 0 0 0 0,1 0-1 0 0,-1 0 1 0 0,0 0 0 0 0,0-1-1 0 0,1 1 1 0 0,-1 0 0 0 0,0 0-1 0 0,1 0 1 0 0,-1 0-1 0 0,1 0 1 0 0,-1 0 0 0 0,1-1-1 0 0,0 1 1 0 0,-1 0 0 0 0,1-1-1 0 0,0 1 1 0 0,-1 0 0 0 0,1-1-1 0 0,0 1 1 0 0,0-1 0 0 0,0 1-1 0 0,-1-1 1 0 0,3 1 0 0 0,0-1 22 0 0,1-1 0 0 0,-1 0 0 0 0,0 0 1 0 0,0 0-1 0 0,0 0 0 0 0,0-1 0 0 0,0 0 1 0 0,5-3-1 0 0,17-8-28 0 0,-13 7 21 0 0,-6 3-26 0 0,1-1 1 0 0,-1 1 0 0 0,1 1 0 0 0,0-1 0 0 0,0 1 0 0 0,0 0 0 0 0,0 0 0 0 0,0 1 0 0 0,0 0 0 0 0,1 1 0 0 0,-1-1 0 0 0,0 1 0 0 0,0 0 0 0 0,8 2 0 0 0,-13-1-40 0 0,0-1-1 0 0,0 1 1 0 0,0-1-1 0 0,0 1 0 0 0,0 0 1 0 0,0 0-1 0 0,0 0 1 0 0,0 0-1 0 0,0 0 0 0 0,0 0 1 0 0,-1 1-1 0 0,1-1 1 0 0,0 1-1 0 0,-1-1 1 0 0,1 1-1 0 0,1 2 0 0 0,6 23-7411 0 0,-8-11 4158 0 0</inkml:trace>
</inkml:ink>
</file>

<file path=ppt/ink/ink4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8:48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383 100 152 0 0,'-3'-8'784'0'0,"-1"1"-1"0"0,-1 0 1 0 0,1 1 0 0 0,-1-1-1 0 0,0 1 1 0 0,-1 0 0 0 0,1 0-1 0 0,-1 0 1 0 0,-1 1 0 0 0,1 0-1 0 0,-1 0 1 0 0,-10-5 0 0 0,11 7-597 0 0,1 1 1 0 0,-1-1-1 0 0,-1 2 1 0 0,1-1-1 0 0,0 1 1 0 0,0 0-1 0 0,-1 0 1 0 0,1 0-1 0 0,0 1 1 0 0,-1 0-1 0 0,1 0 1 0 0,0 1-1 0 0,-1 0 1 0 0,1 0-1 0 0,0 0 1 0 0,-12 5-1 0 0,9-3-94 0 0,1 1-1 0 0,0 0 1 0 0,0 0-1 0 0,0 1 0 0 0,0 0 1 0 0,1 0-1 0 0,0 1 1 0 0,0 0-1 0 0,1 0 1 0 0,-1 1-1 0 0,1 0 0 0 0,-6 9 1 0 0,2-1-7 0 0,2-1 1 0 0,0 1-1 0 0,1 0 1 0 0,0 1-1 0 0,2 0 0 0 0,-6 18 1 0 0,1 16 151 0 0,2 0 1 0 0,2 1 0 0 0,1 70-1 0 0,7-48 115 0 0,13 81 1 0 0,2 55-115 0 0,-20-174-261 0 0,-1-44-2 0 0,1 0-1 0 0,0 0 1 0 0,0-1-1 0 0,1 1 1 0 0,0-1-1 0 0,1 1 1 0 0,0-1-1 0 0,1 0 1 0 0,0 1-1 0 0,0-1 1 0 0,1 0-1 0 0,0 1 1 0 0,1-1-1 0 0,0 1 1 0 0,5-14-1 0 0,7-22-212 0 0,38-77 0 0 0,-45 105 192 0 0,10-15-37 0 0,1 1 1 0 0,2 0-1 0 0,1 1 1 0 0,1 2 0 0 0,1 0-1 0 0,1 1 1 0 0,2 2-1 0 0,1 0 1 0 0,1 2-1 0 0,31-21 1 0 0,-53 40 65 0 0,1 0 0 0 0,-1 1 0 0 0,1 0 0 0 0,0 0 1 0 0,-1 0-1 0 0,1 1 0 0 0,1 0 0 0 0,-1 0 0 0 0,0 0 0 0 0,0 1 1 0 0,1 0-1 0 0,-1 1 0 0 0,1 0 0 0 0,6 0 0 0 0,-8 1 17 0 0,-1 0-1 0 0,0 0 1 0 0,1 1 0 0 0,-1-1-1 0 0,0 1 1 0 0,0 0-1 0 0,0 0 1 0 0,0 1 0 0 0,0-1-1 0 0,-1 1 1 0 0,1 0-1 0 0,-1 1 1 0 0,0-1 0 0 0,0 1-1 0 0,0 0 1 0 0,0 0 0 0 0,-1 0-1 0 0,1 0 1 0 0,4 8-1 0 0,-5-8 21 0 0,0 1-1 0 0,0-1 0 0 0,0 1 0 0 0,-1 0 0 0 0,0 0 0 0 0,0 0 1 0 0,0 0-1 0 0,0 0 0 0 0,-1 0 0 0 0,0 0 0 0 0,0 1 0 0 0,0-1 1 0 0,-1 1-1 0 0,1-1 0 0 0,-1 0 0 0 0,-1 1 0 0 0,1-1 0 0 0,-1 0 1 0 0,-2 10-1 0 0,2-13 128 0 0,4-10-41 0 0,0 1 0 0 0,0 0-1 0 0,0 0 1 0 0,1 0-1 0 0,0 0 1 0 0,0 1-1 0 0,1-1 1 0 0,0 1-1 0 0,0 0 1 0 0,6-5-1 0 0,72-70-254 0 0,-5 23 40 0 0,-22 27-7 0 0,-52 29 102 0 0,0 1 0 0 0,1 0 0 0 0,-1-1 0 0 0,0 1 0 0 0,1 1 1 0 0,-1-1-1 0 0,1 1 0 0 0,-1 0 0 0 0,0 0 0 0 0,1 0 1 0 0,-1 0-1 0 0,1 1 0 0 0,6 1 0 0 0,-9-1 7 0 0,7-1-16 0 0,-9 0 35 0 0,0 0-1 0 0,0 0 1 0 0,0 0 0 0 0,1-1 0 0 0,-1 1 0 0 0,0 0-1 0 0,0 0 1 0 0,0 0 0 0 0,0 0 0 0 0,0 0-1 0 0,1 0 1 0 0,-1 0 0 0 0,0 0 0 0 0,0 0 0 0 0,0 0-1 0 0,0 1 1 0 0,1-1 0 0 0,-1 0 0 0 0,0 0 0 0 0,0 0-1 0 0,0 0 1 0 0,0 0 0 0 0,0 0 0 0 0,1 0 0 0 0,-1 0-1 0 0,0 0 1 0 0,0 0 0 0 0,0 1 0 0 0,0-1-1 0 0,0 0 1 0 0,0 0 0 0 0,0 0 0 0 0,1 0 0 0 0,-1 0-1 0 0,0 0 1 0 0,0 1 0 0 0,0-1 0 0 0,0 0 0 0 0,0 0-1 0 0,0 0 1 0 0,0 0 0 0 0,0 0 0 0 0,0 1 0 0 0,0-1-1 0 0,0 0 1 0 0,0 0 0 0 0,0 0 0 0 0,0 0 0 0 0,0 1-1 0 0,0-1 1 0 0,0 0 0 0 0,0 0 0 0 0,0 0-1 0 0,0 0 1 0 0,0 1 0 0 0,0-1 0 0 0,0 0 0 0 0,-1 0-1 0 0,1 0 1 0 0,0 0 0 0 0,0 0 0 0 0,0 1 0 0 0,-20 22 220 0 0,11-13-159 0 0,-1 1-1 0 0,1 0 0 0 0,1 1 0 0 0,0 0 1 0 0,-8 17-1 0 0,15-26-67 0 0,-1 1 0 0 0,1-1 0 0 0,0 1 1 0 0,0-1-1 0 0,1 0 0 0 0,-1 1 0 0 0,1 0 0 0 0,-1-1 0 0 0,1 1 1 0 0,0-1-1 0 0,1 1 0 0 0,-1-1 0 0 0,0 1 0 0 0,1-1 0 0 0,0 1 1 0 0,0-1-1 0 0,0 1 0 0 0,0-1 0 0 0,1 0 0 0 0,-1 1 0 0 0,1-1 1 0 0,0 0-1 0 0,0 0 0 0 0,0 0 0 0 0,0 0 0 0 0,0-1 0 0 0,5 4 1 0 0,-4-2-1 0 0,1-1 1 0 0,0 0-1 0 0,0 0 1 0 0,1-1-1 0 0,-1 1 1 0 0,0-1-1 0 0,1 0 1 0 0,0 0-1 0 0,-1 0 1 0 0,1-1-1 0 0,0 0 1 0 0,0 0-1 0 0,0 0 1 0 0,0 0-1 0 0,0-1 1 0 0,0 0-1 0 0,0 0 1 0 0,0 0-1 0 0,0 0 1 0 0,0-1-1 0 0,-1 0 1 0 0,1 0-1 0 0,0-1 1 0 0,0 1-1 0 0,0-1 1 0 0,-1 0 0 0 0,1 0-1 0 0,-1 0 1 0 0,0-1-1 0 0,1 0 1 0 0,-1 0-1 0 0,0 0 1 0 0,-1 0-1 0 0,1 0 1 0 0,-1-1-1 0 0,1 0 1 0 0,-1 1-1 0 0,0-1 1 0 0,0-1-1 0 0,-1 1 1 0 0,1 0-1 0 0,-1-1 1 0 0,0 1-1 0 0,0-1 1 0 0,0 1-1 0 0,-1-1 1 0 0,0 0-1 0 0,0 0 1 0 0,0 0-1 0 0,0 0 1 0 0,-1-6-1 0 0,0 5 44 0 0,0-1 0 0 0,-1 1 0 0 0,0-1 0 0 0,0 0 0 0 0,0 1 0 0 0,-1-1-1 0 0,0 1 1 0 0,0 0 0 0 0,-1 0 0 0 0,0 0 0 0 0,0 0 0 0 0,0 0 0 0 0,-5-5 0 0 0,-4-9-287 0 0,12 20 116 0 0,-1-1 0 0 0,1 1 0 0 0,-1-1 0 0 0,1 1-1 0 0,-1-1 1 0 0,0 1 0 0 0,1-1 0 0 0,-1 1 0 0 0,1 0 0 0 0,-1-1 0 0 0,0 1 0 0 0,1 0 0 0 0,-1 0 0 0 0,0-1 0 0 0,0 1 0 0 0,1 0 0 0 0,-1 0 0 0 0,0 0 0 0 0,1 0 0 0 0,-1 0 0 0 0,0 0 0 0 0,0 0 0 0 0,1 0-1 0 0,-1 0 1 0 0,0 0 0 0 0,1 0 0 0 0,-1 1 0 0 0,0-1 0 0 0,1 0 0 0 0,-1 0 0 0 0,0 1 0 0 0,0 0 0 0 0,-16 9-8099 0 0</inkml:trace>
</inkml:ink>
</file>

<file path=ppt/ink/ink4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8:49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23 372 0 0,'0'0'10798'0'0,"6"-5"-10326"0"0,-6 5-397 0 0,0 0 0 0 0,0 0 0 0 0,-1 0 0 0 0,1 0 0 0 0,0 1 0 0 0,0-1 0 0 0,0 0 1 0 0,0 0-1 0 0,0 0 0 0 0,0 0 0 0 0,0 0 0 0 0,0 0 0 0 0,0 0 0 0 0,0 0 0 0 0,0 1 0 0 0,1-1 0 0 0,-1 0 1 0 0,0 0-1 0 0,0 1 826 0 0,0-1-826 0 0,1 0 0 0 0,-1 0 0 0 0,0 0 0 0 0,0 0 0 0 0,0 0 0 0 0,0 0 0 0 0,0 0 1 0 0,0 0-1 0 0,0 0 0 0 0,0 0 0 0 0,1 0 0 0 0,-1 0 0 0 0,0 0 0 0 0,0 0 0 0 0,0 0 0 0 0,0 0 0 0 0,0 0 1 0 0,0 0-1 0 0,0 0 0 0 0,1 0 0 0 0,-1 0 0 0 0,0 0 0 0 0,0 0 0 0 0,0 0 0 0 0,0 0 0 0 0,0 0 0 0 0,-2 9-7 0 0,0 0 0 0 0,0 0-1 0 0,1 0 1 0 0,0 0-1 0 0,1 1 1 0 0,0-1-1 0 0,0 0 1 0 0,1 0-1 0 0,0 0 1 0 0,3 11-1 0 0,-3-19-72 0 0,0 0 0 0 0,1 0-1 0 0,-1 0 1 0 0,0 0 0 0 0,1 0-1 0 0,-1 0 1 0 0,1 0-1 0 0,-1 0 1 0 0,1-1 0 0 0,0 1-1 0 0,-1 0 1 0 0,1-1 0 0 0,0 0-1 0 0,-1 1 1 0 0,1-1 0 0 0,0 0-1 0 0,0 0 1 0 0,-1 0 0 0 0,1 0-1 0 0,3 0 1 0 0,30-4-283 0 0,-16-1 54 0 0,0-1 0 0 0,0-1 1 0 0,28-13-1 0 0,12-6-404 0 0,-5 1 60 0 0,-40 18 372 0 0,0 0-1 0 0,28-9 1 0 0,-29 13 85 0 0,1-1-1 0 0,-1 2 1 0 0,0 0 0 0 0,19-1-1 0 0,-14 0 67 0 0,-17 3 172 0 0,1 0 1 0 0,-1-1-1 0 0,1 1 0 0 0,-1 0 0 0 0,0 0 1 0 0,1-1-1 0 0,-1 1 0 0 0,1 0 0 0 0,-1 0 1 0 0,1 1-1 0 0,-1-1 0 0 0,0 0 1 0 0,1 0-1 0 0,-1 1 0 0 0,0-1 0 0 0,1 1 1 0 0,-1-1-1 0 0,0 1 0 0 0,2 1 0 0 0,-1-1 59 0 0,-8 32 266 0 0,-85 295 259 0 0,40-164-514 0 0,-52 161 196 0 0,90-293 300 0 0,12-32-654 0 0,1-1 0 0 0,-1 1 0 0 0,1-1-1 0 0,-1 1 1 0 0,1 0 0 0 0,-1-1 0 0 0,1 1 0 0 0,0-1 0 0 0,-1 1 0 0 0,1-1 0 0 0,0 1-1 0 0,-1-1 1 0 0,1 1 0 0 0,0-1 0 0 0,0 1 0 0 0,0-1 0 0 0,-1 1 0 0 0,1-1-1 0 0,0 1 1 0 0,0-1 0 0 0,0 0 0 0 0,0 1 0 0 0,0-1 0 0 0,0 1 0 0 0,0-1 0 0 0,0 1-1 0 0,0-1 1 0 0,1-1 0 0 0,1-71 635 0 0,7 32-571 0 0,2 0 0 0 0,1 0 1 0 0,2 1-1 0 0,30-57 0 0 0,-4 23-26 0 0,60-87 0 0 0,-74 125-57 0 0,2 1-1 0 0,1 1 0 0 0,44-40 0 0 0,-55 57-21 0 0,1 1 0 0 0,1 2 0 0 0,0 0-1 0 0,1 1 1 0 0,1 0 0 0 0,0 2 0 0 0,35-13 0 0 0,-51 23-2 0 0,-1-1 0 0 0,1 1-1 0 0,0 0 1 0 0,-1 1 0 0 0,1-1 0 0 0,0 1 0 0 0,0 0 0 0 0,-1 1 0 0 0,1-1-1 0 0,0 1 1 0 0,7 2 0 0 0,-11-2 11 0 0,1 0-1 0 0,-1-1 1 0 0,0 1 0 0 0,0 0-1 0 0,1 0 1 0 0,-1 0-1 0 0,0 1 1 0 0,0-1 0 0 0,0 0-1 0 0,0 1 1 0 0,0 0-1 0 0,0-1 1 0 0,-1 1 0 0 0,1 0-1 0 0,0 0 1 0 0,-1 0-1 0 0,0 0 1 0 0,1 0 0 0 0,-1 0-1 0 0,0 0 1 0 0,0 1-1 0 0,0-1 1 0 0,0 0 0 0 0,-1 0-1 0 0,1 1 1 0 0,0 4-1 0 0,-1-4 1 0 0,0 1 0 0 0,0-1 0 0 0,-1 0 0 0 0,1 1-1 0 0,-1-1 1 0 0,0 0 0 0 0,0 1 0 0 0,0-1 0 0 0,0 0-1 0 0,-1 0 1 0 0,1 0 0 0 0,-1 0 0 0 0,0 0 0 0 0,1 0-1 0 0,-1-1 1 0 0,-1 1 0 0 0,1 0 0 0 0,0-1 0 0 0,-1 0-1 0 0,1 1 1 0 0,-1-1 0 0 0,0 0 0 0 0,-5 2 0 0 0,-1 2-3 0 0,-1-1 1 0 0,0 0 0 0 0,0-1 0 0 0,-1 0 0 0 0,-12 2-1 0 0,6-1-480 0 0,-58 10-811 0 0,51-15-2284 0 0,2-6-3313 0 0</inkml:trace>
</inkml:ink>
</file>

<file path=ppt/ink/ink4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8:51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1904 0 0,'0'0'2325'0'0,"-3"19"12669"0"0,2-12-11226 0 0,0-2-5738 0 0</inkml:trace>
</inkml:ink>
</file>

<file path=ppt/ink/ink4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7:56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80 166 548 0 0,'-10'-64'7405'0'0,"9"62"-6760"0"0,5-14 4998 0 0,-52 390-4883 0 0,24-260-386 0 0,24-112-145 0 0,5-5-214 0 0,140-103-146 0 0,-89 62-46 0 0,104-61 0 0 0,-110 82 88 0 0,-48 23 57 0 0,-26 13-156 0 0,-35 32 92 0 0,33-23-103 0 0,25-21 185 0 0,0-1 0 0 0,-1 1 0 0 0,1 0 0 0 0,0 1 0 0 0,0-1 0 0 0,0 0 0 0 0,0 0 0 0 0,0 0 0 0 0,0 1 0 0 0,0-1 0 0 0,0 0 1 0 0,0 1-1 0 0,1-1 0 0 0,-1 1 0 0 0,1-1 0 0 0,-1 1 0 0 0,1-1 0 0 0,-1 1 0 0 0,1 0 0 0 0,0-1 0 0 0,0 1 0 0 0,0-1 0 0 0,0 1 0 0 0,0 0 0 0 0,0-1 0 0 0,0 1 0 0 0,0-1 0 0 0,1 1 0 0 0,-1 0 0 0 0,1-1 0 0 0,-1 1 0 0 0,1-1 0 0 0,-1 1 1 0 0,1-1-1 0 0,0 0 0 0 0,0 1 0 0 0,0-1 0 0 0,0 0 0 0 0,0 0 0 0 0,2 2 0 0 0,0 1-15 0 0,1 0 0 0 0,0 0 1 0 0,1 0-1 0 0,-1-1 0 0 0,1 0 0 0 0,0 0 0 0 0,-1 0 1 0 0,1 0-1 0 0,0-1 0 0 0,6 2 0 0 0,13 1-314 0 0,1-1-1 0 0,-1-1 1 0 0,0-2-1 0 0,1 0 1 0 0,-1-2-1 0 0,1 0 1 0 0,-1-2-1 0 0,0 0 1 0 0,0-2-1 0 0,0-1 1 0 0,-1-1-1 0 0,1-1 1 0 0,-2 0-1 0 0,40-22 1 0 0,-56 26 227 0 0,0 0 0 0 0,0-1 0 0 0,-1 0 1 0 0,1 0-1 0 0,-1 0 0 0 0,0 0 0 0 0,-1-1 0 0 0,1 0 1 0 0,-1 0-1 0 0,0 0 0 0 0,-1-1 0 0 0,1 1 0 0 0,-1-1 1 0 0,-1 0-1 0 0,1 0 0 0 0,-1 0 0 0 0,2-11 1 0 0,-1 2 223 0 0,-1 0 0 0 0,-1 0 0 0 0,0-1 0 0 0,-1 1 1 0 0,-1 0-1 0 0,-5-28 0 0 0,-6-19 2088 0 0,11 61-1967 0 0,-1-11 304 0 0,-1 7-79 0 0,1 8-77 0 0,-11 68-99 0 0,2-14 133 0 0,2 0-1 0 0,-2 69 0 0 0,3 13 312 0 0,7-130-602 0 0,-1 5-167 0 0,2-13 66 0 0,0 0 1 0 0,1 0-1 0 0,-1 0 1 0 0,0 0-1 0 0,0 0 0 0 0,0 0 1 0 0,0 0-1 0 0,0 0 0 0 0,0 0 1 0 0,0 0-1 0 0,0 0 1 0 0,0 0-1 0 0,1 0 0 0 0,-1-1 1 0 0,0 1-1 0 0,0 0 1 0 0,0 0-1 0 0,0 0 0 0 0,0 0 1 0 0,0 0-1 0 0,0 0 1 0 0,1 0-1 0 0,-1 0 0 0 0,0 0 1 0 0,0 0-1 0 0,0 0 0 0 0,0 0 1 0 0,0 0-1 0 0,0 1 1 0 0,0-1-1 0 0,0 0 0 0 0,1 0 1 0 0,-1 0-1 0 0,0 0 1 0 0,0 0-1 0 0,0 0 0 0 0,0 0 1 0 0,0 0-1 0 0,0 0 0 0 0,0 0 1 0 0,0 0-1 0 0,0 0 1 0 0,0 0-1 0 0,1 1 0 0 0,-1-1 1 0 0,0 0-1 0 0,0 0 1 0 0,0 0-1 0 0,0 0 0 0 0,0 0 1 0 0,0 0-1 0 0,0 0 1 0 0,0 0-1 0 0,0 1 0 0 0,0-1 1 0 0,0 0-1 0 0,0 0 0 0 0,0 0 1 0 0,0 0-1 0 0,0 0 1 0 0,0 0-1 0 0,0 0 0 0 0,0 1 1 0 0,0-1-1 0 0,0 0 1 0 0,0 0-1 0 0,0 0 0 0 0,22-23 44 0 0,-13 14-68 0 0,-1-1 0 0 0,2 2-1 0 0,-1-1 1 0 0,1 1 0 0 0,0 1 0 0 0,18-11-1 0 0,-16 16-41 0 0,-1-1 0 0 0,1 2 0 0 0,-1-1 0 0 0,1 2 0 0 0,-1-1 0 0 0,1 2-1 0 0,-1 0 1 0 0,1 0 0 0 0,-1 1 0 0 0,1 0 0 0 0,16 6 0 0 0,50 6-229 0 0,-59-13 203 0 0,123 3-407 0 0,-129-5 446 0 0,-1 0-1 0 0,0 0 1 0 0,0-1-1 0 0,0-1 1 0 0,0 0-1 0 0,-1-1 1 0 0,1 0-1 0 0,-1 0 1 0 0,15-9 0 0 0,-24 12 63 0 0,1-1 0 0 0,-1 1 0 0 0,0-1 0 0 0,1 0 0 0 0,-1 0 1 0 0,0 0-1 0 0,0 0 0 0 0,0 0 0 0 0,-1 0 0 0 0,1 0 1 0 0,0-1-1 0 0,-1 1 0 0 0,1-1 0 0 0,-1 1 0 0 0,0-1 1 0 0,0 1-1 0 0,0-1 0 0 0,0 0 0 0 0,-1 0 0 0 0,1 1 1 0 0,-1-1-1 0 0,1 0 0 0 0,-1 0 0 0 0,0 0 0 0 0,0 0 1 0 0,0 1-1 0 0,-1-1 0 0 0,1 0 0 0 0,-1 0 0 0 0,1 0 1 0 0,-1 1-1 0 0,0-1 0 0 0,-1-3 0 0 0,0 4 23 0 0,-8 2 7 0 0,9-1-58 0 0,0 1 0 0 0,0 0 0 0 0,0 0-1 0 0,-1-1 1 0 0,1 1 0 0 0,0 0 0 0 0,0 0-1 0 0,0 0 1 0 0,0 0 0 0 0,0 0-1 0 0,0 1 1 0 0,-1-1 0 0 0,1 0 0 0 0,0 0-1 0 0,0 1 1 0 0,0-1 0 0 0,0 1 0 0 0,0-1-1 0 0,0 1 1 0 0,0-1 0 0 0,0 1 0 0 0,0 0-1 0 0,0-1 1 0 0,0 1 0 0 0,1 0 0 0 0,-1 0-1 0 0,0-1 1 0 0,0 1 0 0 0,1 0 0 0 0,-1 0-1 0 0,1 0 1 0 0,-1 0 0 0 0,0 0 0 0 0,1 0-1 0 0,0 0 1 0 0,-1 0 0 0 0,1 0-1 0 0,0 0 1 0 0,-1 2 0 0 0,1-1-18 0 0,-1-1 0 0 0,1 1-1 0 0,-1 0 1 0 0,1 0 0 0 0,0 0 0 0 0,0 0 0 0 0,-1 0-1 0 0,1 0 1 0 0,1-1 0 0 0,-1 1 0 0 0,0 0 0 0 0,0 0-1 0 0,1 0 1 0 0,-1 0 0 0 0,1 0 0 0 0,0-1 0 0 0,-1 1-1 0 0,1 0 1 0 0,0-1 0 0 0,0 1 0 0 0,0 0 0 0 0,0-1 0 0 0,0 1-1 0 0,1-1 1 0 0,-1 1 0 0 0,2 1 0 0 0,1-1-28 0 0,-1 0 0 0 0,1-1 1 0 0,0 1-1 0 0,-1-1 0 0 0,1 0 0 0 0,0 1 0 0 0,0-2 1 0 0,0 1-1 0 0,0 0 0 0 0,0-1 0 0 0,0 0 1 0 0,4 0-1 0 0,9-1-93 0 0,-1 0 0 0 0,1-1 0 0 0,0-1 0 0 0,-1-1 0 0 0,17-6 0 0 0,-19 5 135 0 0,0-1-1 0 0,0 0 1 0 0,-1-1 0 0 0,0 0 0 0 0,0-1 0 0 0,-1-1 0 0 0,0 0-1 0 0,0 0 1 0 0,-1-1 0 0 0,0-1 0 0 0,-1 0 0 0 0,0 0 0 0 0,-1-1 0 0 0,0 0-1 0 0,-1-1 1 0 0,0 0 0 0 0,-1 0 0 0 0,-1-1 0 0 0,0 1 0 0 0,-1-1-1 0 0,0-1 1 0 0,-1 1 0 0 0,-1-1 0 0 0,0 0 0 0 0,-1 1 0 0 0,0-18-1 0 0,-5-59 2323 0 0,3 89-1558 0 0,-2 3-747 0 0,0 0 0 0 0,0 1 0 0 0,0-1 0 0 0,1 0 0 0 0,-1 0 0 0 0,0 1 0 0 0,1-1 0 0 0,0 1 0 0 0,-1 0 0 0 0,1-1 0 0 0,0 1 0 0 0,-2 3 0 0 0,1-3 12 0 0,-1 3 5 0 0,-1 1-1 0 0,1-1 1 0 0,0 1-1 0 0,0 0 1 0 0,0-1-1 0 0,1 1 1 0 0,0 1-1 0 0,0-1 1 0 0,1 0-1 0 0,-2 11 1 0 0,-1 61 145 0 0,4-70-162 0 0,0 49-278 0 0,1 95-547 0 0,3-52-8051 0 0,-3-86 5535 0 0</inkml:trace>
</inkml:ink>
</file>

<file path=ppt/ink/ink4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7:57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88 504 0 0,'0'-3'243'0'0,"0"1"0"0"0,0-1 1 0 0,0 1-1 0 0,1-1 0 0 0,-1 1 0 0 0,1-1 1 0 0,-1 1-1 0 0,1-1 0 0 0,0 1 0 0 0,0 0 0 0 0,0-1 1 0 0,0 1-1 0 0,0 0 0 0 0,0 0 0 0 0,1 0 0 0 0,-1 0 1 0 0,1 0-1 0 0,-1 0 0 0 0,1 0 0 0 0,0 0 0 0 0,0 0 1 0 0,0 1-1 0 0,0-1 0 0 0,0 1 0 0 0,0 0 1 0 0,0-1-1 0 0,1 1 0 0 0,2-1 0 0 0,5-3 167 0 0,1 1 0 0 0,-1 0 0 0 0,1 0 0 0 0,21-4 1 0 0,-22 7-306 0 0,1 0 1 0 0,-1 1 0 0 0,1 0-1 0 0,-1 0 1 0 0,1 1 0 0 0,-1 0 0 0 0,1 1-1 0 0,-1 1 1 0 0,0-1 0 0 0,0 1 0 0 0,0 1-1 0 0,0 0 1 0 0,-1 1 0 0 0,1-1-1 0 0,-1 2 1 0 0,0-1 0 0 0,-1 1 0 0 0,0 1-1 0 0,1 0 1 0 0,-2 0 0 0 0,1 0 0 0 0,-1 1-1 0 0,0 0 1 0 0,-1 0 0 0 0,0 1-1 0 0,0 0 1 0 0,-1 0 0 0 0,0 0 0 0 0,-1 1-1 0 0,0 0 1 0 0,0-1 0 0 0,3 17 0 0 0,-6-20-46 0 0,0 0 1 0 0,0 0 0 0 0,0 0-1 0 0,-1 0 1 0 0,0 0 0 0 0,0 0-1 0 0,-1 0 1 0 0,1 0 0 0 0,-1 1-1 0 0,-1-2 1 0 0,1 1 0 0 0,-1 0-1 0 0,0 0 1 0 0,0 0 0 0 0,-1-1-1 0 0,0 1 1 0 0,0-1 0 0 0,0 0-1 0 0,0 0 1 0 0,-1 0 0 0 0,0 0-1 0 0,0-1 1 0 0,0 1 0 0 0,-1-1-1 0 0,1 0 1 0 0,-1-1 0 0 0,0 1-1 0 0,-6 3 1 0 0,10-7-21 0 0,0 1 0 0 0,1-1-1 0 0,-1 0 1 0 0,0 1 0 0 0,0-1 0 0 0,0 0 0 0 0,1 1-1 0 0,-1-1 1 0 0,0 0 0 0 0,0 0 0 0 0,0 1 0 0 0,0-1 0 0 0,0 0-1 0 0,0 0 1 0 0,1 0 0 0 0,-1 0 0 0 0,0-1 0 0 0,0 1-1 0 0,0 0 1 0 0,0 0 0 0 0,0 0 0 0 0,0-1 0 0 0,1 1-1 0 0,-1 0 1 0 0,0-1 0 0 0,0 1 0 0 0,0-1 0 0 0,1 1-1 0 0,-1-1 1 0 0,0 1 0 0 0,1-1 0 0 0,-1 0 0 0 0,0 1-1 0 0,1-1 1 0 0,-1 0 0 0 0,1 1 0 0 0,-1-1 0 0 0,1 0 0 0 0,-1 0-1 0 0,1 1 1 0 0,0-1 0 0 0,-1 0 0 0 0,1 0 0 0 0,0 0-1 0 0,0 0 1 0 0,-1 0 0 0 0,1 1 0 0 0,0-1 0 0 0,0 0-1 0 0,0 0 1 0 0,0-2 0 0 0,0-1 6 0 0,0-1-1 0 0,0 1 1 0 0,1 0 0 0 0,-1-1-1 0 0,1 1 1 0 0,0 0 0 0 0,0-1-1 0 0,2-3 1 0 0,6-10-206 0 0,2 0 0 0 0,0 1 0 0 0,1 0 1 0 0,1 1-1 0 0,1 1 0 0 0,0 0 0 0 0,1 1 0 0 0,24-19 0 0 0,22-5-3067 0 0,3 10-3633 0 0,-49 24 3589 0 0</inkml:trace>
</inkml:ink>
</file>

<file path=ppt/ink/ink4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7:58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193 302 636 0 0,'0'0'10432'0'0,"-5"1"-10249"0"0,-16 6 113 0 0,2 0 0 0 0,-1 2 0 0 0,1 0 0 0 0,0 1 0 0 0,1 1 0 0 0,1 1 0 0 0,-1 0 0 0 0,-17 18 0 0 0,34-29-257 0 0,1 4-4 0 0,0-5-38 0 0,0 1 1 0 0,0-1 0 0 0,0 0-1 0 0,0 0 1 0 0,0 0-1 0 0,-1 1 1 0 0,1-1 0 0 0,0 0-1 0 0,0 1 1 0 0,0-1-1 0 0,0 0 1 0 0,0 0-1 0 0,0 1 1 0 0,0-1 0 0 0,0 0-1 0 0,0 0 1 0 0,0 1-1 0 0,0-1 1 0 0,0 0-1 0 0,0 0 1 0 0,0 1 0 0 0,1-1-1 0 0,-1 0 1 0 0,0 0-1 0 0,0 1 1 0 0,0-1-1 0 0,0 0 1 0 0,0 0 0 0 0,1 1-1 0 0,-1-1 1 0 0,0 0-1 0 0,0 0 1 0 0,0 0 0 0 0,0 0-1 0 0,1 1 1 0 0,-1-1-1 0 0,6 1-74 0 0,0-1 0 0 0,0 0 0 0 0,0 0 0 0 0,0 0 0 0 0,0-1 0 0 0,0 0 0 0 0,-1 0 0 0 0,1-1-1 0 0,0 1 1 0 0,-1-1 0 0 0,11-5 0 0 0,25-5-370 0 0,-39 11 370 0 0,15-1-234 0 0,49 12 121 0 0,-50-6 131 0 0,1-1-1 0 0,29 1 0 0 0,-33-4 52 0 0,-1-1 0 0 0,0 0 0 0 0,1-1-1 0 0,-1 0 1 0 0,0-1 0 0 0,0-1 0 0 0,-1 0-1 0 0,1 0 1 0 0,-1-1 0 0 0,0 0 0 0 0,0-1-1 0 0,-1-1 1 0 0,1 0 0 0 0,-1 0-1 0 0,13-13 1 0 0,-9 7-21 0 0,-2-1 0 0 0,0-1 0 0 0,-1 1-1 0 0,0-2 1 0 0,-2 1 0 0 0,1-1 0 0 0,-2-1 0 0 0,0 0 0 0 0,9-31-1 0 0,-4 12 16 0 0,-7 19 179 0 0,0-1 0 0 0,-1 0 0 0 0,2-18 0 0 0,-3 11 562 0 0,-4 21-388 0 0,-1 7-129 0 0,-9 14-260 0 0,2-3 84 0 0,1 1-1 0 0,0 0 1 0 0,1 1 0 0 0,-7 27 0 0 0,-6 18 40 0 0,10-36-38 0 0,2 0 0 0 0,-7 42 0 0 0,8-31 17 0 0,5-33-41 0 0,0 0-2 0 0,-12 46 85 0 0,12-48-21 0 0,2-1-80 0 0,-1 0 1 0 0,0 0 0 0 0,0 0 0 0 0,0 0 0 0 0,1 0 0 0 0,-1 0 0 0 0,0 0-1 0 0,0 0 1 0 0,0 0 0 0 0,0 0 0 0 0,1 0 0 0 0,-1 0 0 0 0,0 0 0 0 0,0 0-1 0 0,0 0 1 0 0,1 0 0 0 0,-1 1 0 0 0,0-1 0 0 0,0 0 0 0 0,0 0 0 0 0,0 0-1 0 0,0 0 1 0 0,1 0 0 0 0,-1 0 0 0 0,0 1 0 0 0,0-1 0 0 0,0 0 0 0 0,0 0-1 0 0,0 0 1 0 0,0 0 0 0 0,0 1 0 0 0,1-1 0 0 0,-1 0 0 0 0,0 0 0 0 0,0 0 0 0 0,0 0-1 0 0,0 1 1 0 0,0-1 0 0 0,0 0 0 0 0,0 0 0 0 0,0 0 0 0 0,0 1 0 0 0,0-1-1 0 0,0 0 1 0 0,0 0 0 0 0,0 0 0 0 0,0 1 0 0 0,0-1 0 0 0,0 0 0 0 0,-1 0-1 0 0,1 0 1 0 0,0 0 0 0 0,0 1 0 0 0,0-1 0 0 0,0 0 0 0 0,0 0 0 0 0,0 0-1 0 0,0 0 1 0 0,0 1 0 0 0,-1-1 0 0 0,1 0 0 0 0,0 0 0 0 0,0 0 0 0 0,0 0-1 0 0,-1 0 1 0 0,25-10-5 0 0,67-35-443 0 0,-37 27 102 0 0,-52 18 316 0 0,48 20-145 0 0,-1 11 88 0 0,-43-26 95 0 0,0 0 0 0 0,0-1 0 0 0,0 0 0 0 0,1 0 0 0 0,0 0 0 0 0,-1-1 0 0 0,1 0 0 0 0,1-1 0 0 0,-1 1 0 0 0,0-1 0 0 0,1-1 0 0 0,-1 0 0 0 0,15 1 0 0 0,-15-2 77 0 0,-1-1 0 0 0,0 0 0 0 0,0 0 1 0 0,0-1-1 0 0,0 1 0 0 0,0-1 0 0 0,-1-1 1 0 0,11-5-1 0 0,-14 7 453 0 0,35-30 4600 0 0,-36 32-6550 0 0,0-1 1405 0 0,-1 0 1 0 0,1 0 0 0 0,-1 1 0 0 0,0-1-1 0 0,1 1 1 0 0,-1-1 0 0 0,1 0 0 0 0,-1 1 0 0 0,0-1-1 0 0,0 1 1 0 0,1-1 0 0 0,-1 1 0 0 0,0-1-1 0 0,0 1 1 0 0,1-1 0 0 0,-1 1 0 0 0,0-1-1 0 0,0 1 1 0 0,0-1 0 0 0,0 1 0 0 0,0 0 0 0 0,4 8-2457 0 0</inkml:trace>
</inkml:ink>
</file>

<file path=ppt/ink/ink4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7:58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13 1608 0 0,'0'0'4547'0'0,"-4"-8"-1814"0"0,2 3-4967 0 0</inkml:trace>
</inkml:ink>
</file>

<file path=ppt/ink/ink4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8:01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19 767 200 0 0,'0'0'745'0'0,"-18"26"4795"0"0,18-25-5448 0 0,0 0 1 0 0,0-1 0 0 0,0 1 0 0 0,0 0 0 0 0,0-1-1 0 0,-1 1 1 0 0,1 0 0 0 0,1-1 0 0 0,-1 1-1 0 0,0 0 1 0 0,0-1 0 0 0,0 1 0 0 0,0 0 0 0 0,0-1-1 0 0,1 1 1 0 0,-1 0 0 0 0,0-1 0 0 0,0 1-1 0 0,1-1 1 0 0,-1 1 0 0 0,1 0 0 0 0,-1-1 0 0 0,0 1-1 0 0,1-1 1 0 0,-1 1 0 0 0,1-1 0 0 0,-1 1 0 0 0,1-1-1 0 0,0 0 1 0 0,-1 1 0 0 0,1-1 0 0 0,-1 0-1 0 0,1 1 1 0 0,0-1 0 0 0,-1 0 0 0 0,1 0 0 0 0,-1 1-1 0 0,2-1 1 0 0,2 0 71 0 0,-1 0-1 0 0,1 0 0 0 0,-1 0 1 0 0,1-1-1 0 0,-1 0 1 0 0,1 1-1 0 0,-1-1 1 0 0,5-2-1 0 0,63-31 1081 0 0,-48 22-1068 0 0,-1-1 1 0 0,-1-1-1 0 0,0-1 1 0 0,-1-1-1 0 0,0-1 1 0 0,-2 0-1 0 0,0-2 1 0 0,-1 0-1 0 0,0-1 0 0 0,-2 0 1 0 0,16-28-1 0 0,-15 18-251 0 0,-1 0 0 0 0,-1-1 0 0 0,-2-1-1 0 0,-1 0 1 0 0,-2-1 0 0 0,-1 0 0 0 0,-1 0-1 0 0,3-69 1 0 0,-16 8-246 0 0,5 84 265 0 0,0 1 0 0 0,-1-1-1 0 0,-1 1 1 0 0,0 0 0 0 0,0 0 0 0 0,0 0 0 0 0,-9-14 0 0 0,12 22 45 0 0,-1 1 1 0 0,0-1-1 0 0,0 0 1 0 0,0 1-1 0 0,0-1 1 0 0,-1 1-1 0 0,1 0 0 0 0,0-1 1 0 0,0 1-1 0 0,0 0 1 0 0,0 0-1 0 0,0-1 1 0 0,0 1-1 0 0,0 0 1 0 0,-1 0-1 0 0,1 0 0 0 0,0 1 1 0 0,0-1-1 0 0,0 0 1 0 0,0 0-1 0 0,0 0 1 0 0,-1 1-1 0 0,1-1 1 0 0,0 1-1 0 0,0-1 0 0 0,0 1 1 0 0,0-1-1 0 0,0 1 1 0 0,0 0-1 0 0,1-1 1 0 0,-3 2-1 0 0,-30 23-51 0 0,17-7 34 0 0,1-1-1 0 0,0 2 1 0 0,2 0 0 0 0,0 0 0 0 0,1 1 0 0 0,1 1-1 0 0,1 0 1 0 0,-9 27 0 0 0,7-13 10 0 0,1 1 0 0 0,3 0 0 0 0,0 0 0 0 0,-3 51 0 0 0,8-5 27 0 0,8 99 0 0 0,12-63 31 0 0,-1-29 19 0 0,-16-86-61 0 0,4 25 198 0 0,-4-28-184 0 0,0 0 0 0 0,1 1 0 0 0,-1-1 0 0 0,0 0 0 0 0,0 0 0 0 0,0 1 0 0 0,1-1 0 0 0,-1 0 0 0 0,0 0 0 0 0,0 1 0 0 0,1-1 0 0 0,-1 0 0 0 0,0 0 0 0 0,1 0 0 0 0,-1 0 0 0 0,0 1 0 0 0,1-1 0 0 0,-1 0 0 0 0,0 0 0 0 0,1 0 0 0 0,-1 0 0 0 0,0 0 0 0 0,1 0 0 0 0,-1 0 0 0 0,0 0 0 0 0,1 0 0 0 0,-1 0 0 0 0,0 0 0 0 0,1 0 0 0 0,-1 0 0 0 0,0 0 0 0 0,1 0 0 0 0,-1 0 0 0 0,0 0 0 0 0,1-1 0 0 0,3-2 79 0 0,0 0-1 0 0,0 0 1 0 0,0 0-1 0 0,-1 0 1 0 0,1-1-1 0 0,4-6 1 0 0,-8 9-91 0 0,7-7-30 0 0,0 1 0 0 0,1-1 0 0 0,0 1 0 0 0,0 0-1 0 0,1 1 1 0 0,-1 0 0 0 0,1 0 0 0 0,1 1 0 0 0,-1 0 0 0 0,17-5 0 0 0,5-4-99 0 0,-26 14 115 0 0,0 0 0 0 0,0 1-1 0 0,0-1 1 0 0,0 1 0 0 0,0 0 0 0 0,0 0-1 0 0,0 0 1 0 0,0 1 0 0 0,8 4 0 0 0,26 11 0 0 0,2-2 1 0 0,-1-2 0 0 0,2-1 0 0 0,-1-2 0 0 0,68 7 0 0 0,-101-16 14 0 0,0-1 1 0 0,1 1-1 0 0,-1-1 1 0 0,0-1-1 0 0,1 0 0 0 0,-1 0 1 0 0,0 0-1 0 0,10-4 1 0 0,-15 4 14 0 0,1-1-1 0 0,-1 0 1 0 0,0 1 0 0 0,1-1 0 0 0,-1 0-1 0 0,0-1 1 0 0,0 1 0 0 0,-1 0 0 0 0,1-1-1 0 0,0 0 1 0 0,-1 1 0 0 0,0-1 0 0 0,1 0-1 0 0,-1 0 1 0 0,0-1 0 0 0,-1 1 0 0 0,1 0-1 0 0,0-1 1 0 0,-1 1 0 0 0,0-1 0 0 0,2-5-1 0 0,-1-24 147 0 0,-2 31-152 0 0,0 0-1 0 0,0-1 0 0 0,0 1 0 0 0,-1 0 0 0 0,1 0 0 0 0,-1 0 1 0 0,0 0-1 0 0,1 0 0 0 0,-1 0 0 0 0,0 1 0 0 0,0-1 0 0 0,0 0 1 0 0,0 0-1 0 0,-1 1 0 0 0,1-1 0 0 0,0 0 0 0 0,-1 1 0 0 0,1-1 1 0 0,-1 1-1 0 0,-3-3 0 0 0,0 3-8 0 0,-13-1 1 0 0,14 2-3 0 0,0 0 0 0 0,0 1-1 0 0,0-1 1 0 0,0 1 0 0 0,0 0-1 0 0,0 0 1 0 0,1 1 0 0 0,-1-1-1 0 0,0 1 1 0 0,-5 3 0 0 0,7-5-2 0 0,0 1 1 0 0,1 0-1 0 0,-1 0 1 0 0,0 0-1 0 0,1 0 1 0 0,-1 0-1 0 0,1 0 1 0 0,-1 1-1 0 0,1-1 1 0 0,-1 1-1 0 0,1-1 1 0 0,0 1-1 0 0,0-1 1 0 0,0 1-1 0 0,0-1 1 0 0,0 1-1 0 0,0 0 1 0 0,0 0-1 0 0,0 0 0 0 0,0 2 1 0 0,2-1-1 0 0,0 1 1 0 0,0-1-1 0 0,1 1 1 0 0,-1-1-1 0 0,1 0 0 0 0,0 0 1 0 0,0 0-1 0 0,0 0 1 0 0,0 0-1 0 0,1 0 1 0 0,-1 0-1 0 0,1-1 0 0 0,0 1 1 0 0,-1-1-1 0 0,1 1 1 0 0,0-1-1 0 0,0 0 0 0 0,1-1 1 0 0,-1 1-1 0 0,0 0 1 0 0,1-1-1 0 0,-1 0 1 0 0,1 0-1 0 0,-1 0 0 0 0,6 1 1 0 0,11 3-81 0 0,0-1 0 0 0,1 0 0 0 0,24 0 0 0 0,-26-4 87 0 0,1 0 1 0 0,-1-1-1 0 0,1-1 0 0 0,-1-1 0 0 0,0-1 0 0 0,0 0 1 0 0,0-1-1 0 0,0-2 0 0 0,-1 0 0 0 0,0 0 1 0 0,0-2-1 0 0,23-15 0 0 0,-39 23 301 0 0,1-1-119 0 0,0 0 1 0 0,0 1-1 0 0,0 0 0 0 0,1-1 0 0 0,-1 1 0 0 0,0 1 0 0 0,0-1 1 0 0,7 0-1 0 0,-16 23-726 0 0,4-16-118 0 0,-7 17-2293 0 0,0-8-2774 0 0</inkml:trace>
</inkml:ink>
</file>

<file path=ppt/ink/ink4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8:01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37 1136 0 0,'0'0'1161'0'0,"-3"-14"619"0"0,1 6 3454 0 0,1-3-4307 0 0,1 7-2953 0 0</inkml:trace>
</inkml:ink>
</file>

<file path=ppt/ink/ink4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8:02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0 60 0 0,'0'0'775'0'0,"-9"50"4191"0"0,7-39-4059 0 0,1 4 1808 0 0,11-19-908 0 0,11-9-2018 0 0,3-1 447 0 0,-18 10-188 0 0,0 0 1 0 0,0 1-1 0 0,0-1 1 0 0,0 1-1 0 0,1 0 0 0 0,-1 1 1 0 0,1 0-1 0 0,0 0 1 0 0,0 0-1 0 0,0 1 0 0 0,0 0 1 0 0,0 0-1 0 0,13 1 0 0 0,-17 0-42 0 0,-1 1-1 0 0,0 0 0 0 0,0 0 0 0 0,1 0 0 0 0,-1 0 1 0 0,0 1-1 0 0,0-1 0 0 0,0 1 0 0 0,0-1 1 0 0,0 1-1 0 0,0 0 0 0 0,-1-1 0 0 0,1 1 0 0 0,-1 0 1 0 0,1 0-1 0 0,-1 0 0 0 0,0 0 0 0 0,1 1 1 0 0,0 3-1 0 0,1-2-4 0 0,-1 1-1 0 0,0 0 1 0 0,-1 1 0 0 0,1-1 0 0 0,-1 0 0 0 0,0 0-1 0 0,0 8 1 0 0,6 33-7355 0 0</inkml:trace>
</inkml:ink>
</file>

<file path=ppt/ink/ink4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8:03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24138 0 0,'-7'35'6351'0'0</inkml:trace>
</inkml:ink>
</file>

<file path=ppt/ink/ink4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8:59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0 220 184 0 0,'0'0'6491'0'0,"0"-11"-1572"0"0,79 0-4388 0 0,99-1 0 0 0,-118 9-452 0 0,3-1-31 0 0,0 0 1 0 0,70 4 0 0 0,357 7-26 0 0,-310-8-4 0 0,86-6-67 0 0,22-5 277 0 0,1 0-167 0 0,416-7-37 0 0,-265 5 68 0 0,-1 14 44 0 0,230-34 199 0 0,-184 16 67 0 0,-153 4-57 0 0,53 10-103 0 0,-43 1-134 0 0,44-17 266 0 0,-180 13-254 0 0,-62 5 16 0 0,-34 1 9 0 0,54-4 416 0 0,79-4-225 0 0,-185 10-320 0 0,307 5 1264 0 0,46 2 833 0 0,-236-3-1151 0 0,-25-2 306 0 0,-147-3-1162 0 0,24-4 1008 0 0</inkml:trace>
</inkml:ink>
</file>

<file path=ppt/ink/ink4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8:59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1 0 228 0 0</inkml:trace>
</inkml:ink>
</file>

<file path=ppt/ink/ink4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9:02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17 888 0 0,'0'0'2662'0'0,"-7"-13"433"0"0,-1 10 2634 0 0,-8 18-5528 0 0,0-2-90 0 0,1 0 1 0 0,1 2 0 0 0,0-1-1 0 0,0 2 1 0 0,2 0-1 0 0,0 0 1 0 0,-15 28-1 0 0,5-3 207 0 0,23-40-308 0 0,-1 0 0 0 0,1 0 0 0 0,-1 0 0 0 0,1 0 0 0 0,0 0 0 0 0,0 0 0 0 0,0-1 0 0 0,-1 1 1 0 0,1 0-1 0 0,0 0 0 0 0,0-1 0 0 0,0 1 0 0 0,0 0 0 0 0,0-1 0 0 0,1 1 0 0 0,-1-1 0 0 0,0 1 0 0 0,0-1 0 0 0,0 0 0 0 0,0 0 0 0 0,0 1 0 0 0,1-1 0 0 0,-1 0 0 0 0,1 0 0 0 0,123-46-34 0 0,-116 45-36 0 0,1 0 1 0 0,-1 1 0 0 0,1 0-1 0 0,0 1 1 0 0,-1 0-1 0 0,1 0 1 0 0,-1 1-1 0 0,1 0 1 0 0,14 6-1 0 0,16 3 28 0 0,-27-9 168 0 0,1-1 0 0 0,-1 0 0 0 0,0 0 1 0 0,0-1-1 0 0,1-1 0 0 0,-1-1 0 0 0,0 1 1 0 0,0-2-1 0 0,0 0 0 0 0,0-1 0 0 0,-1 0 1 0 0,1-1-1 0 0,14-7 0 0 0,-25 10-56 0 0,0 1 1 0 0,0 0-1 0 0,-1-1 0 0 0,1 1 1 0 0,0-1-1 0 0,-1 0 0 0 0,1 0 0 0 0,-1 1 1 0 0,0-1-1 0 0,1 0 0 0 0,-1 0 1 0 0,0 0-1 0 0,0 0 0 0 0,0-1 0 0 0,-1 1 1 0 0,1 0-1 0 0,0 0 0 0 0,-1 0 1 0 0,1-3-1 0 0,-2-43 1217 0 0,0 40-1103 0 0,-10-12 633 0 0,6 12-3753 0 0</inkml:trace>
</inkml:ink>
</file>

<file path=ppt/ink/ink4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9:02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0 256 0 0,'0'0'3019'0'0,"-8"1"-2303"0"0,-33 8 559 0 0,39-8-1137 0 0,-1 0 0 0 0,1-1 1 0 0,-1 1-1 0 0,1 1 0 0 0,0-1 0 0 0,-1 0 0 0 0,1 0 0 0 0,0 1 0 0 0,0 0 1 0 0,0-1-1 0 0,0 1 0 0 0,0 0 0 0 0,0 0 0 0 0,0 0 0 0 0,1 0 1 0 0,-3 3-1 0 0,-3 8 560 0 0,6-12-640 0 0,0 0 1 0 0,0 1-1 0 0,0-1 0 0 0,0 0 1 0 0,0 0-1 0 0,0 1 0 0 0,1-1 1 0 0,-1 0-1 0 0,0 1 0 0 0,1-1 1 0 0,-1 1-1 0 0,1-1 1 0 0,0 1-1 0 0,-1-1 0 0 0,1 1 1 0 0,0-1-1 0 0,0 1 0 0 0,0-1 1 0 0,0 1-1 0 0,0-1 0 0 0,1 1 1 0 0,-1-1-1 0 0,0 1 0 0 0,1-1 1 0 0,-1 1-1 0 0,1-1 0 0 0,-1 1 1 0 0,1-1-1 0 0,0 0 1 0 0,-1 1-1 0 0,2 0 0 0 0,-1 0 67 0 0,1 0 0 0 0,-1-1-1 0 0,0 1 1 0 0,1-1 0 0 0,-1 1-1 0 0,1-1 1 0 0,-1 0 0 0 0,1 0-1 0 0,0 0 1 0 0,-1 0 0 0 0,1 0-1 0 0,0 0 1 0 0,0 0 0 0 0,0 0-1 0 0,0-1 1 0 0,0 1 0 0 0,-1-1-1 0 0,1 1 1 0 0,0-1 0 0 0,0 0 0 0 0,0 0-1 0 0,0 0 1 0 0,0 0 0 0 0,4-1-1 0 0,-3 1 158 0 0,10-34 972 0 0,-17 13-3157 0 0,-3 5-5942 0 0,2 7 4984 0 0</inkml:trace>
</inkml:ink>
</file>

<file path=ppt/ink/ink4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9:02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1 564 0 0,'5'0'213'0'0,"0"0"0"0"0,0 1 1 0 0,0 0-1 0 0,0 0 0 0 0,0 0 0 0 0,0 1 0 0 0,-1 0 1 0 0,1 0-1 0 0,0 0 0 0 0,-1 0 0 0 0,0 1 0 0 0,0 0 1 0 0,0 0-1 0 0,0 0 0 0 0,0 0 0 0 0,0 0 0 0 0,-1 1 1 0 0,1 0-1 0 0,-1 0 0 0 0,0 0 0 0 0,0 0 1 0 0,-1 0-1 0 0,1 0 0 0 0,-1 1 0 0 0,0-1 0 0 0,0 1 1 0 0,0 0-1 0 0,-1 0 0 0 0,0-1 0 0 0,1 7 0 0 0,-2-8-93 0 0,-1 0 0 0 0,0-1-1 0 0,0 1 1 0 0,0 0-1 0 0,0-1 1 0 0,0 1 0 0 0,0-1-1 0 0,-1 1 1 0 0,1-1-1 0 0,-1 0 1 0 0,0 1 0 0 0,1-1-1 0 0,-4 3 1 0 0,3-4 41 0 0,1 0 124 0 0,-4 5 59 0 0,1-8 1486 0 0,4-2-1827 0 0,0 1 1 0 0,0-1-1 0 0,0 0 1 0 0,0 1-1 0 0,0-1 1 0 0,1 1-1 0 0,-1-1 0 0 0,1 1 1 0 0,0-1-1 0 0,0 1 1 0 0,0-1-1 0 0,1 1 1 0 0,-1 0-1 0 0,1 0 1 0 0,0-1-1 0 0,0 1 1 0 0,0 1-1 0 0,0-1 1 0 0,1 0-1 0 0,-1 0 1 0 0,1 1-1 0 0,-1-1 1 0 0,1 1-1 0 0,3-2 0 0 0,4-4-1035 0 0,0 1 0 0 0,0 1-1 0 0,1-1 1 0 0,0 2 0 0 0,0 0-1 0 0,15-5 1 0 0,-12 5-1404 0 0</inkml:trace>
</inkml:ink>
</file>

<file path=ppt/ink/ink4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9:03.1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145 123 348 0 0,'7'6'5573'0'0,"-19"9"-4944"0"0,-15 28 1988 0 0,26-41-2408 0 0,11 25 706 0 0,-9-27-849 0 0,1 1 1 0 0,0 0-1 0 0,0-1 1 0 0,-1 1-1 0 0,1-1 0 0 0,0 1 1 0 0,0-1-1 0 0,0 0 1 0 0,0 0-1 0 0,-1 0 0 0 0,1 0 1 0 0,0 0-1 0 0,0 0 1 0 0,0-1-1 0 0,0 1 1 0 0,0-1-1 0 0,-1 1 0 0 0,1-1 1 0 0,0 1-1 0 0,0-1 1 0 0,-1 0-1 0 0,1 0 0 0 0,-1 0 1 0 0,1 0-1 0 0,-1 0 1 0 0,1 0-1 0 0,-1-1 0 0 0,1 1 1 0 0,-1 0-1 0 0,0-1 1 0 0,0 1-1 0 0,0-1 0 0 0,0 1 1 0 0,0-1-1 0 0,0 0 1 0 0,0 1-1 0 0,0-1 1 0 0,-1 0-1 0 0,1 0 0 0 0,-1 1 1 0 0,1-1-1 0 0,-1 0 1 0 0,0 0-1 0 0,0 0 0 0 0,1 0 1 0 0,-1 0-1 0 0,0 1 1 0 0,-1-1-1 0 0,1 0 0 0 0,-1-3 1 0 0,0-3 127 0 0,0 0 1 0 0,0 0-1 0 0,-1 0 0 0 0,0 0 1 0 0,0 0-1 0 0,-1 0 0 0 0,0 1 1 0 0,0-1-1 0 0,-1 1 0 0 0,0 0 1 0 0,-6-8-1 0 0,2 7-175 0 0,0 0-1 0 0,-1 1 1 0 0,0 0-1 0 0,0 0 0 0 0,-1 1 1 0 0,0 0-1 0 0,-11-5 1 0 0,15 8-238 0 0,-25 1-1231 0 0,13 6-757 0 0,12 6-4637 0 0,7 2 3782 0 0</inkml:trace>
</inkml:ink>
</file>

<file path=ppt/ink/ink4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9:04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0 248 704 0 0,'11'-8'9392'0'0,"14"-13"-6546"0"0,49-37-2625 0 0,-50 42-34 0 0,0 2 1 0 0,1 1 0 0 0,1 1-1 0 0,28-10 1 0 0,-41 18-186 0 0,-1 0 1 0 0,0 1-1 0 0,1 1 0 0 0,0 0 1 0 0,0 0-1 0 0,-1 1 0 0 0,1 1 1 0 0,0 0-1 0 0,0 1 1 0 0,0 1-1 0 0,17 3 0 0 0,-29-5-19 0 0,1 0 0 0 0,0 1-1 0 0,0-1 1 0 0,0 0 0 0 0,-1 1-1 0 0,1 0 1 0 0,0-1 0 0 0,0 1 0 0 0,-1 0-1 0 0,1 0 1 0 0,-1 0 0 0 0,1 0-1 0 0,-1 0 1 0 0,1 0 0 0 0,-1 0-1 0 0,1 0 1 0 0,-1 1 0 0 0,0-1-1 0 0,0 0 1 0 0,0 1 0 0 0,0-1 0 0 0,0 1-1 0 0,0 0 1 0 0,0-1 0 0 0,0 1-1 0 0,0 0 1 0 0,-1-1 0 0 0,1 1-1 0 0,-1 0 1 0 0,1 0 0 0 0,-1-1-1 0 0,0 1 1 0 0,0 0 0 0 0,0 0 0 0 0,0 0-1 0 0,0 0 1 0 0,0-1 0 0 0,0 1-1 0 0,-1 0 1 0 0,1 0 0 0 0,-1 0-1 0 0,1-1 1 0 0,-1 1 0 0 0,1 0-1 0 0,-1-1 1 0 0,0 1 0 0 0,-1 1 0 0 0,-2 3-10 0 0,1 0 0 0 0,-1 0 0 0 0,0-1 0 0 0,-1 0 1 0 0,1 0-1 0 0,-1 0 0 0 0,0 0 0 0 0,-1-1 1 0 0,1 0-1 0 0,-1 0 0 0 0,-8 4 0 0 0,-19 6-135 0 0,48-26-337 0 0,7 1 289 0 0,2 0-1 0 0,-1 1 1 0 0,1 1-1 0 0,1 2 0 0 0,-1 0 1 0 0,29-3-1 0 0,25-8-117 0 0,73-37 478 0 0,-150 55-125 0 0,0 0 0 0 0,0 0 0 0 0,-1-1-1 0 0,1 1 1 0 0,0 0 0 0 0,-1-1 0 0 0,1 1 0 0 0,0 0-1 0 0,-1-1 1 0 0,1 1 0 0 0,-1 0 0 0 0,1-1-1 0 0,0 1 1 0 0,-1-1 0 0 0,1 0 0 0 0,-1 1 0 0 0,1-1-1 0 0,-1 1 1 0 0,0-1 0 0 0,1 0 0 0 0,-1 1-1 0 0,1-2 1 0 0,-11-6 298 0 0,-20 1-156 0 0,16 8-125 0 0,1 0 0 0 0,0 0 0 0 0,0 1 0 0 0,-16 6 0 0 0,25-8-33 0 0,0 1 0 0 0,0 1 0 0 0,0-1 0 0 0,0 1 0 0 0,1-1 1 0 0,-1 1-1 0 0,1 0 0 0 0,-1 0 0 0 0,1 0 0 0 0,0 1 0 0 0,0-1 1 0 0,0 1-1 0 0,0 0 0 0 0,0 0 0 0 0,0 0 0 0 0,1 0 0 0 0,-4 6 0 0 0,6-7-7 0 0,-1 0 0 0 0,1-1 0 0 0,0 1-1 0 0,0 0 1 0 0,0 0 0 0 0,0-1 0 0 0,1 1-1 0 0,-1 0 1 0 0,0-1 0 0 0,1 1 0 0 0,-1 0-1 0 0,1-1 1 0 0,0 1 0 0 0,-1 0 0 0 0,1-1 0 0 0,0 1-1 0 0,0-1 1 0 0,0 1 0 0 0,0-1 0 0 0,0 0-1 0 0,0 1 1 0 0,1-1 0 0 0,-1 0 0 0 0,0 0-1 0 0,1 0 1 0 0,-1 0 0 0 0,0 0 0 0 0,1 0-1 0 0,-1 0 1 0 0,1 0 0 0 0,0-1 0 0 0,-1 1-1 0 0,3 0 1 0 0,60 21-364 0 0,-60-21 297 0 0,13 3-195 0 0,0-1-1 0 0,-1-1 1 0 0,1 0-1 0 0,0-1 1 0 0,0-1-1 0 0,0-1 1 0 0,0 0 0 0 0,0-1-1 0 0,-1-1 1 0 0,18-5-1 0 0,-10 1-98 0 0,0-2-1 0 0,-1 0 0 0 0,-1-1 0 0 0,0-2 0 0 0,0 0 1 0 0,24-18-1 0 0,-43 27 481 0 0,1 1 0 0 0,-1 0 0 0 0,0-1 0 0 0,0 0 0 0 0,0 1 0 0 0,-1-1 1 0 0,1 0-1 0 0,-1-1 0 0 0,1 1 0 0 0,-1 0 0 0 0,2-5 0 0 0,1-26 3840 0 0,-5 32-2314 0 0,-4 4-1613 0 0,-4 3-11 0 0,-1 0-2 0 0,0 1 0 0 0,1-1 0 0 0,0 1 1 0 0,0 1-1 0 0,0-1 0 0 0,1 1 0 0 0,0 1 0 0 0,0-1 1 0 0,-10 17-1 0 0,15-21-20 0 0,1 0 1 0 0,0 0-1 0 0,0 0 1 0 0,0 0-1 0 0,1 0 0 0 0,-1 1 1 0 0,1-1-1 0 0,-1 0 1 0 0,1 1-1 0 0,0-1 0 0 0,0 0 1 0 0,1 1-1 0 0,-1-1 1 0 0,1 0-1 0 0,0 0 0 0 0,0 1 1 0 0,0-1-1 0 0,0 0 1 0 0,0 0-1 0 0,0 0 0 0 0,1 0 1 0 0,0 0-1 0 0,-1-1 1 0 0,5 5-1 0 0,-1 3 14 0 0,4 0-3 0 0,-6-7-12 0 0,0-1 0 0 0,-1 1 0 0 0,0-1 0 0 0,0 1 0 0 0,1 0 0 0 0,-2 0 0 0 0,1 0 0 0 0,2 6 0 0 0,-4-7-1 0 0,0 1 0 0 0,0-1-1 0 0,0 1 1 0 0,0-1 0 0 0,-1 0 0 0 0,1 1 0 0 0,-1-1 0 0 0,0 1 0 0 0,1-1-1 0 0,-1 0 1 0 0,0 1 0 0 0,-1-1 0 0 0,1 0 0 0 0,0 0 0 0 0,-1 0 0 0 0,1 0-1 0 0,-1 0 1 0 0,1 0 0 0 0,-1 0 0 0 0,0-1 0 0 0,-2 3 0 0 0,-48 28-3 0 0,36-23 16 0 0,13-7-457 0 0,-34 18 1307 0 0,23-16-3288 0 0,3-2-4059 0 0</inkml:trace>
</inkml:ink>
</file>

<file path=ppt/ink/ink4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9:06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1 664 0 0,'0'0'9973'0'0,"-4"4"-9836"0"0,-2 4 12 0 0,1 2 0 0 0,0-1-1 0 0,0 0 1 0 0,1 1 0 0 0,0 0-1 0 0,0 0 1 0 0,1 1 0 0 0,1-1-1 0 0,0 0 1 0 0,0 1 0 0 0,1 0-1 0 0,0-1 1 0 0,1 12 0 0 0,0-20-101 0 0,19 24 328 0 0,-16-26-361 0 0,0 0 0 0 0,0 0 0 0 0,0 0 0 0 0,0 0 0 0 0,0-1 0 0 0,0 1 0 0 0,0-1 0 0 0,0 0 0 0 0,0 0 0 0 0,0 0 0 0 0,0-1-1 0 0,0 1 1 0 0,-1-1 0 0 0,1 1 0 0 0,0-1 0 0 0,3-3 0 0 0,36-41 106 0 0,-25 25-61 0 0,-15 20-50 0 0,-2 0-17 0 0,0 0-1 0 0,0 1 0 0 0,0-1 1 0 0,0 1-1 0 0,0-1 1 0 0,0 0-1 0 0,1 1 0 0 0,-1-1 1 0 0,0 1-1 0 0,0-1 1 0 0,1 1-1 0 0,-1-1 0 0 0,0 0 1 0 0,1 1-1 0 0,-1-1 1 0 0,1 1-1 0 0,-1 0 0 0 0,0-1 1 0 0,1 1-1 0 0,-1-1 1 0 0,1 1-1 0 0,-1 0 0 0 0,1-1 1 0 0,0 1-1 0 0,-1 0 1 0 0,1 0-1 0 0,-1-1 0 0 0,1 1 1 0 0,0 0-1 0 0,-1 0 0 0 0,1 0 1 0 0,-1 0-1 0 0,1 0 1 0 0,0 0-1 0 0,-1 0 0 0 0,1 0 1 0 0,-1 0-1 0 0,1 0 1 0 0,1 0-1 0 0,31 7-395 0 0,-20-4 379 0 0,14 0-139 0 0,-1 0 0 0 0,1-2 0 0 0,0-1 0 0 0,0-1 0 0 0,35-7 0 0 0,-56 7 140 0 0,0-1 0 0 0,0 0-1 0 0,0-1 1 0 0,0 1-1 0 0,-1-1 1 0 0,1 0 0 0 0,-1-1-1 0 0,0 1 1 0 0,0-1 0 0 0,0 0-1 0 0,7-8 1 0 0,-11 11 49 0 0,1-3-18 0 0,-2-2-7 0 0,-13-8 17 0 0,12 13-22 0 0,0 0 0 0 0,0 1-1 0 0,0-1 1 0 0,-1 1 0 0 0,1-1 0 0 0,0 1 0 0 0,0 0-1 0 0,0-1 1 0 0,-1 1 0 0 0,1 0 0 0 0,0 0 0 0 0,0 0-1 0 0,-1 0 1 0 0,1 0 0 0 0,0 0 0 0 0,0 0 0 0 0,-1 1-1 0 0,1-1 1 0 0,0 0 0 0 0,0 1 0 0 0,0-1-1 0 0,-1 1 1 0 0,1-1 0 0 0,0 1 0 0 0,0-1 0 0 0,0 1-1 0 0,0 0 1 0 0,0 0 0 0 0,0 0 0 0 0,0-1 0 0 0,-1 3-1 0 0,1-1-8 0 0,-7 11-64 0 0,9-11 63 0 0,-1 0 1 0 0,0 0 0 0 0,0 0 0 0 0,1 0-1 0 0,-1 0 1 0 0,1 0 0 0 0,-1 0 0 0 0,1 0-1 0 0,0 0 1 0 0,0-1 0 0 0,0 1 0 0 0,0 0-1 0 0,0 0 1 0 0,0-1 0 0 0,1 1 0 0 0,-1-1-1 0 0,0 1 1 0 0,1-1 0 0 0,-1 0 0 0 0,1 1-1 0 0,0-1 1 0 0,-1 0 0 0 0,1 0 0 0 0,0 0-1 0 0,0 0 1 0 0,-1 0 0 0 0,1-1 0 0 0,0 1-1 0 0,0 0 1 0 0,0-1 0 0 0,0 0 0 0 0,0 1-1 0 0,0-1 1 0 0,0 0 0 0 0,0 0 0 0 0,3 0-1 0 0,9-2 27 0 0,-1 1 0 0 0,1-2 0 0 0,-1 0 0 0 0,22-8-1 0 0,-1 1 135 0 0,-29 9-102 0 0,1 0 0 0 0,-1 0 0 0 0,0 1 0 0 0,1 0 0 0 0,-1 0 0 0 0,1 1 0 0 0,-1-1 0 0 0,0 1-1 0 0,0 0 1 0 0,1 1 0 0 0,4 1 0 0 0,-8-2-7 0 0,-2 0-71 0 0,1-1 0 0 0,-1 1 1 0 0,1 0-1 0 0,0 0 0 0 0,-1-1 0 0 0,1 1 0 0 0,0 0 0 0 0,0-1 1 0 0,-1 1-1 0 0,1-1 0 0 0,0 1 0 0 0,0-1 0 0 0,0 1 0 0 0,0-1 1 0 0,0 1-1 0 0,-1-1 0 0 0,1 0 0 0 0,0 0 0 0 0,0 1 0 0 0,0-1 0 0 0,0 0 1 0 0,0 0-1 0 0,1 0 0 0 0,19 2-1199 0 0,-6-3 577 0 0,-1 0 0 0 0,1-1 0 0 0,-1-1 0 0 0,0 0 0 0 0,22-9 0 0 0,2 0 1372 0 0,-36 12-320 0 0,8-1 4870 0 0,-10 3-5257 0 0,0 0-1 0 0,0 0 1 0 0,1 0 0 0 0,-1 0-1 0 0,1 0 1 0 0,-1 0-1 0 0,1 0 1 0 0,0 0-1 0 0,0 0 1 0 0,0 0-1 0 0,0-1 1 0 0,0 1-1 0 0,0 0 1 0 0,0-1-1 0 0,0 1 1 0 0,1 0-1 0 0,-1-1 1 0 0,1 0-1 0 0,-1 1 1 0 0,1-1-1 0 0,0 0 1 0 0,-1 0-1 0 0,1 0 1 0 0,0 0-1 0 0,0 0 1 0 0,0 0-1 0 0,0-1 1 0 0,-1 1-1 0 0,1 0 1 0 0,0-1-1 0 0,0 0 1 0 0,4 1-1 0 0,4 1 61 0 0,0 0-1 0 0,0 0 0 0 0,0-1 0 0 0,0 0 1 0 0,1-1-1 0 0,-1 0 0 0 0,0-1 0 0 0,0 0 0 0 0,0 0 1 0 0,0-1-1 0 0,0-1 0 0 0,0 1 0 0 0,0-2 0 0 0,-1 1 1 0 0,16-9-1 0 0,-8-1 2347 0 0,-6 6-734 0 0,6 25-4508 0 0,-16-16 2044 0 0,1 1-206 0 0,19 6-8908 0 0</inkml:trace>
</inkml:ink>
</file>

<file path=ppt/ink/ink4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9:06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0 0 288 0 0</inkml:trace>
</inkml:ink>
</file>

<file path=ppt/ink/ink4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9:09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0 334 560 0 0,'0'0'8955'0'0,"10"-7"-7724"0"0,3 3-1016 0 0,0-1 0 0 0,-1 0 0 0 0,0-1 0 0 0,0-1 0 0 0,20-14 0 0 0,56-46 434 0 0,-84 63-604 0 0,9-7 103 0 0,0-1-1 0 0,-1-1 1 0 0,0 0 0 0 0,16-25 0 0 0,-22 30-20 0 0,-1-1 0 0 0,0 1 0 0 0,-1-1 1 0 0,0 0-1 0 0,0 0 0 0 0,-1-1 0 0 0,0 1 0 0 0,-1-1 0 0 0,2-14 1 0 0,0 9 305 0 0,-35 90-344 0 0,9-25-8 0 0,3 0-1 0 0,-20 79 0 0 0,14 13 40 0 0,-17 71-576 0 0,41-207-99 0 0,-12 28-679 0 0,12-33 836 0 0,1 0 1 0 0,-1 0-1 0 0,0 0 1 0 0,1-1-1 0 0,-1 1 1 0 0,0 0-1 0 0,0-1 1 0 0,0 1-1 0 0,1-1 1 0 0,-1 1-1 0 0,0-1 1 0 0,0 1 0 0 0,0-1-1 0 0,0 1 1 0 0,0-1-1 0 0,0 0 1 0 0,0 0-1 0 0,0 1 1 0 0,0-1-1 0 0,-2 0 1 0 0</inkml:trace>
</inkml:ink>
</file>

<file path=ppt/ink/ink4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9:10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0 146 752 0 0,'0'0'2540'0'0,"18"-1"-1028"0"0,49-4-416 0 0,-1-3 1 0 0,0-3 0 0 0,103-30-1 0 0,-54 12-168 0 0,1-5 588 0 0,-115 34-1247 0 0,11 0 706 0 0,-48 10-293 0 0,33-8-675 0 0,1-1 0 0 0,0 0 1 0 0,-1 1-1 0 0,1 0 0 0 0,0 0 0 0 0,0-1 0 0 0,0 1 1 0 0,0 0-1 0 0,0 0 0 0 0,1 1 0 0 0,-1-1 1 0 0,1 0-1 0 0,-1 1 0 0 0,1-1 0 0 0,0 1 0 0 0,-2 3 1 0 0,3-4-9 0 0,26 25 34 0 0,-24-27 1 0 0,-1 1 0 0 0,1-1 0 0 0,-1 1 0 0 0,1-1 0 0 0,-1 0 0 0 0,1 0 0 0 0,-1 0 0 0 0,1 0 0 0 0,-1 0 0 0 0,1 0 0 0 0,0 0 0 0 0,-1 0 0 0 0,1-1 0 0 0,-1 1 0 0 0,1 0 0 0 0,-1-1 0 0 0,0 0 0 0 0,1 1 0 0 0,-1-1 0 0 0,1 0 0 0 0,-1 1 0 0 0,0-1 0 0 0,0 0 0 0 0,1 0 0 0 0,-1 0 0 0 0,0 0 0 0 0,0 0 0 0 0,0-1 0 0 0,0 1 0 0 0,0 0 0 0 0,0 0 1 0 0,-1-1-1 0 0,1 1 0 0 0,0 0 0 0 0,-1-1 0 0 0,1 1 0 0 0,-1-1 0 0 0,1 1 0 0 0,-1-3 0 0 0,1 1-91 0 0,0 1 1 0 0,-1-1 0 0 0,0 1-1 0 0,0-1 1 0 0,0 0 0 0 0,0 1-1 0 0,0-1 1 0 0,0 0-1 0 0,-1 1 1 0 0,-1-5 0 0 0,2 5-269 0 0,-1 0 0 0 0,0 0 0 0 0,0 0 0 0 0,0 0 0 0 0,0 0 0 0 0,0 1 0 0 0,0-1 0 0 0,0 0 0 0 0,-1 1 0 0 0,1-1 0 0 0,-1 1 0 0 0,1-1 0 0 0,-1 1 0 0 0,-2-2 1 0 0,-5-3-3303 0 0</inkml:trace>
</inkml:ink>
</file>

<file path=ppt/ink/ink4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9:10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12 660 0 0,'4'0'363'0'0,"0"0"0"0"0,0 0 1 0 0,0 0-1 0 0,0 1 0 0 0,-1-1 0 0 0,1 1 0 0 0,0 0 0 0 0,0 0 1 0 0,-1 1-1 0 0,1-1 0 0 0,-1 1 0 0 0,1 0 0 0 0,-1 0 1 0 0,0 0-1 0 0,1 0 0 0 0,-1 1 0 0 0,0-1 0 0 0,-1 1 0 0 0,1-1 1 0 0,3 6-1 0 0,-4-6-130 0 0,3 4 435 0 0,-5-5-582 0 0,0 0 0 0 0,1-1 0 0 0,-1 1 0 0 0,0-1-1 0 0,0 1 1 0 0,1 0 0 0 0,-1-1 0 0 0,0 1 0 0 0,1-1 0 0 0,-1 1-1 0 0,1-1 1 0 0,-1 1 0 0 0,0-1 0 0 0,1 0 0 0 0,-1 1 0 0 0,1-1-1 0 0,-1 1 1 0 0,1-1 0 0 0,0 0 0 0 0,-1 0 0 0 0,1 1 0 0 0,-1-1-1 0 0,1 0 1 0 0,-1 0 0 0 0,1 0 0 0 0,0 1 0 0 0,34-29-977 0 0,4-3-5284 0 0,-31 23 3679 0 0</inkml:trace>
</inkml:ink>
</file>

<file path=ppt/ink/ink4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9:11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 0 0,'27'30'4929'0'0,"-26"-27"-4797"0"0,0-1-1 0 0,0 1 1 0 0,0-1-1 0 0,0 1 1 0 0,0 0-1 0 0,-1-1 1 0 0,1 1 0 0 0,-1 0-1 0 0,1-1 1 0 0,-1 1-1 0 0,0 0 1 0 0,0 0-1 0 0,0-1 1 0 0,-1 1-1 0 0,1 0 1 0 0,-1 0-1 0 0,1-1 1 0 0,-1 1 0 0 0,0-1-1 0 0,0 1 1 0 0,0-1-1 0 0,-4 7 1623 0 0,11-13-1673 0 0,2-2-12 0 0,1 1 1 0 0,-1-1 0 0 0,1 1 0 0 0,0 1 0 0 0,1 0-1 0 0,-1 0 1 0 0,1 1 0 0 0,0 0 0 0 0,0 1 0 0 0,0 0-1 0 0,0 0 1 0 0,0 1 0 0 0,0 0 0 0 0,0 1 0 0 0,1 0 0 0 0,19 4-1 0 0,-4 1 222 0 0,45 7 1251 0 0,-70-12-1493 0 0,2 0-155 0 0,-1 0 1 0 0,0 0-1 0 0,0 0 0 0 0,0 0 1 0 0,0 0-1 0 0,0-1 0 0 0,0 1 1 0 0,0-1-1 0 0,0 1 0 0 0,0-1 1 0 0,0 0-1 0 0,2-1 1 0 0,5-1-5691 0 0</inkml:trace>
</inkml:ink>
</file>

<file path=ppt/ink/ink4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9:11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1 316 0 0,'-2'1'10175'0'0,"-27"6"-10085"0"0,20-5 118 0 0,-1 1 0 0 0,1 0 1 0 0,0 1-1 0 0,0-1 0 0 0,0 2 0 0 0,0-1 0 0 0,-8 7 0 0 0,16-10-89 0 0,-3 2 40 0 0,4-3-146 0 0,-1 0 1 0 0,1 0 0 0 0,0 0 0 0 0,-1 0-1 0 0,1 0 1 0 0,0 0 0 0 0,0 0-1 0 0,-1 0 1 0 0,1 0 0 0 0,0 0 0 0 0,-1 0-1 0 0,1 1 1 0 0,0-1 0 0 0,0 0-1 0 0,-1 0 1 0 0,1 0 0 0 0,0 0 0 0 0,0 1-1 0 0,0-1 1 0 0,-1 0 0 0 0,1 0 0 0 0,0 1-1 0 0,0-1 1 0 0,0 0 0 0 0,0 0-1 0 0,-1 1 1 0 0,1-1 0 0 0,0 0 0 0 0,0 1-1 0 0,0-1 1 0 0,0 0 0 0 0,0 0-1 0 0,0 1 1 0 0,0-1 0 0 0,0 0 0 0 0,0 1-1 0 0,0-1 1 0 0,0 0 0 0 0,0 1 0 0 0,3 2 28 0 0,1-1 1 0 0,0 1-1 0 0,-1-1 1 0 0,1 0-1 0 0,0 0 1 0 0,0 0-1 0 0,0 0 1 0 0,0-1-1 0 0,1 0 1 0 0,-1 0-1 0 0,0 0 1 0 0,0 0-1 0 0,1-1 1 0 0,6 1-1 0 0,79-1 215 0 0,-56-1-407 0 0,25 2-1524 0 0,-8 0-4991 0 0</inkml:trace>
</inkml:ink>
</file>

<file path=ppt/ink/ink4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9:14.5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12 256 0 0,'0'0'987'0'0,"11"-12"8300"0"0,3 29-9003 0 0,0 1-1 0 0,-2 0 0 0 0,18 34 1 0 0,-17-28 61 0 0,1-1 0 0 0,23 30 0 0 0,-36-51-163 0 0,1 0 174 0 0,-2-2-301 0 0,0 0 1 0 0,0 0 0 0 0,0 0-1 0 0,0 1 1 0 0,0-1 0 0 0,0 0-1 0 0,0 0 1 0 0,0 0-1 0 0,0 0 1 0 0,0 0 0 0 0,0 1-1 0 0,1-1 1 0 0,-1 0 0 0 0,0 0-1 0 0,0 0 1 0 0,0 0 0 0 0,0 0-1 0 0,0 0 1 0 0,0 1 0 0 0,0-1-1 0 0,1 0 1 0 0,-1 0 0 0 0,0 0-1 0 0,0 0 1 0 0,0 0 0 0 0,0 0-1 0 0,0 0 1 0 0,1 0 0 0 0,-1 0-1 0 0,0 0 1 0 0,0 0-1 0 0,0 0 1 0 0,0 0 0 0 0,0 0-1 0 0,1 0 1 0 0,-1 0 0 0 0,0 0-1 0 0,0 0 1 0 0,0 0 0 0 0,0 0-1 0 0,1 0 1 0 0,-1 0 0 0 0,0 0-1 0 0,0 0 1 0 0,0 0 0 0 0,0 0-1 0 0,0 0 1 0 0,1 0 0 0 0,-1 0-1 0 0,0 0 1 0 0,0-1-1 0 0,0 1 1 0 0,9-8 151 0 0,0-1 0 0 0,-1 0 0 0 0,0 0-1 0 0,-1-1 1 0 0,0 0 0 0 0,10-19 0 0 0,8-10-549 0 0,-20 32 23 0 0,0-1-193 0 0,0 1-1 0 0,1-1 0 0 0,0 1 1 0 0,13-11-1 0 0,-16 15-456 0 0,0 1 0 0 0,0 0 0 0 0,1 0 0 0 0,-1 0-1 0 0,1 1 1 0 0,-1-1 0 0 0,1 1 0 0 0,7-2 0 0 0,0 1-2231 0 0</inkml:trace>
</inkml:ink>
</file>

<file path=ppt/ink/ink4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9:15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39 242 168 0 0,'0'0'1449'0'0,"40"-26"4837"0"0,-39 24-5868 0 0,1-12 1376 0 0,-3-3-749 0 0,0 14-922 0 0,0 2-102 0 0,-1 1 0 0 0,1-1 0 0 0,0 1 0 0 0,-1 0 0 0 0,1-1 0 0 0,0 1 0 0 0,-1 0 0 0 0,1 0 0 0 0,0 0 0 0 0,-1 0 0 0 0,1 0 0 0 0,0 0 0 0 0,-1 0 0 0 0,1 1 0 0 0,0-1 0 0 0,-1 0 0 0 0,1 1-1 0 0,-2 0 1 0 0,-27 8 176 0 0,28-8-191 0 0,0 1 0 0 0,0-1 0 0 0,1 1-1 0 0,-1-1 1 0 0,1 1 0 0 0,-1 0 0 0 0,1 0-1 0 0,0 0 1 0 0,0 0 0 0 0,-1 0 0 0 0,1 0-1 0 0,1 0 1 0 0,-1 0 0 0 0,0 0 0 0 0,0 0-1 0 0,1 0 1 0 0,-1 1 0 0 0,1-1 0 0 0,0 0-1 0 0,0 0 1 0 0,0 1 0 0 0,0-1 0 0 0,0 0-1 0 0,0 0 1 0 0,0 1 0 0 0,1-1 0 0 0,-1 0-1 0 0,1 0 1 0 0,0 0 0 0 0,-1 1 0 0 0,1-1-1 0 0,0 0 1 0 0,0 0 0 0 0,1 0 0 0 0,-1-1-1 0 0,0 1 1 0 0,1 0 0 0 0,-1 0 0 0 0,1-1-1 0 0,-1 1 1 0 0,4 1 0 0 0,2 5-115 0 0,0-2 0 0 0,1 1-1 0 0,0-1 1 0 0,0 0 0 0 0,1 0 0 0 0,-1-1 0 0 0,1-1 0 0 0,11 5 0 0 0,-17-8 30 0 0,1 0 1 0 0,-1 0 0 0 0,1 0-1 0 0,0-1 1 0 0,0 1-1 0 0,-1-1 1 0 0,1 0 0 0 0,0 0-1 0 0,0 0 1 0 0,-1 0 0 0 0,1-1-1 0 0,0 0 1 0 0,-1 1-1 0 0,1-2 1 0 0,0 1 0 0 0,-1 0-1 0 0,1-1 1 0 0,-1 1-1 0 0,0-1 1 0 0,0 0 0 0 0,1 0-1 0 0,-1 0 1 0 0,0 0 0 0 0,4-5-1 0 0,3-4 72 0 0,1 1 0 0 0,0 1 0 0 0,1 0 0 0 0,0 0 1 0 0,0 1-1 0 0,21-10 0 0 0,-30 17 16 0 0,0 0 0 0 0,1 0 0 0 0,-1 0-1 0 0,1 0 1 0 0,-1 0 0 0 0,1 0 0 0 0,-1 1 0 0 0,1 0 0 0 0,0 0 0 0 0,-1 0 0 0 0,1 0 0 0 0,-1 0 0 0 0,1 1 0 0 0,-1 0 0 0 0,1 0 0 0 0,-1 0 0 0 0,1 0 0 0 0,-1 0 0 0 0,0 0 0 0 0,1 1 0 0 0,-1 0-1 0 0,0 0 1 0 0,0 0 0 0 0,0 0 0 0 0,-1 0 0 0 0,1 0 0 0 0,0 1 0 0 0,-1-1 0 0 0,1 1 0 0 0,-1 0 0 0 0,0 0 0 0 0,2 4 0 0 0,-1-2-6 0 0,0 1 1 0 0,0 0 0 0 0,-1-1-1 0 0,0 1 1 0 0,0 0-1 0 0,1 7 1 0 0,0 0 34 0 0,-2-11-23 0 0,4-5 28 0 0,0-1 0 0 0,1 1 0 0 0,-2-1 0 0 0,1 0 0 0 0,0 0 0 0 0,-1 0 1 0 0,1-1-1 0 0,-1 1 0 0 0,0-1 0 0 0,-1 0 0 0 0,1 0 0 0 0,-1-1 0 0 0,3-6 0 0 0,44-87 12 0 0,-48 93-25 0 0,65-153 2163 0 0,-79 182-1555 0 0,2 1 0 0 0,-7 25 0 0 0,13-38-676 0 0,1 0 0 0 0,1 0 0 0 0,0 0 0 0 0,0 0 0 0 0,1 0 1 0 0,1 0-1 0 0,0 1 0 0 0,0-1 0 0 0,3 12 0 0 0,-2-20 26 0 0,0-1 0 0 0,0 0 0 0 0,0 1-1 0 0,0-1 1 0 0,0 0 0 0 0,1 0 0 0 0,-1 0 0 0 0,1 0-1 0 0,-1-1 1 0 0,1 1 0 0 0,0 0 0 0 0,0-1 0 0 0,0 1-1 0 0,0-1 1 0 0,4 3 0 0 0,40 18-94 0 0,-21-10 9 0 0,-19-7 58 0 0,-5-4 30 0 0,0 0 1 0 0,0 0-1 0 0,0 0 0 0 0,1 0 1 0 0,-1 0-1 0 0,0 0 0 0 0,0-1 1 0 0,1 1-1 0 0,-1 0 0 0 0,1-1 1 0 0,-1 1-1 0 0,1-1 0 0 0,-1 1 1 0 0,3-1-1 0 0,-5 6-12 0 0,1-5 21 0 0,0 0-1 0 0,0 0 1 0 0,0-1 0 0 0,0 1-1 0 0,0 0 1 0 0,0 0 0 0 0,0-1 0 0 0,0 1-1 0 0,0 0 1 0 0,-1 0 0 0 0,1-1-1 0 0,0 1 1 0 0,0 0 0 0 0,-1 0-1 0 0,1-1 1 0 0,0 1 0 0 0,-1 0-1 0 0,1-1 1 0 0,-1 1 0 0 0,0 0 0 0 0,-9 5-280 0 0,-1-1 1 0 0,0 0 0 0 0,0-1 0 0 0,0-1 0 0 0,-1 0 0 0 0,-13 2-1 0 0,22-4-724 0 0,-15-3-4118 0 0,15 2 2174 0 0</inkml:trace>
</inkml:ink>
</file>

<file path=ppt/ink/ink4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9:16.8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 48 252 0 0,'0'0'2572'0'0,"-24"-34"2032"0"0,16 31-4299 0 0,0 1 0 0 0,-1-1 0 0 0,1 2 0 0 0,0-1 0 0 0,-1 1 1 0 0,0 0-1 0 0,1 0 0 0 0,-1 1 0 0 0,1 1 0 0 0,-1-1 0 0 0,-9 3 0 0 0,9-2-43 0 0,-30 6 621 0 0,38-6-853 0 0,-1-1-1 0 0,1 1 1 0 0,0-1-1 0 0,0 1 1 0 0,0 0-1 0 0,-1-1 1 0 0,1 1-1 0 0,0 0 1 0 0,0 0-1 0 0,0 0 1 0 0,0-1-1 0 0,0 1 1 0 0,0 0-1 0 0,1 0 1 0 0,-1 1-1 0 0,0-1 1 0 0,0 0-1 0 0,1 0 1 0 0,-1 0-1 0 0,1 0 1 0 0,-1 1-1 0 0,1-1 1 0 0,-1 0-1 0 0,1 3 1 0 0,0-3 34 0 0,23 25 35 0 0,-12-20-129 0 0,0 0 1 0 0,0-2-1 0 0,0 1 0 0 0,15 3 0 0 0,-20-7 15 0 0,0 0 1 0 0,0 1-1 0 0,0-1 0 0 0,0 2 0 0 0,0-1 0 0 0,-1 1 0 0 0,1-1 0 0 0,-1 2 1 0 0,1-1-1 0 0,-1 0 0 0 0,0 1 0 0 0,0 0 0 0 0,-1 0 0 0 0,1 1 0 0 0,-1-1 1 0 0,0 1-1 0 0,0 0 0 0 0,-1 0 0 0 0,6 10 0 0 0,-4-2 16 0 0,0 1 0 0 0,-1 0 0 0 0,0 0 0 0 0,-1 0 0 0 0,-1 0-1 0 0,0 1 1 0 0,-1-1 0 0 0,0 1 0 0 0,-2 14 0 0 0,-2 7 72 0 0,-1 0 0 0 0,-14 50 0 0 0,17-79-17 0 0,-1-1-1 0 0,1 1 1 0 0,-1-1 0 0 0,-1 0-1 0 0,1 0 1 0 0,-1 0 0 0 0,-1 0-1 0 0,1-1 1 0 0,-1 1 0 0 0,1-1-1 0 0,-2 0 1 0 0,1 0 0 0 0,0 0-1 0 0,-1 0 1 0 0,0-1-1 0 0,0 0 1 0 0,-1 0 0 0 0,1 0-1 0 0,-1-1 1 0 0,1 0 0 0 0,-9 4-1 0 0,12-7-14 0 0,1 0-1 0 0,0 0 0 0 0,-1 0 0 0 0,1 0 1 0 0,0 0-1 0 0,0 0 0 0 0,-1 0 0 0 0,1-1 1 0 0,0 1-1 0 0,-1 0 0 0 0,1-1 1 0 0,0 1-1 0 0,0-1 0 0 0,-1 1 0 0 0,1-1 1 0 0,0 0-1 0 0,0 0 0 0 0,0 1 0 0 0,0-1 1 0 0,0 0-1 0 0,0 0 0 0 0,0 0 1 0 0,-1-1-1 0 0,-16-23 474 0 0,16 19-466 0 0,-1 1 0 0 0,1-1-1 0 0,0 0 1 0 0,1 0 0 0 0,0 0 0 0 0,0 0 0 0 0,0 0 0 0 0,0 0-1 0 0,1 0 1 0 0,0 0 0 0 0,0 0 0 0 0,1 0 0 0 0,0 0-1 0 0,0 0 1 0 0,0 0 0 0 0,3-7 0 0 0,5-13 10 0 0,0 1 0 0 0,17-31 0 0 0,-17 39-15 0 0,1-5-4 0 0,2 1-1 0 0,1 0 1 0 0,1 1 0 0 0,29-33-1 0 0,-34 42-46 0 0,1 2-1 0 0,0-1 0 0 0,1 1 0 0 0,0 1 0 0 0,0 0 0 0 0,1 0 0 0 0,0 1 1 0 0,0 1-1 0 0,24-9 0 0 0,-33 14 1 0 0,0 0-1 0 0,0 1 1 0 0,0-1 0 0 0,0 1 0 0 0,0 0 0 0 0,0 0-1 0 0,0 0 1 0 0,-1 0 0 0 0,1 0 0 0 0,0 1-1 0 0,0 0 1 0 0,0-1 0 0 0,0 1 0 0 0,0 0 0 0 0,-1 0-1 0 0,1 0 1 0 0,0 1 0 0 0,-1-1 0 0 0,1 1-1 0 0,-1-1 1 0 0,1 1 0 0 0,-1 0 0 0 0,0 0 0 0 0,0 0-1 0 0,0 0 1 0 0,0 0 0 0 0,0 1 0 0 0,0-1-1 0 0,-1 0 1 0 0,1 1 0 0 0,-1 0 0 0 0,2 2 0 0 0,1 3-18 0 0,-1 0 0 0 0,0-1 1 0 0,0 1-1 0 0,-1 0 0 0 0,0 0 1 0 0,0 1-1 0 0,-1-1 0 0 0,0 0 1 0 0,-1 16-1 0 0,0-21 22 0 0,-4 13-75 0 0,6-7 64 0 0,14-34-92 0 0,1 1 0 0 0,1 1 0 0 0,1 0 1 0 0,1 1-1 0 0,1 2 0 0 0,1 0 0 0 0,1 1 0 0 0,42-27 0 0 0,-2 20-219 0 0,-61 26 301 0 0,16-6-66 0 0,-8 3 74 0 0,-9 6-12 0 0,-6 2 23 0 0,0 1 0 0 0,0 0-1 0 0,1 1 1 0 0,0-1 0 0 0,0 1-1 0 0,0 0 1 0 0,1 0 0 0 0,-1 0-1 0 0,-2 14 1 0 0,4-18 2 0 0,2 1 1 0 0,-1 0-1 0 0,0 0 0 0 0,1-1 1 0 0,-1 1-1 0 0,1 0 0 0 0,0 0 0 0 0,0 0 1 0 0,1 0-1 0 0,-1-1 0 0 0,1 1 0 0 0,0 0 1 0 0,0 0-1 0 0,0-1 0 0 0,1 1 1 0 0,-1-1-1 0 0,1 1 0 0 0,0-1 0 0 0,-1 1 1 0 0,2-1-1 0 0,-1 0 0 0 0,0 0 0 0 0,4 4 1 0 0,-4-6 17 0 0,0 0 0 0 0,0 0 0 0 0,0 1 0 0 0,0-1 0 0 0,-1 0 0 0 0,1-1 0 0 0,1 1 0 0 0,-1 0 0 0 0,0-1 1 0 0,0 1-1 0 0,0-1 0 0 0,0 0 0 0 0,0 1 0 0 0,1-1 0 0 0,-1 0 0 0 0,0 0 0 0 0,0-1 0 0 0,0 1 0 0 0,0 0 0 0 0,0-1 0 0 0,1 1 1 0 0,-1-1-1 0 0,0 0 0 0 0,0 1 0 0 0,0-1 0 0 0,0 0 0 0 0,0 0 0 0 0,-1-1 0 0 0,1 1 0 0 0,0 0 0 0 0,0-1 0 0 0,-1 1 0 0 0,2-3 1 0 0,1 2 59 0 0,-1-1 1 0 0,0-1-1 0 0,0 1 1 0 0,0 0 0 0 0,0-1-1 0 0,0 0 1 0 0,-1 0 0 0 0,0 1-1 0 0,0-1 1 0 0,0-1-1 0 0,0 1 1 0 0,0 0 0 0 0,-1 0-1 0 0,0-1 1 0 0,0 1 0 0 0,1-7-1 0 0,-2-5 32 0 0,1 12-119 0 0,-1 0 0 0 0,0 1 0 0 0,0-1 0 0 0,0 0 0 0 0,0 0 0 0 0,0 0 0 0 0,-1 1 0 0 0,0-1 0 0 0,0 0 0 0 0,0 0 0 0 0,0 1 0 0 0,0-1 1 0 0,-1 1-1 0 0,1-1 0 0 0,-1 1 0 0 0,0-1 0 0 0,-4-4 0 0 0,5 7-121 0 0,0 0 0 0 0,-1 1 0 0 0,1-1 0 0 0,0 1 0 0 0,0-1 0 0 0,0 1 0 0 0,-1-1 0 0 0,1 1 0 0 0,0-1 0 0 0,0 1 0 0 0,-1 0 0 0 0,1 0 0 0 0,0 0 0 0 0,-1 0 0 0 0,1 0 0 0 0,0 0 0 0 0,-1 0 0 0 0,1 0 0 0 0,0 0 0 0 0,0 1 0 0 0,-1-1 0 0 0,1 0 0 0 0,-1 1 0 0 0,-22 11-4432 0 0</inkml:trace>
</inkml:ink>
</file>

<file path=ppt/ink/ink4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9:17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44 380 0 0,'-24'24'1982'0'0,"19"-1"1791"0"0,5-22-3714 0 0,0-1 1 0 0,0 1-1 0 0,-1-1 1 0 0,1 1-1 0 0,0-1 1 0 0,0 1-1 0 0,0 0 1 0 0,0-1 0 0 0,0 1-1 0 0,0-1 1 0 0,0 1-1 0 0,0-1 1 0 0,0 1-1 0 0,0-1 1 0 0,0 1 0 0 0,0 0-1 0 0,0-1 1 0 0,0 1-1 0 0,1-1 1 0 0,-1 1-1 0 0,0-1 1 0 0,0 1-1 0 0,1-1 1 0 0,-1 1 0 0 0,0-1-1 0 0,1 0 1 0 0,-1 1-1 0 0,0-1 1 0 0,1 1-1 0 0,-1-1 1 0 0,1 0 0 0 0,-1 1-1 0 0,0-1 1 0 0,1 0-1 0 0,-1 1 1 0 0,1-1-1 0 0,-1 0 1 0 0,1 0-1 0 0,-1 0 1 0 0,1 1 0 0 0,0-1-1 0 0,92-27 798 0 0,-83 24-810 0 0,-1-1 0 0 0,1-1 0 0 0,-1 0 0 0 0,0 0 0 0 0,0 0 0 0 0,0-1 1 0 0,9-10-1 0 0,-12 10 786 0 0,0 0 0 0 0,1 1 0 0 0,-1 0 1 0 0,11-7-1 0 0,-19 18-712 0 0,-57 204 637 0 0,35-105-556 0 0,8-29 37 0 0,-29 81 0 0 0,44-154-177 0 0,2-10 1624 0 0,9-35-1012 0 0,21-62 0 0 0,-24 88-617 0 0,0 1 0 0 0,1 0 0 0 0,1 0 0 0 0,20-25 0 0 0,-24 34-40 0 0,0 0 0 0 0,1 1 0 0 0,0 0 0 0 0,0 0 1 0 0,0 0-1 0 0,0 1 0 0 0,1 0 0 0 0,0 0 0 0 0,0 0 1 0 0,0 1-1 0 0,0 0 0 0 0,0 1 0 0 0,10-3 0 0 0,-8 3-22 0 0,-1 1 0 0 0,0 0 0 0 0,0 0 0 0 0,1 1 0 0 0,-1 0 1 0 0,0 1-1 0 0,1-1 0 0 0,-1 1 0 0 0,0 1 0 0 0,0 0 0 0 0,10 3 0 0 0,-13-3-2 0 0,-3-1-38 0 0,-2-1 47 0 0,0 0-1 0 0,1 0 1 0 0,-1 0-1 0 0,0 0 1 0 0,0 0-1 0 0,1 0 1 0 0,-1 0 0 0 0,0 0-1 0 0,0 0 1 0 0,1 0-1 0 0,-1 0 1 0 0,0 0-1 0 0,0 1 1 0 0,0-1 0 0 0,1 0-1 0 0,-1 0 1 0 0,0 0-1 0 0,0 1 1 0 0,0-1-1 0 0,1 0 1 0 0,-1 0 0 0 0,0 0-1 0 0,0 1 1 0 0,0-1-1 0 0,0 0 1 0 0,0 0-1 0 0,0 1 1 0 0,1-1 0 0 0,-1 0-1 0 0,0 0 1 0 0,0 1-1 0 0,0-1 1 0 0,0 0-1 0 0,0 0 1 0 0,0 1 0 0 0,0-1-1 0 0,0 0 1 0 0,0 0-1 0 0,0 1 1 0 0,0-1-1 0 0,0 0 1 0 0,0 0 0 0 0,-1 1-1 0 0,1-1 1 0 0,0 0-1 0 0,0 0 1 0 0,0 1-1 0 0,0-1 1 0 0,0 0-1 0 0,0 0 1 0 0,-1 1 0 0 0,1-1-1 0 0,0 0 1 0 0,0 0-1 0 0,0 0 1 0 0,-1 1-1 0 0,-10 2-118 0 0,-1-1-1 0 0,1 0 0 0 0,-1 0 1 0 0,0-1-1 0 0,0 0 0 0 0,-13-2 0 0 0,-42-3-7641 0 0,56 3 4973 0 0</inkml:trace>
</inkml:ink>
</file>

<file path=ppt/ink/ink4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9:37.5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92 1128 0 0,'-3'-10'1688'0'0,"-1"0"0"0"0,0 0 0 0 0,-11-18 0 0 0,-8-4 5576 0 0,22 31-6360 0 0,0 6-520 0 0,-11 98 838 0 0,2 177-1 0 0,1-5-852 0 0,-5-173-1463 0 0,12-93 608 0 0,0-1 1 0 0,-1 0-1 0 0,0 0 0 0 0,0 0 0 0 0,0 0 0 0 0,-1 0 0 0 0,0-1 1 0 0,-1 0-1 0 0,-8 11 0 0 0,11-17 4 0 0,0-1 1 0 0,0 0 0 0 0,0 1-1 0 0,1-1 1 0 0,-1 0-1 0 0,0 0 1 0 0,0 0 0 0 0,0 0-1 0 0,0 0 1 0 0,0 0-1 0 0,0-1 1 0 0,0 1-1 0 0,0-1 1 0 0,-3-1 0 0 0,-10-6-2934 0 0</inkml:trace>
</inkml:ink>
</file>

<file path=ppt/ink/ink4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9:38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0 792 1028 0 0,'0'0'1862'0'0,"10"0"-1066"0"0,488-37 2985 0 0,-195-9-3058 0 0,-117 10-258 0 0,-150 29-387 0 0,356-83 687 0 0,-320 69-591 0 0,-1-3 0 0 0,-1-3 1 0 0,86-47-1 0 0,-136 63-115 0 0,0-1 0 0 0,-2-1-1 0 0,1-1 1 0 0,-1 0 0 0 0,-1-1 0 0 0,-1-1 0 0 0,24-30-1 0 0,-35 40-12 0 0,-1 0 1 0 0,1 0-1 0 0,-1-1 0 0 0,0 0 0 0 0,-1 0 0 0 0,0 0 0 0 0,0 0 0 0 0,-1 0 0 0 0,1-1 0 0 0,-2 1 0 0 0,1-1 0 0 0,-1 1 1 0 0,0-1-1 0 0,-1 0 0 0 0,1 1 0 0 0,-1-1 0 0 0,-1 0 0 0 0,0 1 0 0 0,0-1 0 0 0,0 0 0 0 0,-1 1 0 0 0,0-1 0 0 0,-1 1 1 0 0,0 0-1 0 0,-7-14 0 0 0,7 15 31 0 0,-1 0-1 0 0,0 0 1 0 0,0 0 0 0 0,-1 0 0 0 0,1 1-1 0 0,-1 0 1 0 0,0 0 0 0 0,-1 0 0 0 0,1 1-1 0 0,-1-1 1 0 0,0 1 0 0 0,0 1 0 0 0,-1-1 0 0 0,1 1-1 0 0,-1 0 1 0 0,1 0 0 0 0,-1 1 0 0 0,0 0-1 0 0,-10-2 1 0 0,13 5-53 0 0,1-1 0 0 0,-1 1-1 0 0,1 0 1 0 0,-1 0 0 0 0,1 0 0 0 0,-1 0-1 0 0,1 1 1 0 0,0 0 0 0 0,0-1 0 0 0,0 1-1 0 0,0 0 1 0 0,0 0 0 0 0,0 1-1 0 0,1-1 1 0 0,-1 1 0 0 0,1-1 0 0 0,-1 1-1 0 0,1 0 1 0 0,0 0 0 0 0,0 0 0 0 0,0 0-1 0 0,1 0 1 0 0,-3 4 0 0 0,-3 10 60 0 0,0 0 0 0 0,1 0 1 0 0,-5 19-1 0 0,10-33-74 0 0,-16 79 393 0 0,4 0 0 0 0,-5 133 0 0 0,9-76 63 0 0,-16 150 924 0 0,22-252-1195 0 0,-11 76 840 0 0,14-112-510 0 0,-1 7-425 0 0,2-5 407 0 0,0-7 2618 0 0,3-6-3032 0 0,0-1 0 0 0,0 1 0 0 0,1 0-1 0 0,1 1 1 0 0,0-1 0 0 0,0 1 0 0 0,13-15 0 0 0,-17 22-136 0 0,33 3-205 0 0,57 11 28 0 0,-39-4 68 0 0,84 2 1 0 0,-111-9 102 0 0,0-2 1 0 0,0-1 0 0 0,0-2-1 0 0,34-7 1 0 0,-53 9 86 0 0,0 0 0 0 0,0 0-1 0 0,-1-1 1 0 0,1 1 0 0 0,-1-1 0 0 0,1-1 0 0 0,-1 1 0 0 0,0-1-1 0 0,0-1 1 0 0,-1 1 0 0 0,1-1 0 0 0,-1 0 0 0 0,0 0 0 0 0,0 0-1 0 0,-1-1 1 0 0,1 1 0 0 0,-1-1 0 0 0,-1 0 0 0 0,1-1 0 0 0,4-11-1 0 0,-8-17 968 0 0,-1 39-1129 0 0,1 0 1 0 0,0 0 0 0 0,0 0 0 0 0,0 0 0 0 0,1 0-1 0 0,-1 0 1 0 0,1 0 0 0 0,0 0 0 0 0,0 0 0 0 0,0 0 0 0 0,1-1-1 0 0,-1 1 1 0 0,1 0 0 0 0,0-1 0 0 0,0 1 0 0 0,0-1-1 0 0,1 0 1 0 0,-1 0 0 0 0,1 0 0 0 0,0 0 0 0 0,0 0 0 0 0,0 0-1 0 0,0-1 1 0 0,4 3 0 0 0,2 1-1143 0 0,0 0 0 0 0,1-1 0 0 0,0 0 0 0 0,0-1 0 0 0,1 0 1 0 0,-1-1-1 0 0,1 0 0 0 0,17 2 0 0 0,22 3-4291 0 0</inkml:trace>
</inkml:ink>
</file>

<file path=ppt/ink/ink4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9:40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233 690 84 0 0,'0'-11'1302'0'0,"0"1"0"0"0,-1-1 0 0 0,-1 1 0 0 0,-2-13 0 0 0,3 20-1119 0 0,0 0-1 0 0,0 0 1 0 0,0 1 0 0 0,0-1 0 0 0,0 0 0 0 0,0 1 0 0 0,-1-1 0 0 0,1 1 0 0 0,-1-1 0 0 0,0 1 0 0 0,0 0 0 0 0,1 0 0 0 0,-1 0 0 0 0,-1 0 0 0 0,1 0 0 0 0,0 0-1 0 0,0 0 1 0 0,-1 1 0 0 0,-4-3 0 0 0,2 4-127 0 0,1 1 0 0 0,-1-1 1 0 0,1 1-1 0 0,-1 0 0 0 0,1 0 0 0 0,-1 1 0 0 0,1-1 0 0 0,0 1 0 0 0,-1 0 0 0 0,1 0 0 0 0,0 0 0 0 0,0 1 0 0 0,1 0 1 0 0,-6 3-1 0 0,-2 3 2 0 0,1 1 1 0 0,0 0-1 0 0,0 0 1 0 0,1 1-1 0 0,1 0 1 0 0,-1 1-1 0 0,2 0 1 0 0,0 0-1 0 0,0 0 1 0 0,1 1-1 0 0,1 0 1 0 0,-6 19-1 0 0,9-26-33 0 0,0 1-1 0 0,1-1 0 0 0,0 0 0 0 0,0 1 1 0 0,0-1-1 0 0,1 1 0 0 0,0-1 0 0 0,0 1 1 0 0,1-1-1 0 0,0 1 0 0 0,0-1 0 0 0,0 1 1 0 0,1-1-1 0 0,0 0 0 0 0,0 0 0 0 0,1 0 1 0 0,-1 0-1 0 0,1 0 0 0 0,1-1 0 0 0,-1 1 1 0 0,1-1-1 0 0,0 0 0 0 0,0 0 0 0 0,0 0 1 0 0,1 0-1 0 0,0-1 0 0 0,0 0 0 0 0,0 0 1 0 0,7 4-1 0 0,-2-2 2 0 0,1-1 1 0 0,0 1-1 0 0,0-2 1 0 0,1 0-1 0 0,-1 0 0 0 0,1-1 1 0 0,0-1-1 0 0,0 1 1 0 0,20-1-1 0 0,-11-1 3 0 0,0-2-1 0 0,-1-1 1 0 0,1 0 0 0 0,-1-2-1 0 0,23-6 1 0 0,-2-3 4 0 0,0-1 0 0 0,-1-3 0 0 0,-1-1 0 0 0,61-40 0 0 0,-65 35-26 0 0,0-2 1 0 0,-2-2 0 0 0,-1-1 0 0 0,-1-1 0 0 0,-2-2 0 0 0,-1-1 0 0 0,-1-1 0 0 0,-2-1 0 0 0,27-48 0 0 0,-40 60 73 0 0,0-1 1 0 0,-1 0-1 0 0,-2-1 1 0 0,0 0 0 0 0,-2 0-1 0 0,0-1 1 0 0,-2 0-1 0 0,-1 0 1 0 0,-1 0-1 0 0,-1-1 1 0 0,-1 1-1 0 0,-1-1 1 0 0,-1 0-1 0 0,-2 1 1 0 0,0 0-1 0 0,-11-38 1 0 0,13 59 2 0 0,0 0-1 0 0,0 0 1 0 0,-1 1 0 0 0,0-1 0 0 0,1 1-1 0 0,-1-1 1 0 0,0 1 0 0 0,-1-1-1 0 0,1 1 1 0 0,-1 0 0 0 0,1 0-1 0 0,-5-3 1 0 0,6 7-78 0 0,0-1-1 0 0,0 1 1 0 0,0 0 0 0 0,0 0-1 0 0,0-1 1 0 0,0 1 0 0 0,0 0 0 0 0,0 0-1 0 0,0 0 1 0 0,0 0 0 0 0,1 0-1 0 0,-1 0 1 0 0,0 1 0 0 0,1-1-1 0 0,-1 0 1 0 0,1 0 0 0 0,-1 0-1 0 0,1 1 1 0 0,-1 0 0 0 0,-8 27 53 0 0,1 14-17 0 0,1 0-1 0 0,2 0 0 0 0,1 57 0 0 0,14 135 25 0 0,-7-186-61 0 0,0-7 18 0 0,-3-14 5 0 0,1-1-1 0 0,2 0 0 0 0,0 0 1 0 0,2 0-1 0 0,1 0 1 0 0,17 46-1 0 0,-22-71-11 0 0,-1-1-1 0 0,0 0 1 0 0,1 0-1 0 0,-1 0 1 0 0,0 0-1 0 0,1 0 1 0 0,-1 0-1 0 0,1 0 1 0 0,0 0-1 0 0,-1 0 1 0 0,1-1-1 0 0,0 1 1 0 0,0 0-1 0 0,-1 0 1 0 0,1-1-1 0 0,0 1 1 0 0,0 0-1 0 0,0-1 1 0 0,0 1 0 0 0,0 0-1 0 0,0-1 1 0 0,0 0-1 0 0,0 1 1 0 0,0-1-1 0 0,0 0 1 0 0,0 1-1 0 0,0-1 1 0 0,0 0-1 0 0,0 0 1 0 0,1 0-1 0 0,-1 0 1 0 0,0 0-1 0 0,0 0 1 0 0,0 0-1 0 0,2-1 1 0 0,1-1 22 0 0,1 0 0 0 0,-1-1-1 0 0,0 0 1 0 0,0 0 0 0 0,0 0 0 0 0,-1 0 0 0 0,4-5 0 0 0,-1 3-41 0 0,48-56 194 0 0,-42 45-155 0 0,1 1 1 0 0,0 0-1 0 0,24-19 1 0 0,-34 32-47 0 0,0 0 0 0 0,1 1 0 0 0,-1-1 0 0 0,1 1 0 0 0,-1 0 0 0 0,1 0 0 0 0,-1 0 0 0 0,1 0 1 0 0,0 1-1 0 0,-1-1 0 0 0,1 1 0 0 0,0 0 0 0 0,0 0 0 0 0,-1 0 0 0 0,1 1 0 0 0,0-1 0 0 0,-1 1 0 0 0,7 2 1 0 0,11 4-11 0 0,0 0 1 0 0,22 12 0 0 0,6 2 7 0 0,-29-15-4 0 0,0-1 0 0 0,0-1 1 0 0,0-1-1 0 0,0-1 1 0 0,0 0-1 0 0,1-2 1 0 0,23-2-1 0 0,-31 1 36 0 0,-1 0 1 0 0,0-1-1 0 0,0-1 0 0 0,0 0 0 0 0,0 0 1 0 0,-1-1-1 0 0,1-1 0 0 0,-1 0 1 0 0,0-1-1 0 0,0 0 0 0 0,-1 0 0 0 0,0-1 1 0 0,12-11-1 0 0,6-12 676 0 0,-27 29-649 0 0,-1 5-81 0 0,2 5 1 0 0,-1 0-1 0 0,1-1 1 0 0,1 1-1 0 0,-1-1 1 0 0,1 1-1 0 0,1-1 1 0 0,4 8-1 0 0,-6-13 24 0 0,0-1 0 0 0,1 1 0 0 0,-1-1 0 0 0,1 0 0 0 0,0 0 0 0 0,0 1 0 0 0,0-2 0 0 0,0 1 0 0 0,0 0 0 0 0,0-1 0 0 0,0 1 0 0 0,0-1 0 0 0,5 1 0 0 0,-6-1 20 0 0,0-1 1 0 0,0 0-1 0 0,0 0 1 0 0,0 0-1 0 0,1 0 1 0 0,-1-1-1 0 0,0 1 1 0 0,0-1-1 0 0,0 1 1 0 0,0-1-1 0 0,0 0 1 0 0,0 1-1 0 0,0-1 1 0 0,0 0-1 0 0,0 0 1 0 0,0-1-1 0 0,0 1 1 0 0,-1 0-1 0 0,1-1 1 0 0,-1 1-1 0 0,1-1 1 0 0,-1 1-1 0 0,1-1 1 0 0,1-2-1 0 0,29-42 216 0 0,-21 25-201 0 0,0 1 1 0 0,1 1-1 0 0,1 0 1 0 0,1 0-1 0 0,26-26 1 0 0,-36 41-38 0 0,0 1 1 0 0,0-1-1 0 0,0 1 1 0 0,0 0-1 0 0,1 0 0 0 0,-1 0 1 0 0,1 1-1 0 0,0 0 0 0 0,0 0 1 0 0,0 0-1 0 0,0 0 1 0 0,0 1-1 0 0,0 0 0 0 0,0 0 1 0 0,1 0-1 0 0,-1 1 1 0 0,0-1-1 0 0,1 1 0 0 0,-1 1 1 0 0,0-1-1 0 0,0 1 1 0 0,1 0-1 0 0,-1 0 0 0 0,0 0 1 0 0,0 1-1 0 0,0 0 0 0 0,0 0 1 0 0,0 0-1 0 0,-1 0 1 0 0,8 6-1 0 0,-5-4 2 0 0,1 1-1 0 0,-2 0 1 0 0,1 0 0 0 0,0 1-1 0 0,-1 0 1 0 0,0 0 0 0 0,-1 1 0 0 0,1 0-1 0 0,-1 0 1 0 0,-1 0 0 0 0,1 0-1 0 0,-1 1 1 0 0,0 0 0 0 0,-1-1-1 0 0,0 2 1 0 0,0-1 0 0 0,-1 0-1 0 0,0 0 1 0 0,0 1 0 0 0,-1-1 0 0 0,0 1-1 0 0,0-1 1 0 0,-2 15 0 0 0,1-22-117 0 0,0 0 1 0 0,-1 0 0 0 0,1 0 0 0 0,-1 0 0 0 0,1 0 0 0 0,-1-1-1 0 0,1 1 1 0 0,-1 0 0 0 0,0 0 0 0 0,1 0 0 0 0,-1 0 0 0 0,0-1-1 0 0,0 1 1 0 0,1 0 0 0 0,-1-1 0 0 0,0 1 0 0 0,0-1 0 0 0,0 1 0 0 0,0-1-1 0 0,0 1 1 0 0,-2 0 0 0 0,-14 0-7964 0 0,2-5 4196 0 0</inkml:trace>
</inkml:ink>
</file>

<file path=ppt/ink/ink4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9:40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61 288 0 0,'13'-48'12763'0'0,"-8"35"-9838"0"0,1 18-2933 0 0,1 11-3117 0 0,-2 3-3303 0 0,-1-1 2821 0 0</inkml:trace>
</inkml:ink>
</file>

<file path=ppt/ink/ink4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9:40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0 1204 0 0,'0'0'5031'0'0,"-3"4"-4203"0"0,-2 0-566 0 0,1 2 0 0 0,0-1 0 0 0,1 0 0 0 0,-1 1 0 0 0,1 0 0 0 0,0 0 0 0 0,0 0 0 0 0,1 0 0 0 0,0 0 0 0 0,0 0-1 0 0,0 1 1 0 0,1-1 0 0 0,0 1 0 0 0,0-1 0 0 0,0 8 0 0 0,1-11-197 0 0,0 1 0 0 0,0-1 1 0 0,1 0-1 0 0,-1 1 0 0 0,0-1 0 0 0,1 0 0 0 0,0 1 1 0 0,0-1-1 0 0,0 0 0 0 0,0 0 0 0 0,1 0 0 0 0,-1 0 1 0 0,1 0-1 0 0,0 0 0 0 0,0 0 0 0 0,0 0 0 0 0,0-1 1 0 0,0 1-1 0 0,0-1 0 0 0,1 1 0 0 0,-1-1 0 0 0,1 0 0 0 0,0 0 1 0 0,0 0-1 0 0,0 0 0 0 0,0-1 0 0 0,0 1 0 0 0,0-1 1 0 0,0 0-1 0 0,0 0 0 0 0,0 0 0 0 0,1 0 0 0 0,5 0 1 0 0,2 1-2 0 0,1-1 1 0 0,-1-1 0 0 0,0 1-1 0 0,0-2 1 0 0,1 0 0 0 0,-1 0-1 0 0,0-1 1 0 0,0-1 0 0 0,21-6-1 0 0,-26 6 273 0 0,0 0-1 0 0,0 0 0 0 0,0 0 0 0 0,0 0 0 0 0,-1-1 0 0 0,1 0 0 0 0,-1 0 0 0 0,0-1 1 0 0,0 1-1 0 0,-1-1 0 0 0,1 0 0 0 0,-1-1 0 0 0,0 1 0 0 0,0-1 0 0 0,-1 1 1 0 0,1-1-1 0 0,4-13 1343 0 0,-8 13-766 0 0,1 11-908 0 0,0 0-462 0 0,0 0-1 0 0,1 0 1 0 0,-1 0 0 0 0,1 0-1 0 0,0 0 1 0 0,0-1 0 0 0,1 1 0 0 0,-1-1-1 0 0,1 1 1 0 0,0-1 0 0 0,5 6 0 0 0,-3-6-943 0 0,1-1 0 0 0,-1 1 1 0 0,1-1-1 0 0,0 1 1 0 0,12 3-1 0 0,12 4-3408 0 0</inkml:trace>
</inkml:ink>
</file>

<file path=ppt/ink/ink4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9:41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120 204 128 0 0,'6'3'19004'0'0,"-10"-4"-18997"0"0,0 1 0 0 0,0 0 1 0 0,0 0-1 0 0,0 0 0 0 0,0 1 1 0 0,0-1-1 0 0,0 1 0 0 0,0 0 1 0 0,1 0-1 0 0,-1 1 0 0 0,0-1 1 0 0,1 1-1 0 0,-1-1 0 0 0,1 1 1 0 0,-1 0-1 0 0,1 1 0 0 0,0-1 1 0 0,0 0-1 0 0,0 1 0 0 0,0 0 1 0 0,0 0-1 0 0,0 0 0 0 0,1 0 1 0 0,0 0-1 0 0,-1 0 0 0 0,1 1 1 0 0,0-1-1 0 0,-2 8 0 0 0,-2 3-8 0 0,0 1-1 0 0,2 0 0 0 0,0 0 0 0 0,-3 18 0 0 0,7-27-12 0 0,-1 0 0 0 0,1 0 0 0 0,0 0 0 0 0,0 0 1 0 0,1-1-1 0 0,0 1 0 0 0,0 0 0 0 0,0 0 0 0 0,1 0 0 0 0,-1-1 0 0 0,1 1 0 0 0,1-1 0 0 0,5 10 0 0 0,-7-13 10 0 0,1 0 0 0 0,-1-1-1 0 0,1 1 1 0 0,0 0 0 0 0,-1-1-1 0 0,1 0 1 0 0,0 1 0 0 0,0-1-1 0 0,0 0 1 0 0,0 0 0 0 0,1 0-1 0 0,-1 0 1 0 0,0 0 0 0 0,0-1-1 0 0,1 1 1 0 0,-1-1-1 0 0,0 0 1 0 0,0 1 0 0 0,1-1-1 0 0,-1 0 1 0 0,0 0 0 0 0,1 0-1 0 0,-1-1 1 0 0,0 1 0 0 0,1 0-1 0 0,-1-1 1 0 0,4-1 0 0 0,1 0 7 0 0,0 0 0 0 0,0-1 1 0 0,0 0-1 0 0,-1 0 1 0 0,1 0-1 0 0,-1-1 0 0 0,8-5 1 0 0,-9 4 5 0 0,-1 1 0 0 0,1-1 0 0 0,-1 0 0 0 0,0 0 0 0 0,-1-1 1 0 0,1 1-1 0 0,-1-1 0 0 0,0 0 0 0 0,0 0 0 0 0,-1 0 0 0 0,3-10 0 0 0,11-69 617 0 0,-15 78-548 0 0,-1 6 21 0 0,-1-2-82 0 0,1 0 1 0 0,-1 0-1 0 0,1 0 1 0 0,0 0-1 0 0,0-1 0 0 0,1 1 1 0 0,-1 0-1 0 0,0 0 1 0 0,1 0-1 0 0,0 0 1 0 0,0 1-1 0 0,0-1 0 0 0,2-4 1 0 0,14 12-97 0 0,-12-3 57 0 0,1-1 0 0 0,-1 1 0 0 0,0-1-1 0 0,1 0 1 0 0,-1 0 0 0 0,1-1 0 0 0,-1 1-1 0 0,1-1 1 0 0,0 0 0 0 0,-1-1 0 0 0,9-1-1 0 0,2-2-15 0 0,0 0-1 0 0,0-2 0 0 0,0 0 0 0 0,0 0 0 0 0,-1-2 0 0 0,0 0 0 0 0,-1 0 0 0 0,0-1 0 0 0,0-1 1 0 0,-1-1-1 0 0,0 0 0 0 0,-1 0 0 0 0,0-1 0 0 0,18-24 0 0 0,-25 28 119 0 0,0 1-1 0 0,-1-1 1 0 0,0 0-1 0 0,0 0 1 0 0,0-1-1 0 0,-1 1 1 0 0,2-10-1 0 0,-5 16-32 0 0,1-3 17 0 0,-1 5-65 0 0,0 0 0 0 0,0 0 0 0 0,0 0 0 0 0,-1 0-1 0 0,1 0 1 0 0,0 0 0 0 0,0 0 0 0 0,0 0 0 0 0,0 0 0 0 0,0 0 0 0 0,0 0 0 0 0,0 0 0 0 0,0 0 0 0 0,0 0 0 0 0,0 0 0 0 0,0 0 0 0 0,0 0 0 0 0,0 0 0 0 0,0 0-1 0 0,0 0 1 0 0,0 0 0 0 0,0 0 0 0 0,-1 0 0 0 0,1 0 0 0 0,0-1 0 0 0,0 1 0 0 0,0 0 0 0 0,0 0 0 0 0,0 0 0 0 0,0 0 0 0 0,0 0 0 0 0,0 0 0 0 0,0 0 0 0 0,0 0-1 0 0,-10 28-7 0 0,2 1-1 0 0,1 1 0 0 0,1-1 0 0 0,1 1 1 0 0,-1 39-1 0 0,-3 18 4 0 0,-100 698-374 0 0,105-757 331 0 0,-1 0 0 0 0,-1 0 0 0 0,-2-1 0 0 0,0 0 0 0 0,-25 51 0 0 0,30-74 232 0 0,1 1-1 0 0,-1-1 1 0 0,0 0 0 0 0,0-1 0 0 0,-1 1 0 0 0,1 0 0 0 0,-1-1 0 0 0,0 0 0 0 0,0 1-1 0 0,-5 2 1 0 0,7-7-102 0 0,0 1 0 0 0,-1-1 0 0 0,1 0 0 0 0,0 1 0 0 0,0-1 0 0 0,-1 0 1 0 0,1 0-1 0 0,0-1 0 0 0,0 1 0 0 0,0 0 0 0 0,0-1 0 0 0,0 1 0 0 0,1-1 0 0 0,-1 1 0 0 0,0-1 0 0 0,1 0 0 0 0,-1 0 0 0 0,1 0 0 0 0,-1 0 0 0 0,1 0 0 0 0,0 0 0 0 0,0 0 0 0 0,0-1 0 0 0,0 1 0 0 0,1 0 0 0 0,-1 0 0 0 0,0-3 0 0 0,-2-6 106 0 0,1 1 1 0 0,0 0-1 0 0,0-1 0 0 0,0-18 0 0 0,2 1-251 0 0,2 0-1 0 0,1-1 0 0 0,1 1 1 0 0,2 0-1 0 0,0 1 0 0 0,2-1 1 0 0,1 1-1 0 0,1 1 0 0 0,24-45 0 0 0,-21 48-1466 0 0,2 1-1 0 0,19-24 0 0 0,-16 26-1793 0 0,0 0 0 0 0,26-19 1 0 0,-20 18-1876 0 0</inkml:trace>
</inkml:ink>
</file>

<file path=ppt/ink/ink4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9:43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26 285 604 0 0,'-2'-2'326'0'0,"-1"-1"-1"0"0,1 0 1 0 0,0 0 0 0 0,0 0 0 0 0,0 0-1 0 0,0 0 1 0 0,0 0 0 0 0,1 0 0 0 0,-1-1-1 0 0,1 1 1 0 0,0-1 0 0 0,0 1-1 0 0,0-1 1 0 0,1 1 0 0 0,-1-1 0 0 0,1 1-1 0 0,0-1 1 0 0,0 1 0 0 0,1-7-1 0 0,0 4-92 0 0,0 1-1 0 0,1 0 0 0 0,0 0 1 0 0,1 0-1 0 0,-1 0 0 0 0,1 0 1 0 0,0 0-1 0 0,0 1 0 0 0,0-1 1 0 0,0 1-1 0 0,8-7 0 0 0,1 0-18 0 0,0 1 0 0 0,0 0 0 0 0,1 1 0 0 0,1 0 0 0 0,0 1 0 0 0,0 1 0 0 0,0 0 0 0 0,16-5 0 0 0,-17 9-148 0 0,0-1-1 0 0,1 2 0 0 0,-1 0 0 0 0,0 0 1 0 0,1 2-1 0 0,0-1 0 0 0,-1 2 0 0 0,1 0 1 0 0,-1 0-1 0 0,0 1 0 0 0,1 1 0 0 0,-1 0 1 0 0,0 1-1 0 0,0 0 0 0 0,-1 1 0 0 0,1 1 1 0 0,22 13-1 0 0,-22-11-33 0 0,-1 1-1 0 0,1 1 1 0 0,-1 0 0 0 0,-1 0-1 0 0,0 1 1 0 0,-1 1 0 0 0,0 0-1 0 0,0 0 1 0 0,-1 1 0 0 0,-1 0-1 0 0,0 1 1 0 0,-1-1 0 0 0,-1 2 0 0 0,0-1-1 0 0,5 20 1 0 0,-9-25 15 0 0,-1 0 1 0 0,0 0-1 0 0,0 0 1 0 0,-1 0-1 0 0,-1 0 0 0 0,1 1 1 0 0,-1-1-1 0 0,-1 0 1 0 0,0 0-1 0 0,0 0 0 0 0,-1 0 1 0 0,0-1-1 0 0,0 1 1 0 0,-1-1-1 0 0,0 0 0 0 0,-1 0 1 0 0,0 0-1 0 0,0 0 1 0 0,-1-1-1 0 0,-10 12 0 0 0,14-17 25 0 0,-1 0 0 0 0,1 0-1 0 0,0 0 1 0 0,-1 0-1 0 0,1 0 1 0 0,-1-1-1 0 0,0 1 1 0 0,0-1 0 0 0,1 1-1 0 0,-1-1 1 0 0,0 0-1 0 0,0 0 1 0 0,0-1 0 0 0,0 1-1 0 0,0 0 1 0 0,0-1-1 0 0,-1 0 1 0 0,1 0-1 0 0,0 0 1 0 0,-5-1 0 0 0,6 1-38 0 0,0-1 1 0 0,0 1 0 0 0,0-1 0 0 0,0 0-1 0 0,1 0 1 0 0,-1 0 0 0 0,0 0 0 0 0,0 0 0 0 0,1 0-1 0 0,-1-1 1 0 0,0 1 0 0 0,1-1 0 0 0,-1 1-1 0 0,1-1 1 0 0,0 1 0 0 0,-1-1 0 0 0,1 0-1 0 0,0 0 1 0 0,0 0 0 0 0,0 1 0 0 0,0-1-1 0 0,1 0 1 0 0,-1 0 0 0 0,0 0 0 0 0,1 0-1 0 0,0-1 1 0 0,-1 1 0 0 0,1 0 0 0 0,0 0-1 0 0,0-4 1 0 0,1-10-21 0 0,0 1-1 0 0,1-1 1 0 0,1 0-1 0 0,0 1 1 0 0,1 0-1 0 0,1 0 1 0 0,0 0-1 0 0,1 0 1 0 0,1 1-1 0 0,0 0 1 0 0,14-20-1 0 0,-4 9-36 0 0,1 1 1 0 0,1 1-1 0 0,1 0 0 0 0,1 2 0 0 0,26-22 1 0 0,-22 24-1 0 0,0 1 1 0 0,38-21-1 0 0,-49 31 5 0 0,0 2 0 0 0,0 0-1 0 0,21-5 1 0 0,17 4-94 0 0,-46 7 101 0 0,-1 0 1 0 0,1 0-1 0 0,0 1 0 0 0,0 0 1 0 0,-1 1-1 0 0,1-1 0 0 0,-1 1 1 0 0,1 0-1 0 0,-1 0 0 0 0,0 1 0 0 0,1-1 1 0 0,-1 1-1 0 0,-1 0 0 0 0,1 1 1 0 0,0-1-1 0 0,-1 1 0 0 0,0 0 1 0 0,1 0-1 0 0,3 6 0 0 0,5 8 3 0 0,-2 0-1 0 0,0 1 1 0 0,-1 0-1 0 0,8 21 1 0 0,-13-27-32 0 0,0 1-1 0 0,1-2 1 0 0,1 1 0 0 0,0-1 0 0 0,1 0-1 0 0,0 0 1 0 0,0-1 0 0 0,1 0-1 0 0,17 15 1 0 0,-21-23 9 0 0,0-1 0 0 0,0 0-1 0 0,0 0 1 0 0,1 0 0 0 0,-1-1 0 0 0,0 0-1 0 0,1 0 1 0 0,-1 0 0 0 0,1-1 0 0 0,-1 0-1 0 0,1 0 1 0 0,-1 0 0 0 0,1-1-1 0 0,-1 1 1 0 0,1-1 0 0 0,-1-1 0 0 0,9-2-1 0 0,3-1-121 0 0,1-2-1 0 0,-1 0 0 0 0,31-17 0 0 0,-29 12-22 0 0,-1-1 0 0 0,0 0 0 0 0,-1-2 0 0 0,-1 0 0 0 0,0 0 0 0 0,18-25 0 0 0,-18 25 301 0 0,-9 24-193 0 0,-6-7 61 0 0,0 0 1 0 0,0 0-1 0 0,0 0 1 0 0,0 0-1 0 0,0 0 0 0 0,1-1 1 0 0,-1 1-1 0 0,0 0 1 0 0,1-1-1 0 0,-1 1 1 0 0,1-1-1 0 0,0 1 1 0 0,-1-1-1 0 0,1 0 0 0 0,3 2 1 0 0,1 0 28 0 0,1-1 1 0 0,-1 0-1 0 0,1 0 0 0 0,-1-1 1 0 0,1 0-1 0 0,0 0 0 0 0,0 0 1 0 0,12-1-1 0 0,-16 0 72 0 0,1 0-1 0 0,-1 0 1 0 0,0-1-1 0 0,0 1 1 0 0,1-1-1 0 0,-1 0 1 0 0,0 0 0 0 0,0 0-1 0 0,0 0 1 0 0,0 0-1 0 0,0-1 1 0 0,0 1-1 0 0,0-1 1 0 0,0 0 0 0 0,-1 0-1 0 0,1 0 1 0 0,0 0-1 0 0,-1 0 1 0 0,0-1 0 0 0,3-2-1 0 0,-5 4-42 0 0,1 0 0 0 0,0-1 1 0 0,-1 1-1 0 0,1 0 0 0 0,-1 0 0 0 0,1 0 0 0 0,-1-1 1 0 0,0 1-1 0 0,1 0 0 0 0,-1 0 0 0 0,0-1 0 0 0,0 1 1 0 0,0 0-1 0 0,0-1 0 0 0,0 1 0 0 0,0 0 0 0 0,0-1 0 0 0,0 1 1 0 0,-1 0-1 0 0,1 0 0 0 0,-1-1 0 0 0,1 1 0 0 0,-1 0 1 0 0,0-3-1 0 0,-1 2 5 0 0,0 0-1 0 0,0 0 1 0 0,0-1 0 0 0,-1 1 0 0 0,1 0 0 0 0,0 1 0 0 0,-1-1-1 0 0,1 0 1 0 0,-1 1 0 0 0,-4-3 0 0 0,-1 1-159 0 0,-1-1 1 0 0,0 1-1 0 0,0 1 0 0 0,0 0 1 0 0,-18-2-1 0 0,23 4-237 0 0,-1 0 0 0 0,0 0 0 0 0,0 0-1 0 0,1 1 1 0 0,-1 0 0 0 0,0 0 0 0 0,-8 3 0 0 0,-13 12-7815 0 0</inkml:trace>
</inkml:ink>
</file>

<file path=ppt/ink/ink4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9:43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6 548 0 0,'0'0'7275'0'0,"-1"4"-6769"0"0,2 6-333 0 0,0 0 0 0 0,0-1 0 0 0,1 0 0 0 0,0 1-1 0 0,0-1 1 0 0,1 0 0 0 0,1 0 0 0 0,-1 0-1 0 0,2-1 1 0 0,-1 1 0 0 0,1-1 0 0 0,0 0-1 0 0,1 0 1 0 0,-1 0 0 0 0,2-1 0 0 0,-1 0 0 0 0,1 0-1 0 0,0-1 1 0 0,0 0 0 0 0,12 7 0 0 0,-13-8-73 0 0,0-1 0 0 0,0 0 1 0 0,0-1-1 0 0,0 1 0 0 0,1-1 1 0 0,-1 0-1 0 0,1-1 0 0 0,0 0 1 0 0,0 0-1 0 0,0 0 1 0 0,0-1-1 0 0,0 0 0 0 0,0 0 1 0 0,0-1-1 0 0,0 0 0 0 0,0 0 1 0 0,0-1-1 0 0,1 0 0 0 0,-1 0 1 0 0,0-1-1 0 0,0 1 1 0 0,-1-1-1 0 0,1-1 0 0 0,0 0 1 0 0,-1 0-1 0 0,1 0 0 0 0,-1 0 1 0 0,9-8-1 0 0,-10 6 79 0 0,0 1 1 0 0,-1-2-1 0 0,0 1 1 0 0,0 0-1 0 0,0-1 0 0 0,-1 1 1 0 0,1-1-1 0 0,-1 0 1 0 0,-1 0-1 0 0,1-1 1 0 0,2-10-1 0 0,-1-3-428 0 0,0 1 1 0 0,2-30-1 0 0,-6 46-441 0 0,2-19-2504 0 0</inkml:trace>
</inkml:ink>
</file>

<file path=ppt/ink/ink4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9:43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96 0 0,'7'0'1052'0'0,"0"0"1"0"0,0 1-1 0 0,0 0 0 0 0,0 1 0 0 0,-1 0 1 0 0,8 2-1 0 0,61 35 2854 0 0,-44-22-2695 0 0,-29-17-1114 0 0,1 0 0 0 0,0 1 0 0 0,-1-2-1 0 0,1 1 1 0 0,-1 0 0 0 0,1 0 0 0 0,-1-1 0 0 0,1 1-1 0 0,-1-1 1 0 0,1 0 0 0 0,-1 0 0 0 0,1 0 0 0 0,-1 0-1 0 0,0 0 1 0 0,5-3 0 0 0,-4 2-59 0 0,9-4 199 0 0,-1 0 235 0 0,0 0 0 0 0,1 1 1 0 0,0 0-1 0 0,20-5 1 0 0,-27 10-622 0 0,1-1 0 0 0,-1 1 0 0 0,1 0 1 0 0,0 0-1 0 0,-1 0 0 0 0,1 1 0 0 0,-1 0 1 0 0,1 0-1 0 0,-1 1 0 0 0,1-1 0 0 0,-1 1 1 0 0,0 0-1 0 0,8 5 0 0 0,31 15-7760 0 0,-27-15 4100 0 0</inkml:trace>
</inkml:ink>
</file>

<file path=ppt/ink/ink4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9:44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390 542 128 0 0,'13'1'1433'0'0,"10"3"14068"0"0,-36-20-13481 0 0,-25-26-637 0 0,19 22-963 0 0,2 0-1 0 0,0-1 1 0 0,-22-36-1 0 0,35 48-451 0 0,0 1 0 0 0,0-1 0 0 0,0 0 0 0 0,2-1 0 0 0,-1 1 0 0 0,1-1 0 0 0,0 1 0 0 0,1-1-1 0 0,0 0 1 0 0,0 1 0 0 0,1-1 0 0 0,1 0 0 0 0,2-15 0 0 0,-1 12-116 0 0,1-1 0 0 0,0 0 0 0 0,1 1 0 0 0,1 0 0 0 0,0 0 0 0 0,0 0 0 0 0,2 1 0 0 0,-1-1 0 0 0,2 2-1 0 0,0-1 1 0 0,0 1 0 0 0,1 0 0 0 0,0 1 0 0 0,1 0 0 0 0,0 0 0 0 0,15-10 0 0 0,-24 19 97 0 0,0 0 1 0 0,0 0-1 0 0,0 0 0 0 0,0 0 1 0 0,0 0-1 0 0,1 1 0 0 0,-1-1 1 0 0,0 0-1 0 0,1 1 0 0 0,-1-1 1 0 0,0 1-1 0 0,1-1 0 0 0,-1 1 1 0 0,1 0-1 0 0,-1 0 0 0 0,0 0 1 0 0,1 0-1 0 0,-1 0 0 0 0,1 0 1 0 0,-1 0-1 0 0,1 0 0 0 0,-1 0 1 0 0,1 1-1 0 0,1 0 0 0 0,-2 0 7 0 0,1 0 1 0 0,-1 0-1 0 0,0 0 0 0 0,0 1 0 0 0,0-1 0 0 0,-1 1 1 0 0,1-1-1 0 0,0 0 0 0 0,0 1 0 0 0,-1-1 0 0 0,1 1 1 0 0,-1-1-1 0 0,1 1 0 0 0,-1 0 0 0 0,0-1 0 0 0,0 1 1 0 0,0-1-1 0 0,0 3 0 0 0,1 5-55 0 0,-2 1 0 0 0,1-1 0 0 0,-1 0 1 0 0,-1 1-1 0 0,1-1 0 0 0,-5 11 0 0 0,-5 5-48 0 0,-1 1-1 0 0,-1-2 0 0 0,-1 0 1 0 0,-1 0-1 0 0,-1-2 0 0 0,-30 33 1 0 0,-126 112 157 0 0,139-138 218 0 0,-3 0 176 0 0,28-24-162 0 0,0 1 0 0 0,1 0-1 0 0,0 0 1 0 0,0 1 0 0 0,-10 12 0 0 0,16-17-35 0 0,96-2-238 0 0,245-49-5077 0 0,-189 23 87 0 0,-15 6 804 0 0</inkml:trace>
</inkml:ink>
</file>

<file path=ppt/ink/ink4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9:44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0 137 132 0 0,'1'-1'502'0'0,"-1"1"-1"0"0,0-1 1 0 0,1 0 0 0 0,-1 0-1 0 0,1 0 1 0 0,-1 0 0 0 0,1 1-1 0 0,-1-1 1 0 0,1 0-1 0 0,0 0 1 0 0,-1 1 0 0 0,1-1-1 0 0,0 1 1 0 0,-1-1 0 0 0,1 0-1 0 0,0 1 1 0 0,0 0 0 0 0,0-1-1 0 0,1 0 1 0 0,34 48 1143 0 0,-24-29-1302 0 0,0-1 0 0 0,1 0 0 0 0,2-1 0 0 0,-1-1 0 0 0,2 0 0 0 0,16 12 0 0 0,-29-26-268 0 0,0 0 0 0 0,0 0 0 0 0,0-1 0 0 0,0 0 0 0 0,0 1 0 0 0,0-1 1 0 0,0 0-1 0 0,0-1 0 0 0,0 1 0 0 0,0 0 0 0 0,0-1 0 0 0,0 0 0 0 0,0 1 1 0 0,0-1-1 0 0,0-1 0 0 0,0 1 0 0 0,-1 0 0 0 0,1 0 0 0 0,3-3 0 0 0,10-8 137 0 0,0 0 0 0 0,-1 0 0 0 0,-1-1 0 0 0,0-1-1 0 0,0-1 1 0 0,-2 0 0 0 0,0 0 0 0 0,-1-1 0 0 0,16-29-1 0 0,-7 12-3825 0 0,32-38 0 0 0,-45 64-400 0 0,0 2 305 0 0</inkml:trace>
</inkml:ink>
</file>

<file path=ppt/ink/ink4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9:45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0 501 920 0 0,'0'0'1012'0'0,"5"-1"14"0"0,7-2-216 0 0,0 0-1 0 0,-1-1 1 0 0,1 0-1 0 0,-1-1 1 0 0,1-1-1 0 0,-1 0 1 0 0,19-14-1 0 0,-14 9 184 0 0,0-1 1 0 0,-1-1-1 0 0,-1 0 0 0 0,20-23 1 0 0,-33 35-903 0 0,-1 1 1 0 0,1-1 0 0 0,0 0-1 0 0,0 0 1 0 0,-1 0 0 0 0,1 0 0 0 0,0 0-1 0 0,-1 0 1 0 0,1 0 0 0 0,-1 0-1 0 0,0 0 1 0 0,1 0 0 0 0,-1 0-1 0 0,0 0 1 0 0,1 0 0 0 0,-1 0-1 0 0,0 0 1 0 0,0 0 0 0 0,0 0 0 0 0,0 0-1 0 0,0 0 1 0 0,0-1 0 0 0,0 1-1 0 0,0 0 1 0 0,-1 0 0 0 0,1 0-1 0 0,0 0 1 0 0,-1 0 0 0 0,1 0-1 0 0,0 0 1 0 0,-1 0 0 0 0,0 0 0 0 0,0-1-1 0 0,-1 0 121 0 0,-28 10 280 0 0,22-3-424 0 0,0 0 0 0 0,0 1 0 0 0,1 0 0 0 0,0 0 0 0 0,0 1 0 0 0,1 0 0 0 0,0 0-1 0 0,-10 15 1 0 0,14-20-81 0 0,1 0 0 0 0,0 0 1 0 0,0 0-1 0 0,0 0 0 0 0,0 0 0 0 0,0 0 0 0 0,0 0 0 0 0,1 0 0 0 0,-1 0 0 0 0,1 1 0 0 0,-1-1 0 0 0,1 0 0 0 0,0 1 1 0 0,0-1-1 0 0,0 0 0 0 0,0 0 0 0 0,0 1 0 0 0,1-1 0 0 0,-1 0 0 0 0,1 0 0 0 0,0 1 0 0 0,-1-1 0 0 0,1 0 0 0 0,0 0 1 0 0,0 0-1 0 0,0 0 0 0 0,0 0 0 0 0,1 0 0 0 0,-1 0 0 0 0,1 0 0 0 0,-1-1 0 0 0,1 1 0 0 0,-1 0 0 0 0,1-1 0 0 0,0 0 1 0 0,0 1-1 0 0,0-1 0 0 0,0 0 0 0 0,0 0 0 0 0,0 0 0 0 0,0 0 0 0 0,0 0 0 0 0,0 0 0 0 0,3 0 0 0 0,4 2-89 0 0,0 0-1 0 0,0-1 0 0 0,0 0 0 0 0,0 0 0 0 0,0-1 1 0 0,0 0-1 0 0,1-1 0 0 0,-1 0 0 0 0,0-1 0 0 0,11-1 1 0 0,16-4-149 0 0,46-15 0 0 0,23-3-48 0 0,-76 21 214 0 0,0 0 0 0 0,37 3 0 0 0,-58 0 29 0 0,0 1 0 0 0,1 0 0 0 0,-1 0 1 0 0,0 1-1 0 0,0 0 0 0 0,0 0 0 0 0,0 1 1 0 0,0 0-1 0 0,-1 0 0 0 0,1 1 0 0 0,-1 0 1 0 0,12 8-1 0 0,-16-8-102 0 0,0 0 0 0 0,-1 0 1 0 0,1 0-1 0 0,-1 0 0 0 0,0 0 1 0 0,1 0-1 0 0,1 9 0 0 0,-3-12 17 0 0,0 2-19 0 0,-1-3 153 0 0,0 0 0 0 0,0 0 0 0 0,0 0 0 0 0,0 1 0 0 0,0-1 0 0 0,0 0 0 0 0,0 0 0 0 0,0 0 0 0 0,0 1 0 0 0,0-1 0 0 0,0 0 0 0 0,0 0 0 0 0,0 0 0 0 0,0 0 0 0 0,0 1 0 0 0,0-1 0 0 0,0 0 0 0 0,0 0 0 0 0,0 0 0 0 0,0 0 0 0 0,0 1 0 0 0,1-1 0 0 0,-1 0 0 0 0,0 0 0 0 0,0 0 0 0 0,0 0 0 0 0,0 0 0 0 0,0 0 0 0 0,1 1 0 0 0,-1-1 0 0 0,0 0 0 0 0,0 0 0 0 0,0 0 0 0 0,0 0 0 0 0,1 0 0 0 0,-1 0 0 0 0,0 0 0 0 0,0 0 0 0 0,0 0 0 0 0,0 0 0 0 0,1 0 0 0 0,-1 0 0 0 0,0 0 0 0 0,0 0 0 0 0,0 0 0 0 0,1 0 0 0 0,-1 0 0 0 0,0 0 0 0 0,0 0 0 0 0,0 0 0 0 0,0 0 0 0 0,1 0 0 0 0,-1 0 0 0 0,0 0 0 0 0,0 0 0 0 0,0-1 0 0 0,0 1 0 0 0,1 0 0 0 0,-1 0 0 0 0,0 0 0 0 0,16-18-55 0 0,0-1 0 0 0,-2 0 0 0 0,0-1 0 0 0,20-39-1 0 0,-4 8 19 0 0,13-18 66 0 0,43-98 0 0 0,-46 61 2398 0 0,-40 104-1825 0 0,-5 4-564 0 0,0 0 1 0 0,-1 0 0 0 0,1 0-1 0 0,0 1 1 0 0,0 0 0 0 0,0 0-1 0 0,0 0 1 0 0,1 0 0 0 0,-1 1-1 0 0,1 0 1 0 0,0 0 0 0 0,0 0-1 0 0,0 0 1 0 0,1 1 0 0 0,0 0-1 0 0,-1-1 1 0 0,2 1-1 0 0,-1 0 1 0 0,0 1 0 0 0,1-1-1 0 0,0 0 1 0 0,0 1 0 0 0,1-1-1 0 0,0 1 1 0 0,-1-1 0 0 0,2 1-1 0 0,-1 7 1 0 0,0-2-12 0 0,0 0-1 0 0,2-1 1 0 0,-1 1 0 0 0,1 0-1 0 0,0-1 1 0 0,1 1 0 0 0,1 0-1 0 0,0-1 1 0 0,0 0 0 0 0,1 0-1 0 0,0 0 1 0 0,0 0 0 0 0,12 16-1 0 0,3-2 15 0 0,2-1-1 0 0,0-1 1 0 0,39 30 0 0 0,-31-27-80 0 0,41 43 0 0 0,-68-66 63 0 0,-1-1-1 0 0,0 0 1 0 0,0 1 0 0 0,1-1-1 0 0,-1 0 1 0 0,-1 1 0 0 0,1 0-1 0 0,0-1 1 0 0,0 1 0 0 0,0-1-1 0 0,-1 1 1 0 0,1 0 0 0 0,-1-1-1 0 0,1 1 1 0 0,-1 0 0 0 0,0 0-1 0 0,0 0 1 0 0,0-1 0 0 0,0 1-1 0 0,0 0 1 0 0,0 0 0 0 0,0-1-1 0 0,0 1 1 0 0,-1 0 0 0 0,1 0-1 0 0,-1-1 1 0 0,1 1 0 0 0,-1 0-1 0 0,0-1 1 0 0,0 1 0 0 0,0-1-1 0 0,1 1 1 0 0,-1-1 0 0 0,-1 1-1 0 0,1-1 1 0 0,0 0 0 0 0,0 1-1 0 0,-1-1 1 0 0,1 0 0 0 0,0 0-1 0 0,-1 0 1 0 0,1 0 0 0 0,-1 0-1 0 0,-1 1 1 0 0,-1 0-199 0 0,0 0-1 0 0,1-1 0 0 0,-1 1 1 0 0,0-1-1 0 0,0 1 0 0 0,0-1 1 0 0,-1 0-1 0 0,-4 0 1 0 0,7-1-520 0 0,-1 0 1 0 0,0 0 0 0 0,0 0 0 0 0,1 0 0 0 0,-1 0 0 0 0,0 0 0 0 0,0-1-1 0 0,1 0 1 0 0,-1 1 0 0 0,1-1 0 0 0,-1 0 0 0 0,-3-2 0 0 0</inkml:trace>
</inkml:ink>
</file>

<file path=ppt/ink/ink4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0:02.8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70 540 0 0,'0'-4'596'0'0,"-10"-39"6062"0"0,9 41-6496 0 0,0 1-1 0 0,0-1 1 0 0,0 1 0 0 0,0-1 0 0 0,0 1-1 0 0,-1 0 1 0 0,1-1 0 0 0,0 1-1 0 0,-1 0 1 0 0,1 0 0 0 0,-1 0 0 0 0,1 0-1 0 0,-1 0 1 0 0,0 0 0 0 0,1 1 0 0 0,-1-1-1 0 0,0 1 1 0 0,1-1 0 0 0,-1 1 0 0 0,0-1-1 0 0,0 1 1 0 0,-3 0 0 0 0,-5-1 64 0 0,-1 2 1 0 0,1 0-1 0 0,-1 0 1 0 0,1 0-1 0 0,0 2 1 0 0,-1-1-1 0 0,-15 7 1 0 0,-68 32 862 0 0,91-39-1018 0 0,1-1-39 0 0,0-1 22 0 0,-1 1 1 0 0,1 0 0 0 0,-1 1-1 0 0,1-1 1 0 0,0 0 0 0 0,-1 1-1 0 0,1-1 1 0 0,0 1 0 0 0,0 0-1 0 0,0 0 1 0 0,0-1 0 0 0,0 2-1 0 0,1-1 1 0 0,-1 0-1 0 0,0 0 1 0 0,1 0 0 0 0,-2 3-1 0 0,4-4-44 0 0,-1 0 0 0 0,0 0-1 0 0,1 0 1 0 0,-1 0-1 0 0,1 0 1 0 0,0 0-1 0 0,-1-1 1 0 0,1 1-1 0 0,0 0 1 0 0,-1 0-1 0 0,1-1 1 0 0,0 1 0 0 0,0 0-1 0 0,0-1 1 0 0,-1 1-1 0 0,1-1 1 0 0,0 1-1 0 0,0-1 1 0 0,0 0-1 0 0,0 1 1 0 0,0-1-1 0 0,0 0 1 0 0,0 0 0 0 0,0 1-1 0 0,0-1 1 0 0,0 0-1 0 0,0 0 1 0 0,0 0-1 0 0,2 0 1 0 0,32 0 97 0 0,-33 0-97 0 0,134-5-677 0 0,-45 4-8127 0 0,-66 0 5170 0 0</inkml:trace>
</inkml:ink>
</file>

<file path=ppt/ink/ink4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0:03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216 232 140 0 0,'-25'-2'1689'0'0,"0"2"0"0"0,-1 1-1 0 0,1 1 1 0 0,0 1 0 0 0,0 1 0 0 0,-25 8 0 0 0,50-12-1652 0 0,-1 0 1 0 0,0 0 0 0 0,1 0-1 0 0,-1 0 1 0 0,1 0-1 0 0,-1 0 1 0 0,1 0-1 0 0,-1 0 1 0 0,0 1 0 0 0,1-1-1 0 0,-1 0 1 0 0,1 0-1 0 0,-1 0 1 0 0,1 1 0 0 0,-1-1-1 0 0,1 0 1 0 0,-1 1-1 0 0,1-1 1 0 0,0 0 0 0 0,-1 1-1 0 0,1-1 1 0 0,-1 1-1 0 0,1-1 1 0 0,0 1 0 0 0,-1-1-1 0 0,1 1 1 0 0,0-1-1 0 0,0 1 1 0 0,-1-1-1 0 0,1 1 1 0 0,0 0 0 0 0,14 9 399 0 0,23 1-367 0 0,-26-10-92 0 0,-1-1 0 0 0,1 0 1 0 0,0-1-1 0 0,-1 0 0 0 0,1-1 0 0 0,-1 0 1 0 0,1-1-1 0 0,-1 0 0 0 0,0-1 0 0 0,0 0 1 0 0,0 0-1 0 0,0-1 0 0 0,15-11 0 0 0,-18 11 111 0 0,0-1-1 0 0,-1 0 1 0 0,0-1 0 0 0,0 1-1 0 0,0-1 1 0 0,-1 0-1 0 0,0-1 1 0 0,0 1-1 0 0,-1-1 1 0 0,0 0-1 0 0,0 0 1 0 0,-1 0 0 0 0,0-1-1 0 0,0 1 1 0 0,-1-1-1 0 0,0 0 1 0 0,0-9-1 0 0,-1 10 470 0 0,-2-1-1 0 0,1 0 1 0 0,-1 0-1 0 0,-1 1 1 0 0,1-1-1 0 0,-6-15 1 0 0,2 6 1432 0 0,1 22-1819 0 0,0 0-234 0 0,1 1-1 0 0,0 0 1 0 0,0-1 0 0 0,0 1-1 0 0,0 1 1 0 0,1-1-1 0 0,0 0 1 0 0,0 0 0 0 0,1 1-1 0 0,-1 0 1 0 0,1-1-1 0 0,0 1 1 0 0,1-1-1 0 0,-1 1 1 0 0,1 0 0 0 0,0 0-1 0 0,1-1 1 0 0,-1 1-1 0 0,1 0 1 0 0,0-1 0 0 0,3 8-1 0 0,-2-4-567 0 0,1 1 1 0 0,1-1-1 0 0,0 0 0 0 0,0 0 0 0 0,7 11 0 0 0,-7-13-625 0 0,1 0-1 0 0,0-1 0 0 0,0 0 0 0 0,1 0 0 0 0,-1 0 1 0 0,11 7-1 0 0,-1-4-2707 0 0</inkml:trace>
</inkml:ink>
</file>

<file path=ppt/ink/ink4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0:03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125 147 768 0 0,'-1'-2'218'0'0,"1"0"0"0"0,-1 0-1 0 0,1 0 1 0 0,-1 0 0 0 0,0 1-1 0 0,0-1 1 0 0,0 0 0 0 0,0 0 0 0 0,0 0-1 0 0,0 1 1 0 0,0-1 0 0 0,-1 1 0 0 0,1-1-1 0 0,-1 1 1 0 0,1-1 0 0 0,-1 1-1 0 0,1 0 1 0 0,-1 0 0 0 0,0 0 0 0 0,1 0-1 0 0,-1 0 1 0 0,0 0 0 0 0,0 0 0 0 0,0 1-1 0 0,0-1 1 0 0,0 0 0 0 0,0 1 0 0 0,0 0-1 0 0,0 0 1 0 0,0-1 0 0 0,-2 1-1 0 0,0 1-60 0 0,0 0 0 0 0,1 0-1 0 0,-1 1 1 0 0,1-1-1 0 0,-1 1 1 0 0,1-1 0 0 0,0 1-1 0 0,0 0 1 0 0,0 0-1 0 0,0 0 1 0 0,0 1 0 0 0,0-1-1 0 0,0 1 1 0 0,1 0-1 0 0,0 0 1 0 0,-4 4 0 0 0,3-3-92 0 0,1 1 0 0 0,-1-1 0 0 0,1 0 0 0 0,0 1 1 0 0,0-1-1 0 0,1 1 0 0 0,-1 0 0 0 0,1 0 1 0 0,0 0-1 0 0,0 0 0 0 0,1-1 0 0 0,-1 1 0 0 0,1 0 1 0 0,0 0-1 0 0,0 0 0 0 0,1 0 0 0 0,0 0 0 0 0,0 0 1 0 0,0 0-1 0 0,0 0 0 0 0,1-1 0 0 0,3 8 0 0 0,-4-9-75 0 0,1 0-1 0 0,0 0 1 0 0,-1 0-1 0 0,1-1 0 0 0,1 1 1 0 0,-1 0-1 0 0,0-1 0 0 0,1 0 1 0 0,-1 1-1 0 0,1-1 0 0 0,0 0 1 0 0,0-1-1 0 0,-1 1 1 0 0,1 0-1 0 0,1-1 0 0 0,-1 1 1 0 0,0-1-1 0 0,0 0 0 0 0,0 0 1 0 0,1-1-1 0 0,-1 1 0 0 0,0 0 1 0 0,1-1-1 0 0,-1 0 0 0 0,0 0 1 0 0,1 0-1 0 0,-1 0 1 0 0,1-1-1 0 0,-1 1 0 0 0,0-1 1 0 0,0 0-1 0 0,1 0 0 0 0,4-2 1 0 0,2-1 5 0 0,0-1 0 0 0,0-1 1 0 0,-1 1-1 0 0,1-1 0 0 0,-1-1 0 0 0,0 0 1 0 0,-1 0-1 0 0,0-1 0 0 0,0 0 0 0 0,0-1 1 0 0,-1 1-1 0 0,-1-1 0 0 0,10-16 1 0 0,-5 5 340 0 0,0-1 0 0 0,-2 0 0 0 0,0 0 0 0 0,-1-1 0 0 0,7-35 1 0 0,-13 34 827 0 0,-11 31-441 0 0,-9 37-407 0 0,17-29-413 0 0,0 0 0 0 0,1 0-1 0 0,1-1 1 0 0,0 1 0 0 0,1 0 0 0 0,1-1 0 0 0,0 0-1 0 0,1 1 1 0 0,1-1 0 0 0,0 0 0 0 0,12 21 0 0 0,-10-23-990 0 0,0 0 1 0 0,1 0-1 0 0,0-1 1 0 0,1 0 0 0 0,1-1-1 0 0,0 0 1 0 0,16 14 0 0 0,-5-9-2199 0 0</inkml:trace>
</inkml:ink>
</file>

<file path=ppt/ink/ink4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0:06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276 52 592 0 0,'0'-2'302'0'0,"-1"-1"0"0"0,0 0 1 0 0,0 1-1 0 0,0-1 0 0 0,0 1 0 0 0,0-1 0 0 0,0 1 0 0 0,-1 0 1 0 0,1-1-1 0 0,-1 1 0 0 0,0 0 0 0 0,0 0 0 0 0,0 0 0 0 0,0 0 1 0 0,0 0-1 0 0,0 1 0 0 0,0-1 0 0 0,0 1 0 0 0,-5-3 0 0 0,3 3-136 0 0,0-1 0 0 0,-1 1 0 0 0,1 0 0 0 0,0 1 0 0 0,0-1 0 0 0,-1 1 0 0 0,1 0 0 0 0,0 0-1 0 0,-1 0 1 0 0,1 0 0 0 0,-7 2 0 0 0,0 1-54 0 0,0 0 1 0 0,0 1-1 0 0,0 0 1 0 0,1 0-1 0 0,-1 1 0 0 0,1 1 1 0 0,1 0-1 0 0,-18 13 1 0 0,25-17-93 0 0,0 0 1 0 0,0 0-1 0 0,0 0 1 0 0,1 0-1 0 0,-1 0 1 0 0,1 0 0 0 0,0 1-1 0 0,-1-1 1 0 0,1 0-1 0 0,0 1 1 0 0,1-1 0 0 0,-1 1-1 0 0,0-1 1 0 0,1 1-1 0 0,-1-1 1 0 0,1 1-1 0 0,0 0 1 0 0,0-1 0 0 0,0 1-1 0 0,0-1 1 0 0,0 1-1 0 0,0 0 1 0 0,1-1 0 0 0,-1 1-1 0 0,1-1 1 0 0,0 1-1 0 0,0-1 1 0 0,0 1-1 0 0,0-1 1 0 0,0 0 0 0 0,1 1-1 0 0,-1-1 1 0 0,1 0-1 0 0,-1 0 1 0 0,3 2 0 0 0,7 10 38 0 0,0-1 0 0 0,1-1 0 0 0,0 0 1 0 0,14 10-1 0 0,-20-17-17 0 0,-5-4-39 0 0,-1-1 0 0 0,0 1-1 0 0,1-1 1 0 0,-1 1 0 0 0,0-1 0 0 0,1 1 0 0 0,-1 0 0 0 0,0-1-1 0 0,1 1 1 0 0,-1-1 0 0 0,0 1 0 0 0,0 0 0 0 0,0-1 0 0 0,0 1-1 0 0,1 0 1 0 0,-1-1 0 0 0,0 1 0 0 0,0 0 0 0 0,0-1-1 0 0,-1 1 1 0 0,1 0 0 0 0,0-1 0 0 0,0 1 0 0 0,0 0 0 0 0,0-1-1 0 0,-1 1 1 0 0,1 0 0 0 0,0-1 0 0 0,0 1 0 0 0,-1-1 0 0 0,1 1-1 0 0,-1 0 1 0 0,1-1 0 0 0,0 1 0 0 0,-1-1 0 0 0,1 1-1 0 0,-1-1 1 0 0,1 0 0 0 0,-1 1 0 0 0,0-1 0 0 0,0 1 0 0 0,-24 15 41 0 0,-59 7-177 0 0,50-15-2999 0 0</inkml:trace>
</inkml:ink>
</file>

<file path=ppt/ink/ink4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0:06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604 153 1024 0 0,'-4'-28'2962'0'0,"5"19"-2302"0"0,-1 1 1 0 0,0 0-1 0 0,0 0 0 0 0,-1-1 1 0 0,0 1-1 0 0,0 0 1 0 0,-1 0-1 0 0,0 0 0 0 0,0 0 1 0 0,-1 0-1 0 0,0 1 1 0 0,-7-13-1 0 0,8 19-611 0 0,1 0 1 0 0,-1 0-1 0 0,1 0 0 0 0,-1 0 0 0 0,0 1 0 0 0,1-1 1 0 0,-1 1-1 0 0,0-1 0 0 0,0 1 0 0 0,1 0 1 0 0,-1-1-1 0 0,0 1 0 0 0,0 0 0 0 0,0 0 0 0 0,1 0 1 0 0,-1 1-1 0 0,0-1 0 0 0,-2 1 0 0 0,-34 6 266 0 0,13 1-178 0 0,0 1 1 0 0,1 1-1 0 0,0 2 1 0 0,-39 24 0 0 0,-85 68 380 0 0,40-14-133 0 0,98-80-334 0 0,0 0-1 0 0,1 1 1 0 0,0 0-1 0 0,1 0 1 0 0,0 1-1 0 0,0 0 1 0 0,-9 23-1 0 0,16-32-41 0 0,0-1 0 0 0,0 0 0 0 0,0 1 0 0 0,0-1 0 0 0,1 0 1 0 0,-1 1-1 0 0,1-1 0 0 0,0 1 0 0 0,0-1 0 0 0,0 1 0 0 0,0-1 0 0 0,0 0 0 0 0,0 1 0 0 0,1-1 0 0 0,-1 1 0 0 0,1-1 0 0 0,0 0 0 0 0,-1 1 0 0 0,1-1 0 0 0,0 0 1 0 0,1 0-1 0 0,1 4 0 0 0,0-3 2 0 0,0 0 1 0 0,0 0-1 0 0,1 0 1 0 0,-1-1-1 0 0,0 0 1 0 0,1 1-1 0 0,0-2 1 0 0,-1 1-1 0 0,1 0 1 0 0,0-1 0 0 0,0 1-1 0 0,6 0 1 0 0,6 2 12 0 0,2-2 0 0 0,-1 0 1 0 0,0-1-1 0 0,0 0 0 0 0,22-3 1 0 0,13-6-130 0 0,-1-2 0 0 0,0-2 0 0 0,-1-2 0 0 0,0-2 1 0 0,-1-3-1 0 0,-1-1 0 0 0,79-48 0 0 0,-125 67 61 0 0,-1 0 1 0 0,0 0-1 0 0,0 0 0 0 0,1 1 0 0 0,-1-1 0 0 0,0 1 1 0 0,1-1-1 0 0,-1 1 0 0 0,1-1 0 0 0,-1 1 0 0 0,1 0 1 0 0,-1 0-1 0 0,1 0 0 0 0,-1-1 0 0 0,1 2 1 0 0,-1-1-1 0 0,1 0 0 0 0,-1 0 0 0 0,1 0 0 0 0,-1 1 1 0 0,1-1-1 0 0,-1 0 0 0 0,0 1 0 0 0,1 0 0 0 0,-1-1 1 0 0,0 1-1 0 0,1 0 0 0 0,-1 0 0 0 0,0-1 1 0 0,0 1-1 0 0,0 0 0 0 0,1 0 0 0 0,-1 0 0 0 0,0 1 1 0 0,0-1-1 0 0,-1 0 0 0 0,1 0 0 0 0,0 0 1 0 0,0 1-1 0 0,-1-1 0 0 0,1 0 0 0 0,0 3 0 0 0,22 22-401 0 0,-19-23 439 0 0,-1-1 1 0 0,1 0-1 0 0,0 0 1 0 0,0 0-1 0 0,0 0 1 0 0,0 0-1 0 0,0-1 1 0 0,0 0-1 0 0,1 0 1 0 0,-1 0 0 0 0,0-1-1 0 0,9 1 1 0 0,-11-1 373 0 0,-2 0-334 0 0,1 0 0 0 0,0-1 1 0 0,-1 1-1 0 0,1 0 0 0 0,-1-1 0 0 0,1 1 1 0 0,-1 0-1 0 0,1-1 0 0 0,-1 1 1 0 0,1-1-1 0 0,-1 1 0 0 0,0 0 1 0 0,1-1-1 0 0,-1 1 0 0 0,1-1 1 0 0,-1 0-1 0 0,0 1 0 0 0,0-1 1 0 0,1 1-1 0 0,-1-1 0 0 0,0 1 1 0 0,0-2-1 0 0,-2-2 5 0 0,0 0 0 0 0,0 0 0 0 0,-1 0 1 0 0,0 0-1 0 0,0 1 0 0 0,0-1 0 0 0,0 1 0 0 0,-1 0 0 0 0,1 0 1 0 0,-1 0-1 0 0,0 0 0 0 0,0 1 0 0 0,0-1 0 0 0,0 1 0 0 0,0 0 1 0 0,-1 0-1 0 0,1 1 0 0 0,0-1 0 0 0,-1 1 0 0 0,1 0 0 0 0,-6-1 1 0 0,-49-3-1588 0 0,52 5 715 0 0,0 1-1 0 0,0 0 1 0 0,0 0-1 0 0,0 0 0 0 0,-8 4 1 0 0,4 2-5396 0 0</inkml:trace>
</inkml:ink>
</file>

<file path=ppt/ink/ink4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0:07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8 624 0 0,'13'0'2810'0'0,"-11"1"-2697"0"0,0 0 0 0 0,0 0 0 0 0,0-1 0 0 0,0 2 0 0 0,0-1 0 0 0,0 0 0 0 0,0 0 0 0 0,0 0 0 0 0,0 1 0 0 0,-1-1 1 0 0,1 1-1 0 0,-1-1 0 0 0,1 1 0 0 0,-1 0 0 0 0,1 0 0 0 0,-1 0 0 0 0,0 0 0 0 0,0 0 0 0 0,0 0 0 0 0,0 0 0 0 0,0 0 1 0 0,-1 0-1 0 0,1 0 0 0 0,-1 0 0 0 0,1 0 0 0 0,-1 1 0 0 0,0 2 0 0 0,1 5 164 0 0,0 0 0 0 0,-1 0-1 0 0,-1 0 1 0 0,-3 20 0 0 0,2-25-179 0 0,0 0 0 0 0,-1-1-1 0 0,0 1 1 0 0,0 0 0 0 0,0-1 0 0 0,-1 0 0 0 0,1 0-1 0 0,-1 0 1 0 0,0 0 0 0 0,0 0 0 0 0,-1-1 0 0 0,1 0-1 0 0,-1 0 1 0 0,1 0 0 0 0,-6 2 0 0 0,8-4 252 0 0,-6-7-212 0 0,7 6-134 0 0,1-1 0 0 0,-1 1-1 0 0,1 0 1 0 0,-1 0 0 0 0,1 0-1 0 0,-1 0 1 0 0,1 0 0 0 0,-1-1-1 0 0,1 1 1 0 0,-1 0 0 0 0,1 0 0 0 0,-1-1-1 0 0,1 1 1 0 0,-1 0 0 0 0,1-1-1 0 0,0 1 1 0 0,-1 0 0 0 0,1-1-1 0 0,0 1 1 0 0,-1-1 0 0 0,1 1-1 0 0,0-1 1 0 0,-1 1 0 0 0,1-1 0 0 0,0 1-1 0 0,0-1 1 0 0,0 1 0 0 0,-1-1-1 0 0,2-7 15 0 0,1 1 1 0 0,-1-1-1 0 0,1 1 0 0 0,1 0 0 0 0,0 0 1 0 0,0 0-1 0 0,0 0 0 0 0,0 0 0 0 0,1 1 1 0 0,0 0-1 0 0,1 0 0 0 0,0 0 0 0 0,-1 0 0 0 0,2 0 1 0 0,-1 1-1 0 0,1 0 0 0 0,0 0 0 0 0,0 1 1 0 0,0 0-1 0 0,0 0 0 0 0,1 0 0 0 0,0 1 0 0 0,9-4 1 0 0,-14 6-23 0 0,0 0 1 0 0,0 0-1 0 0,1 0 1 0 0,-1 1 0 0 0,0-1-1 0 0,1 1 1 0 0,-1-1-1 0 0,1 1 1 0 0,-1 0 0 0 0,0 0-1 0 0,1 0 1 0 0,-1 0-1 0 0,1 0 1 0 0,-1 1 0 0 0,0-1-1 0 0,1 1 1 0 0,-1-1-1 0 0,0 1 1 0 0,1 0 0 0 0,-1 0-1 0 0,4 2 1 0 0,-3 0 3 0 0,0 0 0 0 0,0 0 0 0 0,-1 0 0 0 0,1 0 0 0 0,0 0 0 0 0,-1 0 1 0 0,0 1-1 0 0,0-1 0 0 0,0 1 0 0 0,0 0 0 0 0,-1-1 0 0 0,3 9 0 0 0,11 22 170 0 0,-15-33-60 0 0,4-3-86 0 0,25-20 50 0 0,-21 16-145 0 0,0-1 0 0 0,1 1 0 0 0,0 1 0 0 0,13-7 0 0 0,-19 10 36 0 0,1 1 0 0 0,-1 0 0 0 0,0 0-1 0 0,1 1 1 0 0,-1-1 0 0 0,1 1 0 0 0,-1-1-1 0 0,1 1 1 0 0,-1 0 0 0 0,1 0 0 0 0,-1 1-1 0 0,1-1 1 0 0,-1 1 0 0 0,1-1 0 0 0,-1 1-1 0 0,0 1 1 0 0,7 1 0 0 0,-4 0-10 0 0,17 9-281 0 0,1-2 0 0 0,41 12 0 0 0,-57-20 267 0 0,0 0 0 0 0,1-1 0 0 0,-1 0 0 0 0,1-1 0 0 0,-1 0 0 0 0,1 0 0 0 0,-1 0 0 0 0,0-1 0 0 0,1-1 0 0 0,-1 1 0 0 0,0-2 0 0 0,11-3 0 0 0,-16 5 153 0 0,1 0-1 0 0,-1 0 0 0 0,1-1 0 0 0,-1 0 0 0 0,0 0 0 0 0,0 0 0 0 0,0 0 0 0 0,0 0 0 0 0,0 0 0 0 0,0-1 1 0 0,-1 1-1 0 0,1-1 0 0 0,1-3 0 0 0,-3 5 209 0 0,1-1 92 0 0,-2 1-374 0 0,0 1-1 0 0,0 0 0 0 0,0 0 1 0 0,0 0-1 0 0,0 0 0 0 0,0 0 1 0 0,0-1-1 0 0,0 1 1 0 0,1 0-1 0 0,-1 0 0 0 0,0 0 1 0 0,0 0-1 0 0,0-1 0 0 0,0 1 1 0 0,0 0-1 0 0,0 0 0 0 0,0 0 1 0 0,0 0-1 0 0,0 0 0 0 0,1 0 1 0 0,-1 0-1 0 0,0-1 0 0 0,0 1 1 0 0,0 0-1 0 0,0 0 0 0 0,0 0 1 0 0,1 0-1 0 0,-1 0 1 0 0,0 0-1 0 0,0 0 0 0 0,0 0 1 0 0,0 0-1 0 0,0 0 0 0 0,1 0 1 0 0,-1 0-1 0 0,0 0 0 0 0,0 0 1 0 0,0 0-1 0 0,0 0 0 0 0,1 0 1 0 0,-1 0-1 0 0,0 0 0 0 0,0 0 1 0 0,0 0-1 0 0,0 0 0 0 0,1 0 1 0 0,-1 0-1 0 0,0 0 1 0 0,0 0-1 0 0,0 0 0 0 0,0 1 1 0 0,0-1-1 0 0,0 0 0 0 0,1 0 1 0 0,-1 0-1 0 0,1 9 33 0 0,1 1 0 0 0,-2-1 0 0 0,1 1 0 0 0,-1-1 0 0 0,-1 0 0 0 0,0 1 0 0 0,-2 11 0 0 0,-21 73 143 0 0,4-13-61 0 0,7-25 312 0 0,-28 82 0 0 0,41-138-347 0 0,0 0 0 0 0,0 1 0 0 0,0-1 0 0 0,0 1 0 0 0,0-1 0 0 0,1 0 0 0 0,-1 1 0 0 0,0-1 0 0 0,-1 0 0 0 0,1 1 0 0 0,0-1 0 0 0,0 0 0 0 0,0 1 0 0 0,0-1 0 0 0,0 0 0 0 0,0 1 0 0 0,0-1 0 0 0,0 0 0 0 0,-1 0 1 0 0,1 1-1 0 0,0-1 0 0 0,0 0 0 0 0,0 1 0 0 0,-1-1 0 0 0,1 0 0 0 0,0 0 0 0 0,0 1 0 0 0,-1-1 0 0 0,1 0 0 0 0,0 0 0 0 0,0 0 0 0 0,-1 1 0 0 0,1-1 0 0 0,0 0 0 0 0,-1 0 0 0 0,1 0 0 0 0,0 0 0 0 0,-1 0 0 0 0,1 0 0 0 0,0 0 0 0 0,-1 0 0 0 0,1 0 0 0 0,0 0 0 0 0,-1 0 0 0 0,1 0 0 0 0,0 0 0 0 0,-1 0 0 0 0,1 0 0 0 0,0 0 0 0 0,-1 0 1 0 0,-7-23 1057 0 0,1-40-803 0 0,8 37-236 0 0,1-1 0 0 0,2 1 0 0 0,0 0 0 0 0,1 0-1 0 0,2 1 1 0 0,1 0 0 0 0,1 0 0 0 0,0 1 0 0 0,2 0-1 0 0,16-26 1 0 0,-19 38-138 0 0,0 0 0 0 0,1 0 1 0 0,0 1-1 0 0,0 1 0 0 0,2 0 0 0 0,-1 0 0 0 0,1 1 0 0 0,23-16 0 0 0,-25 20-23 0 0,0 1 1 0 0,0 0-1 0 0,1 0 0 0 0,-1 1 0 0 0,1 0 1 0 0,0 0-1 0 0,-1 1 0 0 0,1 1 0 0 0,0 0 1 0 0,0 0-1 0 0,0 1 0 0 0,0 0 0 0 0,18 3 0 0 0,23 11-453 0 0,-49-13 458 0 0,1 0-1 0 0,-1 0 1 0 0,0 1-1 0 0,1-1 1 0 0,-1 1 0 0 0,0 0-1 0 0,0-1 1 0 0,0 1-1 0 0,0 0 1 0 0,0 0-1 0 0,0 0 1 0 0,-1 0 0 0 0,1 1-1 0 0,-1-1 1 0 0,1 0-1 0 0,1 5 1 0 0,-3-5 26 0 0,0 0 1 0 0,0-1-1 0 0,0 1 1 0 0,0-1-1 0 0,0 1 0 0 0,0-1 1 0 0,-1 1-1 0 0,1 0 0 0 0,0-1 1 0 0,-1 1-1 0 0,1-1 0 0 0,-1 1 1 0 0,0-1-1 0 0,1 1 1 0 0,-1-1-1 0 0,0 0 0 0 0,0 1 1 0 0,0-1-1 0 0,0 0 0 0 0,0 0 1 0 0,0 0-1 0 0,0 0 1 0 0,-1 1-1 0 0,1-2 0 0 0,0 1 1 0 0,-3 2-1 0 0,-40 21-98 0 0,38-21 99 0 0,2-1-187 0 0,-59 24-212 0 0,59-24-659 0 0,0-1 1 0 0,-1 0 0 0 0,1 0-1 0 0,-1-1 1 0 0,1 1 0 0 0,0-1-1 0 0,-6 0 1 0 0</inkml:trace>
</inkml:ink>
</file>

<file path=ppt/ink/ink4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0:08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0 435 420 0 0,'0'0'5305'0'0,"3"3"-4812"0"0,9 11 240 0 0,-3-2-252 0 0,1 0 0 0 0,0-1 0 0 0,1 0 0 0 0,1-1 0 0 0,-1 0-1 0 0,2-1 1 0 0,-1 0 0 0 0,14 7 0 0 0,-24-16-413 0 0,-1 0 1 0 0,1 0-1 0 0,-1 1 0 0 0,1-2 1 0 0,-1 1-1 0 0,1 0 0 0 0,-1 0 1 0 0,1 0-1 0 0,-1-1 1 0 0,0 1-1 0 0,1-1 0 0 0,-1 1 1 0 0,0-1-1 0 0,1 0 0 0 0,-1 1 1 0 0,0-1-1 0 0,0 0 0 0 0,1 0 1 0 0,-1 0-1 0 0,0 0 0 0 0,0 0 1 0 0,0 0-1 0 0,0 0 0 0 0,0 0 1 0 0,0 0-1 0 0,-1-1 1 0 0,1 1-1 0 0,0 0 0 0 0,-1 0 1 0 0,1-1-1 0 0,0-1 0 0 0,21-51 520 0 0,-19 46-424 0 0,35-101 547 0 0,-22 56-501 0 0,3 2 0 0 0,1 0 0 0 0,38-64 0 0 0,-54 107-200 0 0,0 1 0 0 0,1-1 0 0 0,0 1 0 0 0,0 0 0 0 0,1 0-1 0 0,0 1 1 0 0,0 0 0 0 0,0 0 0 0 0,1 0 0 0 0,0 1 0 0 0,11-7-1 0 0,-16 11-10 0 0,-1 1-1 0 0,1 0 1 0 0,0 0 0 0 0,-1-1-1 0 0,1 1 1 0 0,0 0-1 0 0,-1 1 1 0 0,1-1-1 0 0,0 0 1 0 0,-1 0-1 0 0,1 1 1 0 0,-1-1-1 0 0,1 1 1 0 0,0-1-1 0 0,-1 1 1 0 0,1 0-1 0 0,-1 0 1 0 0,0-1-1 0 0,1 1 1 0 0,-1 0-1 0 0,0 0 1 0 0,1 0-1 0 0,-1 1 1 0 0,0-1-1 0 0,0 0 1 0 0,0 0-1 0 0,0 1 1 0 0,0-1-1 0 0,0 1 1 0 0,0-1-1 0 0,0 1 1 0 0,-1-1-1 0 0,2 3 1 0 0,19 52 43 0 0,-1 21 63 0 0,2 8 151 0 0,16 127 0 0 0,-37-203-541 0 0,0 1 1 0 0,-2 0 0 0 0,1 0 0 0 0,-3 15 0 0 0,2-23-225 0 0,0 3-387 0 0,-3 10-270 0 0,-4-11-3009 0 0,-1-5 1024 0 0</inkml:trace>
</inkml:ink>
</file>

<file path=ppt/ink/ink4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0:09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1 536 432 0 0,'64'-20'3243'0'0,"91"-16"1"0"0,76-14-680 0 0,-219 47-2015 0 0,-10 3-434 0 0,1 0 1 0 0,-1-1-1 0 0,0 1 0 0 0,1-1 1 0 0,-1 0-1 0 0,1 1 0 0 0,-1-1 1 0 0,0 0-1 0 0,0 0 0 0 0,0-1 0 0 0,1 1 1 0 0,1-2-1 0 0,-3 1 254 0 0,-16 15 2894 0 0,-22 18-3337 0 0,6 5 80 0 0,71-55-209 0 0,-26 11 84 0 0,0 1 0 0 0,0 0 0 0 0,1 1 0 0 0,0 1 0 0 0,0 0 0 0 0,1 1 0 0 0,23-3 1 0 0,-15 5 50 0 0,-1-1 0 0 0,1-1 0 0 0,0 0 0 0 0,-1-2 0 0 0,33-13 0 0 0,-42 14 119 0 0,-1-1-1 0 0,-1-1 1 0 0,1 0-1 0 0,-1 0 1 0 0,0-2-1 0 0,-1 1 1 0 0,1-1-1 0 0,-2-1 1 0 0,0 0-1 0 0,13-16 1 0 0,-17 18 38 0 0,-1 0 1 0 0,-1-1-1 0 0,0 1 1 0 0,0-1 0 0 0,0 0-1 0 0,-1 0 1 0 0,-1 0-1 0 0,0-1 1 0 0,0 1-1 0 0,0 0 1 0 0,-1-1 0 0 0,-1-17-1 0 0,0 9 98 0 0,-2 1 0 0 0,0-1 0 0 0,-1 1 0 0 0,-1 0 0 0 0,-11-32 0 0 0,15 48-183 0 0,0 1 0 0 0,0-1 0 0 0,0 0 0 0 0,-1 1-1 0 0,1-1 1 0 0,0 1 0 0 0,-1-1 0 0 0,1 0-1 0 0,0 1 1 0 0,-1-1 0 0 0,1 1 0 0 0,0-1-1 0 0,-1 1 1 0 0,1 0 0 0 0,-1-1 0 0 0,1 1-1 0 0,-1-1 1 0 0,1 1 0 0 0,-1 0 0 0 0,0-1-1 0 0,1 1 1 0 0,-1 0 0 0 0,1 0 0 0 0,-1 0-1 0 0,0-1 1 0 0,1 1 0 0 0,-1 0 0 0 0,1 0-1 0 0,-1 0 1 0 0,0 0 0 0 0,0 0 0 0 0,-20 11 2 0 0,-12 29-32 0 0,27-27 23 0 0,0 1 0 0 0,0 0 0 0 0,1 0 0 0 0,1 1 0 0 0,1-1 0 0 0,0 1 0 0 0,0 0 0 0 0,2 0 0 0 0,0 0 0 0 0,1 0 0 0 0,0 0 0 0 0,1 0 0 0 0,5 24 0 0 0,-4-30 22 0 0,0 1 0 0 0,1-1 0 0 0,0 0 0 0 0,1 0 0 0 0,0 0 1 0 0,0 0-1 0 0,1-1 0 0 0,0 0 0 0 0,0 0 0 0 0,1 0 0 0 0,0 0 0 0 0,1-1 0 0 0,-1 0 0 0 0,1 0 1 0 0,1-1-1 0 0,-1 0 0 0 0,1 0 0 0 0,0-1 0 0 0,1 0 0 0 0,-1 0 0 0 0,18 6 0 0 0,22-5 1939 0 0,-46-6-1476 0 0,13-1-18 0 0,2-1-3918 0 0</inkml:trace>
</inkml:ink>
</file>

<file path=ppt/ink/ink4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0:09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39 752 0 0,'5'-14'5308'0'0,"-9"-5"-1942"0"0,1 13-7326 0 0</inkml:trace>
</inkml:ink>
</file>

<file path=ppt/ink/ink4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0:09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85 432 0 0,'0'0'3805'0'0,"-9"11"1623"0"0,9-10-5338 0 0,0 0-1 0 0,0 0 1 0 0,1-1-1 0 0,-1 1 1 0 0,0 0 0 0 0,1 0-1 0 0,-1-1 1 0 0,0 1 0 0 0,1 0-1 0 0,-1 0 1 0 0,1-1 0 0 0,0 1-1 0 0,-1-1 1 0 0,1 1 0 0 0,-1 0-1 0 0,1-1 1 0 0,0 1-1 0 0,-1-1 1 0 0,1 0 0 0 0,0 1-1 0 0,0-1 1 0 0,-1 1 0 0 0,1-1-1 0 0,0 0 1 0 0,0 0 0 0 0,-1 1-1 0 0,1-1 1 0 0,0 0 0 0 0,0 0-1 0 0,0 0 1 0 0,0 0 0 0 0,-1 0-1 0 0,1 0 1 0 0,0 0-1 0 0,0 0 1 0 0,0-1 0 0 0,-1 1-1 0 0,1 0 1 0 0,0 0 0 0 0,0 0-1 0 0,0-1 1 0 0,-1 1 0 0 0,1-1-1 0 0,0 1 1 0 0,-1 0 0 0 0,1-1-1 0 0,0 0 1 0 0,-1 1-1 0 0,1-1 1 0 0,0 1 0 0 0,-1-1-1 0 0,1 1 1 0 0,-1-1 0 0 0,1 0-1 0 0,0-1 1 0 0,1 0 113 0 0,-1-1-1 0 0,1 0 1 0 0,0 1-1 0 0,-1-1 1 0 0,1 0-1 0 0,-1 0 1 0 0,0 0-1 0 0,0 0 1 0 0,0 0-1 0 0,0 0 1 0 0,-1 0-1 0 0,1 0 1 0 0,-1 0-1 0 0,0 0 1 0 0,0 0-1 0 0,0-6 1 0 0,-1 6-211 0 0,1 0 0 0 0,-1-1 1 0 0,0 1-1 0 0,0 0 1 0 0,0 0-1 0 0,0 0 0 0 0,-1 0 1 0 0,-3-6-1 0 0,-8 0-3044 0 0,-8 6-5240 0 0</inkml:trace>
</inkml:ink>
</file>

<file path=ppt/ink/ink4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0:10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1 348 304 0 0,'0'0'8160'0'0,"25"26"-5563"0"0,-23-25-2535 0 0,0 1 1 0 0,0-1-1 0 0,0 0 1 0 0,0 1-1 0 0,0-1 1 0 0,0 0-1 0 0,1 0 1 0 0,-1 0-1 0 0,0-1 0 0 0,1 1 1 0 0,-1 0-1 0 0,0-1 1 0 0,1 0-1 0 0,-1 1 1 0 0,1-1-1 0 0,-1 0 1 0 0,0 0-1 0 0,1 0 0 0 0,-1-1 1 0 0,1 1-1 0 0,-1-1 1 0 0,0 1-1 0 0,1-1 1 0 0,-1 0-1 0 0,0 0 1 0 0,0 0-1 0 0,0 0 1 0 0,1 0-1 0 0,-1 0 0 0 0,2-3 1 0 0,22-7 112 0 0,-8 6-256 0 0,0 1-1 0 0,0 0 1 0 0,1 2 0 0 0,-1 0 0 0 0,1 1 0 0 0,-1 0-1 0 0,1 2 1 0 0,-1 0 0 0 0,33 7 0 0 0,-39-7 28 0 0,0-1 0 0 0,-1 0 0 0 0,1 0 0 0 0,0-1 0 0 0,0-1 0 0 0,-1 0 0 0 0,1-1-1 0 0,13-5 1 0 0,24-4 42 0 0,-46 12 80 0 0,-1-1-1 0 0,0 0 0 0 0,1 0 1 0 0,-1 0-1 0 0,0 0 1 0 0,0 0-1 0 0,0-1 1 0 0,0 1-1 0 0,0-1 0 0 0,0 1 1 0 0,2-3-1 0 0,6-4 668 0 0,-9 8-77 0 0,4-4-13 0 0,-4 2-251 0 0,-6 3-219 0 0,-26 7-193 0 0,31-8 14 0 0,0 0 0 0 0,-1 1 0 0 0,1-1 0 0 0,0 0 0 0 0,0 0 0 0 0,-1 1 0 0 0,1-1-1 0 0,0 0 1 0 0,0 1 0 0 0,-1-1 0 0 0,1 0 0 0 0,0 1 0 0 0,0-1 0 0 0,0 1 0 0 0,-1-1-1 0 0,1 0 1 0 0,0 1 0 0 0,0-1 0 0 0,0 0 0 0 0,0 1 0 0 0,0-1 0 0 0,0 1 0 0 0,0-1 0 0 0,0 1-1 0 0,0-1 1 0 0,0 0 0 0 0,0 1 0 0 0,0-1 0 0 0,0 1 0 0 0,1-1 0 0 0,-1 0 0 0 0,0 1-1 0 0,0-1 1 0 0,0 0 0 0 0,0 1 0 0 0,1-1 0 0 0,-1 0 0 0 0,0 1 0 0 0,0-1 0 0 0,1 0 0 0 0,-1 1-1 0 0,0-1 1 0 0,1 1 0 0 0,13 17-138 0 0,-3-14 74 0 0,0 0 1 0 0,0 0 0 0 0,0-1-1 0 0,1 0 1 0 0,0-1 0 0 0,-1-1-1 0 0,1 1 1 0 0,0-2 0 0 0,0 0-1 0 0,22-3 1 0 0,-5-1-18 0 0,-1-1 0 0 0,0-2-1 0 0,34-12 1 0 0,-49 15 184 0 0,0-1 0 0 0,-1-1-1 0 0,1 0 1 0 0,-2 0 0 0 0,1-1 0 0 0,-1 0 0 0 0,0-1-1 0 0,0-1 1 0 0,-1 0 0 0 0,0 0 0 0 0,-1-1 0 0 0,0 0-1 0 0,0 0 1 0 0,-1-1 0 0 0,0 0 0 0 0,-1-1 0 0 0,-1 0 0 0 0,0 0-1 0 0,0 0 1 0 0,-1-1 0 0 0,-1 0 0 0 0,0 1 0 0 0,-1-2-1 0 0,0 1 1 0 0,-1 0 0 0 0,1-24 0 0 0,-3 35 10 0 0,1-1 1 0 0,-1 1-1 0 0,0 0 1 0 0,0 0-1 0 0,-1 0 0 0 0,1 0 1 0 0,0 0-1 0 0,-1 0 1 0 0,1 0-1 0 0,-1 0 0 0 0,0 0 1 0 0,1 0-1 0 0,-1 0 1 0 0,-2-3-1 0 0,3 5-82 0 0,-1 0-1 0 0,1 0 1 0 0,-1 0-1 0 0,1 0 1 0 0,-1-1-1 0 0,1 1 1 0 0,-1 0-1 0 0,1 0 1 0 0,-1 0-1 0 0,1 0 1 0 0,-1 0-1 0 0,1 0 1 0 0,-1 0-1 0 0,1 0 1 0 0,-1 1-1 0 0,1-1 1 0 0,-1 0-1 0 0,1 0 1 0 0,-1 0-1 0 0,1 0 1 0 0,-1 1-1 0 0,1-1 1 0 0,-1 0-1 0 0,1 1 1 0 0,0-1-1 0 0,-1 0 1 0 0,1 1-1 0 0,-1-1 1 0 0,1 0-1 0 0,0 1 1 0 0,-1-1-1 0 0,1 1 1 0 0,-1 0-1 0 0,-3 5 49 0 0,-1 0 0 0 0,1 0-1 0 0,0 0 1 0 0,1 1 0 0 0,0 0-1 0 0,-5 12 1 0 0,-2 13 6 0 0,1 1-1 0 0,2 0 1 0 0,1 0 0 0 0,1 1 0 0 0,0 42 0 0 0,3 14-1321 0 0,-5-32-3176 0 0,4-46-1333 0 0,1-10 4287 0 0</inkml:trace>
</inkml:ink>
</file>

<file path=ppt/ink/ink4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0:10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3 344 0 0,'-12'2'3528'0'0,"-3"-2"437"0"0,-1-5-697 0 0,59 8-5980 0 0,-31-3-789 0 0</inkml:trace>
</inkml:ink>
</file>

<file path=ppt/ink/ink4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9:48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184 132 816 0 0,'0'0'2064'0'0,"-1"-6"-1137"0"0,-1 0-543 0 0,1 0 0 0 0,-1 0 0 0 0,0 1 1 0 0,0-1-1 0 0,-1 1 0 0 0,0-1 0 0 0,0 1 0 0 0,0 0 0 0 0,0 0 0 0 0,-1 0 1 0 0,0 1-1 0 0,0-1 0 0 0,0 1 0 0 0,-6-5 0 0 0,2 4-3 0 0,0-1 0 0 0,0 1 0 0 0,0 0 0 0 0,-1 1 0 0 0,0 0-1 0 0,0 1 1 0 0,0-1 0 0 0,-17-2 0 0 0,25 5-367 0 0,-1 1 0 0 0,1 0 1 0 0,0 0-1 0 0,0-1 0 0 0,-1 1 0 0 0,1 0 0 0 0,0 0 0 0 0,-1 1 0 0 0,1-1 0 0 0,0 0 0 0 0,0 0 1 0 0,-1 1-1 0 0,1-1 0 0 0,0 0 0 0 0,0 1 0 0 0,-1-1 0 0 0,1 1 0 0 0,0 0 0 0 0,0-1 0 0 0,0 1 1 0 0,0 0-1 0 0,0 0 0 0 0,0 0 0 0 0,0 0 0 0 0,0-1 0 0 0,0 1 0 0 0,1 0 0 0 0,-1 1 0 0 0,0-1 0 0 0,0 0 1 0 0,1 0-1 0 0,-1 0 0 0 0,1 0 0 0 0,-1 1 0 0 0,1-1 0 0 0,0 0 0 0 0,-1 0 0 0 0,1 1 0 0 0,0-1 1 0 0,0 0-1 0 0,0 0 0 0 0,0 1 0 0 0,0-1 0 0 0,0 3 0 0 0,0 4 12 0 0,1 0-1 0 0,-1 1 1 0 0,1-1-1 0 0,1 0 1 0 0,3 11-1 0 0,3 2 2 0 0,1-1-1 0 0,2 0 1 0 0,0 0-1 0 0,1-1 1 0 0,16 19-1 0 0,18 31 31 0 0,-12-13-12 0 0,-8-15-5 0 0,-2 1 0 0 0,-1 1 0 0 0,33 91 0 0 0,-50-97 22 0 0,-6-36-52 0 0,0 0 1 0 0,0 0-1 0 0,0 0 0 0 0,0 0 1 0 0,0 0-1 0 0,-1 0 0 0 0,1 0 1 0 0,0 0-1 0 0,-1 0 0 0 0,1 0 1 0 0,-1 0-1 0 0,1 0 0 0 0,-1 0 1 0 0,1 0-1 0 0,-1-1 0 0 0,0 1 1 0 0,1 0-1 0 0,-1 0 0 0 0,0-1 1 0 0,0 1-1 0 0,0 0 0 0 0,1-1 1 0 0,-1 1-1 0 0,0-1 0 0 0,0 1 1 0 0,0-1-1 0 0,0 0 0 0 0,0 1 1 0 0,-1-1-1 0 0,0 1 42 0 0,-20-17 45 0 0,18 11-88 0 0,1 1 0 0 0,-1-1 0 0 0,1 1 0 0 0,0-1 0 0 0,0 0 0 0 0,0 0 0 0 0,1-1 0 0 0,0 1 0 0 0,0-1 0 0 0,0 1 0 0 0,0-1 0 0 0,1 1 0 0 0,0-1 0 0 0,0 0 0 0 0,1 0 0 0 0,0 1 0 0 0,0-1 0 0 0,0 0 0 0 0,0 0 0 0 0,3-10 0 0 0,1-3-10 0 0,0 1 1 0 0,1-1-1 0 0,1 1 1 0 0,16-34-1 0 0,-12 33-3 0 0,2-1-1 0 0,0 1 0 0 0,1 1 0 0 0,1 0 1 0 0,1 1-1 0 0,0 0 0 0 0,25-20 1 0 0,-29 28-5 0 0,-1 1 1 0 0,1 0 0 0 0,1 0 0 0 0,0 1 0 0 0,0 1 0 0 0,0 0 0 0 0,0 1 0 0 0,1 0 0 0 0,0 1-1 0 0,0 0 1 0 0,1 1 0 0 0,-1 0 0 0 0,23 0 0 0 0,-30 2-13 0 0,0 1 0 0 0,1 1 0 0 0,-1-1 0 0 0,0 1 0 0 0,0 0 0 0 0,0 1 0 0 0,0 0-1 0 0,0-1 1 0 0,0 2 0 0 0,-1-1 0 0 0,1 1 0 0 0,-1 0 0 0 0,1 0 0 0 0,-1 0 0 0 0,0 1 0 0 0,0 0 0 0 0,-1 0 0 0 0,1 0 0 0 0,-1 0 0 0 0,0 1-1 0 0,0 0 1 0 0,0 0 0 0 0,-1 0 0 0 0,1 0 0 0 0,-1 0 0 0 0,0 1 0 0 0,-1 0 0 0 0,0-1 0 0 0,0 1 0 0 0,0 0 0 0 0,0 0 0 0 0,0 7 0 0 0,-1-11 33 0 0,-1-2 0 0 0,0 0-1 0 0,0 0 1 0 0,0 0-1 0 0,0 0 0 0 0,0 0 1 0 0,1 0-1 0 0,-1 0 1 0 0,0 0-1 0 0,0 0 0 0 0,0 0 1 0 0,0 0-1 0 0,0 0 1 0 0,1 0-1 0 0,-1 0 1 0 0,0 0-1 0 0,0 0 0 0 0,0 0 1 0 0,0 0-1 0 0,0 0 1 0 0,0 0-1 0 0,1 1 0 0 0,-1-1 1 0 0,0 0-1 0 0,0 0 1 0 0,0 0-1 0 0,0 0 1 0 0,0 0-1 0 0,0 0 0 0 0,0 0 1 0 0,0 1-1 0 0,0-1 1 0 0,1 0-1 0 0,-1 0 1 0 0,0 0-1 0 0,0 0 0 0 0,0 0 1 0 0,0 0-1 0 0,0 1 1 0 0,0-1-1 0 0,0 0 0 0 0,0 0 1 0 0,0 0-1 0 0,0 0 1 0 0,0 0-1 0 0,0 1 1 0 0,0-1-1 0 0,0 0 0 0 0,0 0 1 0 0,0 0-1 0 0,0 0 1 0 0,0 0-1 0 0,-1 1 0 0 0,1-1 1 0 0,0 0-1 0 0,0 0 1 0 0,0 0-1 0 0,0 0 1 0 0,0 0-1 0 0,0 0 0 0 0,0 0 1 0 0,0 1-1 0 0,-1-1 1 0 0,84-120 209 0 0,-52 79-232 0 0,-21 27 2 0 0,1 0 1 0 0,0 0-1 0 0,0 1 0 0 0,1 1 1 0 0,21-17-1 0 0,-32 29 0 0 0,-5 6-58 0 0,0 1 30 0 0,0 0 0 0 0,1 0 0 0 0,0 0 0 0 0,0 1 0 0 0,-2 8 1 0 0,3-10 36 0 0,0 0 1 0 0,0 1-1 0 0,1-1 1 0 0,-1 1 0 0 0,2 0-1 0 0,-1-1 1 0 0,1 1-1 0 0,0 0 1 0 0,0-1 0 0 0,0 1-1 0 0,4 12 1 0 0,-2-13 15 0 0,0 0 1 0 0,1 0 0 0 0,0-1-1 0 0,0 1 1 0 0,1 0-1 0 0,0-1 1 0 0,0 0 0 0 0,0 0-1 0 0,1 0 1 0 0,-1 0-1 0 0,1-1 1 0 0,0 0 0 0 0,0 0-1 0 0,1 0 1 0 0,-1-1 0 0 0,1 1-1 0 0,0-1 1 0 0,0-1-1 0 0,0 1 1 0 0,0-1 0 0 0,0 0-1 0 0,0 0 1 0 0,1-1-1 0 0,6 1 1 0 0,-11-2 16 0 0,0-1 1 0 0,1 1-1 0 0,-1-1 0 0 0,0 1 1 0 0,0-1-1 0 0,0 0 0 0 0,0 0 1 0 0,0 0-1 0 0,0 0 0 0 0,0 0 0 0 0,0-1 1 0 0,0 1-1 0 0,-1 0 0 0 0,1-1 1 0 0,0 1-1 0 0,-1-1 0 0 0,1 0 1 0 0,-1 0-1 0 0,0 1 0 0 0,0-1 1 0 0,1 0-1 0 0,-1 0 0 0 0,0 0 0 0 0,-1 0 1 0 0,1 0-1 0 0,0-1 0 0 0,-1 1 1 0 0,1 0-1 0 0,-1 0 0 0 0,1 0 1 0 0,-1-3-1 0 0,1-1 17 0 0,0 0-1 0 0,-1 1 1 0 0,0-1 0 0 0,0 0 0 0 0,0 1-1 0 0,-1-1 1 0 0,1 0 0 0 0,-1 1 0 0 0,-1-1 0 0 0,1 1-1 0 0,-1-1 1 0 0,-3-5 0 0 0,3 5-735 0 0,-14-28 1122 0 0,9 25-3888 0 0</inkml:trace>
</inkml:ink>
</file>

<file path=ppt/ink/ink4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9:49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1 130 528 0 0,'0'0'5977'0'0,"6"25"-4089"0"0,-4-22-1771 0 0,0 0 0 0 0,1-1 0 0 0,0 1 0 0 0,0-1-1 0 0,-1 0 1 0 0,1 0 0 0 0,1 0 0 0 0,-1 0 0 0 0,0-1 0 0 0,0 1 0 0 0,1-1 0 0 0,-1 0 0 0 0,0 0 0 0 0,1 0 0 0 0,-1 0 0 0 0,1 0 0 0 0,0-1 0 0 0,-1 0 0 0 0,1 0-1 0 0,-1 0 1 0 0,1 0 0 0 0,0 0 0 0 0,-1-1 0 0 0,1 0 0 0 0,6-1 0 0 0,9-3-19 0 0,-1 0 0 0 0,1-1 0 0 0,24-12-1 0 0,5-5-238 0 0,-1-1-1 0 0,56-41 0 0 0,-93 57 137 0 0,-6 5 107 0 0,0 0 1 0 0,0 0-1 0 0,0 0 1 0 0,1 0 0 0 0,-1 0-1 0 0,1 1 1 0 0,-1 0 0 0 0,9-3-1 0 0,-13 31 79 0 0,-4 10-23 0 0,-1 0 0 0 0,-2 0 0 0 0,-16 50 0 0 0,-10 54 179 0 0,3 58 74 0 0,30-163-318 0 0,1-30-64 0 0,-1 1 0 0 0,1-1 0 0 0,-1 1 1 0 0,-1-1-1 0 0,1 0 0 0 0,-1 1 1 0 0,0-1-1 0 0,0 0 0 0 0,0 1 0 0 0,-1-1 1 0 0,-2 6-1 0 0,3-10 192 0 0,46-162 2243 0 0,-35 137-2419 0 0,0 0-1 0 0,1 0 1 0 0,2 1 0 0 0,0 0-1 0 0,2 1 1 0 0,0 1 0 0 0,2 0-1 0 0,20-20 1 0 0,-28 31-48 0 0,1 2 0 0 0,0-1 0 0 0,1 1 1 0 0,0 1-1 0 0,0 0 0 0 0,0 0 0 0 0,1 1 0 0 0,0 1 1 0 0,0 0-1 0 0,0 1 0 0 0,1 0 0 0 0,0 0 0 0 0,0 2 1 0 0,0-1-1 0 0,0 2 0 0 0,0 0 0 0 0,0 0 0 0 0,15 2 1 0 0,-24-1-27 0 0,0 0 0 0 0,0 1 1 0 0,1-1-1 0 0,-1 1 1 0 0,0 0-1 0 0,0 0 0 0 0,0 0 1 0 0,0 1-1 0 0,0 0 0 0 0,0-1 1 0 0,0 1-1 0 0,0 1 1 0 0,-1-1-1 0 0,1 0 0 0 0,-1 1 1 0 0,0 0-1 0 0,0 0 1 0 0,1 0-1 0 0,-2 0 0 0 0,1 0 1 0 0,0 0-1 0 0,-1 1 0 0 0,0 0 1 0 0,3 5-1 0 0,-4-7 19 0 0,-1 0-1 0 0,-1 0 1 0 0,1 1-1 0 0,0-1 1 0 0,0 0-1 0 0,-1 0 1 0 0,0 0-1 0 0,1 0 1 0 0,-1 0-1 0 0,0 0 1 0 0,0 0-1 0 0,0 0 1 0 0,0 0-1 0 0,0 0 1 0 0,0 0-1 0 0,-1-1 1 0 0,1 1-1 0 0,-1 0 1 0 0,1-1-1 0 0,-1 1 0 0 0,1-1 1 0 0,-1 0-1 0 0,0 1 1 0 0,-4 1-1 0 0,0 1-5 0 0,-1 1-1 0 0,0-1 0 0 0,-1-1 0 0 0,-14 6 0 0 0,-5-5 27 0 0,26-4-55 0 0,0-10-231 0 0,1 10 266 0 0,0-1 0 0 0,0 0 0 0 0,0 1 1 0 0,0-1-1 0 0,0 0 0 0 0,0 1 0 0 0,0-1 0 0 0,0 0 0 0 0,0 0 1 0 0,0 1-1 0 0,0-1 0 0 0,1 0 0 0 0,-1 1 0 0 0,0-1 0 0 0,1 1 0 0 0,-1-1 1 0 0,0 0-1 0 0,1 1 0 0 0,-1-1 0 0 0,1 1 0 0 0,-1-1 0 0 0,0 1 0 0 0,1-1 1 0 0,0 1-1 0 0,-1-1 0 0 0,1 1 0 0 0,-1 0 0 0 0,1-1 0 0 0,-1 1 0 0 0,1 0 1 0 0,1-1-1 0 0,41-27-499 0 0,2 1 0 0 0,0 3 0 0 0,89-34 0 0 0,-87 39 290 0 0,-45 17 236 0 0,1 1-1 0 0,0-1 1 0 0,0 1 0 0 0,0 0-1 0 0,-1 0 1 0 0,1 0 0 0 0,0 1-1 0 0,0-1 1 0 0,0 1 0 0 0,1-1 0 0 0,-1 1-1 0 0,0 0 1 0 0,0 0 0 0 0,0 0-1 0 0,0 1 1 0 0,0-1 0 0 0,0 1-1 0 0,0 0 1 0 0,0 0 0 0 0,0 0 0 0 0,0 0-1 0 0,-1 0 1 0 0,1 0 0 0 0,0 1-1 0 0,-1 0 1 0 0,1-1 0 0 0,-1 1-1 0 0,1 0 1 0 0,-1 0 0 0 0,0 0-1 0 0,0 1 1 0 0,0-1 0 0 0,0 0 0 0 0,0 1-1 0 0,0-1 1 0 0,-1 1 0 0 0,1 0-1 0 0,-1 0 1 0 0,0-1 0 0 0,0 1-1 0 0,0 0 1 0 0,0 0 0 0 0,0 0 0 0 0,-1 0-1 0 0,1 0 1 0 0,-1 0 0 0 0,0 4-1 0 0,0-4-15 0 0,0 0 0 0 0,-1 0 0 0 0,1-1 0 0 0,-1 1 0 0 0,0 0 0 0 0,0-1 0 0 0,0 1 0 0 0,-1 0-1 0 0,1-1 1 0 0,0 1 0 0 0,-1-1 0 0 0,0 0 0 0 0,1 1 0 0 0,-1-1 0 0 0,0 0 0 0 0,0 0 0 0 0,0 0 0 0 0,0-1-1 0 0,-1 1 1 0 0,1 0 0 0 0,-1-1 0 0 0,1 1 0 0 0,-1-1 0 0 0,-3 2 0 0 0,-32 10-2104 0 0,4-9-3831 0 0,16-3 2447 0 0</inkml:trace>
</inkml:ink>
</file>

<file path=ppt/ink/ink4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9:51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50 120 0 0,'0'0'880'0'0,"1"-17"3212"0"0,-16-12-132 0 0,14 28-3595 0 0,-41 11 833 0 0,33-5-1069 0 0,0-1 1 0 0,0 1-1 0 0,1 0 0 0 0,-1 1 1 0 0,1 0-1 0 0,1 1 0 0 0,-1-1 1 0 0,1 1-1 0 0,0 1 0 0 0,1-1 1 0 0,0 1-1 0 0,-9 14 1 0 0,14-19-110 0 0,-1 0 1 0 0,1 0 0 0 0,-1 0 0 0 0,1 0-1 0 0,0 0 1 0 0,0 1 0 0 0,1-1 0 0 0,-1 0-1 0 0,1 1 1 0 0,-1-1 0 0 0,1 1 0 0 0,0-1-1 0 0,0 0 1 0 0,1 1 0 0 0,-1-1 0 0 0,1 0-1 0 0,0 1 1 0 0,-1-1 0 0 0,2 0 0 0 0,-1 0-1 0 0,0 1 1 0 0,0-1 0 0 0,1 0 0 0 0,0 0-1 0 0,0-1 1 0 0,0 1 0 0 0,0 0 0 0 0,0 0-1 0 0,0-1 1 0 0,1 0 0 0 0,-1 1 0 0 0,1-1-1 0 0,-1 0 1 0 0,1 0 0 0 0,0 0 0 0 0,0-1-1 0 0,0 1 1 0 0,0-1 0 0 0,4 2 0 0 0,3 1 38 0 0,1 0-1 0 0,-1 0 1 0 0,1-1 0 0 0,0-1 0 0 0,0 0 0 0 0,0 0 0 0 0,0-1 0 0 0,0 0 0 0 0,0-1 0 0 0,0-1 0 0 0,0 0 0 0 0,0 0 0 0 0,0-1 0 0 0,11-3 0 0 0,-17 4 23 0 0,-1 0 0 0 0,1 0-1 0 0,-1-1 1 0 0,0 1 0 0 0,0-1 0 0 0,0 0-1 0 0,0 0 1 0 0,0-1 0 0 0,0 1-1 0 0,-1-1 1 0 0,1 0 0 0 0,-1 0 0 0 0,1 0-1 0 0,-1 0 1 0 0,0-1 0 0 0,0 1-1 0 0,-1-1 1 0 0,1 0 0 0 0,-1 1 0 0 0,0-1-1 0 0,0 0 1 0 0,0-1 0 0 0,0 1 0 0 0,-1 0-1 0 0,0-1 1 0 0,0 1 0 0 0,0 0-1 0 0,0-1 1 0 0,-1 1 0 0 0,1-1 0 0 0,-1 1-1 0 0,0-1 1 0 0,-1 1 0 0 0,1-1-1 0 0,-1 1 1 0 0,-2-8 0 0 0,3 9-117 0 0,-4-12 251 0 0,0-1 0 0 0,0 1 0 0 0,-8-15 1 0 0,-6 6-2273 0 0</inkml:trace>
</inkml:ink>
</file>

<file path=ppt/ink/ink4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9:52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0 696 0 0,'5'7'563'0'0,"-1"-1"0"0"0,0 1-1 0 0,0 0 1 0 0,0 0 0 0 0,-1 0-1 0 0,0 1 1 0 0,0-1 0 0 0,1 11 0 0 0,17 36 1705 0 0,-20-51-2150 0 0,1 1 331 0 0,0 1 0 0 0,0-1 0 0 0,1-1 0 0 0,-1 1 0 0 0,1 0 0 0 0,0-1 0 0 0,0 1 0 0 0,4 3 0 0 0,-6-6 630 0 0,22-20 257 0 0,-12 6-1222 0 0,55-61-1170 0 0,-13 31-6995 0 0,-40 36 4897 0 0</inkml:trace>
</inkml:ink>
</file>

<file path=ppt/ink/ink4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9:52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0 100 120 0 0,'0'0'2725'0'0,"17"-2"586"0"0,3-9-2143 0 0,-1 0 1 0 0,-1-1 0 0 0,0-1-1 0 0,0-1 1 0 0,20-21-1 0 0,-36 33-197 0 0,-4 5-296 0 0,-2 2-579 0 0,1 1-1 0 0,-1 0 0 0 0,1 0 0 0 0,0 0 0 0 0,-3 10 0 0 0,6-14-99 0 0,-1-1-1 0 0,1 1 0 0 0,-1-1 0 0 0,1 1 0 0 0,0-1 1 0 0,0 1-1 0 0,0-1 0 0 0,0 1 0 0 0,0-1 0 0 0,0 1 1 0 0,0-1-1 0 0,0 1 0 0 0,0-1 0 0 0,1 1 1 0 0,-1-1-1 0 0,1 1 0 0 0,-1-1 0 0 0,1 0 0 0 0,0 1 1 0 0,-1-1-1 0 0,1 0 0 0 0,0 1 0 0 0,0-1 0 0 0,0 0 1 0 0,0 0-1 0 0,0 0 0 0 0,0 0 0 0 0,0 0 0 0 0,0 0 1 0 0,1 0-1 0 0,-1 0 0 0 0,0 0 0 0 0,0 0 0 0 0,1-1 1 0 0,-1 1-1 0 0,1 0 0 0 0,-1-1 0 0 0,1 0 1 0 0,1 1-1 0 0,6 1-1 0 0,-1 0 0 0 0,1-1 0 0 0,-1-1 0 0 0,1 1 0 0 0,-1-1 0 0 0,0-1 0 0 0,1 1 0 0 0,-1-2 0 0 0,13-2 0 0 0,76-29-79 0 0,-8 3-78 0 0,-87 29 130 0 0,13-4-383 0 0,20 17-2312 0 0,-4 0-3724 0 0,-21-9 3492 0 0</inkml:trace>
</inkml:ink>
</file>

<file path=ppt/ink/ink4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9:53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0 129 336 0 0,'1'-16'3077'0'0,"3"10"-2747"0"0,-1 0-1 0 0,1 0 1 0 0,1 0 0 0 0,-1 1 0 0 0,1-1-1 0 0,0 1 1 0 0,0 0 0 0 0,1 0-1 0 0,-1 1 1 0 0,1 0 0 0 0,0 0 0 0 0,0 0-1 0 0,1 1 1 0 0,-1 0 0 0 0,1 0-1 0 0,-1 0 1 0 0,1 1 0 0 0,10-2 0 0 0,-1-1-39 0 0,0 1 1 0 0,1 1 0 0 0,-1 1-1 0 0,1 0 1 0 0,0 1 0 0 0,-1 1-1 0 0,21 2 1 0 0,-30-1-220 0 0,0 1-1 0 0,0 0 1 0 0,0 0 0 0 0,0 1-1 0 0,0 0 1 0 0,0 0 0 0 0,-1 0-1 0 0,1 1 1 0 0,-1 0-1 0 0,0 1 1 0 0,0-1 0 0 0,-1 1-1 0 0,1 0 1 0 0,-1 0 0 0 0,0 1-1 0 0,0-1 1 0 0,-1 1 0 0 0,0 0-1 0 0,0 1 1 0 0,0-1 0 0 0,-1 1-1 0 0,0-1 1 0 0,3 11-1 0 0,-3-11-38 0 0,-1 0 0 0 0,-1 0 0 0 0,1 1 0 0 0,-1-1-1 0 0,0 1 1 0 0,-1-1 0 0 0,0 1 0 0 0,0-1 0 0 0,0 1-1 0 0,-1-1 1 0 0,1 1 0 0 0,-2-1 0 0 0,1 1 0 0 0,-1-1-1 0 0,0 0 1 0 0,0 0 0 0 0,-1 0 0 0 0,1 0 0 0 0,-1 0-1 0 0,-1 0 1 0 0,1-1 0 0 0,-1 0 0 0 0,0 0 0 0 0,0 0-1 0 0,-1 0 1 0 0,-6 6 0 0 0,10-10 11 0 0,-1 1 1 0 0,0 0-1 0 0,0-1 1 0 0,0 1-1 0 0,0-1 1 0 0,0 1-1 0 0,0-1 1 0 0,0 0-1 0 0,0 0 1 0 0,0 0-1 0 0,0 0 1 0 0,-1 0-1 0 0,1-1 1 0 0,0 1-1 0 0,-1-1 1 0 0,1 1-1 0 0,-1-1 1 0 0,1 0-1 0 0,-1 0 1 0 0,1 0-1 0 0,0 0 1 0 0,-1-1-1 0 0,1 1 1 0 0,-1-1-1 0 0,1 1 0 0 0,0-1 1 0 0,-1 0-1 0 0,1 0 1 0 0,0 0-1 0 0,0 0 1 0 0,0 0-1 0 0,0 0 1 0 0,0-1-1 0 0,-2-1 1 0 0,3-1-21 0 0,0 0 1 0 0,0 0 0 0 0,1-1-1 0 0,0 1 1 0 0,0 0 0 0 0,0-1-1 0 0,0 1 1 0 0,1 0-1 0 0,0 0 1 0 0,0-1 0 0 0,0 1-1 0 0,0 0 1 0 0,0 0 0 0 0,3-4-1 0 0,6-10-26 0 0,1 0-1 0 0,0 0 0 0 0,2 1 1 0 0,0 1-1 0 0,1 0 1 0 0,0 1-1 0 0,32-25 1 0 0,-35 30-20 0 0,2 2 0 0 0,-1-1 0 0 0,1 2 0 0 0,1-1 1 0 0,-1 2-1 0 0,1 0 0 0 0,0 0 0 0 0,1 2 1 0 0,-1 0-1 0 0,1 0 0 0 0,26-2 0 0 0,-33 6 3 0 0,1 0 0 0 0,-1 1 0 0 0,1 0 0 0 0,-1 0 0 0 0,0 1 0 0 0,0 0 0 0 0,1 0 1 0 0,-1 1-1 0 0,-1 0 0 0 0,13 6 0 0 0,4 6-133 0 0,42 31 1 0 0,-45-30 11 0 0,0-1-1 0 0,30 16 1 0 0,-40-26 112 0 0,1-1 0 0 0,-1 0 0 0 0,1-1 0 0 0,-1 0 0 0 0,1-1 0 0 0,0 0 0 0 0,0-1 0 0 0,0 0 0 0 0,0-1 0 0 0,0 0 0 0 0,0-1 0 0 0,0-1 0 0 0,-1 0 0 0 0,1 0 0 0 0,0-1-1 0 0,-1-1 1 0 0,1 1 0 0 0,14-9 0 0 0,-22 12 25 0 0,14-12-22 0 0,-16 10 15 0 0,0 1 0 0 0,0 0 0 0 0,0 0-1 0 0,1 0 1 0 0,-1 0 0 0 0,0 0 0 0 0,1 0-1 0 0,-1 1 1 0 0,0-1 0 0 0,1 1-1 0 0,-1 0 1 0 0,1-1 0 0 0,-1 1 0 0 0,1 0-1 0 0,-1 1 1 0 0,1-1 0 0 0,-1 0 0 0 0,1 1-1 0 0,-1-1 1 0 0,0 1 0 0 0,1 0 0 0 0,-1 0-1 0 0,0 0 1 0 0,0 0 0 0 0,1 0 0 0 0,-1 0-1 0 0,2 3 1 0 0,28 8 9 0 0,38 5 946 0 0,-68-17-326 0 0,4-4-99 0 0,-6 4-486 0 0,1 0 0 0 0,-1-1 0 0 0,1 1-1 0 0,-1 0 1 0 0,1 0 0 0 0,-1 0 0 0 0,1-1 0 0 0,-1 1 0 0 0,0 0-1 0 0,1 0 1 0 0,-1-1 0 0 0,1 1 0 0 0,-1 0 0 0 0,0-1 0 0 0,1 1-1 0 0,-1-1 1 0 0,0 1 0 0 0,1-1 0 0 0,-1 1 0 0 0,0 0 0 0 0,0-1-1 0 0,1 1 1 0 0,-1-1 0 0 0,0 1 0 0 0,0-1 0 0 0,0 1 0 0 0,0-1-1 0 0,1 1 1 0 0,-1-1 0 0 0,0 1 0 0 0,0-1 0 0 0,0 0 0 0 0,0 1-1 0 0,0-1 1 0 0,0 1 0 0 0,-1-1 0 0 0,1 1 0 0 0,0-1 0 0 0,0 1-1 0 0,-1-1 1 0 0,0-4 34 0 0,-1 0 0 0 0,-1 0 0 0 0,1 1 0 0 0,-1-1 0 0 0,1 1 0 0 0,-1-1 0 0 0,-1 1 0 0 0,1 0 0 0 0,-1 1 0 0 0,1-1-1 0 0,-1 0 1 0 0,0 1 0 0 0,0 0 0 0 0,0 0 0 0 0,-1 0 0 0 0,-6-3 0 0 0,7 4-361 0 0,0 1-1 0 0,1 0 1 0 0,-1-1 0 0 0,0 1-1 0 0,0 1 1 0 0,0-1 0 0 0,0 0-1 0 0,0 1 1 0 0,-8 0 0 0 0,9 0-381 0 0,0 1 0 0 0,0-1 0 0 0,0 1 0 0 0,0 0 0 0 0,1 0 0 0 0,-1 0 0 0 0,0 0 0 0 0,0 1 0 0 0,1-1 0 0 0,-1 1 0 0 0,0-1 0 0 0,1 1 0 0 0,0 0 1 0 0,-3 2-1 0 0</inkml:trace>
</inkml:ink>
</file>

<file path=ppt/ink/ink4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9:54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53 864 0 0,'0'0'7215'0'0,"3"2"-6751"0"0,50 23 844 0 0,-21-9-636 0 0,1-2 0 0 0,53 16-1 0 0,-84-29-564 0 0,-1 0-1 0 0,1-1 0 0 0,0 1 1 0 0,0 0-1 0 0,-1-1 1 0 0,1 0-1 0 0,0 1 0 0 0,0-1 1 0 0,0 0-1 0 0,-1 0 0 0 0,1 0 1 0 0,0 0-1 0 0,0 0 0 0 0,0-1 1 0 0,-1 1-1 0 0,1 0 0 0 0,0-1 1 0 0,0 1-1 0 0,-1-1 1 0 0,1 0-1 0 0,0 0 0 0 0,-1 1 1 0 0,1-1-1 0 0,0 0 0 0 0,-1 0 1 0 0,0-1-1 0 0,1 1 0 0 0,-1 0 1 0 0,0 0-1 0 0,1-1 0 0 0,-1 1 1 0 0,0-1-1 0 0,0 1 1 0 0,0-1-1 0 0,0 1 0 0 0,0-1 1 0 0,-1 0-1 0 0,1 1 0 0 0,0-1 1 0 0,-1 0-1 0 0,1 0 0 0 0,-1 1 1 0 0,0-1-1 0 0,1 0 0 0 0,-1-3 1 0 0,0-3 151 0 0,0 1 0 0 0,-1 0-1 0 0,1-1 1 0 0,-1 1 0 0 0,-1 0 0 0 0,-2-9 0 0 0,-3-15-744 0 0,7 28-32 0 0,-4-5-678 0 0</inkml:trace>
</inkml:ink>
</file>

<file path=ppt/ink/ink4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9:54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0 596 0 0,'10'30'3778'0'0,"-8"-26"-3598"0"0,-1 0 1 0 0,1-1-1 0 0,0 1 1 0 0,0-1-1 0 0,0 0 1 0 0,0 1-1 0 0,1-1 0 0 0,-1 0 1 0 0,1 0-1 0 0,0-1 1 0 0,0 1-1 0 0,0-1 1 0 0,0 1-1 0 0,0-1 1 0 0,0 0-1 0 0,1 0 1 0 0,-1 0-1 0 0,1 0 1 0 0,6 1-1 0 0,0-1 133 0 0,0 0 0 0 0,1-1 0 0 0,-1 0 0 0 0,0-1 0 0 0,0 0 0 0 0,19-3 0 0 0,-9 0 1086 0 0,0-1 0 0 0,39-13 0 0 0,-57 16-1107 0 0,46 1-1758 0 0,-32 5-431 0 0,4 1-3328 0 0,-6-2 1806 0 0</inkml:trace>
</inkml:ink>
</file>

<file path=ppt/ink/ink4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9:55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330 575 584 0 0,'0'0'1117'0'0,"-9"-11"6121"0"0,1-13-749 0 0,-21-10-4717 0 0,24 30-1787 0 0,1 0-1 0 0,0 0 1 0 0,0 0-1 0 0,1 0 1 0 0,-1-1 0 0 0,1 0-1 0 0,-5-10 1 0 0,-8-19 319 0 0,10 22-219 0 0,0-1 0 0 0,0 1 1 0 0,1-1-1 0 0,-3-15 0 0 0,4 1-78 0 0,2 16-3 0 0,0 0 1 0 0,0 1 0 0 0,1-1-1 0 0,1 0 1 0 0,0 0-1 0 0,0 0 1 0 0,1 0 0 0 0,0 1-1 0 0,1-1 1 0 0,4-13-1 0 0,-3 13-11 0 0,1 0-1 0 0,0 1 1 0 0,1 0-1 0 0,0 0 1 0 0,1 0 0 0 0,0 0-1 0 0,0 1 1 0 0,1 0-1 0 0,0 1 1 0 0,0-1-1 0 0,1 1 1 0 0,1 1-1 0 0,-1-1 1 0 0,1 1-1 0 0,0 1 1 0 0,1 0-1 0 0,-1 0 1 0 0,1 1 0 0 0,0 0-1 0 0,17-5 1 0 0,-16 6-21 0 0,1 1 1 0 0,-1 1 0 0 0,1-1 0 0 0,0 2 0 0 0,-1 0-1 0 0,1 0 1 0 0,0 1 0 0 0,16 2 0 0 0,-24-1 16 0 0,0 0 1 0 0,0 0 0 0 0,0 1-1 0 0,0-1 1 0 0,0 1-1 0 0,0 0 1 0 0,0 0 0 0 0,-1 0-1 0 0,1 0 1 0 0,-1 1-1 0 0,0-1 1 0 0,1 1 0 0 0,-1 0-1 0 0,0 0 1 0 0,-1 0-1 0 0,1 1 1 0 0,0-1 0 0 0,-1 1-1 0 0,0-1 1 0 0,0 1-1 0 0,0 0 1 0 0,0 0 0 0 0,-1 0-1 0 0,1 0 1 0 0,-1 0-1 0 0,0 0 1 0 0,1 7 0 0 0,-1-3 1 0 0,0 0 0 0 0,0 0 1 0 0,-1 0-1 0 0,0 0 1 0 0,0 0-1 0 0,-1 0 1 0 0,0 0-1 0 0,-1 0 1 0 0,1 0-1 0 0,-1 0 0 0 0,-1 0 1 0 0,-3 7-1 0 0,0-2 3 0 0,-1 0-1 0 0,0-1 0 0 0,-1 0 0 0 0,0 0 1 0 0,-1-1-1 0 0,-13 13 0 0 0,-8 4 6 0 0,0-2-1 0 0,-2-2 1 0 0,-67 41 0 0 0,16-20 13 0 0,-116 46 1 0 0,198-91 9 0 0,0 0 1 0 0,1 0-1 0 0,-1 0 1 0 0,0 0-1 0 0,0 0 1 0 0,0 1-1 0 0,1-1 1 0 0,-1 0-1 0 0,0 1 1 0 0,1-1-1 0 0,-1 0 1 0 0,0 1-1 0 0,1-1 1 0 0,-1 1-1 0 0,0-1 1 0 0,1 1-1 0 0,-1-1 1 0 0,1 1-1 0 0,-1-1 1 0 0,1 1 0 0 0,-1 0-1 0 0,1-1 1 0 0,-1 1-1 0 0,1 0 1 0 0,0-1-1 0 0,-1 1 1 0 0,1 1-1 0 0,20 4 212 0 0,46-5-115 0 0,-62-1-75 0 0,523-35-452 0 0,-417 26-1742 0 0,-58 0-1363 0 0,-27 4-1386 0 0,-5 1 913 0 0</inkml:trace>
</inkml:ink>
</file>

<file path=ppt/ink/ink4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0:12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22 913 112 0 0,'-22'12'7933'0'0,"378"-259"-4253"0"0,158-169-749 0 0,-498 401-2801 0 0,0 0-1 0 0,-1-1 1 0 0,-1-1-1 0 0,0 0 1 0 0,-1 0 0 0 0,-1-2-1 0 0,-1 1 1 0 0,0-2 0 0 0,14-38-1 0 0,-19 48-66 0 0,-5 8-59 0 0,0 0 0 0 0,0 0 0 0 0,0 0 1 0 0,0 0-1 0 0,0 0 0 0 0,-1 0 1 0 0,1 0-1 0 0,-1 0 0 0 0,1-1 0 0 0,-1 1 1 0 0,0 0-1 0 0,0 0 0 0 0,0-1 0 0 0,0 1 1 0 0,0-4-1 0 0,-4 6-151 0 0,4 0 139 0 0,-1 0 0 0 0,0-1 0 0 0,1 1 0 0 0,-1 0 0 0 0,0 0-1 0 0,1 0 1 0 0,-1 0 0 0 0,0 0 0 0 0,1 0 0 0 0,-1 0 0 0 0,0 0 0 0 0,1 0 0 0 0,-1 0 0 0 0,1 0 0 0 0,-1 0 0 0 0,0 0 0 0 0,1 0 0 0 0,-1 1 0 0 0,0-1 0 0 0,1 0-1 0 0,-1 0 1 0 0,1 1 0 0 0,-1-1 0 0 0,1 0 0 0 0,-1 1 0 0 0,0 0 0 0 0,-9 15-89 0 0,1 1 1 0 0,1 0-1 0 0,0 0 0 0 0,2 0 1 0 0,0 1-1 0 0,1 0 0 0 0,0 0 1 0 0,2 1-1 0 0,-2 23 0 0 0,1 27-214 0 0,6 84-1 0 0,1-24-179 0 0,-4-116 439 0 0,1 20-157 0 0,-1 0 0 0 0,-2 0 1 0 0,-8 40-1 0 0,10-71 200 0 0,3-10-113 0 0,4-11 77 0 0,1 0 0 0 0,1 1 0 0 0,0 0 0 0 0,2 0 0 0 0,0 1 0 0 0,1 0 0 0 0,0 1 0 0 0,1 0 0 0 0,18-18 0 0 0,-4 8-17 0 0,0 1 0 0 0,2 1 0 0 0,1 1 0 0 0,45-28 0 0 0,21 1 565 0 0,-95 50-438 0 0,1 0-59 0 0,0 0-1 0 0,0 0 1 0 0,-1 0 0 0 0,1 0-1 0 0,0 0 1 0 0,0 0-1 0 0,-1 0 1 0 0,1 0 0 0 0,0 0-1 0 0,0 1 1 0 0,-1-1 0 0 0,1 0-1 0 0,0 1 1 0 0,-1-1-1 0 0,1 0 1 0 0,0 1 0 0 0,-1-1-1 0 0,1 1 1 0 0,-1-1-1 0 0,1 1 1 0 0,-1-1 0 0 0,1 1-1 0 0,-1 0 1 0 0,1-1 0 0 0,-1 1-1 0 0,0 0 1 0 0,1-1-1 0 0,-1 1 1 0 0,0 0 0 0 0,1-1-1 0 0,-1 2 1 0 0,-2 30 151 0 0,-22 34-96 0 0,21-60-103 0 0,0 2-357 0 0,-11 24-1374 0 0,3-20-4222 0 0</inkml:trace>
</inkml:ink>
</file>

<file path=ppt/ink/ink4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0:13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66 888 0 0,'0'0'1000'0'0,"7"-17"-48"0"0,-6 8 836 0 0,4-4-235 0 0,-1 0-381 0 0,-3 5-724 0 0,8 3-1212 0 0</inkml:trace>
</inkml:ink>
</file>

<file path=ppt/ink/ink4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0:14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66 383 420 0 0,'-16'44'2357'0'0,"13"-34"-1757"0"0,-1 0 1 0 0,0-1-1 0 0,0 1 0 0 0,-1-1 0 0 0,0 0 1 0 0,0 0-1 0 0,-14 16 2289 0 0,20-31-2716 0 0,1-5-83 0 0,1 1 0 0 0,0 0 0 0 0,1 0 0 0 0,0 0 0 0 0,0 1 0 0 0,1-1 0 0 0,1 1 0 0 0,0 0 0 0 0,0 0 0 0 0,10-10 0 0 0,18-29 93 0 0,-31 46-184 0 0,-1 0 0 0 0,0 0 0 0 0,1 0 0 0 0,-1 0 0 0 0,1 0 0 0 0,0 1 1 0 0,-1-1-1 0 0,1 1 0 0 0,0 0 0 0 0,0 0 0 0 0,0 0 0 0 0,0 0 0 0 0,0 1 1 0 0,0-1-1 0 0,0 1 0 0 0,0-1 0 0 0,1 1 0 0 0,-1 0 0 0 0,0 0 0 0 0,0 1 0 0 0,0-1 1 0 0,0 1-1 0 0,0-1 0 0 0,0 1 0 0 0,0 0 0 0 0,0 0 0 0 0,0 0 0 0 0,0 1 0 0 0,0-1 1 0 0,-1 1-1 0 0,1 0 0 0 0,3 2 0 0 0,0 5-3 0 0,-1 0-1 0 0,1 0 1 0 0,-2 0-1 0 0,0 0 1 0 0,0 1-1 0 0,4 14 1 0 0,5 12-2 0 0,-13-34 31 0 0,2 0 29 0 0,-2-2-38 0 0,0 0-1 0 0,0 1 1 0 0,0-1 0 0 0,0 0-1 0 0,0 0 1 0 0,0 0 0 0 0,0 0-1 0 0,0 1 1 0 0,0-1-1 0 0,0 0 1 0 0,0 0 0 0 0,0 0-1 0 0,0 0 1 0 0,0 1 0 0 0,1-1-1 0 0,-1 0 1 0 0,0 0 0 0 0,0 0-1 0 0,0 0 1 0 0,0 0 0 0 0,0 1-1 0 0,0-1 1 0 0,1 0 0 0 0,-1 0-1 0 0,0 0 1 0 0,0 0 0 0 0,0 0-1 0 0,0 0 1 0 0,0 0 0 0 0,1 0-1 0 0,-1 0 1 0 0,0 0 0 0 0,0 0-1 0 0,0 0 1 0 0,0 0 0 0 0,1 0-1 0 0,-1 0 1 0 0,0 0 0 0 0,0 0-1 0 0,0 0 1 0 0,1 0 0 0 0,-1 0-1 0 0,0 0 1 0 0,0 0 0 0 0,0 0-1 0 0,0 0 1 0 0,1 0 0 0 0,-1 0-1 0 0,0 0 1 0 0,0 0-1 0 0,0 0 1 0 0,0 0 0 0 0,0 0-1 0 0,1-1 1 0 0,-1 1 0 0 0,31-28 231 0 0,-27 23-232 0 0,1 0 1 0 0,0 1 0 0 0,0-1-1 0 0,0 1 1 0 0,0 0-1 0 0,1 0 1 0 0,0 1-1 0 0,-1 0 1 0 0,11-5-1 0 0,-9 8-54 0 0,0 0 0 0 0,0 0 0 0 0,0 1-1 0 0,-1 0 1 0 0,1 0 0 0 0,0 1 0 0 0,-1-1-1 0 0,1 1 1 0 0,8 5 0 0 0,4-1-72 0 0,0 0 26 0 0,-10-3 57 0 0,0 1 0 0 0,0-2 1 0 0,1 1-1 0 0,0-1 0 0 0,-1-1 0 0 0,1 0 0 0 0,0 0 0 0 0,-1-1 1 0 0,1 0-1 0 0,0 0 0 0 0,0-1 0 0 0,-1-1 0 0 0,15-3 0 0 0,-15 2 38 0 0,-1-1-1 0 0,0 0 0 0 0,0 0 0 0 0,0-1 0 0 0,-1 0 0 0 0,0 0 0 0 0,0 0 1 0 0,0-1-1 0 0,0 0 0 0 0,-1-1 0 0 0,7-9 0 0 0,3-4 370 0 0,-2-1 0 0 0,21-39-1 0 0,-17 15 1234 0 0,-18 43-1430 0 0,3-1 14 0 0,0-2-193 0 0,-2 9 402 0 0,-24 197-182 0 0,-22 336 148 0 0,42-486 179 0 0,-2-44 381 0 0,-1-28-589 0 0,5 7-273 0 0,0 1 0 0 0,1-1 0 0 0,1 0 1 0 0,0 1-1 0 0,1-1 0 0 0,6-23 0 0 0,-2 2-26 0 0,2 4-91 0 0,1 1-1 0 0,2 0 1 0 0,0 0-1 0 0,2 1 1 0 0,2 0-1 0 0,0 2 1 0 0,2-1-1 0 0,33-40 1 0 0,-41 57-22 0 0,0 0-1 0 0,1 0 1 0 0,1 1 0 0 0,-1 1 0 0 0,2 0 0 0 0,-1 0 0 0 0,1 1 0 0 0,1 0 0 0 0,17-7 0 0 0,-26 13 26 0 0,0 0 0 0 0,1 1 1 0 0,-1-1-1 0 0,0 1 1 0 0,1 0-1 0 0,0 0 0 0 0,-1 1 1 0 0,1-1-1 0 0,0 1 1 0 0,-1 0-1 0 0,1 0 1 0 0,-1 1-1 0 0,1-1 0 0 0,0 1 1 0 0,-1 0-1 0 0,1 1 1 0 0,-1-1-1 0 0,0 1 0 0 0,1-1 1 0 0,-1 1-1 0 0,0 0 1 0 0,0 1-1 0 0,0-1 0 0 0,0 1 1 0 0,-1 0-1 0 0,1 0 1 0 0,-1 0-1 0 0,1 0 0 0 0,-1 1 1 0 0,0-1-1 0 0,0 1 1 0 0,4 7-1 0 0,-4-6-13 0 0,-1 0 1 0 0,1 0-1 0 0,-1 0 0 0 0,0 0 1 0 0,0 0-1 0 0,0 0 0 0 0,-1 1 1 0 0,0-1-1 0 0,0 1 0 0 0,0-1 1 0 0,-1 1-1 0 0,0-1 0 0 0,0 9 1 0 0,-1-10 30 0 0,1-1 0 0 0,-1 1 0 0 0,0-1 0 0 0,0 1-1 0 0,0-1 1 0 0,0 0 0 0 0,0 1 0 0 0,-1-1 0 0 0,1 0 0 0 0,-1 0 0 0 0,0 0 0 0 0,0 0 0 0 0,0 0 0 0 0,-1 0 0 0 0,1-1 0 0 0,-1 1 0 0 0,1-1 0 0 0,-1 0 0 0 0,0 0-1 0 0,0 0 1 0 0,-4 3 0 0 0,5-4 12 0 0,-6-6-33 0 0,8 5 46 0 0,-1 0 0 0 0,1-1 0 0 0,0 1 0 0 0,-1 0 1 0 0,1 0-1 0 0,-1 0 0 0 0,1 0 0 0 0,-1 0 0 0 0,1 0 0 0 0,0 0 0 0 0,-1-1 0 0 0,1 1 0 0 0,0 0 0 0 0,-1 0 0 0 0,1 0 0 0 0,0-1 0 0 0,-1 1 1 0 0,1 0-1 0 0,0-1 0 0 0,-1 1 0 0 0,1 0 0 0 0,0-1 0 0 0,0 1 0 0 0,-1 0 0 0 0,1-1 0 0 0,0 1 0 0 0,0 0 0 0 0,0-1 0 0 0,-1 1 1 0 0,1-1-1 0 0,0 1 0 0 0,0 0 0 0 0,0-1 0 0 0,0 0 0 0 0,4-14-18 0 0,1-1-1 0 0,1 1 1 0 0,0 0 0 0 0,1 1 0 0 0,1 0 0 0 0,0 0-1 0 0,10-13 1 0 0,3-6-11 0 0,44-74 23 0 0,81-151 615 0 0,-111 191 520 0 0,-29 59-711 0 0,-3 9-97 0 0,-12 38-272 0 0,3-19-29 0 0,1 0 0 0 0,1 1 1 0 0,1-1-1 0 0,1 1 0 0 0,1 38 1 0 0,1-49-9 0 0,1 0 1 0 0,0 1-1 0 0,1-1 1 0 0,0 0-1 0 0,1 0 1 0 0,0 0 0 0 0,0 0-1 0 0,1-1 1 0 0,0 1-1 0 0,1-1 1 0 0,0 0-1 0 0,1 0 1 0 0,10 13 0 0 0,71 46 783 0 0,-86-67-724 0 0,10 8-1335 0 0,4 0-5638 0 0,-3-7 3347 0 0,-3-1 270 0 0</inkml:trace>
</inkml:ink>
</file>

<file path=ppt/ink/ink4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0:14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58 976 0 0,'4'-45'10224'0'0,"-2"41"-10211"0"0,3-5 1463 0 0</inkml:trace>
</inkml:ink>
</file>

<file path=ppt/ink/ink4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0:15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38 1068 0 0,'0'0'2116'0'0,"-1"-1"-1682"0"0,0 0-1 0 0,0 0 0 0 0,0-1 1 0 0,0 1-1 0 0,0 0 1 0 0,0 0-1 0 0,-1 0 0 0 0,1 0 1 0 0,0 1-1 0 0,-1-1 0 0 0,1 0 1 0 0,-1 0-1 0 0,-2 0 1 0 0,2 1-362 0 0,0 1 0 0 0,0-1 0 0 0,0 1 0 0 0,0-1 1 0 0,0 1-1 0 0,0 0 0 0 0,0 0 0 0 0,0 0 0 0 0,0 0 1 0 0,0 0-1 0 0,0 1 0 0 0,1-1 0 0 0,-1 1 0 0 0,1-1 1 0 0,-1 1-1 0 0,1-1 0 0 0,-1 1 0 0 0,1 0 0 0 0,0-1 1 0 0,0 1-1 0 0,0 0 0 0 0,0 0 0 0 0,0 0 0 0 0,0 0 1 0 0,0 0-1 0 0,1 0 0 0 0,-1 0 0 0 0,1 0 0 0 0,0 1 1 0 0,-1-1-1 0 0,1 0 0 0 0,0 0 0 0 0,0 0 0 0 0,0 0 1 0 0,1 1-1 0 0,-1-1 0 0 0,0 0 0 0 0,1 0 0 0 0,1 4 1 0 0,-1-1-20 0 0,1 0 1 0 0,0 0 0 0 0,0 0-1 0 0,1 0 1 0 0,0-1 0 0 0,-1 1-1 0 0,2-1 1 0 0,-1 0 0 0 0,0 1-1 0 0,1-2 1 0 0,0 1 0 0 0,0 0-1 0 0,0-1 1 0 0,0 1 0 0 0,0-1-1 0 0,7 3 1 0 0,-4-3-24 0 0,-1-1 1 0 0,0-1 0 0 0,0 1-1 0 0,1-1 1 0 0,-1 0-1 0 0,0-1 1 0 0,1 1-1 0 0,-1-1 1 0 0,1-1-1 0 0,-1 1 1 0 0,1-1 0 0 0,-1 0-1 0 0,0 0 1 0 0,1-1-1 0 0,-1 0 1 0 0,0 0-1 0 0,0-1 1 0 0,0 1-1 0 0,0-1 1 0 0,9-7 0 0 0,3-1 459 0 0,-1-2 0 0 0,0-1-1 0 0,0 0 1 0 0,27-31 0 0 0,-8-5 2552 0 0,-35 48-2803 0 0,-11 15-4830 0 0,3-4 2372 0 0,2-5-1379 0 0,-8 7-2458 0 0</inkml:trace>
</inkml:ink>
</file>

<file path=ppt/ink/ink4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0:15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1184 0 0,'0'0'1168'0'0,"2"-10"928"0"0,4-1-355 0 0,-2 5-81 0 0,0-3-2176 0 0</inkml:trace>
</inkml:ink>
</file>

<file path=ppt/ink/ink4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0:15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1 476 504 0 0,'15'-18'1690'0'0,"-1"-1"-1"0"0,-1 0 1 0 0,-1-1-1 0 0,13-27 0 0 0,-13 22-775 0 0,-2-1-1 0 0,0 0 0 0 0,-2-1 0 0 0,-1 0 0 0 0,7-54 0 0 0,-1-16 897 0 0,-20 53 1 0 0,-5 64-1790 0 0,2 1 0 0 0,0-1 0 0 0,1 2 0 0 0,1-1 0 0 0,1 1 0 0 0,2 0 0 0 0,0 1 0 0 0,1-1 0 0 0,1 1 0 0 0,0 24 0 0 0,2-34-48 0 0,1 1-1 0 0,1-1 0 0 0,0 1 0 0 0,0-1 0 0 0,2 1 0 0 0,-1-1 0 0 0,2 0 0 0 0,0 0 0 0 0,0 0 0 0 0,2-1 1 0 0,-1 1-1 0 0,1-1 0 0 0,1-1 0 0 0,0 1 0 0 0,1-1 0 0 0,0 0 0 0 0,1-1 0 0 0,17 17 0 0 0,-22-23 11 0 0,1-1 0 0 0,-1 0 0 0 0,1 0 0 0 0,0 0 0 0 0,0 0 1 0 0,0-1-1 0 0,1 1 0 0 0,-1-2 0 0 0,0 1 0 0 0,1 0 0 0 0,-1-1 0 0 0,1 0 0 0 0,0 0 0 0 0,-1-1 0 0 0,1 0 0 0 0,0 0 0 0 0,-1 0 0 0 0,1 0 0 0 0,0-1 0 0 0,-1 0 0 0 0,11-3 0 0 0,-8 1 123 0 0,-1 0-1 0 0,1-1 1 0 0,0 0-1 0 0,-1 0 1 0 0,0-1 0 0 0,0 0-1 0 0,-1 0 1 0 0,1-1-1 0 0,-1 1 1 0 0,0-1-1 0 0,-1-1 1 0 0,1 1-1 0 0,7-14 1 0 0,-12 19 162 0 0,1-2-135 0 0,-2 3-130 0 0,0 0 0 0 0,0 0 1 0 0,0 0-1 0 0,0-1 1 0 0,0 1-1 0 0,0 0 0 0 0,0 0 1 0 0,0 0-1 0 0,0-1 1 0 0,0 1-1 0 0,0 0 0 0 0,1 0 1 0 0,-1 0-1 0 0,0 0 1 0 0,0-1-1 0 0,0 1 1 0 0,0 0-1 0 0,0 0 0 0 0,1 0 1 0 0,-1 0-1 0 0,0 0 1 0 0,0 0-1 0 0,0-1 0 0 0,0 1 1 0 0,1 0-1 0 0,-1 0 1 0 0,0 0-1 0 0,0 0 1 0 0,0 0-1 0 0,1 0 0 0 0,-1 0 1 0 0,0 0-1 0 0,0 0 1 0 0,0 0-1 0 0,1 0 0 0 0,-1 0 1 0 0,0 0-1 0 0,0 0 1 0 0,0 0-1 0 0,1 0 1 0 0,-1 0-1 0 0,0 0 0 0 0,0 0 1 0 0,9 10-169 0 0,-6-6 118 0 0,0 0 1 0 0,0-1-1 0 0,0 1 0 0 0,0-1 1 0 0,1 1-1 0 0,0-1 0 0 0,-1 0 0 0 0,1-1 1 0 0,0 1-1 0 0,1-1 0 0 0,-1 1 1 0 0,0-1-1 0 0,1-1 0 0 0,-1 1 1 0 0,1 0-1 0 0,-1-1 0 0 0,1 0 0 0 0,0 0 1 0 0,0-1-1 0 0,-1 1 0 0 0,10-1 1 0 0,32-11-90 0 0,-39 8 82 0 0,-1 1-1 0 0,1 0 1 0 0,0 0 0 0 0,0 0 0 0 0,14 0-1 0 0,-19 2 44 0 0,-1 1-1 0 0,1-1 0 0 0,0 1 0 0 0,-1 0 0 0 0,1 0 1 0 0,-1 0-1 0 0,1 0 0 0 0,-1 0 0 0 0,0 0 0 0 0,1 0 1 0 0,-1 0-1 0 0,0 0 0 0 0,0 1 0 0 0,0-1 1 0 0,0 1-1 0 0,0-1 0 0 0,0 1 0 0 0,0-1 0 0 0,0 1 1 0 0,0-1-1 0 0,-1 1 0 0 0,1 2 0 0 0,15 45-22 0 0,-13-39 19 0 0,6 30-2 0 0,-2 0 1 0 0,-2 0-1 0 0,-2 1 1 0 0,-1-1-1 0 0,-5 53 1 0 0,1-8-1 0 0,2-18 16 0 0,-3-2 1 0 0,-20 118 0 0 0,20-172 30 0 0,1-1 0 0 0,-2 1-1 0 0,1 0 1 0 0,-1-1 0 0 0,-1 0 0 0 0,0 0 0 0 0,-11 17-1 0 0,13-23 96 0 0,0 0 0 0 0,0-1-1 0 0,-1 0 1 0 0,1 0-1 0 0,-1 0 1 0 0,0 0-1 0 0,1 0 1 0 0,-1-1 0 0 0,0 1-1 0 0,0-1 1 0 0,-1 0-1 0 0,1 0 1 0 0,0-1 0 0 0,-1 1-1 0 0,1-1 1 0 0,-1 0-1 0 0,1-1 1 0 0,-1 1 0 0 0,-9 0-1 0 0,11-2-8 0 0,0 1-1 0 0,0-1 1 0 0,0 0 0 0 0,0 0-1 0 0,0 0 1 0 0,0 0 0 0 0,0 0-1 0 0,0-1 1 0 0,0 1 0 0 0,0-1-1 0 0,1 0 1 0 0,-1 0 0 0 0,1 0-1 0 0,-1 0 1 0 0,1 0-1 0 0,0 0 1 0 0,0-1 0 0 0,0 1-1 0 0,0-1 1 0 0,0 0 0 0 0,1 1-1 0 0,-1-1 1 0 0,1 0 0 0 0,-2-6-1 0 0,-1 0 50 0 0,0-1-1 0 0,1 1 1 0 0,1-1-1 0 0,0 0 1 0 0,0 0 0 0 0,0-14-1 0 0,2 7-399 0 0,0-1-1 0 0,2 1 0 0 0,0-1 1 0 0,1 1-1 0 0,0-1 0 0 0,2 1 1 0 0,8-23-1 0 0,13-9-4437 0 0,7 5-4668 0 0,-19 30 4734 0 0</inkml:trace>
</inkml:ink>
</file>

<file path=ppt/ink/ink4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0:16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29 216 0 0,'0'0'4935'0'0,"4"-1"-3839"0"0,104-16 4043 0 0,158 9-148 0 0,-264 8-4950 0 0,32-2 1035 0 0,-22 2-2457 0 0,-33 7-52 0 0,-41 12-6933 0 0,47-15 4816 0 0</inkml:trace>
</inkml:ink>
</file>

<file path=ppt/ink/ink4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0:18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42 620 0 0,'-12'-41'6959'0'0,"12"41"-6882"0"0,0 0 1 0 0,0 0-1 0 0,0 0 0 0 0,0 0 0 0 0,0 1 0 0 0,-1-1 0 0 0,1 0 0 0 0,0 0 0 0 0,0 0 0 0 0,0 1 617 0 0,0-1-617 0 0,0 0 0 0 0,-1 0 0 0 0,1 0 0 0 0,0 0 0 0 0,0 0 0 0 0,0 0 1 0 0,0 0-1 0 0,0 0 0 0 0,0 0 0 0 0,0 0 0 0 0,-1 0 0 0 0,1 0 0 0 0,0 0 0 0 0,0 0 0 0 0,0 0 0 0 0,0 0 0 0 0,0 0 1 0 0,0 0-1 0 0,0 0 0 0 0,-1 0 0 0 0,1 0 0 0 0,0 0 0 0 0,0 0 0 0 0,0 0 0 0 0,0 0 0 0 0,0 0 0 0 0,-1-1 617 0 0,1 1-617 0 0,0 0 0 0 0,0 0 0 0 0,0 0 0 0 0,0 0 0 0 0,0 0 1 0 0,0 0-1 0 0,0 0 0 0 0,0 0 0 0 0,-1-1 0 0 0,1 1 0 0 0,0 0 0 0 0,0 0 0 0 0,-10 16 1036 0 0,-8 25-952 0 0,-5 55 984 0 0,-15 151 0 0 0,29-179-913 0 0,6-47-1259 0 0,0 0 1 0 0,-2 0-1 0 0,-9 25 0 0 0,13-43 261 0 0,-8 5-673 0 0,1-7-3905 0 0,-15-7 2551 0 0</inkml:trace>
</inkml:ink>
</file>

<file path=ppt/ink/ink4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0:18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33 222 484 0 0,'-32'5'3957'0'0,"44"-1"-999"0"0,52-3-1275 0 0,894-140 1619 0 0,-698 95-2628 0 0,-183 34-183 0 0,-77 10-491 0 0,1 0 1 0 0,-1 0 0 0 0,0 0 0 0 0,1 0-1 0 0,-1 1 1 0 0,0-1 0 0 0,0 0 0 0 0,1 0-1 0 0,-1 0 1 0 0,0 1 0 0 0,0-1 0 0 0,0 0 0 0 0,1 1-1 0 0,-1-1 1 0 0,0 0 0 0 0,0 0 0 0 0,0 1-1 0 0,0-1 1 0 0,0 0 0 0 0,0 1 0 0 0,0-1 0 0 0,1 0-1 0 0,-1 1 1 0 0,0-1 0 0 0,0 0 0 0 0,0 1-1 0 0,0-1 1 0 0,0 0 0 0 0,0 1 0 0 0,-1-1-1 0 0,1 0 1 0 0,0 1 0 0 0,0-1 0 0 0,0 0 0 0 0,0 1-1 0 0,0-1 1 0 0,-1 1 0 0 0,-5 21 31 0 0,2-6-23 0 0,3-12-4 0 0,0 1 0 0 0,1-1 0 0 0,0 1 0 0 0,0-1 0 0 0,0 0 0 0 0,0 1 0 0 0,1-1 0 0 0,0 1 0 0 0,0-1 0 0 0,0 0 0 0 0,0 0 0 0 0,1 0 0 0 0,-1 1 0 0 0,1-1 0 0 0,0 0 0 0 0,0-1 0 0 0,1 1 0 0 0,-1 0 0 0 0,1-1 0 0 0,0 1 0 0 0,0-1 0 0 0,0 0 0 0 0,0 0 0 0 0,0 0 0 0 0,1 0 0 0 0,-1-1 0 0 0,1 0 0 0 0,0 1 0 0 0,0-1 0 0 0,0 0 0 0 0,0-1 0 0 0,0 1 0 0 0,0-1 0 0 0,0 0 0 0 0,1 0 0 0 0,-1 0 0 0 0,8 0 0 0 0,-11-1 28 0 0,0 0 0 0 0,1 0 0 0 0,-1 0 0 0 0,0 0 0 0 0,0-1 0 0 0,1 1 1 0 0,-1-1-1 0 0,0 1 0 0 0,0-1 0 0 0,0 1 0 0 0,0-1 0 0 0,0 1 0 0 0,0-1 1 0 0,0 0-1 0 0,0 0 0 0 0,0 1 0 0 0,0-1 0 0 0,0 0 0 0 0,0 0 0 0 0,0 0 1 0 0,-1 0-1 0 0,1 0 0 0 0,0 0 0 0 0,-1 0 0 0 0,1 0 0 0 0,-1-1 0 0 0,1 1 1 0 0,-1 0-1 0 0,1 0 0 0 0,-1 0 0 0 0,0-1 0 0 0,0 1 0 0 0,0 0 0 0 0,0 0 1 0 0,1-1-1 0 0,-2 1 0 0 0,1-2 0 0 0,0-4 83 0 0,-1 1 0 0 0,1-1 0 0 0,-1 1 1 0 0,-1 0-1 0 0,-3-12 0 0 0,0 7-42 0 0,0 0 1 0 0,-1 0 0 0 0,-1 1-1 0 0,1-1 1 0 0,-2 1 0 0 0,-13-15-1 0 0,0 0-776 0 0,18 22-270 0 0,-4-6-312 0 0</inkml:trace>
</inkml:ink>
</file>

<file path=ppt/ink/ink4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0:18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47 704 0 0,'-1'-4'1517'0'0,"0"-18"773"0"0,0 1 8720 0 0,2 38-10862 0 0,2 120 1331 0 0,-2-18-716 0 0,0-28-2951 0 0,-6-30-4301 0 0</inkml:trace>
</inkml:ink>
</file>

<file path=ppt/ink/ink4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0:19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1 520 44 0 0,'31'-10'1101'0'0,"35"-11"804"0"0,-2-3-1 0 0,118-61 0 0 0,-166 75-1637 0 0,0 0 0 0 0,0 0-1 0 0,-1-2 1 0 0,0 0-1 0 0,-1 0 1 0 0,-1-2-1 0 0,0 0 1 0 0,0 0 0 0 0,-2-1-1 0 0,0 0 1 0 0,0-1-1 0 0,-2 0 1 0 0,0-1 0 0 0,-1 0-1 0 0,10-30 1 0 0,-16 38-43 0 0,0-1-1 0 0,-1 0 1 0 0,0-1 0 0 0,0 1 0 0 0,-1 0 0 0 0,-2-14-1 0 0,0-12 589 0 0,2 36-806 0 0,0-1 0 0 0,0 1 0 0 0,0 0 1 0 0,0-1-1 0 0,0 1 0 0 0,0 0 0 0 0,0-1 0 0 0,0 1 0 0 0,0 0 0 0 0,0-1 1 0 0,0 1-1 0 0,0 0 0 0 0,-1 0 0 0 0,1-1 0 0 0,0 1 0 0 0,0 0 1 0 0,0 0-1 0 0,-1-1 0 0 0,1 1 0 0 0,0 0 0 0 0,0 0 0 0 0,-1-1 1 0 0,1 1-1 0 0,0 0 0 0 0,0 0 0 0 0,-1 0 0 0 0,1 0 0 0 0,0-1 0 0 0,-1 1 1 0 0,1 0-1 0 0,0 0 0 0 0,0 0 0 0 0,-1 0 0 0 0,1 0 0 0 0,0 0 1 0 0,-1 0-1 0 0,1 0 0 0 0,0 0 0 0 0,-1 0 0 0 0,1 0 0 0 0,0 0 1 0 0,-1 0-1 0 0,1 0 0 0 0,0 0 0 0 0,-1 0 0 0 0,1 0 0 0 0,0 1 0 0 0,0-1 1 0 0,-1 0-1 0 0,1 0 0 0 0,0 0 0 0 0,-1 1 0 0 0,-15 8 84 0 0,16-9-99 0 0,-9 8 27 0 0,1 0 1 0 0,0 0-1 0 0,0 1 1 0 0,1 0 0 0 0,0 0-1 0 0,1 1 1 0 0,0 0 0 0 0,-7 15-1 0 0,4-8 21 0 0,-15 34 92 0 0,1 2 0 0 0,4 0-1 0 0,1 1 1 0 0,-12 65 0 0 0,26-101-94 0 0,-3 9 51 0 0,2 0 1 0 0,-5 55-1 0 0,9-77-39 0 0,1 0 0 0 0,-1 0-1 0 0,0 0 1 0 0,-1 0-1 0 0,1 0 1 0 0,-5 8-1 0 0,6-11 332 0 0,4-6-384 0 0,12-8 0 0 0,-12 9-7 0 0,7-6-178 0 0,27 6-34 0 0,63 4-1 0 0,-62 0 65 0 0,70-5-1 0 0,-96 3 230 0 0,-1 0 0 0 0,1-2-1 0 0,-1 1 1 0 0,0-2 0 0 0,0 1 0 0 0,0-2-1 0 0,0 0 1 0 0,-1 0 0 0 0,0-1-1 0 0,13-8 1 0 0,-17 6-166 0 0,-11 0-4214 0 0,-12 4-718 0 0,12 3 1570 0 0</inkml:trace>
</inkml:ink>
</file>

<file path=ppt/ink/ink4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0:19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32 320 0 0,'0'0'6805'0'0,"7"-15"-5269"0"0,-10-1-8497 0 0</inkml:trace>
</inkml:ink>
</file>

<file path=ppt/ink/ink4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9:56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 1108 0 0,'2'-54'12120'0'0,"15"74"-11633"0"0,-13-17-406 0 0,7 15 114 0 0,-1 1 0 0 0,0 0 0 0 0,-1 0 0 0 0,7 24 0 0 0,-8-22-53 0 0,9 15 121 0 0,1-1-1 0 0,1 0 1 0 0,37 47 0 0 0,-50-74-148 0 0,-6-7-86 0 0,1-1 0 0 0,-1 0-1 0 0,1 0 1 0 0,-1 1-1 0 0,0-1 1 0 0,1 0-1 0 0,-1 0 1 0 0,1 0-1 0 0,-1 0 1 0 0,1 1-1 0 0,-1-1 1 0 0,1 0-1 0 0,-1 0 1 0 0,1 0 0 0 0,-1 0-1 0 0,1 0 1 0 0,-1 0-1 0 0,1 0 1 0 0,-1 0-1 0 0,1-1 1 0 0,-1 1-1 0 0,1 0 1 0 0,-1 0-1 0 0,1 0 1 0 0,-1 0-1 0 0,1-1 1 0 0,-1 1-1 0 0,1 0 1 0 0,-1-1 0 0 0,0 1-1 0 0,1 0 1 0 0,-1-1-1 0 0,0 1 1 0 0,1 0-1 0 0,-1-1 1 0 0,0 1-1 0 0,1-1 1 0 0,-1 1-1 0 0,0 0 1 0 0,0-1-1 0 0,1 1 1 0 0,-1-1-1 0 0,0 1 1 0 0,0-1 0 0 0,0 1-1 0 0,0-1 1 0 0,1 0-1 0 0,15-29 264 0 0,-14 25-101 0 0,33-77 311 0 0,-30 65-1195 0 0,2-1 0 0 0,0 1 0 0 0,2 1 0 0 0,-1-1 0 0 0,14-17 0 0 0,2 9-1855 0 0,-6 10-3277 0 0,-8 9 2506 0 0</inkml:trace>
</inkml:ink>
</file>

<file path=ppt/ink/ink4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9:57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1 445 636 0 0,'14'-6'2514'0'0,"-7"2"-1926"0"0,1 1 0 0 0,-1-1 0 0 0,0 0 0 0 0,0-1 0 0 0,0 0 0 0 0,-1 0 1 0 0,1 0-1 0 0,-1-1 0 0 0,-1 0 0 0 0,1 0 0 0 0,-1-1 0 0 0,0 1 0 0 0,0-1 0 0 0,-1 0 1 0 0,0-1-1 0 0,4-8 0 0 0,-8 14 134 0 0,-1 1-698 0 0,0 1 1 0 0,0-1-1 0 0,0 1 0 0 0,0-1 0 0 0,0 1 1 0 0,0 0-1 0 0,0-1 0 0 0,0 1 0 0 0,0 0 1 0 0,0 0-1 0 0,-1 0 0 0 0,1 0 1 0 0,0 0-1 0 0,0 0 0 0 0,0 0 0 0 0,0 0 1 0 0,-1 0-1 0 0,1 1 0 0 0,0-1 1 0 0,0 0-1 0 0,0 1 0 0 0,0-1 0 0 0,0 1 1 0 0,0-1-1 0 0,0 1 0 0 0,-2 1 1 0 0,-25 20 263 0 0,24-17-275 0 0,0 0 0 0 0,0 0 0 0 0,1 1 1 0 0,-1-1-1 0 0,1 1 0 0 0,0 0 0 0 0,1 0 0 0 0,-3 9 0 0 0,4-13-26 0 0,1-1-1 0 0,0 1 1 0 0,-1 0-1 0 0,1-1 1 0 0,0 1-1 0 0,0 0 1 0 0,0 0-1 0 0,0-1 1 0 0,1 1-1 0 0,-1 0 1 0 0,0-1-1 0 0,1 1 1 0 0,-1 0-1 0 0,1-1 1 0 0,-1 1-1 0 0,1-1 1 0 0,0 1-1 0 0,0-1 1 0 0,0 1-1 0 0,-1-1 1 0 0,1 1-1 0 0,1-1 1 0 0,-1 0-1 0 0,0 0 1 0 0,0 1-1 0 0,0-1 1 0 0,1 0-1 0 0,-1 0 1 0 0,1 0-1 0 0,-1-1 1 0 0,1 1-1 0 0,-1 0 1 0 0,1 0-1 0 0,-1-1 1 0 0,1 1-1 0 0,3 0 1 0 0,3 1-17 0 0,0-1 0 0 0,0 1 0 0 0,1-1-1 0 0,-1-1 1 0 0,0 0 0 0 0,1 0 0 0 0,-1-1 0 0 0,17-3 0 0 0,69-22-97 0 0,-48 12 76 0 0,-28 10 30 0 0,1-2-66 0 0,0 1 1 0 0,0 1 0 0 0,22-1-1 0 0,-34 4-25 0 0,0 1 0 0 0,-1 1 0 0 0,1-1 0 0 0,0 1 0 0 0,-1 1 0 0 0,1-1 0 0 0,-1 1 0 0 0,1 0 0 0 0,-1 0 0 0 0,0 1 0 0 0,0 0-1 0 0,11 6 1 0 0,-16-8 64 0 0,1 1 0 0 0,-1-1 0 0 0,0 1 0 0 0,1-1-1 0 0,-1 1 1 0 0,0-1 0 0 0,0 1 0 0 0,0-1 0 0 0,0 1-1 0 0,0 0 1 0 0,-1 0 0 0 0,2 2 0 0 0,4 8-243 0 0,-5-11 184 0 0,-1 1-34 0 0,0-2 135 0 0,0 0 0 0 0,0 0 0 0 0,0-1 0 0 0,0 1-1 0 0,1 0 1 0 0,-1 0 0 0 0,0 0 0 0 0,0 0 0 0 0,0 0 0 0 0,0 0 0 0 0,0 0-1 0 0,0 0 1 0 0,1 0 0 0 0,-1 0 0 0 0,0 0 0 0 0,0 0 0 0 0,0 0 0 0 0,0 0 0 0 0,0 0-1 0 0,1 0 1 0 0,-1 0 0 0 0,0 0 0 0 0,0 0 0 0 0,0 0 0 0 0,0 0 0 0 0,0 0-1 0 0,1 0 1 0 0,-1 0 0 0 0,0 0 0 0 0,0 0 0 0 0,0 0 0 0 0,0 0 0 0 0,0 0 0 0 0,0 0-1 0 0,1 1 1 0 0,-1-1 0 0 0,0 0 0 0 0,0 0 0 0 0,0 0 0 0 0,0 0 0 0 0,0 0-1 0 0,0 0 1 0 0,0 0 0 0 0,0 1 0 0 0,0-1 0 0 0,0 0 0 0 0,0 0 0 0 0,1 0-1 0 0,-1 0 1 0 0,0 0 0 0 0,0 0 0 0 0,0 1 0 0 0,0-1 0 0 0,0 0 0 0 0,0 0 0 0 0,0 0-1 0 0,0 0 1 0 0,0 0 0 0 0,0 1 0 0 0,0-1 0 0 0,0 0 0 0 0,-1 0 0 0 0,1 0-1 0 0,0 0 1 0 0,0 0 0 0 0,0 1 0 0 0,0-1 0 0 0,0 0 0 0 0,0 0 0 0 0,15-19-32 0 0,-1-1 0 0 0,-1-1 0 0 0,0 0 1 0 0,-2 0-1 0 0,17-46 0 0 0,32-126 280 0 0,-60 191-230 0 0,6-17 436 0 0,-2 1 0 0 0,0-1 0 0 0,1-23 0 0 0,-5 40-130 0 0,-3 0-144 0 0,3 2-168 0 0,0 0-1 0 0,0-1 1 0 0,0 1 0 0 0,0 0 0 0 0,0 0 0 0 0,0 0-1 0 0,-1-1 1 0 0,1 1 0 0 0,0 0 0 0 0,0 0-1 0 0,0 0 1 0 0,-1 0 0 0 0,1-1 0 0 0,0 1-1 0 0,0 0 1 0 0,-1 0 0 0 0,1 0 0 0 0,0 0 0 0 0,0 0-1 0 0,-1 0 1 0 0,1 0 0 0 0,0 0 0 0 0,0 0-1 0 0,-1 0 1 0 0,1 0 0 0 0,0 0 0 0 0,0 0-1 0 0,-1 0 1 0 0,1 0 0 0 0,0 0 0 0 0,0 0 0 0 0,-1 0-1 0 0,1 0 1 0 0,0 0 0 0 0,0 0 0 0 0,-1 0-1 0 0,1 0 1 0 0,0 0 0 0 0,0 1 0 0 0,0-1-1 0 0,-1 0 1 0 0,1 0 0 0 0,0 0 0 0 0,0 1 0 0 0,-4 5 12 0 0,1 0 1 0 0,1 0 0 0 0,-1 1 0 0 0,1-1 0 0 0,0 1 0 0 0,0 0 0 0 0,1-1 0 0 0,0 1 0 0 0,0 0 0 0 0,1 0 0 0 0,0 0-1 0 0,0 0 1 0 0,1 0 0 0 0,-1 0 0 0 0,1-1 0 0 0,1 1 0 0 0,0 0 0 0 0,0 0 0 0 0,4 10 0 0 0,6 8-156 0 0,1 0 0 0 0,2-1-1 0 0,29 38 1 0 0,9 16-762 0 0,-51-74 771 0 0,11 26-246 0 0,-13-29 412 0 0,-5 4 23 0 0,5-5-58 0 0,0 1-1 0 0,-1-1 1 0 0,1 0 0 0 0,0 1 0 0 0,0-1 0 0 0,0 0 0 0 0,0 1 0 0 0,-1-1 0 0 0,1 0 0 0 0,0 0 0 0 0,0 1 0 0 0,0-1 0 0 0,-1 0 0 0 0,1 0 0 0 0,0 0 0 0 0,0 1 0 0 0,-1-1 0 0 0,1 0 0 0 0,0 0 0 0 0,-1 0 0 0 0,1 0 0 0 0,0 1 0 0 0,0-1 0 0 0,-1 0 0 0 0,1 0 0 0 0,0 0-1 0 0,-1 0 1 0 0,1 0 0 0 0,0 0 0 0 0,-1 0 0 0 0,1 0 0 0 0,0 0 0 0 0,-1 0 0 0 0,1 0 0 0 0,0 0 0 0 0,-1 0 0 0 0,-1-1-127 0 0,-23-6-574 0 0,9-4-5131 0 0,9 3 2947 0 0</inkml:trace>
</inkml:ink>
</file>

<file path=ppt/ink/ink4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9:58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62 188 1072 0 0,'1'-7'9449'0'0,"14"51"-8709"0"0,-2 1 1 0 0,13 77 0 0 0,2 104 423 0 0,-27-220-1133 0 0,1 25 234 0 0,-2 1 0 0 0,-5 42 1 0 0,3-45 241 0 0,2-28-475 0 0,0 0 0 0 0,0-1 0 0 0,0 1 1 0 0,0 0-1 0 0,0-1 0 0 0,0 1 0 0 0,-1 0 1 0 0,1-1-1 0 0,0 1 0 0 0,0 0 0 0 0,-1-1 1 0 0,1 1-1 0 0,0 0 0 0 0,-1-1 0 0 0,1 1 0 0 0,-1-1 1 0 0,1 1-1 0 0,0-1 0 0 0,-1 1 0 0 0,1-1 1 0 0,-1 1-1 0 0,0-1 0 0 0,1 1 0 0 0,-1-1 1 0 0,1 1-1 0 0,-1-1 0 0 0,0 0 0 0 0,1 0 0 0 0,-1 1 1 0 0,0-1-1 0 0,1 0 0 0 0,-1 0 0 0 0,0 0 1 0 0,1 0-1 0 0,-1 1 0 0 0,0-1 0 0 0,0 0 1 0 0,1 0-1 0 0,-1 0 0 0 0,0-1 0 0 0,1 1 1 0 0,-1 0-1 0 0,0 0 0 0 0,1 0 0 0 0,-1 0 0 0 0,0-1 1 0 0,1 1-1 0 0,-1 0 0 0 0,0-1 0 0 0,1 1 1 0 0,-1 0-1 0 0,1-1 0 0 0,-1 1 0 0 0,0-2 1 0 0,-34-24 535 0 0,26 12-479 0 0,-1 0-1 0 0,2 0 1 0 0,0-1-1 0 0,0 0 1 0 0,2 0-1 0 0,0-1 1 0 0,0 0-1 0 0,2 0 1 0 0,0 0-1 0 0,1 0 1 0 0,0-1-1 0 0,1 1 1 0 0,1-1-1 0 0,1-18 1 0 0,1 1-100 0 0,2 0 0 0 0,1 0 1 0 0,1 0-1 0 0,2 0 0 0 0,22-62 1 0 0,-21 74-63 0 0,2 1-1 0 0,0 1 1 0 0,1 0 0 0 0,1 0 0 0 0,1 1 0 0 0,28-33-1 0 0,-34 44 15 0 0,0 1-1 0 0,0 0 0 0 0,1 0 1 0 0,0 1-1 0 0,0 0 0 0 0,0 0 1 0 0,1 1-1 0 0,0 0 0 0 0,0 1 1 0 0,0 0-1 0 0,1 0 0 0 0,0 1 1 0 0,-1 0-1 0 0,1 0 1 0 0,0 1-1 0 0,0 1 0 0 0,18-1 1 0 0,-23 2-3 0 0,1 0 0 0 0,-1 1 1 0 0,1 0-1 0 0,-1 0 1 0 0,1 0-1 0 0,-1 1 0 0 0,0 0 1 0 0,0 0-1 0 0,1 0 1 0 0,-2 1-1 0 0,1-1 0 0 0,0 1 1 0 0,0 0-1 0 0,-1 1 0 0 0,0-1 1 0 0,1 1-1 0 0,-2 0 1 0 0,1 0-1 0 0,0 0 0 0 0,-1 0 1 0 0,1 1-1 0 0,-1 0 1 0 0,-1-1-1 0 0,6 11 0 0 0,-6-8 11 0 0,1 0 0 0 0,-1 1 0 0 0,0-1 0 0 0,-1 0 0 0 0,0 1 0 0 0,0 0 0 0 0,0-1 0 0 0,-1 1 0 0 0,0-1 0 0 0,-1 1 0 0 0,1 0 0 0 0,-2-1 0 0 0,1 1 0 0 0,-1-1 0 0 0,0 0 0 0 0,0 1 0 0 0,-5 8 0 0 0,-2-1-75 0 0,0 0 1 0 0,-1 0-1 0 0,-1-1 1 0 0,0-1-1 0 0,-1 1 1 0 0,-1-2 0 0 0,0 0-1 0 0,0 0 1 0 0,-1-1-1 0 0,-1-1 1 0 0,0-1-1 0 0,0 0 1 0 0,-33 14 0 0 0,35-20-267 0 0,-17-3-6536 0 0</inkml:trace>
</inkml:ink>
</file>

<file path=ppt/ink/ink4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9:58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19 1028 0 0,'-4'-19'10208'0'0,"12"74"-9140"0"0,-1 100 0 0 0,-5-78-599 0 0,-7 96 626 0 0,5-173-1082 0 0,0 0 1 0 0,0 1-1 0 0,0-1 1 0 0,0 0-1 0 0,0 0 1 0 0,0 0-1 0 0,0 0 1 0 0,0 1-1 0 0,0-1 1 0 0,0 0-1 0 0,0 0 0 0 0,0 0 1 0 0,0 0-1 0 0,1 1 1 0 0,-1-1-1 0 0,0 0 1 0 0,0 0-1 0 0,0 0 1 0 0,0 0-1 0 0,0 1 1 0 0,0-1-1 0 0,0 0 0 0 0,0 0 1 0 0,0 0-1 0 0,1 0 1 0 0,-1 0-1 0 0,0 0 1 0 0,0 1-1 0 0,0-1 1 0 0,0 0-1 0 0,0 0 1 0 0,1 0-1 0 0,-1 0 0 0 0,0 0 1 0 0,0 0-1 0 0,0 0 1 0 0,0 0-1 0 0,1 0 1 0 0,-1 0-1 0 0,0 0 1 0 0,0 0-1 0 0,0 0 1 0 0,0 0-1 0 0,1 0 0 0 0,-1 0 1 0 0,0 0-1 0 0,0 0 1 0 0,0 0-1 0 0,1 0 1 0 0,11-7 107 0 0,13-17-108 0 0,-9 7 49 0 0,-10 10-23 0 0,0 0 0 0 0,0 0 1 0 0,1 1-1 0 0,0 0 0 0 0,0 0 0 0 0,14-8 0 0 0,-17 13-48 0 0,-1 0 0 0 0,0 0-1 0 0,0 0 1 0 0,1 0 0 0 0,-1 1 0 0 0,0-1-1 0 0,1 1 1 0 0,-1 0 0 0 0,0 0-1 0 0,1 0 1 0 0,-1 0 0 0 0,0 1-1 0 0,1-1 1 0 0,-1 1 0 0 0,0 0 0 0 0,0 0-1 0 0,1 0 1 0 0,-1 1 0 0 0,0-1-1 0 0,0 1 1 0 0,0-1 0 0 0,5 5-1 0 0,0 1-521 0 0,-1 0-1 0 0,1 0 0 0 0,-1 0 1 0 0,-1 1-1 0 0,12 17 0 0 0,-3-6-3733 0 0</inkml:trace>
</inkml:ink>
</file>

<file path=ppt/ink/ink4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9:59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33 256 0 0,'1'-3'241'0'0,"1"1"0"0"0,1-1 1 0 0,-1 1-1 0 0,0 0 0 0 0,1 0 0 0 0,-1 0 0 0 0,1 0 1 0 0,-1 0-1 0 0,1 0 0 0 0,0 0 0 0 0,0 1 0 0 0,0 0 1 0 0,0 0-1 0 0,0-1 0 0 0,0 2 0 0 0,0-1 0 0 0,1 0 1 0 0,-1 1-1 0 0,0-1 0 0 0,0 1 0 0 0,1 0 0 0 0,-1 0 1 0 0,0 0-1 0 0,0 0 0 0 0,1 1 0 0 0,-1 0 0 0 0,0-1 1 0 0,4 3-1 0 0,0 0 94 0 0,0 0 1 0 0,0 1-1 0 0,0 0 0 0 0,0 0 1 0 0,-1 1-1 0 0,0 0 1 0 0,0 0-1 0 0,0 0 1 0 0,-1 1-1 0 0,10 12 0 0 0,0 8 856 0 0,-15-25-944 0 0,2-1-196 0 0,-1 0 0 0 0,1 0 0 0 0,-1 0 0 0 0,1-1 1 0 0,0 1-1 0 0,-1 0 0 0 0,1-1 0 0 0,-1 1 0 0 0,0-1 0 0 0,1 0 0 0 0,-1 1 1 0 0,1-1-1 0 0,-1 0 0 0 0,0 0 0 0 0,0 0 0 0 0,1 0 0 0 0,-1 0 1 0 0,2-2-1 0 0,28-31-2094 0 0,-3 4-3971 0 0,-14 19 3037 0 0</inkml:trace>
</inkml:ink>
</file>

<file path=ppt/ink/ink4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5:59:59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14 460 0 0,'0'0'5611'0'0,"8"-4"305"0"0,-19 7-5686 0 0,1 1 0 0 0,-1 1-1 0 0,1-1 1 0 0,0 1 0 0 0,1 1-1 0 0,-1 0 1 0 0,1 0 0 0 0,0 1-1 0 0,0 0 1 0 0,1 1 0 0 0,0 0 0 0 0,1 0-1 0 0,-1 1 1 0 0,-6 10 0 0 0,14-19-222 0 0,-1 1 1 0 0,1 0 0 0 0,-1-1-1 0 0,1 1 1 0 0,-1 0 0 0 0,1 0-1 0 0,0 0 1 0 0,-1-1 0 0 0,1 1 0 0 0,0 0-1 0 0,0 0 1 0 0,0 0 0 0 0,0 0-1 0 0,-1-1 1 0 0,1 1 0 0 0,0 0-1 0 0,0 0 1 0 0,1 0 0 0 0,-1 0-1 0 0,0 0 1 0 0,0-1 0 0 0,0 1-1 0 0,0 0 1 0 0,1 0 0 0 0,-1 0-1 0 0,0-1 1 0 0,1 1 0 0 0,-1 0-1 0 0,1 0 1 0 0,-1-1 0 0 0,1 1-1 0 0,-1 0 1 0 0,1-1 0 0 0,-1 1-1 0 0,1-1 1 0 0,0 1 0 0 0,-1 0 0 0 0,1-1-1 0 0,0 1 1 0 0,-1-1 0 0 0,1 0-1 0 0,0 1 1 0 0,0-1 0 0 0,0 0-1 0 0,-1 1 1 0 0,1-1 0 0 0,1 0-1 0 0,35 7-94 0 0,-25-9-73 0 0,-1 0 1 0 0,1-2-1 0 0,-1 1 1 0 0,1-1-1 0 0,-1-1 0 0 0,0 0 1 0 0,0-1-1 0 0,-1 0 1 0 0,0 0-1 0 0,11-9 1 0 0,27-16-648 0 0,-47 30 780 0 0,-3 6-140 0 0,-13 28 128 0 0,15-25 16 0 0,0-3 21 0 0,-1-3 1 0 0,2 0 3 0 0,1-1 3 0 0,-1 1 0 0 0,0-1 0 0 0,0 0 0 0 0,1 1 0 0 0,-1-1 0 0 0,1 0 0 0 0,-1 0 0 0 0,1 0 0 0 0,-1 0 0 0 0,3 1 0 0 0,15-9 17 0 0,0-1 0 0 0,-1 0-1 0 0,34-22 1 0 0,34-18-115 0 0,-76 43 66 0 0,0 0 0 0 0,0 1 0 0 0,0 1 0 0 0,0 0 1 0 0,0 0-1 0 0,1 1 0 0 0,12-1 0 0 0,-21 3 14 0 0,0 0 0 0 0,0 0 0 0 0,0 0 1 0 0,0 0-1 0 0,0 0 0 0 0,0 1 0 0 0,0-1 0 0 0,0 1 0 0 0,0-1 0 0 0,0 1 0 0 0,0 0 0 0 0,0 0 1 0 0,-1 0-1 0 0,1 0 0 0 0,0 0 0 0 0,0 0 0 0 0,-1 1 0 0 0,1-1 0 0 0,-1 0 0 0 0,1 1 0 0 0,-1 0 1 0 0,2 2-1 0 0,0 1-31 0 0,-1 0 0 0 0,0 0 1 0 0,0 0-1 0 0,0 0 1 0 0,-1 1-1 0 0,2 7 1 0 0,-2-6-48 0 0,-1-6 76 0 0,1 0 1 0 0,-1 0-1 0 0,1 0 1 0 0,-1 0-1 0 0,1 0 0 0 0,0 0 1 0 0,-1-1-1 0 0,1 1 1 0 0,0 0-1 0 0,0 0 1 0 0,0 0-1 0 0,-1-1 1 0 0,1 1-1 0 0,0-1 0 0 0,0 1 1 0 0,0 0-1 0 0,0-1 1 0 0,0 0-1 0 0,0 1 1 0 0,0-1-1 0 0,0 0 1 0 0,0 1-1 0 0,0-1 0 0 0,0 0 1 0 0,1 0-1 0 0,-1 0 1 0 0,0 0-1 0 0,0 0 1 0 0,0 0-1 0 0,0 0 1 0 0,0 0-1 0 0,0 0 0 0 0,0-1 1 0 0,2 1-1 0 0,37-12-186 0 0,-28 7 500 0 0,0 0 1 0 0,0-1-1 0 0,-1-1 0 0 0,0 0 0 0 0,0 0 1 0 0,0-1-1 0 0,17-18 0 0 0,-28 26-161 0 0,1-1 0 0 0,-1 1-1 0 0,1-1 1 0 0,0 1-1 0 0,-1-1 1 0 0,1 1 0 0 0,0-1-1 0 0,-1 1 1 0 0,1-1 0 0 0,0 1-1 0 0,-1 0 1 0 0,1-1 0 0 0,0 1-1 0 0,0 0 1 0 0,-1-1-1 0 0,1 1 1 0 0,0 0 0 0 0,0 0-1 0 0,0 0 1 0 0,-1 0 0 0 0,1 0-1 0 0,0 0 1 0 0,0 0-1 0 0,0 0 1 0 0,-1 0 0 0 0,1 1-1 0 0,1-1 1 0 0,19 15-2486 0 0,4 1-5583 0 0,-11-13 3714 0 0</inkml:trace>
</inkml:ink>
</file>

<file path=ppt/ink/ink4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0:02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33 576 0 0,'-15'-31'6282'0'0,"5"30"-6046"0"0,1 1 0 0 0,-1-1 1 0 0,1 2-1 0 0,-1-1 0 0 0,1 1 0 0 0,-1 1 0 0 0,1 0 1 0 0,0 0-1 0 0,-1 1 0 0 0,1 0 0 0 0,1 0 1 0 0,-1 1-1 0 0,-14 9 0 0 0,-18 5 497 0 0,39-18-693 0 0,0 1 1 0 0,0 0 0 0 0,0-1-1 0 0,0 1 1 0 0,0 0 0 0 0,0 1-1 0 0,0-1 1 0 0,1 0 0 0 0,-1 0-1 0 0,0 1 1 0 0,1-1 0 0 0,-1 1-1 0 0,1-1 1 0 0,-1 1 0 0 0,1 0-1 0 0,0 0 1 0 0,-2 2-1 0 0,3-2-18 0 0,-1-1 0 0 0,1 1 0 0 0,0-1 0 0 0,0 1 0 0 0,0-1 0 0 0,0 1 0 0 0,0-1 0 0 0,0 1 0 0 0,0-1 0 0 0,1 1 0 0 0,-1-1 0 0 0,1 1 0 0 0,-1-1 0 0 0,1 0 0 0 0,-1 1 0 0 0,1-1 0 0 0,0 0 0 0 0,-1 1 0 0 0,2 1 0 0 0,6 5 39 0 0,-1 1-1 0 0,1-1 0 0 0,1-1 1 0 0,-1 1-1 0 0,14 7 0 0 0,-5-2 12 0 0,-16-12-77 0 0,-1 0 0 0 0,0-1 0 0 0,1 1 0 0 0,-1-1 0 0 0,0 1 0 0 0,0-1 0 0 0,1 1 0 0 0,-1 0 0 0 0,0-1 0 0 0,0 1 0 0 0,0 0 0 0 0,0-1 0 0 0,0 1 0 0 0,0 0 0 0 0,0-1 0 0 0,0 1 0 0 0,0 0 0 0 0,0-1 0 0 0,0 1 0 0 0,0 0 0 0 0,0-1 0 0 0,0 1 0 0 0,-1-1 0 0 0,1 1 0 0 0,0 0 0 0 0,0-1 0 0 0,-1 1 0 0 0,1-1 0 0 0,-1 1 0 0 0,1-1 0 0 0,0 1 0 0 0,-1-1 0 0 0,1 1 0 0 0,-1-1 0 0 0,1 1 0 0 0,-2 0 0 0 0,-22 16-1849 0 0,2-14-3841 0 0</inkml:trace>
</inkml:ink>
</file>

<file path=ppt/ink/ink4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0:21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236 479 468 0 0,'0'0'2195'0'0,"-16"-42"9551"0"0,14 42-11682 0 0,0 0 1 0 0,-1 1-1 0 0,1-1 1 0 0,-1 1 0 0 0,1-1-1 0 0,-1 1 1 0 0,1 0-1 0 0,0 0 1 0 0,0 0 0 0 0,-1 0-1 0 0,1 0 1 0 0,0 1-1 0 0,0-1 1 0 0,0 1 0 0 0,-2 2-1 0 0,-38 32 178 0 0,32-28-97 0 0,10-7-137 0 0,-72 68 476 0 0,64-61-430 0 0,1 1 0 0 0,0-1 0 0 0,1 1 0 0 0,0 1-1 0 0,0-1 1 0 0,-8 21 0 0 0,14-29-50 0 0,-1-1 0 0 0,1 1 0 0 0,-1 0-1 0 0,1 0 1 0 0,0 0 0 0 0,-1 0 0 0 0,1 0 0 0 0,0 0-1 0 0,0-1 1 0 0,0 1 0 0 0,-1 0 0 0 0,1 0 0 0 0,0 0 0 0 0,0 0-1 0 0,0 0 1 0 0,0 0 0 0 0,1 0 0 0 0,-1 0 0 0 0,0 0-1 0 0,0 0 1 0 0,0 0 0 0 0,1-1 0 0 0,-1 1 0 0 0,1 0-1 0 0,-1 0 1 0 0,1 0 0 0 0,-1 0 0 0 0,1-1 0 0 0,-1 1 0 0 0,1 0-1 0 0,-1 0 1 0 0,2 0 0 0 0,0 0 0 0 0,0-1-1 0 0,0 1 1 0 0,1-1 0 0 0,-1 0-1 0 0,0 0 1 0 0,0 0 0 0 0,0 0-1 0 0,0 0 1 0 0,0 0 0 0 0,0-1-1 0 0,0 1 1 0 0,0-1 0 0 0,4-1-1 0 0,8-3 1 0 0,0-1 0 0 0,25-14 0 0 0,-15 4-42 0 0,40-36 0 0 0,-48 37-109 0 0,0 1-1 0 0,2 1 0 0 0,-1 0 1 0 0,36-18-1 0 0,41 1-849 0 0,-81 27 938 0 0,0 0 0 0 0,1 0 1 0 0,-1-1-1 0 0,-1-1 0 0 0,1-1 0 0 0,-1 1 0 0 0,0-2 0 0 0,0 0 1 0 0,0 0-1 0 0,-1-1 0 0 0,-1-1 0 0 0,15-13 0 0 0,-16 10 108 0 0,-1 1 1 0 0,0-1-1 0 0,-1 0 0 0 0,0-1 0 0 0,-1 0 0 0 0,0 0 1 0 0,-2 0-1 0 0,1-1 0 0 0,-1 0 0 0 0,2-21 0 0 0,-3 16 245 0 0,-1 1 0 0 0,-1 0 0 0 0,-1 0 0 0 0,-1-1-1 0 0,0 1 1 0 0,-1 0 0 0 0,-9-33 0 0 0,7 31 381 0 0,0 8 142 0 0,-4 32-678 0 0,-5 29-43 0 0,3 1-1 0 0,-7 78 0 0 0,7 103 76 0 0,7-131-128 0 0,4 4-8 0 0,-2 25-38 0 0,6-143-144 0 0,0 0 0 0 0,0 0 0 0 0,2 1 0 0 0,0 0 0 0 0,12-19 0 0 0,0 2-191 0 0,46-54 1 0 0,-58 76 247 0 0,0 2-1 0 0,0-1 1 0 0,1 1 0 0 0,0 0-1 0 0,1 0 1 0 0,12-6 0 0 0,-18 10 54 0 0,0 1-1 0 0,1-1 1 0 0,-1 1 0 0 0,1 0-1 0 0,-1 0 1 0 0,1 0 0 0 0,-1 0-1 0 0,1 1 1 0 0,-1-1 0 0 0,1 1-1 0 0,0 0 1 0 0,-1 0 0 0 0,1 0-1 0 0,0 1 1 0 0,-1-1 0 0 0,1 1-1 0 0,-1 0 1 0 0,1 0 0 0 0,-1 0-1 0 0,6 3 1 0 0,-7-3 26 0 0,-1 0 0 0 0,1-1 0 0 0,-1 1 0 0 0,0 0 1 0 0,0 0-1 0 0,1 0 0 0 0,-1 0 0 0 0,0 0 0 0 0,0 0 0 0 0,0 0 0 0 0,0 1 0 0 0,0-1 0 0 0,0 0 0 0 0,0 1 0 0 0,0-1 0 0 0,-1 0 0 0 0,1 1 0 0 0,0-1 1 0 0,-1 1-1 0 0,0-1 0 0 0,1 1 0 0 0,-1 0 0 0 0,0-1 0 0 0,1 1 0 0 0,-1-1 0 0 0,0 1 0 0 0,0 0 0 0 0,0-1 0 0 0,-1 1 0 0 0,1-1 0 0 0,0 1 1 0 0,-1-1-1 0 0,1 1 0 0 0,-1-1 0 0 0,1 1 0 0 0,-1-1 0 0 0,1 1 0 0 0,-1-1 0 0 0,0 1 0 0 0,0-1 0 0 0,0 0 0 0 0,0 0 0 0 0,0 1 0 0 0,0-1 0 0 0,0 0 1 0 0,0 0-1 0 0,-3 1 0 0 0,0 2 28 0 0,0 0 0 0 0,-1 0-1 0 0,1 0 1 0 0,-1-1 0 0 0,0 0 0 0 0,0 0 0 0 0,-1 0 0 0 0,1-1 0 0 0,0 1 0 0 0,-1-1 0 0 0,-11 2 0 0 0,8-3-21 0 0,0 0 0 0 0,-1-1 1 0 0,1 0-1 0 0,0-1 0 0 0,0 0 1 0 0,-11-3-1 0 0,17 4-264 0 0,1-1-1 0 0,0 1 0 0 0,-1-1 1 0 0,1 0-1 0 0,-1 0 1 0 0,1 0-1 0 0,0-1 1 0 0,0 1-1 0 0,0 0 1 0 0,0-1-1 0 0,0 0 0 0 0,0 1 1 0 0,0-1-1 0 0,0 0 1 0 0,1 0-1 0 0,-1 0 1 0 0,1 0-1 0 0,-1 0 0 0 0,1 0 1 0 0,0 0-1 0 0,0-1 1 0 0,0 1-1 0 0,0 0 1 0 0,0-1-1 0 0,-1-3 1 0 0,3 0-3206 0 0,4-10 264 0 0</inkml:trace>
</inkml:ink>
</file>

<file path=ppt/ink/ink4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0:21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15 308 0 0,'1'-1'440'0'0,"0"0"0"0"0,0 0 1 0 0,0 0-1 0 0,0 0 0 0 0,0 0 0 0 0,0 0 0 0 0,0 0 0 0 0,0 0 1 0 0,1 0-1 0 0,-1 1 0 0 0,0-1 0 0 0,0 0 0 0 0,1 1 1 0 0,-1-1-1 0 0,0 1 0 0 0,1-1 0 0 0,-1 1 0 0 0,1 0 0 0 0,-1 0 1 0 0,1-1-1 0 0,-1 1 0 0 0,2 0 0 0 0,-2 1-270 0 0,0 0-1 0 0,0-1 0 0 0,0 1 1 0 0,0 0-1 0 0,0 0 1 0 0,0 0-1 0 0,0 0 1 0 0,-1-1-1 0 0,1 1 1 0 0,0 0-1 0 0,0 1 1 0 0,-1-1-1 0 0,1 0 0 0 0,-1 0 1 0 0,1 0-1 0 0,-1 0 1 0 0,0 0-1 0 0,1 1 1 0 0,-1-1-1 0 0,0 2 1 0 0,3 13-237 0 0,-2 1 1 0 0,0 0-1 0 0,-2 19 1 0 0,1-13 1161 0 0,0 39-310 0 0,-14 113 1 0 0,12-156-649 0 0,-1-1 0 0 0,0 1 0 0 0,-2-1 1 0 0,0 0-1 0 0,-1-1 0 0 0,0 1 0 0 0,-13 22 0 0 0,18-40-115 0 0,1 1-1 0 0,-1-1 0 0 0,1 0 1 0 0,-1 1-1 0 0,1-1 1 0 0,-1 0-1 0 0,1 1 0 0 0,-1-1 1 0 0,1 0-1 0 0,-1 0 0 0 0,1 1 1 0 0,-1-1-1 0 0,0 0 1 0 0,1 0-1 0 0,-1 0 0 0 0,1 0 1 0 0,-1 0-1 0 0,0 0 0 0 0,1 0 1 0 0,-1 0-1 0 0,1 0 1 0 0,-1 0-1 0 0,0 0 0 0 0,1 0 1 0 0,-1 0-1 0 0,1 0 0 0 0,-1-1 1 0 0,0 1-1 0 0,1 0 1 0 0,-1 0-1 0 0,1-1 0 0 0,-1 1 1 0 0,1 0-1 0 0,-1-1 0 0 0,1 1 1 0 0,-1-1-1 0 0,1 0 0 0 0,-16-19 126 0 0,14 9-128 0 0,0-1 0 0 0,1 1 0 0 0,1-1 0 0 0,0 1 1 0 0,0-1-1 0 0,1 0 0 0 0,1 1 0 0 0,0 0 0 0 0,1-1 0 0 0,0 1 0 0 0,0 0 0 0 0,1 0 0 0 0,7-14 1 0 0,0 3-87 0 0,1 0 1 0 0,0 1 0 0 0,2 0 0 0 0,0 1 0 0 0,22-23 0 0 0,-27 34 3 0 0,0 0 0 0 0,1 1 0 0 0,-1 0 0 0 0,2 1 0 0 0,-1 0 0 0 0,1 0 0 0 0,0 1 0 0 0,0 0 0 0 0,1 1 0 0 0,0 1 0 0 0,0 0 0 0 0,17-4 0 0 0,-23 7 36 0 0,-1 0 0 0 0,1 1 0 0 0,-1-1 1 0 0,1 1-1 0 0,-1 1 0 0 0,1-1 0 0 0,-1 1 0 0 0,1 0 1 0 0,-1 0-1 0 0,0 0 0 0 0,1 1 0 0 0,-1-1 0 0 0,0 1 0 0 0,0 1 1 0 0,0-1-1 0 0,0 1 0 0 0,0 0 0 0 0,-1 0 0 0 0,0 0 1 0 0,1 1-1 0 0,-1-1 0 0 0,0 1 0 0 0,0 0 0 0 0,-1 0 0 0 0,1 1 1 0 0,-1-1-1 0 0,0 1 0 0 0,0 0 0 0 0,-1-1 0 0 0,4 9 1 0 0,-5-10 22 0 0,0 0 1 0 0,0 0-1 0 0,0 0 1 0 0,0 1-1 0 0,-1-1 1 0 0,1 0-1 0 0,-1 0 1 0 0,0 0-1 0 0,0 1 1 0 0,0-1-1 0 0,0 0 1 0 0,-1 0 0 0 0,1 1-1 0 0,-1-1 1 0 0,0 0-1 0 0,0 0 1 0 0,0 0-1 0 0,0 0 1 0 0,-1 0-1 0 0,1 0 1 0 0,-1 0-1 0 0,0 0 1 0 0,0-1-1 0 0,0 1 1 0 0,0-1 0 0 0,0 1-1 0 0,0-1 1 0 0,-1 0-1 0 0,1 0 1 0 0,-1 0-1 0 0,0 0 1 0 0,1 0-1 0 0,-7 2 1 0 0,-2 3-281 0 0,0-1 0 0 0,-1-1 0 0 0,0 0 0 0 0,0 0 0 0 0,-1-1 0 0 0,1-1 1 0 0,-15 2-1 0 0,25-4-265 0 0,0-1 1 0 0,0 0-1 0 0,0 0 1 0 0,0 0 0 0 0,0 0-1 0 0,1-1 1 0 0,-1 1 0 0 0,0 0-1 0 0,0-1 1 0 0,0 1-1 0 0,1-1 1 0 0,-1 0 0 0 0,-3-1-1 0 0</inkml:trace>
</inkml:ink>
</file>

<file path=ppt/ink/ink4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0:22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97 840 0 0,'3'3'338'0'0,"0"-1"1"0"0,0 1-1 0 0,0 0 1 0 0,-1-1-1 0 0,1 1 0 0 0,-1 0 1 0 0,0 1-1 0 0,0-1 1 0 0,0 0-1 0 0,0 1 0 0 0,0-1 1 0 0,-1 1-1 0 0,1-1 0 0 0,-1 1 1 0 0,1 6-1 0 0,-1-6-150 0 0,0 1-1 0 0,0-1 1 0 0,-1 1-1 0 0,1-1 1 0 0,-1 1-1 0 0,0-1 1 0 0,-1 1-1 0 0,1-1 1 0 0,-1 1-1 0 0,0-1 1 0 0,0 1-1 0 0,0-1 1 0 0,0 1-1 0 0,-1-1 1 0 0,0 0-1 0 0,0 0 1 0 0,0 0-1 0 0,0 0 1 0 0,-1 0-1 0 0,-2 3 1 0 0,5-7-147 0 0,0 0 0 0 0,0-1 0 0 0,0 1 0 0 0,0 0-1 0 0,0-1 1 0 0,0 1 0 0 0,0 0 0 0 0,0-1 0 0 0,0 1 0 0 0,0 0 0 0 0,0-1 0 0 0,0 1 0 0 0,0 0 0 0 0,0-1 0 0 0,-1 1 0 0 0,1 0 0 0 0,0-1 0 0 0,0 1 0 0 0,0 0 0 0 0,0-1 0 0 0,-1 1 0 0 0,1 0 0 0 0,0-1 0 0 0,0 1 0 0 0,-1 0 0 0 0,1 0 0 0 0,0-1 0 0 0,0 1 0 0 0,-1 0 0 0 0,1 0 0 0 0,0 0 0 0 0,-1 0 0 0 0,1-1 0 0 0,0 1 0 0 0,-1 0 0 0 0,1 0 0 0 0,0 0 0 0 0,-1 0 0 0 0,1 0 0 0 0,0 0 0 0 0,-1 0 0 0 0,1 0 0 0 0,0 0 0 0 0,-1 0 0 0 0,1 0 0 0 0,-1 0 0 0 0,1 0 0 0 0,0 0 0 0 0,-1 0 0 0 0,1 0 0 0 0,0 0 0 0 0,-1 0 0 0 0,1 1 0 0 0,0-1 0 0 0,0 0-1 0 0,-1 0 1 0 0,1 0 0 0 0,0 1 0 0 0,-1-1 0 0 0,1 0 0 0 0,0 0 0 0 0,-1 1 0 0 0,7-30 91 0 0,1 15-101 0 0,2 0 0 0 0,0 1 1 0 0,0-1-1 0 0,1 2 0 0 0,1-1 1 0 0,0 1-1 0 0,0 1 0 0 0,2 0 1 0 0,-1 1-1 0 0,1 0 1 0 0,16-8-1 0 0,33-14-2521 0 0,4 8-3726 0 0,-56 20 3641 0 0</inkml:trace>
</inkml:ink>
</file>

<file path=ppt/ink/ink4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0:22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3 440 0 0,'0'0'5235'0'0,"-7"-2"-4351"0"0,1 2-590 0 0,-1-1 1 0 0,0 1 0 0 0,1 1 0 0 0,-1-1 0 0 0,1 1 0 0 0,-1 0 0 0 0,1 0 0 0 0,-1 1 0 0 0,1 0-1 0 0,0 0 1 0 0,0 1 0 0 0,0-1 0 0 0,0 1 0 0 0,0 0 0 0 0,1 1 0 0 0,-10 7 0 0 0,7-5-104 0 0,0 0-1 0 0,1 1 1 0 0,-1 0 0 0 0,2 0 0 0 0,-1 1 0 0 0,1 0 0 0 0,0 0 0 0 0,1 0-1 0 0,-1 1 1 0 0,2 0 0 0 0,-6 14 0 0 0,9-22-185 0 0,1 0 1 0 0,0 0-1 0 0,0 0 0 0 0,-1 1 1 0 0,1-1-1 0 0,0 0 0 0 0,0 1 0 0 0,0-1 1 0 0,1 0-1 0 0,-1 0 0 0 0,0 1 1 0 0,0-1-1 0 0,1 0 0 0 0,-1 0 1 0 0,1 0-1 0 0,-1 1 0 0 0,1-1 1 0 0,-1 0-1 0 0,1 0 0 0 0,0 0 1 0 0,-1 0-1 0 0,1 0 0 0 0,0 0 1 0 0,0 0-1 0 0,0 0 0 0 0,0 0 0 0 0,0-1 1 0 0,0 1-1 0 0,0 0 0 0 0,0 0 1 0 0,0-1-1 0 0,0 1 0 0 0,0-1 1 0 0,0 1-1 0 0,1-1 0 0 0,-1 1 1 0 0,0-1-1 0 0,0 0 0 0 0,3 0 1 0 0,0 2-15 0 0,1-1 0 0 0,0-1 1 0 0,0 1-1 0 0,0-1 1 0 0,0 0-1 0 0,0 0 1 0 0,9-1-1 0 0,-8-1 88 0 0,-1-1 0 0 0,1 1 1 0 0,-1-1-1 0 0,0 0 0 0 0,0-1 1 0 0,0 1-1 0 0,0-1 0 0 0,0 0 0 0 0,-1 0 1 0 0,1 0-1 0 0,-1-1 0 0 0,0 1 0 0 0,-1-1 1 0 0,1 0-1 0 0,-1 0 0 0 0,0 0 0 0 0,0-1 1 0 0,-1 1-1 0 0,1-1 0 0 0,-1 0 0 0 0,0 1 1 0 0,-1-1-1 0 0,2-7 0 0 0,-3 11 419 0 0,-4-11 450 0 0,-1 6-2030 0 0,-6 28-5452 0 0,9-16 2818 0 0</inkml:trace>
</inkml:ink>
</file>

<file path=ppt/ink/ink4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0:23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62 1056 0 0,'0'0'4804'0'0,"-1"-5"-3702"0"0,-4-29 2647 0 0,5 32-2958 0 0,-24-19 3286 0 0,22 21-3703 0 0,-29 8 441 0 0,26-6-739 0 0,0 0 1 0 0,0 1-1 0 0,0 0 1 0 0,1 0-1 0 0,-1 0 1 0 0,1 0-1 0 0,0 1 1 0 0,0-1-1 0 0,0 1 1 0 0,0 0-1 0 0,0 0 1 0 0,1 1-1 0 0,0-1 1 0 0,0 1-1 0 0,0 0 0 0 0,1 0 1 0 0,-1-1-1 0 0,-1 9 1 0 0,3-12-30 0 0,18 16 72 0 0,-8-16-127 0 0,0-1 0 0 0,0-1 0 0 0,0 1 0 0 0,0-2 0 0 0,0 1 0 0 0,0-1 1 0 0,0-1-1 0 0,0 1 0 0 0,15-8 0 0 0,-11 5-770 0 0,-1 0 0 0 0,1 2-1 0 0,22-5 1 0 0,14 5-3861 0 0,-32 2 506 0 0,0 0 518 0 0</inkml:trace>
</inkml:ink>
</file>

<file path=ppt/ink/ink4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0:23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61 352 120 0 0,'0'0'6165'0'0,"-3"-3"-4987"0"0,-22-16 2529 0 0,24 19-3623 0 0,1 0 0 0 0,-1-1 0 0 0,0 1 0 0 0,0 0 0 0 0,0-1 0 0 0,0 1 0 0 0,1 0-1 0 0,-1 0 1 0 0,0 0 0 0 0,0 0 0 0 0,0 0 0 0 0,0 0 0 0 0,0 0 0 0 0,0 0 0 0 0,1 0 0 0 0,-1 0 0 0 0,0 1-1 0 0,0-1 1 0 0,0 0 0 0 0,0 1 0 0 0,1-1 0 0 0,-1 0 0 0 0,0 1 0 0 0,0-1 0 0 0,0 1 0 0 0,1-1 0 0 0,-1 1-1 0 0,0-1 1 0 0,1 1 0 0 0,-1 0 0 0 0,1-1 0 0 0,-1 1 0 0 0,1 0 0 0 0,-1-1 0 0 0,1 1 0 0 0,-1 0 0 0 0,1 0-1 0 0,0 0 1 0 0,-1-1 0 0 0,1 1 0 0 0,0 0 0 0 0,0 0 0 0 0,-1 0 0 0 0,1 0 0 0 0,0 0 0 0 0,0-1 0 0 0,0 3-1 0 0,-1 0-86 0 0,1 0 0 0 0,-1 0-1 0 0,1 0 1 0 0,0 0-1 0 0,-1 0 1 0 0,1 0 0 0 0,0 0-1 0 0,1 0 1 0 0,-1 0 0 0 0,1 0-1 0 0,-1-1 1 0 0,1 1-1 0 0,0 0 1 0 0,0 0 0 0 0,0 0-1 0 0,0 0 1 0 0,1-1 0 0 0,-1 1-1 0 0,1-1 1 0 0,-1 1-1 0 0,1-1 1 0 0,0 0 0 0 0,0 1-1 0 0,0-1 1 0 0,0 0-1 0 0,1 0 1 0 0,-1 0 0 0 0,0-1-1 0 0,1 1 1 0 0,-1 0 0 0 0,1-1-1 0 0,0 0 1 0 0,0 0-1 0 0,-1 0 1 0 0,1 0 0 0 0,0 0-1 0 0,0 0 1 0 0,0-1-1 0 0,0 1 1 0 0,4-1 0 0 0,3 0-30 0 0,0-1 0 0 0,0 0 0 0 0,-1 0 0 0 0,1-1 0 0 0,-1 0 0 0 0,1-1 0 0 0,-1 0 0 0 0,0-1 0 0 0,0 0 0 0 0,0 0 0 0 0,0-1 0 0 0,-1 0 0 0 0,0-1 0 0 0,0 1 0 0 0,0-2 0 0 0,11-11 0 0 0,0 0 13 0 0,-2-1 1 0 0,0-1-1 0 0,-1-1 1 0 0,-1 0-1 0 0,13-24 1 0 0,-19 26 123 0 0,0 1 0 0 0,-1-1 1 0 0,-1-1-1 0 0,7-35 0 0 0,2-36 3242 0 0,-16 90-2282 0 0,-2 2-1049 0 0,0 0 0 0 0,0 0 0 0 0,0 0 0 0 0,0 1 0 0 0,0-1 1 0 0,1 1-1 0 0,-1-1 0 0 0,1 1 0 0 0,-1-1 0 0 0,1 1 0 0 0,-1 0 0 0 0,0 2 0 0 0,1-3 6 0 0,-3 4 4 0 0,1 0-1 0 0,0 0 1 0 0,0 0-1 0 0,1 0 1 0 0,-1 0-1 0 0,1 0 1 0 0,0 1-1 0 0,1-1 1 0 0,-1 1-1 0 0,1 0 1 0 0,0-1-1 0 0,0 1 1 0 0,1 0-1 0 0,0-1 1 0 0,0 1-1 0 0,0 0 1 0 0,2 6-1 0 0,-1-1 17 0 0,2 0 0 0 0,-1 0-1 0 0,1-1 1 0 0,1 0-1 0 0,0 1 1 0 0,0-1 0 0 0,10 15-1 0 0,-12-20-23 0 0,1-2-1 0 0,0 1 0 0 0,0 0 1 0 0,0 0-1 0 0,0-1 1 0 0,0 0-1 0 0,1 1 1 0 0,-1-2-1 0 0,1 1 0 0 0,0 0 1 0 0,0-1-1 0 0,0 1 1 0 0,0-1-1 0 0,1 0 1 0 0,-1 0-1 0 0,1-1 0 0 0,-1 1 1 0 0,7 0-1 0 0,2-1 15 0 0,0 0-1 0 0,0-1 1 0 0,0-1 0 0 0,0 0-1 0 0,14-3 1 0 0,-1 0-245 0 0,-25 4-96 0 0,0 0 0 0 0,1 0 1 0 0,-1 0-1 0 0,1 0 0 0 0,-1 0 0 0 0,1 0 0 0 0,-1 1 0 0 0,1-1 0 0 0,-1 0 0 0 0,0 1 1 0 0,1-1-1 0 0,-1 1 0 0 0,0 0 0 0 0,1-1 0 0 0,-1 1 0 0 0,0 0 0 0 0,0 0 0 0 0,1 0 1 0 0,-1 0-1 0 0,0 0 0 0 0,1 1 0 0 0</inkml:trace>
</inkml:ink>
</file>

<file path=ppt/ink/ink4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0:24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76 1396 0 0,'0'0'16362'0'0,"0"-6"-14454"0"0,-5-40 4686 0 0,1 27-7632 0 0,-5 15-3359 0 0,-21 5-11260 0 0</inkml:trace>
</inkml:ink>
</file>

<file path=ppt/ink/ink4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0:52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1 163 268 0 0,'0'-20'2018'0'0,"12"-96"5785"0"0,-12 114-7339 0 0,0-3 577 0 0,0-11 145 0 0,0 12-309 0 0,1 7 435 0 0,43 323-66 0 0,-22-197-515 0 0,-9-74-9048 0 0,-8-61 5052 0 0,18-23 249 0 0</inkml:trace>
</inkml:ink>
</file>

<file path=ppt/ink/ink4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0:53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125 158 88 0 0,'0'0'1111'0'0,"-31"-30"5801"0"0,29 29-6336 0 0,-26 13 452 0 0,22-10-809 0 0,0 0-1 0 0,1 0 1 0 0,-1 1 0 0 0,0 0-1 0 0,1 0 1 0 0,-8 6 0 0 0,11-7-176 0 0,1-1 1 0 0,-1 1 0 0 0,1 0-1 0 0,-1 0 1 0 0,1 0-1 0 0,0 0 1 0 0,0 0-1 0 0,0 0 1 0 0,0 0-1 0 0,0 0 1 0 0,1 0 0 0 0,-1 1-1 0 0,0-1 1 0 0,1 0-1 0 0,0 0 1 0 0,0 1-1 0 0,-1-1 1 0 0,1 0 0 0 0,1 1-1 0 0,-1-1 1 0 0,0 0-1 0 0,1 4 1 0 0,3 6 43 0 0,0-1 0 0 0,0 0-1 0 0,1 0 1 0 0,0 0 0 0 0,1-1 0 0 0,0 0 0 0 0,1 0 0 0 0,0 0 0 0 0,0-1 0 0 0,12 11-1 0 0,-9-9-65 0 0,0 0-1 0 0,-1 1 0 0 0,-1 0 0 0 0,0 0 1 0 0,0 1-1 0 0,6 16 0 0 0,2 16-26 0 0,-16-44 20 0 0,1 8 96 0 0,1-6-216 0 0,0-8-575 0 0,62-194-477 0 0,-12 52 972 0 0,-39 92 522 0 0,-10 38 349 0 0,2 0 0 0 0,-1 0 0 0 0,11-22 1 0 0,-15 38-385 0 0,29 141 1449 0 0,15 39-1290 0 0,-19-90-1088 0 0,-22-72-58 0 0,7 15-4114 0 0</inkml:trace>
</inkml:ink>
</file>

<file path=ppt/ink/ink4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0:53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63 476 0 0,'0'0'1355'0'0,"32"-30"4323"0"0,-25 25-5406 0 0,1 1 0 0 0,1 0 1 0 0,-1 0-1 0 0,0 0 0 0 0,1 1 0 0 0,0 1 0 0 0,10-3 0 0 0,-13 4-965 0 0,0 1 0 0 0,0-1 0 0 0,1 1 0 0 0,-1 1 0 0 0,0-1 0 0 0,0 1 0 0 0,8 2 0 0 0,-6 1-1637 0 0</inkml:trace>
</inkml:ink>
</file>

<file path=ppt/ink/ink4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0:53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9 320 0 0,'0'0'3236'0'0,"-21"-3"678"0"0,11 1-3537 0 0,1 1 0 0 0,0 0-1 0 0,-1 0 1 0 0,0 0 0 0 0,1 2 0 0 0,-1-1 0 0 0,1 1-1 0 0,-1 0 1 0 0,1 1 0 0 0,0 0 0 0 0,-1 1 0 0 0,1 0-1 0 0,0 0 1 0 0,-11 6 0 0 0,16-6-281 0 0,-1-1-1 0 0,0 1 1 0 0,1 1-1 0 0,0-1 1 0 0,0 0 0 0 0,0 1-1 0 0,0 0 1 0 0,0 0-1 0 0,1 0 1 0 0,-1 0 0 0 0,1 1-1 0 0,0 0 1 0 0,1-1-1 0 0,-4 8 1 0 0,4-7-44 0 0,1 0 0 0 0,0 1 0 0 0,0-1 0 0 0,0 0 0 0 0,1 0 0 0 0,-1 0 0 0 0,1 1 0 0 0,0-1-1 0 0,1 0 1 0 0,1 9 0 0 0,5 11 34 0 0,0-1 0 0 0,2 0 0 0 0,1-1 0 0 0,1 1 0 0 0,17 24 0 0 0,2 10-458 0 0,-25-33 22 0 0,-5-18-2434 0 0</inkml:trace>
</inkml:ink>
</file>

<file path=ppt/ink/ink4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0:54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5 1236 0 0,'-1'-5'9993'0'0,"-2"53"-8534"0"0,1 1 0 0 0,10 88 0 0 0,1 17-3016 0 0,-9-150 1123 0 0,0 0 0 0 0,0 0 0 0 0,-1 0-1 0 0,1-1 1 0 0,-1 1 0 0 0,0 0 0 0 0,0 0-1 0 0,0-1 1 0 0,-1 1 0 0 0,1-1 0 0 0,-1 1 0 0 0,0-1-1 0 0,-2 4 1 0 0</inkml:trace>
</inkml:ink>
</file>

<file path=ppt/ink/ink4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0:55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1 301 372 0 0,'60'-32'2297'0'0,"1"3"1"0"0,121-41-1 0 0,-167 65-1385 0 0,7-3 2959 0 0,-30 16-3773 0 0,0 0 0 0 0,0 1 1 0 0,0 0-1 0 0,1 0 0 0 0,0 0 0 0 0,1 1 0 0 0,0 0 0 0 0,1 0 0 0 0,-6 14 1 0 0,11-23-97 0 0,0 0 0 0 0,0 1 0 0 0,0-1 0 0 0,0 0 0 0 0,0 0 0 0 0,0 1 0 0 0,0-1 0 0 0,1 0 0 0 0,-1 0 0 0 0,0 1 0 0 0,1-1 0 0 0,-1 0 0 0 0,1 0 0 0 0,-1 0 1 0 0,1 0-1 0 0,-1 0 0 0 0,1 1 0 0 0,0-1 0 0 0,0 0 0 0 0,-1-1 0 0 0,1 1 0 0 0,0 0 0 0 0,0 0 0 0 0,0 0 0 0 0,0 0 0 0 0,0-1 0 0 0,0 1 0 0 0,0 0 1 0 0,0-1-1 0 0,1 1 0 0 0,-1-1 0 0 0,0 1 0 0 0,0-1 0 0 0,0 0 0 0 0,1 1 0 0 0,-1-1 0 0 0,0 0 0 0 0,0 0 0 0 0,3 0 0 0 0,1 1-36 0 0,0-1 0 0 0,0 0 0 0 0,0 0 0 0 0,0 0-1 0 0,1-1 1 0 0,-1 1 0 0 0,0-1 0 0 0,7-2 0 0 0,2-4-155 0 0,0-1 1 0 0,0 0-1 0 0,-1 0 1 0 0,0-2-1 0 0,-1 1 1 0 0,0-2-1 0 0,-1 0 1 0 0,0 0-1 0 0,0-1 1 0 0,10-15-1 0 0,-20 26 181 0 0,-11 13 1022 0 0,6-8-1005 0 0,4-3-4 0 0,-1 6 0 0 0,1-5 168 0 0,-3-1-169 0 0,-1 0 72 0 0,0 0 0 0 0,0 0 0 0 0,0 0-1 0 0,-1-1 1 0 0,1 1 0 0 0,0-1 0 0 0,0 0 0 0 0,-1 0 0 0 0,1 0-1 0 0,0-1 1 0 0,-1 0 0 0 0,-4-1 0 0 0,7 2 48 0 0,-25-4-42 0 0,30 8-84 0 0,1 1 1 0 0,80 78 12 0 0,-75-76 0 0 0,0 0 0 0 0,0 0 0 0 0,1-1 0 0 0,0 0 1 0 0,18 7-1 0 0,-23-12-9 0 0,-1 1 1 0 0,0-1 0 0 0,1 0 0 0 0,-1 0 0 0 0,1 0 0 0 0,-1-1 0 0 0,1 0 0 0 0,0 0 0 0 0,-1 0 0 0 0,1 0 0 0 0,-1-1 0 0 0,1 0 0 0 0,-1 0 0 0 0,1 0 0 0 0,-1 0 0 0 0,0-1-1 0 0,1 1 1 0 0,-1-1 0 0 0,0 0 0 0 0,0-1 0 0 0,0 1 0 0 0,0-1 0 0 0,-1 1 0 0 0,7-7 0 0 0,3-3 5 0 0,-2-1 0 0 0,0 0 0 0 0,0-1 0 0 0,14-24 1 0 0,5-17 455 0 0,-29 53-354 0 0,7-36 1299 0 0,-8 36-1383 0 0,-1 0 0 0 0,1 0-1 0 0,0 0 1 0 0,0 0 0 0 0,-1 1 0 0 0,1-1 0 0 0,-1 0-1 0 0,1 0 1 0 0,-1 0 0 0 0,0 1 0 0 0,0-1 0 0 0,0 0-1 0 0,0 0 1 0 0,0 1 0 0 0,0-1 0 0 0,0 1-1 0 0,0-1 1 0 0,-1 1 0 0 0,1 0 0 0 0,-1 0 0 0 0,1-1-1 0 0,-1 1 1 0 0,1 0 0 0 0,-1 0 0 0 0,-3-1 0 0 0,2 1-21 0 0,0 1 0 0 0,0 0 1 0 0,0 0-1 0 0,0 0 1 0 0,0 0-1 0 0,0 0 1 0 0,0 0-1 0 0,0 1 1 0 0,0 0-1 0 0,0-1 0 0 0,0 1 1 0 0,0 0-1 0 0,1 1 1 0 0,-6 2-1 0 0,1-1-22 0 0,-1 2 0 0 0,1-1 0 0 0,1 1 0 0 0,-1 0 0 0 0,1 0 0 0 0,0 1 0 0 0,0 0 0 0 0,0 0 0 0 0,1 1 0 0 0,0-1 0 0 0,0 1 0 0 0,-4 8 0 0 0,8-13 7 0 0,0-1-1 0 0,1 1 1 0 0,-1-1 0 0 0,0 1-1 0 0,0-1 1 0 0,1 1 0 0 0,-1 0 0 0 0,1-1-1 0 0,0 1 1 0 0,0 0 0 0 0,-1-1-1 0 0,1 1 1 0 0,0 0 0 0 0,0 0 0 0 0,0-1-1 0 0,1 1 1 0 0,-1 0 0 0 0,0-1-1 0 0,1 1 1 0 0,-1 0 0 0 0,1-1 0 0 0,-1 1-1 0 0,1-1 1 0 0,0 1 0 0 0,0-1-1 0 0,0 1 1 0 0,-1-1 0 0 0,1 1 0 0 0,1-1-1 0 0,-1 0 1 0 0,0 1 0 0 0,0-1 0 0 0,0 0-1 0 0,1 0 1 0 0,-1 0 0 0 0,1 0-1 0 0,-1 0 1 0 0,1 0 0 0 0,-1-1 0 0 0,1 1-1 0 0,-1 0 1 0 0,1-1 0 0 0,0 1-1 0 0,-1-1 1 0 0,1 0 0 0 0,0 1 0 0 0,-1-1-1 0 0,1 0 1 0 0,0 0 0 0 0,-1 0-1 0 0,4-1 1 0 0,5 1-59 0 0,1 0 0 0 0,0-1-1 0 0,0 0 1 0 0,-1-1 0 0 0,1 0 0 0 0,-1-1-1 0 0,12-4 1 0 0,-9 2-2 0 0,-1-1-1 0 0,1-1 1 0 0,-1 0 0 0 0,0 0-1 0 0,0-1 1 0 0,16-15 0 0 0,-28 22 66 0 0,1 1 0 0 0,-1-1 0 0 0,0 1 0 0 0,1-1 0 0 0,-1 1 0 0 0,1-1 0 0 0,-1 1 0 0 0,0 0 0 0 0,1-1 0 0 0,-1 1 0 0 0,1 0 0 0 0,-1-1 0 0 0,1 1 0 0 0,0 0 0 0 0,-1 0 1 0 0,1-1-1 0 0,-1 1 0 0 0,1 0 0 0 0,-1 0 0 0 0,1 0 0 0 0,0 0 0 0 0,-1 0 0 0 0,1 0 0 0 0,-1 0 0 0 0,1 0 0 0 0,0 0 0 0 0,-1 0 0 0 0,1 0 0 0 0,-1 0 0 0 0,1 0 0 0 0,0 1 0 0 0,-1-1 0 0 0,1 0 1 0 0,-1 0-1 0 0,1 1 0 0 0,10 23-52 0 0,-7 47 99 0 0,-4-60-37 0 0,3 61 92 0 0,-6 297 365 0 0,2-349-332 0 0,-1 1 0 0 0,-1-1 1 0 0,-1 0-1 0 0,-1 0 0 0 0,-9 25 0 0 0,13-43 515 0 0,1-9-589 0 0,0-10-50 0 0,0 0 1 0 0,2 0-1 0 0,0 0 0 0 0,1 0 1 0 0,0 1-1 0 0,8-21 0 0 0,44-107-310 0 0,-25 72 163 0 0,123-314 419 0 0,-146 366 827 0 0,0 1-1 0 0,6-34 0 0 0,-13 51-173 0 0,-4 7-814 0 0,0-1-90 0 0,1 0 0 0 0,0 0 0 0 0,0 1 1 0 0,0-1-1 0 0,1 1 0 0 0,0-1 0 0 0,0 1 0 0 0,0 0 0 0 0,0 0 1 0 0,1 0-1 0 0,0 0 0 0 0,0 1 0 0 0,0-1 0 0 0,1 0 1 0 0,-1 0-1 0 0,1 1 0 0 0,0-1 0 0 0,1 0 0 0 0,0 0 0 0 0,1 9 1 0 0,1-4-191 0 0,0 0 0 0 0,0 0 1 0 0,1-1-1 0 0,0 1 0 0 0,1-1 1 0 0,0 0-1 0 0,0 0 0 0 0,1-1 1 0 0,0 1-1 0 0,8 7 0 0 0,46 41-7542 0 0,-42-52-597 0 0</inkml:trace>
</inkml:ink>
</file>

<file path=ppt/ink/ink4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0:56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47 160 0 0,'43'-27'4816'0'0,"-22"7"1207"0"0,-36 30-3872 0 0,-24 16-1872 0 0,36-24-249 0 0,-16 8 224 0 0,1 1-1 0 0,0 1 1 0 0,0 0-1 0 0,-29 28 1 0 0,45-37-226 0 0,-1 0 0 0 0,0-1 0 0 0,1 1 0 0 0,-1 1 0 0 0,1-1 0 0 0,0 0 0 0 0,0 0 0 0 0,0 1 0 0 0,0-1 0 0 0,1 1 0 0 0,-1 0 0 0 0,1-1 0 0 0,0 1 0 0 0,0 0 0 0 0,0 0 0 0 0,1 0 0 0 0,-1 0 0 0 0,1-1 0 0 0,0 1 0 0 0,0 0 0 0 0,1 0 0 0 0,-1 0 0 0 0,1 0 0 0 0,-1 0 0 0 0,1 0 0 0 0,1-1 0 0 0,-1 1 0 0 0,0 0 0 0 0,1-1 0 0 0,0 1 0 0 0,0-1 0 0 0,0 0 0 0 0,0 1 0 0 0,4 3 0 0 0,6 6 28 0 0,1-1 0 0 0,1 0-1 0 0,0-2 1 0 0,1 1-1 0 0,0-1 1 0 0,27 12 0 0 0,-6-1 23 0 0,39 16-7 0 0,-57-30-134 0 0,0 2 1 0 0,-1 0-1 0 0,0 1 0 0 0,23 17 0 0 0,-40-27 63 0 0,1 1 0 0 0,-1 0 0 0 0,1-1 0 0 0,0 1 0 0 0,-1 0 0 0 0,1-1 0 0 0,-1 1 0 0 0,0 0 0 0 0,1 0-1 0 0,-1-1 1 0 0,0 1 0 0 0,1 0 0 0 0,-1 0 0 0 0,0 0 0 0 0,0-1 0 0 0,0 1 0 0 0,0 0 0 0 0,0 0-1 0 0,0 0 1 0 0,0 0 0 0 0,0 0 0 0 0,0-1 0 0 0,0 1 0 0 0,0 0 0 0 0,0 0 0 0 0,-1 0 0 0 0,1 0 0 0 0,0-1-1 0 0,0 1 1 0 0,-1 0 0 0 0,1 0 0 0 0,-1-1 0 0 0,1 1 0 0 0,-1 0 0 0 0,1-1 0 0 0,-1 1 0 0 0,1 0-1 0 0,-1-1 1 0 0,0 1 0 0 0,1-1 0 0 0,-1 1 0 0 0,0-1 0 0 0,1 1 0 0 0,-1-1 0 0 0,-1 1 0 0 0,-31 18 97 0 0,13-13 110 0 0,-1-1 1 0 0,0-1-1 0 0,0 0 0 0 0,0-2 0 0 0,0 0 0 0 0,-34-3 0 0 0,47 1-138 0 0,-41-6-1093 0 0,23-2-4470 0 0,21-4-2581 0 0</inkml:trace>
</inkml:ink>
</file>

<file path=ppt/ink/ink4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0:56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0 956 0 0,'10'2'9869'0'0,"-49"-2"-16374"0"0,30 5 4129 0 0</inkml:trace>
</inkml:ink>
</file>

<file path=ppt/ink/ink4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0:57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6 566 740 0 0,'-5'3'810'0'0,"5"-1"662"0"0,5-2 3175 0 0,109-17-3815 0 0,-1-6 0 0 0,117-38 1 0 0,-60 14-490 0 0,128-27 143 0 0,245-67 317 0 0,190-40 2344 0 0,-633 155-434 0 0,-98 26-2542 0 0,-8 2-1142 0 0,-53 19-672 0 0,9-2-972 0 0,0-2-3380 0 0,20-9 2278 0 0</inkml:trace>
</inkml:ink>
</file>

<file path=ppt/ink/ink4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0:57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76 452 172 0 0,'-75'41'8354'0'0,"108"-37"-6878"0"0,13-2-814 0 0,88-27 822 0 0,226-73 0 0 0,-346 93-1431 0 0,328-99 1174 0 0,-325 99-1183 0 0,837-212 2940 0 0,-805 207-2800 0 0,-19 5-106 0 0,0-2-1 0 0,42-14 1 0 0,-71 20-615 0 0,4 1-580 0 0,0 0-697 0 0</inkml:trace>
</inkml:ink>
</file>

<file path=ppt/ink/ink4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0:57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25878 0 0,'5'5'-92'0'0,"4"-1"-640"0"0,-7 1-232 0 0,6 0-1400 0 0,4-3-888 0 0</inkml:trace>
</inkml:ink>
</file>

<file path=ppt/ink/ink4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0:59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34 285 144 0 0,'-3'-3'469'0'0,"0"0"1"0"0,0 0-1 0 0,0 0 0 0 0,1 0 1 0 0,-1 0-1 0 0,1-1 1 0 0,0 1-1 0 0,0-1 0 0 0,0 1 1 0 0,1-1-1 0 0,-1 0 0 0 0,1 0 1 0 0,0 0-1 0 0,0 0 0 0 0,0 0 1 0 0,1 0-1 0 0,-1 0 1 0 0,1 0-1 0 0,0 0 0 0 0,0 0 1 0 0,1-5-1 0 0,1 1-232 0 0,0 0 1 0 0,1 1-1 0 0,0-1 0 0 0,0 1 1 0 0,1-1-1 0 0,0 1 0 0 0,0 0 1 0 0,1 0-1 0 0,9-10 0 0 0,-1 1 56 0 0,0 1 0 0 0,1 0 0 0 0,1 2 0 0 0,0-1 1 0 0,1 2-1 0 0,18-12 0 0 0,-32 23-286 0 0,-1 1 0 0 0,0-1 0 0 0,1 0 0 0 0,-1 0 0 0 0,1 1 0 0 0,-1-1 0 0 0,1 1 0 0 0,-1-1 0 0 0,1 1 1 0 0,-1 0-1 0 0,1 0 0 0 0,-1 0 0 0 0,1 0 0 0 0,0 0 0 0 0,-1 0 0 0 0,1 0 0 0 0,-1 0 0 0 0,1 0 0 0 0,-1 1 0 0 0,1-1 0 0 0,-1 1 1 0 0,1-1-1 0 0,-1 1 0 0 0,3 0 0 0 0,-2 1-5 0 0,1 1 0 0 0,0-1 1 0 0,-1 0-1 0 0,1 1 0 0 0,-1-1 0 0 0,0 1 1 0 0,0 0-1 0 0,0 0 0 0 0,0 0 0 0 0,2 5 1 0 0,1 2-10 0 0,-1 1 1 0 0,0 0-1 0 0,-1 0 1 0 0,0 0-1 0 0,2 18 1 0 0,-4 32 5 0 0,-2 0-1 0 0,-3 0 1 0 0,-12 63 0 0 0,3-28 8 0 0,12-88-9 0 0,1 1 1 0 0,-1-1-1 0 0,2 1 0 0 0,1 14 1 0 0,-2-21 8 0 0,0 0 0 0 0,0 0 0 0 0,1 0 0 0 0,-1 0 0 0 0,1 0 0 0 0,0-1 1 0 0,-1 1-1 0 0,1 0 0 0 0,0 0 0 0 0,0-1 0 0 0,0 1 0 0 0,0 0 0 0 0,1-1 0 0 0,-1 1 0 0 0,0-1 1 0 0,1 1-1 0 0,-1-1 0 0 0,1 0 0 0 0,-1 0 0 0 0,1 0 0 0 0,0 0 0 0 0,-1 0 0 0 0,1 0 0 0 0,0 0 1 0 0,1 0-1 0 0,0-1 0 0 0,0 0 0 0 0,0 0 0 0 0,-1-1 0 0 0,1 1 0 0 0,0-1 0 0 0,-1 0 0 0 0,1 0 0 0 0,-1 0 0 0 0,1 0 0 0 0,-1 0 0 0 0,1 0 0 0 0,-1-1 0 0 0,3-1 0 0 0,29-22 43 0 0,-12 6-71 0 0,-1 0-1 0 0,-1-2 0 0 0,0-1 0 0 0,-2 0 1 0 0,0-1-1 0 0,-2-1 0 0 0,0 0 1 0 0,-2-1-1 0 0,19-46 0 0 0,-14 18 392 0 0,-18 52-321 0 0,-1 1-48 0 0,0 0 0 0 0,0 0 0 0 0,0 0 1 0 0,0 0-1 0 0,0 0 0 0 0,0 0 0 0 0,1 1 0 0 0,-1-1 0 0 0,0 0 0 0 0,0 0 0 0 0,0 0 0 0 0,0 0 0 0 0,0 0 0 0 0,1 0 0 0 0,-1 0 0 0 0,0 0 0 0 0,0 0 0 0 0,0 0 0 0 0,0 0 0 0 0,0 0 0 0 0,1 0 0 0 0,-1 0 0 0 0,0 0 0 0 0,0 0 0 0 0,0 0 0 0 0,0 0 0 0 0,1 0 0 0 0,-1 0 0 0 0,0 0 0 0 0,0 0 0 0 0,0 0 0 0 0,0 0 0 0 0,0 0 0 0 0,1 0 0 0 0,-1 0 0 0 0,0 0 0 0 0,0 0 0 0 0,0 0 0 0 0,0-1 0 0 0,0 1 0 0 0,0 0 0 0 0,1 0 0 0 0,-1 0 0 0 0,0 0 0 0 0,0 0 0 0 0,0 0 0 0 0,0 0 0 0 0,0-1 0 0 0,0 1 0 0 0,0 0 0 0 0,0 0 0 0 0,0 0 0 0 0,0 0 0 0 0,0-1 0 0 0,0 1 1 0 0,0 0-1 0 0,0 0 0 0 0,0 0 0 0 0,0 0 0 0 0,0 0 0 0 0,0-1 0 0 0,0 1 0 0 0,0 0 0 0 0,0 0 0 0 0,0 0 0 0 0,0 0 0 0 0,0-1 0 0 0,0 1 0 0 0,0 0 0 0 0,6 18-6 0 0,0 0 1 0 0,1 0-1 0 0,1-1 1 0 0,12 19-1 0 0,-19-36 5 0 0,-1 2 9 0 0,1 0 0 0 0,0-1 0 0 0,0 1 0 0 0,1 0 0 0 0,-1-1-1 0 0,0 1 1 0 0,0-1 0 0 0,1 0 0 0 0,-1 1 0 0 0,1-1 0 0 0,-1 0 0 0 0,1 0 0 0 0,0 0 0 0 0,-1 0 0 0 0,3 1 0 0 0,-1-3-2 0 0,0 1 0 0 0,0-1 0 0 0,0 0-1 0 0,0 0 1 0 0,-1 0 0 0 0,1-1 0 0 0,0 1-1 0 0,-1-1 1 0 0,1 1 0 0 0,-1-1 0 0 0,0 0 0 0 0,3-2-1 0 0,50-27-202 0 0,-53 31 168 0 0,17-1-557 0 0,-6 4-159 0 0,15 4-1462 0 0,-9-4-4514 0 0,-7-3 3688 0 0</inkml:trace>
</inkml:ink>
</file>

<file path=ppt/ink/ink4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1:00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296 247 504 0 0,'0'0'3991'0'0,"-5"4"-3311"0"0,-1 3-254 0 0,-1-1 0 0 0,1 1 0 0 0,0 1 0 0 0,0-1 0 0 0,-6 12 0 0 0,11-17-359 0 0,0-1 0 0 0,0 1 0 0 0,0 0 0 0 0,1 0 1 0 0,-1-1-1 0 0,1 1 0 0 0,-1 0 0 0 0,1 0 0 0 0,-1 0 1 0 0,1 0-1 0 0,0 0 0 0 0,0-1 0 0 0,0 1 0 0 0,0 0 1 0 0,0 0-1 0 0,0 0 0 0 0,1 0 0 0 0,-1 0 0 0 0,1 0 1 0 0,-1-1-1 0 0,1 1 0 0 0,0 0 0 0 0,-1 0 0 0 0,1-1 1 0 0,0 1-1 0 0,0 0 0 0 0,0-1 0 0 0,1 1 0 0 0,-1-1 1 0 0,0 1-1 0 0,1-1 0 0 0,-1 0 0 0 0,0 0 0 0 0,1 1 1 0 0,-1-1-1 0 0,3 1 0 0 0,-3-2-13 0 0,1 1 0 0 0,-1 0 0 0 0,0-1 0 0 0,1 1 0 0 0,-1-1 0 0 0,1 1 0 0 0,-1-1 0 0 0,1 0 0 0 0,0 0-1 0 0,-1 1 1 0 0,1-1 0 0 0,-1 0 0 0 0,1-1 0 0 0,-1 1 0 0 0,1 0 0 0 0,-1 0 0 0 0,1-1 0 0 0,-1 1 0 0 0,1 0 0 0 0,-1-1 0 0 0,1 0 0 0 0,-1 1 0 0 0,1-1 0 0 0,-1 0 0 0 0,0 0 0 0 0,0 0 0 0 0,1 0 0 0 0,-1 0 0 0 0,0 0 0 0 0,0 0 0 0 0,0 0 0 0 0,1-2-1 0 0,2-1 180 0 0,0-1 0 0 0,0-1-1 0 0,0 1 1 0 0,-1 0-1 0 0,0-1 1 0 0,3-6-1 0 0,-4 3-31 0 0,0 0 0 0 0,0 1-1 0 0,0-2 1 0 0,-1 1 0 0 0,-1 0 0 0 0,0 0-1 0 0,0 0 1 0 0,-1 0 0 0 0,0 0 0 0 0,0 0-1 0 0,-1 0 1 0 0,0 0 0 0 0,-1 0 0 0 0,0 0-1 0 0,0 1 1 0 0,-1-1 0 0 0,0 1 0 0 0,-10-15-1 0 0,8 13-142 0 0,0 0 0 0 0,-2 0 0 0 0,1 0 1 0 0,-1 1-1 0 0,0 0 0 0 0,-1 0 0 0 0,0 1 0 0 0,-1 0 0 0 0,1 1 0 0 0,-2 0 0 0 0,1 1 0 0 0,-1 0 0 0 0,-19-8 0 0 0,25 12-234 0 0,0 0-1 0 0,-1 1 0 0 0,1 0 0 0 0,-1 0 0 0 0,1 1 0 0 0,-1 0 1 0 0,1 0-1 0 0,0 0 0 0 0,-1 0 0 0 0,1 1 0 0 0,-1 0 1 0 0,1 0-1 0 0,-1 0 0 0 0,1 1 0 0 0,0 0 0 0 0,0 0 0 0 0,-8 5 1 0 0,7-4-745 0 0,0 1 0 0 0,1 1 0 0 0,-1-1 0 0 0,1 1 0 0 0,0 0 0 0 0,0 0 1 0 0,1 0-1 0 0,-6 9 0 0 0,-1 6-2893 0 0</inkml:trace>
</inkml:ink>
</file>

<file path=ppt/ink/ink4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1:00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23 516 0 0,'-8'-4'785'0'0,"-1"0"-1"0"0,1 1 1 0 0,-1 0 0 0 0,-14-3 0 0 0,20 5-589 0 0,0 1 0 0 0,0-1 0 0 0,-1 1 0 0 0,1 0 0 0 0,0-1 0 0 0,0 2 0 0 0,-1-1 0 0 0,1 0 0 0 0,0 0 0 0 0,0 1 0 0 0,-1 0 0 0 0,1 0 0 0 0,0 0 0 0 0,0 0 0 0 0,0 0 0 0 0,-4 3 0 0 0,6-2-123 0 0,-1 0 1 0 0,0 0-1 0 0,1 0 1 0 0,0 0-1 0 0,-1 0 1 0 0,1 0-1 0 0,0 1 1 0 0,0-1-1 0 0,0 0 0 0 0,0 1 1 0 0,1-1-1 0 0,-1 1 1 0 0,1-1-1 0 0,-1 1 1 0 0,1-1-1 0 0,0 1 1 0 0,0-1-1 0 0,0 1 0 0 0,0 0 1 0 0,1-1-1 0 0,-1 1 1 0 0,1-1-1 0 0,-1 1 1 0 0,1-1-1 0 0,0 0 0 0 0,0 1 1 0 0,2 3-1 0 0,3 8 83 0 0,1 0-1 0 0,0 0 1 0 0,9 13-1 0 0,-12-22-116 0 0,7 10 66 0 0,-1 0-1 0 0,-1 1 1 0 0,0-1 0 0 0,-1 2-1 0 0,-1 0 1 0 0,0-1 0 0 0,-1 2-1 0 0,5 28 1 0 0,-11-43-79 0 0,0 0 0 0 0,0 0 0 0 0,-1 1 0 0 0,0-1 0 0 0,1 0 0 0 0,-1 0 0 0 0,0 0 0 0 0,-1 0 0 0 0,1 0 0 0 0,0 0 0 0 0,-1 0 0 0 0,0 0 0 0 0,1 0 0 0 0,-1-1 0 0 0,-1 1 0 0 0,1-1 0 0 0,0 1 0 0 0,0-1 0 0 0,-1 0 0 0 0,1 0 0 0 0,-1 0 0 0 0,-5 3 0 0 0,3-2 34 0 0,0 0 1 0 0,0 0-1 0 0,0-1 0 0 0,-1 0 0 0 0,1 0 0 0 0,0 0 0 0 0,-1-1 0 0 0,1 0 0 0 0,-1 0 0 0 0,0 0 0 0 0,-11 0 1 0 0,17-1-100 0 0,-1-1 1 0 0,0 1 0 0 0,0 0 0 0 0,0 0-1 0 0,0 0 1 0 0,0-1 0 0 0,0 1 0 0 0,1 0 0 0 0,-1-1-1 0 0,0 1 1 0 0,0-1 0 0 0,0 1 0 0 0,1-1-1 0 0,-1 1 1 0 0,0-1 0 0 0,1 1 0 0 0,-1-1 0 0 0,0 0-1 0 0,1 1 1 0 0,-1-1 0 0 0,1 0 0 0 0,-1 0 0 0 0,1 1-1 0 0,0-1 1 0 0,-1 0 0 0 0,1 0 0 0 0,0 0-1 0 0,-1 0 1 0 0,1 0 0 0 0,0 1 0 0 0,0-1 0 0 0,0 0-1 0 0,0 0 1 0 0,0 0 0 0 0,0 0 0 0 0,0 0 0 0 0,0 0-1 0 0,0 0 1 0 0,0 0 0 0 0,1-1 0 0 0,11-38-2399 0 0,-8 32 1452 0 0,4-16-1953 0 0,6-1 222 0 0</inkml:trace>
</inkml:ink>
</file>

<file path=ppt/ink/ink4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1:01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 24 0 0,'7'-13'3110'0'0,"-1"5"3126"0"0,-4 9-6106 0 0,0-1 1 0 0,0 1-1 0 0,-1 0 0 0 0,1 0 0 0 0,-1 1 0 0 0,1-1 0 0 0,-1 0 0 0 0,1 0 1 0 0,-1 1-1 0 0,0-1 0 0 0,0 1 0 0 0,1-1 0 0 0,-1 1 0 0 0,0 0 1 0 0,-1-1-1 0 0,1 1 0 0 0,0 0 0 0 0,0 0 0 0 0,-1-1 0 0 0,1 1 0 0 0,-1 0 1 0 0,1 3-1 0 0,17 53 495 0 0,-17-56-540 0 0,28 91 636 0 0,-16-55-719 0 0,-1 0 1 0 0,10 63-1 0 0,-21-94-574 0 0,-1 0-1 0 0,0 1 1 0 0,0-1 0 0 0,-1 1 0 0 0,-3 13-1 0 0,4-21 564 0 0,-9 6-2036 0 0,4-6-1559 0 0,-6 0 954 0 0</inkml:trace>
</inkml:ink>
</file>

<file path=ppt/ink/ink4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1:01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1 286 368 0 0,'76'-46'3004'0'0,"120"-53"1"0"0,-195 98-2824 0 0,0 0 1 0 0,0 1-1 0 0,0-1 1 0 0,0 0 0 0 0,0 1-1 0 0,0-1 1 0 0,0 1-1 0 0,0 0 1 0 0,0-1-1 0 0,0 1 1 0 0,1 0 0 0 0,-1 0-1 0 0,0-1 1 0 0,0 1-1 0 0,0 0 1 0 0,0 0 0 0 0,1 0-1 0 0,-1 1 1 0 0,0-1-1 0 0,0 0 1 0 0,2 1 0 0 0,-11 18 2162 0 0,-6 15-2193 0 0,13-31-139 0 0,1-2-17 0 0,0 0-7 0 0,0 0 1 0 0,0 0-1 0 0,0 0 1 0 0,0 0-1 0 0,0 0 1 0 0,0 0-1 0 0,1 0 1 0 0,-1 0-1 0 0,0 0 1 0 0,0 0-1 0 0,1 0 1 0 0,-1 0-1 0 0,1 0 1 0 0,-1 0-1 0 0,1 0 1 0 0,-1 0-1 0 0,1-1 1 0 0,-1 1-1 0 0,1 0 1 0 0,0 0-1 0 0,0 0 1 0 0,-1-1-1 0 0,1 1 1 0 0,1 0-1 0 0,3-1-40 0 0,0 0-1 0 0,-1 0 0 0 0,1 0 0 0 0,0-1 0 0 0,-1 0 0 0 0,1 0 0 0 0,0 0 0 0 0,-1 0 0 0 0,1-1 0 0 0,-1 0 0 0 0,0 0 0 0 0,1 0 0 0 0,-1 0 0 0 0,0-1 1 0 0,0 0-1 0 0,4-3 0 0 0,11-11-393 0 0,-1 0 0 0 0,17-20 0 0 0,12-11-495 0 0,30-16-536 0 0,-75 63 1413 0 0,-2 1 66 0 0,0 0 0 0 0,0-1 0 0 0,0 1 0 0 0,0 0-1 0 0,0 0 1 0 0,0-1 0 0 0,0 1 0 0 0,0 0-1 0 0,0 0 1 0 0,1 0 0 0 0,-1 0 0 0 0,0-1 0 0 0,0 1-1 0 0,0 0 1 0 0,0 0 0 0 0,1 0 0 0 0,-1 0 0 0 0,0 0-1 0 0,0 0 1 0 0,0-1 0 0 0,1 1 0 0 0,-1 0-1 0 0,0 0 1 0 0,0 0 0 0 0,0 0 0 0 0,1 0 0 0 0,-1 0-1 0 0,0 0 1 0 0,0 0 0 0 0,1 0 0 0 0,-1 0 0 0 0,0 0-1 0 0,0 0 1 0 0,0 0 0 0 0,1 0 0 0 0,-1 0-1 0 0,0 0 1 0 0,0 0 0 0 0,1 0 0 0 0,-1 0 0 0 0,0 1-1 0 0,0-1 1 0 0,0 0 0 0 0,0 0 0 0 0,1 0 0 0 0,-1 0-1 0 0,0 0 1 0 0,0 0 0 0 0,0 1 0 0 0,0-1-1 0 0,1 0 1 0 0,-1 0 0 0 0,0 0 0 0 0,0 0 0 0 0,0 1-1 0 0,0-1 1 0 0,0 0 0 0 0,0 0 0 0 0,0 1-1 0 0,0-1 1 0 0,1 0 0 0 0,-7 66 272 0 0,3 0 0 0 0,6 77-1 0 0,8-66-127 0 0,4 0-1 0 0,31 91 0 0 0,-41-151-116 0 0,3 3 58 0 0,-2-17-4 0 0,8-31-2 0 0,-7 9-105 0 0,24-73-30 0 0,32-148 1 0 0,-57 209 103 0 0,-1 4 705 0 0,-2 0-1 0 0,0-54 1 0 0,-8 57 2692 0 0,21 45-3598 0 0,34 37-321 0 0,-45-53-849 0 0,0 0 0 0 0,1-1 0 0 0,0 1 1 0 0,0-1-1 0 0,9 4 0 0 0,0-3-2388 0 0</inkml:trace>
</inkml:ink>
</file>

<file path=ppt/ink/ink4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1:02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55 336 0 0,'0'0'1220'0'0,"8"-12"712"0"0,-5 2-628 0 0,-5-2-860 0 0,-7-4-1548 0 0,0 11-620 0 0</inkml:trace>
</inkml:ink>
</file>

<file path=ppt/ink/ink4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1:02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10 985 372 0 0,'-9'5'2966'0'0,"9"-5"-2887"0"0,0 0-1 0 0,0 0 1 0 0,0 1 0 0 0,0-1 0 0 0,0 0-1 0 0,0 0 1 0 0,0 0 0 0 0,0 0 0 0 0,0 0 0 0 0,0 0-1 0 0,0 0 1 0 0,0 1 0 0 0,-1 0 1575 0 0,1 0-1575 0 0,48-7 547 0 0,0-2 0 0 0,0-3 0 0 0,56-19 1 0 0,-33 9-309 0 0,312-92 761 0 0,111-32-66 0 0,377-93 190 0 0,-419 117-761 0 0,535-131 523 0 0,-916 233-861 0 0,-48 11-147 0 0,1 2 0 0 0,0 0 0 0 0,0 2 1 0 0,33-2-1 0 0,-59 7-24 0 0,0 0 0 0 0,0 0 0 0 0,0 0 0 0 0,1 0 0 0 0,-1 0 0 0 0,1 1-1 0 0,-1-1 1 0 0,1 1 0 0 0,-1-1 0 0 0,1 1 0 0 0,-2 1 0 0 0,0 0-98 0 0,-12 8-1354 0 0,-1 0 0 0 0,0-1 0 0 0,-26 11 0 0 0,31-16-5 0 0,-11 6-1256 0 0</inkml:trace>
</inkml:ink>
</file>

<file path=ppt/ink/ink4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1:03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60 847 884 0 0,'-35'4'1904'0'0,"11"-2"2247"0"0,53-11-2479 0 0,744-177 1075 0 0,-480 118-2172 0 0,388-80 399 0 0,-51 11-304 0 0,-424 93-459 0 0,149-38 163 0 0,208-72 1482 0 0,-497 130-454 0 0,-64 23-1822 0 0</inkml:trace>
</inkml:ink>
</file>

<file path=ppt/ink/ink4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1:09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193 130 11445 0 0,'18'-127'1352'0'0,"-17"124"-835"0"0,-3 12-445 0 0,-51 312 278 0 0,-5 27-113 0 0,56-330-748 0 0,-2 0 0 0 0,-1 1 0 0 0,0-1 0 0 0,-1-1-1 0 0,-16 33 1 0 0,21-48 263 0 0,0-1 0 0 0,-1 0 0 0 0,1 0 0 0 0,0 0 0 0 0,0 0-1 0 0,-1 0 1 0 0,1 0 0 0 0,0 0 0 0 0,-1-1 0 0 0,1 1 0 0 0,-1 0-1 0 0,1-1 1 0 0,-1 1 0 0 0,1-1 0 0 0,-1 0 0 0 0,1 1 0 0 0,-1-1 0 0 0,1 0-1 0 0,-1 0 1 0 0,0 0 0 0 0,1 0 0 0 0,-1 0 0 0 0,1 0 0 0 0,-3-1-1 0 0,-13-4-2397 0 0</inkml:trace>
</inkml:ink>
</file>

<file path=ppt/ink/ink4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1:10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1 659 156 0 0,'237'-35'2686'0'0,"647"-127"-284"0"0,-878 160-2387 0 0,265-69 437 0 0,-235 59-344 0 0,0-1 0 0 0,-1-2 0 0 0,-1-2-1 0 0,0-1 1 0 0,42-30 0 0 0,-71 44-33 0 0,1 0 1 0 0,-1-1-1 0 0,0 0 1 0 0,0 0-1 0 0,-1-1 1 0 0,1 1-1 0 0,-1-1 1 0 0,0 0-1 0 0,-1 0 1 0 0,0 0-1 0 0,0-1 0 0 0,0 1 1 0 0,0-1-1 0 0,-1 1 1 0 0,0-1-1 0 0,-1 0 1 0 0,1 0-1 0 0,-1-8 1 0 0,-1 10 7 0 0,0-1 1 0 0,0 0-1 0 0,-1 0 0 0 0,0 1 1 0 0,0-1-1 0 0,0 1 1 0 0,-1-1-1 0 0,1 1 0 0 0,-2-1 1 0 0,1 1-1 0 0,0 0 1 0 0,-1 0-1 0 0,0 0 0 0 0,0 0 1 0 0,-1 0-1 0 0,1 1 1 0 0,-1 0-1 0 0,0-1 1 0 0,0 1-1 0 0,0 1 0 0 0,-1-1 1 0 0,-7-4-1 0 0,-31-19 603 0 0,42 27-684 0 0,0 0 1 0 0,0 1-1 0 0,0-1 1 0 0,0 0-1 0 0,0 1 1 0 0,0-1-1 0 0,0 1 1 0 0,0 0-1 0 0,0-1 0 0 0,1 1 1 0 0,-1 0-1 0 0,0-1 1 0 0,0 1-1 0 0,1 0 1 0 0,-1 0-1 0 0,0 0 1 0 0,1-1-1 0 0,-1 1 1 0 0,1 0-1 0 0,-1 0 1 0 0,1 0-1 0 0,-1 0 1 0 0,1 0-1 0 0,0 0 1 0 0,-1 1-1 0 0,-10 26 32 0 0,-82 385 991 0 0,68-307-769 0 0,-26 156 599 0 0,51-260-778 0 0,1 20 2940 0 0,2-36-2090 0 0,7-25-797 0 0,-7 31-146 0 0,0 2 0 0 0,1-1 0 0 0,-1 0 0 0 0,1 1 0 0 0,1-1 0 0 0,-1 1 0 0 0,1 0 0 0 0,0 1 0 0 0,1-1 0 0 0,-1 1 0 0 0,1 0 1 0 0,0 0-1 0 0,0 1 0 0 0,1 0 0 0 0,-1 0 0 0 0,1 0 0 0 0,0 1 0 0 0,0 0 0 0 0,0 0 0 0 0,0 1 0 0 0,1 0 0 0 0,-1 0 0 0 0,9-1 0 0 0,14 1-125 0 0,0 1-1 0 0,0 1 0 0 0,0 1 1 0 0,48 10-1 0 0,17-1-494 0 0,-22-9 1667 0 0,-46 17-10051 0 0</inkml:trace>
</inkml:ink>
</file>

<file path=ppt/ink/ink4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1:13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232 209 44 0 0,'0'-1'83'0'0,"0"1"-1"0"0,0 0 1 0 0,0 0-1 0 0,0-1 1 0 0,1 1 0 0 0,-1 0-1 0 0,0 0 1 0 0,0-1 0 0 0,0 1-1 0 0,0 0 1 0 0,0 0-1 0 0,0 0 1 0 0,1-1 0 0 0,-1 1-1 0 0,0 0 1 0 0,0 0 0 0 0,0 0-1 0 0,1-1 1 0 0,-1 1-1 0 0,0 0 1 0 0,0 0 0 0 0,1 0-1 0 0,-1 0 1 0 0,0 0 0 0 0,0 0-1 0 0,1 0 1 0 0,-1 0-1 0 0,0-1 1 0 0,0 1 0 0 0,1 0-1 0 0,-1 0 1 0 0,0 0-1 0 0,0 0 1 0 0,1 0 0 0 0,-1 0-1 0 0,0 1 1 0 0,0-1 0 0 0,1 0-1 0 0,-1 0 1 0 0,0 0-1 0 0,0 0 1 0 0,1 0 0 0 0,-1 0-1 0 0,0 0 1 0 0,0 0 0 0 0,1 1-1 0 0,-1-1 1 0 0,0 0-1 0 0,0 0 1 0 0,0 0 0 0 0,1 0-1 0 0,-1 1 1 0 0,0-1 0 0 0,0 0-1 0 0,0 0 1 0 0,0 1-1 0 0,0-1 1 0 0,1 0 0 0 0,-1 0-1 0 0,0 0 1 0 0,0 1 0 0 0,0-1-1 0 0,0 0 1 0 0,0 1-1 0 0,0-1 1 0 0,0 0 0 0 0,0 1-1 0 0,2 33 1207 0 0,-10 44-1003 0 0,8-78-282 0 0,-75 573 2818 0 0,72-547-2405 0 0,-1-1 0 0 0,-1 0-1 0 0,-1 0 1 0 0,-1 0 0 0 0,-16 36 0 0 0,23-61-383 0 0,0 1 1 0 0,0-1 0 0 0,-1 0-1 0 0,1 1 1 0 0,0-1 0 0 0,0 0-1 0 0,-1 0 1 0 0,1 1 0 0 0,0-1-1 0 0,-1 0 1 0 0,1 0 0 0 0,0 0-1 0 0,-1 1 1 0 0,1-1 0 0 0,0 0-1 0 0,-1 0 1 0 0,1 0 0 0 0,0 0-1 0 0,-1 0 1 0 0,1 0 0 0 0,-1 0-1 0 0,1 0 1 0 0,0 0 0 0 0,-1 0-1 0 0,1 0 1 0 0,0 0-1 0 0,-1 0 1 0 0,1 0 0 0 0,-1 0-1 0 0,1 0 1 0 0,0 0 0 0 0,-1 0-1 0 0,1 0 1 0 0,0-1 0 0 0,-1 1-1 0 0,1 0 1 0 0,0 0 0 0 0,-1 0-1 0 0,1-1 1 0 0,0 1 0 0 0,0 0-1 0 0,-1-1 1 0 0,-6-5 62 0 0,-1-1-1 0 0,1 0 1 0 0,1 0 0 0 0,-1-1-1 0 0,2 1 1 0 0,-1-2 0 0 0,1 1 0 0 0,0 0-1 0 0,0-1 1 0 0,1 0 0 0 0,0 0-1 0 0,1 0 1 0 0,0-1 0 0 0,-2-14-1 0 0,-2-6 32 0 0,2 0 0 0 0,1-1-1 0 0,-1-45 1 0 0,6 32-113 0 0,2-1 0 0 0,2 1 0 0 0,2-1 0 0 0,2 1 0 0 0,2 1 0 0 0,19-52 0 0 0,-18 64-133 0 0,2 1 0 0 0,1 0 0 0 0,1 0-1 0 0,1 2 1 0 0,1 0 0 0 0,2 1 0 0 0,1 1 0 0 0,47-46 0 0 0,-52 59 28 0 0,0 0 0 0 0,2 1 0 0 0,-1 1 0 0 0,1 0 1 0 0,1 1-1 0 0,0 1 0 0 0,0 1 0 0 0,1 1 0 0 0,0 1 1 0 0,28-6-1 0 0,-41 11 9 0 0,1-1 0 0 0,0 1 0 0 0,0 1 1 0 0,0-1-1 0 0,0 1 0 0 0,-1 1 0 0 0,1-1 0 0 0,0 1 1 0 0,0 1-1 0 0,0-1 0 0 0,-1 1 0 0 0,1 1 1 0 0,-1-1-1 0 0,0 1 0 0 0,1 1 0 0 0,-1-1 0 0 0,-1 1 1 0 0,1 1-1 0 0,0-1 0 0 0,-1 1 0 0 0,0 0 0 0 0,0 0 1 0 0,-1 1-1 0 0,1 0 0 0 0,-1 0 0 0 0,-1 0 1 0 0,1 0-1 0 0,-1 1 0 0 0,0 0 0 0 0,4 9 0 0 0,-6-11 31 0 0,1 0-1 0 0,-2 1 0 0 0,1-1 1 0 0,0 1-1 0 0,-1-1 0 0 0,0 1 1 0 0,0-1-1 0 0,-1 1 0 0 0,0 0 0 0 0,0 0 1 0 0,0-1-1 0 0,0 1 0 0 0,-1 0 1 0 0,0-1-1 0 0,0 1 0 0 0,-1-1 1 0 0,-2 7-1 0 0,0-3 0 0 0,-1-1 1 0 0,1 1-1 0 0,-2-1 1 0 0,1 0-1 0 0,-1 0 1 0 0,0-1-1 0 0,-1 0 1 0 0,0 0-1 0 0,-10 8 1 0 0,-5 1-18 0 0,0-1-1 0 0,-1-1 1 0 0,0-1 0 0 0,-1-1 0 0 0,0-1 0 0 0,-38 11 0 0 0,-12-3-58 0 0,-9 3-907 0 0,30-1-3926 0 0</inkml:trace>
</inkml:ink>
</file>

<file path=ppt/ink/ink4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1:14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41 392 0 0,'1'-2'1528'0'0,"-4"-20"3871"0"0,0 22-5309 0 0,-1 1-1 0 0,1 0 1 0 0,-1 0 0 0 0,1 0 0 0 0,-1 0 0 0 0,1 1 0 0 0,0 0-1 0 0,0-1 1 0 0,0 1 0 0 0,0 0 0 0 0,0 0 0 0 0,0 1 0 0 0,0-1 0 0 0,0 1-1 0 0,1-1 1 0 0,0 1 0 0 0,-1 0 0 0 0,-1 4 0 0 0,-5 2 77 0 0,2 1 1 0 0,-1 0-1 0 0,2 1 1 0 0,-10 18 0 0 0,16-28-165 0 0,-2 1 32 0 0,1 1 1 0 0,-1 0 0 0 0,1 0 0 0 0,0 0 0 0 0,0 1 0 0 0,0-1 0 0 0,0 0-1 0 0,1 0 1 0 0,-1 0 0 0 0,1 1 0 0 0,0-1 0 0 0,0 0 0 0 0,0 1 0 0 0,1-1-1 0 0,-1 0 1 0 0,1 0 0 0 0,-1 0 0 0 0,1 1 0 0 0,2 3 0 0 0,-2-7-27 0 0,0 1 0 0 0,0-1 0 0 0,0 1 0 0 0,0-1 0 0 0,0 1 0 0 0,0-1-1 0 0,1 0 1 0 0,-1 1 0 0 0,0-1 0 0 0,0 0 0 0 0,0 0 0 0 0,1 0 0 0 0,-1 0 0 0 0,0 0 0 0 0,0 0 0 0 0,1 0 0 0 0,-1-1 0 0 0,0 1 0 0 0,0 0 0 0 0,0-1 0 0 0,2 0 0 0 0,25-8 62 0 0,-28 9-71 0 0,55-30 41 0 0,-44 23-126 0 0,-1 1-1 0 0,1 0 1 0 0,0 1 0 0 0,13-4-1 0 0,-22 8-12 0 0,26 18-244 0 0,-23-12 305 0 0,-1 0 1 0 0,1 0-1 0 0,0-1 1 0 0,0 1-1 0 0,1-1 1 0 0,-1 0-1 0 0,1-1 0 0 0,0 1 1 0 0,0-1-1 0 0,0 0 1 0 0,1-1-1 0 0,-1 1 1 0 0,1-1-1 0 0,-1-1 1 0 0,1 1-1 0 0,11 0 1 0 0,-12-2 50 0 0,1 0 0 0 0,-1-1 0 0 0,1 0 0 0 0,-1-1 0 0 0,0 1 0 0 0,0-1 0 0 0,0 0 0 0 0,0-1 0 0 0,0 1 0 0 0,0-1 0 0 0,0 0 0 0 0,-1-1 0 0 0,1 1 0 0 0,-1-1 0 0 0,0 0 0 0 0,0-1 1 0 0,6-6-1 0 0,-4 2 88 0 0,0 0 0 0 0,-1 0 0 0 0,1 0 0 0 0,-2-1 0 0 0,1 0 0 0 0,-1 0 1 0 0,6-19-1 0 0,1-2 367 0 0,-11 29-344 0 0,-1 1-122 0 0,0 1 0 0 0,-1 0 0 0 0,1-1 0 0 0,0 1 0 0 0,0-1 0 0 0,0 1 0 0 0,0-1 0 0 0,0 1-1 0 0,0 0 1 0 0,-1-1 0 0 0,1 1 0 0 0,0-1 0 0 0,0 1 0 0 0,0-1 0 0 0,1 1 0 0 0,-1-1 0 0 0,0 1 0 0 0,0 0 0 0 0,0-1 0 0 0,0 1 0 0 0,0-1 0 0 0,0 1 0 0 0,1 0 0 0 0,-1-1 0 0 0,0 1-1 0 0,0-1 1 0 0,0 1 0 0 0,1 0 0 0 0,-1-1 0 0 0,0 1 0 0 0,1 0 0 0 0,-1-1 0 0 0,0 1 0 0 0,1 0 0 0 0,-1 0 0 0 0,0-1 0 0 0,1 1 0 0 0,0 0 0 0 0,9 13-208 0 0,-4-3 230 0 0,-5-9-34 0 0,1 0-5 0 0,-1-1 0 0 0,1 1 1 0 0,-1 0-1 0 0,1 0 0 0 0,-1 0 0 0 0,0 0 0 0 0,0 0 1 0 0,1 0-1 0 0,-1 1 0 0 0,0-1 0 0 0,0 0 0 0 0,0 1 1 0 0,0-1-1 0 0,0 0 0 0 0,-1 1 0 0 0,1-1 1 0 0,0 1-1 0 0,-1 0 0 0 0,1-1 0 0 0,0 3 0 0 0,9 32-215 0 0,-10-35 201 0 0,-5 49-130 0 0,7-42 154 0 0,10 18-12 0 0,-11-25 19 0 0,24 17 48 0 0,-14-13-17 0 0,11 2 37 0 0,26-14-29 0 0,14-14-134 0 0,-46 14-326 0 0,-1 2-1 0 0,1-1 0 0 0,32-4 1 0 0,-48 10 230 0 0,1 0 0 0 0,0 0 0 0 0,0 0 0 0 0,0 0 1 0 0,-1 0-1 0 0,1 0 0 0 0,0 1 0 0 0,0-1 0 0 0,-1 0 0 0 0,1 1 1 0 0,0-1-1 0 0,-1 1 0 0 0,1-1 0 0 0,0 0 0 0 0,-1 1 0 0 0,1 0 0 0 0,0-1 1 0 0,-1 1-1 0 0,1-1 0 0 0,-1 1 0 0 0,1 0 0 0 0,-1-1 0 0 0,0 1 1 0 0,1 0-1 0 0,-1-1 0 0 0,1 3 0 0 0</inkml:trace>
</inkml:ink>
</file>

<file path=ppt/ink/ink4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1:15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19 132 0 0,'-13'-10'2494'0'0,"7"8"-2104"0"0,-1 0 0 0 0,0 0-1 0 0,0 1 1 0 0,1 0 0 0 0,-1 1-1 0 0,0-1 1 0 0,0 1 0 0 0,0 1-1 0 0,0-1 1 0 0,-11 3 0 0 0,13-2-270 0 0,1 0 0 0 0,0 0 0 0 0,-1 1 0 0 0,1-1 0 0 0,0 1 0 0 0,0 0 1 0 0,0 0-1 0 0,0 0 0 0 0,0 0 0 0 0,1 1 0 0 0,-1-1 0 0 0,1 1 0 0 0,-1 0 0 0 0,1 0 0 0 0,0 1 1 0 0,0-1-1 0 0,-2 5 0 0 0,4-6-81 0 0,0 1 1 0 0,0-1-1 0 0,1 1 1 0 0,-1 0-1 0 0,1 0 1 0 0,0-1-1 0 0,0 1 1 0 0,0 0-1 0 0,0 0 1 0 0,0-1-1 0 0,0 1 1 0 0,1 0-1 0 0,-1 0 1 0 0,1-1-1 0 0,0 1 1 0 0,0 0-1 0 0,0-1 1 0 0,2 4-1 0 0,28 46 283 0 0,-26-45-277 0 0,13 19 67 0 0,-11-17-158 0 0,0 0 0 0 0,-1 1 0 0 0,0-1 0 0 0,-1 1 0 0 0,0 0 0 0 0,0 1 0 0 0,-1-1 0 0 0,4 18 0 0 0,-7-25 23 0 0,0 0 1 0 0,0 0 0 0 0,-1 0 0 0 0,1 0 0 0 0,-1 0 0 0 0,1 0 0 0 0,-1 0 0 0 0,0 0 0 0 0,-1 1-1 0 0,1-1 1 0 0,0 0 0 0 0,-1 0 0 0 0,0 0 0 0 0,0 0 0 0 0,0 0 0 0 0,0 0 0 0 0,0 0-1 0 0,0-1 1 0 0,-1 1 0 0 0,1 0 0 0 0,-1-1 0 0 0,-2 4 0 0 0,4-7 13 0 0,0 1 0 0 0,0 0 0 0 0,0 0 0 0 0,0 0 0 0 0,0-1 0 0 0,0 1 0 0 0,0 0 0 0 0,0 0 0 0 0,-1 0 0 0 0,1-1 0 0 0,0 1 0 0 0,0 0 0 0 0,0 0 0 0 0,0 0 0 0 0,0 0 0 0 0,0-1 0 0 0,-1 1 0 0 0,1 0 0 0 0,0 0 0 0 0,0 0 0 0 0,0 0 0 0 0,0 0 0 0 0,-1 0 0 0 0,1-1 0 0 0,0 1 0 0 0,0 0 0 0 0,0 0 0 0 0,-1 0 0 0 0,1 0 0 0 0,0 0 0 0 0,0 0 0 0 0,0 0 0 0 0,-1 0 0 0 0,1 0 0 0 0,0 0 0 0 0,0 0 0 0 0,0 0 0 0 0,-1 0 0 0 0,1 0 0 0 0,0 0 1 0 0,0 0-1 0 0,0 0 0 0 0,-1 0 0 0 0,1 0 0 0 0,0 1 0 0 0,0-1 0 0 0,0 0 0 0 0,-1 0 0 0 0,1 0 0 0 0,0 0 0 0 0,0 0 0 0 0,0 0 0 0 0,0 1 0 0 0,0-1 0 0 0,-1 0 0 0 0,1 0 0 0 0,0 0 0 0 0,0 1 0 0 0,7-11-121 0 0,0 0 1 0 0,0 0 0 0 0,1 1-1 0 0,1 0 1 0 0,-1 1 0 0 0,1 0-1 0 0,1 0 1 0 0,-1 1 0 0 0,1 0-1 0 0,13-6 1 0 0,16-12-277 0 0,-1 3 210 0 0,44-36 1 0 0,-79 55 273 0 0,1 0 211 0 0,0 0 0 0 0,0 0-1 0 0,0-1 1 0 0,-1 1-1 0 0,0-1 1 0 0,1 0 0 0 0,3-7-1 0 0,-6 8 492 0 0,-3 3-734 0 0,-1 0 0 0 0,0 1 0 0 0,1-1 0 0 0,-1 0-1 0 0,1 1 1 0 0,-1-1 0 0 0,0 1 0 0 0,1 0 0 0 0,-1 0-1 0 0,1 0 1 0 0,-4 2 0 0 0,5-2-31 0 0,0 0 0 0 0,0 0 0 0 0,0 0 0 0 0,0 0 0 0 0,0 0-1 0 0,1 1 1 0 0,-1-1 0 0 0,0 0 0 0 0,1 0 0 0 0,-1 1 0 0 0,1-1 0 0 0,-1 0 0 0 0,1 1 0 0 0,-1-1 0 0 0,1 0-1 0 0,0 1 1 0 0,0-1 0 0 0,-1 1 0 0 0,1-1 0 0 0,0 1 0 0 0,1-1 0 0 0,-1 0 0 0 0,0 1 0 0 0,0-1 0 0 0,1 1-1 0 0,-1-1 1 0 0,0 0 0 0 0,1 1 0 0 0,1 1 0 0 0,-1 2-2 0 0,1-1-1 0 0,0 0 1 0 0,0 0 0 0 0,0 1-1 0 0,0-1 1 0 0,1-1-1 0 0,0 1 1 0 0,0 0 0 0 0,0-1-1 0 0,0 1 1 0 0,1-1 0 0 0,-1 0-1 0 0,1 0 1 0 0,0 0 0 0 0,-1-1-1 0 0,1 1 1 0 0,1-1 0 0 0,-1 0-1 0 0,0 0 1 0 0,0 0-1 0 0,1-1 1 0 0,-1 1 0 0 0,1-1-1 0 0,0 0 1 0 0,-1-1 0 0 0,1 1-1 0 0,-1-1 1 0 0,1 0 0 0 0,0 0-1 0 0,0 0 1 0 0,-1-1-1 0 0,6-1 1 0 0,16-2-14 0 0,1-2 0 0 0,-1-1-1 0 0,-1-1 1 0 0,35-16 0 0 0,-37 15 10 0 0,-21 8-53 0 0,1 0-1 0 0,-1 1 1 0 0,0-1 0 0 0,0 0-1 0 0,1 1 1 0 0,-1 0-1 0 0,0-1 1 0 0,0 1 0 0 0,1 0-1 0 0,-1 0 1 0 0,0 0 0 0 0,1 1-1 0 0,-1-1 1 0 0,0 0 0 0 0,0 1-1 0 0,1 0 1 0 0,-1-1-1 0 0,0 1 1 0 0,0 0 0 0 0,0 0-1 0 0,0 0 1 0 0,0 0 0 0 0,0 1-1 0 0,0-1 1 0 0,2 3 0 0 0,-2-3-395 0 0,0 1-114 0 0,0 0 0 0 0,1-1 0 0 0,-1 1 0 0 0,1-1 0 0 0,0 1 0 0 0,0-1 0 0 0,-1 0 1 0 0,1 0-1 0 0,4 1 0 0 0,-5-1-1749 0 0</inkml:trace>
</inkml:ink>
</file>

<file path=ppt/ink/ink4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1:17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89 488 0 0,'-5'-89'13133'0'0,"4"124"-12920"0"0,-1 4 79 0 0,-12 214 1401 0 0,8-198-1711 0 0,-2 0 0 0 0,-23 79 0 0 0,26-117-527 0 0,-15 41-1310 0 0,19-55 1468 0 0,0-1 0 0 0,0 0 0 0 0,0 0 0 0 0,0 0 0 0 0,-1 0 0 0 0,1 0 0 0 0,-1 0-1 0 0,0 0 1 0 0,1-1 0 0 0,-1 1 0 0 0,0 0 0 0 0,0-1 0 0 0,0 0 0 0 0,0 1 0 0 0,0-1-1 0 0,0 0 1 0 0,-1 0 0 0 0,1 0 0 0 0,0 0 0 0 0,-4 1 0 0 0,-7-2-2561 0 0</inkml:trace>
</inkml:ink>
</file>

<file path=ppt/ink/ink4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1:17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0 280 412 0 0,'7'-1'683'0'0,"232"-42"2458"0"0,-124 25-2508 0 0,188-29 602 0 0,393-78 856 0 0,-646 115-1804 0 0,-30 7 248 0 0,-1-1-1 0 0,27-10 1 0 0,-43 13-295 0 0,-3 1-214 0 0,0 0 0 0 0,0 0 0 0 0,0 0 0 0 0,1 0 0 0 0,-1 0 0 0 0,0 0 0 0 0,0-1-1 0 0,0 1 1 0 0,1 0 0 0 0,-1 0 0 0 0,0 0 0 0 0,0 0 0 0 0,0 0 0 0 0,0-1 0 0 0,1 1 0 0 0,-1 0-1 0 0,0 0 1 0 0,0 0 0 0 0,0-1 0 0 0,0 1 0 0 0,0 0 0 0 0,0 0 0 0 0,0 0 0 0 0,1-1 0 0 0,-1 1 0 0 0,0 0-1 0 0,0 0 1 0 0,0 0 0 0 0,0-1 0 0 0,0 1 0 0 0,0 0 0 0 0,0 0 0 0 0,0-1 0 0 0,0 1 0 0 0,0 0-1 0 0,0 0 1 0 0,0-1 0 0 0,-1 1 0 0 0,1 0 0 0 0,0 0 0 0 0,0 0 0 0 0,0-1 0 0 0,0 1 0 0 0,0 0-1 0 0,0 0 1 0 0,0 0 0 0 0,-1-1 0 0 0,1 1 0 0 0,0 0 0 0 0,0 0 0 0 0,0 0 0 0 0,0 0 0 0 0,-1 0 0 0 0,1-1-1 0 0,-7 0 10 0 0,0 0 0 0 0,-1 0 0 0 0,1 0 0 0 0,0 1 0 0 0,-1 0 0 0 0,1 1 0 0 0,0-1-1 0 0,0 1 1 0 0,0 1 0 0 0,0-1 0 0 0,0 1 0 0 0,0 1 0 0 0,0-1 0 0 0,0 1-1 0 0,1 0 1 0 0,-1 1 0 0 0,-10 7 0 0 0,4-3-7 0 0,0 1 1 0 0,1 1-1 0 0,0 0 0 0 0,0 0 1 0 0,1 1-1 0 0,1 1 0 0 0,-16 21 0 0 0,25-32-24 0 0,0 1 0 0 0,0-1 0 0 0,0 0-1 0 0,0 1 1 0 0,0-1 0 0 0,0 1-1 0 0,1 0 1 0 0,-1-1 0 0 0,0 1-1 0 0,1 0 1 0 0,0-1 0 0 0,-1 1-1 0 0,1 0 1 0 0,0-1 0 0 0,0 1-1 0 0,0 0 1 0 0,0 0 0 0 0,0-1-1 0 0,0 3 1 0 0,1-3-1 0 0,-1-1 1 0 0,1 1-1 0 0,0 0 1 0 0,-1-1-1 0 0,1 1 1 0 0,0 0-1 0 0,-1-1 0 0 0,1 1 1 0 0,0-1-1 0 0,0 1 1 0 0,0-1-1 0 0,-1 1 0 0 0,1-1 1 0 0,0 0-1 0 0,0 1 1 0 0,0-1-1 0 0,0 0 1 0 0,0 0-1 0 0,0 0 0 0 0,0 0 1 0 0,-1 1-1 0 0,1-1 1 0 0,0-1-1 0 0,2 1 1 0 0,3 0 4 0 0,-1-1 1 0 0,1 0 0 0 0,0 0 0 0 0,0-1-1 0 0,-1 0 1 0 0,1 0 0 0 0,-1 0 0 0 0,0 0-1 0 0,9-6 1 0 0,2-3 68 0 0,0-1 0 0 0,-1 0 0 0 0,-1-1 0 0 0,19-23 0 0 0,-32 35-2 0 0,5-4 16 0 0,-6 5-84 0 0,0-1 1 0 0,1 1-1 0 0,-1-1 1 0 0,0 1-1 0 0,1-1 1 0 0,-1 1 0 0 0,1-1-1 0 0,-1 1 1 0 0,1-1-1 0 0,-1 1 1 0 0,0 0-1 0 0,1-1 1 0 0,0 1-1 0 0,-1 0 1 0 0,1 0-1 0 0,-1-1 1 0 0,1 1-1 0 0,-1 0 1 0 0,1 0 0 0 0,-1 0-1 0 0,1 0 1 0 0,0 0-1 0 0,-1 0 1 0 0,1 0-1 0 0,-1 0 1 0 0,2 0-1 0 0,13 5-307 0 0,-1 1 0 0 0,0 1 0 0 0,26 16 0 0 0,20 10-6669 0 0,-42-26 3909 0 0</inkml:trace>
</inkml:ink>
</file>

<file path=ppt/ink/ink4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1:18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42 392 0 0,'0'-4'804'0'0,"1"1"0"0"0,-1-1 0 0 0,0 0 0 0 0,0 1 0 0 0,0-1 0 0 0,0 0 0 0 0,-1 1 0 0 0,-1-10 4905 0 0,1 20-5398 0 0,-53 363 1645 0 0,53-368-1992 0 0,1-1 1 0 0,-1 1-1 0 0,1-1 0 0 0,0 1 0 0 0,-1 0 1 0 0,1-1-1 0 0,0 1 0 0 0,0 0 0 0 0,0-1 1 0 0,0 1-1 0 0,0-1 0 0 0,0 1 0 0 0,0 0 1 0 0,1-1-1 0 0,-1 1 0 0 0,1 0 0 0 0,-1-1 1 0 0,1 1-1 0 0,0-1 0 0 0,-1 1 0 0 0,1-1 1 0 0,0 0-1 0 0,0 1 0 0 0,0-1 0 0 0,0 0 1 0 0,2 2-1 0 0,-1-2-12 0 0,0 0 0 0 0,0-1 0 0 0,0 1 0 0 0,1 0 0 0 0,-1-1 0 0 0,0 0 0 0 0,1 1 0 0 0,-1-1 1 0 0,0 0-1 0 0,1 0 0 0 0,-1 0 0 0 0,0-1 0 0 0,1 1 0 0 0,-1-1 0 0 0,5-1 0 0 0,10-3-192 0 0,0-2 1 0 0,0 0-1 0 0,22-14 0 0 0,-35 19 193 0 0,28-18 49 0 0,0-1 0 0 0,-2-1 0 0 0,-1-2 0 0 0,29-30 0 0 0,-57 53 82 0 0,0 1-1 0 0,0 0 0 0 0,0-1 1 0 0,0 1-1 0 0,-1-1 0 0 0,1 1 0 0 0,0-1 1 0 0,-1 0-1 0 0,1 1 0 0 0,0-1 0 0 0,-1 0 1 0 0,1 1-1 0 0,-1-1 0 0 0,1 0 0 0 0,-1 0 1 0 0,1 0-1 0 0,-1 1 0 0 0,0-1 1 0 0,1 0-1 0 0,-1 0 0 0 0,0 0 0 0 0,0 0 1 0 0,1 0-1 0 0,-1 0 0 0 0,0 0 0 0 0,0-1 1 0 0,-22 5 568 0 0,18-2-794 0 0,1 0 150 0 0,0 1 0 0 0,-1-1 0 0 0,1 1 0 0 0,0-1 1 0 0,0 1-1 0 0,0 0 0 0 0,0 0 0 0 0,1 1 0 0 0,-1-1 1 0 0,0 0-1 0 0,1 1 0 0 0,0 0 0 0 0,-1 0 0 0 0,1-1 0 0 0,0 1 1 0 0,1 1-1 0 0,-1-1 0 0 0,0 0 0 0 0,1 0 0 0 0,0 0 1 0 0,-2 6-1 0 0,2-7-7 0 0,1 0 1 0 0,-1 0 0 0 0,0 0-1 0 0,1 0 1 0 0,-1 0 0 0 0,1 1-1 0 0,0-1 1 0 0,0 0-1 0 0,0 0 1 0 0,0 0 0 0 0,0 1-1 0 0,0-1 1 0 0,1 0 0 0 0,-1 0-1 0 0,1 0 1 0 0,0 0 0 0 0,-1 0-1 0 0,1 1 1 0 0,0-1-1 0 0,0-1 1 0 0,0 1 0 0 0,0 0-1 0 0,1 0 1 0 0,-1 0 0 0 0,0 0-1 0 0,1-1 1 0 0,-1 1 0 0 0,1-1-1 0 0,0 1 1 0 0,0-1-1 0 0,-1 0 1 0 0,3 2 0 0 0,11 1-87 0 0,-1 1 0 0 0,1-2 1 0 0,0 0-1 0 0,0 0 0 0 0,0-2 0 0 0,0 0 1 0 0,0 0-1 0 0,0-2 0 0 0,0 0 0 0 0,0 0 1 0 0,24-7-1 0 0,-16 3-20 0 0,0-1 0 0 0,0-2 1 0 0,-1 0-1 0 0,1-1 0 0 0,-2-1 0 0 0,35-23 1 0 0,-17 0 252 0 0,-37 31-78 0 0,0-1 1 0 0,1 1-1 0 0,-2 0 1 0 0,1-1-1 0 0,0 0 1 0 0,0 1-1 0 0,-1-1 1 0 0,0 0-1 0 0,1 0 0 0 0,-1 1 1 0 0,0-1-1 0 0,0 0 1 0 0,0-6-1 0 0,-1 9-67 0 0,0 0-1 0 0,0 0 1 0 0,0-1-1 0 0,0 1 1 0 0,0 0-1 0 0,0-1 1 0 0,0 1-1 0 0,0 0 1 0 0,0 0-1 0 0,0-1 1 0 0,0 1-1 0 0,0 0 1 0 0,0 0-1 0 0,0-1 1 0 0,0 1-1 0 0,0 0 1 0 0,-1 0-1 0 0,1-1 1 0 0,0 1-1 0 0,0 0 1 0 0,0 0-1 0 0,0 0 1 0 0,-1-1-1 0 0,1 1 1 0 0,0 0-1 0 0,0 0 1 0 0,0 0-1 0 0,-1 0 1 0 0,1-1-1 0 0,0 1 1 0 0,0 0-1 0 0,-1 0 1 0 0,1 0-1 0 0,0 0 1 0 0,0 0-1 0 0,-1 0 1 0 0,1 0-1 0 0,0 0 1 0 0,-1 0-1 0 0,-13 4 64 0 0,-10 15-10 0 0,2 32 4 0 0,22-50-61 0 0,0 0 0 0 0,-1 0 0 0 0,1 0-1 0 0,0 1 1 0 0,0-1 0 0 0,0 0 0 0 0,0 0-1 0 0,0 0 1 0 0,0 0 0 0 0,0 1 0 0 0,0-1-1 0 0,1 0 1 0 0,-1 0 0 0 0,0 0 0 0 0,1 0-1 0 0,-1 0 1 0 0,1 0 0 0 0,-1 0 0 0 0,1 0-1 0 0,-1 0 1 0 0,1 0 0 0 0,0 0 0 0 0,0 0-1 0 0,-1 0 1 0 0,1 0 0 0 0,0 0-1 0 0,0-1 1 0 0,0 1 0 0 0,2 1 0 0 0,29 16-176 0 0,-16-15 45 0 0,0-1 0 0 0,1-1 1 0 0,0-1-1 0 0,-1 0 1 0 0,1-2-1 0 0,-1 1 0 0 0,1-2 1 0 0,16-5-1 0 0,27-2-183 0 0,-24 5 126 0 0,-20 2 65 0 0,0 0 1 0 0,0 2-1 0 0,0 0 0 0 0,18 1 1 0 0,-33 0 121 0 0,0 0 0 0 0,0 0 1 0 0,1 0-1 0 0,-1 0 1 0 0,0 1-1 0 0,1-1 0 0 0,-1 0 1 0 0,0 0-1 0 0,0 1 0 0 0,1-1 1 0 0,-1 1-1 0 0,0-1 0 0 0,0 1 1 0 0,0 0-1 0 0,0-1 0 0 0,0 1 1 0 0,0 0-1 0 0,0 0 0 0 0,0 0 1 0 0,0 0-1 0 0,0 0 0 0 0,0 0 1 0 0,0 0-1 0 0,-1 0 0 0 0,1 0 1 0 0,0 0-1 0 0,-1 0 0 0 0,1 0 1 0 0,-1 1-1 0 0,1-1 1 0 0,-1 0-1 0 0,0 0 0 0 0,0 1 1 0 0,1-1-1 0 0,-1 0 0 0 0,0 0 1 0 0,0 1-1 0 0,0-1 0 0 0,0 0 1 0 0,0 1-1 0 0,0-1 0 0 0,-1 0 1 0 0,1 0-1 0 0,0 1 0 0 0,-1-1 1 0 0,1 0-1 0 0,-1 0 0 0 0,0 2 1 0 0,-17 27-1354 0 0,-5-11-4811 0 0</inkml:trace>
</inkml:ink>
</file>

<file path=ppt/ink/ink4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1:19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38 1156 0 0,'12'-38'11380'0'0,"-11"80"-5775"0"0,-12 59-4313 0 0,2-26-588 0 0,9-71-703 0 0,-3 37-171 0 0,-2 0 1 0 0,-1-1-1 0 0,-2 1 0 0 0,-17 49 1 0 0,14-53-2740 0 0,9-21-6731 0 0</inkml:trace>
</inkml:ink>
</file>

<file path=ppt/ink/ink4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1:19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0 452 280 0 0,'39'-12'2153'0'0,"34"-12"528"0"0,37-18-278 0 0,-91 33-2025 0 0,-1 0 0 0 0,0 0 0 0 0,0-2 0 0 0,-1 0 0 0 0,-1-1 0 0 0,0-1 0 0 0,18-18 0 0 0,-24 19-108 0 0,-1 0 0 0 0,0-1 0 0 0,0 1 0 0 0,-1-2 0 0 0,-1 1 0 0 0,-1-1-1 0 0,10-26 1 0 0,-14 35-210 0 0,-1 1-1 0 0,1-1 1 0 0,-1 0-1 0 0,0 0 1 0 0,0 0-1 0 0,-1 0 1 0 0,0 0-1 0 0,1 0 1 0 0,-1 0-1 0 0,-1 1 1 0 0,1-1-1 0 0,-1 0 1 0 0,0 0-1 0 0,0 0 1 0 0,0 0-1 0 0,-1 1 1 0 0,0-1-1 0 0,0 0 1 0 0,0 1-1 0 0,0 0 1 0 0,-1-1-1 0 0,0 1 1 0 0,0 0-1 0 0,0 0 1 0 0,0 1-1 0 0,0-1 1 0 0,-7-4-1 0 0,10 7-54 0 0,-1 0 0 0 0,0 1 0 0 0,0-1-1 0 0,0 0 1 0 0,-1 1 0 0 0,1-1 0 0 0,0 1 0 0 0,0 0 0 0 0,0-1-1 0 0,0 1 1 0 0,0 0 0 0 0,0 0 0 0 0,-1 0 0 0 0,1-1 0 0 0,0 1 0 0 0,0 0-1 0 0,0 1 1 0 0,0-1 0 0 0,-1 0 0 0 0,1 0 0 0 0,0 0 0 0 0,0 1-1 0 0,0-1 1 0 0,0 1 0 0 0,-2 0 0 0 0,0 1-4 0 0,0 0 0 0 0,1 0 0 0 0,-1 0 0 0 0,1 0 0 0 0,-1 1 0 0 0,1-1 0 0 0,0 1 0 0 0,-4 5 0 0 0,-2 5-1 0 0,1 1 0 0 0,-11 27 0 0 0,18-39 10 0 0,-14 37 95 0 0,1 0 1 0 0,-11 69 0 0 0,-2 116 162 0 0,26-197-92 0 0,4-21 323 0 0,14-30 813 0 0,-16 20-1260 0 0,1-1 0 0 0,-1 1 0 0 0,1 0 0 0 0,0-1 0 0 0,1 1-1 0 0,-1 1 1 0 0,1-1 0 0 0,5-5 0 0 0,-6 7-45 0 0,3-2-5 0 0,22 5-57 0 0,53 13-140 0 0,-60-9 67 0 0,0 0 0 0 0,1-2 0 0 0,24 0 1 0 0,-7-3-95 0 0,42-5 1 0 0,-68 3 244 0 0,-1 0 1 0 0,0-1-1 0 0,0 0 1 0 0,0-1 0 0 0,0 0-1 0 0,0-1 1 0 0,15-9 0 0 0,1-18 74 0 0,-27 34-515 0 0,-1 0 1 0 0,0 0-1 0 0,0 0 0 0 0,1 0 0 0 0,0 0 1 0 0,-1 0-1 0 0,1 0 0 0 0,0 0 0 0 0,0 0 1 0 0,0-1-1 0 0,0 1 0 0 0,2 3 0 0 0</inkml:trace>
</inkml:ink>
</file>

<file path=ppt/ink/ink4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1:21.6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154 180 4 0 0,'2'-7'1191'0'0,"-1"1"0"0"0,0 0 0 0 0,-1-1 1 0 0,1 1-1 0 0,-1-1 0 0 0,-1 1 0 0 0,1-1 0 0 0,-4-11 3463 0 0,1 23-4449 0 0,-21 26 82 0 0,2 1 1 0 0,1 1-1 0 0,2 0 0 0 0,1 2 1 0 0,-26 71-1 0 0,44-105-276 0 0,0-1-1 0 0,-1 1 1 0 0,1 0 0 0 0,0 0-1 0 0,-1-1 1 0 0,1 1 0 0 0,0 0-1 0 0,0 0 1 0 0,0 0-1 0 0,0-1 1 0 0,0 1 0 0 0,0 0-1 0 0,0 0 1 0 0,0 0 0 0 0,0-1-1 0 0,0 1 1 0 0,0 0-1 0 0,0 0 1 0 0,0-1 0 0 0,1 1-1 0 0,-1 0 1 0 0,0 0 0 0 0,1-1-1 0 0,-1 1 1 0 0,1 0-1 0 0,-1 0 1 0 0,0-1 0 0 0,1 1-1 0 0,0-1 1 0 0,-1 1 0 0 0,1 0-1 0 0,0 0 1 0 0,1-1-1 0 0,0 1-1 0 0,0-1 1 0 0,0 0 0 0 0,0 0-1 0 0,0 0 1 0 0,-1 0 0 0 0,1 0 0 0 0,0 0-1 0 0,0 0 1 0 0,0 0 0 0 0,0-1 0 0 0,0 1-1 0 0,2-2 1 0 0,52-24-7 0 0,-34 11-198 0 0,36-32 1 0 0,-45 35-60 0 0,1 0 1 0 0,1 1-1 0 0,-1 0 1 0 0,2 1-1 0 0,24-12 1 0 0,-36 21 190 0 0,0 0 0 0 0,0 1 0 0 0,0-1 0 0 0,0 1 0 0 0,0 0 0 0 0,0 0 0 0 0,0 0 0 0 0,0 0 0 0 0,0 1 0 0 0,0-1 0 0 0,5 3 0 0 0,50 16-230 0 0,-18-5 131 0 0,-17-8 117 0 0,0-1 0 0 0,1-2-1 0 0,0 0 1 0 0,0-2-1 0 0,47-3 1 0 0,-63 2 195 0 0,0-1-1 0 0,0 0 1 0 0,0-1-1 0 0,0 0 1 0 0,0-1-1 0 0,0 1 0 0 0,-1-2 1 0 0,1 1-1 0 0,-1-1 1 0 0,0 0-1 0 0,0-1 1 0 0,-1 0-1 0 0,1 0 1 0 0,-1-1-1 0 0,0 0 1 0 0,0 0-1 0 0,-1-1 1 0 0,0 1-1 0 0,7-11 1 0 0,-11 12-20 0 0,1 0 0 0 0,-1 0 1 0 0,0 0-1 0 0,-1 0 0 0 0,1 0 0 0 0,-1-1 0 0 0,0 1 1 0 0,-1-1-1 0 0,1 1 0 0 0,-1 0 0 0 0,0-1 1 0 0,-1 1-1 0 0,1-1 0 0 0,-1 1 0 0 0,0-1 1 0 0,0 1-1 0 0,-4-9 0 0 0,1 3-25 0 0,0 1-1 0 0,-1 0 1 0 0,0 0-1 0 0,0 0 1 0 0,-1 1 0 0 0,-1 0-1 0 0,-12-15 1 0 0,18 24-559 0 0,-1-2-500 0 0,-2-2 819 0 0,1 11-4911 0 0,3-4 4508 0 0,0 0 0 0 0,0-1 1 0 0,0 1-1 0 0,0 0 0 0 0,1-1 0 0 0,-1 1 0 0 0,1 0 0 0 0,0-1 1 0 0,-1 1-1 0 0,1-1 0 0 0,3 5 0 0 0,6 5-3031 0 0</inkml:trace>
</inkml:ink>
</file>

<file path=ppt/ink/ink4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1:21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52 44 0 0,'-3'-3'1015'0'0,"2"1"-829"0"0,-1 1-1 0 0,0-1 1 0 0,1 1-1 0 0,-1 0 1 0 0,0-1-1 0 0,0 1 1 0 0,0 0-1 0 0,0 0 1 0 0,0 1-1 0 0,0-1 1 0 0,0 0-1 0 0,0 0 1 0 0,0 1-1 0 0,0 0 1 0 0,-1-1-1 0 0,1 1 1 0 0,0 0-1 0 0,0 0 1 0 0,0 0-1 0 0,-1 0 1 0 0,1 1-1 0 0,0-1 1 0 0,0 0-1 0 0,0 1 1 0 0,0 0-1 0 0,0-1 1 0 0,-1 1-1 0 0,1 0 1 0 0,1 0-1 0 0,-1 0 1 0 0,0 0-1 0 0,0 1 1 0 0,0-1-1 0 0,0 0 1 0 0,-1 3-1 0 0,-1-1-36 0 0,1 0 0 0 0,0 1-1 0 0,-1-1 1 0 0,1 1 0 0 0,1 0-1 0 0,-1 0 1 0 0,1 0 0 0 0,-1 0 0 0 0,1 1-1 0 0,0-1 1 0 0,1 1 0 0 0,-1-1-1 0 0,1 1 1 0 0,0-1 0 0 0,0 1-1 0 0,-1 9 1 0 0,3-9-47 0 0,-1 0 0 0 0,1 0 0 0 0,0 0 0 0 0,0 0 0 0 0,0 0 1 0 0,1-1-1 0 0,0 1 0 0 0,0 0 0 0 0,0-1 0 0 0,4 8 0 0 0,-4-10-50 0 0,-1 0 0 0 0,1 1 0 0 0,-1-1 0 0 0,1 0 0 0 0,0 0-1 0 0,0 0 1 0 0,0 0 0 0 0,0-1 0 0 0,0 1 0 0 0,1 0 0 0 0,-1-1 0 0 0,0 0 0 0 0,1 1 0 0 0,-1-1-1 0 0,1 0 1 0 0,-1 0 0 0 0,1 0 0 0 0,0-1 0 0 0,-1 1 0 0 0,6 0 0 0 0,-6-1 194 0 0,19-6 626 0 0,-17 2-730 0 0,0 0 1 0 0,-1 0-1 0 0,0 0 0 0 0,0-1 0 0 0,0 1 1 0 0,-1-1-1 0 0,0 0 0 0 0,0 0 1 0 0,0 1-1 0 0,0-1 0 0 0,-1 0 0 0 0,1-1 1 0 0,-1 1-1 0 0,-1 0 0 0 0,1 0 1 0 0,-1 0-1 0 0,0-1 0 0 0,0-7 0 0 0,-2-8-499 0 0,-1 0 0 0 0,0 0 0 0 0,-8-23 0 0 0,11 42-526 0 0,-3-1-270 0 0,2 0-550 0 0</inkml:trace>
</inkml:ink>
</file>

<file path=ppt/ink/ink4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1:22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 0 0,'7'3'242'0'0,"0"1"1"0"0,-1-1-1 0 0,1 2 1 0 0,-1-1-1 0 0,1 1 1 0 0,-1 0-1 0 0,0 0 0 0 0,-1 0 1 0 0,0 1-1 0 0,1 0 1 0 0,-2 0-1 0 0,1 1 1 0 0,-1-1-1 0 0,0 1 0 0 0,0 0 1 0 0,-1 0-1 0 0,0 0 1 0 0,0 0-1 0 0,-1 1 1 0 0,0-1-1 0 0,0 1 1 0 0,0 0-1 0 0,-1-1 0 0 0,0 1 1 0 0,-1 12-1 0 0,0-18 17 0 0,-2 5 4283 0 0,2-13-4653 0 0,1 0 1 0 0,0 1-1 0 0,1-1 1 0 0,-1 0-1 0 0,1 1 1 0 0,0 0-1 0 0,0-1 1 0 0,1 1-1 0 0,0 0 1 0 0,-1 0-1 0 0,2 0 1 0 0,-1 1-1 0 0,1-1 1 0 0,-1 1-1 0 0,1 0 1 0 0,0 0-1 0 0,1 0 1 0 0,-1 0-1 0 0,1 1 1 0 0,0-1-1 0 0,5-2 1 0 0,43-12-4588 0 0,-34 15 2455 0 0</inkml:trace>
</inkml:ink>
</file>

<file path=ppt/ink/ink4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1:22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39 460 116 0 0,'-4'15'2896'0'0,"-30"32"116"0"0,33-45-2555 0 0,6 5-142 0 0,-5-7-298 0 0,0 1-1 0 0,0 0 1 0 0,0-1-1 0 0,0 1 1 0 0,1 0-1 0 0,-1-1 0 0 0,0 1 1 0 0,0-1-1 0 0,1 1 1 0 0,-1 0-1 0 0,0-1 1 0 0,1 1-1 0 0,-1-1 0 0 0,1 1 1 0 0,-1-1-1 0 0,1 1 1 0 0,-1-1-1 0 0,1 0 1 0 0,-1 1-1 0 0,1-1 0 0 0,-1 0 1 0 0,1 1-1 0 0,-1-1 1 0 0,1 0-1 0 0,-1 1 1 0 0,1-1-1 0 0,0 0 1 0 0,-1 0-1 0 0,1 0 0 0 0,0 0 1 0 0,-1 0-1 0 0,2 1 1 0 0,4-3 25 0 0,0 0 0 0 0,0 0 1 0 0,0 0-1 0 0,0-1 0 0 0,-1 0 1 0 0,1 0-1 0 0,-1 0 0 0 0,0-1 1 0 0,0 0-1 0 0,0 0 0 0 0,0 0 1 0 0,-1-1-1 0 0,1 1 0 0 0,-1-1 1 0 0,0 0-1 0 0,-1 0 0 0 0,1 0 1 0 0,-1-1-1 0 0,0 1 0 0 0,3-11 1 0 0,4-4 93 0 0,-2-1 1 0 0,-1 0 0 0 0,-1 0 0 0 0,7-34-1 0 0,-8 20 351 0 0,-2 0-1 0 0,-1 0 1 0 0,-4-52-1 0 0,0 66 853 0 0,-1 0 0 0 0,-1 0-1 0 0,-12-37 1 0 0,16 57-734 0 0,-2 3-557 0 0,0 0 0 0 0,0 0 1 0 0,0 0-1 0 0,0 1 0 0 0,1-1 0 0 0,-1 0 0 0 0,1 1 1 0 0,-1 0-1 0 0,1-1 0 0 0,0 1 0 0 0,0 0 1 0 0,0 0-1 0 0,1-1 0 0 0,-2 6 0 0 0,-3 21-149 0 0,1 0 1 0 0,1 0-1 0 0,2 1 0 0 0,1-1 0 0 0,1 1 0 0 0,6 35 0 0 0,-3-43-657 0 0,1 1-1 0 0,1 0 0 0 0,12 28 0 0 0,-11-35-469 0 0,0-1-1 0 0,1 0 1 0 0,1-1 0 0 0,0 0-1 0 0,13 15 1 0 0,10 5-2389 0 0</inkml:trace>
</inkml:ink>
</file>

<file path=ppt/ink/ink4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1:23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72 256 0 0,'-9'-7'494'0'0,"0"-1"0"0"0,0 1 0 0 0,0 1 0 0 0,-1 0 0 0 0,0 0 0 0 0,0 1 0 0 0,-1 0-1 0 0,0 1 1 0 0,0 0 0 0 0,0 0 0 0 0,0 2 0 0 0,0-1 0 0 0,-1 1 0 0 0,1 1 0 0 0,-1 0 0 0 0,1 1 0 0 0,-13 0 0 0 0,21 1-439 0 0,0 0-1 0 0,0 0 1 0 0,1 0 0 0 0,-1 1-1 0 0,0-1 1 0 0,0 0 0 0 0,1 1-1 0 0,-1 0 1 0 0,1 0 0 0 0,-1 0-1 0 0,1 0 1 0 0,0 0 0 0 0,0 0-1 0 0,0 1 1 0 0,0-1 0 0 0,0 1-1 0 0,0-1 1 0 0,1 1 0 0 0,0 0-1 0 0,-1 0 1 0 0,1-1 0 0 0,0 1-1 0 0,0 0 1 0 0,0 0 0 0 0,0 4-1 0 0,-2 6 43 0 0,0-1-1 0 0,2 1 1 0 0,-1-1-1 0 0,2 24 0 0 0,5 13 73 0 0,3-1 0 0 0,2 0 0 0 0,2 0 0 0 0,2-1 0 0 0,26 58 0 0 0,-2 0 17 0 0,-19-54-96 0 0,-10-28-42 0 0,0 1 1 0 0,-2 1-1 0 0,0-1 0 0 0,-2 1 1 0 0,0 0-1 0 0,0 32 1 0 0,-4-54-40 0 0,-1-1 0 0 0,0 1 1 0 0,-1 0-1 0 0,1 0 0 0 0,0 0 1 0 0,-1 0-1 0 0,0 0 1 0 0,1-1-1 0 0,-1 1 0 0 0,0 0 1 0 0,0-1-1 0 0,-1 1 0 0 0,1 0 1 0 0,0-1-1 0 0,-1 0 1 0 0,0 1-1 0 0,0-1 0 0 0,1 0 1 0 0,-5 4-1 0 0,4-6 6 0 0,1 1 0 0 0,-1 0 0 0 0,0-1 0 0 0,0 1 0 0 0,0-1 0 0 0,0 1 0 0 0,0-1 0 0 0,0 0 0 0 0,0 0 0 0 0,0 0 0 0 0,0 0 0 0 0,0 0 0 0 0,0 0 0 0 0,1-1 0 0 0,-1 1 0 0 0,0 0 0 0 0,0-1 0 0 0,0 0 0 0 0,0 1-1 0 0,0-1 1 0 0,1 0 0 0 0,-1 0 0 0 0,0 0 0 0 0,1 0 0 0 0,-1 0 0 0 0,1-1 0 0 0,-1 1 0 0 0,1 0 0 0 0,-3-4 0 0 0,-3-1 54 0 0,0-1-1 0 0,1 0 1 0 0,0 0-1 0 0,0-1 1 0 0,1 1-1 0 0,-1-1 1 0 0,2-1-1 0 0,-1 1 1 0 0,1-1-1 0 0,1 0 1 0 0,-1 0-1 0 0,-2-15 1 0 0,3 11-20 0 0,1-1-1 0 0,1 0 1 0 0,1 0 0 0 0,0 0-1 0 0,0 0 1 0 0,2 0 0 0 0,4-25 0 0 0,3 6-57 0 0,2 1 0 0 0,1 0 1 0 0,1 0-1 0 0,1 2 1 0 0,2 0-1 0 0,24-34 1 0 0,-18 31-52 0 0,2 1 1 0 0,1 1-1 0 0,2 1 1 0 0,44-39-1 0 0,-54 54 30 0 0,1 1-1 0 0,1 1 1 0 0,0 1-1 0 0,1 1 0 0 0,0 0 1 0 0,1 2-1 0 0,0 0 1 0 0,0 1-1 0 0,27-5 1 0 0,-42 11 27 0 0,1 1 0 0 0,-1 1 1 0 0,0-1-1 0 0,1 1 0 0 0,-1 0 1 0 0,1 0-1 0 0,-1 1 1 0 0,0 0-1 0 0,1 0 0 0 0,-1 0 1 0 0,0 1-1 0 0,0 0 0 0 0,0 0 1 0 0,0 1-1 0 0,0-1 1 0 0,0 1-1 0 0,-1 1 0 0 0,9 5 1 0 0,-10-5 8 0 0,0-1 1 0 0,0 1-1 0 0,-1 0 1 0 0,1 0-1 0 0,-1 0 1 0 0,0 1-1 0 0,0-1 1 0 0,0 1-1 0 0,-1 0 1 0 0,0 0-1 0 0,0-1 1 0 0,0 1-1 0 0,0 1 1 0 0,-1-1-1 0 0,0 0 1 0 0,0 0 0 0 0,0 0-1 0 0,-1 1 1 0 0,0-1-1 0 0,0 0 1 0 0,0 1-1 0 0,-2 7 1 0 0,1-2 23 0 0,-1-1 0 0 0,-1 0 0 0 0,0 0 0 0 0,0 0 0 0 0,-1 0 0 0 0,-9 18 1 0 0,12-27 627 0 0,5-6-611 0 0,9-13-5 0 0,-2-1-1 0 0,0 1 0 0 0,-1-2 1 0 0,-1 1-1 0 0,-1-1 1 0 0,0-1-1 0 0,-2 0 1 0 0,0 1-1 0 0,3-27 1 0 0,-9 46-16 0 0,7-15 1131 0 0,-4 46-1170 0 0,-2-15 37 0 0,1 0 0 0 0,0 0 0 0 0,1 0 0 0 0,1-1 0 0 0,0 1 0 0 0,1-1 1 0 0,0 0-1 0 0,2 0 0 0 0,9 17 0 0 0,-15-30 20 0 0,14 0 108 0 0,-12-2-265 0 0,0-1-1 0 0,0 1 1 0 0,0-1 0 0 0,0 0 0 0 0,-1 0-1 0 0,1 0 1 0 0,0 0 0 0 0,-1 0 0 0 0,1 0 0 0 0,2-4-1 0 0,3-14-8808 0 0,-6 11 5032 0 0</inkml:trace>
</inkml:ink>
</file>

<file path=ppt/ink/ink4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1:24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29 512 0 0,'2'-8'2384'0'0,"8"-12"6924"0"0,11 31-8224 0 0,-3 4-877 0 0,-2 0-1 0 0,0 2 1 0 0,-1 0 0 0 0,0 0-1 0 0,-2 2 1 0 0,0 0 0 0 0,-1 0-1 0 0,-1 1 1 0 0,15 36 0 0 0,-20-43-129 0 0,-2-1 1 0 0,1 0 0 0 0,2 19-1 0 0,-6-28-61 0 0,0 0-1 0 0,0 0 1 0 0,-1-1 0 0 0,0 1-1 0 0,1 0 1 0 0,-1 0-1 0 0,0 0 1 0 0,-1 0 0 0 0,1 0-1 0 0,0 0 1 0 0,-1-1-1 0 0,0 1 1 0 0,1 0-1 0 0,-1 0 1 0 0,0-1 0 0 0,0 1-1 0 0,-1 0 1 0 0,1-1-1 0 0,-1 1 1 0 0,1-1 0 0 0,-4 4-1 0 0,4-5 26 0 0,0 1 1 0 0,-1-1-1 0 0,1 1 0 0 0,-1-1 0 0 0,1 0 0 0 0,-1 0 1 0 0,1 0-1 0 0,-1 0 0 0 0,0 0 0 0 0,0 0 0 0 0,0 0 1 0 0,1 0-1 0 0,-1-1 0 0 0,0 1 0 0 0,0-1 1 0 0,0 1-1 0 0,0-1 0 0 0,0 0 0 0 0,0 0 0 0 0,0 0 1 0 0,0 0-1 0 0,0 0 0 0 0,0 0 0 0 0,0-1 0 0 0,0 1 1 0 0,0 0-1 0 0,0-1 0 0 0,0 0 0 0 0,0 1 0 0 0,1-1 1 0 0,-1 0-1 0 0,0 0 0 0 0,0 0 0 0 0,1 0 1 0 0,-1-1-1 0 0,1 1 0 0 0,-1 0 0 0 0,1-1 0 0 0,-1 1 1 0 0,1-1-1 0 0,0 1 0 0 0,0-1 0 0 0,0 1 0 0 0,0-1 1 0 0,-1-2-1 0 0,-1-1 57 0 0,1 0 0 0 0,-1 0 0 0 0,1 0 0 0 0,1-1 0 0 0,-1 1 0 0 0,1 0 0 0 0,0-1 0 0 0,0 1-1 0 0,1-1 1 0 0,-1 1 0 0 0,1-1 0 0 0,1 0 0 0 0,-1 1 0 0 0,1-1 0 0 0,1-5 0 0 0,4-7 38 0 0,1 0 0 0 0,1 0 0 0 0,0 1 0 0 0,2 0 0 0 0,0 1 1 0 0,18-24-1 0 0,-23 34-292 0 0,1-1 0 0 0,0 1 1 0 0,0 0-1 0 0,1 0 0 0 0,-1 1 1 0 0,1 0-1 0 0,0 0 0 0 0,1 0 0 0 0,-1 1 1 0 0,1 0-1 0 0,0 1 0 0 0,0-1 1 0 0,0 2-1 0 0,0-1 0 0 0,1 1 1 0 0,16-2-1 0 0,-19 4-331 0 0,-1 0 1 0 0,1 1-1 0 0,0-1 0 0 0,-1 2 0 0 0,1-1 1 0 0,7 3-1 0 0,17 8-6712 0 0,-15-7 3095 0 0</inkml:trace>
</inkml:ink>
</file>

<file path=ppt/ink/ink4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1:24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82 584 0 0,'-26'-27'7235'0'0,"20"28"-7028"0"0,0-1 0 0 0,1 0 0 0 0,-1 1 1 0 0,0 0-1 0 0,1 1 0 0 0,-1-1 0 0 0,1 1 0 0 0,-1 0 1 0 0,1 0-1 0 0,0 1 0 0 0,0 0 0 0 0,0 0 0 0 0,0 0 1 0 0,0 0-1 0 0,1 1 0 0 0,-1-1 0 0 0,1 1 0 0 0,0 0 1 0 0,0 1-1 0 0,1-1 0 0 0,-1 1 0 0 0,1 0 1 0 0,0 0-1 0 0,-3 6 0 0 0,4-8-161 0 0,0 0 0 0 0,0 1 0 0 0,1-1 0 0 0,-1 0-1 0 0,1 1 1 0 0,0-1 0 0 0,0 1 0 0 0,0-1 0 0 0,0 1 0 0 0,1 0 0 0 0,-1-1 0 0 0,1 1 0 0 0,0 0-1 0 0,0-1 1 0 0,0 1 0 0 0,1 0 0 0 0,-1-1 0 0 0,1 1 0 0 0,0 0 0 0 0,0-1 0 0 0,0 1 0 0 0,0-1-1 0 0,1 0 1 0 0,0 1 0 0 0,-1-1 0 0 0,1 0 0 0 0,0 0 0 0 0,1 0 0 0 0,-1 0 0 0 0,0 0 0 0 0,1-1-1 0 0,0 1 1 0 0,-1-1 0 0 0,1 1 0 0 0,0-1 0 0 0,0 0 0 0 0,1 0 0 0 0,3 2 0 0 0,-3-3 18 0 0,0 1 1 0 0,0-1-1 0 0,0 0 1 0 0,0 0-1 0 0,0 0 1 0 0,0-1-1 0 0,0 1 1 0 0,0-1-1 0 0,0 0 1 0 0,0 0-1 0 0,0-1 1 0 0,0 1-1 0 0,0-1 1 0 0,0 0-1 0 0,0 0 1 0 0,0 0-1 0 0,0 0 1 0 0,0-1-1 0 0,-1 0 1 0 0,1 0-1 0 0,0 0 1 0 0,-1 0-1 0 0,0 0 1 0 0,1-1 0 0 0,-1 1-1 0 0,0-1 1 0 0,0 0-1 0 0,-1 0 1 0 0,1 0-1 0 0,0 0 1 0 0,-1-1-1 0 0,0 1 1 0 0,2-5-1 0 0,1 1 81 0 0,0-1 0 0 0,-1 1 0 0 0,-1-1 0 0 0,1 0 0 0 0,-1 0 0 0 0,0 0-1 0 0,-1-1 1 0 0,0 1 0 0 0,-1 0 0 0 0,1-1 0 0 0,-1 0 0 0 0,-1 1 0 0 0,0-1 0 0 0,-2-15 0 0 0,1 15-76 0 0,-11-33 87 0 0,12 41-319 0 0,-1 0 0 0 0,0-1 1 0 0,1 1-1 0 0,-1 0 0 0 0,0-1 0 0 0,1 1 1 0 0,-1 0-1 0 0,0 0 0 0 0,0 0 1 0 0,0 0-1 0 0,0 0 0 0 0,0 0 1 0 0,0 0-1 0 0,0 0 0 0 0,0 0 1 0 0,-1 0-1 0 0,1 1 0 0 0,0-1 1 0 0,-1 0-1 0 0,1 1 0 0 0,0-1 0 0 0,-1 1 1 0 0,1 0-1 0 0,0-1 0 0 0,-3 1 1 0 0,1 1-2319 0 0,1 0 1818 0 0,-8 2 68 0 0,4 3-4418 0 0,1 2 1414 0 0</inkml:trace>
</inkml:ink>
</file>

<file path=ppt/ink/ink4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1:25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6 112 536 0 0,'0'0'11158'0'0,"-1"5"-10782"0"0,-3 14-26 0 0,3-14-45 0 0,6 37 1464 0 0,-4-41-1731 0 0,0 0 0 0 0,0 1 0 0 0,0-1 0 0 0,0 0 0 0 0,0 0-1 0 0,1 0 1 0 0,-1 0 0 0 0,0-1 0 0 0,0 1 0 0 0,1 0 0 0 0,-1 0 0 0 0,0-1 0 0 0,1 1 0 0 0,-1-1 0 0 0,1 1 0 0 0,-1-1-1 0 0,1 0 1 0 0,-1 1 0 0 0,1-1 0 0 0,-1 0 0 0 0,1 0 0 0 0,-1 0 0 0 0,1 0 0 0 0,-1 0 0 0 0,3-1 0 0 0,40-10 225 0 0,-34 8-175 0 0,5 0-172 0 0,0 0 1 0 0,1 1 0 0 0,-1 0-1 0 0,0 1 1 0 0,1 1 0 0 0,-1 0-1 0 0,1 1 1 0 0,-1 1 0 0 0,23 6-1 0 0,-31-7 124 0 0,0 1 0 0 0,1-1 1 0 0,-1 0-1 0 0,1-1 0 0 0,0 0 0 0 0,-1 0 0 0 0,1 0 0 0 0,-1-1 0 0 0,1 0 0 0 0,-1-1 0 0 0,0 0 0 0 0,1 0 0 0 0,-1 0 0 0 0,0-1 0 0 0,0 0 0 0 0,-1 0 0 0 0,1-1 0 0 0,-1 0 0 0 0,1 0 0 0 0,-1-1 0 0 0,0 1 0 0 0,-1-1 0 0 0,1-1 0 0 0,-1 1 1 0 0,0-1-1 0 0,0 0 0 0 0,-1 0 0 0 0,0 0 0 0 0,0 0 0 0 0,0-1 0 0 0,4-11 0 0 0,3-3 361 0 0,-7 16-96 0 0,-1 0-1 0 0,0-1 1 0 0,-1 1 0 0 0,1-1-1 0 0,-1 0 1 0 0,0 0-1 0 0,2-9 1 0 0,-4 14 567 0 0,-2 9-764 0 0,-97 364 479 0 0,81-297-469 0 0,-31 80 1 0 0,49-153-55 0 0,0-2-39 0 0,0 0 0 0 0,0 0 0 0 0,0 1 1 0 0,0-1-1 0 0,0 0 0 0 0,0 0 1 0 0,0 0-1 0 0,0 0 0 0 0,0 1 1 0 0,0-1-1 0 0,0 0 0 0 0,0 0 1 0 0,0 0-1 0 0,0 0 0 0 0,0 1 0 0 0,0-1 1 0 0,0 0-1 0 0,0 0 0 0 0,0 0 1 0 0,0 1-1 0 0,0-1 0 0 0,0 0 1 0 0,0 0-1 0 0,0 0 0 0 0,0 0 0 0 0,0 1 1 0 0,0-1-1 0 0,0 0 0 0 0,-1 0 1 0 0,1 0-1 0 0,0 0 0 0 0,0 0 1 0 0,0 0-1 0 0,0 1 0 0 0,0-1 0 0 0,0 0 1 0 0,-1 0-1 0 0,1 0 0 0 0,0 0 1 0 0,0 0-1 0 0,0 0 0 0 0,0 0 1 0 0,-1 0-1 0 0,1 0 0 0 0,0 0 0 0 0,0 0 1 0 0,0 0-1 0 0,0 0 0 0 0,-1 0 1 0 0,1 0-1 0 0,0 0 0 0 0,0 0 1 0 0,0 0-1 0 0,-1 0 0 0 0,1 0 0 0 0,0 0 1 0 0,0 0-1 0 0,-1-11 28 0 0,1-1-1 0 0,1 1 1 0 0,0 0 0 0 0,0-1-1 0 0,1 1 1 0 0,1 0 0 0 0,0 0-1 0 0,0 0 1 0 0,1 0 0 0 0,0 1-1 0 0,1 0 1 0 0,0 0 0 0 0,1 0-1 0 0,11-14 1 0 0,7-9-93 0 0,1 2 0 0 0,56-53-1 0 0,-64 68 6 0 0,2 1 0 0 0,0 0 0 0 0,0 1 0 0 0,25-13 0 0 0,-36 23 3 0 0,0-1-1 0 0,1 2 1 0 0,-1-1-1 0 0,1 1 0 0 0,0 0 1 0 0,0 1-1 0 0,0 0 0 0 0,0 0 1 0 0,0 1-1 0 0,1 0 0 0 0,-1 1 1 0 0,0 0-1 0 0,16 2 0 0 0,-23-2 23 0 0,-1 0-1 0 0,1 0 0 0 0,0 0 0 0 0,-1 0 0 0 0,1 1 1 0 0,-1-1-1 0 0,1 1 0 0 0,0-1 0 0 0,-1 1 0 0 0,1-1 1 0 0,-1 1-1 0 0,1 0 0 0 0,-1 0 0 0 0,0 0 0 0 0,1 0 0 0 0,-1 0 1 0 0,0 0-1 0 0,0 0 0 0 0,0 0 0 0 0,0 1 0 0 0,1-1 1 0 0,-2 0-1 0 0,1 1 0 0 0,0-1 0 0 0,0 0 0 0 0,0 1 1 0 0,-1-1-1 0 0,1 1 0 0 0,-1 0 0 0 0,1-1 0 0 0,-1 1 1 0 0,1-1-1 0 0,-1 1 0 0 0,0 0 0 0 0,0-1 0 0 0,0 1 1 0 0,0 0-1 0 0,0 2 0 0 0,-2-1 1 0 0,1 0 0 0 0,0 1 1 0 0,-1-1-1 0 0,0 0 0 0 0,0 0 0 0 0,0 0 0 0 0,0 0 1 0 0,0 0-1 0 0,0 0 0 0 0,-1 0 0 0 0,0-1 1 0 0,1 0-1 0 0,-1 1 0 0 0,0-1 0 0 0,0 0 1 0 0,0 0-1 0 0,-5 2 0 0 0,-14 5-427 0 0,0 0 0 0 0,-1-1-1 0 0,0-2 1 0 0,-1 0 0 0 0,1-2 0 0 0,-40 4 0 0 0,27-6-4812 0 0,-63-5 1 0 0,65 0 561 0 0</inkml:trace>
</inkml:ink>
</file>

<file path=ppt/ink/ink4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1:27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0 799 520 0 0,'0'0'4598'0'0,"6"-1"-4129"0"0,44-9 75 0 0,-1-3 0 0 0,-1-1 0 0 0,0-3 0 0 0,-1-2 0 0 0,46-25 0 0 0,-65 30-370 0 0,1-3 0 0 0,-2 0 0 0 0,0-1 0 0 0,-1-2 0 0 0,-1-1 0 0 0,-1 0 0 0 0,29-34 0 0 0,-38 35-86 0 0,0 0 0 0 0,-1-1 0 0 0,-1 0 1 0 0,0-1-1 0 0,-2 0 0 0 0,-1-1 1 0 0,-1 0-1 0 0,-1-1 0 0 0,-1 0 0 0 0,5-27 1 0 0,-9 32 42 0 0,0 0 0 0 0,-1 0 0 0 0,-1-1-1 0 0,-1 1 1 0 0,-1-1 0 0 0,0 1 0 0 0,-1 0 0 0 0,-2-1 0 0 0,-8-30 0 0 0,11 48 3 0 0,-6 10-119 0 0,0 0-1 0 0,1 1 1 0 0,0 0-1 0 0,0 0 1 0 0,1 0-1 0 0,0 1 1 0 0,-4 13-1 0 0,-22 77 88 0 0,21-60-61 0 0,-185 740 525 0 0,171-678-502 0 0,12-41-10 0 0,-3-1 0 0 0,-3-1 0 0 0,-2 0-1 0 0,-45 89 1 0 0,62-143-196 0 0,-4 8 6 0 0,0-1-1 0 0,-1-1 1 0 0,0 1 0 0 0,-12 11 0 0 0,17-20-126 0 0,0 0 1 0 0,-1 0 0 0 0,1-1 0 0 0,0 1 0 0 0,-1-1 0 0 0,0 0-1 0 0,1 0 1 0 0,-6 2 0 0 0,6-4-159 0 0,0 1-1 0 0,1 0 1 0 0,-1-1 0 0 0,0 1-1 0 0,0-1 1 0 0,0 0-1 0 0,1 0 1 0 0,-1 0 0 0 0,0 0-1 0 0,0-1 1 0 0,0 1 0 0 0,1-1-1 0 0,-6-1 1 0 0,-21-9-2256 0 0</inkml:trace>
</inkml:ink>
</file>

<file path=ppt/ink/ink4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1:28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1 295 156 0 0,'6'-1'733'0'0,"22"-2"123"0"0,1-2 0 0 0,43-12 0 0 0,15-4 89 0 0,73-7 99 0 0,469-93 2558 0 0,-424 60-26 0 0,-204 61-2809 0 0,-6 4-667 0 0,-1 0-89 0 0,1 0 0 0 0,0 1 0 0 0,0 0 0 0 0,0 0 0 0 0,1 0-1 0 0,-1 1 1 0 0,1-1 0 0 0,1 1 0 0 0,-1 0 0 0 0,1 0 0 0 0,0 1 0 0 0,0-1 0 0 0,1 0-1 0 0,0 1 1 0 0,0 0 0 0 0,-2 13 0 0 0,4-15-22 0 0,-1 1 0 0 0,2-1 0 0 0,-1 0 0 0 0,0 0 0 0 0,1 1 0 0 0,0-1 0 0 0,0 0 0 0 0,1 0 0 0 0,0 0 0 0 0,-1 0 0 0 0,2 0 0 0 0,-1 0-1 0 0,0 0 1 0 0,1-1 0 0 0,0 1 0 0 0,0-1 0 0 0,1 0 0 0 0,-1 0 0 0 0,1 0 0 0 0,0 0 0 0 0,0-1 0 0 0,0 1 0 0 0,0-1 0 0 0,5 3 0 0 0,-4-3 53 0 0,0-1-1 0 0,0 1 1 0 0,0-1 0 0 0,0 1-1 0 0,0-1 1 0 0,1-1 0 0 0,-1 1-1 0 0,0-1 1 0 0,1 0 0 0 0,0 0-1 0 0,-1-1 1 0 0,1 0 0 0 0,-1 1-1 0 0,1-2 1 0 0,0 1-1 0 0,-1-1 1 0 0,1 0 0 0 0,-1 0-1 0 0,1-1 1 0 0,-1 1 0 0 0,0-1-1 0 0,1 0 1 0 0,-1-1 0 0 0,0 1-1 0 0,-1-1 1 0 0,1 0 0 0 0,0 0-1 0 0,-1-1 1 0 0,1 1 0 0 0,-1-1-1 0 0,0 0 1 0 0,0 0 0 0 0,-1 0-1 0 0,1-1 1 0 0,-1 1 0 0 0,0-1-1 0 0,0 0 1 0 0,-1 0 0 0 0,1 0-1 0 0,2-9 1 0 0,-3 6-2 0 0,0 1 0 0 0,-1-1 1 0 0,0 1-1 0 0,-1-1 0 0 0,1 0 0 0 0,-1 1 1 0 0,-1-1-1 0 0,1 1 0 0 0,-1-1 0 0 0,-1 1 0 0 0,0-1 1 0 0,0 1-1 0 0,0 0 0 0 0,-1-1 0 0 0,1 1 1 0 0,-2 1-1 0 0,1-1 0 0 0,-1 0 0 0 0,0 1 0 0 0,-1 0 1 0 0,1 0-1 0 0,-1 0 0 0 0,0 0 0 0 0,-1 1 0 0 0,1 0 1 0 0,-1 0-1 0 0,-9-5 0 0 0,13 9-166 0 0,-1 0 0 0 0,1 0 1 0 0,-1 1-1 0 0,1-1 0 0 0,-1 1 0 0 0,0-1 0 0 0,1 1 0 0 0,-1 0 0 0 0,1 0 1 0 0,-1 1-1 0 0,1-1 0 0 0,-1 0 0 0 0,0 1 0 0 0,1 0 0 0 0,-1-1 0 0 0,1 1 1 0 0,-5 2-1 0 0,2 0-998 0 0,-1-1-1 0 0,1 1 1 0 0,0 0 0 0 0,0 0 0 0 0,1 1-1 0 0,-9 7 1 0 0,6-3-2307 0 0</inkml:trace>
</inkml:ink>
</file>

<file path=ppt/ink/ink4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1:28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28 112 0 0,'6'-2'518'0'0,"0"0"0"0"0,0 1 0 0 0,0-1 0 0 0,0 1 1 0 0,0 1-1 0 0,1-1 0 0 0,-1 1 0 0 0,0 0 0 0 0,0 0 0 0 0,1 1 0 0 0,9 1 0 0 0,-9 0-315 0 0,-1 0-1 0 0,0 1 0 0 0,1-1 1 0 0,-1 1-1 0 0,0 1 0 0 0,0-1 1 0 0,0 1-1 0 0,-1 0 0 0 0,1 0 1 0 0,-1 1-1 0 0,0-1 0 0 0,0 1 1 0 0,-1 0-1 0 0,1 1 0 0 0,-1-1 1 0 0,5 9-1 0 0,-5-5-410 0 0,11 11 2507 0 0,-8-21-933 0 0,-2-15-969 0 0,-3 9-537 0 0,1 0 1 0 0,-1 0-1 0 0,1 1 1 0 0,0-1 0 0 0,1 1-1 0 0,-1 0 1 0 0,1 0-1 0 0,1 0 1 0 0,8-9 0 0 0,28-21-6813 0 0</inkml:trace>
</inkml:ink>
</file>

<file path=ppt/ink/ink4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1:28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0 448 0 0,'0'0'1341'0'0,"14"20"1988"0"0,-14-13-3046 0 0,-1 0-1 0 0,0 0 1 0 0,0 1 0 0 0,-1-1-1 0 0,0 0 1 0 0,0 0-1 0 0,-1 0 1 0 0,1-1-1 0 0,-6 9 1 0 0,-7 18 828 0 0,15-32-918 0 0,8-32 1451 0 0,-5 26-1641 0 0,0 0 1 0 0,0 1-1 0 0,0 0 1 0 0,1 0-1 0 0,-1 0 0 0 0,1 0 1 0 0,0 0-1 0 0,0 1 1 0 0,1 0-1 0 0,-1 0 1 0 0,6-3-1 0 0,53-22 20 0 0,-60 27-21 0 0,3-2-4 0 0,0 0 0 0 0,0 1-1 0 0,0 0 1 0 0,0 0-1 0 0,0 1 1 0 0,1-1 0 0 0,-1 1-1 0 0,1 1 1 0 0,-1-1-1 0 0,0 1 1 0 0,1 0 0 0 0,-1 1-1 0 0,1-1 1 0 0,-1 1 0 0 0,0 1-1 0 0,1-1 1 0 0,-1 1-1 0 0,0 0 1 0 0,0 0 0 0 0,0 1-1 0 0,0 0 1 0 0,-1 0-1 0 0,1 0 1 0 0,-1 1 0 0 0,0 0-1 0 0,1 0 1 0 0,-2 0-1 0 0,1 0 1 0 0,-1 1 0 0 0,9 10-1 0 0,-11-12 63 0 0,1 0 0 0 0,0 0 0 0 0,0-1 0 0 0,0 1 0 0 0,0-1-1 0 0,0 0 1 0 0,1 0 0 0 0,-1 0 0 0 0,1 0 0 0 0,-1-1 0 0 0,1 0-1 0 0,0 1 1 0 0,0-1 0 0 0,-1 0 0 0 0,8 0 0 0 0,3 0 207 0 0,1 0 0 0 0,30-4 0 0 0,-36 1-279 0 0,0 1 1 0 0,1 1-1 0 0,-1-1 1 0 0,1 2-1 0 0,0-1 0 0 0,-1 1 1 0 0,0 1-1 0 0,19 4 0 0 0,-13 0-877 0 0,7 4-5548 0 0</inkml:trace>
</inkml:ink>
</file>

<file path=ppt/ink/ink4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1:31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350 477 16 0 0,'1'-1'239'0'0,"0"0"-1"0"0,0-1 1 0 0,1 1 0 0 0,-1-1-1 0 0,0 1 1 0 0,0-1 0 0 0,0 0 0 0 0,-1 1-1 0 0,1-1 1 0 0,0 0 0 0 0,-1 0-1 0 0,1 0 1 0 0,-1 1 0 0 0,1-1-1 0 0,-1 0 1 0 0,0 0 0 0 0,0 0-1 0 0,0 0 1 0 0,0 0 0 0 0,0 0-1 0 0,0 1 1 0 0,-1-1 0 0 0,1 0 0 0 0,0 0-1 0 0,-1 0 1 0 0,0 1 0 0 0,1-1-1 0 0,-1 0 1 0 0,0 0 0 0 0,0 1-1 0 0,-2-3 1 0 0,1 3-151 0 0,-1 0 0 0 0,1 1 0 0 0,-1-1 0 0 0,0 1 0 0 0,1 0 0 0 0,-1 0 0 0 0,0 0 0 0 0,1 0 0 0 0,-1 0 0 0 0,0 0 0 0 0,1 1 0 0 0,-1-1 0 0 0,0 1 0 0 0,1 0 0 0 0,-1 0 0 0 0,-3 2 0 0 0,4-2 18 0 0,-31 11 337 0 0,0 1 0 0 0,1 2 0 0 0,-40 25 0 0 0,61-34-336 0 0,-1 2 0 0 0,1 0 0 0 0,1 0-1 0 0,-1 1 1 0 0,2 0 0 0 0,-1 1-1 0 0,1 0 1 0 0,1 1 0 0 0,0-1 0 0 0,0 2-1 0 0,-11 22 1 0 0,18-33-92 0 0,0 1-1 0 0,0 0 1 0 0,0-1-1 0 0,0 1 1 0 0,1 0-1 0 0,-1 0 1 0 0,1 0 0 0 0,-1 0-1 0 0,1 0 1 0 0,0-1-1 0 0,-1 1 1 0 0,1 0-1 0 0,0 0 1 0 0,0 0 0 0 0,1 0-1 0 0,-1 0 1 0 0,0 0-1 0 0,1 0 1 0 0,-1 0-1 0 0,1-1 1 0 0,-1 1-1 0 0,1 0 1 0 0,0 0 0 0 0,0-1-1 0 0,0 1 1 0 0,0 0-1 0 0,0-1 1 0 0,0 1-1 0 0,0-1 1 0 0,1 1-1 0 0,-1-1 1 0 0,0 0 0 0 0,1 1-1 0 0,-1-1 1 0 0,1 0-1 0 0,-1 0 1 0 0,1 0-1 0 0,0 0 1 0 0,0 0-1 0 0,-1-1 1 0 0,1 1 0 0 0,0 0-1 0 0,0-1 1 0 0,0 1-1 0 0,0-1 1 0 0,0 0-1 0 0,-1 0 1 0 0,1 0 0 0 0,3 0-1 0 0,9 1 29 0 0,-1-1 0 0 0,1 0 0 0 0,-1-1 0 0 0,0-1 0 0 0,23-5 0 0 0,-13 0 102 0 0,-1-1 0 0 0,0-1 0 0 0,-1-1 0 0 0,0-1-1 0 0,0 0 1 0 0,-2-2 0 0 0,1 0 0 0 0,-1-2 0 0 0,-1 0 0 0 0,-1-1-1 0 0,0 0 1 0 0,-1-1 0 0 0,-1-1 0 0 0,17-27 0 0 0,-23 32-1 0 0,0-2 1 0 0,-2 1 0 0 0,0-1-1 0 0,0 0 1 0 0,-2 0 0 0 0,0-1-1 0 0,0 0 1 0 0,-2 0 0 0 0,3-25-1 0 0,-5 29-68 0 0,-1 0 0 0 0,0-1 0 0 0,-1 1 0 0 0,-1-1 0 0 0,0 1 0 0 0,0 0 0 0 0,-2 0 0 0 0,1 0-1 0 0,-1 0 1 0 0,-1 1 0 0 0,0 0 0 0 0,-1-1 0 0 0,-10-15 0 0 0,8 17-73 0 0,0 1 1 0 0,0-1-1 0 0,-1 1 1 0 0,0 1-1 0 0,0 0 0 0 0,-1 0 1 0 0,0 1-1 0 0,0 0 1 0 0,-1 1-1 0 0,0 0 0 0 0,-16-7 1 0 0,21 11-176 0 0,-1-1 0 0 0,1 1 0 0 0,-1 0 0 0 0,0 0-1 0 0,1 1 1 0 0,-1 0 0 0 0,0 0 0 0 0,0 1 0 0 0,0 0 0 0 0,0 0 0 0 0,0 0 0 0 0,0 1 0 0 0,1 0 0 0 0,-1 1 0 0 0,0-1 0 0 0,0 1-1 0 0,1 0 1 0 0,-1 1 0 0 0,1 0 0 0 0,0 0 0 0 0,-10 6 0 0 0,13-6-61 0 0,0 0-1 0 0,1-1 1 0 0,-1 1 0 0 0,1 0 0 0 0,0 0 0 0 0,0 1-1 0 0,0-1 1 0 0,0 0 0 0 0,0 1 0 0 0,1-1-1 0 0,-1 1 1 0 0,1 0 0 0 0,0-1 0 0 0,-1 6-1 0 0,1 32-4963 0 0,4-22 2081 0 0</inkml:trace>
</inkml:ink>
</file>

<file path=ppt/ink/ink4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1:32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93 424 0 0,'2'-2'629'0'0,"-1"1"1"0"0,1-1-1 0 0,0 1 1 0 0,0 0-1 0 0,0-1 1 0 0,0 1-1 0 0,1 0 1 0 0,-1 0-1 0 0,0 0 0 0 0,0 1 1 0 0,1-1-1 0 0,4 0 1 0 0,0 14 3943 0 0,-4 7-4648 0 0,-3-17 185 0 0,0 1 1 0 0,0-1-1 0 0,0 0 1 0 0,1 0-1 0 0,0 1 0 0 0,0-1 1 0 0,0 0-1 0 0,0 0 1 0 0,0 0-1 0 0,1 0 1 0 0,2 5-1 0 0,-2-6-87 0 0,-1-1 0 0 0,1-1 0 0 0,0 1 0 0 0,-1 0 0 0 0,1 0 1 0 0,0 0-1 0 0,0-1 0 0 0,-1 1 0 0 0,1-1 0 0 0,0 1 0 0 0,0-1 0 0 0,0 0 0 0 0,0 0 0 0 0,-1 0 0 0 0,1 0 0 0 0,0 0 0 0 0,0 0 0 0 0,0-1 0 0 0,0 1 0 0 0,-1 0 0 0 0,1-1 0 0 0,0 1 0 0 0,3-2 0 0 0,1 0 46 0 0,-1 0-111 0 0,0 0 0 0 0,0 0 1 0 0,1 0-1 0 0,-1 1 0 0 0,1 0 0 0 0,-1 0 0 0 0,1 0 0 0 0,-1 1 0 0 0,1 0 0 0 0,-1 0 0 0 0,1 0 0 0 0,-1 1 0 0 0,1 0 0 0 0,-1 0 0 0 0,1 0 0 0 0,-1 1 0 0 0,0 0 0 0 0,1 0 0 0 0,5 3 0 0 0,6 5-128 0 0,0 0-1 0 0,0-2 1 0 0,1 0 0 0 0,29 8-1 0 0,-39-14 155 0 0,0 0 0 0 0,1-1 0 0 0,-1 0 0 0 0,1-1-1 0 0,-1 0 1 0 0,1 0 0 0 0,-1 0 0 0 0,1-1 0 0 0,-1-1 0 0 0,1 1-1 0 0,-1-1 1 0 0,15-6 0 0 0,-14 4 99 0 0,-1 0-1 0 0,1 0 0 0 0,-1-1 0 0 0,0 0 1 0 0,0-1-1 0 0,-1 1 0 0 0,1-2 1 0 0,-1 1-1 0 0,-1-1 0 0 0,1 0 1 0 0,-1 0-1 0 0,0-1 0 0 0,-1 1 0 0 0,0-1 1 0 0,0-1-1 0 0,-1 1 0 0 0,4-10 1 0 0,10-39 323 0 0,-18 55-384 0 0,2-11 71 0 0,-1 6-272 0 0,-5 8-1578 0 0,-14 2 1746 0 0,14-2 5 0 0,9 2-166 0 0,59 33-347 0 0,109 44 0 0 0,-152-71 214 0 0,1-1 0 0 0,-1-1 0 0 0,2-1 0 0 0,31 5-1 0 0,-45-10 295 0 0,-1 0-1 0 0,1-1 0 0 0,0 0 0 0 0,-1 0 1 0 0,1-1-1 0 0,-1 0 0 0 0,1-1 0 0 0,-1 0 1 0 0,0 0-1 0 0,0-1 0 0 0,1 0 0 0 0,-2-1 0 0 0,1 1 1 0 0,14-11-1 0 0,-9 5 394 0 0,0-2 0 0 0,-1 1 0 0 0,17-20 0 0 0,8-16 3994 0 0,-36 45-3971 0 0,-1 1-359 0 0,0 0-1 0 0,0-1 0 0 0,0 1 1 0 0,0 0-1 0 0,0 0 0 0 0,0 0 1 0 0,1-1-1 0 0,-1 1 0 0 0,0 0 1 0 0,0 0-1 0 0,0-1 0 0 0,0 1 1 0 0,0 0-1 0 0,0 0 0 0 0,0 0 1 0 0,1-1-1 0 0,-1 1 1 0 0,0 0-1 0 0,0 0 0 0 0,0 0 1 0 0,1 0-1 0 0,-1-1 0 0 0,0 1 1 0 0,0 0-1 0 0,0 0 0 0 0,1 0 1 0 0,-1 0-1 0 0,0 0 0 0 0,0 0 1 0 0,1 0-1 0 0,-1 0 0 0 0,0 0 1 0 0,0 0-1 0 0,1 0 1 0 0,-1 0-1 0 0,0 0 0 0 0,0 0 1 0 0,0 0-1 0 0,1 0 0 0 0,-1 0 1 0 0,0 0-1 0 0,0 0 0 0 0,1 0 1 0 0,-1 0-1 0 0,0 0 0 0 0,2 3-155 0 0,-1-1-1 0 0,0 1 1 0 0,0-1 0 0 0,-1 1-1 0 0,1 0 1 0 0,-1 0-1 0 0,1-1 1 0 0,-1 1-1 0 0,0 0 1 0 0,0 0-1 0 0,0-1 1 0 0,0 1-1 0 0,0 0 1 0 0,-1 0 0 0 0,1-1-1 0 0,-1 1 1 0 0,0 0-1 0 0,-2 4 1 0 0,-2 11-3466 0 0,3 2-3783 0 0</inkml:trace>
</inkml:ink>
</file>

<file path=ppt/ink/ink4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1:32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13 133 568 0 0,'-2'-39'3099'0'0,"-8"-53"5371"0"0,10 90-8553 0 0</inkml:trace>
</inkml:ink>
</file>

<file path=ppt/ink/ink4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1:33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1 144 640 0 0,'0'0'921'0'0,"20"23"6407"0"0,35-33-5434 0 0,-41 7-1722 0 0,-1 0 0 0 0,0 1 0 0 0,17-1-1 0 0,115 15-213 0 0,-112-8 20 0 0,0 0 0 0 0,1-2 1 0 0,-1-1-1 0 0,1-2 0 0 0,35-6 1 0 0,-63 6 57 0 0,0-1 0 0 0,0 0 1 0 0,0 0-1 0 0,0 0 1 0 0,0-1-1 0 0,-1 0 0 0 0,1 0 1 0 0,-1-1-1 0 0,0 1 1 0 0,0-1-1 0 0,0 0 0 0 0,-1-1 1 0 0,6-6-1 0 0,-8 10-14 0 0,0-1 0 0 0,-1 0 1 0 0,0 0-1 0 0,1-1 0 0 0,-1 1 0 0 0,0 0 0 0 0,0 0 0 0 0,0-1 0 0 0,0 1 0 0 0,-1 0 1 0 0,1-1-1 0 0,-1 1 0 0 0,1-1 0 0 0,-1 1 0 0 0,0-1 0 0 0,0 1 0 0 0,0-1 0 0 0,0 1 1 0 0,-1-1-1 0 0,1 1 0 0 0,0-1 0 0 0,-1 1 0 0 0,0 0 0 0 0,0-1 0 0 0,0 1 1 0 0,0 0-1 0 0,0 0 0 0 0,0-1 0 0 0,0 1 0 0 0,-1 0 0 0 0,1 0 0 0 0,-1 0 0 0 0,1 0 1 0 0,-1 1-1 0 0,-4-4 0 0 0,4 2-12 0 0,-1 0 1 0 0,-1 1 0 0 0,1-1-1 0 0,0 1 1 0 0,-1 0 0 0 0,1 0-1 0 0,-1 0 1 0 0,1 0-1 0 0,-1 1 1 0 0,0-1 0 0 0,0 1-1 0 0,0 0 1 0 0,0 0-1 0 0,0 0 1 0 0,0 1 0 0 0,0 0-1 0 0,0-1 1 0 0,0 2 0 0 0,0-1-1 0 0,0 0 1 0 0,0 1-1 0 0,0-1 1 0 0,0 1 0 0 0,0 0-1 0 0,0 1 1 0 0,0-1 0 0 0,-7 4-1 0 0,9-4-14 0 0,1 0-1 0 0,-1 0 1 0 0,0 1 0 0 0,1-1-1 0 0,-1 0 1 0 0,1 1-1 0 0,0-1 1 0 0,-1 1-1 0 0,1-1 1 0 0,0 1 0 0 0,0-1-1 0 0,0 1 1 0 0,0 0-1 0 0,0 0 1 0 0,0-1 0 0 0,1 1-1 0 0,-1 0 1 0 0,1 0-1 0 0,-1 0 1 0 0,1 0-1 0 0,-1 0 1 0 0,1 0 0 0 0,0 0-1 0 0,0 0 1 0 0,1 4-1 0 0,-2 9-55 0 0,1-14 43 0 0,11 13 5906 0 0,-11-14-5863 0 0,0 0 0 0 0,0-1 0 0 0,0 1-1 0 0,0 0 1 0 0,0 0 0 0 0,0-1-1 0 0,0 1 1 0 0,0 0 0 0 0,1 0 0 0 0,-1 0-1 0 0,0-1 1 0 0,0 1 0 0 0,0 0 0 0 0,1 0-1 0 0,-1 0 1 0 0,0 0 0 0 0,0-1 0 0 0,0 1-1 0 0,1 0 1 0 0,-1 0 0 0 0,0 0-1 0 0,0 0 1 0 0,1 0 0 0 0,-1 0 0 0 0,0 0-1 0 0,0 0 1 0 0,1 0 0 0 0,-1 0 0 0 0,0 0-1 0 0,0 0 1 0 0,1 0 0 0 0,-1 0 0 0 0,0 0-1 0 0,0 0 1 0 0,1 0 0 0 0,-1 0-1 0 0,0 0 1 0 0,0 0 0 0 0,1 0 0 0 0,-1 0-1 0 0,0 0 1 0 0,0 0 0 0 0,1 1 0 0 0,-1-1-1 0 0,0 0 1 0 0,0 0 0 0 0,0 0-1 0 0,1 0 1 0 0,-1 1 0 0 0,0-1 0 0 0,0 0-1 0 0,0 0 1 0 0,0 0 0 0 0,0 1 0 0 0,1-1-1 0 0,-1 0 1 0 0,0 0 0 0 0,0 1 0 0 0,0-1-1 0 0,0 0 1 0 0,0 0 0 0 0,0 1-1 0 0,0-1 1 0 0,0 0 0 0 0,0 0 0 0 0,0 1-1 0 0,0-1 1 0 0,0 1 0 0 0,7 36 271 0 0,-4 50-434 0 0,-7 7 178 0 0,-5 1 0 0 0,-3-2 0 0 0,-46 170 1 0 0,44-215-36 0 0,-33 75 0 0 0,41-110 5 0 0,0-1-1 0 0,0 0 0 0 0,-2 0 0 0 0,1-1 0 0 0,-1 0 1 0 0,-1 0-1 0 0,0 0 0 0 0,-1-2 0 0 0,0 1 1 0 0,0-1-1 0 0,-13 9 0 0 0,21-17 28 0 0,-1 1-1 0 0,1-1 1 0 0,0 0 0 0 0,-1 0-1 0 0,1 0 1 0 0,-1 0 0 0 0,0 0-1 0 0,1 0 1 0 0,-1 0 0 0 0,0-1-1 0 0,1 0 1 0 0,-1 1 0 0 0,0-1-1 0 0,0 0 1 0 0,-3-1 0 0 0,5 1 15 0 0,-1-1 1 0 0,0 1-1 0 0,1-1 1 0 0,-1 0-1 0 0,0 1 1 0 0,1-1-1 0 0,-1 0 1 0 0,1 0-1 0 0,-1 0 1 0 0,1-1-1 0 0,0 1 1 0 0,-1 0-1 0 0,1 0 1 0 0,0-1-1 0 0,0 1 1 0 0,0-1-1 0 0,-2-2 1 0 0,1-1 47 0 0,0-1 0 0 0,0 1 1 0 0,0-1-1 0 0,0 0 0 0 0,1 1 1 0 0,0-1-1 0 0,1 0 1 0 0,-1 0-1 0 0,1 0 0 0 0,0 0 1 0 0,0 0-1 0 0,2-7 1 0 0,3-12-178 0 0,2 0 0 0 0,1 0 0 0 0,0 1 0 0 0,2 0 0 0 0,1 0 1 0 0,25-40-1 0 0,-29 53-355 0 0,1 1 0 0 0,0-1 0 0 0,1 1 0 0 0,0 1 1 0 0,0-1-1 0 0,15-10 0 0 0,8-1-3270 0 0,-1 6-3995 0 0,-12 8 2762 0 0</inkml:trace>
</inkml:ink>
</file>

<file path=ppt/ink/ink4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1:35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51 504 0 0,'-3'-7'1018'0'0,"1"2"266"0"0,0 1 1 0 0,-1-1-1 0 0,1 0 0 0 0,-1 0 0 0 0,0 1 1 0 0,0 0-1 0 0,-7-7 1625 0 0,-13 120-1260 0 0,20-52-1261 0 0,-3 0-1 0 0,-2-1 1 0 0,-19 69-1 0 0,25-121-765 0 0,1 1 0 0 0,-1-1 0 0 0,1 1 0 0 0,0-1 0 0 0,1 1 0 0 0,-1 0 0 0 0,1-1-1 0 0,-1 1 1 0 0,1 0 0 0 0,1-1 0 0 0,0 8 0 0 0,9-7-2078 0 0,-4-5-1721 0 0,10 0 1111 0 0</inkml:trace>
</inkml:ink>
</file>

<file path=ppt/ink/ink4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1:36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49 432 0 0,'1'-1'179'0'0,"0"0"0"0"0,-1-1 0 0 0,1 1 0 0 0,-1 0 0 0 0,1 0 0 0 0,-1-1 0 0 0,1 1 0 0 0,-1 0 0 0 0,0-1 0 0 0,0 1 1 0 0,0 0-1 0 0,0-1 0 0 0,0 1 0 0 0,0 0 0 0 0,0-1 0 0 0,0 1 0 0 0,0-1 0 0 0,-1 1 0 0 0,1 0 0 0 0,0 0 0 0 0,-1-1 0 0 0,1 1 0 0 0,-1 0 0 0 0,0 0 0 0 0,1-1 0 0 0,-1 1 0 0 0,0 0 0 0 0,0 0 0 0 0,0 0 0 0 0,1 0 0 0 0,-1 0 0 0 0,0 0 1 0 0,0 0-1 0 0,-1 1 0 0 0,1-1 0 0 0,0 0 0 0 0,0 1 0 0 0,0-1 0 0 0,0 0 0 0 0,-1 1 0 0 0,1-1 0 0 0,0 1 0 0 0,-1 0 0 0 0,-1-1 0 0 0,-1 1-58 0 0,0-1-1 0 0,1 1 1 0 0,-1 0-1 0 0,1 0 1 0 0,-1 1 0 0 0,1-1-1 0 0,-1 1 1 0 0,1 0-1 0 0,-1 0 1 0 0,1 0-1 0 0,-1 0 1 0 0,1 0 0 0 0,0 1-1 0 0,0 0 1 0 0,0 0-1 0 0,-3 2 1 0 0,2-1-66 0 0,1 0 0 0 0,0 0 0 0 0,0 0-1 0 0,0 1 1 0 0,0-1 0 0 0,1 1 0 0 0,-1 0 0 0 0,1 0 0 0 0,0 0 0 0 0,0 0-1 0 0,1 0 1 0 0,-1 0 0 0 0,1 0 0 0 0,0 1 0 0 0,0-1 0 0 0,0 1 0 0 0,0-1 0 0 0,1 1-1 0 0,0-1 1 0 0,0 0 0 0 0,0 1 0 0 0,1-1 0 0 0,-1 1 0 0 0,1-1 0 0 0,0 1-1 0 0,0-1 1 0 0,4 7 0 0 0,4 12 40 0 0,1-1 0 0 0,1-1 0 0 0,1 0 0 0 0,17 22 0 0 0,7 14 95 0 0,-29-45-185 0 0,-4-7-15 0 0,0 0-1 0 0,-1 0 1 0 0,1 0 0 0 0,-1 0 0 0 0,0 0 0 0 0,0 1 0 0 0,0-1-1 0 0,-1 1 1 0 0,1 11 0 0 0,-2-16 12 0 0,0 0 1 0 0,0 0-1 0 0,0 0 0 0 0,0 1 1 0 0,0-1-1 0 0,-1 0 0 0 0,1 0 1 0 0,0 0-1 0 0,-1 1 0 0 0,1-1 1 0 0,-1 0-1 0 0,0 0 0 0 0,1 0 1 0 0,-1 0-1 0 0,0 0 0 0 0,0 0 0 0 0,1 0 1 0 0,-1 0-1 0 0,0 0 0 0 0,0-1 1 0 0,0 1-1 0 0,0 0 0 0 0,0 0 1 0 0,-2 0-1 0 0,0 0 18 0 0,0 0 0 0 0,0 0 0 0 0,1-1-1 0 0,-1 0 1 0 0,0 1 0 0 0,0-1 0 0 0,0 0 0 0 0,0 0 0 0 0,0 0 0 0 0,-4-1 0 0 0,-3-2 54 0 0,-1 1 0 0 0,0-1 1 0 0,1-1-1 0 0,-15-7 1 0 0,22 10-143 0 0,1 0 1 0 0,-1 0 0 0 0,1-1-1 0 0,-1 1 1 0 0,1-1-1 0 0,0 0 1 0 0,-1 1-1 0 0,1-1 1 0 0,0 0-1 0 0,0 0 1 0 0,0-1-1 0 0,1 1 1 0 0,-1 0 0 0 0,0-1-1 0 0,1 1 1 0 0,0-1-1 0 0,-1 1 1 0 0,1-1-1 0 0,0 1 1 0 0,0-1-1 0 0,0-4 1 0 0,1 4-267 0 0,0 0 1 0 0,0 0-1 0 0,1 0 0 0 0,-1 0 0 0 0,1 0 1 0 0,0 0-1 0 0,0 0 0 0 0,0 0 1 0 0,0 0-1 0 0,0 0 0 0 0,1 0 0 0 0,-1 1 1 0 0,1-1-1 0 0,0 1 0 0 0,0-1 1 0 0,0 1-1 0 0,0-1 0 0 0,0 1 1 0 0,3-3-1 0 0,15-11-2556 0 0</inkml:trace>
</inkml:ink>
</file>

<file path=ppt/ink/ink4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1:36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2 580 0 0,'0'-2'6793'0'0,"-2"6"-3498"0"0,-14 44-2421 0 0,13-19-298 0 0,0 1 0 0 0,2 0 0 0 0,5 54 0 0 0,-1-53-1111 0 0,-2-1 0 0 0,-1 1-1 0 0,-5 43 1 0 0,4-64-603 0 0,-3 10-4488 0 0,0-13 2845 0 0</inkml:trace>
</inkml:ink>
</file>

<file path=ppt/ink/ink4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1:36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2 108 476 0 0,'-1'-13'2960'0'0,"2"-4"-2172"0"0,8 10-84 0 0,1 0-79 0 0,7-1-101 0 0,4 4-152 0 0,7-6-180 0 0,3 5-188 0 0,17-2-100 0 0,5 3-100 0 0,22-5-168 0 0,-19 3-637 0 0,17-1-1083 0 0,-15 4 484 0 0</inkml:trace>
</inkml:ink>
</file>

<file path=ppt/ink/ink4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1:37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74 860 0 0,'0'0'1039'0'0,"-6"-30"3433"0"0,3 26-4139 0 0,-1 0 0 0 0,0 1 0 0 0,0-1 0 0 0,0 1 0 0 0,-1 0 0 0 0,1 0 0 0 0,-1 0 0 0 0,0 1 0 0 0,0 0 0 0 0,-8-3 0 0 0,12 4-278 0 0,-1 0 1 0 0,0 0-1 0 0,0 0 0 0 0,0 0 1 0 0,0 1-1 0 0,-1-1 1 0 0,1 1-1 0 0,0-1 1 0 0,0 1-1 0 0,0 0 1 0 0,0 0-1 0 0,0 0 1 0 0,-1 0-1 0 0,1 0 0 0 0,0 0 1 0 0,0 1-1 0 0,0-1 1 0 0,0 1-1 0 0,0-1 1 0 0,0 1-1 0 0,0 0 1 0 0,0 0-1 0 0,0 0 0 0 0,0 0 1 0 0,0 0-1 0 0,0 0 1 0 0,1 1-1 0 0,-3 1 1 0 0,3 0-26 0 0,0-1-1 0 0,0 1 1 0 0,0-1 0 0 0,0 1 0 0 0,1 0 0 0 0,-1-1 0 0 0,1 1 0 0 0,0 0-1 0 0,0 0 1 0 0,0-1 0 0 0,0 1 0 0 0,0 0 0 0 0,1-1 0 0 0,-1 1 0 0 0,1 0-1 0 0,0-1 1 0 0,2 6 0 0 0,22 43 133 0 0,-19-41-143 0 0,11 20 3 0 0,35 68-220 0 0,-48-91 148 0 0,-1 0 0 0 0,-1 0 1 0 0,1 0-1 0 0,-1 1 0 0 0,-1-1 0 0 0,1 1 0 0 0,-1 0 0 0 0,-1-1 0 0 0,0 1 0 0 0,0 0 1 0 0,-1 9-1 0 0,0-14 42 0 0,0 0 1 0 0,0 0-1 0 0,0 0 1 0 0,0 0 0 0 0,0 0-1 0 0,-1-1 1 0 0,0 1-1 0 0,1 0 1 0 0,-1-1-1 0 0,0 1 1 0 0,0-1-1 0 0,-1 0 1 0 0,1 0 0 0 0,0 0-1 0 0,-1 0 1 0 0,1 0-1 0 0,-1 0 1 0 0,1-1-1 0 0,-1 1 1 0 0,0-1-1 0 0,0 0 1 0 0,0 0 0 0 0,0 0-1 0 0,0 0 1 0 0,0 0-1 0 0,-3 0 1 0 0,-6 1 47 0 0,1-1 0 0 0,-1 0 0 0 0,1-1 1 0 0,-1 0-1 0 0,-16-3 0 0 0,25 3-106 0 0,1-1 0 0 0,-1 1 0 0 0,1-1 0 0 0,-1 0 0 0 0,1 0 0 0 0,0 0 0 0 0,0 0 0 0 0,-1-1 0 0 0,1 1 0 0 0,-2-2 0 0 0,3 2-139 0 0,0 1 0 0 0,1-1 0 0 0,-1 0 0 0 0,0 1-1 0 0,0-1 1 0 0,1 0 0 0 0,-1 0 0 0 0,1 0-1 0 0,-1 1 1 0 0,1-1 0 0 0,-1 0 0 0 0,1 0 0 0 0,-1 0-1 0 0,1 0 1 0 0,0 0 0 0 0,-1 0 0 0 0,1 0-1 0 0,0 0 1 0 0,0 0 0 0 0,0 0 0 0 0,0 0 0 0 0,0 0-1 0 0,0 0 1 0 0,0 1 0 0 0,0-1 0 0 0,0 0-1 0 0,0 0 1 0 0,1 0 0 0 0,0-2 0 0 0,9-19-2514 0 0</inkml:trace>
</inkml:ink>
</file>

<file path=ppt/ink/ink4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1:37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28 488 0 0,'2'-5'682'0'0,"15"-18"12929"0"0,-13 38-13903 0 0,15 174 2799 0 0,-10-73-1842 0 0,-8-102-469 0 0,1 1-809 0 0,0-1 0 0 0,-1 1 1 0 0,-3 28-1 0 0,2-41-90 0 0,-5 19-1752 0 0</inkml:trace>
</inkml:ink>
</file>

<file path=ppt/ink/ink4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1:38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1 229 8 0 0,'0'0'1040'0'0,"3"-3"-80"0"0,2-1-644 0 0,1 0 0 0 0,0 1 0 0 0,0-1 0 0 0,0 1 0 0 0,0 1 1 0 0,1-1-1 0 0,-1 1 0 0 0,1 0 0 0 0,-1 0 0 0 0,14-1 1 0 0,83-5 1058 0 0,-65 6-1005 0 0,253-31 1153 0 0,-156 16-1113 0 0,53-11 349 0 0,-187 28-716 0 0,0 0 1 0 0,0 0-1 0 0,0 0 1 0 0,-1 0-1 0 0,1 0 0 0 0,0 0 1 0 0,0 0-1 0 0,0-1 1 0 0,0 1-1 0 0,-1 0 0 0 0,1 0 1 0 0,0-1-1 0 0,0 1 1 0 0,0-1-1 0 0,-1 1 1 0 0,1 0-1 0 0,0-1 0 0 0,-1 1 1 0 0,1-1-1 0 0,0 0 1 0 0,-1 1-1 0 0,1-1 0 0 0,0 1 1 0 0,-1-1-1 0 0,1 0 1 0 0,-1 0-1 0 0,0 1 0 0 0,1-1 1 0 0,-1 0-1 0 0,1 0 1 0 0,-1 1-1 0 0,0-1 1 0 0,0 0-1 0 0,1-1 0 0 0,-1 0 421 0 0,-31 0-84 0 0,25 2-332 0 0,0-1 0 0 0,-1 1 0 0 0,1 0-1 0 0,0 0 1 0 0,-1 1 0 0 0,1 0 0 0 0,0 0 0 0 0,0 0 0 0 0,-8 3 0 0 0,3 0-20 0 0,1 0 0 0 0,-1 1 0 0 0,1 0 0 0 0,0 0 1 0 0,0 1-1 0 0,1 1 0 0 0,0 0 0 0 0,-13 11 0 0 0,21-17-14 0 0,0 0-21 0 0,1-1-1 0 0,-1 0 1 0 0,1 0 0 0 0,-1 1 0 0 0,1-1-1 0 0,-1 0 1 0 0,1 1 0 0 0,0-1 0 0 0,-1 0-1 0 0,1 1 1 0 0,0-1 0 0 0,-1 1 0 0 0,1-1-1 0 0,0 1 1 0 0,-1-1 0 0 0,1 1-1 0 0,0-1 1 0 0,0 1 0 0 0,-1-1 0 0 0,1 1-1 0 0,0-1 1 0 0,0 1 0 0 0,0-1 0 0 0,0 1-1 0 0,0-1 1 0 0,0 1 0 0 0,0-1 0 0 0,0 1-1 0 0,0-1 1 0 0,0 1 0 0 0,0 0 0 0 0,0-1-1 0 0,0 1 1 0 0,0-1 0 0 0,1 1 0 0 0,-1-1-1 0 0,0 1 1 0 0,0-1 0 0 0,1 1 0 0 0,-1-1-1 0 0,0 1 1 0 0,0-1 0 0 0,1 0 0 0 0,-1 1-1 0 0,1-1 1 0 0,-1 1 0 0 0,0-1 0 0 0,1 0-1 0 0,-1 1 1 0 0,1-1 0 0 0,-1 0 0 0 0,1 0-1 0 0,-1 1 1 0 0,1-1 0 0 0,-1 0-1 0 0,1 0 1 0 0,-1 0 0 0 0,1 0 0 0 0,-1 1-1 0 0,1-1 1 0 0,-1 0 0 0 0,1 0 0 0 0,0 0-1 0 0,-1 0 1 0 0,1 0 0 0 0,-1 0 0 0 0,1 0-1 0 0,0-1 1 0 0,24-4-555 0 0,0-2 1 0 0,-1-1-1 0 0,0-1 0 0 0,45-23 0 0 0,-67 31 505 0 0,1 1 0 0 0,-1-1 0 0 0,0 1-1 0 0,1 0 1 0 0,-1 0 0 0 0,1 0 0 0 0,-1 0-1 0 0,1 0 1 0 0,-1 0 0 0 0,1 1 0 0 0,-1-1-1 0 0,0 1 1 0 0,1 0 0 0 0,2 1 0 0 0,42 19-113 0 0,-28-12 55 0 0,-2-3-40 0 0,0-1 0 0 0,1-1 0 0 0,-1 0 0 0 0,1-1 0 0 0,0-1 0 0 0,0-1 0 0 0,0 0 0 0 0,1-1 0 0 0,-1-1 0 0 0,35-7 0 0 0,-37 5 318 0 0,0-1 0 0 0,-1 0 1 0 0,0-1-1 0 0,0-1 0 0 0,0-1 1 0 0,0 0-1 0 0,-1 0 0 0 0,0-2 1 0 0,-1 0-1 0 0,0 0 0 0 0,0-1 1 0 0,16-17-1 0 0,10-31 2089 0 0,-37 56-1607 0 0,-5 3-639 0 0,1 0 0 0 0,0 0 0 0 0,0 1-1 0 0,1-1 1 0 0,-1 0 0 0 0,0 1-1 0 0,0-1 1 0 0,1 1 0 0 0,-1-1-1 0 0,1 1 1 0 0,-1 0 0 0 0,1-1 0 0 0,-2 4-1 0 0,1-3 4 0 0,-3 6-1 0 0,1 0 0 0 0,0 0 1 0 0,0 1-1 0 0,0 0 0 0 0,1 0 0 0 0,0 0 0 0 0,1 0 1 0 0,0 0-1 0 0,0 0 0 0 0,0 11 0 0 0,-1 1 9 0 0,-7 52 10 0 0,3 1 0 0 0,3 0-1 0 0,4 0 1 0 0,11 97-1 0 0,-10-142 3 0 0,-2-24 101 0 0,1 0-1 0 0,0 0 1 0 0,0 0-1 0 0,0-1 1 0 0,1 1-1 0 0,0 0 1 0 0,-1 0 0 0 0,2 0-1 0 0,-1 0 1 0 0,3 6-1 0 0,-3-10 127 0 0,2-5-16 0 0,25-31 89 0 0,-2-2-1 0 0,41-78 1 0 0,9-15-329 0 0,6-14 501 0 0,-64 109 144 0 0,-16 32-528 0 0,-2 3-110 0 0,0 0 1 0 0,0-1 0 0 0,0 1 0 0 0,0-1 0 0 0,0 1 0 0 0,0 0 0 0 0,0-1-1 0 0,0 1 1 0 0,1-1 0 0 0,-1 1 0 0 0,0 0 0 0 0,0-1 0 0 0,0 1 0 0 0,1 0 0 0 0,-1-1-1 0 0,0 1 1 0 0,1 0 0 0 0,-1-1 0 0 0,0 1 0 0 0,1 0 0 0 0,-1 0 0 0 0,0-1 0 0 0,1 1-1 0 0,-1 0 1 0 0,0 0 0 0 0,1 0 0 0 0,-1-1 0 0 0,1 1 0 0 0,-1 0 0 0 0,0 0 0 0 0,1 0-1 0 0,-1 0 1 0 0,1 0 0 0 0,-1 0 0 0 0,0 0 0 0 0,1 0 0 0 0,-1 0 0 0 0,1 0-1 0 0,-1 0 1 0 0,1 0 0 0 0,-1 0 0 0 0,0 0 0 0 0,1 1 0 0 0,-1-1 0 0 0,1 0 0 0 0,-1 0-1 0 0,0 0 1 0 0,1 1 0 0 0,1-1 2 0 0,0 1 0 0 0,0 0 1 0 0,0 0-1 0 0,-1 0 0 0 0,1 0 0 0 0,0 0 0 0 0,-1 0 0 0 0,1 1 0 0 0,0-1 1 0 0,-1 0-1 0 0,2 3 0 0 0,65 82-1154 0 0,-59-76-658 0 0,0-2 1 0 0,0 1-1 0 0,1-1 1 0 0,10 6-1 0 0,-4-5-2011 0 0</inkml:trace>
</inkml:ink>
</file>

<file path=ppt/ink/ink4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1:40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470 684 504 0 0,'0'0'1135'0'0,"-6"-18"2857"0"0,1 8-3020 0 0,0 1 0 0 0,-1 1 0 0 0,-1-1 1 0 0,-13-14-1 0 0,-8-3 246 0 0,-35-25 1 0 0,14 12-355 0 0,17 12-396 0 0,1-2 1 0 0,1-1 0 0 0,-33-43-1 0 0,55 62-377 0 0,0 0 0 0 0,0 0 0 0 0,2-1 0 0 0,-1 1 0 0 0,2-1 0 0 0,-1-1-1 0 0,2 1 1 0 0,-1-1 0 0 0,2 0 0 0 0,0 0 0 0 0,0 0 0 0 0,1-1 0 0 0,1 1-1 0 0,0-21 1 0 0,2 27-101 0 0,0 1 1 0 0,0 0-1 0 0,1 1 0 0 0,0-1 0 0 0,0 0 0 0 0,0 0 1 0 0,1 1-1 0 0,0-1 0 0 0,0 1 0 0 0,0 0 0 0 0,0 0 0 0 0,1 0 1 0 0,0 0-1 0 0,0 0 0 0 0,0 1 0 0 0,1 0 0 0 0,0 0 1 0 0,-1 0-1 0 0,1 1 0 0 0,1-1 0 0 0,-1 1 0 0 0,11-4 0 0 0,-12 5-25 0 0,0 0-1 0 0,1 1 0 0 0,-1 0 1 0 0,1 0-1 0 0,-1 0 0 0 0,1 1 1 0 0,-1-1-1 0 0,1 1 0 0 0,0 0 1 0 0,-1 0-1 0 0,1 1 0 0 0,-1-1 1 0 0,1 1-1 0 0,-1 0 0 0 0,1 0 1 0 0,-1 1-1 0 0,1-1 0 0 0,-1 1 1 0 0,0 0-1 0 0,0 0 0 0 0,0 0 1 0 0,0 1-1 0 0,0 0 0 0 0,-1-1 0 0 0,1 1 1 0 0,-1 1-1 0 0,1-1 0 0 0,-1 0 1 0 0,0 1-1 0 0,-1-1 0 0 0,4 6 1 0 0,1 3-31 0 0,-1 0 1 0 0,-1 1-1 0 0,0 0 1 0 0,0 0 0 0 0,-1 1-1 0 0,-1-1 1 0 0,0 1-1 0 0,-1-1 1 0 0,-1 1 0 0 0,0 0-1 0 0,-1 0 1 0 0,0 0-1 0 0,-1-1 1 0 0,-1 1-1 0 0,-4 21 1 0 0,-1-4-42 0 0,-1-1 1 0 0,-2 0-1 0 0,-1 0 1 0 0,-1-1-1 0 0,-29 50 1 0 0,15-40 177 0 0,-2-2 0 0 0,-1-2 0 0 0,-2 0 0 0 0,-68 59 1 0 0,98-94-60 0 0,1 0 0 0 0,0 0 1 0 0,-1 0-1 0 0,1 0 1 0 0,0 0-1 0 0,-1 1 0 0 0,1-1 1 0 0,0 0-1 0 0,-1 0 0 0 0,1 0 1 0 0,0 1-1 0 0,0-1 0 0 0,-1 0 1 0 0,1 0-1 0 0,0 1 1 0 0,0-1-1 0 0,-1 0 0 0 0,1 1 1 0 0,0-1-1 0 0,0 0 0 0 0,0 1 1 0 0,0-1-1 0 0,-1 0 1 0 0,1 1-1 0 0,0-1 0 0 0,0 0 1 0 0,0 1-1 0 0,0-1 0 0 0,0 1 1 0 0,0-1-1 0 0,0 0 1 0 0,0 1-1 0 0,0-1 0 0 0,0 0 1 0 0,0 1-1 0 0,0-1 0 0 0,0 1 1 0 0,1-1-1 0 0,-1 0 1 0 0,0 1-1 0 0,0-1 0 0 0,0 0 1 0 0,0 1-1 0 0,1-1 0 0 0,-1 0 1 0 0,0 0-1 0 0,0 1 1 0 0,1-1-1 0 0,26 4 114 0 0,50-12-453 0 0,-65 7 282 0 0,38-6-520 0 0,183-20-1891 0 0,-78 12-3906 0 0,-102 13 3376 0 0</inkml:trace>
</inkml:ink>
</file>

<file path=ppt/ink/ink4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1:41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14 1108 0 0,'14'-13'9192'0'0,"-18"56"-8250"0"0,-2 1-1 0 0,-18 72 1 0 0,7-64-3016 0 0,12-36-764 0 0</inkml:trace>
</inkml:ink>
</file>

<file path=ppt/ink/ink4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1:41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0 123 324 0 0,'5'-15'2047'0'0,"-2"-1"1"0"0,0 0-1 0 0,0 1 1 0 0,-2-1-1 0 0,1-26 0 0 0,-2 40-1852 0 0,-5 32-8358 0 0,4-24 5551 0 0</inkml:trace>
</inkml:ink>
</file>

<file path=ppt/ink/ink4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1:41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117 350 272 0 0,'-11'15'1436'0'0,"6"-10"-972"0"0,1 0 0 0 0,0 1 0 0 0,0-1 1 0 0,0 1-1 0 0,1-1 0 0 0,0 1 0 0 0,0 0 0 0 0,0 0 0 0 0,1 1 0 0 0,0-1 0 0 0,0 0 0 0 0,1 1 0 0 0,-2 12 0 0 0,3-18-414 0 0,0 0 0 0 0,0 0 0 0 0,0 0 0 0 0,0 0 0 0 0,0 0-1 0 0,1 0 1 0 0,-1 0 0 0 0,0 0 0 0 0,1 0 0 0 0,-1-1-1 0 0,0 1 1 0 0,1 0 0 0 0,-1 0 0 0 0,1 0 0 0 0,0-1 0 0 0,-1 1-1 0 0,1 0 1 0 0,-1-1 0 0 0,1 1 0 0 0,0 0 0 0 0,0-1-1 0 0,-1 1 1 0 0,1-1 0 0 0,0 1 0 0 0,0-1 0 0 0,0 1 0 0 0,-1-1-1 0 0,1 0 1 0 0,0 1 0 0 0,0-1 0 0 0,0 0 0 0 0,0 0-1 0 0,0 0 1 0 0,0 0 0 0 0,0 0 0 0 0,0 0 0 0 0,0 0 0 0 0,0 0-1 0 0,0 0 1 0 0,-1 0 0 0 0,1 0 0 0 0,0 0 0 0 0,2-1-1 0 0,32-10 1147 0 0,-29 7-1007 0 0,1 0-1 0 0,-1-1 1 0 0,0 0-1 0 0,0 0 1 0 0,0 0-1 0 0,-1 0 1 0 0,1-1-1 0 0,-1 0 1 0 0,-1 0-1 0 0,1 0 1 0 0,-1-1-1 0 0,0 0 1 0 0,-1 0-1 0 0,5-11 1 0 0,-4 7-10 0 0,0 0 0 0 0,0-1 1 0 0,-2 0-1 0 0,1 0 0 0 0,-1 1 0 0 0,-1-1 1 0 0,0-1-1 0 0,-2-19 0 0 0,-1 14 7 0 0,-1 0 1 0 0,-1 0-1 0 0,-1 0 0 0 0,-1 0 0 0 0,-13-29 0 0 0,15 38-206 0 0,0 1-1 0 0,-1 0 0 0 0,1 0 0 0 0,-2 0 0 0 0,1 0 1 0 0,-1 1-1 0 0,0 0 0 0 0,-1 0 0 0 0,1 1 0 0 0,-2 0 1 0 0,1 0-1 0 0,0 0 0 0 0,-13-6 0 0 0,18 11-123 0 0,-1 0 0 0 0,1 0 0 0 0,-1 1 1 0 0,0-1-1 0 0,1 1 0 0 0,-1-1 0 0 0,0 1 0 0 0,1 0 0 0 0,-1 0 0 0 0,0 0 0 0 0,0 1 0 0 0,1-1 0 0 0,-1 0 1 0 0,0 1-1 0 0,1 0 0 0 0,-1 0 0 0 0,1 0 0 0 0,-1 0 0 0 0,1 0 0 0 0,-1 0 0 0 0,1 0 0 0 0,0 1 0 0 0,-3 2 0 0 0,2-2-532 0 0,0 0-1 0 0,1 1 0 0 0,-1 0 1 0 0,1-1-1 0 0,0 1 0 0 0,-1 0 1 0 0,1 0-1 0 0,0 0 1 0 0,1 1-1 0 0,-3 4 0 0 0,0 6-2678 0 0</inkml:trace>
</inkml:ink>
</file>

<file path=ppt/ink/ink4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1:42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1 580 580 0 0,'17'0'2799'0'0,"18"-2"-1857"0"0,0-1 0 0 0,-1-3 0 0 0,1 0 0 0 0,-1-2 0 0 0,-1-2 0 0 0,56-23 1 0 0,-82 30-821 0 0,-1-1 0 0 0,0 1 0 0 0,0-1 0 0 0,0-1 0 0 0,-1 1 0 0 0,0-1 0 0 0,6-6 0 0 0,-10 10-108 0 0,0 0 1 0 0,0 1-1 0 0,0-1 1 0 0,0 0-1 0 0,-1 0 1 0 0,1 0-1 0 0,0 0 1 0 0,-1 0-1 0 0,1 0 1 0 0,0 0-1 0 0,-1 0 1 0 0,0 0-1 0 0,1 0 1 0 0,-1 0-1 0 0,1 0 1 0 0,-1-1-1 0 0,0 1 1 0 0,0 0-1 0 0,0 0 1 0 0,0 0-1 0 0,0 0 1 0 0,0-1-1 0 0,0 1 1 0 0,0 0-1 0 0,0 0 1 0 0,0 0-1 0 0,-1 0 1 0 0,1-1-1 0 0,0 1 1 0 0,-1 0-1 0 0,1 0 1 0 0,-1 0-1 0 0,1 0 1 0 0,-1 0-1 0 0,0 0 1 0 0,1 0-1 0 0,-1 0 1 0 0,0 0-1 0 0,0 1 1 0 0,0-1-1 0 0,0 0 1 0 0,1 0-1 0 0,-1 1 1 0 0,0-1-1 0 0,0 0 1 0 0,0 1-1 0 0,-1-1 1 0 0,-1 0-1 0 0,0 0-2 0 0,-1 0-1 0 0,1 0 0 0 0,-1 0 0 0 0,1 1 0 0 0,-1-1 0 0 0,0 1 0 0 0,1 0 0 0 0,-1 0 0 0 0,0 0 1 0 0,1 1-1 0 0,-1-1 0 0 0,1 1 0 0 0,-1 0 0 0 0,1 0 0 0 0,-1 0 0 0 0,-5 3 0 0 0,6-3-9 0 0,0 0-1 0 0,1 1 0 0 0,-1-1 0 0 0,1 1 1 0 0,-1-1-1 0 0,1 1 0 0 0,-1 0 0 0 0,1 0 1 0 0,0 0-1 0 0,0 0 0 0 0,0 0 0 0 0,0 0 1 0 0,1 1-1 0 0,-1-1 0 0 0,0 1 0 0 0,1-1 1 0 0,0 1-1 0 0,0 0 0 0 0,0-1 1 0 0,-2 5-1 0 0,3-5-2 0 0,0 22 21 0 0,0-22-19 0 0,1 0 0 0 0,-1 0-1 0 0,1 0 1 0 0,-1-1 0 0 0,1 1 0 0 0,0 0-1 0 0,0-1 1 0 0,-1 1 0 0 0,1 0 0 0 0,0-1-1 0 0,1 1 1 0 0,-1-1 0 0 0,0 1 0 0 0,0-1-1 0 0,1 0 1 0 0,-1 0 0 0 0,0 1 0 0 0,1-1-1 0 0,-1 0 1 0 0,1 0 0 0 0,0-1 0 0 0,1 2-1 0 0,39 15-21 0 0,-38-16 12 0 0,3 1-21 0 0,0 0 0 0 0,0 0 0 0 0,1-1 1 0 0,-1 0-1 0 0,1 0 0 0 0,-1-1 0 0 0,0 0 0 0 0,1 0 1 0 0,-1-1-1 0 0,1 0 0 0 0,10-3 0 0 0,2-2-176 0 0,-1-2-1 0 0,33-16 0 0 0,-26 11 72 0 0,-7 1 221 0 0,-1 0 0 0 0,24-20 0 0 0,-41 31 37 0 0,-1 0-122 0 0,0 1 1 0 0,1 0 0 0 0,-1 0 0 0 0,0 0-1 0 0,1 0 1 0 0,-1 0 0 0 0,1 0 0 0 0,-1 0-1 0 0,0 0 1 0 0,1-1 0 0 0,-1 1 0 0 0,1 1-1 0 0,-1-1 1 0 0,0 0 0 0 0,1 0 0 0 0,-1 0-1 0 0,1 0 1 0 0,-1 0 0 0 0,0 0 0 0 0,1 0-1 0 0,-1 0 1 0 0,0 1 0 0 0,1-1 0 0 0,-1 0-1 0 0,1 0 1 0 0,-1 0 0 0 0,0 1 0 0 0,0-1-1 0 0,1 0 1 0 0,-1 1 0 0 0,0-1 0 0 0,1 0-1 0 0,-1 1 1 0 0,0-1 0 0 0,0 0 0 0 0,1 1-1 0 0,13 13 29 0 0,-11-7-10 0 0,1-1 1 0 0,-1 0 0 0 0,1-1 0 0 0,0 1 0 0 0,1 0 0 0 0,-1-1-1 0 0,1 0 1 0 0,0 0 0 0 0,9 6 0 0 0,-12-10 3 0 0,-1-1-20 0 0,-1 0-1 0 0,1 1 1 0 0,0-1 0 0 0,0 0 0 0 0,0 1 0 0 0,-1-1 0 0 0,1 0-1 0 0,0 0 1 0 0,0 0 0 0 0,0 0 0 0 0,-1 0 0 0 0,1 0 0 0 0,0 0-1 0 0,0 0 1 0 0,0 0 0 0 0,0-1 0 0 0,-1 1 0 0 0,1 0 0 0 0,0 0 0 0 0,0-1-1 0 0,0 1 1 0 0,-1 0 0 0 0,1-1 0 0 0,0 1 0 0 0,-1-1 0 0 0,2 0-1 0 0,26-14 74 0 0,-21 10-82 0 0,0 1 1 0 0,0-1-1 0 0,0 1 1 0 0,0 0-1 0 0,1 1 1 0 0,-1-1-1 0 0,1 2 1 0 0,11-4-1 0 0,-5 5-114 0 0,-1-1-1 0 0,0 2 0 0 0,1 0 0 0 0,22 3 0 0 0,-16-1 1 0 0,0-1 0 0 0,0-1 0 0 0,0-1 0 0 0,-1-1 0 0 0,1 0 0 0 0,0-1 0 0 0,25-9 0 0 0,-38 10 159 0 0,0 0 0 0 0,-1 0 0 0 0,0-1 0 0 0,1 0 1 0 0,-1 0-1 0 0,0-1 0 0 0,-1 0 0 0 0,1 0 0 0 0,-1 0 0 0 0,0-1 0 0 0,0 1 0 0 0,0-1 1 0 0,0 0-1 0 0,-1-1 0 0 0,0 1 0 0 0,0-1 0 0 0,0 0 0 0 0,-1 0 0 0 0,0 0 0 0 0,0-1 1 0 0,-1 1-1 0 0,1-1 0 0 0,-1 1 0 0 0,1-13 0 0 0,-1-8 245 0 0,-1 0 0 0 0,-1 0-1 0 0,-2 0 1 0 0,0 0 0 0 0,-2 0 0 0 0,-1 0-1 0 0,-1 1 1 0 0,-2 0 0 0 0,0 0 0 0 0,-16-33-1 0 0,23 58-98 0 0,-2 5-154 0 0,-1 8-15 0 0,0 0 0 0 0,0-1 0 0 0,1 1 0 0 0,1 0 0 0 0,0 1 0 0 0,0-1 0 0 0,1 0 0 0 0,1 1 0 0 0,0-1 0 0 0,1 0 0 0 0,0 1 0 0 0,1-1 0 0 0,0 0-1 0 0,1 0 1 0 0,0 0 0 0 0,8 17 0 0 0,-6-14-7 0 0,1-1-1 0 0,0 0 1 0 0,1-1-1 0 0,1 0 1 0 0,0 0-1 0 0,0 0 1 0 0,2-1-1 0 0,-1 0 1 0 0,2-1-1 0 0,-1 0 1 0 0,2-1-1 0 0,-1 0 1 0 0,20 12-1 0 0,-27-20 90 0 0,0 0 0 0 0,1 0 1 0 0,-1-1-1 0 0,1 1 0 0 0,-1-1 0 0 0,1 0 1 0 0,0-1-1 0 0,-1 1 0 0 0,1-1 0 0 0,7 0 0 0 0,-9 0 38 0 0,18-10-1100 0 0,-10 5-7617 0 0</inkml:trace>
</inkml:ink>
</file>

<file path=ppt/ink/ink4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1:43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62 768 0 0,'0'0'1320'0'0,"3"-12"1324"0"0,-6-2-299 0 0,3 1 251 0 0,3 0-1776 0 0,-9 3-3792 0 0</inkml:trace>
</inkml:ink>
</file>

<file path=ppt/ink/ink4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1:43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80 1248 0 0,'2'-12'2612'0'0,"10"-2"-1524"0"0,1 6-79 0 0,2-3-121 0 0,9 2-64 0 0,3 0-104 0 0,2 4-132 0 0,12-1-184 0 0,3 2-176 0 0,4 2-160 0 0,-3 2-148 0 0,2 4-200 0 0,-1 1-188 0 0,7-2-204 0 0,-3 5-692 0 0,-7-3-1481 0 0,2 1 661 0 0</inkml:trace>
</inkml:ink>
</file>

<file path=ppt/ink/ink4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1:43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1 465 1036 0 0,'0'0'3567'0'0,"5"-3"-2824"0"0,2-2-537 0 0,11-6 491 0 0,-1-2 0 0 0,0 1 0 0 0,0-2 0 0 0,-2 0 0 0 0,25-28 0 0 0,-33 32-582 0 0,-1-1 0 0 0,1 0 0 0 0,-2 0 0 0 0,1-1 0 0 0,-2 1 0 0 0,1-1 0 0 0,-2 0 0 0 0,0 0 0 0 0,0-1 0 0 0,-1 1-1 0 0,0-1 1 0 0,-1 1 0 0 0,-1-1 0 0 0,0 1 0 0 0,0-1 0 0 0,-2 1 0 0 0,1-1 0 0 0,-2 1 0 0 0,1 0 0 0 0,-2-1 0 0 0,0 1 0 0 0,0 1 0 0 0,-1-1 0 0 0,0 1 0 0 0,-12-19-1 0 0,16 29-98 0 0,0-1 0 0 0,0 1 0 0 0,0-1-1 0 0,0 0 1 0 0,0 1 0 0 0,-1 0 0 0 0,1-1-1 0 0,0 1 1 0 0,-1 0 0 0 0,1 0 0 0 0,-1 0-1 0 0,1 0 1 0 0,-1 0 0 0 0,0 0-1 0 0,1 0 1 0 0,-1 0 0 0 0,-2 0 0 0 0,3 2-13 0 0,-1-1 1 0 0,1 1 0 0 0,0 0 0 0 0,0 0-1 0 0,-1 0 1 0 0,1 0 0 0 0,0 0 0 0 0,0 0-1 0 0,0 0 1 0 0,1 1 0 0 0,-1-1-1 0 0,0 0 1 0 0,0 0 0 0 0,1 1 0 0 0,-1-1-1 0 0,0 1 1 0 0,1-1 0 0 0,0 0 0 0 0,-1 1-1 0 0,1-1 1 0 0,0 1 0 0 0,-1-1-1 0 0,1 4 1 0 0,-11 62 16 0 0,2 1-1 0 0,4 1 0 0 0,3 68 1 0 0,-1 12-5 0 0,-8 289 239 0 0,11-436-111 0 0,-2 11 18 0 0,2-8 304 0 0,4-11 2282 0 0,18-37-2590 0 0,3 0 1 0 0,46-61-1 0 0,-54 82-159 0 0,1 1 1 0 0,0 1 0 0 0,2 0 0 0 0,0 2 0 0 0,2 0 0 0 0,35-22 0 0 0,-54 38-2 0 0,-1 1 1 0 0,0 0-1 0 0,1 0 1 0 0,-1 0-1 0 0,1 1 1 0 0,0-1-1 0 0,-1 1 1 0 0,1-1-1 0 0,-1 1 1 0 0,1 0-1 0 0,0 0 1 0 0,-1 0-1 0 0,1 0 1 0 0,0 0-1 0 0,-1 1 1 0 0,1-1-1 0 0,-1 1 1 0 0,1 0-1 0 0,0 0 1 0 0,-1 0-1 0 0,0 0 1 0 0,1 0 0 0 0,-1 0-1 0 0,4 3 1 0 0,-3-2-116 0 0,0 1 1 0 0,0-1-1 0 0,0 0 1 0 0,-1 1-1 0 0,1 0 1 0 0,-1 0-1 0 0,0 0 1 0 0,1 0-1 0 0,-1 0 1 0 0,-1 0-1 0 0,1 0 1 0 0,0 1 0 0 0,-1-1-1 0 0,0 1 1 0 0,1-1-1 0 0,0 7 1 0 0,-2-8-605 0 0,0 2-154 0 0,0 12-42 0 0,0-4-5571 0 0</inkml:trace>
</inkml:ink>
</file>

<file path=ppt/ink/ink4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1:44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1 127 11313 0 0,'16'-43'1092'0'0,"-12"29"-680"0"0,1 0 0 0 0,1 1 0 0 0,12-22 0 0 0,-17 34-766 0 0,0-1-745 0 0,1-3 1284 0 0,3 38-10838 0 0</inkml:trace>
</inkml:ink>
</file>

<file path=ppt/ink/ink4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1:44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84 840 0 0,'0'0'1010'0'0,"34"-10"3471"0"0,-31 8-4228 0 0,6-4 483 0 0,1-1 0 0 0,-1 0-1 0 0,-1 0 1 0 0,1-1 0 0 0,-1 0-1 0 0,0-1 1 0 0,7-10 777 0 0,-28 39-1379 0 0,11-18-109 0 0,0 1-1 0 0,0-1 1 0 0,1 1-1 0 0,-1 0 1 0 0,1 0-1 0 0,0-1 0 0 0,-1 1 1 0 0,1 0-1 0 0,1 0 1 0 0,-1 0-1 0 0,0 0 1 0 0,1 4-1 0 0,0-6-21 0 0,0 0 0 0 0,0-1 0 0 0,0 1 0 0 0,0 0 1 0 0,1 0-1 0 0,-1 0 0 0 0,0-1 0 0 0,1 1 0 0 0,-1 0 0 0 0,0-1 0 0 0,1 1 0 0 0,-1 0 0 0 0,1-1 0 0 0,-1 1 0 0 0,1 0 0 0 0,0-1 0 0 0,-1 1 1 0 0,1-1-1 0 0,0 1 0 0 0,-1-1 0 0 0,1 1 0 0 0,0-1 0 0 0,-1 0 0 0 0,1 1 0 0 0,0-1 0 0 0,0 0 0 0 0,-1 0 0 0 0,2 1 0 0 0,6 0-39 0 0,0-1-1 0 0,0 0 0 0 0,0 0 0 0 0,0 0 0 0 0,0-1 1 0 0,0 0-1 0 0,8-3 0 0 0,37-6-188 0 0,119-20-299 0 0,-127 32 395 0 0,-44-2 126 0 0,1 0 0 0 0,-1 0 0 0 0,0 0 0 0 0,1 0 0 0 0,-1 1 0 0 0,1-1 0 0 0,-1 0 0 0 0,0 1 0 0 0,1-1 0 0 0,-1 1 0 0 0,0-1 0 0 0,1 1 0 0 0,-1 0 0 0 0,0-1 0 0 0,0 1 0 0 0,1 0 0 0 0,-1 0 0 0 0,0 0 0 0 0,0 0 1 0 0,0 0-1 0 0,0 0 0 0 0,0 0 0 0 0,0 0 0 0 0,-1 1 0 0 0,1-1 0 0 0,0 0 0 0 0,-1 0 0 0 0,2 3 0 0 0,-2-2-40 0 0,-1 0 1 0 0,1-1-1 0 0,0 1 1 0 0,-1 0-1 0 0,1 0 1 0 0,-1 0-1 0 0,1-1 0 0 0,-1 1 1 0 0,0 0-1 0 0,0-1 1 0 0,0 1-1 0 0,0 0 1 0 0,0-1-1 0 0,0 1 1 0 0,0-1-1 0 0,-1 0 0 0 0,1 1 1 0 0,0-1-1 0 0,-3 2 1 0 0,-31 16-4268 0 0,26-15 2033 0 0</inkml:trace>
</inkml:ink>
</file>

<file path=ppt/ink/ink4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1:59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4 867 232 0 0,'-1'-1'330'0'0,"1"1"0"0"0,0-1 0 0 0,-1 1 0 0 0,1-1 0 0 0,0 0 0 0 0,0 1 0 0 0,-1-1 0 0 0,1 1 1 0 0,0-1-1 0 0,0 0 0 0 0,0 1 0 0 0,0-1 0 0 0,0 1 0 0 0,0-1 0 0 0,0 0 0 0 0,0 1 0 0 0,0-1 0 0 0,0 0 0 0 0,0 1 0 0 0,0-1 0 0 0,0 1 0 0 0,0-1 0 0 0,0 0 0 0 0,1 0 0 0 0,12-14 3081 0 0,36-14-3772 0 0,-14 10 1081 0 0,2-10-434 0 0,-12 11-151 0 0,0-2-1 0 0,-1 0 0 0 0,-1-1 0 0 0,-1-2 0 0 0,29-36 0 0 0,-39 38 17 0 0,-1 1 0 0 0,-1-1 0 0 0,-1-1 0 0 0,0 0-1 0 0,6-31 1 0 0,-14 49-137 0 0,0 2-2 0 0,0 0 1 0 0,-1-1 0 0 0,0 1-1 0 0,1 0 1 0 0,-1-1 0 0 0,0 1-1 0 0,0-1 1 0 0,0 1 0 0 0,-1-1-1 0 0,1 1 1 0 0,-1-3 0 0 0,0-3 33 0 0,0 6-38 0 0,1 0-12 0 0,-1 1 1 0 0,0 0 0 0 0,1 0-1 0 0,-1 0 1 0 0,0 0-1 0 0,0 0 1 0 0,0 0 0 0 0,0 0-1 0 0,0 0 1 0 0,0 0 0 0 0,0 0-1 0 0,0 0 1 0 0,-1 1-1 0 0,-1-2 1 0 0,1 3-2 0 0,-1-1-6 0 0,-1 0-1 0 0,1 1 1 0 0,0 0 0 0 0,0 0-1 0 0,0 0 1 0 0,1 0-1 0 0,-1 0 1 0 0,0 0-1 0 0,0 1 1 0 0,-4 3-1 0 0,6-4 3 0 0,1-1 3 0 0,-1 0 1 0 0,0 0 0 0 0,1 0-1 0 0,-1 1 1 0 0,0-1-1 0 0,1 0 1 0 0,-1 1-1 0 0,1-1 1 0 0,-1 1-1 0 0,1-1 1 0 0,-1 0-1 0 0,1 1 1 0 0,-1-1-1 0 0,1 1 1 0 0,-1 0-1 0 0,1-1 1 0 0,-1 1-1 0 0,1-1 1 0 0,0 1-1 0 0,-1-1 1 0 0,1 1-1 0 0,0 0 1 0 0,0-1-1 0 0,0 1 1 0 0,-1 0 0 0 0,1-1-1 0 0,0 1 1 0 0,0 0-1 0 0,0-1 1 0 0,0 1-1 0 0,0 0 1 0 0,0-1-1 0 0,0 1 1 0 0,0 0-1 0 0,0-1 1 0 0,1 1-1 0 0,-1 0 1 0 0,0-1-1 0 0,0 1 1 0 0,1 1-1 0 0,0 0-3 0 0,-1 0 0 0 0,1 1 0 0 0,-1-1 0 0 0,1 0-1 0 0,0 0 1 0 0,0 0 0 0 0,0 1 0 0 0,0-1 0 0 0,0 0 0 0 0,1 0-1 0 0,1 2 1 0 0,74 42-172 0 0,-62-39 67 0 0,0 1 0 0 0,-1 1 0 0 0,0 0 0 0 0,-1 1-1 0 0,1 0 1 0 0,-2 1 0 0 0,0 0 0 0 0,14 17 0 0 0,7 22-221 0 0,-22-31 264 0 0,1-1 1 0 0,1 0-1 0 0,1-1 0 0 0,0 0 1 0 0,18 15-1 0 0,-27-28 70 0 0,0 0 0 0 0,-1-1 0 0 0,1 0-1 0 0,0 0 1 0 0,1 0 0 0 0,-1-1 0 0 0,0 0 0 0 0,1 0 0 0 0,-1 0 0 0 0,1-1-1 0 0,0 1 1 0 0,0-1 0 0 0,-1-1 0 0 0,1 1 0 0 0,0-1 0 0 0,0 0-1 0 0,0 0 1 0 0,0-1 0 0 0,-1 0 0 0 0,1 0 0 0 0,0 0 0 0 0,0-1 0 0 0,9-3-1 0 0,-5 1 42 0 0,0 0-1 0 0,-1 0 1 0 0,1-1-1 0 0,-1 0 0 0 0,0-1 1 0 0,-1 0-1 0 0,0-1 0 0 0,0 1 1 0 0,0-1-1 0 0,0-1 0 0 0,-1 1 1 0 0,-1-1-1 0 0,1-1 1 0 0,-1 1-1 0 0,-1-1 0 0 0,1 0 1 0 0,-2-1-1 0 0,1 1 0 0 0,-1-1 1 0 0,-1 0-1 0 0,4-14 1 0 0,-7-14 222 0 0,-3 11-93 0 0,3 26-170 0 0,0 1 0 0 0,0 0-1 0 0,-1 0 1 0 0,1-1 0 0 0,0 1 0 0 0,0 0 0 0 0,0 0 0 0 0,-1 0 0 0 0,1-1-1 0 0,0 1 1 0 0,0 0 0 0 0,-1 0 0 0 0,1 0 0 0 0,0 0 0 0 0,-1 0 0 0 0,1 0 0 0 0,0-1-1 0 0,0 1 1 0 0,-1 0 0 0 0,1 0 0 0 0,0 0 0 0 0,-1 0 0 0 0,1 0 0 0 0,0 0-1 0 0,0 0 1 0 0,-1 0 0 0 0,1 0 0 0 0,0 0 0 0 0,-1 0 0 0 0,1 1 0 0 0,0-1-1 0 0,0 0 1 0 0,-1 0 0 0 0,1 0 0 0 0,0 0 0 0 0,0 0 0 0 0,-1 0 0 0 0,1 1-1 0 0,0-1 1 0 0,0 0 0 0 0,-1 0 0 0 0,1 0 0 0 0,0 1 0 0 0,0-1 0 0 0,0 0-1 0 0,-1 1 1 0 0,-11 14-28 0 0,12-11 26 0 0,0 0 0 0 0,1 0 1 0 0,-1 0-1 0 0,1 0 0 0 0,0 0 0 0 0,1 0 0 0 0,-1 0 0 0 0,1 0 1 0 0,-1-1-1 0 0,1 1 0 0 0,0-1 0 0 0,0 1 0 0 0,1-1 0 0 0,-1 1 0 0 0,1-1 1 0 0,0 0-1 0 0,-1 0 0 0 0,1 0 0 0 0,1-1 0 0 0,-1 1 0 0 0,0-1 0 0 0,1 0 1 0 0,-1 0-1 0 0,1 0 0 0 0,-1 0 0 0 0,1 0 0 0 0,6 1 0 0 0,0 1-15 0 0,0 0 0 0 0,1-1 0 0 0,0 0 0 0 0,0-1 0 0 0,-1 0-1 0 0,1 0 1 0 0,1-1 0 0 0,-1-1 0 0 0,14-1 0 0 0,-9-2 17 0 0,0 0 0 0 0,0-2 0 0 0,-1 0 1 0 0,1 0-1 0 0,-1-2 0 0 0,0 0 0 0 0,-1 0 0 0 0,0-2 1 0 0,0 0-1 0 0,-1 0 0 0 0,0-1 0 0 0,0-1 0 0 0,-1 0 1 0 0,-1 0-1 0 0,0-2 0 0 0,-1 1 0 0 0,0-1 0 0 0,0-1 1 0 0,12-25-1 0 0,-9 15 5 0 0,-2 0-1 0 0,0-1 1 0 0,-2-1 0 0 0,-1 0-1 0 0,-1 0 1 0 0,-1 0 0 0 0,-1-1-1 0 0,-1 0 1 0 0,-2 0 0 0 0,-1 0-1 0 0,-2-30 1 0 0,-2 33 107 0 0,-1 1 1 0 0,-12-37 0 0 0,16 58-98 0 0,-4 4-21 0 0,0 1 7 0 0,1-1 1 0 0,0 1-1 0 0,0 0 1 0 0,0 0-1 0 0,1 0 1 0 0,-1 0-1 0 0,1 0 1 0 0,0 1 0 0 0,0-1-1 0 0,0 1 1 0 0,0 0-1 0 0,0 0 1 0 0,1-1-1 0 0,-1 1 1 0 0,0 6-1 0 0,-13 74-5 0 0,10-50-1 0 0,1-9 6 0 0,2 0 0 0 0,0 0 1 0 0,2 0-1 0 0,1 0 1 0 0,1-1-1 0 0,6 30 1 0 0,-4-35-40 0 0,0 0 1 0 0,2 0 0 0 0,0-1 0 0 0,1 1-1 0 0,1-2 1 0 0,0 1 0 0 0,2-1-1 0 0,17 25 1 0 0,-20-34-31 0 0,0-1-1 0 0,0 1 1 0 0,1-1-1 0 0,0 0 1 0 0,0-1-1 0 0,0 0 0 0 0,1 0 1 0 0,0-1-1 0 0,1 0 1 0 0,-1-1-1 0 0,1 0 1 0 0,0 0-1 0 0,-1-1 1 0 0,2 0-1 0 0,-1-1 1 0 0,16 2-1 0 0,-12-3-6 0 0,0-1-1 0 0,-1 0 1 0 0,1 0-1 0 0,0-2 1 0 0,0 0-1 0 0,0 0 1 0 0,-1-1-1 0 0,1-1 0 0 0,-1 0 1 0 0,0-1-1 0 0,0 0 1 0 0,12-8-1 0 0,-17 8 248 0 0,-1-1-1 0 0,0 0 0 0 0,0 0 0 0 0,0 0 1 0 0,-1-1-1 0 0,1 0 0 0 0,5-10 0 0 0,-11 16-8 0 0,1-18 800 0 0,-10 20-915 0 0,0 0 0 0 0,0 0-1 0 0,0 1 1 0 0,0 0 0 0 0,1 0 0 0 0,-1 1 0 0 0,1 0-1 0 0,-12 6 1 0 0,18-8-17 0 0,0-1-23 0 0,1 0-1 0 0,0 0 0 0 0,0 0 0 0 0,0 0 1 0 0,0-1-1 0 0,0 1 0 0 0,0 0 1 0 0,-1 0-1 0 0,1 0 0 0 0,0 0 0 0 0,0 0 1 0 0,0 0-1 0 0,0 0 0 0 0,0 0 0 0 0,-1 0 1 0 0,1 0-1 0 0,0 0 0 0 0,0 0 1 0 0,0 0-1 0 0,0 1 0 0 0,0-1 0 0 0,0 0 1 0 0,-1 0-1 0 0,1 0 0 0 0,0 0 1 0 0,0 0-1 0 0,0 0 0 0 0,0 0 0 0 0,0 0 1 0 0,0 0-1 0 0,0 0 0 0 0,-1 0 1 0 0,1 1-1 0 0,0-1 0 0 0,0 0 0 0 0,0 0 1 0 0,0 0-1 0 0,0 0 0 0 0,0 0 0 0 0,0 0 1 0 0,0 1-1 0 0,0-1 0 0 0,0 0 1 0 0,0 0-1 0 0,0 0 0 0 0,0 0 0 0 0,0 0 1 0 0,0 1-1 0 0,0-1 0 0 0,0 0 1 0 0,0 0-1 0 0,0 0 0 0 0,0 0 0 0 0,0 0 1 0 0,0 0-1 0 0,0 1 0 0 0,0-1 1 0 0,0 0-1 0 0,0 0 0 0 0,0 0 0 0 0,0 0 1 0 0,0 0-1 0 0,0 0 0 0 0,1 1 1 0 0,-1-1-1 0 0,0 0 0 0 0,0 0 0 0 0,0 0 1 0 0,1 0-13 0 0,48 3-628 0 0,82-6 0 0 0,-112 1 576 0 0,-1-1 1 0 0,0-1 0 0 0,1-1-1 0 0,-1 0 1 0 0,-1-1 0 0 0,1-1 0 0 0,29-17-1 0 0,-33 16 36 0 0,0 0 0 0 0,-1-1-1 0 0,0-1 1 0 0,-1 0-1 0 0,1-1 1 0 0,-2 0 0 0 0,0 0-1 0 0,0-2 1 0 0,-1 1-1 0 0,-1-1 1 0 0,0-1 0 0 0,-1 1-1 0 0,0-1 1 0 0,-1-1-1 0 0,-1 0 1 0 0,0 0 0 0 0,-1 0-1 0 0,-1 0 1 0 0,0-1-1 0 0,-1 0 1 0 0,0 0 0 0 0,-2 0-1 0 0,0 0 1 0 0,-2-25-1 0 0,0 26-22 0 0,0-7 122 0 0,-2 1 0 0 0,-6-25 1 0 0,8 41-6 0 0,0 0 0 0 0,-1 0 1 0 0,0 0-1 0 0,0 0 0 0 0,0 0 1 0 0,-1 1-1 0 0,1-1 0 0 0,-1 1 0 0 0,0-1 1 0 0,-1 1-1 0 0,1 0 0 0 0,-1 0 1 0 0,1 1-1 0 0,-6-5 0 0 0,8 8-63 0 0,0-1 0 0 0,0 1 0 0 0,0 0 1 0 0,0-1-1 0 0,0 1 0 0 0,0 0 0 0 0,0 0 0 0 0,0-1 0 0 0,0 1 0 0 0,-1 0 0 0 0,1 0 0 0 0,0 0 0 0 0,0 0 1 0 0,0 0-1 0 0,0 1 0 0 0,0-1 0 0 0,0 0 0 0 0,0 1 0 0 0,0-1 0 0 0,0 0 0 0 0,0 1 0 0 0,0-1 0 0 0,0 1 0 0 0,0-1 1 0 0,0 1-1 0 0,1 0 0 0 0,-1-1 0 0 0,0 1 0 0 0,0 0 0 0 0,0 0 0 0 0,1-1 0 0 0,-1 1 0 0 0,1 0 0 0 0,-1 0 0 0 0,0 0 1 0 0,1 0-1 0 0,-1 0 0 0 0,1 1 0 0 0,-18 40 108 0 0,14-25-91 0 0,1 1 0 0 0,2 0 0 0 0,-1-1 0 0 0,2 1-1 0 0,0 0 1 0 0,2 0 0 0 0,-1-1 0 0 0,2 1 0 0 0,1-1-1 0 0,0 1 1 0 0,7 17 0 0 0,-2-11-4 0 0,1-1 1 0 0,1 0-1 0 0,1 0 1 0 0,1-1-1 0 0,2-1 0 0 0,-1 0 1 0 0,22 22-1 0 0,-26-32 246 0 0,0 0 0 0 0,1-1 0 0 0,0 0 0 0 0,1-1 1 0 0,25 16-1 0 0,-36-25 449 0 0,2 2-513 0 0,10 3 2343 0 0</inkml:trace>
</inkml:ink>
</file>

<file path=ppt/ink/ink4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2:00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64 620 0 0,'-12'-52'9868'0'0,"12"50"-9086"0"0,0-7 255 0 0</inkml:trace>
</inkml:ink>
</file>

<file path=ppt/ink/ink4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2:00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62 540 0 0,'-1'1'166'0'0,"-1"0"1"0"0,0 0-1 0 0,1 0 0 0 0,-1 1 0 0 0,1-1 1 0 0,0 1-1 0 0,-1-1 0 0 0,1 1 0 0 0,0-1 1 0 0,0 1-1 0 0,0 0 0 0 0,0 0 0 0 0,0-1 1 0 0,0 1-1 0 0,0 0 0 0 0,1 0 1 0 0,-1 0-1 0 0,1 0 0 0 0,-1 0 0 0 0,1 0 1 0 0,0 0-1 0 0,0 0 0 0 0,0 0 0 0 0,0 0 1 0 0,0 0-1 0 0,0 0 0 0 0,0 0 0 0 0,1 0 1 0 0,-1 0-1 0 0,1 0 0 0 0,0 0 0 0 0,-1 0 1 0 0,1 0-1 0 0,0-1 0 0 0,0 1 1 0 0,0 0-1 0 0,0 0 0 0 0,1-1 0 0 0,-1 1 1 0 0,0-1-1 0 0,1 1 0 0 0,-1-1 0 0 0,1 0 1 0 0,-1 1-1 0 0,1-1 0 0 0,0 0 0 0 0,-1 0 1 0 0,1 0-1 0 0,0 0 0 0 0,0 0 1 0 0,0-1-1 0 0,0 1 0 0 0,0 0 0 0 0,0-1 1 0 0,0 0-1 0 0,0 1 0 0 0,0-1 0 0 0,3 0 1 0 0,-4 0-69 0 0,0 0 0 0 0,1 0 0 0 0,-1 0 0 0 0,0-1 1 0 0,1 1-1 0 0,-1 0 0 0 0,0-1 0 0 0,1 1 0 0 0,-1-1 0 0 0,0 1 1 0 0,0-1-1 0 0,1 0 0 0 0,-1 1 0 0 0,0-1 0 0 0,0 0 1 0 0,0 0-1 0 0,0 0 0 0 0,0 0 0 0 0,0 0 0 0 0,0 0 1 0 0,0 0-1 0 0,-1 0 0 0 0,1 0 0 0 0,1-3 0 0 0,-1 0 133 0 0,1 0 0 0 0,-1 0 0 0 0,0 0 0 0 0,0 0 0 0 0,0 0-1 0 0,0 0 1 0 0,-1 0 0 0 0,0-6 0 0 0,0 2-69 0 0,0 1 1 0 0,0 0-1 0 0,-1-1 1 0 0,0 1-1 0 0,-1 0 1 0 0,0 0-1 0 0,0 0 1 0 0,0 0-1 0 0,-5-9 1 0 0,6 15-545 0 0,-2 0-333 0 0,-1-3 129 0 0,-15 18-8685 0 0</inkml:trace>
</inkml:ink>
</file>

<file path=ppt/ink/ink4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2:01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2 236 0 0,'0'0'7881'0'0,"0"0"-7800"0"0,1 0 0 0 0,0 0 0 0 0,-1-1 0 0 0,1 1 0 0 0,-1 0 0 0 0,1 0-1 0 0,0 0 1 0 0,-1 0 0 0 0,1-1 0 0 0,-1 1 0 0 0,1 0 0 0 0,0 0 0 0 0,-1 0-1 0 0,1 1 1 0 0,0-1 0 0 0,-1 0 0 0 0,1 0 0 0 0,-1 0 0 0 0,1 0 0 0 0,0 0-1 0 0,0 1 1 0 0,39 88 2177 0 0,-39-88-2227 0 0,0 0 0 0 0,0 0-1 0 0,0 0 1 0 0,0 0 0 0 0,0 0 0 0 0,0-1 0 0 0,0 1 0 0 0,0 0 0 0 0,0 0 0 0 0,0-1 0 0 0,0 1-1 0 0,0-1 1 0 0,0 1 0 0 0,0-1 0 0 0,1 1 0 0 0,-1-1 0 0 0,0 0 0 0 0,0 0 0 0 0,1 1-1 0 0,-1-1 1 0 0,0 0 0 0 0,1 0 0 0 0,-1 0 0 0 0,0 0 0 0 0,0-1 0 0 0,1 1 0 0 0,-1 0 0 0 0,0 0-1 0 0,0-1 1 0 0,0 1 0 0 0,1-1 0 0 0,-1 1 0 0 0,0-1 0 0 0,1 0 0 0 0,39-22 358 0 0,9-25-84 0 0,-49 47-314 0 0,1 2-77 0 0,1 0 81 0 0,-1 0 0 0 0,0 0-1 0 0,0 0 1 0 0,0 0-1 0 0,0 0 1 0 0,-1 0-1 0 0,1 0 1 0 0,0 1-1 0 0,0-1 1 0 0,-1 1-1 0 0,1 0 1 0 0,-1-1-1 0 0,3 4 1 0 0,17 15-220 0 0,-15-18 198 0 0,0 0-1 0 0,0 0 0 0 0,0-1 1 0 0,0 0-1 0 0,0 0 1 0 0,1 0-1 0 0,-1-1 0 0 0,0 0 1 0 0,0 0-1 0 0,8-1 1 0 0,73-14-194 0 0,-50 8 149 0 0,-26 5 41 0 0,-4 0 12 0 0,1 1-1 0 0,-1-1 1 0 0,0 1-1 0 0,1 1 1 0 0,-1-1-1 0 0,1 1 1 0 0,-1 1-1 0 0,1-1 1 0 0,-1 1-1 0 0,0 0 1 0 0,13 4-1 0 0,-19-4 0 0 0,-1-1 18 0 0,1 0 1 0 0,-1 0 0 0 0,0 0-1 0 0,1-1 1 0 0,-1 1-1 0 0,1 0 1 0 0,-1 0-1 0 0,0 0 1 0 0,1 0-1 0 0,-1 0 1 0 0,1 0 0 0 0,-1 0-1 0 0,0 0 1 0 0,1 1-1 0 0,-1-1 1 0 0,0 0-1 0 0,1 0 1 0 0,-1 0-1 0 0,0 0 1 0 0,1 0 0 0 0,-1 1-1 0 0,1-1 1 0 0,-1 0-1 0 0,0 0 1 0 0,0 0-1 0 0,1 1 1 0 0,-1-1-1 0 0,0 0 1 0 0,1 1 0 0 0,-1-1-1 0 0,0 0 1 0 0,0 0-1 0 0,0 1 1 0 0,1-1-1 0 0,-1 0 1 0 0,0 1-1 0 0,0-1 1 0 0,0 1 0 0 0,0-1-1 0 0,0 1 1 0 0,-7 15-35 0 0,-17 11-701 0 0,21-25 424 0 0,1-1 0 0 0,-1 1 0 0 0,1-1 0 0 0,-1 1 0 0 0,0-1 0 0 0,0 0 0 0 0,0 0 1 0 0,0 0-1 0 0,1 0 0 0 0,-1-1 0 0 0,0 1 0 0 0,0-1 0 0 0,-4 0 0 0 0,-2 1-2338 0 0</inkml:trace>
</inkml:ink>
</file>

<file path=ppt/ink/ink4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2:01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56 244 0 0,'11'-21'1280'0'0,"-2"16"-136"0"0,0-2-120 0 0,0 2-80 0 0,2-1 637 0 0,1-2-985 0 0,-2 6-60 0 0,3 1-560 0 0,4 6-1096 0 0,-21 10-3733 0 0</inkml:trace>
</inkml:ink>
</file>

<file path=ppt/ink/ink4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2:03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381 50 860 0 0,'0'0'966'0'0,"-16"-38"4429"0"0,11 36-5197 0 0,0 0 0 0 0,-1 0 0 0 0,1 1 0 0 0,-1 0 0 0 0,1 0 0 0 0,-1 0-1 0 0,1 0 1 0 0,-1 1 0 0 0,1 0 0 0 0,-1 0 0 0 0,1 0 0 0 0,-1 1 0 0 0,1 0 0 0 0,-1 0 0 0 0,1 1 0 0 0,0-1 0 0 0,-1 1 0 0 0,1 0 0 0 0,-7 4 0 0 0,-9 4 56 0 0,0 0 0 0 0,1 1-1 0 0,-27 21 1 0 0,34-24-118 0 0,0 1-1 0 0,1 1 0 0 0,-1 0 1 0 0,2 1-1 0 0,0 0 1 0 0,0 0-1 0 0,1 1 0 0 0,0 1 1 0 0,1-1-1 0 0,1 2 1 0 0,-9 17-1 0 0,16-30-127 0 0,1 0 1 0 0,0 0-1 0 0,-1 0 1 0 0,1 0-1 0 0,0 0 0 0 0,0 0 1 0 0,0 0-1 0 0,-1 0 1 0 0,1 0-1 0 0,0 0 1 0 0,1 0-1 0 0,-1 0 0 0 0,0 0 1 0 0,0 0-1 0 0,0 0 1 0 0,0 0-1 0 0,1 0 1 0 0,-1 0-1 0 0,1 0 0 0 0,-1 0 1 0 0,0-1-1 0 0,1 1 1 0 0,0 0-1 0 0,-1 0 1 0 0,1 0-1 0 0,-1 0 0 0 0,1-1 1 0 0,0 1-1 0 0,0 0 1 0 0,-1-1-1 0 0,1 1 0 0 0,0-1 1 0 0,0 1-1 0 0,0-1 1 0 0,0 1-1 0 0,-1-1 1 0 0,1 1-1 0 0,0-1 0 0 0,0 0 1 0 0,0 0-1 0 0,0 1 1 0 0,0-1-1 0 0,0 0 1 0 0,0 0-1 0 0,0 0 0 0 0,2 0 1 0 0,46-1 142 0 0,-32-2-116 0 0,-1-2 0 0 0,0 0 1 0 0,0 0-1 0 0,-1-2 1 0 0,0 0-1 0 0,0-1 1 0 0,0 0-1 0 0,13-11 0 0 0,-8 6 22 0 0,0 1 0 0 0,38-16-1 0 0,-49 25-46 0 0,-1 1-1 0 0,1-1 1 0 0,0 1 0 0 0,-1 1-1 0 0,1 0 1 0 0,0 0 0 0 0,0 1-1 0 0,0 0 1 0 0,0 0-1 0 0,0 1 1 0 0,9 2 0 0 0,1 2-438 0 0,-1 1 0 0 0,0 0 1 0 0,23 13-1 0 0,13 4-2179 0 0,0-8-3406 0 0,-42-13 3401 0 0</inkml:trace>
</inkml:ink>
</file>

<file path=ppt/ink/ink4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2:04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25 356 0 0,'41'-24'4683'0'0,"-39"24"-4623"0"0,1 0 0 0 0,0 1 1 0 0,-1 0-1 0 0,1-1 0 0 0,0 1 0 0 0,-1 0 0 0 0,1 1 1 0 0,-1-1-1 0 0,0 0 0 0 0,1 1 0 0 0,-1-1 0 0 0,0 1 0 0 0,0-1 1 0 0,0 1-1 0 0,0 0 0 0 0,0 0 0 0 0,0 0 0 0 0,0 0 0 0 0,-1 0 1 0 0,1 1-1 0 0,-1-1 0 0 0,0 0 0 0 0,0 1 0 0 0,1-1 1 0 0,-2 1-1 0 0,1 0 0 0 0,0-1 0 0 0,0 1 0 0 0,-1-1 0 0 0,1 4 1 0 0,0-2-7 0 0,-1 1 0 0 0,0-1-1 0 0,0 1 1 0 0,0-1 0 0 0,0 1 0 0 0,0-1 0 0 0,-1 1 0 0 0,0-1 0 0 0,0 0 0 0 0,0 0 0 0 0,-1 1 0 0 0,1-1 0 0 0,-1 0 0 0 0,0 0 0 0 0,0 0 0 0 0,0 0 0 0 0,-1-1 0 0 0,-2 5 0 0 0,-11 5 290 0 0,12-17-71 0 0,12-23-226 0 0,-3 18-80 0 0,1 0 0 0 0,0 1 1 0 0,0 0-1 0 0,1 0 0 0 0,-1 0 0 0 0,2 1 0 0 0,-1 0 0 0 0,1 0 0 0 0,0 0 0 0 0,1 1 1 0 0,-1 1-1 0 0,1-1 0 0 0,0 2 0 0 0,1-1 0 0 0,-1 1 0 0 0,17-5 0 0 0,-17 9 28 0 0,0-1-1 0 0,0 1 0 0 0,0 1 0 0 0,0 0 1 0 0,0 0-1 0 0,0 0 0 0 0,0 1 0 0 0,0 1 1 0 0,-1 0-1 0 0,1 0 0 0 0,-1 0 0 0 0,0 1 1 0 0,0 0-1 0 0,0 1 0 0 0,-1 0 0 0 0,1 0 1 0 0,-1 1-1 0 0,0-1 0 0 0,-1 2 1 0 0,1-1-1 0 0,-1 1 0 0 0,-1 0 0 0 0,1 0 1 0 0,-1 0-1 0 0,8 17 0 0 0,-3 4 35 0 0,-10-27-19 0 0,0 11 3 0 0,1-5 113 0 0,2-8 487 0 0,3-8-647 0 0,0 0-1 0 0,1 1 0 0 0,0-1 1 0 0,1 1-1 0 0,-1 1 0 0 0,1-1 1 0 0,1 1-1 0 0,0 1 0 0 0,0 0 1 0 0,0 0-1 0 0,0 0 0 0 0,1 1 1 0 0,0 1-1 0 0,20-7 0 0 0,-19 11 18 0 0,-1 0 0 0 0,1 0 0 0 0,0 1-1 0 0,-1 1 1 0 0,1 0 0 0 0,0 0 0 0 0,16 7 0 0 0,11 1 2 0 0,10 0-16 0 0,1-3 0 0 0,0-1 0 0 0,61-1 1 0 0,-90-5-6 0 0,1-1 0 0 0,-1-1 0 0 0,0-1-1 0 0,0-1 1 0 0,-1 0 0 0 0,1-2 0 0 0,-1 0 0 0 0,0-1 0 0 0,0-1 0 0 0,28-16 0 0 0,-46 23 77 0 0,0-1-1 0 0,0 1 1 0 0,0 0-1 0 0,0 0 1 0 0,1 1-1 0 0,-1-1 1 0 0,0 0-1 0 0,0 0 1 0 0,1 0-1 0 0,-1 1 1 0 0,1-1-1 0 0,-1 1 1 0 0,0-1 0 0 0,1 1-1 0 0,-1 0 1 0 0,1-1-1 0 0,-1 1 1 0 0,1 0-1 0 0,-1 0 1 0 0,1 0-1 0 0,-1 0 1 0 0,1 0-1 0 0,-1 1 1 0 0,1-1-1 0 0,-1 0 1 0 0,1 1-1 0 0,-1-1 1 0 0,1 1-1 0 0,-1-1 1 0 0,0 1-1 0 0,1 0 1 0 0,-1-1-1 0 0,0 1 1 0 0,1 0-1 0 0,-1 0 1 0 0,0 0-1 0 0,0 0 1 0 0,0 0-1 0 0,0 0 1 0 0,0 1-1 0 0,0-1 1 0 0,1 2-1 0 0,8 7-89 0 0,0-3 153 0 0,1-1 0 0 0,-1 0 0 0 0,1-1 0 0 0,0 0 0 0 0,0 0 0 0 0,1-1 0 0 0,0-1 0 0 0,-1 0 0 0 0,1-1 0 0 0,0 0 0 0 0,15 1 0 0 0,-24-3 205 0 0,16-20 1162 0 0,-19 16-1369 0 0,-1-1 0 0 0,0 1 0 0 0,1 0 0 0 0,-2 0 0 0 0,1 0 0 0 0,0 0 0 0 0,-1 0 0 0 0,0 0 0 0 0,0 0-1 0 0,0 0 1 0 0,0 0 0 0 0,0 1 0 0 0,-1-1 0 0 0,-5-5 0 0 0,5 6-690 0 0,-1 0 0 0 0,1 0 1 0 0,-1 0-1 0 0,0 0 0 0 0,1 0 0 0 0,-1 1 0 0 0,-1 0 1 0 0,-4-3-1 0 0</inkml:trace>
</inkml:ink>
</file>

<file path=ppt/ink/ink4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2:04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31 256 0 0,'17'23'4546'0'0,"0"18"-2303"0"0,-17-40-1892 0 0,2 10 7 0 0,-2-11-319 0 0,0 1 0 0 0,0-1 0 0 0,0 0 0 0 0,0 0 0 0 0,0 1 0 0 0,0-1 0 0 0,0 0 0 0 0,0 0 0 0 0,0 1 0 0 0,0-1 0 0 0,0 0 0 0 0,0 0 0 0 0,0 1 1 0 0,0-1-1 0 0,0 0 0 0 0,0 0 0 0 0,1 1 0 0 0,-1-1 0 0 0,0 0 0 0 0,0 0 0 0 0,0 0 0 0 0,0 1 0 0 0,0-1 0 0 0,1 0 0 0 0,-1 0 0 0 0,0 0 0 0 0,0 0 0 0 0,1 0 0 0 0,-1 1 0 0 0,0-1 0 0 0,0 0 0 0 0,0 0 0 0 0,1 0 0 0 0,-1 0 0 0 0,0 0 0 0 0,0 0 0 0 0,1 0 0 0 0,-1 0 0 0 0,0 0 0 0 0,0 0 0 0 0,1 0 0 0 0,-1 0 0 0 0,0 0 0 0 0,0 0 0 0 0,1 0 0 0 0,-1 0 0 0 0,17-17 114 0 0,-14 12-113 0 0,1 1 1 0 0,-1 0-1 0 0,1-1 1 0 0,0 1 0 0 0,1 1-1 0 0,-1-1 1 0 0,1 1-1 0 0,-1-1 1 0 0,1 1 0 0 0,0 1-1 0 0,0-1 1 0 0,1 1-1 0 0,7-3 1 0 0,-4 6-131 0 0,0 0 1 0 0,0 1-1 0 0,0 1 1 0 0,-1-1-1 0 0,0 1 1 0 0,11 6-1 0 0,18 5-446 0 0,-17-9 399 0 0,1-1 0 0 0,0 0 1 0 0,-1-2-1 0 0,1-1 1 0 0,0 0-1 0 0,0-1 1 0 0,0-2-1 0 0,0 0 1 0 0,-1-1-1 0 0,1-1 1 0 0,-1-1-1 0 0,0-1 0 0 0,0 0 1 0 0,0-2-1 0 0,-1 0 1 0 0,0-1-1 0 0,-1-1 1 0 0,21-15-1 0 0,-38 24 226 0 0,-1 0-1 0 0,1 1 1 0 0,0-1-1 0 0,0 0 1 0 0,-1 0-1 0 0,1 1 1 0 0,0-1-1 0 0,0 1 1 0 0,0-1-1 0 0,0 1 1 0 0,0-1-1 0 0,0 1 1 0 0,0 0-1 0 0,0-1 1 0 0,0 1-1 0 0,0 0 1 0 0,0 0-1 0 0,0 0 1 0 0,0-1-1 0 0,0 1 1 0 0,0 0-1 0 0,0 1 1 0 0,0-1-1 0 0,1 0 1 0 0,0 0-1 0 0,-1 2-50 0 0,0-1 0 0 0,-1 1 0 0 0,1-1 0 0 0,0 0 1 0 0,-1 1-1 0 0,1-1 0 0 0,-1 1 0 0 0,0-1 0 0 0,1 1 0 0 0,-1 0 0 0 0,0-1 0 0 0,0 1 0 0 0,0-1 0 0 0,0 1 0 0 0,0 0 0 0 0,0-1 0 0 0,-1 1 0 0 0,1-1 0 0 0,0 1 0 0 0,-1 1 0 0 0,-11 50 564 0 0,-27 73 0 0 0,-4 17-86 0 0,-54 238-1411 0 0,91-348-23 0 0,-8 23-4230 0 0,10-42 2666 0 0</inkml:trace>
</inkml:ink>
</file>

<file path=ppt/ink/ink4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2:04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20 748 0 0,'12'-20'6829'0'0,"-10"39"-4596"0"0,-1 7-2008 0 0,2 44 1344 0 0,-12 142 0 0 0,0-77-721 0 0,6-98-1047 0 0,-2 0 1 0 0,-2 0 0 0 0,-1-1 0 0 0,-2 1 0 0 0,-27 64 0 0 0,35-96-308 0 0,1-1-1 0 0,-2 0 1 0 0,1 0 0 0 0,0 0-1 0 0,-1 0 1 0 0,0 0 0 0 0,0 0-1 0 0,0-1 1 0 0,-4 4 0 0 0</inkml:trace>
</inkml:ink>
</file>

<file path=ppt/ink/ink4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2:05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30 373 44 0 0,'13'-13'500'0'0,"0"-1"1"0"0,-1-1-1 0 0,0 0 1 0 0,-1-1-1 0 0,-1 0 1 0 0,0-1-1 0 0,-2 0 1 0 0,1 0-1 0 0,-2-1 1 0 0,-1 0-1 0 0,0 0 1 0 0,-1-1-1 0 0,-1 0 1 0 0,-1 0-1 0 0,0 0 1 0 0,-1-23-1 0 0,-2 37-333 0 0,-1 1-1 0 0,1 0 0 0 0,-1 0 1 0 0,0 0-1 0 0,0 0 1 0 0,0 0-1 0 0,-3-5 0 0 0,-2-7 465 0 0,6 14-321 0 0,0 2-298 0 0,0-1 0 0 0,-1 1 0 0 0,1 0 0 0 0,0 0 0 0 0,0-1 0 0 0,0 1 0 0 0,0 0 0 0 0,-1 0 0 0 0,1 0 0 0 0,0-1 0 0 0,0 1 0 0 0,0 0 1 0 0,-1 0-1 0 0,1 0 0 0 0,0 0 0 0 0,0-1 0 0 0,-1 1 0 0 0,1 0 0 0 0,0 0 0 0 0,0 0 0 0 0,-1 0 0 0 0,1 0 0 0 0,0 0 0 0 0,-1 0 0 0 0,1 0 0 0 0,0 0 0 0 0,0 0 1 0 0,-1 0-1 0 0,1 0 0 0 0,0 0 0 0 0,-1 0 0 0 0,1 0 0 0 0,0 0 0 0 0,0 0 0 0 0,-1 0 0 0 0,1 0 0 0 0,0 1 0 0 0,0-1 0 0 0,-1 0 0 0 0,1 0 0 0 0,0 0 1 0 0,0 0-1 0 0,0 1 0 0 0,-1-1 0 0 0,1 0 0 0 0,0 0 0 0 0,0 0 0 0 0,0 1 0 0 0,-1-1 0 0 0,-10 21 171 0 0,0 0 0 0 0,2 0 1 0 0,0 1-1 0 0,2 0 0 0 0,-9 41 0 0 0,-14 130 616 0 0,19-111-505 0 0,-17 92 370 0 0,26-162-617 0 0,1-12-33 0 0,1 1-1 0 0,0-1 0 0 0,0 0 1 0 0,0 1-1 0 0,-1-1 0 0 0,1 1 1 0 0,0-1-1 0 0,0 0 0 0 0,0 1 0 0 0,0-1 1 0 0,0 1-1 0 0,0-1 0 0 0,0 1 1 0 0,0-1-1 0 0,0 0 0 0 0,0 1 1 0 0,0-1-1 0 0,0 1 0 0 0,0-1 0 0 0,0 0 1 0 0,0 1-1 0 0,0-1 0 0 0,0 1 1 0 0,1-1-1 0 0,-1 0 0 0 0,0 1 0 0 0,0-1 1 0 0,1 1-1 0 0,-1-1 0 0 0,0 0 1 0 0,0 1-1 0 0,1-1 0 0 0,-1 0 1 0 0,0 0-1 0 0,1 1 0 0 0,-1-1 0 0 0,0 0 1 0 0,1 0-1 0 0,-1 1 0 0 0,0-1 1 0 0,1 0-1 0 0,-1 0 0 0 0,1 0 1 0 0,-1 0-1 0 0,1 0 0 0 0,-1 0 0 0 0,1 1 1 0 0,1-1 43 0 0,2-1 6 0 0,4-4-100 0 0,1 1 0 0 0,0 0 0 0 0,1 1 0 0 0,-1 0 0 0 0,0 0 0 0 0,1 1 0 0 0,0 1 1 0 0,-1-1-1 0 0,1 2 0 0 0,0-1 0 0 0,0 1 0 0 0,-1 1 0 0 0,1 0 0 0 0,0 0 0 0 0,-1 1 0 0 0,1 0 1 0 0,17 6-1 0 0,-11-3-81 0 0,-1-1 0 0 0,1-1 0 0 0,1-1 1 0 0,-1 0-1 0 0,0-1 0 0 0,0-1 0 0 0,1-1 0 0 0,16-2 1 0 0,-25 2 134 0 0,0 0-1 0 0,-1-1 1 0 0,1 0 0 0 0,-1 0 0 0 0,1 0 0 0 0,-1-1 0 0 0,0-1 0 0 0,0 1 0 0 0,0-1 0 0 0,0 0 0 0 0,-1-1 0 0 0,0 1-1 0 0,0-1 1 0 0,0 0 0 0 0,0-1 0 0 0,-1 0 0 0 0,0 0 0 0 0,8-11 0 0 0,0-24 1200 0 0,-12 40-965 0 0,-1-7-40 0 0,0 5-273 0 0,-1 6-349 0 0,0 4 80 0 0,0 1 0 0 0,1-1 1 0 0,0 0-1 0 0,0 1 0 0 0,3 11 0 0 0,-2-16-368 0 0,0 1 0 0 0,0-1 0 0 0,0 1-1 0 0,0-1 1 0 0,1 0 0 0 0,0 1 0 0 0,-1-1-1 0 0,1 0 1 0 0,0 0 0 0 0,3 3-1 0 0,2 0-2249 0 0</inkml:trace>
</inkml:ink>
</file>

<file path=ppt/ink/ink4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2:06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53 388 0 0,'0'0'1267'0'0,"12"-19"11014"0"0,-14 22-12270 0 0,-4 7 74 0 0,-1-1 0 0 0,0 0 0 0 0,-1-1 0 0 0,0 0 1 0 0,0 0-1 0 0,0-1 0 0 0,-1 0 0 0 0,0 0 0 0 0,-12 6 1 0 0,3-10-54 0 0,24-14-224 0 0,-1 3 222 0 0,3-1-68 0 0,1 0 1 0 0,0 1 0 0 0,0 0-1 0 0,0 1 1 0 0,1 0 0 0 0,0 0-1 0 0,0 1 1 0 0,1 0 0 0 0,18-6-1 0 0,-7 1-18 0 0,-16 8 30 0 0,0 1 0 0 0,0-1 0 0 0,0 1 0 0 0,0 0 0 0 0,1 1 1 0 0,-1-1-1 0 0,0 1 0 0 0,1 1 0 0 0,0-1 0 0 0,12 2 0 0 0,-18-1 15 0 0,1 0 0 0 0,0 1 0 0 0,0-1-1 0 0,0 0 1 0 0,-1 1 0 0 0,1 0 0 0 0,0 0 0 0 0,-1-1-1 0 0,1 1 1 0 0,0 0 0 0 0,-1 0 0 0 0,1 0-1 0 0,-1 1 1 0 0,0-1 0 0 0,1 0 0 0 0,-1 0 0 0 0,2 3-1 0 0,-2-2 6 0 0,0 1 0 0 0,0-1 0 0 0,0 1 0 0 0,0-1-1 0 0,0 1 1 0 0,-1-1 0 0 0,1 1 0 0 0,-1 0-1 0 0,0-1 1 0 0,0 1 0 0 0,0-1 0 0 0,0 1-1 0 0,0 0 1 0 0,-1-1 0 0 0,1 1 0 0 0,-1 2 0 0 0,-4 21-14 0 0,6-3 59 0 0,-1-23-35 0 0,0 1-1 0 0,0-1 1 0 0,0 0-1 0 0,0 1 1 0 0,0-1 0 0 0,0 1-1 0 0,1-1 1 0 0,-1 0 0 0 0,0 1-1 0 0,0-1 1 0 0,0 0 0 0 0,1 1-1 0 0,-1-1 1 0 0,0 0-1 0 0,0 1 1 0 0,1-1 0 0 0,-1 0-1 0 0,0 0 1 0 0,1 1 0 0 0,-1-1-1 0 0,0 0 1 0 0,1 0-1 0 0,-1 0 1 0 0,0 1 0 0 0,1-1-1 0 0,-1 0 1 0 0,0 0 0 0 0,1 0-1 0 0,-1 0 1 0 0,1 0 0 0 0,-1 0-1 0 0,0 0 1 0 0,1 0-1 0 0,-1 0 1 0 0,1 0 0 0 0,-1 0-1 0 0,1 0 1 0 0,32-8 25 0 0,61-25 0 0 0,-53 17-37 0 0,72-18-1 0 0,-113 33-19 0 0,1 1-1 0 0,0 0 1 0 0,-1 0-1 0 0,1 0 0 0 0,0 0 1 0 0,-1 0-1 0 0,1 0 1 0 0,0 0-1 0 0,-1 0 1 0 0,1 0-1 0 0,0 0 1 0 0,-1 0-1 0 0,1 0 0 0 0,0 0 1 0 0,-1 1-1 0 0,1-1 1 0 0,0 0-1 0 0,-1 1 1 0 0,1-1-1 0 0,-1 0 1 0 0,1 1-1 0 0,0-1 0 0 0,-1 0 1 0 0,1 1-1 0 0,-1-1 1 0 0,1 1-1 0 0,-1-1 1 0 0,0 1-1 0 0,1-1 1 0 0,-1 1-1 0 0,1 0 0 0 0,-1-1 1 0 0,0 1-1 0 0,0-1 1 0 0,1 1-1 0 0,-1 0 1 0 0,0-1-1 0 0,0 1 1 0 0,0 0-1 0 0,0-1 0 0 0,1 1 1 0 0,-1 0-1 0 0,0-1 1 0 0,0 1-1 0 0,-1 0 1 0 0,1-1-1 0 0,0 1 1 0 0,0 0-1 0 0,0-1 0 0 0,0 1 1 0 0,0 0-1 0 0,-1-1 1 0 0,1 1-1 0 0,-1 0 1 0 0,-11 39-5479 0 0,10-37 3745 0 0</inkml:trace>
</inkml:ink>
</file>

<file path=ppt/ink/ink4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1:47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10 244 0 0,'0'0'4404'0'0,"-4"-9"2305"0"0,0 16-6499 0 0,1 1-1 0 0,-1-1 1 0 0,2 1 0 0 0,-1 0 0 0 0,1 0-1 0 0,-1 10 1 0 0,2-16-182 0 0,1 0 0 0 0,0 0 1 0 0,0 0-1 0 0,-1 1 0 0 0,2-1 0 0 0,-1 0 0 0 0,0 0 1 0 0,0 0-1 0 0,1 1 0 0 0,-1-1 0 0 0,1 0 0 0 0,-1 0 1 0 0,1 0-1 0 0,0 0 0 0 0,0 0 0 0 0,0 0 0 0 0,0 0 1 0 0,0 0-1 0 0,1 0 0 0 0,-1-1 0 0 0,1 1 0 0 0,-1 0 0 0 0,1-1 1 0 0,-1 1-1 0 0,1-1 0 0 0,0 0 0 0 0,0 1 0 0 0,0-1 1 0 0,0 0-1 0 0,-1 0 0 0 0,4 1 0 0 0,3 0-355 0 0,1 1 1 0 0,-1-2-1 0 0,1 1 0 0 0,-1-1 0 0 0,14 0 0 0 0,21-7-6515 0 0,-32 1 4070 0 0</inkml:trace>
</inkml:ink>
</file>

<file path=ppt/ink/ink4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1:47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30 104 928 0 0,'-4'-7'1283'0'0,"1"0"0"0"0,0 0 0 0 0,0-1 0 0 0,1 1-1 0 0,-2-9 1 0 0,-3-7 1928 0 0,6 22-3161 0 0,1 1 0 0 0,0-1 1 0 0,-1 0-1 0 0,1 1 0 0 0,-1-1 1 0 0,1 0-1 0 0,0 1 0 0 0,0-1 1 0 0,0 0-1 0 0,-1 0 0 0 0,1 1 1 0 0,0-1-1 0 0,0 0 0 0 0,0 0 0 0 0,0 0 1 0 0,0 1-1 0 0,0-1 0 0 0,0 0 1 0 0,0 0-1 0 0,1 1 0 0 0,-1-1 1 0 0,0 0-1 0 0,0 0 0 0 0,1 1 1 0 0,-1-1-1 0 0,0 0 0 0 0,1 1 1 0 0,-1-1-1 0 0,1 0 0 0 0,-1 1 0 0 0,1-1 1 0 0,-1 1-1 0 0,1-1 0 0 0,-1 0 1 0 0,1 1-1 0 0,-1 0 0 0 0,1-1 1 0 0,0 1-1 0 0,-1-1 0 0 0,2 0 1 0 0,0 1-638 0 0,19 26-1443 0 0,-6-10 553 0 0,-4 7-3380 0 0,-4-13 2073 0 0</inkml:trace>
</inkml:ink>
</file>

<file path=ppt/ink/ink4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1:48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1357 167 8 0 0,'6'6'377'0'0,"0"0"0"0"0,-1 0 0 0 0,1 1-1 0 0,-1 0 1 0 0,-1 0 0 0 0,0 0 0 0 0,0 0 0 0 0,0 1 0 0 0,-1 0 0 0 0,0-1-1 0 0,0 1 1 0 0,-1 1 0 0 0,0-1 0 0 0,0 0 0 0 0,-1 0 0 0 0,0 1 0 0 0,-1 13 0 0 0,1 6 6 0 0,-2 0 0 0 0,-1 0 0 0 0,-2 0 0 0 0,-6 28 0 0 0,5-38-222 0 0,-1 0 0 0 0,0 0 0 0 0,-1 0 0 0 0,-1-1 0 0 0,0 0 0 0 0,-2-1 0 0 0,0 0 0 0 0,-12 16 0 0 0,16-25-286 0 0,-1 0 0 0 0,1 0-1 0 0,-1-1 1 0 0,0 0-1 0 0,0 0 1 0 0,-1 0-1 0 0,0-1 1 0 0,-9 4 0 0 0,12-6-254 0 0,-1-1 1 0 0,1 0 0 0 0,-1-1 0 0 0,1 1-1 0 0,-1-1 1 0 0,0 0 0 0 0,0 0-1 0 0,1-1 1 0 0,-1 0 0 0 0,0 0 0 0 0,0 0-1 0 0,0-1 1 0 0,-10-2 0 0 0,-4-3-1722 0 0</inkml:trace>
  <inkml:trace contextRef="#ctx0" brushRef="#br0" timeOffset="1">421 15 10761 0 0,'-15'-4'90'0'0,"0"1"1"0"0,-1 0-1 0 0,1 1 1 0 0,-1 1-1 0 0,1 0 1 0 0,-1 1-1 0 0,1 1 0 0 0,-1 0 1 0 0,1 1-1 0 0,0 1 1 0 0,-1 0-1 0 0,1 1 0 0 0,1 1 1 0 0,-18 7-1 0 0,21-7-14 0 0,0 1 0 0 0,0 0 0 0 0,0 0-1 0 0,1 1 1 0 0,0 0 0 0 0,0 1 0 0 0,1 0 0 0 0,0 0-1 0 0,1 1 1 0 0,0 1 0 0 0,0-1 0 0 0,1 1 0 0 0,0 0-1 0 0,1 1 1 0 0,0 0 0 0 0,0 0 0 0 0,1 0-1 0 0,-5 19 1 0 0,6-12-17 0 0,1-1 0 0 0,1 2 0 0 0,0-1 0 0 0,2 0-1 0 0,0 0 1 0 0,1 0 0 0 0,0 0 0 0 0,2 0 0 0 0,0 0-1 0 0,1 0 1 0 0,1 0 0 0 0,1-1 0 0 0,0 0 0 0 0,17 31 0 0 0,-8-21-129 0 0,2 0 0 0 0,0 0 0 0 0,2-2 1 0 0,1 0-1 0 0,1-2 0 0 0,0 0 1 0 0,43 33-1 0 0,-21-24-645 0 0,1-2 0 0 0,75 38 0 0 0,31-4-5103 0 0,-75-40 2491 0 0</inkml:trace>
</inkml:ink>
</file>

<file path=ppt/ink/ink4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1:49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0 163 496 0 0,'2'-16'1497'0'0,"-1"1"1"0"0,2 0-1 0 0,0-1 0 0 0,0 1 0 0 0,9-19 0 0 0,3-18 3661 0 0,-8 95-5005 0 0,-1 0 1 0 0,-3 0-1 0 0,-2 0 1 0 0,-4 52 0 0 0,1-2-23 0 0,5 38 156 0 0,-3-131-270 0 0,0 1 0 0 0,0-1 0 0 0,0 0 0 0 0,0 0-1 0 0,0 1 1 0 0,0-1 0 0 0,0 0 0 0 0,0 0 0 0 0,0 0-1 0 0,1 1 1 0 0,-1-1 0 0 0,0 0 0 0 0,0 0 0 0 0,0 0-1 0 0,0 1 1 0 0,1-1 0 0 0,-1 0 0 0 0,0 0 0 0 0,0 0-1 0 0,0 0 1 0 0,1 1 0 0 0,-1-1 0 0 0,0 0 0 0 0,0 0-1 0 0,0 0 1 0 0,1 0 0 0 0,-1 0 0 0 0,0 0 0 0 0,0 0-1 0 0,1 0 1 0 0,-1 0 0 0 0,0 0 0 0 0,0 0 0 0 0,1 0-1 0 0,-1 0 1 0 0,0 0 0 0 0,0 0 0 0 0,1 0 0 0 0,-1 0-1 0 0,0 0 1 0 0,0 0 0 0 0,1 0 0 0 0,-1 0 0 0 0,0 0-1 0 0,0 0 1 0 0,1 0 0 0 0,-1-1 0 0 0,0 1 0 0 0,0 0-1 0 0,0 0 1 0 0,1 0 0 0 0,-1 0 0 0 0,0-1 0 0 0,0 1-1 0 0,0 0 1 0 0,0 0 0 0 0,0 0 0 0 0,1-1 0 0 0,-1 1-1 0 0,0 0 1 0 0,0-1 0 0 0,13-10-81 0 0,-13 11 110 0 0,187-204 110 0 0,-149 166-205 0 0,9-8-22 0 0,1 2 1 0 0,76-52 0 0 0,-121 92 34 0 0,-2 3 29 0 0,-1 0-1 0 0,0 1 0 0 0,1-1 0 0 0,-1 1 0 0 0,1-1 0 0 0,-1 1 1 0 0,0 0-1 0 0,1-1 0 0 0,-1 1 0 0 0,1-1 0 0 0,-1 1 0 0 0,1 0 0 0 0,0-1 1 0 0,-1 1-1 0 0,1 0 0 0 0,-1 0 0 0 0,1 0 0 0 0,0-1 0 0 0,-1 1 1 0 0,1 0-1 0 0,-1 0 0 0 0,1 0 0 0 0,0 0 0 0 0,-1 0 0 0 0,1 0 1 0 0,0 0-1 0 0,-1 0 0 0 0,1 0 0 0 0,0 1 0 0 0,-4 3-10 0 0,-18 22 17 0 0,-2-2-1 0 0,0-1 1 0 0,-2 0-1 0 0,0-2 1 0 0,-1-1 0 0 0,-54 30-1 0 0,77-48 15 0 0,-1 0-1 0 0,1 0 1 0 0,0 0-1 0 0,0 1 1 0 0,0-1-1 0 0,0 1 1 0 0,0-1-1 0 0,0 1 1 0 0,0 0-1 0 0,1 0 1 0 0,0 1-1 0 0,0-1 0 0 0,0 0 1 0 0,0 1-1 0 0,0-1 1 0 0,0 1-1 0 0,1 0 1 0 0,0-1-1 0 0,0 1 1 0 0,0 0-1 0 0,-1 5 1 0 0,3-6-6 0 0,-1-1 0 0 0,1 0 0 0 0,-1 0 0 0 0,1 0 0 0 0,0 0 0 0 0,0 0 0 0 0,0 0 0 0 0,0 0 0 0 0,0 0 0 0 0,0 0 0 0 0,1-1 0 0 0,-1 1 0 0 0,0 0 0 0 0,1-1 0 0 0,0 1 0 0 0,-1-1 0 0 0,1 1 0 0 0,0-1 0 0 0,2 2 0 0 0,39 21 87 0 0,-37-22-84 0 0,50 22-2383 0 0,79 23 0 0 0,-83-34-4329 0 0,-36-9 3599 0 0</inkml:trace>
</inkml:ink>
</file>

<file path=ppt/ink/ink4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1:49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51 152 256 0 0,'0'0'1324'0'0,"3"-19"3644"0"0,0 11 2177 0 0,-2 47-6691 0 0,-2 0 0 0 0,-2 0 0 0 0,-2-1 0 0 0,-13 55 0 0 0,0-38 210 0 0,18-54-269 0 0,-2-8-403 0 0,-2-13-32 0 0,1 0 1 0 0,1-1-1 0 0,1 1 1 0 0,1-1-1 0 0,0 1 1 0 0,2-1-1 0 0,0 1 1 0 0,2 0 0 0 0,0 0-1 0 0,1 0 1 0 0,1 0-1 0 0,0 1 1 0 0,2 0-1 0 0,1 0 1 0 0,0 1-1 0 0,1 0 1 0 0,1 1 0 0 0,18-24-1 0 0,-26 39 27 0 0,0-1-1 0 0,0 0 1 0 0,1 1-1 0 0,-1 0 1 0 0,1-1 0 0 0,-1 1-1 0 0,1 1 1 0 0,0-1-1 0 0,0 1 1 0 0,0-1 0 0 0,0 1-1 0 0,0 0 1 0 0,0 0-1 0 0,0 1 1 0 0,0-1-1 0 0,0 1 1 0 0,0 0 0 0 0,0 0-1 0 0,0 0 1 0 0,0 1-1 0 0,1-1 1 0 0,-1 1 0 0 0,0 0-1 0 0,0 0 1 0 0,0 1-1 0 0,4 1 1 0 0,13 6-29 0 0,-1 0 1 0 0,0 2-1 0 0,30 21 1 0 0,-30-19 13 0 0,-4-3 1 0 0,-1 0-1 0 0,-1 1 1 0 0,0 1-1 0 0,0 1 1 0 0,-1 0-1 0 0,-1 0 1 0 0,0 1 0 0 0,-1 1-1 0 0,0 0 1 0 0,-2 0-1 0 0,1 1 1 0 0,9 25-1 0 0,-18-40-100 0 0,-1 1 0 0 0,1-1-1 0 0,-1 1 1 0 0,0 0 0 0 0,0-1-1 0 0,1 1 1 0 0,-1 0 0 0 0,0-1 0 0 0,-1 1-1 0 0,1 0 1 0 0,0 0 0 0 0,0-1-1 0 0,-1 1 1 0 0,1-1 0 0 0,-1 1-1 0 0,1 0 1 0 0,-1-1 0 0 0,0 1-1 0 0,0-1 1 0 0,1 1 0 0 0,-1-1-1 0 0,0 0 1 0 0,0 1 0 0 0,-1-1-1 0 0,1 0 1 0 0,0 0 0 0 0,-2 2-1 0 0,-23 11-6193 0 0</inkml:trace>
</inkml:ink>
</file>

<file path=ppt/ink/ink4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1:50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82 264 0 0,'0'0'1980'0'0,"18"-12"-1112"0"0,-5 5-100 0 0,2 2-68 0 0,3-2-76 0 0,6-2-63 0 0,7 6-61 0 0,8-4-60 0 0,-10 0-128 0 0,13 1-172 0 0,-2 3-196 0 0,2-2-212 0 0,-10 3-260 0 0,-4 1-525 0 0,0-2-1139 0 0,-3-1 508 0 0</inkml:trace>
</inkml:ink>
</file>

<file path=ppt/ink/ink4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1:52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75 292 0 0,'10'-34'7396'0'0,"0"21"-2166"0"0,-5 11-3508 0 0,0 25-2378 0 0,-3-6 1087 0 0,3 41-332 0 0,-2 79-1 0 0,-4-80-32 0 0,5-33 141 0 0,-4-24-196 0 0,0 0 0 0 0,0 0 0 0 0,0 1 0 0 0,0-1 0 0 0,0 0 0 0 0,0 0 0 0 0,1 0 0 0 0,-1 1 0 0 0,0-1 0 0 0,0 0 0 0 0,0 0 0 0 0,1 0 0 0 0,-1 0 0 0 0,0 1 0 0 0,0-1 0 0 0,0 0 0 0 0,1 0-1 0 0,-1 0 1 0 0,0 0 0 0 0,0 0 0 0 0,1 0 0 0 0,-1 0 0 0 0,0 0 0 0 0,0 0 0 0 0,1 1 0 0 0,-1-1 0 0 0,0 0 0 0 0,0 0 0 0 0,1-1 0 0 0,-1 1 0 0 0,0 0 0 0 0,0 0 0 0 0,1 0 0 0 0,-1 0 0 0 0,0 0 0 0 0,0 0 0 0 0,1 0 0 0 0,-1 0 0 0 0,0 0-1 0 0,26-29 783 0 0,-7 8-972 0 0,74-78 40 0 0,-59 61 55 0 0,1 2-1 0 0,46-37 1 0 0,-38 31 32 0 0,-42 41 46 0 0,3-4-30 0 0,-2 4-16 0 0,-4 4-264 0 0,-12 12 310 0 0,10-11 0 0 0,-26 28-22 0 0,23-28 24 0 0,6-3 8 0 0,0 0 3 0 0,-2 3-8 0 0,1-1 6 0 0,-1-1-1 0 0,0 1 1 0 0,1-1 0 0 0,-1 0 0 0 0,0 0 0 0 0,0 0-1 0 0,0-1 1 0 0,0 1 0 0 0,-1-1 0 0 0,1 1 0 0 0,0-1-1 0 0,-1 0 1 0 0,-5 1 0 0 0,7-2 6 0 0,-10 7 246 0 0,0 0-966 0 0,19-8-3627 0 0,4-3 4050 0 0,1 3-5316 0 0</inkml:trace>
</inkml:ink>
</file>

<file path=ppt/ink/ink4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1:53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0 183 156 0 0,'0'0'643'0'0,"4"-16"4521"0"0,-4 16-4994 0 0,0-1 0 0 0,0 1 0 0 0,0-1 0 0 0,0 1 0 0 0,0-1 0 0 0,0 1 0 0 0,0-1 0 0 0,0 1 0 0 0,0-1 0 0 0,0 1 0 0 0,1-1 0 0 0,-1 1 0 0 0,0 0 0 0 0,0-1 0 0 0,0 1 0 0 0,1-1 0 0 0,-1 1 0 0 0,0 0 0 0 0,1-1 0 0 0,-1 1 0 0 0,0-1 0 0 0,1 1 0 0 0,-1 0 0 0 0,0 0 0 0 0,1-1 0 0 0,-1 1 0 0 0,1 0 0 0 0,-1 0 0 0 0,0-1 0 0 0,1 1 0 0 0,-1 0 0 0 0,1 0 0 0 0,0 0 0 0 0,3 3-153 0 0,-1 1 0 0 0,1 0 0 0 0,-1 0 0 0 0,0 0 0 0 0,-1 0 0 0 0,1 1 0 0 0,-1-1 0 0 0,0 1 0 0 0,0-1 1 0 0,0 1-1 0 0,0 0 0 0 0,-1 0 0 0 0,0 0 0 0 0,0 0 0 0 0,1 9 0 0 0,24 154 375 0 0,-25-155-322 0 0,-1-11-57 0 0,0 1 1 0 0,0-1 0 0 0,1 1 0 0 0,-1-1-1 0 0,1 1 1 0 0,-1-1 0 0 0,1 0 0 0 0,0 1-1 0 0,0-1 1 0 0,0 0 0 0 0,0 1 0 0 0,2 2-1 0 0,-2-4 386 0 0,-2-24 3233 0 0,-7-101-3243 0 0,8 105-372 0 0,1 0 1 0 0,0 0-1 0 0,7-28 0 0 0,-6 38-32 0 0,1 1 0 0 0,0-1 0 0 0,0 1 0 0 0,0 0 0 0 0,1 0 0 0 0,1 1 0 0 0,-1-1 0 0 0,1 1 0 0 0,1 0 0 0 0,6-7 0 0 0,1 2-15 0 0,1 1 0 0 0,0 0 0 0 0,0 1 1 0 0,1 1-1 0 0,1 1 0 0 0,0 0 0 0 0,0 1 1 0 0,0 0-1 0 0,1 1 0 0 0,0 1 0 0 0,0 1 1 0 0,24-3-1 0 0,-36 6 1 0 0,0 1 0 0 0,-1 0 1 0 0,1 0-1 0 0,0 0 0 0 0,0 0 1 0 0,-1 1-1 0 0,1 0 0 0 0,0 0 0 0 0,-1 0 1 0 0,1 0-1 0 0,-1 1 0 0 0,1 0 1 0 0,-1 0-1 0 0,0 0 0 0 0,0 0 1 0 0,0 1-1 0 0,0-1 0 0 0,0 1 0 0 0,0 0 1 0 0,-1 1-1 0 0,6 5 0 0 0,-7-7 18 0 0,0 1 0 0 0,0-1 0 0 0,0 1 0 0 0,-1 0-1 0 0,1 0 1 0 0,-1-1 0 0 0,1 1 0 0 0,-1 0 0 0 0,0 0 0 0 0,0 1 0 0 0,0-1-1 0 0,-1 0 1 0 0,1 0 0 0 0,-1 0 0 0 0,0 0 0 0 0,1 1 0 0 0,-1-1-1 0 0,-1 0 1 0 0,1 0 0 0 0,0 1 0 0 0,-1-1 0 0 0,0 0 0 0 0,0 0-1 0 0,0 0 1 0 0,0 0 0 0 0,0 0 0 0 0,-1 0 0 0 0,1 0 0 0 0,-1 0-1 0 0,0-1 1 0 0,-2 4 0 0 0,-3 2 10 0 0,0-1-1 0 0,-1 0 1 0 0,0 0 0 0 0,-1 0-1 0 0,1-1 1 0 0,-1 0 0 0 0,-1-1-1 0 0,1 0 1 0 0,-1 0 0 0 0,1-1 0 0 0,-14 4-1 0 0,-9 1 38 0 0,0-1-1 0 0,-40 4 1 0 0,15-6 88 0 0,55-6 213 0 0,-10 1-161 0 0,12-1-171 0 0,0 0 1 0 0,0 0-1 0 0,0 0 1 0 0,0 0-1 0 0,-1 0 0 0 0,1 0 1 0 0,0 0-1 0 0,0 0 1 0 0,0 0-1 0 0,0 0 1 0 0,-1-1-1 0 0,1 1 1 0 0,0 0-1 0 0,0 0 0 0 0,0 0 1 0 0,-1 0-1 0 0,1 0 1 0 0,0 0-1 0 0,0 0 1 0 0,0 0-1 0 0,0 0 1 0 0,-1 1-1 0 0,1-1 0 0 0,0 0 1 0 0,0 0-1 0 0,0 0 1 0 0,-1 0-1 0 0,1 0 1 0 0,0 0-1 0 0,0 0 0 0 0,0 0 1 0 0,0 0-1 0 0,0 0 1 0 0,-1 1-1 0 0,1-1 1 0 0,0 0-1 0 0,0 0 1 0 0,0 0-1 0 0,0 0 0 0 0,0 0 1 0 0,0 1-1 0 0,0-1 1 0 0,0 0-1 0 0,-1 0 1 0 0,1 0-1 0 0,0 1 1 0 0,0-1-1 0 0,0 0 0 0 0,0 0 1 0 0,0 0-1 0 0,0 0 1 0 0,0 1-1 0 0,0-1 1 0 0,0 0-1 0 0,0 0 0 0 0,0 0 1 0 0,0 1-1 0 0,0-1 1 0 0,1 0-1 0 0,40 23 56 0 0,1-1 0 0 0,71 25-1 0 0,-59-25 34 0 0,22 12 28 0 0,54 20 134 0 0,-120-50 674 0 0,-4-2-2883 0 0</inkml:trace>
</inkml:ink>
</file>

<file path=ppt/ink/ink4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1:54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10 113 688 0 0,'0'0'769'0'0,"-10"-24"11548"0"0,36 282-11814 0 0,-28-210-432 0 0,6-18 1295 0 0,-3-36-1285 0 0,4-27 93 0 0,3-16-471 0 0,17-67 1 0 0,-20 99 135 0 0,1 1 0 0 0,0 1 1 0 0,2-1-1 0 0,-1 1 0 0 0,2 0 1 0 0,0 1-1 0 0,0 0 1 0 0,14-15-1 0 0,-16 22 112 0 0,1 0 1 0 0,-1 0-1 0 0,1 1 1 0 0,0 1-1 0 0,0-1 0 0 0,0 1 1 0 0,1 1-1 0 0,0-1 1 0 0,0 2-1 0 0,11-4 1 0 0,-15 5 29 0 0,1 0 1 0 0,-1 1 0 0 0,1 0-1 0 0,-1 0 1 0 0,1 1 0 0 0,-1-1 0 0 0,1 1-1 0 0,-1 0 1 0 0,1 1 0 0 0,-1 0-1 0 0,1-1 1 0 0,-1 2 0 0 0,1-1 0 0 0,-1 1-1 0 0,0-1 1 0 0,0 1 0 0 0,1 1-1 0 0,-2-1 1 0 0,8 5 0 0 0,-11-6 11 0 0,0 0-1 0 0,0 0 1 0 0,1 0-1 0 0,-1 0 1 0 0,0 0 0 0 0,0 0-1 0 0,0 1 1 0 0,0-1 0 0 0,-1 0-1 0 0,1 1 1 0 0,0-1 0 0 0,0 1-1 0 0,-1-1 1 0 0,1 1 0 0 0,-1-1-1 0 0,0 1 1 0 0,1-1 0 0 0,-1 1-1 0 0,0-1 1 0 0,0 1 0 0 0,0 0-1 0 0,0 1 1 0 0,0 1-4 0 0,-1-1 1 0 0,0 1-1 0 0,0 0 1 0 0,0-1-1 0 0,0 1 1 0 0,-1 0-1 0 0,1-1 0 0 0,-1 0 1 0 0,-2 4-1 0 0,-3 3-3 0 0,0-1-1 0 0,-1 0 1 0 0,1 0-1 0 0,-2-1 1 0 0,-9 8-1 0 0,1-6 18 0 0,0-1-1 0 0,-1 0 1 0 0,0-1-1 0 0,0-2 1 0 0,0 0-1 0 0,-1 0 1 0 0,0-2-1 0 0,-38 4 0 0 0,55-7 4 0 0,2-1 0 0 0,0 0-1 0 0,0 0 1 0 0,0 0 0 0 0,0 0-1 0 0,1 0 1 0 0,-1 0 0 0 0,0 0-1 0 0,0 0 1 0 0,0 1 0 0 0,0-1-1 0 0,0 0 1 0 0,0 0 0 0 0,0 0 0 0 0,1 0-1 0 0,-1 0 1 0 0,0 1 0 0 0,0-1-1 0 0,0 0 1 0 0,0 0 0 0 0,0 0-1 0 0,0 0 1 0 0,0 1 0 0 0,0-1-1 0 0,0 0 1 0 0,0 0 0 0 0,0 0 0 0 0,0 0-1 0 0,0 1 1 0 0,0-1 0 0 0,0 0-1 0 0,0 0 1 0 0,0 0 0 0 0,0 0-1 0 0,0 1 1 0 0,0-1 0 0 0,0 0-1 0 0,-1 0 1 0 0,1 0 0 0 0,0 0 0 0 0,0 1-1 0 0,0-1 1 0 0,0 0 0 0 0,0 0-1 0 0,0 0 1 0 0,0 0 0 0 0,-1 0-1 0 0,1 0 1 0 0,0 0 0 0 0,0 1-1 0 0,0-1 1 0 0,0 0 0 0 0,0 0 0 0 0,-1 0-1 0 0,1 0 1 0 0,0 0 0 0 0,0 0-1 0 0,0 0 1 0 0,0 0 0 0 0,-1 0-1 0 0,1 0 1 0 0,0 0 0 0 0,0 0-1 0 0,0 0 1 0 0,0 0 0 0 0,-1 0 0 0 0,1 0-1 0 0,0 0 1 0 0,20 16 159 0 0,30 14 24 0 0,19 4 5 0 0,-21-10-27 0 0,97 34 0 0 0,-40-26-385 0 0,-103-32-141 0 0</inkml:trace>
</inkml:ink>
</file>

<file path=ppt/ink/ink4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1:55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16 480 0 0,'-7'-15'6461'0'0,"14"24"-1366"0"0,4 12-2373 0 0,-5 1-3492 0 0,-6 44 1211 0 0,-3 0 0 0 0,-19 116 0 0 0,4-119-179 0 0,18-61 48 0 0,2-3-307 0 0,0 0 0 0 0,-1 0 1 0 0,1 0-1 0 0,0-1 0 0 0,-1 1 1 0 0,1 0-1 0 0,0-1 0 0 0,-1 0 1 0 0,0 1-1 0 0,3-4 0 0 0,-3 3 2 0 0,16-15-1 0 0,-1-2 1 0 0,22-31-1 0 0,15-18-31 0 0,-36 52 2 0 0,-1 1-1 0 0,2 1 1 0 0,25-16-1 0 0,-41 29-5 0 0,-7 6-135 0 0,-19 22 132 0 0,7-10 9 0 0,0 1 1 0 0,2 1-1 0 0,-14 22 0 0 0,28-40 35 0 0,0 1-1 0 0,1-1 1 0 0,-1 1 0 0 0,0-1 0 0 0,1 0-1 0 0,-1 1 1 0 0,1-1 0 0 0,0 1-1 0 0,-1-1 1 0 0,1 1 0 0 0,0 0-1 0 0,0-1 1 0 0,0 1 0 0 0,0-1 0 0 0,0 1-1 0 0,1-1 1 0 0,-1 1 0 0 0,0-1-1 0 0,1 1 1 0 0,-1-1 0 0 0,1 1-1 0 0,-1-1 1 0 0,1 1 0 0 0,0-1 0 0 0,0 0-1 0 0,0 1 1 0 0,-1-1 0 0 0,1 0-1 0 0,0 0 1 0 0,0 0 0 0 0,1 0-1 0 0,-1 0 1 0 0,0 0 0 0 0,0 0-1 0 0,0 0 1 0 0,1 0 0 0 0,-1 0 0 0 0,1-1-1 0 0,-1 1 1 0 0,0 0 0 0 0,3 0-1 0 0,9 4-294 0 0,0-1-1 0 0,0 0 1 0 0,25 4 0 0 0,-19-4-847 0 0,15 3-1183 0 0,-10-6-3151 0 0,-9-4 2183 0 0</inkml:trace>
</inkml:ink>
</file>

<file path=ppt/ink/ink4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1:56.3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13 190 612 0 0,'0'0'297'0'0,"0"-1"0"0"0,0 1 1 0 0,0-1-1 0 0,0 0 0 0 0,0 1 0 0 0,0-1 0 0 0,0 1 0 0 0,0-1 1 0 0,0 1-1 0 0,0-1 0 0 0,0 1 0 0 0,0-1 0 0 0,0 1 0 0 0,1-1 1 0 0,-1 1-1 0 0,0-1 0 0 0,0 1 0 0 0,1-1 0 0 0,-1 1 0 0 0,0-1 1 0 0,1 1-1 0 0,-1 0 0 0 0,0-1 0 0 0,1 1 0 0 0,-1-1 1 0 0,1 1-1 0 0,-1 0 0 0 0,0-1 0 0 0,1 1 0 0 0,-1 0 0 0 0,1-1 1 0 0,10 14 1586 0 0,4 34-1556 0 0,-15-27-42 0 0,-1 0 0 0 0,-1 0 0 0 0,-1 0 0 0 0,-1-1 0 0 0,-8 28 0 0 0,11-43-239 0 0,-10 20 391 0 0,11-25-427 0 0,0 1 0 0 0,-1 0 0 0 0,1 0 0 0 0,0 0 0 0 0,-1 0 0 0 0,1-1 0 0 0,-1 1-1 0 0,1 0 1 0 0,0 0 0 0 0,-1-1 0 0 0,1 1 0 0 0,0 0 0 0 0,0 0 0 0 0,-1-1 0 0 0,1 1 0 0 0,0 0 0 0 0,0-1-1 0 0,-1 1 1 0 0,1 0 0 0 0,0-1 0 0 0,0 1 0 0 0,0-1 0 0 0,-1 1 0 0 0,1 0 0 0 0,0-1 0 0 0,0 1-1 0 0,0-1 1 0 0,0 1 0 0 0,0 0 0 0 0,0-1 0 0 0,0 0 0 0 0,-4-51 224 0 0,7 28-225 0 0,0 0 0 0 0,2 0 0 0 0,1 1 0 0 0,1 0-1 0 0,1 0 1 0 0,11-21 0 0 0,-13 30-18 0 0,1 0 0 0 0,1 0 0 0 0,0 1 0 0 0,1 0-1 0 0,0 0 1 0 0,1 1 0 0 0,1 1 0 0 0,0 0 0 0 0,0 0 0 0 0,18-12 0 0 0,-27 21-1 0 0,1 1 1 0 0,0-1-1 0 0,0 1 0 0 0,0 0 1 0 0,0 0-1 0 0,0 0 1 0 0,0 0-1 0 0,0 0 1 0 0,0 1-1 0 0,0 0 1 0 0,0-1-1 0 0,0 1 0 0 0,0 0 1 0 0,0 0-1 0 0,0 1 1 0 0,0-1-1 0 0,4 2 1 0 0,0 0 17 0 0,-1 0 0 0 0,1 1 1 0 0,-1-1-1 0 0,0 2 1 0 0,1-1-1 0 0,-2 1 1 0 0,9 5-1 0 0,5 8 147 0 0,-1 0 0 0 0,0 1 0 0 0,17 24-1 0 0,-17-21 109 0 0,-1 2 0 0 0,-2 0 1 0 0,0 0-1 0 0,-2 2 0 0 0,0 0 0 0 0,-2 0 0 0 0,14 45 0 0 0,-21-44-732 0 0,-28-38-14096 0 0</inkml:trace>
</inkml:ink>
</file>

<file path=ppt/ink/ink4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1:56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28 516 0 0,'-8'-5'13067'0'0,"32"-1"-12595"0"0,-1 0 1 0 0,1 2 0 0 0,0 1-1 0 0,33 0 1 0 0,-37 8-2156 0 0,-13 1-921 0 0,-9 2-4085 0 0,-15 5 3891 0 0</inkml:trace>
</inkml:ink>
</file>

<file path=ppt/ink/ink4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2:08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24 28 0 0,'-11'-22'6881'0'0,"9"20"-5394"0"0,-15 14-404 0 0,-2-1-474 0 0,12-4-428 0 0,1 0-1 0 0,0 0 1 0 0,0 1-1 0 0,1 0 1 0 0,0 0 0 0 0,0 0-1 0 0,1 0 1 0 0,0 1-1 0 0,1-1 1 0 0,-1 1-1 0 0,2 0 1 0 0,-1 0-1 0 0,1 1 1 0 0,1-1-1 0 0,0 0 1 0 0,0 1-1 0 0,1-1 1 0 0,1 19 0 0 0,-1-27-214 0 0,1 1 1 0 0,-1-1 0 0 0,0 1 0 0 0,1-1 0 0 0,-1 0-1 0 0,1 1 1 0 0,-1-1 0 0 0,1 0 0 0 0,0 0 0 0 0,0 1-1 0 0,0-1 1 0 0,-1 0 0 0 0,1 0 0 0 0,0 0 0 0 0,0 0-1 0 0,0 0 1 0 0,1 0 0 0 0,-1 0 0 0 0,0 0 0 0 0,0 0-1 0 0,0-1 1 0 0,1 1 0 0 0,-1 0 0 0 0,0-1 0 0 0,1 1-1 0 0,-1-1 1 0 0,1 1 0 0 0,-1-1 0 0 0,3 0 0 0 0,-1 0-418 0 0,-1 0-1 0 0,1 0 1 0 0,0 0 0 0 0,-1-1 0 0 0,1 1 0 0 0,0-1 0 0 0,-1 0 0 0 0,1 0 0 0 0,-1 0 0 0 0,1 0 0 0 0,-1 0 0 0 0,1 0-1 0 0,-1-1 1 0 0,0 1 0 0 0,3-3 0 0 0,6-5-2561 0 0</inkml:trace>
</inkml:ink>
</file>

<file path=ppt/ink/ink4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2:08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40 868 0 0,'-1'-7'449'0'0,"-2"-18"6601"0"0,3 18-10921 0 0</inkml:trace>
</inkml:ink>
</file>

<file path=ppt/ink/ink4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2:09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16 145 456 0 0,'-12'22'5093'0'0,"10"-14"-4812"0"0,1 1-1 0 0,1-1 1 0 0,-1 1-1 0 0,2-1 1 0 0,-1 1-1 0 0,1-1 1 0 0,0 0-1 0 0,1 1 1 0 0,0-1-1 0 0,0 0 1 0 0,1 0-1 0 0,0 0 1 0 0,0 0-1 0 0,1-1 1 0 0,0 1-1 0 0,0-1 1 0 0,9 10-1 0 0,-12-16-593 0 0,1 0 1 0 0,0 0-1 0 0,-1 0 0 0 0,1 0 0 0 0,0 0 0 0 0,0-1 0 0 0,0 1 1 0 0,0-1-1 0 0,0 1 0 0 0,0-1 0 0 0,0 0 0 0 0,0 0 1 0 0,0 1-1 0 0,0-1 0 0 0,-1-1 0 0 0,1 1 0 0 0,4-1 0 0 0,-4 1-317 0 0</inkml:trace>
  <inkml:trace contextRef="#ctx0" brushRef="#br0" timeOffset="1">148 33 20 0 0,'0'0'1332'0'0,"-3"-13"2328"0"0,-3 3-999 0 0,4 1-1605 0 0,29 12-6225 0 0</inkml:trace>
</inkml:ink>
</file>

<file path=ppt/ink/ink4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2:09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0 508 0 0,'-3'20'2698'0'0,"-5"24"-740"0"0,-2-1 0 0 0,-23 58-1 0 0,28-87-1935 0 0,0-1 0 0 0,-2 1 0 0 0,0-1-1 0 0,0-1 1 0 0,-1 1 0 0 0,0-1 0 0 0,-1 0 0 0 0,-1-1-1 0 0,0 0 1 0 0,0-1 0 0 0,-19 14 0 0 0,24-21-677 0 0,0-1-1 0 0,0 0 1 0 0,0 0 0 0 0,0-1-1 0 0,0 1 1 0 0,0-1 0 0 0,-9 1-1 0 0,12-2-1650 0 0</inkml:trace>
</inkml:ink>
</file>

<file path=ppt/ink/ink4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2:09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357 0 15293 0 0,'-23'2'124'0'0,"0"1"-1"0"0,0 1 1 0 0,1 1 0 0 0,0 0-1 0 0,0 2 1 0 0,-28 13-1 0 0,37-15-21 0 0,1 2 0 0 0,0-1-1 0 0,-1 2 1 0 0,2-1 0 0 0,-1 2 0 0 0,1 0-1 0 0,1 0 1 0 0,0 1 0 0 0,0 0-1 0 0,1 0 1 0 0,-13 19 0 0 0,18-21-67 0 0,0 0 0 0 0,0 1 1 0 0,1 0-1 0 0,0 0 0 0 0,1 0 1 0 0,0 0-1 0 0,0 0 0 0 0,1 0 0 0 0,0 1 1 0 0,1-1-1 0 0,0 0 0 0 0,0 1 1 0 0,1-1-1 0 0,0 0 0 0 0,1 1 0 0 0,0-1 1 0 0,0 0-1 0 0,1 0 0 0 0,0-1 1 0 0,1 1-1 0 0,-1 0 0 0 0,8 10 0 0 0,10 16-271 0 0,1-1 0 0 0,2 0 0 0 0,47 49 0 0 0,-63-74 91 0 0,17 20-729 0 0,2-2 1 0 0,45 36-1 0 0,-52-48-1984 0 0,1-1 0 0 0,37 18 1 0 0,-36-21-466 0 0</inkml:trace>
</inkml:ink>
</file>

<file path=ppt/ink/ink4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2:12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1 583 28 0 0,'1'-1'8597'0'0,"12"-14"-8270"0"0,176-200 2694 0 0,-20 24-1914 0 0,-158 178-994 0 0,0 0 1 0 0,-1-1-1 0 0,-1-1 0 0 0,0 1 1 0 0,-1-1-1 0 0,0-1 0 0 0,10-32 1 0 0,-17 46-117 0 0,-2 1-1 0 0,1 1 1 0 0,0-1-1 0 0,0 1 0 0 0,0-1 1 0 0,0 1-1 0 0,-1-1 0 0 0,1 1 1 0 0,0 0-1 0 0,0-1 1 0 0,-1 1-1 0 0,1-1 0 0 0,0 1 1 0 0,-1-1-1 0 0,1 1 0 0 0,0 0 1 0 0,-1-1-1 0 0,1 1 0 0 0,-1 0 1 0 0,1-1-1 0 0,-1 1 0 0 0,1 0 1 0 0,-1 0-1 0 0,1 0 1 0 0,-1-1-1 0 0,1 1 0 0 0,-1 0 1 0 0,1 0-1 0 0,-1 0 0 0 0,1 0 1 0 0,-1 0-1 0 0,1 0 0 0 0,-1 0 1 0 0,1 0-1 0 0,-1 0 0 0 0,1 0 1 0 0,-1 0-1 0 0,1 0 1 0 0,-1 0-1 0 0,1 0 0 0 0,-1 1 1 0 0,1-1-1 0 0,-2 0 0 0 0,1 1-19 0 0,-1-1 0 0 0,0 1 0 0 0,0 0 0 0 0,0-1 0 0 0,0 1-1 0 0,0 0 1 0 0,1 0 0 0 0,-1 0 0 0 0,0 1 0 0 0,1-1 0 0 0,-1 0-1 0 0,1 1 1 0 0,-1-1 0 0 0,0 2 0 0 0,-1 1-13 0 0,1-1 0 0 0,0 1 1 0 0,0-1-1 0 0,0 1 0 0 0,0 0 0 0 0,1 0 1 0 0,-1 0-1 0 0,1 0 0 0 0,0 0 0 0 0,0 0 1 0 0,1 0-1 0 0,-1 0 0 0 0,1 1 0 0 0,0-1 1 0 0,0 0-1 0 0,1 0 0 0 0,-1 0 0 0 0,1 1 1 0 0,0-1-1 0 0,0 0 0 0 0,0 0 0 0 0,0 0 1 0 0,1 0-1 0 0,-1-1 0 0 0,1 1 0 0 0,0 0 1 0 0,0-1-1 0 0,6 8 0 0 0,47 70-237 0 0,49 85-543 0 0,-101-160 755 0 0,0 0 1 0 0,0 0-1 0 0,-1 0 0 0 0,0 0 0 0 0,0 0 0 0 0,-1 1 0 0 0,0-1 0 0 0,1 13 0 0 0,-2-17 48 0 0,0 1 0 0 0,0-1 0 0 0,0 1 0 0 0,-1-1-1 0 0,1 0 1 0 0,-1 1 0 0 0,1-1 0 0 0,-1 0 0 0 0,0 1 0 0 0,0-1 0 0 0,0 0-1 0 0,0 0 1 0 0,0 0 0 0 0,0 0 0 0 0,-1 0 0 0 0,1 0 0 0 0,-1 0-1 0 0,0 0 1 0 0,1-1 0 0 0,-1 1 0 0 0,0-1 0 0 0,0 1 0 0 0,0-1 0 0 0,0 0-1 0 0,-3 2 1 0 0,3-2 89 0 0,5-7-144 0 0,16-8-5 0 0,30-13-144 0 0,-49 27 214 0 0,41-17-102 0 0,0-2-1 0 0,-2-1 0 0 0,73-51 0 0 0,-109 69 154 0 0,0-1 0 0 0,-1 1 0 0 0,1-1 0 0 0,-1 0 0 0 0,1 0 0 0 0,-1 0 0 0 0,0 0-1 0 0,0 0 1 0 0,0-1 0 0 0,0 1 0 0 0,-1-1 0 0 0,1 1 0 0 0,-1-1 0 0 0,0 1 0 0 0,0-1 0 0 0,0 0 0 0 0,-1 0 0 0 0,1 1-1 0 0,-1-5 1 0 0,0 5 36 0 0,0 1-66 0 0,0 0 0 0 0,-1 1 1 0 0,0-1-1 0 0,1 0 0 0 0,-1 0 0 0 0,0 1 0 0 0,1-1 0 0 0,-1 1 0 0 0,0-1 0 0 0,0 1 0 0 0,0-1 0 0 0,-1 1 0 0 0,1-1 0 0 0,0 1 0 0 0,0 0 0 0 0,-1 0 0 0 0,1 0 0 0 0,-1 0 0 0 0,1 0 1 0 0,-1 0-1 0 0,1 0 0 0 0,-4-1 0 0 0,3 2-17 0 0,0 0 0 0 0,-1 0 0 0 0,1 0 0 0 0,0 1 0 0 0,-1-1 0 0 0,1 0 1 0 0,0 1-1 0 0,0 0 0 0 0,-1-1 0 0 0,1 1 0 0 0,0 0 0 0 0,0 0 0 0 0,0 0 1 0 0,0 1-1 0 0,0-1 0 0 0,0 0 0 0 0,0 1 0 0 0,1-1 0 0 0,-1 1 0 0 0,0 0 0 0 0,1-1 1 0 0,-1 1-1 0 0,1 0 0 0 0,0 0 0 0 0,-1 0 0 0 0,1 0 0 0 0,0 0 0 0 0,0 0 1 0 0,1 1-1 0 0,-1-1 0 0 0,0 0 0 0 0,1 0 0 0 0,-1 1 0 0 0,1-1 0 0 0,0 0 0 0 0,-1 5 1 0 0,1-1 2 0 0,1-1-1 0 0,-1 1 1 0 0,1-1 0 0 0,0 1 0 0 0,0-1 0 0 0,0 1 0 0 0,1-1 0 0 0,0 1 0 0 0,0-1-1 0 0,0 0 1 0 0,1 0 0 0 0,-1 0 0 0 0,1 0 0 0 0,1-1 0 0 0,3 5 0 0 0,-4-5-4 0 0,1 0 0 0 0,0 0 0 0 0,0 0 0 0 0,0-1 1 0 0,1 0-1 0 0,-1 0 0 0 0,1 0 0 0 0,0 0 0 0 0,-1-1 0 0 0,1 0 1 0 0,0 0-1 0 0,1 0 0 0 0,-1 0 0 0 0,0-1 0 0 0,1 0 0 0 0,-1 0 1 0 0,0 0-1 0 0,1-1 0 0 0,-1 0 0 0 0,1 0 0 0 0,-1 0 1 0 0,1-1-1 0 0,-1 0 0 0 0,0 0 0 0 0,1 0 0 0 0,-1-1 0 0 0,0 1 1 0 0,9-5-1 0 0,9-6-82 0 0,0-1 0 0 0,-1-1 0 0 0,-1-1 0 0 0,36-33 0 0 0,-12 11-3 0 0,-9 5 159 0 0,-34 31-82 0 0,-2 0-14 0 0,0 1 19 0 0,1 0 1 0 0,-1 0-1 0 0,0-1 1 0 0,1 1-1 0 0,-1 0 1 0 0,1-1-1 0 0,-1 1 1 0 0,0 0-1 0 0,1 0 1 0 0,-1 0-1 0 0,1 0 1 0 0,-1-1-1 0 0,1 1 1 0 0,-1 0-1 0 0,0 0 1 0 0,1 0-1 0 0,-1 0 1 0 0,1 0-1 0 0,-1 0 1 0 0,1 0-1 0 0,-1 0 1 0 0,1 0-1 0 0,-1 0 1 0 0,1 1-1 0 0,0-1 1 0 0,1 2-6 0 0,2 1 7 0 0,0 19-61 0 0,17 70 42 0 0,-21-91 24 0 0,0-1 1 0 0,0 1 0 0 0,0-1-1 0 0,0 1 1 0 0,0-1 0 0 0,0 1-1 0 0,0-1 1 0 0,0 1 0 0 0,1-1-1 0 0,-1 1 1 0 0,0-1 0 0 0,0 0-1 0 0,0 1 1 0 0,1-1 0 0 0,-1 1-1 0 0,0-1 1 0 0,1 1 0 0 0,-1-1-1 0 0,0 0 1 0 0,1 1 0 0 0,-1-1-1 0 0,0 0 1 0 0,1 1 0 0 0,-1-1-1 0 0,1 0 1 0 0,-1 0-1 0 0,1 1 1 0 0,-1-1 0 0 0,0 0-1 0 0,1 0 1 0 0,-1 0 0 0 0,1 0-1 0 0,-1 0 1 0 0,1 0 0 0 0,-1 1-1 0 0,1-1 1 0 0,-1 0 0 0 0,1 0-1 0 0,-1-1 1 0 0,1 1 0 0 0,-1 0-1 0 0,1 0 1 0 0,-1 0 0 0 0,1 0-1 0 0,-1 0 1 0 0,1 0 0 0 0,-1-1-1 0 0,1 1 1 0 0,-1 0 0 0 0,1 0-1 0 0,-1-1 1 0 0,0 1 0 0 0,1 0-1 0 0,-1-1 1 0 0,1 1 0 0 0,-1 0-1 0 0,0-1 1 0 0,1 0 0 0 0,19-19 0 0 0,-10 7 10 0 0,0-1 0 0 0,0 2-1 0 0,23-22 1 0 0,-31 33-28 0 0,0 0 0 0 0,0-1-1 0 0,0 1 1 0 0,0 0 0 0 0,0 1 0 0 0,0-1 0 0 0,0 0-1 0 0,0 1 1 0 0,1-1 0 0 0,-1 1 0 0 0,0-1-1 0 0,0 1 1 0 0,0 0 0 0 0,1 0 0 0 0,-1 0 0 0 0,0 0-1 0 0,0 0 1 0 0,1 1 0 0 0,-1-1 0 0 0,0 1 0 0 0,0 0-1 0 0,0-1 1 0 0,0 1 0 0 0,0 0 0 0 0,3 1-1 0 0,4 3-1267 0 0,-1-1-1 0 0,1 1 0 0 0,-1 1 1 0 0,9 6-1 0 0,-10-7-1141 0 0</inkml:trace>
</inkml:ink>
</file>

<file path=ppt/ink/ink4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2:13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20 420 0 0,'0'0'3613'0'0,"-17"-19"-1175"0"0,15 19-2018 0 0,-2 0-268 0 0,0 0 1 0 0,0 0-1 0 0,1 0 1 0 0,-1 1 0 0 0,0-1-1 0 0,1 1 1 0 0,-1 0-1 0 0,1 0 1 0 0,-1 1-1 0 0,1-1 1 0 0,-7 4 0 0 0,8-4-93 0 0,0 1 0 0 0,1-1 0 0 0,-1 1 1 0 0,1-1-1 0 0,0 1 0 0 0,-1-1 0 0 0,1 1 1 0 0,0 0-1 0 0,0 0 0 0 0,0-1 1 0 0,0 1-1 0 0,0 0 0 0 0,0 0 0 0 0,1 0 1 0 0,-1 0-1 0 0,0 3 0 0 0,1 1-8 0 0,0 0-1 0 0,0-1 0 0 0,0 1 1 0 0,1 0-1 0 0,0 0 0 0 0,0-1 1 0 0,1 1-1 0 0,-1-1 0 0 0,1 1 1 0 0,0-1-1 0 0,1 1 0 0 0,-1-1 1 0 0,7 9-1 0 0,29 55 248 0 0,-36-64-294 0 0,0 0 0 0 0,0 1 0 0 0,0-1 0 0 0,-1 0 0 0 0,0 0-1 0 0,0 1 1 0 0,0-1 0 0 0,-1 1 0 0 0,0-1 0 0 0,0 1 0 0 0,-1 8 0 0 0,0-13-2 0 0,1 0 0 0 0,-1 1 1 0 0,1-1-1 0 0,-1 0 0 0 0,0 0 0 0 0,0 0 0 0 0,0 0 1 0 0,0 0-1 0 0,1 0 0 0 0,-2 0 0 0 0,1 0 0 0 0,0 0 1 0 0,0 0-1 0 0,0 0 0 0 0,0-1 0 0 0,0 1 0 0 0,-1 0 1 0 0,1-1-1 0 0,0 1 0 0 0,0-1 0 0 0,-1 0 0 0 0,1 1 0 0 0,-2-1 1 0 0,-5 3-540 0 0,14-11 443 0 0,0 1 0 0 0,0-1 0 0 0,0 1-1 0 0,1 0 1 0 0,0 0 0 0 0,1 1-1 0 0,14-10 1 0 0,67-32-504 0 0,-67 37 807 0 0,0 0-1 0 0,0-2 1 0 0,32-24 0 0 0,-26 3 2062 0 0,-20 25-636 0 0,-10 28-1453 0 0,1-17-185 0 0,1 0 0 0 0,-1-1-1 0 0,1 1 1 0 0,0 0 0 0 0,0 0-1 0 0,-1-1 1 0 0,1 1 0 0 0,0 0-1 0 0,0 0 1 0 0,1 0 0 0 0,-1-1-1 0 0,0 1 1 0 0,1 0 0 0 0,-1 0-1 0 0,1-1 1 0 0,-1 1 0 0 0,1 0-1 0 0,0-1 1 0 0,-1 1 0 0 0,1-1-1 0 0,0 1 1 0 0,0-1 0 0 0,0 1-1 0 0,1-1 1 0 0,-1 0 0 0 0,0 1-1 0 0,0-1 1 0 0,1 0 0 0 0,-1 0-1 0 0,1 0 1 0 0,-1 0 0 0 0,1 0-1 0 0,-1 0 1 0 0,1 0 0 0 0,0-1-1 0 0,-1 1 1 0 0,1-1 0 0 0,0 1-1 0 0,0-1 1 0 0,-1 0 0 0 0,3 1-1 0 0,6-1-85 0 0,1 0 1 0 0,0-1-1 0 0,-1 0 0 0 0,0-1 0 0 0,1 0 0 0 0,-1-1 1 0 0,0 0-1 0 0,0 0 0 0 0,13-7 0 0 0,23-6-227 0 0,5 1 42 0 0,-28 8 107 0 0,1 0 1 0 0,0 1 0 0 0,0 2 0 0 0,32-3-1 0 0,-55 7 158 0 0,0 0-1 0 0,0 0 0 0 0,0 0 1 0 0,0 0-1 0 0,0 0 0 0 0,0 0 1 0 0,0 0-1 0 0,0 0 0 0 0,0 1 1 0 0,0-1-1 0 0,0 0 0 0 0,0 1 0 0 0,0-1 1 0 0,0 0-1 0 0,0 1 0 0 0,0 0 1 0 0,0-1-1 0 0,0 1 0 0 0,0-1 1 0 0,-1 1-1 0 0,1 0 0 0 0,0 0 1 0 0,0-1-1 0 0,-1 1 0 0 0,1 0 1 0 0,0 0-1 0 0,-1 0 0 0 0,1 0 1 0 0,0 1-1 0 0,-1 1-1 0 0,0-1 0 0 0,1 1 0 0 0,-1-1 0 0 0,0 1 0 0 0,0-1 0 0 0,-1 1 0 0 0,1-1 0 0 0,0 1 0 0 0,-1-1 0 0 0,0 1 0 0 0,-1 4 0 0 0,-4 7-371 0 0,0-1 0 0 0,-1 0 0 0 0,-9 13 0 0 0,16-26 371 0 0,-18 35-5600 0 0</inkml:trace>
</inkml:ink>
</file>

<file path=ppt/ink/ink4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2:13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80 176 652 0 0,'0'-1'361'0'0,"1"0"0"0"0,-1 1 0 0 0,0-1 0 0 0,0 0 0 0 0,0-1 0 0 0,0 1 0 0 0,0 0 1 0 0,0 0-1 0 0,0 0 0 0 0,0 0 0 0 0,0 0 0 0 0,-1 1 0 0 0,1-1 0 0 0,0 0 0 0 0,-1 0 0 0 0,1 0 0 0 0,-1 0 0 0 0,1 0 0 0 0,-1 0 0 0 0,1 0 0 0 0,-1 0 0 0 0,1 1 0 0 0,-2-2 0 0 0,-7-2 17 0 0,8 4 399 0 0,-3 2-445 0 0,-1 1-221 0 0,1-1-1 0 0,0 1 0 0 0,0 0 0 0 0,0 0 1 0 0,1 0-1 0 0,-1 1 0 0 0,1-1 1 0 0,-1 1-1 0 0,1 0 0 0 0,0-1 1 0 0,1 1-1 0 0,-1 1 0 0 0,1-1 0 0 0,0 0 1 0 0,0 1-1 0 0,0-1 0 0 0,0 1 1 0 0,0 5-1 0 0,2-8-5 0 0,-1-2-89 0 0,1 1-1 0 0,0-1 1 0 0,0 1 0 0 0,0 0-1 0 0,0-1 1 0 0,0 1 0 0 0,0 0-1 0 0,0-1 1 0 0,0 1-1 0 0,0 0 1 0 0,0-1 0 0 0,0 1-1 0 0,0 0 1 0 0,0-1-1 0 0,0 1 1 0 0,1 0 0 0 0,-1-1-1 0 0,0 1 1 0 0,1-1 0 0 0,-1 1-1 0 0,0-1 1 0 0,1 1-1 0 0,-1 0 1 0 0,0-1 0 0 0,1 0-1 0 0,-1 1 1 0 0,1-1-1 0 0,-1 1 1 0 0,1-1 0 0 0,-1 1-1 0 0,1-1 1 0 0,0 0 0 0 0,-1 1-1 0 0,1-1 1 0 0,-1 0-1 0 0,1 0 1 0 0,0 1 0 0 0,10-4 32 0 0,0 0 0 0 0,0 0 0 0 0,0-1 1 0 0,-1-1-1 0 0,0 1 0 0 0,0-2 1 0 0,17-11-1 0 0,71-59 79 0 0,-51 37-83 0 0,63-48-257 0 0,-109 86 91 0 0,18 24-257 0 0,-15-4 322 0 0,0 1 1 0 0,-2-1 0 0 0,0 1-1 0 0,-1 0 1 0 0,-2 22-1 0 0,-15 105-57 0 0,9-93 83 0 0,-52 337-287 0 0,58-385 322 0 0,0 5 11 0 0,-1 0 0 0 0,0 0 1 0 0,-1 0-1 0 0,0 0 0 0 0,-1-1 0 0 0,0 1 0 0 0,-9 14 0 0 0,13-24 20 0 0,-1-1 0 0 0,1 1 0 0 0,-1-1 0 0 0,1 0 0 0 0,0 1 0 0 0,-1-1 0 0 0,1 0 0 0 0,-1 0 0 0 0,1 1 0 0 0,-1-1 0 0 0,1 0 0 0 0,-1 0 0 0 0,1 0 0 0 0,-1 1 0 0 0,1-1 0 0 0,-1 0 0 0 0,0 0 0 0 0,1 0 0 0 0,-1 0 0 0 0,1 0 0 0 0,-1 0 0 0 0,1 0 0 0 0,-1 0 0 0 0,1-1 0 0 0,-1 1 0 0 0,1 0 0 0 0,-1 0 0 0 0,1 0 0 0 0,-1 0 0 0 0,1-1 0 0 0,-1 1 0 0 0,1 0 0 0 0,-1-1 0 0 0,1 1 0 0 0,-1 0 0 0 0,1-1 0 0 0,0 1 0 0 0,-1 0 0 0 0,1-1 0 0 0,-1 1 0 0 0,1-1 0 0 0,0 1 0 0 0,-1-1 0 0 0,-12-23 464 0 0,10 12-372 0 0,1-1 0 0 0,1 0-1 0 0,0 1 1 0 0,1-1 0 0 0,1 0 0 0 0,0 1 0 0 0,0-1-1 0 0,1 1 1 0 0,1-1 0 0 0,0 1 0 0 0,1 0 0 0 0,0 0-1 0 0,1 0 1 0 0,0 1 0 0 0,1-1 0 0 0,12-18 0 0 0,-3 9-314 0 0,1 0 0 0 0,1 1 0 0 0,0 1 0 0 0,1 1 0 0 0,2 0 0 0 0,-1 1 0 0 0,32-19 0 0 0,67-31-2122 0 0,10 12-4151 0 0,-55 31 2693 0 0</inkml:trace>
</inkml:ink>
</file>

<file path=ppt/ink/ink4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2:14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43 596 0 0,'0'0'1998'0'0,"-4"-8"4744"0"0,-4 15-6594 0 0,0 1 1 0 0,0 1 0 0 0,1 0 0 0 0,0 0 0 0 0,1 0-1 0 0,0 1 1 0 0,0-1 0 0 0,1 1 0 0 0,0 1 0 0 0,1-1-1 0 0,0 1 1 0 0,1 0 0 0 0,0 0 0 0 0,1 0 0 0 0,-2 17-1 0 0,4-26-128 0 0,0 0 0 0 0,0-1 0 0 0,0 1 0 0 0,0 0 0 0 0,0-1 0 0 0,0 1 0 0 0,0-1 0 0 0,1 1 0 0 0,-1 0 0 0 0,1-1-1 0 0,-1 1 1 0 0,1-1 0 0 0,-1 1 0 0 0,1-1 0 0 0,0 0 0 0 0,0 1 0 0 0,0-1 0 0 0,0 0 0 0 0,0 1 0 0 0,0-1 0 0 0,0 0-1 0 0,0 0 1 0 0,0 0 0 0 0,1 0 0 0 0,1 1 0 0 0,-1-1-2 0 0,0 0-1 0 0,1-1 0 0 0,-1 1 1 0 0,1-1-1 0 0,0 0 1 0 0,-1 0-1 0 0,1 0 1 0 0,-1 0-1 0 0,1 0 0 0 0,-1 0 1 0 0,1-1-1 0 0,-1 1 1 0 0,1-1-1 0 0,2-1 1 0 0,10-4-36 0 0,0 0 0 0 0,-1-2 0 0 0,24-15 0 0 0,-35 22-6 0 0,17-13-101 0 0,-15 10 37 0 0,-1 0 0 0 0,1 1 0 0 0,0-1 0 0 0,1 1 0 0 0,-1 0 0 0 0,0 0 0 0 0,1 1 0 0 0,0 0 0 0 0,-1 0 0 0 0,1 0 0 0 0,0 0 0 0 0,0 1 0 0 0,0 0 0 0 0,0 1 0 0 0,0-1 0 0 0,0 1 0 0 0,0 0 0 0 0,0 0 0 0 0,0 1 0 0 0,10 2 0 0 0,4 2 12 0 0,0 0 0 0 0,0-2 1 0 0,1 0-1 0 0,-1-1 0 0 0,1-1 0 0 0,-1-1 0 0 0,1-1 1 0 0,0-1-1 0 0,21-4 0 0 0,-40 5 154 0 0,0 1-1 0 0,1-1 1 0 0,-1 0 0 0 0,0 0-1 0 0,1 0 1 0 0,-1-1 0 0 0,0 1 0 0 0,0 0-1 0 0,0-1 1 0 0,0 0 0 0 0,0 1 0 0 0,-1-1-1 0 0,1 0 1 0 0,0 0 0 0 0,-1 0-1 0 0,0 0 1 0 0,1 0 0 0 0,-1 0 0 0 0,0 0-1 0 0,0 0 1 0 0,0-1 0 0 0,0 1-1 0 0,0 0 1 0 0,-1-1 0 0 0,1 1 0 0 0,-1-1-1 0 0,1 1 1 0 0,-1-1 0 0 0,0 1-1 0 0,0-1 1 0 0,0 1 0 0 0,0-1 0 0 0,-1 1-1 0 0,1-1 1 0 0,-1 1 0 0 0,-1-5-1 0 0,0-1-4 0 0,0 0 0 0 0,-1 0 0 0 0,0 0 0 0 0,-1 0 0 0 0,0 0-1 0 0,0 0 1 0 0,-1 1 0 0 0,1 0 0 0 0,-7-7 0 0 0,10 13-258 0 0,0 1 0 0 0,1 0 0 0 0,-1-1 0 0 0,1 1 0 0 0,-1 0 0 0 0,1 0 0 0 0,-1 0 0 0 0,0-1 0 0 0,1 1 0 0 0,-1 0 0 0 0,0 0 0 0 0,1 0 0 0 0,-1 0 0 0 0,0 0 0 0 0,1 0 0 0 0,-1 0 0 0 0,1 0 0 0 0,-1 0 0 0 0,0 0 0 0 0,1 0 0 0 0,-1 1 0 0 0,0-1 0 0 0,1 0 0 0 0,-1 0 0 0 0,1 1 0 0 0,-1-1 0 0 0,1 0 0 0 0,-1 1 0 0 0,0-1 0 0 0,1 1 0 0 0,0-1 0 0 0,-1 0 0 0 0,1 1 0 0 0,-1-1 0 0 0,1 1 0 0 0,-1-1 0 0 0,1 1 0 0 0,0 0 0 0 0,-1-1 0 0 0,1 1 0 0 0,0-1 0 0 0,0 1 0 0 0,0-1 0 0 0,-1 1 0 0 0,1 1 0 0 0</inkml:trace>
</inkml:ink>
</file>

<file path=ppt/ink/ink4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2:15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1 184 0 0,'-2'0'146'0'0,"-1"0"1"0"0,1 0-1 0 0,-1 0 0 0 0,1 1 0 0 0,-1-1 1 0 0,1 1-1 0 0,-1 0 0 0 0,1-1 0 0 0,-1 1 1 0 0,1 0-1 0 0,0 0 0 0 0,0 1 1 0 0,-1-1-1 0 0,1 1 0 0 0,0-1 0 0 0,0 1 1 0 0,0-1-1 0 0,1 1 0 0 0,-1 0 1 0 0,0 0-1 0 0,0 0 0 0 0,1 0 0 0 0,0 0 1 0 0,-1 0-1 0 0,1 1 0 0 0,0-1 0 0 0,0 0 1 0 0,0 1-1 0 0,0-1 0 0 0,1 1 1 0 0,-1-1-1 0 0,0 1 0 0 0,1-1 0 0 0,0 1 1 0 0,0-1-1 0 0,0 1 0 0 0,0 4 0 0 0,1-1-35 0 0,0 0-1 0 0,1 0 0 0 0,-1-1 1 0 0,1 1-1 0 0,0-1 0 0 0,1 1 0 0 0,0-1 1 0 0,-1 0-1 0 0,2 0 0 0 0,-1 0 0 0 0,0 0 1 0 0,1 0-1 0 0,0-1 0 0 0,0 0 0 0 0,8 6 1 0 0,-11-9-55 0 0,0 1 1 0 0,0-2 0 0 0,0 1-1 0 0,0 0 1 0 0,0 0-1 0 0,0 0 1 0 0,0 0 0 0 0,1-1-1 0 0,-1 1 1 0 0,0-1 0 0 0,1 1-1 0 0,-1-1 1 0 0,0 1-1 0 0,1-1 1 0 0,-1 0 0 0 0,1 0-1 0 0,-1 1 1 0 0,1-1 0 0 0,-1 0-1 0 0,0 0 1 0 0,1 0-1 0 0,-1-1 1 0 0,1 1 0 0 0,-1 0-1 0 0,0-1 1 0 0,1 1 0 0 0,-1-1-1 0 0,1 1 1 0 0,-1-1-1 0 0,0 1 1 0 0,0-1 0 0 0,1 0-1 0 0,-1 0 1 0 0,0 1 0 0 0,0-1-1 0 0,0 0 1 0 0,0 0-1 0 0,0 0 1 0 0,0-1 0 0 0,0 1-1 0 0,0 0 1 0 0,-1 0-1 0 0,2-2 1 0 0,0 0 63 0 0,-1-1 0 0 0,1 0 0 0 0,-1 0 0 0 0,1 0 0 0 0,-1 0 0 0 0,-1 0 0 0 0,1 0 0 0 0,0 0 0 0 0,-1 0-1 0 0,0 0 1 0 0,0 0 0 0 0,0 0 0 0 0,-1 0 0 0 0,1-1 0 0 0,-2-3 0 0 0,-1-2-391 0 0,0 0 0 0 0,-1 1 1 0 0,0-1-1 0 0,-1 1 0 0 0,-7-11 0 0 0,11 19-797 0 0,-6-4-3508 0 0</inkml:trace>
</inkml:ink>
</file>

<file path=ppt/ink/ink4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2:15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33 628 0 0,'9'3'454'0'0,"-1"1"0"0"0,1 1 0 0 0,-1-1 1 0 0,0 1-1 0 0,0 1 0 0 0,0-1 0 0 0,-1 1 0 0 0,0 1 0 0 0,0-1 0 0 0,-1 1 0 0 0,9 11 0 0 0,-4-5-24 0 0,-10-12-268 0 0,-1 5 4190 0 0,-2-9-4352 0 0,1 0 1 0 0,0 0-1 0 0,-1 0 1 0 0,1-1-1 0 0,1 1 1 0 0,-1 0-1 0 0,0 0 1 0 0,1-1-1 0 0,-1 1 1 0 0,1 0-1 0 0,0-1 1 0 0,0 1-1 0 0,0-1 1 0 0,1 1-1 0 0,-1 0 0 0 0,1-1 1 0 0,0 1-1 0 0,0 0 1 0 0,0 0-1 0 0,0 0 1 0 0,1 0-1 0 0,-1 0 1 0 0,1 0-1 0 0,0 0 1 0 0,0 0-1 0 0,0 0 1 0 0,0 1-1 0 0,0-1 1 0 0,4-2-1 0 0,34-17-2324 0 0,-9 14-1963 0 0,-14 6 1799 0 0</inkml:trace>
</inkml:ink>
</file>

<file path=ppt/ink/ink4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2:16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41 425 20 0 0,'0'0'5475'0'0,"-4"4"-5045"0"0,0 1-209 0 0,0 0 0 0 0,0 1-1 0 0,1-1 1 0 0,-1 1 0 0 0,1 0 0 0 0,1-1-1 0 0,-1 1 1 0 0,1 1 0 0 0,-2 7 0 0 0,3-12-47 0 0,1-2-164 0 0,0 0 0 0 0,0 1 0 0 0,0-1-1 0 0,-1 0 1 0 0,1 0 0 0 0,0 0-1 0 0,0 0 1 0 0,0 1 0 0 0,0-1 0 0 0,0 0-1 0 0,0 0 1 0 0,-1 0 0 0 0,1 1-1 0 0,0-1 1 0 0,0 0 0 0 0,0 0 0 0 0,0 0-1 0 0,0 1 1 0 0,0-1 0 0 0,0 0-1 0 0,0 0 1 0 0,0 1 0 0 0,0-1-1 0 0,0 0 1 0 0,0 0 0 0 0,0 0 0 0 0,0 1-1 0 0,0-1 1 0 0,0 0 0 0 0,0 0-1 0 0,0 0 1 0 0,0 1 0 0 0,1-1 0 0 0,-1 0-1 0 0,0 0 1 0 0,0 0 0 0 0,0 1-1 0 0,0-1 1 0 0,0 0 0 0 0,0 0 0 0 0,1 0-1 0 0,-1 0 1 0 0,0 1 0 0 0,0-1-1 0 0,0 0 1 0 0,1 0 0 0 0,-1 0 0 0 0,10 14 458 0 0,-8-11-369 0 0,-1-3 192 0 0,3-2-141 0 0,6-6-72 0 0,0 0 0 0 0,0-1 1 0 0,-1 0-1 0 0,0 0 0 0 0,-1-1 1 0 0,0 0-1 0 0,0 0 1 0 0,-1-1-1 0 0,-1 0 0 0 0,0-1 1 0 0,0 1-1 0 0,-1-1 1 0 0,0 0-1 0 0,-1 0 0 0 0,-1-1 1 0 0,0 1-1 0 0,2-16 0 0 0,-1-4 199 0 0,-1-2 0 0 0,-1 1-1 0 0,-2 0 1 0 0,-1 0 0 0 0,-10-56 0 0 0,-13 32 775 0 0,23 55-978 0 0,-1 3-63 0 0,0 0 1 0 0,0 0 0 0 0,0 0 0 0 0,0 0 0 0 0,0 0 0 0 0,1 1-1 0 0,-1-1 1 0 0,0 0 0 0 0,1 1 0 0 0,-1 0 0 0 0,0-1 0 0 0,1 1 0 0 0,0 0-1 0 0,-1 0 1 0 0,1-1 0 0 0,0 1 0 0 0,0 0 0 0 0,0 0 0 0 0,0 0-1 0 0,1 0 1 0 0,-1 1 0 0 0,0-1 0 0 0,0 4 0 0 0,-16 67 66 0 0,15-59-54 0 0,-1 7-58 0 0,1 0 0 0 0,1 0 0 0 0,1 0 0 0 0,1 0 0 0 0,1 0 0 0 0,0-1 0 0 0,2 1 0 0 0,1 0 0 0 0,0-1 1 0 0,1 0-1 0 0,2 0 0 0 0,0-1 0 0 0,14 25 0 0 0,-21-42 27 0 0,1-1-1 0 0,-1 1 1 0 0,1-1 0 0 0,-1 0 0 0 0,1 0-1 0 0,0 1 1 0 0,0-1 0 0 0,0 0-1 0 0,0-1 1 0 0,0 1 0 0 0,0 0 0 0 0,0-1-1 0 0,0 1 1 0 0,0-1 0 0 0,0 1-1 0 0,0-1 1 0 0,0 0 0 0 0,0 0 0 0 0,0 0-1 0 0,0 0 1 0 0,0 0 0 0 0,0 0-1 0 0,0-1 1 0 0,3 0 0 0 0,54-15-116 0 0,-51 13 88 0 0,11-4-9 0 0,0 0 0 0 0,1 1 0 0 0,-1 1 0 0 0,2 1 0 0 0,-1 1-1 0 0,0 1 1 0 0,0 0 0 0 0,23 2 0 0 0,-38 1 34 0 0,-1 0-1 0 0,0 0 1 0 0,1 1 0 0 0,-1-1-1 0 0,0 1 1 0 0,0 0-1 0 0,7 5 1 0 0,-10-6 8 0 0,1 0 1 0 0,-1-1-1 0 0,0 1 1 0 0,1 0-1 0 0,-1 1 0 0 0,0-1 1 0 0,0 0-1 0 0,0 0 1 0 0,0 0-1 0 0,0 0 0 0 0,0 1 1 0 0,0-1-1 0 0,-1 1 0 0 0,1-1 1 0 0,0 0-1 0 0,-1 1 1 0 0,1-1-1 0 0,-1 1 0 0 0,0-1 1 0 0,1 1-1 0 0,-1 0 1 0 0,0-1-1 0 0,0 1 0 0 0,0-1 1 0 0,0 1-1 0 0,0 2 1 0 0,-2 1-23 0 0,-1 0 0 0 0,1-1 1 0 0,-1 1-1 0 0,1-1 0 0 0,-1 0 1 0 0,-1 0-1 0 0,1 0 1 0 0,0 0-1 0 0,-1 0 0 0 0,0-1 1 0 0,0 0-1 0 0,0 0 1 0 0,0 0-1 0 0,0 0 0 0 0,-1 0 1 0 0,0-1-1 0 0,1 0 0 0 0,-1 0 1 0 0,0 0-1 0 0,0-1 1 0 0,-10 3-1 0 0,6-1-527 0 0,-7 0-1006 0 0,5-1-3778 0 0</inkml:trace>
</inkml:ink>
</file>

<file path=ppt/ink/ink4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2:18.2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13701 0 0,'0'0'5707'0'0,"1"-4"-5015"0"0,4-10 216 0 0,-1 2 2029 0 0,-2 4-3970 0 0,-1 1-3402 0 0</inkml:trace>
</inkml:ink>
</file>

<file path=ppt/ink/ink4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2:26.6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262 320 12309 0 0,'9'-17'280'0'0,"1"5"-537"0"0,-9 13 251 0 0,0-1-1 0 0,0 1 1 0 0,0-1 0 0 0,0 1 0 0 0,1 0 0 0 0,-1-1 0 0 0,0 1 0 0 0,0 0 0 0 0,-1 0 0 0 0,1 0 0 0 0,0 0 0 0 0,0 0 0 0 0,0 0 0 0 0,-1 0 0 0 0,1 0 0 0 0,0 2 0 0 0,7 9-15 0 0,-1 0 1 0 0,-1 1-1 0 0,0 0 0 0 0,-1 0 0 0 0,0 0 1 0 0,-1 1-1 0 0,3 14 0 0 0,-1 6-13 0 0,4 57 0 0 0,-10-82 35 0 0,1 0 0 0 0,-2 1-1 0 0,1-1 1 0 0,-1 0 0 0 0,-1 0-1 0 0,1 0 1 0 0,-2 1 0 0 0,1-2-1 0 0,-1 1 1 0 0,0 0 0 0 0,-1-1 0 0 0,-5 10-1 0 0,6-14 20 0 0,1-1 0 0 0,-1 0 0 0 0,0 1 0 0 0,0-1 0 0 0,0 0 0 0 0,-1-1 0 0 0,1 1-1 0 0,-1 0 1 0 0,1-1 0 0 0,-1 0 0 0 0,0 0 0 0 0,0 0 0 0 0,0 0 0 0 0,0-1 0 0 0,0 0 0 0 0,0 1-1 0 0,0-1 1 0 0,0-1 0 0 0,-1 1 0 0 0,1-1 0 0 0,0 1 0 0 0,-1-1 0 0 0,1-1 0 0 0,0 1 0 0 0,-1 0-1 0 0,1-1 1 0 0,0 0 0 0 0,-5-2 0 0 0,-2 0 6 0 0,0 0 0 0 0,1 0 0 0 0,0-2 0 0 0,0 1 0 0 0,0-1-1 0 0,0-1 1 0 0,1 0 0 0 0,0 0 0 0 0,0-1 0 0 0,1 0 0 0 0,-1 0 0 0 0,2-1 0 0 0,-1 0-1 0 0,-10-15 1 0 0,9 9-18 0 0,0 0 0 0 0,1-1 0 0 0,1 0 0 0 0,1 0 0 0 0,0 0 0 0 0,0-1 0 0 0,2 0 0 0 0,0 0 0 0 0,-2-24 0 0 0,4 20-22 0 0,1 0 1 0 0,1-1-1 0 0,0 1 1 0 0,2 0-1 0 0,0 0 1 0 0,2-1-1 0 0,8-30 1 0 0,-7 38-3 0 0,-1-1 0 0 0,2 1 0 0 0,0 0 0 0 0,1 0 0 0 0,0 1 0 0 0,0 0 0 0 0,2 0 0 0 0,-1 1 0 0 0,1 0 0 0 0,20-18 0 0 0,-16 18 1 0 0,1 1 1 0 0,-1 1 0 0 0,2 0 0 0 0,-1 1 0 0 0,1 0-1 0 0,1 2 1 0 0,-1-1 0 0 0,1 2 0 0 0,0 0 0 0 0,0 1-1 0 0,1 1 1 0 0,-1 0 0 0 0,1 1 0 0 0,0 1 0 0 0,-1 1 0 0 0,1 0-1 0 0,0 1 1 0 0,16 3 0 0 0,-8 1 0 0 0,0 1-1 0 0,-1 1 1 0 0,0 1-1 0 0,0 1 1 0 0,-1 1 0 0 0,0 1-1 0 0,-1 1 1 0 0,0 1 0 0 0,-1 1-1 0 0,-1 1 1 0 0,25 23-1 0 0,-20-16 36 0 0,-1 2 0 0 0,-1 1 0 0 0,-1 1 0 0 0,-1 1 0 0 0,-2 1-1 0 0,-1 0 1 0 0,-1 1 0 0 0,-1 1 0 0 0,-2 1 0 0 0,-1 0-1 0 0,-1 1 1 0 0,-2 0 0 0 0,11 59 0 0 0,-20-81-35 0 0,0 0 0 0 0,-1 0 0 0 0,-1-1 1 0 0,1 1-1 0 0,-2 0 0 0 0,1 0 0 0 0,-1-1 0 0 0,-1 1 0 0 0,0-1 1 0 0,-7 16-1 0 0,8-19-221 0 0,-1 0 0 0 0,-1-1-1 0 0,1 0 1 0 0,-1 1 0 0 0,0-1 0 0 0,0-1 0 0 0,-8 8 0 0 0,8-9-237 0 0,0 0 0 0 0,0 0 0 0 0,0-1 1 0 0,0 0-1 0 0,0 0 0 0 0,0 0 0 0 0,-1 0 0 0 0,1 0 1 0 0,-1-1-1 0 0,1 0 0 0 0,-6 1 0 0 0,-12-1-2295 0 0</inkml:trace>
</inkml:ink>
</file>

<file path=ppt/ink/ink4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2:27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3 201 1040 0 0,'-2'-10'2120'0'0,"13"-4"-1228"0"0,5 2-92 0 0,11-2-91 0 0,9-3-133 0 0,9 1-156 0 0,3 0-200 0 0,25 0-236 0 0,12-7-264 0 0,6 4-312 0 0,-3-1-393 0 0,-1 7-1063 0 0,3 3 472 0 0</inkml:trace>
</inkml:ink>
</file>

<file path=ppt/ink/ink4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2:29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42 476 0 0,'-7'-33'4307'0'0,"5"24"455"0"0,55 385-3120 0 0,-51-285-1470 0 0,-2-90-224 0 0,0 0 0 0 0,0-1 0 0 0,0 1 0 0 0,0 0 0 0 0,0 0 0 0 0,0 0 0 0 0,0 0 0 0 0,0 0 0 0 0,0 0 0 0 0,-1-1 0 0 0,1 1 0 0 0,0 0 0 0 0,-1 0 0 0 0,1 0 0 0 0,-1 0 0 0 0,1-1 0 0 0,-1 1 0 0 0,1 0 0 0 0,-1-1 0 0 0,1 1 0 0 0,-1 0 0 0 0,0-1 0 0 0,1 1 1 0 0,-1-1-1 0 0,0 1 0 0 0,1-1 0 0 0,-3 2 0 0 0,2-2-486 0 0,-3-2-65 0 0,-43-34-4469 0 0,34 24 2993 0 0</inkml:trace>
</inkml:ink>
</file>

<file path=ppt/ink/ink4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2:30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348 40 20 0 0,'-6'-5'293'0'0,"-1"0"1"0"0,-1 1-1 0 0,1 0 0 0 0,-1 0 1 0 0,1 1-1 0 0,-1 0 0 0 0,0 0 0 0 0,0 1 1 0 0,0 0-1 0 0,-1 1 0 0 0,1-1 1 0 0,0 1-1 0 0,-1 1 0 0 0,1 0 1 0 0,-1 0-1 0 0,1 1 0 0 0,-11 1 1 0 0,-6 2 98 0 0,-1 1 0 0 0,1 1 0 0 0,1 1 0 0 0,-35 14 1 0 0,56-20-315 0 0,0 0 1 0 0,1 0 0 0 0,-1 0 0 0 0,0 0-1 0 0,1 1 1 0 0,-1 0 0 0 0,1-1-1 0 0,-1 1 1 0 0,1 0 0 0 0,0 0 0 0 0,-1 0-1 0 0,-2 4 1 0 0,7-4-67 0 0,0-1 0 0 0,-1 1 0 0 0,1-1 0 0 0,0 1 0 0 0,0-1 0 0 0,0 0 0 0 0,0 0 0 0 0,0 0 0 0 0,0 0 0 0 0,0 0 0 0 0,1 0 0 0 0,-1 0 0 0 0,0-1 0 0 0,0 1 0 0 0,1-1-1 0 0,3 0 1 0 0,35-1-861 0 0,-1-1 0 0 0,0-3-1 0 0,74-17 1 0 0,-81 15-977 0 0,-3 1-14 0 0</inkml:trace>
</inkml:ink>
</file>

<file path=ppt/ink/ink4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2:31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209 527 548 0 0,'0'0'552'0'0,"-15"-3"2326"0"0,-6-6-933 0 0,19 8-1627 0 0,-17 0 759 0 0,13 1-952 0 0,0 2 1 0 0,-1-1-1 0 0,1 1 1 0 0,0 0-1 0 0,0 0 1 0 0,0 1-1 0 0,0-1 1 0 0,0 1-1 0 0,1 1 1 0 0,-1-1-1 0 0,1 1 1 0 0,0 0-1 0 0,-6 5 1 0 0,3 0 52 0 0,-1 0 1 0 0,1 1-1 0 0,1 0 1 0 0,0 0-1 0 0,-12 22 1 0 0,18-31-162 0 0,0 1 0 0 0,1-1 0 0 0,-1 1 0 0 0,0-1 1 0 0,1 1-1 0 0,-1-1 0 0 0,1 1 0 0 0,-1 0 1 0 0,1-1-1 0 0,0 1 0 0 0,0 0 0 0 0,-1-1 0 0 0,1 1 1 0 0,0 0-1 0 0,1-1 0 0 0,-1 1 0 0 0,0 0 0 0 0,0-1 1 0 0,1 1-1 0 0,-1-1 0 0 0,1 1 0 0 0,-1-1 1 0 0,1 1-1 0 0,0-1 0 0 0,0 1 0 0 0,-1-1 0 0 0,1 1 1 0 0,0-1-1 0 0,0 0 0 0 0,0 1 0 0 0,1-1 1 0 0,-1 0-1 0 0,2 1 0 0 0,-1 0 1 0 0,1-1 1 0 0,-1 1-1 0 0,1-1 1 0 0,-1 0-1 0 0,1 0 0 0 0,0 0 1 0 0,0 0-1 0 0,-1-1 1 0 0,1 1-1 0 0,0-1 0 0 0,0 1 1 0 0,0-1-1 0 0,0 0 1 0 0,0 0-1 0 0,0-1 1 0 0,-1 1-1 0 0,5-1 0 0 0,1-2-17 0 0,-1 1-1 0 0,0-1 0 0 0,0 0 1 0 0,0 0-1 0 0,0-1 0 0 0,-1 0 1 0 0,1 0-1 0 0,-1 0 0 0 0,0-1 1 0 0,9-8-1 0 0,-2-3-180 0 0,0 0 0 0 0,17-26 0 0 0,-11 13-150 0 0,-17 27 195 0 0,1 4-527 0 0,31 25 116 0 0,-26-20 409 0 0,-1 0 1 0 0,2-1-1 0 0,-1 0 0 0 0,1-1 0 0 0,11 6 0 0 0,-17-11 128 0 0,0 1-1 0 0,0-1 1 0 0,0 0-1 0 0,0 0 1 0 0,1 0-1 0 0,-1-1 1 0 0,0 1-1 0 0,0-1 1 0 0,0 1-1 0 0,0-1 1 0 0,0 0-1 0 0,0 0 1 0 0,0-1-1 0 0,3-1 1 0 0,38-22-40 0 0,-28 12 114 0 0,-1 0-1 0 0,0-1 1 0 0,-1-1 0 0 0,-1-1-1 0 0,0 1 1 0 0,-1-2-1 0 0,16-29 1 0 0,-11 13 80 0 0,-1 0 0 0 0,-2-1 0 0 0,12-46 0 0 0,-20 62-37 0 0,-2 0 0 0 0,0-1-1 0 0,-1 1 1 0 0,0-1 0 0 0,-2 0-1 0 0,0 1 1 0 0,-2-1 0 0 0,-4-33 0 0 0,3 38 177 0 0,-9-21 162 0 0,10 34-321 0 0,-1 2-124 0 0,-1 0 1 0 0,1 0 0 0 0,0 0-1 0 0,0 0 1 0 0,-1 0 0 0 0,1 1-1 0 0,0-1 1 0 0,0 1 0 0 0,0 0-1 0 0,1-1 1 0 0,-1 1 0 0 0,0 0-1 0 0,1 0 1 0 0,-1 0 0 0 0,1 0-1 0 0,-1 1 1 0 0,1-1 0 0 0,0 0-1 0 0,0 0 1 0 0,0 1 0 0 0,-1 3-1 0 0,-17 55 36 0 0,13-31-27 0 0,1 1 0 0 0,2-1 0 0 0,1 1-1 0 0,1 0 1 0 0,1 0 0 0 0,2 0-1 0 0,1-1 1 0 0,2 1 0 0 0,15 53 0 0 0,-19-78-2 0 0,2 0 1 0 0,-1 1-1 0 0,1-2 0 0 0,-1 1 1 0 0,2 0-1 0 0,-1 0 1 0 0,1-1-1 0 0,0 0 1 0 0,0 0-1 0 0,0 0 1 0 0,1 0-1 0 0,-1 0 0 0 0,1-1 1 0 0,0 0-1 0 0,1 0 1 0 0,5 3-1 0 0,-6-5-13 0 0,0 0 1 0 0,1 0-1 0 0,-1-1 0 0 0,1 0 1 0 0,0 1-1 0 0,0-2 0 0 0,-1 1 1 0 0,1-1-1 0 0,0 0 0 0 0,0 0 1 0 0,0-1-1 0 0,-1 1 0 0 0,1-1 0 0 0,0-1 1 0 0,-1 1-1 0 0,1-1 0 0 0,9-4 1 0 0,-6 2 20 0 0,0-1 0 0 0,-1 0 0 0 0,1 0 1 0 0,-1-1-1 0 0,-1 0 0 0 0,1 0 1 0 0,-1-1-1 0 0,8-8 0 0 0,-13 13 134 0 0,23-17 1166 0 0,24 26-1029 0 0,10 1-959 0 0,-18-6-6829 0 0</inkml:trace>
</inkml:ink>
</file>

<file path=ppt/ink/ink4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2:31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27 10405 0 0,'0'0'688'0'0,"-15"-7"-92"0"0,0 0-536 0 0,11 3 32 0 0,64-4-1616 0 0,-32 9 688 0 0,2 3-744 0 0,10-1-1717 0 0,2 1 761 0 0</inkml:trace>
</inkml:ink>
</file>

<file path=ppt/ink/ink4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2:32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17 296 0 0,'-26'-13'2468'0'0,"18"12"-2101"0"0,-1 0 0 0 0,1 0 0 0 0,0 1 0 0 0,0 0 1 0 0,-1 1-1 0 0,1-1 0 0 0,0 2 0 0 0,0-1 0 0 0,0 1 1 0 0,0 0-1 0 0,-9 4 0 0 0,15-4-297 0 0,-1-1 1 0 0,0 1-1 0 0,0-1 1 0 0,1 1-1 0 0,-1 0 1 0 0,1 0-1 0 0,0 0 1 0 0,-1 1-1 0 0,1-1 1 0 0,0 0-1 0 0,0 1 1 0 0,0-1-1 0 0,1 1 1 0 0,-1 0-1 0 0,1 0 1 0 0,-1 0-1 0 0,1-1 1 0 0,0 1-1 0 0,0 0 1 0 0,0 1-1 0 0,1-1 1 0 0,-1 0-1 0 0,1 0 1 0 0,0 0-1 0 0,-1 0 1 0 0,1 0-1 0 0,1 1 1 0 0,-1-1-1 0 0,0 0 1 0 0,1 0-1 0 0,1 6 1 0 0,2 5 114 0 0,1 1 0 0 0,1-1 1 0 0,13 28-1 0 0,-11-27-89 0 0,0 0-1 0 0,7 27 0 0 0,-14-41-91 0 0,0 1-1 0 0,-1-1 1 0 0,0 1-1 0 0,1-1 1 0 0,-1 1-1 0 0,0-1 1 0 0,1 1-1 0 0,-1-1 1 0 0,0 1 0 0 0,0-1-1 0 0,0 1 1 0 0,0-1-1 0 0,-1 1 1 0 0,1-1-1 0 0,0 1 1 0 0,-1-1-1 0 0,1 0 1 0 0,-1 1 0 0 0,1-1-1 0 0,-1 1 1 0 0,1-1-1 0 0,-1 0 1 0 0,0 1-1 0 0,0-1 1 0 0,0 0-1 0 0,0 0 1 0 0,0 0 0 0 0,0 0-1 0 0,0 0 1 0 0,0 0-1 0 0,0 0 1 0 0,-1 0-1 0 0,1 0 1 0 0,0 0-1 0 0,-1-1 1 0 0,1 1 0 0 0,0 0-1 0 0,-1-1 1 0 0,1 1-1 0 0,-1-1 1 0 0,1 0-1 0 0,-1 1 1 0 0,1-1-1 0 0,-1 0 1 0 0,1 0 0 0 0,-1 0-1 0 0,1 0 1 0 0,-3-1-1 0 0,-5 1-59 0 0,0 0 1 0 0,0-1-1 0 0,-1-1 0 0 0,1 0 0 0 0,1 0 0 0 0,-1-1 1 0 0,-9-3-1 0 0,14 4-383 0 0,1 1 1 0 0,0-1 0 0 0,0 1-1 0 0,0-1 1 0 0,0 0-1 0 0,0 0 1 0 0,1-1-1 0 0,-1 1 1 0 0,0 0-1 0 0,1-1 1 0 0,0 0 0 0 0,-3-3-1 0 0</inkml:trace>
</inkml:ink>
</file>

<file path=ppt/ink/ink4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2:32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 1012 0 0,'8'-23'5818'0'0,"-1"3"-28"0"0,-4 27-5420 0 0,3 7-146 0 0,0 1 1 0 0,-2 0-1 0 0,1 0 1 0 0,-2 0-1 0 0,2 17 1 0 0,7 91 593 0 0,-10-95-724 0 0,-2-21-96 0 0,9 168 189 0 0,-17-59-4052 0 0,8-114 3496 0 0,-1 0 0 0 0,1-1 0 0 0,-1 1 0 0 0,0 0 1 0 0,0-1-1 0 0,1 1 0 0 0,-1-1 0 0 0,0 1 0 0 0,0-1 0 0 0,0 1 0 0 0,-1-1 0 0 0,1 1 0 0 0,0-1 1 0 0,0 0-1 0 0,-1 0 0 0 0,-1 2 0 0 0,-5 1-2613 0 0</inkml:trace>
</inkml:ink>
</file>

<file path=ppt/ink/ink4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2:32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79 412 0 0,'0'0'688'0'0,"14"-14"-28"0"0,-2 11-88 0 0,3-4-68 0 0,2 0-32 0 0,-1 0-96 0 0,4 0-144 0 0,5-2-192 0 0,0 3-176 0 0,-3-3-168 0 0,-2 6-284 0 0,-1-2-632 0 0,-4 4 276 0 0</inkml:trace>
</inkml:ink>
</file>

<file path=ppt/ink/ink4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2:33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13 528 0 0,'4'-1'121'0'0,"0"1"1"0"0,-1-1-1 0 0,1 1 0 0 0,0 0 0 0 0,0 0 1 0 0,0 1-1 0 0,0-1 0 0 0,-1 1 1 0 0,1 0-1 0 0,0 0 0 0 0,-1 0 0 0 0,1 1 1 0 0,0-1-1 0 0,-1 1 0 0 0,0 0 0 0 0,1-1 1 0 0,-1 2-1 0 0,0-1 0 0 0,0 0 1 0 0,5 6-1 0 0,-3-1 13 0 0,0 1 1 0 0,-1-1 0 0 0,1 1 0 0 0,-2 0-1 0 0,1 1 1 0 0,-1-1 0 0 0,2 10-1 0 0,-2-7 6 0 0,-3-6-18 0 0,0-1 1 0 0,-1 0 0 0 0,1 0-1 0 0,-1 1 1 0 0,0-1 0 0 0,0 0-1 0 0,-1 0 1 0 0,1 0-1 0 0,-1 0 1 0 0,0 0 0 0 0,0 0-1 0 0,0-1 1 0 0,-1 1 0 0 0,1-1-1 0 0,-6 7 1 0 0,7-9 138 0 0,1-1-244 0 0,0 0 0 0 0,0 0 0 0 0,0 0 1 0 0,0 0-1 0 0,-1 1 0 0 0,1-1 0 0 0,0 0 1 0 0,0 0-1 0 0,0 0 0 0 0,0 0 1 0 0,0 0-1 0 0,0 0 0 0 0,-1 0 0 0 0,1 0 1 0 0,0 1-1 0 0,0-1 0 0 0,0 0 0 0 0,0 0 1 0 0,-1 0-1 0 0,1 0 0 0 0,0 0 1 0 0,0 0-1 0 0,0 0 0 0 0,0 0 0 0 0,-1 0 1 0 0,1 0-1 0 0,0 0 0 0 0,0 0 0 0 0,0 0 1 0 0,0 0-1 0 0,-1 0 0 0 0,1 0 1 0 0,0 0-1 0 0,0 0 0 0 0,0-1 0 0 0,0 1 1 0 0,0 0-1 0 0,-1 0 0 0 0,1 0 0 0 0,0 0 1 0 0,0 0-1 0 0,0 0 0 0 0,0 0 1 0 0,0 0-1 0 0,-1-1 0 0 0,1 1 0 0 0,0 0 1 0 0,0 0-1 0 0,0 0 0 0 0,0 0 0 0 0,0 0 1 0 0,0-1-1 0 0,0 1 0 0 0,0 0 1 0 0,0 0-1 0 0,0 0 0 0 0,0 0 0 0 0,0-1 1 0 0,0 1-1 0 0,0 0 0 0 0,0 0 0 0 0,0 0 1 0 0,3-11-106 0 0,1 2 0 0 0,1-1 0 0 0,0 0 1 0 0,0 1-1 0 0,1 0 0 0 0,0 0 0 0 0,0 1 1 0 0,1 0-1 0 0,14-14 0 0 0,4 0-512 0 0,53-38 0 0 0,-77 59 582 0 0,1 1 1 0 0,-1-1 0 0 0,0 1 0 0 0,1-1 0 0 0,-1 1 0 0 0,0-1 0 0 0,1 1-1 0 0,-1 0 1 0 0,1 0 0 0 0,-1-1 0 0 0,1 1 0 0 0,-1 0 0 0 0,0 0 0 0 0,1 1-1 0 0,-1-1 1 0 0,1 0 0 0 0,-1 0 0 0 0,1 1 0 0 0,-1-1 0 0 0,0 1 0 0 0,1-1 0 0 0,1 2-1 0 0,-1-1 50 0 0,2 0-32 0 0,6 26 124 0 0,-9-22-86 0 0,1 0 0 0 0,0 0 0 0 0,0 0 1 0 0,1-1-1 0 0,0 1 0 0 0,0 0 0 0 0,0-1 0 0 0,0 0 1 0 0,0 0-1 0 0,6 5 0 0 0,-6-7-4 0 0,-1-1-1 0 0,1 1 1 0 0,-1-1 0 0 0,1 0-1 0 0,0 0 1 0 0,-1 0 0 0 0,1 0-1 0 0,0 0 1 0 0,0-1-1 0 0,-1 1 1 0 0,1-1 0 0 0,0 0-1 0 0,0 0 1 0 0,0 0 0 0 0,0 0-1 0 0,0 0 1 0 0,-1-1 0 0 0,1 1-1 0 0,0-1 1 0 0,0 0 0 0 0,-1 1-1 0 0,5-3 1 0 0,-2 1 45 0 0,-1-1-1 0 0,1 1 1 0 0,-1-1 0 0 0,1 0-1 0 0,-1 0 1 0 0,0-1 0 0 0,0 1-1 0 0,-1-1 1 0 0,4-4 0 0 0,-6 7-121 0 0,8-6-788 0 0</inkml:trace>
</inkml:ink>
</file>

<file path=ppt/ink/ink4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2:34.0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23 442 784 0 0,'0'0'3523'0'0,"-3"4"-3012"0"0,0-1-432 0 0,1 1-1 0 0,0 0 0 0 0,0-1 0 0 0,0 1 0 0 0,0 0 0 0 0,1 0 0 0 0,0 0 0 0 0,-1 0 0 0 0,1 0 1 0 0,1 1-1 0 0,-1-1 0 0 0,1 0 0 0 0,-1 0 0 0 0,1 1 0 0 0,1-1 0 0 0,-1 0 0 0 0,0 0 0 0 0,1 0 0 0 0,0 1 1 0 0,0-1-1 0 0,0 0 0 0 0,1 0 0 0 0,-1 0 0 0 0,1 0 0 0 0,0 0 0 0 0,0-1 0 0 0,0 1 0 0 0,1-1 1 0 0,-1 1-1 0 0,1-1 0 0 0,0 0 0 0 0,5 5 0 0 0,-6-8-72 0 0,0 1 0 0 0,1-1 0 0 0,-1 0 0 0 0,0 0 0 0 0,0 0 0 0 0,1 0 0 0 0,-1 0 0 0 0,0-1 0 0 0,1 1 0 0 0,-1-1 0 0 0,0 1 0 0 0,0-1 1 0 0,0 0-1 0 0,1 0 0 0 0,-1 0 0 0 0,0 0 0 0 0,0 0 0 0 0,-1-1 0 0 0,1 1 0 0 0,3-3 0 0 0,-5 4-6 0 0,11-9 20 0 0,0 0 0 0 0,-1-1 0 0 0,0 0 0 0 0,-1-1 0 0 0,0 0 0 0 0,-1 0 0 0 0,0 0 0 0 0,-1-1 0 0 0,8-19 0 0 0,6-16 47 0 0,17-56 1 0 0,-37 100-66 0 0,5-19 267 0 0,-1 1 0 0 0,0-1-1 0 0,-2 0 1 0 0,-1 0 0 0 0,0 0 0 0 0,-2 0 0 0 0,0 0 0 0 0,-2 0-1 0 0,0-1 1 0 0,-6-21 0 0 0,8 43-240 0 0,0 0 1 0 0,0 0-1 0 0,0 1 0 0 0,0-1 1 0 0,0 0-1 0 0,0 0 0 0 0,0 0 1 0 0,-1 0-1 0 0,1 1 0 0 0,0-1 1 0 0,0 0-1 0 0,-1 0 0 0 0,1 0 1 0 0,0 1-1 0 0,-1-1 0 0 0,1 0 1 0 0,-1 1-1 0 0,1-1 0 0 0,-1 0 0 0 0,1 1 1 0 0,-1-1-1 0 0,0 1 0 0 0,1-1 1 0 0,-1 0-1 0 0,0 1 0 0 0,1 0 1 0 0,-1-1-1 0 0,0 1 0 0 0,0-1 1 0 0,1 1-1 0 0,-1 0 0 0 0,0 0 1 0 0,0-1-1 0 0,0 1 0 0 0,1 0 1 0 0,-2 0-1 0 0,0 1-14 0 0,0 0 0 0 0,0 0 0 0 0,1 0-1 0 0,-1 1 1 0 0,0-1 0 0 0,1 1 0 0 0,-1-1 0 0 0,1 1 0 0 0,0 0 0 0 0,-1-1-1 0 0,1 1 1 0 0,0 0 0 0 0,0 0 0 0 0,0 0 0 0 0,0 0 0 0 0,0 3-1 0 0,-9 25 39 0 0,2 0-1 0 0,1 0 0 0 0,1 0 0 0 0,1 1 1 0 0,0 56-1 0 0,5-76-39 0 0,-1 26-138 0 0,6 69 0 0 0,-4-98 35 0 0,0 1 0 0 0,0-1 0 0 0,1 0 0 0 0,0 0 0 0 0,1 0-1 0 0,0 0 1 0 0,0 0 0 0 0,0-1 0 0 0,1 1 0 0 0,1-1 0 0 0,-1 0-1 0 0,1 0 1 0 0,0 0 0 0 0,9 8 0 0 0,-12-14 63 0 0,0 0-1 0 0,0 1 1 0 0,0-2-1 0 0,1 1 1 0 0,-1 0-1 0 0,0 0 1 0 0,0-1 0 0 0,1 1-1 0 0,-1-1 1 0 0,1 0-1 0 0,-1 1 1 0 0,0-1-1 0 0,1 0 1 0 0,-1-1 0 0 0,0 1-1 0 0,1 0 1 0 0,-1-1-1 0 0,0 1 1 0 0,1-1-1 0 0,-1 0 1 0 0,0 0 0 0 0,0 0-1 0 0,4-2 1 0 0,52-33-292 0 0,-52 32 285 0 0,2-3 234 0 0,1-1-1 0 0,-1 0 1 0 0,-1 0-1 0 0,1-1 0 0 0,-2 0 1 0 0,1 0-1 0 0,-1-1 1 0 0,0 0-1 0 0,7-20 1 0 0,-6 17 397 0 0,-6 11-324 0 0,3-6 361 0 0,0-2-213 0 0,-3 12 109 0 0,-3 4-524 0 0,-2 10 27 0 0,0 1 0 0 0,1-1 1 0 0,0 19-1 0 0,3-30-84 0 0,0 0 0 0 0,0 0 0 0 0,0 1 0 0 0,1-1 0 0 0,0 0 0 0 0,0 0 0 0 0,0 0-1 0 0,1 0 1 0 0,-1-1 0 0 0,1 1 0 0 0,0 0 0 0 0,1-1 0 0 0,-1 1 0 0 0,1-1 0 0 0,5 7 0 0 0,-7-10 33 0 0,0 0-1 0 0,0-1 1 0 0,0 1 0 0 0,0 0 0 0 0,0 0 0 0 0,0-1-1 0 0,0 1 1 0 0,0-1 0 0 0,1 1 0 0 0,-1-1 0 0 0,0 1-1 0 0,0-1 1 0 0,1 0 0 0 0,-1 0 0 0 0,0 0 0 0 0,1 0-1 0 0,-1 1 1 0 0,0-2 0 0 0,1 1 0 0 0,-1 0-1 0 0,0 0 1 0 0,0 0 0 0 0,1-1 0 0 0,1 0 0 0 0,29-14-138 0 0,-28 13 140 0 0,8-6 110 0 0,0-1-1 0 0,0 0 0 0 0,-1-1 1 0 0,0 0-1 0 0,-1-1 0 0 0,0 0 1 0 0,13-21-1 0 0,-22 30-19 0 0,0 0-69 0 0,0 1 0 0 0,0-1 0 0 0,0 0 0 0 0,0 1 0 0 0,0-1 1 0 0,0 1-1 0 0,0-1 0 0 0,0 1 0 0 0,1-1 0 0 0,-1 1 0 0 0,1 0 0 0 0,-1 0 0 0 0,1 0 0 0 0,-1 0 1 0 0,1 0-1 0 0,-1 0 0 0 0,1 0 0 0 0,0 0 0 0 0,0 1 0 0 0,0-1 0 0 0,-1 0 0 0 0,1 1 0 0 0,4-1 1 0 0,-4 2-52 0 0,17 34-331 0 0,-9 53-81 0 0,-10-87 436 0 0,0 0 1 0 0,0 0-1 0 0,0 0 0 0 0,1 0 0 0 0,-1 0 1 0 0,0 0-1 0 0,1 1 0 0 0,-1-1 1 0 0,1 0-1 0 0,-1-1 0 0 0,1 1 1 0 0,-1 0-1 0 0,1 0 0 0 0,0 0 1 0 0,0 0-1 0 0,-1 0 0 0 0,1-1 1 0 0,0 1-1 0 0,0 0 0 0 0,0 0 1 0 0,0-1-1 0 0,0 1 0 0 0,0-1 1 0 0,2 1-1 0 0,-1 0-12 0 0,1 0 0 0 0,0-1-1 0 0,0 1 1 0 0,-1-1 0 0 0,1 0 0 0 0,0 0 0 0 0,0 0 0 0 0,0 0-1 0 0,4-2 1 0 0,3 0-47 0 0,1-1 0 0 0,-1 0-1 0 0,-1-1 1 0 0,13-6 0 0 0,-11 5 203 0 0,-1 0 0 0 0,0-2-1 0 0,0 1 1 0 0,15-14 0 0 0,-23 18 226 0 0,40-24 4001 0 0,-40 26-4556 0 0,42 5-5389 0 0</inkml:trace>
</inkml:ink>
</file>

<file path=ppt/ink/ink4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2:34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36 496 0 0,'0'-16'5137'0'0,"0"5"-2525"0"0,6 2-2040 0 0</inkml:trace>
</inkml:ink>
</file>

<file path=ppt/ink/ink4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2:35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5 120 0 0,'2'-5'4497'0'0,"-3"11"-1928"0"0,-9 27-1116 0 0,-18 49-1425 0 0,22-70-106 0 0,-36 83 99 0 0,11-35-4882 0 0,25-49 2752 0 0</inkml:trace>
</inkml:ink>
</file>

<file path=ppt/ink/ink4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2:37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364 156 244 0 0,'1'-2'288'0'0,"-1"0"0"0"0,0-1-1 0 0,0 1 1 0 0,-1-1 0 0 0,1 1 0 0 0,0-1 0 0 0,-1 1 0 0 0,1 0-1 0 0,-1-1 1 0 0,0 1 0 0 0,0 0 0 0 0,0-1 0 0 0,0 1-1 0 0,0 0 1 0 0,0 0 0 0 0,-1 0 0 0 0,1 0 0 0 0,-1 0-1 0 0,1 0 1 0 0,-1 1 0 0 0,0-1 0 0 0,-2-1 0 0 0,1 1-113 0 0,0 1 0 0 0,0 0 0 0 0,0 0 0 0 0,0 0-1 0 0,0 0 1 0 0,0 0 0 0 0,-1 1 0 0 0,1 0 0 0 0,0 0 0 0 0,0-1 0 0 0,-1 2 0 0 0,1-1 0 0 0,0 0 0 0 0,-5 2 0 0 0,-6 1 7 0 0,1 1 0 0 0,0 1-1 0 0,1 0 1 0 0,-1 0 0 0 0,1 2 0 0 0,-21 13 0 0 0,10-3 37 0 0,0 1 1 0 0,1 1-1 0 0,-22 25 0 0 0,37-36-163 0 0,0 0 0 0 0,0 1 0 0 0,1 0 0 0 0,0 0 0 0 0,1 0 0 0 0,0 1 0 0 0,0 0 0 0 0,1-1 0 0 0,0 2 0 0 0,1-1 0 0 0,-4 18 0 0 0,7-24-41 0 0,-1 0 0 0 0,1 0-1 0 0,0 0 1 0 0,0 0 0 0 0,0 0 0 0 0,1 0 0 0 0,-1 0 0 0 0,1 0 0 0 0,0 0 0 0 0,0 0 0 0 0,0 0 0 0 0,1-1-1 0 0,0 1 1 0 0,-1 0 0 0 0,1-1 0 0 0,0 1 0 0 0,1-1 0 0 0,2 4 0 0 0,-1-3-15 0 0,1 0 1 0 0,-1 0 0 0 0,1-1-1 0 0,0 0 1 0 0,0 0-1 0 0,0 0 1 0 0,0 0-1 0 0,0-1 1 0 0,0 0-1 0 0,1 0 1 0 0,8 2 0 0 0,3-1-59 0 0,1-1 1 0 0,0 0 0 0 0,-1-1-1 0 0,1-1 1 0 0,0-1 0 0 0,0 0-1 0 0,19-5 1 0 0,10-4-315 0 0,66-23-1 0 0,-93 26 261 0 0,1-2-1 0 0,-1 0 0 0 0,0-1 0 0 0,-1-2 0 0 0,25-18 0 0 0,11-28 1678 0 0,-54 57-1187 0 0,-1 0-150 0 0,0 1-215 0 0,0 0 0 0 0,0 0-1 0 0,0 0 1 0 0,0 0-1 0 0,0 0 1 0 0,0 0 0 0 0,0 0-1 0 0,-1-1 1 0 0,1 1 0 0 0,0 0-1 0 0,0 0 1 0 0,0 0-1 0 0,0 0 1 0 0,0 0 0 0 0,0 0-1 0 0,0 0 1 0 0,0 0 0 0 0,0-1-1 0 0,0 1 1 0 0,0 0-1 0 0,0 0 1 0 0,0 0 0 0 0,0 0-1 0 0,0 0 1 0 0,0 0 0 0 0,-1 0-1 0 0,1-1 1 0 0,0 1-1 0 0,0 0 1 0 0,0 0 0 0 0,1 0-1 0 0,-1 0 1 0 0,0 0 0 0 0,0 0-1 0 0,0-1 1 0 0,0 1-1 0 0,0 0 1 0 0,0 0 0 0 0,0 0-1 0 0,0 0 1 0 0,0 0 0 0 0,0 0-1 0 0,0 0 1 0 0,0-1-1 0 0,0 1 1 0 0,0 0 0 0 0,0 0-1 0 0,0 0 1 0 0,1 0 0 0 0,-1 0-1 0 0,0 0 1 0 0,0 0-1 0 0,0 0 1 0 0,0 0 0 0 0,0 0-1 0 0,0 0 1 0 0,0 0 0 0 0,1 0-1 0 0,-13 6 43 0 0,1 2 0 0 0,0-1 0 0 0,-18 18 0 0 0,28-23-43 0 0,7-4-618 0 0,4-1 605 0 0,29-7-1332 0 0,72-11 1 0 0,-44 19 457 0 0,-53 3 791 0 0,-1 0 0 0 0,1-2 0 0 0,-1 0 0 0 0,0 0 0 0 0,1-1 1 0 0,-1-1-1 0 0,0 0 0 0 0,0-1 0 0 0,-1 0 0 0 0,1-1 0 0 0,19-10 0 0 0,-16 4 195 0 0,0 0 0 0 0,-1-1 1 0 0,0-1-1 0 0,20-23 0 0 0,-28 29 63 0 0,-1-1-1 0 0,0 0 1 0 0,-1 0-1 0 0,0 0 1 0 0,0-1 0 0 0,-1 0-1 0 0,0 0 1 0 0,0 0 0 0 0,-1 0-1 0 0,-1-1 1 0 0,3-9-1 0 0,-4 14-48 0 0,0 1 0 0 0,0-1 0 0 0,-1 0 1 0 0,0 1-1 0 0,1-1 0 0 0,-1 0 0 0 0,-1 1 0 0 0,1-1 0 0 0,-1 1 0 0 0,0-1 0 0 0,0 0 0 0 0,0 1 0 0 0,0 0 0 0 0,-3-7 0 0 0,3 11-112 0 0,1-1 0 0 0,0 1-1 0 0,-1 0 1 0 0,1-1 0 0 0,-1 1 0 0 0,1-1 0 0 0,0 1 0 0 0,-1 0-1 0 0,1-1 1 0 0,-1 1 0 0 0,1 0 0 0 0,-1 0 0 0 0,1-1 0 0 0,-1 1-1 0 0,1 0 1 0 0,-1 0 0 0 0,0 0 0 0 0,1 0 0 0 0,-1-1 0 0 0,1 1-1 0 0,-1 0 1 0 0,1 0 0 0 0,-1 0 0 0 0,1 0 0 0 0,-1 0 0 0 0,0 1 0 0 0,1-1-1 0 0,-1 0 1 0 0,1 0 0 0 0,-1 0 0 0 0,1 0 0 0 0,-1 1 0 0 0,1-1-1 0 0,-1 0 1 0 0,1 0 0 0 0,-1 1 0 0 0,1-1 0 0 0,-1 1 0 0 0,-5 2 2 0 0,0 1 0 0 0,0 0 0 0 0,1 0 0 0 0,-1 1 1 0 0,1-1-1 0 0,0 1 0 0 0,1 0 0 0 0,-1 1 1 0 0,1-1-1 0 0,0 1 0 0 0,0-1 0 0 0,1 1 0 0 0,0 1 1 0 0,0-1-1 0 0,0 0 0 0 0,-3 14 0 0 0,3-6-76 0 0,0 0 1 0 0,2 0-1 0 0,0 0 0 0 0,0 1 0 0 0,1-1 0 0 0,1 1 0 0 0,0-1 0 0 0,1 0 1 0 0,1 0-1 0 0,0 0 0 0 0,1 0 0 0 0,1 0 0 0 0,10 23 0 0 0,-12-31-32 0 0,1 0 0 0 0,-1 0-1 0 0,1 0 1 0 0,0 0-1 0 0,1-1 1 0 0,0 1 0 0 0,-1-1-1 0 0,1 0 1 0 0,1-1-1 0 0,-1 1 1 0 0,1-1-1 0 0,0 0 1 0 0,7 3 0 0 0,-8-5 9 0 0,0 0 1 0 0,1 0 0 0 0,0-1 0 0 0,-1 0 0 0 0,1 0 0 0 0,0 0-1 0 0,0-1 1 0 0,0 1 0 0 0,0-1 0 0 0,-1-1 0 0 0,1 1-1 0 0,0-1 1 0 0,0 0 0 0 0,-1-1 0 0 0,1 1 0 0 0,-1-1-1 0 0,11-5 1 0 0,-6 2 47 0 0,0-1 0 0 0,-1 0 0 0 0,1-1 1 0 0,-1 0-1 0 0,-1 0 0 0 0,0-1 0 0 0,0 0 0 0 0,0 0 0 0 0,-1-1 0 0 0,0 0 0 0 0,-1-1 0 0 0,0 1 0 0 0,8-18 0 0 0,-5 8 249 0 0,0-1 0 0 0,-2 0-1 0 0,0-1 1 0 0,-1 0-1 0 0,-2 0 1 0 0,4-28 0 0 0,-7 35 455 0 0,-2 0 0 0 0,1 0 0 0 0,-4-15 0 0 0,4 27-65 0 0,-1 2-577 0 0,1 0 0 0 0,-1 1 0 0 0,1-1 0 0 0,-1 1-1 0 0,1-1 1 0 0,-1 1 0 0 0,1-1 0 0 0,-1 1 0 0 0,1-1 0 0 0,0 1 0 0 0,-1 0 0 0 0,1-1 0 0 0,0 1 0 0 0,0 0 0 0 0,-1-1 0 0 0,1 1 0 0 0,0 0 0 0 0,0-1 0 0 0,0 1 0 0 0,0 0 0 0 0,0-1 0 0 0,0 1 0 0 0,0 0 0 0 0,0-1 0 0 0,0 1 0 0 0,0 0 0 0 0,0 0 0 0 0,3 40 195 0 0,14 42 23 0 0,-14-75-239 0 0,-1 1-1 0 0,2 0 1 0 0,-1-1-1 0 0,1 0 0 0 0,1 0 1 0 0,-1 0-1 0 0,1-1 0 0 0,1 1 1 0 0,-1-1-1 0 0,1 0 0 0 0,1-1 1 0 0,-1 1-1 0 0,1-1 0 0 0,0 0 1 0 0,1-1-1 0 0,-1 0 1 0 0,1 0-1 0 0,0-1 0 0 0,0 0 1 0 0,0 0-1 0 0,1-1 0 0 0,-1 0 1 0 0,1 0-1 0 0,0-1 0 0 0,14 2 1 0 0,-9-3-22 0 0,0 0 0 0 0,0 0 0 0 0,0-2 0 0 0,0 0 0 0 0,-1 0 0 0 0,1-1 0 0 0,0-1 0 0 0,-1-1 0 0 0,0 1 1 0 0,0-2-1 0 0,0 0 0 0 0,0-1 0 0 0,-1 0 0 0 0,1-1 0 0 0,-2 0 0 0 0,1 0 0 0 0,-1-2 0 0 0,0 1 0 0 0,-1-2 0 0 0,15-16 0 0 0,-24 25 28 0 0,0 0-1 0 0,0 0 0 0 0,-1 0 0 0 0,1 0 0 0 0,-1 0 0 0 0,1 0 0 0 0,-1 0 0 0 0,0 0 1 0 0,1 0-1 0 0,-1-1 0 0 0,0 1 0 0 0,0 0 0 0 0,1 0 0 0 0,-1 0 0 0 0,0-1 1 0 0,0 1-1 0 0,-1 0 0 0 0,1 0 0 0 0,0 0 0 0 0,0-1 0 0 0,0 1 0 0 0,-1 0 0 0 0,1 0 1 0 0,-1 0-1 0 0,1 0 0 0 0,-1 0 0 0 0,1 0 0 0 0,-1 0 0 0 0,0 0 0 0 0,1 0 0 0 0,-1 0 1 0 0,0 0-1 0 0,0 0 0 0 0,0 0 0 0 0,0 0 0 0 0,0 1 0 0 0,0-1 0 0 0,0 0 1 0 0,0 1-1 0 0,0-1 0 0 0,0 1 0 0 0,0-1 0 0 0,0 1 0 0 0,0-1 0 0 0,-1 1 0 0 0,1 0 1 0 0,0-1-1 0 0,0 1 0 0 0,0 0 0 0 0,-1 0 0 0 0,1 0 0 0 0,0 0 0 0 0,0 0 0 0 0,0 0 1 0 0,-1 1-1 0 0,1-1 0 0 0,0 0 0 0 0,0 1 0 0 0,0-1 0 0 0,0 0 0 0 0,0 1 1 0 0,-1 0-1 0 0,1-1 0 0 0,0 1 0 0 0,0 0 0 0 0,-1 0 0 0 0,0 1-38 0 0,0 0-1 0 0,0-1 1 0 0,1 1-1 0 0,-1 0 1 0 0,0 0-1 0 0,1 0 1 0 0,-1 1-1 0 0,1-1 1 0 0,0 0-1 0 0,-1 0 1 0 0,1 1-1 0 0,0-1 1 0 0,1 1-1 0 0,-1-1 1 0 0,0 1-1 0 0,1-1 1 0 0,-1 1-1 0 0,1 0 1 0 0,0-1-1 0 0,0 1 1 0 0,0 0-1 0 0,0-1 1 0 0,0 1-1 0 0,1-1 1 0 0,-1 1-1 0 0,1-1 1 0 0,0 1-1 0 0,-1-1 1 0 0,3 5-1 0 0,0-2-201 0 0,0-1 0 0 0,0 0 0 0 0,0 1 0 0 0,1-1 0 0 0,0-1 0 0 0,-1 1 0 0 0,1 0 0 0 0,0-1 0 0 0,1 0 0 0 0,-1 0 0 0 0,1 0 0 0 0,-1-1 0 0 0,1 1 0 0 0,0-1-1 0 0,5 2 1 0 0,48 7-6110 0 0,-37-10 3336 0 0</inkml:trace>
</inkml:ink>
</file>

<file path=ppt/ink/ink4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2:37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33 319 504 0 0,'1'-2'281'0'0,"0"1"0"0"0,0 0 0 0 0,1 0 0 0 0,-1-1 0 0 0,-1 1 0 0 0,1 0-1 0 0,0-1 1 0 0,0 1 0 0 0,0-1 0 0 0,-1 1 0 0 0,1-1 0 0 0,0-3 0 0 0,-1 5-182 0 0,0-1 1 0 0,0 1-1 0 0,0-1 1 0 0,0 0-1 0 0,0 1 0 0 0,0-1 1 0 0,0 1-1 0 0,0-1 0 0 0,-1 0 1 0 0,1 1-1 0 0,0-1 1 0 0,0 1-1 0 0,-1-1 0 0 0,1 1 1 0 0,0-1-1 0 0,0 1 0 0 0,-1-1 1 0 0,1 1-1 0 0,-1-1 1 0 0,1 1-1 0 0,0-1 0 0 0,-1 1 1 0 0,1 0-1 0 0,-1-1 1 0 0,1 1-1 0 0,-1 0 0 0 0,1-1 1 0 0,-1 1-1 0 0,0 0 0 0 0,1 0 1 0 0,-1 0-1 0 0,1-1 1 0 0,-1 1-1 0 0,1 0 0 0 0,-1 0 1 0 0,0 0-1 0 0,1 0 0 0 0,-1 0 1 0 0,1 0-1 0 0,-1 0 1 0 0,0 0-1 0 0,1 0 0 0 0,-2 1 830 0 0,-2 2-587 0 0,2-2-349 0 0,0 1 0 0 0,0 0 0 0 0,1-1-1 0 0,-1 1 1 0 0,1 0 0 0 0,-1 0 0 0 0,1 0-1 0 0,-1 0 1 0 0,1 0 0 0 0,0 0 0 0 0,0 1 0 0 0,0-1-1 0 0,0 0 1 0 0,1 1 0 0 0,-1-1 0 0 0,0 0-1 0 0,1 1 1 0 0,0-1 0 0 0,-1 1 0 0 0,1-1-1 0 0,0 1 1 0 0,0-1 0 0 0,1 0 0 0 0,-1 1 0 0 0,0-1-1 0 0,1 1 1 0 0,0-1 0 0 0,-1 0 0 0 0,1 1-1 0 0,0-1 1 0 0,0 0 0 0 0,0 0 0 0 0,1 0 0 0 0,-1 0-1 0 0,0 0 1 0 0,4 4 0 0 0,-2-4-93 0 0,1 0 0 0 0,-1-1 1 0 0,0 1-1 0 0,1-1 0 0 0,0 0 1 0 0,-1 0-1 0 0,1 0 0 0 0,0 0 0 0 0,0 0 1 0 0,-1-1-1 0 0,1 0 0 0 0,0 0 0 0 0,0 0 1 0 0,0 0-1 0 0,0-1 0 0 0,3 0 0 0 0,-5 1 63 0 0,2-1-6 0 0,1 0 1 0 0,-1-1-1 0 0,0 1 0 0 0,0-1 0 0 0,0 0 1 0 0,0 0-1 0 0,0 0 0 0 0,0 0 0 0 0,0-1 1 0 0,0 0-1 0 0,-1 0 0 0 0,0 0 0 0 0,1 0 0 0 0,-1 0 1 0 0,0-1-1 0 0,-1 1 0 0 0,1-1 0 0 0,-1 0 1 0 0,3-5-1 0 0,5-9 182 0 0,-1 0 1 0 0,11-36-1 0 0,-15 40 39 0 0,1-10 759 0 0,-1-1-1 0 0,0 1 1 0 0,-2-1-1 0 0,-1 0 1 0 0,-2-47-1 0 0,-3 47 4440 0 0,-5 35-4780 0 0,-5 27-1026 0 0,9 1-463 0 0,1 1 0 0 0,2 0 0 0 0,6 56 0 0 0,0-59-3562 0 0,17 66 1 0 0,-15-74 1009 0 0</inkml:trace>
</inkml:ink>
</file>

<file path=ppt/ink/ink4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2:40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0 488 0 0,'1'21'9385'0'0,"1"16"-8899"0"0,-4 43 0 0 0,-10 47 263 0 0,-15 90 562 0 0,22-176-353 0 0,295-311-1694 0 0,-286 267 728 0 0,23-21 29 0 0,0 1-1 0 0,2 2 1 0 0,51-30 0 0 0,-78 50-8 0 0,-5 7-61 0 0,-5 9 70 0 0,-2 0-1 0 0,1 0 0 0 0,-2-2 1 0 0,0 1-1 0 0,0-1 0 0 0,-1-1 1 0 0,-1 0-1 0 0,0 0 0 0 0,0-1 1 0 0,-1-1-1 0 0,-1-1 0 0 0,0 0 1 0 0,-24 11-1 0 0,27-17 139 0 0,10-3-123 0 0,0 0 0 0 0,0 1 0 0 0,0-1-1 0 0,0 0 1 0 0,0 1 0 0 0,0 0 0 0 0,0-1-1 0 0,0 1 1 0 0,0 0 0 0 0,0 0 0 0 0,0 0-1 0 0,0 0 1 0 0,1 0 0 0 0,-1 0 0 0 0,0 1-1 0 0,1-1 1 0 0,-3 3 0 0 0,7-2-29 0 0,0-1 0 0 0,0 1 0 0 0,0 0 1 0 0,0-1-1 0 0,0 0 0 0 0,0 0 0 0 0,1 0 0 0 0,-1 0 0 0 0,4 0 0 0 0,78 21-191 0 0,99 39 0 0 0,-110-30-1539 0 0,-12-5-5832 0 0,-46-20 4895 0 0</inkml:trace>
</inkml:ink>
</file>

<file path=ppt/ink/ink4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2:41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257 198 268 0 0,'0'0'3368'0'0,"1"-2"-3164"0"0,-1 1 1 0 0,0 0 0 0 0,0 0 0 0 0,0 0-1 0 0,0-1 1 0 0,0 1 0 0 0,-1 0-1 0 0,1 0 1 0 0,0 0 0 0 0,-1 0 0 0 0,1-1-1 0 0,0 1 1 0 0,-1 0 0 0 0,1 0 0 0 0,-1 0-1 0 0,0-1 1 0 0,-6 0-13 0 0,0 1 1 0 0,1 1-1 0 0,-1-1 0 0 0,0 1 1 0 0,1 0-1 0 0,-1 0 0 0 0,0 1 1 0 0,1 0-1 0 0,-1 0 1 0 0,1 1-1 0 0,-1 0 0 0 0,1 0 1 0 0,0 0-1 0 0,0 1 0 0 0,0 0 1 0 0,-7 4-1 0 0,-3 1 137 0 0,1 1 0 0 0,0 0 0 0 0,1 1 0 0 0,0 1 0 0 0,-18 18 0 0 0,28-25-256 0 0,1-1 0 0 0,0 1 0 0 0,1 0 0 0 0,-1 0 0 0 0,1 1 0 0 0,-1-1 0 0 0,1 0-1 0 0,0 1 1 0 0,1 0 0 0 0,-1-1 0 0 0,1 1 0 0 0,-1 6 0 0 0,2-10-69 0 0,0 0 1 0 0,0 0-1 0 0,0 0 1 0 0,0 0-1 0 0,0 0 0 0 0,1-1 1 0 0,-1 1-1 0 0,0 0 1 0 0,0 0-1 0 0,1 0 1 0 0,-1 0-1 0 0,1 0 0 0 0,-1 0 1 0 0,1 0-1 0 0,-1-1 1 0 0,1 1-1 0 0,-1 0 1 0 0,1 0-1 0 0,0-1 1 0 0,-1 1-1 0 0,1 0 0 0 0,0-1 1 0 0,0 1-1 0 0,-1-1 1 0 0,1 1-1 0 0,0-1 1 0 0,0 1-1 0 0,0-1 0 0 0,0 0 1 0 0,0 1-1 0 0,0-1 1 0 0,0 0-1 0 0,0 0 1 0 0,0 0-1 0 0,-1 0 0 0 0,3 1 1 0 0,32 0-45 0 0,-22-3-79 0 0,-1 0 0 0 0,1-1 1 0 0,-1-1-1 0 0,0 0 0 0 0,0 0 0 0 0,-1-1 1 0 0,1-1-1 0 0,-1 1 0 0 0,0-2 0 0 0,0 0 1 0 0,-1 0-1 0 0,0-1 0 0 0,0 0 0 0 0,-1-1 1 0 0,0 0-1 0 0,11-15 0 0 0,-20 23 120 0 0,0 0 0 0 0,1 0 0 0 0,-1 1-1 0 0,0-1 1 0 0,1 0 0 0 0,-1 1 0 0 0,0-1 0 0 0,1 0-1 0 0,-1 1 1 0 0,1-1 0 0 0,-1 1 0 0 0,1-1 0 0 0,0 1 0 0 0,-1-1-1 0 0,1 1 1 0 0,-1-1 0 0 0,1 1 0 0 0,0-1 0 0 0,-1 1 0 0 0,1 0-1 0 0,0-1 1 0 0,-1 1 0 0 0,1 0 0 0 0,0 0 0 0 0,0 0 0 0 0,-1-1-1 0 0,1 1 1 0 0,0 0 0 0 0,0 0 0 0 0,0 0 0 0 0,1 0 0 0 0,10 22-71 0 0,4 9-29 0 0,-14-29 94 0 0,0 1 0 0 0,0-1 1 0 0,0 0-1 0 0,0 0 0 0 0,0 0 0 0 0,0 0 0 0 0,0 0 1 0 0,1-1-1 0 0,-1 1 0 0 0,1-1 0 0 0,-1 1 0 0 0,1-1 1 0 0,-1 0-1 0 0,1 0 0 0 0,0 0 0 0 0,0 0 0 0 0,0-1 1 0 0,0 1-1 0 0,-1-1 0 0 0,5 1 0 0 0,-2-2-1 0 0,0 0 0 0 0,-1 0 0 0 0,1 0 0 0 0,-1-1-1 0 0,1 1 1 0 0,-1-1 0 0 0,0 0 0 0 0,0-1 0 0 0,0 1 0 0 0,0-1 0 0 0,0 1-1 0 0,6-7 1 0 0,4-2 53 0 0,-1-1 0 0 0,0-1-1 0 0,-1 0 1 0 0,-1 0-1 0 0,0-2 1 0 0,12-21-1 0 0,-22 34 26 0 0,0 1-49 0 0,-1-1 0 0 0,1 1 0 0 0,-1 0-1 0 0,1 0 1 0 0,-1 0 0 0 0,1-1-1 0 0,-1 1 1 0 0,1 0 0 0 0,0 0-1 0 0,0 0 1 0 0,0 0 0 0 0,0 0 0 0 0,-1 0-1 0 0,1 0 1 0 0,0 1 0 0 0,1-1-1 0 0,0-1 1 0 0,17 31-445 0 0,1-1 0 0 0,1-1 0 0 0,2-1 0 0 0,32 29 0 0 0,-53-53 380 0 0,0 0 0 0 0,0-1 0 0 0,0 1 0 0 0,0-1 0 0 0,1 1 1 0 0,-1-1-1 0 0,1 0 0 0 0,-1 0 0 0 0,1 0 0 0 0,-1 0 0 0 0,1 0 0 0 0,0 0 0 0 0,-1-1 0 0 0,1 1 0 0 0,0-1 1 0 0,-1 0-1 0 0,6 0 0 0 0,-5-1 37 0 0,1 0 0 0 0,-1 0 0 0 0,0-1 1 0 0,0 1-1 0 0,0-1 0 0 0,0 0 0 0 0,0 0 0 0 0,0 0 1 0 0,0 0-1 0 0,0 0 0 0 0,-1 0 0 0 0,1-1 0 0 0,-1 1 1 0 0,2-4-1 0 0,13-18 269 0 0,-1-1 0 0 0,-1 0-1 0 0,-1-1 1 0 0,-1-1 0 0 0,-2 0 0 0 0,-1 0 0 0 0,7-30 0 0 0,-14 48-72 0 0,6-46 2069 0 0,-16 95-2230 0 0,1-9 2 0 0,1 0 0 0 0,-2 40 0 0 0,7-68-47 0 0,0 0 1 0 0,0 0 0 0 0,0-1 0 0 0,1 1 0 0 0,-1 0 0 0 0,1 0 0 0 0,0 0-1 0 0,-1-1 1 0 0,1 1 0 0 0,0 0 0 0 0,1-1 0 0 0,2 6 0 0 0,-3-7-8 0 0,0 0 0 0 0,0 0-1 0 0,0 0 1 0 0,0 0 0 0 0,0 0 0 0 0,1 0 0 0 0,-1 0 0 0 0,0 0 0 0 0,1-1 0 0 0,-1 1 0 0 0,1 0 0 0 0,-1-1 0 0 0,0 1 0 0 0,1-1 0 0 0,0 0 0 0 0,-1 1 0 0 0,3-1 0 0 0,4 0-43 0 0,-1-1 0 0 0,1 0 0 0 0,-1-1 0 0 0,1 1 0 0 0,-1-1 0 0 0,0-1 0 0 0,0 0 0 0 0,9-4 0 0 0,75-44 244 0 0,-90 51-71 0 0,-4 4-40 0 0,-35 57 815 0 0,37-59-926 0 0,0 0-1 0 0,-1 0 1 0 0,1 0 0 0 0,0 0 0 0 0,0 1 0 0 0,0-1 0 0 0,1 0 0 0 0,-1 1 0 0 0,0-1-1 0 0,1 0 1 0 0,0 1 0 0 0,-1-1 0 0 0,1 1 0 0 0,0-1 0 0 0,0 1 0 0 0,1-1 0 0 0,-1 1-1 0 0,0-1 1 0 0,1 1 0 0 0,-1-1 0 0 0,1 0 0 0 0,0 1 0 0 0,0-1 0 0 0,0 0 0 0 0,0 1-1 0 0,0-1 1 0 0,3 4 0 0 0,25 11-1806 0 0,-11-14-3746 0 0,7 0 2697 0 0</inkml:trace>
</inkml:ink>
</file>

<file path=ppt/ink/ink4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2:41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12 320 0 0,'0'-1'170'0'0,"0"1"0"0"0,0 0 0 0 0,0-1 0 0 0,0 1 0 0 0,0-1 0 0 0,0 1 0 0 0,0 0 0 0 0,0-1 0 0 0,0 1-1 0 0,0-1 1 0 0,0 1 0 0 0,-1 0 0 0 0,1-1 0 0 0,0 1 0 0 0,0 0 0 0 0,0-1 0 0 0,0 1 0 0 0,-1 0 0 0 0,1-1 0 0 0,0 1 0 0 0,0 0 0 0 0,-1-1 0 0 0,1 1 0 0 0,0 0 0 0 0,0-1 0 0 0,-1 1 0 0 0,1 0-1 0 0,0 0 1 0 0,-1 0 0 0 0,1-1 0 0 0,0 1 0 0 0,-1 0 0 0 0,1 0 0 0 0,-1 0 0 0 0,1 0 0 0 0,0 0 0 0 0,-1-1 0 0 0,1 1 0 0 0,-1 0 0 0 0,1 0 0 0 0,0 0 0 0 0,-1 0 0 0 0,1 0 0 0 0,-1 0 0 0 0,0 1 0 0 0,-24 11 1549 0 0,-20 28-1140 0 0,10 18 851 0 0,34-57-1238 0 0,1 2-44 0 0,0-3-139 0 0,0 0 0 0 0,0 0 0 0 0,0 1 1 0 0,0-1-1 0 0,0 0 0 0 0,0 0 0 0 0,0 1 1 0 0,0-1-1 0 0,0 0 0 0 0,-1 0 0 0 0,1 0 1 0 0,0 1-1 0 0,0-1 0 0 0,0 0 1 0 0,0 0-1 0 0,0 1 0 0 0,0-1 0 0 0,1 0 1 0 0,-1 0-1 0 0,0 1 0 0 0,0-1 0 0 0,0 0 1 0 0,0 0-1 0 0,0 0 0 0 0,0 1 0 0 0,0-1 1 0 0,0 0-1 0 0,1 0 0 0 0,-1 0 0 0 0,0 1 1 0 0,0-1-1 0 0,0 0 0 0 0,0 0 0 0 0,0 0 1 0 0,1 0-1 0 0,-1 1 0 0 0,0-1 1 0 0,0 0-1 0 0,1 0 0 0 0,-1 0 0 0 0,0 0 1 0 0,0 0-1 0 0,0 0 0 0 0,1 0 0 0 0,-1 0 1 0 0,0 0-1 0 0,0 0 0 0 0,1 0 0 0 0,-1 0 1 0 0,0 0-1 0 0,0 0 0 0 0,1 0 0 0 0,43-5 210 0 0,-40 4-176 0 0,20 0-198 0 0,-19 1-272 0 0,33 5-526 0 0,-8 3-5185 0 0,-4 3 3165 0 0</inkml:trace>
</inkml:ink>
</file>

<file path=ppt/ink/ink4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2:42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158 337 212 0 0,'2'-35'5452'0'0,"-2"32"-5223"0"0,0 1 0 0 0,0 0 0 0 0,-1 0 1 0 0,1 0-1 0 0,-1 0 0 0 0,1 0 0 0 0,-1 0 0 0 0,0 0 1 0 0,1 0-1 0 0,-1 0 0 0 0,0 0 0 0 0,0 0 0 0 0,-1 0 1 0 0,1 1-1 0 0,0-1 0 0 0,0 0 0 0 0,-1 1 0 0 0,1-1 0 0 0,-1 1 1 0 0,0-1-1 0 0,1 1 0 0 0,-1 0 0 0 0,0 0 0 0 0,0 0 1 0 0,0 0-1 0 0,-2-1 0 0 0,1 1-136 0 0,0 1-1 0 0,-1 0 1 0 0,1-1-1 0 0,-1 2 1 0 0,1-1 0 0 0,0 0-1 0 0,-1 1 1 0 0,1-1-1 0 0,0 1 1 0 0,-1 0-1 0 0,1 0 1 0 0,0 0 0 0 0,0 0-1 0 0,0 1 1 0 0,0-1-1 0 0,0 1 1 0 0,-4 3 0 0 0,3-2-96 0 0,-1 0 1 0 0,0 0 0 0 0,1 1-1 0 0,-1 0 1 0 0,1-1-1 0 0,0 2 1 0 0,1-1 0 0 0,-1 0-1 0 0,1 1 1 0 0,-1 0 0 0 0,2 0-1 0 0,-1 0 1 0 0,0 0 0 0 0,1 0-1 0 0,0 0 1 0 0,0 1 0 0 0,0-1-1 0 0,1 1 1 0 0,0-1 0 0 0,0 1-1 0 0,0 0 1 0 0,1-1-1 0 0,0 1 1 0 0,0 0 0 0 0,0-1-1 0 0,1 1 1 0 0,0 0 0 0 0,0-1-1 0 0,0 1 1 0 0,1-1 0 0 0,0 1-1 0 0,0-1 1 0 0,0 0 0 0 0,1 0-1 0 0,-1 0 1 0 0,1 0-1 0 0,0 0 1 0 0,1 0 0 0 0,-1-1-1 0 0,1 0 1 0 0,0 0 0 0 0,0 0-1 0 0,1 0 1 0 0,-1 0 0 0 0,1-1-1 0 0,-1 0 1 0 0,1 0 0 0 0,0 0-1 0 0,0 0 1 0 0,6 1 0 0 0,-4-2-93 0 0,0 1 1 0 0,0-2-1 0 0,0 1 1 0 0,0-1-1 0 0,0 0 1 0 0,0 0 0 0 0,0-1-1 0 0,0 0 1 0 0,1 0-1 0 0,-1-1 1 0 0,0 0-1 0 0,0 0 1 0 0,9-3 0 0 0,-4 0-10 0 0,1-1 1 0 0,-1-1 0 0 0,0 1 0 0 0,0-2-1 0 0,-1 0 1 0 0,17-13 0 0 0,6-9-22 0 0,-2-1 0 0 0,-2-2 0 0 0,32-43 0 0 0,-60 73 120 0 0,11-14 170 0 0,-1 0 0 0 0,-1-1 0 0 0,0 0 0 0 0,-2 0 0 0 0,0-2 1 0 0,-1 1-1 0 0,0-1 0 0 0,-2 0 0 0 0,0 0 0 0 0,-1-1 0 0 0,-1 0 0 0 0,2-38 0 0 0,-6 56 4 0 0,0 0 22 0 0,0 2-181 0 0,0 0-1 0 0,0-1 0 0 0,1 1 0 0 0,-1 0 0 0 0,0 0 0 0 0,0 0 0 0 0,0-1 0 0 0,0 1 0 0 0,0 0 0 0 0,0 0 0 0 0,0-1 1 0 0,0 1-1 0 0,0 0 0 0 0,0 0 0 0 0,0 0 0 0 0,0-1 0 0 0,0 1 0 0 0,0 0 0 0 0,0 0 0 0 0,0-1 0 0 0,0 1 1 0 0,0 0-1 0 0,0 0 0 0 0,0 0 0 0 0,0-1 0 0 0,0 1 0 0 0,-1 0 0 0 0,1 0 0 0 0,0 0 0 0 0,0-1 0 0 0,0 1 1 0 0,0 0-1 0 0,0 0 0 0 0,-1 0 0 0 0,1 0 0 0 0,0 0 0 0 0,0-1 0 0 0,0 1 0 0 0,0 0 0 0 0,-1 0 0 0 0,1 0 0 0 0,0 0 1 0 0,0 0-1 0 0,0 0 0 0 0,-1 0 0 0 0,1 0 0 0 0,0 0 0 0 0,0 0 0 0 0,-1 0 0 0 0,1-1 0 0 0,0 1 0 0 0,0 1 1 0 0,0-1-1 0 0,-1 0 0 0 0,1 0 0 0 0,0 0 0 0 0,-9 11 25 0 0,0 1 1 0 0,1 1-1 0 0,1-1 0 0 0,0 1 1 0 0,0 1-1 0 0,2-1 0 0 0,0 1 1 0 0,-5 21-1 0 0,0 5 25 0 0,-7 81-1 0 0,15-108-47 0 0,1-5 1 0 0,0 0-1 0 0,1 0 0 0 0,0-1 1 0 0,0 1-1 0 0,2 9 0 0 0,-1-15-5 0 0,-1-1 0 0 0,0 0 0 0 0,0 0 0 0 0,1 0 0 0 0,-1 0 0 0 0,1 1 0 0 0,-1-1 0 0 0,1 0 0 0 0,-1 0 1 0 0,1 0-1 0 0,0 0 0 0 0,0 0 0 0 0,-1 0 0 0 0,1-1 0 0 0,0 1 0 0 0,0 0 0 0 0,0 0 0 0 0,0 0 0 0 0,0-1 0 0 0,0 1 0 0 0,0 0 0 0 0,0-1 0 0 0,0 1 0 0 0,0-1 0 0 0,1 0 0 0 0,-1 1 0 0 0,0-1 0 0 0,0 0 0 0 0,0 1 0 0 0,1-1 0 0 0,-1 0 0 0 0,0 0 0 0 0,0 0 0 0 0,0 0 0 0 0,2-1 0 0 0,0 1 36 0 0,33-13 85 0 0,-24 12-388 0 0,0-1 1 0 0,0 2-1 0 0,0 0 0 0 0,0 0 0 0 0,0 1 0 0 0,0 1 0 0 0,0 0 0 0 0,0 0 0 0 0,21 9 0 0 0,44 6-7235 0 0,-62-15 4872 0 0</inkml:trace>
</inkml:ink>
</file>

<file path=ppt/ink/ink4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2:43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108 233 720 0 0,'0'0'2145'0'0,"-22"-31"5414"0"0,18 31-7435 0 0,0 0 0 0 0,0 1 0 0 0,0 0 1 0 0,0 0-1 0 0,0 0 0 0 0,0 0 1 0 0,0 0-1 0 0,0 1 0 0 0,0 0 0 0 0,0 0 1 0 0,1 0-1 0 0,-1 0 0 0 0,1 1 0 0 0,-1-1 1 0 0,1 1-1 0 0,0 0 0 0 0,0 0 1 0 0,0 0-1 0 0,1 0 0 0 0,-1 0 0 0 0,1 1 1 0 0,-4 5-1 0 0,6-7-119 0 0,-3 1-241 0 0,11 4-40 0 0,7 4-71 0 0,-4-3 278 0 0,-1 1-1 0 0,0 0 0 0 0,12 14 0 0 0,8 8 70 0 0,-27-30 7 0 0,0 0-1 0 0,0 0 1 0 0,0 0-1 0 0,0 0 1 0 0,-1 0-1 0 0,1 0 1 0 0,1-1 0 0 0,-1 0-1 0 0,0 1 1 0 0,0-1-1 0 0,0 0 1 0 0,0-1-1 0 0,0 1 1 0 0,0 0-1 0 0,0-1 1 0 0,0 0-1 0 0,4-1 1 0 0,40-16-7 0 0,-25-1-19 0 0,-13 11 3 0 0,1 0-1 0 0,-1 0 1 0 0,1 0-1 0 0,1 1 1 0 0,0 1 0 0 0,0 0-1 0 0,0 0 1 0 0,0 1-1 0 0,17-5 1 0 0,-22 10 0 0 0,-1 0 0 0 0,0 0 0 0 0,0 0-1 0 0,1 1 1 0 0,-1 0 0 0 0,0 0 0 0 0,0 0 0 0 0,0 0 0 0 0,0 1 0 0 0,0 0 0 0 0,0 0 0 0 0,0 0 0 0 0,0 1 0 0 0,-1 0 0 0 0,7 4 0 0 0,-5-3-27 0 0,0 0 1 0 0,1 0-1 0 0,-1-1 1 0 0,1 0-1 0 0,-1 0 1 0 0,1-1-1 0 0,0 0 1 0 0,13 2-1 0 0,-13-3 45 0 0,0 0 0 0 0,0-1-1 0 0,0 0 1 0 0,1 0 0 0 0,-1-1-1 0 0,0 0 1 0 0,0 0-1 0 0,0-1 1 0 0,0 0 0 0 0,0 0-1 0 0,0 0 1 0 0,-1-1 0 0 0,1 0-1 0 0,-1 0 1 0 0,1-1 0 0 0,-1 0-1 0 0,0 0 1 0 0,-1 0-1 0 0,1-1 1 0 0,-1 0 0 0 0,5-6-1 0 0,7-8 582 0 0,-1-1-1 0 0,-1 0 0 0 0,-1-1 1 0 0,-1-1-1 0 0,0 0 0 0 0,-2-1 1 0 0,16-46-1 0 0,-12 34 4207 0 0,-21 81-4499 0 0,2-28-245 0 0,1 0-1 0 0,1 0 1 0 0,0 0-1 0 0,2 0 1 0 0,0 0-1 0 0,1 0 1 0 0,1 0-1 0 0,4 22 1 0 0,-5-39-261 0 0,1 3 432 0 0</inkml:trace>
</inkml:ink>
</file>

<file path=ppt/ink/ink4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2:43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71 312 0 0,'0'0'4045'0'0,"3"-13"-451"0"0,61-17 1973 0 0,4 10-5615 0 0,-50 15-3863 0 0,-13 2-376 0 0</inkml:trace>
</inkml:ink>
</file>

<file path=ppt/ink/ink4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2:44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19 1244 0 0,'1'-18'15393'0'0,"-19"48"-14229"0"0,-13 22-1357 0 0,-47 23-1702 0 0,21-27-6540 0 0,36-32 4341 0 0</inkml:trace>
</inkml:ink>
</file>

<file path=ppt/ink/ink4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2:46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303 92 740 0 0,'1'-3'314'0'0,"-1"0"0"0"0,1 0 0 0 0,0 0-1 0 0,-1 0 1 0 0,0 0 0 0 0,1 0 0 0 0,-1 0 0 0 0,0-1 0 0 0,-1 1 0 0 0,1 0-1 0 0,-1 0 1 0 0,1 0 0 0 0,-1 0 0 0 0,0 0 0 0 0,0 1 0 0 0,0-1 0 0 0,0 0-1 0 0,-1 0 1 0 0,1 1 0 0 0,-1-1 0 0 0,1 0 0 0 0,-1 1 0 0 0,-2-3-1 0 0,0 3-165 0 0,0-1-1 0 0,0 1 0 0 0,0 0 0 0 0,0 0 1 0 0,0 0-1 0 0,0 1 0 0 0,-1 0 0 0 0,1-1 1 0 0,-1 1-1 0 0,1 1 0 0 0,0-1 0 0 0,-1 1 1 0 0,1 0-1 0 0,-1 0 0 0 0,-5 0 0 0 0,-1 1 31 0 0,1-1 0 0 0,-1 2 0 0 0,1-1 0 0 0,-1 1 0 0 0,1 1 0 0 0,0 0 0 0 0,0 0 0 0 0,0 1 0 0 0,-10 6 0 0 0,16-8-142 0 0,1 0 0 0 0,-1 0 1 0 0,1 1-1 0 0,0 0 0 0 0,0-1 1 0 0,0 1-1 0 0,0 0 0 0 0,1 1 1 0 0,-1-1-1 0 0,1 0 0 0 0,0 1 1 0 0,-1-1-1 0 0,2 1 0 0 0,-1 0 1 0 0,0 0-1 0 0,1 0 0 0 0,0 0 1 0 0,0 0-1 0 0,0 0 0 0 0,0 0 1 0 0,0 0-1 0 0,1 0 0 0 0,0 0 1 0 0,0 0-1 0 0,0 0 0 0 0,1 5 1 0 0,3 11 16 0 0,1-1 1 0 0,1 0 0 0 0,1 0 0 0 0,0-1 0 0 0,1 0 0 0 0,1 0 0 0 0,1 0 0 0 0,18 23 0 0 0,26 52 100 0 0,-53-92-156 0 0,0 1 1 0 0,0 0-1 0 0,0 0 1 0 0,-1 0-1 0 0,1 0 1 0 0,0 0-1 0 0,-1 0 1 0 0,0 0-1 0 0,1 0 1 0 0,-1 0-1 0 0,0 0 1 0 0,0 0-1 0 0,0 0 1 0 0,0 0-1 0 0,0 1 1 0 0,-1-1-1 0 0,1 0 1 0 0,0 0-1 0 0,-1 0 1 0 0,0 0-1 0 0,1 0 1 0 0,-1-1-1 0 0,0 1 1 0 0,0 0-1 0 0,0 0 1 0 0,-2 2-1 0 0,0-2-5 0 0,0 1-1 0 0,0 0 0 0 0,0-1 0 0 0,-1 0 0 0 0,1 0 1 0 0,-1 0-1 0 0,1 0 0 0 0,-1-1 0 0 0,1 0 0 0 0,-1 1 0 0 0,0-1 1 0 0,0 0-1 0 0,-5 0 0 0 0,2 0-14 0 0,0 0 0 0 0,-1 0 0 0 0,0-1-1 0 0,1 1 1 0 0,-1-2 0 0 0,1 1 0 0 0,-1-1 0 0 0,1-1 0 0 0,0 1 0 0 0,-1-1 0 0 0,1 0-1 0 0,0-1 1 0 0,0 0 0 0 0,0 0 0 0 0,-6-4 0 0 0,12 6-101 0 0,0 0 0 0 0,0 0 0 0 0,0 0 0 0 0,0-1 0 0 0,0 1-1 0 0,0 0 1 0 0,1 0 0 0 0,-1-1 0 0 0,0 1 0 0 0,1-1 0 0 0,0 1 0 0 0,-1 0 0 0 0,1-1 0 0 0,0 1 0 0 0,-1-1 0 0 0,1 1 0 0 0,0-1 0 0 0,0 1-1 0 0,0-1 1 0 0,0 1 0 0 0,0-1 0 0 0,1 1 0 0 0,-1-1 0 0 0,0 1 0 0 0,1 0 0 0 0,-1-1 0 0 0,1 1 0 0 0,0-2 0 0 0,24-35-4698 0 0,-6 15 1931 0 0</inkml:trace>
</inkml:ink>
</file>

<file path=ppt/ink/ink4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2:46.3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0 976 0 0,'1'4'11112'0'0,"-3"33"-10903"0"0,-30 145 1876 0 0,18-111-1616 0 0,10-47-408 0 0,-17 74-125 0 0,19-91-350 0 0,0 0 0 0 0,0-1 0 0 0,-1 1-1 0 0,0-1 1 0 0,0 0 0 0 0,0 0 0 0 0,-1 0 0 0 0,0-1 0 0 0,0 1 0 0 0,-1-1-1 0 0,-5 6 1 0 0,8-9-111 0 0,-2 0 42 0 0,-3 0-3402 0 0,-9 1 1080 0 0</inkml:trace>
</inkml:ink>
</file>

<file path=ppt/ink/ink4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2:46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1 179 40 0 0,'5'-2'822'0'0,"164"-45"3460"0"0,248-19-547 0 0,-399 64-3416 0 0,15 0 147 0 0,-31 3-450 0 0,-1 0 1 0 0,0-1-1 0 0,0 1 0 0 0,0 0 0 0 0,0 0 0 0 0,0-1 1 0 0,-1 1-1 0 0,1 0 0 0 0,0 0 0 0 0,0 0 0 0 0,0 0 1 0 0,-1 0-1 0 0,1 0 0 0 0,-1 0 0 0 0,1 1 0 0 0,-1-1 1 0 0,1 0-1 0 0,-1 0 0 0 0,0 0 0 0 0,1 1 0 0 0,-1-1 0 0 0,0 2 1 0 0,5 33 182 0 0,-5-30-178 0 0,1-2-10 0 0,0-1 1 0 0,0 1-1 0 0,1-1 0 0 0,-1 0 0 0 0,1 0 1 0 0,0 0-1 0 0,0 1 0 0 0,4 4 1 0 0,1 2 127 0 0,-7-10-112 0 0,0 1 0 0 0,0-1 0 0 0,0 0-1 0 0,1 0 1 0 0,-1 0 0 0 0,0 0 0 0 0,0 1-1 0 0,0-1 1 0 0,0 0 0 0 0,0 0 0 0 0,1 0-1 0 0,-1 0 1 0 0,0 0 0 0 0,0 1 0 0 0,0-1-1 0 0,1 0 1 0 0,-1 0 0 0 0,0 0 0 0 0,0 0-1 0 0,0 0 1 0 0,1 0 0 0 0,-1 0 0 0 0,0 0 0 0 0,0 0-1 0 0,0 0 1 0 0,1 0 0 0 0,-1 0 0 0 0,0 0-1 0 0,0 0 1 0 0,1 0 0 0 0,-1 0 0 0 0,0 0-1 0 0,0 0 1 0 0,0 0 0 0 0,1 0 0 0 0,-1 0-1 0 0,0 0 1 0 0,0 0 0 0 0,0 0 0 0 0,1-1-1 0 0,-1 1 1 0 0,0 0 0 0 0,0 0 0 0 0,0 0-1 0 0,0 0 1 0 0,1 0 0 0 0,-1-1 0 0 0,0 1 0 0 0,0 0-1 0 0,0 0 1 0 0,0 0 0 0 0,0-1 0 0 0,0 1-1 0 0,0 0 1 0 0,1 0 0 0 0,-1 0 0 0 0,0-1-1 0 0,0 1 1 0 0,0 0 0 0 0,0 0 0 0 0,0 0-1 0 0,0-1 1 0 0,0 1 0 0 0,0 0 0 0 0,0-1-1 0 0,1-5 105 0 0,-1 0 0 0 0,1 0 0 0 0,-1 0 0 0 0,0 0-1 0 0,-1 0 1 0 0,1 0 0 0 0,-1 0 0 0 0,0 0-1 0 0,-1 0 1 0 0,1 0 0 0 0,-1 0 0 0 0,-1 0-1 0 0,1 1 1 0 0,-1-1 0 0 0,-6-9 0 0 0,3 6-43 0 0,0 0 0 0 0,0 0 1 0 0,-1 1-1 0 0,0 0 0 0 0,-15-13 1 0 0,20 20-583 0 0</inkml:trace>
</inkml:ink>
</file>

<file path=ppt/ink/ink4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2:47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1 760 0 0,'30'9'2567'0'0,"-23"-7"-2246"0"0,0 1 0 0 0,0 0 0 0 0,0 1 0 0 0,-1 0 0 0 0,0 0 0 0 0,0 0 1 0 0,0 0-1 0 0,0 1 0 0 0,-1 0 0 0 0,1 0 0 0 0,-1 1 0 0 0,-1-1 0 0 0,1 1 0 0 0,-1 0 0 0 0,0 1 0 0 0,0-1 0 0 0,-1 1 0 0 0,4 8 1 0 0,-7-13 24 0 0,0-2-278 0 0,0 0-1 0 0,0 0 1 0 0,-1 0 0 0 0,1 1-1 0 0,0-1 1 0 0,0 0-1 0 0,-1 0 1 0 0,1 0-1 0 0,0 0 1 0 0,0 0 0 0 0,-1 0-1 0 0,1 0 1 0 0,0 0-1 0 0,0-1 1 0 0,-1 1-1 0 0,1 0 1 0 0,0 0 0 0 0,0 0-1 0 0,-1 0 1 0 0,1 0-1 0 0,0 0 1 0 0,0 0-1 0 0,-1-1 1 0 0,1 1 0 0 0,0 0-1 0 0,0 0 1 0 0,0 0-1 0 0,-1 0 1 0 0,1-1-1 0 0,0 1 1 0 0,0 0 0 0 0,0 0-1 0 0,0 0 1 0 0,0-1-1 0 0,0 1 1 0 0,-1 0-1 0 0,1 0 1 0 0,0-1 0 0 0,0 1-1 0 0,0 0 1 0 0,0 0-1 0 0,0-1 1 0 0,0 1-1 0 0,0 0 1 0 0,0-1 0 0 0,0 1-1 0 0,0 0 1 0 0,0-1-1 0 0,1-24-149 0 0,0 21-191 0 0,0 0 0 0 0,0 0-1 0 0,0 0 1 0 0,0 0-1 0 0,1 0 1 0 0,-1 0-1 0 0,1 0 1 0 0,0 0 0 0 0,1 1-1 0 0,-1-1 1 0 0,0 1-1 0 0,5-5 1 0 0,-4 6-279 0 0,0 0 1 0 0,1 0-1 0 0,-1 0 1 0 0,1 1-1 0 0,-1-1 0 0 0,1 1 1 0 0,0 0-1 0 0,-1 0 1 0 0,6-1-1 0 0</inkml:trace>
</inkml:ink>
</file>

<file path=ppt/ink/ink4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2:47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69 1340 0 0,'9'4'401'0'0,"0"0"1"0"0,0-1-1 0 0,1 0 0 0 0,-1-1 0 0 0,13 2 1 0 0,-19-4 127 0 0,2-1 15 0 0,6-2-35 0 0,-1 0 0 0 0,1 0 0 0 0,0-1 1 0 0,-1-1-1 0 0,0 0 0 0 0,0 0 0 0 0,-1-1 0 0 0,1 0 0 0 0,-1-1 0 0 0,-1 0 0 0 0,1 0 1 0 0,10-13-1 0 0,-18 19 24 0 0,7-4 3618 0 0,-26 28-4104 0 0,13-18-87 0 0,14 20-348 0 0,-7-21 178 0 0,0 0-1 0 0,1 0 0 0 0,-1 0 0 0 0,1-1 1 0 0,0 1-1 0 0,0-1 0 0 0,0 1 1 0 0,1-1-1 0 0,-1 0 0 0 0,1-1 0 0 0,0 1 1 0 0,0-1-1 0 0,7 4 0 0 0,33 11-6685 0 0,-17-11 3579 0 0</inkml:trace>
</inkml:ink>
</file>

<file path=ppt/ink/ink4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2:50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18 396 0 0,'-14'-12'4653'0'0,"5"6"-1177"0"0,-9 15-3174 0 0,-27 20 349 0 0,8-7-173 0 0,1 2-1 0 0,1 1 1 0 0,-35 33 0 0 0,70-58-471 0 0,1 0-1 0 0,-1 0 1 0 0,0 0 0 0 0,0 0 0 0 0,0 0-1 0 0,0 0 1 0 0,0 0 0 0 0,0-1-1 0 0,0 1 1 0 0,0 0 0 0 0,1 0-1 0 0,-1 0 1 0 0,0 1 0 0 0,0-1-1 0 0,0 0 1 0 0,0 0 0 0 0,0 0 0 0 0,0 0-1 0 0,0 0 1 0 0,0 0 0 0 0,1 0-1 0 0,-1 0 1 0 0,0 0 0 0 0,0 0-1 0 0,0 0 1 0 0,0 0 0 0 0,0 0-1 0 0,0 0 1 0 0,0 0 0 0 0,0 0 0 0 0,0 0-1 0 0,0 0 1 0 0,0 1 0 0 0,1-1-1 0 0,-1 0 1 0 0,0 0 0 0 0,0 0-1 0 0,0 0 1 0 0,0 0 0 0 0,0 0-1 0 0,0 0 1 0 0,0 0 0 0 0,0 1 0 0 0,0-1-1 0 0,0 0 1 0 0,0 0 0 0 0,0 0-1 0 0,0 0 1 0 0,0 0 0 0 0,0 0-1 0 0,0 0 1 0 0,0 0 0 0 0,0 1-1 0 0,0-1 1 0 0,0 0 0 0 0,0 0 0 0 0,0 0-1 0 0,0 0 1 0 0,-1 0 0 0 0,1 0-1 0 0,0 0 1 0 0,0 0 0 0 0,0 0-1 0 0,0 1 1 0 0,0-1 0 0 0,17-2 75 0 0,19-9-90 0 0,-14 0 34 0 0,0 1-1 0 0,43-12 1 0 0,-59 22-122 0 0,1 1 0 0 0,0 0 1 0 0,-1 0-1 0 0,1 0 0 0 0,-1 1 0 0 0,0-1 1 0 0,8 5-1 0 0,-13-6 59 0 0,26 10-872 0 0,42 13-1221 0 0,-19-11-2110 0 0,-26-8 2044 0 0</inkml:trace>
</inkml:ink>
</file>

<file path=ppt/ink/ink4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2:50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131 464 488 0 0,'0'-1'144'0'0,"1"1"-1"0"0,-1 0 1 0 0,0 0 0 0 0,0-1 0 0 0,0 1-1 0 0,1 0 1 0 0,-1-1 0 0 0,0 1 0 0 0,0 0-1 0 0,0-1 1 0 0,0 1 0 0 0,0 0-1 0 0,0-1 1 0 0,0 1 0 0 0,0 0 0 0 0,0-1-1 0 0,0 1 1 0 0,0 0 0 0 0,0-1 0 0 0,0 1-1 0 0,0 0 1 0 0,0-1 0 0 0,0 1-1 0 0,0 0 1 0 0,0-1 0 0 0,0 1 0 0 0,0 0-1 0 0,-1-1 1 0 0,1 1 0 0 0,0 0 0 0 0,0 0-1 0 0,0-1 1 0 0,-1 1 0 0 0,1 0-1 0 0,0-1 1 0 0,-14 1 1157 0 0,-16 13-879 0 0,24-10-285 0 0,-1 2-1 0 0,1-1 1 0 0,0 1-1 0 0,1 0 0 0 0,-1 0 1 0 0,1 0-1 0 0,0 1 1 0 0,0 0-1 0 0,1 0 0 0 0,-1 0 1 0 0,1 0-1 0 0,1 1 1 0 0,-1 0-1 0 0,1-1 1 0 0,1 1-1 0 0,-1 0 0 0 0,1 1 1 0 0,0-1-1 0 0,-1 14 1 0 0,2-20-133 0 0,1 0 1 0 0,0 0 0 0 0,0 0 0 0 0,1 0-1 0 0,-1 0 1 0 0,0 0 0 0 0,0 0 0 0 0,0 0-1 0 0,1 0 1 0 0,-1 0 0 0 0,1 0 0 0 0,-1 0-1 0 0,0 0 1 0 0,1 0 0 0 0,0 0 0 0 0,-1 0-1 0 0,1 0 1 0 0,-1-1 0 0 0,1 1 0 0 0,0 0-1 0 0,0 0 1 0 0,-1-1 0 0 0,1 1 0 0 0,0-1-1 0 0,0 1 1 0 0,0-1 0 0 0,0 1 0 0 0,0-1 0 0 0,0 1-1 0 0,0-1 1 0 0,0 0 0 0 0,0 1 0 0 0,0-1-1 0 0,0 0 1 0 0,0 0 0 0 0,0 0 0 0 0,0 0-1 0 0,0 0 1 0 0,0 0 0 0 0,0 0 0 0 0,0 0-1 0 0,0 0 1 0 0,0 0 0 0 0,0-1 0 0 0,0 1-1 0 0,0 0 1 0 0,1-1 0 0 0,44-19 69 0 0,-30 9-61 0 0,-1-1 0 0 0,0-1 0 0 0,0-1 1 0 0,-1 0-1 0 0,-1-1 0 0 0,0 0 1 0 0,20-34-1 0 0,-13 16 10 0 0,-2-2 0 0 0,0 0 0 0 0,12-41 0 0 0,-10 17 540 0 0,-3-1 0 0 0,14-97-1 0 0,-30 155-152 0 0,-6 7-325 0 0,-4 9-35 0 0,0 1 0 0 0,0 0 1 0 0,2 1-1 0 0,0 0 1 0 0,1 0-1 0 0,0 0 1 0 0,1 1-1 0 0,1 0 1 0 0,1 0-1 0 0,-3 26 1 0 0,4-13-630 0 0,3 54 0 0 0,13 26-3930 0 0,-11-95 1600 0 0,3-2 221 0 0</inkml:trace>
</inkml:ink>
</file>

<file path=ppt/ink/ink4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2:51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135 291 956 0 0,'-5'1'274'0'0,"0"0"0"0"0,0 0 0 0 0,0 0 0 0 0,0 0 0 0 0,0 1 0 0 0,1 0 0 0 0,-1 0 0 0 0,0 0 0 0 0,1 0-1 0 0,0 1 1 0 0,0 0 0 0 0,0 0 0 0 0,0 0 0 0 0,0 0 0 0 0,0 0 0 0 0,1 1 0 0 0,-1 0 0 0 0,1 0 0 0 0,0 0 0 0 0,1 0 0 0 0,-1 0 0 0 0,1 0 0 0 0,-3 7 0 0 0,-2 3 11 0 0,1 1 1 0 0,0-1-1 0 0,1 1 1 0 0,1 0-1 0 0,1 1 1 0 0,-3 18 0 0 0,6-32-36 0 0,0-2-236 0 0,0 0 1 0 0,0 0-1 0 0,-1 1 1 0 0,1-1 0 0 0,0 0-1 0 0,0 1 1 0 0,0-1-1 0 0,0 0 1 0 0,0 0-1 0 0,0 1 1 0 0,0-1 0 0 0,0 0-1 0 0,0 1 1 0 0,0-1-1 0 0,0 0 1 0 0,0 1 0 0 0,0-1-1 0 0,0 0 1 0 0,0 1-1 0 0,1-1 1 0 0,-1 0 0 0 0,0 0-1 0 0,0 1 1 0 0,0-1-1 0 0,0 0 1 0 0,1 0 0 0 0,-1 1-1 0 0,0-1 1 0 0,0 0-1 0 0,0 0 1 0 0,1 1-1 0 0,-1-1 1 0 0,0 0 0 0 0,0 0-1 0 0,1 0 1 0 0,-1 0-1 0 0,0 1 1 0 0,1-1 0 0 0,-1 0-1 0 0,0 0 1 0 0,0 0-1 0 0,1 0 1 0 0,-1 0 0 0 0,0 0-1 0 0,1 0 1 0 0,-1 0-1 0 0,0 0 1 0 0,1 0 0 0 0,-1 0-1 0 0,0 0 1 0 0,1 0-1 0 0,13-10 42 0 0,0-1 1 0 0,0 0-1 0 0,-1-1 0 0 0,0 0 0 0 0,-1-1 0 0 0,-1 0 1 0 0,0-1-1 0 0,-1 0 0 0 0,0-1 0 0 0,-1 0 0 0 0,8-19 0 0 0,4-12 23 0 0,-2-1 0 0 0,23-84-1 0 0,-41 126-68 0 0,0 0 0 0 0,0-1-1 0 0,0 1 1 0 0,-1 0 0 0 0,0-1-1 0 0,0 1 1 0 0,0 0 0 0 0,-1-1-1 0 0,1 1 1 0 0,-1 0 0 0 0,-1 0-1 0 0,1-1 1 0 0,-3-5 0 0 0,3 9-10 0 0,1 1 1 0 0,-1 0-1 0 0,1 0 0 0 0,-1 0 1 0 0,0 0-1 0 0,1 0 1 0 0,-1 0-1 0 0,0 0 1 0 0,0 0-1 0 0,0 0 1 0 0,0 0-1 0 0,0 1 0 0 0,0-1 1 0 0,0 0-1 0 0,0 0 1 0 0,0 1-1 0 0,0-1 1 0 0,0 1-1 0 0,0-1 1 0 0,0 1-1 0 0,-1-1 0 0 0,1 1 1 0 0,0 0-1 0 0,0 0 1 0 0,-1 0-1 0 0,1-1 1 0 0,0 1-1 0 0,0 0 1 0 0,0 0-1 0 0,-1 1 0 0 0,1-1 1 0 0,0 0-1 0 0,0 0 1 0 0,-1 1-1 0 0,1-1 1 0 0,0 0-1 0 0,0 1 0 0 0,0-1 1 0 0,0 1-1 0 0,-2 1 1 0 0,-1 0-2 0 0,1 0 1 0 0,-1 1-1 0 0,0-1 0 0 0,1 1 1 0 0,0 0-1 0 0,-1 0 1 0 0,-3 6-1 0 0,5-6 4 0 0,0 1-1 0 0,0 0 0 0 0,0 0 1 0 0,1 0-1 0 0,-1 0 1 0 0,1 0-1 0 0,0 0 1 0 0,0 0-1 0 0,1 0 1 0 0,-1 0-1 0 0,1 0 1 0 0,0 1-1 0 0,0-1 1 0 0,0 0-1 0 0,0 0 1 0 0,1 0-1 0 0,0 1 0 0 0,0-1 1 0 0,0 0-1 0 0,0 0 1 0 0,1 0-1 0 0,0 0 1 0 0,-1-1-1 0 0,1 1 1 0 0,1 0-1 0 0,-1-1 1 0 0,0 1-1 0 0,5 3 1 0 0,9 12 11 0 0,1 0 1 0 0,0-1 0 0 0,34 27 0 0 0,-19-19-15 0 0,-23-18-6 0 0,0 0-1 0 0,-1 1 1 0 0,0 0 0 0 0,0 0 0 0 0,-1 1 0 0 0,0 0-1 0 0,-1 0 1 0 0,6 12 0 0 0,-10-17 4 0 0,0 0 1 0 0,-1 0-1 0 0,0 0 0 0 0,0 0 1 0 0,0 0-1 0 0,-1 1 0 0 0,1-1 1 0 0,-1 0-1 0 0,-1 0 1 0 0,1 0-1 0 0,-1 0 0 0 0,0 0 1 0 0,0 0-1 0 0,0 1 0 0 0,-1-2 1 0 0,1 1-1 0 0,-1 0 0 0 0,0 0 1 0 0,-1-1-1 0 0,1 1 0 0 0,-5 5 1 0 0,-23 27-240 0 0,6-8-2952 0 0</inkml:trace>
</inkml:ink>
</file>

<file path=ppt/ink/ink4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2:51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69 276 0 0,'0'0'1188'0'0,"4"-13"-92"0"0,0 6 892 0 0,2-9-1132 0 0,-3 11 549 0 0,4-7-905 0 0,-3 6-28 0 0,8 1-516 0 0,3 1-796 0 0,0 5-2709 0 0</inkml:trace>
</inkml:ink>
</file>

<file path=ppt/ink/ink4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2:52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6 132 0 0,'0'0'869'0'0,"-10"-5"5574"0"0,-9 40-5845 0 0,2 0 1 0 0,1 2-1 0 0,-10 38 1 0 0,3-12-111 0 0,6-17-155 0 0,-59 175 870 0 0,67-191-1032 0 0,2 0 0 0 0,2 0-1 0 0,1 1 1 0 0,1-1-1 0 0,1 46 1 0 0,2-72-157 0 0,1-1 0 0 0,-1 1 0 0 0,0 0 1 0 0,1 0-1 0 0,0 0 0 0 0,0-1 0 0 0,0 1 0 0 0,0-1 0 0 0,1 1 1 0 0,-1-1-1 0 0,4 6 0 0 0,-4-8-7 0 0,0 0-1 0 0,1 0 1 0 0,-1 0-1 0 0,0 0 1 0 0,1 0-1 0 0,-1 0 1 0 0,1 0-1 0 0,-1-1 1 0 0,1 1-1 0 0,-1 0 1 0 0,1-1-1 0 0,-1 1 1 0 0,1-1-1 0 0,-1 0 1 0 0,1 1-1 0 0,0-1 1 0 0,-1 0-1 0 0,1 0 1 0 0,0 0-1 0 0,-1 0 1 0 0,1 0-1 0 0,0-1 1 0 0,-1 1-1 0 0,1 0 1 0 0,-1-1-1 0 0,4-1 1 0 0,3 0 282 0 0,1-1-1 0 0,-1-1 1 0 0,0 0 0 0 0,0 0-1 0 0,0 0 1 0 0,11-9 0 0 0,-9 6 603 0 0,-9 6-597 0 0,7 12-6098 0 0,-7-4 1523 0 0</inkml:trace>
  <inkml:trace contextRef="#ctx0" brushRef="#br0" timeOffset="1">259 612 1096 0 0,'0'0'1232'0'0,"2"-11"1056"0"0,1-1 381 0 0,-2-1-1581 0 0,5 46-7921 0 0</inkml:trace>
</inkml:ink>
</file>

<file path=ppt/ink/ink4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2:52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4 372 0 0,'0'0'1020'0'0,"-4"-2"-61"0"0,2 2-810 0 0,0-1 1 0 0,0 1-1 0 0,0 0 0 0 0,0-1 1 0 0,0 1-1 0 0,0 0 0 0 0,0 0 1 0 0,0 1-1 0 0,0-1 1 0 0,-1 0-1 0 0,1 1 0 0 0,0-1 1 0 0,0 1-1 0 0,0 0 0 0 0,0 0 1 0 0,0 0-1 0 0,1 0 0 0 0,-1 0 1 0 0,0 0-1 0 0,0 0 1 0 0,1 0-1 0 0,-1 1 0 0 0,0-1 1 0 0,1 1-1 0 0,0-1 0 0 0,-1 1 1 0 0,1 0-1 0 0,0-1 1 0 0,0 1-1 0 0,0 0 0 0 0,0 0 1 0 0,0 0-1 0 0,-1 3 0 0 0,-2 5 229 0 0,0 1-1 0 0,0 0 1 0 0,2 0-1 0 0,-1-1 1 0 0,0 17 0 0 0,-2 4 178 0 0,4-29-150 0 0,1-2-368 0 0,0 0 0 0 0,0 1 0 0 0,0-1 0 0 0,0 0 0 0 0,0 0 0 0 0,0 1 0 0 0,-1-1 0 0 0,1 0 0 0 0,0 0-1 0 0,0 1 1 0 0,0-1 0 0 0,0 0 0 0 0,0 1 0 0 0,1-1 0 0 0,-1 0 0 0 0,0 0 0 0 0,0 1 0 0 0,0-1 0 0 0,0 0 0 0 0,0 0 0 0 0,0 1 0 0 0,0-1 0 0 0,0 0 0 0 0,1 0 0 0 0,-1 1 0 0 0,0-1 0 0 0,0 0 0 0 0,0 0 0 0 0,0 0-1 0 0,1 1 1 0 0,-1-1 0 0 0,0 0 0 0 0,0 0 0 0 0,1 0 0 0 0,-1 0 0 0 0,0 0 0 0 0,0 0 0 0 0,1 1 0 0 0,-1-1 0 0 0,0 0 0 0 0,0 0 0 0 0,1 0 0 0 0,-1 0 0 0 0,0 0 0 0 0,0 0 0 0 0,1 0 0 0 0,-1 0 0 0 0,0 0 0 0 0,1 0-1 0 0,8-6 40 0 0,-1-1 0 0 0,1 0 0 0 0,-2 0-1 0 0,1-1 1 0 0,-1 0 0 0 0,0 0 0 0 0,0 0-1 0 0,7-14 1 0 0,-14 21-571 0 0,6-4-1595 0 0</inkml:trace>
</inkml:ink>
</file>

<file path=ppt/ink/ink4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2:53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0 365 684 0 0,'0'0'4867'0'0,"13"30"-1238"0"0,-6 28-7 0 0,38-70-2917 0 0,-36 7-821 0 0,0 0 1 0 0,0 1 0 0 0,1 0 0 0 0,-1 0 0 0 0,1 1 0 0 0,0 1-1 0 0,0 0 1 0 0,0 0 0 0 0,0 1 0 0 0,0 0 0 0 0,0 1-1 0 0,0 0 1 0 0,1 0 0 0 0,-1 1 0 0 0,0 1 0 0 0,0-1 0 0 0,0 2-1 0 0,0-1 1 0 0,18 9 0 0 0,-4-3-58 0 0,0-1 1 0 0,1-1-1 0 0,0-1 0 0 0,0-1 0 0 0,0-2 0 0 0,0 0 1 0 0,1-1-1 0 0,37-5 0 0 0,-60 4 312 0 0,0-1 0 0 0,1 1-1 0 0,-1-1 1 0 0,0 1 0 0 0,0-1-1 0 0,0 0 1 0 0,0 0 0 0 0,0-1-1 0 0,0 1 1 0 0,0-1 0 0 0,-1 1-1 0 0,1-1 1 0 0,0 0 0 0 0,-1 0-1 0 0,1 0 1 0 0,-1 0 0 0 0,3-3-1 0 0,-4 3 350 0 0,-1 2-409 0 0,1-1-1 0 0,-1 1 0 0 0,1-1 1 0 0,-1 1-1 0 0,0-1 0 0 0,1 1 1 0 0,-1-1-1 0 0,0 1 0 0 0,1-1 1 0 0,-1 1-1 0 0,0-1 0 0 0,0 1 1 0 0,1-1-1 0 0,-1 0 0 0 0,0 1 1 0 0,0-1-1 0 0,0 1 0 0 0,0-1 1 0 0,0 0-1 0 0,0 1 0 0 0,0-1 0 0 0,0 0 1 0 0,0 1-1 0 0,0-1 0 0 0,0 1 1 0 0,-1-1-1 0 0,1 0 0 0 0,-3 0-82 0 0,0 1-1 0 0,0 0 0 0 0,1 0 0 0 0,-1 0 1 0 0,0 0-1 0 0,0 1 0 0 0,0-1 0 0 0,1 1 1 0 0,-6 2-1 0 0,5-2-6 0 0,-11 23-104 0 0,14-14 100 0 0,1-8 6 0 0,-1-1-1 0 0,0 1 1 0 0,1-1 0 0 0,0 0-1 0 0,-1 1 1 0 0,1-1-1 0 0,0 0 1 0 0,0 1-1 0 0,-1-1 1 0 0,1 0-1 0 0,0 0 1 0 0,0 0-1 0 0,0 0 1 0 0,1 0-1 0 0,-1 0 1 0 0,0 0 0 0 0,0 0-1 0 0,0 0 1 0 0,1 0-1 0 0,-1-1 1 0 0,0 1-1 0 0,1 0 1 0 0,-1-1-1 0 0,1 0 1 0 0,-1 1-1 0 0,1-1 1 0 0,-1 0-1 0 0,3 1 1 0 0,45 4-272 0 0,-46-5 256 0 0,14 0-28 0 0,-1 0 0 0 0,1-2 0 0 0,0 0 1 0 0,-1-1-1 0 0,0-1 0 0 0,0 0 0 0 0,0-1 1 0 0,0-1-1 0 0,-1-1 0 0 0,1 0 1 0 0,-2 0-1 0 0,1-2 0 0 0,-1 0 0 0 0,-1-1 1 0 0,16-13-1 0 0,-9 5 150 0 0,-1-1 0 0 0,-1 0 1 0 0,0-2-1 0 0,-2 0 0 0 0,0 0 0 0 0,-2-2 1 0 0,0 0-1 0 0,19-45 0 0 0,-26 45 722 0 0,0 0 0 0 0,-1-1 0 0 0,4-40-1 0 0,-7 45 321 0 0,-3 17-247 0 0,-3 7-715 0 0,-7 11-64 0 0,1 1 1 0 0,0 0-1 0 0,1 0 0 0 0,2 1 1 0 0,-1 0-1 0 0,2 0 0 0 0,0 1 0 0 0,-1 19 1 0 0,-1 17-443 0 0,1 89 0 0 0,2-93-2008 0 0,-4-27-1135 0 0,-6-7-4347 0 0</inkml:trace>
</inkml:ink>
</file>

<file path=ppt/ink/ink4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2:53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61 680 0 0,'-20'-5'1792'0'0,"6"2"-244"0"0,2 0-220 0 0,5-1 2805 0 0,27-15-3421 0 0,9 12-196 0 0,11 4-268 0 0,9-1-320 0 0,6 4-376 0 0,28-4-444 0 0,-2 3-700 0 0,6-3-1725 0 0,0 1 761 0 0</inkml:trace>
</inkml:ink>
</file>

<file path=ppt/ink/ink4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2:54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1 860 0 0,'-4'1'11154'0'0,"-1"23"-7280"0"0,-5 52-5123 0 0,6-44 2587 0 0,-10 57-4181 0 0,14-88 2011 0 0</inkml:trace>
</inkml:ink>
</file>

<file path=ppt/ink/ink4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2:54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62 736 0 0,'12'-38'6232'0'0,"-12"36"-6074"0"0,0 1 1 0 0,1-1-1 0 0,-1 1 1 0 0,1-1-1 0 0,0 1 1 0 0,-1-1-1 0 0,1 1 1 0 0,0-1-1 0 0,0 1 1 0 0,0-1-1 0 0,0 1 1 0 0,0 0-1 0 0,0 0 1 0 0,0 0-1 0 0,2-2 1 0 0,-2 4-283 0 0,0-1 1 0 0,0 1-1 0 0,0 0 0 0 0,0-1 1 0 0,0 1-1 0 0,0 0 0 0 0,0 0 1 0 0,-1 0-1 0 0,1 0 0 0 0,0-1 1 0 0,0 1-1 0 0,-1 0 0 0 0,1 0 1 0 0,-1 0-1 0 0,1 1 0 0 0,-1-1 1 0 0,1 0-1 0 0,-1 0 0 0 0,0 0 1 0 0,1 0-1 0 0,-1 0 0 0 0,0 0 1 0 0,0 1-1 0 0,0-1 0 0 0,0 1 1 0 0,1 6-2260 0 0</inkml:trace>
</inkml:ink>
</file>

<file path=ppt/ink/ink4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2:55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14 559 92 0 0,'-12'60'7125'0'0,"10"-45"-3644"0"0,8-18-3227 0 0,8-6-113 0 0,-8 4-101 0 0,-1 1 0 0 0,1 1 0 0 0,0-1 1 0 0,0 1-1 0 0,0 0 0 0 0,1 0 0 0 0,-1 0 1 0 0,1 1-1 0 0,0 0 0 0 0,-1 0 0 0 0,1 1 1 0 0,0 0-1 0 0,0 0 0 0 0,11 1 0 0 0,98 28-1438 0 0,-95-21 1036 0 0,1-1 1 0 0,-1-1-1 0 0,1 0 1 0 0,0-2 0 0 0,0 0-1 0 0,0-2 1 0 0,0 0 0 0 0,0-2-1 0 0,33-4 1 0 0,-41 2 243 0 0,0-1 1 0 0,0 0-1 0 0,-1-2 0 0 0,1 1 0 0 0,-1-1 1 0 0,0-1-1 0 0,-1-1 0 0 0,0 0 1 0 0,0 0-1 0 0,0-1 0 0 0,-1 0 1 0 0,14-17-1 0 0,-13 12 149 0 0,-1 0 0 0 0,-1-1 0 0 0,0 0 1 0 0,-1-1-1 0 0,-1 1 0 0 0,-1-2 0 0 0,0 1 0 0 0,-1-1 1 0 0,8-32-1 0 0,-8 16 503 0 0,-1 0 0 0 0,-1 0 0 0 0,-2 0 1 0 0,-1-1-1 0 0,-1 1 0 0 0,-2 0 0 0 0,-10-53 1 0 0,12 85-432 0 0,0 0 0 0 0,0-1 0 0 0,0 1 0 0 0,-1 0 0 0 0,1 0 0 0 0,0-1 0 0 0,0 1 0 0 0,-1 0 0 0 0,1 0 0 0 0,0-1 1 0 0,-1 1-1 0 0,0 0 0 0 0,1 0 0 0 0,-1 0 0 0 0,0 0 0 0 0,1-1 0 0 0,-1 1 0 0 0,0 0 0 0 0,0 0 0 0 0,0 1 0 0 0,0-1 0 0 0,0 0 1 0 0,-2-1-1 0 0,2 2-77 0 0,0 1 1 0 0,0-1 0 0 0,0 1 0 0 0,0-1-1 0 0,0 1 1 0 0,0 0 0 0 0,0 0 0 0 0,0-1 0 0 0,0 1-1 0 0,0 0 1 0 0,0 0 0 0 0,0 0 0 0 0,1 0-1 0 0,-1 0 1 0 0,0 0 0 0 0,1 0 0 0 0,-1 0 0 0 0,1 0-1 0 0,-1 2 1 0 0,-27 70 44 0 0,-19 124 445 0 0,-30 267 0 0 0,54-308-299 0 0,17-107-215 0 0,-16 81 269 0 0,18-114-366 0 0,0-1 0 0 0,-1 1 0 0 0,-1-1 1 0 0,-1 0-1 0 0,-15 26 0 0 0,21-39 1 0 0,0 0 0 0 0,0 0 0 0 0,0 0 1 0 0,0-1-1 0 0,-1 1 0 0 0,1-1 1 0 0,0 1-1 0 0,-1-1 0 0 0,1 1 1 0 0,-1-1-1 0 0,0 0 0 0 0,1 0 0 0 0,-1 1 1 0 0,0-1-1 0 0,0-1 0 0 0,0 1 1 0 0,0 0-1 0 0,0 0 0 0 0,0-1 0 0 0,0 1 1 0 0,0-1-1 0 0,0 1 0 0 0,0-1 1 0 0,0 0-1 0 0,0 0 0 0 0,-3 0 1 0 0,1-1-406 0 0,0-1 0 0 0,0 1 0 0 0,1-1 0 0 0,-1 0 0 0 0,1 1 0 0 0,-1-2 0 0 0,1 1 0 0 0,0 0 0 0 0,0-1 0 0 0,0 1 0 0 0,0-1 0 0 0,-4-5 0 0 0,-8-9-2177 0 0</inkml:trace>
</inkml:ink>
</file>

<file path=ppt/ink/ink4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2:55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0 165 712 0 0,'145'-52'4617'0'0,"32"-10"-2202"0"0,-133 50-1115 0 0,55-25 1 0 0,-97 36-845 0 0,-7 4-417 0 0,-1 1 0 0 0,1 0-1 0 0,-1 0 1 0 0,1 1 0 0 0,1-1 0 0 0,-1 1 0 0 0,1 0-1 0 0,0 0 1 0 0,-4 6 0 0 0,1-8 5160 0 0,7-22-5441 0 0,0 15-2967 0 0</inkml:trace>
</inkml:ink>
</file>

<file path=ppt/ink/ink4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2:55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17 528 0 0,'4'-2'455'0'0,"0"0"-1"0"0,0 1 1 0 0,0-1 0 0 0,0 1-1 0 0,1 0 1 0 0,-1 0 0 0 0,0 0-1 0 0,1 1 1 0 0,-1 0 0 0 0,0 0-1 0 0,1 0 1 0 0,-1 0 0 0 0,9 2-1 0 0,-8 0-240 0 0,1-1-1 0 0,-1 2 1 0 0,0-1-1 0 0,0 1 0 0 0,0-1 1 0 0,0 1-1 0 0,0 1 1 0 0,0-1-1 0 0,-1 1 1 0 0,0-1-1 0 0,0 1 1 0 0,0 1-1 0 0,0-1 0 0 0,-1 1 1 0 0,6 8-1 0 0,-8-11-67 0 0,3-12-813 0 0,7-18-1225 0 0,1 7-2127 0 0,-3 9 1835 0 0</inkml:trace>
</inkml:ink>
</file>

<file path=ppt/ink/ink4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2:56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1 552 0 0,'35'1'6033'0'0,"-33"1"-5912"0"0,0 0 0 0 0,-1 0 0 0 0,1 0-1 0 0,-1 0 1 0 0,0 1 0 0 0,1-1 0 0 0,-1 0 0 0 0,0 1 0 0 0,0-1-1 0 0,-1 1 1 0 0,1-1 0 0 0,-1 1 0 0 0,1 0 0 0 0,-1-1-1 0 0,0 1 1 0 0,0-1 0 0 0,0 6 0 0 0,-16 39 532 0 0,6-23-216 0 0,9-23 69 0 0,2-3-506 0 0,0 0 1 0 0,0 0-1 0 0,0 1 1 0 0,1-1-1 0 0,-1 0 1 0 0,0 1-1 0 0,1-1 1 0 0,-1 1-1 0 0,1-1 1 0 0,-1 1-1 0 0,4-2 1 0 0,-3 1 0 0 0,6-5-4 0 0,1-1 0 0 0,0 2 0 0 0,1-1 1 0 0,0 1-1 0 0,0 1 0 0 0,0 0 0 0 0,17-6 0 0 0,-9 3-29 0 0,-17 8 6 0 0,23 8-73 0 0,-22-5 93 0 0,-1 0-1 0 0,0 1 1 0 0,0-1 0 0 0,0 0-1 0 0,0 1 1 0 0,0-1 0 0 0,-1 1 0 0 0,0-1-1 0 0,0 5 1 0 0,2 5-14 0 0,-2-12 36 0 0,5 1 18 0 0,1-1 0 0 0,0 0 0 0 0,-1 0 0 0 0,1 0 0 0 0,0-1 0 0 0,0 0 0 0 0,0 0 0 0 0,-1 0 0 0 0,1-1 0 0 0,0 0 0 0 0,-1 0 0 0 0,1-1 0 0 0,0 1 0 0 0,-1-1 0 0 0,0 0 0 0 0,9-5 0 0 0,-5 4 131 0 0,0-1 1 0 0,0 1-1 0 0,0 1 1 0 0,1 0-1 0 0,17-2 1 0 0,-10 28-2816 0 0,-14-16 1656 0 0</inkml:trace>
</inkml:ink>
</file>

<file path=ppt/ink/ink4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2:56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122 560 788 0 0,'0'0'978'0'0,"-7"-13"3981"0"0,2 13-4733 0 0,0 0 1 0 0,1 0 0 0 0,-1 1 0 0 0,1-1-1 0 0,-1 1 1 0 0,1 0 0 0 0,-1 1 0 0 0,1-1 0 0 0,0 1-1 0 0,-1 0 1 0 0,-5 4 0 0 0,1-2 100 0 0,0 2 0 0 0,1-1 0 0 0,-1 1 0 0 0,-9 9 0 0 0,17-13-215 0 0,1-2-100 0 0,0 1-1 0 0,0 0 1 0 0,0-1-1 0 0,0 1 1 0 0,0-1 0 0 0,0 1-1 0 0,0 0 1 0 0,0-1-1 0 0,0 1 1 0 0,0-1 0 0 0,0 1-1 0 0,1 0 1 0 0,-1-1-1 0 0,0 1 1 0 0,0-1 0 0 0,1 1-1 0 0,-1-1 1 0 0,0 1-1 0 0,1-1 1 0 0,-1 1 0 0 0,1-1-1 0 0,-1 1 1 0 0,0-1-1 0 0,1 0 1 0 0,-1 1 0 0 0,1-1-1 0 0,-1 0 1 0 0,1 1-1 0 0,-1-1 1 0 0,1 0-1 0 0,0 1 1 0 0,-1-1 0 0 0,1 0-1 0 0,-1 0 1 0 0,1 0-1 0 0,-1 0 1 0 0,1 0 0 0 0,0 0-1 0 0,-1 1 1 0 0,1-1-1 0 0,0 0 1 0 0,-1-1 0 0 0,1 1-1 0 0,-1 0 1 0 0,2 0-1 0 0,56-10-87 0 0,1-3-1 0 0,-2-3 0 0 0,0-2 0 0 0,74-34 0 0 0,-111 43 191 0 0,-1-1 1 0 0,0-2-1 0 0,0 0 0 0 0,-1 0 1 0 0,-1-2-1 0 0,0 0 0 0 0,0-1 1 0 0,-2-1-1 0 0,0-1 0 0 0,-1 0 1 0 0,-1 0-1 0 0,0-1 0 0 0,-1-1 1 0 0,-2 0-1 0 0,10-22 0 0 0,-12 22 137 0 0,0 0-1 0 0,-1 0 1 0 0,-2 0-1 0 0,0-1 1 0 0,-1 0-1 0 0,-1 0 1 0 0,0 0-1 0 0,-2-1 1 0 0,-1-32-1 0 0,-1 50-136 0 0,1 2-107 0 0,0 1-1 0 0,0-1 1 0 0,0 1-1 0 0,0-1 1 0 0,0 1-1 0 0,0-1 1 0 0,-1 1 0 0 0,1-1-1 0 0,0 0 1 0 0,0 1-1 0 0,-1-1 1 0 0,1 1-1 0 0,-1 0 1 0 0,1-1 0 0 0,0 1-1 0 0,-1-1 1 0 0,1 1-1 0 0,-1-1 1 0 0,1 1-1 0 0,-1 0 1 0 0,1-1 0 0 0,-1 1-1 0 0,1 0 1 0 0,-1 0-1 0 0,1-1 1 0 0,-1 1-1 0 0,1 0 1 0 0,-1 0-1 0 0,1 0 1 0 0,-1 0 0 0 0,0 0-1 0 0,1 0 1 0 0,-1 0-1 0 0,1 0 1 0 0,-1 0-1 0 0,1 0 1 0 0,-1 0 0 0 0,0 0-1 0 0,1 0 1 0 0,-1 0-1 0 0,1 0 1 0 0,-1 1-1 0 0,1-1 1 0 0,-1 0-1 0 0,1 0 1 0 0,-1 1 0 0 0,1-1-1 0 0,-1 0 1 0 0,1 1-1 0 0,-1 0 1 0 0,-23 11 64 0 0,16-6-57 0 0,0 1 0 0 0,0 1-1 0 0,1-1 1 0 0,0 1 0 0 0,1 1-1 0 0,-1-1 1 0 0,1 1 0 0 0,1 0-1 0 0,0 0 1 0 0,-7 19 0 0 0,2-2-4 0 0,1 1 1 0 0,-8 47 0 0 0,13-52-5 0 0,2 1 0 0 0,0 0 0 0 0,1 0 0 0 0,5 42 0 0 0,-3-54 12 0 0,1 0-1 0 0,0 0 1 0 0,0 0-1 0 0,1 0 1 0 0,1 0 0 0 0,0-1-1 0 0,0 0 1 0 0,1 1-1 0 0,0-1 1 0 0,1-1 0 0 0,12 17-1 0 0,-15-24 13 0 0,-1 0 0 0 0,0 0 0 0 0,1 0 1 0 0,-1 0-1 0 0,1 0 0 0 0,0-1 0 0 0,-1 1 0 0 0,1-1 0 0 0,0 0 0 0 0,0 0 0 0 0,0 0 0 0 0,0 0 0 0 0,0 0 1 0 0,0-1-1 0 0,0 1 0 0 0,0-1 0 0 0,0 0 0 0 0,0 0 0 0 0,0 0 0 0 0,0 0 0 0 0,6-2 0 0 0,-4 1-85 0 0,0 0 0 0 0,0-1 0 0 0,-1 1 1 0 0,1-1-1 0 0,0 0 0 0 0,-1-1 0 0 0,1 1 0 0 0,-1-1 0 0 0,0 0 0 0 0,0 0 0 0 0,0 0 0 0 0,4-5 0 0 0,-6 7-602 0 0,-2-9-811 0 0</inkml:trace>
</inkml:ink>
</file>

<file path=ppt/ink/ink4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2:57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43 356 0 0,'0'0'2567'0'0,"1"-10"-509"0"0,0 4 1921 0 0,-1-14-2153 0 0,1 14-7154 0 0</inkml:trace>
</inkml:ink>
</file>

<file path=ppt/ink/ink4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2:57.6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9 176 0 0,'0'0'5317'0'0,"-24"-9"585"0"0,16 12-5729 0 0,0 0 1 0 0,1 0-1 0 0,0 1 0 0 0,0 0 1 0 0,0 1-1 0 0,0-1 0 0 0,1 1 1 0 0,0 0-1 0 0,0 1 1 0 0,0 0-1 0 0,0 0 0 0 0,-6 9 1 0 0,12-15-177 0 0,0 0 1 0 0,-1 1-1 0 0,1-1 1 0 0,0 0-1 0 0,-1 1 1 0 0,1-1-1 0 0,0 1 1 0 0,0-1-1 0 0,-1 1 1 0 0,1-1-1 0 0,0 0 1 0 0,0 1-1 0 0,0-1 1 0 0,0 1-1 0 0,0-1 1 0 0,0 1-1 0 0,-1-1 1 0 0,1 1-1 0 0,0-1 1 0 0,0 1-1 0 0,0-1 1 0 0,1 1-1 0 0,-1-1 1 0 0,0 1-1 0 0,0-1 1 0 0,0 1-1 0 0,0-1 1 0 0,0 0 0 0 0,1 1-1 0 0,-1-1 1 0 0,0 1-1 0 0,0-1 1 0 0,0 1-1 0 0,1-1 1 0 0,-1 0-1 0 0,0 1 1 0 0,1-1-1 0 0,-1 0 1 0 0,0 1-1 0 0,1-1 1 0 0,0 1-1 0 0,26 3-116 0 0,27-12-95 0 0,-25 2 88 0 0,-12 1 86 0 0,0 2 1 0 0,0 0 0 0 0,20 0-1 0 0,-35 3 58 0 0,48 12 1357 0 0,-36-11-1011 0 0,16 1-1637 0 0,-20 0-6190 0 0</inkml:trace>
</inkml:ink>
</file>

<file path=ppt/ink/ink4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2:57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70 672 0 0,'-3'-15'5163'0'0,"5"-16"673"0"0,-1 26-4451 0 0,-1 2-344 0 0,6-12 1456 0 0</inkml:trace>
</inkml:ink>
</file>

<file path=ppt/ink/ink4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3:01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11 739 1208 0 0,'-10'-11'5213'0'0,"13"18"-383"0"0,10 4-1870 0 0,-13-11-2976 0 0,1 1 1 0 0,0-1-1 0 0,-1 0 1 0 0,1 0-1 0 0,0 0 1 0 0,-1 0-1 0 0,1 1 1 0 0,0-1-1 0 0,-1 0 1 0 0,1 0-1 0 0,0 0 1 0 0,-1 0 0 0 0,1-1-1 0 0,-1 1 1 0 0,1 0-1 0 0,0 0 1 0 0,-1 0-1 0 0,1 0 1 0 0,0-1-1 0 0,-1 1 1 0 0,1 0-1 0 0,-1-1 1 0 0,1 1 0 0 0,-1 0-1 0 0,2-2 1 0 0,10-11 101 0 0,0 0 1 0 0,0-1-1 0 0,-1-1 1 0 0,-1 0-1 0 0,-1 0 1 0 0,0-1-1 0 0,-1 0 1 0 0,0-1-1 0 0,-2 0 1 0 0,9-34-1 0 0,2-17-207 0 0,10-101 0 0 0,-24 139-87 0 0,-1-1 1 0 0,-2 0-1 0 0,0 0 1 0 0,-3 0-1 0 0,-9-48 1 0 0,10 70 101 0 0,0 0 0 0 0,-1 1 1 0 0,0 0-1 0 0,0-1 0 0 0,-1 1 1 0 0,-7-11-1 0 0,10 18 35 0 0,-1 2-75 0 0,0-1 138 0 0,0 1 0 0 0,0 0 0 0 0,0 0-1 0 0,0 0 1 0 0,0 0 0 0 0,0 0 0 0 0,0 0 0 0 0,1 1-1 0 0,-1-1 1 0 0,0 1 0 0 0,1-1 0 0 0,-1 1 0 0 0,1-1-1 0 0,0 1 1 0 0,-1 0 0 0 0,1 0 0 0 0,0 0 0 0 0,0 0-1 0 0,0 0 1 0 0,0 0 0 0 0,0 0 0 0 0,1 0-1 0 0,-1 0 1 0 0,0 2 0 0 0,-12 57-119 0 0,9-26 121 0 0,1-1 0 0 0,2 1 0 0 0,2 0 0 0 0,9 62 0 0 0,-6-73 16 0 0,1-1 0 0 0,1 1 1 0 0,1-1-1 0 0,1-1 0 0 0,1 1 1 0 0,1-1-1 0 0,23 37 0 0 0,-24-46 0 0 0,1-1-1 0 0,1 0 1 0 0,0 0-1 0 0,20 16 0 0 0,-24-22 3 0 0,0-1-1 0 0,0 0 1 0 0,1 0-1 0 0,0-1 1 0 0,0 0-1 0 0,0 0 0 0 0,0-1 1 0 0,1 0-1 0 0,13 3 1 0 0,-19-6-3 0 0,0 0 0 0 0,0 0 0 0 0,0 0 0 0 0,0-1 1 0 0,0 0-1 0 0,0 0 0 0 0,0 1 0 0 0,0-2 0 0 0,0 1 1 0 0,0 0-1 0 0,0 0 0 0 0,-1-1 0 0 0,1 0 0 0 0,-1 0 0 0 0,1 1 1 0 0,-1-1-1 0 0,4-4 0 0 0,-2 3 140 0 0,-1-1 0 0 0,1 0 0 0 0,-1 1 1 0 0,0-1-1 0 0,0 0 0 0 0,-1 0 0 0 0,1-1 0 0 0,-1 1 0 0 0,3-7 1 0 0,-5 9 152 0 0,8-12 625 0 0,-2 13-3607 0 0,-4 2 2029 0 0,8 5 772 0 0,-5 3-6348 0 0,-2 2 3048 0 0</inkml:trace>
</inkml:ink>
</file>

<file path=ppt/ink/ink4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3:01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84 540 0 0,'0'-2'529'0'0,"-3"-4"546"0"0,1-1 0 0 0,1 1 1 0 0,-1-1-1 0 0,1 1 0 0 0,0-1 1 0 0,0 0-1 0 0,1 1 1 0 0,0-13-1 0 0,1 18-1226 0 0,0 0 1 0 0,0 0-1 0 0,1 1 0 0 0,-1-1 1 0 0,0 0-1 0 0,0 0 1 0 0,0 0-1 0 0,0 1 0 0 0,1-1 1 0 0,-1 0-1 0 0,0 1 0 0 0,1 0 1 0 0,-1-1-1 0 0,1 1 1 0 0,-1 0-1 0 0,0-1 0 0 0,1 1 1 0 0,-1 0-1 0 0,1 0 0 0 0,-1 0 1 0 0,0 0-1 0 0,1 1 0 0 0,1-1 1 0 0,-3 0-327 0 0</inkml:trace>
</inkml:ink>
</file>

<file path=ppt/ink/ink4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3:01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11 1240 0 0,'0'0'3275'0'0,"1"-8"-2144"0"0,0 5-630 0 0,0 8 2523 0 0,3 22-2581 0 0,-2 0 0 0 0,-1 0 0 0 0,-1 1 0 0 0,-1-1 1 0 0,-6 33-1 0 0,3-20 133 0 0,0 72 1 0 0,5-93-339 0 0,-2-1 0 0 0,-4 36 0 0 0,4-52-72 0 0,3 0-52 0 0,-2-1-110 0 0,0-1 0 0 0,0 0 0 0 0,0 0 0 0 0,0 0 0 0 0,0 0 1 0 0,0 1-1 0 0,0-1 0 0 0,0 0 0 0 0,0 0 0 0 0,0 0 0 0 0,0 0 0 0 0,0 1 0 0 0,0-1 0 0 0,0 0 0 0 0,0 0 0 0 0,0 0 0 0 0,0 0 1 0 0,0 0-1 0 0,0 1 0 0 0,1-1 0 0 0,-1 0 0 0 0,0 0 0 0 0,0 0 0 0 0,0 0 0 0 0,0 0 0 0 0,0 0 0 0 0,0 0 0 0 0,1 0 1 0 0,-1 1-1 0 0,0-1 0 0 0,0 0 0 0 0,0 0 0 0 0,0 0 0 0 0,1 0 0 0 0,-1 0 0 0 0,0 0 0 0 0,0 0 0 0 0,0 0 0 0 0,0 0 0 0 0,0 0 1 0 0,1 0-1 0 0,-1 0 0 0 0,0 0 0 0 0,0 0 0 0 0,0 0 0 0 0,0 0 0 0 0,1 0 0 0 0,-1 0 0 0 0,0 0 0 0 0,0-1 0 0 0,0 1 0 0 0,0 0 1 0 0,0 0-1 0 0,1 0 0 0 0,-1 0 0 0 0,0 0 0 0 0,0 0 0 0 0,28-25 63 0 0,40-45 1 0 0,-9 8-36 0 0,-25 31-133 0 0,-32 30 79 0 0,-13 30-103 0 0,9-27 120 0 0,1 0 0 0 0,-1 1 0 0 0,1-1 0 0 0,0 0 0 0 0,0 1 0 0 0,0-1 0 0 0,0 1 0 0 0,1-1 0 0 0,-1 1 0 0 0,1 0 0 0 0,-1-1 0 0 0,1 1 0 0 0,0 0 0 0 0,0-1 0 0 0,0 1 0 0 0,0-1 0 0 0,1 6 0 0 0,0-5-6 0 0,1 0 0 0 0,-1 0 0 0 0,1-1 1 0 0,-1 1-1 0 0,1 0 0 0 0,0-1 1 0 0,0 0-1 0 0,0 1 0 0 0,0-1 0 0 0,0 0 1 0 0,1 0-1 0 0,-1 0 0 0 0,1 0 0 0 0,-1 0 1 0 0,1-1-1 0 0,0 1 0 0 0,-1-1 0 0 0,1 0 1 0 0,0 1-1 0 0,0-1 0 0 0,0-1 1 0 0,0 1-1 0 0,0 0 0 0 0,0-1 0 0 0,0 1 1 0 0,1-1-1 0 0,-1 0 0 0 0,0 0 0 0 0,0-1 1 0 0,0 1-1 0 0,0 0 0 0 0,0-1 0 0 0,6-2 1 0 0,4 0-41 0 0,0 0 1 0 0,0-2 0 0 0,0 0 0 0 0,0 0-1 0 0,-1-1 1 0 0,22-14 0 0 0,-29 15 406 0 0,0 1-1 0 0,0-1 1 0 0,-1 0 0 0 0,1-1 0 0 0,-1 1 0 0 0,0-1-1 0 0,5-9 1 0 0,-8 12 503 0 0,6-7 1347 0 0,1 18-3691 0 0,-1 3 534 0 0,0-4-310 0 0,6 7-6646 0 0</inkml:trace>
</inkml:ink>
</file>

<file path=ppt/ink/ink4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3:04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81 156 0 0,'10'-51'6305'0'0,"6"26"-3008"0"0,-15 25-3234 0 0,-1-1 0 0 0,1 1-1 0 0,-1 0 1 0 0,1-1 0 0 0,-1 1-1 0 0,1-1 1 0 0,-1 1 0 0 0,1 0 0 0 0,-1 0-1 0 0,1-1 1 0 0,-1 1 0 0 0,1 0-1 0 0,0 0 1 0 0,-1 0 0 0 0,1 0 0 0 0,-1-1-1 0 0,1 1 1 0 0,0 0 0 0 0,-1 0-1 0 0,1 0 1 0 0,0 0 0 0 0,-1 1 0 0 0,2-1-1 0 0,0 2-25 0 0,0-1 0 0 0,0 1 0 0 0,0 0 0 0 0,0 0 0 0 0,0 0 0 0 0,0 0 0 0 0,-1 0 0 0 0,1 0 0 0 0,-1 0 0 0 0,0 1 0 0 0,1-1 0 0 0,-1 1 0 0 0,0-1 0 0 0,0 1-1 0 0,0 4 1 0 0,6 14 61 0 0,0 1-1 0 0,-2 1 1 0 0,-1-1-1 0 0,-1 1 1 0 0,-1-1-1 0 0,-1 40 1 0 0,-5-13 263 0 0,-1 0 0 0 0,-13 49 0 0 0,11-58 1447 0 0,47-102-1691 0 0,2 2 0 0 0,3 1-1 0 0,63-61 1 0 0,-100 110-116 0 0,23-23 140 0 0,62-54-1 0 0,-68 69-90 0 0,-23 16-60 0 0,-3 7-10 0 0,-3 6 16 0 0,0 1-1 0 0,-1-1 1 0 0,0-1 0 0 0,-1 1-1 0 0,0-1 1 0 0,-1 0 0 0 0,0 0-1 0 0,0 0 1 0 0,-1-1 0 0 0,-13 12 0 0 0,-1 0 162 0 0,-1-1 1 0 0,-1-1 0 0 0,-30 19-1 0 0,42-30 75 0 0,1 0 1 0 0,0 0-1 0 0,-15 17 0 0 0,32-19-193 0 0,1-1 0 0 0,0 0 0 0 0,0 0 0 0 0,1-1 0 0 0,0 0 0 0 0,-1 0 0 0 0,1 0 0 0 0,0-1 0 0 0,13 3 0 0 0,86 14-331 0 0,-47-10-627 0 0,20 11-1440 0 0,-27-3-5382 0 0,-35-13 3910 0 0</inkml:trace>
</inkml:ink>
</file>

<file path=ppt/ink/ink4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3:06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97 452 0 0,'0'0'1732'0'0,"-2"-40"5652"0"0,2 37-7130 0 0,0 1 0 0 0,-1-1 1 0 0,0 0-1 0 0,1 1 0 0 0,-1-1 0 0 0,0 1 0 0 0,0 0 0 0 0,-1-1 0 0 0,1 1 0 0 0,0 0 0 0 0,-1 0 0 0 0,1 0 1 0 0,-1-1-1 0 0,0 2 0 0 0,-2-4 0 0 0,2 4-16 0 0,-36-2 177 0 0,33 3-369 0 0,1 1 0 0 0,-1-1 0 0 0,1 1 0 0 0,-1 1 0 0 0,1-1 0 0 0,0 0-1 0 0,0 1 1 0 0,0 0 0 0 0,0 0 0 0 0,0 0 0 0 0,0 1 0 0 0,0-1 0 0 0,0 1 0 0 0,1 0-1 0 0,-6 6 1 0 0,2-2 7 0 0,2 0-1 0 0,-1 0 0 0 0,1 0 1 0 0,0 0-1 0 0,0 1 0 0 0,-6 15 0 0 0,10-19-29 0 0,-1 1 0 0 0,1-1 0 0 0,0 1-1 0 0,1 0 1 0 0,-1-1 0 0 0,1 1-1 0 0,0 0 1 0 0,0 0 0 0 0,0-1 0 0 0,2 7-1 0 0,-2-9-25 0 0,0 0 1 0 0,1 0-1 0 0,-1 0 0 0 0,1 0 0 0 0,0 0 1 0 0,-1 0-1 0 0,1 0 0 0 0,0-1 0 0 0,0 1 0 0 0,0 0 1 0 0,0 0-1 0 0,0-1 0 0 0,1 1 0 0 0,-1-1 0 0 0,0 1 1 0 0,1-1-1 0 0,-1 0 0 0 0,1 1 0 0 0,0-1 1 0 0,-1 0-1 0 0,1 0 0 0 0,0 0 0 0 0,0 0 0 0 0,0 0 1 0 0,-1-1-1 0 0,4 2 0 0 0,-1-2-19 0 0,-1 0 0 0 0,1 0-1 0 0,0-1 1 0 0,-1 1 0 0 0,1-1 0 0 0,0 0-1 0 0,-1 0 1 0 0,1 0 0 0 0,-1 0 0 0 0,0-1-1 0 0,1 1 1 0 0,-1-1 0 0 0,0 0 0 0 0,4-3-1 0 0,42-33-470 0 0,-43 33 410 0 0,50-42-748 0 0,-55 46 746 0 0,1 2-203 0 0,-1-1 280 0 0,0 0 0 0 0,0 1-1 0 0,1-1 1 0 0,-1 1 0 0 0,0-1-1 0 0,0 1 1 0 0,0-1 0 0 0,0 1-1 0 0,0 0 1 0 0,0 0 0 0 0,0 0-1 0 0,0 0 1 0 0,0 0 0 0 0,0-1-1 0 0,0 2 1 0 0,0-1 0 0 0,0 0-1 0 0,-1 0 1 0 0,1 0 0 0 0,-1 0-1 0 0,1 0 1 0 0,-1 1 0 0 0,1-1-1 0 0,-1 0 1 0 0,1 0 0 0 0,-1 1 0 0 0,0-1-1 0 0,0 3 1 0 0,1-1 3 0 0,0 1-1 0 0,1 0 1 0 0,-1 0-1 0 0,1-1 1 0 0,0 1 0 0 0,0 0-1 0 0,0-1 1 0 0,0 0 0 0 0,0 0-1 0 0,1 1 1 0 0,4 3 0 0 0,-6-7 7 0 0,1 1 0 0 0,-1 0 0 0 0,1-1 0 0 0,-1 1 0 0 0,1-1 1 0 0,0 0-1 0 0,-1 1 0 0 0,1-1 0 0 0,-1 0 0 0 0,1 0 1 0 0,0 0-1 0 0,-1 0 0 0 0,1 0 0 0 0,0 0 0 0 0,-1-1 0 0 0,1 1 1 0 0,0-1-1 0 0,-1 1 0 0 0,1-1 0 0 0,-1 1 0 0 0,1-1 0 0 0,-1 0 1 0 0,2-1-1 0 0,34-21-185 0 0,17-20-354 0 0,-7 6-156 0 0,53-33-1 0 0,-98 69 634 0 0,13 4-126 0 0,16 43 5 0 0,-28-40 164 0 0,0-1 1 0 0,0 1-1 0 0,0-1 0 0 0,1 1 1 0 0,0-1-1 0 0,0 0 1 0 0,1-1-1 0 0,-1 1 0 0 0,1-1 1 0 0,0 0-1 0 0,8 6 1 0 0,-8-7-43 0 0,0-1 1 0 0,0 0-1 0 0,0 0 1 0 0,0 0-1 0 0,1-1 1 0 0,-1 0-1 0 0,0 0 1 0 0,1 0-1 0 0,-1-1 0 0 0,1 1 1 0 0,-1-1-1 0 0,1-1 1 0 0,-1 1-1 0 0,6-2 1 0 0,-1 0 8 0 0,-1-1 0 0 0,0-1 0 0 0,0 0 0 0 0,0 0 0 0 0,-1-1 1 0 0,0 0-1 0 0,0 0 0 0 0,9-8 0 0 0,-16 12 153 0 0,10-13 404 0 0,-11 14-451 0 0,0 0-1 0 0,0 0 1 0 0,0-1-1 0 0,1 1 1 0 0,-1 0-1 0 0,0 0 0 0 0,0 0 1 0 0,0 0-1 0 0,1-1 1 0 0,-1 1-1 0 0,0 0 1 0 0,0 0-1 0 0,0-1 0 0 0,0 1 1 0 0,1 0-1 0 0,-1 0 1 0 0,0-1-1 0 0,0 1 1 0 0,0 0-1 0 0,0 0 0 0 0,0-1 1 0 0,0 1-1 0 0,0 0 1 0 0,0 0-1 0 0,0-1 1 0 0,0 1-1 0 0,0 0 1 0 0,0 0-1 0 0,0-1 0 0 0,0 1 1 0 0,0 0-1 0 0,0 0 1 0 0,0-1-1 0 0,0 1 1 0 0,0 0-1 0 0,0 0 0 0 0,-1-1 1 0 0,1 1-1 0 0,0 0 1 0 0,0 0-1 0 0,0-1 1 0 0,0 1-1 0 0,-1 0 0 0 0,1 0 1 0 0,0 0-1 0 0,0-1 1 0 0,0 1-1 0 0,-1 0 1 0 0,1 0-1 0 0,0 0 0 0 0,0 0 1 0 0,-1 0-1 0 0,1 0 1 0 0,0-1-1 0 0,0 1 1 0 0,-1 0-1 0 0,1 0 0 0 0,-1 0 1 0 0,-5 2 29 0 0,0 0 0 0 0,0 0 0 0 0,0 0 0 0 0,0 1 0 0 0,0 0 0 0 0,0 0 0 0 0,1 1-1 0 0,-1 0 1 0 0,1 0 0 0 0,0 0 0 0 0,-4 5 0 0 0,8-8 843 0 0,25 20-375 0 0,19-10-1570 0 0,-23-4-1493 0 0,4-2-3523 0 0,-3-1 2681 0 0</inkml:trace>
</inkml:ink>
</file>

<file path=ppt/ink/ink4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3:06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58 492 0 0,'-7'-19'2534'0'0,"-6"-20"11256"0"0,10 88-13453 0 0,-2-2 0 0 0,-3 1 1 0 0,-23 82-1 0 0,19-90-534 0 0,-10 65-1 0 0,21-103 35 0 0,1-2 140 0 0,0 1 0 0 0,1-1 0 0 0,-1 0-1 0 0,0 1 1 0 0,0-1 0 0 0,0 0 0 0 0,0 1 0 0 0,0-1 0 0 0,1 0 0 0 0,-1 1 0 0 0,0-1-1 0 0,0 0 1 0 0,1 0 0 0 0,-1 1 0 0 0,0-1 0 0 0,0 0 0 0 0,1 0 0 0 0,-1 1 0 0 0,0-1-1 0 0,1 0 1 0 0,-1 0 0 0 0,0 0 0 0 0,1 0 0 0 0,-1 0 0 0 0,0 1 0 0 0,1-1 0 0 0,-1 0-1 0 0,1 0 1 0 0,-1 0 0 0 0,0 0 0 0 0,1 0 0 0 0,-1 0 0 0 0,0 0 0 0 0,1 0 0 0 0,-1 0-1 0 0,0 0 1 0 0,1-1 0 0 0,-1 1 0 0 0,0 0 0 0 0,1 0 0 0 0,0 0 0 0 0,22-14-458 0 0,27-32 40 0 0,-40 37 232 0 0,32-33-227 0 0,-20 20 229 0 0,0 0 0 0 0,48-34 0 0 0,-56 45 150 0 0,-13 9 41 0 0,1 0 0 0 0,0 0-1 0 0,0 0 1 0 0,0 0 0 0 0,0 1 0 0 0,0-1 0 0 0,1 1 0 0 0,-1-1 0 0 0,0 1 0 0 0,1 0 0 0 0,-1 0-1 0 0,5-1 1 0 0,-7 8 6 0 0,0-5 11 0 0,0 0 1 0 0,0 0-1 0 0,1 0 1 0 0,-1 0-1 0 0,0 0 1 0 0,0 0-1 0 0,0 0 1 0 0,0 0-1 0 0,-1 0 1 0 0,1 0-1 0 0,0 0 1 0 0,0 0-1 0 0,-1 0 1 0 0,1 0-1 0 0,0 0 1 0 0,-1 0-1 0 0,0 1 1 0 0,-114 105 1656 0 0,114-106-1651 0 0,0 0 0 0 0,0 0-1 0 0,1 0 1 0 0,-1 0 0 0 0,0 0 0 0 0,1 0-1 0 0,-1 0 1 0 0,1 0 0 0 0,-1 0 0 0 0,1 0 0 0 0,0 0-1 0 0,-1 0 1 0 0,1 1 0 0 0,0-1 0 0 0,0 0-1 0 0,0 0 1 0 0,0 0 0 0 0,0 0 0 0 0,0 0-1 0 0,0 1 1 0 0,0-1 0 0 0,0 0 0 0 0,1 0 0 0 0,-1 0-1 0 0,0 0 1 0 0,1 0 0 0 0,-1 0 0 0 0,1 0-1 0 0,-1 0 1 0 0,1 0 0 0 0,-1 0 0 0 0,1 0-1 0 0,0 0 1 0 0,0 0 0 0 0,-1 0 0 0 0,1 0-1 0 0,0 0 1 0 0,0-1 0 0 0,0 1 0 0 0,0 0 0 0 0,0-1-1 0 0,0 1 1 0 0,0-1 0 0 0,0 1 0 0 0,0-1-1 0 0,0 1 1 0 0,2-1 0 0 0,6 5-601 0 0,1-1 1 0 0,-1 0-1 0 0,1 0 1 0 0,13 2-1 0 0,-15-4-15 0 0,8 3-228 0 0,3-2-4872 0 0,3-2 2299 0 0</inkml:trace>
</inkml:ink>
</file>

<file path=ppt/ink/ink4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3:07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22 664 0 0,'0'0'2354'0'0,"-5"-21"9089"0"0,-8 27-11262 0 0,-1 2 0 0 0,1 0-1 0 0,1 0 1 0 0,0 1 0 0 0,0 1 0 0 0,1 0 0 0 0,0 0 0 0 0,0 1 0 0 0,1 1 0 0 0,-12 18 0 0 0,21-29-165 0 0,0 0 0 0 0,0 0 1 0 0,0 0-1 0 0,1 0 0 0 0,-1 0 0 0 0,0 0 0 0 0,1 1 1 0 0,-1-1-1 0 0,1 0 0 0 0,-1 0 0 0 0,1 1 1 0 0,0-1-1 0 0,-1 0 0 0 0,1 0 0 0 0,0 1 0 0 0,0-1 1 0 0,0 0-1 0 0,0 1 0 0 0,0-1 0 0 0,0 0 1 0 0,0 1-1 0 0,1-1 0 0 0,-1 0 0 0 0,0 0 0 0 0,1 1 1 0 0,-1-1-1 0 0,1 0 0 0 0,-1 0 0 0 0,1 0 1 0 0,0 0-1 0 0,-1 1 0 0 0,3 1 0 0 0,-2-2 24 0 0,3-2-9 0 0,72-21 193 0 0,-52 13-632 0 0,0 2-1 0 0,26-4 0 0 0,-31 13-1036 0 0,6 6-5448 0 0,-23-7 5921 0 0</inkml:trace>
</inkml:ink>
</file>

<file path=ppt/ink/ink4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3:10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83 152 0 0,'0'0'1553'0'0,"-10"-17"2566"0"0,9 17-3891 0 0,1 0 1 0 0,0 0-1 0 0,0-1 1 0 0,0 1-1 0 0,0 0 0 0 0,-1-1 1 0 0,1 1-1 0 0,0 0 0 0 0,0-1 1 0 0,0 1-1 0 0,0 0 1 0 0,0-1-1 0 0,0 1 0 0 0,0 0 1 0 0,0-1-1 0 0,0 1 0 0 0,0 0 1 0 0,0-1-1 0 0,0 1 1 0 0,0 0-1 0 0,0-1 0 0 0,0 1 1 0 0,0 0-1 0 0,1 0 0 0 0,1-3 2285 0 0,-2 2-2285 0 0,0 1 0 0 0,1 0 1 0 0,-1 0-1 0 0,1 0 0 0 0,31 1-135 0 0,1-1 0 0 0,0-1 0 0 0,-1-2 0 0 0,0-2-1 0 0,34-8 1 0 0,-13 3 21 0 0,54-3-1 0 0,-50 7 347 0 0,-20 2-1503 0 0,-17 3-3433 0 0,-17 1 2413 0 0</inkml:trace>
</inkml:ink>
</file>

<file path=ppt/ink/ink4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3:11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65 48 0 0,'9'-49'7606'0'0,"-10"48"-7517"0"0,1 1-1 0 0,0-1 1 0 0,0 1-1 0 0,0-1 1 0 0,0 1-1 0 0,0-1 1 0 0,1 0-1 0 0,-1 1 1 0 0,0-1-1 0 0,0 1 1 0 0,0-1-1 0 0,0 1 1 0 0,0-1-1 0 0,1 1 1 0 0,-1-1-1 0 0,0 1 1 0 0,1-1-1 0 0,-1 1 1 0 0,0-1 0 0 0,1 1-1 0 0,-1-1 1 0 0,0 1-1 0 0,1 0 1 0 0,-1-1-1 0 0,1 1 1 0 0,-1-1-1 0 0,1 1 1 0 0,-1 0-1 0 0,1 0 1 0 0,-1-1-1 0 0,1 1 1 0 0,-1 0-1 0 0,1 0 1 0 0,-1 0-1 0 0,1 0 1 0 0,0-1-1 0 0,-1 1 1 0 0,1 0-1 0 0,-1 0 1 0 0,1 0 0 0 0,-1 0-1 0 0,1 0 1 0 0,0 0-1 0 0,-1 1 1 0 0,1-1-1 0 0,-1 0 1 0 0,1 0-1 0 0,-1 0 1 0 0,1 0-1 0 0,-1 1 1 0 0,1-1-1 0 0,-1 0 1 0 0,1 1-1 0 0,0-1 1 0 0,1 2-25 0 0,1 0 1 0 0,-1 0 0 0 0,0 0-1 0 0,0 0 1 0 0,0 0 0 0 0,0 0-1 0 0,0 1 1 0 0,0-1 0 0 0,2 6-1 0 0,20 54 269 0 0,-3 0 1 0 0,-2 2-1 0 0,12 79 0 0 0,-19-82-80 0 0,-11-59-215 0 0,8-21 431 0 0,-1 1 1 0 0,0-1-1 0 0,5-24 1 0 0,55-252 337 0 0,-67 293-776 0 0,3-15 349 0 0,0 7-1520 0 0,3 12-4443 0 0,-2 4 5321 0 0,-1 4-5365 0 0,0 4 2658 0 0</inkml:trace>
</inkml:ink>
</file>

<file path=ppt/ink/ink4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3:11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0 204 0 0,'0'0'6622'0'0,"-1"6"-6053"0"0,-49 211 4662 0 0,49-215-5482 0 0,1 5-1136 0 0,0-4 157 0 0</inkml:trace>
</inkml:ink>
</file>

<file path=ppt/ink/ink4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3:11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61 868 0 0,'-10'-34'6682'0'0,"10"33"-6666"0"0,0 0 0 0 0,0 0 0 0 0,0 0 0 0 0,1-1 0 0 0,-1 1 0 0 0,0 0 0 0 0,0 0 0 0 0,1 0 0 0 0,-1 0 0 0 0,0 0 0 0 0,1 0 0 0 0,-1 0 0 0 0,1 0 0 0 0,-1 0 1 0 0,1 0-1 0 0,0 1 0 0 0,-1-1 0 0 0,1 0 0 0 0,0 0 0 0 0,0 0 0 0 0,0 1 0 0 0,-1-1 0 0 0,1 0 0 0 0,0 1 0 0 0,0-1 0 0 0,0 1 0 0 0,1-1 0 0 0,1 0-1510 0 0</inkml:trace>
</inkml:ink>
</file>

<file path=ppt/ink/ink4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3:12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0 732 0 0,'0'0'8399'0'0,"1"5"-7952"0"0,0 25 90 0 0,-1 0-1 0 0,-1-1 0 0 0,-2 1 0 0 0,0 0 1 0 0,-2-1-1 0 0,-2 0 0 0 0,-11 34 1 0 0,-22 52 1229 0 0,39-113-1495 0 0,-3 8-168 0 0,3-7-17 0 0,4-8 457 0 0,2-3-574 0 0,-1 0 0 0 0,2 0 0 0 0,-1 1-1 0 0,1-1 1 0 0,0 2 0 0 0,0-1 0 0 0,1 1-1 0 0,0-1 1 0 0,0 2 0 0 0,14-9 0 0 0,-14 10-31 0 0,0 0-1 0 0,0 0 1 0 0,1 1 0 0 0,0 0 0 0 0,0 1 0 0 0,-1 0 0 0 0,1 0-1 0 0,0 0 1 0 0,1 1 0 0 0,12 0 0 0 0,-18 1 12 0 0,0 0 0 0 0,0 0 0 0 0,0 0 0 0 0,0 1 0 0 0,0 0 0 0 0,1-1 0 0 0,-1 1 0 0 0,0 0-1 0 0,0 1 1 0 0,0-1 0 0 0,-1 0 0 0 0,1 1 0 0 0,0-1 0 0 0,-1 1 0 0 0,1 0 0 0 0,0 0 0 0 0,-1 0 0 0 0,0 1 0 0 0,0-1 0 0 0,0 0 0 0 0,0 1 0 0 0,0-1 0 0 0,0 1 0 0 0,0 0 0 0 0,-1-1 0 0 0,1 1 0 0 0,-1 0-1 0 0,0 0 1 0 0,0 0 0 0 0,1 4 0 0 0,-2-3 27 0 0,1 0 0 0 0,-1 1-1 0 0,0-1 1 0 0,0 0 0 0 0,0 1-1 0 0,0-1 1 0 0,-1 0 0 0 0,0 0-1 0 0,0 0 1 0 0,0 1 0 0 0,0-1-1 0 0,-1 0 1 0 0,0 0 0 0 0,1-1-1 0 0,-1 1 1 0 0,-1 0 0 0 0,1-1-1 0 0,-1 1 1 0 0,1-1-1 0 0,-1 0 1 0 0,0 1 0 0 0,0-1-1 0 0,0-1 1 0 0,-1 1 0 0 0,1 0-1 0 0,0-1 1 0 0,-5 3 0 0 0,-8 4 175 0 0,0 1 1 0 0,0-2-1 0 0,-1 0 1 0 0,-33 9-1 0 0,47-15-129 0 0,-1-1 1 0 0,1 0-1 0 0,-1 0 0 0 0,1 0 1 0 0,-1-1-1 0 0,0 1 0 0 0,1-1 1 0 0,-1 0-1 0 0,1 0 0 0 0,-1 0 1 0 0,0-1-1 0 0,1 1 0 0 0,-1-1 1 0 0,0 0-1 0 0,1 0 0 0 0,-1 0 1 0 0,-4-2-1 0 0,6 2-366 0 0,-1-5-411 0 0,-2 1-64 0 0,7-4-6022 0 0,11-19 3555 0 0</inkml:trace>
</inkml:ink>
</file>

<file path=ppt/ink/ink4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3:13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18 244 0 0,'8'-17'9234'0'0,"-3"44"-8924"0"0,-1 0 0 0 0,-2 0 0 0 0,-1 0 0 0 0,-1 0-1 0 0,-1 0 1 0 0,-7 37 0 0 0,3-17 54 0 0,2-23 57 0 0,-2 0 1 0 0,0-1-1 0 0,-13 32 0 0 0,9-27 456 0 0,8-26 313 0 0,2-8-1217 0 0,0 0-1 0 0,1 0 1 0 0,-1 0 0 0 0,1 0 0 0 0,0 0 0 0 0,1 1 0 0 0,-1-1 0 0 0,1 0 0 0 0,0 1-1 0 0,1 0 1 0 0,-1 0 0 0 0,1 0 0 0 0,0 0 0 0 0,0 1 0 0 0,9-8 0 0 0,0 0-172 0 0,1 1 1 0 0,0 0-1 0 0,1 1 0 0 0,21-11 1 0 0,-34 20 173 0 0,0 0 1 0 0,0-1-1 0 0,0 1 0 0 0,1 0 1 0 0,-1 1-1 0 0,0-1 0 0 0,1 0 1 0 0,-1 1-1 0 0,0-1 1 0 0,1 1-1 0 0,-1-1 0 0 0,1 1 1 0 0,-1 0-1 0 0,1 0 0 0 0,-1 1 1 0 0,1-1-1 0 0,-1 0 0 0 0,1 1 1 0 0,-1-1-1 0 0,0 1 0 0 0,1 0 1 0 0,-1 0-1 0 0,0 0 1 0 0,0 0-1 0 0,0 0 0 0 0,1 1 1 0 0,-1-1-1 0 0,0 0 0 0 0,-1 1 1 0 0,1 0-1 0 0,0-1 0 0 0,2 4 1 0 0,-1 0 3 0 0,0 0 1 0 0,0 0 0 0 0,0 0-1 0 0,-1 0 1 0 0,0 0 0 0 0,0 1-1 0 0,0-1 1 0 0,-1 1 0 0 0,1-1 0 0 0,-2 1-1 0 0,1 0 1 0 0,0 9 0 0 0,-1-12-134 0 0,0-1 0 0 0,1 0 0 0 0,0 1 1 0 0,-1-1-1 0 0,1 0 0 0 0,0 1 1 0 0,0-1-1 0 0,0 0 0 0 0,0 0 0 0 0,2 3 1 0 0,11 6-6245 0 0,-7-9 3488 0 0</inkml:trace>
</inkml:ink>
</file>

<file path=ppt/ink/ink4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3:14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136 175 928 0 0,'0'0'7275'0'0,"-4"2"-6697"0"0,-5 0-259 0 0,1 1 0 0 0,-1 1 1 0 0,1-1-1 0 0,0 2 0 0 0,1-1 1 0 0,-1 1-1 0 0,1 0 0 0 0,-1 0 0 0 0,2 1 1 0 0,-1 0-1 0 0,1 1 0 0 0,0-1 1 0 0,0 1-1 0 0,0 0 0 0 0,1 0 0 0 0,0 1 1 0 0,-7 15-1 0 0,12-22-151 0 0,0-1-168 0 0,0 1 1 0 0,0-1-1 0 0,0 0 0 0 0,0 1 1 0 0,0-1-1 0 0,0 0 0 0 0,0 1 1 0 0,1-1-1 0 0,-1 0 0 0 0,0 0 1 0 0,0 1-1 0 0,0-1 0 0 0,0 0 1 0 0,1 0-1 0 0,-1 1 0 0 0,0-1 1 0 0,0 0-1 0 0,1 0 0 0 0,-1 0 1 0 0,0 1-1 0 0,0-1 0 0 0,1 0 1 0 0,-1 0-1 0 0,0 0 0 0 0,0 0 1 0 0,1 0-1 0 0,-1 0 0 0 0,0 0 1 0 0,1 1-1 0 0,-1-1 0 0 0,0 0 1 0 0,1 0-1 0 0,-1 0 0 0 0,0 0 1 0 0,0 0-1 0 0,1 0 0 0 0,-1 0 1 0 0,0-1-1 0 0,1 1 0 0 0,-1 0 0 0 0,23-6-109 0 0,24-16-196 0 0,-46 21 267 0 0,3 1 12 0 0,1 0 1 0 0,-1 0 0 0 0,0 1-1 0 0,1-1 1 0 0,-1 1 0 0 0,0 0-1 0 0,0 0 1 0 0,0 0 0 0 0,8 4-1 0 0,-8-2-15 0 0,1 0 0 0 0,-1-1-1 0 0,1 0 1 0 0,0 1 0 0 0,0-2 0 0 0,0 1-1 0 0,0-1 1 0 0,0 1 0 0 0,0-1 0 0 0,0-1-1 0 0,0 1 1 0 0,0-1 0 0 0,1 0 0 0 0,-1 0-1 0 0,0 0 1 0 0,0-1 0 0 0,0 0 0 0 0,0 0-1 0 0,0 0 1 0 0,0-1 0 0 0,0 1-1 0 0,0-1 1 0 0,0 0 0 0 0,0-1 0 0 0,-1 1-1 0 0,8-6 1 0 0,2-6 13 0 0,-1 0 0 0 0,0-2-1 0 0,-2 1 1 0 0,1-2 0 0 0,-2 1-1 0 0,0-1 1 0 0,-1-1 0 0 0,-1 0 0 0 0,0 0-1 0 0,-1-1 1 0 0,4-21 0 0 0,-3-12 3119 0 0,-84 306-2695 0 0,72-215-459 0 0,4-29-56 0 0,0-8 65 0 0,16 12-198 0 0,-7-15 212 0 0,-1-1-1 0 0,1 0 0 0 0,-1-1 0 0 0,0 0 0 0 0,0 0 0 0 0,0-1 1 0 0,0 0-1 0 0,-1 0 0 0 0,13-10 0 0 0,64-57 135 0 0,-51 41 314 0 0,-21 20-28 0 0,-12 13-185 0 0,-20 25-106 0 0,-15 22 195 0 0,33-47-249 0 0,2-1-12 0 0,-1 0-90 0 0,1 0 0 0 0,0-1-1 0 0,0 1 1 0 0,-1 0 0 0 0,1-1 0 0 0,0 1 0 0 0,0 0 0 0 0,0 0 0 0 0,1-1 0 0 0,-1 1 0 0 0,0 0-1 0 0,1 0 1 0 0,-1-1 0 0 0,1 1 0 0 0,-1 0 0 0 0,1-1 0 0 0,0 1 0 0 0,0-1 0 0 0,0 1-1 0 0,0-1 1 0 0,0 0 0 0 0,0 1 0 0 0,0-1 0 0 0,0 0 0 0 0,1 1 0 0 0,-1-1 0 0 0,0 0-1 0 0,1 0 1 0 0,-1 0 0 0 0,1 0 0 0 0,-1-1 0 0 0,3 2 0 0 0,28 4-8457 0 0,-13-6 5198 0 0</inkml:trace>
</inkml:ink>
</file>

<file path=ppt/ink/ink4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3:15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18 808 0 0,'0'0'2206'0'0,"-9"-18"7989"0"0,-8 65-9436 0 0,-42 126 566 0 0,51-144-1171 0 0,1-1 0 0 0,2 1 1 0 0,1 0-1 0 0,-1 35 0 0 0,5-59-146 0 0,0 0 1 0 0,0 0-1 0 0,1 0 0 0 0,-1 0 0 0 0,1 0 1 0 0,0 0-1 0 0,0 0 0 0 0,1 0 1 0 0,0 0-1 0 0,0-1 0 0 0,0 1 0 0 0,4 6 1 0 0,-5-10-11 0 0,1 1 1 0 0,-1-1 0 0 0,1 1-1 0 0,0-1 1 0 0,-1 0 0 0 0,1 0-1 0 0,0 0 1 0 0,0 0 0 0 0,0 0-1 0 0,0 0 1 0 0,0-1 0 0 0,0 1-1 0 0,0 0 1 0 0,0-1 0 0 0,0 0 0 0 0,0 1-1 0 0,0-1 1 0 0,0 0 0 0 0,0 0-1 0 0,0 0 1 0 0,0-1 0 0 0,0 1-1 0 0,0 0 1 0 0,0-1 0 0 0,0 1-1 0 0,0-1 1 0 0,0 0 0 0 0,0 1-1 0 0,0-1 1 0 0,0 0 0 0 0,0 0-1 0 0,1-2 1 0 0,8-3 526 0 0,-1 0 1 0 0,0-1-1 0 0,0-1 0 0 0,14-14 0 0 0,-23 21-41 0 0,10-11 1842 0 0,-11 11-2339 0 0,0 1-1 0 0,0 0 1 0 0,0 0 0 0 0,0-1-1 0 0,0 1 1 0 0,0 0 0 0 0,0-1-1 0 0,0 1 1 0 0,1 0-1 0 0,-1 0 1 0 0,0-1 0 0 0,0 1-1 0 0,0 0 1 0 0,0 0 0 0 0,1-1-1 0 0,-1 1 1 0 0,0 0 0 0 0,0 0-1 0 0,0 0 1 0 0,1-1-1 0 0,-1 1 1 0 0,0 0 0 0 0,0 0-1 0 0,1 0 1 0 0,-1 0 0 0 0,0 0-1 0 0,1-1 1 0 0,-1 1 0 0 0,0 0-1 0 0,0 0 1 0 0,1 0-1 0 0,-1 0 1 0 0,0 0 0 0 0,1 0-1 0 0,-1 0 1 0 0,0 0 0 0 0,1 0-1 0 0,-1 0 1 0 0,0 0 0 0 0,0 0-1 0 0,1 0 1 0 0,-1 0-1 0 0,0 1 1 0 0,1-1 0 0 0,-1 0-1 0 0,0 0 1 0 0,1 3-527 0 0,-1 0 1 0 0,0 0 0 0 0,0 0-1 0 0,0 0 1 0 0,-1 0-1 0 0,1 0 1 0 0,-1 0-1 0 0,0 0 1 0 0,0 0-1 0 0,0 0 1 0 0,0-1-1 0 0,0 1 1 0 0,0 0-1 0 0,-4 4 1 0 0</inkml:trace>
</inkml:ink>
</file>

<file path=ppt/ink/ink4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3:15.6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81 1416 0 0,'0'0'4833'0'0,"3"-27"-3329"0"0,-3 22 2204 0 0,2-14-2124 0 0,4 7-844 0 0,-1 5-784 0 0,-1-3-1984 0 0</inkml:trace>
</inkml:ink>
</file>

<file path=ppt/ink/ink4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3:16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24 162 16922 0 0,'-3'-1'438'0'0,"1"-1"-1"0"0,-1 0 1 0 0,1-1 0 0 0,0 1 0 0 0,0 0 0 0 0,0-1 0 0 0,0 1 0 0 0,0-1 0 0 0,-2-3 0 0 0,10-1-376 0 0,0 0 1 0 0,0 1-1 0 0,1 0 0 0 0,0 0 0 0 0,0 0 0 0 0,0 1 1 0 0,1 0-1 0 0,-1 1 0 0 0,18-8 0 0 0,85-30-2430 0 0,-80 32 370 0 0,12-3-6678 0 0,-23 6 3683 0 0</inkml:trace>
</inkml:ink>
</file>

<file path=ppt/ink/ink4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3:19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88 0 0,'17'28'5809'0'0,"1"20"-4489"0"0,15 55-1039 0 0,-32-100-186 0 0,0 1 1 0 0,0 0-1 0 0,-1-1 1 0 0,1 1-1 0 0,-1 0 1 0 0,0-1-1 0 0,0 1 0 0 0,0 0 1 0 0,0 0-1 0 0,-1-1 1 0 0,1 1-1 0 0,-1 0 0 0 0,0-1 1 0 0,0 1-1 0 0,-1 0 1 0 0,1-1-1 0 0,-3 5 1 0 0,3-7 319 0 0,0-1-379 0 0,0 0-1 0 0,0 0 1 0 0,0 0 0 0 0,0 0 0 0 0,0 0 0 0 0,1 0-1 0 0,-1 0 1 0 0,0 0 0 0 0,0-1 0 0 0,0 1 0 0 0,0 0-1 0 0,0-1 1 0 0,0 1 0 0 0,1 0 0 0 0,-1-1 0 0 0,0 1-1 0 0,0-1 1 0 0,1 0 0 0 0,-1 1 0 0 0,0-1 0 0 0,1 1-1 0 0,-1-1 1 0 0,0 0 0 0 0,1 0 0 0 0,-1 1 0 0 0,1-1-1 0 0,-1 0 1 0 0,1 0 0 0 0,0 0 0 0 0,-1 1 0 0 0,1-3-1 0 0,-1 0 0 0 0,1 0 0 0 0,0 0 0 0 0,0 0 0 0 0,0 0-1 0 0,0 0 1 0 0,0-1 0 0 0,1 1 0 0 0,0 0 0 0 0,1-5-1 0 0,2-4 29 0 0,1-1-1 0 0,1 1 0 0 0,11-20 0 0 0,-10 23-47 0 0,-1 0 0 0 0,1 0 1 0 0,1 1-1 0 0,0 1 0 0 0,0-1 0 0 0,0 1 1 0 0,1 0-1 0 0,0 1 0 0 0,0 0 0 0 0,1 0 0 0 0,0 1 1 0 0,14-5-1 0 0,-20 8-19 0 0,0 1 1 0 0,1 0-1 0 0,-1 0 1 0 0,0 0-1 0 0,1 0 1 0 0,-1 1-1 0 0,0 0 1 0 0,1-1-1 0 0,-1 2 0 0 0,1-1 1 0 0,-1 0-1 0 0,1 1 1 0 0,-1 0-1 0 0,0 0 1 0 0,0 0-1 0 0,1 1 1 0 0,-1-1-1 0 0,0 1 1 0 0,0 0-1 0 0,0 0 0 0 0,-1 1 1 0 0,1-1-1 0 0,0 1 1 0 0,-1 0-1 0 0,0 0 1 0 0,1 0-1 0 0,-1 0 1 0 0,0 0-1 0 0,-1 1 1 0 0,1-1-1 0 0,-1 1 0 0 0,1 0 1 0 0,1 5-1 0 0,3 3-8 0 0,11 26 120 0 0,-18-37 276 0 0,26-16-302 0 0,0-2 0 0 0,-2-1-1 0 0,34-31 1 0 0,-28 23-34 0 0,-29 25-49 0 0,0 1 0 0 0,-1 0 0 0 0,1 0 1 0 0,0-1-1 0 0,-1 1 0 0 0,1 0 0 0 0,0 0 0 0 0,-1 0 0 0 0,1 0 0 0 0,0 0 0 0 0,0 0 0 0 0,-1 0 0 0 0,1 0 1 0 0,0 0-1 0 0,-1 0 0 0 0,1 0 0 0 0,0 0 0 0 0,-1 0 0 0 0,1 1 0 0 0,0-1 0 0 0,-1 0 0 0 0,1 1 0 0 0,0-1 1 0 0,-1 0-1 0 0,1 1 0 0 0,-1-1 0 0 0,1 1 0 0 0,0 0 0 0 0,14 13-16 0 0,-15-14 21 0 0,46 79-83 0 0,-7-10-3333 0 0,-31-52-933 0 0,-2-12 1851 0 0</inkml:trace>
</inkml:ink>
</file>

<file path=ppt/ink/ink4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3:20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117 198 288 0 0,'0'0'6387'0'0,"-5"4"-6000"0"0,-16 15 576 0 0,1 1 0 0 0,-24 30 1 0 0,19-18 120 0 0,23-31-364 0 0,7-4-704 0 0,1-2-36 0 0,1 1 1 0 0,0 0-1 0 0,0 0 0 0 0,0 0 1 0 0,0 1-1 0 0,1 0 0 0 0,-1 0 1 0 0,1 1-1 0 0,15-3 1 0 0,-18 5-14 0 0,1 1 0 0 0,-1 0 0 0 0,0-1 1 0 0,0 2-1 0 0,0-1 0 0 0,0 1 0 0 0,0-1 0 0 0,0 1 1 0 0,8 5-1 0 0,19 7-79 0 0,-24-12 101 0 0,-1 0 1 0 0,1 0-1 0 0,-1-1 1 0 0,1 0-1 0 0,-1 0 1 0 0,1-1-1 0 0,0 0 1 0 0,-1 0-1 0 0,1-1 1 0 0,0 0-1 0 0,-1 0 1 0 0,1-1-1 0 0,-1 0 1 0 0,0 0 0 0 0,0-1-1 0 0,0 0 1 0 0,0 0-1 0 0,0 0 1 0 0,0-1-1 0 0,-1 0 1 0 0,10-8-1 0 0,-4 3 91 0 0,-1-1 0 0 0,0-1 0 0 0,0 1-1 0 0,-1-2 1 0 0,-1 1 0 0 0,0-2 0 0 0,0 1-1 0 0,-1-1 1 0 0,11-26 0 0 0,-12 22 307 0 0,-1-1 1 0 0,-1 0-1 0 0,-1-1 1 0 0,0 1-1 0 0,1-33 0 0 0,-5 50 79 0 0,-2 8-402 0 0,-11 53 48 0 0,3 0 0 0 0,2 1-1 0 0,3 0 1 0 0,3 0 0 0 0,3 0 0 0 0,2 0 0 0 0,2 0 0 0 0,4-1 0 0 0,20 78 0 0 0,-21-105 93 0 0,4 43-1 0 0,-9-56 120 0 0,-3-17 1023 0 0,0-12-1142 0 0,-3-90 292 0 0,12-103 0 0 0,-5 161-419 0 0,2 0 1 0 0,2 1-1 0 0,1-1 0 0 0,2 2 1 0 0,25-59-1 0 0,-34 92-78 0 0,1-1-1 0 0,0 1 0 0 0,1 0 1 0 0,-1 0-1 0 0,1 0 0 0 0,1 1 1 0 0,-1-1-1 0 0,1 1 1 0 0,0 0-1 0 0,0 0 0 0 0,0 0 1 0 0,1 1-1 0 0,0 0 1 0 0,0 0-1 0 0,0 0 0 0 0,0 1 1 0 0,0 0-1 0 0,1 0 1 0 0,-1 1-1 0 0,1 0 0 0 0,11-3 1 0 0,-16 5-14 0 0,1 0 0 0 0,-1 0 0 0 0,0 0 0 0 0,1 0 0 0 0,-1 0 0 0 0,0 1 0 0 0,1-1 0 0 0,-1 1 0 0 0,0-1 0 0 0,1 1 0 0 0,-1 0 0 0 0,0 0 1 0 0,0 0-1 0 0,0 0 0 0 0,0 0 0 0 0,0 1 0 0 0,0-1 0 0 0,0 0 0 0 0,0 1 0 0 0,-1 0 0 0 0,1-1 0 0 0,0 1 0 0 0,-1 0 0 0 0,1 0 0 0 0,-1 0 0 0 0,0 0 0 0 0,0 0 0 0 0,0 0 0 0 0,0 0 0 0 0,0 0 1 0 0,1 4-1 0 0,0 0-12 0 0,-1-1 0 0 0,1 1-1 0 0,-1 0 1 0 0,0 0 0 0 0,-1 0 0 0 0,1-1 0 0 0,-1 1 0 0 0,0 0 0 0 0,-1 0 0 0 0,1 0 0 0 0,-2 6 0 0 0,0-6 29 0 0,-1 0 1 0 0,1 0-1 0 0,-1-1 0 0 0,0 1 0 0 0,0-1 1 0 0,0 0-1 0 0,-1 0 0 0 0,1 0 0 0 0,-1 0 1 0 0,-1-1-1 0 0,1 0 0 0 0,-1 1 0 0 0,1-2 1 0 0,-1 1-1 0 0,0 0 0 0 0,-9 4 1 0 0,0-1-457 0 0,-1-1 0 0 0,1-1 0 0 0,-1 0 0 0 0,0 0 0 0 0,-19 2 0 0 0,32-7-543 0 0,-9-5-1848 0 0</inkml:trace>
</inkml:ink>
</file>

<file path=ppt/ink/ink4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3:21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1148 0 0,'1'-1'398'0'0,"0"0"-1"0"0,0 1 0 0 0,0-1 1 0 0,0 0-1 0 0,0 0 1 0 0,0 1-1 0 0,1-1 0 0 0,-1 0 1 0 0,0 1-1 0 0,1-1 1 0 0,-1 1-1 0 0,0 0 0 0 0,1-1 1 0 0,-1 1-1 0 0,3 0 1 0 0,0 5-161 0 0,1 1 0 0 0,-1 0 0 0 0,0 1 0 0 0,0-1 0 0 0,-1 1 0 0 0,1-1 1 0 0,-2 1-1 0 0,1 0 0 0 0,-1 0 0 0 0,0 1 0 0 0,0-1 0 0 0,1 12 0 0 0,1 20 336 0 0,0 44 0 0 0,-3-50-202 0 0,0 1-127 0 0,2 25 505 0 0,-8 96 0 0 0,-11-33 250 0 0,16-120-821 0 0,-1-3-99 0 0,1 1 0 0 0,-1-1-1 0 0,1 1 1 0 0,-1-1 0 0 0,1 0-1 0 0,-1 1 1 0 0,1-1 0 0 0,0 0-1 0 0,-1 1 1 0 0,1-1 0 0 0,0 0-1 0 0,-1 1 1 0 0,1-1 0 0 0,0 0-1 0 0,0 0 1 0 0,0 1 0 0 0,0-1-1 0 0,0 0 1 0 0,0 0 0 0 0,0 1 0 0 0,0-1-1 0 0,0 0 1 0 0,0 0 0 0 0,0 1-1 0 0,0-2 1 0 0,4-43 320 0 0,14-47-593 0 0,-9 61 139 0 0,1 0 0 0 0,2 0 0 0 0,23-41 0 0 0,-29 60 29 0 0,1 0 1 0 0,0 1-1 0 0,1 1 1 0 0,0-1-1 0 0,1 1 1 0 0,0 0-1 0 0,0 1 1 0 0,1 0-1 0 0,0 1 1 0 0,1 0-1 0 0,15-9 1 0 0,-24 16 15 0 0,1-1 0 0 0,-1 1 1 0 0,0 0-1 0 0,1 0 0 0 0,-1 0 1 0 0,1 1-1 0 0,0-1 1 0 0,-1 0-1 0 0,1 1 0 0 0,0 0 1 0 0,-1 0-1 0 0,1-1 0 0 0,0 2 1 0 0,-1-1-1 0 0,1 0 0 0 0,0 0 1 0 0,-1 1-1 0 0,4 1 1 0 0,-4-1 1 0 0,0 0 1 0 0,0 0 0 0 0,0 0-1 0 0,-1 0 1 0 0,1 1 0 0 0,0-1 0 0 0,-1 1-1 0 0,1-1 1 0 0,-1 1 0 0 0,0-1-1 0 0,1 1 1 0 0,-1 0 0 0 0,0 0 0 0 0,0 0-1 0 0,0 0 1 0 0,0 0 0 0 0,0 0-1 0 0,0 2 1 0 0,0 1 2 0 0,0 0 0 0 0,0 0-1 0 0,-1-1 1 0 0,1 1 0 0 0,-1 0 0 0 0,0 0-1 0 0,-1 0 1 0 0,1-1 0 0 0,-1 1 0 0 0,0 0-1 0 0,0 0 1 0 0,0-1 0 0 0,-1 1-1 0 0,0-1 1 0 0,1 1 0 0 0,-2-1 0 0 0,1 0-1 0 0,0 1 1 0 0,-5 4 0 0 0,0-2-22 0 0,1 0 0 0 0,-1-1 0 0 0,0 0 1 0 0,0 0-1 0 0,-1 0 0 0 0,-8 4 0 0 0,11-8-489 0 0,1 0 0 0 0,-1 0 0 0 0,0 0 0 0 0,0 0 0 0 0,0-1 0 0 0,-10 2 0 0 0,12-3-1815 0 0</inkml:trace>
</inkml:ink>
</file>

<file path=ppt/ink/ink4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3:21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10773 0 0,'0'0'1264'0'0,"23"-3"-699"0"0,-20 3-511 0 0,0 0 0 0 0,0 0-1 0 0,-1 1 1 0 0,1-1 0 0 0,0 1-1 0 0,0 0 1 0 0,-1 0 0 0 0,1 0-1 0 0,0 0 1 0 0,-1 0 0 0 0,1 0-1 0 0,-1 1 1 0 0,0-1 0 0 0,1 1-1 0 0,-1 0 1 0 0,0 0 0 0 0,0 0-1 0 0,0 0 1 0 0,0 0-1 0 0,0 0 1 0 0,-1 0 0 0 0,1 1-1 0 0,-1-1 1 0 0,1 1 0 0 0,-1-1-1 0 0,0 1 1 0 0,0-1 0 0 0,0 1-1 0 0,1 4 1 0 0,-1-1 5 0 0,0 1 1 0 0,0-1-1 0 0,0 0 0 0 0,-1 1 0 0 0,0 0 1 0 0,0-1-1 0 0,-1 1 0 0 0,1-1 1 0 0,-4 9-1 0 0,4-12-247 0 0,-1-1 1 0 0,1 1-1 0 0,-1 0 0 0 0,0 0 0 0 0,0-1 1 0 0,-1 1-1 0 0,1-1 0 0 0,0 1 1 0 0,-1-1-1 0 0,0 0 0 0 0,1 1 1 0 0,-1-1-1 0 0,0 0 0 0 0,0 0 1 0 0,0 0-1 0 0,0-1 0 0 0,-1 1 0 0 0,1 0 1 0 0,0-1-1 0 0,-1 1 0 0 0,-4 1 1 0 0</inkml:trace>
</inkml:ink>
</file>

<file path=ppt/ink/ink4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3:21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0 134 508 0 0,'9'-56'5617'0'0,"-8"42"-3970"0"0,1-1 0 0 0,1 1 0 0 0,5-19-1 0 0,-7 32-1764 0 0</inkml:trace>
</inkml:ink>
</file>

<file path=ppt/ink/ink4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3:22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50 692 0 0,'-17'30'5184'0'0,"-13"41"-1171"0"0,29-69-3767 0 0,7-9 1631 0 0,25-29-1460 0 0,-29 34-441 0 0,0 0 0 0 0,0 0 0 0 0,0 1 0 0 0,1-1 0 0 0,-1 0-1 0 0,0 1 1 0 0,1 0 0 0 0,0-1 0 0 0,-1 1 0 0 0,1 0 0 0 0,-1 0 0 0 0,1 1 0 0 0,0-1-1 0 0,0 0 1 0 0,-1 1 0 0 0,6-1 0 0 0,64 11-1778 0 0,-45-5 675 0 0,0-2 0 0 0,0 0 0 0 0,40-3 0 0 0,-52-1 803 0 0,0-1 0 0 0,-1 0 1 0 0,1-2-1 0 0,15-4 0 0 0,-25 6 413 0 0,0 0 1 0 0,0 0-1 0 0,-1 0 1 0 0,1-1-1 0 0,0 1 1 0 0,-1-1-1 0 0,0 0 1 0 0,0-1-1 0 0,0 1 1 0 0,0-1-1 0 0,0 0 1 0 0,-1 1-1 0 0,1-2 1 0 0,4-6-1 0 0,-8 10-31 0 0,1 0 0 0 0,-1 0 0 0 0,1 0 0 0 0,-1 0 0 0 0,1 1-1 0 0,-1-1 1 0 0,0 0 0 0 0,1 0 0 0 0,-1 0 0 0 0,0 0-1 0 0,0 0 1 0 0,0 0 0 0 0,0 0 0 0 0,0 0 0 0 0,0 0-1 0 0,0 0 1 0 0,0 0 0 0 0,0 0 0 0 0,0 0 0 0 0,-1 0-1 0 0,1 0 1 0 0,0 0 0 0 0,0 0 0 0 0,-1 0 0 0 0,1 0 0 0 0,-1 0-1 0 0,1 0 1 0 0,-1 0 0 0 0,0 0 0 0 0,1 1 0 0 0,-1-1-1 0 0,0 0 1 0 0,1 0 0 0 0,-1 1 0 0 0,0-1 0 0 0,0 1-1 0 0,0-1 1 0 0,1 0 0 0 0,-1 1 0 0 0,0 0 0 0 0,0-1-1 0 0,0 1 1 0 0,0-1 0 0 0,0 1 0 0 0,0 0 0 0 0,0 0 0 0 0,0 0-1 0 0,0 0 1 0 0,0-1 0 0 0,0 1 0 0 0,-2 1 0 0 0,-6-2 259 0 0,1 0 0 0 0,-1 1 0 0 0,1 0 0 0 0,-17 3 0 0 0,-8 8 324 0 0,31-10-626 0 0,1 0 1 0 0,-1 0-1 0 0,0 1 1 0 0,1-1-1 0 0,-1 0 0 0 0,1 0 1 0 0,-1 1-1 0 0,1-1 0 0 0,0 1 1 0 0,0-1-1 0 0,-1 1 0 0 0,1 0 1 0 0,0-1-1 0 0,0 1 0 0 0,1 0 1 0 0,-1 0-1 0 0,0 0 1 0 0,1-1-1 0 0,-1 1 0 0 0,1 0 1 0 0,-1 0-1 0 0,1 4 0 0 0,14 15-472 0 0,-11-21 401 0 0,-1 1 0 0 0,0 0 1 0 0,0-1-1 0 0,1 1 0 0 0,-1-1 0 0 0,1 0 1 0 0,-1 0-1 0 0,0 0 0 0 0,1 0 0 0 0,-1 0 1 0 0,1 0-1 0 0,-1-1 0 0 0,0 1 0 0 0,1-1 1 0 0,-1 0-1 0 0,0 1 0 0 0,0-1 0 0 0,4-2 1 0 0,45-26-539 0 0,-26 14 298 0 0,-23 14 298 0 0,0-1 1 0 0,1 1-1 0 0,-1 0 0 0 0,0 0 0 0 0,0 1 0 0 0,0-1 0 0 0,1 0 1 0 0,-1 1-1 0 0,1-1 0 0 0,-1 1 0 0 0,0 0 0 0 0,1 0 1 0 0,2 0-1 0 0,-4 1 9 0 0,0-1 0 0 0,0 1-1 0 0,0 0 1 0 0,0 0 0 0 0,0 0 0 0 0,0 0 0 0 0,-1-1 0 0 0,1 1 0 0 0,0 0 0 0 0,-1 0-1 0 0,1 0 1 0 0,0 1 0 0 0,-1-1 0 0 0,1 0 0 0 0,-1 0 0 0 0,0 0 0 0 0,1 0 0 0 0,-1 0 0 0 0,0 1-1 0 0,0-1 1 0 0,0 0 0 0 0,1 0 0 0 0,-1 0 0 0 0,-1 1 0 0 0,1-1 0 0 0,0 0 0 0 0,0 2-1 0 0,-2 34 157 0 0,-1 0-1 0 0,-2 0 0 0 0,-1 0 1 0 0,-12 36-1 0 0,-52 141 231 0 0,51-161-291 0 0,13-33 55 0 0,-1 0 1 0 0,-1-1 0 0 0,0-1 0 0 0,-1 1-1 0 0,-1-1 1 0 0,-1-1 0 0 0,-1 0 0 0 0,0 0-1 0 0,-22 22 1 0 0,32-37-64 0 0,1-1 1 0 0,-1 1-1 0 0,1-1 0 0 0,-1 0 1 0 0,0 0-1 0 0,1 1 0 0 0,-1-1 1 0 0,0 0-1 0 0,0 0 1 0 0,0-1-1 0 0,0 1 0 0 0,0 0 1 0 0,0-1-1 0 0,0 1 0 0 0,0-1 1 0 0,0 1-1 0 0,0-1 0 0 0,0 0 1 0 0,0 0-1 0 0,0 0 0 0 0,-3 0 1 0 0,3-1-29 0 0,1 0 0 0 0,-1 0 0 0 0,1 0 0 0 0,-1 0 0 0 0,1 0 0 0 0,-1 0 0 0 0,1-1 0 0 0,0 1 0 0 0,0 0 0 0 0,-1-1 0 0 0,1 1 0 0 0,0-1 0 0 0,0 1 0 0 0,0-1 0 0 0,1 1 1 0 0,-1-1-1 0 0,0 0 0 0 0,1 0 0 0 0,-1-1 0 0 0,-2-6 73 0 0,1 1 1 0 0,1 0 0 0 0,0-1-1 0 0,0 0 1 0 0,1 1-1 0 0,0-1 1 0 0,0 1 0 0 0,4-17-1 0 0,4-11 298 0 0,28-68 1 0 0,-32 93-682 0 0,1 0 0 0 0,1 0 0 0 0,0 1 0 0 0,0-1 1 0 0,1 1-1 0 0,0 1 0 0 0,1-1 0 0 0,0 1 0 0 0,0 1 1 0 0,11-9-1 0 0,-4 9-942 0 0,8-2-4757 0 0,-18 8 4401 0 0</inkml:trace>
</inkml:ink>
</file>

<file path=ppt/ink/ink4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3:22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0 1532 0 0,'18'1'15271'0'0,"-25"33"-12688"0"0,-29 39-4461 0 0,-21 7-906 0 0,13-31-3023 0 0,36-40 4009 0 0,-16 18-2205 0 0</inkml:trace>
</inkml:ink>
</file>

<file path=ppt/ink/ink4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3:28.7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1 616 0 0,'0'0'2998'0'0,"1"7"-2512"0"0,4 76 1346 0 0,-3 0 0 0 0,-14 133 0 0 0,8-162-1166 0 0,1-12-176 0 0,0 8 700 0 0,-11 63-1 0 0,10-82 278 0 0,4-31-1453 0 0,0 0-1 0 0,0 0 0 0 0,0 0 1 0 0,0 0-1 0 0,0 1 0 0 0,0-1 1 0 0,0 0-1 0 0,0 0 1 0 0,0 0-1 0 0,1 0 0 0 0,-1 0 1 0 0,0 0-1 0 0,0 1 0 0 0,0-1 1 0 0,0 0-1 0 0,0 0 0 0 0,0 0 1 0 0,1 0-1 0 0,-1 0 0 0 0,0 0 1 0 0,0 0-1 0 0,0 0 0 0 0,0 0 1 0 0,0 1-1 0 0,1-1 0 0 0,-1 0 1 0 0,0 0-1 0 0,0 0 1 0 0,0 0-1 0 0,0 0 0 0 0,1 0 1 0 0,-1 0-1 0 0,0 0 0 0 0,0 0 1 0 0,0 0-1 0 0,0 0 0 0 0,0 0 1 0 0,1 0-1 0 0,-1-1 0 0 0,0 1 1 0 0,0 0-1 0 0,0 0 0 0 0,0 0 1 0 0,1 0-1 0 0,-1 0 1 0 0,0 0-1 0 0,0 0 0 0 0,0 0 1 0 0,0 0-1 0 0,0 0 0 0 0,0-1 1 0 0,0 1-1 0 0,1 0 0 0 0,-1 0 1 0 0,0 0-1 0 0,0 0 0 0 0,0 0 1 0 0,0-1-1 0 0,0 1 0 0 0,0 0 1 0 0,0 0-1 0 0,0 0 0 0 0,0 0 1 0 0,0-1-1 0 0,29-45 575 0 0,-16 25-545 0 0,6-9 12 0 0,12-22-52 0 0,3 1 0 0 0,2 2 1 0 0,81-85-1 0 0,-113 130-3 0 0,19-18-10 0 0,1 1-1 0 0,1 1 0 0 0,36-23 1 0 0,-59 43-36 0 0,0 3-44 0 0,4 14 83 0 0,-7-11 5 0 0,-1-1 0 0 0,0 0 0 0 0,0 1 0 0 0,0-1 0 0 0,-1 0 0 0 0,0 0 0 0 0,0-1 0 0 0,0 1-1 0 0,0 0 1 0 0,-1-1 0 0 0,0 0 0 0 0,-5 5 0 0 0,-56 48-9 0 0,35-36 1 0 0,9-6-16 0 0,0 1-1 0 0,-32 31 1 0 0,52-46 16 0 0,3 2 9 0 0,1 0 0 0 0,-1 1-1 0 0,1-1 1 0 0,-1-1 0 0 0,1 1-1 0 0,0 0 1 0 0,0-1 0 0 0,0 1-1 0 0,0-1 1 0 0,1 0-1 0 0,-1 0 1 0 0,1 0 0 0 0,5 2-1 0 0,55 17-66 0 0,-35-13-127 0 0,-3 1-398 0 0,70 20-1849 0 0,-30-21-4855 0 0,-48-9 4356 0 0</inkml:trace>
</inkml:ink>
</file>

<file path=ppt/ink/ink4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3:29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194 162 672 0 0,'0'0'1538'0'0,"-11"-6"1466"0"0,4 8-2721 0 0,0-1-1 0 0,1 2 0 0 0,-1-1 0 0 0,1 1 0 0 0,0 0 0 0 0,0 0 0 0 0,0 1 0 0 0,0 0 0 0 0,0 0 0 0 0,1 0 0 0 0,0 0 0 0 0,-7 8 0 0 0,-7 7 796 0 0,-29 40 1 0 0,44-54-964 0 0,1 0 0 0 0,-1 0 1 0 0,1 0-1 0 0,1 1 0 0 0,-1-1 1 0 0,1 0-1 0 0,0 1 0 0 0,0 0 0 0 0,1 0 1 0 0,-1-1-1 0 0,1 1 0 0 0,1 0 1 0 0,-1 0-1 0 0,1 0 0 0 0,0 0 1 0 0,0 0-1 0 0,2 10 0 0 0,-1-15-105 0 0,0 0 1 0 0,-1 0-1 0 0,1 0 0 0 0,0 0 0 0 0,0-1 1 0 0,0 1-1 0 0,0 0 0 0 0,0 0 0 0 0,0-1 1 0 0,0 1-1 0 0,0-1 0 0 0,0 1 0 0 0,0-1 1 0 0,0 1-1 0 0,0-1 0 0 0,1 0 0 0 0,-1 0 1 0 0,0 1-1 0 0,0-1 0 0 0,0 0 0 0 0,0 0 1 0 0,1 0-1 0 0,-1 0 0 0 0,0 0 0 0 0,0-1 1 0 0,0 1-1 0 0,2 0 0 0 0,32-8-62 0 0,-33 7 45 0 0,13-4-168 0 0,-1-1 0 0 0,1-1 0 0 0,-2 0 0 0 0,18-12 1 0 0,-1 1-303 0 0,-29 17 405 0 0,24 35-352 0 0,-22-31 424 0 0,-1 0 0 0 0,1 0 1 0 0,0 0-1 0 0,1-1 1 0 0,-1 1-1 0 0,0-1 0 0 0,1 0 1 0 0,-1 0-1 0 0,1 0 0 0 0,0 0 1 0 0,0 0-1 0 0,-1-1 0 0 0,1 0 1 0 0,0 0-1 0 0,0 0 1 0 0,1 0-1 0 0,-1-1 0 0 0,0 1 1 0 0,0-1-1 0 0,0 0 0 0 0,0 0 1 0 0,0-1-1 0 0,0 1 1 0 0,0-1-1 0 0,1 0 0 0 0,-1 0 1 0 0,-1 0-1 0 0,1-1 0 0 0,0 1 1 0 0,6-4-1 0 0,-1 1 62 0 0,-1-1 0 0 0,0 1 0 0 0,-1-2 0 0 0,1 1 0 0 0,-1-1 0 0 0,0 0-1 0 0,0 0 1 0 0,-1-1 0 0 0,0 0 0 0 0,0 0 0 0 0,0 0 0 0 0,-1-1 0 0 0,5-9 0 0 0,-7 12-11 0 0,-1 0 0 0 0,0 0 0 0 0,0-1 0 0 0,0 1 1 0 0,-1 0-1 0 0,0-1 0 0 0,0 1 0 0 0,0-1 0 0 0,-1 1 0 0 0,0-1 1 0 0,0 1-1 0 0,0-1 0 0 0,0 1 0 0 0,-2-6 0 0 0,1 9-17 0 0,2-1 2 0 0,-10-4 9 0 0,-13-8 25 0 0,19 13-67 0 0,2 1 5 0 0,6 4-58 0 0,7 5 43 0 0,0-1 0 0 0,-1 1 0 0 0,1 1 0 0 0,-2 0 0 0 0,1 1 0 0 0,-1 0 0 0 0,-1 0 0 0 0,0 1 0 0 0,0 1 0 0 0,-1-1 0 0 0,8 17 0 0 0,-10-16-57 0 0,1 0-1 0 0,0-1 1 0 0,18 21-1 0 0,-24-32 59 0 0,1 0 0 0 0,-1 1-1 0 0,1-1 1 0 0,-1 0 0 0 0,1 0-1 0 0,-1 0 1 0 0,1 0 0 0 0,0 0-1 0 0,-1 0 1 0 0,1 0 0 0 0,-1 0-1 0 0,1-1 1 0 0,-1 1 0 0 0,1-1-1 0 0,-1 1 1 0 0,0-1 0 0 0,1 1-1 0 0,-1-1 1 0 0,2-1 0 0 0,-1 1 10 0 0,5-3-18 0 0,-1-1 0 0 0,1-1 0 0 0,-1 0 0 0 0,0 0 1 0 0,0 0-1 0 0,0 0 0 0 0,-1-1 0 0 0,0 0 0 0 0,7-12 1 0 0,-5 8-9 0 0,4-10-11 0 0,0 0 0 0 0,-2-1 0 0 0,0 0 0 0 0,-2 0 0 0 0,7-34 0 0 0,-11 47 27 0 0,8-96 1390 0 0,-11 104-1016 0 0,0-9-191 0 0,0 7-91 0 0,0 9 457 0 0,-2 168-291 0 0,2-171-255 0 0,3 63 84 0 0,-3-61-92 0 0,1 0 0 0 0,-1-1 0 0 0,1 1 1 0 0,1 0-1 0 0,-1 0 0 0 0,1 0 1 0 0,-1-1-1 0 0,1 1 0 0 0,1-1 0 0 0,2 5 1 0 0,-3-8-14 0 0,0 0 1 0 0,-1 0 0 0 0,1 0 0 0 0,0-1-1 0 0,0 1 1 0 0,0 0 0 0 0,0-1-1 0 0,1 0 1 0 0,-1 1 0 0 0,0-1 0 0 0,0 0-1 0 0,0 0 1 0 0,0 0 0 0 0,0 0-1 0 0,0 0 1 0 0,0-1 0 0 0,0 1-1 0 0,0-1 1 0 0,0 1 0 0 0,0-1 0 0 0,0 0-1 0 0,0 0 1 0 0,3-2 0 0 0,47-23-410 0 0,32-28-165 0 0,-82 53 583 0 0,4-4 257 0 0,-6 5-233 0 0,0 0 0 0 0,0 0-1 0 0,0 0 1 0 0,0 0-1 0 0,0 0 1 0 0,0 0-1 0 0,0 0 1 0 0,0 1-1 0 0,0-1 1 0 0,0 0 0 0 0,0 0-1 0 0,0 0 1 0 0,0 0-1 0 0,0 0 1 0 0,0 0-1 0 0,0 0 1 0 0,0 0 0 0 0,0 0-1 0 0,0 0 1 0 0,0 0-1 0 0,0 0 1 0 0,0 0-1 0 0,0 1 1 0 0,1-1-1 0 0,-1 0 1 0 0,0 0 0 0 0,0 0-1 0 0,0 0 1 0 0,0 0-1 0 0,0 0 1 0 0,0 0-1 0 0,0 0 1 0 0,0 0 0 0 0,0 0-1 0 0,0 0 1 0 0,-12 14 274 0 0,-1 0 1 0 0,-1-1 0 0 0,-29 22-1 0 0,42-34-121 0 0,2 21 35 0 0,6-17-332 0 0,1-1 0 0 0,0 0 0 0 0,0-1 0 0 0,0 0 0 0 0,0 0-1 0 0,1-1 1 0 0,-1 0 0 0 0,1-1 0 0 0,14 2 0 0 0,54-5-8816 0 0,-50-1 5935 0 0</inkml:trace>
</inkml:ink>
</file>

<file path=ppt/ink/ink4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3:30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1 92 0 0,'0'0'11212'0'0,"-6"0"-10786"0"0,-2 2-141 0 0,0 1 0 0 0,0-1 0 0 0,0 1 1 0 0,1 1-1 0 0,-1 0 0 0 0,1 0 0 0 0,-1 0 1 0 0,1 1-1 0 0,1 0 0 0 0,-9 7 0 0 0,-50 54 1945 0 0,64-66-2210 0 0,1 1 1 0 0,-1 0-1 0 0,1-1 0 0 0,0 1 1 0 0,-1 0-1 0 0,1-1 1 0 0,0 1-1 0 0,0 0 0 0 0,0-1 1 0 0,-1 1-1 0 0,1 0 0 0 0,0-1 1 0 0,0 1-1 0 0,0 0 1 0 0,0-1-1 0 0,0 1 0 0 0,0 0 1 0 0,0 0-1 0 0,1-1 0 0 0,-1 1 1 0 0,0 0-1 0 0,0-1 1 0 0,0 1-1 0 0,1 0 0 0 0,-1-1 1 0 0,0 1-1 0 0,1-1 0 0 0,-1 1 1 0 0,0 0-1 0 0,1-1 1 0 0,-1 1-1 0 0,1-1 0 0 0,-1 1 1 0 0,1-1-1 0 0,-1 1 1 0 0,1-1-1 0 0,0 0 0 0 0,-1 1 1 0 0,1-1-1 0 0,-1 0 0 0 0,1 1 1 0 0,0-1-1 0 0,-1 0 1 0 0,1 0-1 0 0,0 0 0 0 0,-1 1 1 0 0,1-1-1 0 0,0 0 0 0 0,-1 0 1 0 0,1 0-1 0 0,0 0 1 0 0,1 0-1 0 0,73-1 580 0 0,4 1-1503 0 0,-26 11-4659 0 0,-31 4-3402 0 0</inkml:trace>
</inkml:ink>
</file>

<file path=ppt/ink/ink4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3:31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16 111 804 0 0,'0'0'979'0'0,"-8"-14"2622"0"0,6 11-3328 0 0,1 1 1 0 0,0 0-1 0 0,0-1 0 0 0,1 1 1 0 0,-1 0-1 0 0,0-1 0 0 0,1 1 1 0 0,0-1-1 0 0,-1 1 1 0 0,1-1-1 0 0,0 1 0 0 0,0-1 1 0 0,0 0-1 0 0,1 1 0 0 0,-1-1 1 0 0,0 1-1 0 0,1-1 1 0 0,0 1-1 0 0,0 0 0 0 0,0-1 1 0 0,0 1-1 0 0,0 0 0 0 0,2-3 1 0 0,-1 2-125 0 0,1 0-1 0 0,0 0 1 0 0,0 1 0 0 0,0 0 0 0 0,0-1-1 0 0,0 1 1 0 0,1 0 0 0 0,-1 1 0 0 0,1-1-1 0 0,-1 0 1 0 0,1 1 0 0 0,-1 0 0 0 0,1 0 0 0 0,4-1-1 0 0,0 1-77 0 0,1-1-1 0 0,0 1 0 0 0,0 1 0 0 0,-1 0 1 0 0,1 0-1 0 0,0 1 0 0 0,0-1 0 0 0,-1 2 1 0 0,1 0-1 0 0,0 0 0 0 0,-1 0 1 0 0,0 1-1 0 0,14 6 0 0 0,-13-2-25 0 0,0 0 0 0 0,-1 0 0 0 0,0 1-1 0 0,0 0 1 0 0,0 1 0 0 0,-1-1 0 0 0,-1 2 0 0 0,1-1 0 0 0,-1 1 0 0 0,8 19-1 0 0,-7-15-4 0 0,-2 1 0 0 0,0-1-1 0 0,-1 1 1 0 0,0 0-1 0 0,-1 1 1 0 0,-1-1 0 0 0,1 24-1 0 0,-4-30 109 0 0,0-1 0 0 0,0 0 0 0 0,-1 0 0 0 0,0 0 0 0 0,-1-1 0 0 0,1 1 0 0 0,-2 0 0 0 0,-4 9 0 0 0,7-16-58 0 0,-3 2 41 0 0,4-3-123 0 0,0 0-1 0 0,0 1 0 0 0,0-1 0 0 0,0 0 1 0 0,0 0-1 0 0,-1 0 0 0 0,1 1 0 0 0,0-1 0 0 0,0 0 1 0 0,0 0-1 0 0,-1 0 0 0 0,1 1 0 0 0,0-1 1 0 0,0 0-1 0 0,0 0 0 0 0,-1 0 0 0 0,1 0 1 0 0,0 0-1 0 0,0 0 0 0 0,-1 0 0 0 0,1 0 0 0 0,0 0 1 0 0,0 1-1 0 0,-1-1 0 0 0,1 0 0 0 0,0 0 1 0 0,0 0-1 0 0,-1 0 0 0 0,1-1 0 0 0,0 1 1 0 0,0 0-1 0 0,-1 0 0 0 0,1 0 0 0 0,0 0 0 0 0,0 0 1 0 0,-1 0-1 0 0,1 0 0 0 0,0 0 0 0 0,0 0 1 0 0,0-1-1 0 0,-1 1 0 0 0,1 0 0 0 0,-4-2 4 0 0,0-1 0 0 0,0 0-1 0 0,0 1 1 0 0,1-1 0 0 0,-1 0-1 0 0,1-1 1 0 0,0 1 0 0 0,0-1-1 0 0,0 1 1 0 0,1-1 0 0 0,-1 0-1 0 0,1 0 1 0 0,0 0 0 0 0,0 0-1 0 0,0 0 1 0 0,0-1 0 0 0,1 1 0 0 0,0-1-1 0 0,0 1 1 0 0,0-1 0 0 0,0 1-1 0 0,1-1 1 0 0,0 0 0 0 0,0 1-1 0 0,0-1 1 0 0,0 1 0 0 0,1-1-1 0 0,-1 0 1 0 0,3-4 0 0 0,-1-1-90 0 0,0-1 0 0 0,1 1 1 0 0,1 0-1 0 0,0 0 1 0 0,0 0-1 0 0,1 1 0 0 0,0 0 1 0 0,1-1-1 0 0,0 2 1 0 0,0-1-1 0 0,1 1 1 0 0,10-10-1 0 0,-1 4-25 0 0,0 0 1 0 0,1 2 0 0 0,1 0-1 0 0,22-11 1 0 0,-33 19 67 0 0,1 0 0 0 0,0 1 0 0 0,1 0 0 0 0,-1 0 0 0 0,1 1 0 0 0,-1 0 0 0 0,1 0 0 0 0,-1 1 0 0 0,1 0 0 0 0,0 1 0 0 0,0 0 0 0 0,14 1 0 0 0,-20 0 24 0 0,0 0 0 0 0,0 0 1 0 0,0 0-1 0 0,0 0 0 0 0,-1 1 0 0 0,1-1 0 0 0,0 1 0 0 0,-1 0 0 0 0,1-1 1 0 0,-1 1-1 0 0,0 0 0 0 0,1 0 0 0 0,-1 1 0 0 0,0-1 0 0 0,0 0 1 0 0,0 1-1 0 0,-1 0 0 0 0,1-1 0 0 0,1 5 0 0 0,3 6 0 0 0,-1 0 0 0 0,0 0-1 0 0,3 16 1 0 0,6 14-47 0 0,-11-36 62 0 0,1 1 0 0 0,-1-1 0 0 0,1 0-1 0 0,0-1 1 0 0,1 1 0 0 0,0-1 0 0 0,0 0-1 0 0,0 0 1 0 0,1 0 0 0 0,0-1 0 0 0,13 10 0 0 0,-13-12-6 0 0,0-1 0 0 0,0 1 1 0 0,0-1-1 0 0,0 0 0 0 0,1 0 1 0 0,-1-1-1 0 0,1 0 0 0 0,0 0 1 0 0,-1 0-1 0 0,1-1 0 0 0,-1 0 1 0 0,1-1-1 0 0,0 1 0 0 0,10-4 1 0 0,-6 2-14 0 0,-1 0 1 0 0,0-1-1 0 0,-1 0 1 0 0,1-1-1 0 0,0 0 0 0 0,-1-1 1 0 0,0 0-1 0 0,0 0 1 0 0,0-1-1 0 0,-1 0 1 0 0,0-1-1 0 0,0 0 1 0 0,7-8-1 0 0,-10 9 27 0 0,0 1 1 0 0,-1-1-1 0 0,0 0 1 0 0,0-1-1 0 0,0 1 1 0 0,-1-1-1 0 0,0 1 0 0 0,0-1 1 0 0,0 0-1 0 0,-1 0 1 0 0,-1-1-1 0 0,1 1 1 0 0,-1 0-1 0 0,0 0 0 0 0,0-1 1 0 0,-1 1-1 0 0,0-1 1 0 0,-1 1-1 0 0,-1-9 0 0 0,-9-12 388 0 0,11 27-360 0 0,-1 0 1 0 0,0 0-1 0 0,1 0 0 0 0,-1 0 0 0 0,1 0 0 0 0,-1 0 0 0 0,0 1 0 0 0,0-1 1 0 0,0 0-1 0 0,1 0 0 0 0,-1 1 0 0 0,0-1 0 0 0,0 1 0 0 0,0-1 0 0 0,0 0 0 0 0,0 1 1 0 0,0 0-1 0 0,0-1 0 0 0,0 1 0 0 0,0 0 0 0 0,-1-1 0 0 0,1 1 0 0 0,-2 0 1 0 0,0 0-7 0 0,0 1 0 0 0,0-1 0 0 0,0 1 0 0 0,0 0 0 0 0,0 0 0 0 0,0 0 0 0 0,0 0 0 0 0,0 1-1 0 0,1-1 1 0 0,-1 1 0 0 0,0 0 0 0 0,1 0 0 0 0,-1-1 0 0 0,1 2 0 0 0,0-1 0 0 0,0 0 0 0 0,0 0 0 0 0,0 1 0 0 0,0-1 0 0 0,0 1 0 0 0,0 0 0 0 0,1-1 0 0 0,-1 1 0 0 0,1 0 0 0 0,0 0 0 0 0,0 0 0 0 0,0 0 0 0 0,0 0 0 0 0,1 0 0 0 0,-1 0 0 0 0,1 0 0 0 0,0 0 0 0 0,0 7 0 0 0,0-5-76 0 0,0 1 0 0 0,1 0 0 0 0,0-1 0 0 0,0 1 0 0 0,0-1 0 0 0,1 1 0 0 0,0-1 1 0 0,0 1-1 0 0,0-1 0 0 0,1 0 0 0 0,-1 0 0 0 0,1 0 0 0 0,0-1 0 0 0,1 1 0 0 0,-1-1 0 0 0,1 1 0 0 0,0-1 0 0 0,5 4 0 0 0,0-1-441 0 0,1-2-1 0 0,-1 1 1 0 0,1-1-1 0 0,0-1 1 0 0,12 4 0 0 0,29 4-7365 0 0,-32-10 4081 0 0</inkml:trace>
</inkml:ink>
</file>

<file path=ppt/ink/ink4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3:32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45 504 0 0,'0'0'1170'0'0,"6"-20"3344"0"0,-5 7 2837 0 0,-2 12-7271 0 0,0 0 0 0 0,0 0 0 0 0,0 0 0 0 0,0 0 0 0 0,0 0 0 0 0,0 1 0 0 0,0-1 0 0 0,0 0 0 0 0,0 1 1 0 0,-1-1-1 0 0,1 1 0 0 0,0-1 0 0 0,0 1 0 0 0,-1 0 0 0 0,1-1 0 0 0,0 1 0 0 0,-1 0 0 0 0,1 0 0 0 0,0 0 0 0 0,-1 0 1 0 0,1 0-1 0 0,0 0 0 0 0,-2 1 0 0 0,-1 0 25 0 0,0 0 0 0 0,0 0 0 0 0,0 0 0 0 0,1 1 0 0 0,-1 0 1 0 0,1 0-1 0 0,-1 0 0 0 0,-3 3 0 0 0,0 0 31 0 0,1 1 0 0 0,0-1 0 0 0,0 1 0 0 0,0 0 0 0 0,1 1 0 0 0,0-1 1 0 0,-9 15-1 0 0,13-18-122 0 0,0-1 0 0 0,0 1 0 0 0,-1 0 0 0 0,2 0 0 0 0,-1 0 1 0 0,0 0-1 0 0,0 0 0 0 0,1 0 0 0 0,0 0 0 0 0,0 0 0 0 0,0 0 1 0 0,0 0-1 0 0,0 0 0 0 0,0 0 0 0 0,1-1 0 0 0,-1 1 0 0 0,1 0 1 0 0,0 0-1 0 0,0 0 0 0 0,0 0 0 0 0,0 0 0 0 0,1-1 1 0 0,-1 1-1 0 0,1-1 0 0 0,-1 1 0 0 0,1-1 0 0 0,0 1 0 0 0,0-1 1 0 0,0 0-1 0 0,0 0 0 0 0,0 0 0 0 0,1 0 0 0 0,2 2 0 0 0,1-1-67 0 0,1 1 0 0 0,-1-1 0 0 0,1 0-1 0 0,0 0 1 0 0,-1-1 0 0 0,1 0-1 0 0,0 0 1 0 0,0-1 0 0 0,0 0 0 0 0,1 0-1 0 0,-1-1 1 0 0,0 1 0 0 0,10-2 0 0 0,-3-1-26 0 0,-1-1 1 0 0,0 0 0 0 0,-1 0 0 0 0,1-2-1 0 0,-1 1 1 0 0,1-2 0 0 0,-1 1 0 0 0,-1-2-1 0 0,14-9 1 0 0,-6 3-17 0 0,-1-1-1 0 0,-1-1 1 0 0,0-1-1 0 0,22-26 0 0 0,-10 6 597 0 0,-28 34-310 0 0,-6 5-175 0 0,2-1-13 0 0,-1 1 0 0 0,1-1 1 0 0,0 1-1 0 0,-1 0 0 0 0,1 0 0 0 0,0 0 1 0 0,1 0-1 0 0,-1 0 0 0 0,1 1 0 0 0,-1-1 1 0 0,1 1-1 0 0,0 0 0 0 0,0-1 0 0 0,0 1 1 0 0,1 0-1 0 0,0 0 0 0 0,-1 0 1 0 0,1 0-1 0 0,1 1 0 0 0,-1-1 0 0 0,1 0 1 0 0,-1 0-1 0 0,1 0 0 0 0,0 1 0 0 0,1-1 1 0 0,-1 0-1 0 0,1 0 0 0 0,0 1 0 0 0,0-1 1 0 0,0 0-1 0 0,0 0 0 0 0,1 0 0 0 0,0 0 1 0 0,-1-1-1 0 0,6 7 0 0 0,-6-8-16 0 0,0-1 0 0 0,0 0-1 0 0,1 0 1 0 0,-1 0 0 0 0,0 0 0 0 0,1 0-1 0 0,-1-1 1 0 0,1 1 0 0 0,-1 0-1 0 0,1 0 1 0 0,-1-1 0 0 0,1 1 0 0 0,0-1-1 0 0,-1 0 1 0 0,1 1 0 0 0,0-1-1 0 0,-1 0 1 0 0,1 0 0 0 0,0 0 0 0 0,-1 0-1 0 0,1 0 1 0 0,0-1 0 0 0,-1 1 0 0 0,1 0-1 0 0,2-2 1 0 0,43-14-359 0 0,-39 12 274 0 0,19-8-363 0 0,39-23-1 0 0,2-1 30 0 0,-53 29 349 0 0,-2 0 40 0 0,1 0 1 0 0,-1 2-1 0 0,1-1 0 0 0,0 2 0 0 0,0 0 1 0 0,0 0-1 0 0,1 2 0 0 0,28-3 1 0 0,-25 5 74 0 0,-16 0-24 0 0,-1 0-1 0 0,0-1 0 0 0,0 1 0 0 0,0 0 0 0 0,0 0 0 0 0,0 0 0 0 0,0 0 1 0 0,0 0-1 0 0,0 1 0 0 0,0-1 0 0 0,0 0 0 0 0,0 0 0 0 0,0 1 0 0 0,0-1 0 0 0,0 0 1 0 0,0 1-1 0 0,0-1 0 0 0,0 1 0 0 0,0 0 0 0 0,0-1 0 0 0,0 1 0 0 0,0 0 0 0 0,0-1 1 0 0,-1 1-1 0 0,1 0 0 0 0,0 0 0 0 0,-1 0 0 0 0,1-1 0 0 0,0 3 0 0 0,0-1 39 0 0,-1-1-44 0 0,-1 1 1 0 0,1 0-1 0 0,0-1 1 0 0,0 1 0 0 0,-1 0-1 0 0,1 0 1 0 0,0-1-1 0 0,0 1 1 0 0,1 0 0 0 0,-1 0-1 0 0,0-1 1 0 0,1 1-1 0 0,-1 0 1 0 0,0-1 0 0 0,1 1-1 0 0,0-1 1 0 0,-1 1-1 0 0,1 0 1 0 0,1 1 0 0 0,12-9-19 0 0,0 0 0 0 0,1 1 0 0 0,-1 1 1 0 0,1 0-1 0 0,0 1 0 0 0,0 1 0 0 0,0 0 0 0 0,17 0 1 0 0,-32 2 21 0 0,1 0 0 0 0,-1 0 0 0 0,1 0 0 0 0,-1 0 0 0 0,1 0 0 0 0,-1 0 0 0 0,1 0 0 0 0,-1 0 1 0 0,1 0-1 0 0,-1 0 0 0 0,1 0 0 0 0,-1 0 0 0 0,0 1 0 0 0,1-1 0 0 0,-1 0 0 0 0,1 0 0 0 0,-1 0 0 0 0,1 1 0 0 0,-1-1 1 0 0,0 0-1 0 0,1 0 0 0 0,-1 1 0 0 0,0-1 0 0 0,1 0 0 0 0,-1 1 0 0 0,0-1 0 0 0,1 0 0 0 0,-1 1 0 0 0,0-1 1 0 0,0 1-1 0 0,1-1 0 0 0,-1 1 0 0 0,0-1 0 0 0,0 0 0 0 0,0 1 0 0 0,0-1 0 0 0,0 1 0 0 0,0-1 0 0 0,1 1 1 0 0,-11 21 155 0 0,-24 14-2710 0 0,30-33 1929 0 0,1 0-343 0 0,-4 2-3491 0 0,-9 6 976 0 0</inkml:trace>
</inkml:ink>
</file>

<file path=ppt/ink/ink4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3:35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1 944 0 0,'0'0'11152'0'0,"-1"4"-10896"0"0,-8 76 44 0 0,8-78-816 0 0,-11 12-6700 0 0</inkml:trace>
</inkml:ink>
</file>

<file path=ppt/ink/ink4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3:35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 20 0 0,'0'0'1016'0'0,"0"-17"760"0"0,0 6-320 0 0,3 3-336 0 0,6-3-1228 0 0,-1 10-668 0 0</inkml:trace>
</inkml:ink>
</file>

<file path=ppt/ink/ink4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3:36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1 386 752 0 0,'0'0'131'0'0,"0"1"0"0"0,1-1 1 0 0,-1 0-1 0 0,0 1 0 0 0,1-1 0 0 0,-1 0 0 0 0,0 1 0 0 0,1-1 1 0 0,-1 0-1 0 0,0 0 0 0 0,1 0 0 0 0,-1 1 0 0 0,1-1 1 0 0,-1 0-1 0 0,0 0 0 0 0,1 0 0 0 0,-1 0 0 0 0,1 0 0 0 0,-1 0 1 0 0,1 0-1 0 0,-1 0 0 0 0,0 0 0 0 0,1 0 0 0 0,-1 0 0 0 0,1 0 1 0 0,-1 0-1 0 0,1 0 0 0 0,-1 0 0 0 0,0 0 0 0 0,1 0 0 0 0,-1-1 1 0 0,1 1-1 0 0,-1 0 0 0 0,22-13 1271 0 0,14-20-90 0 0,-24 19-998 0 0,-1 0 1 0 0,0 0-1 0 0,0-1 0 0 0,-2-1 0 0 0,0 1 0 0 0,0-2 1 0 0,-2 1-1 0 0,0-1 0 0 0,5-20 0 0 0,10-47 343 0 0,-21 78-540 0 0,0 0 0 0 0,0 0 0 0 0,0-1 0 0 0,-1 1 0 0 0,0 0 0 0 0,0-1 0 0 0,0 1 0 0 0,-1 0 0 0 0,0-1 0 0 0,0 1 0 0 0,-4-8 0 0 0,1 18-83 0 0,-1 3-21 0 0,-1 0 0 0 0,1 0 0 0 0,0 1 0 0 0,1 0 0 0 0,0 0 0 0 0,0 1 0 0 0,1-1 0 0 0,0 1 1 0 0,1-1-1 0 0,0 1 0 0 0,0 0 0 0 0,0 0 0 0 0,1 0 0 0 0,1 0 0 0 0,0 0 0 0 0,1 13 0 0 0,0 1 4 0 0,1 1-1 0 0,0-1 0 0 0,2 0 0 0 0,1-1 0 0 0,13 37 0 0 0,-9-34 12 0 0,-7-16-13 0 0,1-1 1 0 0,-1 0-1 0 0,1 0 1 0 0,1 0-1 0 0,0 0 1 0 0,0-1-1 0 0,0 0 1 0 0,1 0-1 0 0,0 0 1 0 0,1 0-1 0 0,-1-1 1 0 0,1 1-1 0 0,8 5 1 0 0,-13-11-11 0 0,1-1 0 0 0,0 1 1 0 0,-1-1-1 0 0,1 1 1 0 0,0-1-1 0 0,-1 1 1 0 0,1-1-1 0 0,0 0 1 0 0,0 0-1 0 0,0 0 0 0 0,-1 0 1 0 0,1 0-1 0 0,0 0 1 0 0,0-1-1 0 0,-1 1 1 0 0,1 0-1 0 0,0-1 1 0 0,-1 0-1 0 0,1 1 0 0 0,0-1 1 0 0,-1 0-1 0 0,1 0 1 0 0,-1 0-1 0 0,3-1 1 0 0,0-1 5 0 0,1-1 0 0 0,-1 0 1 0 0,1 1-1 0 0,-1-1 0 0 0,0-1 1 0 0,4-5-1 0 0,6-5 449 0 0,-14 15-457 0 0,1 0 1 0 0,-1 0 0 0 0,1 0 0 0 0,-1 1 0 0 0,1-1 0 0 0,-1 0 0 0 0,1 1 0 0 0,-1-1 0 0 0,1 0-1 0 0,-1 1 1 0 0,1-1 0 0 0,-1 0 0 0 0,0 1 0 0 0,1-1 0 0 0,-1 1 0 0 0,0-1 0 0 0,1 1 0 0 0,-1-1 0 0 0,0 1-1 0 0,0-1 1 0 0,0 1 0 0 0,1-1 0 0 0,-1 1 0 0 0,0-1 0 0 0,0 1 0 0 0,0 0 0 0 0,2 3-12 0 0,21 2 0 0 0,-22-5 5 0 0,0-1 0 0 0,0 1 0 0 0,0 0-1 0 0,0-1 1 0 0,1 1 0 0 0,-1-1 0 0 0,0 0 0 0 0,0 1 0 0 0,1-1 0 0 0,-1 0 0 0 0,0 0-1 0 0,1 0 1 0 0,-1 0 0 0 0,0 0 0 0 0,1 0 0 0 0,-1 0 0 0 0,0-1 0 0 0,0 1 0 0 0,1 0-1 0 0,-1-1 1 0 0,0 1 0 0 0,0-1 0 0 0,1 1 0 0 0,-1-1 0 0 0,0 1 0 0 0,0-1 0 0 0,0 0-1 0 0,0 0 1 0 0,0 0 0 0 0,1 0 0 0 0,35-23-30 0 0,-36 23 7 0 0,5 8-36 0 0,-5-6 64 0 0,-1-1 0 0 0,1 0 0 0 0,0 1 0 0 0,-1-1 0 0 0,1 1 1 0 0,-1 0-1 0 0,1-1 0 0 0,-1 1 0 0 0,1-1 0 0 0,-1 1 0 0 0,1 0 0 0 0,-1-1 0 0 0,0 1 1 0 0,1 0-1 0 0,-1-1 0 0 0,0 1 0 0 0,0 0 0 0 0,1 0 0 0 0,-1-1 0 0 0,0 3 0 0 0,0 51 113 0 0,-3 1 0 0 0,-2-1 0 0 0,-19 90 0 0 0,3-70 299 0 0,-3 0 1 0 0,-3-2 0 0 0,-44 85 0 0 0,36-108 598 0 0,33-46-856 0 0,0-1 0 0 0,0 1-1 0 0,-1-1 1 0 0,1 0-1 0 0,-1 0 1 0 0,0 0 0 0 0,0 0-1 0 0,0 0 1 0 0,0 0 0 0 0,0-1-1 0 0,0 0 1 0 0,0 1-1 0 0,0-1 1 0 0,0 0 0 0 0,-6 0-1 0 0,7-1-125 0 0,0 0 1 0 0,0-1-1 0 0,1 1 0 0 0,-1-1 0 0 0,0 1 0 0 0,0-1 1 0 0,1 0-1 0 0,-1 0 0 0 0,0 1 0 0 0,1-1 1 0 0,-1-1-1 0 0,1 1 0 0 0,-1 0 0 0 0,1 0 0 0 0,-1 0 1 0 0,1-1-1 0 0,0 1 0 0 0,0-1 0 0 0,0 1 0 0 0,0-1 1 0 0,0 1-1 0 0,0-1 0 0 0,0 0 0 0 0,0 1 1 0 0,1-1-1 0 0,-1 0 0 0 0,1 0 0 0 0,-1 0 0 0 0,1 1 1 0 0,0-1-1 0 0,-1 0 0 0 0,1-2 0 0 0,-1-9-141 0 0,0 1 0 0 0,0-1 1 0 0,3-17-1 0 0,-2 26 31 0 0,4-25-1224 0 0,1 0 0 0 0,1 1 0 0 0,2-1 0 0 0,13-33 0 0 0,-3 7-5325 0 0,-7 27 2508 0 0</inkml:trace>
</inkml:ink>
</file>

<file path=ppt/ink/ink4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3:36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1 134 1004 0 0,'7'-7'762'0'0,"1"0"0"0"0,0 1 1 0 0,0 0-1 0 0,1 0 0 0 0,0 1 0 0 0,0 0 0 0 0,0 1 0 0 0,1 0 0 0 0,-1 0 1 0 0,21-4-1 0 0,4-3 867 0 0,12-3 1135 0 0,79-15 0 0 0,-41 12-1152 0 0,-82 17-1865 0 0,-2 0 208 0 0,0 0 0 0 0,1 0 0 0 0,-1 0 0 0 0,0 0 0 0 0,1 0 0 0 0,-1 0 0 0 0,0 0 0 0 0,0 1 0 0 0,1-1 0 0 0,-1 0 0 0 0,0 0 1 0 0,0 0-1 0 0,0 0 0 0 0,1 1 0 0 0,-1-1 0 0 0,0 0 0 0 0,0 0 0 0 0,0 0 0 0 0,1 1 0 0 0,-1-1 0 0 0,0 0 0 0 0,0 0 0 0 0,0 1 0 0 0,0-1 1 0 0,0 0-1 0 0,0 0 0 0 0,0 1 0 0 0,1-1 0 0 0,-1 0 0 0 0,0 1 0 0 0,0-1 0 0 0,0 0 0 0 0,0 0 0 0 0,0 1 0 0 0,0-1 0 0 0,0 0 0 0 0,-1 1 1 0 0,1-1-1 0 0,0 0 0 0 0,0 0 0 0 0,0 1 0 0 0,0-1 0 0 0,0 0 0 0 0,0 0 0 0 0,0 1 0 0 0,-1-1 0 0 0,1 0 0 0 0,0 0 0 0 0,0 1 0 0 0,0-1 0 0 0,0 0 1 0 0,-1 0-1 0 0,1 0 0 0 0,0 1 0 0 0,0-1 0 0 0,-1 0 0 0 0,1 0 0 0 0,0 0 0 0 0,0 0 0 0 0,-1 0 0 0 0,1 0 0 0 0,-1 1 0 0 0,-13 14-2128 0 0,14-14 2358 0 0,-27 12-6661 0 0</inkml:trace>
</inkml:ink>
</file>

<file path=ppt/ink/ink4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3:38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352 114 1068 0 0,'9'-79'5651'0'0,"-4"45"-452"0"0,-11 41-4803 0 0,-48 58 103 0 0,4 3 1 0 0,3 1-1 0 0,-51 100 0 0 0,77-128-315 0 0,2 0 0 0 0,1 2-1 0 0,-17 67 1 0 0,30-91-111 0 0,1 1 0 0 0,0 0 0 0 0,2-1 1 0 0,0 1-1 0 0,2 1 0 0 0,0-1 0 0 0,1 0 0 0 0,1 0 0 0 0,0 0 1 0 0,10 33-1 0 0,-8-44-142 0 0,-1 0 0 0 0,1 0 0 0 0,0-1 0 0 0,1 0 0 0 0,0 0 0 0 0,0 0 0 0 0,1 0 0 0 0,0-1 0 0 0,0 0 0 0 0,1 0 0 0 0,0-1 0 0 0,0 0 0 0 0,0 0 0 0 0,1 0 0 0 0,0-1 0 0 0,15 8 0 0 0,-11-8-487 0 0,0 0 0 0 0,1-1 0 0 0,-1 0 0 0 0,24 3 1 0 0,-21-5-1068 0 0,1 0 1 0 0,-1-2-1 0 0,28-2 0 0 0,-17-1-1417 0 0</inkml:trace>
</inkml:ink>
</file>

<file path=ppt/ink/ink4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3:39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88 820 0 0,'22'-5'6436'0'0,"-19"7"-6279"0"0,0 1 0 0 0,-1-1 0 0 0,1 1 0 0 0,-1-1 0 0 0,1 1 0 0 0,-1 0 0 0 0,0 0 0 0 0,0 0 0 0 0,0 1-1 0 0,-1-1 1 0 0,1 0 0 0 0,-1 1 0 0 0,0-1 0 0 0,0 1 0 0 0,0-1 0 0 0,0 1 0 0 0,-1-1 0 0 0,1 1 0 0 0,-1 0 0 0 0,0-1 0 0 0,0 1 0 0 0,0 0 0 0 0,-1 5 0 0 0,0 5 95 0 0,-1 0 0 0 0,0-1 0 0 0,-1 0 0 0 0,-1 1 0 0 0,-6 16-1 0 0,8-26-158 0 0,0-1 0 0 0,0 1 0 0 0,-1-1 0 0 0,1 1 0 0 0,-1-1 0 0 0,0 0-1 0 0,0 0 1 0 0,0 0 0 0 0,-5 3 0 0 0,-2 3 125 0 0,9-8-60 0 0,-4-2 57 0 0,4 1-206 0 0,1 0 1 0 0,-1 0-1 0 0,0 0 0 0 0,1 0 0 0 0,-1 1 0 0 0,1-1 0 0 0,-1 0 1 0 0,1 0-1 0 0,-1 0 0 0 0,1-1 0 0 0,-1 1 0 0 0,0 0 0 0 0,1 0 0 0 0,-1 0 1 0 0,1 0-1 0 0,-1 0 0 0 0,1-1 0 0 0,-1 1 0 0 0,1 0 0 0 0,-1 0 1 0 0,1-1-1 0 0,-1 1 0 0 0,1 0 0 0 0,0-1 0 0 0,-1 1 0 0 0,1-1 0 0 0,-1 0 1 0 0,-1-4-20 0 0,1 1 0 0 0,0-1 1 0 0,0 0-1 0 0,1 0 0 0 0,-1 0 1 0 0,1 0-1 0 0,0 0 0 0 0,0 1 1 0 0,1-1-1 0 0,-1 0 1 0 0,1 0-1 0 0,0 0 0 0 0,1 0 1 0 0,-1 1-1 0 0,1-1 0 0 0,0 1 1 0 0,0-1-1 0 0,0 1 0 0 0,1 0 1 0 0,-1-1-1 0 0,5-3 0 0 0,10-17-136 0 0,2 1 0 0 0,25-26 0 0 0,-38 43 107 0 0,5-4-24 0 0,0 1 0 0 0,0 0 1 0 0,1 0-1 0 0,1 1 0 0 0,24-13 0 0 0,-32 19 45 0 0,-1 1 1 0 0,1-1 0 0 0,-1 1-1 0 0,1 0 1 0 0,0 1-1 0 0,0-1 1 0 0,0 1 0 0 0,0 0-1 0 0,0 0 1 0 0,0 1-1 0 0,0 0 1 0 0,0 0 0 0 0,1 0-1 0 0,-1 0 1 0 0,0 1-1 0 0,0-1 1 0 0,0 1 0 0 0,0 1-1 0 0,0-1 1 0 0,9 5 0 0 0,-11-4 16 0 0,1 1 0 0 0,-1 0 1 0 0,0 0-1 0 0,0 0 0 0 0,0 0 1 0 0,0 0-1 0 0,-1 1 0 0 0,1-1 1 0 0,-1 1-1 0 0,0 0 0 0 0,0 0 1 0 0,-1 0-1 0 0,1 0 0 0 0,-1 0 1 0 0,1 0-1 0 0,-1 0 0 0 0,-1 0 1 0 0,1 0-1 0 0,0 1 1 0 0,-1 4-1 0 0,0 11 27 0 0,0-1 0 0 0,-6 40 0 0 0,5-49 2 0 0,1-10-25 0 0,0 0 0 0 0,0 1 1 0 0,0-1-1 0 0,0 0 0 0 0,0 0 1 0 0,-1 0-1 0 0,1 0 0 0 0,0 0 1 0 0,0 1-1 0 0,1-1 0 0 0,-1 0 1 0 0,0 0-1 0 0,0 0 1 0 0,0 0-1 0 0,0 0 0 0 0,0 1 1 0 0,0-1-1 0 0,0 0 0 0 0,0 0 1 0 0,0 0-1 0 0,0 0 0 0 0,0 0 1 0 0,0 0-1 0 0,0 1 1 0 0,0-1-1 0 0,0 0 0 0 0,1 0 1 0 0,-1 0-1 0 0,0 0 0 0 0,0 0 1 0 0,0 0-1 0 0,0 0 0 0 0,0 0 1 0 0,0 0-1 0 0,1 0 0 0 0,-1 0 1 0 0,0 0-1 0 0,0 1 1 0 0,0-1-1 0 0,0 0 0 0 0,0 0 1 0 0,1 0-1 0 0,-1 0 0 0 0,0 0 1 0 0,0 0-1 0 0,0 0 0 0 0,0 0 1 0 0,0 0-1 0 0,1 0 0 0 0,-1-1 1 0 0,0 1-1 0 0,0 0 1 0 0,0 0-1 0 0,0 0 0 0 0,0 0 1 0 0,1 0-1 0 0,14-8 58 0 0,35-29-186 0 0,21-14-128 0 0,-66 49 247 0 0,0-1 0 0 0,1 1 0 0 0,0-1 0 0 0,-1 2 1 0 0,1-1-1 0 0,0 0 0 0 0,0 1 0 0 0,0 0 0 0 0,0 1 1 0 0,0-1-1 0 0,0 1 0 0 0,0 1 0 0 0,7 0 0 0 0,-9 0 14 0 0,-1 0-1 0 0,0 0 1 0 0,0 0-1 0 0,1 1 0 0 0,-1 0 1 0 0,0-1-1 0 0,0 1 0 0 0,-1 0 1 0 0,1 0-1 0 0,0 1 0 0 0,-1-1 1 0 0,1 1-1 0 0,-1-1 0 0 0,0 1 1 0 0,0 0-1 0 0,0-1 0 0 0,0 1 1 0 0,0 0-1 0 0,0 1 0 0 0,-1-1 1 0 0,0 0-1 0 0,0 0 0 0 0,0 1 1 0 0,1 3-1 0 0,1 5-282 0 0,0 0-1 0 0,-1 0 1 0 0,1 24-1 0 0,-3-34-287 0 0,0 2-162 0 0,0 19-321 0 0,0-7-3631 0 0,0-2 1959 0 0</inkml:trace>
</inkml:ink>
</file>

<file path=ppt/ink/ink4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3:40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14 628 0 0,'0'0'4737'0'0,"0"-12"-3755"0"0,-4 10 3089 0 0,-8 6-3698 0 0,0 0 0 0 0,1 0 0 0 0,-1 1 0 0 0,1 1 0 0 0,0-1 0 0 0,1 2 0 0 0,0 0 0 0 0,0 0 0 0 0,0 1 0 0 0,1 0 0 0 0,0 0 0 0 0,-11 14 0 0 0,18-20-311 0 0,0 0 0 0 0,0 1 0 0 0,0-1 0 0 0,1 0 0 0 0,-1 1 0 0 0,1-1 0 0 0,-1 1 0 0 0,1 0 0 0 0,0-1 0 0 0,0 1 0 0 0,0 0 0 0 0,0 0 0 0 0,0 3 0 0 0,1-4 36 0 0,1-1-20 0 0,-1 1-71 0 0,1-1 0 0 0,-1 0 0 0 0,1 1 0 0 0,-1-1-1 0 0,1 0 1 0 0,0 0 0 0 0,0 0 0 0 0,0 1 0 0 0,-1-1-1 0 0,1 0 1 0 0,0 0 0 0 0,0 0 0 0 0,0-1 0 0 0,1 1-1 0 0,1 1 1 0 0,14 0-246 0 0,-1-2 1 0 0,1 0-1 0 0,0-1 0 0 0,-1-1 0 0 0,19-5 1 0 0,-8 3-161 0 0,-25 4 322 0 0,41 10-337 0 0,-38-8 362 0 0,0 0 0 0 0,0 1 1 0 0,0-2-1 0 0,1 1 0 0 0,-1-1 0 0 0,1 0 1 0 0,-1 0-1 0 0,1 0 0 0 0,-1-1 0 0 0,1 1 1 0 0,-1-1-1 0 0,1-1 0 0 0,-1 1 0 0 0,10-3 1 0 0,5-2-100 0 0,0-1 0 0 0,32-15 1 0 0,21-6 499 0 0,-64 29-256 0 0,-8-2-78 0 0,0 0 0 0 0,0 1 0 0 0,0-1-1 0 0,1 0 1 0 0,-1 0 0 0 0,0 1 0 0 0,0-1 0 0 0,0 1 0 0 0,0-1 0 0 0,0 1 0 0 0,0-1-1 0 0,0 1 1 0 0,0 0 0 0 0,0 0 0 0 0,1 1 0 0 0,-1-1-1 0 0,9 8 80 0 0,-10-8-85 0 0,1 0 0 0 0,-1 0 0 0 0,1 0 0 0 0,0 0 0 0 0,-1 0 0 0 0,1 0 0 0 0,0 0 0 0 0,0-1 0 0 0,-1 1 0 0 0,1 0 0 0 0,0 0 0 0 0,0-1-1 0 0,0 1 1 0 0,0-1 0 0 0,0 1 0 0 0,0-1 0 0 0,0 1 0 0 0,0-1 0 0 0,0 0 0 0 0,0 1 0 0 0,1-1 0 0 0,-1 0 0 0 0,0 0 0 0 0,0 0 0 0 0,1 0 0 0 0,36-2 185 0 0,-27 0-42 0 0,1 1-1 0 0,-1 1 1 0 0,0 0 0 0 0,12 2 0 0 0,-22-2-81 0 0,34 7-697 0 0,-32-4-678 0 0,6 6 61 0 0</inkml:trace>
</inkml:ink>
</file>

<file path=ppt/ink/ink4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3:41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255 285 820 0 0,'-3'-8'8356'0'0,"-4"9"-8156"0"0,1 1 0 0 0,-1 0 0 0 0,0 0 0 0 0,1 0 0 0 0,0 1 0 0 0,-1 0 0 0 0,-8 6 0 0 0,11-7-77 0 0,1 0 0 0 0,0 0 0 0 0,1 1 0 0 0,-1-1 0 0 0,0 1 0 0 0,1-1 0 0 0,-1 1 0 0 0,1 0 0 0 0,0 0 1 0 0,0 0-1 0 0,0 0 0 0 0,0 0 0 0 0,1 0 0 0 0,-1 1 0 0 0,1-1 0 0 0,0 1 0 0 0,0-1 0 0 0,-1 6 1 0 0,2-8 46 0 0,10 3 173 0 0,-10-4-330 0 0,1 1 0 0 0,0-1 1 0 0,0 0-1 0 0,-1 1 0 0 0,1-1 0 0 0,0 0 0 0 0,0 0 0 0 0,-1 1 1 0 0,1-1-1 0 0,0 0 0 0 0,0 0 0 0 0,0 0 0 0 0,0 0 1 0 0,-1 0-1 0 0,1 0 0 0 0,0 0 0 0 0,0 0 0 0 0,0 0 0 0 0,0-1 1 0 0,-1 1-1 0 0,1 0 0 0 0,0-1 0 0 0,0 1 0 0 0,-1 0 0 0 0,2-1 1 0 0,10-6 72 0 0,0-1 1 0 0,-1 0 0 0 0,0-1 0 0 0,0 0 0 0 0,-1-1-1 0 0,0 0 1 0 0,-1 0 0 0 0,0-1 0 0 0,-1 0 0 0 0,0-1 0 0 0,7-13-1 0 0,-11 17-24 0 0,0 0 0 0 0,0 0-1 0 0,-1 0 1 0 0,0-1 0 0 0,-1 0 0 0 0,0 1-1 0 0,0-1 1 0 0,0-14 0 0 0,-2 18-33 0 0,0 0 0 0 0,0 0 1 0 0,-1 0-1 0 0,1 0 0 0 0,-1 0 1 0 0,-1 0-1 0 0,1 0 0 0 0,-1 0 1 0 0,1 1-1 0 0,-1-1 0 0 0,-1 1 1 0 0,1-1-1 0 0,-1 1 0 0 0,0 0 0 0 0,-6-8 1 0 0,2 6-11 0 0,0 0 1 0 0,0 0-1 0 0,-1 0 1 0 0,1 1-1 0 0,-1 1 1 0 0,-1-1-1 0 0,1 1 1 0 0,-1 0-1 0 0,1 1 1 0 0,-1 0 0 0 0,0 1-1 0 0,0 0 1 0 0,-16-2-1 0 0,17 3-209 0 0,0 0-1 0 0,0 0 1 0 0,0 1-1 0 0,0 0 1 0 0,0 1 0 0 0,0 0-1 0 0,0 0 1 0 0,0 1-1 0 0,0-1 1 0 0,1 2 0 0 0,-1-1-1 0 0,0 1 1 0 0,1 1-1 0 0,0-1 1 0 0,0 1 0 0 0,-8 5-1 0 0,-12 26-6870 0 0,21-22 3677 0 0</inkml:trace>
</inkml:ink>
</file>

<file path=ppt/ink/ink4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3:44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163 291 616 0 0,'-2'-9'9600'0'0,"-13"16"-9429"0"0,1 1 1 0 0,0 0-1 0 0,1 1 1 0 0,-1 0 0 0 0,2 1-1 0 0,-1 1 1 0 0,2 0-1 0 0,-1 1 1 0 0,2 0 0 0 0,-11 14-1 0 0,20-25-141 0 0,-1 1 0 0 0,1 0 0 0 0,0 0-1 0 0,0 1 1 0 0,0-1 0 0 0,0 0 0 0 0,0 0 0 0 0,0 0-1 0 0,1 1 1 0 0,-1-1 0 0 0,0 3 0 0 0,1-5-26 0 0,0 1 0 0 0,0-1 1 0 0,0 1-1 0 0,0-1 0 0 0,0 0 1 0 0,0 1-1 0 0,1-1 1 0 0,-1 1-1 0 0,0-1 0 0 0,0 0 1 0 0,0 1-1 0 0,0-1 0 0 0,1 0 1 0 0,-1 1-1 0 0,0-1 0 0 0,0 0 1 0 0,1 1-1 0 0,-1-1 0 0 0,0 0 1 0 0,0 0-1 0 0,1 1 0 0 0,-1-1 1 0 0,0 0-1 0 0,1 0 0 0 0,-1 1 1 0 0,0-1-1 0 0,1 0 0 0 0,-1 0 1 0 0,1 0-1 0 0,23-3-39 0 0,2-6-168 0 0,0-1-1 0 0,42-24 0 0 0,-65 33 185 0 0,0 0-1 0 0,0 0 1 0 0,1 1 0 0 0,-1-1-1 0 0,0 0 1 0 0,1 1-1 0 0,-1 0 1 0 0,1 0 0 0 0,-1 0-1 0 0,0 0 1 0 0,1 1-1 0 0,-1-1 1 0 0,0 1 0 0 0,1 0-1 0 0,-1 0 1 0 0,0 0-1 0 0,0 0 1 0 0,0 0 0 0 0,0 1-1 0 0,0 0 1 0 0,0-1 0 0 0,0 1-1 0 0,4 4 1 0 0,36 13-175 0 0,-31-17 174 0 0,-1-1 0 0 0,0 0 0 0 0,1-1 0 0 0,-1-1 0 0 0,0 0 0 0 0,1 0 0 0 0,-1-1 0 0 0,0-1 0 0 0,0 0-1 0 0,0 0 1 0 0,0-1 0 0 0,-1 0 0 0 0,0-1 0 0 0,1 0 0 0 0,-2-1 0 0 0,1 0 0 0 0,-1-1 0 0 0,0 0 0 0 0,0 0 0 0 0,0-1 0 0 0,-1 0 0 0 0,9-12 0 0 0,-2 1 122 0 0,0 0 0 0 0,-2-1-1 0 0,0 0 1 0 0,-1-1 0 0 0,-1-1 0 0 0,-1 0-1 0 0,-1 0 1 0 0,-1-1 0 0 0,8-38-1 0 0,-7-2 1190 0 0,-8 61-963 0 0,-1 2-322 0 0,0-1 1 0 0,0 1 0 0 0,0 0-1 0 0,0 0 1 0 0,0-1 0 0 0,0 1-1 0 0,0 0 1 0 0,0 0 0 0 0,0-1-1 0 0,0 1 1 0 0,0 0 0 0 0,0 0 0 0 0,0-1-1 0 0,0 1 1 0 0,0 0 0 0 0,0 0-1 0 0,0-1 1 0 0,0 1 0 0 0,0 0-1 0 0,0 0 1 0 0,0 0 0 0 0,0-1-1 0 0,-1 1 1 0 0,1 0 0 0 0,0 0 0 0 0,0-1-1 0 0,0 1 1 0 0,0 0 0 0 0,-1 0-1 0 0,1 0 1 0 0,0 0 0 0 0,0 0-1 0 0,0-1 1 0 0,-1 1 0 0 0,1 0-1 0 0,0 0 1 0 0,0 0 0 0 0,0 0-1 0 0,-1 0 1 0 0,1 0 0 0 0,0 0 0 0 0,0 0-1 0 0,-1 0 1 0 0,1 0 0 0 0,0 0-1 0 0,0 0 1 0 0,-1 0 0 0 0,1 0-1 0 0,0 0 1 0 0,0 0 0 0 0,-1 0-1 0 0,1 0 1 0 0,0 0 0 0 0,0 0 0 0 0,-1 0-1 0 0,1 0 1 0 0,0 0 0 0 0,-1 1-1 0 0,-14 17 74 0 0,0 1-1 0 0,1 0 1 0 0,0 2-1 0 0,2-1 1 0 0,1 2-1 0 0,0-1 1 0 0,2 1-1 0 0,0 1 1 0 0,2 0-1 0 0,0 0 0 0 0,2 1 1 0 0,0-1-1 0 0,2 1 1 0 0,-1 46-1 0 0,3-66-83 0 0,1 0 0 0 0,0-1 0 0 0,1 1 0 0 0,-1 0 1 0 0,1 0-1 0 0,-1-1 0 0 0,1 1 0 0 0,0 0 0 0 0,1-1 0 0 0,-1 1 0 0 0,1-1 0 0 0,-1 1 0 0 0,1-1 0 0 0,0 0 0 0 0,0 1 0 0 0,1-1 0 0 0,-1 0 0 0 0,1-1 0 0 0,-1 1 0 0 0,1 0 0 0 0,0-1 0 0 0,0 1 0 0 0,0-1 0 0 0,0 0 0 0 0,0 0 0 0 0,1 0 0 0 0,-1-1 0 0 0,1 1 0 0 0,-1-1 0 0 0,1 0 0 0 0,0 1 0 0 0,-1-2 0 0 0,1 1 0 0 0,0 0 0 0 0,0-1 0 0 0,-1 0 0 0 0,1 0 0 0 0,0 0 1 0 0,0 0-1 0 0,0 0 0 0 0,-1-1 0 0 0,1 0 0 0 0,0 0 0 0 0,6-2 0 0 0,5-3-141 0 0,0 0 0 0 0,0 0 0 0 0,23-15 0 0 0,-1 0-261 0 0,-35 21 342 0 0,-2-1 59 0 0,0 1-1 0 0,0 0 0 0 0,0 0 0 0 0,0-1 1 0 0,0 1-1 0 0,1 0 0 0 0,-1 0 1 0 0,0 0-1 0 0,0-1 0 0 0,0 1 0 0 0,0 0 1 0 0,1 0-1 0 0,-1 0 0 0 0,0 0 1 0 0,0-1-1 0 0,0 1 0 0 0,1 0 0 0 0,-1 0 1 0 0,0 0-1 0 0,0 0 0 0 0,1 0 1 0 0,-1 0-1 0 0,0 0 0 0 0,0 0 0 0 0,1-1 1 0 0,-1 1-1 0 0,0 0 0 0 0,0 0 1 0 0,1 0-1 0 0,-1 0 0 0 0,0 0 0 0 0,0 0 1 0 0,1 1-1 0 0,-1-1 0 0 0,0 0 1 0 0,0 0-1 0 0,1 0 0 0 0,-1 0 1 0 0,0 0-1 0 0,0 0 0 0 0,1 0 0 0 0,-1 0 1 0 0,0 1-1 0 0,0-1 0 0 0,0 0 1 0 0,1 0-1 0 0,-1 0 0 0 0,0 0 0 0 0,0 1 1 0 0,0-1-1 0 0,0 0 0 0 0,1 0 1 0 0,-1 0-1 0 0,0 1 0 0 0,0-1 0 0 0,0 0 1 0 0,0 0-1 0 0,0 1 0 0 0,0-1 1 0 0,0 0-1 0 0,0 0 0 0 0,0 1 0 0 0,17 18-177 0 0,-16-16 204 0 0,1-1 0 0 0,0 0 0 0 0,-1 0 0 0 0,1 0 0 0 0,0 0 0 0 0,0 0 0 0 0,0 0 0 0 0,1-1 0 0 0,-1 1 0 0 0,0-1 0 0 0,1 1 0 0 0,-1-1 0 0 0,1 0 0 0 0,-1 0 0 0 0,1 0 0 0 0,0 0 0 0 0,-1-1 0 0 0,1 1 0 0 0,0-1 1 0 0,-1 1-1 0 0,7-1 0 0 0,-9-1 11 0 0,1 1 1 0 0,0-1 0 0 0,0 1 0 0 0,-1-1-1 0 0,1 0 1 0 0,0 1 0 0 0,-1-1 0 0 0,1 0-1 0 0,0 1 1 0 0,-1-1 0 0 0,1 0 0 0 0,-1 0 0 0 0,1 1-1 0 0,-1-1 1 0 0,0 0 0 0 0,1 0 0 0 0,-1 0-1 0 0,0 0 1 0 0,1 0 0 0 0,-1 0 0 0 0,0 0-1 0 0,0 0 1 0 0,0 0 0 0 0,0 1 0 0 0,0-1 0 0 0,0 0-1 0 0,0-2 1 0 0,-4-29 871 0 0,3 29-972 0 0,-1-1-1 0 0,0 1 1 0 0,0 0-1 0 0,0 0 1 0 0,0 0-1 0 0,-1 0 1 0 0,1 1-1 0 0,-1-1 1 0 0,0 1 0 0 0,0-1-1 0 0,0 1 1 0 0,0 0-1 0 0,0 0 1 0 0,-6-3-1 0 0,7 5-611 0 0,-10-3-798 0 0</inkml:trace>
</inkml:ink>
</file>

<file path=ppt/ink/ink4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3:45.0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26 32 0 0,'3'-1'376'0'0,"1"1"-1"0"0,-1 0 1 0 0,0-1-1 0 0,1 1 1 0 0,-1 1-1 0 0,1-1 1 0 0,-1 1 0 0 0,0-1-1 0 0,1 1 1 0 0,-1 0-1 0 0,0 0 1 0 0,1 0-1 0 0,-1 1 1 0 0,0-1-1 0 0,0 1 1 0 0,0-1 0 0 0,0 1-1 0 0,-1 0 1 0 0,1 1-1 0 0,4 3 1 0 0,-1 1 33 0 0,0 0 0 0 0,-1 1 0 0 0,-1 0 0 0 0,1-1 0 0 0,-1 1 0 0 0,5 15 0 0 0,-8-21-259 0 0,-1-2-129 0 0,0 1 1 0 0,0-1 0 0 0,0 1 0 0 0,0-1 0 0 0,0 1 0 0 0,0-1-1 0 0,0 1 1 0 0,0-1 0 0 0,0 0 0 0 0,0 1 0 0 0,1-1 0 0 0,-1 1-1 0 0,0-1 1 0 0,0 1 0 0 0,0-1 0 0 0,1 1 0 0 0,-1-1 0 0 0,0 0-1 0 0,1 1 1 0 0,-1-1 0 0 0,0 0 0 0 0,1 1 0 0 0,-1-1 0 0 0,0 0-1 0 0,1 1 1 0 0,-1-1 0 0 0,1 0 0 0 0,-1 0 0 0 0,0 1 0 0 0,1-1-1 0 0,-1 0 1 0 0,1 0 0 0 0,0 0 0 0 0,18-3 312 0 0,17-16-209 0 0,2-11-279 0 0,-16 13 32 0 0,0 0 0 0 0,31-16 1 0 0,-46 28 708 0 0,-7 5-567 0 0,0-1 0 0 0,1 1 1 0 0,-1 0-1 0 0,0-1 0 0 0,0 1 0 0 0,1-1 1 0 0,-1 1-1 0 0,0 0 0 0 0,1-1 0 0 0,-1 1 1 0 0,0 0-1 0 0,1 0 0 0 0,-1-1 0 0 0,1 1 1 0 0,-1 0-1 0 0,0 0 0 0 0,1-1 1 0 0,-1 1-1 0 0,1 0 0 0 0,-1 0 0 0 0,1 0 1 0 0,-1 0-1 0 0,1 0 0 0 0,-1 0 0 0 0,1-1 1 0 0,-1 1-1 0 0,1 0 0 0 0,-1 0 1 0 0,0 1-1 0 0,1-1 0 0 0,-1 0 0 0 0,1 0 1 0 0,-1 0-1 0 0,1 0 0 0 0,-1 0 0 0 0,1 0 1 0 0,-1 1-1 0 0,1-1 0 0 0,-1 0 0 0 0,0 0 1 0 0,1 1-1 0 0,-1-1 0 0 0,0 0 1 0 0,1 1-1 0 0,-1-1 0 0 0,0 0 0 0 0,1 1 1 0 0,-1-1-1 0 0,0 0 0 0 0,1 1 0 0 0,-1-1 1 0 0,0 1-1 0 0,0-1 0 0 0,0 0 0 0 0,1 1 1 0 0,-1-1-1 0 0,0 1 0 0 0,0-1 1 0 0,0 1-1 0 0,0-1 0 0 0,0 1 0 0 0,0-1 1 0 0,0 1-1 0 0,0-1 0 0 0,0 1 0 0 0,0-1 1 0 0,0 1-1 0 0,0 0 0 0 0,0 10 128 0 0,0 0 1 0 0,-1 0-1 0 0,0-1 0 0 0,0 1 0 0 0,-2 0 1 0 0,1 0-1 0 0,-1-1 0 0 0,-8 19 0 0 0,-46 84 642 0 0,26-56-484 0 0,-65 115 337 0 0,36-92-2834 0 0,46-63-548 0 0,-1-1 0 0 0,-24 19 1 0 0,26-23-787 0 0</inkml:trace>
</inkml:ink>
</file>

<file path=ppt/ink/ink4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3:45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98 14709 0 0,'-7'-9'720'0'0,"5"-3"-772"0"0,17-6-224 0 0,3 12 236 0 0,-2-3 4 0 0,12 0-108 0 0,14-1-144 0 0,-2 3-204 0 0,0 2-216 0 0,12-1-268 0 0,-1 3-1096 0 0,-5 0-2240 0 0,5 4 991 0 0</inkml:trace>
</inkml:ink>
</file>

<file path=ppt/ink/ink4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3:45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38 516 0 0,'0'0'5703'0'0,"-8"-10"2397"0"0,1 14-7877 0 0,0-1 0 0 0,1 1 0 0 0,-1 0 1 0 0,1 0-1 0 0,0 1 0 0 0,-9 8 0 0 0,12-10-143 0 0,0-1 0 0 0,1 1-1 0 0,-1 0 1 0 0,1 0-1 0 0,0 1 1 0 0,0-1-1 0 0,0 0 1 0 0,0 1-1 0 0,0-1 1 0 0,1 1-1 0 0,0-1 1 0 0,-1 1-1 0 0,1 0 1 0 0,1 0-1 0 0,-2 7 1 0 0,2-10-63 0 0,0 0 0 0 0,0 0 0 0 0,1 1 0 0 0,-1-1 1 0 0,0 0-1 0 0,1 0 0 0 0,-1 0 0 0 0,1 1 0 0 0,-1-1 1 0 0,1 0-1 0 0,-1 0 0 0 0,1 0 0 0 0,0 0 0 0 0,0 0 1 0 0,-1 0-1 0 0,1 0 0 0 0,0 0 0 0 0,0-1 0 0 0,0 1 1 0 0,0 0-1 0 0,0 0 0 0 0,0-1 0 0 0,0 1 0 0 0,0 0 1 0 0,0-1-1 0 0,1 1 0 0 0,-1-1 0 0 0,0 0 0 0 0,0 1 1 0 0,0-1-1 0 0,1 0 0 0 0,-1 0 0 0 0,0 0 0 0 0,0 0 1 0 0,1 0-1 0 0,-1 0 0 0 0,0 0 0 0 0,0 0 0 0 0,1 0 1 0 0,-1 0-1 0 0,0-1 0 0 0,2 0 0 0 0,57-16 85 0 0,-58 17-99 0 0,177-77-397 0 0,-177 76 374 0 0,0 0 0 0 0,1 0 0 0 0,-1 0 0 0 0,0 0 0 0 0,1 1 0 0 0,-1-1 1 0 0,1 1-1 0 0,-1-1 0 0 0,1 1 0 0 0,-1 0 0 0 0,1 0 0 0 0,-1 0 1 0 0,1 0-1 0 0,-1 0 0 0 0,1 1 0 0 0,4 1 0 0 0,-4-1 1 0 0,0 1 0 0 0,0 1 0 0 0,0-1 0 0 0,-1 0 0 0 0,1 1 0 0 0,-1-1 0 0 0,1 1 0 0 0,-1 0 0 0 0,0-1 1 0 0,3 6-1 0 0,-4-7 41 0 0,-1 0-21 0 0,1-1 1 0 0,0 0 0 0 0,0 1 0 0 0,0-1 0 0 0,-1 0 0 0 0,1 0 0 0 0,0 0-1 0 0,0 1 1 0 0,0-1 0 0 0,-1 0 0 0 0,1 0 0 0 0,0 0 0 0 0,0 0 0 0 0,0-1 0 0 0,-1 1-1 0 0,1 0 1 0 0,0 0 0 0 0,0 0 0 0 0,0-1 0 0 0,-1 1 0 0 0,1 0 0 0 0,0-1-1 0 0,-1 1 1 0 0,1-1 0 0 0,1 0 0 0 0,24-11-36 0 0,12-22-1198 0 0,-7 7-7368 0 0,-19 18 4514 0 0</inkml:trace>
</inkml:ink>
</file>

<file path=ppt/ink/ink4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3:47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222 269 200 0 0,'0'0'1019'0'0,"-2"-41"9186"0"0,1 40-10098 0 0,0 0 1 0 0,1 0-1 0 0,-1 0 0 0 0,1 0 1 0 0,-1 0-1 0 0,0 1 1 0 0,0-1-1 0 0,0 0 0 0 0,0 0 1 0 0,1 0-1 0 0,-1 1 1 0 0,0-1-1 0 0,0 0 0 0 0,0 1 1 0 0,0-1-1 0 0,-1 1 1 0 0,1-1-1 0 0,0 1 0 0 0,0 0 1 0 0,0-1-1 0 0,0 1 1 0 0,-2 0-1 0 0,-34 3 840 0 0,23 0-693 0 0,1 2-1 0 0,-1-1 0 0 0,-13 9 1 0 0,19-9-127 0 0,1 1 0 0 0,-1 0 0 0 0,1 0 0 0 0,0 1 0 0 0,0-1 0 0 0,1 2 0 0 0,0-1 0 0 0,0 1 0 0 0,-8 11 0 0 0,12-15-106 0 0,0 0 1 0 0,0 0-1 0 0,1 0 0 0 0,-1 0 1 0 0,1 0-1 0 0,0 0 1 0 0,0 0-1 0 0,0 0 0 0 0,0 0 1 0 0,0 1-1 0 0,1-1 1 0 0,-1 0-1 0 0,1 1 0 0 0,0-1 1 0 0,0 0-1 0 0,0 1 1 0 0,1-1-1 0 0,-1 1 1 0 0,1-1-1 0 0,0 0 0 0 0,0 0 1 0 0,0 0-1 0 0,0 1 1 0 0,0-1-1 0 0,1 0 0 0 0,-1 0 1 0 0,1 0-1 0 0,3 4 1 0 0,-2-5-25 0 0,0 0 0 0 0,-1 0 0 0 0,1 0 0 0 0,1 0 0 0 0,-1-1 0 0 0,0 1 1 0 0,0-1-1 0 0,0 1 0 0 0,1-1 0 0 0,-1 0 0 0 0,1-1 0 0 0,-1 1 0 0 0,1-1 1 0 0,-1 1-1 0 0,1-1 0 0 0,-1 0 0 0 0,1 0 0 0 0,-1-1 0 0 0,1 1 0 0 0,-1-1 1 0 0,1 1-1 0 0,5-3 0 0 0,1 0-20 0 0,-1 1 0 0 0,1-2 0 0 0,-1 1 1 0 0,0-1-1 0 0,0-1 0 0 0,16-10 0 0 0,-19 11-3 0 0,0-1 0 0 0,0 0 0 0 0,0 0-1 0 0,0 0 1 0 0,-1-1 0 0 0,0 0 0 0 0,0 0-1 0 0,0-1 1 0 0,-1 1 0 0 0,0-1 0 0 0,-1 0-1 0 0,1 0 1 0 0,-1 0 0 0 0,0 0 0 0 0,-1-1 0 0 0,0 1-1 0 0,0-1 1 0 0,-1 1 0 0 0,1-12 0 0 0,-1 17 22 0 0,0-10-41 0 0,-1 12 21 0 0,0-1 0 0 0,0 1 0 0 0,0 0 0 0 0,0 0 0 0 0,0-1 0 0 0,0 1 0 0 0,0 0 0 0 0,0 0 1 0 0,0-1-1 0 0,0 1 0 0 0,0 0 0 0 0,0-1 0 0 0,0 1 0 0 0,0 0 0 0 0,0 0 0 0 0,0-1 0 0 0,0 1 0 0 0,0 0 0 0 0,1 0 0 0 0,-1 0 0 0 0,0-1 0 0 0,0 1 0 0 0,0 0 1 0 0,0 0-1 0 0,1 0 0 0 0,-1-1 0 0 0,0 1 0 0 0,0 0 0 0 0,0 0 0 0 0,1 0 0 0 0,-1 0 0 0 0,0-1 0 0 0,0 1 0 0 0,1 0 0 0 0,-1 0 0 0 0,0 0 0 0 0,0 0 0 0 0,1 0 1 0 0,-1 0-1 0 0,0 0 0 0 0,0 0 0 0 0,1 0 0 0 0,-1 0 0 0 0,0 0 0 0 0,0 0 0 0 0,1 0 0 0 0,7 6-156 0 0,0 0 1 0 0,1-1-1 0 0,0 0 0 0 0,0 0 0 0 0,0-1 1 0 0,0 0-1 0 0,20 5 0 0 0,-24-8 145 0 0,1 0 0 0 0,0 0 0 0 0,-1-1 0 0 0,1 0 0 0 0,-1 0 0 0 0,1 0 0 0 0,0-1 0 0 0,-1 0 0 0 0,1 0 0 0 0,-1 0 0 0 0,1-1 0 0 0,-1 1 0 0 0,0-1 0 0 0,0-1 0 0 0,0 1 0 0 0,9-6 0 0 0,0-2 186 0 0,0 0 1 0 0,-1 0-1 0 0,0-1 1 0 0,0-1-1 0 0,-2 0 1 0 0,1-1-1 0 0,-2 0 1 0 0,1-1-1 0 0,-2 0 1 0 0,0 0-1 0 0,-1-1 0 0 0,0 0 1 0 0,9-27-1 0 0,3 1 1572 0 0,-19 40-1277 0 0,-2 6-378 0 0,-31 90 118 0 0,-15 47 7 0 0,-122 257 0 0 0,139-334-228 0 0,24-50 108 0 0,0 0 0 0 0,-1 0-1 0 0,-1-1 1 0 0,0 0 0 0 0,-11 14 0 0 0,17-27 679 0 0,2-28-459 0 0,3 11-234 0 0,0 1-1 0 0,0 0 0 0 0,2-1 1 0 0,0 1-1 0 0,1 1 0 0 0,12-25 1 0 0,5-1-110 0 0,28-36 0 0 0,-10 19-174 0 0,60-66 0 0 0,-85 107 124 0 0,0 0-1 0 0,1 0 1 0 0,1 2 0 0 0,0 0 0 0 0,1 1-1 0 0,0 1 1 0 0,42-19 0 0 0,-59 30 82 0 0,0 0 0 0 0,0 0 0 0 0,0 0-1 0 0,0 0 1 0 0,0 0 0 0 0,0 1 0 0 0,0-1 0 0 0,0 1 0 0 0,0-1 0 0 0,1 1 0 0 0,-1 0 0 0 0,0 0 0 0 0,0 0 0 0 0,0 0-1 0 0,1 0 1 0 0,-1 1 0 0 0,0-1 0 0 0,0 1 0 0 0,0-1 0 0 0,0 1 0 0 0,0 0 0 0 0,0-1 0 0 0,0 1 0 0 0,0 0 0 0 0,0 1 0 0 0,0-1-1 0 0,0 0 1 0 0,-1 0 0 0 0,1 1 0 0 0,0-1 0 0 0,-1 1 0 0 0,1 0 0 0 0,-1-1 0 0 0,2 4 0 0 0,-2-3 5 0 0,0 1 1 0 0,-1 0 0 0 0,1 0-1 0 0,-1 0 1 0 0,1 0-1 0 0,-1 0 1 0 0,0 0 0 0 0,0 0-1 0 0,0 0 1 0 0,-1 0-1 0 0,1 0 1 0 0,-1 0 0 0 0,0 0-1 0 0,1 0 1 0 0,-1 0 0 0 0,-1-1-1 0 0,1 1 1 0 0,0 0-1 0 0,-1-1 1 0 0,1 1 0 0 0,-1-1-1 0 0,0 1 1 0 0,0-1-1 0 0,0 0 1 0 0,-2 3 0 0 0,-1 0-52 0 0,-1 0 0 0 0,0 0 1 0 0,0-1-1 0 0,0 0 0 0 0,0 0 1 0 0,-1 0-1 0 0,1-1 0 0 0,-1 0 1 0 0,0 0-1 0 0,0 0 0 0 0,0-1 1 0 0,0 0-1 0 0,0-1 0 0 0,-12 2 1 0 0,17-3-546 0 0,-2-3-155 0 0,-11-9-8317 0 0</inkml:trace>
</inkml:ink>
</file>

<file path=ppt/ink/ink4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3:47.4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37 720 0 0,'13'-35'8097'0'0,"-12"34"-7008"0"0,-26 35 4492 0 0,-30 66-4991 0 0,49-90-177 0 0,-12 27-89 0 0,2 0 0 0 0,1 2 0 0 0,2 0 0 0 0,2 0 0 0 0,1 1 0 0 0,-6 56 0 0 0,15-88-284 0 0,1 1-1 0 0,-1 0 1 0 0,1 0-1 0 0,1 0 1 0 0,0 0 0 0 0,2 9-1 0 0,-3-16-37 0 0,0-1 0 0 0,1 1 1 0 0,-1 0-1 0 0,1 0 0 0 0,0 0 0 0 0,0 0 0 0 0,0-1 1 0 0,0 1-1 0 0,0 0 0 0 0,0-1 0 0 0,0 1 0 0 0,0-1 0 0 0,0 1 1 0 0,1-1-1 0 0,-1 1 0 0 0,1-1 0 0 0,-1 0 0 0 0,1 0 1 0 0,0 0-1 0 0,-1 0 0 0 0,1 0 0 0 0,0 0 0 0 0,0 0 1 0 0,-1-1-1 0 0,1 1 0 0 0,0-1 0 0 0,0 1 0 0 0,0-1 1 0 0,0 1-1 0 0,0-1 0 0 0,2 0 0 0 0,3-1 48 0 0,-1 1 0 0 0,1-1 1 0 0,0-1-1 0 0,-1 1 0 0 0,1-1 0 0 0,-1 0 0 0 0,0-1 0 0 0,9-4 0 0 0,-14 7 100 0 0,3-3-200 0 0,7-3 524 0 0</inkml:trace>
</inkml:ink>
</file>

<file path=ppt/ink/ink4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3:47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 1004 0 0,'3'-19'4408'0'0,"-3"16"-3816"0"0,0 1-1 0 0,0-1 1 0 0,1 1 0 0 0,-1 0-1 0 0,1-1 1 0 0,0 1 0 0 0,-1-1-1 0 0,1 1 1 0 0,0 0-1 0 0,0 0 1 0 0,1 0 0 0 0,2-5-1 0 0,-3 6-389 0 0</inkml:trace>
</inkml:ink>
</file>

<file path=ppt/ink/ink4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3:48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14 448 0 0,'0'0'4924'0'0,"-8"1"-4173"0"0,5 0-584 0 0,-1-1 0 0 0,1 1 0 0 0,-1 0 0 0 0,1 0 1 0 0,0 0-1 0 0,0 0 0 0 0,-1 1 0 0 0,1-1 0 0 0,0 1 1 0 0,0 0-1 0 0,0 0 0 0 0,1 0 0 0 0,-1 0 0 0 0,0 0 1 0 0,1 1-1 0 0,0-1 0 0 0,-1 1 0 0 0,1 0 0 0 0,0 0 1 0 0,0-1-1 0 0,1 1 0 0 0,-1 1 0 0 0,0-1 0 0 0,1 0 1 0 0,0 0-1 0 0,0 0 0 0 0,0 1 0 0 0,0-1 0 0 0,0 1 1 0 0,0 5-1 0 0,1-8-80 0 0,0-1 0 0 0,0 1 1 0 0,-1-1-1 0 0,1 1 0 0 0,0-1 0 0 0,0 1 1 0 0,0 0-1 0 0,0-1 0 0 0,0 1 1 0 0,0-1-1 0 0,0 1 0 0 0,0 0 0 0 0,0-1 1 0 0,0 1-1 0 0,0-1 0 0 0,0 1 1 0 0,0-1-1 0 0,0 1 0 0 0,1 0 0 0 0,-1-1 1 0 0,0 1-1 0 0,0-1 0 0 0,1 1 1 0 0,-1-1-1 0 0,0 1 0 0 0,1-1 0 0 0,-1 1 1 0 0,1-1-1 0 0,-1 0 0 0 0,0 1 0 0 0,1-1 1 0 0,-1 1-1 0 0,1-1 0 0 0,-1 0 1 0 0,1 1-1 0 0,18-14 914 0 0,-14 7-725 0 0,0-1 0 0 0,0 0 0 0 0,0 1 0 0 0,-1-2 0 0 0,4-7 1 0 0,-2-3 497 0 0,0-6-866 0 0,-6 22-330 0 0,-29-2-10211 0 0</inkml:trace>
</inkml:ink>
</file>

<file path=ppt/ink/ink4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3:48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23 242 736 0 0,'0'0'1061'0'0,"-1"16"2738"0"0,-6 3-2082 0 0,4-11-620 0 0,1-1 0 0 0,-1 1 0 0 0,1-1 0 0 0,1 1 0 0 0,-2 11 0 0 0,3-18-1052 0 0,1-1 0 0 0,0 1 0 0 0,-1-1 0 0 0,1 1 1 0 0,0-1-1 0 0,-1 0 0 0 0,1 0 0 0 0,0 1 0 0 0,-1-1 0 0 0,1 0 1 0 0,0 0-1 0 0,-1 0 0 0 0,1 0 0 0 0,0 0 0 0 0,0 0 0 0 0,-1 0 1 0 0,1 0-1 0 0,0 0 0 0 0,0 0 0 0 0,1 0 0 0 0,37-18 322 0 0,-20 10-590 0 0,0 0 0 0 0,37-11 0 0 0,-48 18 23 0 0,0-1 0 0 0,0 2 0 0 0,0-1 0 0 0,0 1 1 0 0,1 0-1 0 0,-1 0 0 0 0,0 1 0 0 0,0 0 0 0 0,0 1 1 0 0,0 0-1 0 0,8 3 0 0 0,3 1-303 0 0,1 0 1 0 0,0-1-1 0 0,0-1 0 0 0,23 1 1 0 0,-33-4 702 0 0,-1-1-1 0 0,0 0 1 0 0,0 0 0 0 0,0-1 0 0 0,0 0 0 0 0,0-1 0 0 0,0 0-1 0 0,0 0 1 0 0,0-1 0 0 0,-1 0 0 0 0,14-7 0 0 0,12-22 3895 0 0,-17 13-1875 0 0,-16 18-1499 0 0,0 3-688 0 0,1-1-1 0 0,-1 1 0 0 0,1-1 1 0 0,0 1-1 0 0,0-1 0 0 0,-1 0 1 0 0,1 0-1 0 0,0 0 0 0 0,0 0 1 0 0,0 0-1 0 0,0 0 0 0 0,0 0 1 0 0,1-1-1 0 0,-1 1 0 0 0,0-1 1 0 0,0 0-1 0 0,0 1 0 0 0,0-1 1 0 0,3 0-1 0 0,57 2-415 0 0,-47-5 454 0 0,-1-1 0 0 0,0-1 0 0 0,0 0 0 0 0,0 0 0 0 0,-1-2 0 0 0,1 1 1 0 0,-2-2-1 0 0,1 0 0 0 0,-1 0 0 0 0,0-1 0 0 0,-1-1 0 0 0,0 0 0 0 0,0-1 0 0 0,-1 0 0 0 0,0 0 0 0 0,-1-1 1 0 0,-1 0-1 0 0,0-1 0 0 0,0 1 0 0 0,-1-2 0 0 0,-1 1 0 0 0,8-24 0 0 0,-14 36 17 0 0,1-1 1 0 0,0 1-1 0 0,-1-1 0 0 0,1 0 0 0 0,-1 1 0 0 0,1-1 1 0 0,-1 0-1 0 0,0 1 0 0 0,0-1 0 0 0,1 0 0 0 0,-1 1 1 0 0,0-1-1 0 0,-1 0 0 0 0,1 1 0 0 0,-1-4 0 0 0,-13 17 783 0 0,6-3-758 0 0,2 1 0 0 0,-1 0 0 0 0,-7 18 0 0 0,-9 54 125 0 0,18-57-1342 0 0,-2-1 1 0 0,-13 34-1 0 0,-1-20-4771 0 0</inkml:trace>
</inkml:ink>
</file>

<file path=ppt/ink/ink4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3:49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32 15241 0 0,'-82'-21'2783'0'0,"96"18"-3229"0"0,0 0 0 0 0,1 1 0 0 0,-1 0-1 0 0,1 1 1 0 0,21 2 0 0 0,43 4-7831 0 0,-53-3 4303 0 0</inkml:trace>
</inkml:ink>
</file>

<file path=ppt/ink/ink4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3:49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761 8 892 0 0,'5'-8'18097'0'0,"10"39"-16201"0"0,13 40-2148 0 0,-22-47 350 0 0,-2 0 1 0 0,0 0-1 0 0,-1 0 1 0 0,-1 0-1 0 0,-2 0 1 0 0,0 0-1 0 0,-2 1 1 0 0,0-1-1 0 0,-2 0 1 0 0,-7 28-1 0 0,1-19-25 0 0,0 0 0 0 0,-3-1 0 0 0,0 0 0 0 0,-2-1-1 0 0,-2 0 1 0 0,-31 44 0 0 0,21-41-6 0 0,-2 0 1 0 0,-2-2-1 0 0,-1-1 0 0 0,-1-1 0 0 0,-1-2 1 0 0,-50 30-1 0 0,42-35 236 0 0,-1-1 1 0 0,-1-2 0 0 0,-1-3-1 0 0,-70 19 1 0 0,39-18 1221 0 0,74-17-1376 0 0,-3 0 2564 0 0,-6 1-5355 0 0,9-2 1366 0 0,0 0-1 0 0,1 1 0 0 0,-1-1 1 0 0,0 0-1 0 0,0 0 1 0 0,0 0-1 0 0,1 0 0 0 0,-1 0 1 0 0,0-1-1 0 0,0 1 1 0 0,0-1-1 0 0,1 1 0 0 0,-1-1 1 0 0,-2 0-1 0 0</inkml:trace>
</inkml:ink>
</file>

<file path=ppt/ink/ink4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02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1 440 0 0,'0'0'4140'0'0,"8"1"-1923"0"0</inkml:trace>
</inkml:ink>
</file>

<file path=ppt/ink/ink4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1044 0 0,'0'0'4601'0'0,"18"-8"-4161"0"0,1 11-624 0 0,3 1-2853 0 0,-4-3 1461 0 0</inkml:trace>
</inkml:ink>
</file>

<file path=ppt/ink/ink4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0 372 0 0,'1'4'2535'0'0,"2"1"1849"0"0</inkml:trace>
</inkml:ink>
</file>

<file path=ppt/ink/ink4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10:20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1 824 0 0,'0'12'2168'0'0</inkml:trace>
</inkml:ink>
</file>

<file path=ppt/ink/ink4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4:17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1115 344 0 0,'0'0'574'0'0,"7"19"4183"0"0,-1-19-4495 0 0,1-1 0 0 0,0 0 1 0 0,-1 0-1 0 0,1-1 0 0 0,-1 1 0 0 0,1-1 0 0 0,-1-1 0 0 0,0 1 0 0 0,0-1 0 0 0,0 0 1 0 0,0-1-1 0 0,0 0 0 0 0,10-8 0 0 0,8-7 341 0 0,35-38-1 0 0,-38 34-412 0 0,0 0 0 0 0,-2-2 0 0 0,-1-1 0 0 0,-2 0 0 0 0,0-1 0 0 0,-2-1 0 0 0,13-32 0 0 0,-23 48-85 0 0,0 0 0 0 0,-1-1 0 0 0,0 1 0 0 0,-1-1-1 0 0,-1 0 1 0 0,1-22 0 0 0,-3 34-105 0 0,0-1 1 0 0,0 1-1 0 0,0-1 1 0 0,0 1-1 0 0,0-1 1 0 0,0 1-1 0 0,0 0 1 0 0,0-1-1 0 0,0 1 1 0 0,-1 0-1 0 0,1 0 1 0 0,0 0-1 0 0,-1 0 1 0 0,1 0-1 0 0,-1 0 1 0 0,1 1-1 0 0,-1-1 1 0 0,0 0-1 0 0,1 1 1 0 0,-1-1-1 0 0,0 1 1 0 0,1 0-1 0 0,-1-1 1 0 0,0 1-1 0 0,0 0 1 0 0,1 0-1 0 0,-1 0 1 0 0,-2 1-1 0 0,1-2-6 0 0,0 1 0 0 0,0 0 0 0 0,0 1 0 0 0,0-1 0 0 0,1 0 0 0 0,-1 1-1 0 0,0 0 1 0 0,0-1 0 0 0,0 1 0 0 0,1 0 0 0 0,-1 1 0 0 0,0-1-1 0 0,1 0 1 0 0,-1 1 0 0 0,1-1 0 0 0,-4 4 0 0 0,4-3-4 0 0,1 1 0 0 0,-1-1 0 0 0,1 0 0 0 0,-1 1 0 0 0,1-1 0 0 0,0 1 0 0 0,0-1 0 0 0,0 1 0 0 0,0 0 0 0 0,1 0 0 0 0,-1-1 0 0 0,1 1 0 0 0,-1 0 0 0 0,1 0 0 0 0,0-1 0 0 0,0 1 0 0 0,0 0 0 0 0,1 0 0 0 0,0 3 0 0 0,0-1-10 0 0,1 0 1 0 0,0 0-1 0 0,1 0 1 0 0,-1-1-1 0 0,1 1 1 0 0,0-1-1 0 0,0 1 1 0 0,0-1 0 0 0,7 7-1 0 0,7 4-80 0 0,1 0 0 0 0,1-1 1 0 0,34 19-1 0 0,-48-30 77 0 0,17 9-54 0 0,0-1 1 0 0,0-1-1 0 0,1-2 0 0 0,1 0 1 0 0,-1-1-1 0 0,1-1 0 0 0,0-1 1 0 0,1-2-1 0 0,-1 0 0 0 0,1-2 1 0 0,-1 0-1 0 0,1-2 0 0 0,-1-1 1 0 0,1 0-1 0 0,-1-2 0 0 0,47-14 1 0 0,-63 15 73 0 0,-1 0 1 0 0,0 0 0 0 0,0-1-1 0 0,-1 0 1 0 0,1 0 0 0 0,-1-1-1 0 0,1 0 1 0 0,-2 0-1 0 0,9-9 1 0 0,-11 11 40 0 0,0-1 1 0 0,0 1-1 0 0,-1-1 0 0 0,1 0 0 0 0,-1 0 1 0 0,0-1-1 0 0,0 1 0 0 0,0 0 0 0 0,-1-1 1 0 0,0 1-1 0 0,0-1 0 0 0,0 1 0 0 0,0-1 1 0 0,0 1-1 0 0,-1-1 0 0 0,0-7 0 0 0,0 11-31 0 0,0 0 0 0 0,0 0 0 0 0,0 0 0 0 0,-1 0 0 0 0,1 0 0 0 0,0 1 0 0 0,0-1 0 0 0,0 0-1 0 0,-1 0 1 0 0,1 0 0 0 0,0 0 0 0 0,-1 1 0 0 0,1-1 0 0 0,-1 0 0 0 0,1 0 0 0 0,-1 1 0 0 0,1-1 0 0 0,-1 0 0 0 0,1 1-1 0 0,-1-1 1 0 0,0 1 0 0 0,1-1 0 0 0,-1 1 0 0 0,0-1 0 0 0,0 1 0 0 0,1-1 0 0 0,-1 1 0 0 0,0 0 0 0 0,0-1-1 0 0,0 1 1 0 0,1 0 0 0 0,-1-1 0 0 0,0 1 0 0 0,0 0 0 0 0,0 0 0 0 0,0 0 0 0 0,0 0 0 0 0,0 0 0 0 0,1 0-1 0 0,-1 0 1 0 0,0 0 0 0 0,0 1 0 0 0,-1-1 0 0 0,-1 1-6 0 0,1 0 0 0 0,-1 0 0 0 0,1-1-1 0 0,0 2 1 0 0,0-1 0 0 0,-1 0 0 0 0,1 0 0 0 0,0 1-1 0 0,0-1 1 0 0,0 1 0 0 0,0 0 0 0 0,0-1 0 0 0,1 1 0 0 0,-3 2-1 0 0,3-1-13 0 0,-1 0-1 0 0,1-1 0 0 0,0 1 1 0 0,0 0-1 0 0,0-1 0 0 0,0 1 1 0 0,0 0-1 0 0,1 0 0 0 0,-1 0 1 0 0,1 0-1 0 0,0 0 0 0 0,0 0 0 0 0,0 0 1 0 0,0 0-1 0 0,0 0 0 0 0,1 0 1 0 0,-1 0-1 0 0,1 0 0 0 0,0-1 1 0 0,0 1-1 0 0,0 0 0 0 0,0 0 1 0 0,0-1-1 0 0,1 1 0 0 0,-1 0 1 0 0,1-1-1 0 0,0 1 0 0 0,-1-1 0 0 0,1 0 1 0 0,0 0-1 0 0,3 3 0 0 0,0-1-42 0 0,0 1 0 0 0,0-1 0 0 0,1 0 0 0 0,-1-1 0 0 0,1 1 0 0 0,0-1 0 0 0,0 0 0 0 0,0 0 0 0 0,0-1 0 0 0,0 0 0 0 0,1 0 0 0 0,-1-1 0 0 0,9 2 0 0 0,1-2-25 0 0,1-1 0 0 0,-1-1 0 0 0,0-1 0 0 0,1 0 0 0 0,-1-1 0 0 0,0-1 0 0 0,0 0-1 0 0,-1-1 1 0 0,1-1 0 0 0,-1 0 0 0 0,0-1 0 0 0,-1-1 0 0 0,0 0 0 0 0,0-1 0 0 0,-1 0 0 0 0,0-1-1 0 0,0-1 1 0 0,-1 0 0 0 0,-1-1 0 0 0,13-15 0 0 0,-8 7 71 0 0,-1-1 0 0 0,-1 0 0 0 0,-2-1 1 0 0,0 0-1 0 0,0-1 0 0 0,-2 0 0 0 0,-2-1 0 0 0,0 0 0 0 0,-1 0 0 0 0,-1-1 0 0 0,-1 0 1 0 0,2-36-1 0 0,-5 15 508 0 0,-1 0 0 0 0,-2 0-1 0 0,-10-59 1 0 0,11 105-495 0 0,0 0 0 0 0,0 0 0 0 0,0 0 0 0 0,0-1 0 0 0,0 1 0 0 0,0 0 0 0 0,0 0 0 0 0,0 0 0 0 0,0-1 0 0 0,0 1 0 0 0,0 0 0 0 0,0 0 0 0 0,0 0 0 0 0,0-1 0 0 0,0 1 0 0 0,0 0 0 0 0,0 0 0 0 0,0 0 0 0 0,-1 0 0 0 0,1-1 0 0 0,0 1 0 0 0,0 0 0 0 0,0 0 0 0 0,0 0 0 0 0,0 0 0 0 0,-1 0 0 0 0,1-1 0 0 0,0 1 0 0 0,0 0 0 0 0,0 0 0 0 0,0 0 0 0 0,-1 0 0 0 0,1 0 0 0 0,0 0 0 0 0,0 0 0 0 0,0 0 0 0 0,-1 0 0 0 0,1 0 0 0 0,0 0 0 0 0,0 0 0 0 0,0 0 0 0 0,-1 0 0 0 0,1 0 0 0 0,0 0 0 0 0,0 0 0 0 0,0 0 0 0 0,-1 0 0 0 0,1 0 0 0 0,0 0 0 0 0,0 0 0 0 0,0 0 0 0 0,-1 0 0 0 0,1 0 0 0 0,0 0 0 0 0,-12 14 40 0 0,-7 21-33 0 0,1 12 24 0 0,2 1 1 0 0,2 1 0 0 0,-13 82-1 0 0,25-110-48 0 0,0-1-1 0 0,1 1 0 0 0,1 0 0 0 0,1 0 0 0 0,1-1 0 0 0,0 1 1 0 0,2-1-1 0 0,0 1 0 0 0,2-1 0 0 0,0-1 0 0 0,15 33 0 0 0,-17-44-43 0 0,0-1 0 0 0,1 0 0 0 0,0 0-1 0 0,0 0 1 0 0,1-1 0 0 0,-1 0 0 0 0,1 0 0 0 0,1 0-1 0 0,-1-1 1 0 0,1 1 0 0 0,0-2 0 0 0,0 1-1 0 0,0-1 1 0 0,1 0 0 0 0,0-1 0 0 0,0 1 0 0 0,0-2-1 0 0,0 1 1 0 0,0-1 0 0 0,0 0 0 0 0,1-1-1 0 0,15 1 1 0 0,-11-2 24 0 0,0 0 0 0 0,0-1 0 0 0,0 0-1 0 0,0-1 1 0 0,0-1 0 0 0,-1 0 0 0 0,1-1-1 0 0,-1 0 1 0 0,1-1 0 0 0,-2-1 0 0 0,1 1 0 0 0,0-2-1 0 0,20-15 1 0 0,-7-7 685 0 0,-9 8 57 0 0,-14 20-446 0 0,-2 1-230 0 0,0 0 0 0 0,-1 0 0 0 0,1 0 0 0 0,0 0 1 0 0,0 0-1 0 0,0 0 0 0 0,0-1 0 0 0,0 1 0 0 0,-1 0 0 0 0,1 0 0 0 0,0 0 1 0 0,0 0-1 0 0,0 0 0 0 0,0 0 0 0 0,0 0 0 0 0,0 0 0 0 0,0 0 0 0 0,-1-1 0 0 0,1 1 1 0 0,0 0-1 0 0,0 0 0 0 0,0 0 0 0 0,0 0 0 0 0,0 0 0 0 0,0-1 0 0 0,0 1 1 0 0,0 0-1 0 0,0 0 0 0 0,0 0 0 0 0,0 0 0 0 0,0 0 0 0 0,0-1 0 0 0,0 1 0 0 0,0 0 1 0 0,0 0-1 0 0,0 0 0 0 0,0 0 0 0 0,0-1 0 0 0,0 1 0 0 0,0 0 0 0 0,0 0 0 0 0,0 0 1 0 0,0 0-1 0 0,0 0 0 0 0,0 0 0 0 0,0-1 0 0 0,0 1 0 0 0,1 0 0 0 0,-1 0 1 0 0,0 0-1 0 0,0 0 0 0 0,0 0 0 0 0,0 0 0 0 0,0-1 0 0 0,0 1 0 0 0,0 0 0 0 0,1 0 1 0 0,-1 0-1 0 0,0 0 0 0 0,0 0 0 0 0,0 0 0 0 0,-6 3-7 0 0,0 1 0 0 0,0 0 0 0 0,1 0 0 0 0,-1 1 0 0 0,1-1 1 0 0,0 1-1 0 0,0 1 0 0 0,0-1 0 0 0,-4 7 0 0 0,8-10-9 0 0,1-2-20 0 0,-1 0 0 0 0,1 1 0 0 0,0-1 1 0 0,-1 0-1 0 0,1 1 0 0 0,0-1 0 0 0,0 0 0 0 0,-1 1 1 0 0,1-1-1 0 0,0 1 0 0 0,0-1 0 0 0,0 1 0 0 0,-1-1 0 0 0,1 0 1 0 0,0 1-1 0 0,0-1 0 0 0,0 1 0 0 0,0-1 0 0 0,0 1 1 0 0,0-1-1 0 0,0 1 0 0 0,0-1 0 0 0,0 1 0 0 0,0-1 0 0 0,0 1 1 0 0,0-1-1 0 0,0 1 0 0 0,1-1 0 0 0,-1 1 0 0 0,0-1 1 0 0,1 1-1 0 0,0 0-8 0 0,1 0 1 0 0,-1 0 0 0 0,1 0-1 0 0,0 0 1 0 0,-1-1 0 0 0,1 1-1 0 0,0 0 1 0 0,0-1 0 0 0,-1 1-1 0 0,1-1 1 0 0,0 0 0 0 0,0 0-1 0 0,0 0 1 0 0,0 0 0 0 0,0 0-1 0 0,-1 0 1 0 0,4-1 0 0 0,39-11-343 0 0,-35 8 178 0 0,-1 1-1 0 0,1 1 0 0 0,-1 0 0 0 0,1 0 0 0 0,0 0 0 0 0,15 0 0 0 0,7 5-317 0 0,0-2-1 0 0,0-1 1 0 0,0-2-1 0 0,0-1 1 0 0,0-1-1 0 0,0-2 1 0 0,-1-1-1 0 0,40-15 1 0 0,-53 14 449 0 0,0-2 0 0 0,-1 0 1 0 0,1-1-1 0 0,-2 0 0 0 0,0-2 0 0 0,25-25 1 0 0,-8 2 13 0 0,44-64 1 0 0,-63 79 39 0 0,-2-1 1 0 0,0 0-1 0 0,-1 0 0 0 0,-1-1 0 0 0,-1-1 1 0 0,7-33-1 0 0,-3-5 658 0 0,6-81 0 0 0,-17 131-394 0 0,-1 0-1 0 0,0 0 1 0 0,-1-1 0 0 0,-3-16 0 0 0,3 25-194 0 0,1 1 0 0 0,-1 0 1 0 0,0-1-1 0 0,0 1 0 0 0,0 0 0 0 0,-1-1 0 0 0,1 1 1 0 0,-1 0-1 0 0,1 0 0 0 0,-1 0 0 0 0,0 0 0 0 0,0 1 1 0 0,0-1-1 0 0,-1 0 0 0 0,1 1 0 0 0,-1 0 0 0 0,1-1 1 0 0,-1 1-1 0 0,-4-2 0 0 0,6 4-63 0 0,-1 0 0 0 0,1 0 0 0 0,-1 0 0 0 0,1 0 0 0 0,-1 0 0 0 0,1 0 0 0 0,-1 0 0 0 0,1 1 0 0 0,-1-1 0 0 0,1 1 0 0 0,-1-1 0 0 0,1 1 0 0 0,0 0 0 0 0,-1-1 0 0 0,1 1 0 0 0,0 0 0 0 0,-1 0 0 0 0,1 0 0 0 0,0 0 0 0 0,0 0 0 0 0,0 0 0 0 0,0 0 0 0 0,-1 2 0 0 0,-24 29 133 0 0,25-31-137 0 0,-9 14 27 0 0,1-1 0 0 0,1 1-1 0 0,1 1 1 0 0,0 0 0 0 0,0 0-1 0 0,2 0 1 0 0,0 0 0 0 0,1 1-1 0 0,1 0 1 0 0,-2 20 0 0 0,4-15-6 0 0,0 1 1 0 0,1 0-1 0 0,2-1 1 0 0,0 1-1 0 0,2-1 1 0 0,0 0-1 0 0,9 27 1 0 0,-6-26 4 0 0,2 0 1 0 0,0-1 0 0 0,1 0-1 0 0,1-1 1 0 0,22 31-1 0 0,-27-43 6 0 0,2-1 0 0 0,-1 1 0 0 0,1-1 0 0 0,0-1 0 0 0,0 1 0 0 0,1-1 0 0 0,0-1 0 0 0,1 0 0 0 0,-1 0 0 0 0,1-1 0 0 0,0 0 0 0 0,0-1 0 0 0,1 0 0 0 0,18 4 0 0 0,13-3 2597 0 0,-27-4-4390 0 0,-1 1-5632 0 0</inkml:trace>
</inkml:ink>
</file>

<file path=ppt/ink/ink4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4:18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24 656 0 0,'0'0'8418'0'0,"-2"-4"-7562"0"0,1 2-1166 0 0,-3-8 1338 0 0,4 2-7188 0 0</inkml:trace>
</inkml:ink>
</file>

<file path=ppt/ink/ink4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4:18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1 540 0 0,'-7'3'985'0'0,"2"-2"-644"0"0,0 1-1 0 0,0 0 1 0 0,0 1 0 0 0,1 0 0 0 0,-1-1-1 0 0,1 1 1 0 0,-1 1 0 0 0,1-1 0 0 0,0 1-1 0 0,0-1 1 0 0,1 1 0 0 0,-1 0 0 0 0,1 1 0 0 0,0-1-1 0 0,0 0 1 0 0,0 1 0 0 0,0 0 0 0 0,1 0-1 0 0,-2 5 1 0 0,3-7-277 0 0,1-1 1 0 0,0 1-1 0 0,-1-1 0 0 0,1 1 1 0 0,0 0-1 0 0,0-1 0 0 0,1 1 1 0 0,-1-1-1 0 0,0 1 0 0 0,1-1 1 0 0,0 1-1 0 0,-1-1 0 0 0,1 0 1 0 0,0 1-1 0 0,0-1 0 0 0,1 0 1 0 0,-1 1-1 0 0,0-1 0 0 0,3 3 1 0 0,1 1 83 0 0,1-1 1 0 0,-1 0 0 0 0,1-1 0 0 0,0 1 0 0 0,7 3 0 0 0,-11-6 73 0 0,2-2 184 0 0,-4 0-344 0 0,1 0-1 0 0,0 1 0 0 0,0-1 0 0 0,0 0 0 0 0,0 0 0 0 0,0 0 0 0 0,0 0 0 0 0,0 0 1 0 0,0 0-1 0 0,0 0 0 0 0,-1 0 0 0 0,1 0 0 0 0,0 0 0 0 0,0-1 0 0 0,0 1 0 0 0,0 0 1 0 0,0-1-1 0 0,1 0 0 0 0,0-1 31 0 0,-1 0 1 0 0,1 0 0 0 0,-1 0-1 0 0,1 0 1 0 0,-1 0 0 0 0,0 0-1 0 0,0-1 1 0 0,0 1 0 0 0,0 0-1 0 0,0-1 1 0 0,-1 1-1 0 0,1-1 1 0 0,-1 1 0 0 0,0-1-1 0 0,1 1 1 0 0,-1-1 0 0 0,-1-2-1 0 0,1 2 208 0 0,-1-3-36 0 0,-1-2-183 0 0,-1 0 0 0 0,0 0 0 0 0,0 0 0 0 0,-1 0 0 0 0,0 1 0 0 0,0 0 0 0 0,-6-9 0 0 0,-17-9-9034 0 0</inkml:trace>
</inkml:ink>
</file>

<file path=ppt/ink/ink4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4:18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0 852 0 0,'1'1'327'0'0,"1"0"0"0"0,0 0 1 0 0,-1 0-1 0 0,1 0 0 0 0,0 0 0 0 0,-1 0 0 0 0,1 1 0 0 0,-1-1 1 0 0,0 0-1 0 0,1 1 0 0 0,-1-1 0 0 0,0 1 0 0 0,0-1 0 0 0,0 1 0 0 0,0 0 1 0 0,0 0-1 0 0,0-1 0 0 0,0 1 0 0 0,0 2 0 0 0,11 45 1803 0 0,-2-10-444 0 0,-9-37-1409 0 0,11 3 507 0 0,-12-5-738 0 0,1 1 0 0 0,0 0 0 0 0,0-1 0 0 0,0 1 1 0 0,0-1-1 0 0,0 1 0 0 0,0-1 0 0 0,0 0 0 0 0,0 1 0 0 0,0-1 0 0 0,0 0 0 0 0,0 0 0 0 0,0 0 0 0 0,0 0 0 0 0,0 0 0 0 0,0 0 0 0 0,0 0 0 0 0,0 0 0 0 0,0 0 0 0 0,0 0 0 0 0,0 0 0 0 0,2-1 0 0 0,107-47 1728 0 0,-107 47-1686 0 0,5 1-191 0 0,0 1 1 0 0,0-1 0 0 0,0 2-1 0 0,0-1 1 0 0,0 1 0 0 0,0 0-1 0 0,15 7 1 0 0,-21-8-457 0 0,0-1 345 0 0,0 0 0 0 0,1 0 0 0 0,-1 0 0 0 0,0 1-1 0 0,0-1 1 0 0,0 1 0 0 0,0-1 0 0 0,0 1 0 0 0,1 0 0 0 0,-1 0-1 0 0,0 0 1 0 0,3 2 0 0 0</inkml:trace>
</inkml:ink>
</file>

<file path=ppt/ink/ink4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4:19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20 1352 0 0,'0'0'2600'0'0,"-6"-7"1393"0"0,31-3-3429 0 0,-9 8-684 0 0,7 4-996 0 0,-1 5-4573 0 0</inkml:trace>
</inkml:ink>
</file>

<file path=ppt/ink/ink4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4:20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24 472 0 0,'3'-13'4182'0'0,"-3"13"-3974"0"0,0-1 0 0 0,0 1-1 0 0,0-1 1 0 0,0 1 0 0 0,0-1-1 0 0,0 1 1 0 0,0 0-1 0 0,0-1 1 0 0,0 1 0 0 0,-1-1-1 0 0,1 1 1 0 0,0 0 0 0 0,0-1-1 0 0,-1 1 1 0 0,1 0-1 0 0,0-1 1 0 0,0 1 0 0 0,-1 0-1 0 0,1-1 1 0 0,0 1-1 0 0,-1 0 1 0 0,1-1 0 0 0,-1 1-1 0 0,1 0 1 0 0,0 0 0 0 0,-1 0-1 0 0,0-1 1 0 0,-12 0 2724 0 0,-2 4-3386 0 0,13-3 514 0 0,-1 1 0 0 0,0 0-1 0 0,1-1 1 0 0,-1 1 0 0 0,0 0 0 0 0,1 0 0 0 0,-1 1 0 0 0,1-1-1 0 0,-1 0 1 0 0,1 1 0 0 0,0-1 0 0 0,0 1 0 0 0,-1 0 0 0 0,1 0 0 0 0,1 0-1 0 0,-1 0 1 0 0,0 0 0 0 0,0 0 0 0 0,1 1 0 0 0,-1-1 0 0 0,1 1-1 0 0,0-1 1 0 0,-1 1 0 0 0,1-1 0 0 0,1 1 0 0 0,-1 0 0 0 0,0-1 0 0 0,1 1-1 0 0,-1 0 1 0 0,1 0 0 0 0,0-1 0 0 0,0 1 0 0 0,0 0 0 0 0,0 0-1 0 0,0-1 1 0 0,0 1 0 0 0,1 0 0 0 0,0 0 0 0 0,-1-1 0 0 0,1 1-1 0 0,0 0 1 0 0,0-1 0 0 0,1 1 0 0 0,-1-1 0 0 0,3 4 0 0 0,4 8 69 0 0,1 1 0 0 0,1-1 0 0 0,0-1 0 0 0,1 0 0 0 0,25 23 0 0 0,73 58-305 0 0,-108-93 140 0 0,-2 1-37 0 0,0 0 52 0 0,1-1 1 0 0,-1 1-1 0 0,0 0 1 0 0,0 0 0 0 0,-1 0-1 0 0,1 0 1 0 0,0-1-1 0 0,0 1 1 0 0,-1-1-1 0 0,1 1 1 0 0,-1-1-1 0 0,0 1 1 0 0,1-1 0 0 0,-1 0-1 0 0,0 0 1 0 0,0 0-1 0 0,1 0 1 0 0,-1 0-1 0 0,0 0 1 0 0,0 0 0 0 0,0-1-1 0 0,-3 2 1 0 0,-50 12-1432 0 0,40-13 936 0 0,-15-5-6991 0 0,17 2 3992 0 0</inkml:trace>
</inkml:ink>
</file>

<file path=ppt/ink/ink4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4:21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1 512 0 0,'2'1'444'0'0,"0"1"0"0"0,-1-1-1 0 0,1 1 1 0 0,-1 0 0 0 0,1 0 0 0 0,-1 0 0 0 0,0 0-1 0 0,0 0 1 0 0,0 0 0 0 0,0 0 0 0 0,0 0 0 0 0,0 0-1 0 0,-1 0 1 0 0,1 0 0 0 0,-1 1 0 0 0,1-1 0 0 0,-1 0-1 0 0,0 0 1 0 0,0 4 0 0 0,-1-1-173 0 0,-1 0 0 0 0,1 0 0 0 0,-1-1 0 0 0,0 1 0 0 0,-1 0 0 0 0,1-1 0 0 0,-1 0 0 0 0,-3 5 0 0 0,0 1-163 0 0,-58 94 1109 0 0,32-30-9206 0 0,30-64 5086 0 0</inkml:trace>
</inkml:ink>
</file>

<file path=ppt/ink/ink4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4:21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14 944 0 0,'1'-1'291'0'0,"-1"0"0"0"0,1 0-1 0 0,0 0 1 0 0,0 0 0 0 0,0 0-1 0 0,0 0 1 0 0,0 0 0 0 0,0 1 0 0 0,0-1-1 0 0,0 0 1 0 0,0 1 0 0 0,0-1 0 0 0,0 1-1 0 0,1-1 1 0 0,-1 1 0 0 0,0-1 0 0 0,0 1-1 0 0,0 0 1 0 0,1 0 0 0 0,-1 0-1 0 0,0-1 1 0 0,1 1 0 0 0,-1 0 0 0 0,0 1-1 0 0,0-1 1 0 0,1 0 0 0 0,-1 0 0 0 0,0 0-1 0 0,0 1 1 0 0,0-1 0 0 0,2 2 0 0 0,-1 0-128 0 0,0 0 1 0 0,-1 0-1 0 0,0 0 1 0 0,1 0-1 0 0,-1 1 1 0 0,0-1-1 0 0,0 0 1 0 0,0 1-1 0 0,0-1 1 0 0,-1 1-1 0 0,1-1 1 0 0,-1 1-1 0 0,1 0 1 0 0,-1 2-1 0 0,1 16 68 0 0,-1-1 0 0 0,-4 37 0 0 0,3-40 24 0 0,-1 0-1 0 0,-2-1 1 0 0,1 0-1 0 0,-2 1 0 0 0,0-1 1 0 0,-1-1-1 0 0,-9 18 1 0 0,15-32-54 0 0,0-1-184 0 0,0 0 1 0 0,0 0-1 0 0,0 0 0 0 0,-1-1 1 0 0,1 1-1 0 0,0 0 0 0 0,0 0 0 0 0,0 0 1 0 0,0 0-1 0 0,0-1 0 0 0,0 1 1 0 0,0 0-1 0 0,0 0 0 0 0,0 0 1 0 0,0 0-1 0 0,-1 0 0 0 0,1 0 0 0 0,0-1 1 0 0,0 1-1 0 0,0 0 0 0 0,0 0 1 0 0,0 0-1 0 0,-1 0 0 0 0,1 0 1 0 0,0 0-1 0 0,0 0 0 0 0,0 0 0 0 0,0 0 1 0 0,-1 0-1 0 0,1 0 0 0 0,0 0 1 0 0,0 0-1 0 0,0 0 0 0 0,0 0 0 0 0,-1 0 1 0 0,1 0-1 0 0,0 0 0 0 0,0 0 1 0 0,0 0-1 0 0,-1 0 0 0 0,1 0 1 0 0,0 0-1 0 0,0 0 0 0 0,0 0 0 0 0,0 0 1 0 0,0 0-1 0 0,-1 0 0 0 0,1 0 1 0 0,0 0-1 0 0,0 1 0 0 0,0-1 1 0 0,0 0-1 0 0,0 0 0 0 0,-1 0 0 0 0,1 0 1 0 0,0 0-1 0 0,0 1 0 0 0,0-1 1 0 0,0 0-1 0 0,0 0 0 0 0,0 0 0 0 0,0 0 1 0 0,0 1-1 0 0,0-1 0 0 0,-7-20 351 0 0,9 9-362 0 0,0 0-1 0 0,1 0 1 0 0,0 1-1 0 0,1 0 1 0 0,0-1-1 0 0,0 2 1 0 0,1-1-1 0 0,1 0 0 0 0,0 1 1 0 0,0 0-1 0 0,0 0 1 0 0,14-13-1 0 0,-13 14-47 0 0,0 1-1 0 0,1 0 0 0 0,0 1 0 0 0,0 0 0 0 0,0 0 0 0 0,0 1 0 0 0,1 0 1 0 0,0 0-1 0 0,0 1 0 0 0,1 0 0 0 0,-1 0 0 0 0,1 1 0 0 0,19-3 1 0 0,-26 6 26 0 0,0 0 0 0 0,1 0 1 0 0,-1 1-1 0 0,0-1 0 0 0,1 1 1 0 0,-1 0-1 0 0,0 0 1 0 0,0 0-1 0 0,0 0 0 0 0,0 0 1 0 0,0 1-1 0 0,0-1 1 0 0,0 1-1 0 0,5 4 0 0 0,36 37-70 0 0,-13-13 42 0 0,-14-18 6 0 0,-1 0-1 0 0,2-1 1 0 0,-1-1 0 0 0,2-1-1 0 0,-1 0 1 0 0,1-2 0 0 0,0 0-1 0 0,30 6 1 0 0,-37-10 19 0 0,1-1-1 0 0,-1 0 1 0 0,1-1 0 0 0,-1-1-1 0 0,1 0 1 0 0,-1-1 0 0 0,1 0-1 0 0,-1-1 1 0 0,1 0 0 0 0,-1-1-1 0 0,0 0 1 0 0,0-1 0 0 0,0-1-1 0 0,21-11 1 0 0,-29 14 88 0 0,0 0-1 0 0,0 0 1 0 0,-1-1-1 0 0,0 1 0 0 0,1-1 1 0 0,-1 0-1 0 0,0 0 1 0 0,0 0-1 0 0,0 0 1 0 0,-1-1-1 0 0,1 1 1 0 0,-1-1-1 0 0,0 0 1 0 0,0 0-1 0 0,0 0 1 0 0,-1 0-1 0 0,1 0 1 0 0,-1 0-1 0 0,0 0 1 0 0,0 0-1 0 0,0 0 1 0 0,-1-1-1 0 0,1 1 0 0 0,-1 0 1 0 0,0 0-1 0 0,-1-7 1 0 0,0 9-44 0 0,1 1 0 0 0,-1 0 1 0 0,0 0-1 0 0,0-1 0 0 0,1 1 1 0 0,-1 0-1 0 0,0 0 0 0 0,0 0 0 0 0,0 0 1 0 0,0 0-1 0 0,0 0 0 0 0,-1 0 0 0 0,1 1 1 0 0,0-1-1 0 0,0 0 0 0 0,-1 0 0 0 0,1 1 1 0 0,0-1-1 0 0,-1 1 0 0 0,1-1 0 0 0,0 1 1 0 0,-1 0-1 0 0,1 0 0 0 0,-1-1 1 0 0,1 1-1 0 0,0 0 0 0 0,-4 1 0 0 0,2-1 17 0 0,-6 10 38 0 0,8-9-79 0 0,-1-1 1 0 0,1 1-1 0 0,0 0 0 0 0,0 0 1 0 0,0 0-1 0 0,0 0 1 0 0,0 0-1 0 0,0 0 0 0 0,0 0 1 0 0,0 1-1 0 0,0-1 1 0 0,1 0-1 0 0,-1 0 0 0 0,0 1 1 0 0,1-1-1 0 0,-1 2 1 0 0,0 1-30 0 0,0 0 0 0 0,0-1 0 0 0,1 1 0 0 0,0 0 0 0 0,0 0 0 0 0,0 0 0 0 0,0-1 0 0 0,1 1 0 0 0,-1 0 0 0 0,1 0 0 0 0,0-1 0 0 0,0 1 0 0 0,0 0 0 0 0,1-1 0 0 0,-1 1 0 0 0,1-1 1 0 0,0 0-1 0 0,0 1 0 0 0,0-1 0 0 0,1 0 0 0 0,3 4 0 0 0,-1-3-55 0 0,0 0 0 0 0,1 0 0 0 0,-1-1 0 0 0,1 0 0 0 0,0 0 0 0 0,0-1 0 0 0,0 1 0 0 0,0-1 0 0 0,0-1 0 0 0,0 1 0 0 0,13 1 0 0 0,3-2-135 0 0,1 0 0 0 0,0-1 0 0 0,0-1 1 0 0,0-1-1 0 0,0-1 0 0 0,31-9 1 0 0,-33 7 248 0 0,-1-1 1 0 0,1 0 0 0 0,-1-2-1 0 0,0 0 1 0 0,-1-1 0 0 0,1-1-1 0 0,-2-1 1 0 0,0-1-1 0 0,0 0 1 0 0,30-29 0 0 0,-47 40 24 0 0,0 1 0 0 0,0-1 0 0 0,0 0 0 0 0,0 0 0 0 0,0 0 0 0 0,0 0 0 0 0,0 0 0 0 0,-1 0 0 0 0,1 0 1 0 0,0 0-1 0 0,-1 0 0 0 0,1-1 0 0 0,-1 1 0 0 0,1 0 0 0 0,-1 0 0 0 0,0 0 0 0 0,1-1 0 0 0,-1 1 0 0 0,0 0 0 0 0,0-1 0 0 0,0 1 1 0 0,0-3-1 0 0,-1 3-20 0 0,0 1 0 0 0,1-1 1 0 0,-1 0-1 0 0,0 0 0 0 0,1 0 1 0 0,-1 0-1 0 0,0 1 1 0 0,0-1-1 0 0,0 0 0 0 0,0 1 1 0 0,0-1-1 0 0,0 1 0 0 0,0-1 1 0 0,0 1-1 0 0,0-1 0 0 0,0 1 1 0 0,0 0-1 0 0,0-1 1 0 0,-3 1-1 0 0,-4-1 73 0 0,-1 0 0 0 0,0 0 0 0 0,0 1-1 0 0,-16 2 1 0 0,19-2-72 0 0,0 1-1 0 0,0 0 0 0 0,0-1 1 0 0,0 2-1 0 0,1-1 0 0 0,-1 1 0 0 0,1 0 1 0 0,-1 0-1 0 0,1 0 0 0 0,-1 1 1 0 0,1-1-1 0 0,0 2 0 0 0,0-1 1 0 0,1 0-1 0 0,-1 1 0 0 0,1 0 0 0 0,-5 5 1 0 0,8-8-58 0 0,0 1 0 0 0,0-1 0 0 0,0 1-1 0 0,1 0 1 0 0,-1 0 0 0 0,1-1 0 0 0,-1 1 0 0 0,1 0 0 0 0,-1 0 0 0 0,1 0 0 0 0,0 0 0 0 0,0 0 0 0 0,0 0 0 0 0,0-1 0 0 0,0 1 0 0 0,0 0 0 0 0,1 0 0 0 0,-1 0 0 0 0,1 0 0 0 0,-1 0 0 0 0,1-1-1 0 0,0 1 1 0 0,-1 0 0 0 0,1 0 0 0 0,0-1 0 0 0,0 1 0 0 0,0-1 0 0 0,0 1 0 0 0,1-1 0 0 0,-1 1 0 0 0,0-1 0 0 0,1 0 0 0 0,-1 0 0 0 0,1 1 0 0 0,-1-1 0 0 0,3 1 0 0 0,1 2-160 0 0,2 0 1 0 0,-1 0-1 0 0,0 0 0 0 0,1-1 1 0 0,-1 0-1 0 0,1 0 1 0 0,10 3-1 0 0,16 0-1115 0 0,0-1-1 0 0,0-1 1 0 0,53-2-1 0 0,-5-8-4432 0 0,-42 2 2584 0 0</inkml:trace>
</inkml:ink>
</file>

<file path=ppt/ink/ink4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4:22.8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162 485 420 0 0,'0'0'4481'0'0,"-3"-3"-3466"0"0,1 1-842 0 0,-1 0 1 0 0,0 0 0 0 0,1 0-1 0 0,-1 1 1 0 0,0-1 0 0 0,0 1-1 0 0,0 0 1 0 0,0 0-1 0 0,0 0 1 0 0,-1 0 0 0 0,1 0-1 0 0,0 1 1 0 0,0-1-1 0 0,0 1 1 0 0,-1 0 0 0 0,1 0-1 0 0,0 0 1 0 0,0 1 0 0 0,-1-1-1 0 0,1 1 1 0 0,0 0-1 0 0,0 0 1 0 0,0 0 0 0 0,0 0-1 0 0,-5 3 1 0 0,2-2 93 0 0,1 1 0 0 0,0 0 1 0 0,0 0-1 0 0,0 0 0 0 0,0 0 0 0 0,1 1 1 0 0,-1 0-1 0 0,1 0 0 0 0,0 0 0 0 0,0 1 1 0 0,1 0-1 0 0,-1-1 0 0 0,1 1 0 0 0,-3 7 1 0 0,5-10-294 0 0,0-1 1 0 0,0 1 0 0 0,0-1 0 0 0,1 1 0 0 0,-1 0 0 0 0,1-1-1 0 0,-1 1 1 0 0,1 0 0 0 0,0 0 0 0 0,-1 0 0 0 0,1-1 0 0 0,0 1-1 0 0,0 0 1 0 0,0 0 0 0 0,1-1 0 0 0,-1 1 0 0 0,0 0-1 0 0,1 0 1 0 0,-1-1 0 0 0,1 1 0 0 0,0 0 0 0 0,-1-1 0 0 0,1 1-1 0 0,0 0 1 0 0,0-1 0 0 0,0 1 0 0 0,0-1 0 0 0,0 0-1 0 0,0 1 1 0 0,1-1 0 0 0,-1 0 0 0 0,0 0 0 0 0,1 1 0 0 0,-1-1-1 0 0,1 0 1 0 0,-1 0 0 0 0,1-1 0 0 0,-1 1 0 0 0,1 0-1 0 0,0 0 1 0 0,-1-1 0 0 0,1 1 0 0 0,0-1 0 0 0,0 0 0 0 0,-1 1-1 0 0,1-1 1 0 0,3 0 0 0 0,2 1-92 0 0,0 0 0 0 0,0-1-1 0 0,1 0 1 0 0,-1 0 0 0 0,0-1 0 0 0,0 0-1 0 0,1 0 1 0 0,-1 0 0 0 0,0-1 0 0 0,11-4-1 0 0,2-6 36 0 0,-1 0-1 0 0,0-1 1 0 0,0-1-1 0 0,-1-1 0 0 0,-1-1 1 0 0,-1 0-1 0 0,0-1 1 0 0,15-21-1 0 0,-8 6 138 0 0,-1-1 1 0 0,-2-1-1 0 0,31-70 0 0 0,-44 85 255 0 0,-2-1-1 0 0,0 0 0 0 0,-1 0 0 0 0,-1-1 0 0 0,-1 1 1 0 0,0-22-1 0 0,3-21 2497 0 0,-5 63-2777 0 0,0 0-1 0 0,0-1 1 0 0,0 1 0 0 0,0 0-1 0 0,0 0 1 0 0,1-1 0 0 0,-1 1 0 0 0,0 0-1 0 0,0 0 1 0 0,0-1 0 0 0,0 1 0 0 0,0 0-1 0 0,0 0 1 0 0,0-1 0 0 0,0 1 0 0 0,0 0-1 0 0,0 0 1 0 0,0-1 0 0 0,0 1-1 0 0,0 0 1 0 0,0-1 0 0 0,0 1 0 0 0,-1 0-1 0 0,1 0 1 0 0,0-1 0 0 0,0 1 0 0 0,0 0-1 0 0,0 0 1 0 0,0 0 0 0 0,-1-1 0 0 0,1 1-1 0 0,0 0 1 0 0,0 0 0 0 0,0 0-1 0 0,0-1 1 0 0,-1 1 0 0 0,1 0 0 0 0,0 0-1 0 0,0 0 1 0 0,-1 0 0 0 0,1 0 0 0 0,0 0-1 0 0,0-1 1 0 0,-1 1 0 0 0,1 0-1 0 0,0 0 1 0 0,0 0 0 0 0,-1 0 0 0 0,1 0-1 0 0,0 0 1 0 0,-1 0 0 0 0,1 0 0 0 0,0 0-1 0 0,0 0 1 0 0,-1 0 0 0 0,1 0 0 0 0,0 0-1 0 0,0 0 1 0 0,-1 1 0 0 0,1-1-1 0 0,0 0 1 0 0,0 0 0 0 0,-1 0 0 0 0,-9 9 35 0 0,1 1 0 0 0,0-1 1 0 0,0 2-1 0 0,1-1 0 0 0,1 1 0 0 0,0 0 1 0 0,0 1-1 0 0,1-1 0 0 0,0 1 1 0 0,1 1-1 0 0,1-1 0 0 0,0 1 1 0 0,-4 23-1 0 0,1-1-108 0 0,2-1 0 0 0,2 1 0 0 0,1 1 0 0 0,4 43 0 0 0,-2-71-40 0 0,1-1-1 0 0,0 0 0 0 0,0 0 0 0 0,1 0 0 0 0,-1 0 0 0 0,2 0 1 0 0,-1 0-1 0 0,1 0 0 0 0,0-1 0 0 0,0 1 0 0 0,1-1 1 0 0,0 0-1 0 0,0 0 0 0 0,1 0 0 0 0,-1-1 0 0 0,10 9 0 0 0,-6-8 3 0 0,0 0-1 0 0,0-1 0 0 0,0 0 1 0 0,1-1-1 0 0,-1 1 0 0 0,1-2 1 0 0,0 1-1 0 0,0-1 0 0 0,1-1 0 0 0,-1 0 1 0 0,15 2-1 0 0,-8-2 85 0 0,1-2 1 0 0,0 1-1 0 0,-1-2 1 0 0,1 0-1 0 0,0-1 1 0 0,-1-1-1 0 0,1 0 0 0 0,-1-2 1 0 0,0 1-1 0 0,-1-2 1 0 0,1 0-1 0 0,-1-1 0 0 0,0-1 1 0 0,18-12-1 0 0,-31 20 63 0 0,0-1-1 0 0,-1 0 1 0 0,1-1-1 0 0,-1 1 1 0 0,1 0-1 0 0,-1 0 1 0 0,1-1-1 0 0,-1 1 1 0 0,0 0-1 0 0,1-1 1 0 0,-1 0-1 0 0,0 1 1 0 0,0-1-1 0 0,0 0 1 0 0,0 1-1 0 0,-1-1 1 0 0,1 0-1 0 0,0 0 1 0 0,-1 0-1 0 0,1 0 1 0 0,-1 0 0 0 0,0 0-1 0 0,1 0 1 0 0,-1 1-1 0 0,0-1 1 0 0,0 0-1 0 0,0 0 1 0 0,-1 0-1 0 0,1 0 1 0 0,0 0-1 0 0,-1 0 1 0 0,1 0-1 0 0,-1 0 1 0 0,-1-3-1 0 0,0 3-1 0 0,0-1-1 0 0,-1 1 0 0 0,1-1 0 0 0,-1 1 1 0 0,1 0-1 0 0,-1 0 0 0 0,0 0 1 0 0,0 0-1 0 0,0 1 0 0 0,0-1 1 0 0,0 1-1 0 0,0 0 0 0 0,0 0 0 0 0,0 0 1 0 0,0 0-1 0 0,-1 0 0 0 0,1 1 1 0 0,0-1-1 0 0,-1 1 0 0 0,-4 0 1 0 0,6 1-101 0 0,0-1 1 0 0,0 1 0 0 0,0 0 0 0 0,0 0 0 0 0,0 0 0 0 0,0 0 0 0 0,0 0-1 0 0,1 0 1 0 0,-1 1 0 0 0,0-1 0 0 0,1 1 0 0 0,-1-1 0 0 0,1 1 0 0 0,0-1-1 0 0,-1 1 1 0 0,1 0 0 0 0,0 0 0 0 0,0 0 0 0 0,0-1 0 0 0,0 1 0 0 0,0 0 0 0 0,0 4-1 0 0,0-3-398 0 0,3 2-78 0 0,0 0 235 0 0,0 0 0 0 0,0 0 0 0 0,0-1 0 0 0,1 1 0 0 0,0-1 0 0 0,0 1 0 0 0,0-1 0 0 0,0 0 0 0 0,0 0-1 0 0,1 0 1 0 0,0 0 0 0 0,0-1 0 0 0,0 0 0 0 0,0 0 0 0 0,1 0 0 0 0,-1 0 0 0 0,1 0 0 0 0,-1-1 0 0 0,8 3-1 0 0,5-1-471 0 0,1 0 0 0 0,-1-1-1 0 0,1-1 1 0 0,0 0-1 0 0,-1-2 1 0 0,1 0-1 0 0,0-1 1 0 0,0 0 0 0 0,-1-2-1 0 0,20-4 1 0 0,-18 2 1216 0 0,0-1 0 0 0,-1 0 0 0 0,0-2 1 0 0,0 0-1 0 0,20-12 0 0 0,-37 19-280 0 0,-1 1 0 0 0,0-1 0 0 0,1 1 1 0 0,-1-1-1 0 0,0 0 0 0 0,1 1 0 0 0,-1-1 0 0 0,0 1 0 0 0,0-1 1 0 0,1 0-1 0 0,-1 1 0 0 0,0-1 0 0 0,0 1 0 0 0,0-1 0 0 0,0 0 1 0 0,0 1-1 0 0,0-1 0 0 0,0 0 0 0 0,0 1 0 0 0,0-1 0 0 0,0 0 1 0 0,0 1-1 0 0,-1-1 0 0 0,1 1 0 0 0,0-1 0 0 0,0 0 0 0 0,-1 1 1 0 0,1-1-1 0 0,0 1 0 0 0,-1-1 0 0 0,1 1 0 0 0,-1-2 0 0 0,1 2-240 0 0,2 2 55 0 0,0 0 1 0 0,-1 0 0 0 0,2-1-1 0 0,-1 1 1 0 0,0-1 0 0 0,0 0-1 0 0,0 1 1 0 0,1-1 0 0 0,-1 0-1 0 0,0 0 1 0 0,1 0 0 0 0,-1-1-1 0 0,1 1 1 0 0,-1-1 0 0 0,1 1-1 0 0,0-1 1 0 0,-1 0 0 0 0,1 0-1 0 0,-1 0 1 0 0,1 0 0 0 0,-1 0-1 0 0,1-1 1 0 0,-1 1 0 0 0,1-1-1 0 0,-1 0 1 0 0,1 0 0 0 0,-1 0-1 0 0,1 0 1 0 0,-1 0 0 0 0,3-2-1 0 0,14-6-34 0 0,0 0 0 0 0,-1-2 0 0 0,0 0 1 0 0,0-1-1 0 0,-2-1 0 0 0,1 0 0 0 0,-1-2 0 0 0,-1 0 0 0 0,13-17 0 0 0,-10 10 335 0 0,-2 0-1 0 0,-1-1 1 0 0,-1-1-1 0 0,-1 0 1 0 0,-1 0-1 0 0,14-41 1 0 0,-24 59 11 0 0,1-8 1711 0 0,-13 22-1062 0 0,4-4-1203 0 0,-4 6 382 0 0,0 0-1 0 0,1 0 0 0 0,0 1 1 0 0,1 0-1 0 0,0 0 0 0 0,1 1 1 0 0,0 0-1 0 0,1 0 1 0 0,-8 23-1 0 0,4-6-324 0 0,1 0 1 0 0,2 0-1 0 0,-5 39 1 0 0,10-50-830 0 0,0-1 0 0 0,1 29 0 0 0,2-41 12 0 0,-1-1 1 0 0,1 1-1 0 0,0 0 1 0 0,0-1 0 0 0,0 1-1 0 0,1-1 1 0 0,-1 1 0 0 0,5 6-1 0 0</inkml:trace>
</inkml:ink>
</file>

<file path=ppt/ink/ink4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4:23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1 140 0 0,'0'0'252'0'0</inkml:trace>
</inkml:ink>
</file>

<file path=ppt/ink/ink4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8T06:04:26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0 304,'-1'33'11516,"-10"0"-6313,-26 32-4843,3-6 407,11-25-2566,23-33 1143,-9 6-2738</inkml:trace>
</inkml:ink>
</file>

<file path=ppt/ink/ink4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8T06:04:26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 40,'2'-37'8324,"13"50"-12468,-12-10 1768</inkml:trace>
</inkml:ink>
</file>

<file path=ppt/ink/ink5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8T06:04:26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1 208,'-6'5'747,"0"1"-1,0 0 1,1 0-1,0 1 1,0 0-1,1-1 1,-6 12 0,10-17-238,-5 6-18,5-7-440,0 0-1,0 0 0,0 0 1,0 0-1,0 0 1,-1 0-1,1 0 1,0 1-1,0-1 0,0 0 1,0 0-1,0 0 1,0 0-1,0 0 1,0 0-1,0 1 0,0-1 1,0 0-1,0 0 1,0 0-1,0 0 1,0 0-1,0 0 0,0 1 1,0-1-1,0 0 1,0 0-1,0 0 1,0 0-1,0 0 0,0 1 1,0-1-1,0 0 1,0 0-1,0 0 1,0 0-1,0 0 1,0 0-1,0 1 0,1-1 1,-1 0-1,0 0 1,0 0-1,0 0 1,0 0-1,0 0 0,0 0 1,0 0-1,1 0 1,-1 0-1,0 0 1,0 1-1,0-1 0,0 0 1,0 0-1,1 0 1,-1 0-1,0 0 1,0 0-1,0 0 0,0 0 1,1 0-1,14-4 422,0 0-1,0-1 1,-1-1 0,24-11-1,20-8 1694,-57 24-1995,14 0-430,0 8-647,0 2-7194,-6-3 4846</inkml:trace>
</inkml:ink>
</file>

<file path=ppt/ink/ink5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4:37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1 256 496 0 0,'0'0'8421'0'0,"6"-2"-8275"0"0,18-4-61 0 0,0 2 0 0 0,1 0 0 0 0,-1 2 0 0 0,1 1 0 0 0,0 1 0 0 0,26 3 0 0 0,27-1 5 0 0,525-60 205 0 0,-328 25-224 0 0,1145-45 398 0 0,-906 81-247 0 0,478-5 653 0 0,-699 5-558 0 0,33-2 149 0 0,163-17 894 0 0,-134-21 43 0 0,-228 21-842 0 0,-101 12 279 0 0,11-1-3403 0 0,-35 7 913 0 0,-20 5 638 0 0,-14 2-4627 0 0,15-7 2396 0 0</inkml:trace>
</inkml:ink>
</file>

<file path=ppt/ink/ink5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5:04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24 452 0 0,'4'-12'1992'0'0,"-4"12"-1833"0"0,0 0-1 0 0,0-1 0 0 0,0 1 0 0 0,1 0 0 0 0,-1 0 1 0 0,0-1-1 0 0,0 1 0 0 0,0 0 0 0 0,0-1 0 0 0,0 1 1 0 0,0 0-1 0 0,0-1 0 0 0,0 1 0 0 0,0 0 0 0 0,0-1 1 0 0,0 1-1 0 0,0 0 0 0 0,0-1 0 0 0,0 1 0 0 0,0 0 0 0 0,0 0 1 0 0,0-1-1 0 0,0 1 0 0 0,0 0 0 0 0,0-1 0 0 0,0 1 1 0 0,-1 0-1 0 0,1-1 0 0 0,0 1 0 0 0,0 0 0 0 0,0 0 1 0 0,0-1-1 0 0,-1 1 0 0 0,1 0 0 0 0,0 0 0 0 0,0 0 1 0 0,-1-1-1 0 0,1 1 0 0 0,-1 0 0 0 0,-13 4 133 0 0,-1 0-1 0 0,1 2 1 0 0,0 0-1 0 0,1 0 1 0 0,-1 1-1 0 0,-21 16 1 0 0,-38 18 968 0 0,57-28-841 0 0,15-13-398 0 0,1 0 1 0 0,0 0-1 0 0,-1 0 0 0 0,1 0 0 0 0,0 0 1 0 0,0 0-1 0 0,-1 0 0 0 0,1 1 0 0 0,0-1 0 0 0,0 0 1 0 0,-1 0-1 0 0,1 0 0 0 0,0 0 0 0 0,0 0 1 0 0,0 0-1 0 0,-1 1 0 0 0,1-1 0 0 0,0 0 1 0 0,0 0-1 0 0,0 0 0 0 0,-1 1 0 0 0,1-1 1 0 0,0 0-1 0 0,0 0 0 0 0,0 1 0 0 0,0-1 1 0 0,0 0-1 0 0,0 0 0 0 0,-1 1 0 0 0,1-1 0 0 0,0 0 1 0 0,0 0-1 0 0,0 1 0 0 0,0-1 0 0 0,0 0 1 0 0,0 1-1 0 0,0-1 0 0 0,0 0 0 0 0,0 0 1 0 0,0 1-1 0 0,0-1 0 0 0,0 0 0 0 0,1 0 1 0 0,-1 1-1 0 0,0-1 0 0 0,0 0 0 0 0,0 0 1 0 0,0 1-1 0 0,0-1 0 0 0,1 0 0 0 0,53-4 276 0 0,-34 1-403 0 0,0 1 1 0 0,0 1-1 0 0,1 1 0 0 0,-1 0 1 0 0,1 2-1 0 0,34 7 1 0 0,17 9-2659 0 0,-25-8-2287 0 0,-18-6 2100 0 0</inkml:trace>
</inkml:ink>
</file>

<file path=ppt/ink/ink5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5:05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71 112 17938 0 0,'2'-91'425'0'0,"-1"75"-245"0"0,1 11-56 0 0,-2 7-53 0 0,-75 578-375 0 0,75-580 296 0 0,0 1 1 0 0,0-1-1 0 0,0 1 1 0 0,-1-1-1 0 0,1 1 1 0 0,0 0-1 0 0,0-1 1 0 0,0 1-1 0 0,0-1 1 0 0,0 1-1 0 0,0-1 1 0 0,0 1-1 0 0,0 0 1 0 0,0-1 0 0 0,1 1-1 0 0,-1-1 1 0 0,0 1-1 0 0,0-1 1 0 0,0 1-1 0 0,1-1 1 0 0,-1 1-1 0 0,0-1 1 0 0,0 1-1 0 0,1-1 1 0 0,-1 1-1 0 0,1-1 1 0 0,-1 1-1 0 0,0-1 1 0 0,1 0-1 0 0,-1 1 1 0 0,1-1-1 0 0,-1 0 1 0 0,1 1-1 0 0,-1-1 1 0 0,1 0-1 0 0,-1 0 1 0 0,1 1 0 0 0,-1-1-1 0 0,1 0 1 0 0,-1 0-1 0 0,1 0 1 0 0,-1 0-1 0 0,1 0 1 0 0,0 0-1 0 0,-1 0 1 0 0,1 0-1 0 0,-1 0 1 0 0,1 0-1 0 0,-1 0 1 0 0,1 0-1 0 0,0 0 1 0 0,-1 0-1 0 0,1 0 1 0 0,-1-1-1 0 0,1 1 1 0 0,-1 0-1 0 0,1 0 1 0 0,0-1 0 0 0,30-14-39 0 0,-30 14 33 0 0,250-161-618 0 0,-219 140 568 0 0,253-175 1637 0 0,-265 184-749 0 0,-23 20-361 0 0,-35 26-263 0 0,-19 5-69 0 0,-107 79 150 0 0,163-116-283 0 0,-1 1-1 0 0,1-1 1 0 0,-1 0 0 0 0,1 0-1 0 0,-1 1 1 0 0,1-1 0 0 0,0 1-1 0 0,0-1 1 0 0,-1 1 0 0 0,1-1 0 0 0,0 1-1 0 0,0 0 1 0 0,1-1 0 0 0,-1 1-1 0 0,0 0 1 0 0,1 0 0 0 0,-1 0-1 0 0,1 0 1 0 0,-1 0 0 0 0,1 0 0 0 0,0-1-1 0 0,0 1 1 0 0,0 0 0 0 0,0 0-1 0 0,0 0 1 0 0,0 0 0 0 0,1 0-1 0 0,-1 0 1 0 0,0 0 0 0 0,1 0 0 0 0,0 0-1 0 0,-1-1 1 0 0,1 1 0 0 0,0 0-1 0 0,0 0 1 0 0,0-1 0 0 0,0 1-1 0 0,0-1 1 0 0,1 1 0 0 0,-1-1-1 0 0,0 1 1 0 0,1-1 0 0 0,1 2 0 0 0,5 3-64 0 0,-1 0 1 0 0,1 0 0 0 0,1-1-1 0 0,-1 0 1 0 0,17 7 0 0 0,154 56-3452 0 0,-149-60 279 0 0,0-1 0 0 0,35 4 0 0 0,-37-8-727 0 0</inkml:trace>
</inkml:ink>
</file>

<file path=ppt/ink/ink5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5:06.5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252 177 208 0 0,'0'0'1846'0'0,"-16"-32"6615"0"0,8 32-8212 0 0,0 1 0 0 0,-1-1 0 0 0,1 1 0 0 0,0 1 1 0 0,0-1-1 0 0,0 1 0 0 0,0 1 0 0 0,-9 3 0 0 0,-62 33 1232 0 0,73-36-1377 0 0,0 1 1 0 0,0 0-1 0 0,0 0 1 0 0,1 0-1 0 0,-1 0 1 0 0,1 1-1 0 0,0 0 0 0 0,0 0 1 0 0,1 1-1 0 0,-1-1 1 0 0,1 1-1 0 0,1 0 1 0 0,-5 8-1 0 0,7-12-77 0 0,16 18-19 0 0,-8-18-52 0 0,-1 0-1 0 0,1-1 1 0 0,-1 0-1 0 0,1 0 1 0 0,-1-1-1 0 0,1 1 1 0 0,-1-1-1 0 0,1-1 0 0 0,-1 1 1 0 0,7-3-1 0 0,68-19-730 0 0,-5 1-140 0 0,-66 19 799 0 0,-8 2 80 0 0,0-1 0 0 0,0 1 0 0 0,0-1 0 0 0,0 1 0 0 0,0 0 0 0 0,1 0 0 0 0,-1 0 0 0 0,0 0 0 0 0,0 0 0 0 0,0 1 0 0 0,0-1 0 0 0,0 1 0 0 0,0-1 0 0 0,1 1 0 0 0,-1 0 1 0 0,0-1-1 0 0,-1 1 0 0 0,1 0 0 0 0,0 0 0 0 0,0 1 0 0 0,0-1 0 0 0,-1 0 0 0 0,1 1 0 0 0,0-1 0 0 0,-1 1 0 0 0,3 2 0 0 0,2 1 28 0 0,0 0 1 0 0,0 0-1 0 0,0-1 1 0 0,1 1-1 0 0,0-2 1 0 0,0 1-1 0 0,0-1 1 0 0,0 0-1 0 0,1 0 1 0 0,-1-1-1 0 0,1 0 1 0 0,0 0-1 0 0,-1-1 1 0 0,1 0-1 0 0,0 0 0 0 0,0-1 1 0 0,12-1-1 0 0,-7 0 43 0 0,0 0 0 0 0,0-1 0 0 0,-1 0 0 0 0,1-1-1 0 0,-1-1 1 0 0,1 0 0 0 0,-1 0 0 0 0,19-11-1 0 0,-24 11 41 0 0,0-1-1 0 0,1 0 1 0 0,-1 0-1 0 0,-1-1 1 0 0,1 1-1 0 0,-1-1 0 0 0,0-1 1 0 0,-1 1-1 0 0,1-1 1 0 0,-1 0-1 0 0,-1-1 0 0 0,1 1 1 0 0,5-15-1 0 0,-8 20-63 0 0,-1-1 0 0 0,0 1 0 0 0,0 0 0 0 0,-1 0 0 0 0,1-1 0 0 0,0 1 1 0 0,-1-1-1 0 0,0 1 0 0 0,1-1 0 0 0,-1 1 0 0 0,0-1 0 0 0,0 1 0 0 0,0 0 0 0 0,-1-1 0 0 0,1 1 0 0 0,-1-1 0 0 0,1 1 0 0 0,-1-1 0 0 0,0 1 0 0 0,0 0 0 0 0,0 0 0 0 0,0-1 0 0 0,0 1 0 0 0,0 0 0 0 0,-1 0 0 0 0,1 0 0 0 0,-1 0 0 0 0,1 0 0 0 0,-1 0 0 0 0,0 1 0 0 0,0-1 0 0 0,1 1 0 0 0,-1-1 1 0 0,-1 1-1 0 0,1 0 0 0 0,0-1 0 0 0,0 1 0 0 0,0 0 0 0 0,-1 0 0 0 0,1 1 0 0 0,0-1 0 0 0,-1 0 0 0 0,1 1 0 0 0,-1-1 0 0 0,1 1 0 0 0,-5 0 0 0 0,5 0-104 0 0,-1 4-46 0 0,2-4 131 0 0,1 0 0 0 0,0 0-1 0 0,0 0 1 0 0,-1 1 0 0 0,1-1 0 0 0,0 0-1 0 0,0 0 1 0 0,0 0 0 0 0,-1 1 0 0 0,1-1-1 0 0,0 0 1 0 0,0 0 0 0 0,0 0 0 0 0,-1 1-1 0 0,1-1 1 0 0,0 0 0 0 0,0 1 0 0 0,0-1-1 0 0,0 0 1 0 0,0 0 0 0 0,0 1 0 0 0,0-1-1 0 0,0 0 1 0 0,0 0 0 0 0,0 1 0 0 0,0-1 0 0 0,0 0-1 0 0,0 1 1 0 0,0-1 0 0 0,0 0 0 0 0,0 0-1 0 0,0 1 1 0 0,0-1 0 0 0,0 0 0 0 0,0 1-1 0 0,0-1 1 0 0,0 0 0 0 0,0 0 0 0 0,1 1-1 0 0,-1-1 1 0 0,0 0 0 0 0,13 19-313 0 0,0-1 1 0 0,2-1-1 0 0,0 0 1 0 0,1-1-1 0 0,0 0 1 0 0,37 25-1 0 0,20 21-1919 0 0,-28-26 668 0 0,-44-35 1523 0 0,-1-1 49 0 0,1 1 0 0 0,-1-1 0 0 0,1 0-1 0 0,-1 0 1 0 0,0 1 0 0 0,1-1-1 0 0,-1 0 1 0 0,1 0 0 0 0,-1 0 0 0 0,1 0-1 0 0,-1 0 1 0 0,0 0 0 0 0,1 0-1 0 0,-1 0 1 0 0,1 0 0 0 0,-1 0 0 0 0,1 0-1 0 0,-1 0 1 0 0,1 0 0 0 0,-1 0-1 0 0,1 0 1 0 0,-1 0 0 0 0,0 0 0 0 0,1 0-1 0 0,-1-1 1 0 0,1 1 0 0 0,-1 0-1 0 0,0 0 1 0 0,1-1 0 0 0,-1 1 0 0 0,1 0-1 0 0,-1 0 1 0 0,0-1 0 0 0,1 1-1 0 0,-1 0 1 0 0,0-1 0 0 0,0 1 0 0 0,1-1-1 0 0,-1 1 1 0 0,0-1 0 0 0,19-14 141 0 0,-3-9 271 0 0,0 0 1 0 0,-1-2 0 0 0,-2 0 0 0 0,13-33-1 0 0,27-51 1342 0 0,-17 45 2111 0 0,-36 64-3595 0 0,2 0 54 0 0,-2 1-310 0 0,0 0 1 0 0,0 0-1 0 0,0 0 1 0 0,0 0-1 0 0,0 0 1 0 0,0 0-1 0 0,0 0 1 0 0,0 0 0 0 0,0 0-1 0 0,1 0 1 0 0,-1 0-1 0 0,0 0 1 0 0,0 0-1 0 0,0 0 1 0 0,0 0-1 0 0,0 1 1 0 0,0-1 0 0 0,0 0-1 0 0,1 0 1 0 0,-1 0-1 0 0,0 0 1 0 0,0 0-1 0 0,0 0 1 0 0,0 0-1 0 0,0 0 1 0 0,0-1 0 0 0,0 1-1 0 0,1 0 1 0 0,-1 0-1 0 0,0 0 1 0 0,0 0-1 0 0,0 0 1 0 0,0 0-1 0 0,0 0 1 0 0,0 0 0 0 0,0 0-1 0 0,0 0 1 0 0,1 0-1 0 0,-1 0 1 0 0,0 0-1 0 0,0 0 1 0 0,0-1-1 0 0,0 1 1 0 0,0 0 0 0 0,0 0-1 0 0,0 0 1 0 0,0 0-1 0 0,0 0 1 0 0,0 0-1 0 0,0 0 1 0 0,0 0-1 0 0,0-1 1 0 0,0 1 0 0 0,0 0-1 0 0,0 0 1 0 0,0 0-1 0 0,-9 219-146 0 0,9-216 79 0 0,-1 0 1 0 0,1 0-1 0 0,0 0 0 0 0,1 0 0 0 0,-1 0 0 0 0,1 0 1 0 0,-1 0-1 0 0,1 0 0 0 0,0 0 0 0 0,0 0 0 0 0,0 0 1 0 0,0-1-1 0 0,1 1 0 0 0,-1 0 0 0 0,1-1 0 0 0,-1 1 1 0 0,1-1-1 0 0,0 1 0 0 0,0-1 0 0 0,3 2 0 0 0,-3-2 19 0 0,1-1-1 0 0,0 1 0 0 0,0-1 0 0 0,0 0 0 0 0,0 0 1 0 0,0 0-1 0 0,0-1 0 0 0,0 1 0 0 0,0-1 0 0 0,0 1 1 0 0,0-1-1 0 0,0 0 0 0 0,0-1 0 0 0,0 1 0 0 0,1 0 0 0 0,2-2 1 0 0,9-2-24 0 0,0 0 0 0 0,0-1 0 0 0,0-1 1 0 0,-1-1-1 0 0,0 0 0 0 0,17-12 0 0 0,-5 3 92 0 0,29-22 2124 0 0,-54 37-1211 0 0,-1 1-924 0 0,0 0 0 0 0,0 0 0 0 0,0 0-1 0 0,0 1 1 0 0,1-1 0 0 0,-1 0 0 0 0,0 0 0 0 0,0 0 0 0 0,0 0 0 0 0,0 0 0 0 0,0 0 0 0 0,0 1 0 0 0,0-1 0 0 0,0 0 0 0 0,1 0 0 0 0,-1 0 0 0 0,0 0 0 0 0,0 0 0 0 0,0 0 0 0 0,0 0 0 0 0,0 0 0 0 0,0 0 0 0 0,1 0 0 0 0,-1 0 0 0 0,0 0 0 0 0,0 0 0 0 0,0 0 0 0 0,0 0 0 0 0,0 1 0 0 0,1-1 0 0 0,-1-1 0 0 0,0 1 0 0 0,0 0 0 0 0,0 0-1 0 0,0 0 1 0 0,1 0 0 0 0,-1 0 0 0 0,0 0 0 0 0,0 0 0 0 0,0 0 0 0 0,0 0 0 0 0,0 0 0 0 0,0 0 0 0 0,1 0 0 0 0,-1 0 0 0 0,0 0 0 0 0,0 0 0 0 0,0-1 0 0 0,0 1 0 0 0,0 0 0 0 0,0 0 0 0 0,0 0 0 0 0,1 0 0 0 0,-1 0 0 0 0,0 0 0 0 0,0-1 0 0 0,0 1 0 0 0,0 0 0 0 0,0 0 0 0 0,0 0 0 0 0,0 0 0 0 0,0 0 0 0 0,0-1 0 0 0,0 1 0 0 0,0 0 0 0 0,0 0-1 0 0,-1 5-184 0 0,1 0 0 0 0,-1 0 0 0 0,1 0-1 0 0,1 0 1 0 0,-1 0 0 0 0,0 0 0 0 0,1 0-1 0 0,0 0 1 0 0,0 0 0 0 0,1 0 0 0 0,0-1-1 0 0,2 7 1 0 0,-3-8-518 0 0,1-1-1 0 0,0 1 0 0 0,-1-1 1 0 0,1 1-1 0 0,0-1 1 0 0,0 0-1 0 0,0 0 0 0 0,1 0 1 0 0,-1 0-1 0 0,0 0 0 0 0,1-1 1 0 0,-1 1-1 0 0,1-1 1 0 0,5 3-1 0 0,1-2-3191 0 0</inkml:trace>
</inkml:ink>
</file>

<file path=ppt/ink/ink5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5:06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1 664 0 0,'0'0'10989'0'0,"-5"0"-10533"0"0,-15 3-37 0 0,15-3-21 0 0,-37 25 1979 0 0,41-24-1943 0 0,1 0-430 0 0,1 0-1 0 0,0 1 0 0 0,-1-1 1 0 0,1 0-1 0 0,0 0 1 0 0,0 0-1 0 0,0 0 0 0 0,0-1 1 0 0,0 1-1 0 0,0 0 0 0 0,0 0 1 0 0,0-1-1 0 0,0 1 0 0 0,0 0 1 0 0,0-1-1 0 0,1 1 0 0 0,-1-1 1 0 0,2 1-1 0 0,30 11-252 0 0,-24-9-177 0 0,24 9-1945 0 0,-1-3-4103 0 0,-16-5 2941 0 0</inkml:trace>
</inkml:ink>
</file>

<file path=ppt/ink/ink5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5:08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186 468 100 0 0,'16'-18'13805'0'0,"-16"17"-13700"0"0,-1 0 0 0 0,1 0 0 0 0,0 1-1 0 0,-1-1 1 0 0,1 0 0 0 0,-1 0 0 0 0,1 1-1 0 0,-1-1 1 0 0,1 0 0 0 0,-1 1 0 0 0,1-1-1 0 0,-1 0 1 0 0,0 1 0 0 0,1-1 0 0 0,-1 1-1 0 0,0-1 1 0 0,1 1 0 0 0,-1-1 0 0 0,0 1-1 0 0,0-1 1 0 0,0 1 0 0 0,1 0 0 0 0,-1 0 0 0 0,0-1-1 0 0,0 1 1 0 0,-1 0 0 0 0,-31 3 1059 0 0,22 0-999 0 0,1 1 1 0 0,0 0 0 0 0,0 1 0 0 0,-11 6-1 0 0,14-6-209 0 0,0 0-1 0 0,-1 1 0 0 0,2 0 0 0 0,-1 1 0 0 0,1 0 0 0 0,0 0 0 0 0,1 0 0 0 0,-1 0 1 0 0,1 1-1 0 0,1 0 0 0 0,0 0 0 0 0,0 0 0 0 0,-5 16 0 0 0,8-20-47 0 0,0-1-1 0 0,0 1 0 0 0,0-1 1 0 0,1 1-1 0 0,-1 0 0 0 0,1-1 1 0 0,0 1-1 0 0,0 0 1 0 0,0-1-1 0 0,1 1 0 0 0,-1 0 1 0 0,1-1-1 0 0,0 1 1 0 0,0-1-1 0 0,0 1 0 0 0,1-1 1 0 0,-1 1-1 0 0,1-1 0 0 0,0 0 1 0 0,0 0-1 0 0,0 0 1 0 0,0 0-1 0 0,0 0 0 0 0,1 0 1 0 0,-1 0-1 0 0,1-1 1 0 0,0 0-1 0 0,0 1 0 0 0,0-1 1 0 0,0 0-1 0 0,0 0 0 0 0,0 0 1 0 0,0-1-1 0 0,1 1 1 0 0,-1-1-1 0 0,6 2 0 0 0,13 3-83 0 0,-1-1 0 0 0,1-1-1 0 0,0 0 1 0 0,0-2-1 0 0,0 0 1 0 0,0-2 0 0 0,0-1-1 0 0,1 0 1 0 0,-1-1-1 0 0,0-2 1 0 0,-1 0 0 0 0,35-12-1 0 0,-24 5 100 0 0,-1-1 1 0 0,1-2-1 0 0,-2-1 0 0 0,0-2 0 0 0,-1 0 0 0 0,-1-2 1 0 0,41-36-1 0 0,-55 41 182 0 0,0 0 0 0 0,-1-2 0 0 0,-1 0 0 0 0,0 0 1 0 0,-1-1-1 0 0,-1 0 0 0 0,-1-1 0 0 0,0 0 0 0 0,-1-1 0 0 0,-1 1 0 0 0,-1-2 1 0 0,-1 1-1 0 0,-1-1 0 0 0,0 1 0 0 0,-1-1 0 0 0,-1 0 0 0 0,-1 0 0 0 0,-1 0 1 0 0,-1-1-1 0 0,-5-29 0 0 0,1 22 494 0 0,3 13 273 0 0,-1 1-1 0 0,0-1 1 0 0,-10-23 0 0 0,12 37-327 0 0,-21 17-276 0 0,14-8-219 0 0,0 1 0 0 0,1 0 0 0 0,0 0 0 0 0,0 1 0 0 0,1-1 0 0 0,0 2 0 0 0,-6 13 0 0 0,-27 82 137 0 0,29-73-126 0 0,-14 36 73 0 0,4 1 0 0 0,-16 105 0 0 0,33-156-137 0 0,2 1 1 0 0,0-1 0 0 0,1 0-1 0 0,3 22 1 0 0,-3-39 78 0 0,3-1-34 0 0,-1 0 1 0 0,1-1-1 0 0,0 1 1 0 0,0-1-1 0 0,0 0 1 0 0,-1 0-1 0 0,1 0 1 0 0,0 0-1 0 0,0 0 1 0 0,0 0-1 0 0,-1-1 1 0 0,1 0-1 0 0,0 1 0 0 0,0-1 1 0 0,4-2-1 0 0,49-24 192 0 0,-23 10-118 0 0,-25 16-431 0 0,0 0 0 0 0,-1 0 0 0 0,1 0 1 0 0,-1 1-1 0 0,1 0 0 0 0,0 1 0 0 0,-1 0 0 0 0,1 0 0 0 0,-1 1 0 0 0,1-1 0 0 0,-1 2 0 0 0,1-1 0 0 0,12 7 0 0 0,41 9-2433 0 0,-47-16 2338 0 0,1-2 0 0 0,-1 1 0 0 0,0-2 1 0 0,1 0-1 0 0,-1 0 0 0 0,0-2 0 0 0,0 1 0 0 0,0-2 0 0 0,0 0 1 0 0,-1-1-1 0 0,1 0 0 0 0,13-8 0 0 0,-23 11 751 0 0,0-1-1 0 0,1 0 1 0 0,-2 0-1 0 0,1 0 1 0 0,0 0-1 0 0,-1-1 1 0 0,1 1-1 0 0,-1-1 1 0 0,0 0-1 0 0,0 0 1 0 0,0 0-1 0 0,-1-1 0 0 0,0 1 1 0 0,1 0-1 0 0,1-9 1 0 0,-4 12 700 0 0,-1-3-584 0 0,-1 2-368 0 0,0-1-1 0 0,1 1 0 0 0,-1 0 1 0 0,0 0-1 0 0,0 0 1 0 0,0 0-1 0 0,0 0 1 0 0,0 1-1 0 0,-1-1 0 0 0,1 1 1 0 0,0-1-1 0 0,-1 1 1 0 0,1 0-1 0 0,-1 0 1 0 0,0 0-1 0 0,1 0 0 0 0,-1 0 1 0 0,0 1-1 0 0,1-1 1 0 0,-1 1-1 0 0,0-1 1 0 0,0 1-1 0 0,1 0 0 0 0,-1 0 1 0 0,0 1-1 0 0,0-1 1 0 0,0 1-1 0 0,-4 0 1 0 0,0 1-171 0 0,-1 0 1 0 0,0 0 0 0 0,1 1-1 0 0,0 0 1 0 0,0 0 0 0 0,0 0-1 0 0,0 1 1 0 0,0 0 0 0 0,-8 7 0 0 0,14-10-257 0 0,1-1 308 0 0,-1 0 0 0 0,1 0 0 0 0,0 0 0 0 0,0 0 0 0 0,0 0 0 0 0,-1 1 0 0 0,1-1 0 0 0,0 0 0 0 0,0 0 0 0 0,0 0 0 0 0,0 0 0 0 0,-1 0 0 0 0,1 0 0 0 0,0 0 0 0 0,0 0 0 0 0,0 1 0 0 0,0-1 0 0 0,0 0 0 0 0,0 0 0 0 0,-1 0 0 0 0,1 0 0 0 0,0 1 0 0 0,0-1 0 0 0,0 0 0 0 0,0 0 0 0 0,0 0 0 0 0,0 0-1 0 0,0 1 1 0 0,0-1 0 0 0,0 0 0 0 0,0 0 0 0 0,0 0 0 0 0,0 1 0 0 0,0-1 0 0 0,0 0 0 0 0,0 0 0 0 0,0 0 0 0 0,0 1 0 0 0,0-1 0 0 0,0 0 0 0 0,0 0 0 0 0,0 0 0 0 0,0 0 0 0 0,0 1 0 0 0,0-1 0 0 0,1 0 0 0 0,-1 0 0 0 0,0 0 0 0 0,0 0 0 0 0,0 1 0 0 0,0-1 0 0 0,0 0 0 0 0,0 0 0 0 0,1 0 0 0 0,-1 0 0 0 0,0 0 0 0 0,0 0 0 0 0,0 1 0 0 0,16 8-1436 0 0,-11-9 1244 0 0,1 1-1 0 0,-1-1 1 0 0,1 1 0 0 0,-1 0-1 0 0,0 1 1 0 0,0-1-1 0 0,0 1 1 0 0,0 0 0 0 0,0 1-1 0 0,0-1 1 0 0,0 1-1 0 0,-1 0 1 0 0,1 0 0 0 0,-1 0-1 0 0,0 1 1 0 0,0-1-1 0 0,0 1 1 0 0,7 8 0 0 0,-8-8 206 0 0,0-1 1 0 0,0 0-1 0 0,0-1 1 0 0,1 1-1 0 0,-1 0 1 0 0,1-1-1 0 0,0 0 1 0 0,0 0-1 0 0,0 0 1 0 0,0 0-1 0 0,0-1 1 0 0,0 1-1 0 0,1-1 1 0 0,-1 0-1 0 0,0-1 1 0 0,1 1-1 0 0,-1-1 1 0 0,0 0-1 0 0,1 0 1 0 0,-1 0-1 0 0,0 0 1 0 0,1-1-1 0 0,5-1 1 0 0,8-3 170 0 0,0-1 1 0 0,0 0 0 0 0,-1-1 0 0 0,20-12 0 0 0,5-1 733 0 0,-14 4 44 0 0,-24 13-786 0 0,0 0 0 0 0,-1 1 1 0 0,1 0-1 0 0,0 0 0 0 0,0 0 1 0 0,1 1-1 0 0,-1-1 0 0 0,0 1 1 0 0,0 0-1 0 0,9-1 0 0 0,-8 2-124 0 0,-1 2 0 0 0,0-1 0 0 0,0 0 0 0 0,0 1 0 0 0,0 0 0 0 0,0 0 0 0 0,0 0 0 0 0,-1 0 0 0 0,1 1 0 0 0,-1-1 0 0 0,1 1 0 0 0,-1 0 0 0 0,0 0 0 0 0,0 0 0 0 0,3 5 0 0 0,31 23 96 0 0,-28-26-106 0 0,1-1 0 0 0,0 0-1 0 0,0 0 1 0 0,0-2 0 0 0,0 1 0 0 0,1-1 0 0 0,-1 0-1 0 0,0-1 1 0 0,1-1 0 0 0,0 1 0 0 0,-1-2 0 0 0,1 1 0 0 0,-1-1-1 0 0,0-1 1 0 0,1 0 0 0 0,-1-1 0 0 0,0 0 0 0 0,11-4-1 0 0,-9 1-5 0 0,1-1 0 0 0,-1 0 0 0 0,0 0 0 0 0,-1-2 0 0 0,0 1 0 0 0,0-1 0 0 0,-1-1 0 0 0,0 0 0 0 0,-1 0-1 0 0,0-1 1 0 0,-1 0 0 0 0,0 0 0 0 0,8-16 0 0 0,24-65 591 0 0,-9 18 1970 0 0,-27 44 1805 0 0,-19 70-4459 0 0,2 2 1 0 0,2-1-1 0 0,1 1 1 0 0,3 1-1 0 0,1 0 1 0 0,-1 67 0 0 0,3-75-3903 0 0,-1-22-719 0 0</inkml:trace>
</inkml:ink>
</file>

<file path=ppt/ink/ink5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5:08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76 0 0,'2'-3'485'0'0,"1"1"0"0"0,0 0 0 0 0,-1 0 0 0 0,1 0 0 0 0,0 0 0 0 0,0 1 0 0 0,0-1 0 0 0,0 1 0 0 0,0-1 0 0 0,1 1 0 0 0,-1 0 0 0 0,6-1 0 0 0,47-6 2326 0 0,-47 8-2530 0 0,43-2 233 0 0,-23 1-1700 0 0,-3-1-3315 0 0,-14 0 2081 0 0</inkml:trace>
</inkml:ink>
</file>

<file path=ppt/ink/ink5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4:12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86 312 0 0,'8'-34'3679'0'0,"1"-13"5470"0"0,0 42-8027 0 0,-9 11-892 0 0,4 164 748 0 0,-3 133-156 0 0,-3-286-759 0 0,1-8-17 0 0,0-1-1 0 0,1 1 0 0 0,-1 0 1 0 0,2-1-1 0 0,-1 1 0 0 0,1 0 1 0 0,4 13-1 0 0,-5-21 5 0 0,-2 8-21 0 0,2-9-20 0 0,0 0 0 0 0,0 0 0 0 0,0 0 1 0 0,0 0-1 0 0,0 0 0 0 0,0 0 1 0 0,0 0-1 0 0,0 0 0 0 0,1 0 1 0 0,-1 0-1 0 0,0 0 0 0 0,0 0 0 0 0,0-1 1 0 0,0 1-1 0 0,0 0 0 0 0,0 0 1 0 0,1 0-1 0 0,-1 0 0 0 0,0 0 0 0 0,0 0 1 0 0,0 1-1 0 0,0-1 0 0 0,0 0 1 0 0,0 0-1 0 0,1 0 0 0 0,-1 0 1 0 0,0 0-1 0 0,0 0 0 0 0,0 0 0 0 0,0 0 1 0 0,0 0-1 0 0,0 0 0 0 0,0 0 1 0 0,1 0-1 0 0,-1 0 0 0 0,0 0 0 0 0,0 1 1 0 0,0-1-1 0 0,0 0 0 0 0,0 0 1 0 0,0 0-1 0 0,0 0 0 0 0,0 0 1 0 0,0 0-1 0 0,0 0 0 0 0,0 1 0 0 0,0-1 1 0 0,0 0-1 0 0,0 0 0 0 0,0 0 1 0 0,0 0-1 0 0,0 0 0 0 0,0 0 0 0 0,0 1 1 0 0,0-1-1 0 0,0 0 0 0 0,0 0 1 0 0,0 0-1 0 0,0 0 0 0 0,146-128 27 0 0,-90 76-99 0 0,70-53 0 0 0,167-83-208 0 0,-293 187 258 0 0,1 1-1 0 0,0-1 1 0 0,0 0 0 0 0,0 1-1 0 0,0-1 1 0 0,-1 0 0 0 0,1 1-1 0 0,0-1 1 0 0,0 1 0 0 0,0-1-1 0 0,0 1 1 0 0,0 0 0 0 0,0-1-1 0 0,0 1 1 0 0,0 0 0 0 0,1 0-1 0 0,-1 0 1 0 0,0 0 0 0 0,0 0-1 0 0,0 0 1 0 0,0 0 0 0 0,0 0-1 0 0,1 0 1 0 0,-10 20-138 0 0,4-13 189 0 0,-5 6-45 0 0,0-1-1 0 0,0 0 0 0 0,-2 0 1 0 0,1-1-1 0 0,-1-1 1 0 0,-1 0-1 0 0,0 0 0 0 0,-22 12 1 0 0,-11 11 15 0 0,5-4 141 0 0,-53 30 0 0 0,55-37 518 0 0,-64 49 1 0 0,102-71-656 0 0,-1 1 0 0 0,0 0 0 0 0,1 0 0 0 0,-1-1-1 0 0,0 1 1 0 0,1 0 0 0 0,-1 0 0 0 0,1 0 0 0 0,-1-1 0 0 0,1 1 0 0 0,0 0 0 0 0,-1 0-1 0 0,1 0 1 0 0,0 0 0 0 0,0 0 0 0 0,-1 0 0 0 0,1 0 0 0 0,0 0 0 0 0,0 0 0 0 0,0 0 0 0 0,0 0-1 0 0,0 0 1 0 0,0 0 0 0 0,1 0 0 0 0,-1-1 0 0 0,0 1 0 0 0,0 0 0 0 0,1 0 0 0 0,-1 0-1 0 0,1 0 1 0 0,-1 0 0 0 0,0 0 0 0 0,1-1 0 0 0,0 1 0 0 0,-1 0 0 0 0,1 0 0 0 0,-1-1 0 0 0,1 1-1 0 0,0 0 1 0 0,1 0 0 0 0,33 25 308 0 0,-1-9-238 0 0,0-2 0 0 0,1-2 0 0 0,58 14 1 0 0,116 15-2935 0 0,-170-35 1580 0 0,-24-4 689 0 0,59 7-7024 0 0,-47-9 3696 0 0</inkml:trace>
</inkml:ink>
</file>

<file path=ppt/ink/ink5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4:13.4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268 258 36 0 0,'0'0'845'0'0,"-12"-39"5914"0"0,11 37-6594 0 0,0 0 0 0 0,0 0 0 0 0,-1 1 1 0 0,1-1-1 0 0,-1 0 0 0 0,1 1 0 0 0,-1-1 0 0 0,0 1 0 0 0,0-1 1 0 0,1 1-1 0 0,-1 0 0 0 0,0-1 0 0 0,0 1 0 0 0,0 0 0 0 0,0 1 0 0 0,-1-1 1 0 0,1 0-1 0 0,0 0 0 0 0,-4 0 0 0 0,2 1-50 0 0,-1 0 1 0 0,1 0-1 0 0,0 1 0 0 0,0-1 1 0 0,-1 1-1 0 0,1 0 0 0 0,0 0 0 0 0,0 0 1 0 0,-8 4-1 0 0,-4 4 62 0 0,1 0 0 0 0,0 0 0 0 0,0 2 0 0 0,-13 12 0 0 0,20-17-99 0 0,1 0 0 0 0,0 1 0 0 0,1-1 0 0 0,-1 2 0 0 0,2-1 0 0 0,-1 1 0 0 0,1 0 0 0 0,0 0 0 0 0,0 0 0 0 0,1 0 0 0 0,0 1 0 0 0,-3 13 0 0 0,6-21-68 0 0,1 1 0 0 0,0-1 1 0 0,0 1-1 0 0,-1-1 0 0 0,1 1 1 0 0,0-1-1 0 0,0 1 0 0 0,1-1 1 0 0,-1 1-1 0 0,0-1 0 0 0,0 1 1 0 0,1-1-1 0 0,-1 1 0 0 0,1-1 1 0 0,-1 0-1 0 0,1 1 0 0 0,0-1 1 0 0,-1 1-1 0 0,1-1 0 0 0,0 0 1 0 0,0 0-1 0 0,0 0 0 0 0,0 1 1 0 0,2 0-1 0 0,-1 0-1 0 0,1-1 1 0 0,0 1-1 0 0,-1-1 0 0 0,1 0 1 0 0,0 0-1 0 0,0 0 0 0 0,0-1 1 0 0,0 1-1 0 0,0-1 0 0 0,0 1 0 0 0,5-1 1 0 0,5-1-33 0 0,0 0 1 0 0,-1 0-1 0 0,1-1 1 0 0,19-6-1 0 0,-4-2-293 0 0,-1-2 1 0 0,0-1-1 0 0,0-1 0 0 0,36-26 1 0 0,-62 39 241 0 0,17 26-280 0 0,-17-21 357 0 0,0 0-1 0 0,1-1 1 0 0,-1 0 0 0 0,1 1 0 0 0,0-1 0 0 0,0 0 0 0 0,0 0 0 0 0,0 0-1 0 0,1 0 1 0 0,-1 0 0 0 0,1 0 0 0 0,-1-1 0 0 0,1 1 0 0 0,0-1 0 0 0,0 0-1 0 0,1 1 1 0 0,-1-2 0 0 0,0 1 0 0 0,0 0 0 0 0,1-1 0 0 0,-1 1-1 0 0,1-1 1 0 0,0 0 0 0 0,-1 0 0 0 0,1-1 0 0 0,0 1 0 0 0,0-1 0 0 0,-1 1-1 0 0,1-1 1 0 0,0 0 0 0 0,5-2 0 0 0,1 1 53 0 0,-1 0 0 0 0,0-1 0 0 0,0 0 0 0 0,0-1 0 0 0,0 0 0 0 0,0-1 0 0 0,0 1 0 0 0,-1-2 0 0 0,0 1 0 0 0,0-1 0 0 0,12-9 0 0 0,-14 8 4 0 0,1-1 0 0 0,-1 1-1 0 0,0-1 1 0 0,-1 0 0 0 0,1 0 0 0 0,-1-1-1 0 0,-1 0 1 0 0,0 0 0 0 0,0 0 0 0 0,0 0-1 0 0,-1 0 1 0 0,4-16 0 0 0,-7 22-6 0 0,0 1-49 0 0,1 1 0 0 0,-1 0 0 0 0,0 0 0 0 0,0-1 0 0 0,0 1 0 0 0,1 0 0 0 0,-1-1 0 0 0,0 1 0 0 0,0-1 0 0 0,0 1 0 0 0,0 0 0 0 0,0-1 0 0 0,0 1 0 0 0,0 0 0 0 0,0-1 0 0 0,0 1 0 0 0,0-1 0 0 0,0 1 0 0 0,0 0 0 0 0,0-1 0 0 0,0 1 0 0 0,0 0 0 0 0,0-1 0 0 0,-1 1 0 0 0,1 0 0 0 0,0-1 0 0 0,0 1 0 0 0,0 0 0 0 0,-1-1 0 0 0,1 1 0 0 0,0 0 0 0 0,0-1 0 0 0,-1 1 0 0 0,1 0 0 0 0,0 0 0 0 0,0-1 0 0 0,-1 1 0 0 0,1 0 0 0 0,0 0 0 0 0,-1-1 0 0 0,-14-14 91 0 0,90 116-1527 0 0,-49-59 775 0 0,-22-34 490 0 0,1 1 0 0 0,0-1 0 0 0,0 0 0 0 0,1-1 0 0 0,0 1 0 0 0,0-1 0 0 0,1 0 0 0 0,0-1 0 0 0,0 0 0 0 0,13 9 0 0 0,-18-14 142 0 0,0 0 0 0 0,0-1 0 0 0,0 1 0 0 0,1-1 0 0 0,-1 0 0 0 0,0 1 0 0 0,0-1-1 0 0,0 0 1 0 0,1 0 0 0 0,-1-1 0 0 0,0 1 0 0 0,0 0 0 0 0,0-1 0 0 0,0 1 0 0 0,0-1 0 0 0,0 0-1 0 0,0 0 1 0 0,0 0 0 0 0,0 0 0 0 0,0 0 0 0 0,0 0 0 0 0,2-2 0 0 0,38-35-180 0 0,-36 32 173 0 0,7-12 9 0 0,0-1 0 0 0,-1 1 0 0 0,-1-2 1 0 0,-1 0-1 0 0,-1 0 0 0 0,-1-1 0 0 0,11-39 0 0 0,-2 10 224 0 0,-10 30 404 0 0,0 0 0 0 0,-1 0 0 0 0,-2 0 0 0 0,0 0 0 0 0,2-27 1 0 0,-6 45-354 0 0,1 4-189 0 0,0 0 0 0 0,0-1 0 0 0,0 1 0 0 0,0 0 1 0 0,0 0-1 0 0,-1 0 0 0 0,1-1 0 0 0,0 1 0 0 0,-1 0 0 0 0,0 0 0 0 0,1 0 1 0 0,-1 0-1 0 0,0 0 0 0 0,0 0 0 0 0,0 0 0 0 0,0 0 0 0 0,-1 0 0 0 0,1 0 1 0 0,-2 3-1 0 0,-6 72-27 0 0,5-49 95 0 0,0-6-195 0 0,0 1-1 0 0,2-1 1 0 0,1 1 0 0 0,1 0-1 0 0,0-1 1 0 0,7 29 0 0 0,-8-50 43 0 0,1 0 1 0 0,-1 0 0 0 0,1-1 0 0 0,0 1-1 0 0,-1 0 1 0 0,1 0 0 0 0,0 0 0 0 0,-1-1-1 0 0,1 1 1 0 0,0 0 0 0 0,0-1 0 0 0,0 1-1 0 0,0 0 1 0 0,0-1 0 0 0,-1 1 0 0 0,1-1-1 0 0,0 0 1 0 0,0 1 0 0 0,0-1-1 0 0,0 0 1 0 0,1 1 0 0 0,-1-1 0 0 0,0 0-1 0 0,0 0 1 0 0,0 0 0 0 0,0 0 0 0 0,1 0-1 0 0,33-3-315 0 0,-27 2 233 0 0,6-2-22 0 0,0-1 1 0 0,0 0-1 0 0,0-1 1 0 0,0-1-1 0 0,-1 0 1 0 0,0 0-1 0 0,18-13 1 0 0,19-9-96 0 0,-18 9 1365 0 0,-35 20-1171 0 0,-8 5 72 0 0,-1 0 0 0 0,1 1 0 0 0,0 0 0 0 0,-14 12 0 0 0,24-18-62 0 0,-1 0 1 0 0,1 0-1 0 0,0 0 1 0 0,-1 0-1 0 0,1 0 1 0 0,0 0-1 0 0,0 1 0 0 0,0-1 1 0 0,0 0-1 0 0,0 0 1 0 0,0 1-1 0 0,0-1 0 0 0,0 1 1 0 0,1-1-1 0 0,-1 1 1 0 0,1-1-1 0 0,-1 1 0 0 0,1 0 1 0 0,-1-1-1 0 0,1 1 1 0 0,0 0-1 0 0,0-1 1 0 0,0 1-1 0 0,0-1 0 0 0,0 1 1 0 0,0 0-1 0 0,0-1 1 0 0,1 1-1 0 0,-1 0 0 0 0,0-1 1 0 0,1 1-1 0 0,0-1 1 0 0,-1 1-1 0 0,1-1 0 0 0,0 1 1 0 0,0-1-1 0 0,0 1 1 0 0,-1-1-1 0 0,2 0 1 0 0,-1 0-1 0 0,0 1 0 0 0,0-1 1 0 0,0 0-1 0 0,0 0 1 0 0,1 0-1 0 0,-1 0 0 0 0,1 0 1 0 0,-1 0-1 0 0,0-1 1 0 0,1 1-1 0 0,2 0 1 0 0,1 2-321 0 0,1 0 1 0 0,0-1 0 0 0,0 0 0 0 0,0 0 0 0 0,1-1 0 0 0,-1 0-1 0 0,12 1 1 0 0,24-1-4815 0 0,-19-1 2361 0 0</inkml:trace>
</inkml:ink>
</file>

<file path=ppt/ink/ink5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4:13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1 900 0 0,'0'0'10000'0'0,"-3"3"-9706"0"0,-24 19 315 0 0,14-13-277 0 0,1 1 1 0 0,1 0 0 0 0,-1 1-1 0 0,1 0 1 0 0,1 1 0 0 0,-10 14-1 0 0,20-25-141 0 0,4 5-40 0 0,-4-6-146 0 0,1 1 0 0 0,-1-1 0 0 0,0 0-1 0 0,0 1 1 0 0,0-1 0 0 0,0 1 0 0 0,0-1 0 0 0,0 1-1 0 0,1-1 1 0 0,-1 0 0 0 0,0 1 0 0 0,0-1 0 0 0,1 0-1 0 0,-1 1 1 0 0,0-1 0 0 0,1 0 0 0 0,-1 1 0 0 0,0-1-1 0 0,1 0 1 0 0,-1 1 0 0 0,0-1 0 0 0,1 0 0 0 0,-1 0-1 0 0,0 0 1 0 0,1 1 0 0 0,-1-1 0 0 0,1 0 0 0 0,-1 0-1 0 0,1 0 1 0 0,0 0 0 0 0,24 2-10 0 0,0-1 0 0 0,0-1 0 0 0,0-1 0 0 0,33-6 0 0 0,-32 4-823 0 0,20 2-7034 0 0</inkml:trace>
</inkml:ink>
</file>

<file path=ppt/ink/ink5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3:58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498 139 1188 0 0,'0'0'1155'0'0,"1"-4"-60"0"0,0-4-991 0 0,-4-18 5690 0 0,2 23-4956 0 0,-10-23 2540 0 0,3 2-1301 0 0,7 20-1910 0 0,-1 1-1 0 0,0-1 0 0 0,-1 1 0 0 0,1 0 0 0 0,0 0 1 0 0,-1 0-1 0 0,0 0 0 0 0,0 0 0 0 0,0 0 0 0 0,0 1 1 0 0,0-1-1 0 0,-7-3 0 0 0,5 5-147 0 0,1 0 0 0 0,0 0 1 0 0,-1 1-1 0 0,1-1 0 0 0,0 1 0 0 0,-1 0 0 0 0,1 0 1 0 0,-1 0-1 0 0,1 1 0 0 0,-1 0 0 0 0,1-1 0 0 0,-5 3 1 0 0,-16 4-10 0 0,2 0 0 0 0,-1 2 0 0 0,1 1 0 0 0,0 1 0 0 0,1 0 0 0 0,0 2 0 0 0,1 1 0 0 0,0 0 0 0 0,1 2 0 0 0,1 0 1 0 0,1 1-1 0 0,0 1 0 0 0,1 1 0 0 0,1 0 0 0 0,1 1 0 0 0,-14 24 0 0 0,27-41-41 0 0,-1 1 1 0 0,1 0-1 0 0,0 0 1 0 0,0 1-1 0 0,1-1 1 0 0,-1 0-1 0 0,1 0 1 0 0,0 1-1 0 0,0-1 0 0 0,1 1 1 0 0,-1-1-1 0 0,1 1 1 0 0,0-1-1 0 0,0 1 1 0 0,0-1-1 0 0,1 1 0 0 0,-1-1 1 0 0,1 1-1 0 0,0-1 1 0 0,1 0-1 0 0,-1 1 1 0 0,1-1-1 0 0,0 0 1 0 0,0 0-1 0 0,4 6 0 0 0,-3-6-16 0 0,1 0 0 0 0,-1 0-1 0 0,1-1 1 0 0,0 0 0 0 0,0 1 0 0 0,0-1-1 0 0,0-1 1 0 0,1 1 0 0 0,-1-1-1 0 0,1 1 1 0 0,0-1 0 0 0,-1-1-1 0 0,1 1 1 0 0,0-1 0 0 0,0 0-1 0 0,0 0 1 0 0,0 0 0 0 0,0 0-1 0 0,0-1 1 0 0,0 0 0 0 0,1 0-1 0 0,6-2 1 0 0,10-1-36 0 0,-1-2 0 0 0,0 0 0 0 0,-1-1 0 0 0,1-1 0 0 0,-1-1 0 0 0,-1-1 0 0 0,1-1 0 0 0,-2-1 0 0 0,1 0 0 0 0,17-15 0 0 0,-10 5-19 0 0,-1-1-1 0 0,0-2 1 0 0,-2 0-1 0 0,-1-2 1 0 0,32-47-1 0 0,-46 60 152 0 0,-1-1 0 0 0,-1 1 0 0 0,7-21-1 0 0,-13 33-5 0 0,3 15 52 0 0,-2 1-170 0 0,1-1 1 0 0,0 0-1 0 0,1 0 1 0 0,1 0-1 0 0,7 16 0 0 0,-9-25 31 0 0,1-1-1 0 0,0 0 1 0 0,0 0-1 0 0,0 0 1 0 0,1-1-1 0 0,-1 1 1 0 0,1-1-1 0 0,0 0 1 0 0,0 0-1 0 0,0 0 1 0 0,0 0-1 0 0,1-1 1 0 0,-1 0-1 0 0,1 0 1 0 0,-1 0-1 0 0,1 0 1 0 0,0-1-1 0 0,-1 0 1 0 0,1 0-1 0 0,0 0 1 0 0,0 0-1 0 0,0-1 0 0 0,0 0 1 0 0,0 0-1 0 0,0 0 1 0 0,0-1-1 0 0,0 1 1 0 0,0-1-1 0 0,0 0 1 0 0,8-4-1 0 0,13-4-120 0 0,-1-1-1 0 0,0-2 1 0 0,0 0-1 0 0,32-23 1 0 0,-25 16-23 0 0,-8 2 40 0 0,-19 13 112 0 0,0 0 0 0 0,0 0 0 0 0,1 0 0 0 0,0 1 0 0 0,0 0 0 0 0,9-3 0 0 0,-14 6 48 0 0,0-1-1 0 0,0 1 0 0 0,0 0 1 0 0,0 0-1 0 0,0 1 1 0 0,0-1-1 0 0,1 0 0 0 0,-1 0 1 0 0,0 0-1 0 0,0 1 0 0 0,0-1 1 0 0,0 1-1 0 0,0-1 0 0 0,-1 1 1 0 0,1-1-1 0 0,0 1 0 0 0,0-1 1 0 0,0 1-1 0 0,0 0 0 0 0,0-1 1 0 0,-1 1-1 0 0,1 0 0 0 0,0 0 1 0 0,-1 0-1 0 0,2 1 1 0 0,21 31 544 0 0,-6-9-237 0 0,-14-21-233 0 0,1-1 0 0 0,-1 1 0 0 0,1-1 0 0 0,0-1 1 0 0,0 1-1 0 0,0 0 0 0 0,0-1 0 0 0,0 0 0 0 0,0 0 1 0 0,0 0-1 0 0,0 0 0 0 0,0-1 0 0 0,0 0 0 0 0,0 1 1 0 0,1-2-1 0 0,-1 1 0 0 0,0 0 0 0 0,0-1 0 0 0,8-2 1 0 0,37-11-2491 0 0,-8-4-4080 0 0,-24 9 3167 0 0</inkml:trace>
</inkml:ink>
</file>

<file path=ppt/ink/ink5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3:58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122 355 316 0 0,'0'0'2129'0'0,"-6"3"-1100"0"0,-6 1-145 0 0,1 2-1 0 0,0-1 1 0 0,0 1-1 0 0,-13 10 1 0 0,20-13-552 0 0,0 0 0 0 0,0 1 1 0 0,0-1-1 0 0,0 1 0 0 0,1 0 0 0 0,0 0 1 0 0,0 1-1 0 0,0-1 0 0 0,0 0 1 0 0,0 1-1 0 0,1 0 0 0 0,0 0 1 0 0,-3 9-1 0 0,6-13-291 0 0,0 1-1 0 0,0-1 1 0 0,0 0 0 0 0,0 0 0 0 0,0 0-1 0 0,0 0 1 0 0,0 0 0 0 0,0 0 0 0 0,1 0-1 0 0,-1 0 1 0 0,0 0 0 0 0,1-1 0 0 0,-1 1-1 0 0,0 0 1 0 0,1-1 0 0 0,-1 1 0 0 0,1-1-1 0 0,-1 0 1 0 0,1 1 0 0 0,-1-1 0 0 0,1 0-1 0 0,-1 0 1 0 0,3 0 0 0 0,1-1 1 0 0,1 1 0 0 0,-1-1 0 0 0,0 0 0 0 0,1-1 0 0 0,-1 1 0 0 0,0-1 0 0 0,0 0 0 0 0,0-1 0 0 0,0 1 0 0 0,0-1 0 0 0,0 0 0 0 0,-1 0 0 0 0,1 0 0 0 0,-1-1 0 0 0,0 1 0 0 0,5-7 0 0 0,-4 3 17 0 0,1-1-1 0 0,-1 0 1 0 0,-1 0-1 0 0,1 0 0 0 0,-2 0 1 0 0,1-1-1 0 0,-1 0 1 0 0,0 1-1 0 0,1-11 1 0 0,1-7 174 0 0,-2-1 0 0 0,-1 0 0 0 0,-1 0 0 0 0,-1 0 0 0 0,-7-50 0 0 0,3 55 947 0 0,-1-1-1 0 0,-1 1 1 0 0,-17-41 0 0 0,22 61-427 0 0,0 9-551 0 0,-2 25-128 0 0,1 1 1 0 0,2 0-1 0 0,1-1 1 0 0,2 1-1 0 0,1-1 1 0 0,9 36-1 0 0,-3-28-1268 0 0,1 0 1 0 0,24 52-1 0 0,2-24-2252 0 0,-8-27-3869 0 0,-11-21 2775 0 0</inkml:trace>
</inkml:ink>
</file>

<file path=ppt/ink/ink5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4:10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0 450 356 0 0,'0'0'15891'0'0,"4"0"-16405"0"0,18 2 550 0 0,0-1 0 0 0,0 0 0 0 0,0-2 0 0 0,0-1 0 0 0,0-1 0 0 0,-1 0 1 0 0,1-2-1 0 0,32-11 0 0 0,-28 7-21 0 0,-2-1 1 0 0,1-1 0 0 0,-1-1 0 0 0,-1-1 0 0 0,-1-2 0 0 0,41-31 0 0 0,-55 38-8 0 0,0 0 1 0 0,0 0-1 0 0,-1-1 0 0 0,0 0 1 0 0,-1 0-1 0 0,1 0 1 0 0,-2-1-1 0 0,1 0 0 0 0,-2-1 1 0 0,5-11-1 0 0,-3 0 89 0 0,0 1-1 0 0,-2-1 1 0 0,-1 0 0 0 0,1-27-1 0 0,-7-7 1034 0 0,3 53-656 0 0,-5 8-439 0 0,-5 6-7 0 0,0 0-1 0 0,1 1 1 0 0,0 0-1 0 0,1 1 1 0 0,1 0-1 0 0,0 0 1 0 0,-6 18-1 0 0,-36 111 251 0 0,9 11 207 0 0,6 2-1 0 0,-24 269 1 0 0,55-391-646 0 0,-7 81 621 0 0,-3-43-4062 0 0,13-70 3377 0 0,-1-1 0 0 0,1 1-1 0 0,0-1 1 0 0,-1 1-1 0 0,1-1 1 0 0,-1 1 0 0 0,1-1-1 0 0,-1 1 1 0 0,1-1 0 0 0,-1 1-1 0 0,1-1 1 0 0,-1 1 0 0 0,1-1-1 0 0,-1 0 1 0 0,0 1 0 0 0,1-1-1 0 0,-1 0 1 0 0,1 0 0 0 0,-1 0-1 0 0,0 1 1 0 0,1-1 0 0 0,-1 0-1 0 0,0 0 1 0 0,1 0-1 0 0,-1 0 1 0 0,0 0 0 0 0,1 0-1 0 0,-1 0 1 0 0,0 0 0 0 0,1 0-1 0 0,-1-1 1 0 0,0 1 0 0 0,1 0-1 0 0,-1 0 1 0 0,0-1 0 0 0,1 1-1 0 0,-1 0 1 0 0,1 0 0 0 0,-1-1-1 0 0,1 1 1 0 0,-1-1-1 0 0,1 1 1 0 0,-1-1 0 0 0,1 1-1 0 0,-2-1 1 0 0,1 0 284 0 0,-11-9-3840 0 0</inkml:trace>
</inkml:ink>
</file>

<file path=ppt/ink/ink5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4:11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0 287 280 0 0,'0'0'2272'0'0,"7"1"-1632"0"0,25-1-76 0 0,0-1 0 0 0,0-1 0 0 0,0-3 0 0 0,-1 0-1 0 0,42-13 1 0 0,-7 3-40 0 0,8 0 427 0 0,-1-3 1 0 0,0-3 0 0 0,92-41 0 0 0,-79 7 2923 0 0,-85 54-3531 0 0,0 0 54 0 0,-1 1-359 0 0,0-1 0 0 0,0 1 1 0 0,1 0-1 0 0,-1-1 1 0 0,0 1-1 0 0,0 0 0 0 0,0-1 1 0 0,0 1-1 0 0,1 0 1 0 0,-1-1-1 0 0,0 1 1 0 0,0-1-1 0 0,0 1 0 0 0,0 0 1 0 0,0-1-1 0 0,0 1 1 0 0,0-1-1 0 0,0 1 1 0 0,0 0-1 0 0,0-1 0 0 0,0 1 1 0 0,0-1-1 0 0,0 1 1 0 0,0 0-1 0 0,-1-1 0 0 0,1 1 1 0 0,0-1-1 0 0,0 1 1 0 0,0 0-1 0 0,0-1 1 0 0,-1 1-1 0 0,1 0 0 0 0,-1-1 1 0 0,-1 0-25 0 0,0 1-1 0 0,0-1 1 0 0,0 1 0 0 0,0-1 0 0 0,0 1 0 0 0,0 0-1 0 0,-1 0 1 0 0,1 0 0 0 0,0 0 0 0 0,0 0-1 0 0,0 1 1 0 0,0-1 0 0 0,-1 1 0 0 0,1-1 0 0 0,0 1-1 0 0,0 0 1 0 0,0 0 0 0 0,0 0 0 0 0,1 0-1 0 0,-1 0 1 0 0,0 0 0 0 0,0 0 0 0 0,0 1-1 0 0,1-1 1 0 0,-1 1 0 0 0,1-1 0 0 0,-1 1 0 0 0,1 0-1 0 0,0-1 1 0 0,-3 5 0 0 0,4-6-43 0 0,-1 1-1 0 0,1 0 1 0 0,-1-1-1 0 0,1 1 1 0 0,-1 0 0 0 0,1 0-1 0 0,-1-1 1 0 0,1 1-1 0 0,0 0 1 0 0,-1 0 0 0 0,1 0-1 0 0,0 0 1 0 0,0-1 0 0 0,-1 1-1 0 0,1 0 1 0 0,0 0-1 0 0,0 0 1 0 0,0 0 0 0 0,0 0-1 0 0,0 0 1 0 0,0-1 0 0 0,1 1-1 0 0,-1 0 1 0 0,0 0-1 0 0,0 0 1 0 0,1 1 0 0 0,0-1 9 0 0,0-1 1 0 0,0 1 0 0 0,0 0 0 0 0,0-1 0 0 0,0 1 0 0 0,0-1-1 0 0,1 1 1 0 0,-1-1 0 0 0,0 0 0 0 0,0 1 0 0 0,0-1 0 0 0,1 0-1 0 0,-1 0 1 0 0,0 0 0 0 0,0 0 0 0 0,0 0 0 0 0,2 0-1 0 0,70-14-62 0 0,-48 8-38 0 0,-7 4 75 0 0,-5-1-3 0 0,0 1 0 0 0,1 1 0 0 0,-1 0-1 0 0,20 1 1 0 0,-27 1 18 0 0,1 1-1 0 0,-1-1 0 0 0,0 1 1 0 0,0 0-1 0 0,0 1 0 0 0,0 0 1 0 0,0-1-1 0 0,-1 2 0 0 0,1-1 0 0 0,-1 1 1 0 0,0 0-1 0 0,6 5 0 0 0,-9-7 55 0 0,-1-1-1 0 0,1 1 0 0 0,-1-1 0 0 0,1 1 0 0 0,0-1 0 0 0,0 0 0 0 0,0 0 0 0 0,0 0 1 0 0,0 0-1 0 0,0 0 0 0 0,0 0 0 0 0,0 0 0 0 0,0-1 0 0 0,1 1 0 0 0,-1-1 0 0 0,0 0 1 0 0,0 1-1 0 0,1-1 0 0 0,-1 0 0 0 0,0 0 0 0 0,0-1 0 0 0,0 1 0 0 0,1 0 0 0 0,1-1 0 0 0,3-3-43 0 0,0 0 0 0 0,0 0-1 0 0,-1 0 1 0 0,0-1 0 0 0,0 1-1 0 0,8-10 1 0 0,35-35-3353 0 0,-21 21-2360 0 0,-9 8 1951 0 0</inkml:trace>
</inkml:ink>
</file>

<file path=ppt/ink/ink5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4:01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56 837 212 0 0,'-20'45'5694'0'0,"4"36"-3532"0"0,12-57-1382 0 0,-2 12 457 0 0,-4 68 0 0 0,11-104-1196 0 0,-1-1-1 0 0,0 1 0 0 0,0 0 1 0 0,1-1-1 0 0,-1 1 0 0 0,0 0 0 0 0,1-1 1 0 0,-1 1-1 0 0,0 0 0 0 0,1-1 1 0 0,-1 1-1 0 0,1 0 0 0 0,-1 0 0 0 0,0-1 1 0 0,1 1-1 0 0,-1 0 0 0 0,1 0 1 0 0,-1 0-1 0 0,1 0 0 0 0,-1 0 0 0 0,1 0 1 0 0,-1 0-1 0 0,1-1 0 0 0,-1 1 1 0 0,0 1-1 0 0,1-1 0 0 0,-1 0 0 0 0,1 0 1 0 0,-1 0-1 0 0,1 0 0 0 0,-1 0 1 0 0,1 0-1 0 0,-1 0 0 0 0,1 1 0 0 0,-1-1 1 0 0,0 0-1 0 0,1 0 0 0 0,-1 0 1 0 0,0 1-1 0 0,1-1 0 0 0,-1 0 0 0 0,1 1 1 0 0,-1-1-1 0 0,0 0 0 0 0,0 1 1 0 0,1-1-1 0 0,-1 1 0 0 0,0-1 0 0 0,0 0 1 0 0,1 1-1 0 0,-1-1 0 0 0,0 1 1 0 0,0-1-1 0 0,0 1 0 0 0,0-1 0 0 0,0 0 1 0 0,1 1-1 0 0,-1-1 0 0 0,0 1 1 0 0,0-1-1 0 0,0 1 0 0 0,0-1 0 0 0,-1 1 1 0 0,1-1-1 0 0,0 1 0 0 0,0-1 1 0 0,0 1-1 0 0,0-1 0 0 0,25-29 553 0 0,14-29-149 0 0,-2-2 0 0 0,-3-1 0 0 0,37-95 0 0 0,-28 39-286 0 0,31-130 1 0 0,-56 182-102 0 0,-4-2 1 0 0,-2 0 0 0 0,5-108 0 0 0,-16 173-79 0 0,-1 1 0 0 0,0-1 0 0 0,0 0 1 0 0,1 0-1 0 0,-1 1 0 0 0,0-1 0 0 0,0 0 0 0 0,-1 0 1 0 0,1 1-1 0 0,0-1 0 0 0,-1 0 0 0 0,1 1 0 0 0,-1-1 1 0 0,1 0-1 0 0,-1 1 0 0 0,0-1 0 0 0,-1-2 0 0 0,-10 28-68 0 0,-11 64 41 0 0,12-32-75 0 0,2-1-1 0 0,3 2 1 0 0,2-1 0 0 0,2 1 0 0 0,10 83-1 0 0,-4-100 58 0 0,-3-9 9 0 0,2 0 0 0 0,2 0 0 0 0,1-1 0 0 0,1 0 0 0 0,1 0 0 0 0,21 48-1 0 0,-29-77 56 0 0,1 1-1 0 0,0-1 0 0 0,-1 0 0 0 0,1 1 0 0 0,0-1 1 0 0,0 0-1 0 0,0 0 0 0 0,0 0 0 0 0,0 0 0 0 0,0 0 1 0 0,0 0-1 0 0,0 0 0 0 0,0 0 0 0 0,1 0 0 0 0,-1-1 1 0 0,0 1-1 0 0,1 0 0 0 0,-1-1 0 0 0,0 1 0 0 0,1-1 1 0 0,-1 1-1 0 0,1-1 0 0 0,-1 0 0 0 0,2 1 0 0 0,0-2-7 0 0,1 1-1 0 0,-1-1 0 0 0,-1 1 0 0 0,1-1 0 0 0,0 0 1 0 0,0 0-1 0 0,0 0 0 0 0,0 0 0 0 0,0-1 0 0 0,-1 1 1 0 0,4-4-1 0 0,9-6-43 0 0,-1-1-1 0 0,0-1 1 0 0,15-18 0 0 0,-21 22 46 0 0,8-8 2 0 0,-2 0-29 0 0,1 1 0 0 0,0 0 1 0 0,1 1-1 0 0,1 1 0 0 0,1 1 1 0 0,35-22-1 0 0,-52 35-3 0 0,1 0 32 0 0,1 0 0 0 0,-1 0 0 0 0,0 1 1 0 0,0 0-1 0 0,0-1 0 0 0,0 1 0 0 0,0 0 0 0 0,0 0 0 0 0,0 0 1 0 0,0 0-1 0 0,0 0 0 0 0,2 2 0 0 0,1 3-3 0 0,0 0 0 0 0,0 1 0 0 0,-1-1 0 0 0,0 1 0 0 0,0 0 1 0 0,-1 1-1 0 0,1-1 0 0 0,2 11 0 0 0,13 25-22 0 0,-16-39-37 0 0,-1-1 0 0 0,1 0-1 0 0,0 0 1 0 0,0 0-1 0 0,1-1 1 0 0,-1 1 0 0 0,0-1-1 0 0,1 0 1 0 0,0 0 0 0 0,-1 0-1 0 0,1 0 1 0 0,0-1-1 0 0,0 1 1 0 0,0-1 0 0 0,0 0-1 0 0,0 0 1 0 0,1 0 0 0 0,-1-1-1 0 0,0 0 1 0 0,0 1-1 0 0,0-2 1 0 0,1 1 0 0 0,-1 0-1 0 0,0-1 1 0 0,0 0 0 0 0,0 0-1 0 0,4-1 1 0 0,13-4-833 0 0,-1 0 1 0 0,1-1-1 0 0,31-18 1 0 0,-3-1-3499 0 0,-28 11 1875 0 0</inkml:trace>
</inkml:ink>
</file>

<file path=ppt/ink/ink5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4:02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51 540 0 0,'3'-12'2451'0'0,"-2"10"-1953"0"0,-1 1 1 0 0,0 0 0 0 0,1-1 0 0 0,-1 1-1 0 0,0-1 1 0 0,0 1 0 0 0,0 0 0 0 0,0-1-1 0 0,0 1 1 0 0,0-1 0 0 0,0 1-1 0 0,0 0 1 0 0,0-1 0 0 0,-1 1 0 0 0,0-2-1 0 0,-3 4-423 0 0,-1-1 0 0 0,0 2 0 0 0,1-1 1 0 0,-1 0-1 0 0,0 1 0 0 0,1 0 0 0 0,0 0 0 0 0,0 0 0 0 0,-1 1 0 0 0,1-1 0 0 0,0 1 0 0 0,1 0 0 0 0,-8 6 0 0 0,-47 50 444 0 0,9 2-106 0 0,48-60-394 0 0,1-1-20 0 0,0 0 0 0 0,-1 1 1 0 0,1-1-1 0 0,0 0 0 0 0,0 0 1 0 0,0 0-1 0 0,-1 0 0 0 0,1 1 0 0 0,0-1 1 0 0,0 0-1 0 0,0 0 0 0 0,0 1 0 0 0,-1-1 1 0 0,1 0-1 0 0,0 0 0 0 0,0 1 1 0 0,0-1-1 0 0,0 0 0 0 0,0 0 0 0 0,0 1 1 0 0,0-1-1 0 0,0 0 0 0 0,0 0 0 0 0,0 1 1 0 0,0-1-1 0 0,0 0 0 0 0,0 0 1 0 0,0 1-1 0 0,0-1 0 0 0,0 0 0 0 0,0 1 1 0 0,0-1-1 0 0,0 0 0 0 0,0 0 0 0 0,0 1 1 0 0,1-1-1 0 0,-1 0 0 0 0,0 0 1 0 0,0 0-1 0 0,0 1 0 0 0,0-1 0 0 0,1 0 1 0 0,-1 0-1 0 0,0 0 0 0 0,0 1 0 0 0,0-1 1 0 0,1 0-1 0 0,-1 0 0 0 0,0 0 1 0 0,0 0-1 0 0,1 0 0 0 0,-1 1 0 0 0,0-1 1 0 0,0 0-1 0 0,1 0 0 0 0,-1 0 0 0 0,0 0 1 0 0,0 0-1 0 0,1 0 0 0 0,-1 0 1 0 0,0 0-1 0 0,1 0 0 0 0,-1 0 0 0 0,0 0 1 0 0,0 0-1 0 0,1 0 0 0 0,-1 0 1 0 0,26 2-124 0 0,6-14-101 0 0,21-5-385 0 0,-52 16 534 0 0,21 27-340 0 0,-20-22 411 0 0,0-1 0 0 0,-1 0 1 0 0,1 0-1 0 0,1 0 0 0 0,-1 0 1 0 0,0-1-1 0 0,1 1 0 0 0,-1-1 1 0 0,1 1-1 0 0,0-1 0 0 0,-1 0 1 0 0,1 0-1 0 0,0 0 1 0 0,1 0-1 0 0,-1 0 0 0 0,0-1 1 0 0,0 0-1 0 0,1 1 0 0 0,-1-1 1 0 0,1-1-1 0 0,-1 1 0 0 0,7 0 1 0 0,-4-1 12 0 0,0 0 1 0 0,1-1-1 0 0,-1 0 1 0 0,0 0-1 0 0,0-1 1 0 0,-1 0-1 0 0,1 0 1 0 0,0 0-1 0 0,0-1 1 0 0,-1 1-1 0 0,0-1 1 0 0,1-1-1 0 0,5-3 1 0 0,3-4 11 0 0,0 1-1 0 0,0-2 1 0 0,-1 0 0 0 0,0 0 0 0 0,-1-1 0 0 0,15-22-1 0 0,6 4 495 0 0,-32 30-442 0 0,1 5-63 0 0,0 0 0 0 0,-1 0 0 0 0,0 0 0 0 0,0 0 0 0 0,0 0 0 0 0,0 0 0 0 0,-1 0 0 0 0,1 6 0 0 0,-1-5-2 0 0,1 1-1 0 0,0 0 0 0 0,1-1 1 0 0,-1 1-1 0 0,1-1 1 0 0,0 0-1 0 0,0 1 0 0 0,6 7 1 0 0,4 15 44 0 0,-11-27-43 0 0,0 1-1 0 0,0-1 0 0 0,0 0 0 0 0,0 1 0 0 0,0-1 0 0 0,0 0 0 0 0,0 0 0 0 0,0 0 0 0 0,1 0 0 0 0,-1 0 0 0 0,0 0 1 0 0,1 0-1 0 0,-1 0 0 0 0,0-1 0 0 0,1 1 0 0 0,-1 0 0 0 0,1-1 0 0 0,-1 1 0 0 0,1-1 0 0 0,0 0 0 0 0,-1 1 1 0 0,1-1-1 0 0,-1 0 0 0 0,3 0 0 0 0,-2 0 15 0 0,25-12 73 0 0,-9 0-55 0 0,-1-1-1 0 0,28-27 0 0 0,-2 2-4 0 0,-41 35-52 0 0,-1 3 12 0 0,-1-1-1 0 0,1 0 1 0 0,-1 0 0 0 0,1 0-1 0 0,0 1 1 0 0,-1-1-1 0 0,1 0 1 0 0,0 1 0 0 0,-1-1-1 0 0,1 1 1 0 0,0-1 0 0 0,0 1-1 0 0,0-1 1 0 0,0 1-1 0 0,0-1 1 0 0,-1 1 0 0 0,1 0-1 0 0,0-1 1 0 0,0 1-1 0 0,0 0 1 0 0,0 0 0 0 0,0 0-1 0 0,0 0 1 0 0,0 0 0 0 0,0 0-1 0 0,0 0 1 0 0,0 0-1 0 0,0 0 1 0 0,0 0 0 0 0,0 0-1 0 0,0 1 1 0 0,0-1 0 0 0,0 0-1 0 0,-1 1 1 0 0,1-1-1 0 0,0 1 1 0 0,0-1 0 0 0,0 1-1 0 0,0-1 1 0 0,0 2-1 0 0,2 0 6 0 0,-1 0 0 0 0,0 0-1 0 0,1 0 1 0 0,-1 0 0 0 0,0 1-1 0 0,-1-1 1 0 0,1 1 0 0 0,0-1-1 0 0,-1 1 1 0 0,1 0-1 0 0,-1 0 1 0 0,0 0 0 0 0,0-1-1 0 0,1 7 1 0 0,3 5 22 0 0,-4-13-17 0 0,-1 0 0 0 0,1 1-1 0 0,0-1 1 0 0,0 0 0 0 0,-1 0 0 0 0,1-1-1 0 0,0 1 1 0 0,0 0 0 0 0,0 0-1 0 0,0 0 1 0 0,0-1 0 0 0,1 1 0 0 0,-1 0-1 0 0,0-1 1 0 0,0 1 0 0 0,0-1 0 0 0,0 1-1 0 0,1-1 1 0 0,-1 0 0 0 0,0 0 0 0 0,0 1-1 0 0,1-1 1 0 0,-1 0 0 0 0,0 0-1 0 0,1 0 1 0 0,-1 0 0 0 0,0 0 0 0 0,0-1-1 0 0,1 1 1 0 0,-1 0 0 0 0,2-1 0 0 0,40-16 78 0 0,-40 15-75 0 0,11-5 7 0 0,-1-2-1 0 0,-1 1 1 0 0,0-2 0 0 0,0 0 0 0 0,12-13-1 0 0,-12 11 4 0 0,1 0-1 0 0,-1 1 1 0 0,26-16 0 0 0,-35 26-5 0 0,0 0 1 0 0,1 0 0 0 0,-1 0 0 0 0,0 0 0 0 0,0 1 0 0 0,0-1 0 0 0,0 1 0 0 0,1 0-1 0 0,-1 0 1 0 0,0 0 0 0 0,0 0 0 0 0,1 1 0 0 0,-1-1 0 0 0,0 1 0 0 0,0 0 0 0 0,0 0-1 0 0,0 0 1 0 0,0 0 0 0 0,0 0 0 0 0,0 1 0 0 0,0-1 0 0 0,4 4 0 0 0,7 4 97 0 0,0 2 1 0 0,25 22 0 0 0,-22-18-30 0 0,-15-13-61 0 0,0-1-1 0 0,0 1 0 0 0,0 0 0 0 0,0-1 1 0 0,-1 1-1 0 0,1 0 0 0 0,-1 0 1 0 0,1 0-1 0 0,-1 1 0 0 0,1-1 0 0 0,-1 0 1 0 0,0 0-1 0 0,0 1 0 0 0,0-1 1 0 0,-1 1-1 0 0,1-1 0 0 0,0 0 0 0 0,-1 1 1 0 0,0 0-1 0 0,1-1 0 0 0,-1 1 1 0 0,0-1-1 0 0,0 1 0 0 0,-1-1 0 0 0,0 4 1 0 0,0-2 13 0 0,-1-1 1 0 0,1 1-1 0 0,-1-1 1 0 0,0 0-1 0 0,-1 0 1 0 0,1 0-1 0 0,0 0 0 0 0,-1 0 1 0 0,0 0-1 0 0,1-1 1 0 0,-1 1-1 0 0,0-1 1 0 0,0 0-1 0 0,-1 0 1 0 0,1 0-1 0 0,-7 3 1 0 0,4-2-176 0 0,0-1 1 0 0,0 0 0 0 0,0 0 0 0 0,0 0-1 0 0,-1-1 1 0 0,1 0 0 0 0,0 0 0 0 0,-1-1-1 0 0,1 0 1 0 0,-10-1 0 0 0,10 1-934 0 0,0-1 1 0 0,0 0 0 0 0,0-1-1 0 0,0 0 1 0 0,1 0-1 0 0,-8-3 1 0 0,-2-4-2199 0 0</inkml:trace>
</inkml:ink>
</file>

<file path=ppt/ink/ink5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4:02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71 216 1288 0 0,'-2'0'368'0'0,"-37"-4"3025"0"0,37 4-3070 0 0,0 0 0 0 0,1 0 1 0 0,-1 0-1 0 0,0-1 0 0 0,1 1 1 0 0,-1 0-1 0 0,1-1 0 0 0,-1 1 1 0 0,0-1-1 0 0,1 1 0 0 0,-1-1 0 0 0,1 0 1 0 0,0 0-1 0 0,-1 0 0 0 0,1 0 1 0 0,0 0-1 0 0,-2-1 0 0 0,8-3 404 0 0,5-4-538 0 0,2 0 0 0 0,-1 1 0 0 0,1 1 1 0 0,0 0-1 0 0,1 0 0 0 0,19-7 0 0 0,88-28-181 0 0,116-11-1693 0 0,-78 29-3249 0 0,-145 22 4286 0 0,66-12-2536 0 0</inkml:trace>
</inkml:ink>
</file>

<file path=ppt/ink/ink5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4:03.2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132 299 552 0 0,'0'2'214'0'0,"0"0"0"0"0,0 0 0 0 0,1 0-1 0 0,-1 0 1 0 0,0 0 0 0 0,1 0 0 0 0,-1 0 0 0 0,1 0 0 0 0,-1 0-1 0 0,1 0 1 0 0,0 0 0 0 0,0-1 0 0 0,0 1 0 0 0,0 0 0 0 0,0-1 0 0 0,0 1-1 0 0,1 0 1 0 0,-1-1 0 0 0,1 1 0 0 0,-1-1 0 0 0,1 0 0 0 0,2 2-1 0 0,-1-1 3 0 0,1 0-1 0 0,0-1 1 0 0,0 1-1 0 0,0-1 0 0 0,0 0 1 0 0,0 0-1 0 0,0 0 1 0 0,0-1-1 0 0,0 0 0 0 0,7 0 1 0 0,2 0 122 0 0,0-1 0 0 0,0-1 0 0 0,0-1 0 0 0,0 0 0 0 0,0 0 0 0 0,15-7 0 0 0,-21 6-155 0 0,1 1 1 0 0,-1-1-1 0 0,0 0 1 0 0,0-1 0 0 0,0 0-1 0 0,-1 0 1 0 0,1-1-1 0 0,-1 1 1 0 0,0-1 0 0 0,-1-1-1 0 0,0 1 1 0 0,0-1-1 0 0,0 0 1 0 0,0 0 0 0 0,-1 0-1 0 0,-1-1 1 0 0,1 1-1 0 0,3-13 1 0 0,-4 8 36 0 0,-1 0 0 0 0,0 0-1 0 0,0-1 1 0 0,-2 1 0 0 0,1 0 0 0 0,-1-1-1 0 0,-1 1 1 0 0,-1 0 0 0 0,1 0 0 0 0,-2 0-1 0 0,0 0 1 0 0,-4-12 0 0 0,6 20-63 0 0,1 2-119 0 0,-1 1 1 0 0,1-1 0 0 0,0 1 0 0 0,0-1 0 0 0,-1 1 0 0 0,1-1-1 0 0,-1 1 1 0 0,0-1 0 0 0,1 1 0 0 0,-1 0 0 0 0,0-1-1 0 0,0 1 1 0 0,0 0 0 0 0,0 0 0 0 0,0-1 0 0 0,0 1 0 0 0,0 0-1 0 0,0 0 1 0 0,0 0 0 0 0,-1 0 0 0 0,1 0 0 0 0,0 1 0 0 0,-1-1-1 0 0,1 0 1 0 0,-3 0 0 0 0,2 1-33 0 0,1 1-1 0 0,-1 0 1 0 0,1 0 0 0 0,0 0-1 0 0,-1 0 1 0 0,1 0-1 0 0,0 0 1 0 0,0 0 0 0 0,0 0-1 0 0,0 0 1 0 0,0 1 0 0 0,0-1-1 0 0,0 0 1 0 0,1 1 0 0 0,-2 2-1 0 0,0-2 8 0 0,-10 17 13 0 0,1 0 0 0 0,1 1 1 0 0,1 0-1 0 0,-12 37 1 0 0,-18 92 34 0 0,22-77-38 0 0,-32 153 97 0 0,-29 338-1 0 0,30-210-1032 0 0,49-353 810 0 0,-1 1 1 0 0,0 0-1 0 0,0-1 0 0 0,0 1 0 0 0,0-1 0 0 0,0 1 0 0 0,0 0 0 0 0,0-1 1 0 0,-1 1-1 0 0,1 0 0 0 0,0-1 0 0 0,0 1 0 0 0,0 0 0 0 0,-1-1 0 0 0,1 1 1 0 0,0-1-1 0 0,-1 1 0 0 0,1-1 0 0 0,0 1 0 0 0,-1-1 0 0 0,1 1 1 0 0,-1-1-1 0 0,1 1 0 0 0,-1-1 0 0 0,1 1 0 0 0,-1-1 0 0 0,1 0 0 0 0,-1 1 1 0 0,1-1-1 0 0,-1 0 0 0 0,0 1 0 0 0,1-1 0 0 0,-1 0 0 0 0,0 0 0 0 0,1 0 1 0 0,-1 1-1 0 0,0-1 0 0 0,0 0 0 0 0,-19-14-3874 0 0,15 10 4223 0 0,-14-16-3889 0 0,4 0 278 0 0</inkml:trace>
</inkml:ink>
</file>

<file path=ppt/ink/ink5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4:03.7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0 300 280 0 0,'4'-2'701'0'0,"96"-45"2615"0"0,144-46-1 0 0,-14 6-1359 0 0,-182 65-1545 0 0,-28 12-6 0 0,1 0 0 0 0,1 2 0 0 0,42-12 0 0 0,-62 20-279 0 0,-6 44 96 0 0,2-34-209 0 0,0 0-1 0 0,0 0 0 0 0,1 1 1 0 0,0-1-1 0 0,1 0 1 0 0,0 1-1 0 0,1-1 1 0 0,0 0-1 0 0,3 11 1 0 0,-3-16 47 0 0,1 0 0 0 0,0 0-1 0 0,0-1 1 0 0,0 1 0 0 0,1-1 0 0 0,-1 1 0 0 0,1-1 0 0 0,0 0 0 0 0,1 0 0 0 0,-1 0 0 0 0,1 0 0 0 0,0-1 0 0 0,-1 0 0 0 0,2 1 0 0 0,-1-1 0 0 0,0-1 0 0 0,0 1 0 0 0,1-1 0 0 0,7 3 0 0 0,-11-4 248 0 0,26-19 967 0 0,-24 12-1128 0 0,0 0 0 0 0,-1 1-1 0 0,0-1 1 0 0,0-1 0 0 0,0 1 0 0 0,-1 0 0 0 0,1 0-1 0 0,-2-1 1 0 0,1 1 0 0 0,-1 0 0 0 0,0-1 0 0 0,0 1 0 0 0,0-1-1 0 0,-1 1 1 0 0,-2-9 0 0 0,1 9-402 0 0,1-1 1 0 0,-1 1-1 0 0,0 0 1 0 0,0-1-1 0 0,-1 1 1 0 0,0 0-1 0 0,0 1 1 0 0,-7-10-1 0 0,-10 1-8041 0 0,19 14 7997 0 0</inkml:trace>
</inkml:ink>
</file>

<file path=ppt/ink/ink5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4:04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41 460 0 0,'25'-1'2726'0'0,"-20"2"-2442"0"0,1-1-1 0 0,0 1 0 0 0,-1 1 1 0 0,1-1-1 0 0,-1 1 0 0 0,1 0 0 0 0,-1 0 1 0 0,0 1-1 0 0,0-1 0 0 0,0 1 1 0 0,0 0-1 0 0,-1 1 0 0 0,1-1 1 0 0,-1 1-1 0 0,6 6 0 0 0,1 3 285 0 0,0 1 0 0 0,-2 0 0 0 0,15 27 0 0 0,-1-1 513 0 0,-22-38-944 0 0,8 10 2120 0 0,-6-18-803 0 0,1-5-1799 0 0,3-12-240 0 0,2 1 0 0 0,1-1 0 0 0,16-27-1 0 0,-21 42 190 0 0,0 1 0 0 0,1 0 0 0 0,-1 0 0 0 0,1 0 0 0 0,1 1 0 0 0,0 0 1 0 0,-1 0-1 0 0,2 0 0 0 0,-1 1 0 0 0,1 0 0 0 0,13-6 0 0 0,-20 10 390 0 0,0 1 0 0 0,0 0 0 0 0,1-1 1 0 0,-1 1-1 0 0,0 0 0 0 0,0 0 0 0 0,0 0 0 0 0,1 0 1 0 0,-1 0-1 0 0,0 0 0 0 0,0 0 0 0 0,1 0 1 0 0,-1 0-1 0 0,0 1 0 0 0,0-1 0 0 0,0 0 0 0 0,0 1 1 0 0,0-1-1 0 0,1 1 0 0 0,-1 0 0 0 0,0-1 1 0 0,0 1-1 0 0,0 0 0 0 0,0-1 0 0 0,-1 1 0 0 0,1 0 1 0 0,0 0-1 0 0,0 0 0 0 0,0 0 0 0 0,-1 0 1 0 0,1 0-1 0 0,0 0 0 0 0,-1 0 0 0 0,1 0 1 0 0,-1 0-1 0 0,1 0 0 0 0,-1 0 0 0 0,0 1 0 0 0,1-1 1 0 0,-1 2-1 0 0,10 48 771 0 0,-10-49-745 0 0,3 45 964 0 0,-3-46-815 0 0,-2 18 147 0 0,3-15 1846 0 0,6-15-2164 0 0,0 0 0 0 0,0 0-1 0 0,1 0 1 0 0,0 1-1 0 0,1 0 1 0 0,0 1-1 0 0,1 0 1 0 0,-1 0-1 0 0,2 1 1 0 0,-1 0 0 0 0,1 1-1 0 0,1 0 1 0 0,-1 1-1 0 0,25-9 1 0 0,-34 14-2 0 0,0 0 0 0 0,1 0 0 0 0,-1 1 0 0 0,0 0 0 0 0,1-1 1 0 0,-1 1-1 0 0,0 0 0 0 0,1 0 0 0 0,-1 0 0 0 0,1 0 0 0 0,-1 1 0 0 0,0-1 0 0 0,1 0 1 0 0,-1 1-1 0 0,0 0 0 0 0,1 0 0 0 0,-1 0 0 0 0,0 0 0 0 0,0 0 0 0 0,0 0 0 0 0,0 0 1 0 0,0 1-1 0 0,0-1 0 0 0,0 1 0 0 0,0-1 0 0 0,2 4 0 0 0,-1-1 4 0 0,0 1-1 0 0,0-1 0 0 0,-1 1 1 0 0,0-1-1 0 0,0 1 0 0 0,0 0 0 0 0,-1 0 1 0 0,0-1-1 0 0,1 1 0 0 0,-2 0 1 0 0,1 0-1 0 0,0 1 0 0 0,-1 6 1 0 0,0-10 45 0 0,0-2-39 0 0,0 1 0 0 0,0-1 1 0 0,0 0-1 0 0,0 0 0 0 0,0 1 0 0 0,0-1 0 0 0,0 0 0 0 0,0 0 0 0 0,0 0 1 0 0,0 1-1 0 0,0-1 0 0 0,1 0 0 0 0,-1 0 0 0 0,0 1 0 0 0,0-1 1 0 0,0 0-1 0 0,0 0 0 0 0,1 0 0 0 0,-1 0 0 0 0,0 1 0 0 0,0-1 1 0 0,0 0-1 0 0,1 0 0 0 0,-1 0 0 0 0,0 0 0 0 0,0 0 0 0 0,0 0 0 0 0,1 1 1 0 0,-1-1-1 0 0,0 0 0 0 0,0 0 0 0 0,1 0 0 0 0,-1 0 0 0 0,0 0 1 0 0,0 0-1 0 0,1 0 0 0 0,-1 0 0 0 0,0 0 0 0 0,0 0 0 0 0,1 0 0 0 0,-1 0 1 0 0,0 0-1 0 0,0-1 0 0 0,1 1 0 0 0,-1 0 0 0 0,0 0 0 0 0,0 0 1 0 0,1 0-1 0 0,-1 0 0 0 0,0-1 0 0 0,8-4 8 0 0,-1 0 1 0 0,1 0-1 0 0,0 0 0 0 0,0 1 0 0 0,0 0 1 0 0,1 1-1 0 0,0 0 0 0 0,-1 0 0 0 0,1 1 1 0 0,14-2-1 0 0,-22 4-15 0 0,1 0 0 0 0,-1 0 0 0 0,0 0 0 0 0,1 0-1 0 0,-1 0 1 0 0,0 1 0 0 0,1-1 0 0 0,-1 1 0 0 0,0-1 0 0 0,0 1 0 0 0,1-1 0 0 0,-1 1 0 0 0,0 0 0 0 0,0 0 0 0 0,0-1 0 0 0,0 1 0 0 0,0 0 0 0 0,0 0 0 0 0,0 0 0 0 0,0 0 0 0 0,0 0 0 0 0,-1 0-1 0 0,2 2 1 0 0,0 1 4 0 0,-1-1-1 0 0,0 0 1 0 0,0 0-1 0 0,0 1 1 0 0,-1-1-1 0 0,1 0 1 0 0,-1 1-1 0 0,0-1 1 0 0,0 5-1 0 0,-1 4-965 0 0,0 1-1 0 0,-1-1 1 0 0,0 0-1 0 0,-6 16 1 0 0,6-21-1767 0 0</inkml:trace>
</inkml:ink>
</file>

<file path=ppt/ink/ink5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4:05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107 603 240 0 0,'0'0'12542'0'0,"-4"5"-12338"0"0,-26 30 260 0 0,16-20-105 0 0,1 1 0 0 0,-18 27 0 0 0,29-39-339 0 0,-1 0-1 0 0,2 0 1 0 0,-1 0 0 0 0,0 0-1 0 0,1 1 1 0 0,0-1-1 0 0,0 0 1 0 0,-1 6-1 0 0,2-9-24 0 0,0-1 0 0 0,0 1 0 0 0,0-1-1 0 0,0 1 1 0 0,0-1 0 0 0,0 1 0 0 0,1-1-1 0 0,-1 1 1 0 0,0-1 0 0 0,0 1-1 0 0,0-1 1 0 0,0 0 0 0 0,0 1 0 0 0,1-1-1 0 0,-1 1 1 0 0,0-1 0 0 0,0 1 0 0 0,1-1-1 0 0,-1 0 1 0 0,0 1 0 0 0,1-1 0 0 0,-1 1-1 0 0,0-1 1 0 0,1 0 0 0 0,-1 0 0 0 0,1 1-1 0 0,-1-1 1 0 0,1 0 0 0 0,-1 0-1 0 0,0 1 1 0 0,1-1 0 0 0,0 0 0 0 0,19-3-159 0 0,20-17-120 0 0,-37 18 252 0 0,23-13-275 0 0,0 0 1 0 0,2 2-1 0 0,-1 1 0 0 0,51-14 0 0 0,-66 22 252 0 0,1 0-1 0 0,-1-1 1 0 0,0-1-1 0 0,0 0 0 0 0,-1-1 1 0 0,1 0-1 0 0,-1 0 0 0 0,-1-1 1 0 0,1-1-1 0 0,-2 0 0 0 0,14-14 1 0 0,-4 0 45 0 0,0-1 0 0 0,-2-1 1 0 0,27-52-1 0 0,-27 37 53 0 0,-1 0 1 0 0,-3-1-1 0 0,-1-1 1 0 0,-2 0 0 0 0,-2 0-1 0 0,2-47 1 0 0,-3 37 379 0 0,-6 50-371 0 0,-1 1 1 0 0,1-1-1 0 0,-1 1 0 0 0,0-1 1 0 0,1 0-1 0 0,-1 1 1 0 0,0-1-1 0 0,0 1 1 0 0,0-1-1 0 0,0 0 0 0 0,-1 1 1 0 0,1-1-1 0 0,0 1 1 0 0,-1-1-1 0 0,1 1 1 0 0,-1-1-1 0 0,1 1 0 0 0,-1-1 1 0 0,0 1-1 0 0,-1-2 1 0 0,1 2-39 0 0,0 1 1 0 0,0 0-1 0 0,0 0 1 0 0,1 0-1 0 0,-1 0 1 0 0,0 1 0 0 0,0-1-1 0 0,0 0 1 0 0,0 0-1 0 0,0 0 1 0 0,0 1-1 0 0,0-1 1 0 0,0 1-1 0 0,0-1 1 0 0,1 1 0 0 0,-1-1-1 0 0,0 1 1 0 0,0-1-1 0 0,0 1 1 0 0,1-1-1 0 0,-1 1 1 0 0,0 0-1 0 0,0 1 1 0 0,-44 52 136 0 0,24-17-98 0 0,2 2 1 0 0,1-1-1 0 0,-14 47 0 0 0,19-51-16 0 0,6-17-28 0 0,1 0 0 0 0,0 0 0 0 0,1 1-1 0 0,1 0 1 0 0,1-1 0 0 0,1 1 0 0 0,0 1-1 0 0,1-1 1 0 0,1 0 0 0 0,1 0 0 0 0,0 0-1 0 0,1 0 1 0 0,8 30 0 0 0,-8-42 58 0 0,0 0-1 0 0,1 0 1 0 0,-1 0-1 0 0,1-1 1 0 0,0 1-1 0 0,1-1 1 0 0,-1 0 0 0 0,1 0-1 0 0,0 0 1 0 0,0-1-1 0 0,0 1 1 0 0,1-1-1 0 0,0 0 1 0 0,0 0 0 0 0,0-1-1 0 0,0 1 1 0 0,0-1-1 0 0,1 0 1 0 0,0 0-1 0 0,-1-1 1 0 0,1 0-1 0 0,0 0 1 0 0,0 0 0 0 0,0-1-1 0 0,0 0 1 0 0,0 0-1 0 0,1 0 1 0 0,-1-1-1 0 0,0 0 1 0 0,0 0 0 0 0,12-3-1 0 0,-15 3 348 0 0,1 1-1350 0 0,6-2 4695 0 0,-4 0-6193 0 0</inkml:trace>
</inkml:ink>
</file>

<file path=ppt/ink/ink5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4:05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 1228 0 0,'15'-24'11449'0'0,"-14"18"-12955"0"0,-1 0-3718 0 0</inkml:trace>
</inkml:ink>
</file>

<file path=ppt/ink/ink5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4:06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1 556 0 0,'0'0'7302'0'0,"-4"1"-6802"0"0,-6 3-119 0 0,1 0 0 0 0,-1 1 0 0 0,1 0 0 0 0,1 0 0 0 0,-1 1 0 0 0,1 0 0 0 0,0 0 0 0 0,0 1 0 0 0,-10 12 0 0 0,8-8-214 0 0,0 2-1 0 0,0-1 0 0 0,1 1 0 0 0,1 0 1 0 0,-13 26-1 0 0,20-38-156 0 0,1 1 0 0 0,-1-1 0 0 0,0 0 0 0 0,1 1 0 0 0,-1-1 0 0 0,1 0 0 0 0,-1 1 0 0 0,1-1 0 0 0,0 1 0 0 0,0-1 0 0 0,-1 1 0 0 0,1-1 0 0 0,0 1 0 0 0,0-1 0 0 0,0 0 0 0 0,1 1 0 0 0,-1-1 0 0 0,0 1 0 0 0,1-1 0 0 0,-1 1 0 0 0,0-1 0 0 0,1 0 0 0 0,0 1 0 0 0,-1-1 1 0 0,1 0-1 0 0,1 3 0 0 0,0-2 10 0 0,3-4-1 0 0,139-75 47 0 0,-101 53-47 0 0,-41 22-19 0 0,1 1 0 0 0,0-1 0 0 0,-1 1 1 0 0,1-1-1 0 0,0 1 0 0 0,-1 0 1 0 0,1 0-1 0 0,0 1 0 0 0,0-1 1 0 0,0 0-1 0 0,0 1 0 0 0,0 0 0 0 0,0 0 1 0 0,0 0-1 0 0,0 0 0 0 0,0 0 1 0 0,0 0-1 0 0,0 1 0 0 0,0-1 1 0 0,0 1-1 0 0,0 0 0 0 0,-1 0 0 0 0,1 0 1 0 0,0 0-1 0 0,0 1 0 0 0,-1-1 1 0 0,1 1-1 0 0,4 3 0 0 0,-4-2 105 0 0,0-1 0 0 0,0 1 0 0 0,1-1 0 0 0,-1 0 0 0 0,1 0 0 0 0,0 0 0 0 0,-1 0 0 0 0,1-1 0 0 0,0 0 0 0 0,0 1 0 0 0,0-2 0 0 0,0 1 0 0 0,0 0 0 0 0,0-1 0 0 0,0 1 0 0 0,0-1 0 0 0,1-1 0 0 0,-1 1 0 0 0,0 0 0 0 0,0-1 0 0 0,0 0 0 0 0,5-1 0 0 0,1-2-548 0 0,1 0 0 0 0,-1-1 0 0 0,0 1 0 0 0,-1-2 0 0 0,1 0 0 0 0,15-12 0 0 0,-9-4-5921 0 0,-8 10 2697 0 0</inkml:trace>
</inkml:ink>
</file>

<file path=ppt/ink/ink5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4:06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48 1060 0 0,'-7'-6'5429'0'0,"0"1"-685"0"0,-3-4-748 0 0,33-7-5196 0 0,-14 13 96 0 0,14-5-8997 0 0</inkml:trace>
</inkml:ink>
</file>

<file path=ppt/ink/ink5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4:09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1 881 608 0 0,'23'17'7289'0'0,"-21"-16"-6729"0"0,52-37 1294 0 0,-19 15-1255 0 0,3-6-23 0 0,-2-2 0 0 0,0-2 0 0 0,57-64 0 0 0,-73 72-367 0 0,-1-1 0 0 0,-2-1-1 0 0,-1-1 1 0 0,0 0 0 0 0,-2-1 0 0 0,-1 0-1 0 0,10-31 1 0 0,-21 53-172 0 0,-1 0 0 0 0,0 0 0 0 0,0 0 0 0 0,0 0 0 0 0,-1 0 0 0 0,1 0 0 0 0,-1 0 0 0 0,-1 0 0 0 0,1-1 0 0 0,-1-4 0 0 0,0 8-31 0 0,1 0 0 0 0,-1 0 1 0 0,0 0-1 0 0,0 0 0 0 0,0 0 0 0 0,0 1 1 0 0,0-1-1 0 0,0 0 0 0 0,0 0 1 0 0,0 1-1 0 0,-1-1 0 0 0,1 1 0 0 0,-1-1 1 0 0,1 1-1 0 0,-1 0 0 0 0,1 0 0 0 0,-1-1 1 0 0,0 1-1 0 0,0 0 0 0 0,1 0 0 0 0,-1 1 1 0 0,0-1-1 0 0,0 0 0 0 0,0 1 0 0 0,0-1 1 0 0,0 1-1 0 0,-4-1 0 0 0,-2 1-38 0 0,1 0 0 0 0,0 0-1 0 0,0 0 1 0 0,0 1 0 0 0,0 1 0 0 0,0-1 0 0 0,0 1-1 0 0,0 0 1 0 0,0 0 0 0 0,0 1 0 0 0,1 0-1 0 0,-1 0 1 0 0,1 1 0 0 0,-10 7 0 0 0,15-11 14 0 0,1 1 1 0 0,-1 0 0 0 0,1 0 0 0 0,-1 0-1 0 0,1 0 1 0 0,-1 1 0 0 0,1-1-1 0 0,0 0 1 0 0,-1 0 0 0 0,1 0 0 0 0,0 0-1 0 0,0 0 1 0 0,0 0 0 0 0,0 1-1 0 0,0-1 1 0 0,0 0 0 0 0,0 0 0 0 0,0 0-1 0 0,0 0 1 0 0,0 0 0 0 0,1 1 0 0 0,-1-1-1 0 0,1 0 1 0 0,-1 0 0 0 0,1 0-1 0 0,-1 0 1 0 0,1 0 0 0 0,-1 0 0 0 0,1 0-1 0 0,0 0 1 0 0,-1-1 0 0 0,1 1-1 0 0,0 0 1 0 0,0 0 0 0 0,0 0 0 0 0,0-1-1 0 0,0 1 1 0 0,1 0 0 0 0,37 26-294 0 0,-38-26 300 0 0,33 16-337 0 0,52 18 0 0 0,-58-25 20 0 0,0 1-1 0 0,-2 1 0 0 0,47 28 0 0 0,-63-32 144 0 0,1 1 0 0 0,-2 0 0 0 0,1 1 0 0 0,-1 0 0 0 0,13 17-1 0 0,7 10-350 0 0,-26-35 525 0 0,-1 0 0 0 0,1 0 0 0 0,0 0 0 0 0,0-1 0 0 0,0 1 0 0 0,0-1 0 0 0,0 1 0 0 0,1-1-1 0 0,-1 0 1 0 0,0 0 0 0 0,1-1 0 0 0,-1 1 0 0 0,0-1 0 0 0,1 1 0 0 0,-1-1 0 0 0,1 0 0 0 0,-1 0 0 0 0,0-1 0 0 0,1 1 0 0 0,-1-1 0 0 0,1 0 0 0 0,-1 1 0 0 0,0-1 0 0 0,5-3 0 0 0,14-3 7 0 0,-1-2 1 0 0,30-17 0 0 0,-38 20-15 0 0,38-25 353 0 0,-1-2 0 0 0,-2-1 0 0 0,79-76-1 0 0,-112 95 1039 0 0,-13 13-632 0 0,-2 5-99 0 0,-10 32-273 0 0,9-30-357 0 0,0-1-1 0 0,1 1 1 0 0,0 0-1 0 0,0-1 1 0 0,0 1-1 0 0,0-1 1 0 0,1 1-1 0 0,0 0 1 0 0,0-1-1 0 0,0 1 1 0 0,1-1-1 0 0,-1 0 1 0 0,1 1-1 0 0,0-1 1 0 0,5 7-1 0 0,-5-9-9 0 0,0 0 1 0 0,0 0-1 0 0,0 0 0 0 0,0 0 0 0 0,0 0 0 0 0,1 0 0 0 0,-1-1 0 0 0,1 0 0 0 0,-1 1 1 0 0,1-1-1 0 0,-1 0 0 0 0,1 0 0 0 0,0 0 0 0 0,0 0 0 0 0,-1-1 0 0 0,1 1 0 0 0,0-1 0 0 0,0 0 1 0 0,0 0-1 0 0,0 0 0 0 0,0 0 0 0 0,-1 0 0 0 0,1-1 0 0 0,0 1 0 0 0,0-1 0 0 0,0 0 1 0 0,4-1-1 0 0,8-4-109 0 0,-1 0 0 0 0,0-1 0 0 0,20-12 0 0 0,-22 11-109 0 0,0 1-1 0 0,1 0 0 0 0,22-8 0 0 0,-30 14 162 0 0,1 0 0 0 0,-1-1-1 0 0,1 2 1 0 0,-1-1 0 0 0,1 1-1 0 0,-1 0 1 0 0,1 0 0 0 0,-1 0-1 0 0,1 1 1 0 0,-1 0 0 0 0,1 0-1 0 0,-1 0 1 0 0,8 3 0 0 0,2 1 43 0 0,0-1 0 0 0,-1 0 0 0 0,2-2 1 0 0,-1 1-1 0 0,0-2 0 0 0,0 0 0 0 0,0-1 0 0 0,1-1 0 0 0,-1 0 1 0 0,0-1-1 0 0,0 0 0 0 0,0-1 0 0 0,0-1 0 0 0,0-1 1 0 0,-1 0-1 0 0,0 0 0 0 0,0-2 0 0 0,0 0 0 0 0,-1 0 0 0 0,0-1 1 0 0,0-1-1 0 0,-1 0 0 0 0,0-1 0 0 0,-1 0 0 0 0,18-21 0 0 0,-20 19 145 0 0,0 0 0 0 0,-1-1 0 0 0,-1 0-1 0 0,0 0 1 0 0,-1-1 0 0 0,-1 0 0 0 0,0 0-1 0 0,0 0 1 0 0,-2 0 0 0 0,0-1 0 0 0,0 1-1 0 0,-1-1 1 0 0,-1 0 0 0 0,-1 0 0 0 0,0 0-1 0 0,-1 1 1 0 0,0-1 0 0 0,-1 0 0 0 0,-1 0-1 0 0,-6-19 1 0 0,6 26 60 0 0,2 4-105 0 0,0 1 0 0 0,0 0-1 0 0,0 0 1 0 0,0 0 0 0 0,0 0 0 0 0,-1 0-1 0 0,0 0 1 0 0,-3-5 0 0 0,4 8-81 0 0,1 0 0 0 0,0-1 0 0 0,-1 1 0 0 0,1 0 0 0 0,0 0 0 0 0,-1 0 0 0 0,1 0 0 0 0,0 0 1 0 0,-1-1-1 0 0,1 1 0 0 0,-1 0 0 0 0,1 0 0 0 0,0 0 0 0 0,-1 0 0 0 0,1 0 0 0 0,-1 0 0 0 0,1 0 0 0 0,0 0 0 0 0,-1 0 0 0 0,1 1 0 0 0,0-1 1 0 0,-1 0-1 0 0,1 0 0 0 0,-1 0 0 0 0,1 0 0 0 0,0 0 0 0 0,-1 1 0 0 0,1-1 0 0 0,0 0 0 0 0,-1 1 0 0 0,-15 19 21 0 0,8-4-11 0 0,0 1 1 0 0,1 0-1 0 0,1 0 0 0 0,1 1 1 0 0,0 0-1 0 0,1 0 0 0 0,1 0 1 0 0,1 0-1 0 0,0 0 0 0 0,2 0 1 0 0,1 22-1 0 0,0-26-76 0 0,0 0 0 0 0,1 0 0 0 0,1 0 0 0 0,0 0 1 0 0,1 0-1 0 0,1-1 0 0 0,0 1 0 0 0,0-1 0 0 0,2 0 0 0 0,0-1 0 0 0,0 0 0 0 0,1 0 1 0 0,0 0-1 0 0,18 18 0 0 0,-21-25 24 0 0,0-1-1 0 0,1-1 1 0 0,-1 1 0 0 0,1-1 0 0 0,0 0-1 0 0,0 0 1 0 0,0 0 0 0 0,0-1 0 0 0,0 0-1 0 0,0 0 1 0 0,1 0 0 0 0,-1-1 0 0 0,1 0-1 0 0,-1-1 1 0 0,1 1 0 0 0,-1-1 0 0 0,1 0-1 0 0,-1-1 1 0 0,1 0 0 0 0,-1 0 0 0 0,1 0-1 0 0,-1-1 1 0 0,0 0 0 0 0,9-4 0 0 0,-1 1 9 0 0,-1-1 0 0 0,0 0 0 0 0,-1-1 0 0 0,1-1 0 0 0,-2 0 0 0 0,1-1 0 0 0,-1 0 0 0 0,0-1 0 0 0,-1 0 0 0 0,10-12 0 0 0,-19 22 55 0 0,-1-1 0 0 0,1 1 0 0 0,-1-1-1 0 0,1 1 1 0 0,0-1 0 0 0,-1 1 0 0 0,1-1 0 0 0,-1 1 0 0 0,1-1 0 0 0,-1 0-1 0 0,0 1 1 0 0,1-1 0 0 0,-1 0 0 0 0,0 1 0 0 0,1-1 0 0 0,-1 0 0 0 0,0 1-1 0 0,0-1 1 0 0,0 0 0 0 0,0 0 0 0 0,1 1 0 0 0,-1-1 0 0 0,0 0 0 0 0,0 0-1 0 0,0 1 1 0 0,-1-2 0 0 0,-16 11 116 0 0,14-6-149 0 0,0-1 0 0 0,0 1 0 0 0,0 0 0 0 0,1 0 0 0 0,-1 0 0 0 0,1 1 0 0 0,-1-1 0 0 0,1 1 0 0 0,0-1-1 0 0,1 1 1 0 0,-1 0 0 0 0,0-1 0 0 0,1 1 0 0 0,0 0 0 0 0,0 0 0 0 0,0 5 0 0 0,1-7-12 0 0,0 0 1 0 0,0 1-1 0 0,0-1 0 0 0,1 0 1 0 0,0 0-1 0 0,-1 0 1 0 0,1 0-1 0 0,0 1 1 0 0,0-1-1 0 0,0 0 0 0 0,0 0 1 0 0,0-1-1 0 0,0 1 1 0 0,1 0-1 0 0,-1 0 0 0 0,1-1 1 0 0,-1 1-1 0 0,1 0 1 0 0,0-1-1 0 0,0 0 1 0 0,-1 1-1 0 0,1-1 0 0 0,0 0 1 0 0,0 0-1 0 0,0 0 1 0 0,0 0-1 0 0,0 0 0 0 0,1-1 1 0 0,-1 1-1 0 0,0-1 1 0 0,0 1-1 0 0,0-1 1 0 0,1 0-1 0 0,-1 0 0 0 0,0 0 1 0 0,0 0-1 0 0,3 0 1 0 0,14-1-82 0 0,0 0 0 0 0,0-1 0 0 0,28-7 1 0 0,-26 5 2 0 0,7-1-19 0 0,40-7-214 0 0,-63 12 295 0 0,0-1 0 0 0,1 1 0 0 0,-1 0 0 0 0,0 0 0 0 0,0 1-1 0 0,0 0 1 0 0,0 0 0 0 0,0 0 0 0 0,0 0 0 0 0,6 4 0 0 0,-10-5 33 0 0,0 1 0 0 0,0 0-1 0 0,0 0 1 0 0,0-1-1 0 0,0 1 1 0 0,0 0 0 0 0,0 0-1 0 0,0 0 1 0 0,-1 0 0 0 0,1 0-1 0 0,-1 1 1 0 0,1-1-1 0 0,0 0 1 0 0,-1 0 0 0 0,0 0-1 0 0,1 0 1 0 0,-1 1 0 0 0,0-1-1 0 0,1 0 1 0 0,-1 0 0 0 0,0 1-1 0 0,0-1 1 0 0,0 0-1 0 0,0 0 1 0 0,-1 1 0 0 0,1-1-1 0 0,0 0 1 0 0,0 0 0 0 0,-1 1-1 0 0,0 1 1 0 0,-15 35 61 0 0,15-36-69 0 0,-22 30-1672 0 0,6-14-4562 0 0</inkml:trace>
</inkml:ink>
</file>

<file path=ppt/ink/ink5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4:29.3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81 1260 0 0,'-26'-78'8431'0'0,"26"76"-7707"0"0,-1 2-620 0 0,0 0 0 0 0,1 1 0 0 0,-1-1 0 0 0,0 0 0 0 0,0 1 0 0 0,1-1 0 0 0,-1 1 0 0 0,0-1 0 0 0,1 1 0 0 0,-1-1 0 0 0,0 1 0 0 0,1-1 0 0 0,-1 1 0 0 0,1-1 0 0 0,-1 1 0 0 0,1 0 0 0 0,-1 0 0 0 0,1-1 0 0 0,0 1 0 0 0,-1 0 0 0 0,1-1 0 0 0,0 1 0 0 0,-1 1 0 0 0,-8 33 875 0 0,-3 52-761 0 0,10-63 161 0 0,-39 630 345 0 0,42-635-1206 0 0,0-14-38 0 0,-1 0 0 0 0,1 0 0 0 0,-1 0 0 0 0,0 0 0 0 0,-1 0 0 0 0,1 0 0 0 0,-1 0 0 0 0,0 0 0 0 0,-2 5 0 0 0,-9-5-4197 0 0</inkml:trace>
</inkml:ink>
</file>

<file path=ppt/ink/ink5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4:30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0 618 436 0 0,'399'-62'4550'0'0,"179"-109"-2243"0"0,-380 90-1581 0 0,-174 70-635 0 0,-1-2-1 0 0,0 0 0 0 0,-1-2 1 0 0,-1 0-1 0 0,-1-2 0 0 0,20-19 0 0 0,-37 33-41 0 0,1 0 1 0 0,-1-1-1 0 0,0 0 0 0 0,-1 1 0 0 0,1-1 0 0 0,-1 0 0 0 0,1 0 0 0 0,-1 0 0 0 0,0 0 0 0 0,-1-1 0 0 0,1 1 0 0 0,-1-1 0 0 0,0 1 0 0 0,0-1 0 0 0,0 1 0 0 0,-1-1 0 0 0,1 1 0 0 0,-1-1 0 0 0,0 0 0 0 0,0 1 0 0 0,-1-1 0 0 0,0 0 0 0 0,0 1 0 0 0,0-1 0 0 0,0 1 0 0 0,0 0 0 0 0,-1-1 1 0 0,0 1-1 0 0,0 0 0 0 0,0 0 0 0 0,0 0 0 0 0,-1 0 0 0 0,0 0 0 0 0,0 1 0 0 0,0-1 0 0 0,0 1 0 0 0,0-1 0 0 0,-1 1 0 0 0,1 0 0 0 0,-1 1 0 0 0,0-1 0 0 0,0 1 0 0 0,0-1 0 0 0,0 1 0 0 0,0 0 0 0 0,0 1 0 0 0,-1-1 0 0 0,1 1 0 0 0,-1 0 0 0 0,-5-1 0 0 0,9 2-38 0 0,-1 0 0 0 0,0 1-1 0 0,0-1 1 0 0,1 0 0 0 0,-1 1-1 0 0,0-1 1 0 0,1 1-1 0 0,-1 0 1 0 0,0 0 0 0 0,1-1-1 0 0,-1 1 1 0 0,1 0 0 0 0,-1 0-1 0 0,1 0 1 0 0,0 1-1 0 0,-1-1 1 0 0,1 0 0 0 0,0 0-1 0 0,0 1 1 0 0,0-1 0 0 0,0 1-1 0 0,0-1 1 0 0,0 1 0 0 0,-1 2-1 0 0,-15 38 149 0 0,8-7-21 0 0,1 0 0 0 0,2 0 0 0 0,2 1 0 0 0,-1 47 0 0 0,15 147 705 0 0,0-25 14 0 0,-4-117-279 0 0,-6-86-506 0 0,-1 4-23 0 0,1-3 151 0 0,1-7 1004 0 0,0-4-1189 0 0,0-1 1 0 0,1 0-1 0 0,0 1 0 0 0,1-1 1 0 0,0 1-1 0 0,0 0 0 0 0,1 0 1 0 0,0 0-1 0 0,5-7 0 0 0,-8 14-20 0 0,1 0 0 0 0,-1 0 0 0 0,1 0 0 0 0,-1 1 0 0 0,1-1 0 0 0,-1 0 0 0 0,1 1-1 0 0,-1 0 1 0 0,1-1 0 0 0,0 1 0 0 0,-1 0 0 0 0,1 0 0 0 0,0 0 0 0 0,-1 0 0 0 0,1 0-1 0 0,0 0 1 0 0,-1 0 0 0 0,1 1 0 0 0,0-1 0 0 0,2 1 0 0 0,39 13 21 0 0,-31-10-37 0 0,9 3-7 0 0,1 0 0 0 0,1-2-1 0 0,-1-1 1 0 0,1-1-1 0 0,0-1 1 0 0,-1 0 0 0 0,1-2-1 0 0,0-1 1 0 0,0-1-1 0 0,0 0 1 0 0,-1-2 0 0 0,1-1-1 0 0,-1 0 1 0 0,34-15-1 0 0,-44 13-5 0 0,0 0 0 0 0,-1-1-1 0 0,0-1 1 0 0,0 0 0 0 0,-1 0-1 0 0,14-17 1 0 0,-23 24 52 0 0,0 3-23 0 0,-1-1 0 0 0,0 0 0 0 0,1 0-1 0 0,-1 1 1 0 0,0-1 0 0 0,0 0 0 0 0,0 1 0 0 0,1-1 0 0 0,-1 0 0 0 0,0 1 0 0 0,0-1 0 0 0,0 1 0 0 0,0-1 0 0 0,1 0 0 0 0,-1 1 0 0 0,0-1-1 0 0,0 0 1 0 0,0 1 0 0 0,0-1 0 0 0,0 1 0 0 0,0-1 0 0 0,0 0 0 0 0,0 1 0 0 0,0-1 0 0 0,-1 1 0 0 0,1-1 0 0 0,0 0 0 0 0,0 1 0 0 0,0-1 0 0 0,0 0-1 0 0,0 1 1 0 0,-1-1 0 0 0,1 1 0 0 0,-1 0 5 0 0,1 1 0 0 0,-1-1 0 0 0,1 0 0 0 0,-1 1 0 0 0,1-1 0 0 0,0 0 0 0 0,0 1 1 0 0,0-1-1 0 0,0 1 0 0 0,0-1 0 0 0,0 0 0 0 0,0 1 0 0 0,0-1 0 0 0,0 1 0 0 0,1-1 0 0 0,-1 0 0 0 0,1 1 0 0 0,-1-1 0 0 0,1 0 0 0 0,-1 0 0 0 0,1 1 0 0 0,0-1 0 0 0,-1 0 0 0 0,1 0 0 0 0,0 0 0 0 0,0 0 0 0 0,0 0 0 0 0,0 0 0 0 0,0 0 0 0 0,0 0 0 0 0,1 1 0 0 0,3-1 4 0 0,0 1 1 0 0,-1-1-1 0 0,1 0 0 0 0,0 0 0 0 0,0 0 0 0 0,0-1 0 0 0,0 1 0 0 0,0-1 0 0 0,-1-1 0 0 0,1 1 0 0 0,0-1 0 0 0,8-1 0 0 0,63-23-25 0 0,-34 10-5 0 0,-9 5 4 0 0,-19 5 1 0 0,0 0 0 0 0,1 1 0 0 0,-1 0 0 0 0,1 1-1 0 0,0 1 1 0 0,-1 0 0 0 0,1 1 0 0 0,0 1 0 0 0,17 1-1 0 0,-30 0-31 0 0,1-1 0 0 0,-1 1 0 0 0,0-1 0 0 0,0 1 0 0 0,0 0 0 0 0,0 0 0 0 0,0 0-1 0 0,0 0 1 0 0,0 0 0 0 0,0 0 0 0 0,0 1 0 0 0,2 2 0 0 0,-3-4 17 0 0,0 1 0 0 0,-1 0 0 0 0,1 0 0 0 0,-1 0 0 0 0,1-1 0 0 0,-1 1 0 0 0,0 0 0 0 0,1 0 0 0 0,-1 0 0 0 0,0 0 0 0 0,0 0 0 0 0,1 0 1 0 0,-1 0-1 0 0,0 0 0 0 0,0 0 0 0 0,0 0 0 0 0,0 0 0 0 0,0 0 0 0 0,0 0 0 0 0,-1 1 0 0 0,0 0-441 0 0,0 1 1 0 0,0-1-1 0 0,0 1 1 0 0,0-1-1 0 0,-1 0 1 0 0,1 1-1 0 0,-1-1 0 0 0,0 0 1 0 0,0 0-1 0 0,0 0 1 0 0,1 0-1 0 0,-2 0 1 0 0,1-1-1 0 0,0 1 1 0 0,0-1-1 0 0,-3 2 1 0 0</inkml:trace>
</inkml:ink>
</file>

<file path=ppt/ink/ink5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4:30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57 464 0 0,'0'0'1504'0'0,"-6"-13"1084"0"0,0 3-435 0 0,3 0 291 0 0,0-1-1820 0 0,16 3-656 0 0,6 7-212 0 0,-2-1-268 0 0,10 0-280 0 0,-9 2-576 0 0,12 2-1481 0 0,-1 4 657 0 0</inkml:trace>
</inkml:ink>
</file>

<file path=ppt/ink/ink5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4:30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310 21 596 0 0,'-33'-14'5115'0'0,"29"13"-4855"0"0,-74-4 3331 0 0,74 5-3387 0 0,0 0 0 0 0,0 0 0 0 0,0 1 0 0 0,0-1 0 0 0,0 1 0 0 0,0 0 0 0 0,0 0 0 0 0,0 0 0 0 0,0 0 1 0 0,0 1-1 0 0,1 0 0 0 0,-1 0 0 0 0,0 0 0 0 0,1 0 0 0 0,0 0 0 0 0,-7 6 0 0 0,8-4-86 0 0,0 0 0 0 0,0 0-1 0 0,0 1 1 0 0,0-1 0 0 0,1 1 0 0 0,0-1-1 0 0,0 1 1 0 0,0-1 0 0 0,0 1 0 0 0,1 0-1 0 0,0-1 1 0 0,0 1 0 0 0,0 0 0 0 0,0-1-1 0 0,1 1 1 0 0,0 0 0 0 0,0-1 0 0 0,2 8-1 0 0,5 12 183 0 0,0-1-1 0 0,14 28 1 0 0,-14-34-101 0 0,-4-10-151 0 0,-1 0 1 0 0,-1 0-1 0 0,1 1 0 0 0,-1-1 0 0 0,-1 1 0 0 0,1-1 0 0 0,-1 1 1 0 0,0 0-1 0 0,-1 0 0 0 0,0-1 0 0 0,-1 11 0 0 0,0-15-34 0 0,0 0 0 0 0,1 0-1 0 0,-1-1 1 0 0,0 1-1 0 0,-1 0 1 0 0,1-1-1 0 0,0 1 1 0 0,-1-1-1 0 0,0 1 1 0 0,1-1 0 0 0,-1 0-1 0 0,0 0 1 0 0,0 0-1 0 0,0 0 1 0 0,-1 0-1 0 0,1 0 1 0 0,0 0 0 0 0,-1-1-1 0 0,1 1 1 0 0,-1-1-1 0 0,1 0 1 0 0,-1 1-1 0 0,0-1 1 0 0,0-1-1 0 0,1 1 1 0 0,-1 0 0 0 0,0-1-1 0 0,0 1 1 0 0,0-1-1 0 0,0 0 1 0 0,0 0-1 0 0,0 0 1 0 0,-3-1 0 0 0,2 2-134 0 0,-1-1 1 0 0,1-1 0 0 0,0 1 0 0 0,-1-1 0 0 0,1 1-1 0 0,0-1 1 0 0,0 0 0 0 0,0-1 0 0 0,0 1-1 0 0,0-1 1 0 0,0 0 0 0 0,0 0 0 0 0,0 0 0 0 0,0 0-1 0 0,1-1 1 0 0,-1 1 0 0 0,1-1 0 0 0,0 0 0 0 0,0 0-1 0 0,0-1 1 0 0,0 1 0 0 0,-4-7 0 0 0,5 6-437 0 0,0 0 0 0 0,1-1 1 0 0,-1 1-1 0 0,1 0 1 0 0,0-1-1 0 0,0 1 0 0 0,0-1 1 0 0,1 1-1 0 0,0-1 0 0 0,0 0 1 0 0,0 1-1 0 0,0-1 0 0 0,1 1 1 0 0,1-9-1 0 0,7-21-3001 0 0</inkml:trace>
</inkml:ink>
</file>

<file path=ppt/ink/ink5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4:31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76 0 0,'14'-16'9420'0'0,"-15"38"-4759"0"0,-1-6-5658 0 0,-8 102 2115 0 0,10-80-743 0 0,0 1 0 0 0,11 65 0 0 0,-9-86-369 0 0,2 0 0 0 0,0 0 0 0 0,1-1 0 0 0,1 1 0 0 0,1-1-1 0 0,0-1 1 0 0,1 1 0 0 0,1-1 0 0 0,0-1 0 0 0,1 0 0 0 0,1 0 0 0 0,0-1 0 0 0,1 0 0 0 0,18 15-1 0 0,-25-25-35 0 0,-1 0 0 0 0,2-1-1 0 0,-1 0 1 0 0,0 0 0 0 0,1 0-1 0 0,-1-1 1 0 0,1 0 0 0 0,0 0-1 0 0,0 0 1 0 0,-1-1 0 0 0,1 0-1 0 0,0 0 1 0 0,0 0 0 0 0,1-1-1 0 0,-1 0 1 0 0,0 0 0 0 0,0-1-1 0 0,0 1 1 0 0,0-1 0 0 0,0-1-1 0 0,0 1 1 0 0,-1-1 0 0 0,1 0-1 0 0,0 0 1 0 0,-1-1-1 0 0,1 1 1 0 0,-1-1 0 0 0,7-6-1 0 0,-1 3 18 0 0,-1-2 0 0 0,-1 1 1 0 0,1-1-1 0 0,-1-1 0 0 0,-1 0 0 0 0,1 0 0 0 0,-1 0 0 0 0,-1-1 0 0 0,0-1 0 0 0,-1 1 0 0 0,1-1 0 0 0,7-21 0 0 0,-13 15 196 0 0,-11 20-61 0 0,8-1-121 0 0,0 0 1 0 0,0-1-1 0 0,1 1 1 0 0,-1 0-1 0 0,1 0 1 0 0,-1 0 0 0 0,1 0-1 0 0,0 0 1 0 0,0 0-1 0 0,0 1 1 0 0,0-1 0 0 0,0 0-1 0 0,0 1 1 0 0,0 4-1 0 0,1-2-83 0 0,0 1 0 0 0,0 0-1 0 0,1 0 1 0 0,0 0 0 0 0,0 0 0 0 0,0-1-1 0 0,1 1 1 0 0,0-1 0 0 0,0 1-1 0 0,0-1 1 0 0,1 1 0 0 0,0-1-1 0 0,0 0 1 0 0,0 0 0 0 0,1-1 0 0 0,-1 1-1 0 0,1-1 1 0 0,0 1 0 0 0,1-1-1 0 0,-1-1 1 0 0,1 1 0 0 0,-1 0-1 0 0,1-1 1 0 0,0 0 0 0 0,0 0-1 0 0,1-1 1 0 0,7 3 0 0 0,-6-2-122 0 0,2-1 0 0 0,-1 0 1 0 0,0-1-1 0 0,0 1 0 0 0,0-2 0 0 0,1 1 1 0 0,-1-1-1 0 0,1-1 0 0 0,-1 1 0 0 0,0-1 1 0 0,0-1-1 0 0,0 1 0 0 0,1-2 0 0 0,-1 1 0 0 0,-1-1 1 0 0,1 0-1 0 0,0-1 0 0 0,13-8 0 0 0,43-39 70 0 0,-29 13 3184 0 0,-34 37-2613 0 0,0 0 65 0 0,-1 0-485 0 0,0 1 0 0 0,0 0 1 0 0,0 0-1 0 0,0 0 0 0 0,0 0 1 0 0,0 0-1 0 0,0-1 0 0 0,0 1 1 0 0,0 0-1 0 0,1 0 1 0 0,-1 0-1 0 0,0 0 0 0 0,0 0 1 0 0,0 0-1 0 0,0-1 0 0 0,0 1 1 0 0,0 0-1 0 0,0 0 0 0 0,0 0 1 0 0,0 0-1 0 0,1 0 0 0 0,-1 0 1 0 0,0 0-1 0 0,0 0 0 0 0,0 0 1 0 0,0 0-1 0 0,0 0 0 0 0,0-1 1 0 0,1 1-1 0 0,-1 0 0 0 0,0 0 1 0 0,0 0-1 0 0,0 0 1 0 0,0 0-1 0 0,0 0 0 0 0,1 0 1 0 0,-1 0-1 0 0,0 0 0 0 0,0 0 1 0 0,0 0-1 0 0,0 0 0 0 0,0 0 1 0 0,1 1-1 0 0,-1-1 0 0 0,0 0 1 0 0,0 0-1 0 0,0 0 0 0 0,0 0 1 0 0,0 0-1 0 0,0 0 0 0 0,0 0 1 0 0,1 0-1 0 0,-1 0 0 0 0,0 0 1 0 0,0 0-1 0 0,0 1 1 0 0,0-1-1 0 0,0 0 0 0 0,1 9 106 0 0,0 1 0 0 0,-1-1-1 0 0,0 1 1 0 0,0-1 0 0 0,-1 0 0 0 0,-4 16-1 0 0,-1 34 229 0 0,7 57 527 0 0,27 184-1 0 0,-14-217-341 0 0,-14-81-163 0 0,0 5-73 0 0,0-7-289 0 0,0 0 0 0 0,0 0 0 0 0,0 0 0 0 0,0 0 0 0 0,0-1 0 0 0,0 1 1 0 0,0 0-1 0 0,0 0 0 0 0,0 0 0 0 0,0 0 0 0 0,0 0 0 0 0,-1 0 0 0 0,1 0 0 0 0,0 0 0 0 0,0 0 0 0 0,0 0 1 0 0,0-1-1 0 0,0 1 0 0 0,0 0 0 0 0,0 0 0 0 0,0 0 0 0 0,0 0 0 0 0,-1 0 0 0 0,1 0 0 0 0,0 0 0 0 0,0 0 0 0 0,0 0 1 0 0,0 0-1 0 0,0 0 0 0 0,0 0 0 0 0,0 0 0 0 0,0 0 0 0 0,-1 0 0 0 0,1 0 0 0 0,0 0 0 0 0,0 0 0 0 0,0 0 0 0 0,0 0 1 0 0,0 0-1 0 0,0 0 0 0 0,0 0 0 0 0,0 0 0 0 0,-1 0 0 0 0,1 0 0 0 0,0 1 0 0 0,0-1 0 0 0,0 0 0 0 0,0 0 0 0 0,0 0 1 0 0,0 0-1 0 0,0 0 0 0 0,0 0 0 0 0,0 0 0 0 0,0 0 0 0 0,-7-14 27 0 0,1-1 1 0 0,1 0-1 0 0,0 0 0 0 0,1-1 1 0 0,1 1-1 0 0,1-1 0 0 0,0 0 0 0 0,1 0 1 0 0,0 0-1 0 0,2 1 0 0 0,-1-1 1 0 0,2 0-1 0 0,3-16 0 0 0,6-20-113 0 0,1 1-1 0 0,31-80 1 0 0,-32 102 23 0 0,1 1 1 0 0,2 0-1 0 0,0 1 0 0 0,20-25 0 0 0,-29 43 25 0 0,1 1 0 0 0,1 0 0 0 0,0 0 0 0 0,0 0 0 0 0,0 1 0 0 0,1 0 0 0 0,0 0 0 0 0,0 1 0 0 0,1 0-1 0 0,0 1 1 0 0,0 0 0 0 0,0 0 0 0 0,1 1 0 0 0,-1 0 0 0 0,13-3 0 0 0,-18 6 32 0 0,0 0 1 0 0,-1 1 0 0 0,1-1-1 0 0,0 1 1 0 0,0 0-1 0 0,0 0 1 0 0,0 0-1 0 0,0 1 1 0 0,0-1-1 0 0,-1 1 1 0 0,1 0-1 0 0,0 0 1 0 0,0 1-1 0 0,-1-1 1 0 0,1 0-1 0 0,-1 1 1 0 0,1 0 0 0 0,-1 0-1 0 0,0 0 1 0 0,0 1-1 0 0,0-1 1 0 0,0 1-1 0 0,0-1 1 0 0,0 1-1 0 0,-1 0 1 0 0,1 0-1 0 0,-1 0 1 0 0,0 0-1 0 0,0 1 1 0 0,0-1-1 0 0,0 1 1 0 0,-1-1-1 0 0,1 1 1 0 0,-1 0 0 0 0,0-1-1 0 0,0 1 1 0 0,0 0-1 0 0,0 0 1 0 0,-1 0-1 0 0,0 0 1 0 0,0-1-1 0 0,0 1 1 0 0,0 0-1 0 0,0 0 1 0 0,-1 0-1 0 0,0 0 1 0 0,0 0-1 0 0,0-1 1 0 0,0 1 0 0 0,-1 0-1 0 0,1-1 1 0 0,-1 1-1 0 0,0-1 1 0 0,0 0-1 0 0,0 1 1 0 0,0-1-1 0 0,-1 0 1 0 0,1 0-1 0 0,-1 0 1 0 0,-5 4-1 0 0,0 0-183 0 0,0 0 0 0 0,0 0 0 0 0,0 0-1 0 0,-1-1 1 0 0,0 0 0 0 0,-1-1 0 0 0,1 0-1 0 0,-1-1 1 0 0,0 0 0 0 0,0 0-1 0 0,-13 2 1 0 0,12-4-1170 0 0,0-1 0 0 0,-1 0 1 0 0,1-1-1 0 0,0 0 0 0 0,0-1 0 0 0,-19-4 0 0 0,4-1-2386 0 0</inkml:trace>
</inkml:ink>
</file>

<file path=ppt/ink/ink5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4:31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99 756 0 0,'0'0'1376'0'0,"20"-9"-196"0"0,-6 2-116 0 0,7-1-124 0 0,11-5-95 0 0,-4 3-81 0 0,11 1-148 0 0,-11 1-232 0 0,-2 1-264 0 0,4 2-272 0 0,0 0-296 0 0,-3-1-264 0 0,-2 2-412 0 0,3 1-1217 0 0,-2-2 541 0 0</inkml:trace>
</inkml:ink>
</file>

<file path=ppt/ink/ink5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4:32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1 408 0 0,'22'13'20482'0'0</inkml:trace>
</inkml:ink>
</file>

<file path=ppt/ink/ink5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4:44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53 356 0 0,'-18'-48'9911'0'0,"18"48"-9821"0"0,0 0 0 0 0,0 0 0 0 0,0-1 0 0 0,0 1 0 0 0,0 0 0 0 0,0 0 0 0 0,0 0 0 0 0,0 0 0 0 0,0-1-1 0 0,0 1 1 0 0,0 0 0 0 0,0 0 0 0 0,-1 0 0 0 0,1 0 0 0 0,0-1 0 0 0,0 1 0 0 0,0 0 0 0 0,0 0 0 0 0,0 0 0 0 0,0 0 0 0 0,-1 0 0 0 0,1 0 0 0 0,0 0 0 0 0,0-1 0 0 0,0 1-1 0 0,0 0 1 0 0,-1 0 0 0 0,1 0 0 0 0,0 0 0 0 0,0 0 0 0 0,0 0 0 0 0,0 0 0 0 0,-1 0 0 0 0,1 0 0 0 0,0 0 0 0 0,0 0 0 0 0,0 0 0 0 0,-1 0 0 0 0,1 0 0 0 0,0 0 0 0 0,0 0-1 0 0,0 0 1 0 0,-1 0 0 0 0,1 0 0 0 0,0 0 0 0 0,0 0 0 0 0,0 1 0 0 0,0-1 0 0 0,-1 0 0 0 0,1 0 0 0 0,-4 23 595 0 0,3-7-520 0 0,-4 108 913 0 0,10 135 0 0 0,-1 43-1001 0 0,-16-234-2603 0 0,6-38-11 0 0,5-29 2201 0 0,1 0 1 0 0,-1 0 0 0 0,0 0-1 0 0,1 0 1 0 0,-1 0 0 0 0,0 0-1 0 0,1-1 1 0 0,-1 1 0 0 0,0 0-1 0 0,0 0 1 0 0,0-1-1 0 0,0 1 1 0 0,0-1 0 0 0,0 1-1 0 0,0-1 1 0 0,0 1 0 0 0,0-1-1 0 0,0 1 1 0 0,0-1 0 0 0,-2 0-1 0 0</inkml:trace>
</inkml:ink>
</file>

<file path=ppt/ink/ink5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4:45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14 574 1484 0 0,'-1'0'159'0'0,"0"-1"0"0"0,0 1 1 0 0,0-1-1 0 0,0 0 0 0 0,1 1 0 0 0,-1-1 0 0 0,0 0 0 0 0,0 0 0 0 0,1 0 1 0 0,-1 0-1 0 0,0 1 0 0 0,1-1 0 0 0,-1 0 0 0 0,1 0 0 0 0,-1 0 0 0 0,1 0 1 0 0,0 0-1 0 0,-1 0 0 0 0,1 0 0 0 0,0-1 0 0 0,0 1 0 0 0,-1 0 0 0 0,1 0 1 0 0,0 0-1 0 0,0 0 0 0 0,1-1 0 0 0,-1-1-15 0 0,1 1 0 0 0,0 0 1 0 0,0 0-1 0 0,0 0 0 0 0,0 0 0 0 0,1 0 0 0 0,-1 0 1 0 0,0 0-1 0 0,1 1 0 0 0,-1-1 0 0 0,1 0 0 0 0,2-1 1 0 0,8-6 84 0 0,1 0 1 0 0,0 0 0 0 0,16-7 0 0 0,-18 10 196 0 0,69-36 824 0 0,150-56-1 0 0,96-8-27 0 0,-229 77-865 0 0,562-132 1631 0 0,-627 155-1968 0 0,30-5-811 0 0,125-8-1 0 0,-183 19 524 0 0,27 3-1019 0 0,-30-3 1078 0 0,0 0 1 0 0,-1 1 0 0 0,1-1 0 0 0,0 1-1 0 0,0-1 1 0 0,-1 1 0 0 0,1-1-1 0 0,-1 1 1 0 0,1-1 0 0 0,0 1 0 0 0,-1-1-1 0 0,1 1 1 0 0,-1 0 0 0 0,0-1 0 0 0,1 1-1 0 0,-1 0 1 0 0,1-1 0 0 0,-1 1 0 0 0,0 0-1 0 0,0-1 1 0 0,1 1 0 0 0,-1 0-1 0 0,0 0 1 0 0,0 0 0 0 0,0-1 0 0 0,0 1-1 0 0,0 0 1 0 0,0 0 0 0 0,0 0 0 0 0,0-1-1 0 0,0 1 1 0 0,0 1 0 0 0</inkml:trace>
</inkml:ink>
</file>

<file path=ppt/ink/ink5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4:45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42 912 0 0,'5'-2'346'0'0,"-1"0"-1"0"0,1 1 1 0 0,0-1-1 0 0,0 1 1 0 0,0 0 0 0 0,0 1-1 0 0,0-1 1 0 0,1 1-1 0 0,-1 0 1 0 0,0 0 0 0 0,0 1-1 0 0,0-1 1 0 0,0 1-1 0 0,0 1 1 0 0,0-1 0 0 0,0 0-1 0 0,0 1 1 0 0,-1 0-1 0 0,6 3 1 0 0,2 1-46 0 0,-1 0-1 0 0,0 0 1 0 0,-1 1 0 0 0,1 1-1 0 0,-1 0 1 0 0,15 15 0 0 0,-14-11-121 0 0,-1 0 0 0 0,-1 1 0 0 0,1 0 0 0 0,-2 0 0 0 0,0 1 1 0 0,-1 0-1 0 0,0 1 0 0 0,8 25 0 0 0,-13-31-23 0 0,0 1 0 0 0,0-1 0 0 0,0 1 0 0 0,-1-1 0 0 0,-1 1 0 0 0,0 0-1 0 0,0-1 1 0 0,-1 1 0 0 0,0 0 0 0 0,0-1 0 0 0,-1 1 0 0 0,-1-1 0 0 0,0 0 0 0 0,0 0 0 0 0,-6 12 0 0 0,6-22 2536 0 0,0-10-2166 0 0,2-19-475 0 0,5 8-171 0 0,1 1 0 0 0,0 0 0 0 0,2 1 0 0 0,0-1 0 0 0,2 1 0 0 0,0 1 0 0 0,1 0-1 0 0,1 0 1 0 0,1 1 0 0 0,22-26 0 0 0,30-22-3114 0 0,8 13-3336 0 0,-46 38 3097 0 0</inkml:trace>
</inkml:ink>
</file>

<file path=ppt/ink/ink5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4:47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272 460 708 0 0,'0'0'941'0'0,"-13"-37"8382"0"0,8 36-9203 0 0,1 0 0 0 0,-1 1-1 0 0,1 0 1 0 0,-1-1-1 0 0,0 2 1 0 0,1-1 0 0 0,-1 0-1 0 0,1 1 1 0 0,-1 0 0 0 0,1 0-1 0 0,-1 0 1 0 0,1 1-1 0 0,-1-1 1 0 0,1 1 0 0 0,0 0-1 0 0,0 1 1 0 0,0-1-1 0 0,0 0 1 0 0,1 1 0 0 0,-5 4-1 0 0,-19 12 190 0 0,-35 36-1 0 0,55-49-174 0 0,1 0-75 0 0,-1 0-1 0 0,1 0 1 0 0,0 1-1 0 0,0 0 0 0 0,1 0 1 0 0,0 1-1 0 0,0 0 1 0 0,0-1-1 0 0,1 2 1 0 0,-3 8-1 0 0,6-15-52 0 0,0-1-1 0 0,1 1 0 0 0,-1 0 1 0 0,1-1-1 0 0,-1 1 1 0 0,1 0-1 0 0,-1 0 1 0 0,1 0-1 0 0,0-1 1 0 0,0 1-1 0 0,0 0 1 0 0,0 0-1 0 0,0 0 1 0 0,0 0-1 0 0,0-1 1 0 0,1 1-1 0 0,-1 0 0 0 0,1 0 1 0 0,-1-1-1 0 0,1 1 1 0 0,0 0-1 0 0,0-1 1 0 0,-1 1-1 0 0,1 0 1 0 0,0-1-1 0 0,3 3 1 0 0,-2-2-16 0 0,1-1 0 0 0,0 1 0 0 0,-1-1 1 0 0,1 0-1 0 0,0 1 0 0 0,0-1 0 0 0,0-1 1 0 0,0 1-1 0 0,0 0 0 0 0,0-1 0 0 0,0 1 1 0 0,0-1-1 0 0,1 0 0 0 0,2-1 0 0 0,7 1-92 0 0,0-2 0 0 0,-1 0 0 0 0,1 0 0 0 0,-1-1 0 0 0,1 0 0 0 0,18-9 0 0 0,76-44-1191 0 0,-106 55 1270 0 0,0 0 15 0 0,-1 1 0 0 0,1-1 0 0 0,-1 1 1 0 0,1 0-1 0 0,-1-1 0 0 0,1 1 0 0 0,-1 0 0 0 0,1-1 0 0 0,0 1 0 0 0,-1 0 0 0 0,1 0 0 0 0,-1-1 0 0 0,1 1 1 0 0,0 0-1 0 0,-1 0 0 0 0,1 0 0 0 0,0 0 0 0 0,-1 0 0 0 0,1 0 0 0 0,1 0 0 0 0,10 24-47 0 0,-12-22 56 0 0,1-1 0 0 0,-1 1 0 0 0,1-1-1 0 0,-1 1 1 0 0,1-1 0 0 0,-1 1-1 0 0,1-1 1 0 0,0 1 0 0 0,0-1 0 0 0,0 0-1 0 0,0 1 1 0 0,0-1 0 0 0,0 0 0 0 0,0 0-1 0 0,0 0 1 0 0,1 0 0 0 0,-1 0 0 0 0,0 0-1 0 0,1 0 1 0 0,-1 0 0 0 0,0 0 0 0 0,1-1-1 0 0,-1 1 1 0 0,1 0 0 0 0,-1-1-1 0 0,1 0 1 0 0,0 1 0 0 0,-1-1 0 0 0,1 0-1 0 0,-1 0 1 0 0,1 0 0 0 0,0 0 0 0 0,-1 0-1 0 0,1 0 1 0 0,0 0 0 0 0,-1 0 0 0 0,1-1-1 0 0,-1 1 1 0 0,3-1 0 0 0,8-2 13 0 0,0-1 0 0 0,0 0 0 0 0,0-1 0 0 0,0 0 0 0 0,-1 0 0 0 0,21-15 0 0 0,66-53 7 0 0,-74 54-5 0 0,-14 11 26 0 0,-7 5 8 0 0,0 0 1 0 0,0 0 0 0 0,0 0-1 0 0,1 1 1 0 0,-1-1 0 0 0,1 1-1 0 0,0 0 1 0 0,0 0 0 0 0,0 1-1 0 0,5-3 1 0 0,-8 5-46 0 0,0-1 0 0 0,0 1 1 0 0,0-1-1 0 0,0 1 0 0 0,0-1 1 0 0,0 1-1 0 0,0 0 0 0 0,0-1 0 0 0,0 1 1 0 0,0 0-1 0 0,0 0 0 0 0,-1 0 0 0 0,1 0 1 0 0,0 0-1 0 0,-1 0 0 0 0,1 0 1 0 0,-1 0-1 0 0,1 0 0 0 0,-1 0 0 0 0,1 0 1 0 0,-1 0-1 0 0,0 0 0 0 0,1 0 0 0 0,-1 0 1 0 0,0 1-1 0 0,0-1 0 0 0,0 0 1 0 0,0 0-1 0 0,0 2 0 0 0,2 44 70 0 0,-2-33-67 0 0,3 27 40 0 0,2-7 6 0 0,-5-33-44 0 0,1 0 25 0 0,0 0-31 0 0,-1-1 1 0 0,0 1-1 0 0,1-1 0 0 0,-1 1 0 0 0,1-1 1 0 0,-1 0-1 0 0,0 1 0 0 0,1-1 1 0 0,-1 1-1 0 0,1-1 0 0 0,-1 0 0 0 0,1 1 1 0 0,0-1-1 0 0,-1 0 0 0 0,1 0 1 0 0,-1 0-1 0 0,1 1 0 0 0,0-1 1 0 0,-1 0-1 0 0,1 0 0 0 0,-1 0 0 0 0,1 0 1 0 0,0 0-1 0 0,-1 0 0 0 0,1 0 1 0 0,-1 0-1 0 0,1 0 0 0 0,0 0 0 0 0,-1 0 1 0 0,1-1-1 0 0,-1 1 0 0 0,1 0 1 0 0,0 0-1 0 0,-1-1 0 0 0,1 1 0 0 0,-1 0 1 0 0,1 0-1 0 0,0-2 0 0 0,20-13 60 0 0,35-33 0 0 0,-39 32-86 0 0,1 0 0 0 0,0 2 0 0 0,23-15 0 0 0,-40 28-2 0 0,0 1-2 0 0,-1 0 22 0 0,1 0 0 0 0,-1-1 0 0 0,1 1-1 0 0,-1 0 1 0 0,0 0 0 0 0,1 0 0 0 0,-1 0 0 0 0,1 0-1 0 0,-1 0 1 0 0,1 0 0 0 0,-1 0 0 0 0,1 0 0 0 0,-1 0 0 0 0,1 0-1 0 0,-1 0 1 0 0,1 0 0 0 0,-1 0 0 0 0,1 0 0 0 0,-1 0 0 0 0,1 0-1 0 0,-1 1 1 0 0,0-1 0 0 0,1 0 0 0 0,0 1 0 0 0,27 59-19 0 0,-27-59 25 0 0,0 0 0 0 0,0 0 0 0 0,0 0 1 0 0,0 0-1 0 0,1 0 0 0 0,-1-1 0 0 0,0 1 0 0 0,0 0 1 0 0,0-1-1 0 0,1 1 0 0 0,-1-1 0 0 0,0 1 0 0 0,1-1 0 0 0,-1 0 1 0 0,0 0-1 0 0,1 1 0 0 0,-1-1 0 0 0,1 0 0 0 0,-1 0 0 0 0,0 0 1 0 0,1-1-1 0 0,-1 1 0 0 0,2-1 0 0 0,35-11 39 0 0,-27 8-33 0 0,13-5 24 0 0,130-39-88 0 0,-152 47 51 0 0,-1 1 0 0 0,1 0 0 0 0,0-1 0 0 0,0 1 0 0 0,0 0 0 0 0,-1 0 0 0 0,1 0 0 0 0,0 0 0 0 0,0 0 0 0 0,0 1 0 0 0,-1-1 0 0 0,1 0 0 0 0,0 1 0 0 0,0-1 0 0 0,-1 1 0 0 0,1 0 0 0 0,0 0 0 0 0,-1 0 0 0 0,1-1 1 0 0,-1 1-1 0 0,1 1 0 0 0,-1-1 0 0 0,1 0 0 0 0,-1 0 0 0 0,1 2 0 0 0,0 0 5 0 0,-1 0-1 0 0,1 0 1 0 0,-1 0 0 0 0,0 0 0 0 0,-1 0-1 0 0,1 0 1 0 0,0 1 0 0 0,-1-1 0 0 0,0 0-1 0 0,0 0 1 0 0,0 1 0 0 0,0-1 0 0 0,0 0-1 0 0,-1 0 1 0 0,1 1 0 0 0,-1-1 0 0 0,0 0-1 0 0,0 0 1 0 0,0 0 0 0 0,-2 4 0 0 0,2 1-955 0 0,6-9 298 0 0,18-20-41 0 0,24-37-174 0 0,57-82-473 0 0,-64 90 1475 0 0,63-105 0 0 0,-101 152-58 0 0,47-93 1634 0 0,-23 33 2671 0 0,-26 61-3835 0 0,-14 196 3063 0 0,-3 35-3080 0 0,24 357 831 0 0,-7-555-1309 0 0,-2 0 0 0 0,-1-1 0 0 0,-1 1 0 0 0,-10 35-1 0 0,14-66-78 0 0,0 1 0 0 0,0 0-1 0 0,0-1 1 0 0,0 1-1 0 0,-1 0 1 0 0,1 0 0 0 0,0-1-1 0 0,0 1 1 0 0,-1 0 0 0 0,1-1-1 0 0,0 1 1 0 0,-1 0 0 0 0,1-1-1 0 0,0 1 1 0 0,-1-1-1 0 0,1 1 1 0 0,-1-1 0 0 0,1 1-1 0 0,-1 0 1 0 0,1-1 0 0 0,-1 0-1 0 0,0 1 1 0 0,1-1-1 0 0,-1 1 1 0 0,1-1 0 0 0,-1 0-1 0 0,0 1 1 0 0,1-1 0 0 0,-1 0-1 0 0,0 0 1 0 0,0 0-1 0 0,1 1 1 0 0,-1-1 0 0 0,0 0-1 0 0,1 0 1 0 0,-1 0 0 0 0,0 0-1 0 0,0 0 1 0 0,1 0 0 0 0,-1-1-1 0 0,0 1 1 0 0,0 0-1 0 0,0 0 1 0 0,-1-1-83 0 0,0 0 0 0 0,0-1 1 0 0,0 1-1 0 0,0 0 0 0 0,1 0 0 0 0,-1-1 0 0 0,0 1 0 0 0,1-1 1 0 0,-1 0-1 0 0,1 1 0 0 0,-2-4 0 0 0,-1-3-115 0 0,0 0 0 0 0,1-1 0 0 0,0 0 0 0 0,0 0 0 0 0,1 0 0 0 0,0 0 0 0 0,1 0 0 0 0,0-1 0 0 0,0 1 0 0 0,1 0 0 0 0,0 0 0 0 0,3-17 0 0 0,2-6-351 0 0,1-1 0 0 0,13-36 0 0 0,-8 36 250 0 0,1 0 0 0 0,1 2 0 0 0,2 0 0 0 0,2 0 0 0 0,0 2 0 0 0,25-32 0 0 0,-7 18 716 0 0,1 1-1 0 0,3 2 1 0 0,45-36 0 0 0,-84 75-341 0 0,1 0 0 0 0,0 1 0 0 0,-1-1 1 0 0,1 0-1 0 0,-1 1 0 0 0,1-1 0 0 0,0 1 0 0 0,-1-1 0 0 0,1 1 1 0 0,0 0-1 0 0,-1-1 0 0 0,1 1 0 0 0,0 0 0 0 0,0-1 0 0 0,0 1 1 0 0,-1 0-1 0 0,1 0 0 0 0,0 0 0 0 0,0-1 0 0 0,0 1 0 0 0,0 0 1 0 0,-1 0-1 0 0,1 0 0 0 0,0 1 0 0 0,0-1 0 0 0,0 0 0 0 0,-1 0 1 0 0,1 0-1 0 0,0 0 0 0 0,1 1 0 0 0,-1 1-7 0 0,0-1 0 0 0,0 1 0 0 0,0-1 1 0 0,0 1-1 0 0,0 0 0 0 0,0 0 0 0 0,0-1 0 0 0,-1 1 0 0 0,1 0 0 0 0,-1 0 1 0 0,1 0-1 0 0,-1 0 0 0 0,0 0 0 0 0,1 3 0 0 0,-1 0 21 0 0,1 0-1 0 0,0 0 0 0 0,0-1 1 0 0,1 1-1 0 0,-1 0 1 0 0,1-1-1 0 0,0 1 0 0 0,0-1 1 0 0,1 1-1 0 0,-1-1 1 0 0,1 0-1 0 0,0 0 1 0 0,0 0-1 0 0,0-1 0 0 0,1 1 1 0 0,-1-1-1 0 0,1 0 1 0 0,0 0-1 0 0,0 0 1 0 0,0 0-1 0 0,0-1 0 0 0,11 5 1115 0 0,-12-9-767 0 0,-1 0-292 0 0,0 0 0 0 0,0-1 0 0 0,0 1 0 0 0,-1-1-1 0 0,1 0 1 0 0,-1 1 0 0 0,1-1 0 0 0,-1 0 0 0 0,0 0-1 0 0,0 0 1 0 0,0 0 0 0 0,-1 0 0 0 0,1 0 0 0 0,-1 0 0 0 0,0 0-1 0 0,1 0 1 0 0,-1 0 0 0 0,-1-1 0 0 0,1 1 0 0 0,0 0-1 0 0,-1 0 1 0 0,1 0 0 0 0,-1 0 0 0 0,-1-3 0 0 0,0-3-417 0 0,-1 1 0 0 0,1-1 1 0 0,-1 1-1 0 0,0 0 0 0 0,-1 0 1 0 0,0 0-1 0 0,0 0 0 0 0,-7-8 1 0 0,9 14-881 0 0,-4-4-2548 0 0</inkml:trace>
</inkml:ink>
</file>

<file path=ppt/ink/ink5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4:47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90 680 0 0,'3'-1'663'0'0,"0"1"-1"0"0,1 0 1 0 0,-1 0-1 0 0,1 0 1 0 0,-1 0-1 0 0,1 0 1 0 0,-1 1 0 0 0,1-1-1 0 0,5 3 1 0 0,25 17 2073 0 0,-25-10-2085 0 0,0-1-1 0 0,-1 2 1 0 0,15 21-1 0 0,-21-28-360 0 0,-1-3 321 0 0,1 1-95 0 0,-2-2-489 0 0,1 0 0 0 0,-1 1 0 0 0,0-1 0 0 0,0 0 0 0 0,0 0 0 0 0,0 0 0 0 0,0 0 1 0 0,0 1-1 0 0,1-1 0 0 0,-1 0 0 0 0,0 0 0 0 0,0 0 0 0 0,0 0 0 0 0,1 0 0 0 0,-1 0 0 0 0,0 0 0 0 0,0 0 1 0 0,0 1-1 0 0,1-1 0 0 0,-1 0 0 0 0,0 0 0 0 0,0 0 0 0 0,0 0 0 0 0,1 0 0 0 0,-1 0 0 0 0,0 0 0 0 0,0 0 1 0 0,0 0-1 0 0,1 0 0 0 0,-1 0 0 0 0,0 0 0 0 0,0-1 0 0 0,0 1 0 0 0,1 0 0 0 0,-1 0 0 0 0,0 0 0 0 0,0 0 0 0 0,0 0 1 0 0,1 0-1 0 0,-1 0 0 0 0,0 0 0 0 0,0-1 0 0 0,0 1 0 0 0,0 0 0 0 0,0 0 0 0 0,1 0 0 0 0,-1-1 0 0 0,54-64-961 0 0,-41 45-667 0 0,2 2 1 0 0,0 0-1 0 0,20-17 0 0 0,-21 22-1437 0 0,0 0 232 0 0</inkml:trace>
</inkml:ink>
</file>

<file path=ppt/ink/ink5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4:47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1 244 0 0,'2'1'212'0'0,"1"0"0"0"0,0 0-1 0 0,0 1 1 0 0,-1-1 0 0 0,1 1 0 0 0,-1 0 0 0 0,0 0-1 0 0,1 0 1 0 0,-1 0 0 0 0,0 0 0 0 0,0 0 0 0 0,0 1 0 0 0,0-1-1 0 0,-1 1 1 0 0,1-1 0 0 0,-1 1 0 0 0,1 0 0 0 0,-1-1-1 0 0,0 1 1 0 0,0 0 0 0 0,0 0 0 0 0,0 0 0 0 0,-1 0-1 0 0,1 0 1 0 0,-1 0 0 0 0,0 0 0 0 0,0 0 0 0 0,0 0-1 0 0,0 0 1 0 0,0 0 0 0 0,-2 4 0 0 0,1 1 358 0 0,-1 1 1 0 0,0 0-1 0 0,0-1 1 0 0,-1 1-1 0 0,0-1 1 0 0,0 0-1 0 0,-1 0 1 0 0,0 0-1 0 0,-10 13 0 0 0,13-20-309 0 0,1-1-220 0 0,0 1 1 0 0,-1 0 0 0 0,1-1 0 0 0,0 1 0 0 0,-1-1 0 0 0,1 1 0 0 0,-1-1 0 0 0,1 0-1 0 0,-1 1 1 0 0,1-1 0 0 0,-1 1 0 0 0,1-1 0 0 0,-1 0 0 0 0,1 1 0 0 0,-1-1 0 0 0,0 0-1 0 0,1 0 1 0 0,-1 1 0 0 0,1-1 0 0 0,-1 0 0 0 0,0 0 0 0 0,1 0 0 0 0,-1 0 0 0 0,-1 0-1 0 0,2 0-31 0 0,0 0-1 0 0,0 0 1 0 0,0 1-1 0 0,-1-1 1 0 0,1 0-1 0 0,0 0 1 0 0,0 0-1 0 0,0 0 1 0 0,-1 0-1 0 0,1 0 1 0 0,0 0-1 0 0,0 0 1 0 0,-1 0-1 0 0,1-1 0 0 0,0 1 1 0 0,0 0-1 0 0,0 0 1 0 0,-1 0-1 0 0,1 0 1 0 0,0 0-1 0 0,0 0 1 0 0,0 0-1 0 0,0 0 1 0 0,-1 0-1 0 0,1-1 1 0 0,0 1-1 0 0,0 0 1 0 0,0 0-1 0 0,0 0 1 0 0,0 0-1 0 0,-1-1 0 0 0,1 1 1 0 0,0 0-1 0 0,0 0 1 0 0,0 0-1 0 0,0-1 1 0 0,0 1-1 0 0,0 0 1 0 0,0 0-1 0 0,0 0 1 0 0,0-1-1 0 0,0 1 1 0 0,1-7-52 0 0,1-1 1 0 0,1 1-1 0 0,-1 0 1 0 0,1 0 0 0 0,1 1-1 0 0,-1-1 1 0 0,1 1-1 0 0,0-1 1 0 0,1 1 0 0 0,-1 0-1 0 0,1 1 1 0 0,0-1-1 0 0,8-5 1 0 0,-9 7 3 0 0,1-1 0 0 0,-1 2 0 0 0,1-1 1 0 0,0 0-1 0 0,1 1 0 0 0,-1 0 0 0 0,0 0 0 0 0,1 0 0 0 0,0 1 1 0 0,0 0-1 0 0,-1 0 0 0 0,1 1 0 0 0,1-1 0 0 0,-1 1 0 0 0,0 1 1 0 0,0-1-1 0 0,7 1 0 0 0,-9 2 42 0 0,1 0 1 0 0,-1 1-1 0 0,0 0 1 0 0,0-1-1 0 0,0 2 0 0 0,0-1 1 0 0,-1 0-1 0 0,1 1 1 0 0,-1-1-1 0 0,0 1 0 0 0,0 0 1 0 0,-1 0-1 0 0,1 0 1 0 0,-1 1-1 0 0,3 5 0 0 0,-3-6 13 0 0,4 13 58 0 0,2 1 8 0 0,-7-15-55 0 0,-1-2-17 0 0,0-1 0 0 0,0 1 0 0 0,0-1 1 0 0,0 1-1 0 0,0-1 0 0 0,0 1 0 0 0,1-1 1 0 0,-1 1-1 0 0,0-1 0 0 0,0 0 1 0 0,0 1-1 0 0,0-1 0 0 0,1 1 0 0 0,-1-1 1 0 0,0 1-1 0 0,0-1 0 0 0,1 0 0 0 0,-1 1 1 0 0,0-1-1 0 0,1 0 0 0 0,-1 1 0 0 0,0-1 1 0 0,1 0-1 0 0,-1 0 0 0 0,1 1 1 0 0,-1-1-1 0 0,1 0 0 0 0,-1 0 0 0 0,0 0 1 0 0,1 1-1 0 0,-1-1 0 0 0,1 0 0 0 0,-1 0 1 0 0,1 0-1 0 0,-1 0 0 0 0,1 0 0 0 0,-1 0 1 0 0,1 0-1 0 0,0 0 0 0 0,55-36 171 0 0,-45 28-140 0 0,1 0 0 0 0,0 0-1 0 0,0 1 1 0 0,21-8-1 0 0,-23 12-29 0 0,3 2-3 0 0,0 5 2 0 0,-10-2-56 0 0,0-1-1 0 0,0 1 0 0 0,-1 0 0 0 0,1 0 0 0 0,0 0 1 0 0,-1 0-1 0 0,1 1 0 0 0,-1-1 0 0 0,0 1 1 0 0,0-1-1 0 0,0 1 0 0 0,0 0 0 0 0,0 0 0 0 0,-1 0 1 0 0,1 0-1 0 0,-1 0 0 0 0,0 0 0 0 0,0 0 1 0 0,0 0-1 0 0,0 1 0 0 0,0 2 0 0 0,3 23-3186 0 0,-2-15-1309 0 0</inkml:trace>
</inkml:ink>
</file>

<file path=ppt/ink/ink5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4:48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186 427 248 0 0,'0'0'3350'0'0,"-24"-6"4472"0"0,15 9-7365 0 0,0 1 0 0 0,0 1 1 0 0,0-1-1 0 0,0 1 0 0 0,1 1 1 0 0,0-1-1 0 0,-14 14 0 0 0,4-2 497 0 0,-32 40 0 0 0,49-56-933 0 0,0 0-1 0 0,0 0 0 0 0,0 1 0 0 0,0-1 1 0 0,0 0-1 0 0,0 1 0 0 0,1-1 1 0 0,-1 0-1 0 0,0 1 0 0 0,1-1 1 0 0,-1 1-1 0 0,1-1 0 0 0,0 1 0 0 0,-1-1 1 0 0,1 1-1 0 0,0-1 0 0 0,0 3 1 0 0,0-4-28 0 0,1 1 0 0 0,-1 0 0 0 0,0-1 0 0 0,1 1 0 0 0,-1 0 1 0 0,0-1-1 0 0,1 1 0 0 0,-1-1 0 0 0,1 1 0 0 0,-1-1 0 0 0,1 1 0 0 0,-1-1 1 0 0,1 1-1 0 0,0-1 0 0 0,-1 1 0 0 0,1-1 0 0 0,-1 0 0 0 0,1 1 0 0 0,0-1 1 0 0,-1 0-1 0 0,1 1 0 0 0,0-1 0 0 0,0 0 0 0 0,0 0 0 0 0,4 1-60 0 0,-1-1-1 0 0,1 0 1 0 0,0 0-1 0 0,-1 0 1 0 0,1 0-1 0 0,-1-1 1 0 0,1 1-1 0 0,-1-1 1 0 0,7-3 0 0 0,16-5-712 0 0,0 0 1 0 0,1 2-1 0 0,0 1 1 0 0,55-5 0 0 0,-70 9 667 0 0,1 0 0 0 0,-1-1 0 0 0,0 0 0 0 0,0-1 1 0 0,0-1-1 0 0,0 0 0 0 0,-1-1 0 0 0,0 0 0 0 0,0-1 0 0 0,0 0 0 0 0,-1-1 1 0 0,0 0-1 0 0,0-1 0 0 0,-1 0 0 0 0,-1-1 0 0 0,17-20 0 0 0,-8 7 244 0 0,-2-1 0 0 0,-1 0 1 0 0,0-1-1 0 0,-2 0 0 0 0,-1-1 0 0 0,-1-1 0 0 0,8-32 0 0 0,-13 33 557 0 0,-1 0-1 0 0,-2 0 1 0 0,-1 0 0 0 0,-1-40 0 0 0,-1 62-440 0 0,0 4-226 0 0,0-1 0 0 0,0 1 0 0 0,0 0 0 0 0,0 0 0 0 0,0-1 1 0 0,0 1-1 0 0,0 0 0 0 0,0 0 0 0 0,0 0 0 0 0,0-1 0 0 0,-1 1 0 0 0,1 0 0 0 0,0 0 1 0 0,0 0-1 0 0,0-1 0 0 0,0 1 0 0 0,0 0 0 0 0,0 0 0 0 0,0 0 0 0 0,-1 0 0 0 0,1-1 1 0 0,0 1-1 0 0,0 0 0 0 0,0 0 0 0 0,0 0 0 0 0,-1 0 0 0 0,1 0 0 0 0,0 0 0 0 0,0-1 1 0 0,0 1-1 0 0,-1 0 0 0 0,1 0 0 0 0,0 0 0 0 0,0 0 0 0 0,0 0 0 0 0,-1 0 0 0 0,1 0 1 0 0,0 0-1 0 0,0 0 0 0 0,-1 0 0 0 0,1 0 0 0 0,0 0 0 0 0,0 0 0 0 0,0 0 0 0 0,-1 0 1 0 0,1 0-1 0 0,0 0 0 0 0,0 1 0 0 0,0-1 0 0 0,-1 0 0 0 0,1 0 0 0 0,0 0 0 0 0,0 0 1 0 0,0 0-1 0 0,0 0 0 0 0,-1 0 0 0 0,1 1 0 0 0,0-1 0 0 0,0 0 0 0 0,0 0 0 0 0,-22 18 298 0 0,-20 34-162 0 0,28-27-65 0 0,1 1 1 0 0,1 0-1 0 0,1 1 1 0 0,1 0-1 0 0,-10 50 1 0 0,17-61-84 0 0,0 0 0 0 0,2 1 0 0 0,-1-1 0 0 0,2 1 0 0 0,0-1 0 0 0,1 1 0 0 0,1-1 0 0 0,0 0 0 0 0,2 0 1 0 0,-1 0-1 0 0,11 26 0 0 0,-9-31-60 0 0,0-1 0 0 0,1 1 0 0 0,0-1 1 0 0,14 16-1 0 0,-17-23 106 0 0,0 1-1 0 0,0-1 1 0 0,0 0-1 0 0,1 0 1 0 0,-1 0-1 0 0,1 0 1 0 0,0 0-1 0 0,0-1 1 0 0,0 0-1 0 0,0 0 1 0 0,0 0-1 0 0,0 0 1 0 0,0-1-1 0 0,8 2 1 0 0,-9-2 172 0 0,0-1-90 0 0,1 0 1 0 0,0 0-1 0 0,-1-1 0 0 0,1 1 0 0 0,-1-1 0 0 0,1 1 0 0 0,-1-1 0 0 0,1 0 0 0 0,-1 0 0 0 0,1-1 0 0 0,-1 1 0 0 0,0-1 0 0 0,4-2 0 0 0,-6 3-623 0 0,3-3-50 0 0</inkml:trace>
</inkml:ink>
</file>

<file path=ppt/ink/ink5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4:48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57 312 0 0,'2'-2'1082'0'0,"-1"-1"1"0"0,0 1-1 0 0,0 0 0 0 0,0-1 1 0 0,0 1-1 0 0,-1-1 0 0 0,1 1 1 0 0,-1-1-1 0 0,0 1 0 0 0,1-1 1 0 0,-1-4-1 0 0,-1-5 1211 0 0,1 11-2506 0 0,-1-2 793 0 0,5-4-3341 0 0</inkml:trace>
</inkml:ink>
</file>

<file path=ppt/ink/ink5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4:49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0 116 0 0,'0'0'12160'0'0,"-6"2"-11778"0"0,0 1-222 0 0,-1 0-1 0 0,1 0 1 0 0,0 1-1 0 0,0 0 1 0 0,1 0-1 0 0,-1 0 1 0 0,1 1-1 0 0,0 0 1 0 0,0 0-1 0 0,0 0 0 0 0,1 1 1 0 0,-1 0-1 0 0,2-1 1 0 0,-1 1-1 0 0,0 1 1 0 0,1-1-1 0 0,0 0 1 0 0,-2 11-1 0 0,4-16-132 0 0,-2 13-111 0 0,3-14 83 0 0,0 1-1 0 0,0-1 0 0 0,0 0 0 0 0,0 0 0 0 0,0 1 0 0 0,0-1 0 0 0,0 0 1 0 0,0 1-1 0 0,0-1 0 0 0,0 0 0 0 0,0 0 0 0 0,0 1 0 0 0,0-1 0 0 0,0 0 1 0 0,0 1-1 0 0,0-1 0 0 0,0 0 0 0 0,0 0 0 0 0,0 1 0 0 0,0-1 0 0 0,0 0 0 0 0,1 0 1 0 0,-1 1-1 0 0,0-1 0 0 0,0 0 0 0 0,0 0 0 0 0,0 1 0 0 0,1-1 0 0 0,-1 0 1 0 0,0 0-1 0 0,0 0 0 0 0,1 1 0 0 0,-1-1 0 0 0,0 0 0 0 0,0 0 0 0 0,1 0 1 0 0,-1 0-1 0 0,0 0 0 0 0,0 0 0 0 0,1 0 0 0 0,-1 1 0 0 0,0-1 0 0 0,1 0 1 0 0,-1 0-1 0 0,0 0 0 0 0,0 0 0 0 0,1 0 0 0 0,-1 0 0 0 0,0 0 0 0 0,1 0 1 0 0,-1-1-1 0 0,0 1 0 0 0,0 0 0 0 0,1 0 0 0 0,-1 0 0 0 0,1 0 0 0 0,72-36-67 0 0,-43 20 591 0 0,52-20 0 0 0,-81 36-404 0 0,43 1 511 0 0,-17 5-581 0 0,-23-4-210 0 0,1-1 0 0 0,-1 0 0 0 0,1 0 0 0 0,0-1 0 0 0,-1 1 0 0 0,10-1 0 0 0,-12 0-622 0 0,0-1-1 0 0,0 1 0 0 0,0-1 1 0 0,0 1-1 0 0,0-1 0 0 0,0 0 1 0 0,0 0-1 0 0,0 0 0 0 0,0 0 1 0 0,0 0-1 0 0,3-3 0 0 0</inkml:trace>
</inkml:ink>
</file>

<file path=ppt/ink/ink5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4:49.5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52 680 0 0,'0'0'1396'0'0,"6"-11"1052"0"0,-1 1-335 0 0,2 4-377 0 0,3-4-724 0 0,-2 4-924 0 0,2 1-1012 0 0,1 1-3473 0 0</inkml:trace>
</inkml:ink>
</file>

<file path=ppt/ink/ink5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4:51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0 619 700 0 0,'0'0'7949'0'0,"4"-3"-7428"0"0,14-15 278 0 0,0-1 0 0 0,-1-1 1 0 0,27-42-1 0 0,-21 29-381 0 0,-8 12-141 0 0,0 0 0 0 0,-1-1 0 0 0,-1-1 0 0 0,-1 0 0 0 0,-1-1 0 0 0,-2 0 0 0 0,11-38 0 0 0,-19 60-256 0 0,-1 0 0 0 0,1 0 0 0 0,-1 0 0 0 0,0 1 0 0 0,0-1-1 0 0,1 0 1 0 0,-1 0 0 0 0,-1 0 0 0 0,1 0 0 0 0,0 0 0 0 0,0 0 0 0 0,-1 1-1 0 0,1-1 1 0 0,-1 0 0 0 0,1 0 0 0 0,-1 0 0 0 0,0 1 0 0 0,0-1 0 0 0,0 0-1 0 0,0 1 1 0 0,0-1 0 0 0,-2-2 0 0 0,1 3-4 0 0,-1-1-1 0 0,1 0 1 0 0,-1 1 0 0 0,1-1 0 0 0,-1 1-1 0 0,1 0 1 0 0,-1 0 0 0 0,0 0 0 0 0,0 0-1 0 0,0 1 1 0 0,1-1 0 0 0,-1 1 0 0 0,-4-1-1 0 0,-2 1-38 0 0,-1 0-1 0 0,1 1 1 0 0,-1 0-1 0 0,1 0 0 0 0,0 1 1 0 0,0 0-1 0 0,0 1 1 0 0,-12 4-1 0 0,21-7 9 0 0,0 1 0 0 0,-1-1-1 0 0,1 0 1 0 0,0 1 0 0 0,-1-1-1 0 0,1 0 1 0 0,0 1 0 0 0,0-1-1 0 0,-1 0 1 0 0,1 1 0 0 0,0-1 0 0 0,0 1-1 0 0,0-1 1 0 0,-1 0 0 0 0,1 1-1 0 0,0-1 1 0 0,0 1 0 0 0,0-1 0 0 0,0 1-1 0 0,0-1 1 0 0,0 0 0 0 0,0 1-1 0 0,0-1 1 0 0,0 1 0 0 0,0-1 0 0 0,0 1-1 0 0,0-1 1 0 0,0 1 0 0 0,1-1-1 0 0,-1 0 1 0 0,0 1 0 0 0,0-1-1 0 0,0 1 1 0 0,1-1 0 0 0,-1 0 0 0 0,0 1-1 0 0,0-1 1 0 0,1 0 0 0 0,-1 1-1 0 0,0-1 1 0 0,1 0 0 0 0,-1 1 0 0 0,0-1-1 0 0,1 0 1 0 0,-1 0 0 0 0,0 1-1 0 0,1-1 1 0 0,-1 0 0 0 0,1 0 0 0 0,0 0-1 0 0,27 15-79 0 0,5-9-30 0 0,12 2-194 0 0,65 21 0 0 0,-97-25 256 0 0,0 1 1 0 0,-1 1 0 0 0,1 0 0 0 0,-1 0 0 0 0,0 1 0 0 0,-1 1 0 0 0,0 0 0 0 0,0 1-1 0 0,14 14 1 0 0,-17-14 40 0 0,0 0-1 0 0,1 0 0 0 0,0 0 1 0 0,1-1-1 0 0,-1-1 1 0 0,2 1-1 0 0,17 8 1 0 0,-23-14 19 0 0,0-1 1 0 0,0 0 0 0 0,1-1 0 0 0,-1 1-1 0 0,0-1 1 0 0,0 0 0 0 0,1 0 0 0 0,-1-1 0 0 0,0 1-1 0 0,0-1 1 0 0,0 0 0 0 0,0-1 0 0 0,0 1 0 0 0,0-1-1 0 0,0 0 1 0 0,0 0 0 0 0,-1-1 0 0 0,9-5 0 0 0,6-5 14 0 0,-1-1 0 0 0,31-29 1 0 0,-44 38-10 0 0,14-14 408 0 0,-1-1 0 0 0,28-41 1 0 0,-39 73 467 0 0,-2-2-912 0 0,0-1 0 0 0,1 0 1 0 0,0-1-1 0 0,0 1 0 0 0,9 8 1 0 0,-11-14 13 0 0,0-1 1 0 0,-1 0 0 0 0,1 0 0 0 0,0-1-1 0 0,0 1 1 0 0,1-1 0 0 0,-1 0 0 0 0,0 0-1 0 0,0 0 1 0 0,1-1 0 0 0,-1 1 0 0 0,0-1-1 0 0,1 0 1 0 0,-1 0 0 0 0,0-1 0 0 0,1 1-1 0 0,-1-1 1 0 0,7-2 0 0 0,6-2-11 0 0,-1-1-1 0 0,-1 0 1 0 0,22-13 0 0 0,-21 10 90 0 0,-1-1-1 0 0,-1-1 1 0 0,0 0-1 0 0,0-1 1 0 0,-1 0 0 0 0,-1-1-1 0 0,0-1 1 0 0,0 0 0 0 0,-2 0-1 0 0,1-1 1 0 0,-2-1-1 0 0,0 0 1 0 0,-1 0 0 0 0,-1 0-1 0 0,0-1 1 0 0,6-26-1 0 0,-17 20 787 0 0,4 22-835 0 0,0 1 0 0 0,0-1 0 0 0,0 1 0 0 0,0 0 0 0 0,-1-1 0 0 0,1 1 0 0 0,0-1 0 0 0,0 1 0 0 0,0-1 0 0 0,-1 1 0 0 0,1 0 0 0 0,0-1 0 0 0,0 1 0 0 0,-1 0 0 0 0,1-1 0 0 0,0 1 0 0 0,-1 0 0 0 0,1-1 0 0 0,0 1 0 0 0,-1 0 1 0 0,1 0-1 0 0,-1-1 0 0 0,1 1 0 0 0,0 0 0 0 0,-1 0 0 0 0,1 0 0 0 0,-1 0 0 0 0,1 0 0 0 0,-1-1 0 0 0,1 1 0 0 0,0 0 0 0 0,-1 0 0 0 0,1 0 0 0 0,-1 0 0 0 0,1 0 0 0 0,-1 0 0 0 0,1 0 0 0 0,-1 1 0 0 0,1-1 0 0 0,0 0 0 0 0,-1 0 0 0 0,1 0 0 0 0,-1 0 0 0 0,1 0 0 0 0,-1 1 0 0 0,1-1 0 0 0,-1 1 0 0 0,-6 5 7 0 0,0 1 0 0 0,0 0-1 0 0,1 0 1 0 0,0 1 0 0 0,1 0-1 0 0,-1 0 1 0 0,1 1 0 0 0,1-1 0 0 0,0 1-1 0 0,0 0 1 0 0,1 0 0 0 0,0 0-1 0 0,0 1 1 0 0,-1 13 0 0 0,3-16-37 0 0,0-1 0 0 0,1 0 0 0 0,-1 0 0 0 0,1 1 0 0 0,1-1 0 0 0,-1 0 0 0 0,1 0-1 0 0,1 1 1 0 0,-1-1 0 0 0,1 0 0 0 0,0 0 0 0 0,0 0 0 0 0,0-1 0 0 0,1 1 0 0 0,0 0 0 0 0,0-1 0 0 0,1 0 0 0 0,0 0 0 0 0,-1 0 0 0 0,2 0 0 0 0,-1 0 0 0 0,0-1 0 0 0,1 0 0 0 0,7 5 0 0 0,-6-5-22 0 0,0-1 0 0 0,1 0 0 0 0,-1 0 0 0 0,0-1 0 0 0,1 0 0 0 0,0 0 0 0 0,0 0 0 0 0,-1-1 0 0 0,1 0 0 0 0,0 0 0 0 0,0-1 0 0 0,0 0 0 0 0,0 0 0 0 0,0-1 0 0 0,0 1 0 0 0,0-2 0 0 0,0 1 0 0 0,0-1 0 0 0,7-3 0 0 0,14-5-28 0 0,-1-2-1 0 0,0-1 1 0 0,30-18 0 0 0,-31 16 116 0 0,-25 14 214 0 0,-2 19-198 0 0,0-16-86 0 0,1 1-1 0 0,0 0 1 0 0,0-1-1 0 0,-1 1 0 0 0,2 0 1 0 0,-1 0-1 0 0,0-1 0 0 0,1 1 1 0 0,1 5-1 0 0,-2-7 14 0 0,1 0-1 0 0,0 0 1 0 0,0 0 0 0 0,0 0-1 0 0,0 0 1 0 0,0 0 0 0 0,0 0-1 0 0,1 0 1 0 0,-1-1 0 0 0,0 1-1 0 0,0 0 1 0 0,0-1 0 0 0,1 1-1 0 0,-1-1 1 0 0,0 0 0 0 0,1 1-1 0 0,-1-1 1 0 0,0 0 0 0 0,1 0-1 0 0,-1 1 1 0 0,1-1 0 0 0,-1 0-1 0 0,0-1 1 0 0,1 1-1 0 0,-1 0 1 0 0,2-1 0 0 0,66-5-128 0 0,-34 2-26 0 0,58 1 0 0 0,-91 3 160 0 0,-1 0 0 0 0,1 0 1 0 0,-1 1-1 0 0,1-1 0 0 0,-1 0 1 0 0,1 0-1 0 0,-1 1 0 0 0,1-1 1 0 0,-1 1-1 0 0,0-1 0 0 0,1 1 0 0 0,-1 0 1 0 0,0-1-1 0 0,1 1 0 0 0,-1 0 1 0 0,0 0-1 0 0,0 0 0 0 0,0 0 1 0 0,0 0-1 0 0,1 0 0 0 0,-2 1 1 0 0,1-1-1 0 0,0 0 0 0 0,0 0 0 0 0,1 3 1 0 0,-2-3 19 0 0,-2 4-11 0 0,0-1 1 0 0,0 1-1 0 0,0-1 0 0 0,0 0 1 0 0,-1 0-1 0 0,0 0 1 0 0,-3 4-1 0 0,-29 16-1675 0 0,10-15-6103 0 0</inkml:trace>
</inkml:ink>
</file>

<file path=ppt/ink/ink5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4:55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1 854 76 0 0,'0'0'938'0'0,"1"12"4061"0"0,-1-12-4946 0 0,0 0 1 0 0,0 0-1 0 0,0 1 0 0 0,0-1 0 0 0,0 0 1 0 0,0 1-1 0 0,0-1 0 0 0,0 0 0 0 0,0 0 1 0 0,0 1-1 0 0,0-1 0 0 0,0 0 0 0 0,0 0 1 0 0,0 1-1 0 0,0-1 0 0 0,0 0 1 0 0,1 0-1 0 0,-1 0 0 0 0,0 1 0 0 0,0-1 1 0 0,0 0-1 0 0,0 0 0 0 0,1 0 0 0 0,-1 1 1 0 0,0-1-1 0 0,0 0 0 0 0,0 0 0 0 0,1 0 1 0 0,-1 0-1 0 0,0 0 0 0 0,0 1 0 0 0,1-1 1 0 0,-1 0-1 0 0,0 0 0 0 0,0 0 0 0 0,1 0 1 0 0,-1 0-1 0 0,0 0 0 0 0,0 0 1 0 0,1 0-1 0 0,-1 0 0 0 0,0 0 0 0 0,0 0 1 0 0,1 0-1 0 0,-1 0 0 0 0,0 0 0 0 0,0 0 1 0 0,1 0-1 0 0,-1-1 0 0 0,37-25 334 0 0,-1-3-1 0 0,-1-1 1 0 0,-2-1-1 0 0,-1-2 1 0 0,-1-1-1 0 0,-2-2 1 0 0,-2 0-1 0 0,-1-2 1 0 0,-2-1-1 0 0,28-62 1 0 0,-41 73-280 0 0,-1-1 0 0 0,-1 0 0 0 0,-2 0 1 0 0,-1-1-1 0 0,-1 0 0 0 0,-2 0 0 0 0,-1 0 0 0 0,-2-39 1 0 0,-19-62 938 0 0,19 130-1001 0 0,-5 5-39 0 0,-3 6-4 0 0,0 1 1 0 0,1-1-1 0 0,0 1 1 0 0,0 0-1 0 0,1 1 1 0 0,1 0-1 0 0,0 0 0 0 0,1 0 1 0 0,0 0-1 0 0,0 1 1 0 0,-2 21-1 0 0,2-3-1 0 0,0 0 0 0 0,2 1-1 0 0,5 59 1 0 0,-2-70-7 0 0,2-1 0 0 0,1 1 0 0 0,0-1 1 0 0,1 0-1 0 0,2-1 0 0 0,0 1 0 0 0,0-1 0 0 0,2-1 0 0 0,16 26 0 0 0,-19-34-15 0 0,1-1-1 0 0,1 0 0 0 0,-1 0 1 0 0,2-1-1 0 0,-1 0 0 0 0,1 0 1 0 0,0-1-1 0 0,0-1 0 0 0,1 1 1 0 0,0-1-1 0 0,0-1 1 0 0,1 0-1 0 0,-1 0 0 0 0,1-1 1 0 0,0-1-1 0 0,1 0 0 0 0,-1 0 1 0 0,13 1-1 0 0,-12-3-6 0 0,1 0-1 0 0,-1 0 1 0 0,1-2-1 0 0,0 1 1 0 0,-1-2-1 0 0,1 0 1 0 0,-1 0 0 0 0,0-1-1 0 0,0 0 1 0 0,0-1-1 0 0,0-1 1 0 0,0 0-1 0 0,13-8 1 0 0,-17 8 38 0 0,0 0 0 0 0,-1-1 1 0 0,0 1-1 0 0,0-2 0 0 0,0 1 0 0 0,-1-1 1 0 0,0 0-1 0 0,0 0 0 0 0,0 0 0 0 0,-1-1 1 0 0,0 0-1 0 0,-1 0 0 0 0,0-1 0 0 0,0 1 1 0 0,-1-1-1 0 0,0 0 0 0 0,0 0 0 0 0,1-10 1 0 0,-4 17 13 0 0,1 1 1 0 0,-1-1-1 0 0,0 0 1 0 0,1 1-1 0 0,-1-1 1 0 0,0 1-1 0 0,0-1 1 0 0,0 0-1 0 0,-1 1 1 0 0,1-1 0 0 0,0 1-1 0 0,-1-1 1 0 0,1 1-1 0 0,-1-1 1 0 0,1 1-1 0 0,-1-1 1 0 0,0 1-1 0 0,-1-3 1 0 0,2 4-19 0 0,-1-1 0 0 0,0 1 1 0 0,0-1-1 0 0,1 1 0 0 0,-1-1 1 0 0,0 1-1 0 0,0-1 0 0 0,0 1 1 0 0,0 0-1 0 0,0 0 0 0 0,1-1 1 0 0,-1 1-1 0 0,0 0 0 0 0,0 0 0 0 0,0 0 1 0 0,0 0-1 0 0,0 0 0 0 0,0 0 1 0 0,0 0-1 0 0,0 0 0 0 0,0 1 1 0 0,-1-1-1 0 0,-1 1 0 0 0,0 0 0 0 0,0 1 0 0 0,0-1 0 0 0,0 1 0 0 0,0-1 0 0 0,1 1 1 0 0,-1 0-1 0 0,0 0 0 0 0,1 0 0 0 0,0 0 0 0 0,-1 0 0 0 0,1 1 0 0 0,0-1 0 0 0,0 1 0 0 0,-3 5 0 0 0,3-6-7 0 0,1-1 0 0 0,0 0 0 0 0,0 1-1 0 0,1-1 1 0 0,-1 0 0 0 0,0 0-1 0 0,1 0 1 0 0,-1 1 0 0 0,1-1-1 0 0,0 0 1 0 0,-1 0 0 0 0,1 1-1 0 0,0-1 1 0 0,0 0 0 0 0,0 1-1 0 0,0-1 1 0 0,0 0 0 0 0,0 1-1 0 0,0-1 1 0 0,0 0-1 0 0,0 1 1 0 0,0-1 0 0 0,1 0-1 0 0,-1 1 1 0 0,1-1 0 0 0,0 2-1 0 0,0 1-11 0 0,-1-1 0 0 0,1 1-1 0 0,0 0 1 0 0,0-1 0 0 0,1 1-1 0 0,-1-1 1 0 0,1 1 0 0 0,0-1 0 0 0,-1 0-1 0 0,2 0 1 0 0,-1 0 0 0 0,0 0-1 0 0,0 0 1 0 0,1 0 0 0 0,0-1-1 0 0,-1 1 1 0 0,7 4 0 0 0,-4-5-14 0 0,0 1 0 0 0,1-1-1 0 0,-1 0 1 0 0,0 0 0 0 0,1 0 0 0 0,-1-1 0 0 0,1 0 0 0 0,0 0 0 0 0,-1 0 0 0 0,11-1 0 0 0,1-1-13 0 0,0-1 1 0 0,-1 0-1 0 0,1-1 1 0 0,-1-1-1 0 0,0 0 1 0 0,0-2-1 0 0,17-7 1 0 0,-10 1 21 0 0,0-1 0 0 0,-1 0 0 0 0,-1-2-1 0 0,0-1 1 0 0,-1-1 0 0 0,-1 0 0 0 0,0-1 0 0 0,-1-1 0 0 0,-1-1-1 0 0,14-23 1 0 0,-15 20 18 0 0,-1-1-1 0 0,-1-1 0 0 0,-1 0 1 0 0,-2-1-1 0 0,0 0 0 0 0,-2-1 1 0 0,-1 0-1 0 0,-1 0 1 0 0,4-31-1 0 0,-12 0 807 0 0,-1 24 139 0 0,2 33-939 0 0,0 1-1 0 0,0 0 0 0 0,0 0 1 0 0,0-1-1 0 0,0 1 0 0 0,-1 0 0 0 0,1 0 1 0 0,0 0-1 0 0,0-1 0 0 0,0 1 1 0 0,0 0-1 0 0,-1 0 0 0 0,1 0 1 0 0,0-1-1 0 0,0 1 0 0 0,0 0 0 0 0,0 0 1 0 0,-1 0-1 0 0,1 0 0 0 0,0 0 1 0 0,0 0-1 0 0,-1-1 0 0 0,1 1 0 0 0,0 0 1 0 0,0 0-1 0 0,-1 0 0 0 0,1 0 1 0 0,0 0-1 0 0,0 0 0 0 0,-1 0 0 0 0,1 0 1 0 0,0 0-1 0 0,0 0 0 0 0,-1 0 1 0 0,1 0-1 0 0,0 0 0 0 0,0 0 1 0 0,-1 0-1 0 0,1 1 0 0 0,0-1 0 0 0,0 0 1 0 0,-1 0-1 0 0,1 0 0 0 0,0 0 1 0 0,0 0-1 0 0,0 0 0 0 0,-1 1 0 0 0,1-1 1 0 0,0 0-1 0 0,0 0 0 0 0,0 0 1 0 0,0 1-1 0 0,-1-1 0 0 0,1 0 0 0 0,0 0 1 0 0,0 0-1 0 0,0 1 0 0 0,0-1 1 0 0,0 0-1 0 0,0 0 0 0 0,0 1 1 0 0,0-1-1 0 0,-14 14 83 0 0,14-14-92 0 0,-5 8 27 0 0,0-1 1 0 0,1 1-1 0 0,0 0 0 0 0,1 0 0 0 0,0 0 0 0 0,0 0 0 0 0,1 1 0 0 0,-2 11 0 0 0,-6 66 64 0 0,8-62-106 0 0,2-1 0 0 0,1 1 0 0 0,1-1 0 0 0,1 1 0 0 0,0-1 0 0 0,2 0 0 0 0,1-1 0 0 0,1 1 0 0 0,0-1 0 0 0,2 0 0 0 0,1-1 0 0 0,0 0 0 0 0,2 0 0 0 0,0-1 0 0 0,22 26 0 0 0,-31-43-12 0 0,-1 0 0 0 0,1 0 1 0 0,-1-1-1 0 0,1 1 0 0 0,0-1 0 0 0,0 0 0 0 0,0 0 0 0 0,1 0 1 0 0,-1 0-1 0 0,0 0 0 0 0,1-1 0 0 0,-1 0 0 0 0,1 1 0 0 0,-1-1 0 0 0,1 0 1 0 0,0-1-1 0 0,-1 1 0 0 0,1-1 0 0 0,0 0 0 0 0,4 0 0 0 0,-2-1 3 0 0,0 0 0 0 0,0 0-1 0 0,-1-1 1 0 0,1 0 0 0 0,-1 0-1 0 0,1-1 1 0 0,-1 1 0 0 0,0-1 0 0 0,0 0-1 0 0,0-1 1 0 0,8-6 0 0 0,0-1-2 0 0,-1-2 0 0 0,-1 0 0 0 0,1 0 0 0 0,-2-1 0 0 0,0 0 0 0 0,-1 0 0 0 0,15-31 0 0 0,-10 11-8 0 0,-1-1-1 0 0,-2-1 0 0 0,-1 0 0 0 0,9-68 0 0 0,-18 97 47 0 0,1-9 129 0 0,0 1 1 0 0,-1 0 0 0 0,0-1 0 0 0,-1 1 0 0 0,-1-1 0 0 0,-5-23-1 0 0,1 16 728 0 0,-4 40-840 0 0,1 1 0 0 0,1 0-1 0 0,0 0 1 0 0,1 1 0 0 0,1 0 0 0 0,1 0-1 0 0,-3 31 1 0 0,3 13 39 0 0,4 67 1 0 0,0-110-73 0 0,1-1-1 0 0,1 0 1 0 0,0 0-1 0 0,2 0 1 0 0,0 0 0 0 0,1-1-1 0 0,1 1 1 0 0,13 26 0 0 0,15-10-549 0 0,-33-34 523 0 0,20 10 768 0 0,-17-8-3916 0 0</inkml:trace>
</inkml:ink>
</file>

<file path=ppt/ink/ink5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4:55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60 1044 0 0,'0'0'4565'0'0,"42"-13"-3905"0"0,-25 8-80 0 0,1 1-44 0 0,-1 0-140 0 0,2 1-192 0 0,7-2-228 0 0,1 2-244 0 0,3-2-224 0 0,-2-3-708 0 0,0 3-1301 0 0,-2 0 573 0 0</inkml:trace>
</inkml:ink>
</file>

<file path=ppt/ink/ink5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4:57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15 142 824 0 0,'0'0'4270'0'0,"-2"-15"3012"0"0,-4 67-6724 0 0,4-45-477 0 0,1-1 0 0 0,-1 1 0 0 0,1-1 0 0 0,1 1 0 0 0,-1 0 0 0 0,1-1 0 0 0,0 1 1 0 0,1-1-1 0 0,-1 1 0 0 0,1 0 0 0 0,1-1 0 0 0,-1 1 0 0 0,1-1 0 0 0,0 0 0 0 0,1 1 0 0 0,-1-1 0 0 0,8 11 0 0 0,-9-16-57 0 0,1 1 0 0 0,0-1 0 0 0,-1 0 0 0 0,1 0 0 0 0,0 0-1 0 0,0 0 1 0 0,0 0 0 0 0,0-1 0 0 0,0 1 0 0 0,0-1 0 0 0,0 1 0 0 0,0-1-1 0 0,0 1 1 0 0,0-1 0 0 0,0 0 0 0 0,0 0 0 0 0,0 0 0 0 0,0 0 0 0 0,0-1-1 0 0,0 1 1 0 0,0-1 0 0 0,0 1 0 0 0,3-2 0 0 0,49-18 156 0 0,-51 18-160 0 0,9-4 11 0 0,-1-1 0 0 0,0 0 0 0 0,17-14 0 0 0,-19 13-34 0 0,1 1 0 0 0,0 0 0 0 0,21-11 0 0 0,-24 16 13 0 0,0 0-1 0 0,0 0 1 0 0,1 1-1 0 0,-1 0 1 0 0,1 1 0 0 0,-1-1-1 0 0,1 1 1 0 0,-1 1-1 0 0,14 2 1 0 0,12 0-41 0 0,-32-3 31 0 0,42 2-64 0 0,-1-2-1 0 0,78-10 1 0 0,-110 9 78 0 0,0-1-1 0 0,0 0 1 0 0,0-1-1 0 0,0 0 1 0 0,0 0-1 0 0,-1-1 1 0 0,1 0-1 0 0,-1-1 1 0 0,0 0-1 0 0,0 0 0 0 0,-1-1 1 0 0,0 0-1 0 0,0-1 1 0 0,0 0-1 0 0,-1 0 1 0 0,0 0-1 0 0,11-16 1 0 0,12-53 1272 0 0,-30 75-1181 0 0,2-23 1024 0 0,0 43-1064 0 0,-2-12-75 0 0,2 0 1 0 0,-1 0 0 0 0,1 0 0 0 0,0 0 0 0 0,0-1 0 0 0,1 1-1 0 0,0-1 1 0 0,0 0 0 0 0,1 0 0 0 0,-1 0 0 0 0,7 7 0 0 0,2 6-25 0 0,-1 1-64 0 0,-4-10 12 0 0,-1 0-1 0 0,0 0 1 0 0,-1 0 0 0 0,0 1 0 0 0,-1 0 0 0 0,0 0 0 0 0,0 0 0 0 0,-1 0-1 0 0,2 17 1 0 0,-6-26 91 0 0,1 1 0 0 0,0-1 0 0 0,0 1 0 0 0,-1-1 0 0 0,1 1-1 0 0,-1-1 1 0 0,0 0 0 0 0,0 1 0 0 0,0-1 0 0 0,0 0 0 0 0,0 0 0 0 0,0 0 0 0 0,-1 1-1 0 0,1-1 1 0 0,-1 0 0 0 0,0-1 0 0 0,1 1 0 0 0,-1 0 0 0 0,0 0 0 0 0,0-1-1 0 0,0 1 1 0 0,0-1 0 0 0,0 0 0 0 0,0 1 0 0 0,-1-1 0 0 0,1 0 0 0 0,0 0 0 0 0,-1-1-1 0 0,1 1 1 0 0,0 0 0 0 0,-1-1 0 0 0,1 0 0 0 0,-1 1 0 0 0,-2-1 0 0 0,0 0-116 0 0,0 1 0 0 0,1-1 1 0 0,-1 0-1 0 0,0 0 1 0 0,1-1-1 0 0,-1 0 0 0 0,1 1 1 0 0,-1-1-1 0 0,1-1 0 0 0,-1 1 1 0 0,1-1-1 0 0,0 0 1 0 0,0 0-1 0 0,-1 0 0 0 0,1 0 1 0 0,-7-6-1 0 0,11 6-334 0 0,0 0-1 0 0,0 1 1 0 0,0-1-1 0 0,0 0 1 0 0,0 1-1 0 0,0-1 1 0 0,1 0-1 0 0,-1 1 1 0 0,0-1-1 0 0,1 0 1 0 0,-1 1-1 0 0,1-1 1 0 0,0 1-1 0 0,0-1 1 0 0,-1 1-1 0 0,1-1 1 0 0,0 1 0 0 0,2-3-1 0 0,-3 4 241 0 0,8-12-3446 0 0</inkml:trace>
</inkml:ink>
</file>

<file path=ppt/ink/ink5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4:58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0 893 636 0 0,'5'1'375'0'0,"1"0"-1"0"0,-1-1 1 0 0,0 1-1 0 0,0-1 1 0 0,1 0-1 0 0,-1-1 1 0 0,0 1-1 0 0,1-1 1 0 0,-1 0-1 0 0,0 0 1 0 0,6-3-1 0 0,4 0-61 0 0,27-9 391 0 0,0-1-1 0 0,-1-3 1 0 0,0-1-1 0 0,-1-2 1 0 0,-2-1-1 0 0,0-3 1 0 0,36-29-1 0 0,-58 40-625 0 0,-1-1 0 0 0,0 0 0 0 0,-1-1 1 0 0,0-1-1 0 0,-1 0 0 0 0,-1 0 0 0 0,-1-2 0 0 0,-1 1 0 0 0,0-1 0 0 0,-1-1 1 0 0,-1 0-1 0 0,0 0 0 0 0,-2-1 0 0 0,0 0 0 0 0,-2 0 0 0 0,0 0 0 0 0,-1 0 0 0 0,-1-1 1 0 0,-1 1-1 0 0,0-1 0 0 0,-2 0 0 0 0,0 1 0 0 0,-2-1 0 0 0,0 1 0 0 0,-1 0 1 0 0,-1 0-1 0 0,-1 0 0 0 0,-1 1 0 0 0,-1 0 0 0 0,0 0 0 0 0,-2 0 0 0 0,0 1 1 0 0,0 1-1 0 0,-2 0 0 0 0,-20-24 0 0 0,31 40-66 0 0,0 0-1 0 0,0 0 1 0 0,0-1-1 0 0,0 1 1 0 0,0 0 0 0 0,0 0-1 0 0,0 0 1 0 0,-1 0-1 0 0,1 0 1 0 0,0 1 0 0 0,-1-1-1 0 0,1 0 1 0 0,0 1-1 0 0,-1-1 1 0 0,1 1 0 0 0,-1-1-1 0 0,1 1 1 0 0,-1-1-1 0 0,1 1 1 0 0,-1 0 0 0 0,1 0-1 0 0,-1 0 1 0 0,1 0-1 0 0,-1 0 1 0 0,1 0 0 0 0,-2 1-1 0 0,0 0-4 0 0,0 0 0 0 0,1 0 0 0 0,0 1 0 0 0,-1-1 0 0 0,1 1 0 0 0,0 0-1 0 0,0 0 1 0 0,0-1 0 0 0,0 2 0 0 0,0-1 0 0 0,0 0 0 0 0,0 0 0 0 0,-1 3 0 0 0,-5 8 6 0 0,1 0 1 0 0,1 1-1 0 0,0 0 1 0 0,-5 17-1 0 0,1 8 17 0 0,2 0 0 0 0,2 0 0 0 0,1 0 0 0 0,2 1 0 0 0,2 58 0 0 0,30 204 132 0 0,-12-169-82 0 0,6 69 88 0 0,-23-201-172 0 0,0 1-5 0 0,0-1 1 0 0,0 0 0 0 0,0 1 0 0 0,0-1-1 0 0,0 0 1 0 0,1 1 0 0 0,-1-1-1 0 0,0 1 1 0 0,1-1 0 0 0,-1 0 0 0 0,1 0-1 0 0,0 1 1 0 0,-1-1 0 0 0,1 0-1 0 0,0 0 1 0 0,0 0 0 0 0,-1 1 0 0 0,1-1-1 0 0,0 0 1 0 0,0 0 0 0 0,0-1-1 0 0,0 1 1 0 0,1 0 0 0 0,-1 0 0 0 0,2 1-1 0 0,-2-2 4 0 0,3-2 1 0 0,148-87-289 0 0,-145 87 276 0 0,0 0 1 0 0,0 1 0 0 0,0-1-1 0 0,0 2 1 0 0,1-1 0 0 0,-1 1 0 0 0,0 0-1 0 0,1 1 1 0 0,-1-1 0 0 0,0 1-1 0 0,0 1 1 0 0,0 0 0 0 0,12 4-1 0 0,32 4-14 0 0,-30-8-11 0 0,1 0 1 0 0,0-2 0 0 0,0-1 0 0 0,0 0 0 0 0,33-8 0 0 0,-42 6 31 0 0,0-1 1 0 0,0-1 0 0 0,0 0-1 0 0,-1-1 1 0 0,1 0 0 0 0,-1-1-1 0 0,-1 0 1 0 0,1-1 0 0 0,18-17 0 0 0,-3 4 1052 0 0,-23 24-357 0 0,-6 11-733 0 0,2-6 76 0 0,0-5-26 0 0,1 1-1 0 0,-1 0 1 0 0,1-1-1 0 0,0 1 1 0 0,0-1-1 0 0,1 1 1 0 0,-1-1-1 0 0,1 0 1 0 0,0 1-1 0 0,0-1 0 0 0,0 0 1 0 0,0 0-1 0 0,0 0 1 0 0,1-1-1 0 0,-1 1 1 0 0,1 0-1 0 0,0-1 1 0 0,-1 0-1 0 0,1 0 1 0 0,0 1-1 0 0,1-2 1 0 0,-1 1-1 0 0,0 0 1 0 0,0-1-1 0 0,1 1 1 0 0,-1-1-1 0 0,1 0 1 0 0,-1 0-1 0 0,1-1 1 0 0,0 1-1 0 0,-1-1 1 0 0,1 1-1 0 0,7-2 1 0 0,-9 1 213 0 0,0 0-56 0 0,0-1-39 0 0,0 1 0 0 0,0-1 0 0 0,0 0 0 0 0,0 0 0 0 0,0 0 0 0 0,0 0 0 0 0,0 0 0 0 0,0 0 0 0 0,0 0 0 0 0,-1-1 0 0 0,1 1 0 0 0,0-1 0 0 0,-1 1 0 0 0,3-4 0 0 0,-3 2 24 0 0,-1-1 0 0 0,1 0 0 0 0,-1 0 0 0 0,1 0 0 0 0,-1 0 0 0 0,0 0 0 0 0,-1 0 0 0 0,1 0 0 0 0,-1 0 0 0 0,0 0 0 0 0,0 1 0 0 0,0-1 0 0 0,-2-4 0 0 0,-8-10-3344 0 0,-5 1-5795 0 0,10 11 4689 0 0</inkml:trace>
</inkml:ink>
</file>

<file path=ppt/ink/ink5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4:59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 1168 0 0,'4'17'6575'0'0,"-2"-10"-6199"0"0,-2 2 166 0 0,0 0-1 0 0,1 0 1 0 0,0 0 0 0 0,4 17 0 0 0,-4-24-481 0 0,0 1 1 0 0,0 0-1 0 0,0-1 1 0 0,0 1-1 0 0,0-1 0 0 0,1 1 1 0 0,-1-1-1 0 0,1 0 1 0 0,0 0-1 0 0,-1 0 1 0 0,1 1-1 0 0,0-2 0 0 0,0 1 1 0 0,0 0-1 0 0,1 0 1 0 0,-1-1-1 0 0,0 1 1 0 0,1-1-1 0 0,4 3 0 0 0,1-4-36 0 0,0 1 0 0 0,0-1-1 0 0,-1-1 1 0 0,1 1-1 0 0,0-1 1 0 0,0-1-1 0 0,-1 1 1 0 0,1-1-1 0 0,-1-1 1 0 0,14-5-1 0 0,7-1-58 0 0,81-15-55 0 0,-92 21 535 0 0,-15 3-243 0 0,1 0-1 0 0,-1-1 0 0 0,0 1 0 0 0,0 0 1 0 0,1-1-1 0 0,-1 0 0 0 0,0 1 0 0 0,0-1 1 0 0,0 0-1 0 0,0 0 0 0 0,0 0 0 0 0,3-2 1 0 0,-4 2 400 0 0,12-31 2425 0 0,-12 28-2751 0 0,-1 0-1 0 0,0 0 1 0 0,0 0 0 0 0,0 0 0 0 0,0 0 0 0 0,-1 0-1 0 0,-2-7 1 0 0,-9-7-5671 0 0</inkml:trace>
</inkml:ink>
</file>

<file path=ppt/ink/ink5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4:59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1 1224 0 0,'0'2'16315'0'0,"2"23"-16332"0"0,4 31 824 0 0,-2 89 1 0 0,-3-17-107 0 0,-1-97-444 0 0,-2-1 0 0 0,-10 58 0 0 0,9-68-121 0 0,-6 11 232 0 0,0-4-730 0 0,7-11-2929 0 0,-1-16 1953 0 0,-6-1 404 0 0,-14-13-11190 0 0</inkml:trace>
</inkml:ink>
</file>

<file path=ppt/ink/ink5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5:00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15 240 908 0 0,'-15'2'13484'0'0,"536"-110"-11350"0"0,-255 48-1924 0 0,-108 27-28 0 0,-157 33-185 0 0,-1 0 1 0 0,1 0-1 0 0,-1 0 0 0 0,1-1 1 0 0,-1 1-1 0 0,1 0 1 0 0,-1 0-1 0 0,1 0 1 0 0,-1 0-1 0 0,0 0 1 0 0,1 0-1 0 0,-1 0 1 0 0,1 0-1 0 0,-1 0 1 0 0,1 0-1 0 0,-1 1 1 0 0,1-1-1 0 0,-1 0 1 0 0,1 0-1 0 0,-1 0 1 0 0,1 0-1 0 0,-1 1 1 0 0,0-1-1 0 0,1 0 1 0 0,-1 1-1 0 0,1-1 0 0 0,-1 0 1 0 0,0 0-1 0 0,1 1 1 0 0,-1-1-1 0 0,0 1 1 0 0,0-1-1 0 0,1 0 1 0 0,-1 1-1 0 0,0-1 1 0 0,0 1-1 0 0,1-1 1 0 0,-1 1-1 0 0,0-1 1 0 0,0 1-1 0 0,0 0 1 0 0,-3 25-113 0 0,1 4-121 0 0,4-27 206 0 0,0 0 0 0 0,1 0 0 0 0,-1 0 0 0 0,1 0 1 0 0,-1-1-1 0 0,1 1 0 0 0,0-1 0 0 0,0 0 0 0 0,0 1 0 0 0,0-1 1 0 0,0 0-1 0 0,1-1 0 0 0,-1 1 0 0 0,1-1 0 0 0,-1 1 0 0 0,1-1 1 0 0,0 0-1 0 0,-1-1 0 0 0,1 1 0 0 0,0 0 0 0 0,-1-1 0 0 0,5 0 1 0 0,0 1 117 0 0,-1-1 1 0 0,0 0-1 0 0,1 0 1 0 0,-1 0-1 0 0,1-1 1 0 0,-1 0 0 0 0,0-1-1 0 0,0 1 1 0 0,0-1-1 0 0,10-5 1 0 0,-15 6 9 0 0,1 0 0 0 0,-1 0 0 0 0,0 0-1 0 0,1 0 1 0 0,-1 0 0 0 0,0-1 0 0 0,0 0 0 0 0,0 1 0 0 0,0-1 0 0 0,0 0 0 0 0,-1 0 0 0 0,1 0 0 0 0,-1 0-1 0 0,1 0 1 0 0,-1 0 0 0 0,1 0 0 0 0,-1 0 0 0 0,0-1 0 0 0,0 1 0 0 0,0 0 0 0 0,-1-1 0 0 0,1 1-1 0 0,0-1 1 0 0,-1 1 0 0 0,0-1 0 0 0,1 1 0 0 0,-1-1 0 0 0,0 0 0 0 0,0 1 0 0 0,-1-1 0 0 0,1 1 0 0 0,0-1-1 0 0,-1 1 1 0 0,0-1 0 0 0,1 1 0 0 0,-1 0 0 0 0,-1-3 0 0 0,-1 1-155 0 0,0 0-1 0 0,1 0 1 0 0,-1 0 0 0 0,-1 1-1 0 0,1 0 1 0 0,0-1 0 0 0,-1 1-1 0 0,0 0 1 0 0,0 1 0 0 0,0-1-1 0 0,0 1 1 0 0,0-1 0 0 0,0 1-1 0 0,-1 1 1 0 0,1-1 0 0 0,-1 0-1 0 0,1 1 1 0 0,-1 0 0 0 0,-7-1-1 0 0,-50 3-4230 0 0,27 0-2453 0 0,14-1 2076 0 0</inkml:trace>
</inkml:ink>
</file>

<file path=ppt/ink/ink5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5:01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278 135 100 0 0,'2'-12'1869'0'0,"-1"0"0"0"0,0 0 0 0 0,-2-20 0 0 0,1 28-1460 0 0,-1-1-1 0 0,1 1 0 0 0,-1-1 1 0 0,0 1-1 0 0,0 0 1 0 0,-1-1-1 0 0,1 1 1 0 0,-1 0-1 0 0,0 0 1 0 0,0 0-1 0 0,-1 0 0 0 0,-3-5 1 0 0,5 8-355 0 0,-1 0 0 0 0,0 0 0 0 0,1 0 0 0 0,-1 1 0 0 0,1-1 0 0 0,-1 1 0 0 0,0-1 0 0 0,1 1 0 0 0,-1 0 0 0 0,0-1 0 0 0,0 1 1 0 0,1 0-1 0 0,-1 0 0 0 0,0 0 0 0 0,0 0 0 0 0,1 1 0 0 0,-1-1 0 0 0,-3 1 0 0 0,3 0-42 0 0,-13 3 104 0 0,1 0 0 0 0,-1 1 1 0 0,1 1-1 0 0,0 0 0 0 0,1 1 0 0 0,0 1 0 0 0,0 0 0 0 0,0 1 0 0 0,1 0 0 0 0,0 1 0 0 0,1 0 1 0 0,0 1-1 0 0,-16 21 0 0 0,24-29-97 0 0,1 0 0 0 0,-1 0 0 0 0,1 0 0 0 0,0 1 0 0 0,0-1 0 0 0,0 1 0 0 0,1-1 0 0 0,-1 1 0 0 0,1 0 0 0 0,0 0 0 0 0,0 0 0 0 0,0-1 0 0 0,0 1 0 0 0,1 0 0 0 0,-1 0 0 0 0,1 0 0 0 0,0 0 0 0 0,1 0 0 0 0,-1 0 0 0 0,1 0 0 0 0,-1 0 0 0 0,1 0 0 0 0,0 0 0 0 0,1 0 0 0 0,-1-1 0 0 0,1 1 0 0 0,-1-1 0 0 0,1 1 0 0 0,0-1 0 0 0,4 6 0 0 0,-1-4-3 0 0,-1-1 1 0 0,1 1-1 0 0,0-1 1 0 0,1 0-1 0 0,-1 0 1 0 0,0-1-1 0 0,1 1 0 0 0,0-1 1 0 0,0 0-1 0 0,0-1 1 0 0,0 0-1 0 0,1 0 0 0 0,-1 0 1 0 0,0-1-1 0 0,1 1 1 0 0,-1-1-1 0 0,14-1 1 0 0,16-3-1 0 0,1-2 0 0 0,-1-1 1 0 0,-1-2-1 0 0,0-2 0 0 0,45-17 1 0 0,-34 11-48 0 0,-43 15 21 0 0,0 0 0 0 0,0 0 1 0 0,0 1-1 0 0,0-1 0 0 0,0 1 1 0 0,1 0-1 0 0,-1 0 0 0 0,0 0 1 0 0,0 0-1 0 0,0 1 0 0 0,0-1 1 0 0,0 1-1 0 0,0 0 0 0 0,1 0 1 0 0,-2 0-1 0 0,1 0 0 0 0,0 0 1 0 0,0 1-1 0 0,0-1 0 0 0,4 4 1 0 0,2 3-6 0 0,0 0 1 0 0,0 1-1 0 0,-1-1 1 0 0,8 13-1 0 0,17 16 211 0 0,-32-36 353 0 0,2 1-7 0 0,-3-2-509 0 0,0 0-1 0 0,0 0 1 0 0,0 0 0 0 0,0 0-1 0 0,0 0 1 0 0,0 1-1 0 0,0-1 1 0 0,1 0 0 0 0,-1 0-1 0 0,0 0 1 0 0,0 0-1 0 0,0 0 1 0 0,0 0 0 0 0,0 1-1 0 0,1-1 1 0 0,-1 0-1 0 0,0 0 1 0 0,0 0 0 0 0,0 0-1 0 0,0 0 1 0 0,0 0-1 0 0,1 0 1 0 0,-1 0 0 0 0,0 0-1 0 0,0 0 1 0 0,0 0-1 0 0,1 0 1 0 0,-1 0 0 0 0,0 0-1 0 0,0 0 1 0 0,0 0-1 0 0,0 0 1 0 0,1 0 0 0 0,-1 0-1 0 0,0 0 1 0 0,0 0-1 0 0,0 0 1 0 0,0 0 0 0 0,0-1-1 0 0,1 1 1 0 0,-1 0-1 0 0,0 0 1 0 0,0 0 0 0 0,0 0-1 0 0,0 0 1 0 0,0 0-1 0 0,0 0 1 0 0,1-1 0 0 0,-1 1-1 0 0,0 0 1 0 0,0 0-1 0 0,0 0 1 0 0,0 0 0 0 0,0-1-1 0 0,22-33-208 0 0,36-43 0 0 0,-27 41-3394 0 0,2 3-4105 0 0,-20 21 3341 0 0</inkml:trace>
</inkml:ink>
</file>

<file path=ppt/ink/ink5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5:02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0 495 172 0 0,'4'0'380'0'0,"-1"0"1"0"0,0 0-1 0 0,0 0 1 0 0,1-1-1 0 0,-1 1 0 0 0,0-1 1 0 0,0 0-1 0 0,0 0 0 0 0,0 0 1 0 0,0 0-1 0 0,0 0 1 0 0,0-1-1 0 0,0 0 0 0 0,-1 1 1 0 0,5-5-1 0 0,48-33 2308 0 0,-50 35-2377 0 0,9-6 264 0 0,-5 4-23 0 0,-1-1 1 0 0,1 0-1 0 0,-1-1 1 0 0,0 1 0 0 0,7-11-1 0 0,-14 17 485 0 0,-9-3-755 0 0,8 3-276 0 0,-1 1 1 0 0,1-1 0 0 0,0 1 0 0 0,0 0 0 0 0,-1-1-1 0 0,1 1 1 0 0,0-1 0 0 0,-1 1 0 0 0,1 0-1 0 0,-1-1 1 0 0,1 1 0 0 0,0 0 0 0 0,-1 0 0 0 0,1-1-1 0 0,-1 1 1 0 0,1 0 0 0 0,-1 0 0 0 0,1 0-1 0 0,-1 0 1 0 0,1-1 0 0 0,-1 1 0 0 0,1 0-1 0 0,-1 0 1 0 0,1 0 0 0 0,-1 0 0 0 0,1 0 0 0 0,-1 0-1 0 0,1 0 1 0 0,-1 0 0 0 0,1 1 0 0 0,-1-1-1 0 0,1 0 1 0 0,-1 0 0 0 0,-8 4 49 0 0,1 0-1 0 0,0 1 1 0 0,1-1 0 0 0,-1 1 0 0 0,1 1-1 0 0,0 0 1 0 0,0 0 0 0 0,1 0-1 0 0,-9 10 1 0 0,14-14-77 0 0,-1-1 1 0 0,1 1-1 0 0,0 0 0 0 0,-1 0 0 0 0,1 0 1 0 0,0 0-1 0 0,0 0 0 0 0,0 0 1 0 0,0 0-1 0 0,1 1 0 0 0,-1-1 0 0 0,0 0 1 0 0,1 0-1 0 0,0 1 0 0 0,-1-1 1 0 0,1 0-1 0 0,0 1 0 0 0,0-1 0 0 0,1 0 1 0 0,-1 1-1 0 0,0-1 0 0 0,1 0 0 0 0,-1 0 1 0 0,1 1-1 0 0,0-1 0 0 0,0 0 1 0 0,0 0-1 0 0,0 0 0 0 0,0 0 0 0 0,0 0 1 0 0,0 0-1 0 0,1 0 0 0 0,-1 0 1 0 0,1-1-1 0 0,-1 1 0 0 0,1 0 0 0 0,0-1 1 0 0,0 1-1 0 0,-1-1 0 0 0,1 0 0 0 0,0 0 1 0 0,0 0-1 0 0,3 2 0 0 0,7 3-211 0 0,-1-1 0 0 0,1 0-1 0 0,0 0 1 0 0,1-1 0 0 0,-1-1 0 0 0,1 0-1 0 0,0-1 1 0 0,0 0 0 0 0,0-1-1 0 0,0 0 1 0 0,0-1 0 0 0,18-2-1 0 0,-9-1-150 0 0,0-1 0 0 0,-1 0-1 0 0,1-2 1 0 0,-1 0 0 0 0,0-1-1 0 0,29-15 1 0 0,-42 17 724 0 0,-1 0 0 0 0,1 0 0 0 0,-1 0-1 0 0,13-13 1 0 0,-19 17 239 0 0,10-7 353 0 0,-6 4-203 0 0,-9 3 1267 0 0,-4 3-2008 0 0,-1 0 0 0 0,2 1 0 0 0,-1-1 0 0 0,0 2 0 0 0,0-1 0 0 0,1 1 0 0 0,0 0 0 0 0,0 1 0 0 0,0-1 0 0 0,0 2 0 0 0,1-1 0 0 0,0 1 0 0 0,0-1 0 0 0,0 2 0 0 0,1-1 0 0 0,0 1 0 0 0,-7 12 0 0 0,11-18 17 0 0,7 5-30 0 0,-6-6 23 0 0,0 0 1 0 0,0 1-1 0 0,0-1 0 0 0,0 0 1 0 0,1 1-1 0 0,-1-1 0 0 0,0 0 1 0 0,0 1-1 0 0,0-1 0 0 0,1 0 1 0 0,-1 0-1 0 0,0 1 1 0 0,0-1-1 0 0,1 0 0 0 0,-1 0 1 0 0,0 1-1 0 0,1-1 0 0 0,-1 0 1 0 0,0 0-1 0 0,0 0 0 0 0,1 0 1 0 0,-1 1-1 0 0,0-1 0 0 0,1 0 1 0 0,-1 0-1 0 0,1 0 0 0 0,-1 0 1 0 0,0 0-1 0 0,1 0 1 0 0,-1 0-1 0 0,0 0 0 0 0,1 0 1 0 0,-1 0-1 0 0,0 0 0 0 0,1 0 1 0 0,12-4-155 0 0,0 0 0 0 0,0-1 0 0 0,0 0 0 0 0,20-12 0 0 0,9-4-608 0 0,-40 20 645 0 0,7 1-79 0 0,-7 0 165 0 0,0 0 0 0 0,0-1 0 0 0,0 1 1 0 0,0 0-1 0 0,0 1 0 0 0,0-1 0 0 0,-1 0 0 0 0,1 0 0 0 0,0 1 0 0 0,0-1 0 0 0,0 1 0 0 0,0 0 0 0 0,-1 0 0 0 0,1-1 0 0 0,2 3 0 0 0,0-1 8 0 0,1 1 1 0 0,0-1-1 0 0,0 1 1 0 0,0-1-1 0 0,0-1 0 0 0,0 1 1 0 0,0-1-1 0 0,0 0 0 0 0,1 0 1 0 0,-1 0-1 0 0,0-1 1 0 0,1 1-1 0 0,-1-2 0 0 0,0 1 1 0 0,1 0-1 0 0,-1-1 0 0 0,0 0 1 0 0,1 0-1 0 0,-1-1 0 0 0,0 0 1 0 0,6-2-1 0 0,9-4 83 0 0,0-2 0 0 0,-1 0 0 0 0,31-21 0 0 0,-33 18 116 0 0,-2-1 0 0 0,1 0 0 0 0,-2 0 0 0 0,0-2 0 0 0,-1 0 0 0 0,-1 0 1 0 0,0-1-1 0 0,-1-1 0 0 0,-1 0 0 0 0,0 0 0 0 0,-2-1 0 0 0,0 0 0 0 0,-1-1 0 0 0,-1 0 0 0 0,-1 0 0 0 0,-1 0 0 0 0,0 0 0 0 0,0-36 0 0 0,-6-14 2077 0 0,2 70-2243 0 0,0 0 0 0 0,0 0 0 0 0,0-1 0 0 0,0 1 0 0 0,0 0 0 0 0,0 0 0 0 0,0-1 0 0 0,0 1 0 0 0,0 0 1 0 0,0-1-1 0 0,0 1 0 0 0,0 0 0 0 0,0 0 0 0 0,0-1 0 0 0,-1 1 0 0 0,1 0 0 0 0,0 0 0 0 0,0-1 0 0 0,0 1 0 0 0,0 0 0 0 0,0 0 0 0 0,0-1 0 0 0,-1 1 0 0 0,1 0 1 0 0,0 0-1 0 0,0 0 0 0 0,0-1 0 0 0,-1 1 0 0 0,1 0 0 0 0,0 0 0 0 0,0 0 0 0 0,-1 0 0 0 0,1 0 0 0 0,0-1 0 0 0,0 1 0 0 0,-1 0 0 0 0,1 0 0 0 0,0 0 0 0 0,0 0 0 0 0,-1 0 1 0 0,1 0-1 0 0,0 0 0 0 0,-1 0 0 0 0,1 0 0 0 0,0 0 0 0 0,0 0 0 0 0,-1 0 0 0 0,1 0 0 0 0,0 0 0 0 0,0 0 0 0 0,-1 0 0 0 0,1 1 0 0 0,0-1 0 0 0,0 0 0 0 0,-1 0 1 0 0,1 0-1 0 0,0 0 0 0 0,0 0 0 0 0,-1 1 0 0 0,1-1 0 0 0,0 0 0 0 0,0 0 0 0 0,0 0 0 0 0,-1 1 0 0 0,1-1 0 0 0,0 0 0 0 0,0 0 0 0 0,0 1 0 0 0,0-1 0 0 0,-12 12 125 0 0,2 1-89 0 0,1 1 1 0 0,0 0-1 0 0,1 0 1 0 0,1 1-1 0 0,0 0 1 0 0,1 0-1 0 0,1 1 0 0 0,-6 25 1 0 0,7-16-56 0 0,0 0 0 0 0,1 0 0 0 0,2 0 0 0 0,3 46 0 0 0,-1-62-76 0 0,0 0 1 0 0,1 0 0 0 0,1 0-1 0 0,-1 0 1 0 0,1 0 0 0 0,1-1 0 0 0,0 1-1 0 0,0-1 1 0 0,1 0 0 0 0,-1 0-1 0 0,2 0 1 0 0,-1-1 0 0 0,1 0-1 0 0,0 0 1 0 0,1-1 0 0 0,7 7-1 0 0,-10-10 90 0 0,-1 0 0 0 0,1-1 0 0 0,0 1 1 0 0,0-1-1 0 0,1 0 0 0 0,-1 0 0 0 0,0 0 0 0 0,1-1 0 0 0,-1 1 0 0 0,1-1 0 0 0,-1 0 0 0 0,1-1 0 0 0,0 1 0 0 0,-1-1 0 0 0,1 0 0 0 0,0 0 0 0 0,-1 0 0 0 0,1-1 0 0 0,0 1 0 0 0,-1-1 0 0 0,1 0 0 0 0,-1-1 0 0 0,1 1 0 0 0,-1-1 0 0 0,1 0 0 0 0,-1 0 0 0 0,0 0 0 0 0,0-1 0 0 0,0 1 0 0 0,0-1 0 0 0,-1 0 0 0 0,1 0 0 0 0,3-4 0 0 0,36-29 4187 0 0,-42 35-3176 0 0,-1 1-1003 0 0,1 0 0 0 0,-1-1 0 0 0,0 1 0 0 0,0 0 1 0 0,0 0-1 0 0,1 0 0 0 0,-1-1 0 0 0,0 1 0 0 0,0 0 0 0 0,1 0 0 0 0,-1 0 0 0 0,0 0 0 0 0,0 0 0 0 0,1 0 1 0 0,-1-1-1 0 0,0 1 0 0 0,1 0 0 0 0,-1 0 0 0 0,0 0 0 0 0,0 0 0 0 0,1 0 0 0 0,-1 0 0 0 0,0 0 0 0 0,1 0 0 0 0,-1 0 1 0 0,0 0-1 0 0,1 0 0 0 0,-1 0 0 0 0,0 1 0 0 0,0-1 0 0 0,1 0 0 0 0,-1 0 0 0 0,0 0 0 0 0,0 0 0 0 0,1 0 1 0 0,-1 1-1 0 0,0-1 0 0 0,0 0 0 0 0,1 0 0 0 0,-1 0 0 0 0,0 1 0 0 0,0-1 0 0 0,0 0 0 0 0,1 0 0 0 0,-1 1 1 0 0,0-1-1 0 0,0 0 0 0 0,0 0 0 0 0,0 1 0 0 0,0-1 0 0 0,1 1 0 0 0,14 13-194 0 0,-10-9-413 0 0,-1 0 0 0 0,1-1-1 0 0,0 0 1 0 0,0 0-1 0 0,0 0 1 0 0,0 0 0 0 0,7 2-1 0 0,-9-5-524 0 0,1 1-1 0 0,0-1 1 0 0,-1 0-1 0 0,1 0 1 0 0,0 0-1 0 0,0-1 1 0 0,0 1 0 0 0,4-1-1 0 0</inkml:trace>
</inkml:ink>
</file>

<file path=ppt/ink/ink5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5:03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0 168 0 0,'-7'16'2172'0'0,"14"-9"2660"0"0,13-7-314 0 0,-5-2-5171 0 0,-5 1-2731 0 0,-6 0 487 0 0,2-3 221 0 0</inkml:trace>
</inkml:ink>
</file>

<file path=ppt/ink/ink5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5:10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6 760 976 0 0,'-5'24'4251'0'0,"6"-23"-4132"0"0,-1 1 1 0 0,1-1-1 0 0,0 1 0 0 0,0-1 1 0 0,0 0-1 0 0,0 1 0 0 0,1-1 0 0 0,-1 0 1 0 0,0 0-1 0 0,1 0 0 0 0,-1 0 1 0 0,0 0-1 0 0,1 0 0 0 0,-1 0 0 0 0,1 0 1 0 0,-1 0-1 0 0,1-1 0 0 0,0 1 1 0 0,-1-1-1 0 0,1 1 0 0 0,2-1 0 0 0,1 1 37 0 0,0-1 0 0 0,0 0 0 0 0,0 0 0 0 0,0 0 0 0 0,0-1 0 0 0,0 0 0 0 0,7-2 0 0 0,11-4 89 0 0,-1-1 1 0 0,31-17-1 0 0,-39 18-42 0 0,62-31 418 0 0,137-91-1 0 0,-171 98-462 0 0,-1-2-1 0 0,-1-2 1 0 0,-2-1 0 0 0,46-57 0 0 0,-69 75-116 0 0,-2-1 1 0 0,-1 0 0 0 0,0-1 0 0 0,-1-1-1 0 0,13-36 1 0 0,-20 47-4 0 0,-1 0 0 0 0,0 0 0 0 0,-1 0 0 0 0,0 0 0 0 0,-1 0 0 0 0,0 0 0 0 0,0-1 0 0 0,-1 1 0 0 0,0 0-1 0 0,-1-1 1 0 0,0 1 0 0 0,-1 0 0 0 0,0 0 0 0 0,-1 0 0 0 0,-4-11 0 0 0,7 19-30 0 0,-1 0-1 0 0,1 1 1 0 0,-1-1-1 0 0,1 1 1 0 0,-1-1-1 0 0,0 0 1 0 0,0 1-1 0 0,1-1 1 0 0,-1 1-1 0 0,0 0 1 0 0,-1-1-1 0 0,1 1 1 0 0,0 0-1 0 0,0-1 1 0 0,0 1-1 0 0,-1 0 1 0 0,1 0-1 0 0,-1 0 1 0 0,1 0-1 0 0,-1 0 1 0 0,1 1-1 0 0,-1-1 1 0 0,1 0-1 0 0,-1 1 1 0 0,0-1-1 0 0,1 1 1 0 0,-1 0-1 0 0,0-1 1 0 0,0 1-1 0 0,1 0 1 0 0,-1 0-1 0 0,0 0 1 0 0,0 0-1 0 0,1 0 1 0 0,-1 1-1 0 0,0-1 1 0 0,1 0-1 0 0,-1 1 1 0 0,0-1-1 0 0,1 1 1 0 0,-1 0-1 0 0,0 0 1 0 0,1-1-1 0 0,-1 1 1 0 0,1 0-1 0 0,0 0 1 0 0,-1 0-1 0 0,-1 2 1 0 0,-5 4 5 0 0,0 1 1 0 0,1-1 0 0 0,0 1-1 0 0,0 1 1 0 0,0-1 0 0 0,-7 14 0 0 0,-8 20 54 0 0,2 1 1 0 0,2 0 0 0 0,2 1 0 0 0,-16 65 0 0 0,-26 191 202 0 0,52-263-241 0 0,-4 49 107 0 0,1 89 0 0 0,7-100-244 0 0,-23 147 0 0 0,-3-112-1022 0 0,25-101 789 0 0,0 0 0 0 0,-1 0-1 0 0,0 0 1 0 0,0-1 0 0 0,-1 0-1 0 0,0 0 1 0 0,0 0-1 0 0,-1 0 1 0 0,-11 11 0 0 0,12-15-325 0 0,0-1 0 0 0,0 0 0 0 0,0-1 1 0 0,0 1-1 0 0,0-1 0 0 0,-1 0 0 0 0,-8 2 1 0 0,-6-2-1789 0 0</inkml:trace>
</inkml:ink>
</file>

<file path=ppt/ink/ink5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5:11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1 615 480 0 0,'679'-289'5931'0'0,"-360"146"-3543"0"0,-306 137-2227 0 0,199-96 5522 0 0,-220 104-5529 0 0,-2 0-90 0 0,0 1 0 0 0,-1 1-1 0 0,1 0 1 0 0,1 0-1 0 0,-1 1 1 0 0,1 0 0 0 0,-11 8-1 0 0,14-9-36 0 0,1 0 0 0 0,0 0 0 0 0,0 0 0 0 0,0 0-1 0 0,1 1 1 0 0,-1 0 0 0 0,1 0 0 0 0,0 0 0 0 0,1 1 0 0 0,-1-1-1 0 0,1 1 1 0 0,0 0 0 0 0,1 0 0 0 0,-3 8 0 0 0,5-14-28 0 0,0 1 1 0 0,0 0-1 0 0,0-1 0 0 0,1 1 1 0 0,-1-1-1 0 0,0 1 1 0 0,1 0-1 0 0,-1-1 0 0 0,0 1 1 0 0,1-1-1 0 0,-1 1 1 0 0,0-1-1 0 0,1 1 1 0 0,-1-1-1 0 0,1 1 0 0 0,-1-1 1 0 0,1 0-1 0 0,0 1 1 0 0,-1-1-1 0 0,1 0 0 0 0,-1 1 1 0 0,1-1-1 0 0,-1 0 1 0 0,1 0-1 0 0,0 0 1 0 0,-1 1-1 0 0,1-1 0 0 0,0 0 1 0 0,-1 0-1 0 0,1 0 1 0 0,0 0-1 0 0,-1 0 0 0 0,1 0 1 0 0,1-1-1 0 0,24 1-22 0 0,4-8-21 0 0,1-2 0 0 0,53-25 0 0 0,-57 22-28 0 0,1 1 0 0 0,0 2 0 0 0,40-10 0 0 0,-63 19 52 0 0,0 1-1 0 0,1-1 1 0 0,-1 1-1 0 0,0 0 0 0 0,0 1 1 0 0,1-1-1 0 0,-1 1 1 0 0,0 0-1 0 0,0 0 1 0 0,0 0-1 0 0,8 4 0 0 0,40 9-37 0 0,-45-13 64 0 0,1-1 1 0 0,-1 0-1 0 0,1 0 0 0 0,-1-1 1 0 0,1 0-1 0 0,-1-1 1 0 0,0 0-1 0 0,0 0 0 0 0,1-1 1 0 0,13-6-1 0 0,11-7-1225 0 0,37-24 0 0 0,-41 23-1193 0 0,-3 1-1434 0 0,-1 0 296 0 0</inkml:trace>
</inkml:ink>
</file>

<file path=ppt/ink/ink5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5:11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13 104 0 0,'-2'-2'461'0'0,"-1"0"-1"0"0,0 1 1 0 0,1 0 0 0 0,-1-1-1 0 0,0 1 1 0 0,1 0 0 0 0,-1 1 0 0 0,0-1-1 0 0,0 0 1 0 0,0 1 0 0 0,0 0-1 0 0,0-1 1 0 0,0 1 0 0 0,0 0-1 0 0,0 1 1 0 0,0-1 0 0 0,1 0-1 0 0,-6 2 1 0 0,3 1-205 0 0,-1-1 0 0 0,1 1-1 0 0,0 0 1 0 0,0 1 0 0 0,0-1 0 0 0,0 1-1 0 0,0 0 1 0 0,-4 5 0 0 0,5-5-66 0 0,0 0 0 0 0,1 1 0 0 0,-1-1 1 0 0,1 1-1 0 0,0 0 0 0 0,0 0 0 0 0,0 0 0 0 0,1 0 0 0 0,-1 0 0 0 0,-1 7 1 0 0,4-10-30 0 0,16 3 316 0 0,10-4-384 0 0,0-2 1 0 0,-1-1-1 0 0,30-5 1 0 0,52-3-2459 0 0,-41 11-4153 0 0,-49 2 3490 0 0</inkml:trace>
</inkml:ink>
</file>

<file path=ppt/ink/ink5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5:11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98 184 0 0,'12'-7'5348'0'0,"-5"6"-780"0"0,2 5-4260 0 0,-1 1 0 0 0,0 0 0 0 0,0 0 0 0 0,-1 1 0 0 0,0 0-1 0 0,0 0 1 0 0,0 1 0 0 0,-1 0 0 0 0,0 0 0 0 0,10 16 0 0 0,29 28 421 0 0,-32-39-690 0 0,-10-8 29 0 0,1 0 0 0 0,0-1 0 0 0,1 1-1 0 0,-1-1 1 0 0,0 0 0 0 0,1 0 0 0 0,10 5 0 0 0,-14-8-48 0 0,1 0 0 0 0,0 0-1 0 0,0 1 1 0 0,0-1 0 0 0,0 0 0 0 0,0-1 0 0 0,0 1 0 0 0,0 0 0 0 0,0-1-1 0 0,0 1 1 0 0,0-1 0 0 0,0 1 0 0 0,0-1 0 0 0,-1 0 0 0 0,1 0 0 0 0,0 0-1 0 0,0 0 1 0 0,-1 0 0 0 0,1 0 0 0 0,-1 0 0 0 0,1-1 0 0 0,-1 1 0 0 0,1 0 0 0 0,-1-1-1 0 0,0 1 1 0 0,2-4 0 0 0,21-27-340 0 0,36-62 1 0 0,-29 42-2371 0 0,2 3-3433 0 0,-21 33 2813 0 0</inkml:trace>
</inkml:ink>
</file>

<file path=ppt/ink/ink5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5:12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48 422 1216 0 0,'3'-12'3327'0'0,"3"-16"-557"0"0,-5 24-2200 0 0,0-1-1 0 0,-1 0 1 0 0,0 1-1 0 0,0-1 1 0 0,0 1 0 0 0,-1-1-1 0 0,0 1 1 0 0,-1-6-1 0 0,1 8-145 0 0,1 1-367 0 0,-1 1 0 0 0,0 0 0 0 0,1 0-1 0 0,-1 0 1 0 0,1-1 0 0 0,-1 1 0 0 0,0 0 0 0 0,1 0 0 0 0,-1 0-1 0 0,0 0 1 0 0,1 0 0 0 0,-1 0 0 0 0,0 0 0 0 0,1 0 0 0 0,-1 1-1 0 0,0-1 1 0 0,1 0 0 0 0,-1 0 0 0 0,0 0 0 0 0,1 1-1 0 0,-2 0 1 0 0,-1 2 13 0 0,-1 0 0 0 0,1 0-1 0 0,0 1 1 0 0,0-1 0 0 0,0 1 0 0 0,0 0-1 0 0,1 0 1 0 0,0 0 0 0 0,-1 0-1 0 0,1 0 1 0 0,1 1 0 0 0,-1-1-1 0 0,-1 5 1 0 0,3-6-72 0 0,-1-1 1 0 0,1 0-1 0 0,0 1 0 0 0,0-1 1 0 0,0 1-1 0 0,0-1 1 0 0,0 0-1 0 0,0 1 0 0 0,1-1 1 0 0,-1 0-1 0 0,1 1 0 0 0,-1-1 1 0 0,1 0-1 0 0,0 0 0 0 0,0 1 1 0 0,0-1-1 0 0,0 0 0 0 0,0 0 1 0 0,1 0-1 0 0,-1 0 0 0 0,1 0 1 0 0,-1-1-1 0 0,1 1 0 0 0,0 0 1 0 0,-1-1-1 0 0,1 1 0 0 0,0-1 1 0 0,0 0-1 0 0,3 2 0 0 0,1-1-54 0 0,-1 1 0 0 0,1-2-1 0 0,0 1 1 0 0,0-1 0 0 0,0 1 0 0 0,0-2-1 0 0,0 1 1 0 0,0-1 0 0 0,0 0-1 0 0,0 0 1 0 0,0 0 0 0 0,0-1 0 0 0,9-2-1 0 0,14-4-238 0 0,41-15-1 0 0,-43 13 127 0 0,-7 2 17 0 0,0 2 0 0 0,1 0 0 0 0,-1 1 1 0 0,1 1-1 0 0,0 1 0 0 0,33 1 0 0 0,-51 2 31 0 0,0-1 0 0 0,1 1 1 0 0,-1 0-1 0 0,0 1 0 0 0,0-1 1 0 0,0 0-1 0 0,0 1 0 0 0,-1 0 1 0 0,1-1-1 0 0,0 1 0 0 0,-1 0 1 0 0,1 1-1 0 0,-1-1 0 0 0,0 0 1 0 0,0 1-1 0 0,0-1 0 0 0,0 1 1 0 0,0 0-1 0 0,0 0 0 0 0,-1-1 1 0 0,3 6-1 0 0,19 24-1657 0 0,-22-31 1740 0 0,1-1 1 0 0,-1 1-1 0 0,0 0 0 0 0,1-1 1 0 0,-1 1-1 0 0,0-1 0 0 0,1 0 1 0 0,-1 0-1 0 0,1 1 1 0 0,-1-1-1 0 0,0 0 0 0 0,1 0 1 0 0,-1 0-1 0 0,1 0 1 0 0,-1-1-1 0 0,1 1 0 0 0,-1 0 1 0 0,0-1-1 0 0,1 1 0 0 0,-1-1 1 0 0,1 1-1 0 0,-1-1 1 0 0,0 1-1 0 0,0-1 0 0 0,1 0 1 0 0,-1 0-1 0 0,0 0 1 0 0,0 0-1 0 0,2-2 0 0 0,35-34 9 0 0,-33 32 37 0 0,9-14 143 0 0,-1 0 0 0 0,-1-1 0 0 0,-1 0 0 0 0,0-1-1 0 0,-2 0 1 0 0,12-39 0 0 0,-2 10 164 0 0,36-139 4161 0 0,-52 180-1629 0 0,-11 30-2206 0 0,-10 48-405 0 0,17-45-356 0 0,0 0 0 0 0,1 0 1 0 0,2 1-1 0 0,0-1 1 0 0,9 34-1 0 0,-10-51 13 0 0,1 0 0 0 0,0 0 0 0 0,0 0-1 0 0,1 0 1 0 0,0 0 0 0 0,0-1 0 0 0,1 1 0 0 0,0-1-1 0 0,0 0 1 0 0,0 0 0 0 0,1 0 0 0 0,0-1 0 0 0,0 1-1 0 0,1-1 1 0 0,-1 0 0 0 0,1-1 0 0 0,0 0 0 0 0,0 1-1 0 0,0-2 1 0 0,1 1 0 0 0,-1-1 0 0 0,8 3 0 0 0,15 1-226 0 0,-18-4 103 0 0,-1-1-1 0 0,1 1 0 0 0,-1 1 1 0 0,14 7-1 0 0,-23-11 219 0 0,-1 0 0 0 0,0 0 0 0 0,1 1 0 0 0,-1-1 0 0 0,0 0 0 0 0,1 1 0 0 0,-1-1 0 0 0,0 0 0 0 0,1 1-1 0 0,-1-1 1 0 0,0 0 0 0 0,0 1 0 0 0,1-1 0 0 0,-1 0 0 0 0,0 1 0 0 0,0-1 0 0 0,0 1 0 0 0,1-1 0 0 0,-1 1 0 0 0,0-1 0 0 0,0 0 0 0 0,0 1 0 0 0,0-1 0 0 0,0 1 0 0 0,0-1 0 0 0,0 1-1 0 0,0-1 1 0 0,0 1 0 0 0,0-1 0 0 0,0 1 0 0 0,0-1 0 0 0,-1 0 0 0 0,1 1 0 0 0,0-1 0 0 0,0 1 0 0 0,-1 0 0 0 0,-15 16-113 0 0,-17 5 163 0 0,28-20 110 0 0,-1 1 0 0 0,0-1 0 0 0,-1 0 0 0 0,1 0 0 0 0,-12 1-1 0 0,-4 0-4657 0 0,16-2 1790 0 0</inkml:trace>
</inkml:ink>
</file>

<file path=ppt/ink/ink5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5:17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282 163 584 0 0,'3'-16'2212'0'0,"-2"11"-1854"0"0,0 1 0 0 0,0 0 1 0 0,0 0-1 0 0,0-1 0 0 0,-1 1 0 0 0,0 0 1 0 0,0-1-1 0 0,0 1 0 0 0,0 0 1 0 0,-1-1-1 0 0,0 1 0 0 0,1 0 1 0 0,-2 0-1 0 0,1 0 0 0 0,0-1 1 0 0,-1 1-1 0 0,0 0 0 0 0,0 1 0 0 0,0-1 1 0 0,0 0-1 0 0,-1 1 0 0 0,1-1 1 0 0,-6-5-1 0 0,6 8-321 0 0,0 1-1 0 0,0-1 1 0 0,0 0-1 0 0,0 1 1 0 0,0-1 0 0 0,-1 1-1 0 0,1 0 1 0 0,0 0-1 0 0,0 0 1 0 0,0 0-1 0 0,0 0 1 0 0,0 0 0 0 0,0 1-1 0 0,0-1 1 0 0,-4 2-1 0 0,-31 10 213 0 0,34-11-220 0 0,-24 9 112 0 0,2 1-1 0 0,-28 16 0 0 0,46-23-113 0 0,0 0-1 0 0,0 1 1 0 0,0 0-1 0 0,1 0 1 0 0,0 1-1 0 0,0-1 1 0 0,1 1-1 0 0,-1 1 1 0 0,1-1-1 0 0,0 1 1 0 0,-6 12-1 0 0,10-17-23 0 0,1-1 0 0 0,0 1 0 0 0,0-1 0 0 0,0 1 0 0 0,0-1 0 0 0,0 1 0 0 0,0-1-1 0 0,1 1 1 0 0,-1-1 0 0 0,0 1 0 0 0,1-1 0 0 0,-1 0 0 0 0,1 1 0 0 0,-1-1 0 0 0,1 0 0 0 0,0 1 0 0 0,0-1 0 0 0,-1 0 0 0 0,1 0-1 0 0,0 1 1 0 0,0-1 0 0 0,0 0 0 0 0,0 0 0 0 0,0 0 0 0 0,2 1 0 0 0,29 21 14 0 0,37 15-1 0 0,-23-14 0 0 0,65 45 0 0 0,-96-57-22 0 0,0 0-1 0 0,-1 1 1 0 0,0 0-1 0 0,-2 1 1 0 0,1 1-1 0 0,-2 0 1 0 0,19 30 0 0 0,-24-33 1 0 0,0 0 0 0 0,0 1 1 0 0,-2 0-1 0 0,1 0 0 0 0,-1 0 1 0 0,-1 1-1 0 0,-1-1 0 0 0,0 1 1 0 0,0 0-1 0 0,-1-1 0 0 0,-2 21 1 0 0,0-25 35 0 0,0-1 1 0 0,0 1 0 0 0,-1-1 0 0 0,0 0-1 0 0,-1 0 1 0 0,1 1 0 0 0,-2-2 0 0 0,1 1-1 0 0,-1 0 1 0 0,0-1 0 0 0,-1 0 0 0 0,0 0 0 0 0,0 0-1 0 0,0 0 1 0 0,-1-1 0 0 0,0 0 0 0 0,0 0-1 0 0,-1 0 1 0 0,-9 5 0 0 0,15-10-18 0 0,1 0 0 0 0,-1-1 0 0 0,0 1 0 0 0,0-1 0 0 0,0 0 0 0 0,0 1 0 0 0,0-1 0 0 0,0 0 0 0 0,-1 1-1 0 0,1-1 1 0 0,0 0 0 0 0,0 0 0 0 0,0 0 0 0 0,0 0 0 0 0,0 0 0 0 0,0 0 0 0 0,0 0 0 0 0,0 0 0 0 0,0-1 0 0 0,0 1 0 0 0,0 0 0 0 0,0-1 0 0 0,0 1 0 0 0,0-1 0 0 0,0 1 0 0 0,0-1 0 0 0,0 1 0 0 0,0-1 0 0 0,0 1 0 0 0,0-1 0 0 0,0 0 0 0 0,1 0 0 0 0,-1 1 0 0 0,0-1-1 0 0,1 0 1 0 0,-1 0 0 0 0,0 0 0 0 0,1 0 0 0 0,-1 0 0 0 0,1 0 0 0 0,-1 0 0 0 0,1 0 0 0 0,0 0 0 0 0,0 0 0 0 0,-1 0 0 0 0,1 0 0 0 0,0-2 0 0 0,-2-3 12 0 0,0-1 1 0 0,0 0 0 0 0,1 0-1 0 0,0-1 1 0 0,1-12-1 0 0,2-5-37 0 0,2 0 1 0 0,0 0-1 0 0,2 1 0 0 0,1-1 0 0 0,1 1 0 0 0,0 1 0 0 0,14-24 1 0 0,2 0-116 0 0,2 2 0 0 0,44-58 1 0 0,-57 87 90 0 0,0 0 0 0 0,1 1 1 0 0,0 1-1 0 0,1 1 0 0 0,1 0 0 0 0,0 0 1 0 0,1 2-1 0 0,0 0 0 0 0,1 1 0 0 0,32-14 1 0 0,-42 21 20 0 0,1 0 0 0 0,-1 0-1 0 0,1 1 1 0 0,0 0 0 0 0,0 0 0 0 0,0 1 0 0 0,0 1 0 0 0,0-1 0 0 0,0 1 0 0 0,0 1 0 0 0,0-1 0 0 0,0 2 0 0 0,-1-1 0 0 0,1 1 0 0 0,0 0 0 0 0,0 1 0 0 0,-1 0 0 0 0,0 1 0 0 0,0-1 0 0 0,0 2 0 0 0,0-1 0 0 0,0 1 0 0 0,-1 0 0 0 0,0 1 0 0 0,0-1 0 0 0,7 9 0 0 0,-10-10 36 0 0,-1 1 0 0 0,0 0 0 0 0,0 0 0 0 0,0 0 1 0 0,0 0-1 0 0,-1 0 0 0 0,0 0 0 0 0,0 0 1 0 0,-1 1-1 0 0,1-1 0 0 0,-1 1 0 0 0,0 0 1 0 0,0-1-1 0 0,-1 1 0 0 0,0 0 0 0 0,0-1 1 0 0,0 1-1 0 0,-1 0 0 0 0,0-1 0 0 0,0 1 0 0 0,0-1 1 0 0,-4 9-1 0 0,4-12 129 0 0,1-2-142 0 0,0 0-1 0 0,0 1 1 0 0,0-1 0 0 0,0 0 0 0 0,0 0 0 0 0,0 0 0 0 0,0 0 0 0 0,-1 1 0 0 0,1-1 0 0 0,0 0 0 0 0,0 0 0 0 0,0 0-1 0 0,0 0 1 0 0,-1 0 0 0 0,1 0 0 0 0,0 1 0 0 0,0-1 0 0 0,0 0 0 0 0,0 0 0 0 0,-1 0 0 0 0,1 0 0 0 0,0 0 0 0 0,0 0-1 0 0,-1 0 1 0 0,1 0 0 0 0,0 0 0 0 0,0 0 0 0 0,0 0 0 0 0,-1 0 0 0 0,1 0 0 0 0,0 0 0 0 0,0 0 0 0 0,0 0 0 0 0,-1 0 0 0 0,1 0-1 0 0,0-1 1 0 0,0 1 0 0 0,0 0 0 0 0,0 0 0 0 0,-1 0 0 0 0,1 0 0 0 0,0 0 0 0 0,0 0 0 0 0,0 0 0 0 0,0-1 0 0 0,-1 1-1 0 0,1 0 1 0 0,0 0 0 0 0,0 0 0 0 0,0 0 0 0 0,0-1 0 0 0,0 1 0 0 0,0 0 0 0 0,0 0 0 0 0,0 0 0 0 0,0-1 0 0 0,-1 1-1 0 0,1 0 1 0 0,0 0 0 0 0,1-13-1 0 0,0 0 0 0 0,1 0 0 0 0,0 0-1 0 0,1 0 1 0 0,0 1 0 0 0,1-1 0 0 0,1 1-1 0 0,0 0 1 0 0,0 0 0 0 0,9-13 0 0 0,7-10-72 0 0,2 1 0 0 0,27-32 0 0 0,-44 57 40 0 0,1 1 0 0 0,0 0 0 0 0,0 1 0 0 0,1 0 0 0 0,0 0 0 0 0,0 1 1 0 0,0 0-1 0 0,1 0 0 0 0,0 1 0 0 0,1 0 0 0 0,-1 0 0 0 0,1 1 0 0 0,15-4 1 0 0,-30 11 69 0 0,0 1 0 0 0,0 0 1 0 0,0 1-1 0 0,0-1 1 0 0,1 1-1 0 0,0 0 1 0 0,0 0-1 0 0,0 0 0 0 0,0 1 1 0 0,1-1-1 0 0,-4 9 1 0 0,0-1-38 0 0,0 0-1 0 0,1 1 1 0 0,0 0 0 0 0,1 0 0 0 0,-4 18 0 0 0,8-27-9 0 0,1 1 1 0 0,-1 0 0 0 0,1-1 0 0 0,0 1 0 0 0,1 0 0 0 0,-1-1-1 0 0,1 1 1 0 0,0 0 0 0 0,0-1 0 0 0,1 1 0 0 0,0-1 0 0 0,0 0-1 0 0,0 1 1 0 0,1-1 0 0 0,-1 0 0 0 0,1 0 0 0 0,0-1-1 0 0,1 1 1 0 0,-1-1 0 0 0,1 1 0 0 0,0-1 0 0 0,0 0 0 0 0,0 0-1 0 0,1-1 1 0 0,-1 1 0 0 0,1-1 0 0 0,0 0 0 0 0,0-1 0 0 0,0 1-1 0 0,8 2 1 0 0,-5-2 7 0 0,-1 0 0 0 0,0-1 1 0 0,1 0-1 0 0,-1-1 0 0 0,1 0 0 0 0,0 0 0 0 0,0 0 0 0 0,-1-1 0 0 0,1 0 0 0 0,0-1 0 0 0,0 1 0 0 0,-1-2 1 0 0,1 1-1 0 0,-1-1 0 0 0,1 0 0 0 0,-1-1 0 0 0,0 1 0 0 0,0-2 0 0 0,0 1 0 0 0,0-1 0 0 0,0 0 1 0 0,6-5-1 0 0,-9 5 31 0 0,-1 0 0 0 0,1 0 0 0 0,-1 0 0 0 0,0 0 0 0 0,-1 0 1 0 0,1-1-1 0 0,-1 1 0 0 0,0-1 0 0 0,0 0 0 0 0,0 1 0 0 0,-1-1 0 0 0,1 0 1 0 0,-1 0-1 0 0,-1 0 0 0 0,1 0 0 0 0,-1 0 0 0 0,1 0 0 0 0,-1-1 0 0 0,-1 1 1 0 0,1 0-1 0 0,-1 0 0 0 0,0 0 0 0 0,-2-8 0 0 0,-1-2 129 0 0,-1 1 0 0 0,0-1-1 0 0,-1 1 1 0 0,0 1 0 0 0,-1-1-1 0 0,-16-22 1 0 0,-5 6-158 0 0,27 29-95 0 0,0 1-1 0 0,0-1 1 0 0,0 1 0 0 0,0-1-1 0 0,0 1 1 0 0,0 0 0 0 0,0 0 0 0 0,0-1-1 0 0,0 1 1 0 0,0 0 0 0 0,0 0 0 0 0,0 0-1 0 0,0 0 1 0 0,0 0 0 0 0,0 0-1 0 0,0 0 1 0 0,0 1 0 0 0,0-1 0 0 0,0 0-1 0 0,0 1 1 0 0,0-1 0 0 0,0 0-1 0 0,0 1 1 0 0,0-1 0 0 0,0 1 0 0 0,0-1-1 0 0,0 1 1 0 0,0 0 0 0 0,1-1 0 0 0,-1 1-1 0 0,0 0 1 0 0,0 0 0 0 0,1 0-1 0 0,-1-1 1 0 0,1 1 0 0 0,-2 2 0 0 0,-4 17-2659 0 0,6-2-3303 0 0,1-8 3217 0 0</inkml:trace>
</inkml:ink>
</file>

<file path=ppt/ink/ink5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5:18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1 820 0 0,'0'0'2200'0'0,"-2"44"2401"0"0,2-17-3259 0 0,1 0-1 0 0,6 32 1 0 0,-7-58-1308 0 0,0 0 1 0 0,1 0 0 0 0,-1 0 0 0 0,0 0-1 0 0,0 0 1 0 0,1 0 0 0 0,-1 0-1 0 0,1 0 1 0 0,-1 0 0 0 0,1 0 0 0 0,-1 0-1 0 0,1 0 1 0 0,0-1 0 0 0,-1 1-1 0 0,1 0 1 0 0,0 0 0 0 0,0 0 0 0 0,0-1-1 0 0,-1 1 1 0 0,1-1 0 0 0,0 1-1 0 0,0 0 1 0 0,0-1 0 0 0,0 0 0 0 0,0 1-1 0 0,0-1 1 0 0,0 1 0 0 0,0-1-1 0 0,0 0 1 0 0,0 0 0 0 0,1 0 0 0 0,-1 0-1 0 0,0 0 1 0 0,0 0 0 0 0,0 0-1 0 0,0 0 1 0 0,0 0 0 0 0,0 0-1 0 0,0 0 1 0 0,0-1 0 0 0,0 1 0 0 0,0 0-1 0 0,0-1 1 0 0,0 1 0 0 0,0-1-1 0 0,0 1 1 0 0,0-1 0 0 0,1-1 0 0 0,45-32 266 0 0,-45 33-284 0 0,11-10-34 0 0,0 1-1 0 0,0 1 0 0 0,1 0 1 0 0,18-8-1 0 0,-30 16-2 0 0,0 0 0 0 0,0 1 1 0 0,0-1-1 0 0,1 1 0 0 0,-1 0 0 0 0,0 0 0 0 0,1-1 0 0 0,-1 1 0 0 0,0 1 0 0 0,0-1 0 0 0,1 0 0 0 0,-1 0 0 0 0,0 1 1 0 0,0 0-1 0 0,1-1 0 0 0,-1 1 0 0 0,0 0 0 0 0,3 1 0 0 0,36 25-513 0 0,-32-20 413 0 0,-8-7 115 0 0,12 10-162 0 0,0 0-1 0 0,1-1 1 0 0,0-1 0 0 0,1 0 0 0 0,19 7 0 0 0,-30-14 171 0 0,0 0 1 0 0,0 0 0 0 0,0 0 0 0 0,1-1 0 0 0,-1 1-1 0 0,0-1 1 0 0,0 0 0 0 0,1 0 0 0 0,-1 0 0 0 0,0-1-1 0 0,0 1 1 0 0,0-1 0 0 0,1 0 0 0 0,-1-1 0 0 0,0 1-1 0 0,0-1 1 0 0,0 1 0 0 0,-1-1 0 0 0,1 0 0 0 0,0-1-1 0 0,-1 1 1 0 0,1-1 0 0 0,-1 1 0 0 0,0-1 0 0 0,5-6-1 0 0,48-62 1150 0 0,-33 38 128 0 0,-23 32-1158 0 0,1 0 0 0 0,-1 0 0 0 0,1 0 1 0 0,0 0-1 0 0,-1 0 0 0 0,1 0 0 0 0,0 0 0 0 0,-1 1 1 0 0,1-1-1 0 0,0 0 0 0 0,0 0 0 0 0,0 1 0 0 0,0-1 0 0 0,0 0 1 0 0,0 1-1 0 0,0-1 0 0 0,0 1 0 0 0,0-1 0 0 0,0 1 1 0 0,0-1-1 0 0,2 1 0 0 0,-2 2-87 0 0,0-1 0 0 0,-1 1 0 0 0,1 0 0 0 0,-1 0 0 0 0,1 0 0 0 0,-1 0 0 0 0,0 0 0 0 0,0 0 0 0 0,0 0 1 0 0,0 0-1 0 0,0 0 0 0 0,0 0 0 0 0,0 0 0 0 0,-1 0 0 0 0,0 3 0 0 0,-35 254 617 0 0,-16 167-221 0 0,41-229 3515 0 0,10-203-3585 0 0,-3-25-162 0 0,2 0-1 0 0,2 0 0 0 0,0-1 1 0 0,3 1-1 0 0,0 0 0 0 0,2 0 1 0 0,12-42-1 0 0,4 0-165 0 0,3 2 0 0 0,34-69 0 0 0,-45 112-46 0 0,1 1 1 0 0,2 0-1 0 0,31-40 0 0 0,-40 57-8 0 0,1 1 0 0 0,1 0 0 0 0,-1 0 0 0 0,1 1 0 0 0,0 0-1 0 0,1 1 1 0 0,0 0 0 0 0,0 0 0 0 0,1 1 0 0 0,0 0 0 0 0,0 1 0 0 0,15-5 0 0 0,-22 9-1 0 0,0 0 0 0 0,0 0 0 0 0,0 0 1 0 0,0 0-1 0 0,1 1 0 0 0,-1 0 1 0 0,0 0-1 0 0,0 0 0 0 0,1 0 0 0 0,-1 1 1 0 0,0-1-1 0 0,0 1 0 0 0,0 0 1 0 0,0 1-1 0 0,0-1 0 0 0,0 1 0 0 0,0-1 1 0 0,0 1-1 0 0,0 0 0 0 0,-1 1 1 0 0,1-1-1 0 0,-1 1 0 0 0,1-1 0 0 0,-1 1 1 0 0,0 0-1 0 0,0 0 0 0 0,0 1 0 0 0,-1-1 1 0 0,1 0-1 0 0,3 8 0 0 0,-4-6-7 0 0,1 0-1 0 0,-1 1 0 0 0,-1-1 1 0 0,1 1-1 0 0,-1 0 1 0 0,0-1-1 0 0,0 1 0 0 0,-1 0 1 0 0,1 0-1 0 0,-1 0 0 0 0,-1-1 1 0 0,1 1-1 0 0,-1 0 0 0 0,0 0 1 0 0,0-1-1 0 0,-1 1 1 0 0,0-1-1 0 0,1 1 0 0 0,-2-1 1 0 0,1 0-1 0 0,-1 1 0 0 0,-3 4 1 0 0,-2 0-4 0 0,1-1 0 0 0,-2-1 1 0 0,1 0-1 0 0,-1 0 1 0 0,0 0-1 0 0,0-1 0 0 0,-1 0 1 0 0,0-1-1 0 0,0 0 0 0 0,-1-1 1 0 0,0 0-1 0 0,0-1 0 0 0,-16 5 1 0 0,10-4-541 0 0,1-2 0 0 0,-1 0 1 0 0,-27 2-1 0 0,30-5-764 0 0,0 0 0 0 0,0 0 0 0 0,0-2 0 0 0,-19-4 0 0 0,10-1-3812 0 0,6-2 390 0 0</inkml:trace>
</inkml:ink>
</file>

<file path=ppt/ink/ink5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5:23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45 796 0 0,'5'-44'10204'0'0,"-11"50"-6433"0"0,-5 21-3044 0 0,-9 36-726 0 0,17-43 71 0 0,0 0 1 0 0,1 0 0 0 0,1 0-1 0 0,1 1 1 0 0,0-1 0 0 0,2 0-1 0 0,0 0 1 0 0,2 0 0 0 0,10 36-1 0 0,-14-55-66 0 0,1 1 0 0 0,0 0-1 0 0,0-1 1 0 0,-1 0-1 0 0,1 1 1 0 0,0-1 0 0 0,0 1-1 0 0,0-1 1 0 0,1 0-1 0 0,-1 0 1 0 0,0 0-1 0 0,0 0 1 0 0,1 0 0 0 0,-1 0-1 0 0,1 0 1 0 0,-1 0-1 0 0,0 0 1 0 0,1 0 0 0 0,0-1-1 0 0,-1 1 1 0 0,1-1-1 0 0,-1 1 1 0 0,1-1-1 0 0,0 0 1 0 0,-1 1 0 0 0,1-1-1 0 0,0 0 1 0 0,-1 0-1 0 0,1 0 1 0 0,0 0-1 0 0,-1-1 1 0 0,1 1 0 0 0,0 0-1 0 0,-1-1 1 0 0,1 1-1 0 0,2-2 1 0 0,4 0 6 0 0,0-1 1 0 0,1-1-1 0 0,-1 1 0 0 0,0-1 1 0 0,9-7-1 0 0,8-8-2 0 0,-1-1-1 0 0,0-2 0 0 0,40-47 1 0 0,-51 57 77 0 0,-7 14-86 0 0,-7 26-108 0 0,-1-2 92 0 0,3-13 4 0 0,4 37-48 0 0,-5-47 57 0 0,1-1 0 0 0,0 0 0 0 0,-1 1 1 0 0,1-1-1 0 0,0 0 0 0 0,0 0 0 0 0,0 0 0 0 0,0 0 0 0 0,1 0 1 0 0,-1 0-1 0 0,0 0 0 0 0,1 0 0 0 0,0 0 0 0 0,-1 0 0 0 0,1-1 1 0 0,0 1-1 0 0,4 2 0 0 0,-4-4-6 0 0,0 1 1 0 0,0-1 0 0 0,0 1-1 0 0,0-1 1 0 0,0 0-1 0 0,0 0 1 0 0,0 0-1 0 0,0 0 1 0 0,0 0 0 0 0,0 0-1 0 0,0 0 1 0 0,0-1-1 0 0,0 1 1 0 0,0-1-1 0 0,0 1 1 0 0,2-2 0 0 0,34-18-133 0 0,-24 13 83 0 0,57-30-181 0 0,88-38-266 0 0,-140 67 425 0 0,1 2 0 0 0,-1 0 1 0 0,1 1-1 0 0,0 1 0 0 0,0 1 0 0 0,30-1 1 0 0,-47 4 68 0 0,0 0 0 0 0,0 0 0 0 0,0 0 1 0 0,0 0-1 0 0,0 1 0 0 0,0 0 0 0 0,0-1 1 0 0,0 1-1 0 0,0 0 0 0 0,0 0 0 0 0,0 1 1 0 0,0-1-1 0 0,-1 1 0 0 0,1-1 0 0 0,0 1 0 0 0,-1 0 1 0 0,0 0-1 0 0,1 0 0 0 0,-1 0 0 0 0,0 0 1 0 0,0 1-1 0 0,0-1 0 0 0,0 0 0 0 0,-1 1 1 0 0,1 0-1 0 0,-1-1 0 0 0,1 1 0 0 0,-1 0 0 0 0,0 0 1 0 0,0 0-1 0 0,0 0 0 0 0,0 0 0 0 0,0 5 1 0 0,0 1 6 0 0,-1-1 1 0 0,0 1-1 0 0,0-1 0 0 0,0 1 1 0 0,-1-1-1 0 0,-1 0 1 0 0,1 1-1 0 0,-1-1 1 0 0,-1 0-1 0 0,1 0 1 0 0,-5 9-1 0 0,6-16 68 0 0,5-6-153 0 0,25-28-25 0 0,40-35 0 0 0,-55 56 55 0 0,0 0 0 0 0,1 1 0 0 0,0 0 0 0 0,1 2 0 0 0,32-16 0 0 0,-45 24 60 0 0,0-1 0 0 0,0 1 1 0 0,0 0-1 0 0,1 0 0 0 0,-1 0 0 0 0,1 1 1 0 0,-1-1-1 0 0,0 1 0 0 0,1-1 1 0 0,-1 1-1 0 0,1 1 0 0 0,-1-1 1 0 0,1 0-1 0 0,-1 1 0 0 0,0-1 1 0 0,1 1-1 0 0,-1 0 0 0 0,0 0 1 0 0,0 1-1 0 0,1-1 0 0 0,-1 1 0 0 0,0-1 1 0 0,0 1-1 0 0,-1 0 0 0 0,1 0 1 0 0,0 0-1 0 0,2 3 0 0 0,-3-2-106 0 0,1 1-1 0 0,-1-1 0 0 0,0 0 1 0 0,0 1-1 0 0,-1-1 1 0 0,1 1-1 0 0,-1 0 0 0 0,1 0 1 0 0,-1 0-1 0 0,-1-1 1 0 0,1 1-1 0 0,0 0 0 0 0,-1 0 1 0 0,0 0-1 0 0,0 0 0 0 0,0 0 1 0 0,0 0-1 0 0,-1 0 1 0 0,1 0-1 0 0,-1 0 0 0 0,-2 6 1 0 0,-3 0-2496 0 0,-2-2-4062 0 0</inkml:trace>
</inkml:ink>
</file>

<file path=ppt/ink/ink5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5:24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56 1424 0 0,'-7'-17'3112'0'0,"-3"-11"904"0"0,10 27-4098 0 0,0 1 0 0 0,0 0 0 0 0,0-1 0 0 0,0 1 0 0 0,0-1 1 0 0,1 1-1 0 0,-1-1 0 0 0,0 1 0 0 0,0-1 0 0 0,0 1 0 0 0,1 0 0 0 0,-1-1 0 0 0,0 1 0 0 0,0-1 0 0 0,1 1 1 0 0,-1 0-1 0 0,0-1 0 0 0,1 1 0 0 0,-1 0 0 0 0,1-1 0 0 0,-1 1 0 0 0,0 0 0 0 0,1 0 0 0 0,-1 0 1 0 0,1-1-1 0 0,-1 1 0 0 0,1 0 0 0 0,-1 0 0 0 0,0 0 0 0 0,1 0 0 0 0,-1 0 0 0 0,1 0 0 0 0,-1 0 0 0 0,1 0 1 0 0,-1 0-1 0 0,1 0 0 0 0,-1 0 0 0 0,1 0 0 0 0,-1 0 0 0 0,1 0 0 0 0,-1 0 0 0 0,1 0 0 0 0,0 1 0 0 0,3-1-2702 0 0</inkml:trace>
</inkml:ink>
</file>

<file path=ppt/ink/ink5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5:24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68 256 0 0,'12'62'8209'0'0,"-11"-60"-7576"0"0,-1 1-165 0 0,3 9 1787 0 0,-3-12-2174 0 0,0 1 1 0 0,0-1-1 0 0,0 1 1 0 0,0-1 0 0 0,0 1-1 0 0,0-1 1 0 0,0 1-1 0 0,0-1 1 0 0,1 0-1 0 0,-1 1 1 0 0,0-1-1 0 0,0 1 1 0 0,0-1-1 0 0,1 0 1 0 0,-1 1-1 0 0,0-1 1 0 0,1 0 0 0 0,-1 1-1 0 0,0-1 1 0 0,1 0-1 0 0,-1 1 1 0 0,0-1-1 0 0,1 0 1 0 0,-1 0-1 0 0,1 0 1 0 0,-1 1-1 0 0,0-1 1 0 0,1 0-1 0 0,-1 0 1 0 0,1 0-1 0 0,-1 0 1 0 0,1 0 0 0 0,-1 0-1 0 0,1 0 1 0 0,-1 0-1 0 0,1 0 1 0 0,-1 0-1 0 0,1 0 1 0 0,11-6-38 0 0,-1 1 1 0 0,1 0-1 0 0,0 0 1 0 0,1 2-1 0 0,-1-1 0 0 0,1 1 1 0 0,-1 1-1 0 0,1 0 1 0 0,0 1-1 0 0,14 1 1 0 0,23 2-558 0 0,66 10 0 0 0,8 1-726 0 0,-117-12 1159 0 0,0 0 0 0 0,0-1 0 0 0,0 0 0 0 0,0 0 0 0 0,1-1 0 0 0,-1 0 0 0 0,0 0 0 0 0,0 0 0 0 0,0-1 0 0 0,0 0 0 0 0,-1-1 0 0 0,1 1 0 0 0,-1-1 0 0 0,1-1 0 0 0,6-3 0 0 0,-12 6 95 0 0,0-1 1 0 0,0 1-1 0 0,0 0 1 0 0,0 0-1 0 0,-1-1 0 0 0,1 1 1 0 0,0 0-1 0 0,-1-1 0 0 0,1 1 1 0 0,-1-1-1 0 0,1 1 1 0 0,-1-1-1 0 0,0 1 0 0 0,1-1 1 0 0,-1 1-1 0 0,0-1 0 0 0,0 1 1 0 0,0-1-1 0 0,0 1 0 0 0,-1-1 1 0 0,1 1-1 0 0,0-1 1 0 0,-1 1-1 0 0,1-1 0 0 0,0 1 1 0 0,-1-1-1 0 0,-1-1 0 0 0,-21-36 446 0 0,18 35-427 0 0,1 0 1 0 0,0 0 0 0 0,-1 1-1 0 0,0-1 1 0 0,0 1-1 0 0,0 0 1 0 0,0 1 0 0 0,0-1-1 0 0,-1 1 1 0 0,1 0 0 0 0,-1 0-1 0 0,1 1 1 0 0,-1-1-1 0 0,0 1 1 0 0,0 1 0 0 0,1-1-1 0 0,-1 1 1 0 0,0 0-1 0 0,0 0 1 0 0,-6 1 0 0 0,11-1-47 0 0,-1 0 0 0 0,1 0 0 0 0,-1 0 1 0 0,1 0-1 0 0,-1 1 0 0 0,1-1 1 0 0,-1 0-1 0 0,1 1 0 0 0,-1-1 0 0 0,1 1 1 0 0,0-1-1 0 0,-1 1 0 0 0,1-1 1 0 0,0 1-1 0 0,0 0 0 0 0,-1 0 1 0 0,1 0-1 0 0,0 0 0 0 0,0 0 0 0 0,0 0 1 0 0,0 0-1 0 0,0 0 0 0 0,0 0 1 0 0,0 0-1 0 0,0 1 0 0 0,1-1 0 0 0,-1 0 1 0 0,0 0-1 0 0,1 1 0 0 0,-1-1 1 0 0,0 3-1 0 0,0 0-19 0 0,0-2-86 0 0,32 25-566 0 0,-23-26 649 0 0,0 0-1 0 0,0-1 0 0 0,-1 0 1 0 0,1-1-1 0 0,0 1 0 0 0,0-2 1 0 0,-1 1-1 0 0,1-1 1 0 0,0 0-1 0 0,-1 0 0 0 0,0-1 1 0 0,1 0-1 0 0,-1-1 0 0 0,7-4 1 0 0,12-3 50 0 0,-25 10 7 0 0,1 0 1 0 0,0 0 0 0 0,0 0-1 0 0,0 0 1 0 0,0 1-1 0 0,0-1 1 0 0,0 1 0 0 0,0-1-1 0 0,0 1 1 0 0,0 0 0 0 0,0 0-1 0 0,0 0 1 0 0,1 0-1 0 0,-1 0 1 0 0,0 0 0 0 0,0 1-1 0 0,0-1 1 0 0,0 0-1 0 0,0 1 1 0 0,0 0 0 0 0,0 0-1 0 0,0-1 1 0 0,0 1 0 0 0,-1 0-1 0 0,1 0 1 0 0,0 1-1 0 0,2 1 1 0 0,0 2 53 0 0,-1 0 0 0 0,1 1 0 0 0,-1-1 0 0 0,0 1 0 0 0,0 0 0 0 0,-1 0 0 0 0,0 0 0 0 0,2 8 0 0 0,19 58 196 0 0,-4 2-1 0 0,-3 0 1 0 0,-3 0 0 0 0,-3 2 0 0 0,-1 115 0 0 0,-9-127-125 0 0,-4 0 0 0 0,-20 105 1 0 0,21-151-100 0 0,-2 0 0 0 0,0 0 0 0 0,-1-1 0 0 0,0 1 1 0 0,-2-2-1 0 0,0 1 0 0 0,-1-1 0 0 0,0 0 0 0 0,-2-1 0 0 0,1 0 0 0 0,-2-1 0 0 0,0 0 1 0 0,-1-1-1 0 0,-16 14 0 0 0,22-22 96 0 0,0 0 0 0 0,-1 0 1 0 0,1-1-1 0 0,-1 0 0 0 0,0 0 0 0 0,0 0 1 0 0,-1-1-1 0 0,1-1 0 0 0,-1 0 1 0 0,1 0-1 0 0,-1 0 0 0 0,0-1 0 0 0,1 0 1 0 0,-1-1-1 0 0,-12-1 0 0 0,14 0-19 0 0,1 0-1 0 0,-1 0 1 0 0,1-1 0 0 0,0 0-1 0 0,-1 0 1 0 0,1-1-1 0 0,0 0 1 0 0,0 0-1 0 0,1 0 1 0 0,-1-1-1 0 0,1 0 1 0 0,0 0 0 0 0,0 0-1 0 0,0-1 1 0 0,0 0-1 0 0,1 0 1 0 0,-1 0-1 0 0,1 0 1 0 0,1 0-1 0 0,-7-13 1 0 0,5 7-134 0 0,0-1-1 0 0,2 1 1 0 0,-1-1-1 0 0,1-1 1 0 0,1 1 0 0 0,0 0-1 0 0,1-1 1 0 0,0 1 0 0 0,1-1-1 0 0,0 1 1 0 0,1 0 0 0 0,0-1-1 0 0,1 1 1 0 0,1 0-1 0 0,0-1 1 0 0,0 1 0 0 0,1 1-1 0 0,9-19 1 0 0,1 0-639 0 0,2 1 1 0 0,1 0 0 0 0,1 1-1 0 0,1 1 1 0 0,43-46-1 0 0,-34 45-2142 0 0,1 2-1 0 0,42-30 0 0 0,-1 4-2035 0 0</inkml:trace>
</inkml:ink>
</file>

<file path=ppt/ink/ink5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5:27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394 446 540 0 0,'-7'-23'2524'0'0,"1"-1"-1"0"0,-3-26 0 0 0,7 16 6391 0 0,10 480-6000 0 0,-3-312-2383 0 0,-2-94-613 0 0,-1 29-3445 0 0,-2-67 2944 0 0,-4-5-1858 0 0,-7-5 1791 0 0,0-1 0 0 0,1 0 0 0 0,1-1 0 0 0,0 0 1 0 0,0 0-1 0 0,-8-13 0 0 0,-21-24-880 0 0,11 19 908 0 0,-2 0 0 0 0,-1 2-1 0 0,-38-26 1 0 0,35 31 1519 0 0,-50-26-1 0 0,158 48 970 0 0,-20-1-1537 0 0,1-2 0 0 0,107-18 0 0 0,102-41 383 0 0,-219 49-566 0 0,26-7 198 0 0,78-32 0 0 0,-120 39-212 0 0,0-2 1 0 0,0-1-1 0 0,-2-1 0 0 0,52-39 1 0 0,-70 46-43 0 0,0 0 1 0 0,-1 0 0 0 0,0-1 0 0 0,0 0-1 0 0,-1 0 1 0 0,-1-1 0 0 0,1-1-1 0 0,-2 1 1 0 0,0-1 0 0 0,0 0-1 0 0,-1 0 1 0 0,5-18 0 0 0,-8 20 54 0 0,0 0 0 0 0,0-1 0 0 0,-1 1 0 0 0,0 0 0 0 0,-1-1 0 0 0,-1 1 0 0 0,1-1 0 0 0,-2 1 0 0 0,1 0 0 0 0,-1 0 0 0 0,-1 0 0 0 0,0 0 0 0 0,0 0 0 0 0,-1 0-1 0 0,0 1 1 0 0,-8-13 0 0 0,7 13 189 0 0,-1 0 0 0 0,0 0 0 0 0,0 0 0 0 0,-14-13 0 0 0,10 44-232 0 0,3 0-63 0 0,0 1 1 0 0,2-1-1 0 0,0 1 1 0 0,-1 34-1 0 0,1 94 20 0 0,5-148-58 0 0,2 471 277 0 0,-2-471-258 0 0,5 53 352 0 0,-5-55 69 0 0,5-11-459 0 0,-5 9 15 0 0,0 0-1 0 0,0 0 1 0 0,0 1 0 0 0,1-1 0 0 0,-1 0 0 0 0,0 0-1 0 0,0 0 1 0 0,0 0 0 0 0,1 1 0 0 0,-1-1 0 0 0,0 0-1 0 0,1 0 1 0 0,-1 1 0 0 0,1-1 0 0 0,-1 0 0 0 0,1 1-1 0 0,-1-1 1 0 0,1 0 0 0 0,-1 1 0 0 0,2-2 0 0 0,9 0-30 0 0,0-1 0 0 0,1 1 0 0 0,-1 1 1 0 0,0 0-1 0 0,1 1 0 0 0,-1 0 0 0 0,1 0 1 0 0,-1 1-1 0 0,13 3 0 0 0,38 1-240 0 0,-26-5 38 0 0,52-7-1 0 0,-77 6 213 0 0,0-1-1 0 0,-1-1 1 0 0,0 1 0 0 0,1-2-1 0 0,-1 1 1 0 0,0-1-1 0 0,-1-1 1 0 0,1 0 0 0 0,13-9-1 0 0,-20 11 167 0 0,0 0 1 0 0,0-1-1 0 0,-1 1 0 0 0,1-1 0 0 0,-1 1 0 0 0,1-1 0 0 0,-1 0 1 0 0,-1 0-1 0 0,1 0 0 0 0,2-6 0 0 0,-4 8 131 0 0,0 1-248 0 0,0 1-1 0 0,0-1 0 0 0,0 0 1 0 0,-1 1-1 0 0,1-1 1 0 0,0 0-1 0 0,0 1 1 0 0,0-1-1 0 0,1 0 0 0 0,-1 1 1 0 0,0-1-1 0 0,0 1 1 0 0,0-1-1 0 0,0 0 1 0 0,1 1-1 0 0,-1-1 0 0 0,0 1 1 0 0,0-1-1 0 0,1 1 1 0 0,-1-1-1 0 0,0 0 0 0 0,1 1 1 0 0,-1-1-1 0 0,1 1 1 0 0,-1 0-1 0 0,1-1 1 0 0,-1 1-1 0 0,1-1 1 0 0,2 7-471 0 0,1 0 0 0 0,-1 0 0 0 0,1 0 0 0 0,0 0 0 0 0,0-1 1 0 0,1 0-1 0 0,0 0 0 0 0,0 0 0 0 0,0 0 0 0 0,0-1 1 0 0,1 0-1 0 0,0 0 0 0 0,0 0 0 0 0,0-1 0 0 0,0 0 1 0 0,0 0-1 0 0,1-1 0 0 0,9 3 0 0 0,14 4-3963 0 0,10 1 335 0 0</inkml:trace>
</inkml:ink>
</file>

<file path=ppt/ink/ink5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5:28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423 202 1628 0 0,'19'-63'7560'0'0,"-11"30"-697"0"0,-9 40-6418 0 0,-67 596 3267 0 0,64-555-3317 0 0,3-83-466 0 0,1 5-42 0 0,-1 1 0 0 0,-7-39 0 0 0,7 62 88 0 0,0 0 0 0 0,0 0-1 0 0,-1 0 1 0 0,0 0 0 0 0,0 0 0 0 0,0 0-1 0 0,-1 1 1 0 0,0-1 0 0 0,0 1 0 0 0,0-1-1 0 0,-1 1 1 0 0,0 0 0 0 0,0 1 0 0 0,0-1-1 0 0,-1 1 1 0 0,1-1 0 0 0,-7-3-1 0 0,6 6 11 0 0,0 0 0 0 0,-1 0-1 0 0,1 0 1 0 0,0 1-1 0 0,-1 0 1 0 0,1 0-1 0 0,-1 1 1 0 0,1-1-1 0 0,-1 1 1 0 0,1 0-1 0 0,-1 1 1 0 0,1-1-1 0 0,-1 1 1 0 0,-7 2-1 0 0,-9 3-31 0 0,1 1 0 0 0,-24 9-1 0 0,33-10 17 0 0,0 0-1 0 0,0 1 0 0 0,0 0 1 0 0,0 1-1 0 0,1 0 0 0 0,1 1 1 0 0,-17 17-1 0 0,24-24 28 0 0,1 0 0 0 0,1 0 0 0 0,-1 0 0 0 0,0 0 0 0 0,0 0 0 0 0,1 0 0 0 0,-1 1 0 0 0,1-1 1 0 0,0 1-1 0 0,0-1 0 0 0,0 1 0 0 0,0-1 0 0 0,0 1 0 0 0,1-1 0 0 0,-1 1 0 0 0,1 0 0 0 0,-1 0 0 0 0,1-1 0 0 0,0 1 0 0 0,0 0 0 0 0,0-1 0 0 0,1 1 0 0 0,-1 0 0 0 0,0-1 0 0 0,1 1 0 0 0,0 0 0 0 0,0-1 0 0 0,0 1 0 0 0,0-1 0 0 0,0 1 0 0 0,0-1 0 0 0,1 1 1 0 0,-1-1-1 0 0,1 0 0 0 0,-1 0 0 0 0,1 0 0 0 0,0 0 0 0 0,0 0 0 0 0,0 0 0 0 0,0 0 0 0 0,0-1 0 0 0,1 1 0 0 0,-1-1 0 0 0,0 1 0 0 0,6 1 0 0 0,10 6-39 0 0,1-1 1 0 0,0 0-1 0 0,0-1 1 0 0,0-1-1 0 0,1-1 1 0 0,0-1-1 0 0,1-1 0 0 0,-1 0 1 0 0,36-1-1 0 0,-4-3-312 0 0,0-3-1 0 0,84-16 0 0 0,-114 15 174 0 0,1-1 0 0 0,-1 0-1 0 0,0-2 1 0 0,-1-1 0 0 0,24-13 0 0 0,-35 17 147 0 0,-1-1 0 0 0,0 0 0 0 0,0 0 0 0 0,0-1 0 0 0,-1 0 0 0 0,0 0 0 0 0,0-1 0 0 0,-1 0 1 0 0,0 0-1 0 0,0-1 0 0 0,-1 0 0 0 0,0 0 0 0 0,4-11 0 0 0,3-24 779 0 0,-12 43-612 0 0,-1 1-85 0 0,0 0-41 0 0,0-1-1 0 0,0 1 1 0 0,0 0-1 0 0,0 0 1 0 0,0 0-1 0 0,1 0 1 0 0,-1-1-1 0 0,0 1 1 0 0,0 0-1 0 0,0 0 1 0 0,0 0-1 0 0,0-1 1 0 0,0 1-1 0 0,0 0 1 0 0,0 0-1 0 0,0 0 1 0 0,0-1-1 0 0,0 1 1 0 0,0 0-1 0 0,0 0 1 0 0,0 0-1 0 0,0-1 1 0 0,0 1-1 0 0,0 0 1 0 0,0 0-1 0 0,0-1 1 0 0,0 1-1 0 0,0 0 1 0 0,0 0-1 0 0,0 0 1 0 0,-1 0-1 0 0,1-1 1 0 0,0 1-1 0 0,0 0 1 0 0,0 0 0 0 0,0 0-1 0 0,0 0 1 0 0,-1-1-1 0 0,1 1 1 0 0,0 0-1 0 0,0 0 1 0 0,0 0-1 0 0,0 0 1 0 0,-1 0-1 0 0,1 0 1 0 0,0 0-1 0 0,0-1 1 0 0,0 1-1 0 0,-1 0 1 0 0,1 0-1 0 0,0 0 1 0 0,0 0-1 0 0,-1 0 1 0 0,1 0-1 0 0,-23 32-43 0 0,23-31 28 0 0,0 1 1 0 0,0 0-1 0 0,0 0 0 0 0,0-1 0 0 0,1 1 1 0 0,-1 0-1 0 0,0-1 0 0 0,1 1 0 0 0,-1 0 0 0 0,1-1 1 0 0,-1 1-1 0 0,1 0 0 0 0,0-1 0 0 0,0 1 1 0 0,0-1-1 0 0,0 1 0 0 0,0-1 0 0 0,0 0 0 0 0,0 1 1 0 0,0-1-1 0 0,3 2 0 0 0,26 24-249 0 0,-20-22 200 0 0,0 0 0 0 0,0-1 0 0 0,0 0 0 0 0,1 0 1 0 0,-1-1-1 0 0,1-1 0 0 0,0 0 0 0 0,0 0 0 0 0,0-1 1 0 0,0 0-1 0 0,0-1 0 0 0,17-2 0 0 0,-1 0-28 0 0,0-2 0 0 0,0-1-1 0 0,49-15 1 0 0,-52 12 51 0 0,0-2 0 0 0,-1 0 0 0 0,0-1 0 0 0,-1-2 0 0 0,0 0 0 0 0,21-17 0 0 0,-28 18 20 0 0,-1-2 1 0 0,0 1 0 0 0,-1-1-1 0 0,-1-1 1 0 0,0 0-1 0 0,-1-1 1 0 0,-1 0 0 0 0,14-29-1 0 0,-14 24 50 0 0,-1-1-1 0 0,-1 1 0 0 0,-1-1 0 0 0,-1-1 0 0 0,4-32 0 0 0,-8 44 121 0 0,-1 0 0 0 0,-1 0 0 0 0,0 0-1 0 0,-1 1 1 0 0,0-1 0 0 0,-1 0 0 0 0,0 0-1 0 0,0 1 1 0 0,-1-1 0 0 0,-1 1 0 0 0,1-1-1 0 0,-2 1 1 0 0,-9-16 0 0 0,13 24-118 0 0,1 1 0 0 0,-1-1 0 0 0,0 1 0 0 0,0-1 0 0 0,0 1 0 0 0,0 0 0 0 0,0-1 0 0 0,0 1 0 0 0,0 0 0 0 0,-1 0 0 0 0,1 0 0 0 0,0 0 0 0 0,-1 0 0 0 0,1 0 0 0 0,-1 0 0 0 0,1 1 0 0 0,-1-1 0 0 0,1 0 0 0 0,-1 1 0 0 0,1 0 0 0 0,-1-1 0 0 0,0 1 0 0 0,1 0 0 0 0,-1-1 0 0 0,1 1 0 0 0,-1 0 0 0 0,-2 1 0 0 0,0 0-8 0 0,1 0 0 0 0,0 0-1 0 0,0 1 1 0 0,0-1 0 0 0,0 1-1 0 0,1 0 1 0 0,-1 0-1 0 0,0 0 1 0 0,1 0 0 0 0,-1 1-1 0 0,1-1 1 0 0,-4 6 0 0 0,-6 8 22 0 0,2 1 1 0 0,0 0 0 0 0,-14 33 0 0 0,-1 15 39 0 0,2 2 0 0 0,4 1 0 0 0,2 0-1 0 0,-9 90 1 0 0,-5 286 245 0 0,20-231-165 0 0,11-203-145 0 0,-1 7 42 0 0,0-1 0 0 0,-1 0 0 0 0,0 0 0 0 0,-9 29 1 0 0,10-45-69 0 0,0 1 1 0 0,1 0 0 0 0,-1-1 0 0 0,0 1 0 0 0,1-1 0 0 0,-1 1 0 0 0,0-1 0 0 0,0 1 0 0 0,0-1 0 0 0,0 1 0 0 0,1-1 0 0 0,-1 0 0 0 0,0 0 0 0 0,0 1 0 0 0,0-1 0 0 0,0 0 0 0 0,0 0 0 0 0,0 0 0 0 0,0 0 0 0 0,0 0 0 0 0,1 0 0 0 0,-1 0 0 0 0,0 0 0 0 0,0 0 0 0 0,0-1 0 0 0,0 1 0 0 0,0 0 0 0 0,0-1 0 0 0,0 1 0 0 0,1 0 0 0 0,-1-1 0 0 0,0 1 0 0 0,0-1 0 0 0,0 1-1 0 0,1-1 1 0 0,-1 0 0 0 0,0 1 0 0 0,0-2 0 0 0,-32-23-319 0 0,15 8 108 0 0,1-2-1 0 0,1 0 1 0 0,1-1-1 0 0,1 0 0 0 0,0-1 1 0 0,2-1-1 0 0,0 0 0 0 0,2-1 1 0 0,0 0-1 0 0,2 0 0 0 0,0-1 1 0 0,-5-36-1 0 0,12 55 161 0 0,1-1 0 0 0,-1 0 0 0 0,2 1 0 0 0,-1-1-1 0 0,1 0 1 0 0,-1 1 0 0 0,1-1 0 0 0,1 1 0 0 0,-1-1 0 0 0,1 1 0 0 0,0 0 0 0 0,0-1 0 0 0,1 1-1 0 0,5-9 1 0 0,-2 7-24 0 0,0 0 0 0 0,0 1 0 0 0,0-1 0 0 0,1 1 0 0 0,-1 0 0 0 0,2 1 0 0 0,-1 0 0 0 0,13-7-1 0 0,5 0-242 0 0,1 1-1 0 0,0 2 1 0 0,0 1-1 0 0,0 0 1 0 0,35-4-1 0 0,55-8-2010 0 0,-38 4-3693 0 0,-49 10 2914 0 0</inkml:trace>
</inkml:ink>
</file>

<file path=ppt/ink/ink5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5:29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211 547 204 0 0,'0'0'5218'0'0,"-25"-10"213"0"0,3 19-4690 0 0,0 0-1 0 0,0 2 1 0 0,1 0 0 0 0,0 1-1 0 0,-23 19 1 0 0,30-22-368 0 0,-5 8 328 0 0,33-19-481 0 0,36-19-308 0 0,-13-5-73 0 0,35-19-297 0 0,-67 44 421 0 0,0 1 0 0 0,0 0-1 0 0,0 0 1 0 0,0 0 0 0 0,0 1 0 0 0,0 0 0 0 0,0 0-1 0 0,0 0 1 0 0,0 0 0 0 0,-1 1 0 0 0,1 0 0 0 0,0 0-1 0 0,8 5 1 0 0,18 6-191 0 0,-17-11 179 0 0,1 0 0 0 0,-1-1 0 0 0,1 0 0 0 0,0-2 1 0 0,-1 1-1 0 0,1-2 0 0 0,0 0 0 0 0,-1 0 0 0 0,1-2 1 0 0,-1 0-1 0 0,0 0 0 0 0,0-1 0 0 0,-1-1 0 0 0,0 0 1 0 0,0-1-1 0 0,0-1 0 0 0,0 0 0 0 0,15-13 0 0 0,21-21 1483 0 0,-48 41-1210 0 0,-1 1-198 0 0,0 0 1 0 0,0 0-1 0 0,0 0 1 0 0,0 0 0 0 0,0-1-1 0 0,0 1 1 0 0,0 0-1 0 0,0 0 1 0 0,0 0-1 0 0,0 0 1 0 0,0-1-1 0 0,1 1 1 0 0,-1 0 0 0 0,0 0-1 0 0,0 0 1 0 0,0 0-1 0 0,0 0 1 0 0,0-1-1 0 0,1 1 1 0 0,-1 0 0 0 0,0 0-1 0 0,0 0 1 0 0,0 0-1 0 0,0 0 1 0 0,1 0-1 0 0,-1 0 1 0 0,0 0-1 0 0,0 0 1 0 0,0 0 0 0 0,0 0-1 0 0,1 0 1 0 0,-1 0-1 0 0,0 0 1 0 0,0 0-1 0 0,0 0 1 0 0,1 0-1 0 0,-1 0 1 0 0,0 0 0 0 0,0 0-1 0 0,0 0 1 0 0,0 0-1 0 0,1 0 1 0 0,-1 0-1 0 0,0 0 1 0 0,0 0-1 0 0,0 1 1 0 0,0-1 0 0 0,1 0-1 0 0,-1 0 1 0 0,0 0-1 0 0,0 0 1 0 0,0 0-1 0 0,0 1 1 0 0,-9 34 69 0 0,6-25-60 0 0,-1 1-1 0 0,2 0 1 0 0,0 0-1 0 0,0 0 0 0 0,1 0 1 0 0,0 12-1 0 0,1-22-39 0 0,0 0 0 0 0,0 0 0 0 0,0-1 0 0 0,1 1 0 0 0,-1 0 0 0 0,0 0 0 0 0,1 0 1 0 0,-1-1-1 0 0,0 1 0 0 0,1 0 0 0 0,-1 0 0 0 0,1-1 0 0 0,-1 1 0 0 0,1 0 0 0 0,0-1 0 0 0,-1 1 0 0 0,1-1 0 0 0,0 1 0 0 0,-1-1 1 0 0,1 1-1 0 0,0-1 0 0 0,-1 1 0 0 0,1-1 0 0 0,0 0 0 0 0,0 1 0 0 0,0-1 0 0 0,-1 0 0 0 0,1 0 0 0 0,0 1 0 0 0,0-1 0 0 0,0 0 0 0 0,0 0 1 0 0,-1 0-1 0 0,1 0 0 0 0,0 0 0 0 0,0 0 0 0 0,0-1 0 0 0,1 1 0 0 0,32-11-211 0 0,-9-5-141 0 0,0-1-1 0 0,-1-1 1 0 0,32-32-1 0 0,-47 42 197 0 0,-8 7 74 0 0,26 12-362 0 0,-20-4 325 0 0,0-1 1 0 0,0 0 0 0 0,0-1-1 0 0,0 0 1 0 0,1 0 0 0 0,0 0-1 0 0,0-1 1 0 0,0 0 0 0 0,1-1-1 0 0,-1 0 1 0 0,1 0 0 0 0,0-1-1 0 0,0 0 1 0 0,-1-1 0 0 0,19 1-1 0 0,-16-2 66 0 0,1-1-1 0 0,-1 0 0 0 0,0-1 0 0 0,0 0 1 0 0,0-1-1 0 0,0-1 0 0 0,-1 1 0 0 0,1-2 0 0 0,-1 1 1 0 0,0-1-1 0 0,0-1 0 0 0,14-10 0 0 0,-8 2 147 0 0,0 0-1 0 0,0-1 0 0 0,-2-1 1 0 0,0-1-1 0 0,0 0 0 0 0,-2 0 0 0 0,0-1 1 0 0,-1-1-1 0 0,-1 0 0 0 0,-1-1 0 0 0,-1 0 1 0 0,0 0-1 0 0,-1-1 0 0 0,6-37 1 0 0,-12 55 28 0 0,0-1 0 0 0,-1 0 0 0 0,1 1 0 0 0,-1-1 0 0 0,0 0 1 0 0,0 0-1 0 0,-1 0 0 0 0,1 1 0 0 0,-1-1 0 0 0,1 0 1 0 0,-3-3-1 0 0,3 5 148 0 0,-7 4-233 0 0,1 1 0 0 0,0 0 0 0 0,-1 0 1 0 0,1 0-1 0 0,1 1 0 0 0,-1 0 0 0 0,0 0 0 0 0,1 1 0 0 0,0 0 0 0 0,0-1 0 0 0,1 2 0 0 0,-1-1 1 0 0,1 0-1 0 0,0 1 0 0 0,0 0 0 0 0,1 0 0 0 0,-5 12 0 0 0,-1 0-4 0 0,2 2-1 0 0,0-1 1 0 0,1 1-1 0 0,-5 37 0 0 0,9-45-72 0 0,1 0-1 0 0,0 1 0 0 0,1-1 1 0 0,0 0-1 0 0,1 0 0 0 0,1 1 1 0 0,0-1-1 0 0,0 0 0 0 0,2 0 0 0 0,-1 0 1 0 0,1-1-1 0 0,1 1 0 0 0,6 11 1 0 0,-7-17-23 0 0,-1-1 1 0 0,1 1-1 0 0,0-1 0 0 0,0-1 1 0 0,1 1-1 0 0,-1 0 1 0 0,1-1-1 0 0,0 0 1 0 0,0 0-1 0 0,0-1 0 0 0,1 1 1 0 0,-1-1-1 0 0,1 0 1 0 0,0-1-1 0 0,0 1 1 0 0,0-1-1 0 0,0-1 1 0 0,0 1-1 0 0,1-1 0 0 0,-1 0 1 0 0,0 0-1 0 0,1 0 1 0 0,-1-1-1 0 0,1 0 1 0 0,-1-1-1 0 0,0 1 0 0 0,7-3 1 0 0,6-1 58 0 0,0-1 1 0 0,0-1 0 0 0,-1 0-1 0 0,0-2 1 0 0,0 0-1 0 0,0-1 1 0 0,-1-1-1 0 0,-1 0 1 0 0,0-2-1 0 0,0 0 1 0 0,-1 0-1 0 0,-1-1 1 0 0,0-1-1 0 0,-1-1 1 0 0,0 0 0 0 0,12-19-1 0 0,-7 8 235 0 0,-1-1 0 0 0,-2 0 1 0 0,-1-1-1 0 0,-1-1 0 0 0,-1 0 0 0 0,-2 0 0 0 0,-1-1 1 0 0,-1-1-1 0 0,6-47 0 0 0,-13 67 438 0 0,0 1 1 0 0,0-1-1 0 0,-1 0 0 0 0,0-1 1 0 0,-1 2-1 0 0,-4-22 1 0 0,4 30 593 0 0,-2 7-1073 0 0,-8 28 155 0 0,2 1 0 0 0,0 0 0 0 0,-6 66 0 0 0,10-64-144 0 0,1 7 99 0 0,2 1 1 0 0,5 54-1 0 0,-1-57-130 0 0,-2 11-10 0 0,2 31-2546 0 0,-2-81 1710 0 0,0 2-521 0 0,-3 8-244 0 0,-4-7-4320 0 0,-6-4 802 0 0</inkml:trace>
</inkml:ink>
</file>

<file path=ppt/ink/ink5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5:30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 56 0 0,'0'0'3266'0'0,"1"6"-1860"0"0,4 20-134 0 0,-3-26-1120 0 0,0 1 0 0 0,-1-1 0 0 0,1 0 0 0 0,0 1 0 0 0,-1-1 0 0 0,1 0 1 0 0,0 0-1 0 0,-1 0 0 0 0,1-1 0 0 0,0 1 0 0 0,-1 0 0 0 0,1 0 0 0 0,0-1 0 0 0,-1 1 0 0 0,1-1 1 0 0,-1 0-1 0 0,1 1 0 0 0,2-3 0 0 0,0 2 353 0 0,170-42 4478 0 0,-121 32-4466 0 0,70-4-1 0 0,-99 13-1216 0 0,-14 1-2475 0 0</inkml:trace>
</inkml:ink>
</file>

<file path=ppt/ink/ink5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5:32.5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86 150 900 0 0,'-7'-40'7501'0'0,"-2"-67"-1"0"0,9 105-6084 0 0,0 9-1221 0 0,-6 119 556 0 0,-35 197 0 0 0,37-303-700 0 0,3-6 4 0 0,-1-1 1 0 0,-1 0-1 0 0,0 0 1 0 0,-6 14-1 0 0,9-27-51 0 0,1-1-1 0 0,-1 1 0 0 0,1 0 0 0 0,-1 0 1 0 0,0-1-1 0 0,1 1 0 0 0,-1 0 1 0 0,1 0-1 0 0,-1 0 0 0 0,1 0 0 0 0,-1 0 1 0 0,1 0-1 0 0,-1-1 0 0 0,1 1 0 0 0,-1 0 1 0 0,1 0-1 0 0,-1 1 0 0 0,1-1 0 0 0,-1 0 1 0 0,1 0-1 0 0,-1 0 0 0 0,1 0 0 0 0,-1 0 1 0 0,1 0-1 0 0,-1 1 0 0 0,1-1 0 0 0,-1 0 1 0 0,0 0-1 0 0,1 1 0 0 0,-1-1 1 0 0,1 0-1 0 0,-1 1 0 0 0,0-1 0 0 0,1 0 1 0 0,-1 1-1 0 0,0-1 0 0 0,1 1 0 0 0,-1-1 1 0 0,0 0-1 0 0,0 1 0 0 0,1-1 0 0 0,-1 1 1 0 0,0-1-1 0 0,0 1 0 0 0,0-1 0 0 0,0 1 1 0 0,0-1-1 0 0,0 1 0 0 0,0-1 1 0 0,1 1-1 0 0,-1-1 0 0 0,-1 1 0 0 0,1-1 1 0 0,0 1-1 0 0,0-1 0 0 0,0 1 0 0 0,0-1 1 0 0,0 1-1 0 0,0-1 0 0 0,0 1 0 0 0,-1-1 1 0 0,1 0-1 0 0,0 1 0 0 0,0-1 0 0 0,-1 1 1 0 0,1-1-1 0 0,0 0 0 0 0,-1 1 0 0 0,29-11-33 0 0,38-27-249 0 0,77-55-1 0 0,-63 38 192 0 0,21-18-121 0 0,-64 43 2 0 0,77-44-1 0 0,-113 72 155 0 0,-5 6-8 0 0,-6 5 67 0 0,-1-1 0 0 0,0 0 0 0 0,0-1 1 0 0,0 0-1 0 0,-1 0 0 0 0,-16 6 0 0 0,-86 35 657 0 0,62-29-57 0 0,49-19-558 0 0,0 0 0 0 0,0 0-1 0 0,0 0 1 0 0,0 1 0 0 0,1-1 0 0 0,-1 1 0 0 0,0 0 0 0 0,1 0 0 0 0,-1 0-1 0 0,-3 4 1 0 0,5-5-43 0 0,1-1 0 0 0,0 1-1 0 0,0-1 1 0 0,0 1-1 0 0,-1-1 1 0 0,1 1-1 0 0,0-1 1 0 0,0 1 0 0 0,0-1-1 0 0,0 1 1 0 0,0-1-1 0 0,0 1 1 0 0,0-1 0 0 0,0 1-1 0 0,0-1 1 0 0,1 1-1 0 0,-1-1 1 0 0,0 1 0 0 0,0-1-1 0 0,0 1 1 0 0,1-1-1 0 0,-1 1 1 0 0,0-1-1 0 0,1 2 1 0 0,20 15 46 0 0,31 12-49 0 0,2-3 0 0 0,1-2 0 0 0,70 20 0 0 0,47 20-3399 0 0,-95-36 47 0 0,-24-15-3474 0 0,-33-9 3115 0 0</inkml:trace>
</inkml:ink>
</file>

<file path=ppt/ink/ink5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5:33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315 281 604 0 0,'0'0'801'0'0,"-11"-44"10775"0"0,9 43-11148 0 0,1 0-382 0 0,0 0 0 0 0,0 0-1 0 0,-1 1 1 0 0,1-1 0 0 0,0 1-1 0 0,-1-1 1 0 0,1 1 0 0 0,-1 0 0 0 0,1-1-1 0 0,0 1 1 0 0,-1 0 0 0 0,1 0-1 0 0,-1 0 1 0 0,1 0 0 0 0,-1 0 0 0 0,-2 1-1 0 0,2-1-16 0 0,-10 1 55 0 0,1 0-1 0 0,0 1 0 0 0,0 0 1 0 0,1 1-1 0 0,-1 0 0 0 0,1 1 1 0 0,-1 0-1 0 0,1 1 0 0 0,0 0 1 0 0,-10 6-1 0 0,-3 5 249 0 0,0 0-1 0 0,-39 37 1 0 0,57-49-269 0 0,0 1 1 0 0,1 0 0 0 0,0 1-1 0 0,0-1 1 0 0,-6 12-1 0 0,9-16-46 0 0,1 1 0 0 0,-1 0 0 0 0,0-1 0 0 0,0 1-1 0 0,1 0 1 0 0,-1-1 0 0 0,1 1 0 0 0,-1 0-1 0 0,1 0 1 0 0,0-1 0 0 0,0 1 0 0 0,0 0 0 0 0,0 0-1 0 0,0 0 1 0 0,0-1 0 0 0,0 1 0 0 0,1 0 0 0 0,-1 0-1 0 0,0-1 1 0 0,1 1 0 0 0,0 0 0 0 0,-1-1 0 0 0,1 1-1 0 0,0 0 1 0 0,2 2 0 0 0,-2-3-10 0 0,1 0 1 0 0,0 1 0 0 0,0-1-1 0 0,0 0 1 0 0,0 0-1 0 0,1 0 1 0 0,-1 0-1 0 0,0-1 1 0 0,0 1 0 0 0,0 0-1 0 0,1-1 1 0 0,-1 0-1 0 0,0 1 1 0 0,1-1-1 0 0,-1 0 1 0 0,0 0-1 0 0,5-1 1 0 0,42-7-193 0 0,-41 6 133 0 0,9-3-61 0 0,0 0 1 0 0,-1-2-1 0 0,0 0 0 0 0,0 0 0 0 0,0-1 0 0 0,-1-1 0 0 0,0-1 1 0 0,-1 0-1 0 0,0-1 0 0 0,-1-1 0 0 0,0 0 0 0 0,20-24 0 0 0,-32 37 103 0 0,1-1 0 0 0,-1 1-1 0 0,1 0 1 0 0,0 0-1 0 0,-1 0 1 0 0,1 0 0 0 0,-1 0-1 0 0,0 0 1 0 0,1 0-1 0 0,-1 0 1 0 0,0 1 0 0 0,0-1-1 0 0,0 0 1 0 0,0 1-1 0 0,0-1 1 0 0,0 1 0 0 0,0-1-1 0 0,0 1 1 0 0,-1 0-1 0 0,2 1 1 0 0,26 31-173 0 0,-21-31 175 0 0,0-1-1 0 0,0 1 1 0 0,0-1 0 0 0,1 0-1 0 0,-1-1 1 0 0,1 0 0 0 0,-1 0-1 0 0,1 0 1 0 0,-1-1 0 0 0,1 0-1 0 0,-1-1 1 0 0,1 1 0 0 0,0-2 0 0 0,10-2-1 0 0,-7 1 43 0 0,0-1-1 0 0,-1 0 0 0 0,1 0 1 0 0,-1-1-1 0 0,0-1 0 0 0,0 0 1 0 0,-1 0-1 0 0,0 0 0 0 0,10-10 1 0 0,-15 12 32 0 0,-1 1 1 0 0,1-1-1 0 0,-1-1 1 0 0,0 1 0 0 0,0 0-1 0 0,0-1 1 0 0,0 0-1 0 0,-1 0 1 0 0,0 1-1 0 0,0-1 1 0 0,0-1-1 0 0,-1 1 1 0 0,1 0 0 0 0,-1 0-1 0 0,-1 0 1 0 0,1-11-1 0 0,-1 14 22 0 0,-10-24 214 0 0,6 24-310 0 0,1 1 0 0 0,-1-1-1 0 0,0 1 1 0 0,0-1 0 0 0,0 1 0 0 0,0 0 0 0 0,0 1-1 0 0,0-1 1 0 0,0 1 0 0 0,0 0 0 0 0,-1 0-1 0 0,1 0 1 0 0,-7 1 0 0 0,9 0-119 0 0,3 1-448 0 0,0 0 557 0 0,0 0 1 0 0,1 0-1 0 0,-1 0 0 0 0,1-1 0 0 0,-1 1 1 0 0,1 0-1 0 0,-1 0 0 0 0,1-1 1 0 0,0 1-1 0 0,3 1 0 0 0,-3-2-13 0 0,12 13-278 0 0,2-1-1 0 0,22 16 1 0 0,-23-19 9 0 0,-1 1 1 0 0,-1 0 0 0 0,15 15 0 0 0,50 73-1805 0 0,-76-98 2078 0 0,-1-1 0 0 0,0 1-1 0 0,0 0 1 0 0,1-1-1 0 0,-1 1 1 0 0,1 0-1 0 0,-1-1 1 0 0,0 0 0 0 0,1 1-1 0 0,-1-1 1 0 0,1 0-1 0 0,-1 0 1 0 0,1 0-1 0 0,-1 0 1 0 0,1 0 0 0 0,-1 0-1 0 0,1 0 1 0 0,-1 0-1 0 0,1-1 1 0 0,-1 1-1 0 0,1 0 1 0 0,-1-1 0 0 0,0 0-1 0 0,1 1 1 0 0,2-2-1 0 0,31-19-220 0 0,-24 12 252 0 0,0-1 1 0 0,0-1-1 0 0,-1 0 0 0 0,0 0 1 0 0,-1-1-1 0 0,0 0 1 0 0,-1-1-1 0 0,13-26 1 0 0,0-9 751 0 0,18-59-1 0 0,-30 80-296 0 0,-5 18-312 0 0,3-11 1267 0 0,-1 0 0 0 0,5-28 1 0 0,-17 101-203 0 0,-16 70 0 0 0,19-113-1261 0 0,-5 13-245 0 0,2 0 0 0 0,0 1 0 0 0,2-1 0 0 0,-3 38 1 0 0,7-60 271 0 0,0 0 0 0 0,1-1 0 0 0,-1 1 0 0 0,0 0 0 0 0,0-1 0 0 0,1 1 0 0 0,-1 0 1 0 0,0-1-1 0 0,1 1 0 0 0,-1 0 0 0 0,1-1 0 0 0,-1 1 0 0 0,1-1 0 0 0,-1 1 0 0 0,1-1 1 0 0,-1 1-1 0 0,1-1 0 0 0,-1 1 0 0 0,1-1 0 0 0,0 0 0 0 0,-1 1 0 0 0,1-1 0 0 0,0 0 1 0 0,-1 1-1 0 0,1-1 0 0 0,0 0 0 0 0,-1 0 0 0 0,1 0 0 0 0,0 0 0 0 0,0 0 0 0 0,-1 0 1 0 0,1 0-1 0 0,0 0 0 0 0,0 0 0 0 0,-1 0 0 0 0,1 0 0 0 0,0 0 0 0 0,-1 0 0 0 0,1 0 1 0 0,0-1-1 0 0,-1 1 0 0 0,2-1 0 0 0,35-11-283 0 0,-36 12 292 0 0,22-10-14 0 0,0-2 1 0 0,0-1-1 0 0,-1 0 0 0 0,-1-2 0 0 0,0 0 0 0 0,31-31 1 0 0,-51 46 154 0 0,5-4 358 0 0,-14 13-468 0 0,-1-1 0 0 0,1 1 0 0 0,1 0 1 0 0,0 1-1 0 0,0-1 0 0 0,-6 13 0 0 0,12-20-47 0 0,0 0 0 0 0,0 0 0 0 0,1 0 0 0 0,-1 0-1 0 0,0 0 1 0 0,0 0 0 0 0,1 0 0 0 0,0 0 0 0 0,-1 1 0 0 0,1-1-1 0 0,0 0 1 0 0,0 0 0 0 0,0 0 0 0 0,0 0 0 0 0,0 1-1 0 0,1-1 1 0 0,-1 0 0 0 0,1 0 0 0 0,-1 0 0 0 0,1 0 0 0 0,0 0-1 0 0,0 0 1 0 0,-1 0 0 0 0,2 0 0 0 0,-1 0 0 0 0,0-1-1 0 0,0 1 1 0 0,1 0 0 0 0,-1-1 0 0 0,0 1 0 0 0,1 0-1 0 0,0-1 1 0 0,-1 0 0 0 0,1 1 0 0 0,0-1 0 0 0,0 0 0 0 0,0 0-1 0 0,0 0 1 0 0,0 0 0 0 0,0-1 0 0 0,0 1 0 0 0,0 0-1 0 0,0-1 1 0 0,4 1 0 0 0,9 3-851 0 0,0 0 1 0 0,0-1-1 0 0,29 1 0 0 0,17-5-5585 0 0,-36-1 3125 0 0</inkml:trace>
</inkml:ink>
</file>

<file path=ppt/ink/ink5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5:34.3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9 984 0 0,'0'0'6083'0'0,"0"-1"-5998"0"0,0 1 0 0 0,0 0-1 0 0,0-1 1 0 0,0 1 0 0 0,0-1 0 0 0,-1 1 0 0 0,1 0 0 0 0,0-1 0 0 0,0 1 0 0 0,0 0 0 0 0,-1-1 0 0 0,1 1 0 0 0,0 0 0 0 0,0-1 0 0 0,-1 1 0 0 0,1 0 0 0 0,0 0-1 0 0,-1-1 1 0 0,1 1 0 0 0,0 0 0 0 0,-1 0 0 0 0,1 0 0 0 0,0-1 0 0 0,-1 1 0 0 0,1 0 0 0 0,0 0 0 0 0,-1 0 0 0 0,1 0 0 0 0,-1 0 0 0 0,1 0 0 0 0,0 0 0 0 0,-1 0-1 0 0,1 0 1 0 0,-1 0 0 0 0,0 0 0 0 0,-22 6 412 0 0,1 2 0 0 0,-1 0 0 0 0,1 2-1 0 0,1 0 1 0 0,0 2 0 0 0,1 0 0 0 0,0 1-1 0 0,0 1 1 0 0,-26 25 0 0 0,45-38-481 0 0,0 0-1 0 0,0-1 0 0 0,0 1 1 0 0,1 0-1 0 0,-1 0 1 0 0,0 0-1 0 0,0-1 1 0 0,1 1-1 0 0,-1 0 1 0 0,1 0-1 0 0,-1 0 1 0 0,1 0-1 0 0,-1 0 1 0 0,1 1-1 0 0,-1-1 0 0 0,1 0 1 0 0,0 0-1 0 0,0 0 1 0 0,0 0-1 0 0,-1 0 1 0 0,1 0-1 0 0,0 1 1 0 0,0-1-1 0 0,1 0 1 0 0,-1 2-1 0 0,1-2-9 0 0,0 0-1 0 0,0-1 0 0 0,0 1 1 0 0,0 0-1 0 0,0 0 0 0 0,0-1 1 0 0,0 1-1 0 0,0 0 0 0 0,1-1 1 0 0,-1 0-1 0 0,0 1 1 0 0,0-1-1 0 0,0 1 0 0 0,1-1 1 0 0,-1 0-1 0 0,0 0 0 0 0,0 0 1 0 0,3 0-1 0 0,7 0-47 0 0,0 0-1 0 0,0-1 1 0 0,20-4 0 0 0,-18 1-278 0 0,100-18-1144 0 0,-101 21-638 0 0,1 0 0 0 0,0 0 1 0 0,21 3-1 0 0</inkml:trace>
</inkml:ink>
</file>

<file path=ppt/ink/ink5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5:35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261 406 312 0 0,'2'-16'3016'0'0,"-1"7"-1599"0"0,-1 8-1248 0 0,1-1 0 0 0,-1 1 1 0 0,0-1-1 0 0,1 1 0 0 0,-1-1 0 0 0,0 1 1 0 0,0-1-1 0 0,0 0 0 0 0,0 1 0 0 0,0-1 1 0 0,-1 1-1 0 0,1-1 0 0 0,0 1 0 0 0,-1-1 1 0 0,1 1-1 0 0,-1-1 0 0 0,1 1 0 0 0,-1-1 1 0 0,0 1-1 0 0,0-1 0 0 0,0 1 0 0 0,0 0 1 0 0,0 0-1 0 0,0-1 0 0 0,0 1 0 0 0,0 0 0 0 0,0 0 1 0 0,0 0-1 0 0,-1 0 0 0 0,1 0 0 0 0,0 0 1 0 0,-1 1-1 0 0,1-1 0 0 0,0 0 0 0 0,-3 0 1 0 0,-4 0 51 0 0,1 0 1 0 0,-1 0 0 0 0,0 1 0 0 0,0 0-1 0 0,0 0 1 0 0,0 1 0 0 0,-14 2-1 0 0,12 0-51 0 0,0 0 0 0 0,-1 0 0 0 0,1 1 0 0 0,1 1 0 0 0,-1-1-1 0 0,0 2 1 0 0,1-1 0 0 0,0 1 0 0 0,-12 11 0 0 0,16-13-124 0 0,0 1 1 0 0,0 0 0 0 0,1-1 0 0 0,0 1-1 0 0,0 1 1 0 0,0-1 0 0 0,1 0 0 0 0,0 1 0 0 0,0 0-1 0 0,0 0 1 0 0,1 0 0 0 0,0 0 0 0 0,0 0-1 0 0,0 0 1 0 0,-1 13 0 0 0,3-13-40 0 0,0 0-1 0 0,1 0 1 0 0,-1-1-1 0 0,1 1 1 0 0,0 0-1 0 0,1-1 1 0 0,-1 1 0 0 0,1-1-1 0 0,0 0 1 0 0,1 1-1 0 0,-1-1 1 0 0,7 9-1 0 0,-4-6-62 0 0,1 0 0 0 0,1 0 0 0 0,-1 0 0 0 0,1-1-1 0 0,1 0 1 0 0,-1 0 0 0 0,1-1 0 0 0,1 0 0 0 0,-1 0-1 0 0,1-1 1 0 0,0 0 0 0 0,0 0 0 0 0,16 5 0 0 0,-11-6-14 0 0,0-1-1 0 0,1 0 1 0 0,0-1 0 0 0,0 0 0 0 0,0-1 0 0 0,-1-1 0 0 0,1 0-1 0 0,24-4 1 0 0,-11-1 7 0 0,0-2 0 0 0,0 0 0 0 0,-1-2 0 0 0,-1-1 0 0 0,0-1-1 0 0,0-2 1 0 0,-1 0 0 0 0,0-1 0 0 0,31-26 0 0 0,-32 22 29 0 0,-1-2-1 0 0,-1-1 1 0 0,-1-1 0 0 0,-1-1-1 0 0,33-49 1 0 0,-42 55 103 0 0,-2-1-1 0 0,0 0 0 0 0,-1 0 1 0 0,-1-1-1 0 0,0 0 1 0 0,-2 0-1 0 0,0-1 0 0 0,-1 0 1 0 0,-1 0-1 0 0,0-20 1 0 0,-3 27 272 0 0,-1 1 0 0 0,-1-1-1 0 0,1 1 1 0 0,-2 0 0 0 0,-6-20 0 0 0,-2-10 1380 0 0,11 41-1479 0 0,-1-2 59 0 0,1 3-289 0 0,0 0 0 0 0,0 0 0 0 0,0-1 1 0 0,0 1-1 0 0,0 0 0 0 0,0 0 0 0 0,0 0 1 0 0,0-1-1 0 0,0 1 0 0 0,0 0 0 0 0,0 0 1 0 0,0 0-1 0 0,0 0 0 0 0,0-1 0 0 0,0 1 1 0 0,0 0-1 0 0,-1 0 0 0 0,1 0 0 0 0,0-1 1 0 0,0 1-1 0 0,0 0 0 0 0,0 0 0 0 0,0 0 1 0 0,0 0-1 0 0,0 0 0 0 0,-1-1 0 0 0,1 1 1 0 0,0 0-1 0 0,0 0 0 0 0,0 0 0 0 0,0 0 1 0 0,-1 0-1 0 0,1 0 0 0 0,0 0 0 0 0,0 0 1 0 0,0 0-1 0 0,0 0 0 0 0,-1-1 0 0 0,1 1 1 0 0,0 0-1 0 0,0 0 0 0 0,0 0 0 0 0,-1 0 1 0 0,1 0-1 0 0,0 0 0 0 0,0 0 0 0 0,0 0 1 0 0,0 1-1 0 0,-1-1 0 0 0,1 0 0 0 0,0 0 1 0 0,0 0-1 0 0,0 0 0 0 0,-1 0 0 0 0,1 0 1 0 0,0 0-1 0 0,0 0 0 0 0,0 1 0 0 0,-10 9 53 0 0,0 2 0 0 0,2-1 0 0 0,-1 1 0 0 0,1 1 0 0 0,1-1 0 0 0,0 1 0 0 0,1 1 0 0 0,-8 25 0 0 0,-29 129 156 0 0,32-120-133 0 0,4-9 22 0 0,-2 42 1 0 0,-2 9-371 0 0,10-88 225 0 0,1 2-24 0 0,-1 7-58 0 0,3-10 104 0 0,0-1 1 0 0,0 0 0 0 0,0 0-1 0 0,0-1 1 0 0,0 1-1 0 0,0 0 1 0 0,0-1 0 0 0,0 1-1 0 0,0-1 1 0 0,0 1-1 0 0,0-1 1 0 0,0 0 0 0 0,0 0-1 0 0,2-2 1 0 0,7-1-97 0 0,0 0 1 0 0,0 1-1 0 0,0 0 0 0 0,0 0 1 0 0,1 1-1 0 0,-1 1 1 0 0,0 0-1 0 0,17 0 1 0 0,3 4-1972 0 0,55 11 0 0 0,-76-12 1594 0 0,45 6-2411 0 0,-18-6-2436 0 0,-19-3 2364 0 0</inkml:trace>
</inkml:ink>
</file>

<file path=ppt/ink/ink5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5:35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135 357 840 0 0,'26'-37'6147'0'0,"-25"36"-5995"0"0,-1 0-1 0 0,1 0 1 0 0,0 0-1 0 0,-1 0 1 0 0,0 1-1 0 0,1-1 1 0 0,-1 0-1 0 0,1 0 1 0 0,-1 0-1 0 0,0 0 1 0 0,0-1-1 0 0,0 1 1 0 0,1 0-1 0 0,-1 0 1 0 0,0 0-1 0 0,0 0 1 0 0,0 0-1 0 0,-1 0 1 0 0,1 0-1 0 0,0 0 1 0 0,0 0-1 0 0,-1 0 1 0 0,1 0-1 0 0,0 0 1 0 0,-1 0-1 0 0,1 0 1 0 0,-1 0-1 0 0,1 0 1 0 0,-1 0-1 0 0,0 1 1 0 0,1-1-1 0 0,-1 0 1 0 0,0 0-1 0 0,1 1 1 0 0,-1-1-1 0 0,0 0 1 0 0,0 1-1 0 0,0-1 1 0 0,0 0-1 0 0,0 1 1 0 0,-1-1-1 0 0,-1 0 35 0 0,-1-1 0 0 0,1 1 0 0 0,-1 0 0 0 0,1 0 0 0 0,-1 1-1 0 0,1-1 1 0 0,-1 1 0 0 0,1-1 0 0 0,-1 1 0 0 0,1 0 0 0 0,-6 1 0 0 0,1 1-167 0 0,0-1 0 0 0,0 2 0 0 0,1-1 0 0 0,-1 1 1 0 0,1 0-1 0 0,-1 0 0 0 0,1 1 0 0 0,0 0 0 0 0,1 0 1 0 0,-1 1-1 0 0,1 0 0 0 0,-9 8 0 0 0,14-12-250 0 0,16 16-1601 0 0,-3-17 1281 0 0,0 1-1 0 0,0-1 1 0 0,0-1-1 0 0,12-2 1 0 0,-21 3 361 0 0,29 12-1211 0 0,-29-8 1387 0 0,1 0 1 0 0,-1 0-1 0 0,1 0 1 0 0,0-1-1 0 0,0 1 1 0 0,1-1 0 0 0,-1 0-1 0 0,1 0 1 0 0,-1-1-1 0 0,1 1 1 0 0,0-1-1 0 0,0 0 1 0 0,0-1-1 0 0,0 1 1 0 0,0-1-1 0 0,1 0 1 0 0,-1 0-1 0 0,0 0 1 0 0,0-1-1 0 0,1 0 1 0 0,-1 0-1 0 0,0 0 1 0 0,9-2 0 0 0,-4 0 77 0 0,-1-1 0 0 0,0 0 0 0 0,1-1 0 0 0,-1 0 0 0 0,0 0 0 0 0,-1-1 0 0 0,1 0 0 0 0,-1-1 0 0 0,0 0 0 0 0,13-12 0 0 0,14-9 738 0 0,0-2-188 0 0,-34 28-556 0 0,16 0 118 0 0,-14 2-167 0 0,1 1-1 0 0,-1-1 1 0 0,1 1 0 0 0,-1 0 0 0 0,0 0-1 0 0,0 0 1 0 0,0 0 0 0 0,0 1 0 0 0,0-1 0 0 0,0 1-1 0 0,-1 0 1 0 0,1 0 0 0 0,-1 0 0 0 0,0 0-1 0 0,0 0 1 0 0,3 5 0 0 0,-3-4-1 0 0,0 0 1 0 0,0 0-1 0 0,1-1 1 0 0,0 1-1 0 0,0-1 0 0 0,0 0 1 0 0,0 0-1 0 0,0 0 1 0 0,0 0-1 0 0,1 0 0 0 0,0 0 1 0 0,-1-1-1 0 0,1 0 1 0 0,0 0-1 0 0,0 0 0 0 0,6 2 1 0 0,1-2 25 0 0,1 0 0 0 0,-1-1 0 0 0,0-1 1 0 0,1 1-1 0 0,-1-2 0 0 0,0 1 0 0 0,1-2 1 0 0,-1 0-1 0 0,0 0 0 0 0,0-1 0 0 0,0 0 1 0 0,0-1-1 0 0,-1 0 0 0 0,1-1 0 0 0,-1 0 1 0 0,0 0-1 0 0,0-1 0 0 0,10-9 0 0 0,-5 3 161 0 0,-1-1-1 0 0,0-1 0 0 0,-1-1 0 0 0,-1 1 0 0 0,0-2 0 0 0,-1 0 0 0 0,0 0 0 0 0,-1-1 0 0 0,13-33 0 0 0,24-77 3613 0 0,-40 110-1436 0 0,-7 21-1235 0 0,-14 45-942 0 0,-1 7 112 0 0,-17 155-1262 0 0,27-194-881 0 0</inkml:trace>
</inkml:ink>
</file>

<file path=ppt/ink/ink5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5:36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1224 0 0,'4'0'12546'0'0,"28"-1"-12307"0"0,37-5 1258 0 0,11-2-4878 0 0,-68 6 986 0 0</inkml:trace>
</inkml:ink>
</file>

<file path=ppt/ink/ink5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5:37.0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53 30403 0 0,'0'1'44'0'0,"-1"-1"0"0"0,1 1 1 0 0,-1-1-1 0 0,1 1 0 0 0,-1-1 0 0 0,1 0 0 0 0,-1 1 1 0 0,1-1-1 0 0,-1 1 0 0 0,1-1 0 0 0,-1 0 1 0 0,1 1-1 0 0,-1-1 0 0 0,1 0 0 0 0,-1 0 1 0 0,0 1-1 0 0,1-1 0 0 0,-1 0 0 0 0,0 0 1 0 0,1 0-1 0 0,-1 0 0 0 0,0 0 0 0 0,1 0 1 0 0,-1 0-1 0 0,0 0 0 0 0,1 0 0 0 0,-1 0 1 0 0,-1-1-1 0 0,1 1 18 0 0,-1-1 1 0 0,0 0 0 0 0,1-1-1 0 0,-1 1 1 0 0,1 0-1 0 0,-1 0 1 0 0,1-1 0 0 0,0 1-1 0 0,-1 0 1 0 0,1-1-1 0 0,0 0 1 0 0,-2-2 0 0 0,2 2-56 0 0,-2-8-1667 0 0,-10-12-11913 0 0,4 17 7038 0 0</inkml:trace>
</inkml:ink>
</file>

<file path=ppt/ink/ink5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5:41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53 136 0 0,'-40'-52'13302'0'0,"30"63"-13090"0"0,0 1 0 0 0,1 1 0 0 0,0-1 1 0 0,1 1-1 0 0,1 1 0 0 0,0-1 0 0 0,-9 29 0 0 0,-26 111 421 0 0,32-110-433 0 0,1 5-271 0 0,3 1 0 0 0,2-1 0 0 0,1 1 1 0 0,6 61-1 0 0,0-10-4550 0 0,-3-98 3591 0 0</inkml:trace>
</inkml:ink>
</file>

<file path=ppt/ink/ink5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5:42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0 614 968 0 0,'0'0'2995'0'0,"7"-2"-2400"0"0,1301-320 4843 0 0,-1272 311-5305 0 0,149-55 417 0 0,-167 58-407 0 0,1-1 1 0 0,-1-1 0 0 0,0-1 0 0 0,-1 0-1 0 0,-1-2 1 0 0,0 1 0 0 0,20-21-1 0 0,-34 31-102 0 0,-1 1 0 0 0,1-1 0 0 0,0 0 0 0 0,-1 0 1 0 0,1 0-1 0 0,-1 0 0 0 0,0 0 0 0 0,1 0 0 0 0,-1 0 0 0 0,0 0 0 0 0,0-1 0 0 0,0 1 0 0 0,-1 0 0 0 0,1 0 0 0 0,-1-1 0 0 0,1 1 0 0 0,-1-1 0 0 0,0 1 0 0 0,0-1 0 0 0,0 1 0 0 0,0 0 0 0 0,0-4 0 0 0,-1 4-1 0 0,-1 0 1 0 0,1 0-1 0 0,0-1 0 0 0,-1 1 1 0 0,1 0-1 0 0,-1 0 0 0 0,1 0 1 0 0,-1 0-1 0 0,0 1 0 0 0,0-1 1 0 0,0 0-1 0 0,0 1 0 0 0,0-1 1 0 0,-1 1-1 0 0,1 0 0 0 0,0 0 1 0 0,-3-1-1 0 0,-6-3 111 0 0,-1 2-1 0 0,1-1 1 0 0,-1 2 0 0 0,0-1-1 0 0,0 2 1 0 0,0-1 0 0 0,-15 2-1 0 0,23 0-135 0 0,0 1 0 0 0,1 0 1 0 0,-1 0-1 0 0,1 0 0 0 0,-1 0 0 0 0,1 1 0 0 0,0-1 0 0 0,-1 1 0 0 0,1 0 0 0 0,0 0 0 0 0,0 0 0 0 0,0 0 0 0 0,1 1 0 0 0,-1-1 0 0 0,0 1 0 0 0,1-1 0 0 0,0 1 0 0 0,-1 0 0 0 0,1 0 0 0 0,0 0 0 0 0,1 1 0 0 0,-4 6 1 0 0,-2 6 24 0 0,1 0 1 0 0,0 0 0 0 0,-4 23-1 0 0,10-37-30 0 0,-14 74 439 0 0,-7 141 1 0 0,1-3 20 0 0,14-157-299 0 0,1 66 1 0 0,-2 27 225 0 0,4-101 2381 0 0,5-54-2748 0 0,2-17-12 0 0,-3 16 4 0 0,60 18-50 0 0,-8-1-189 0 0,-12-7-10 0 0,1-2 0 0 0,74-6 0 0 0,-99 3 154 0 0,0-1 1 0 0,-1-1-1 0 0,1-1 0 0 0,-1 0 1 0 0,0-1-1 0 0,0-1 0 0 0,-1 0 1 0 0,0-1-1 0 0,29-18 0 0 0,-41 23 113 0 0,0 0 0 0 0,-1 0 0 0 0,1 0 0 0 0,-1-1-1 0 0,1 1 1 0 0,-1-1 0 0 0,0 1 0 0 0,0-1 0 0 0,0 0 0 0 0,0 0-1 0 0,0 0 1 0 0,-1 0 0 0 0,1 0 0 0 0,-1 0 0 0 0,0-1-1 0 0,0 1 1 0 0,0 0 0 0 0,0-1 0 0 0,0 1 0 0 0,-1 0-1 0 0,0-1 1 0 0,0 1 0 0 0,0-1 0 0 0,0 1 0 0 0,0-1 0 0 0,-1 1-1 0 0,1 0 1 0 0,-1-1 0 0 0,0 1 0 0 0,0 0 0 0 0,0-1-1 0 0,0 1 1 0 0,-1 0 0 0 0,0 0 0 0 0,1 0 0 0 0,-1 0 0 0 0,0 0-1 0 0,0 1 1 0 0,0-1 0 0 0,-1 1 0 0 0,1-1 0 0 0,-1 1-1 0 0,1 0 1 0 0,-1-1 0 0 0,-5-1 0 0 0,2-1 79 0 0,4 3-58 0 0,-1-1-1 0 0,1 1 0 0 0,-1 1 1 0 0,1-1-1 0 0,-1 0 1 0 0,0 1-1 0 0,0-1 0 0 0,0 1 1 0 0,-6-2-1 0 0,8 5-134 0 0,0 0 0 0 0,-1 0-1 0 0,1 0 1 0 0,0 0 0 0 0,0 1 0 0 0,1-1-1 0 0,-1 0 1 0 0,0 0 0 0 0,1 1-1 0 0,-1-1 1 0 0,1 5 0 0 0,0-4-143 0 0,1 0 0 0 0,0 0 1 0 0,0 0-1 0 0,0 0 0 0 0,1-1 0 0 0,-1 1 1 0 0,1 0-1 0 0,-1-1 0 0 0,1 1 0 0 0,0-1 1 0 0,0 1-1 0 0,0-1 0 0 0,0 0 0 0 0,0 0 1 0 0,1 0-1 0 0,2 3 0 0 0,46 22-7817 0 0,-13-12 3271 0 0</inkml:trace>
</inkml:ink>
</file>

<file path=ppt/ink/ink5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5:43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502 779 1232 0 0,'-1'0'242'0'0,"-1"0"-1"0"0,0 0 1 0 0,0-1-1 0 0,0 1 1 0 0,1-1 0 0 0,-1 1-1 0 0,0-1 1 0 0,1 0-1 0 0,-1 1 1 0 0,0-1 0 0 0,1 0-1 0 0,-1 0 1 0 0,1 0-1 0 0,-1-1 1 0 0,1 1 0 0 0,0 0-1 0 0,0 0 1 0 0,-1-1-1 0 0,1 1 1 0 0,0-1 0 0 0,0 1-1 0 0,0-1 1 0 0,-1-1-1 0 0,3 0-122 0 0,0 0-1 0 0,-1 0 1 0 0,1 0-1 0 0,0 1 1 0 0,0-1-1 0 0,1 0 1 0 0,-1 1-1 0 0,0-1 1 0 0,1 0-1 0 0,0 1 1 0 0,-1 0-1 0 0,1-1 1 0 0,0 1-1 0 0,0 0 1 0 0,5-4-1 0 0,23-21 390 0 0,1 0 0 0 0,38-24 0 0 0,-3 2-103 0 0,13-13 12 0 0,105-90 168 0 0,-160 130-549 0 0,-2-1-1 0 0,-1-1 0 0 0,0-1 0 0 0,-2-1 1 0 0,20-34-1 0 0,-33 49-26 0 0,-1-1-1 0 0,0 1 0 0 0,0-1 1 0 0,3-15-1 0 0,-7 23-6 0 0,0-1-1 0 0,-1 0 1 0 0,1 0-1 0 0,-1 1 1 0 0,1-1-1 0 0,-2 0 0 0 0,1 0 1 0 0,0 0-1 0 0,-1 0 1 0 0,0 1-1 0 0,0-1 1 0 0,0 0-1 0 0,-4-6 1 0 0,4 9-5 0 0,0 1 1 0 0,0 0-1 0 0,-1-1 1 0 0,1 1-1 0 0,-1 0 1 0 0,1 0 0 0 0,-1 0-1 0 0,1 0 1 0 0,-1 1-1 0 0,1-1 1 0 0,-1 0-1 0 0,0 1 1 0 0,1-1-1 0 0,-1 1 1 0 0,0-1-1 0 0,0 1 1 0 0,1 0 0 0 0,-1 0-1 0 0,0-1 1 0 0,0 1-1 0 0,1 1 1 0 0,-1-1-1 0 0,0 0 1 0 0,0 0-1 0 0,1 1 1 0 0,-1-1-1 0 0,0 1 1 0 0,0-1-1 0 0,1 1 1 0 0,-1 0 0 0 0,1 0-1 0 0,-3 1 1 0 0,-53 28 12 0 0,36-13 37 0 0,0 1 0 0 0,0 0 1 0 0,2 2-1 0 0,-20 25 0 0 0,-59 89 214 0 0,73-98-203 0 0,-42 71 340 0 0,-92 202 0 0 0,149-288-363 0 0,-40 97 248 0 0,5 3 0 0 0,-43 183-1 0 0,79-270-226 0 0,-13 59 64 0 0,-16 55 101 0 0,32-128-216 0 0,-2 0 0 0 0,0 0 1 0 0,-1 0-1 0 0,-22 33 0 0 0,28-49-108 0 0,1 0 1 0 0,-1-1-1 0 0,0 1 1 0 0,-1-1-1 0 0,1 1 1 0 0,-1-1-1 0 0,1 0 1 0 0,-1-1-1 0 0,0 1 1 0 0,0-1-1 0 0,0 1 1 0 0,0-1-1 0 0,-1 0 1 0 0,1-1-1 0 0,0 1 1 0 0,-1-1-1 0 0,0 0 1 0 0,-6 1-1 0 0,1-1-707 0 0,0-1 0 0 0,0-1 0 0 0,0 0-1 0 0,0 0 1 0 0,0-1 0 0 0,1-1 0 0 0,-1 1 0 0 0,-9-5 0 0 0,-18-7-2273 0 0</inkml:trace>
</inkml:ink>
</file>

<file path=ppt/ink/ink5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5:43.6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1 507 168 0 0,'24'-6'1571'0'0,"653"-193"4054"0"0,-455 129-4841 0 0,-53 10-256 0 0,23-7 230 0 0,-161 58-432 0 0,74-22 99 0 0,-43 8 2907 0 0,-71 27-3251 0 0,-107 52 500 0 0,103-49-523 0 0,1 1 0 0 0,0 0 1 0 0,0 1-1 0 0,0 0 0 0 0,1 1 0 0 0,-19 21 0 0 0,29-29-50 0 0,-1-1-1 0 0,1 1 1 0 0,0 0 0 0 0,0-1 0 0 0,-1 1-1 0 0,1 0 1 0 0,0 0 0 0 0,0 0 0 0 0,1 0-1 0 0,-1 0 1 0 0,0 0 0 0 0,1 0 0 0 0,-1 0-1 0 0,1 0 1 0 0,0 0 0 0 0,-1 0 0 0 0,1 0-1 0 0,0 0 1 0 0,0 0 0 0 0,1 1-1 0 0,-1-1 1 0 0,0 0 0 0 0,2 4 0 0 0,-1-4 0 0 0,1 0 1 0 0,-1 0 0 0 0,1 0 0 0 0,0 0 0 0 0,0 0-1 0 0,0-1 1 0 0,0 1 0 0 0,0-1 0 0 0,0 1 0 0 0,1-1-1 0 0,-1 0 1 0 0,0 1 0 0 0,1-1 0 0 0,-1-1-1 0 0,1 1 1 0 0,3 1 0 0 0,6 0 23 0 0,0 1 0 0 0,0-2-1 0 0,1 0 1 0 0,-1 0 0 0 0,0-1 0 0 0,0-1 0 0 0,17-2-1 0 0,-19 0 75 0 0,-1 1-1 0 0,1-1 1 0 0,0-1-1 0 0,-1 0 1 0 0,0 0-1 0 0,0-1 1 0 0,0 0-1 0 0,-1-1 1 0 0,1 0-1 0 0,-1 0 1 0 0,0-1-1 0 0,9-10 1 0 0,-14 14-60 0 0,-1 0 0 0 0,1-1 0 0 0,-1 1 0 0 0,0 0 1 0 0,0-1-1 0 0,0 1 0 0 0,0-1 0 0 0,-1 1 0 0 0,0-1 1 0 0,1 0-1 0 0,-1 0 0 0 0,-1 1 0 0 0,1-1 0 0 0,-1 0 0 0 0,1 0 1 0 0,-1 0-1 0 0,0 0 0 0 0,0 0 0 0 0,-1 0 0 0 0,1 0 0 0 0,-1 0 1 0 0,0 1-1 0 0,0-1 0 0 0,0 0 0 0 0,0 0 0 0 0,-1 1 0 0 0,0-1 1 0 0,0 1-1 0 0,0-1 0 0 0,0 1 0 0 0,0 0 0 0 0,0 0 1 0 0,-1 0-1 0 0,0 0 0 0 0,-4-4 0 0 0,0 1-54 0 0,0-1-1 0 0,-1 1 1 0 0,0 1 0 0 0,0 0 0 0 0,-1 0-1 0 0,1 1 1 0 0,-1-1 0 0 0,0 2-1 0 0,0-1 1 0 0,0 2 0 0 0,-1-1-1 0 0,1 1 1 0 0,-1 0 0 0 0,1 1 0 0 0,-1 0-1 0 0,-12 1 1 0 0,6 0-704 0 0,0 1 1 0 0,0 1-1 0 0,-26 6 1 0 0,27-4-1440 0 0,0 0 0 0 0,1 1 0 0 0,-23 12 0 0 0,21-9-1571 0 0</inkml:trace>
</inkml:ink>
</file>

<file path=ppt/ink/ink5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5:44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30 548 0 0,'3'0'324'0'0,"1"0"0"0"0,-1 0 0 0 0,0 1-1 0 0,0-1 1 0 0,0 1 0 0 0,0 0 0 0 0,0 0 0 0 0,0 0 0 0 0,0 0 0 0 0,0 0-1 0 0,0 1 1 0 0,-1-1 0 0 0,4 3 0 0 0,-2-1-153 0 0,-1 0 0 0 0,0 1 0 0 0,0-1 1 0 0,0 1-1 0 0,-1-1 0 0 0,1 1 0 0 0,-1 0 0 0 0,0 0 0 0 0,0 0 0 0 0,0 0 1 0 0,0 1-1 0 0,-1-1 0 0 0,2 5 0 0 0,0 8 823 0 0,0 0 0 0 0,-1 1-1 0 0,-1-1 1 0 0,-2 24 0 0 0,3-52-1220 0 0,0 0 0 0 0,0 0 0 0 0,1 0 0 0 0,1 0 0 0 0,-1 0 0 0 0,2 1 0 0 0,-1 0-1 0 0,2 0 1 0 0,-1 0 0 0 0,13-16 0 0 0,29-35-5197 0 0,-31 43 2870 0 0</inkml:trace>
</inkml:ink>
</file>

<file path=ppt/ink/ink5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5:44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0 156 0 0,'4'10'966'0'0,"-1"-1"1"0"0,0 1-1 0 0,-1 0 0 0 0,1 0 0 0 0,-1 11 1 0 0,-1-9-600 0 0,-1 0 0 0 0,0-1 1 0 0,-1 1-1 0 0,0-1 0 0 0,-1 1 1 0 0,0-1-1 0 0,-1 1 0 0 0,0-1 1 0 0,-1 0-1 0 0,0 0 0 0 0,-1 0 1 0 0,-6 10-1 0 0,12-26-228 0 0,1 1 0 0 0,0 0 1 0 0,0 0-1 0 0,1 0 0 0 0,-1 0 0 0 0,1 0 0 0 0,0 0 1 0 0,0 1-1 0 0,7-7 0 0 0,7-4-126 0 0,2 1 0 0 0,-1 1 0 0 0,2 1-1 0 0,27-12 1 0 0,-36 18 19 0 0,0 1-1 0 0,1 1 1 0 0,-1 0-1 0 0,1 0 1 0 0,0 1-1 0 0,0 1 1 0 0,0 0-1 0 0,0 0 1 0 0,19 3-1 0 0,-7 0 764 0 0,-18-2-724 0 0,0 0 0 0 0,-1 0 0 0 0,1 1 0 0 0,-1 0 0 0 0,1 0 0 0 0,-1 0 1 0 0,1 1-1 0 0,-1 0 0 0 0,0 0 0 0 0,0 0 0 0 0,0 1 0 0 0,8 4 0 0 0,6 5-1791 0 0,-8-7-1522 0 0,-4-1-96 0 0,11 5 11 0 0</inkml:trace>
</inkml:ink>
</file>

<file path=ppt/ink/ink5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5:45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235 277 440 0 0,'0'0'2956'0'0,"-3"-4"-1415"0"0,-13-16 8395 0 0,12 18-9437 0 0,-6 0-430 0 0,7 1-51 0 0,0 1-1 0 0,0-1 1 0 0,1 1-1 0 0,-1 0 1 0 0,0 0 0 0 0,0 0-1 0 0,0 0 1 0 0,1 0-1 0 0,-5 1 1 0 0,-3 2-24 0 0,1 0 1 0 0,-1 0-1 0 0,1 0 1 0 0,0 1-1 0 0,0 1 1 0 0,0 0-1 0 0,1 0 1 0 0,0 1-1 0 0,0-1 1 0 0,0 2-1 0 0,1-1 1 0 0,-1 1-1 0 0,2 0 1 0 0,-1 1-1 0 0,1 0 1 0 0,0 0 0 0 0,1 0-1 0 0,0 0 1 0 0,0 1-1 0 0,1 0 1 0 0,-6 16-1 0 0,9-20 14 0 0,0 0-1 0 0,0 0 1 0 0,1 0-1 0 0,-1 0 1 0 0,1 0-1 0 0,1 0 1 0 0,-1 0-1 0 0,1 0 1 0 0,0 0-1 0 0,0 0 1 0 0,0 0-1 0 0,1-1 1 0 0,-1 1-1 0 0,1 0 1 0 0,0-1-1 0 0,1 1 1 0 0,-1-1-1 0 0,1 0 1 0 0,0 0-1 0 0,0 0 1 0 0,0 0 0 0 0,0 0-1 0 0,1-1 1 0 0,5 5-1 0 0,-7-7 2 0 0,1 0 0 0 0,0 0 0 0 0,-1 0 0 0 0,1-1 0 0 0,0 1 0 0 0,-1-1 0 0 0,1 1 0 0 0,0-1 0 0 0,0 0 0 0 0,0 0 0 0 0,-1-1 0 0 0,1 1-1 0 0,0 0 1 0 0,0-1 0 0 0,-1 0 0 0 0,1 1 0 0 0,0-1 0 0 0,-1 0 0 0 0,1 0 0 0 0,-1-1 0 0 0,1 1 0 0 0,-1-1 0 0 0,0 1 0 0 0,3-3 0 0 0,6-4 6 0 0,-1-1 0 0 0,0-1 0 0 0,14-16 0 0 0,-15 15 0 0 0,5-3-11 0 0,-7 4-35 0 0,1 0 0 0 0,0 1-1 0 0,1 1 1 0 0,0 0-1 0 0,0 0 1 0 0,1 0-1 0 0,0 1 1 0 0,0 1 0 0 0,0-1-1 0 0,1 2 1 0 0,0 0-1 0 0,0 0 1 0 0,15-4-1 0 0,-3 3-140 0 0,15-3-101 0 0,-2-2-1 0 0,0-1 1 0 0,42-21-1 0 0,-67 27 248 0 0,-1 0-1 0 0,1-1 0 0 0,-1 0 0 0 0,0 0 0 0 0,-1-1 1 0 0,0-1-1 0 0,0 0 0 0 0,-1 0 0 0 0,0 0 0 0 0,0-1 0 0 0,-1 0 1 0 0,0-1-1 0 0,-1 0 0 0 0,5-11 0 0 0,-7 10 138 0 0,0 1 0 0 0,0-1-1 0 0,2-18 1 0 0,5-17 1223 0 0,-80 388-484 0 0,10-35-773 0 0,41-232-74 0 0,-61 227-83 0 0,75-289 110 0 0,-7 21-99 0 0,-19 41 0 0 0,27-67 144 0 0,-1 1 0 0 0,0 0 0 0 0,-1-1 0 0 0,0 0 0 0 0,0 0 0 0 0,0-1 0 0 0,-1 1 0 0 0,0-1 0 0 0,0 0 0 0 0,-14 9 0 0 0,19-14-9 0 0,0 0 0 0 0,0 0 0 0 0,-1-1 0 0 0,1 1 1 0 0,0 0-1 0 0,0-1 0 0 0,-1 0 0 0 0,1 1 0 0 0,0-1 0 0 0,-1 1 0 0 0,1-1 0 0 0,0 0 0 0 0,-1 0 1 0 0,1 0-1 0 0,-1 0 0 0 0,1 0 0 0 0,0 0 0 0 0,-1 0 0 0 0,1-1 0 0 0,0 1 0 0 0,-1 0 1 0 0,1-1-1 0 0,0 1 0 0 0,-1-1 0 0 0,1 1 0 0 0,-2-2 0 0 0,1 0 11 0 0,0 0 0 0 0,0 0 1 0 0,0 0-1 0 0,1 0 0 0 0,-1-1 0 0 0,0 1 0 0 0,1 0 0 0 0,0-1 1 0 0,-1 0-1 0 0,1 1 0 0 0,0-1 0 0 0,-1-2 0 0 0,-1-8 90 0 0,0 1 0 0 0,1-1-1 0 0,0 0 1 0 0,1-18 0 0 0,2 8-221 0 0,1 1 0 0 0,1 0 0 0 0,1 0 0 0 0,1 0 0 0 0,1 0 0 0 0,1 1 0 0 0,1 0 0 0 0,1 0 1 0 0,1 1-1 0 0,0 0 0 0 0,23-31 0 0 0,-5 12-1837 0 0,41-44-1 0 0,35-24-6554 0 0,-64 72 3961 0 0</inkml:trace>
</inkml:ink>
</file>

<file path=ppt/ink/ink5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5:46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64 236 0 0,'-16'-64'11269'0'0,"14"69"-10700"0"0,-25 87 1100 0 0,-18 110-1 0 0,-2 145-161 0 0,37-293-2840 0 0,0-21-2838 0 0,-4-31-1480 0 0</inkml:trace>
</inkml:ink>
</file>

<file path=ppt/ink/ink5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5:47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0 579 116 0 0,'90'-7'1105'0'0,"1"-3"0"0"0,-2-5 0 0 0,0-3 0 0 0,96-33 0 0 0,-156 40-904 0 0,-1-1 0 0 0,0-2 0 0 0,-1-1 0 0 0,-1-1 0 0 0,0-1 0 0 0,-1-1 0 0 0,28-27 0 0 0,-43 35-39 0 0,0 0 0 0 0,-1-1-1 0 0,0-1 1 0 0,-1 1 0 0 0,0-1 0 0 0,-1 0 0 0 0,11-25 0 0 0,-15 28-9 0 0,0 0-1 0 0,-1 0 1 0 0,0 0 0 0 0,0 0-1 0 0,-1 0 1 0 0,0 0 0 0 0,-1 0-1 0 0,0 0 1 0 0,-1 0 0 0 0,1 0 0 0 0,-2 0-1 0 0,1 0 1 0 0,-5-12 0 0 0,5 15 4 0 0,-1 0 0 0 0,0 1 0 0 0,-1-1 0 0 0,0 0 0 0 0,0 1 0 0 0,0-1 0 0 0,0 1 0 0 0,-1 0 0 0 0,0 0 0 0 0,0 0 0 0 0,0 1 0 0 0,-6-6 0 0 0,9 10-142 0 0,0 0 0 0 0,0-1 0 0 0,1 1 0 0 0,-1 0 0 0 0,0-1 0 0 0,0 1 0 0 0,0 0 0 0 0,0 0 0 0 0,1 0 0 0 0,-1 0 0 0 0,0 0 0 0 0,0 0 0 0 0,0 0 0 0 0,0 0 0 0 0,0 0 0 0 0,0 0 0 0 0,1 0 0 0 0,-1 0 0 0 0,0 1 0 0 0,0-1 0 0 0,0 0 0 0 0,1 1 0 0 0,-1-1 0 0 0,0 0 0 0 0,0 1 0 0 0,1-1 0 0 0,-2 2 0 0 0,-16 15 153 0 0,13-10-134 0 0,1 1 0 0 0,-1 0 0 0 0,1 0 1 0 0,1 1-1 0 0,-1-1 0 0 0,1 1 0 0 0,1-1 0 0 0,-2 13 0 0 0,-10 79 168 0 0,12-74-144 0 0,-7 315 657 0 0,11-223-401 0 0,-4-88 597 0 0,0-42 66 0 0,1 3-841 0 0,0 0-1 0 0,2-1 1 0 0,-1 1-1 0 0,4-18 1 0 0,-3 21-132 0 0,1 1 1 0 0,0-1-1 0 0,0 0 0 0 0,0 1 1 0 0,1 0-1 0 0,0-1 0 0 0,0 1 1 0 0,0 0-1 0 0,1 0 0 0 0,7-7 1 0 0,-7 9-13 0 0,0 0 1 0 0,0 0 0 0 0,0 1 0 0 0,1 0 0 0 0,-1 0-1 0 0,1 0 1 0 0,0 1 0 0 0,-1-1 0 0 0,1 1-1 0 0,0 0 1 0 0,0 1 0 0 0,0-1 0 0 0,0 1-1 0 0,9 0 1 0 0,15 2-7 0 0,0 1-1 0 0,-1 1 1 0 0,31 9 0 0 0,-32-6 7 0 0,1-2 0 0 0,0 0 1 0 0,30 0-1 0 0,-38-3 200 0 0,-19-2-148 0 0,0 1 0 0 0,0-1-1 0 0,0 0 1 0 0,0 0 0 0 0,0 0 0 0 0,0 1 0 0 0,0-1 0 0 0,-1 0 0 0 0,1 0 0 0 0,0 0 0 0 0,0 0 0 0 0,0 0 0 0 0,0-1 0 0 0,0 1 0 0 0,0 0 0 0 0,0 0 0 0 0,0-1 0 0 0,0 1 0 0 0,0 0 0 0 0,0-1 0 0 0,-1 1 0 0 0,1-1 0 0 0,0 1 0 0 0,0-1 0 0 0,0 1-1 0 0,-1-1 1 0 0,1 0 0 0 0,0 0 0 0 0,-1 1 0 0 0,1-1 0 0 0,-1 0 0 0 0,1 0 0 0 0,0-1 0 0 0,0 1 591 0 0,-3-6-189 0 0,-4-8 610 0 0,51 28-7580 0 0,-8-5 106 0 0,-7-4 1776 0 0</inkml:trace>
</inkml:ink>
</file>

<file path=ppt/ink/ink5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5:47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286 452 1156 0 0,'-12'0'836'0'0,"-1"1"0"0"0,1 1 0 0 0,-1 0-1 0 0,1 1 1 0 0,0 0 0 0 0,0 1 0 0 0,-17 8 0 0 0,12-4-300 0 0,0 1 0 0 0,1 1 0 0 0,0 0 0 0 0,1 1 0 0 0,0 1 1 0 0,0 0-1 0 0,-18 22 0 0 0,30-31-477 0 0,0 0 1 0 0,1 0-1 0 0,-1 1 0 0 0,1-1 1 0 0,0 1-1 0 0,0-1 1 0 0,0 1-1 0 0,1 0 0 0 0,-1 0 1 0 0,1 0-1 0 0,0 0 1 0 0,0 0-1 0 0,0 0 0 0 0,1 0 1 0 0,-1 1-1 0 0,1-1 1 0 0,0 0-1 0 0,0 0 0 0 0,1 0 1 0 0,-1 0-1 0 0,1 1 1 0 0,0-1-1 0 0,0 0 0 0 0,0 0 1 0 0,0 0-1 0 0,1 0 1 0 0,0-1-1 0 0,0 1 0 0 0,0 0 1 0 0,0-1-1 0 0,1 1 1 0 0,-1-1-1 0 0,1 0 0 0 0,0 0 1 0 0,0 0-1 0 0,0 0 1 0 0,0 0-1 0 0,0-1 0 0 0,1 1 1 0 0,-1-1-1 0 0,1 0 1 0 0,-1 0-1 0 0,1 0 0 0 0,0-1 1 0 0,0 1-1 0 0,0-1 1 0 0,0 0-1 0 0,0 0 0 0 0,0 0 1 0 0,0-1-1 0 0,1 1 1 0 0,-1-1-1 0 0,0 0 0 0 0,5-1 1 0 0,2 0 45 0 0,-1-1 1 0 0,1 0-1 0 0,-1 0 1 0 0,0-1 0 0 0,0-1-1 0 0,0 0 1 0 0,0 0-1 0 0,0-1 1 0 0,-1 0-1 0 0,0-1 1 0 0,0 0 0 0 0,-1 0-1 0 0,1-1 1 0 0,-1 0-1 0 0,-1-1 1 0 0,1 0-1 0 0,-1 0 1 0 0,-1 0 0 0 0,0-1-1 0 0,0 0 1 0 0,9-17-1 0 0,-7 8 39 0 0,-1-1-1 0 0,-1 1 0 0 0,0-1 0 0 0,-2 0 0 0 0,0-1 1 0 0,-1 1-1 0 0,0-1 0 0 0,-2 0 0 0 0,-1 0 0 0 0,0 1 1 0 0,-4-23-1 0 0,1 16-2 0 0,-2-1 0 0 0,0 0 1 0 0,-2 1-1 0 0,-1 1 0 0 0,-1-1 0 0 0,-1 1 1 0 0,-2 0-1 0 0,-24-39 0 0 0,31 57-183 0 0,0 0 0 0 0,-1 1-1 0 0,1 0 1 0 0,-1 0 0 0 0,-1 0-1 0 0,1 1 1 0 0,-1 0 0 0 0,0 0-1 0 0,0 1 1 0 0,0-1 0 0 0,-1 2-1 0 0,0-1 1 0 0,0 1 0 0 0,-9-2-1 0 0,12 3-212 0 0,0 1-1 0 0,-1 0 1 0 0,1 1-1 0 0,-1-1 0 0 0,0 1 1 0 0,1 0-1 0 0,-1 0 1 0 0,1 1-1 0 0,-9 2 1 0 0,9-2-197 0 0,1 0 0 0 0,0 1 0 0 0,0 0 0 0 0,0 0 0 0 0,0 0 0 0 0,0 0 0 0 0,0 0-1 0 0,1 1 1 0 0,-1 0 0 0 0,1 0 0 0 0,0 0 0 0 0,-6 7 0 0 0,2 3-3954 0 0,3 2 336 0 0</inkml:trace>
</inkml:ink>
</file>

<file path=ppt/ink/ink5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5:48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0 649 528 0 0,'0'1'187'0'0,"0"-1"0"0"0,0 1 0 0 0,0 0 0 0 0,0-1 0 0 0,0 1 0 0 0,1 0-1 0 0,-1-1 1 0 0,0 1 0 0 0,0-1 0 0 0,0 1 0 0 0,1 0 0 0 0,-1-1 0 0 0,0 1 0 0 0,1-1 0 0 0,-1 1 0 0 0,1-1 0 0 0,-1 1 0 0 0,0-1 0 0 0,1 1-1 0 0,-1-1 1 0 0,1 0 0 0 0,-1 1 0 0 0,1-1 0 0 0,-1 0 0 0 0,1 1 0 0 0,0-1 0 0 0,-1 0 0 0 0,1 0 0 0 0,-1 1 0 0 0,1-1 0 0 0,0 0 0 0 0,-1 0-1 0 0,1 0 1 0 0,-1 0 0 0 0,1 0 0 0 0,0 0 0 0 0,-1 0 0 0 0,2 0 0 0 0,36-8 2054 0 0,-23 2-1907 0 0,0 0 0 0 0,-1-1 1 0 0,15-11-1 0 0,15-20 606 0 0,-42 35-868 0 0,0 1 0 0 0,1-1 0 0 0,-1 0 0 0 0,0 0 0 0 0,-1 0 0 0 0,1 0 0 0 0,-1 0 0 0 0,1 0 0 0 0,-1 0 0 0 0,0-1 0 0 0,0 1-1 0 0,0-1 1 0 0,-1 1 0 0 0,1-4 0 0 0,-1 5 72 0 0,-2 2-138 0 0,1-1-1 0 0,-1 1 1 0 0,1 0 0 0 0,-1-1 0 0 0,0 1 0 0 0,1 0 0 0 0,-1 0 0 0 0,0 0 0 0 0,1 0 0 0 0,-1 0 0 0 0,0 1 0 0 0,1-1 0 0 0,-1 0 0 0 0,0 1 0 0 0,1-1 0 0 0,-1 1-1 0 0,1 0 1 0 0,-1-1 0 0 0,1 1 0 0 0,-1 0 0 0 0,1 0 0 0 0,0 0 0 0 0,-1 0 0 0 0,1 0 0 0 0,0 0 0 0 0,0 0 0 0 0,0 1 0 0 0,0-1 0 0 0,0 0 0 0 0,0 1 0 0 0,0-1 0 0 0,0 1-1 0 0,0-1 1 0 0,-1 4 0 0 0,0 0-1 0 0,-1-1 0 0 0,1 1 0 0 0,0 1 0 0 0,0-1 0 0 0,1 0 0 0 0,-1 0 1 0 0,1 1-1 0 0,0-1 0 0 0,0 8 0 0 0,2-9-36 0 0,0 1 1 0 0,0 0-1 0 0,0-1 1 0 0,1 1-1 0 0,0-1 0 0 0,0 0 1 0 0,0 1-1 0 0,0-1 1 0 0,1 0-1 0 0,-1 0 1 0 0,1-1-1 0 0,0 1 1 0 0,1-1-1 0 0,-1 1 1 0 0,0-1-1 0 0,1 0 1 0 0,0 0-1 0 0,0 0 1 0 0,0-1-1 0 0,0 1 1 0 0,0-1-1 0 0,8 3 1 0 0,0 0-108 0 0,1 0-1 0 0,1 0 1 0 0,-1-1 0 0 0,1-1 0 0 0,-1 0 0 0 0,22 1 0 0 0,-14-4 32 0 0,0 0-1 0 0,0-2 1 0 0,0 0 0 0 0,0-1-1 0 0,-1-1 1 0 0,1-1 0 0 0,-1-1 0 0 0,0-1-1 0 0,-1 0 1 0 0,1-2 0 0 0,-1 0 0 0 0,-1-1-1 0 0,18-13 1 0 0,-22 13 119 0 0,0-1 1 0 0,0 0-1 0 0,-1-1 1 0 0,0-1-1 0 0,-1 0 1 0 0,-1-1-1 0 0,0 0 0 0 0,-1 0 1 0 0,0-1-1 0 0,-2-1 1 0 0,1 0-1 0 0,-2 0 1 0 0,0 0-1 0 0,-1-1 1 0 0,7-30-1 0 0,-9 18 391 0 0,0 0 0 0 0,-2 0-1 0 0,-1 0 1 0 0,-1 0 0 0 0,-2-1 0 0 0,-1 1-1 0 0,-1 0 1 0 0,-2 1 0 0 0,-9-31 0 0 0,2 33 727 0 0,11 24-932 0 0,0-1 0 0 0,0 0 0 0 0,0-1-1 0 0,1 1 1 0 0,-1 0 0 0 0,1 0 0 0 0,0-1 0 0 0,0 1 0 0 0,-1-5 0 0 0,2 8-188 0 0,0 0-1 0 0,0 0 1 0 0,0 0-1 0 0,0 0 1 0 0,0 0-1 0 0,0 0 1 0 0,0-1-1 0 0,0 1 1 0 0,0 0-1 0 0,0 0 1 0 0,0 0 0 0 0,0 0-1 0 0,0 0 1 0 0,0-1-1 0 0,0 1 1 0 0,0 0-1 0 0,0 0 1 0 0,0 0-1 0 0,0 0 1 0 0,0 0-1 0 0,0 0 1 0 0,0 0 0 0 0,-1-1-1 0 0,1 1 1 0 0,0 0-1 0 0,0 0 1 0 0,0 0-1 0 0,0 0 1 0 0,0 0-1 0 0,0 0 1 0 0,-1 0-1 0 0,1 0 1 0 0,0 0 0 0 0,0 0-1 0 0,0 0 1 0 0,0 0-1 0 0,0 0 1 0 0,0 0-1 0 0,-1 0 1 0 0,1 0-1 0 0,0 0 1 0 0,0 0-1 0 0,0 0 1 0 0,0 0 0 0 0,0 0-1 0 0,-1 0 1 0 0,1 0-1 0 0,0 0 1 0 0,0 0-1 0 0,0 0 1 0 0,0 0-1 0 0,0 0 1 0 0,0 0 0 0 0,-1 0-1 0 0,1 0 1 0 0,0 0-1 0 0,0 0 1 0 0,-12 9 296 0 0,-5 9-127 0 0,3 4-51 0 0,2 1-1 0 0,1 1 1 0 0,1 0-1 0 0,-13 42 1 0 0,11-28-47 0 0,-20 65 120 0 0,4 2 0 0 0,-19 145 0 0 0,13 216 361 0 0,34-372-358 0 0,0-28 117 0 0,-12 111 0 0 0,10-163-282 0 0,2-9-1 0 0,0-1 0 0 0,-1 0 0 0 0,0 0 0 0 0,1 0 0 0 0,-2 0 0 0 0,1 1 0 0 0,0-1 0 0 0,-3 5 0 0 0,3-8-39 0 0,-1 0-1 0 0,1 0 1 0 0,0 0-1 0 0,0 0 1 0 0,0 0 0 0 0,-1 0-1 0 0,1 0 1 0 0,0 0-1 0 0,-1-1 1 0 0,1 1 0 0 0,0 0-1 0 0,-1-1 1 0 0,1 1-1 0 0,-1-1 1 0 0,1 0 0 0 0,-1 1-1 0 0,0-1 1 0 0,1 0-1 0 0,-1 0 1 0 0,1 0 0 0 0,-1 0-1 0 0,1 0 1 0 0,-1-1-1 0 0,1 1 1 0 0,-1 0 0 0 0,1-1-1 0 0,-1 1 1 0 0,1-1-1 0 0,-2 0 1 0 0,-26-8-301 0 0,2-1 1 0 0,-1-1-1 0 0,1-2 1 0 0,1-1-1 0 0,-31-21 1 0 0,39 23 11 0 0,0-2 1 0 0,1 0 0 0 0,0-1 0 0 0,1 0 0 0 0,1-1-1 0 0,0-1 1 0 0,2-1 0 0 0,-13-19 0 0 0,23 33 238 0 0,1 0 0 0 0,-1 0 1 0 0,1 0-1 0 0,0-1 0 0 0,0 1 0 0 0,1-1 1 0 0,-1 0-1 0 0,1 1 0 0 0,0-1 0 0 0,0 0 0 0 0,1 0 1 0 0,0 0-1 0 0,-1 0 0 0 0,1 1 0 0 0,1-1 1 0 0,-1 0-1 0 0,1 0 0 0 0,0 0 0 0 0,0 1 1 0 0,0-1-1 0 0,1 0 0 0 0,0 1 0 0 0,-1-1 0 0 0,2 1 1 0 0,-1-1-1 0 0,0 1 0 0 0,1 0 0 0 0,0 0 1 0 0,0 0-1 0 0,0 1 0 0 0,0-1 0 0 0,1 1 1 0 0,0 0-1 0 0,-1-1 0 0 0,1 2 0 0 0,0-1 0 0 0,0 0 1 0 0,1 1-1 0 0,4-2 0 0 0,45-23-348 0 0,1 2 0 0 0,1 3 0 0 0,105-25-1 0 0,-34 9-161 0 0,36-9-614 0 0,38-14-1193 0 0,-72 7-3131 0 0,-102 40 2868 0 0</inkml:trace>
</inkml:ink>
</file>

<file path=ppt/ink/ink5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5:49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251 595 552 0 0,'0'0'1896'0'0,"-13"-29"4868"0"0,8 27-6446 0 0,-1 0-1 0 0,1 1 1 0 0,-1 0-1 0 0,1 0 1 0 0,-1 0 0 0 0,0 1-1 0 0,1 0 1 0 0,-1 0-1 0 0,0 0 1 0 0,1 1-1 0 0,-1 0 1 0 0,1 0-1 0 0,-1 0 1 0 0,1 1-1 0 0,-1-1 1 0 0,1 1 0 0 0,-7 4-1 0 0,-3 1-74 0 0,1 1 1 0 0,0 0-1 0 0,0 1 0 0 0,1 0 1 0 0,-15 14-1 0 0,24-20-173 0 0,1 0-1 0 0,0 0 0 0 0,0 1 1 0 0,0-1-1 0 0,1 1 1 0 0,-1-1-1 0 0,1 1 0 0 0,0 0 1 0 0,0 0-1 0 0,0 0 1 0 0,-2 8-1 0 0,3-10 6 0 0,9 5 68 0 0,-7-6-143 0 0,-1 0 0 0 0,1 0 0 0 0,0-1-1 0 0,0 1 1 0 0,-1 0 0 0 0,1-1 0 0 0,0 1 0 0 0,0 0 0 0 0,0-1 0 0 0,-1 1 0 0 0,1-1-1 0 0,0 1 1 0 0,0-1 0 0 0,0 0 0 0 0,0 1 0 0 0,0-1 0 0 0,0 0 0 0 0,0 0 0 0 0,0 0-1 0 0,0 0 1 0 0,0 0 0 0 0,0 0 0 0 0,0 0 0 0 0,0 0 0 0 0,0 0 0 0 0,0 0 0 0 0,0 0-1 0 0,0-1 1 0 0,0 1 0 0 0,0 0 0 0 0,1-1 0 0 0,23-8-256 0 0,0-1 0 0 0,0-1-1 0 0,-1-2 1 0 0,0 0 0 0 0,-1-1 0 0 0,-1-1 0 0 0,22-19-1 0 0,-43 33 171 0 0,2 1-25 0 0,0 1 80 0 0,1-1-1 0 0,-1 1 1 0 0,0 0 0 0 0,0 0 0 0 0,1 1 0 0 0,-1-1 0 0 0,0 0 0 0 0,0 1 0 0 0,3 2 0 0 0,1 1 18 0 0,1-1 0 0 0,-1 0 0 0 0,1 0 0 0 0,0 0 0 0 0,0-1 0 0 0,1-1 0 0 0,-1 1 0 0 0,0-2 0 0 0,1 1 0 0 0,-1-1 0 0 0,1 0 0 0 0,0 0 0 0 0,-1-1 0 0 0,1-1 0 0 0,0 1 0 0 0,-1-1 0 0 0,1-1 0 0 0,-1 0 0 0 0,1 0 0 0 0,14-6 0 0 0,-10 3 217 0 0,0-2 1 0 0,0 1 0 0 0,-1-1 0 0 0,0-1 0 0 0,0 0 0 0 0,0-1 0 0 0,-1-1 0 0 0,-1 1-1 0 0,0-1 1 0 0,0-1 0 0 0,-1 0 0 0 0,10-16 0 0 0,-6 4 2903 0 0,-15 29-3112 0 0,0 0 0 0 0,0 0 0 0 0,0 0 0 0 0,1 0-1 0 0,0 0 1 0 0,0 0 0 0 0,1 0 0 0 0,-1 0 0 0 0,1 0 0 0 0,1 0-1 0 0,-1 0 1 0 0,1 0 0 0 0,3 11 0 0 0,-3-14-31 0 0,0 0 0 0 0,0 0 0 0 0,0-1 1 0 0,1 1-1 0 0,-1 0 0 0 0,1-1 0 0 0,0 1 0 0 0,-1-1 1 0 0,1 1-1 0 0,0-1 0 0 0,1 0 0 0 0,-1 0 0 0 0,0 0 1 0 0,1 0-1 0 0,-1 0 0 0 0,1 0 0 0 0,-1-1 0 0 0,1 0 0 0 0,0 1 1 0 0,0-1-1 0 0,0 0 0 0 0,0 0 0 0 0,-1 0 0 0 0,1-1 1 0 0,1 1-1 0 0,-1-1 0 0 0,0 1 0 0 0,0-1 0 0 0,0 0 1 0 0,5-1-1 0 0,2-1-31 0 0,-1 0 1 0 0,1 0-1 0 0,-1-1 1 0 0,0-1-1 0 0,1 1 1 0 0,-2-2-1 0 0,1 1 1 0 0,0-1-1 0 0,-1 0 1 0 0,0-1-1 0 0,0 0 1 0 0,-1 0-1 0 0,0-1 1 0 0,7-7-1 0 0,24-19-329 0 0,-37 33 375 0 0,0-1 0 0 0,0 1 0 0 0,0-1 0 0 0,0 1 0 0 0,0-1 0 0 0,0 1 0 0 0,0 0 0 0 0,0 0 0 0 0,0-1 0 0 0,0 1 0 0 0,0 0 0 0 0,0 0 0 0 0,0 0 0 0 0,0 0-1 0 0,0 0 1 0 0,0 0 0 0 0,0 0 0 0 0,0 1 0 0 0,0-1 0 0 0,0 0 0 0 0,0 1 0 0 0,-1-1 0 0 0,1 0 0 0 0,0 1 0 0 0,0-1 0 0 0,0 1 0 0 0,0-1 0 0 0,0 1 0 0 0,0 0 0 0 0,30 29-42 0 0,4 2-18 0 0,-24-27 62 0 0,0 0 0 0 0,0-1-1 0 0,1 0 1 0 0,0-1 0 0 0,0 0 0 0 0,0-1 0 0 0,0 0-1 0 0,0-1 1 0 0,0-1 0 0 0,0 1 0 0 0,21-4 0 0 0,-15 0 14 0 0,0-1-1 0 0,-1 0 1 0 0,0-1 0 0 0,0-1 0 0 0,-1-1 0 0 0,0 0 0 0 0,24-15-1 0 0,-18 8 16 0 0,0-1 0 0 0,-1-2 0 0 0,-1 0 0 0 0,0-1 0 0 0,-1-1 0 0 0,-2-1-1 0 0,1 0 1 0 0,-2-1 0 0 0,-1-1 0 0 0,22-42 0 0 0,-24 37 222 0 0,-2 0 0 0 0,0-1 0 0 0,-2 0 0 0 0,-1-1 0 0 0,-1 0 1 0 0,-2 0-1 0 0,4-42 0 0 0,-9 70-200 0 0,0 0 0 0 0,0 0 0 0 0,0 1 0 0 0,0-1 1 0 0,1 0-1 0 0,-1 0 0 0 0,0 0 0 0 0,-1 0 0 0 0,1 0 0 0 0,0 1 1 0 0,0-1-1 0 0,0 0 0 0 0,0 0 0 0 0,0 0 0 0 0,-1 1 0 0 0,1-1 1 0 0,0 0-1 0 0,-1 0 0 0 0,1 1 0 0 0,-1-1 0 0 0,1 0 0 0 0,-1 1 0 0 0,1-1 1 0 0,-1 0-1 0 0,1 1 0 0 0,-1-1 0 0 0,0 1 0 0 0,1-1 0 0 0,-2 0 1 0 0,1 1-22 0 0,0 1 0 0 0,-1-1 1 0 0,1 0-1 0 0,0 1 0 0 0,0-1 1 0 0,-1 1-1 0 0,1-1 0 0 0,0 1 1 0 0,0 0-1 0 0,0-1 1 0 0,0 1-1 0 0,0 0 0 0 0,0 0 1 0 0,0 0-1 0 0,0 0 0 0 0,-1 1 1 0 0,-34 50 60 0 0,24-28-139 0 0,1 0 1 0 0,1 1-1 0 0,1 0 1 0 0,1 0-1 0 0,1 1 1 0 0,1 0-1 0 0,2 1 1 0 0,1-1 0 0 0,1 1-1 0 0,1 0 1 0 0,1-1-1 0 0,1 1 1 0 0,8 43-1 0 0,-7-61-62 0 0,1 1 0 0 0,-1-1 1 0 0,2 0-1 0 0,0 0 0 0 0,0 0 0 0 0,0 0 0 0 0,1-1 1 0 0,0 0-1 0 0,1 0 0 0 0,0 0 0 0 0,11 11 0 0 0,-13-15 70 0 0,1-1-1 0 0,0 1 0 0 0,0-1 0 0 0,0 0 0 0 0,0-1 0 0 0,0 1 0 0 0,1-1 0 0 0,-1 0 0 0 0,1 0 0 0 0,0-1 0 0 0,0 0 0 0 0,-1 0 0 0 0,1 0 0 0 0,0-1 0 0 0,0 1 0 0 0,0-2 0 0 0,0 1 0 0 0,0 0 0 0 0,-1-1 0 0 0,8-2 1 0 0,0-1 67 0 0,-1 0 0 0 0,0-1 0 0 0,0 0 0 0 0,0-1 0 0 0,-1 0 1 0 0,1-1-1 0 0,-2 0 0 0 0,1-1 0 0 0,-1 0 0 0 0,0 0 0 0 0,-1-2 1 0 0,0 1-1 0 0,0-1 0 0 0,8-13 0 0 0,2-3 272 0 0,-2 0 1 0 0,-1-2-1 0 0,-1 0 0 0 0,19-51 1 0 0,-29 67-134 0 0,4-11 575 0 0,-1 0-1 0 0,0-1 1 0 0,-2-1 0 0 0,5-37-1 0 0,-11 57-233 0 0,1-1 1 0 0,-1 1-1 0 0,1 0 0 0 0,0-1 0 0 0,1 1 0 0 0,3-10 0 0 0,-5 13-152 0 0,-3 7-171 0 0,1 0 0 0 0,-1 0 0 0 0,1 0 0 0 0,0 1 0 0 0,0-1 0 0 0,0 0-1 0 0,1 1 1 0 0,-1-1 0 0 0,1 1 0 0 0,1 0 0 0 0,-1 5 0 0 0,-11 87 127 0 0,1-7-40 0 0,4-44-105 0 0,-1 60 0 0 0,2-67-2527 0 0,6-39 1743 0 0</inkml:trace>
</inkml:ink>
</file>

<file path=ppt/ink/ink5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5:49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75 992 0 0,'-3'-11'14116'0'0,"26"-2"-10788"0"0,29-5-2190 0 0,48 2 1206 0 0,-21 3-5170 0 0,-64 10-979 0 0</inkml:trace>
</inkml:ink>
</file>

<file path=ppt/ink/ink5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5:51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62 105 1072 0 0,'-16'-90'8497'0'0,"15"88"-6958"0"0,2-8-690 0 0,-2 7-558 0 0,1 10 1460 0 0,-38 590 994 0 0,32-533-2237 0 0,6-62-342 0 0,8-5-137 0 0,-1 1 1 0 0,0-1-1 0 0,1 0 0 0 0,-1 0 0 0 0,0-1 0 0 0,0 0 0 0 0,-1-1 0 0 0,1 1 0 0 0,-1-1 1 0 0,0 0-1 0 0,8-10 0 0 0,7-3 19 0 0,194-170-75 0 0,-92 75-80 0 0,-52 55 56 0 0,23-21-250 0 0,-92 77 244 0 0,-5 7-23 0 0,-3 6 65 0 0,-1-1 0 0 0,0 0 0 0 0,0-1 0 0 0,-1 1 1 0 0,-1-1-1 0 0,-15 13 0 0 0,-70 49 39 0 0,60-46 75 0 0,17-13-52 0 0,7-6-4 0 0,0 1 1 0 0,0 1 0 0 0,1 0 0 0 0,0 0 0 0 0,1 0 0 0 0,0 1 0 0 0,-10 14 0 0 0,18-21-40 0 0,-1-1 0 0 0,1 0 0 0 0,0 0 0 0 0,0 0 0 0 0,-1 0 0 0 0,1 0 0 0 0,0 0 0 0 0,0 1 0 0 0,0-1 0 0 0,1 0 0 0 0,-1 0 0 0 0,0 0 1 0 0,0 0-1 0 0,1 0 0 0 0,-1 1 0 0 0,0-1 0 0 0,1 0 0 0 0,-1 0 0 0 0,1 0 0 0 0,-1 0 0 0 0,1 0 0 0 0,0 0 0 0 0,-1 0 0 0 0,1-1 0 0 0,0 1 0 0 0,0 0 1 0 0,0 0-1 0 0,0 0 0 0 0,-1-1 0 0 0,1 1 0 0 0,0 0 0 0 0,2 0 0 0 0,35 20 25 0 0,-34-19-31 0 0,22 9-395 0 0,1-2 0 0 0,1-1 0 0 0,0-1 0 0 0,0-2-1 0 0,0-1 1 0 0,42 2 0 0 0,-26-2-706 0 0,24 0-1628 0 0,-22-3-2080 0 0,-14-2 1241 0 0</inkml:trace>
</inkml:ink>
</file>

<file path=ppt/ink/ink5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5:52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56 64 0 0,'0'-4'553'0'0,"-1"0"1"0"0,1 0-1 0 0,-1 0 1 0 0,1 1-1 0 0,-1-1 1 0 0,0 0-1 0 0,0 1 0 0 0,-1-1 1 0 0,1 0-1 0 0,-1 1 1 0 0,0 0-1 0 0,0-1 1 0 0,-3-3-1 0 0,4 6-58 0 0,-45 12 1088 0 0,31-6-1305 0 0,1 0 1 0 0,0 2-1 0 0,0 0 0 0 0,0 0 0 0 0,1 2 0 0 0,0-1 0 0 0,1 2 0 0 0,-1 0 0 0 0,2 0 1 0 0,0 1-1 0 0,-13 16 0 0 0,23-26-257 0 0,1-1 0 0 0,-1 1 0 0 0,1-1 0 0 0,-1 1-1 0 0,1-1 1 0 0,0 1 0 0 0,-1 0 0 0 0,1-1 0 0 0,0 1 0 0 0,-1 0 0 0 0,1-1 0 0 0,0 1 0 0 0,0 0 0 0 0,0-1 0 0 0,0 1-1 0 0,0 0 1 0 0,0-1 0 0 0,0 1 0 0 0,0 0 0 0 0,0-1 0 0 0,0 1 0 0 0,0 0 0 0 0,0-1 0 0 0,0 1 0 0 0,0 0 0 0 0,1-1-1 0 0,-1 1 1 0 0,0 0 0 0 0,1-1 0 0 0,-1 1 0 0 0,0-1 0 0 0,1 1 0 0 0,-1 0 0 0 0,2 0 0 0 0,26 10 228 0 0,31-9-327 0 0,-40-3 10 0 0,-8 0-54 0 0,0 0 0 0 0,0 1 0 0 0,0 1 0 0 0,13 1-1 0 0,-21-1 95 0 0,1 0-1 0 0,-1 0 1 0 0,1 0-1 0 0,-1 1 0 0 0,0-1 1 0 0,1 1-1 0 0,-1 0 1 0 0,0 0-1 0 0,0 0 1 0 0,0 0-1 0 0,-1 0 0 0 0,1 1 1 0 0,0-1-1 0 0,-1 1 1 0 0,1 0-1 0 0,2 4 1 0 0,-4-4 28 0 0,1 0 0 0 0,1 0 1 0 0,-1-1-1 0 0,0 1 1 0 0,1 0-1 0 0,-1-1 0 0 0,1 0 1 0 0,0 1-1 0 0,0-1 1 0 0,0 0-1 0 0,0 0 1 0 0,0-1-1 0 0,0 1 0 0 0,1-1 1 0 0,-1 0-1 0 0,0 1 1 0 0,1-1-1 0 0,-1-1 0 0 0,1 1 1 0 0,5 0-1 0 0,-3-1 25 0 0,-1-1 0 0 0,1 0 1 0 0,-1 0-1 0 0,0 0 0 0 0,1 0 0 0 0,-1-1 0 0 0,0 0 0 0 0,0 0 0 0 0,0-1 0 0 0,0 1 0 0 0,0-1 0 0 0,5-5 0 0 0,1 0 50 0 0,1-2-1 0 0,-2 0 1 0 0,1 0-1 0 0,-2-1 1 0 0,1 0-1 0 0,-1-1 1 0 0,-1 0-1 0 0,0 0 0 0 0,8-19 1 0 0,-15 29-64 0 0,7-25 383 0 0,-8 27-388 0 0,1-1 1 0 0,-1 0-1 0 0,0 1 0 0 0,-1-1 1 0 0,1 1-1 0 0,0-1 0 0 0,0 0 1 0 0,0 1-1 0 0,0-1 0 0 0,0 0 1 0 0,-1 1-1 0 0,1-1 0 0 0,0 1 1 0 0,0-1-1 0 0,-1 1 0 0 0,1-1 1 0 0,0 1-1 0 0,-1-1 1 0 0,1 1-1 0 0,-1-1 0 0 0,1 1 1 0 0,-1-1-1 0 0,1 1 0 0 0,-1 0 1 0 0,1-1-1 0 0,-1 1 0 0 0,1 0 1 0 0,-1-1-1 0 0,1 1 0 0 0,-1 0 1 0 0,0 0-1 0 0,1-1 0 0 0,-2 1 1 0 0,0-1 6 0 0,-44 12-10 0 0,44-10-12 0 0,0 1-9 0 0,-1-1 0 0 0,1 1 0 0 0,0 0 0 0 0,0 0 0 0 0,0 0 0 0 0,0 0 0 0 0,0 1-1 0 0,0-1 1 0 0,-1 4 0 0 0,4-4 14 0 0,1 1-1 0 0,-1-1 0 0 0,1 1 1 0 0,0-1-1 0 0,0 0 0 0 0,0 1 1 0 0,0-1-1 0 0,0 0 1 0 0,0-1-1 0 0,1 1 0 0 0,-1 0 1 0 0,1-1-1 0 0,4 3 0 0 0,48 21-46 0 0,-6-2-155 0 0,-42-17 137 0 0,1 0 1 0 0,-1 0-1 0 0,1 1 0 0 0,-2 0 0 0 0,1 0 0 0 0,-1 1 0 0 0,0 0 1 0 0,5 9-1 0 0,20 25-216 0 0,-30-41 257 0 0,5 7-74 0 0,-6-7 89 0 0,0-1-1 0 0,0 1 1 0 0,1 0-1 0 0,-1-1 0 0 0,0 1 1 0 0,0-1-1 0 0,1 1 1 0 0,-1 0-1 0 0,0-1 1 0 0,1 1-1 0 0,-1-1 1 0 0,0 1-1 0 0,1 0 0 0 0,-1-1 1 0 0,1 1-1 0 0,-1-1 1 0 0,1 0-1 0 0,-1 1 1 0 0,1-1-1 0 0,0 1 1 0 0,-1-1-1 0 0,1 0 1 0 0,-1 1-1 0 0,1-1 0 0 0,0 0 1 0 0,-1 0-1 0 0,1 0 1 0 0,0 1-1 0 0,-1-1 1 0 0,1 0-1 0 0,0 0 1 0 0,-1 0-1 0 0,1 0 0 0 0,0 0 1 0 0,-1 0-1 0 0,2 0 1 0 0,19-6-290 0 0,-1 0 1 0 0,1-1-1 0 0,-2-1 1 0 0,1 0-1 0 0,-1-2 1 0 0,24-15-1 0 0,3-7 197 0 0,49-43 0 0 0,-92 73 274 0 0,-1 0-1 0 0,0-1 0 0 0,0 1 1 0 0,0 0-1 0 0,0-1 1 0 0,-1 1-1 0 0,1-1 0 0 0,-1 0 1 0 0,1 0-1 0 0,-1 1 1 0 0,0-1-1 0 0,2-6 0 0 0,-3 8 523 0 0,-4-5-448 0 0,4 6-230 0 0,0 0-1 0 0,0-1 0 0 0,0 1 1 0 0,0 0-1 0 0,0-1 0 0 0,0 1 0 0 0,0 0 1 0 0,0-1-1 0 0,0 1 0 0 0,0 0 0 0 0,-1 0 1 0 0,1-1-1 0 0,0 1 0 0 0,0 0 0 0 0,0-1 1 0 0,0 1-1 0 0,-1 0 0 0 0,1 0 0 0 0,0-1 1 0 0,0 1-1 0 0,-1 0 0 0 0,1 0 0 0 0,0 0 1 0 0,0 0-1 0 0,-1-1 0 0 0,1 1 0 0 0,0 0 1 0 0,0 0-1 0 0,-1 0 0 0 0,1 0 0 0 0,0 0 1 0 0,-1 0-1 0 0,1 0 0 0 0,0-1 0 0 0,-1 1 1 0 0,1 0-1 0 0,0 0 0 0 0,-1 0 0 0 0,1 0 1 0 0,0 1-1 0 0,-1-1 0 0 0,-6 2 53 0 0,0 0 0 0 0,0 1 0 0 0,1 0 0 0 0,-1 1 0 0 0,1-1 0 0 0,0 1 0 0 0,-10 8 0 0 0,15-11-55 0 0,0 0 0 0 0,0 0 1 0 0,0-1-1 0 0,0 1 1 0 0,0 0-1 0 0,0 0 1 0 0,0 0-1 0 0,0 0 0 0 0,0 0 1 0 0,0 0-1 0 0,0 0 1 0 0,1 1-1 0 0,-1-1 0 0 0,0 0 1 0 0,1 0-1 0 0,-1 0 1 0 0,1 1-1 0 0,0-1 0 0 0,-1 0 1 0 0,1 1-1 0 0,0-1 1 0 0,0 0-1 0 0,0 1 1 0 0,0-1-1 0 0,0 0 0 0 0,0 1 1 0 0,0 1-1 0 0,1-2 7 0 0,0 1-1 0 0,1 0 0 0 0,-1-1 1 0 0,0 1-1 0 0,1-1 1 0 0,-1 0-1 0 0,1 1 1 0 0,0-1-1 0 0,-1 0 0 0 0,1 0 1 0 0,0 0-1 0 0,-1 0 1 0 0,1 0-1 0 0,0-1 0 0 0,0 1 1 0 0,2 0-1 0 0,11 3-124 0 0,0-1-1 0 0,0 0 1 0 0,26 1-1 0 0,-32-4-194 0 0,55 2-1882 0 0,-21-5-4077 0 0,-25 0 3038 0 0</inkml:trace>
</inkml:ink>
</file>

<file path=ppt/ink/ink5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5:53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37 128 36 0 0,'-11'-35'2797'0'0,"-5"-26"4442"0"0,6 30 1004 0 0,16 93-7525 0 0,-3 64 1 0 0,-4-63-554 0 0,12 89 1 0 0,-4-56-1129 0 0,-6-95 847 0 0,10 8-159 0 0,-5-11 226 0 0,0 1-1 0 0,0-1 1 0 0,0-1 0 0 0,0 1 0 0 0,0-1-1 0 0,0 0 1 0 0,-1 0 0 0 0,1 0-1 0 0,9-8 1 0 0,49-47-290 0 0,-35 30 203 0 0,9-4-39 0 0,-17 16 273 0 0,34-37-1 0 0,-44 38 554 0 0,-21 21-222 0 0,-20 12-428 0 0,7-6 45 0 0,0 2 0 0 0,-42 31 0 0 0,65-44-49 0 0,-1-1 1 0 0,1 1-1 0 0,0-1 0 0 0,-1 1 1 0 0,1-1-1 0 0,0 1 1 0 0,0 0-1 0 0,0-1 1 0 0,-1 1-1 0 0,1-1 0 0 0,0 1 1 0 0,0 0-1 0 0,0-1 1 0 0,0 1-1 0 0,0 0 1 0 0,0-1-1 0 0,0 1 0 0 0,0-1 1 0 0,0 1-1 0 0,1 0 1 0 0,-1-1-1 0 0,0 1 1 0 0,0 0-1 0 0,0-1 0 0 0,1 1 1 0 0,-1-1-1 0 0,0 1 1 0 0,1-1-1 0 0,-1 1 1 0 0,0-1-1 0 0,1 1 0 0 0,0 0 1 0 0,15 13-31 0 0,-2-9-147 0 0,1-1-1 0 0,-1-1 1 0 0,1 0 0 0 0,-1 0-1 0 0,1-2 1 0 0,0 0-1 0 0,16-1 1 0 0,106-12-1665 0 0,-106 8 1467 0 0,22-2-125 0 0,-1-2 1 0 0,0-2-1 0 0,-1-2 1 0 0,-1-2-1 0 0,0-3 0 0 0,0-2 1 0 0,71-39-1 0 0,-118 57 697 0 0,0 0 0 0 0,-1-1 0 0 0,1 1 0 0 0,-1-1-1 0 0,0 0 1 0 0,1 1 0 0 0,-1-1 0 0 0,0 0 0 0 0,0 0 0 0 0,0-1 0 0 0,0 1-1 0 0,0 0 1 0 0,-1-1 0 0 0,1 1 0 0 0,-1-1 0 0 0,1 1 0 0 0,0-5 0 0 0,-2 6-159 0 0,0 0 1 0 0,-1 1 0 0 0,1-1 0 0 0,0 0-1 0 0,-1 0 1 0 0,1 0 0 0 0,-1 1-1 0 0,1-1 1 0 0,-1 0 0 0 0,0 1 0 0 0,1-1-1 0 0,-1 0 1 0 0,1 1 0 0 0,-1-1-1 0 0,0 1 1 0 0,0-1 0 0 0,1 1 0 0 0,-1-1-1 0 0,0 1 1 0 0,0 0 0 0 0,0-1-1 0 0,0 1 1 0 0,1 0 0 0 0,-1 0-1 0 0,-1-1 1 0 0,-29-1 700 0 0,24 2-657 0 0,-1 1 0 0 0,1 1 0 0 0,0-1 0 0 0,0 1 0 0 0,0 1-1 0 0,1-1 1 0 0,-1 1 0 0 0,0 0 0 0 0,1 0 0 0 0,0 1 0 0 0,0 0-1 0 0,0 0 1 0 0,0 1 0 0 0,0-1 0 0 0,1 1 0 0 0,-7 8 0 0 0,11-10-59 0 0,1-1 0 0 0,-1 0 0 0 0,1 0 1 0 0,0 1-1 0 0,0-1 0 0 0,0 0 0 0 0,0 1 1 0 0,0-1-1 0 0,0 0 0 0 0,1 0 0 0 0,-1 1 1 0 0,1-1-1 0 0,0 0 0 0 0,-1 0 1 0 0,1 0-1 0 0,0 0 0 0 0,0 0 0 0 0,0 0 1 0 0,1 0-1 0 0,-1 0 0 0 0,0 0 0 0 0,1 0 1 0 0,-1 0-1 0 0,1-1 0 0 0,2 3 0 0 0,4 0 14 0 0,0 1 0 0 0,0-1 0 0 0,0 0 0 0 0,1-1 0 0 0,-1 0 0 0 0,1-1-1 0 0,0 1 1 0 0,13 0 0 0 0,81 4-2021 0 0,-36-4-3238 0 0,-48-1 945 0 0,-2-4 327 0 0</inkml:trace>
</inkml:ink>
</file>

<file path=ppt/ink/ink5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5:54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345 365 1060 0 0,'-1'-18'2900'0'0,"1"15"-2644"0"0,-1 0-1 0 0,0-1 1 0 0,-1 1 0 0 0,1 0 0 0 0,-1 0 0 0 0,1 0 0 0 0,-1 0 0 0 0,0 0 0 0 0,0 0 0 0 0,0 0 0 0 0,-1 1-1 0 0,1-1 1 0 0,-1 1 0 0 0,1-1 0 0 0,-1 1 0 0 0,0 0 0 0 0,0 0 0 0 0,0 0 0 0 0,-3-1 0 0 0,1 1-123 0 0,0 1 0 0 0,1 0 0 0 0,-1 0 0 0 0,0 1 0 0 0,0-1 0 0 0,0 1 0 0 0,0 0 0 0 0,0 0 0 0 0,0 1 0 0 0,0-1 0 0 0,0 1 0 0 0,0 0 0 0 0,-7 3 0 0 0,-3 1 3 0 0,0 1 0 0 0,0 1 0 0 0,1 0 0 0 0,0 1 1 0 0,1 0-1 0 0,0 1 0 0 0,0 1 0 0 0,1 0 0 0 0,0 0 0 0 0,0 1 1 0 0,2 1-1 0 0,-1 0 0 0 0,-13 21 0 0 0,20-28-109 0 0,1 1-1 0 0,-1 0 1 0 0,1 0-1 0 0,0 0 1 0 0,0 0 0 0 0,1 1-1 0 0,0-1 1 0 0,0 1 0 0 0,0 0-1 0 0,1-1 1 0 0,0 1-1 0 0,0 0 1 0 0,1 0 0 0 0,0 0-1 0 0,0 0 1 0 0,1 0-1 0 0,0-1 1 0 0,0 1 0 0 0,0 0-1 0 0,1-1 1 0 0,0 1-1 0 0,0-1 1 0 0,1 1 0 0 0,0-1-1 0 0,0 0 1 0 0,0 0-1 0 0,1 0 1 0 0,-1 0 0 0 0,2-1-1 0 0,-1 1 1 0 0,1-1-1 0 0,-1 0 1 0 0,10 7 0 0 0,-4-5-31 0 0,1 0 1 0 0,-1-1 0 0 0,1 0 0 0 0,0-1 0 0 0,1 0 0 0 0,-1 0-1 0 0,1-1 1 0 0,0-1 0 0 0,0 0 0 0 0,0-1 0 0 0,0 0-1 0 0,1-1 1 0 0,-1 0 0 0 0,0-1 0 0 0,1 0 0 0 0,17-4 0 0 0,-1 1-34 0 0,-1-2 0 0 0,-1-2 0 0 0,1 0 0 0 0,-1-2 0 0 0,0 0 0 0 0,27-15 0 0 0,-22 7-19 0 0,-1-2-1 0 0,-1 0 1 0 0,0-2 0 0 0,-2-1 0 0 0,0-2 0 0 0,-2 0-1 0 0,30-35 1 0 0,-40 40 79 0 0,-1-1-1 0 0,-1 0 1 0 0,-1-1-1 0 0,0 0 1 0 0,-2-1-1 0 0,-1 0 0 0 0,0-1 1 0 0,-2 0-1 0 0,0-1 1 0 0,-2 0-1 0 0,5-36 1 0 0,-9 52 144 0 0,-2-1 0 0 0,1 0 0 0 0,-1 0 0 0 0,-1 1 0 0 0,0-1 0 0 0,0 0 0 0 0,0 1 0 0 0,-1-1 0 0 0,0 0 0 0 0,-1 1 0 0 0,0 0 0 0 0,-1 0 0 0 0,1 0 0 0 0,-8-11 0 0 0,10 18-144 0 0,0 1 0 0 0,0-1 0 0 0,0 0 0 0 0,0 1 0 0 0,0-1-1 0 0,0 1 1 0 0,-1-1 0 0 0,1 1 0 0 0,0-1 0 0 0,0 1 0 0 0,-1 0-1 0 0,1 0 1 0 0,0 0 0 0 0,0 0 0 0 0,-1 0 0 0 0,1 0 0 0 0,0 0-1 0 0,-1 0 1 0 0,1 0 0 0 0,0 0 0 0 0,0 1 0 0 0,0-1 0 0 0,-1 0-1 0 0,1 1 1 0 0,0-1 0 0 0,0 1 0 0 0,0 0 0 0 0,0-1 0 0 0,-2 2-1 0 0,-29 22 102 0 0,22-13-96 0 0,0-1 1 0 0,1 1 0 0 0,0 0 0 0 0,1 1 0 0 0,1 0 0 0 0,0 1 0 0 0,0-1 0 0 0,1 1 0 0 0,-5 18 0 0 0,-1 7 32 0 0,2 0-1 0 0,-5 43 1 0 0,11-42 74 0 0,1 0 0 0 0,5 60 0 0 0,0-25 95 0 0,-2-73-222 0 0,0 0-1 0 0,0-1 1 0 0,0 1-1 0 0,0 0 0 0 0,0 0 1 0 0,0-1-1 0 0,0 1 1 0 0,0 0-1 0 0,0 0 1 0 0,1-1-1 0 0,-1 1 0 0 0,0 0 1 0 0,0 0-1 0 0,1-1 1 0 0,-1 1-1 0 0,0 0 0 0 0,1-1 1 0 0,-1 1-1 0 0,1-1 1 0 0,-1 1-1 0 0,1 0 1 0 0,-1-1-1 0 0,1 1 0 0 0,0-1 1 0 0,-1 0-1 0 0,1 1 1 0 0,-1-1-1 0 0,1 1 1 0 0,0-1-1 0 0,-1 0 0 0 0,1 1 1 0 0,0-1-1 0 0,0 0 1 0 0,-1 0-1 0 0,1 0 0 0 0,0 0 1 0 0,0 1-1 0 0,-1-1 1 0 0,1 0-1 0 0,0 0 1 0 0,0 0-1 0 0,-1-1 0 0 0,1 1 1 0 0,0 0-1 0 0,0 0 1 0 0,-1 0-1 0 0,2-1 1 0 0,45-17 111 0 0,-19 6-295 0 0,-16 9-41 0 0,-1 1 0 0 0,1 1 0 0 0,-1 0 0 0 0,1 1 0 0 0,-1 0 0 0 0,1 1-1 0 0,20 4 1 0 0,85 25-2583 0 0,-11-2-966 0 0,-58-20-1026 0 0,-28-7 2045 0 0</inkml:trace>
</inkml:ink>
</file>

<file path=ppt/ink/ink5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5:54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82 342 392 0 0,'3'-3'456'0'0,"0"0"1"0"0,-1 0-1 0 0,1 0 1 0 0,-1 0-1 0 0,0 0 1 0 0,0-1-1 0 0,0 1 0 0 0,0-1 1 0 0,0 1-1 0 0,-1-1 1 0 0,1 0-1 0 0,-1 0 1 0 0,0 0-1 0 0,-1 1 0 0 0,1-1 1 0 0,0 0-1 0 0,-1 0 1 0 0,0-5-1 0 0,0 6 326 0 0,-20-30 3081 0 0,19 32-3768 0 0,0 0 0 0 0,-1-1 0 0 0,1 1 0 0 0,-1 0 0 0 0,1 0-1 0 0,-1 0 1 0 0,1 1 0 0 0,-1-1 0 0 0,0 0 0 0 0,0 1 0 0 0,1-1 0 0 0,-1 1 0 0 0,0-1 0 0 0,0 1 0 0 0,1 0 0 0 0,-1 0 0 0 0,0 0 0 0 0,0 0 0 0 0,0 0 0 0 0,0 0 0 0 0,1 0 0 0 0,-1 1 0 0 0,0-1 0 0 0,0 0 0 0 0,0 1 0 0 0,1 0 0 0 0,-1-1 0 0 0,0 1 0 0 0,1 0 0 0 0,-3 2 0 0 0,0-1-72 0 0,0 1 0 0 0,1 0 1 0 0,0 0-1 0 0,-1 0 0 0 0,1 0 0 0 0,0 1 0 0 0,1-1 1 0 0,-1 1-1 0 0,1 0 0 0 0,-4 6 0 0 0,5-9-82 0 0,1 12-206 0 0,4-11 200 0 0,0 0 0 0 0,-1 0 0 0 0,1-1 0 0 0,0 1 0 0 0,-1-1 0 0 0,1 0 0 0 0,0 0 0 0 0,0-1 0 0 0,0 1 0 0 0,0-1 0 0 0,0 0 0 0 0,0 0 1 0 0,0 0-1 0 0,0 0 0 0 0,0-1 0 0 0,0 0 0 0 0,0 0 0 0 0,4-1 0 0 0,28-2-462 0 0,-34 4 439 0 0,1 0 56 0 0,-1-1 1 0 0,0 1-1 0 0,1 1 1 0 0,-1-1-1 0 0,0 0 0 0 0,0 1 1 0 0,1-1-1 0 0,-1 1 1 0 0,0-1-1 0 0,0 1 1 0 0,0 0-1 0 0,0 0 1 0 0,0 0-1 0 0,0 0 1 0 0,2 2-1 0 0,1 1-10 0 0,-3 0 35 0 0,0-2 0 0 0,1 1 0 0 0,-1 0 1 0 0,1 0-1 0 0,0-1 0 0 0,0 0 0 0 0,0 1 1 0 0,0-1-1 0 0,0 0 0 0 0,0 0 0 0 0,0-1 1 0 0,1 1-1 0 0,-1-1 0 0 0,1 1 0 0 0,-1-1 0 0 0,1 0 1 0 0,0-1-1 0 0,-1 1 0 0 0,1-1 0 0 0,0 1 1 0 0,-1-1-1 0 0,1 0 0 0 0,0 0 0 0 0,0-1 0 0 0,-1 1 1 0 0,1-1-1 0 0,0 0 0 0 0,-1 0 0 0 0,5-2 1 0 0,49-28-42 0 0,-47 24 18 0 0,1 0 0 0 0,0 1 0 0 0,1 0 0 0 0,0 1 0 0 0,-1 0 0 0 0,2 0 0 0 0,-1 2 0 0 0,0 0 0 0 0,23-3 0 0 0,-26 6-22 0 0,-1 1 0 0 0,0 1-1 0 0,0 0 1 0 0,0 0 0 0 0,0 0-1 0 0,0 1 1 0 0,0 0 0 0 0,-1 1 0 0 0,9 5-1 0 0,-9-5-12 0 0,1 0-1 0 0,0 0 0 0 0,0-1 1 0 0,1 0-1 0 0,-1 0 1 0 0,11 1-1 0 0,-9-3 108 0 0,0 0 1 0 0,0-1-1 0 0,-1 0 0 0 0,1-1 0 0 0,0 0 1 0 0,0 0-1 0 0,0-1 0 0 0,-1-1 0 0 0,1 1 0 0 0,-1-2 1 0 0,0 1-1 0 0,1-1 0 0 0,-2-1 0 0 0,1 1 1 0 0,0-1-1 0 0,-1-1 0 0 0,0 0 0 0 0,0 0 0 0 0,-1-1 1 0 0,0 1-1 0 0,0-2 0 0 0,0 1 0 0 0,-1-1 1 0 0,0 0-1 0 0,-1 0 0 0 0,7-13 0 0 0,-5 8 403 0 0,-1 0-1 0 0,0-1 1 0 0,-1 1-1 0 0,-1-1 1 0 0,4-21 0 0 0,5-14 1932 0 0,-5 20 999 0 0,-13 42-1606 0 0,-12 51-1011 0 0,16-47-812 0 0,-5 100 662 0 0,13-43-3429 0 0,-7-71 1274 0 0,4 14 961 0 0</inkml:trace>
</inkml:ink>
</file>

<file path=ppt/ink/ink5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5:55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48 224 0 0,'13'-4'3765'0'0,"14"-5"-849"0"0,0 2 0 0 0,37-4 0 0 0,-23 4-4053 0 0,0-2-5149 0 0</inkml:trace>
</inkml:ink>
</file>

<file path=ppt/ink/ink5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5:57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20 380 0 0,'13'-19'12501'0'0,"-19"100"-11407"0"0,6-79-1028 0 0,5 11 151 0 0,0-12-199 0 0,-1 1 1 0 0,1-1-1 0 0,-1 0 1 0 0,1 0-1 0 0,0-1 1 0 0,0 1-1 0 0,-1-1 1 0 0,1 0-1 0 0,0 0 1 0 0,0-1-1 0 0,5-1 1 0 0,63-14 77 0 0,-40 8-41 0 0,60-15 41 0 0,53-10-53 0 0,-126 30-42 0 0,0 0 0 0 0,1 2 0 0 0,-1 0 0 0 0,0 1 0 0 0,22 3-1 0 0,-2 7-7 0 0,-38-10 3 0 0,0 1-1 0 0,0-1 0 0 0,0 1 1 0 0,0 0-1 0 0,0 0 1 0 0,-1 0-1 0 0,1 0 0 0 0,0 0 1 0 0,-1 0-1 0 0,1 0 1 0 0,0 1-1 0 0,-1-1 0 0 0,1 0 1 0 0,-1 1-1 0 0,0-1 1 0 0,2 3-1 0 0,-3-3 3 0 0,-9 27 14 0 0,3-21-183 0 0,1-1 1 0 0,-1 0-1 0 0,-1 0 1 0 0,1-1-1 0 0,-1 0 0 0 0,0 0 1 0 0,0 0-1 0 0,0-1 0 0 0,-1 0 1 0 0,1-1-1 0 0,-12 4 1 0 0,7-3-1660 0 0,0 0 1 0 0,-1-1-1 0 0,-23 2 0 0 0,17-5-1172 0 0</inkml:trace>
</inkml:ink>
</file>

<file path=ppt/ink/ink5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5:57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92 684 0 0,'7'-12'1100'0'0,"4"1"-128"0"0,-3 1-104 0 0,2-1-112 0 0,0 1-112 0 0,2 0-127 0 0,-2 2-189 0 0,2 2-212 0 0,2-1-256 0 0,5 4-228 0 0,-4 1-549 0 0,4 2-983 0 0,0-2 436 0 0</inkml:trace>
</inkml:ink>
</file>

<file path=ppt/ink/ink5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5:58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1 684 732 0 0,'14'11'10906'0'0,"-4"-26"-10281"0"0,2 0 0 0 0,0 1 0 0 0,0 1 0 0 0,1 0 0 0 0,1 0 0 0 0,27-18 0 0 0,100-57 582 0 0,-128 81-1176 0 0,0 1 0 0 0,0 0-1 0 0,0 1 1 0 0,29-6 0 0 0,-37 9-97 0 0,0 1-1 0 0,1 0 1 0 0,0 1-1 0 0,-1-1 1 0 0,1 1-1 0 0,-1 0 1 0 0,1 0-1 0 0,0 1 1 0 0,-1 0-1 0 0,1 0 1 0 0,-1 0-1 0 0,0 1 1 0 0,1-1-1 0 0,9 6 1 0 0,-13-6 32 0 0,0 1 0 0 0,-1-1 0 0 0,1 1 0 0 0,0 0 0 0 0,-1-1 1 0 0,1 1-1 0 0,-1 0 0 0 0,1 0 0 0 0,-1 0 0 0 0,0 0 0 0 0,0 0 0 0 0,0 1 0 0 0,0-1 0 0 0,0 0 1 0 0,-1 0-1 0 0,1 1 0 0 0,-1-1 0 0 0,1 0 0 0 0,-1 1 0 0 0,0-1 0 0 0,0 0 0 0 0,0 1 1 0 0,0-1-1 0 0,0 1 0 0 0,-1-1 0 0 0,1 0 0 0 0,-1 1 0 0 0,1-1 0 0 0,-3 5 0 0 0,-2 6-81 0 0,-1 1 0 0 0,0-1-1 0 0,-14 22 1 0 0,10-19-23 0 0,-33 51-380 0 0,42-65 487 0 0,13-5-203 0 0,-2-1 189 0 0,1 1 0 0 0,0-2 0 0 0,-1 1 0 0 0,0-2 0 0 0,0 1 0 0 0,0-1 0 0 0,13-11 0 0 0,-7 7-12 0 0,24-17-64 0 0,0-1 0 0 0,-2-2 0 0 0,-2-2 0 0 0,65-71 1 0 0,-79 75 122 0 0,-2 0 0 0 0,-1-1-1 0 0,28-54 1 0 0,-34 53 143 0 0,0-1-1 0 0,8-38 1 0 0,-10 3 921 0 0,-10 18 1144 0 0,-6 53-2085 0 0,-3 4-94 0 0,2 0-1 0 0,-1 1 1 0 0,1 0 0 0 0,1 0 0 0 0,0 0-1 0 0,0 0 1 0 0,1 1 0 0 0,0 0-1 0 0,1 0 1 0 0,0 0 0 0 0,1 0 0 0 0,-2 21-1 0 0,1 8 53 0 0,1 0 0 0 0,4 61 0 0 0,0-79-37 0 0,1 0 0 0 0,1 0 0 0 0,8 25-1 0 0,-10-40-27 0 0,0 0-1 0 0,1 0 0 0 0,0 0 0 0 0,0 0 1 0 0,1 0-1 0 0,0-1 0 0 0,0 0 0 0 0,0 1 1 0 0,1-1-1 0 0,0-1 0 0 0,0 1 0 0 0,0-1 0 0 0,7 6 1 0 0,-8-10-13 0 0,-1 1 0 0 0,1 0 0 0 0,-1-1 1 0 0,1 0-1 0 0,-1 0 0 0 0,1 0 0 0 0,0 0 1 0 0,0-1-1 0 0,0 1 0 0 0,-1-1 0 0 0,1 0 1 0 0,0 0-1 0 0,0-1 0 0 0,0 1 0 0 0,0-1 0 0 0,-1 1 1 0 0,1-1-1 0 0,4-2 0 0 0,9-3-55 0 0,0-1 1 0 0,26-14-1 0 0,-15 6 20 0 0,53-27-164 0 0,-80 42 176 0 0,-1-1 14 0 0,0 1 0 0 0,0-1 1 0 0,1 1-1 0 0,-1 0 0 0 0,0-1 1 0 0,0 1-1 0 0,0-1 0 0 0,1 1 1 0 0,-1 0-1 0 0,0-1 0 0 0,1 1 1 0 0,-1 0-1 0 0,0-1 0 0 0,0 1 1 0 0,1 0-1 0 0,-1 0 0 0 0,1-1 1 0 0,-1 1-1 0 0,0 0 0 0 0,1 0 1 0 0,-1 0-1 0 0,0 0 0 0 0,1-1 1 0 0,-1 1-1 0 0,1 0 0 0 0,-1 0 1 0 0,1 0-1 0 0,-1 0 1 0 0,0 0-1 0 0,1 0 0 0 0,-1 0 1 0 0,1 0-1 0 0,-1 0 0 0 0,1 0 1 0 0,-1 0-1 0 0,0 0 0 0 0,1 1 1 0 0,-1-1-1 0 0,1 0 0 0 0,-1 0 1 0 0,0 0-1 0 0,1 0 0 0 0,-1 1 1 0 0,1-1-1 0 0,-1 0 0 0 0,0 0 1 0 0,1 1-1 0 0,22 13-119 0 0,-20-11 125 0 0,0 0-1 0 0,0-1 1 0 0,0 0-1 0 0,0 0 1 0 0,1 0-1 0 0,-1 0 1 0 0,1-1 0 0 0,-1 1-1 0 0,1-1 1 0 0,0 0-1 0 0,0 0 1 0 0,-1 0 0 0 0,1-1-1 0 0,0 1 1 0 0,0-1-1 0 0,5 0 1 0 0,68-7 35 0 0,-52 3 63 0 0,-16 3-116 0 0,-6 1 40 0 0,9 0-245 0 0,-13 9 203 0 0,0-7 14 0 0,1 0 1 0 0,0 0-1 0 0,0 0 1 0 0,-1 0-1 0 0,1 0 0 0 0,0-1 1 0 0,1 1-1 0 0,-1 0 0 0 0,0 0 1 0 0,0 0-1 0 0,1 0 1 0 0,0 2-1 0 0,0-3 113 0 0,-1-1-104 0 0,1 1 29 0 0,0-1-1 0 0,0 0 1 0 0,0 0 0 0 0,-1 0 0 0 0,1 0-1 0 0,0 0 1 0 0,0 0 0 0 0,0 0-1 0 0,0 0 1 0 0,-1 0 0 0 0,1 0 0 0 0,0 0-1 0 0,0 0 1 0 0,0 0 0 0 0,-1-1-1 0 0,1 1 1 0 0,0 0 0 0 0,0-1-1 0 0,-1 1 1 0 0,1 0 0 0 0,0-1 0 0 0,0 1-1 0 0,-1-1 1 0 0,1 1 0 0 0,-1-1-1 0 0,1 0 1 0 0,0 1 0 0 0,-1-1 0 0 0,1 0-1 0 0,-1 1 1 0 0,0-1 0 0 0,1 0-1 0 0,-1 1 1 0 0,1-1 0 0 0,-1 0-1 0 0,0 0 1 0 0,0 0 0 0 0,1 1 0 0 0,-1-1-1 0 0,0-1 1 0 0,1-1 65 0 0,9-36 1162 0 0,-10 38-1270 0 0,0-1 1 0 0,0 1-1 0 0,0 0 0 0 0,0-1 0 0 0,0 1 0 0 0,-1 0 0 0 0,1-1 0 0 0,0 1 0 0 0,-1 0 0 0 0,1 0 0 0 0,-1-1 0 0 0,0 1 1 0 0,1 0-1 0 0,-1 0 0 0 0,0 0 0 0 0,0 0 0 0 0,0 0 0 0 0,0 0 0 0 0,0 0 0 0 0,0 0 0 0 0,0 0 0 0 0,0 0 1 0 0,0 1-1 0 0,0-1 0 0 0,0 0 0 0 0,0 1 0 0 0,-1-1 0 0 0,1 0 0 0 0,0 1 0 0 0,0 0 0 0 0,-3-1 0 0 0,-2 0-547 0 0,0-1-1 0 0,-1 2 0 0 0,1-1 0 0 0,-1 1 0 0 0,1 0 0 0 0,0 0 1 0 0,-8 2-1 0 0,-11 2-4054 0 0,13-2 691 0 0,1 0 119 0 0</inkml:trace>
</inkml:ink>
</file>

<file path=ppt/ink/ink5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5:59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1 364 0 0,'0'0'2551'0'0,"0"14"563"0"0,-1-12-2944 0 0,0 0 0 0 0,1 0 0 0 0,-1 1 0 0 0,1-1 0 0 0,-1 0 0 0 0,1 1 0 0 0,0-1 0 0 0,0 0 0 0 0,0 1 0 0 0,0-1 0 0 0,1 0 0 0 0,-1 1 0 0 0,0-1 0 0 0,1 0 0 0 0,0 0 0 0 0,0 1 0 0 0,-1-1 0 0 0,1 0 0 0 0,0 0 0 0 0,1 0 0 0 0,-1 0 0 0 0,0 0 0 0 0,1 0 0 0 0,-1 0 0 0 0,1-1 0 0 0,-1 1 1 0 0,1 0-1 0 0,0-1 0 0 0,0 0 0 0 0,0 1 0 0 0,0-1 0 0 0,0 0 0 0 0,2 2 0 0 0,1-2-102 0 0,-1 0 0 0 0,1 0 0 0 0,-1 0 0 0 0,1 0 0 0 0,-1 0 0 0 0,1-1 0 0 0,-1 0 0 0 0,1 0 0 0 0,0 0 1 0 0,-1-1-1 0 0,1 1 0 0 0,-1-1 0 0 0,1 0 0 0 0,-1-1 0 0 0,1 1 0 0 0,-1-1 0 0 0,6-2 0 0 0,17-10 3 0 0,-22 10-81 0 0,1 1 1 0 0,0-1 0 0 0,0 1-1 0 0,0 1 1 0 0,0-1 0 0 0,1 1 0 0 0,-1 0-1 0 0,1 0 1 0 0,0 1 0 0 0,-1 0 0 0 0,1 0-1 0 0,0 1 1 0 0,10 0 0 0 0,6 2 184 0 0,1-1 0 0 0,29-3 0 0 0,-31 1 189 0 0,0 1-1 0 0,23 2 1 0 0,-43-2-247 0 0,54 3-991 0 0,-47-3-39 0 0,8-4-5592 0 0,-8 0 2896 0 0</inkml:trace>
</inkml:ink>
</file>

<file path=ppt/ink/ink5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5:59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2 916 0 0,'0'0'2316'0'0,"0"0"-2151"0"0,-1-1 0 0 0,0 1 0 0 0,1 0 0 0 0,-1 0 0 0 0,0 0 0 0 0,1 0 0 0 0,-1-1 0 0 0,0 1 0 0 0,0 0 0 0 0,1 0 0 0 0,-1 1 0 0 0,0-1 0 0 0,1 0 0 0 0,-1 0 0 0 0,0 0 0 0 0,1 0 0 0 0,-1 0 0 0 0,0 1 0 0 0,1-1 0 0 0,-2 1 0 0 0,-5 16 529 0 0,0 1 1 0 0,1 0-1 0 0,1 0 1 0 0,1 1 0 0 0,1-1-1 0 0,0 1 1 0 0,0 32-1 0 0,-5 29 696 0 0,-27 253 3161 0 0,32-295-2805 0 0,14-50-1796 0 0,0 0 1 0 0,1 1-1 0 0,1 0 1 0 0,18-11 0 0 0,-24 17 7 0 0,0 0 0 0 0,1 1 0 0 0,-1 0 0 0 0,1 1 0 0 0,0-1 1 0 0,0 1-1 0 0,0 1 0 0 0,0 0 0 0 0,1 0 0 0 0,15-1 0 0 0,-20 3 21 0 0,-1 0 0 0 0,0 0-1 0 0,0 1 1 0 0,0 0 0 0 0,0-1-1 0 0,0 1 1 0 0,-1 0-1 0 0,1 0 1 0 0,0 0 0 0 0,0 1-1 0 0,0-1 1 0 0,-1 1 0 0 0,1-1-1 0 0,-1 1 1 0 0,1 0-1 0 0,-1 0 1 0 0,0 0 0 0 0,0 0-1 0 0,0 1 1 0 0,0-1 0 0 0,0 0-1 0 0,2 5 1 0 0,-3-6 15 0 0,0 1 1 0 0,0 0-1 0 0,-1 0 0 0 0,1 0 1 0 0,-1 0-1 0 0,1 0 0 0 0,-1-1 1 0 0,0 1-1 0 0,0 0 0 0 0,1 0 1 0 0,-1 0-1 0 0,-1 0 0 0 0,1 0 1 0 0,0 0-1 0 0,0 0 0 0 0,-1 0 0 0 0,1 0 1 0 0,-1 0-1 0 0,1-1 0 0 0,-1 1 1 0 0,0 0-1 0 0,0 0 0 0 0,0-1 1 0 0,0 1-1 0 0,0 0 0 0 0,0-1 1 0 0,-1 1-1 0 0,1-1 0 0 0,0 0 1 0 0,-1 1-1 0 0,1-1 0 0 0,-1 0 1 0 0,1 0-1 0 0,-4 2 0 0 0,-4 2-60 0 0,0 0-1 0 0,-1-1 1 0 0,1 0-1 0 0,-1-1 0 0 0,0 0 1 0 0,-16 3-1 0 0,-5-4-3197 0 0,3-5-4663 0 0,18 0 4054 0 0</inkml:trace>
</inkml:ink>
</file>

<file path=ppt/ink/ink5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6:01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0 752 680 0 0,'0'6'6427'0'0,"0"-6"-6304"0"0,1 0 1 0 0,-1 0 0 0 0,0 0-1 0 0,0 0 1 0 0,0 0-1 0 0,0 0 1 0 0,0 0-1 0 0,1 0 1 0 0,17 4 1754 0 0,19-4-1305 0 0,-21-2-154 0 0,-1-1 0 0 0,0-1 0 0 0,0 0 0 0 0,16-7 0 0 0,-25 8-317 0 0,-1 1 1 0 0,1-1 0 0 0,-1 0-1 0 0,0-1 1 0 0,0 1 0 0 0,0-1 0 0 0,0 0-1 0 0,-1 0 1 0 0,0-1 0 0 0,0 1 0 0 0,0-1-1 0 0,6-9 1 0 0,-10 14-99 0 0,0 0 1 0 0,0-1-1 0 0,0 1 1 0 0,0 0-1 0 0,0-1 1 0 0,0 1-1 0 0,0-1 1 0 0,0 1 0 0 0,0 0-1 0 0,0-1 1 0 0,0 1-1 0 0,0 0 1 0 0,0-1-1 0 0,0 1 1 0 0,0-1-1 0 0,0 1 1 0 0,0 0-1 0 0,-1-1 1 0 0,1 1-1 0 0,0 0 1 0 0,0-1-1 0 0,0 1 1 0 0,-1 0-1 0 0,1-1 1 0 0,0 1-1 0 0,0 0 1 0 0,-1 0-1 0 0,1-1 1 0 0,0 1-1 0 0,0 0 1 0 0,-1 0-1 0 0,1-1 1 0 0,0 1-1 0 0,-1 0 1 0 0,1 0-1 0 0,0 0 1 0 0,-1 0-1 0 0,1-1 1 0 0,-1 1-1 0 0,1 0 1 0 0,0 0-1 0 0,-1 0 1 0 0,1 0-1 0 0,-1 0 1 0 0,1 0-1 0 0,0 0 1 0 0,-1 0-1 0 0,1 0 1 0 0,0 0-1 0 0,-1 0 1 0 0,1 1-1 0 0,-1-1 1 0 0,0 0-15 0 0,0 0 1 0 0,0 0-1 0 0,0 0 1 0 0,0 0-1 0 0,0 0 0 0 0,0 1 1 0 0,0-1-1 0 0,0 0 1 0 0,0 0-1 0 0,0 1 1 0 0,0-1-1 0 0,0 1 1 0 0,0-1-1 0 0,1 1 1 0 0,-1-1-1 0 0,0 1 1 0 0,0 0-1 0 0,1-1 1 0 0,-1 1-1 0 0,0 0 0 0 0,0-1 1 0 0,1 1-1 0 0,-1 0 1 0 0,1 0-1 0 0,-1 0 1 0 0,0 1-1 0 0,1-1-18 0 0,-1 1-1 0 0,1-1 1 0 0,0 1-1 0 0,0 0 0 0 0,-1-1 1 0 0,1 1-1 0 0,0 0 1 0 0,0-1-1 0 0,1 1 0 0 0,-1 0 1 0 0,0-1-1 0 0,0 1 1 0 0,1 0-1 0 0,-1-1 1 0 0,1 1-1 0 0,0-1 0 0 0,-1 1 1 0 0,1-1-1 0 0,0 1 1 0 0,0-1-1 0 0,0 0 0 0 0,0 1 1 0 0,0-1-1 0 0,1 1 1 0 0,2 2-53 0 0,0-1-1 0 0,0 0 1 0 0,0 0 0 0 0,0-1 0 0 0,1 1 0 0 0,-1-1 0 0 0,1 0 0 0 0,5 2 0 0 0,8 1-221 0 0,0-1 1 0 0,-1 0-1 0 0,32 1 0 0 0,-37-4 239 0 0,1-1-1 0 0,-1 0 0 0 0,1-1 0 0 0,-1-1 1 0 0,0 0-1 0 0,1 0 0 0 0,-1-1 0 0 0,0-1 1 0 0,0 0-1 0 0,-1-1 0 0 0,1 0 0 0 0,-1 0 0 0 0,0-2 1 0 0,0 1-1 0 0,-1-1 0 0 0,0-1 0 0 0,0 0 1 0 0,-1 0-1 0 0,11-12 0 0 0,-7 3 128 0 0,0 0 0 0 0,-1-1 0 0 0,0 0 0 0 0,-2-1 0 0 0,0 0 0 0 0,-1-1 0 0 0,-1 0 1 0 0,-1 0-1 0 0,-1 0 0 0 0,6-32 0 0 0,-5-4 345 0 0,-2 1 1 0 0,-2-1 0 0 0,-3 0-1 0 0,-2 0 1 0 0,-11-67 0 0 0,5 98 230 0 0,8 24-629 0 0,0 1 0 0 0,-1 0 0 0 0,1 0 0 0 0,0 0 0 0 0,-1 0 1 0 0,1-1-1 0 0,0 1 0 0 0,0 0 0 0 0,-1 0 0 0 0,1 0 0 0 0,0 0 0 0 0,-1 0 0 0 0,1 0 0 0 0,0 0 0 0 0,-1 0 0 0 0,1 0 0 0 0,0 0 1 0 0,-1 0-1 0 0,1 0 0 0 0,0 0 0 0 0,-1 0 0 0 0,1 0 0 0 0,0 0 0 0 0,-1 0 0 0 0,1 0 0 0 0,0 1 0 0 0,0-1 0 0 0,-1 0 0 0 0,1 0 1 0 0,0 0-1 0 0,0 0 0 0 0,-1 1 0 0 0,1-1 0 0 0,0 0 0 0 0,0 0 0 0 0,-1 1 0 0 0,1-1 0 0 0,0 1 0 0 0,-27 46 206 0 0,14-12-153 0 0,1 0 1 0 0,1 1 0 0 0,-11 71 0 0 0,4 115 110 0 0,17-199-161 0 0,2 1 0 0 0,0 0 0 0 0,2-1 0 0 0,0 0 0 0 0,2 0 0 0 0,0 0 0 0 0,2 0 0 0 0,0-1 0 0 0,2 0 0 0 0,20 40 0 0 0,-27-60-10 0 0,-1 1-1 0 0,1 0 0 0 0,0-1 0 0 0,0 1 1 0 0,0-1-1 0 0,0 1 0 0 0,0-1 1 0 0,0 0-1 0 0,0 0 0 0 0,1 0 0 0 0,0 0 1 0 0,-1 0-1 0 0,1-1 0 0 0,0 1 0 0 0,-1-1 1 0 0,1 1-1 0 0,0-1 0 0 0,0 0 1 0 0,0 0-1 0 0,0-1 0 0 0,1 1 0 0 0,-1-1 1 0 0,0 1-1 0 0,0-1 0 0 0,0 0 0 0 0,0 0 1 0 0,0 0-1 0 0,1-1 0 0 0,4 0 1 0 0,1-3 30 0 0,-1 0 1 0 0,1 0-1 0 0,-1 0 1 0 0,1-1-1 0 0,-1 0 1 0 0,-1-1-1 0 0,1 0 1 0 0,10-11-1 0 0,-9 5 196 0 0,-8 10-152 0 0,0 0 1 0 0,0 0 0 0 0,0 1-1 0 0,0-1 1 0 0,0 0 0 0 0,0 1 0 0 0,1-1-1 0 0,-1 1 1 0 0,0 0 0 0 0,1-1-1 0 0,-1 1 1 0 0,1 0 0 0 0,0 0-1 0 0,-1 0 1 0 0,1 0 0 0 0,3-1 0 0 0,10 54 1389 0 0,-13-55-1686 0 0,1 1 1 0 0,-1 0 0 0 0,0-1-1 0 0,0 0 1 0 0,0 1 0 0 0,0-1-1 0 0,-1 0 1 0 0,1 0 0 0 0,-1 0-1 0 0,1 0 1 0 0,0-5 0 0 0,8-11-9326 0 0</inkml:trace>
</inkml:ink>
</file>

<file path=ppt/ink/ink5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6:01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0 752 0 0,'0'0'5052'0'0,"38"11"-706"0"0,-28-9-3791 0 0,1 0 0 0 0,-1-1 0 0 0,1 0 0 0 0,-1 0-1 0 0,0-1 1 0 0,18-2 0 0 0,-26 1-1108 0 0</inkml:trace>
</inkml:ink>
</file>

<file path=ppt/ink/ink5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6:02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43 524 0 0,'0'0'2901'0'0,"9"-12"6048"0"0,-37 110-7737 0 0,28-96-1146 0 0,1 2 19 0 0,-1-3-67 0 0,0 0 0 0 0,0 0-1 0 0,0 0 1 0 0,1 0-1 0 0,-1 0 1 0 0,0 0 0 0 0,0 0-1 0 0,1 0 1 0 0,-1 0 0 0 0,1 0-1 0 0,-1-1 1 0 0,1 1-1 0 0,-1 0 1 0 0,1 0 0 0 0,-1 0-1 0 0,1-1 1 0 0,0 1-1 0 0,-1 0 1 0 0,1-1 0 0 0,1 2-1 0 0,4-1-10 0 0,0-1-1 0 0,1 1 1 0 0,-1-1-1 0 0,0-1 1 0 0,0 1-1 0 0,0-1 1 0 0,1 0-1 0 0,-1 0 1 0 0,0-1-1 0 0,0 0 1 0 0,-1 0-1 0 0,1 0 1 0 0,8-5-1 0 0,8-2-92 0 0,-20 8 55 0 0,4 2-24 0 0,1 0 0 0 0,-1 0 1 0 0,0 0-1 0 0,1 1 0 0 0,-1 0 1 0 0,0 0-1 0 0,9 5 1 0 0,11 3-63 0 0,-24-9 158 0 0,0 0 0 0 0,0 0 0 0 0,0 0-1 0 0,0 0 1 0 0,0-1 0 0 0,0 1 0 0 0,0-1-1 0 0,0 1 1 0 0,0-1 0 0 0,1 0 0 0 0,-1 0 0 0 0,0 0-1 0 0,0 0 1 0 0,0 0 0 0 0,1 0 0 0 0,-1-1-1 0 0,0 1 1 0 0,0-1 0 0 0,0 1 0 0 0,0-1 0 0 0,0 0-1 0 0,0 0 1 0 0,0 0 0 0 0,0 0 0 0 0,0 0-1 0 0,0-1 1 0 0,-1 1 0 0 0,1 0 0 0 0,0-1-1 0 0,-1 0 1 0 0,1 1 0 0 0,-1-1 0 0 0,0 0 0 0 0,1 1-1 0 0,-1-1 1 0 0,0 0 0 0 0,0 0 0 0 0,0 0-1 0 0,0 0 1 0 0,-1 0 0 0 0,1 0 0 0 0,0-1 0 0 0,-1 1-1 0 0,0 0 1 0 0,1-3 0 0 0,0-3 187 0 0,0 1 0 0 0,-1-1 0 0 0,0 0 0 0 0,0 0 0 0 0,-1 0 0 0 0,0 0 0 0 0,0 0 0 0 0,-1 1 1 0 0,0-1-1 0 0,-6-13 0 0 0,7 19-148 0 0,-1-5 1031 0 0,1 3-4242 0 0</inkml:trace>
</inkml:ink>
</file>

<file path=ppt/ink/ink5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6:03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11 224 0 0,'0'0'1024'0'0,"26"-10"5188"0"0,-19 11-5736 0 0,-1 1 0 0 0,0 0-1 0 0,1 0 1 0 0,-1 0 0 0 0,0 1-1 0 0,0 0 1 0 0,8 6 0 0 0,-12-8-366 0 0,0 1-1 0 0,1 0 1 0 0,-1 0 0 0 0,0 0-1 0 0,0 0 1 0 0,0 0 0 0 0,0 1-1 0 0,-1-1 1 0 0,1 0-1 0 0,-1 1 1 0 0,1 0 0 0 0,-1-1-1 0 0,0 1 1 0 0,0 0 0 0 0,0-1-1 0 0,0 1 1 0 0,-1 0 0 0 0,1 0-1 0 0,-1 0 1 0 0,1 4 0 0 0,-1-5 22 0 0,-1-1-12 0 0,1 1 0 0 0,-1-1 1 0 0,1 0-1 0 0,-1 1 0 0 0,1-1 1 0 0,0 1-1 0 0,0-1 0 0 0,0 0 1 0 0,0 1-1 0 0,0-1 0 0 0,0 1 1 0 0,0-1-1 0 0,1 1 0 0 0,-1-1 1 0 0,1 3-1 0 0,25-21 39 0 0,-17 10-77 0 0,1 1-1 0 0,0 0 1 0 0,0 0 0 0 0,0 1 0 0 0,1 0 0 0 0,12-3 0 0 0,-21 7-76 0 0,0 1 0 0 0,-1 0 0 0 0,1 0 0 0 0,0 0 0 0 0,0 1 0 0 0,0-1 0 0 0,-1 0 1 0 0,1 1-1 0 0,0-1 0 0 0,0 1 0 0 0,-1-1 0 0 0,1 1 0 0 0,0 0 0 0 0,-1 0 1 0 0,1 0-1 0 0,-1 0 0 0 0,1 0 0 0 0,-1 0 0 0 0,0 0 0 0 0,1 0 0 0 0,-1 1 1 0 0,0-1-1 0 0,0 1 0 0 0,0-1 0 0 0,0 0 0 0 0,0 1 0 0 0,0 0 0 0 0,0-1 1 0 0,1 4-1 0 0,10 24-2101 0 0,-6-6-5436 0 0,-6-23 7290 0 0</inkml:trace>
</inkml:ink>
</file>

<file path=ppt/ink/ink5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6:23.2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82 36 336 0 0,'-2'-4'1061'0'0,"-11"-18"3008"0"0,9 13 3885 0 0,-20 484-5661 0 0,16-397-2171 0 0,2-17-52 0 0,-18 86 0 0 0,23-145-56 0 0,1-2-6 0 0,0 0 0 0 0,1 0 1 0 0,-1 0-1 0 0,0-1 0 0 0,0 1 0 0 0,0 0 1 0 0,0 0-1 0 0,1 0 0 0 0,-1 0 0 0 0,0 0 1 0 0,0 0-1 0 0,0 0 0 0 0,0 0 0 0 0,1 1 1 0 0,-1-1-1 0 0,0 0 0 0 0,0 0 0 0 0,0 0 1 0 0,0 0-1 0 0,1 0 0 0 0,-1 0 1 0 0,0 0-1 0 0,0 0 0 0 0,0 0 0 0 0,0 0 1 0 0,0 0-1 0 0,1 1 0 0 0,-1-1 0 0 0,0 0 1 0 0,0 0-1 0 0,0 0 0 0 0,0 0 0 0 0,0 0 1 0 0,0 1-1 0 0,0-1 0 0 0,0 0 0 0 0,1 0 1 0 0,-1 0-1 0 0,0 0 0 0 0,0 1 0 0 0,0-1 1 0 0,0 0-1 0 0,0 0 0 0 0,0 0 0 0 0,0 0 1 0 0,0 1-1 0 0,0-1 0 0 0,0 0 1 0 0,0 0-1 0 0,0 0 0 0 0,0 0 0 0 0,0 1 1 0 0,-1-1-1 0 0,176-189-184 0 0,-32 30-218 0 0,103-65-65 0 0,-240 220 293 0 0,-5 7 72 0 0,-14 18 52 0 0,-31 32 53 0 0,-9-9 68 0 0,-2-2 0 0 0,-2-2 0 0 0,-81 42 0 0 0,134-79-54 0 0,0-1 0 0 0,0 0 0 0 0,0 1 0 0 0,0-1 0 0 0,1 1 0 0 0,-1 0 0 0 0,1 0 0 0 0,0 1 1 0 0,-6 6-1 0 0,8-9-19 0 0,1 0 0 0 0,0 0 0 0 0,-1 0 1 0 0,1 0-1 0 0,0 0 0 0 0,-1 0 0 0 0,1 0 0 0 0,0-1 1 0 0,0 1-1 0 0,0 0 0 0 0,0 0 0 0 0,0 0 1 0 0,0 0-1 0 0,0 0 0 0 0,1 0 0 0 0,-1 0 0 0 0,0 0 1 0 0,0 0-1 0 0,1 0 0 0 0,-1 1 0 0 0,2 0 2 0 0,-1 0 0 0 0,1 0 0 0 0,0 0-1 0 0,-1 0 1 0 0,1 0 0 0 0,0 0-1 0 0,0 0 1 0 0,0-1 0 0 0,1 1 0 0 0,2 1-1 0 0,29 15 4 0 0,0-2 0 0 0,2-2 0 0 0,-1-1 0 0 0,51 12-1 0 0,55 19-2148 0 0,-95-23 460 0 0,5 3-4452 0 0,-32-17 2753 0 0</inkml:trace>
</inkml:ink>
</file>

<file path=ppt/ink/ink5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6:23.8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1 167 360 0 0,'0'-5'8066'0'0,"8"34"-7633"0"0,-2 0-1 0 0,-1 0 1 0 0,3 55-1 0 0,-9 98 774 0 0,-3-149-407 0 0,-1-57-243 0 0,0-55-230 0 0,7 41-289 0 0,1 0 0 0 0,2 0 1 0 0,18-68-1 0 0,-18 88-40 0 0,1 0-1 0 0,1 0 0 0 0,0 0 0 0 0,1 1 0 0 0,1 0 0 0 0,1 1 0 0 0,1 0 1 0 0,0 0-1 0 0,21-23 0 0 0,-29 36-3 0 0,0 1-1 0 0,0-1 1 0 0,0 0 0 0 0,0 1-1 0 0,1-1 1 0 0,-1 1 0 0 0,1 0 0 0 0,-1 0-1 0 0,1 0 1 0 0,0 1 0 0 0,-1-1-1 0 0,1 1 1 0 0,0 0 0 0 0,0 0 0 0 0,0 0-1 0 0,0 1 1 0 0,0-1 0 0 0,6 1-1 0 0,-5 1 7 0 0,0 0-1 0 0,-1 1 0 0 0,1-1 0 0 0,-1 1 0 0 0,1 0 1 0 0,-1 0-1 0 0,0 1 0 0 0,0-1 0 0 0,0 1 0 0 0,0 0 1 0 0,0 0-1 0 0,-1 0 0 0 0,1 0 0 0 0,-1 1 0 0 0,5 6 1 0 0,12 17 91 0 0,-2 1 0 0 0,0 1 0 0 0,19 45 0 0 0,-5-9 113 0 0,75 128 445 0 0,-99-177-586 0 0,-1-1 0 0 0,8 27 1 0 0,-14-38-93 0 0,0-1-82 0 0,-1-3 83 0 0,0 0-1 0 0,1 1 0 0 0,-1-1 0 0 0,0 0 1 0 0,0 0-1 0 0,0 1 0 0 0,0-1 0 0 0,0 0 1 0 0,0 0-1 0 0,0 1 0 0 0,0-1 1 0 0,0 0-1 0 0,0 1 0 0 0,0-1 0 0 0,0 0 1 0 0,0 0-1 0 0,0 1 0 0 0,0-1 0 0 0,0 0 1 0 0,0 1-1 0 0,0-1 0 0 0,-1 0 1 0 0,1 0-1 0 0,0 1 0 0 0,0-1 0 0 0,0 0 1 0 0,0 0-1 0 0,0 0 0 0 0,-1 1 0 0 0,1-1 1 0 0,0 0-1 0 0,0 0 0 0 0,-1 0 1 0 0,1 1-1 0 0,0-1 0 0 0,0 0 0 0 0,0 0 1 0 0,-1 0-1 0 0,1 0 0 0 0,0 0 0 0 0,-1 0 1 0 0,1 0-1 0 0,0 1 0 0 0,0-1 1 0 0,-1 0-1 0 0,-16 10-1716 0 0,15-9 1728 0 0,0-1-382 0 0,1 0 1 0 0,-1 1-1 0 0,0-1 0 0 0,0 0 0 0 0,1 0 0 0 0,-1 0 0 0 0,0 0 0 0 0,1 0 0 0 0,-1-1 0 0 0,0 1 0 0 0,1 0 0 0 0,-4-2 0 0 0,4 2 110 0 0</inkml:trace>
</inkml:ink>
</file>

<file path=ppt/ink/ink5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6:24.2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1 113 156 0 0,'0'0'3160'0'0,"3"-3"-2230"0"0,6-4-500 0 0,-1 1 0 0 0,1 0 0 0 0,0 0 0 0 0,1 1 1 0 0,0 0-1 0 0,-1 1 0 0 0,1 0 0 0 0,13-3 0 0 0,95-18 930 0 0,-67 15-1133 0 0,-7 3-1146 0 0,49-3-1 0 0,-30 5-3176 0 0,-42 3 1975 0 0</inkml:trace>
</inkml:ink>
</file>

<file path=ppt/ink/ink5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6:24.6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52 262 712 0 0,'0'0'6465'0'0,"-2"4"-5958"0"0,-1 1-329 0 0,0 0 1 0 0,1 0-1 0 0,0 1 0 0 0,0-1 1 0 0,1 0-1 0 0,-1 1 0 0 0,1 0 1 0 0,0-1-1 0 0,1 1 0 0 0,-1 8 1 0 0,4 74 862 0 0,0-37-594 0 0,-9 75 599 0 0,6-124-368 0 0,-3-7-609 0 0,-2-8-60 0 0,0-1 0 0 0,0-1 1 0 0,1 1-1 0 0,1 0 1 0 0,1-1-1 0 0,0 0 0 0 0,1 1 1 0 0,0-1-1 0 0,3-27 1 0 0,2-7-100 0 0,20-83 0 0 0,-20 116 93 0 0,0 0 0 0 0,2 0 0 0 0,0 1 0 0 0,1 0 0 0 0,0 1 0 0 0,1-1 0 0 0,1 1 0 0 0,12-16 0 0 0,-14 22 0 0 0,0 0 0 0 0,0 0-1 0 0,1 1 1 0 0,0 0-1 0 0,0 0 1 0 0,0 1-1 0 0,1 0 1 0 0,0 0-1 0 0,0 1 1 0 0,1 0-1 0 0,-1 1 1 0 0,1 0-1 0 0,18-4 1 0 0,-27 7-6 0 0,1 1 1 0 0,0-1 0 0 0,0 1-1 0 0,-1-1 1 0 0,1 1 0 0 0,0 0-1 0 0,0 0 1 0 0,-1 0 0 0 0,1 0-1 0 0,0 0 1 0 0,0 0-1 0 0,0 0 1 0 0,-1 1 0 0 0,1-1-1 0 0,0 1 1 0 0,-1-1 0 0 0,1 1-1 0 0,0-1 1 0 0,-1 1 0 0 0,1 0-1 0 0,-1 0 1 0 0,1 0 0 0 0,-1 0-1 0 0,1 0 1 0 0,-1 0-1 0 0,0 1 1 0 0,1-1 0 0 0,-1 0-1 0 0,0 1 1 0 0,0-1 0 0 0,0 1-1 0 0,0-1 1 0 0,0 1 0 0 0,0-1-1 0 0,-1 1 1 0 0,1 0-1 0 0,0-1 1 0 0,-1 1 0 0 0,1 0-1 0 0,-1 0 1 0 0,0-1 0 0 0,0 1-1 0 0,0 0 1 0 0,0 0 0 0 0,0-1-1 0 0,0 1 1 0 0,0 3-1 0 0,-1 6-12 0 0,-1 0 0 0 0,1 0 0 0 0,-2 0 0 0 0,1-1 0 0 0,-2 1 0 0 0,-6 15-1 0 0,-2-4-31 0 0,0-1 0 0 0,-2 0-1 0 0,-1-1 1 0 0,-1 0 0 0 0,-22 22-1 0 0,17-20-11 0 0,2 0 0 0 0,0 1 0 0 0,-17 30 0 0 0,35-50 67 0 0,-1-1 1 0 0,1 0-1 0 0,0 0 1 0 0,0 0-1 0 0,0 0 1 0 0,1 1-1 0 0,-1-1 1 0 0,1 0-1 0 0,-1 1 0 0 0,1-1 1 0 0,0 1-1 0 0,-1-1 1 0 0,1 0-1 0 0,1 1 1 0 0,-1-1-1 0 0,0 1 1 0 0,0-1-1 0 0,1 0 1 0 0,0 1-1 0 0,1 3 1 0 0,0-3 12 0 0,0 1 0 0 0,0-1 0 0 0,0 0 0 0 0,1 0 0 0 0,-1 0 0 0 0,1 0 0 0 0,0-1 0 0 0,0 1 0 0 0,0-1 0 0 0,0 0 0 0 0,7 4 0 0 0,8 3-56 0 0,1-2 1 0 0,0 1-1 0 0,0-2 1 0 0,21 4-1 0 0,-23-6-236 0 0,5 2-362 0 0,35 8-1243 0 0,-17-10-2947 0 0,-21-4 2113 0 0</inkml:trace>
</inkml:ink>
</file>

<file path=ppt/ink/ink5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6:25.3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19 1100 0 0,'0'0'1252'0'0,"-2"-19"12569"0"0,16 69-13397 0 0,-3 0 0 0 0,-1 1 0 0 0,-3 1 0 0 0,1 57 0 0 0,-1-26-137 0 0,-8-82-302 0 0,1-1-1 0 0,0 1 0 0 0,0-1 0 0 0,0 1 0 0 0,0-1 0 0 0,1 1 0 0 0,-1 0 1 0 0,0-1-1 0 0,0 1 0 0 0,0-1 0 0 0,0 1 0 0 0,0-1 0 0 0,1 1 1 0 0,-1-1-1 0 0,0 1 0 0 0,1-1 0 0 0,-1 1 0 0 0,0-1 0 0 0,1 0 0 0 0,-1 1 1 0 0,0-1-1 0 0,1 1 0 0 0,-1-1 0 0 0,1 0 0 0 0,-1 1 0 0 0,1-1 0 0 0,-1 0 1 0 0,1 1-1 0 0,-1-1 0 0 0,1 0 0 0 0,-1 0 0 0 0,1 0 0 0 0,-1 0 1 0 0,1 1-1 0 0,-1-1 0 0 0,1 0 0 0 0,-1 0 0 0 0,1 0 0 0 0,0 0 0 0 0,27-13-195 0 0,31-38 113 0 0,-55 46 35 0 0,79-78-244 0 0,-33 31 74 0 0,107-86 1 0 0,-132 123 138 0 0,-37 31 9 0 0,-38 33 54 0 0,-23 2 57 0 0,54-40-44 0 0,1 1 0 0 0,0 1 0 0 0,0 1 0 0 0,2 1 0 0 0,-21 22 0 0 0,36-36 14 0 0,0 0 1 0 0,-1 1 0 0 0,1-1-1 0 0,0 1 1 0 0,0-1 0 0 0,0 1 0 0 0,0 0-1 0 0,0-1 1 0 0,1 1 0 0 0,-1 0 0 0 0,0-1-1 0 0,1 1 1 0 0,-1 0 0 0 0,1 0 0 0 0,0 0-1 0 0,0 0 1 0 0,-1-1 0 0 0,1 1-1 0 0,1 0 1 0 0,-1 0 0 0 0,0 0 0 0 0,0 0-1 0 0,1 0 1 0 0,-1-1 0 0 0,2 4 0 0 0,0-2 7 0 0,0 0 0 0 0,0 0 0 0 0,1-1-1 0 0,-1 1 1 0 0,1-1 0 0 0,0 1 0 0 0,0-1 0 0 0,0 0 0 0 0,0 0 0 0 0,0-1 0 0 0,0 1 0 0 0,0-1 0 0 0,4 2 0 0 0,13 4-174 0 0,0-1 0 0 0,0-1 0 0 0,0-1 0 0 0,1-1 0 0 0,36 2 0 0 0,26-6-2506 0 0,-5-6-4029 0 0,-51 2 3282 0 0</inkml:trace>
</inkml:ink>
</file>

<file path=ppt/ink/ink5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6:25.8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270 66 796 0 0,'1'-4'202'0'0,"-1"1"422"0"0,1 0-1 0 0,0 1 1 0 0,0-1 0 0 0,-1 0 0 0 0,1 0-1 0 0,-1 0 1 0 0,0 0 0 0 0,0 0 0 0 0,0 0 0 0 0,0 1-1 0 0,-1-1 1 0 0,1 0 0 0 0,-1 0 0 0 0,0 0-1 0 0,0 1 1 0 0,0-1 0 0 0,-1-3 0 0 0,1 5-49 0 0,0 0-549 0 0,1 0 0 0 0,-1 1 0 0 0,1-1 0 0 0,-1 1-1 0 0,1 0 1 0 0,-1-1 0 0 0,0 1 0 0 0,1 0 0 0 0,-1-1 0 0 0,0 1 0 0 0,1 0 0 0 0,-1-1-1 0 0,0 1 1 0 0,1 0 0 0 0,-1 0 0 0 0,0 0 0 0 0,1 0 0 0 0,-1 0 0 0 0,0 0-1 0 0,0 0 1 0 0,1 0 0 0 0,-1 0 0 0 0,0 0 0 0 0,1 0 0 0 0,-1 0 0 0 0,0 0 0 0 0,0 1-1 0 0,1-1 1 0 0,-1 0 0 0 0,-1 1 0 0 0,-21 5 278 0 0,6 1-213 0 0,0 1 0 0 0,1 1 1 0 0,0 0-1 0 0,1 0 1 0 0,-1 2-1 0 0,2 0 1 0 0,0 1-1 0 0,0 0 1 0 0,1 1-1 0 0,0 1 0 0 0,1 0 1 0 0,1 0-1 0 0,-12 20 1 0 0,22-32-81 0 0,0 0-1 0 0,0 0 1 0 0,-1 0 0 0 0,1 1 0 0 0,1-1 0 0 0,-1 0 0 0 0,0 0-1 0 0,0 1 1 0 0,1-1 0 0 0,-1 1 0 0 0,1-1 0 0 0,0 0 0 0 0,0 1 0 0 0,0-1-1 0 0,0 1 1 0 0,0-1 0 0 0,0 0 0 0 0,1 1 0 0 0,-1-1 0 0 0,1 0-1 0 0,0 1 1 0 0,0-1 0 0 0,-1 0 0 0 0,1 0 0 0 0,1 1 0 0 0,-1-1-1 0 0,0 0 1 0 0,0 0 0 0 0,1 0 0 0 0,2 2 0 0 0,-1-2 0 0 0,0 0 1 0 0,1 0-1 0 0,0 0 1 0 0,-1-1-1 0 0,1 1 1 0 0,0-1 0 0 0,0 0-1 0 0,0 0 1 0 0,0 0-1 0 0,0-1 1 0 0,0 1-1 0 0,0-1 1 0 0,0 0-1 0 0,0 0 1 0 0,0-1-1 0 0,8-1 1 0 0,30-5-162 0 0,-26 3 197 0 0,1 1 0 0 0,-1 1 1 0 0,22 0-1 0 0,-31 3-544 0 0,1 0 1 0 0,0 0-1 0 0,-1 0 0 0 0,1 1 1 0 0,-1 0-1 0 0,0 1 0 0 0,0-1 1 0 0,0 1-1 0 0,0 1 1 0 0,9 5-1 0 0,-2-1-3399 0 0,2 1 297 0 0</inkml:trace>
</inkml:ink>
</file>

<file path=ppt/ink/ink5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6:28.2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456 0 72 0 0,'-20'5'522'0'0,"0"0"1"0"0,0 2-1 0 0,1 0 0 0 0,-1 1 1 0 0,2 1-1 0 0,-1 1 0 0 0,-32 23 1 0 0,5 2 563 0 0,-64 64 0 0 0,98-87-883 0 0,0 0-1 0 0,1 1 1 0 0,1 0 0 0 0,0 1 0 0 0,0 0 0 0 0,2 0 0 0 0,0 1 0 0 0,0 0 0 0 0,-7 25 0 0 0,13-33-149 0 0,0-1 0 0 0,1 1-1 0 0,0-1 1 0 0,0 1 0 0 0,0 0 0 0 0,1-1 0 0 0,0 1-1 0 0,0 0 1 0 0,1-1 0 0 0,0 1 0 0 0,0-1 0 0 0,0 1-1 0 0,1-1 1 0 0,0 1 0 0 0,0-1 0 0 0,1 0-1 0 0,0 0 1 0 0,0 0 0 0 0,0 0 0 0 0,1 0 0 0 0,-1-1-1 0 0,2 0 1 0 0,-1 0 0 0 0,0 0 0 0 0,1 0 0 0 0,0 0-1 0 0,6 3 1 0 0,4 3-77 0 0,1-1 0 0 0,0-1 0 0 0,0 0 0 0 0,1-1 0 0 0,0-1 0 0 0,1 0 0 0 0,0-2 0 0 0,31 7-1 0 0,-4-5-1857 0 0,0-2-1 0 0,66 0 0 0 0,-66-7-431 0 0</inkml:trace>
</inkml:ink>
</file>

<file path=ppt/ink/ink5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6:28.8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338 72 344 0 0,'-9'-20'2349'0'0,"-12"-19"2169"0"0,20 38-4192 0 0,-11-4 441 0 0,11 4-716 0 0,0 1 0 0 0,0-1 0 0 0,0 0 0 0 0,-1 0 0 0 0,1 1 1 0 0,0-1-1 0 0,0 1 0 0 0,-1 0 0 0 0,1-1 0 0 0,-1 1 0 0 0,1 0 0 0 0,0 0 1 0 0,-1-1-1 0 0,1 1 0 0 0,-1 0 0 0 0,1 0 0 0 0,-2 1 0 0 0,-16 4 70 0 0,0 1 0 0 0,1 0 0 0 0,0 2 0 0 0,0 0 0 0 0,1 1 1 0 0,0 0-1 0 0,1 2 0 0 0,0 0 0 0 0,0 0 0 0 0,1 2 0 0 0,1 0 0 0 0,0 1 0 0 0,-19 23 0 0 0,31-34-106 0 0,0 0 0 0 0,0 0 0 0 0,0 1 0 0 0,0-1 0 0 0,1 0 0 0 0,-1 1 0 0 0,1-1-1 0 0,0 1 1 0 0,0-1 0 0 0,0 1 0 0 0,0 0 0 0 0,0-1 0 0 0,1 1 0 0 0,0 0 0 0 0,0-1 0 0 0,0 1 0 0 0,0 0 0 0 0,0-1 0 0 0,1 1 0 0 0,0 0 0 0 0,2 6-1 0 0,-1-7-16 0 0,0 1-1 0 0,0 0 1 0 0,0-1 0 0 0,1 0-1 0 0,0 1 1 0 0,0-1-1 0 0,0 0 1 0 0,0-1-1 0 0,0 1 1 0 0,0 0-1 0 0,1-1 1 0 0,-1 0-1 0 0,1 1 1 0 0,0-2-1 0 0,0 1 1 0 0,-1 0-1 0 0,1-1 1 0 0,7 2-1 0 0,11 2-253 0 0,0-1-1 0 0,0-1 0 0 0,1-1 0 0 0,-1 0 0 0 0,1-2 0 0 0,-1-1 0 0 0,27-4 1 0 0,-20 0-1556 0 0,-1-1 0 0 0,48-16 0 0 0,-49 12-278 0 0</inkml:trace>
</inkml:ink>
</file>

<file path=ppt/ink/ink5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6:29.6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186 6 540 0 0,'0'0'3256'0'0,"-4"-1"-2703"0"0,0 0-375 0 0,0 0-1 0 0,0 0 1 0 0,0 0 0 0 0,0 1-1 0 0,-1-1 1 0 0,1 1 0 0 0,0 0-1 0 0,0 1 1 0 0,0-1 0 0 0,-1 1-1 0 0,1 0 1 0 0,0 0 0 0 0,0 0-1 0 0,0 0 1 0 0,0 1 0 0 0,0-1-1 0 0,0 1 1 0 0,1 0 0 0 0,-1 1-1 0 0,1-1 1 0 0,-1 0 0 0 0,1 1-1 0 0,0 0 1 0 0,-4 4 0 0 0,-6 5 174 0 0,0 0 1 0 0,2 1-1 0 0,0 1 1 0 0,-17 25 0 0 0,28-38-342 0 0,-1-1 0 0 0,1 1 0 0 0,-1-1 0 0 0,1 1 0 0 0,-1 0 0 0 0,1-1 0 0 0,0 1 0 0 0,0 0 0 0 0,-1-1 0 0 0,1 1 0 0 0,0 0 0 0 0,0-1 0 0 0,0 1 0 0 0,0 0 0 0 0,-1 0 0 0 0,1-1 0 0 0,0 1 1 0 0,0 0-1 0 0,1 0 0 0 0,-1-1 0 0 0,0 1 0 0 0,0 0 0 0 0,0-1 0 0 0,0 1 0 0 0,1 0 0 0 0,-1-1 0 0 0,0 1 0 0 0,0 0 0 0 0,2 1 0 0 0,19 6 153 0 0,25-11-149 0 0,-24-6-258 0 0,0-1 0 0 0,20-13 1 0 0,-40 22 189 0 0,2-2-7 0 0,-3 2 53 0 0,-9 27-301 0 0,4 2 274 0 0,3-27 38 0 0,1 0 1 0 0,0 0-1 0 0,0 0 0 0 0,0-1 0 0 0,0 1 0 0 0,0 0 0 0 0,0 0 0 0 0,0 0 1 0 0,0-1-1 0 0,0 1 0 0 0,0 0 0 0 0,1 0 0 0 0,-1 0 0 0 0,0-1 0 0 0,0 1 1 0 0,1 0-1 0 0,-1 0 0 0 0,1-1 0 0 0,-1 1 0 0 0,0 0 0 0 0,1-1 1 0 0,-1 1-1 0 0,1 0 0 0 0,0-1 0 0 0,-1 1 0 0 0,1-1 0 0 0,-1 1 0 0 0,2 0 1 0 0,0 0 2 0 0,0-1 1 0 0,0 0 0 0 0,-1 1-1 0 0,1-1 1 0 0,0 0-1 0 0,0 0 1 0 0,-1 0 0 0 0,1 0-1 0 0,0-1 1 0 0,0 1 0 0 0,-1 0-1 0 0,4-2 1 0 0,53-24 97 0 0,-51 22-104 0 0,-2 2-6 0 0,40-22-103 0 0,1 3-1 0 0,1 2 1 0 0,75-20 0 0 0,-121 38 101 0 0,1 1 1 0 0,-1-1 0 0 0,1 1 0 0 0,0-1 0 0 0,-1 1 0 0 0,1 0 0 0 0,0 0 0 0 0,-1 0 0 0 0,1 0 0 0 0,0 0 0 0 0,-1 0-1 0 0,1 1 1 0 0,0-1 0 0 0,-1 0 0 0 0,1 1 0 0 0,0-1 0 0 0,-1 1 0 0 0,1 0 0 0 0,-1-1 0 0 0,1 1 0 0 0,-1 0 0 0 0,0 0-1 0 0,1 0 1 0 0,-1 0 0 0 0,0 0 0 0 0,1 0 0 0 0,-1 1 0 0 0,0-1 0 0 0,0 0 0 0 0,0 1 0 0 0,0-1 0 0 0,0 0 0 0 0,-1 1-1 0 0,1-1 1 0 0,0 1 0 0 0,0 2 0 0 0,0 0 0 0 0,0 0 0 0 0,0-1 1 0 0,-1 1-1 0 0,0 0 0 0 0,0 0 0 0 0,0 0 0 0 0,0 0 0 0 0,0 0 0 0 0,-1-1 1 0 0,0 1-1 0 0,0 0 0 0 0,0 0 0 0 0,-2 4 0 0 0,0-3 4 0 0,0 0-1 0 0,0 1 1 0 0,-1-1-1 0 0,1 0 1 0 0,-2-1 0 0 0,1 1-1 0 0,-9 7 1 0 0,-14 17 241 0 0,26-28-188 0 0,-3 4 16 0 0,4-5-59 0 0,0 0-1 0 0,0 0 0 0 0,0 0 1 0 0,0 0-1 0 0,0 0 0 0 0,0 0 1 0 0,0 0-1 0 0,1 0 1 0 0,-1 0-1 0 0,0 0 0 0 0,0 0 1 0 0,0 0-1 0 0,0 0 1 0 0,0 0-1 0 0,0 0 0 0 0,0 0 1 0 0,0 0-1 0 0,0 0 1 0 0,0 0-1 0 0,0 0 0 0 0,0 0 1 0 0,0 1-1 0 0,0-1 1 0 0,0 0-1 0 0,0 0 0 0 0,0 0 1 0 0,0 0-1 0 0,0 0 0 0 0,0 0 1 0 0,0 0-1 0 0,0 0 1 0 0,0 0-1 0 0,0 0 0 0 0,0 0 1 0 0,0 0-1 0 0,0 0 1 0 0,244-169-1256 0 0,-207 136 2696 0 0,-37 32-846 0 0,-2 2-575 0 0,0 0 1 0 0,-1 0-1 0 0,1 1 0 0 0,0-1 0 0 0,0 0 0 0 0,-1 1 0 0 0,1-1 0 0 0,0 1 1 0 0,1 0-1 0 0,-1 0 0 0 0,0 0 0 0 0,0 0 0 0 0,1 0 0 0 0,-1 0 0 0 0,1 0 1 0 0,0 0-1 0 0,0 1 0 0 0,-1-1 0 0 0,2 0 0 0 0,-1 1 0 0 0,0-1 0 0 0,0 1 0 0 0,1-1 1 0 0,-1 1-1 0 0,1-1 0 0 0,0 1 0 0 0,0-1 0 0 0,0 1 0 0 0,0 0 0 0 0,0-1 1 0 0,0 1-1 0 0,1-1 0 0 0,-1 1 0 0 0,1-1 0 0 0,0 1 0 0 0,0-1 0 0 0,0 1 0 0 0,0-1 1 0 0,2 2-1 0 0,0 1-263 0 0,1-1-1 0 0,0 0 1 0 0,0-1 0 0 0,0 1-1 0 0,1-1 1 0 0,5 4 0 0 0,20 4-5030 0 0,-16-9 2436 0 0</inkml:trace>
</inkml:ink>
</file>

<file path=ppt/ink/ink5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6:33.2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0 612 572 0 0,'0'0'6449'0'0,"12"1"-4224"0"0,10-13-1798 0 0,0-1 0 0 0,-1-1 0 0 0,-1-1 0 0 0,-1-1 0 0 0,23-22-1 0 0,-37 32-392 0 0,1 0 0 0 0,-1 0-1 0 0,0-1 1 0 0,-1 0-1 0 0,1 1 1 0 0,-1-2 0 0 0,-1 1-1 0 0,1 0 1 0 0,-1-1-1 0 0,-1 1 1 0 0,1-1 0 0 0,-1 0-1 0 0,-1 0 1 0 0,1 0 0 0 0,-1 0-1 0 0,-1 0 1 0 0,1 0-1 0 0,-1-1 1 0 0,-1 1 0 0 0,-1-11-1 0 0,2 13-26 0 0,-1 0-4 0 0,-17-13-2 0 0,18 18-6 0 0,-1 1 0 0 0,0-1 0 0 0,0 1 0 0 0,0-1 0 0 0,0 0 0 0 0,0 1 0 0 0,0 0 0 0 0,0-1 0 0 0,0 1 0 0 0,0 0-1 0 0,0-1 1 0 0,0 1 0 0 0,0 0 0 0 0,0 0 0 0 0,0 0 0 0 0,0 0 0 0 0,0 0 0 0 0,0 0 0 0 0,0 0 0 0 0,0 0 0 0 0,0 0 0 0 0,0 1 0 0 0,0-1 0 0 0,0 0 0 0 0,0 1 0 0 0,0-1 0 0 0,0 1 0 0 0,0-1 0 0 0,0 1 0 0 0,0-1 0 0 0,0 1 0 0 0,0 0 0 0 0,0-1 0 0 0,1 1 0 0 0,-2 1 0 0 0,-6 3-31 0 0,7-3 25 0 0,0-1 1 0 0,1 1-1 0 0,-1-1 0 0 0,0 0 1 0 0,1 1-1 0 0,0 0 0 0 0,-1-1 1 0 0,1 1-1 0 0,0-1 0 0 0,-1 1 0 0 0,1-1 1 0 0,0 1-1 0 0,0 0 0 0 0,0-1 1 0 0,1 1-1 0 0,-1-1 0 0 0,0 1 0 0 0,1 1 1 0 0,2 3-5 0 0,-1 0 0 0 0,2 0 0 0 0,-1 0-1 0 0,1 0 1 0 0,-1-1 0 0 0,2 0 0 0 0,-1 0 0 0 0,0 0 0 0 0,1 0 0 0 0,0 0 0 0 0,0-1 0 0 0,1 0 0 0 0,-1 0 0 0 0,1-1 0 0 0,6 4-1 0 0,19 10-163 0 0,46 18-1 0 0,-77-35 178 0 0,19 7-119 0 0,0 0 1 0 0,0-1-1 0 0,36 6 0 0 0,-47-11 103 0 0,0 0 0 0 0,0 0-1 0 0,0-1 1 0 0,0 0 0 0 0,1-1 0 0 0,-1 1-1 0 0,0-2 1 0 0,0 1 0 0 0,0-1-1 0 0,0 0 1 0 0,0-1 0 0 0,7-3-1 0 0,-12 4 35 0 0,0 1 1 0 0,0-1-1 0 0,-1 0 0 0 0,1 0 0 0 0,-1 0 0 0 0,1 0 0 0 0,-1 0 0 0 0,0 0 0 0 0,0-1 1 0 0,0 1-1 0 0,0-1 0 0 0,0 1 0 0 0,0-1 0 0 0,-1 0 0 0 0,0 0 0 0 0,2-4 1 0 0,-1-1 96 0 0,0 0 0 0 0,-1 1 1 0 0,0-1-1 0 0,-1 0 1 0 0,0-10-1 0 0,5 22-148 0 0,1 1 16 0 0,0-1 0 0 0,0 0 1 0 0,1 0-1 0 0,-1 0 0 0 0,1-1 1 0 0,0 0-1 0 0,0 0 0 0 0,0 0 1 0 0,0-1-1 0 0,0 0 0 0 0,1-1 1 0 0,-1 0-1 0 0,0 0 0 0 0,1 0 1 0 0,-1-1-1 0 0,1 0 0 0 0,-1-1 1 0 0,1 1-1 0 0,-1-2 0 0 0,1 1 1 0 0,-1-1-1 0 0,0 0 0 0 0,0 0 1 0 0,0-1-1 0 0,0 0 0 0 0,8-5 1 0 0,-3 2 28 0 0,0-1 1 0 0,-1 0 0 0 0,0-1-1 0 0,-1 0 1 0 0,1-1 0 0 0,-2 0-1 0 0,1-1 1 0 0,-1 0 0 0 0,-1 0-1 0 0,0-1 1 0 0,0 0 0 0 0,-1-1-1 0 0,-1 1 1 0 0,8-19 0 0 0,-8 14 47 0 0,-1 1 0 0 0,-1-1-1 0 0,0 1 1 0 0,-2-1 0 0 0,0 0 0 0 0,1-25 0 0 0,-3 33-38 0 0,-1 0 0 0 0,1 0 0 0 0,-1 0 0 0 0,-1 1 0 0 0,0-1 0 0 0,0 0 0 0 0,0 1 0 0 0,-1-1 0 0 0,0 1 0 0 0,0 0 0 0 0,-1 0 0 0 0,0 0 0 0 0,0 0-1 0 0,-10-11 1 0 0,13 17-32 0 0,-1 1-25 0 0,0 1 34 0 0,0-1-1 0 0,0 1 1 0 0,0 0 0 0 0,0 0 0 0 0,1 0 0 0 0,-1 0 0 0 0,0 0 0 0 0,0 0 0 0 0,1 0 0 0 0,-1 0 0 0 0,0 1-1 0 0,1-1 1 0 0,0 1 0 0 0,-1-1 0 0 0,1 1 0 0 0,0 0 0 0 0,0-1 0 0 0,-1 1 0 0 0,1 0 0 0 0,1 0 0 0 0,-1 0-1 0 0,0 0 1 0 0,0 0 0 0 0,1 0 0 0 0,-1 0 0 0 0,1 0 0 0 0,0 0 0 0 0,-1 0 0 0 0,1 3 0 0 0,-1 5-8 0 0,0 1 0 0 0,0-1 0 0 0,1 1 0 0 0,2 16 0 0 0,0-10-9 0 0,2 0 1 0 0,0 0-1 0 0,0-1 0 0 0,2 1 1 0 0,0-1-1 0 0,1-1 0 0 0,1 1 1 0 0,0-1-1 0 0,1 0 0 0 0,18 22 1 0 0,-21-29-60 0 0,1 0 0 0 0,1-1 0 0 0,-1 0-1 0 0,1 0 1 0 0,0 0 0 0 0,1-1 0 0 0,0 0 0 0 0,0-1 0 0 0,0 0 0 0 0,0 0 0 0 0,1-1 0 0 0,0 0 0 0 0,0-1 0 0 0,0 0 0 0 0,0-1-1 0 0,0 0 1 0 0,1 0 0 0 0,14-1 0 0 0,-19-1 69 0 0,-1 0-1 0 0,1-1 1 0 0,-1 1 0 0 0,1-1-1 0 0,-1-1 1 0 0,0 1-1 0 0,1-1 1 0 0,-1 0-1 0 0,0 0 1 0 0,0-1 0 0 0,0 1-1 0 0,0-1 1 0 0,-1 0-1 0 0,1 0 1 0 0,-1-1 0 0 0,0 0-1 0 0,0 1 1 0 0,6-8-1 0 0,-9 10 247 0 0,3-4-117 0 0,-4 5-101 0 0,0 0 0 0 0,-1 0 1 0 0,1 0-1 0 0,0 0 0 0 0,0 0 1 0 0,0 0-1 0 0,0 0 0 0 0,0 0 1 0 0,0 0-1 0 0,0 0 0 0 0,0 0 1 0 0,0 0-1 0 0,0 0 0 0 0,-1 0 1 0 0,1 0-1 0 0,0 0 0 0 0,0 0 1 0 0,0 0-1 0 0,0 0 0 0 0,0 0 1 0 0,0 0-1 0 0,0 0 0 0 0,0 0 1 0 0,0 0-1 0 0,0 0 0 0 0,0 0 0 0 0,0 0 1 0 0,-1 0-1 0 0,1 0 0 0 0,0 0 1 0 0,0-1-1 0 0,0 1 0 0 0,0 0 1 0 0,0 0-1 0 0,0 0 0 0 0,0 0 1 0 0,0 0-1 0 0,-4 2-4 0 0,0 1-1 0 0,1 0 1 0 0,-1-1-1 0 0,1 1 1 0 0,0 0-1 0 0,-1 1 1 0 0,1-1-1 0 0,1 1 1 0 0,-1-1 0 0 0,0 1-1 0 0,-2 6 1 0 0,4-9 6 0 0,2 2-12 0 0,0 0 0 0 0,0 0 0 0 0,0 0 1 0 0,1 0-1 0 0,-1 0 0 0 0,1-1 1 0 0,-1 1-1 0 0,1 0 0 0 0,3 3 0 0 0,160-30-3034 0 0,-152 22 2986 0 0,0-1 1 0 0,0 0-1 0 0,0-1 1 0 0,-1 0-1 0 0,1-1 0 0 0,-1 0 1 0 0,0-1-1 0 0,-1 0 0 0 0,1-1 1 0 0,-1 0-1 0 0,-1-1 0 0 0,1 0 1 0 0,16-19-1 0 0,-20 20 163 0 0,-1-1 0 0 0,0 0-1 0 0,0-1 1 0 0,-1 1 0 0 0,0-1 0 0 0,0 0-1 0 0,-1-1 1 0 0,0 1 0 0 0,-1-1 0 0 0,0 0 0 0 0,-1 0-1 0 0,0 0 1 0 0,0 0 0 0 0,-1 0 0 0 0,0 0-1 0 0,-1 0 1 0 0,0 0 0 0 0,-3-17 0 0 0,2 16 43 0 0,-1-1 0 0 0,0 1 0 0 0,-1 0 0 0 0,0 0 0 0 0,-1 1 0 0 0,0-1 0 0 0,-1 1 0 0 0,-8-16 0 0 0,12 25 10 0 0,-3 3-150 0 0,1 0-20 0 0,0 1-1 0 0,0-1 1 0 0,1 1 0 0 0,-1-1 0 0 0,1 1 0 0 0,-1 0-1 0 0,1 0 1 0 0,0 0 0 0 0,0 0 0 0 0,0 0 0 0 0,0 1-1 0 0,1-1 1 0 0,-1 1 0 0 0,-1 5 0 0 0,1 0 3 0 0,0 1 0 0 0,0 0-1 0 0,1-1 1 0 0,1 1 0 0 0,-1 14 0 0 0,3-1 10 0 0,1 1-1 0 0,1 0 1 0 0,13 45-1 0 0,-12-54 16 0 0,1 1 0 0 0,1-1-1 0 0,0-1 1 0 0,1 0 0 0 0,1 0-1 0 0,0 0 1 0 0,1-1 0 0 0,0 0-1 0 0,1-1 1 0 0,17 14-1 0 0,-27-25 42 0 0,1 0 0 0 0,-1 0 0 0 0,1 0-1 0 0,-1 0 1 0 0,1 0 0 0 0,-1-1-1 0 0,1 1 1 0 0,0 0 0 0 0,-1-1-1 0 0,1 0 1 0 0,0 1 0 0 0,0-1-1 0 0,-1 0 1 0 0,1 0 0 0 0,0 0-1 0 0,0 0 1 0 0,-1 0 0 0 0,1 0 0 0 0,0 0-1 0 0,0-1 1 0 0,-1 1 0 0 0,1-1-1 0 0,3-1 1 0 0,10-1-8157 0 0</inkml:trace>
</inkml:ink>
</file>

<file path=ppt/ink/ink5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6:33.5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68 816 0 0,'-4'-18'4896'0'0,"2"10"-4742"0"0,-2-18 5638 0 0,4 17-7381 0 0,0 3-4070 0 0</inkml:trace>
</inkml:ink>
</file>

<file path=ppt/ink/ink5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6:33.9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112 30 472 0 0,'0'0'1800'0'0,"-2"-3"-942"0"0,2 1-632 0 0,-1 0 0 0 0,0 1 0 0 0,0-1 1 0 0,0 1-1 0 0,0-1 0 0 0,0 1 0 0 0,0-1 1 0 0,0 1-1 0 0,-1 0 0 0 0,1-1 0 0 0,0 1 1 0 0,-1 0-1 0 0,1 0 0 0 0,-1 0 0 0 0,1 0 1 0 0,-1 0-1 0 0,0 1 0 0 0,1-1 0 0 0,-1 0 1 0 0,0 1-1 0 0,0-1 0 0 0,1 1 1 0 0,-1-1-1 0 0,-2 1 0 0 0,1 0-116 0 0,1 1 0 0 0,-1-1 0 0 0,0 1 1 0 0,1 0-1 0 0,-1 0 0 0 0,1 0 0 0 0,-1 0 0 0 0,1 0 0 0 0,0 0 1 0 0,-1 1-1 0 0,1-1 0 0 0,0 1 0 0 0,0 0 0 0 0,0-1 0 0 0,0 1 1 0 0,0 0-1 0 0,0 0 0 0 0,-2 5 0 0 0,-18 31 374 0 0,21-36-471 0 0,0 0 0 0 0,1-1 1 0 0,-1 1-1 0 0,0 0 0 0 0,1 0 1 0 0,0 0-1 0 0,-1 0 0 0 0,1-1 1 0 0,0 1-1 0 0,0 0 0 0 0,0 0 1 0 0,0 0-1 0 0,0 0 1 0 0,1 0-1 0 0,-1-1 0 0 0,0 1 1 0 0,1 0-1 0 0,0 0 0 0 0,-1 0 1 0 0,1-1-1 0 0,0 1 0 0 0,2 3 1 0 0,-2-4-14 0 0,0-1 0 0 0,1 1 1 0 0,-1-1-1 0 0,0 1 1 0 0,1-1-1 0 0,-1 1 0 0 0,0-1 1 0 0,1 0-1 0 0,-1 0 0 0 0,1 1 1 0 0,-1-1-1 0 0,0 0 0 0 0,1 0 1 0 0,-1 0-1 0 0,1-1 0 0 0,-1 1 1 0 0,0 0-1 0 0,1-1 1 0 0,-1 1-1 0 0,2-1 0 0 0,32-12-59 0 0,-29 10 51 0 0,26-10-38 0 0,-22 8 112 0 0,0 1-1 0 0,0 0 1 0 0,0 0-1 0 0,17-2 1 0 0,-25 5-24 0 0,31 2 317 0 0,-13 2-182 0 0,11-3-1522 0 0,-10 0-5120 0 0</inkml:trace>
</inkml:ink>
</file>

<file path=ppt/ink/ink5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6:34.3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37 528 0 0,'0'0'1152'0'0,"0"-12"1692"0"0,8 1-1367 0 0,2 4-1577 0 0,5 4-1261 0 0,-8 0-535 0 0</inkml:trace>
</inkml:ink>
</file>

<file path=ppt/ink/ink5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6:34.9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231 16 684 0 0,'0'0'160'0'0,"0"-1"0"0"0,0 1 1 0 0,-1-1-1 0 0,1 1 0 0 0,0 0 0 0 0,0-1 0 0 0,0 1 0 0 0,0-1 0 0 0,-1 1 1 0 0,1 0-1 0 0,0-1 0 0 0,0 1 0 0 0,0-1 0 0 0,0 1 0 0 0,0-1 0 0 0,0 1 1 0 0,0-1-1 0 0,0 1 0 0 0,0 0 0 0 0,1-1 0 0 0,-1 1 0 0 0,0-1 1 0 0,0 1-1 0 0,0-1 0 0 0,0 1 0 0 0,1 0 0 0 0,-1-1 0 0 0,0 1 0 0 0,0 0 1 0 0,1-1-1 0 0,-1 1 0 0 0,0 0 0 0 0,1-1 0 0 0,-1 1 0 0 0,0 0 1 0 0,1-1-1 0 0,-1 1 0 0 0,0 0 0 0 0,1 0 0 0 0,0-1 0 0 0,23 3 1735 0 0,-17 0-1783 0 0,0 0 0 0 0,0 1-1 0 0,0-1 1 0 0,0 2-1 0 0,9 5 1 0 0,-7-2-5 0 0,-1 1 0 0 0,0 1 1 0 0,0-1-1 0 0,0 1 0 0 0,-1 1 1 0 0,-1-1-1 0 0,1 1 0 0 0,-2 0 0 0 0,1 1 1 0 0,6 18-1 0 0,-6-11-16 0 0,-2 0 0 0 0,0 0 0 0 0,0 1 0 0 0,-2-1 0 0 0,0 0 0 0 0,-2 25 0 0 0,-1-12 21 0 0,-2-1-1 0 0,-1 0 1 0 0,-2 0 0 0 0,-1 0-1 0 0,-1-1 1 0 0,-1 0-1 0 0,-2-1 1 0 0,-14 29-1 0 0,11-34 161 0 0,0-1-1 0 0,-1 0 0 0 0,-1-1 1 0 0,0 0-1 0 0,-2-2 0 0 0,-1 0 1 0 0,0-1-1 0 0,-1-1 0 0 0,-1-1 1 0 0,-1 0-1 0 0,-23 11 0 0 0,-42 16 1093 0 0,86-42-1571 0 0,-8 2-264 0 0,3-1-1940 0 0</inkml:trace>
</inkml:ink>
</file>

<file path=ppt/ink/ink5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6:38.0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91 776 0 0,'0'0'3558'0'0,"-1"-8"-2722"0"0,1 8-773 0 0,0 0 1 0 0,0 0 0 0 0,0 0 0 0 0,0 0 0 0 0,0 1 0 0 0,1-1-1 0 0,-1 0 1 0 0,0 0 0 0 0,0 0 0 0 0,0 0 0 0 0,0 0-1 0 0,0 0 1 0 0,0 0 0 0 0,0 0 0 0 0,0 0 0 0 0,1 0-1 0 0,-1 0 1 0 0,0 0 0 0 0,0 0 0 0 0,0 0 0 0 0,0 0 0 0 0,0 0-1 0 0,0 0 1 0 0,0 0 0 0 0,1 0 0 0 0,-1 0 0 0 0,0 0-1 0 0,0 0 1 0 0,0 0 0 0 0,0 0 0 0 0,0 0 0 0 0,0 0-1 0 0,0 0 1 0 0,0 0 0 0 0,1 0 0 0 0,-1-1 0 0 0,0 1-1 0 0,0 0 1 0 0,0 0 0 0 0,0 0 0 0 0,0 0 0 0 0,0 0 0 0 0,0 0-1 0 0,0 0 1 0 0,0 0 0 0 0,0 0 0 0 0,0 0 0 0 0,0-1-1 0 0,0 1 1 0 0,0 0 0 0 0,0 0 0 0 0,1 0 0 0 0,-1 0-1 0 0,0 0 1 0 0,0 0 0 0 0,0 0 0 0 0,0-1 0 0 0,0 1-1 0 0,0 0 1 0 0,0 0 0 0 0,-1 0 0 0 0,1 0 0 0 0,0 0 0 0 0,27 30 284 0 0,-2 2 0 0 0,-1 1 0 0 0,22 41 1 0 0,26 38-16 0 0,-2-18 29 0 0,-70-93-321 0 0,0-1-1 0 0,1 1 1 0 0,-1 0-1 0 0,0-1 1 0 0,1 1-1 0 0,-1 0 0 0 0,0-1 1 0 0,1 1-1 0 0,-1-1 1 0 0,1 1-1 0 0,-1-1 1 0 0,1 1-1 0 0,-1-1 0 0 0,1 1 1 0 0,-1-1-1 0 0,1 1 1 0 0,0-1-1 0 0,-1 0 0 0 0,1 1 1 0 0,0-1-1 0 0,-1 0 1 0 0,1 0-1 0 0,0 1 1 0 0,-1-1-1 0 0,1 0 0 0 0,0 0 1 0 0,0 0-1 0 0,-1 0 1 0 0,1 0-1 0 0,0 0 1 0 0,1 0-1 0 0,16-21 502 0 0,152-329 1279 0 0,-164 335-1797 0 0,0 0 0 0 0,-1 0 1 0 0,5-26-1 0 0,-10 40-297 0 0,1-1-331 0 0,0-5 638 0 0,16 20-3993 0 0,2 7-1666 0 0</inkml:trace>
</inkml:ink>
</file>

<file path=ppt/ink/ink5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6:38.3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0 360 0 0,'0'0'10146'0'0,"0"4"-9828"0"0,1 19 383 0 0,-1 0 0 0 0,-5 45 0 0 0,-1 8-735 0 0,6-73-363 0 0,-5 4-442 0 0</inkml:trace>
</inkml:ink>
</file>

<file path=ppt/ink/ink5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6:38.7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92 1128 0 0,'-3'-30'4693'0'0,"-7"-29"3585"0"0,10 57-8444 0 0,11 23-5604 0 0,-8-14 2679 0 0,2 5 235 0 0</inkml:trace>
</inkml:ink>
</file>

<file path=ppt/ink/ink5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6:39.0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96 0 708 0 0,'0'0'5656'0'0,"-5"3"-5103"0"0,2 0-446 0 0,0 0-1 0 0,0 0 1 0 0,0 0 0 0 0,1 1 0 0 0,-1-1 0 0 0,1 1 0 0 0,0-1 0 0 0,0 1 0 0 0,0 0 0 0 0,0 0 0 0 0,1 0 0 0 0,0 0 0 0 0,-2 7 0 0 0,-10 67 990 0 0,9-44-736 0 0,-3 40 299 0 0,5-47-312 0 0,-1-1 0 0 0,-11 47 0 0 0,5-43-50 0 0,8-29-224 0 0,1 0-67 0 0,0-1 1 0 0,0 1-1 0 0,-1 0 1 0 0,1-1-1 0 0,0 1 1 0 0,0 0-1 0 0,0-1 1 0 0,0 1-1 0 0,0-1 1 0 0,0 1-1 0 0,0 0 1 0 0,0-1-1 0 0,0 1 1 0 0,0 0-1 0 0,0-1 1 0 0,0 1-1 0 0,0 0 1 0 0,1-1-1 0 0,-1 1 1 0 0,0-1-1 0 0,0 1 1 0 0,1 0-1 0 0,0 0 1 0 0,13-2-71 0 0,0-1 0 0 0,0-1-1 0 0,22-6 1 0 0,-21 5-3 0 0,0 0 1 0 0,0 1-1 0 0,27-2 0 0 0,-35 5 38 0 0,8 0-42 0 0,1 0 0 0 0,-1 1 0 0 0,18 4 0 0 0,-30-5 52 0 0,0 1 1 0 0,0 0 0 0 0,1 0 0 0 0,-1 0 0 0 0,0 0 0 0 0,0 1 0 0 0,0-1 0 0 0,-1 1-1 0 0,1 0 1 0 0,0-1 0 0 0,0 1 0 0 0,-1 1 0 0 0,1-1 0 0 0,-1 0 0 0 0,0 1 0 0 0,0-1-1 0 0,0 1 1 0 0,0-1 0 0 0,3 7 0 0 0,-5-8 15 0 0,0 0 0 0 0,1 0 0 0 0,-1 0 1 0 0,0 0-1 0 0,0 0 0 0 0,0 0 0 0 0,0 0 0 0 0,-1 0 0 0 0,1 0 1 0 0,0 0-1 0 0,0 0 0 0 0,-1 0 0 0 0,1-1 0 0 0,0 1 0 0 0,-1 0 0 0 0,1 0 1 0 0,-1 0-1 0 0,1 0 0 0 0,-1 0 0 0 0,0-1 0 0 0,1 1 0 0 0,-1 0 1 0 0,0 0-1 0 0,1-1 0 0 0,-1 1 0 0 0,0-1 0 0 0,-1 2 0 0 0,-27 16 23 0 0,23-14-11 0 0,-16 7-11 0 0,0 0 1 0 0,-1-2 0 0 0,0 0 0 0 0,-1-2-1 0 0,-27 6 1 0 0,-21-4-3117 0 0,57-10 157 0 0,-1 0 223 0 0</inkml:trace>
</inkml:ink>
</file>

<file path=ppt/ink/ink5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6:42.0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 69 108 0 0,'-23'-69'15361'0'0,"23"75"-15269"0"0,-27 220 458 0 0,11-109-374 0 0,3-70-17 0 0,13-46 77 0 0,3-5-551 0 0,0-1 321 0 0,1-2-89 0 0,0 0 0 0 0,1 0 0 0 0,-1 1 1 0 0,2 0-1 0 0,-1 0 0 0 0,1 0 0 0 0,-1 1 0 0 0,1-1 1 0 0,13-7-1 0 0,-18 13 6 0 0,0-1 69 0 0,-1 1 0 0 0,1-1 0 0 0,-1 1 0 0 0,1 0 0 0 0,-1-1 0 0 0,1 1 0 0 0,0 0 0 0 0,-1-1 0 0 0,1 1 1 0 0,0 0-1 0 0,-1 0 0 0 0,1 0 0 0 0,0 0 0 0 0,-1 0 0 0 0,1-1 0 0 0,0 1 0 0 0,-1 0 0 0 0,1 0 0 0 0,0 1 0 0 0,-1-1 0 0 0,1 0 0 0 0,0 0 0 0 0,-1 0 0 0 0,1 0 0 0 0,0 1 0 0 0,-1-1 0 0 0,1 0 0 0 0,-1 0 0 0 0,1 1 0 0 0,0-1 0 0 0,-1 1 0 0 0,1-1 1 0 0,0 1-1 0 0,25 12-122 0 0,-21-8 110 0 0,1 1-1 0 0,-1-1 1 0 0,-1 1-1 0 0,1 0 1 0 0,-1 0-1 0 0,0 0 1 0 0,0 1 0 0 0,5 13-1 0 0,-6-12-331 0 0,1-1 1 0 0,0 0-1 0 0,0 0 0 0 0,0 0 1 0 0,1 0-1 0 0,9 9 0 0 0,-9-9-1445 0 0,-4-7 1538 0 0,-1 1 0 0 0,0 0 0 0 0,1-1 0 0 0,-1 1 0 0 0,1-1 0 0 0,-1 1 0 0 0,0-1 0 0 0,1 1 0 0 0,-1-1 0 0 0,1 1 0 0 0,0-1 0 0 0,-1 0 0 0 0,1 1 0 0 0,-1-1 0 0 0,1 0 0 0 0,0 1 0 0 0,-1-1 0 0 0,1 0 0 0 0,-1 0 0 0 0,1 0 0 0 0,1 1 0 0 0,12 0-2516 0 0</inkml:trace>
</inkml:ink>
</file>

<file path=ppt/ink/ink5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6:42.8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127 257 572 0 0,'0'0'3866'0'0,"-4"-7"-2891"0"0,-1 8 2092 0 0,-7 7-2793 0 0,0 0 1 0 0,1 2-1 0 0,1-1 0 0 0,0 1 1 0 0,0 1-1 0 0,1 0 0 0 0,0 0 1 0 0,1 1-1 0 0,0 0 0 0 0,-9 18 1 0 0,16-28-183 0 0,1-1-76 0 0,0-1-1 0 0,0 1 0 0 0,0-1 1 0 0,-1 1-1 0 0,1-1 0 0 0,0 1 0 0 0,0-1 1 0 0,0 1-1 0 0,0-1 0 0 0,1 1 0 0 0,-1 0 1 0 0,0-1-1 0 0,0 1 0 0 0,0-1 1 0 0,0 1-1 0 0,0-1 0 0 0,1 1 0 0 0,-1-1 1 0 0,0 1-1 0 0,0-1 0 0 0,1 0 0 0 0,0 2 1 0 0,5-2-12 0 0,0 0 0 0 0,0 0 0 0 0,0-1 1 0 0,0 0-1 0 0,0 0 0 0 0,0 0 0 0 0,0 0 1 0 0,0-1-1 0 0,0 0 0 0 0,-1 0 0 0 0,7-4 0 0 0,4-2-157 0 0,0 0-1 0 0,24-18 0 0 0,-36 24 113 0 0,0 0 0 0 0,0 0 0 0 0,1 0 0 0 0,-1 0 0 0 0,1 0 0 0 0,-1 1 0 0 0,1 0 0 0 0,0 0 0 0 0,0 0 0 0 0,-1 1 0 0 0,1 0 0 0 0,0 0 0 0 0,0 0 1 0 0,0 0-1 0 0,-1 1 0 0 0,8 1 0 0 0,19 0 35 0 0,-23-4 63 0 0,0 0 0 0 0,0-1-1 0 0,0 0 1 0 0,0 0 0 0 0,-1-1 0 0 0,0 0 0 0 0,0 0 0 0 0,0-1-1 0 0,0 0 1 0 0,0 0 0 0 0,-1-1 0 0 0,6-6 0 0 0,-3 3 65 0 0,0 0 1 0 0,0-1 0 0 0,-2-1 0 0 0,1 1-1 0 0,-1-1 1 0 0,0-1 0 0 0,-1 1 0 0 0,7-22-1 0 0,-1-3 873 0 0,11-60-1 0 0,-23 95-976 0 0,1-1 110 0 0,2-17 332 0 0,-10 71-520 0 0,4 0 0 0 0,4 102 0 0 0,9-106-386 0 0,-9-48 436 0 0,-1 1 0 0 0,0 0 0 0 0,1 0 0 0 0,-1 0 0 0 0,0 0 0 0 0,1-1-1 0 0,0 1 1 0 0,-1 0 0 0 0,1 0 0 0 0,-1-1 0 0 0,1 1 0 0 0,0 0 0 0 0,-1-1 0 0 0,1 1 0 0 0,0-1-1 0 0,0 1 1 0 0,-1-1 0 0 0,1 1 0 0 0,0-1 0 0 0,0 0 0 0 0,0 1 0 0 0,0-1 0 0 0,-1 0-1 0 0,1 1 1 0 0,0-1 0 0 0,0 0 0 0 0,0 0 0 0 0,0 0 0 0 0,0 0 0 0 0,0 0 0 0 0,0 0-1 0 0,0 0 1 0 0,0 0 0 0 0,-1-1 0 0 0,3 1 0 0 0,31-8-138 0 0,-18 2 118 0 0,-1-1 1 0 0,1-1 0 0 0,-1 0-1 0 0,-1-1 1 0 0,1-1 0 0 0,-2 0-1 0 0,18-16 1 0 0,-31 26 34 0 0,0 0 1 0 0,0 0-1 0 0,0 0 1 0 0,0 0-1 0 0,0 0 1 0 0,0 0-1 0 0,0 0 1 0 0,0 0-1 0 0,0 0 0 0 0,1 0 1 0 0,-1 0-1 0 0,0 0 1 0 0,0 0-1 0 0,0 1 1 0 0,0-1-1 0 0,0 0 1 0 0,0 0-1 0 0,0 0 0 0 0,0 0 1 0 0,0 0-1 0 0,1 0 1 0 0,-1 0-1 0 0,0 0 1 0 0,0 0-1 0 0,0 0 1 0 0,0 0-1 0 0,0 0 0 0 0,0 0 1 0 0,0 0-1 0 0,0 0 1 0 0,0 0-1 0 0,1-1 1 0 0,-1 1-1 0 0,0 0 1 0 0,0 0-1 0 0,0 0 0 0 0,0 0 1 0 0,0 0-1 0 0,0 0 1 0 0,0 0-1 0 0,0 0 1 0 0,0 0-1 0 0,0 0 1 0 0,0 0-1 0 0,0 0 0 0 0,0 0 1 0 0,1 0-1 0 0,-1-1 1 0 0,0 1-1 0 0,-5 13 6 0 0,-4 12-36 0 0,9-23 38 0 0,26 39-894 0 0,19-20-2960 0 0,-24-17-682 0 0,-8-4 1755 0 0</inkml:trace>
</inkml:ink>
</file>

<file path=ppt/ink/ink5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6:43.7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 26 88 0 0,'0'0'910'0'0,"-5"-17"3634"0"0,-2 8 2547 0 0,-1 34-6978 0 0,1 1 0 0 0,1 0-1 0 0,1 0 1 0 0,1 0 0 0 0,2 1 0 0 0,1-1-1 0 0,0 1 1 0 0,2-1 0 0 0,2 1-1 0 0,0-1 1 0 0,1 0 0 0 0,13 40 0 0 0,-16-61-101 0 0,1 0 1 0 0,0 1-1 0 0,0-1 1 0 0,0 0-1 0 0,1 0 1 0 0,0 0 0 0 0,0-1-1 0 0,0 1 1 0 0,1-1-1 0 0,-1 1 1 0 0,1-1-1 0 0,0 0 1 0 0,0 0 0 0 0,0-1-1 0 0,1 1 1 0 0,-1-1-1 0 0,1 0 1 0 0,0 0-1 0 0,9 3 1 0 0,-7-4-5 0 0,0 0 1 0 0,0-1-1 0 0,1 0 1 0 0,-1 0-1 0 0,0 0 0 0 0,1-1 1 0 0,-1 0-1 0 0,1-1 1 0 0,-1 0-1 0 0,0 0 0 0 0,0 0 1 0 0,1-1-1 0 0,-1 0 1 0 0,10-5-1 0 0,-7 3 315 0 0,0 0 0 0 0,-1 0 1 0 0,1-1-1 0 0,8-6 0 0 0,-17 10-7 0 0,15-2 774 0 0,-11 3-2140 0 0,-2 14-1244 0 0,-1-6 1391 0 0,-2-6 404 0 0,1 1 100 0 0,-1 13-9298 0 0</inkml:trace>
</inkml:ink>
</file>

<file path=ppt/ink/ink5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6:44.0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53 908 0 0,'0'0'1172'0'0,"0"-13"3253"0"0,-2-2-1945 0 0,2 2-1136 0 0,-1 1-2052 0 0</inkml:trace>
</inkml:ink>
</file>

<file path=ppt/ink/ink5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6:44.3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73 420 0 0,'-11'-9'4888'0'0,"29"-12"-3987"0"0,-3 13-105 0 0,1 2-160 0 0,9-1-236 0 0,4 1-324 0 0,9 1-388 0 0,8 3-336 0 0,1 0-548 0 0,1-1-1293 0 0,3 0 577 0 0</inkml:trace>
</inkml:ink>
</file>

<file path=ppt/ink/ink5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6:46.5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714 55 304 0 0,'-10'-44'5793'0'0,"9"43"-5690"0"0,-1-1-1 0 0,-1 1 0 0 0,1 0 0 0 0,0 0 1 0 0,0 0-1 0 0,0 0 0 0 0,-1 0 1 0 0,1 1-1 0 0,0-1 0 0 0,-1 1 0 0 0,1-1 1 0 0,0 1-1 0 0,-1 0 0 0 0,1 0 1 0 0,-1 0-1 0 0,1 0 0 0 0,0 1 1 0 0,-1-1-1 0 0,1 0 0 0 0,0 1 0 0 0,-1 0 1 0 0,-3 1-1 0 0,-59 25 359 0 0,54-22-297 0 0,-24 12 133 0 0,1 2-1 0 0,2 2 1 0 0,-59 46 0 0 0,-76 86 650 0 0,166-152-937 0 0,-43 42 436 0 0,-39 50 1 0 0,73-80-333 0 0,0 0 1 0 0,0 1-1 0 0,2 0 0 0 0,0 1 1 0 0,0 0-1 0 0,1 0 0 0 0,1 0 1 0 0,-7 31-1 0 0,11-40-73 0 0,1 1 0 0 0,0 0 0 0 0,1 0 0 0 0,-1 0 0 0 0,2 0 0 0 0,-1-1 0 0 0,1 1 1 0 0,-1 0-1 0 0,2 0 0 0 0,-1-1 0 0 0,1 1 0 0 0,0 0 0 0 0,1-1 0 0 0,-1 0 0 0 0,1 1 0 0 0,0-1 0 0 0,5 6 0 0 0,-1-4-17 0 0,0 0 0 0 0,0 0 0 0 0,1-1 0 0 0,-1-1 0 0 0,1 1 0 0 0,1-1 0 0 0,-1-1 0 0 0,1 1 0 0 0,0-1 0 0 0,13 4 0 0 0,14 4-151 0 0,0-2-1 0 0,1-2 0 0 0,0-1 0 0 0,70 5 0 0 0,105-5-2012 0 0,-73-21-3866 0 0,-87 5 2991 0 0</inkml:trace>
</inkml:ink>
</file>

<file path=ppt/ink/ink5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6:47.3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348 57 652 0 0,'1'-2'318'0'0,"0"0"-1"0"0,0 0 1 0 0,0 0-1 0 0,0 0 1 0 0,-1 0-1 0 0,1 0 1 0 0,0-1-1 0 0,-1 1 1 0 0,0 0-1 0 0,0 0 1 0 0,0-1-1 0 0,0 1 1 0 0,0 0-1 0 0,0 0 1 0 0,0-1-1 0 0,-1 1 1 0 0,1 0-1 0 0,-1 0 1 0 0,1 0 0 0 0,-1 0-1 0 0,0-1 1 0 0,0 1-1 0 0,0 0 1 0 0,-2-2-1 0 0,2 3-65 0 0,-49 10 498 0 0,20 1-534 0 0,0 2-1 0 0,0 1 1 0 0,2 1-1 0 0,0 2 1 0 0,0 1-1 0 0,2 1 1 0 0,-43 37-1 0 0,67-53-196 0 0,0 0 0 0 0,-1 1 0 0 0,1-1 0 0 0,0 1 0 0 0,0-1 0 0 0,1 1 0 0 0,-1 0-1 0 0,0 0 1 0 0,1 0 0 0 0,0 0 0 0 0,0 0 0 0 0,0 0 0 0 0,0 0 0 0 0,0 0 0 0 0,0 0 0 0 0,1 1-1 0 0,0-1 1 0 0,-1 0 0 0 0,1 0 0 0 0,1 1 0 0 0,-1 3 0 0 0,1-5-21 0 0,0 1-1 0 0,0-1 1 0 0,0 0 0 0 0,0 0 0 0 0,0 1 0 0 0,0-1 0 0 0,0 0 0 0 0,1 0-1 0 0,-1 0 1 0 0,1 0 0 0 0,0-1 0 0 0,-1 1 0 0 0,1 0 0 0 0,0-1-1 0 0,0 1 1 0 0,0-1 0 0 0,0 0 0 0 0,0 0 0 0 0,0 1 0 0 0,1-1-1 0 0,-1 0 1 0 0,0-1 0 0 0,0 1 0 0 0,1 0 0 0 0,-1-1 0 0 0,1 1 0 0 0,-1-1-1 0 0,0 0 1 0 0,3 0 0 0 0,40 2-386 0 0,0-3 0 0 0,-1-1 1 0 0,69-12-1 0 0,127-45-6628 0 0,-224 54 5268 0 0</inkml:trace>
</inkml:ink>
</file>

<file path=ppt/ink/ink5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6:48.0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120 51 192 0 0,'4'-2'443'0'0,"0"0"0"0"0,0-1 0 0 0,0 0 0 0 0,0 0 0 0 0,0 0 0 0 0,5-6 1 0 0,-2 2 845 0 0,-6 5-770 0 0,5-7 2423 0 0,-6 9-2899 0 0,0 0 0 0 0,0-1 0 0 0,0 1-1 0 0,1 0 1 0 0,-1 0 0 0 0,0 0-1 0 0,0 0 1 0 0,0 0 0 0 0,0-1 0 0 0,0 1-1 0 0,0 0 1 0 0,0 0 0 0 0,0 0 0 0 0,0 0-1 0 0,0-1 1 0 0,0 1 0 0 0,1 0-1 0 0,-1 0 1 0 0,0 0 0 0 0,0 0 0 0 0,0-1-1 0 0,0 1 1 0 0,0 0 0 0 0,0 0-1 0 0,-1 0 1 0 0,1 0 0 0 0,0-1 0 0 0,0 1-1 0 0,0 0 1 0 0,0 0 0 0 0,0 0 0 0 0,0 0-1 0 0,0-1 1 0 0,0 1 0 0 0,0 0-1 0 0,0 0 1 0 0,0 0 0 0 0,-1 0 0 0 0,1 0-1 0 0,0-1 1 0 0,0 1 0 0 0,0 0 0 0 0,0 0-1 0 0,0 0 1 0 0,-1 0 0 0 0,1 0-1 0 0,0 0 1 0 0,0 0 0 0 0,0 0 0 0 0,0 0-1 0 0,-1 0 1 0 0,1-1 0 0 0,0 1-1 0 0,0 0 1 0 0,0 0 0 0 0,0 0 0 0 0,-1 0-1 0 0,1 0 1 0 0,0 0 0 0 0,0 0 0 0 0,0 0-1 0 0,0 1 1 0 0,-1-1 0 0 0,1 0-1 0 0,0 0 1 0 0,0 0 0 0 0,0 0 0 0 0,-1 0-1 0 0,-13 4 115 0 0,-1 1 0 0 0,1 0 0 0 0,0 1-1 0 0,-15 9 1 0 0,22-11-78 0 0,0 0 0 0 0,0 0 0 0 0,1 1 0 0 0,0 0 0 0 0,0 0 0 0 0,0 1 0 0 0,1-1 0 0 0,0 1 0 0 0,0 0 0 0 0,-6 11 0 0 0,10-16-73 0 0,1-1 0 0 0,-1 1 0 0 0,1-1 0 0 0,0 1 0 0 0,-1-1 0 0 0,1 1 0 0 0,0 0 0 0 0,-1-1 0 0 0,1 1 0 0 0,0 0 0 0 0,0-1 0 0 0,0 1-1 0 0,-1 0 1 0 0,1-1 0 0 0,0 1 0 0 0,0 0 0 0 0,0 0 0 0 0,0-1 0 0 0,0 1 0 0 0,0 0 0 0 0,0-1 0 0 0,1 1 0 0 0,-1 0 0 0 0,0-1 0 0 0,0 1 0 0 0,1 0 0 0 0,-1-1 0 0 0,0 1 0 0 0,1 0 0 0 0,-1-1 0 0 0,1 1-1 0 0,21 3-10 0 0,25-17-155 0 0,-23-1 5 0 0,-16 10 88 0 0,0 0 0 0 0,-1-1-1 0 0,1 0 1 0 0,-1 0 0 0 0,0-1 0 0 0,7-7-1 0 0,-13 12 36 0 0,-2 6-296 0 0,1 0 300 0 0,1 1-1 0 0,-1-1 0 0 0,1 0 0 0 0,-1 0 1 0 0,1 0-1 0 0,1 0 0 0 0,2 8 0 0 0,-3-12-5 0 0,13-2-58 0 0,0-2-1 0 0,0 0 1 0 0,-1 0 0 0 0,1-1-1 0 0,-1-1 1 0 0,0 0-1 0 0,0-1 1 0 0,18-11-1 0 0,-14 8-18 0 0,0 1-1 0 0,0 0 1 0 0,1 1-1 0 0,22-5 1 0 0,-36 11 82 0 0,1 0 0 0 0,-1 0 0 0 0,0 1 1 0 0,1-1-1 0 0,-1 1 0 0 0,1 0 0 0 0,-1 1 0 0 0,0-1 0 0 0,1 1 0 0 0,3 1 1 0 0,-7-2 22 0 0,0 1 1 0 0,0-1 0 0 0,0 1 0 0 0,0 0-1 0 0,0 0 1 0 0,0-1 0 0 0,0 1 0 0 0,-1 0 0 0 0,1 0-1 0 0,0 0 1 0 0,-1 0 0 0 0,1 0 0 0 0,0 0-1 0 0,-1 0 1 0 0,1 0 0 0 0,-1 0 0 0 0,0 0-1 0 0,1 0 1 0 0,-1 0 0 0 0,0 1 0 0 0,0-1-1 0 0,1 0 1 0 0,-1 0 0 0 0,0 0 0 0 0,0 0 0 0 0,-1 1-1 0 0,1-1 1 0 0,0 0 0 0 0,0 0 0 0 0,0 0-1 0 0,-1 0 1 0 0,1 0 0 0 0,0 0 0 0 0,-1 1-1 0 0,1-1 1 0 0,-1 0 0 0 0,0 0 0 0 0,-1 1 0 0 0,-3 8-13 0 0,0 0 0 0 0,-2 0 0 0 0,1 0 0 0 0,-1-1 0 0 0,-10 10 0 0 0,16-18-39 0 0,1-1 36 0 0,0 0 0 0 0,0 0 1 0 0,-1 0-1 0 0,1 0 0 0 0,0 0 1 0 0,0 0-1 0 0,0 0 0 0 0,0 0 0 0 0,-1 0 1 0 0,1 0-1 0 0,0 0 0 0 0,0 1 1 0 0,0-1-1 0 0,0 0 0 0 0,-1 0 0 0 0,1 0 1 0 0,0 0-1 0 0,0 0 0 0 0,0 0 1 0 0,0 1-1 0 0,0-1 0 0 0,0 0 0 0 0,0 0 1 0 0,-1 0-1 0 0,1 0 0 0 0,0 1 1 0 0,0-1-1 0 0,0 0 0 0 0,0 0 0 0 0,0 0 1 0 0,0 0-1 0 0,0 1 0 0 0,0-1 1 0 0,0 0-1 0 0,0 0 0 0 0,0 0 1 0 0,0 1-1 0 0,0-1 0 0 0,0 0 0 0 0,0 0 1 0 0,0 0-1 0 0,0 0 0 0 0,0 1 1 0 0,0-1-1 0 0,0 0 0 0 0,0 0 0 0 0,1 0 1 0 0,-1 0-1 0 0,0 1 0 0 0,0-1 1 0 0,0 0-1 0 0,0 0 0 0 0,0 0 0 0 0,0 0 1 0 0,1 0-1 0 0,-1 1 0 0 0,0-1 1 0 0,0 0-1 0 0,0 0 0 0 0,1 0 0 0 0,26-10-210 0 0,1-2 0 0 0,-1-1 0 0 0,-1-1 1 0 0,0-1-1 0 0,-1-1 0 0 0,36-31 0 0 0,-60 46 373 0 0,0 0 0 0 0,0 0 0 0 0,0 0 0 0 0,0 0 0 0 0,1 1 0 0 0,-1-1 0 0 0,0 0 0 0 0,0 1 1 0 0,0-1-1 0 0,1 0 0 0 0,-1 1 0 0 0,0-1 0 0 0,1 1 0 0 0,-1 0 0 0 0,0 0 0 0 0,1-1 0 0 0,-1 1 0 0 0,1 0 1 0 0,-1 0-1 0 0,0 0 0 0 0,1 0 0 0 0,-1 1 0 0 0,1-1 0 0 0,1 1 0 0 0,-1 0-111 0 0,0 1-1 0 0,0 0 0 0 0,0-1 1 0 0,0 1-1 0 0,0 0 1 0 0,0 0-1 0 0,0 1 1 0 0,-1-1-1 0 0,3 4 0 0 0,12 16-1940 0 0,0-8-2251 0 0,-9-7 1767 0 0</inkml:trace>
</inkml:ink>
</file>

<file path=ppt/ink/ink5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6:48.6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47 648 0 0,'0'0'2266'0'0,"2"3"-1627"0"0,2 2-361 0 0,0 0 1 0 0,0 1-1 0 0,0 0 1 0 0,-1 0-1 0 0,0 0 0 0 0,0 0 1 0 0,-1 0-1 0 0,0 1 1 0 0,0-1-1 0 0,0 1 1 0 0,-1-1-1 0 0,0 1 0 0 0,1 8 1 0 0,-2-12-231 0 0,0 0 0 0 0,0 0 0 0 0,-1 0 0 0 0,1 0 0 0 0,-1 0-1 0 0,0 0 1 0 0,1 0 0 0 0,-2 0 0 0 0,1 0 0 0 0,0 0 0 0 0,0 0 0 0 0,-1-1 0 0 0,1 1 0 0 0,-1 0 0 0 0,0-1 0 0 0,0 0 0 0 0,0 1 0 0 0,0-1 0 0 0,0 0 0 0 0,-1 0 0 0 0,1 0-1 0 0,-1 0 1 0 0,1 0 0 0 0,-1-1 0 0 0,0 1 0 0 0,0-1 0 0 0,1 0 0 0 0,-1 0 0 0 0,0 0 0 0 0,0 0 0 0 0,-6 1 0 0 0,8-2-38 0 0,0 1 0 0 0,1-1 0 0 0,-1 0-1 0 0,0 1 1 0 0,0-1 0 0 0,0 0 0 0 0,0 0 0 0 0,0 0 0 0 0,0 0 0 0 0,0 0 0 0 0,0 0 0 0 0,0 0 0 0 0,0 0 0 0 0,0 0 0 0 0,0 0-1 0 0,0 0 1 0 0,0-1 0 0 0,0 1 0 0 0,0 0 0 0 0,0-1 0 0 0,0 1 0 0 0,0-1 0 0 0,0 1 0 0 0,0-1 0 0 0,1 1 0 0 0,-1-1 0 0 0,0 0-1 0 0,0 1 1 0 0,1-1 0 0 0,-1 0 0 0 0,0 0 0 0 0,1 1 0 0 0,-1-1 0 0 0,1 0 0 0 0,-1 0 0 0 0,1 0 0 0 0,-1 0 0 0 0,1 0 0 0 0,0 0-1 0 0,0 0 1 0 0,-1 0 0 0 0,1 0 0 0 0,0 0 0 0 0,0 0 0 0 0,0 0 0 0 0,0 0 0 0 0,0 0 0 0 0,0 0 0 0 0,0 0 0 0 0,0 0-1 0 0,0 0 1 0 0,1 0 0 0 0,-1 0 0 0 0,0 0 0 0 0,1-1 0 0 0,0-3-28 0 0,1-1-1 0 0,0 0 1 0 0,0 1-1 0 0,0-1 1 0 0,0 1-1 0 0,1 0 1 0 0,0-1 0 0 0,5-6-1 0 0,7-5-38 0 0,1 1-1 0 0,1 0 1 0 0,0 1-1 0 0,31-20 0 0 0,-43 31 44 0 0,1 1 0 0 0,-1 0 0 0 0,1-1 0 0 0,-1 2-1 0 0,1-1 1 0 0,0 1 0 0 0,0 0 0 0 0,0 0-1 0 0,1 0 1 0 0,-1 1 0 0 0,0 0 0 0 0,1 0 0 0 0,-1 1-1 0 0,0-1 1 0 0,1 2 0 0 0,-1-1 0 0 0,1 1-1 0 0,-1 0 1 0 0,0 0 0 0 0,1 0 0 0 0,7 4-1 0 0,-10-3 20 0 0,0 1 0 0 0,-1 0-1 0 0,1 0 1 0 0,0 1-1 0 0,-1-1 1 0 0,0 1-1 0 0,0-1 1 0 0,0 1-1 0 0,0 0 1 0 0,-1 0-1 0 0,0 1 1 0 0,1-1-1 0 0,-1 0 1 0 0,-1 1-1 0 0,1-1 1 0 0,-1 1 0 0 0,0 0-1 0 0,0-1 1 0 0,0 1-1 0 0,0 0 1 0 0,-1 0-1 0 0,0-1 1 0 0,0 1-1 0 0,-2 9 1 0 0,2-12 99 0 0,0-2-76 0 0,0 1 0 0 0,0-1 0 0 0,-1 0 0 0 0,1 0 0 0 0,0 1 0 0 0,0-1 0 0 0,0 0 0 0 0,0 0 1 0 0,0 1-1 0 0,0-1 0 0 0,0 0 0 0 0,0 0 0 0 0,0 0 0 0 0,0 1 0 0 0,0-1 0 0 0,0 0 0 0 0,0 0 0 0 0,0 1 0 0 0,0-1 0 0 0,0 0 1 0 0,0 0-1 0 0,0 1 0 0 0,0-1 0 0 0,0 0 0 0 0,0 0 0 0 0,0 1 0 0 0,0-1 0 0 0,0 0 0 0 0,1 0 0 0 0,-1 1 0 0 0,0-1 0 0 0,0 0 1 0 0,0 0-1 0 0,0 0 0 0 0,1 0 0 0 0,-1 1 0 0 0,0-1 0 0 0,0 0 0 0 0,0 0 0 0 0,1 0 0 0 0,-1 0 0 0 0,9-8 5 0 0,0-3-7 0 0,1 1 0 0 0,0 1 0 0 0,1-1 0 0 0,0 2-1 0 0,0 0 1 0 0,1 0 0 0 0,0 1 0 0 0,18-8 0 0 0,-28 15-28 0 0,0 0 0 0 0,1-1 0 0 0,-1 1 0 0 0,1 0 0 0 0,-1 0 0 0 0,1 0 0 0 0,-1 1 0 0 0,1-1 0 0 0,-1 0 0 0 0,0 1-1 0 0,1 0 1 0 0,-1 0 0 0 0,0-1 0 0 0,1 1 0 0 0,-1 1 0 0 0,0-1 0 0 0,0 0 0 0 0,0 0 0 0 0,0 1 0 0 0,0-1 0 0 0,0 1 0 0 0,0 0 0 0 0,-1-1 0 0 0,1 1 0 0 0,-1 0 0 0 0,1 0 0 0 0,1 3 0 0 0,2 2-32 0 0,-1-1 0 0 0,1 1 0 0 0,-1 0-1 0 0,-1 0 1 0 0,1 1 0 0 0,3 11 0 0 0,4 20-3273 0 0</inkml:trace>
</inkml:ink>
</file>

<file path=ppt/ink/ink5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6:50.2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196 159 216 0 0,'0'0'1920'0'0,"-28"-33"4119"0"0,18 34-5778 0 0,1 1 1 0 0,-1 0 0 0 0,1 0 0 0 0,0 1-1 0 0,0 0 1 0 0,0 1 0 0 0,0 0 0 0 0,0 0-1 0 0,1 1 1 0 0,-1 0 0 0 0,1 1 0 0 0,1 0-1 0 0,-1 0 1 0 0,1 0 0 0 0,0 1 0 0 0,1 0-1 0 0,-1 1 1 0 0,-4 7 0 0 0,10-14-257 0 0,0 0 1 0 0,1-1 0 0 0,-1 1-1 0 0,1 0 1 0 0,-1-1-1 0 0,1 1 1 0 0,0 0 0 0 0,-1 0-1 0 0,1-1 1 0 0,0 1-1 0 0,-1 0 1 0 0,1 0-1 0 0,0 0 1 0 0,0 0 0 0 0,0-1-1 0 0,0 1 1 0 0,0 0-1 0 0,0 0 1 0 0,0 0-1 0 0,0 0 1 0 0,0-1 0 0 0,0 1-1 0 0,0 0 1 0 0,1 0-1 0 0,-1 0 1 0 0,0 0 0 0 0,1-1-1 0 0,-1 1 1 0 0,0 0-1 0 0,1 0 1 0 0,-1-1-1 0 0,1 1 1 0 0,-1 0 0 0 0,1-1-1 0 0,-1 1 1 0 0,1 0-1 0 0,0-1 1 0 0,-1 1 0 0 0,1-1-1 0 0,0 1 1 0 0,-1-1-1 0 0,1 0 1 0 0,0 1-1 0 0,0-1 1 0 0,0 0 0 0 0,-1 1-1 0 0,1-1 1 0 0,0 0-1 0 0,0 0 1 0 0,0 1-1 0 0,-1-1 1 0 0,1 0 0 0 0,2 0-1 0 0,3 1-56 0 0,0-1 0 0 0,0 1-1 0 0,0-1 1 0 0,1 0 0 0 0,9-1-1 0 0,3-3-133 0 0,-5 1 6 0 0,0 0-1 0 0,0 1 1 0 0,1 1-1 0 0,-1 0 1 0 0,1 1-1 0 0,0 0 1 0 0,19 4-1 0 0,-25-2 96 0 0,1 0 1 0 0,0 0-1 0 0,0-1 0 0 0,0 0 0 0 0,0 0 0 0 0,15-2 0 0 0,-20 0 78 0 0,1-1 0 0 0,0 1 1 0 0,-1-1-1 0 0,1 0 0 0 0,-1 0 1 0 0,0-1-1 0 0,0 0 0 0 0,0 1 0 0 0,0-2 1 0 0,0 1-1 0 0,-1-1 0 0 0,7-6 0 0 0,-3 2 61 0 0,0-1 0 0 0,-1 0-1 0 0,-1 0 1 0 0,0-1-1 0 0,0 0 1 0 0,0 0 0 0 0,-1-1-1 0 0,4-12 1 0 0,-9 22-30 0 0,5-9 96 0 0,-3 5-118 0 0,-5 6-172 0 0,-2 8 156 0 0,4-7 34 0 0,0-1 1 0 0,1 1-1 0 0,-1-1 0 0 0,0 1 1 0 0,0-1-1 0 0,0 1 1 0 0,0-1-1 0 0,0 0 1 0 0,0 1-1 0 0,-1-1 0 0 0,1 0 1 0 0,0 0-1 0 0,-1 0 1 0 0,1 0-1 0 0,-1 0 1 0 0,1 0-1 0 0,-3 1 0 0 0,2-2-9 0 0,0 1-4 0 0,-7 1-15 0 0,6-2-9 0 0,15 3 11 0 0,0-1 1 0 0,0 2 1 0 0,-1 0-1 0 0,14 5 0 0 0,-7-1-71 0 0,-14-7 36 0 0,0 0 1 0 0,0 1-1 0 0,-1 0 1 0 0,1 0 0 0 0,-1 0-1 0 0,1 0 1 0 0,-1 1-1 0 0,0-1 1 0 0,0 1 0 0 0,0 0-1 0 0,0 0 1 0 0,-1 0-1 0 0,1 0 1 0 0,-1 0-1 0 0,0 0 1 0 0,1 1 0 0 0,-2-1-1 0 0,1 1 1 0 0,0 0-1 0 0,1 5 1 0 0,0 3-103 0 0,0 0-1 0 0,-2 0 1 0 0,1 1 0 0 0,-1-1-1 0 0,-1 15 1 0 0,0-26 134 0 0,0 0-1 0 0,0 0 1 0 0,-1 0 0 0 0,1-1-1 0 0,0 1 1 0 0,1 0 0 0 0,-1 0-1 0 0,0 0 1 0 0,0 0 0 0 0,0 0-1 0 0,0-1 1 0 0,1 1 0 0 0,-1 0-1 0 0,0 0 1 0 0,1 0 0 0 0,-1-1-1 0 0,1 1 1 0 0,-1 0 0 0 0,1-1-1 0 0,-1 1 1 0 0,1 0 0 0 0,-1-1-1 0 0,1 1 1 0 0,0 0 0 0 0,-1-1 0 0 0,1 1-1 0 0,0-1 1 0 0,-1 1 0 0 0,1-1-1 0 0,0 0 1 0 0,0 1 0 0 0,0-1-1 0 0,-1 0 1 0 0,1 1 0 0 0,0-1-1 0 0,0 0 1 0 0,0 0 0 0 0,0 0-1 0 0,-1 0 1 0 0,1 0 0 0 0,0 0-1 0 0,0 0 1 0 0,0 0 0 0 0,0 0-1 0 0,0 0 1 0 0,-1 0 0 0 0,1-1-1 0 0,0 1 1 0 0,0 0 0 0 0,0-1-1 0 0,-1 1 1 0 0,1 0 0 0 0,1-2-1 0 0,39-22-5 0 0,-29 14 136 0 0,-1-1 0 0 0,0 0 1 0 0,0-1-1 0 0,-2 0 0 0 0,1-1 1 0 0,-2 0-1 0 0,0 0 0 0 0,0-1 1 0 0,-1 0-1 0 0,-1 0 0 0 0,0-1 1 0 0,4-19-1 0 0,-7 22 264 0 0,-2 1 0 0 0,0-1 0 0 0,0 0-1 0 0,-1 1 1 0 0,0-1 0 0 0,-1 0 0 0 0,-2-12 0 0 0,2 22-107 0 0,-3-18 1319 0 0,-24 239-2096 0 0,28-217 355 0 0,18 13-546 0 0,-2-20 661 0 0,-1-1 0 0 0,1 0 0 0 0,-1-2 0 0 0,0 1 0 0 0,-1-2 0 0 0,0 0 0 0 0,0 0 0 0 0,-1-1 0 0 0,14-14 0 0 0,0 3 618 0 0,-28 20-509 0 0,0 0 0 0 0,-1 1 0 0 0,1-1-1 0 0,0 1 1 0 0,0 0 0 0 0,0-1 0 0 0,-1 1-1 0 0,1 0 1 0 0,0 0 0 0 0,0 0-1 0 0,-1 0 1 0 0,1 0 0 0 0,0 0 0 0 0,-1 0-1 0 0,1 0 1 0 0,0 0 0 0 0,0 1 0 0 0,-2 0-1 0 0,2-1-79 0 0,-1 0 0 0 0,1 0 0 0 0,0 0 0 0 0,-1 1 0 0 0,1-1 0 0 0,0 0 0 0 0,0 1 0 0 0,-1 0 0 0 0,1-1 0 0 0,0 1 0 0 0,0-1 0 0 0,0 1 0 0 0,0 0 0 0 0,0 0 0 0 0,0 0 0 0 0,0 0 0 0 0,0-1 0 0 0,0 1 0 0 0,0 0 0 0 0,1 1 0 0 0,-1-1 0 0 0,0 0 0 0 0,1 0 0 0 0,-1 0 0 0 0,0 0 0 0 0,1 1 0 0 0,0-1 0 0 0,-1 0 0 0 0,1 0 0 0 0,0 1 0 0 0,-1-1 0 0 0,1 2 0 0 0,-6 27-22 0 0,5-28-34 0 0,1-1 0 0 0,-1 1 0 0 0,0-1 0 0 0,1 0 0 0 0,0 1 0 0 0,-1-1 0 0 0,1 1 0 0 0,0 0 0 0 0,-1-1 0 0 0,1 1 0 0 0,0-1 0 0 0,0 1 1 0 0,0-1-1 0 0,0 1 0 0 0,1-1 0 0 0,-1 1 0 0 0,0-1 0 0 0,1 1 0 0 0,-1-1 0 0 0,1 1 0 0 0,-1-1 0 0 0,1 1 0 0 0,0-1 0 0 0,-1 0 0 0 0,1 1 0 0 0,0-1 0 0 0,0 0 1 0 0,0 0-1 0 0,0 1 0 0 0,0-1 0 0 0,0 0 0 0 0,1 0 0 0 0,-1 0 0 0 0,0 0 0 0 0,2 0 0 0 0,-1 1-131 0 0,0-1 1 0 0,-1 0-1 0 0,1 0 1 0 0,0 0-1 0 0,0 0 1 0 0,0 0-1 0 0,0 0 0 0 0,1 0 1 0 0,-1-1-1 0 0,0 1 1 0 0,3-1-1 0 0,11 0-6729 0 0,8-2 3743 0 0</inkml:trace>
</inkml:ink>
</file>

<file path=ppt/ink/ink5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6:50.8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91 316 0 0,'0'0'3950'0'0,"15"1"-1607"0"0,-1-3-1357 0 0,0-1 0 0 0,0 0-1 0 0,-1 0 1 0 0,26-12 0 0 0,-37 13-863 0 0,0 0 0 0 0,0 0 0 0 0,-1 0 0 0 0,1 0 0 0 0,0 0 0 0 0,-1-1 0 0 0,0 1 0 0 0,1-1 0 0 0,-1 1 0 0 0,0-1 0 0 0,0 1 0 0 0,-1-1 0 0 0,1 0 0 0 0,0 1 0 0 0,-1-1 0 0 0,0 0 0 0 0,0 1 0 0 0,0-4 0 0 0,0 4 211 0 0,-28-13 257 0 0,24 16-573 0 0,0 0-1 0 0,1 0 1 0 0,-1 0-1 0 0,0 0 1 0 0,1 0 0 0 0,-1 1-1 0 0,0-1 1 0 0,1 1 0 0 0,0 0-1 0 0,0 0 1 0 0,-1 1-1 0 0,1-1 1 0 0,0 1 0 0 0,1-1-1 0 0,-1 1 1 0 0,0 0-1 0 0,1 0 1 0 0,0 0 0 0 0,-1 0-1 0 0,1 1 1 0 0,-3 6 0 0 0,3-6-60 0 0,0 0 0 0 0,0 1 0 0 0,0-1 1 0 0,0 1-1 0 0,1 0 0 0 0,-1-1 1 0 0,1 1-1 0 0,1 0 0 0 0,-1 0 0 0 0,1 0 1 0 0,-1-1-1 0 0,1 1 0 0 0,1 0 1 0 0,-1 0-1 0 0,1 0 0 0 0,0 0 0 0 0,2 8 1 0 0,-2-11 5 0 0,0 0 0 0 0,0 0 1 0 0,1-1-1 0 0,-1 1 1 0 0,1 0-1 0 0,-1 0 0 0 0,1-1 1 0 0,0 1-1 0 0,-1-1 0 0 0,1 1 1 0 0,0-1-1 0 0,0 0 1 0 0,0 0-1 0 0,0 0 0 0 0,0 0 1 0 0,0 0-1 0 0,1 0 0 0 0,-1-1 1 0 0,0 1-1 0 0,0-1 1 0 0,1 1-1 0 0,-1-1 0 0 0,0 0 1 0 0,0 0-1 0 0,1 0 0 0 0,-1 0 1 0 0,0 0-1 0 0,1 0 1 0 0,-1-1-1 0 0,0 1 0 0 0,0-1 1 0 0,4-1-1 0 0,10-3-90 0 0,0-1-1 0 0,0 0 1 0 0,21-12 0 0 0,-13 6-34 0 0,3-2-28 0 0,39-25 0 0 0,14-8 723 0 0,-78 46-487 0 0,0 3-32 0 0,-1-1 1 0 0,1 1-1 0 0,-1 0 0 0 0,0-1 1 0 0,1 1-1 0 0,-1 0 0 0 0,0 0 0 0 0,0 0 1 0 0,0 0-1 0 0,-1 0 0 0 0,1 0 1 0 0,0 0-1 0 0,-1 1 0 0 0,1-1 0 0 0,-1 0 1 0 0,0 0-1 0 0,0 3 0 0 0,1 0 17 0 0,0 0-1 0 0,0 0 0 0 0,0 0 0 0 0,1 0 0 0 0,0 0 0 0 0,0 0 1 0 0,0-1-1 0 0,0 1 0 0 0,1-1 0 0 0,0 1 0 0 0,5 6 1 0 0,-4-9-118 0 0,0 0 1 0 0,1 0-1 0 0,-1 0 1 0 0,0 0 0 0 0,1-1-1 0 0,-1 0 1 0 0,1 0 0 0 0,-1 0-1 0 0,1 0 1 0 0,0-1-1 0 0,-1 0 1 0 0,9 0 0 0 0,33-7-6519 0 0,-25 3 3348 0 0</inkml:trace>
</inkml:ink>
</file>

<file path=ppt/ink/ink5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6:53.6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212 15 676 0 0,'0'0'8406'0'0,"-5"-3"-8130"0"0,2 1-215 0 0,0 1 1 0 0,-1-1-1 0 0,1 1 1 0 0,-1 0 0 0 0,0 0-1 0 0,1 0 1 0 0,-1 0 0 0 0,0 1-1 0 0,0-1 1 0 0,1 1 0 0 0,-1 0-1 0 0,0 0 1 0 0,0 0 0 0 0,1 1-1 0 0,-1-1 1 0 0,0 1-1 0 0,1 0 1 0 0,-1 0 0 0 0,0 0-1 0 0,1 1 1 0 0,-5 2 0 0 0,4-3-5 0 0,-1 1 0 0 0,1 0 0 0 0,0 0 0 0 0,0 0 0 0 0,0 1 0 0 0,1-1 0 0 0,-1 1 0 0 0,1 0 0 0 0,-1 0 0 0 0,1 0 0 0 0,-5 6 0 0 0,7-7-46 0 0,1 0-1 0 0,-1 0 0 0 0,1 0 1 0 0,-1 0-1 0 0,1-1 0 0 0,0 1 1 0 0,0 0-1 0 0,0 0 0 0 0,0 0 0 0 0,0 0 1 0 0,0 0-1 0 0,0 0 0 0 0,1 0 1 0 0,-1 0-1 0 0,1 0 0 0 0,0-1 1 0 0,-1 1-1 0 0,1 0 0 0 0,0 0 1 0 0,0-1-1 0 0,0 1 0 0 0,0 0 1 0 0,0-1-1 0 0,0 1 0 0 0,1-1 0 0 0,-1 0 1 0 0,0 1-1 0 0,1-1 0 0 0,2 2 1 0 0,49 53-332 0 0,-52-55 300 0 0,-38 11-64 0 0,6-12-17 0 0,25 0-119 0 0,0 0 0 0 0,0 0 0 0 0,1 0 1 0 0,-1-1-1 0 0,0 1 0 0 0,0-1 0 0 0,1-1 0 0 0,-1 1 0 0 0,0-1 0 0 0,1 0 1 0 0,-7-3-1 0 0</inkml:trace>
</inkml:ink>
</file>

<file path=ppt/ink/ink5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6:54.4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160 50 408 0 0,'0'0'677'0'0,"-1"-11"379"0"0,-1 5 1971 0 0,-26-25 1201 0 0,26 30-3917 0 0,-1 1-207 0 0,-1-1-1 0 0,0 1 1 0 0,0 0 0 0 0,0 0 0 0 0,0 0-1 0 0,0 1 1 0 0,0-1 0 0 0,0 1 0 0 0,1 0 0 0 0,-6 2-1 0 0,5 0-70 0 0,-1 0 0 0 0,0 0 0 0 0,1 0 0 0 0,0 1 0 0 0,0-1 0 0 0,0 1 0 0 0,0 0 0 0 0,0 0 0 0 0,1 1 0 0 0,0-1 0 0 0,0 1 0 0 0,0 0 0 0 0,0 0-1 0 0,-2 6 1 0 0,-15 24 145 0 0,19-31-153 0 0,1 0 1 0 0,-1 1-1 0 0,1-1 0 0 0,0 0 0 0 0,1 0 0 0 0,-1 0 0 0 0,1 1 0 0 0,1 3 0 0 0,-2-7 0 0 0,1 0-1 0 0,0 0 1 0 0,-1 0-1 0 0,1-1 1 0 0,0 1-1 0 0,0 0 1 0 0,-1-1-1 0 0,1 1 1 0 0,0 0-1 0 0,0-1 1 0 0,0 1-1 0 0,0-1 1 0 0,0 0-1 0 0,0 1 0 0 0,0-1 1 0 0,0 0-1 0 0,0 1 1 0 0,0-1-1 0 0,0 0 1 0 0,0 0-1 0 0,0 0 1 0 0,1 0-1 0 0,-1 0 1 0 0,0 0-1 0 0,1-1 1 0 0,34-12 231 0 0,26-29-149 0 0,-49 30-100 0 0,-2 2-12 0 0,0 1 0 0 0,0 0 0 0 0,1 0 0 0 0,0 1 0 0 0,0 1 0 0 0,19-9 0 0 0,-28 16-1 0 0,-1 0 0 0 0,1-1 0 0 0,0 1 0 0 0,0 0-1 0 0,-1 0 1 0 0,1 1 0 0 0,0-1 0 0 0,-1 0-1 0 0,1 1 1 0 0,0 0 0 0 0,-1-1 0 0 0,1 1 0 0 0,-1 0-1 0 0,1 0 1 0 0,-1 1 0 0 0,1-1 0 0 0,-1 0-1 0 0,3 3 1 0 0,38 36-154 0 0,-28-24 36 0 0,20 26 1251 0 0,-31-46-988 0 0,0 0 1 0 0,0-1-1 0 0,-1 1 1 0 0,0-1-1 0 0,0 1 1 0 0,0-1-1 0 0,3-8 0 0 0,10-13 217 0 0,-4 12-516 0 0,-8 9-128 0 0,1 0-1 0 0,-1 0 1 0 0,1 1-1 0 0,0-1 0 0 0,9-6 1 0 0,23 0-7297 0 0,-25 11 4523 0 0</inkml:trace>
</inkml:ink>
</file>

<file path=ppt/ink/ink5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6:55.0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91 145 120 0 0,'0'0'6916'0'0,"1"9"-6542"0"0,2 52 551 0 0,-8 98 1 0 0,0-48-291 0 0,-9 45 526 0 0,5-85 406 0 0,10-71-1517 0 0,-1 0 0 0 0,0 0 0 0 0,0 1 0 0 0,0-1 0 0 0,0 0 0 0 0,0 0 0 0 0,0 0 0 0 0,0 0 0 0 0,0 1 1 0 0,0-1-1 0 0,0 0 0 0 0,0 0 0 0 0,0 0 0 0 0,0 0 0 0 0,0 0 0 0 0,0 1 0 0 0,0-1 0 0 0,0 0 0 0 0,0 0 0 0 0,0 0 0 0 0,0 0 0 0 0,0 0 0 0 0,-1 1 0 0 0,1-1 1 0 0,0 0-1 0 0,0 0 0 0 0,0 0 0 0 0,0 0 0 0 0,0 0 0 0 0,0 0 0 0 0,0 1 0 0 0,0-1 0 0 0,-1 0 0 0 0,1 0 0 0 0,0 0 0 0 0,0 0 0 0 0,0 0 0 0 0,0 0 0 0 0,0 0 1 0 0,-1 0-1 0 0,1 0 0 0 0,0 0 0 0 0,0 0 0 0 0,0 0 0 0 0,0 0 0 0 0,0 0 0 0 0,-1 0 0 0 0,1 0 0 0 0,0 0 0 0 0,0 0 0 0 0,0 0 0 0 0,0 0 0 0 0,0 0 0 0 0,-1 0 1 0 0,1 0-1 0 0,0 0 0 0 0,0 0 0 0 0,0 0 0 0 0,0 0 0 0 0,0 0 0 0 0,-1 0 0 0 0,1 0 0 0 0,0 0 0 0 0,0 0 0 0 0,0-1 0 0 0,0 1 0 0 0,0 0 0 0 0,0 0 1 0 0,-1 0-1 0 0,-10-17 711 0 0,-9-30-424 0 0,12 14-226 0 0,2 0 0 0 0,1 0 1 0 0,2 0-1 0 0,1 0 0 0 0,1-1 0 0 0,2 1 0 0 0,2 0 1 0 0,1-1-1 0 0,1 1 0 0 0,2 1 0 0 0,1-1 0 0 0,1 1 1 0 0,2 1-1 0 0,21-42 0 0 0,-26 62-163 0 0,0 1 0 0 0,1 0 0 0 0,1 0 0 0 0,0 0 0 0 0,0 1 1 0 0,1 1-1 0 0,0-1 0 0 0,0 1 0 0 0,15-9 0 0 0,-22 15 16 0 0,1 0 1 0 0,-1 0 0 0 0,1 1-1 0 0,0-1 1 0 0,0 1-1 0 0,0 0 1 0 0,0-1-1 0 0,0 1 1 0 0,0 1-1 0 0,0-1 1 0 0,0 0 0 0 0,1 1-1 0 0,-1-1 1 0 0,0 1-1 0 0,0 0 1 0 0,1 0-1 0 0,-1 1 1 0 0,0-1 0 0 0,0 0-1 0 0,0 1 1 0 0,0 0-1 0 0,0 0 1 0 0,1 0-1 0 0,-1 0 1 0 0,-1 0-1 0 0,1 1 1 0 0,0-1 0 0 0,0 1-1 0 0,0 0 1 0 0,-1 0-1 0 0,1 0 1 0 0,-1 0-1 0 0,0 0 1 0 0,1 1-1 0 0,-1-1 1 0 0,0 1 0 0 0,0-1-1 0 0,-1 1 1 0 0,1 0-1 0 0,1 3 1 0 0,-1-2 2 0 0,0 1 1 0 0,0-1-1 0 0,-1 0 1 0 0,0 1-1 0 0,1-1 1 0 0,-2 1-1 0 0,1-1 1 0 0,0 1-1 0 0,-1-1 0 0 0,0 1 1 0 0,0 0-1 0 0,0-1 1 0 0,-1 1-1 0 0,0-1 1 0 0,1 1-1 0 0,-2-1 1 0 0,1 1-1 0 0,0-1 1 0 0,-1 0-1 0 0,0 0 0 0 0,0 1 1 0 0,0-1-1 0 0,-1-1 1 0 0,1 1-1 0 0,-1 0 1 0 0,0 0-1 0 0,0-1 1 0 0,0 0-1 0 0,0 1 1 0 0,-1-1-1 0 0,-6 4 0 0 0,-37 20-1772 0 0,32-19-2947 0 0</inkml:trace>
</inkml:ink>
</file>

<file path=ppt/ink/ink5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6:55.3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5 388 0 0,'3'-5'5463'0'0,"-7"12"-5308"0"0,-7 14 459 0 0,1 0 1 0 0,-8 22 0 0 0,16-35-467 0 0,0 0 0 0 0,0-1 0 0 0,0 1-1 0 0,1 0 1 0 0,0 0 0 0 0,1 0 0 0 0,0 0-1 0 0,0 0 1 0 0,1 0 0 0 0,1 9 0 0 0,-2-16-104 0 0,0 0 0 0 0,0-1 0 0 0,0 1 0 0 0,0-1 0 0 0,0 1 0 0 0,0-1 1 0 0,0 1-1 0 0,0-1 0 0 0,0 1 0 0 0,1-1 0 0 0,-1 1 0 0 0,0-1 0 0 0,0 1 1 0 0,0-1-1 0 0,1 1 0 0 0,-1-1 0 0 0,0 1 0 0 0,1-1 0 0 0,-1 1 1 0 0,0-1-1 0 0,1 0 0 0 0,-1 1 0 0 0,0-1 0 0 0,1 0 0 0 0,-1 1 0 0 0,1-1 1 0 0,-1 0-1 0 0,1 1 0 0 0,-1-1 0 0 0,1 0 0 0 0,-1 0 0 0 0,1 0 0 0 0,-1 1 1 0 0,1-1-1 0 0,-1 0 0 0 0,1 0 0 0 0,-1 0 0 0 0,1 0 0 0 0,-1 0 1 0 0,1 0-1 0 0,-1 0 0 0 0,1 0 0 0 0,-1 0 0 0 0,1 0 0 0 0,-1 0 0 0 0,1 0 1 0 0,-1-1-1 0 0,1 1 0 0 0,-1 0 0 0 0,1 0 0 0 0,-1 0 0 0 0,1-1 0 0 0,-1 1 1 0 0,1 0-1 0 0,-1-1 0 0 0,1 1 0 0 0,-1 0 0 0 0,0-1 0 0 0,1 1 1 0 0,-1-1-1 0 0,0 1 0 0 0,1-1 0 0 0,-1 1 0 0 0,0 0 0 0 0,1-1 0 0 0,-1 1 1 0 0,0-2-1 0 0,21-31 775 0 0,-4-46 696 0 0,-17 65-960 0 0,-1 6-2695 0 0</inkml:trace>
</inkml:ink>
</file>

<file path=ppt/ink/ink5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6:56.0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36 106 568 0 0,'0'-1'254'0'0,"0"0"-1"0"0,0 0 1 0 0,0 0 0 0 0,0 0 0 0 0,0 0-1 0 0,0 0 1 0 0,0 0 0 0 0,0 0 0 0 0,0 0-1 0 0,0 0 1 0 0,0 0 0 0 0,-1 0-1 0 0,1 0 1 0 0,0 0 0 0 0,-1 0 0 0 0,1 0-1 0 0,-1 0 1 0 0,1 0 0 0 0,-1 1-1 0 0,1-1 1 0 0,-1 0 0 0 0,0 0 0 0 0,1 0-1 0 0,-1 1 1 0 0,0-1 0 0 0,0 0-1 0 0,1 1 1 0 0,-1-1 0 0 0,0 1 0 0 0,0-1-1 0 0,0 1 1 0 0,-3-2 1361 0 0,-3 16-1163 0 0,5-13-423 0 0,1 0 0 0 0,0 1 0 0 0,0-1 0 0 0,0 0 0 0 0,1 0 0 0 0,-1 1 0 0 0,0-1 0 0 0,0 0 0 0 0,1 1 0 0 0,-1-1 0 0 0,1 0 0 0 0,-1 1 0 0 0,1-1 0 0 0,0 1 0 0 0,-1-1 0 0 0,1 1 0 0 0,0-1 0 0 0,0 1 0 0 0,0 1 0 0 0,4 25 254 0 0,1-1-1 0 0,14 41 0 0 0,5 25 69 0 0,-17-41-114 0 0,-6-50-128 0 0,1-7-218 0 0,42-64-401 0 0,3 3 0 0 0,68-75 0 0 0,-73 91 754 0 0,-30 34 209 0 0,-10 11-45 0 0,1 1-1 0 0,-1 0 1 0 0,1 0 0 0 0,0 0 0 0 0,0 1-1 0 0,1-1 1 0 0,-1 1 0 0 0,1-1 0 0 0,5-3-1 0 0,-8 9-368 0 0,0 1-1 0 0,0-1 0 0 0,0 1 0 0 0,-1-1 1 0 0,0 1-1 0 0,1 0 0 0 0,-1-1 0 0 0,0 1 0 0 0,0-1 1 0 0,0 1-1 0 0,-1 3 0 0 0,-8 30 287 0 0,2 0 0 0 0,-3 50-1 0 0,7-48-85 0 0,-15 65 0 0 0,16-98-210 0 0,1 2-712 0 0,-1 0 0 0 0,0 0 1 0 0,0-1-1 0 0,-1 1 0 0 0,0-1 1 0 0,-7 13-1 0 0,-3-17-6445 0 0</inkml:trace>
</inkml:ink>
</file>

<file path=ppt/ink/ink5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6:56.3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44 484 0 0,'0'-2'321'0'0,"1"1"0"0"0,-1-1-1 0 0,1 1 1 0 0,-1-1 0 0 0,1 1 0 0 0,0-1 0 0 0,-1 1-1 0 0,1-1 1 0 0,0 1 0 0 0,0 0 0 0 0,0-1-1 0 0,0 1 1 0 0,0 0 0 0 0,1 0 0 0 0,-1 0 0 0 0,0 0-1 0 0,0 0 1 0 0,1 0 0 0 0,-1 0 0 0 0,1 0-1 0 0,1-1 1 0 0,36-9 1664 0 0,-26 8-2067 0 0,-11 2-266 0 0,5 1-254 0 0,0 0-3967 0 0</inkml:trace>
</inkml:ink>
</file>

<file path=ppt/ink/ink5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6:56.8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52 220 0 0,'0'0'7412'0'0,"11"13"-1270"0"0,-11-13-5981 0 0,0 0 1 0 0,0 1-1 0 0,1-1 0 0 0,-1 0 0 0 0,0 0 0 0 0,0 0 0 0 0,0 0 1 0 0,1 0-1 0 0,-1 0 0 0 0,0 0 0 0 0,0 0 0 0 0,0 0 0 0 0,4-2 3224 0 0,-3 2-3224 0 0,-1-2-154 0 0,1 0 0 0 0,-1 0 0 0 0,1 0-1 0 0,0 1 1 0 0,-1-1 0 0 0,1 0 0 0 0,0 1 0 0 0,0-1-1 0 0,0 1 1 0 0,1-1 0 0 0,-1 1 0 0 0,0 0 0 0 0,0-1 0 0 0,1 1-1 0 0,-1 0 1 0 0,1 0 0 0 0,-1 0 0 0 0,4-2 0 0 0,2 0 3 0 0,1 0-1 0 0,0 0 1 0 0,-1 0 0 0 0,1 1 0 0 0,0 0 0 0 0,1 1 0 0 0,11-2 0 0 0,41-10 90 0 0,-59 13-98 0 0,-8 0-3696 0 0,-16-1 2600 0 0,-3 6-6187 0 0,3 1 2972 0 0</inkml:trace>
</inkml:ink>
</file>

<file path=ppt/ink/ink5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6:58.1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24 135 112 0 0,'7'-17'3310'0'0,"-2"8"-589"0"0,-2 9-191 0 0,2 46-1960 0 0,-1 1-1 0 0,-3 0 0 0 0,-8 93 0 0 0,-1-61-124 0 0,-5 71 3815 0 0,13-150-4177 0 0,-5-18 427 0 0,-3-29-357 0 0,3 1 44 0 0,3 0 1 0 0,1 0-1 0 0,10-79 1 0 0,-7 109-195 0 0,1-1 1 0 0,1 1-1 0 0,0 0 0 0 0,1 0 0 0 0,1 0 1 0 0,0 1-1 0 0,2 0 0 0 0,-1 0 0 0 0,2 1 1 0 0,0 0-1 0 0,0 0 0 0 0,2 1 1 0 0,19-20-1 0 0,-23 26-30 0 0,0 1 1 0 0,0 1-1 0 0,1-1 1 0 0,0 1-1 0 0,0 1 1 0 0,0-1-1 0 0,1 1 0 0 0,-1 1 1 0 0,1 0-1 0 0,0 0 1 0 0,0 0-1 0 0,0 1 1 0 0,0 1-1 0 0,0 0 1 0 0,15-1-1 0 0,-18 3-14 0 0,1-1 1 0 0,-1 1 0 0 0,1 0-1 0 0,-1 1 1 0 0,1 0-1 0 0,-1 0 1 0 0,0 0-1 0 0,0 1 1 0 0,0 0-1 0 0,0 0 1 0 0,0 0-1 0 0,-1 1 1 0 0,1 0 0 0 0,-1 0-1 0 0,0 0 1 0 0,0 1-1 0 0,0-1 1 0 0,-1 1-1 0 0,0 1 1 0 0,0-1-1 0 0,0 0 1 0 0,5 11-1 0 0,-8-14 26 0 0,0 0-1 0 0,1 0 0 0 0,-1 0 1 0 0,0 0-1 0 0,0 0 0 0 0,0 0 1 0 0,-1 0-1 0 0,1 1 0 0 0,0-1 0 0 0,-1 0 1 0 0,1 1-1 0 0,-1-1 0 0 0,0 0 1 0 0,0 1-1 0 0,0-1 0 0 0,0 0 0 0 0,0 1 1 0 0,-1-1-1 0 0,1 1 0 0 0,-1-1 1 0 0,1 0-1 0 0,-1 0 0 0 0,0 1 0 0 0,0-1 1 0 0,0 0-1 0 0,0 0 0 0 0,0 0 1 0 0,-1 0-1 0 0,1 0 0 0 0,-1 0 1 0 0,1-1-1 0 0,-1 1 0 0 0,-3 3 0 0 0,-1-1 0 0 0,-1 0-1 0 0,1-1 0 0 0,-1 1 0 0 0,0-1 1 0 0,0-1-1 0 0,0 1 0 0 0,0-1 1 0 0,-1 0-1 0 0,-11 1 0 0 0,-34-2-937 0 0,35-3-1742 0 0,1-1-3442 0 0</inkml:trace>
</inkml:ink>
</file>

<file path=ppt/ink/ink5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6:58.4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0 556 0 0,'0'0'4740'0'0,"-5"4"-4175"0"0,1-1-446 0 0,1 1 1 0 0,-1-1 0 0 0,0 1 0 0 0,1 0 0 0 0,0 0 0 0 0,0 0 0 0 0,0 0 0 0 0,0 1 0 0 0,1-1 0 0 0,-1 1 0 0 0,1 0 0 0 0,0 0-1 0 0,1 0 1 0 0,-1 0 0 0 0,1 0 0 0 0,0 0 0 0 0,0 0 0 0 0,1 0 0 0 0,-1 0 0 0 0,1 1 0 0 0,0-1 0 0 0,1 0 0 0 0,-1 0 0 0 0,1 0-1 0 0,0 0 1 0 0,1 0 0 0 0,-1 0 0 0 0,1 0 0 0 0,0 0 0 0 0,0 0 0 0 0,0 0 0 0 0,1-1 0 0 0,-1 1 0 0 0,5 4 0 0 0,-7-8-78 0 0,1 0 0 0 0,-1 1 0 0 0,1-1 0 0 0,0 0 0 0 0,0 0 0 0 0,0 1 0 0 0,0-1 0 0 0,0 0 0 0 0,0 0 0 0 0,0 0 0 0 0,0 0 0 0 0,0 0 1 0 0,0 0-1 0 0,0 0 0 0 0,1 0 0 0 0,-1-1 0 0 0,0 1 0 0 0,1-1 0 0 0,-1 1 0 0 0,1 0 0 0 0,-1-1 0 0 0,1 0 0 0 0,-1 1 0 0 0,0-1 0 0 0,1 0 1 0 0,-1 0-1 0 0,1 0 0 0 0,-1 0 0 0 0,1 0 0 0 0,-1 0 0 0 0,1 0 0 0 0,-1-1 0 0 0,1 1 0 0 0,-1-1 0 0 0,1 1 0 0 0,-1-1 0 0 0,1 1 0 0 0,-1-1 1 0 0,0 0-1 0 0,0 1 0 0 0,1-1 0 0 0,-1 0 0 0 0,0 0 0 0 0,0 0 0 0 0,0 0 0 0 0,0 0 0 0 0,0 0 0 0 0,2-3 0 0 0,0 0 94 0 0,0 0-1 0 0,0-1 0 0 0,0 0 1 0 0,0 0-1 0 0,-1 0 1 0 0,0 0-1 0 0,0 0 0 0 0,0 0 1 0 0,-1 0-1 0 0,0-1 1 0 0,0 1-1 0 0,1-8 0 0 0,-2 5-39 0 0,0 0 0 0 0,0 0 0 0 0,-1 0 0 0 0,0 0 0 0 0,0 0 0 0 0,-1 0 0 0 0,0 0 0 0 0,0 0 0 0 0,-4-9 0 0 0,4 16-478 0 0,0 0-388 0 0,-5 0 694 0 0,2 20-5341 0 0,5-16 2315 0 0</inkml:trace>
</inkml:ink>
</file>

<file path=ppt/ink/ink5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6:59.0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126 66 708 0 0,'0'0'1029'0'0,"3"-27"5853"0"0,-4 24-6734 0 0,0 1 0 0 0,0 0 0 0 0,0 0 0 0 0,-1 0 0 0 0,1 0 0 0 0,-1 0 0 0 0,1 0 0 0 0,-1 0 0 0 0,0 0 0 0 0,0 0 0 0 0,0 1 0 0 0,0-1 0 0 0,0 1 0 0 0,0 0 0 0 0,0-1 0 0 0,-1 1 0 0 0,1 0 0 0 0,0 0 0 0 0,-1 0 0 0 0,1 1 0 0 0,0-1 0 0 0,-1 1 0 0 0,1-1 0 0 0,-5 1 0 0 0,4-1-80 0 0,0 0-1 0 0,0 1 0 0 0,-1 0 1 0 0,1 0-1 0 0,0 0 0 0 0,0 0 0 0 0,-1 0 1 0 0,1 1-1 0 0,0-1 0 0 0,0 1 1 0 0,0 0-1 0 0,-1 0 0 0 0,1 0 0 0 0,0 0 1 0 0,0 1-1 0 0,0-1 0 0 0,1 1 1 0 0,-1 0-1 0 0,-3 2 0 0 0,5-2-42 0 0,-1-1 0 0 0,1 1-1 0 0,0 0 1 0 0,0 0 0 0 0,0 0 0 0 0,0 0-1 0 0,0 0 1 0 0,1 0 0 0 0,-1 0-1 0 0,1 0 1 0 0,-1 0 0 0 0,1 0-1 0 0,0 0 1 0 0,-1 0 0 0 0,1 0 0 0 0,0 0-1 0 0,1 0 1 0 0,-1 0 0 0 0,0 1-1 0 0,0-1 1 0 0,1 0 0 0 0,-1 0 0 0 0,1 0-1 0 0,0 0 1 0 0,0 0 0 0 0,0 0-1 0 0,1 1 1 0 0,3 7-35 0 0,2 0 0 0 0,-1-1-1 0 0,16 16 1 0 0,-7-7 5 0 0,-10-11-22 0 0,1 0-92 0 0,0 0 1 0 0,-1 0-1 0 0,0 0 0 0 0,0 1 1 0 0,0 0-1 0 0,-1 0 1 0 0,0 0-1 0 0,-1 1 0 0 0,0-1 1 0 0,0 1-1 0 0,-1 0 0 0 0,2 10 1 0 0,-11-8 16 0 0,2-10-242 0 0,12-10 277 0 0,0 0 0 0 0,0 0-1 0 0,1 1 1 0 0,0 0-1 0 0,1 0 1 0 0,0 1-1 0 0,0 0 1 0 0,1 0-1 0 0,11-5 1 0 0,-7 4-5 0 0,1 1 0 0 0,0 0 1 0 0,0 1-1 0 0,0 0 0 0 0,1 2 0 0 0,20-5 1 0 0,-30 9 130 0 0,-1-1 1 0 0,1 1 0 0 0,0 0-1 0 0,-1 0 1 0 0,1 1-1 0 0,0-1 1 0 0,5 2 0 0 0,-10-1-20 0 0,1-1 1 0 0,-1 0 0 0 0,1 1 0 0 0,-1-1 0 0 0,0 1 0 0 0,1-1 0 0 0,-1 1 0 0 0,0 0 0 0 0,0 0 0 0 0,1-1 0 0 0,-1 1-1 0 0,0 0 1 0 0,0 0 0 0 0,0 0 0 0 0,0 0 0 0 0,0 0 0 0 0,0 1 0 0 0,0-1 0 0 0,-1 0 0 0 0,1 0 0 0 0,0 0-1 0 0,-1 1 1 0 0,1-1 0 0 0,-1 0 0 0 0,1 1 0 0 0,-1-1 0 0 0,1 1 0 0 0,-1-1 0 0 0,0 0 0 0 0,0 2 0 0 0,0 0-107 0 0,-1-1 1 0 0,1 0 0 0 0,-1 1 0 0 0,0-1-1 0 0,1 0 1 0 0,-1 1 0 0 0,0-1 0 0 0,-1 0-1 0 0,1 0 1 0 0,0 0 0 0 0,0 0 0 0 0,-1 0-1 0 0,0 0 1 0 0,1-1 0 0 0,-1 1 0 0 0,0 0-1 0 0,0-1 1 0 0,0 1 0 0 0,0-1 0 0 0,-3 2 0 0 0,-12 11-6711 0 0</inkml:trace>
</inkml:ink>
</file>

<file path=ppt/ink/ink5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6:59.3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41 280 0 0,'3'-16'1752'0'0,"-3"5"60"0"0,4-2-2020 0 0</inkml:trace>
</inkml:ink>
</file>

<file path=ppt/ink/ink5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6:59.7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12 1036 0 0,'3'-11'10966'0'0,"0"28"-7794"0"0,1 48-4797 0 0,-3-49 2924 0 0,0 99-695 0 0,-13 117 0 0 0,9-196-748 0 0,5 17-292 0 0,-2-49 385 0 0,1-1 0 0 0,-1 0-1 0 0,1 0 1 0 0,0 0 0 0 0,0 0 0 0 0,0-1-1 0 0,0 1 1 0 0,0 0 0 0 0,0 0 0 0 0,1 0-1 0 0,-1-1 1 0 0,1 1 0 0 0,4 4 0 0 0,-4-7 37 0 0,0 0 0 0 0,0 0 0 0 0,1 0 0 0 0,-1 0 0 0 0,0 0 0 0 0,1 0 1 0 0,-1 0-1 0 0,0-1 0 0 0,0 1 0 0 0,0-1 0 0 0,1 1 0 0 0,-1-1 0 0 0,0 0 1 0 0,0 0-1 0 0,0 0 0 0 0,0 0 0 0 0,0-1 0 0 0,2-1 0 0 0,5-1-19 0 0,39-30 45 0 0,-27 17 241 0 0,-20 16-199 0 0,2-3 752 0 0,0 2-3097 0 0</inkml:trace>
</inkml:ink>
</file>

<file path=ppt/ink/ink5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7:00.0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35 876 0 0,'-9'-27'7304'0'0,"6"19"-11494"0"0</inkml:trace>
</inkml:ink>
</file>

<file path=ppt/ink/ink5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7:00.4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116 0 368 0 0,'0'0'2703'0'0,"-8"1"-1922"0"0,-24 2-72 0 0,29-2-544 0 0,-1 1-1 0 0,0-1 1 0 0,1 0-1 0 0,-1 1 1 0 0,1 0-1 0 0,-1 0 1 0 0,1 0-1 0 0,0 0 1 0 0,0 0-1 0 0,0 1 0 0 0,0 0 1 0 0,0-1-1 0 0,0 1 1 0 0,1 0-1 0 0,0 0 1 0 0,-3 5-1 0 0,2-5 66 0 0,1 1-80 0 0,-1 0 0 0 0,1 0 0 0 0,0 0 0 0 0,1 1 0 0 0,-1-1 0 0 0,1 1 0 0 0,0-1 0 0 0,0 1 0 0 0,0-1 0 0 0,0 1 0 0 0,1-1 0 0 0,0 1 0 0 0,0 0 0 0 0,1 5 0 0 0,-1-1-6 0 0,0-7 260 0 0,2-2-286 0 0,0-1 0 0 0,0 1 1 0 0,0 0-1 0 0,0-1 0 0 0,0 0 0 0 0,0 1 0 0 0,0-1 1 0 0,0 0-1 0 0,-1 0 0 0 0,1 0 0 0 0,0 0 0 0 0,0 0 1 0 0,-1 0-1 0 0,1-1 0 0 0,0 1 0 0 0,-1-1 0 0 0,0 1 1 0 0,1-1-1 0 0,-1 1 0 0 0,0-1 0 0 0,0 0 0 0 0,0 0 1 0 0,0 1-1 0 0,0-1 0 0 0,0 0 0 0 0,1-4 0 0 0,-1 3-24 0 0,0-1 0 0 0,0 1 0 0 0,0 0 0 0 0,-1-1 0 0 0,1 1-1 0 0,-1-1 1 0 0,0 1 0 0 0,0-1 0 0 0,0 1 0 0 0,-1 0-1 0 0,1-1 1 0 0,-1 1 0 0 0,0-1 0 0 0,1 1 0 0 0,-2 0 0 0 0,0-4-1 0 0,1 5-383 0 0,0 1 114 0 0,1 1 0 0 0,-1-1 0 0 0,1 1 0 0 0,-1-1 0 0 0,1 1 0 0 0,-1-1 0 0 0,1 1 1 0 0,-1 0-1 0 0,1-1 0 0 0,-1 1 0 0 0,1 0 0 0 0,-1-1 0 0 0,0 1 0 0 0,1 0 0 0 0,-1 0 1 0 0,0 0-1 0 0,1-1 0 0 0,-1 1 0 0 0,1 0 0 0 0,-1 0 0 0 0,0 0 0 0 0,1 0 0 0 0,-1 0 0 0 0,0 0 1 0 0,1 0-1 0 0,-1 0 0 0 0,0 0 0 0 0,1 1 0 0 0,-1-1 0 0 0,0 0 0 0 0,0 1 0 0 0,-6-1-3655 0 0</inkml:trace>
</inkml:ink>
</file>

<file path=ppt/ink/ink5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7:00.7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0 832 0 0,'0'0'7990'0'0,"7"15"-5790"0"0,-7-10-1950 0 0,1 0 1 0 0,-1 1 0 0 0,1-1-1 0 0,0 0 1 0 0,1 0 0 0 0,-1-1 0 0 0,1 1-1 0 0,3 7 1 0 0,-4-11-78 0 0,16 11 778 0 0,-1-15-818 0 0,-1-1 0 0 0,0 0 0 0 0,20-9 0 0 0,-26 10-114 0 0,-8 2-28 0 0,13 18-130 0 0,-14-16 135 0 0,-1 0 0 0 0,2 0-1 0 0,-1 0 1 0 0,0 0 0 0 0,0 0 0 0 0,0-1 0 0 0,0 1 0 0 0,0 0 0 0 0,1 0 0 0 0,-1 0 0 0 0,0 0 0 0 0,1-1 0 0 0,-1 1 0 0 0,1 0-1 0 0,-1 0 1 0 0,1-1 0 0 0,-1 1 0 0 0,1 0 0 0 0,-1-1 0 0 0,1 1 0 0 0,0-1 0 0 0,-1 1 0 0 0,1-1 0 0 0,0 1 0 0 0,0-1 0 0 0,-1 1-1 0 0,1-1 1 0 0,0 1 0 0 0,0-1 0 0 0,0 0 0 0 0,-1 0 0 0 0,1 1 0 0 0,0-1 0 0 0,0 0 0 0 0,0 0 0 0 0,0 0 0 0 0,0 0 0 0 0,-1 0-1 0 0,1 0 1 0 0,1 0 0 0 0,37-8-66 0 0,-34 6 64 0 0,10-3-20 0 0,1 1 1 0 0,0 0 0 0 0,0 1-1 0 0,0 1 1 0 0,0 0 0 0 0,0 1-1 0 0,1 1 1 0 0,-1 0 0 0 0,21 4-1 0 0,-34-3 20 0 0,0 0 0 0 0,-1-1 0 0 0,1 1 0 0 0,0 0 0 0 0,-1 0 0 0 0,1 0 0 0 0,-1 1 0 0 0,0-1 0 0 0,1 1 0 0 0,-1-1 0 0 0,0 1 0 0 0,0 0 0 0 0,0 0 0 0 0,0 0 0 0 0,0 0-1 0 0,0 0 1 0 0,-1 0 0 0 0,1 1 0 0 0,-1-1 0 0 0,1 0 0 0 0,-1 1 0 0 0,0-1 0 0 0,1 4 0 0 0,-2-4-62 0 0,0 0 1 0 0,0 0-1 0 0,-1 0 0 0 0,1 0 0 0 0,0-1 0 0 0,-1 1 1 0 0,0 0-1 0 0,1 0 0 0 0,-1 0 0 0 0,0-1 1 0 0,0 1-1 0 0,0 0 0 0 0,0-1 0 0 0,0 1 1 0 0,0 0-1 0 0,-1-1 0 0 0,1 0 0 0 0,0 1 1 0 0,-1-1-1 0 0,1 0 0 0 0,-1 0 0 0 0,0 0 1 0 0,1 0-1 0 0,-1 0 0 0 0,0 0 0 0 0,1 0 1 0 0,-1 0-1 0 0,0-1 0 0 0,0 1 0 0 0,0-1 1 0 0,-3 1-1 0 0,-35 3-6389 0 0,25-4 3340 0 0</inkml:trace>
</inkml:ink>
</file>

<file path=ppt/ink/ink5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7:01.0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47 684 0 0,'-5'-7'2403'0'0,"6"2"1494"0"0,3 2-3738 0 0,-1-1 0 0 0,1 1 0 0 0,0 0 0 0 0,0 0 0 0 0,0 1 0 0 0,0-1 0 0 0,0 1 0 0 0,1 0 0 0 0,-1 0 0 0 0,1 1 0 0 0,-1-1 0 0 0,1 1 0 0 0,0 0 0 0 0,-1 0 0 0 0,1 0 0 0 0,0 1 0 0 0,0 0 0 0 0,0 0 0 0 0,0 0 0 0 0,5 1 0 0 0,21 2-1528 0 0,61 13 0 0 0,-68-11 93 0 0,2 0-1113 0 0,0 1 181 0 0</inkml:trace>
</inkml:ink>
</file>

<file path=ppt/ink/ink5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7:01.3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253 0 912 0 0,'0'0'5566'0'0,"6"2"-4868"0"0,5 2-440 0 0,0 1 0 0 0,0 0 0 0 0,0 1 1 0 0,-1 0-1 0 0,0 1 0 0 0,-1 0 0 0 0,1 1 0 0 0,-1 0 0 0 0,-1 0 0 0 0,1 1 1 0 0,-2 0-1 0 0,1 0 0 0 0,-1 1 0 0 0,8 14 0 0 0,-3-5 27 0 0,-1 2 1 0 0,-1 0-1 0 0,-1 0 0 0 0,0 0 1 0 0,-2 1-1 0 0,9 43 0 0 0,-13-39-99 0 0,-1 0 0 0 0,-2-1 1 0 0,0 1-1 0 0,-1 0 0 0 0,-2 0 0 0 0,-7 31 0 0 0,-2-5 192 0 0,-39 99-1 0 0,40-125-267 0 0,-1-1 0 0 0,-1 0-1 0 0,-1-1 1 0 0,-1 0 0 0 0,-1-2-1 0 0,-1 0 1 0 0,-1 0 0 0 0,-2-2-1 0 0,-22 20 1 0 0,22-24 544 0 0,0 0 1 0 0,-1-2-1 0 0,-1 0 1 0 0,0-2 0 0 0,-48 20-1 0 0,68-31-523 0 0,1-1-332 0 0,0 1 1 0 0,-1-1-1 0 0,1 0 0 0 0,0 1 1 0 0,-1-1-1 0 0,1 0 0 0 0,0 0 1 0 0,-1 0-1 0 0,1 0 0 0 0,0 0 1 0 0,-1-1-1 0 0,1 1 0 0 0,0 0 1 0 0,-1 0-1 0 0,1-1 0 0 0,0 1 1 0 0,-2-2-1 0 0,-14-4-9010 0 0,7-3 5028 0 0</inkml:trace>
</inkml:ink>
</file>

<file path=ppt/ink/ink5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7:03.7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95 528 0 0,'4'-14'10290'0'0,"12"354"-8148"0"0,-12-293-1920 0 0,-2-26-45 0 0,0 0 0 0 0,1-1-1 0 0,6 22 1 0 0,-9-40-37 0 0,-5-33 1748 0 0,-1-34-1868 0 0,3-1-1 0 0,3 0 1 0 0,11-88 0 0 0,-6 104-13 0 0,-4 34-25 0 0,0 2 32 0 0,0 0-1 0 0,1 0 1 0 0,0 1-1 0 0,1-1 1 0 0,1 0 0 0 0,6-15-1 0 0,-9 28-16 0 0,-1 1-1 0 0,0-1 0 0 0,0 0 1 0 0,1 1-1 0 0,-1-1 0 0 0,1 0 1 0 0,-1 1-1 0 0,0-1 0 0 0,1 0 1 0 0,-1 1-1 0 0,1-1 0 0 0,-1 1 1 0 0,1-1-1 0 0,0 1 1 0 0,-1-1-1 0 0,1 1 0 0 0,0-1 1 0 0,-1 1-1 0 0,1-1 0 0 0,0 1 1 0 0,-1 0-1 0 0,1 0 0 0 0,0-1 1 0 0,0 1-1 0 0,-1 0 1 0 0,1 0-1 0 0,0 0 0 0 0,0 0 1 0 0,0 0-1 0 0,-1 0 0 0 0,1 0 1 0 0,0 0-1 0 0,0 0 0 0 0,-1 0 1 0 0,1 0-1 0 0,0 0 1 0 0,0 1-1 0 0,-1-1 0 0 0,1 0 1 0 0,0 0-1 0 0,0 1 0 0 0,-1-1 1 0 0,1 1-1 0 0,0-1 0 0 0,-1 1 1 0 0,2 0-1 0 0,30 29-35 0 0,-27-25 14 0 0,123 147-62 0 0,-77-89 54 0 0,73 72 0 0 0,-20-45-51 0 0,29 30 225 0 0,-132-119 526 0 0,2-4-462 0 0,1-1-142 0 0,-2 1 1 0 0,1-1-1 0 0,0 0 0 0 0,-1 0 1 0 0,1 0-1 0 0,-1 0 0 0 0,0-1 1 0 0,-1 1-1 0 0,1 0 0 0 0,-1-1 1 0 0,0 0-1 0 0,0 1 0 0 0,0-1 1 0 0,-1 0-1 0 0,1-8 1 0 0,-6-86 434 0 0,1 53-344 0 0,-3-51 79 0 0,3 40-280 0 0,3-73 0 0 0,6 109-3228 0 0,-4 21 3199 0 0,-1 0-1 0 0,0-1 0 0 0,0 1 0 0 0,1 0 0 0 0,-1 0 1 0 0,0 0-1 0 0,0-1 0 0 0,1 1 0 0 0,-1 0 0 0 0,0 0 0 0 0,1 0 1 0 0,-1 0-1 0 0,0 0 0 0 0,1-1 0 0 0,-1 1 0 0 0,0 0 1 0 0,1 0-1 0 0,-1 0 0 0 0,0 0 0 0 0,1 0 0 0 0,-1 0 0 0 0,0 0 1 0 0,1 0-1 0 0,-1 0 0 0 0,0 0 0 0 0,1 1 0 0 0,-1-1 1 0 0,0 0-1 0 0,0 0 0 0 0,1 0 0 0 0,-1 0 0 0 0,1 1 1 0 0,2 1-648 0 0,-1 0 0 0 0,1 0 1 0 0,-1 1-1 0 0,1 0 0 0 0,-1-1 1 0 0,0 1-1 0 0,0 0 0 0 0,0 0 0 0 0,2 3 1 0 0,1 4-2305 0 0</inkml:trace>
</inkml:ink>
</file>

<file path=ppt/ink/ink5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7:04.2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0 218 500 0 0,'0'0'4288'0'0,"4"-1"-3603"0"0,51-19 1496 0 0,1-3 0 0 0,60-34 0 0 0,-112 55-2096 0 0,-1 0 0 0 0,1 0 0 0 0,-1 0 0 0 0,0 0 0 0 0,0 0 0 0 0,0-1 0 0 0,0 1 0 0 0,0-1 0 0 0,0 0 0 0 0,-1 0 0 0 0,1 0 0 0 0,-1 0 0 0 0,0 0 0 0 0,0-1 0 0 0,0 1 0 0 0,-1-1 0 0 0,1 1 0 0 0,-1-1 0 0 0,0 1 0 0 0,0-1 0 0 0,0 0 0 0 0,0 0 0 0 0,0 0 0 0 0,-1 1 0 0 0,0-1 0 0 0,0 0 0 0 0,-1-7 0 0 0,1 10-74 0 0,-1 0 1 0 0,1 0-1 0 0,-1 0 1 0 0,1 0-1 0 0,-1 0 1 0 0,0 0-1 0 0,0 0 1 0 0,1 0-1 0 0,-1 0 1 0 0,0 1-1 0 0,0-1 1 0 0,0 0-1 0 0,0 0 1 0 0,0 1-1 0 0,0-1 1 0 0,0 1-1 0 0,0-1 1 0 0,-1 1-1 0 0,1-1 1 0 0,0 1-1 0 0,0 0 1 0 0,0-1-1 0 0,-2 1 1 0 0,-28-5 68 0 0,29 5-79 0 0,-8-1 6 0 0,0 1 0 0 0,-1 1 1 0 0,1 0-1 0 0,0 0 0 0 0,0 1 0 0 0,0 0 1 0 0,0 0-1 0 0,1 1 0 0 0,-1 1 0 0 0,1 0 1 0 0,-1 0-1 0 0,1 1 0 0 0,1 0 1 0 0,-12 8-1 0 0,16-10-6 0 0,1-1-1 0 0,-1 1 1 0 0,1 0 0 0 0,0 0-1 0 0,0 0 1 0 0,0 0 0 0 0,0 0-1 0 0,0 1 1 0 0,1-1 0 0 0,0 1-1 0 0,-1 0 1 0 0,1 0 0 0 0,1 0-1 0 0,-1 0 1 0 0,1 0 0 0 0,-1 0-1 0 0,1 0 1 0 0,0 0 0 0 0,1 1-1 0 0,-1-1 1 0 0,1 0 0 0 0,0 1-1 0 0,0-1 1 0 0,0 1 0 0 0,0-1-1 0 0,1 0 1 0 0,0 0 0 0 0,0 1-1 0 0,0-1 1 0 0,0 0 0 0 0,1 0-1 0 0,-1 0 1 0 0,1 0 0 0 0,4 6-1 0 0,0-2-4 0 0,0 0 0 0 0,0-1 0 0 0,1 0 1 0 0,1 0-1 0 0,-1 0 0 0 0,1-1 0 0 0,0 0 0 0 0,0 0 0 0 0,1-1 0 0 0,-1 0 0 0 0,1-1 0 0 0,15 5 0 0 0,-5-1-735 0 0,2-2 1 0 0,-1 0 0 0 0,1-2-1 0 0,37 4 1 0 0,-17-6-4773 0 0,-21-4 2344 0 0</inkml:trace>
</inkml:ink>
</file>

<file path=ppt/ink/ink5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7:05.3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163 54 188 0 0,'0'0'936'0'0,"0"-41"8379"0"0,0 40-9225 0 0,-1 0 1 0 0,0 0-1 0 0,0 0 1 0 0,0 0-1 0 0,0 0 1 0 0,0 1-1 0 0,-1-1 1 0 0,1 0-1 0 0,0 0 1 0 0,0 1-1 0 0,0-1 0 0 0,-1 1 1 0 0,1-1-1 0 0,0 1 1 0 0,-1-1-1 0 0,1 1 1 0 0,0 0-1 0 0,-1 0 1 0 0,1-1-1 0 0,-1 1 1 0 0,1 0-1 0 0,0 0 0 0 0,-3 1 1 0 0,-1 0-10 0 0,1 0 1 0 0,-1 0-1 0 0,1 0 1 0 0,-1 1-1 0 0,1 0 0 0 0,-1 0 1 0 0,-4 3-1 0 0,0 1-18 0 0,0 0-1 0 0,1 0 1 0 0,-1 0-1 0 0,2 1 1 0 0,-1 1 0 0 0,-9 11-1 0 0,14-16-38 0 0,0 1-1 0 0,1 0 0 0 0,0 0 1 0 0,0 0-1 0 0,0 0 0 0 0,0 0 1 0 0,0 0-1 0 0,1 1 0 0 0,0-1 1 0 0,0 1-1 0 0,0-1 0 0 0,0 1 1 0 0,1-1-1 0 0,0 1 0 0 0,0-1 1 0 0,0 1-1 0 0,0-1 0 0 0,1 1 1 0 0,0-1-1 0 0,0 1 0 0 0,0-1 1 0 0,0 1-1 0 0,1-1 0 0 0,-1 0 1 0 0,1 0-1 0 0,0 0 0 0 0,1 0 1 0 0,-1 0-1 0 0,1 0 0 0 0,-1-1 1 0 0,1 1-1 0 0,0-1 0 0 0,1 1 1 0 0,-1-1-1 0 0,1 0 0 0 0,-1-1 1 0 0,1 1-1 0 0,0-1 0 0 0,0 1 1 0 0,0-1-1 0 0,0 0 0 0 0,0 0 1 0 0,6 1-1 0 0,2 0 15 0 0,0 0 0 0 0,0-1-1 0 0,0 0 1 0 0,0-1 0 0 0,0 0-1 0 0,0-1 1 0 0,1 0 0 0 0,-1-1 0 0 0,0 0-1 0 0,0-1 1 0 0,14-4 0 0 0,-2-1 6 0 0,0-2 1 0 0,-1 0-1 0 0,-1-1 1 0 0,32-20-1 0 0,-42 22 39 0 0,-1 0 0 0 0,0-2 0 0 0,0 1 0 0 0,-1-1 0 0 0,-1-1 0 0 0,10-13 0 0 0,-17 23-60 0 0,-1-1 0 0 0,-1 1-1 0 0,1-1 1 0 0,0 0 0 0 0,0 0-1 0 0,0 1 1 0 0,-1-1 0 0 0,1 0 0 0 0,-1 0-1 0 0,0 0 1 0 0,1 1 0 0 0,-1-1 0 0 0,0 0-1 0 0,0 0 1 0 0,0 0 0 0 0,0 0-1 0 0,0 0 1 0 0,-1 1 0 0 0,1-1 0 0 0,-1 0-1 0 0,1 0 1 0 0,-1 0 0 0 0,1 1-1 0 0,-1-1 1 0 0,0 0 0 0 0,0 1 0 0 0,0-1-1 0 0,0 0 1 0 0,0 1 0 0 0,0 0-1 0 0,0-1 1 0 0,-1 1 0 0 0,1 0 0 0 0,-1-1-1 0 0,1 1 1 0 0,-1 0 0 0 0,-1-1 0 0 0,0 1-33 0 0,-32 18-80 0 0,30-13 74 0 0,0 1 0 0 0,0 0 0 0 0,0 1 1 0 0,1-1-1 0 0,0 1 0 0 0,0 0 0 0 0,0 0 0 0 0,1 0 0 0 0,0 0 0 0 0,0 0 0 0 0,0 1 0 0 0,1 0 0 0 0,0-1 1 0 0,0 1-1 0 0,1 0 0 0 0,0 0 0 0 0,0 0 0 0 0,1 0 0 0 0,0 13 0 0 0,1-18 3 0 0,-1-1 0 0 0,0 0 0 0 0,1 0 0 0 0,-1 0 0 0 0,1 1 0 0 0,0-1 1 0 0,-1 0-1 0 0,1 0 0 0 0,0 0 0 0 0,0 0 0 0 0,0 0 0 0 0,0 0 0 0 0,0-1 0 0 0,0 1 0 0 0,0 0 0 0 0,0 0 0 0 0,0-1 0 0 0,0 1 0 0 0,0 0 0 0 0,0-1 0 0 0,0 1 0 0 0,1-1 0 0 0,-1 0 0 0 0,0 1 0 0 0,0-1 0 0 0,1 0 1 0 0,-1 0-1 0 0,0 0 0 0 0,0 0 0 0 0,1 0 0 0 0,-1 0 0 0 0,0 0 0 0 0,2 0 0 0 0,41-8-159 0 0,-10-4-95 0 0,0-2-1 0 0,45-26 0 0 0,-57 27 129 0 0,1 1-1 0 0,1 1 1 0 0,0 1 0 0 0,0 1-1 0 0,51-11 1 0 0,-73 19 122 0 0,0 1 1 0 0,1-1 0 0 0,-1 1 0 0 0,0 0-1 0 0,0 0 1 0 0,0 0 0 0 0,1 0 0 0 0,-1 0-1 0 0,0 0 1 0 0,0 1 0 0 0,0-1-1 0 0,1 1 1 0 0,-1 0 0 0 0,0-1 0 0 0,0 1-1 0 0,0 0 1 0 0,0 0 0 0 0,0 0 0 0 0,0 0-1 0 0,-1 1 1 0 0,1-1 0 0 0,0 0 0 0 0,3 4-1 0 0,-4-2 7 0 0,0 0 0 0 0,1 0 0 0 0,-1 0 0 0 0,0 0 0 0 0,-1 0-1 0 0,1 0 1 0 0,-1 0 0 0 0,1 0 0 0 0,-1 0 0 0 0,0 1 0 0 0,0-1 0 0 0,0 0-1 0 0,0 0 1 0 0,-1 0 0 0 0,1 0 0 0 0,-2 4 0 0 0,-14 27-386 0 0,25-42 320 0 0,0-1 0 0 0,1 1 0 0 0,0 0 0 0 0,0 1 0 0 0,0 0 0 0 0,1 1 0 0 0,0 0 0 0 0,1 0 0 0 0,-1 2 0 0 0,1-1 0 0 0,0 1 0 0 0,0 1 0 0 0,0 0 0 0 0,0 1 0 0 0,1 0 0 0 0,-1 1 0 0 0,13 0 0 0 0,-21 1 78 0 0,1 1 1 0 0,-1 0-1 0 0,0 0 0 0 0,0 0 0 0 0,0 0 0 0 0,0 1 0 0 0,0-1 0 0 0,0 1 0 0 0,0 0 0 0 0,0 0 0 0 0,-1 1 0 0 0,1-1 0 0 0,-1 1 0 0 0,1-1 0 0 0,-1 1 0 0 0,0 0 0 0 0,0 1 0 0 0,0-1 1 0 0,-1 0-1 0 0,1 1 0 0 0,-1 0 0 0 0,0-1 0 0 0,0 1 0 0 0,0 0 0 0 0,0 0 0 0 0,-1 0 0 0 0,0 0 0 0 0,0 0 0 0 0,0 0 0 0 0,0 1 0 0 0,0-1 0 0 0,-1 0 0 0 0,0 6 0 0 0,0-8 22 0 0,-10 12 10 0 0,-2 6-1648 0 0,4-14-4204 0 0</inkml:trace>
</inkml:ink>
</file>

<file path=ppt/ink/ink5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7:05.6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 1 172 0 0,'0'0'11802'0'0,"1"6"-11518"0"0,0 0-133 0 0,-1 0 0 0 0,0 0 0 0 0,0 1 0 0 0,0-1 0 0 0,-1 0 0 0 0,0 0 0 0 0,-3 11 1 0 0,4-16-217 0 0,-1 1 1 0 0,1 0 0 0 0,-1-1-1 0 0,0 1 1 0 0,0-1 0 0 0,1 1 0 0 0,-1-1-1 0 0,0 1 1 0 0,-1-1 0 0 0,1 0 0 0 0,0 1-1 0 0,0-1 1 0 0,0 0 0 0 0,-3 2-1 0 0,-15 3-4721 0 0</inkml:trace>
</inkml:ink>
</file>

<file path=ppt/ink/ink5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7:05.9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57 844 0 0,'9'-16'3134'0'0,"-7"13"-2441"0"0,-1 1 0 0 0,1-1 0 0 0,-1 1 0 0 0,0-1 0 0 0,0 0 0 0 0,0 0 0 0 0,0 0 0 0 0,0 1 0 0 0,0-1 0 0 0,-1 0 0 0 0,1-3 0 0 0,2 3 854 0 0,0 2-2892 0 0</inkml:trace>
</inkml:ink>
</file>

<file path=ppt/ink/ink5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7:06.8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0 473 352 0 0,'4'12'8554'0'0,"4"-14"-8272"0"0,0-1 0 0 0,0-1 0 0 0,0 0 1 0 0,-1 0-1 0 0,1 0 0 0 0,-1-1 0 0 0,0 0 0 0 0,0 0 0 0 0,-1-1 0 0 0,1 0 0 0 0,-1 0 0 0 0,0 0 0 0 0,-1-1 0 0 0,10-14 0 0 0,7-14 390 0 0,32-66 0 0 0,-49 91-584 0 0,91-222 618 0 0,-93 224-704 0 0,-1-1-15 0 0,-2 7-3 0 0,-11 48-212 0 0,-4 49 49 0 0,14-82 176 0 0,-1 24-50 0 0,4 53 0 0 0,-1-80 11 0 0,0-1 0 0 0,0 1 1 0 0,1 0-1 0 0,1-1 0 0 0,0 1 0 0 0,0-1 1 0 0,1 0-1 0 0,0 0 0 0 0,0 0 0 0 0,10 13 1 0 0,-12-20 35 0 0,0 1 0 0 0,0-1 0 0 0,1 1 0 0 0,0-1 1 0 0,-1 0-1 0 0,1 0 0 0 0,0 0 0 0 0,0 0 1 0 0,0-1-1 0 0,0 1 0 0 0,0-1 0 0 0,0 0 0 0 0,1 0 1 0 0,-1 0-1 0 0,0 0 0 0 0,1-1 0 0 0,-1 1 0 0 0,5-1 1 0 0,3 0 6 0 0,0 0 1 0 0,1-1-1 0 0,-1-1 0 0 0,0 0 1 0 0,15-4-1 0 0,16-11 52 0 0,-41 16-65 0 0,11-1-88 0 0,-1 5 86 0 0,-1-1-1 0 0,1 0 1 0 0,0-1-1 0 0,0 0 1 0 0,0 0-1 0 0,-1-1 1 0 0,1-1-1 0 0,0 0 1 0 0,0 0 0 0 0,0-1-1 0 0,20-7 1 0 0,34-5 1651 0 0,-63 14-1524 0 0,3 13 303 0 0,-9 31 2 0 0,-1-1 1 0 0,-3 0-1 0 0,-25 82 1 0 0,22-86-244 0 0,-4 13-68 0 0,-29 71 0 0 0,43-122-359 0 0,-4 6-359 0 0,0-10-3029 0 0,-2-8 2541 0 0,-3-15-5290 0 0,10 10 2912 0 0</inkml:trace>
</inkml:ink>
</file>

<file path=ppt/ink/ink5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7:07.1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35 436 0 0,'0'0'2692'0'0,"10"-9"-524"0"0,15 3-1203 0 0,-7 2-49 0 0,3 0-68 0 0,-2 3-112 0 0,6-4-68 0 0,2 1-164 0 0,-5 2-196 0 0,3 2-196 0 0,0 2-232 0 0,-7 0-300 0 0,1 0-272 0 0,-1-1-828 0 0,1 1-1649 0 0,-2 0 729 0 0</inkml:trace>
</inkml:ink>
</file>

<file path=ppt/ink/ink5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7:07.5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14 224 0 0,'0'0'3796'0'0,"-29"-13"-4684"0"0</inkml:trace>
</inkml:ink>
</file>

<file path=ppt/ink/ink5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7:11.3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0 924 44 0 0,'0'0'3302'0'0,"13"4"-2458"0"0,24 1-409 0 0,-1-1 1 0 0,72-2-1 0 0,1 0-240 0 0,602 44 161 0 0,411-21-622 0 0,-175-64 141 0 0,-335 23 242 0 0,-72 4 148 0 0,647-28 75 0 0,-884 27-285 0 0,251-7 81 0 0,484-17 149 0 0,-94 3-262 0 0,426 8 34 0 0,-409 8-28 0 0,39 6-8 0 0,-363 1-14 0 0,-171-2-22 0 0,-27-3-13 0 0,17 0 25 0 0,101 4 32 0 0,174-1-22 0 0,125-4-8 0 0,-403 5-12 0 0,275-16 78 0 0,-653 25-32 0 0,1156-33 758 0 0,-733 24-672 0 0,-152 5-65 0 0,149-6 11 0 0,518-17 84 0 0,186-9 343 0 0,-352 30-102 0 0,-362 8-53 0 0,103-8 163 0 0,774-21 383 0 0,-437-9-117 0 0,31-3 279 0 0,-624 27-625 0 0,1292-46 1394 0 0,-1309 56-1465 0 0,379-13 281 0 0,-1-22 351 0 0,-576 32 210 0 0,181-36 0 0 0,-268 39-881 0 0,44-3-1 0 0,-55 8-122 0 0,0-2-1 0 0,0 0 0 0 0,0-2 0 0 0,0 0 0 0 0,25-9 1 0 0,-30 9-69 0 0,0 1 1 0 0,0 0-1 0 0,0 0 0 0 0,17 0 1 0 0,6-1 36 0 0,41-10 165 0 0,-25 4-108 0 0,-1 2 0 0 0,1 2 0 0 0,63 2 1 0 0,67 2 18 0 0,-170-1 201 0 0,-14-4-1822 0 0,-9-3-2946 0 0,-5 0-4066 0 0,-7-3 3106 0 0</inkml:trace>
</inkml:ink>
</file>

<file path=ppt/ink/ink5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7:14.7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 63 512 0 0,'1'-62'11158'0'0,"-3"183"-10538"0"0,-28 201 0 0 0,26-270 636 0 0,26-71-972 0 0,21-22-29 0 0,36-35-103 0 0,3 3 0 0 0,142-97 0 0 0,-214 162-196 0 0,-8 6 17 0 0,-1 1 1 0 0,0 0-1 0 0,1 0 0 0 0,-1 0 0 0 0,1 0 0 0 0,-1 0 1 0 0,1 0-1 0 0,-1 0 0 0 0,1 0 0 0 0,-1 1 1 0 0,1-1-1 0 0,0 1 0 0 0,0-1 0 0 0,-1 1 0 0 0,3-1 1 0 0,-6 7-8 0 0,-2 4 22 0 0,-1 1 0 0 0,0-1 0 0 0,-1 0 0 0 0,-1 0 0 0 0,1 0 0 0 0,-2-1 0 0 0,1 0 0 0 0,-1-1 0 0 0,-15 13 0 0 0,-94 68-40 0 0,90-70 43 0 0,-8 1 20 0 0,27-16-27 0 0,0 0-1 0 0,1 1 1 0 0,-1 0-1 0 0,1 0 1 0 0,-8 8 0 0 0,14-12 0 0 0,1 1 10 0 0,-2 5 4 0 0,3-5 8 0 0,1 0 1 0 0,-1 0 0 0 0,1 0 0 0 0,0 0-1 0 0,-1 0 1 0 0,1 0 0 0 0,0-1-1 0 0,0 1 1 0 0,0 0 0 0 0,1-1 0 0 0,-1 0-1 0 0,0 1 1 0 0,3 0 0 0 0,45 18 78 0 0,0-1 1 0 0,76 16-1 0 0,26 9-2272 0 0,-106-27 578 0 0,3 1-4380 0 0,-33-13 3213 0 0</inkml:trace>
</inkml:ink>
</file>

<file path=ppt/ink/ink5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7:16.1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252 319 640 0 0,'0'0'699'0'0,"0"-18"2545"0"0,0 15-2866 0 0,0-1 0 0 0,-1 1 0 0 0,1 0-1 0 0,-1-1 1 0 0,1 1 0 0 0,-1 0 0 0 0,0-1 0 0 0,-1 1 0 0 0,1 0 0 0 0,-1 0-1 0 0,1 0 1 0 0,-1 0 0 0 0,-3-4 0 0 0,4 5 82 0 0,0 1-419 0 0,0 1-1 0 0,0-1 1 0 0,0 0 0 0 0,0 1-1 0 0,0-1 1 0 0,0 1 0 0 0,0-1-1 0 0,-1 1 1 0 0,1-1 0 0 0,0 1-1 0 0,0 0 1 0 0,0 0 0 0 0,0-1-1 0 0,-1 1 1 0 0,1 0 0 0 0,0 0-1 0 0,0 0 1 0 0,0 0 0 0 0,-1 0-1 0 0,0 1 1 0 0,-25 12 149 0 0,0 1 0 0 0,-30 22 0 0 0,47-29-143 0 0,0 1 0 0 0,0 0 0 0 0,1 1 0 0 0,0 0 0 0 0,0 0 0 0 0,1 1 0 0 0,0 0 0 0 0,-7 13 0 0 0,14-21-35 0 0,0-1-1 0 0,0 1 0 0 0,0-1 0 0 0,0 1 0 0 0,0 0 1 0 0,0-1-1 0 0,1 1 0 0 0,-1 0 0 0 0,1 0 1 0 0,-1-1-1 0 0,1 1 0 0 0,0 0 0 0 0,-1 0 0 0 0,1 0 1 0 0,0-1-1 0 0,0 1 0 0 0,1 0 0 0 0,-1 0 0 0 0,0 0 1 0 0,0 0-1 0 0,1-1 0 0 0,-1 1 0 0 0,1 0 0 0 0,0 0 1 0 0,0-1-1 0 0,-1 1 0 0 0,1-1 0 0 0,0 1 0 0 0,0-1 1 0 0,0 1-1 0 0,2 1 0 0 0,-1-2 2 0 0,0 0-1 0 0,0 0 0 0 0,1 0 1 0 0,-1 0-1 0 0,0 0 1 0 0,0 0-1 0 0,1-1 1 0 0,-1 1-1 0 0,1-1 0 0 0,-1 0 1 0 0,0 0-1 0 0,1 1 1 0 0,-1-2-1 0 0,1 1 1 0 0,-1 0-1 0 0,0 0 1 0 0,1-1-1 0 0,-1 1 0 0 0,1-1 1 0 0,-1 0-1 0 0,0 0 1 0 0,4-2-1 0 0,8-3 43 0 0,0-1-1 0 0,-1-1 0 0 0,0 0 1 0 0,21-17-1 0 0,-33 24-62 0 0,-1 0 0 0 0,1 1 0 0 0,0-1 0 0 0,0 1 0 0 0,0-1 0 0 0,-1 1 0 0 0,1-1 0 0 0,0 1 0 0 0,0-1 0 0 0,0 1 0 0 0,0 0 0 0 0,0-1 0 0 0,0 1 0 0 0,0 0 0 0 0,-1 0 0 0 0,1 0 0 0 0,0 0 0 0 0,0 0 0 0 0,0 0 0 0 0,0 0 0 0 0,0 0 0 0 0,0 0 0 0 0,0 0-1 0 0,0 0 1 0 0,0 1 0 0 0,0-1 0 0 0,0 0 0 0 0,0 1 0 0 0,-1-1 0 0 0,1 1 0 0 0,0-1 0 0 0,0 1 0 0 0,0-1 0 0 0,-1 1 0 0 0,2 1 0 0 0,26 37-43 0 0,-8-8 25 0 0,-18-30 32 0 0,-1 1-1 0 0,1-1 1 0 0,-1 0-1 0 0,1 0 0 0 0,0 0 1 0 0,0 0-1 0 0,0 0 1 0 0,-1 0-1 0 0,1 0 1 0 0,0 0-1 0 0,0-1 1 0 0,0 1-1 0 0,0-1 1 0 0,0 0-1 0 0,0 1 0 0 0,0-1 1 0 0,1 0-1 0 0,-1 0 1 0 0,0-1-1 0 0,0 1 1 0 0,0 0-1 0 0,0 0 1 0 0,0-1-1 0 0,0 0 1 0 0,0 1-1 0 0,0-1 1 0 0,-1 0-1 0 0,1 0 0 0 0,0 0 1 0 0,0 0-1 0 0,2-2 1 0 0,7-3-4 0 0,-1-1 1 0 0,0 0-1 0 0,15-13 0 0 0,7-9-705 0 0,66-45-1 0 0,-96 73 673 0 0,-1 1 0 0 0,1 0 0 0 0,-1-1 0 0 0,1 1 0 0 0,-1 0-1 0 0,1 0 1 0 0,-1 0 0 0 0,1 0 0 0 0,-1 0 0 0 0,1 0 0 0 0,-1 0-1 0 0,0 0 1 0 0,1 1 0 0 0,-1-1 0 0 0,1 0 0 0 0,-1 1 0 0 0,1-1 0 0 0,-1 1-1 0 0,0 0 1 0 0,1-1 0 0 0,-1 1 0 0 0,0 0 0 0 0,0 0 0 0 0,1 0-1 0 0,-1 0 1 0 0,0 0 0 0 0,0 0 0 0 0,0 0 0 0 0,0 0 0 0 0,-1 1-1 0 0,2 1 1 0 0,30 45-293 0 0,-29-41 262 0 0,1 0 40 0 0,0-1 0 0 0,0 0 1 0 0,0 0-1 0 0,1 0 0 0 0,0 0 1 0 0,0-1-1 0 0,0 0 0 0 0,1 0 0 0 0,0 0 1 0 0,0 0-1 0 0,0-1 0 0 0,1 0 0 0 0,-1-1 1 0 0,1 1-1 0 0,0-1 0 0 0,0-1 0 0 0,11 4 1 0 0,-12-5 29 0 0,0 0 1 0 0,0-1-1 0 0,0 0 1 0 0,0 0 0 0 0,0 0-1 0 0,0-1 1 0 0,1 0-1 0 0,-1 0 1 0 0,0-1-1 0 0,-1 1 1 0 0,1-1 0 0 0,0-1-1 0 0,0 1 1 0 0,-1-1-1 0 0,1 0 1 0 0,-1 0-1 0 0,0 0 1 0 0,0-1 0 0 0,0 0-1 0 0,-1 0 1 0 0,9-9-1 0 0,-2 0 56 0 0,-1 0-1 0 0,0-1 1 0 0,0-1-1 0 0,-2 0 1 0 0,0 0 0 0 0,0-1-1 0 0,-2 0 1 0 0,0 0-1 0 0,0 0 1 0 0,4-30-1 0 0,-2 0 357 0 0,-2 0-1 0 0,-1-80 0 0 0,-5 95 346 0 0,-1 56-644 0 0,2 60-165 0 0,1-57 55 0 0,2 0-1 0 0,1 0 1 0 0,8 27-1 0 0,-10-46-7 0 0,0 0-1 0 0,0 0 0 0 0,1 0 0 0 0,0 0 1 0 0,1 0-1 0 0,0-1 0 0 0,0 0 0 0 0,1 0 1 0 0,0 0-1 0 0,0-1 0 0 0,1 0 0 0 0,10 10 1 0 0,-12-14-21 0 0,0 0 1 0 0,0 0-1 0 0,0 0 1 0 0,0-1 0 0 0,1 0-1 0 0,-1 0 1 0 0,1 0-1 0 0,-1-1 1 0 0,1 1 0 0 0,0-1-1 0 0,-1 0 1 0 0,1-1-1 0 0,0 0 1 0 0,0 0 0 0 0,0 0-1 0 0,-1-1 1 0 0,1 1-1 0 0,0-1 1 0 0,-1-1 0 0 0,1 1-1 0 0,6-3 1 0 0,-1-1 25 0 0,-1 1 1 0 0,1-2-1 0 0,-1 0 1 0 0,0 0 0 0 0,-1-1-1 0 0,1 0 1 0 0,-1 0-1 0 0,-1-1 1 0 0,10-11-1 0 0,-15 15 136 0 0,0 0 1 0 0,0 1-1 0 0,-1-1 0 0 0,0 0 0 0 0,0 0 0 0 0,0-1 0 0 0,3-7 1 0 0,-5 10 129 0 0,0 2-265 0 0,0 0 0 0 0,0 0 1 0 0,0 1-1 0 0,0-1 0 0 0,-1 0 0 0 0,1 0 0 0 0,0 0 0 0 0,0 0 0 0 0,0 0 0 0 0,0-1 0 0 0,0 1 0 0 0,-1 0 0 0 0,1 0 0 0 0,0 0 0 0 0,0 0 1 0 0,0 0-1 0 0,0 0 0 0 0,0 0 0 0 0,0 0 0 0 0,-1 0 0 0 0,1 0 0 0 0,0 0 0 0 0,0 0 0 0 0,0 0 0 0 0,0-1 0 0 0,0 1 0 0 0,0 0 0 0 0,0 0 1 0 0,-1 0-1 0 0,1 0 0 0 0,0 0 0 0 0,0 0 0 0 0,0-1 0 0 0,0 1 0 0 0,0 0 0 0 0,0 0 0 0 0,0 0 0 0 0,0 0 0 0 0,0 0 0 0 0,0-1 0 0 0,0 1 1 0 0,0 0-1 0 0,0 0 0 0 0,0 0 0 0 0,0 0 0 0 0,0 0 0 0 0,0-1 0 0 0,0 1 0 0 0,0 0 0 0 0,0 0 0 0 0,0 0 0 0 0,0 0 0 0 0,0 0 0 0 0,0-1 1 0 0,1 1-1 0 0,-1 0 0 0 0,0 0 0 0 0,0 0 0 0 0,0 0 0 0 0,0 0 0 0 0,0 0 0 0 0,0 0 0 0 0,0-1 0 0 0,0 1 0 0 0,1 0 0 0 0,-1 0 0 0 0,0 0 1 0 0,0 0-1 0 0,0 0 0 0 0,-56 58 65 0 0,55-58-73 0 0,-5 9-1 0 0,6-9 13 0 0,0 1 0 0 0,0-1 0 0 0,0 0 0 0 0,0 0 0 0 0,0 0 0 0 0,-1 0 0 0 0,1 0 0 0 0,0 0 0 0 0,0 0 0 0 0,0 1 1 0 0,0-1-1 0 0,0 0 0 0 0,0 0 0 0 0,0 0 0 0 0,0 0 0 0 0,0 0 0 0 0,0 0 0 0 0,-1 1 0 0 0,1-1 0 0 0,0 0 0 0 0,0 0 0 0 0,0 0 0 0 0,0 0 0 0 0,0 1 0 0 0,0-1 1 0 0,0 0-1 0 0,0 0 0 0 0,0 0 0 0 0,0 0 0 0 0,0 1 0 0 0,0-1 0 0 0,1 0 0 0 0,-1 0 0 0 0,0 0 0 0 0,0 0 0 0 0,0 0 0 0 0,0 1 0 0 0,0-1 0 0 0,0 0 1 0 0,0 0-1 0 0,0 0 0 0 0,0 0 0 0 0,0 0 0 0 0,1 0 0 0 0,-1 0 0 0 0,0 1 0 0 0,0-1 0 0 0,0 0 0 0 0,0 0 0 0 0,0 0 0 0 0,1 0 0 0 0,-1 0 0 0 0,0 0 1 0 0,0 0-1 0 0,0 0 0 0 0,0 0 0 0 0,0 0 0 0 0,1 0 0 0 0,-1 0 0 0 0,0 0 0 0 0,0 0 0 0 0,0 0 0 0 0,0 0 0 0 0,1 0 0 0 0,-1 0 0 0 0,0 0 0 0 0,91-25 105 0 0,-84 24-477 0 0,-1 1 1 0 0,1 1-1 0 0,-1-1 1 0 0,1 1-1 0 0,-1 0 1 0 0,1 1-1 0 0,-1 0 1 0 0,0 0-1 0 0,0 0 1 0 0,0 0-1 0 0,0 1 1 0 0,7 5-1 0 0,0-2-1447 0 0,-7 2-2739 0 0</inkml:trace>
</inkml:ink>
</file>

<file path=ppt/ink/ink5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7:16.5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27 652 0 0,'0'0'5806'0'0,"2"-3"-5134"0"0,1 1-557 0 0,-1-1 1 0 0,1 1-1 0 0,0 0 0 0 0,0 0 1 0 0,0 1-1 0 0,0-1 0 0 0,0 0 1 0 0,0 1-1 0 0,0 0 0 0 0,0 0 1 0 0,1 0-1 0 0,-1 0 0 0 0,0 0 1 0 0,7 0-1 0 0,24 0-941 0 0,1 6-3678 0 0,-20-2 2514 0 0</inkml:trace>
</inkml:ink>
</file>

<file path=ppt/ink/ink5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7:19.5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638 74 192 0 0,'15'-40'4715'0'0,"-15"38"-4090"0"0,0 1-537 0 0,1 1-1 0 0,-1-1 1 0 0,1 0 0 0 0,-1 0 0 0 0,0 1-1 0 0,1-1 1 0 0,-1 0 0 0 0,0 0 0 0 0,0 0 0 0 0,0 1-1 0 0,1-1 1 0 0,-1 0 0 0 0,0 0 0 0 0,0 0-1 0 0,0 0 1 0 0,0 0 0 0 0,0 1 0 0 0,0-1 0 0 0,-1 0-1 0 0,1 0 1 0 0,0 0 0 0 0,0 1 0 0 0,-1-1-1 0 0,1 0 1 0 0,0 0 0 0 0,-1 0 0 0 0,1 1 0 0 0,-1-1-1 0 0,1 0 1 0 0,-1 1 0 0 0,1-1 0 0 0,-1 0-1 0 0,1 1 1 0 0,-1-1 0 0 0,0 1 0 0 0,1-1 0 0 0,-1 1-1 0 0,0-1 1 0 0,1 1 0 0 0,-1 0 0 0 0,0-1-1 0 0,0 1 1 0 0,0 0 0 0 0,1-1 0 0 0,-2 1 0 0 0,-20 3 44 0 0,0 1 0 0 0,0 1 0 0 0,0 1 0 0 0,0 1 0 0 0,1 0 0 0 0,0 2 0 0 0,-20 12 0 0 0,-3-2 19 0 0,13-5-59 0 0,-156 73 428 0 0,162-73-438 0 0,1 0 0 0 0,1 2 0 0 0,0 0 0 0 0,1 2 1 0 0,-23 23-1 0 0,43-40-76 0 0,0 1 1 0 0,0 0-1 0 0,0-1 0 0 0,1 1 1 0 0,-1 0-1 0 0,1 0 1 0 0,-1 0-1 0 0,1 0 0 0 0,0 0 1 0 0,-1 1-1 0 0,1-1 1 0 0,0 0-1 0 0,1 1 0 0 0,-1-1 1 0 0,0 0-1 0 0,1 1 1 0 0,-1-1-1 0 0,1 1 1 0 0,0-1-1 0 0,0 1 0 0 0,0-1 1 0 0,0 1-1 0 0,0-1 1 0 0,0 1-1 0 0,1-1 0 0 0,-1 1 1 0 0,1-1-1 0 0,0 0 1 0 0,1 4-1 0 0,1-3 5 0 0,-1 1-1 0 0,1-1 0 0 0,1 0 1 0 0,-1 0-1 0 0,0 0 1 0 0,1 0-1 0 0,0-1 1 0 0,0 1-1 0 0,-1-1 1 0 0,1 0-1 0 0,1 0 1 0 0,-1 0-1 0 0,0-1 1 0 0,0 0-1 0 0,8 2 1 0 0,20 3 12 0 0,0-1 1 0 0,0-2-1 0 0,0-1 0 0 0,1-1 1 0 0,52-7-1 0 0,160-34-176 0 0,-167 22 20 0 0,111-41 0 0 0,-176 54 136 0 0,0-1 0 0 0,0-1 0 0 0,-1 0 0 0 0,0-1 0 0 0,18-15-1 0 0,-29 22 7 0 0,1-1-1 0 0,-1 1 0 0 0,1-1 0 0 0,-1 1 1 0 0,0-1-1 0 0,0 0 0 0 0,0 0 0 0 0,0 1 1 0 0,0-1-1 0 0,0 0 0 0 0,0 0 0 0 0,0 0 1 0 0,-1 0-1 0 0,1 0 0 0 0,-1 0 1 0 0,0 0-1 0 0,1 0 0 0 0,-1-1 0 0 0,0 1 1 0 0,0 0-1 0 0,-1 0 0 0 0,1 0 0 0 0,0 0 1 0 0,-1 0-1 0 0,1 0 0 0 0,-1 0 0 0 0,1 0 1 0 0,-1 0-1 0 0,0 0 0 0 0,-2-3 0 0 0,-1-3 5 0 0,-1 1-1 0 0,1-1 0 0 0,-2 1 0 0 0,1 0 1 0 0,-10-10-1 0 0,1 5-36 0 0,0 0 1 0 0,-1 1-1 0 0,0 1 1 0 0,-1 0-1 0 0,0 1 1 0 0,0 1-1 0 0,-1 1 1 0 0,0 0-1 0 0,-27-7 0 0 0,35 12-329 0 0,1 1 0 0 0,-1 0-1 0 0,0 0 1 0 0,0 1 0 0 0,-16 1-1 0 0,-17 9-5190 0 0</inkml:trace>
</inkml:ink>
</file>

<file path=ppt/ink/ink5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7:19.9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556 9 488 0 0,'0'0'1075'0'0,"-5"-9"5885"0"0,-24 52-6377 0 0,1 0 1 0 0,3 2-1 0 0,-25 59 1 0 0,-13 24 251 0 0,-65 144 520 0 0,43-85-608 0 0,70-155-840 0 0,-42 77 121 0 0,49-95-1195 0 0,-1-2 0 0 0,0 1 0 0 0,-13 11 1 0 0,11-14-2265 0 0,0-2 264 0 0</inkml:trace>
</inkml:ink>
</file>

<file path=ppt/ink/ink5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7:22.1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121 112 584 0 0,'0'0'1963'0'0,"-2"-9"4238"0"0,-13 32-5901 0 0,2 0-1 0 0,0 2 1 0 0,2-1-1 0 0,0 2 1 0 0,-9 37-1 0 0,-4 6 124 0 0,12-30 700 0 0,15-35 191 0 0,8-18-994 0 0,30-47 80 0 0,48-79-48 0 0,-88 138-363 0 0,-1 2 5 0 0,0 0-1 0 0,0 0 1 0 0,0 0 0 0 0,0 0-1 0 0,1 0 1 0 0,-1 0 0 0 0,0 0-1 0 0,0 0 1 0 0,0 0 0 0 0,0 0-1 0 0,0 0 1 0 0,0 0 0 0 0,1 0-1 0 0,-1 0 1 0 0,0 0 0 0 0,0 0-1 0 0,0-1 1 0 0,0 1 0 0 0,0 0-1 0 0,0 0 1 0 0,0 0 0 0 0,1 0-1 0 0,-1 0 1 0 0,0 0 0 0 0,0 0-1 0 0,0 0 1 0 0,0-1 0 0 0,0 1 0 0 0,0 0-1 0 0,0 0 1 0 0,0 0 0 0 0,0 0-1 0 0,0 0 1 0 0,0 0 0 0 0,0 0-1 0 0,0-1 1 0 0,0 1 0 0 0,0 0-1 0 0,0 0 1 0 0,0 0 0 0 0,0 0-1 0 0,0 0 1 0 0,0-1 0 0 0,0 1-1 0 0,8 21-132 0 0,-7-13 107 0 0,0 0 1 0 0,1 0 0 0 0,1 0-1 0 0,-1 0 1 0 0,5 9-1 0 0,-6-14 25 0 0,1 0 1 0 0,-1-1-1 0 0,0 1 0 0 0,1 0 1 0 0,0-1-1 0 0,-1 0 0 0 0,1 1 1 0 0,0-1-1 0 0,0 0 0 0 0,1 0 0 0 0,-1 0 1 0 0,0 0-1 0 0,1 0 0 0 0,-1-1 1 0 0,1 1-1 0 0,-1-1 0 0 0,1 1 1 0 0,4 1-1 0 0,-1-3 10 0 0,-1 0 0 0 0,1 0-1 0 0,0 0 1 0 0,-1-1 0 0 0,1 1 0 0 0,0-1 0 0 0,-1-1-1 0 0,1 1 1 0 0,-1-1 0 0 0,0 0 0 0 0,0 0 0 0 0,1 0-1 0 0,-1-1 1 0 0,0 0 0 0 0,-1 0 0 0 0,1 0-1 0 0,8-8 1 0 0,-1 2 7 0 0,7-5-20 0 0,0-2 0 0 0,0 0 1 0 0,-2-1-1 0 0,27-32 0 0 0,49-83 857 0 0,-91 128-772 0 0,1 0 110 0 0,-3 4 223 0 0,-8 14-389 0 0,0 0 0 0 0,0 1 0 0 0,-7 20-1 0 0,10-9 16 0 0,0 0 0 0 0,2 1-1 0 0,-1 35 1 0 0,4-53-101 0 0,0-1 0 0 0,1 1 0 0 0,0-1 0 0 0,0 1 0 0 0,0-1 0 0 0,1 1 0 0 0,0-1-1 0 0,1 0 1 0 0,0 0 0 0 0,0 0 0 0 0,1-1 0 0 0,0 1 0 0 0,0-1 0 0 0,9 11 0 0 0,-7-12-144 0 0,1-1 0 0 0,0 0 0 0 0,0 0 0 0 0,1-1 0 0 0,-1 0 0 0 0,1 0 0 0 0,0-1 0 0 0,0 0 0 0 0,0 0 0 0 0,1-1 0 0 0,-1 0 0 0 0,0 0 1 0 0,1-1-1 0 0,0 0 0 0 0,16-1 0 0 0,-3 0-409 0 0,1-2 1 0 0,-1 0 0 0 0,0-1 0 0 0,0-1 0 0 0,21-8-1 0 0,-35 10 518 0 0,-1-1 0 0 0,1 0 0 0 0,-1-1 0 0 0,0 1 0 0 0,0-2 0 0 0,0 1-1 0 0,0-1 1 0 0,-1 0 0 0 0,0 0 0 0 0,0 0 0 0 0,0-1 0 0 0,8-10 0 0 0,-10 9 449 0 0,0 1 1 0 0,0-1-1 0 0,0 0 1 0 0,-1 0 0 0 0,0 0-1 0 0,0-1 1 0 0,-1 1-1 0 0,0-1 1 0 0,0 1 0 0 0,-1-1-1 0 0,0 0 1 0 0,0-13-1 0 0,-1 19 69 0 0,-10-40 1728 0 0,8 40-2103 0 0,0 1 0 0 0,1 0-1 0 0,-1 0 1 0 0,0 0 0 0 0,0 0 0 0 0,0 0 0 0 0,0 0 0 0 0,-1 0-1 0 0,1 1 1 0 0,0-1 0 0 0,0 1 0 0 0,0-1 0 0 0,0 1 0 0 0,-1 0-1 0 0,1 0 1 0 0,0 0 0 0 0,0 0 0 0 0,-1 0 0 0 0,1 1 0 0 0,0-1-1 0 0,0 1 1 0 0,0-1 0 0 0,0 1 0 0 0,0 0 0 0 0,0 0 0 0 0,0 0-1 0 0,0 0 1 0 0,-4 2 0 0 0,-3 2 22 0 0,0 1 0 0 0,0-1-1 0 0,0 1 1 0 0,-15 14 0 0 0,22-18-67 0 0,0 0-1 0 0,0 0 1 0 0,1 0 0 0 0,-1 0 0 0 0,1 1-1 0 0,-1-1 1 0 0,1 0 0 0 0,0 1-1 0 0,0-1 1 0 0,0 1 0 0 0,0-1 0 0 0,0 1-1 0 0,1-1 1 0 0,-1 5 0 0 0,1-6-17 0 0,0 0 0 0 0,0 1 0 0 0,0-1 0 0 0,0 0 0 0 0,1 1 0 0 0,-1-1 0 0 0,0 0 0 0 0,1 0 0 0 0,-1 1 0 0 0,1-1 0 0 0,-1 0 0 0 0,1 0 0 0 0,-1 0 0 0 0,1 0 0 0 0,0 1 0 0 0,0-1 0 0 0,0 0-1 0 0,0 0 1 0 0,0-1 0 0 0,0 1 0 0 0,0 0 0 0 0,0 0 0 0 0,0 0 0 0 0,0-1 0 0 0,0 1 0 0 0,0 0 0 0 0,0-1 0 0 0,1 1 0 0 0,0-1 0 0 0,80 20-1061 0 0,-9-4 289 0 0,-65-13 769 0 0,0-1-1 0 0,1-1 1 0 0,-1 1 0 0 0,0-1-1 0 0,1-1 1 0 0,-1 0-1 0 0,0 0 1 0 0,1 0-1 0 0,-1-1 1 0 0,0 0-1 0 0,0-1 1 0 0,0 0-1 0 0,14-5 1 0 0,4-4 182 0 0,-1-1 0 0 0,41-27 0 0 0,-57 33 96 0 0,-7 4-193 0 0,-1 1 0 0 0,1-1 1 0 0,1 1-1 0 0,-1-1 0 0 0,0 1 0 0 0,0 0 1 0 0,0 0-1 0 0,1 0 0 0 0,-1 0 1 0 0,1 0-1 0 0,2 0 0 0 0,-3 3-39 0 0,5 4-8 0 0,6 51 135 0 0,-12-56-137 0 0,0 0 1 0 0,0-1-1 0 0,0 1 1 0 0,0 0-1 0 0,0-1 0 0 0,0 1 1 0 0,0-1-1 0 0,0 1 1 0 0,1-1-1 0 0,-1 0 0 0 0,0 1 1 0 0,0-1-1 0 0,0 0 1 0 0,1 0-1 0 0,-1 0 0 0 0,0 0 1 0 0,0 0-1 0 0,1 0 1 0 0,-1 0-1 0 0,0 0 1 0 0,0 0-1 0 0,0-1 0 0 0,1 1 1 0 0,0-1-1 0 0,45-13 148 0 0,-8 2 296 0 0,-33 11-392 0 0,0 0 0 0 0,0 0 1 0 0,0 1-1 0 0,0 0 0 0 0,0 0 0 0 0,1 0 0 0 0,-1 1 0 0 0,0 0 1 0 0,0 0-1 0 0,8 3 0 0 0,-13-4-133 0 0,11 16-1237 0 0</inkml:trace>
</inkml:ink>
</file>

<file path=ppt/ink/ink5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7:25.3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353 351 652 0 0,'-2'-25'6041'0'0,"0"24"-5961"0"0,1 0-1 0 0,-1 0 1 0 0,0 0-1 0 0,0 0 1 0 0,0 0 0 0 0,0 0-1 0 0,0 1 1 0 0,-1-1-1 0 0,1 1 1 0 0,0 0-1 0 0,0-1 1 0 0,0 1-1 0 0,0 0 1 0 0,-1 0-1 0 0,1 0 1 0 0,0 1-1 0 0,0-1 1 0 0,0 0 0 0 0,0 1-1 0 0,0-1 1 0 0,-4 2-1 0 0,-49 17 539 0 0,6 8-149 0 0,47-26-426 0 0,0 1 1 0 0,0-1 0 0 0,0 1 0 0 0,0 0 0 0 0,0 0 0 0 0,0 0-1 0 0,0 0 1 0 0,1 0 0 0 0,-1 0 0 0 0,1 0 0 0 0,-1 0 0 0 0,1 1-1 0 0,0-1 1 0 0,0 1 0 0 0,0-1 0 0 0,0 1 0 0 0,1-1 0 0 0,-1 1-1 0 0,0 3 1 0 0,1-6-28 0 0,1 1-1 0 0,-1 0 0 0 0,0-1 1 0 0,1 1-1 0 0,-1 0 0 0 0,0-1 1 0 0,1 1-1 0 0,-1 0 1 0 0,1-1-1 0 0,-1 1 0 0 0,1-1 1 0 0,-1 1-1 0 0,1-1 0 0 0,0 1 1 0 0,-1-1-1 0 0,1 1 1 0 0,0-1-1 0 0,-1 1 0 0 0,1-1 1 0 0,0 0-1 0 0,-1 1 0 0 0,1-1 1 0 0,0 0-1 0 0,0 0 0 0 0,-1 0 1 0 0,1 0-1 0 0,0 0 1 0 0,0 1-1 0 0,-1-1 0 0 0,1 0 1 0 0,0-1-1 0 0,0 1 0 0 0,0 0 1 0 0,-1 0-1 0 0,1 0 1 0 0,0 0-1 0 0,-1-1 0 0 0,1 1 1 0 0,0 0-1 0 0,1-1 0 0 0,29-10 417 0 0,-23 5-376 0 0,-1 0 0 0 0,0 0-1 0 0,0-1 1 0 0,0 0 0 0 0,-1 0 0 0 0,0-1 0 0 0,-1 0 0 0 0,1 0 0 0 0,-1 0 0 0 0,-1-1 0 0 0,0 1 0 0 0,0-1 0 0 0,-1 0-1 0 0,0 0 1 0 0,0 0 0 0 0,-1-1 0 0 0,0 1 0 0 0,-1-1 0 0 0,0 1 0 0 0,-1-1 0 0 0,0 1 0 0 0,0-1 0 0 0,-1 0-1 0 0,0 1 1 0 0,-1-1 0 0 0,0 1 0 0 0,0 0 0 0 0,-1 0 0 0 0,0 0 0 0 0,-1 0 0 0 0,0 0 0 0 0,0 0 0 0 0,-1 1 0 0 0,0 0-1 0 0,0 0 1 0 0,-1 0 0 0 0,0 1 0 0 0,-1 0 0 0 0,1 0 0 0 0,-15-10 0 0 0,8 8-111 0 0,-1 0-1 0 0,-1 1 1 0 0,1 1-1 0 0,-1 0 1 0 0,-24-6-1 0 0,33 11-191 0 0,0 1-1 0 0,-1 0 0 0 0,1 0 1 0 0,-1 1-1 0 0,1-1 1 0 0,-1 1-1 0 0,-9 2 0 0 0,13-2-187 0 0,-1 1-1 0 0,1 0 0 0 0,0 0 1 0 0,-1 0-1 0 0,1 0 0 0 0,0 1 1 0 0,0-1-1 0 0,0 1 1 0 0,0 0-1 0 0,0 0 0 0 0,0 0 1 0 0,0 0-1 0 0,0 1 0 0 0,-3 4 1 0 0,-3 3-2329 0 0</inkml:trace>
</inkml:ink>
</file>

<file path=ppt/ink/ink5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7:26.4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187 436 720 0 0,'0'0'703'0'0,"-15"-27"3769"0"0,10 26-4307 0 0,0 0 0 0 0,0 0 0 0 0,0 1 0 0 0,1 0 0 0 0,-1-1 1 0 0,0 2-1 0 0,0-1 0 0 0,0 1 0 0 0,0-1 0 0 0,0 1 0 0 0,0 1 1 0 0,0-1-1 0 0,0 1 0 0 0,1-1 0 0 0,-1 1 0 0 0,1 1 0 0 0,-5 2 1 0 0,-2 1 60 0 0,1 0 0 0 0,-1 1 0 0 0,2 0 0 0 0,-1 1 0 0 0,-14 15 0 0 0,22-21-150 0 0,2-2-64 0 0,0 0-1 0 0,0 0 1 0 0,0 0 0 0 0,0 0-1 0 0,-1 0 1 0 0,1 0-1 0 0,0 0 1 0 0,0 0 0 0 0,0 0-1 0 0,0 0 1 0 0,0 0-1 0 0,-1 0 1 0 0,1 1 0 0 0,0-1-1 0 0,0 0 1 0 0,0 0-1 0 0,0 0 1 0 0,0 0 0 0 0,0 0-1 0 0,0 0 1 0 0,0 0 0 0 0,-1 1-1 0 0,1-1 1 0 0,0 0-1 0 0,0 0 1 0 0,0 0 0 0 0,0 0-1 0 0,0 0 1 0 0,0 0-1 0 0,0 1 1 0 0,0-1 0 0 0,0 0-1 0 0,0 0 1 0 0,0 0-1 0 0,0 0 1 0 0,0 0 0 0 0,0 1-1 0 0,0-1 1 0 0,0 0-1 0 0,0 0 1 0 0,0 0 0 0 0,0 0-1 0 0,0 0 1 0 0,0 1-1 0 0,0-1 1 0 0,0 0 0 0 0,0 0-1 0 0,1 0 1 0 0,-1 0-1 0 0,0 0 1 0 0,0 0 0 0 0,0 1-1 0 0,0-1 1 0 0,0 0-1 0 0,0 0 1 0 0,0 0 0 0 0,0 0-1 0 0,1 0 1 0 0,-1 0-1 0 0,54-6 155 0 0,-35 3-135 0 0,1 1 0 0 0,0 0 0 0 0,32 3 0 0 0,-42 0-21 0 0,0 0 1 0 0,0 0-1 0 0,1-1 1 0 0,-1-1-1 0 0,0 0 1 0 0,0 0-1 0 0,0-1 1 0 0,0 0 0 0 0,0 0-1 0 0,0-1 1 0 0,0-1-1 0 0,-1 1 1 0 0,0-2-1 0 0,14-7 1 0 0,-8 0-6 0 0,0 0 0 0 0,0-1 0 0 0,-1-1 0 0 0,-1 0 0 0 0,0-1 0 0 0,-1 0 0 0 0,-1-1 0 0 0,18-33 0 0 0,-15 21-17 0 0,-1-1 0 0 0,-1-1 0 0 0,-1 0 0 0 0,10-53 0 0 0,-19 76 4 0 0,-1 0-1 0 0,0-1 1 0 0,-1 1 0 0 0,0 0-1 0 0,0-1 1 0 0,-2-13-1 0 0,2 19 9 0 0,0 1-6 0 0,-1 0-1 0 0,1 0 1 0 0,0 0-1 0 0,-1 0 0 0 0,1 0 1 0 0,-1 1-1 0 0,1-1 1 0 0,-1 0-1 0 0,1 0 0 0 0,-1 1 1 0 0,1-1-1 0 0,-1 0 1 0 0,0 1-1 0 0,1-1 0 0 0,-1 1 1 0 0,0-1-1 0 0,0 1 1 0 0,0-1-1 0 0,1 1 1 0 0,-1 0-1 0 0,0-1 0 0 0,0 1 1 0 0,0 0-1 0 0,0-1 1 0 0,1 1-1 0 0,-3 0 0 0 0,-5 9-2 0 0,0 0 0 0 0,0 0 0 0 0,1 0 0 0 0,0 1 0 0 0,1 1 0 0 0,0-1 0 0 0,1 1 0 0 0,0 0 0 0 0,1 0 0 0 0,0 0 0 0 0,0 1 0 0 0,-2 21 0 0 0,1-7 12 0 0,2-1-1 0 0,1 2 1 0 0,1-1-1 0 0,1 0 1 0 0,4 29-1 0 0,-3-46-22 0 0,1 0 0 0 0,0 0-1 0 0,0-1 1 0 0,0 1-1 0 0,1-1 1 0 0,0 1 0 0 0,1-1-1 0 0,0 0 1 0 0,0 0-1 0 0,1-1 1 0 0,0 1 0 0 0,0-1-1 0 0,11 12 1 0 0,-12-16 9 0 0,0 0 1 0 0,0 0 0 0 0,0 0-1 0 0,0-1 1 0 0,0 0 0 0 0,1 0 0 0 0,-1 0-1 0 0,1 0 1 0 0,0-1 0 0 0,-1 1-1 0 0,1-1 1 0 0,0 0 0 0 0,0-1-1 0 0,-1 1 1 0 0,1-1 0 0 0,0 0-1 0 0,0 0 1 0 0,0-1 0 0 0,0 1-1 0 0,0-1 1 0 0,-1 0 0 0 0,1 0 0 0 0,0-1-1 0 0,-1 1 1 0 0,1-1 0 0 0,7-4-1 0 0,-3 1 78 0 0,-1-1-1 0 0,0 1 0 0 0,0-2 0 0 0,0 1 1 0 0,-1-1-1 0 0,0 0 0 0 0,0 0 0 0 0,-1-1 1 0 0,0 0-1 0 0,7-11 0 0 0,-12 18 3 0 0,-1 1-65 0 0,0 0 1 0 0,0-1-1 0 0,0 1 1 0 0,0 0-1 0 0,0 0 0 0 0,0 0 1 0 0,0 0-1 0 0,0-1 1 0 0,0 1-1 0 0,0 0 1 0 0,0 0-1 0 0,0 0 1 0 0,0 0-1 0 0,0-1 1 0 0,0 1-1 0 0,0 0 1 0 0,0 0-1 0 0,0 0 0 0 0,0 0 1 0 0,0-1-1 0 0,0 1 1 0 0,1 0-1 0 0,-1 0 1 0 0,0 0-1 0 0,0 0 1 0 0,0 0-1 0 0,0 0 1 0 0,0 0-1 0 0,0-1 0 0 0,1 1 1 0 0,-1 0-1 0 0,0 0 1 0 0,0 0-1 0 0,0 0 1 0 0,0 0-1 0 0,1 0 1 0 0,-1 0-1 0 0,0 0 1 0 0,0 0-1 0 0,0 0 1 0 0,0 0-1 0 0,1 0 0 0 0,-1 0 1 0 0,0 0-1 0 0,0 0 1 0 0,0 0-1 0 0,0 0 1 0 0,1 0-1 0 0,-1 0 1 0 0,0 0-1 0 0,0 0 1 0 0,0 0-1 0 0,0 0 1 0 0,1 1-1 0 0,-1-1 0 0 0,0 0 1 0 0,0 0-1 0 0,0 0 1 0 0,0 0-1 0 0,1 0 1 0 0,-1 4-3 0 0,1-2 3 0 0,-1 1-1 0 0,1 0 1 0 0,-1-1 0 0 0,1 1-1 0 0,0-1 1 0 0,0 1 0 0 0,1-1-1 0 0,-1 1 1 0 0,0-1-1 0 0,4 4 1774 0 0,-3-10-1576 0 0,1 1-120 0 0,-1 0 1 0 0,0 0-1 0 0,0-1 0 0 0,-1 1 1 0 0,1-1-1 0 0,-1 1 0 0 0,0-1 1 0 0,0 0-1 0 0,0 1 0 0 0,1-8 1 0 0,-2 10-156 0 0,0-1 0 0 0,0 0 1 0 0,0 0-1 0 0,0 0 1 0 0,0 1-1 0 0,0-1 0 0 0,0 0 1 0 0,-1 0-1 0 0,1 0 1 0 0,-1 1-1 0 0,1-1 0 0 0,-1 0 1 0 0,0 1-1 0 0,0-1 1 0 0,0 0-1 0 0,1 1 0 0 0,-2-1 1 0 0,1 1-1 0 0,0 0 0 0 0,0-1 1 0 0,0 1-1 0 0,-1 0 1 0 0,1 0-1 0 0,0-1 0 0 0,-3 0 1 0 0,2 1-486 0 0,0 1 0 0 0,0-1 1 0 0,0 1-1 0 0,0-1 0 0 0,0 1 0 0 0,-1-1 0 0 0,1 1 1 0 0,0 0-1 0 0,0 0 0 0 0,0 0 0 0 0,-3 1 1 0 0,3-1-57 0 0</inkml:trace>
</inkml:ink>
</file>

<file path=ppt/ink/ink5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7:26.7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21 300 0 0,'4'1'318'0'0,"1"0"0"0"0,-1 0 0 0 0,0 0 0 0 0,1 0 0 0 0,-1 1 0 0 0,0 0 0 0 0,0 0 0 0 0,0 0 0 0 0,0 0-1 0 0,0 1 1 0 0,0-1 0 0 0,-1 1 0 0 0,1 0 0 0 0,-1 0 0 0 0,0 0 0 0 0,0 1 0 0 0,0-1 0 0 0,4 7 0 0 0,18 18 1086 0 0,-24-27-1166 0 0,3 5 240 0 0,0-8 2561 0 0,20-38-2568 0 0,-7 11-1916 0 0,4 3-4198 0 0,-13 19 2896 0 0</inkml:trace>
</inkml:ink>
</file>

<file path=ppt/ink/ink5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7:27.2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93 59 104 0 0,'0'0'4521'0'0,"34"17"-1145"0"0,-26-15-3216 0 0,1-1 1 0 0,-1 1 0 0 0,1-2-1 0 0,-1 1 1 0 0,1-1 0 0 0,0 0-1 0 0,-1-1 1 0 0,1 0-1 0 0,-1-1 1 0 0,1 1 0 0 0,-1-2-1 0 0,0 1 1 0 0,0-1 0 0 0,0 0-1 0 0,0-1 1 0 0,0 0-1 0 0,-1 0 1 0 0,1-1 0 0 0,-1 0-1 0 0,0 0 1 0 0,-1 0 0 0 0,1-1-1 0 0,-1 0 1 0 0,6-8-1 0 0,-11 13-139 0 0,-1 1-1 0 0,0-1 0 0 0,0 1 0 0 0,1-1 0 0 0,-1 1 1 0 0,1 0-1 0 0,-1-1 0 0 0,0 1 0 0 0,1-1 0 0 0,-1 1 1 0 0,1 0-1 0 0,-1-1 0 0 0,1 1 0 0 0,-1 0 0 0 0,1 0 1 0 0,-1-1-1 0 0,1 1 0 0 0,-1 0 0 0 0,1 0 0 0 0,-1 0 0 0 0,1 0 1 0 0,-1-1-1 0 0,1 1 0 0 0,-1 0 0 0 0,1 0 0 0 0,0 0 1 0 0,-1 0-1 0 0,1 0 0 0 0,-1 1 0 0 0,1-1 0 0 0,-1 0 1 0 0,1 0-1 0 0,-1 0 0 0 0,1 0 0 0 0,-1 1 0 0 0,1-1 1 0 0,-1 0-1 0 0,2 1 0 0 0,7 24 139 0 0,-8 34-152 0 0,-6-16 22 0 0,-2-1 0 0 0,-2 0 1 0 0,-2 0-1 0 0,-21 54 0 0 0,1-20 20 0 0,-55 95-1 0 0,77-156 13 0 0,-42 68-55 0 0,46-76 185 0 0,-1 0-1 0 0,0 0 1 0 0,0 0 0 0 0,-1-1-1 0 0,0 0 1 0 0,0-1 0 0 0,0 1-1 0 0,-12 5 1 0 0,18-11-151 0 0,0 1 0 0 0,0-1 0 0 0,0 0 0 0 0,0 0 0 0 0,0 1 0 0 0,-1-1 0 0 0,1 0 0 0 0,0 0 0 0 0,0 0 0 0 0,0 0 0 0 0,0 0 0 0 0,0-1 0 0 0,0 1 0 0 0,0 0 1 0 0,-1 0-1 0 0,1-1 0 0 0,0 1 0 0 0,0-1 0 0 0,0 1 0 0 0,0-1 0 0 0,0 1 0 0 0,0-1 0 0 0,1 1 0 0 0,-1-1 0 0 0,0 0 0 0 0,0 0 0 0 0,0 1 0 0 0,0-1 0 0 0,1 0 0 0 0,-1 0 0 0 0,0 0 0 0 0,1 0 0 0 0,-1-1 0 0 0,-1-1 44 0 0,0 0 0 0 0,0 0-1 0 0,1 0 1 0 0,-1 0 0 0 0,1 0-1 0 0,0-1 1 0 0,0 1 0 0 0,0 0 0 0 0,0-6-1 0 0,1-9-81 0 0,1 0-1 0 0,1 1 1 0 0,0-1-1 0 0,1 0 0 0 0,1 1 1 0 0,1 0-1 0 0,1 0 1 0 0,11-24-1 0 0,26-43-2947 0 0,7 5-4820 0 0,-36 57 4115 0 0</inkml:trace>
</inkml:ink>
</file>

<file path=ppt/ink/ink5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7:27.5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24 1236 0 0,'0'0'5709'0'0,"7"-2"-4726"0"0,15-4-325 0 0,1 1 0 0 0,-1 1 0 0 0,1 0 1 0 0,30 1-1 0 0,102 6 1083 0 0,-46 0-995 0 0,-68 5-895 0 0,-22-3-1766 0 0,-2-3-4664 0 0</inkml:trace>
</inkml:ink>
</file>

<file path=ppt/ink/ink5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7:30.4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89 464 0 0,'-6'-13'2635'0'0,"-15"-62"7949"0"0,23 82-10440 0 0,21 88 354 0 0,17 144-1 0 0,-38-210-448 0 0,-2-19-18 0 0,1-1 0 0 0,0 1 0 0 0,1-1 0 0 0,4 16-1 0 0,-6-20 65 0 0,3 8 253 0 0,-3-13-345 0 0,0 0 0 0 0,0-1 0 0 0,0 1 0 0 0,0 0 0 0 0,0 0 0 0 0,0 0 0 0 0,0 0 0 0 0,0 0 0 0 0,0 0 0 0 0,1 0 0 0 0,-1 0 0 0 0,0 0 0 0 0,0 0 1 0 0,0 0-1 0 0,0 0 0 0 0,0-1 0 0 0,0 1 0 0 0,0 0 0 0 0,0 0 0 0 0,1 0 0 0 0,-1 0 0 0 0,0 0 0 0 0,0 0 0 0 0,0 0 0 0 0,0 0 0 0 0,0 0 0 0 0,0 0 0 0 0,0 0 0 0 0,1 0 0 0 0,-1 0 1 0 0,0 0-1 0 0,0 0 0 0 0,0 0 0 0 0,0 0 0 0 0,0 1 0 0 0,0-1 0 0 0,0 0 0 0 0,1 0 0 0 0,-1 0 0 0 0,0 0 0 0 0,0 0 0 0 0,0 0 0 0 0,0 0 0 0 0,0 0 0 0 0,0 0 0 0 0,0 0 0 0 0,0 0 1 0 0,0 0-1 0 0,0 1 0 0 0,0-1 0 0 0,0 0 0 0 0,1 0 0 0 0,-1 0 0 0 0,0 0 0 0 0,0 0 0 0 0,0 0 0 0 0,0 0 0 0 0,0 1 0 0 0,0-1 0 0 0,0 0 0 0 0,0 0 0 0 0,0 0 0 0 0,0 0 0 0 0,0 0 1 0 0,0 0-1 0 0,0 0 0 0 0,0 1 0 0 0,0-1 0 0 0,41-69-86 0 0,-15 22-86 0 0,2 2 0 0 0,2 0 0 0 0,2 3 0 0 0,72-76 0 0 0,-84 99 107 0 0,-15 14-13 0 0,0 0 1 0 0,0 0-1 0 0,0 0 0 0 0,1 1 1 0 0,0-1-1 0 0,0 1 1 0 0,11-5-1 0 0,-15 9-23 0 0,-2 4-19 0 0,0 0 92 0 0,0 0-1 0 0,-1 1 1 0 0,1-1 0 0 0,-1 0-1 0 0,0 1 1 0 0,0-1 0 0 0,0 0-1 0 0,-1 0 1 0 0,1 0-1 0 0,-1 0 1 0 0,-3 5 0 0 0,-8 12-18 0 0,-1 0 0 0 0,0-1 0 0 0,-2-1 0 0 0,0 0 0 0 0,-31 27 0 0 0,15-15 47 0 0,31-29-6 0 0,-3 6 8 0 0,4-7-5 0 0,1 0 1 0 0,-1 0 0 0 0,0 0-1 0 0,0 0 1 0 0,1 0 0 0 0,-1-1-1 0 0,0 1 1 0 0,1 0 0 0 0,-1 0 0 0 0,1 0-1 0 0,-1-1 1 0 0,1 1 0 0 0,-1 0-1 0 0,1-1 1 0 0,0 1 0 0 0,-1 0-1 0 0,1-1 1 0 0,0 1 0 0 0,-1-1 0 0 0,1 1-1 0 0,0-1 1 0 0,0 0 0 0 0,0 1-1 0 0,-1-1 1 0 0,1 0 0 0 0,1 1 0 0 0,25 11 41 0 0,-26-12-38 0 0,37 13-400 0 0,71 14 0 0 0,-12-4-4689 0 0,-81-20 2230 0 0,0-2 217 0 0</inkml:trace>
</inkml:ink>
</file>

<file path=ppt/ink/ink5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7:31.2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155 39 360 0 0,'0'-2'616'0'0,"0"-1"0"0"0,0 0 0 0 0,0 0 0 0 0,0 1-1 0 0,-1-1 1 0 0,1 0 0 0 0,-1 0 0 0 0,0 1 0 0 0,0-1 0 0 0,0 1 0 0 0,-1-4 0 0 0,1 4 288 0 0,-15 1 229 0 0,7 5-1008 0 0,0 1 0 0 0,0 0 0 0 0,1 0 0 0 0,0 1 0 0 0,0 1 0 0 0,0-1 0 0 0,1 1 0 0 0,0 0 0 0 0,0 1 0 0 0,1 0 0 0 0,0 0 0 0 0,0 0 0 0 0,1 1 0 0 0,0 0 0 0 0,0 0 0 0 0,1 0 0 0 0,-5 17 0 0 0,8-24-111 0 0,1-1 0 0 0,-1 0-1 0 0,1 0 1 0 0,-1 0 0 0 0,1 0 0 0 0,-1 1 0 0 0,1-1 0 0 0,0 0 0 0 0,0 0 0 0 0,0 1 0 0 0,0-1-1 0 0,0 0 1 0 0,0 0 0 0 0,0 1 0 0 0,0-1 0 0 0,0 0 0 0 0,0 0 0 0 0,1 1 0 0 0,-1-1 0 0 0,1 0-1 0 0,-1 0 1 0 0,1 0 0 0 0,-1 0 0 0 0,1 1 0 0 0,0-1 0 0 0,-1 0 0 0 0,1 0 0 0 0,0 0 0 0 0,0 0-1 0 0,0-1 1 0 0,0 1 0 0 0,0 0 0 0 0,0 0 0 0 0,0 0 0 0 0,0-1 0 0 0,0 1 0 0 0,0 0 0 0 0,0-1-1 0 0,0 1 1 0 0,0-1 0 0 0,1 0 0 0 0,-1 1 0 0 0,0-1 0 0 0,0 0 0 0 0,1 0 0 0 0,-1 0 0 0 0,0 0-1 0 0,0 0 1 0 0,1 0 0 0 0,-1 0 0 0 0,0 0 0 0 0,0 0 0 0 0,1 0 0 0 0,-1-1 0 0 0,0 1 0 0 0,0-1 0 0 0,0 1-1 0 0,1-1 1 0 0,1 0 0 0 0,8-5 13 0 0,0 1 0 0 0,0-1 0 0 0,0-1-1 0 0,-1 0 1 0 0,13-12 0 0 0,-21 18-49 0 0,6 0-57 0 0,-8 1 73 0 0,1-1-1 0 0,0 1 1 0 0,0 0 0 0 0,-1 0-1 0 0,1 0 1 0 0,0 0 0 0 0,0 0-1 0 0,0 0 1 0 0,-1 1 0 0 0,1-1 0 0 0,0 0-1 0 0,-1 0 1 0 0,1 0 0 0 0,0 1-1 0 0,0-1 1 0 0,-1 0 0 0 0,1 1-1 0 0,0-1 1 0 0,-1 1 0 0 0,1-1 0 0 0,-1 0-1 0 0,1 1 1 0 0,0 0 0 0 0,-1-1-1 0 0,1 1 1 0 0,-1-1 0 0 0,0 1-1 0 0,1 0 1 0 0,0 0 0 0 0,2 3 7 0 0,0 1-1 0 0,1-1 1 0 0,-1 0 0 0 0,1-1 0 0 0,0 1 0 0 0,0-1-1 0 0,0 1 1 0 0,1-1 0 0 0,-1-1 0 0 0,1 1-1 0 0,0 0 1 0 0,0-1 0 0 0,0 0 0 0 0,0 0 0 0 0,0-1-1 0 0,7 2 1 0 0,-7-3 0 0 0,0-1-1 0 0,0 0 1 0 0,0 0-1 0 0,0 0 1 0 0,0-1-1 0 0,-1 1 1 0 0,1-1-1 0 0,0 0 0 0 0,-1-1 1 0 0,1 1-1 0 0,-1-1 1 0 0,8-5-1 0 0,47-49-44 0 0,-21 20-3 0 0,-38 37 47 0 0,2-3-27 0 0,0 1 0 0 0,0 0 0 0 0,0 1 0 0 0,1-1 0 0 0,-1 0 0 0 0,1 1 0 0 0,-1-1 0 0 0,1 1 0 0 0,-1 0 0 0 0,4-2 0 0 0,-5 4 22 0 0,0-1-1 0 0,0 1 1 0 0,0-1 0 0 0,0 1-1 0 0,0-1 1 0 0,0 1-1 0 0,0-1 1 0 0,0 1-1 0 0,0 0 1 0 0,0-1 0 0 0,0 1-1 0 0,0 0 1 0 0,0 0-1 0 0,-1 0 1 0 0,1 0 0 0 0,0 0-1 0 0,-1 0 1 0 0,1 0-1 0 0,0 0 1 0 0,-1 0 0 0 0,1 0-1 0 0,-1 0 1 0 0,0 0-1 0 0,1 0 1 0 0,-1 2-1 0 0,3 5-70 0 0,1-1 0 0 0,0 0 0 0 0,0 0 0 0 0,1-1-1 0 0,0 1 1 0 0,0-1 0 0 0,0 0 0 0 0,1 0-1 0 0,0-1 1 0 0,6 6 0 0 0,21 8-6904 0 0</inkml:trace>
</inkml:ink>
</file>

<file path=ppt/ink/ink5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7:32.4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69 740 0 0,'0'0'5461'0'0,"5"4"-5179"0"0,-2 0-178 0 0,1-1 1 0 0,-1 1-1 0 0,0 0 0 0 0,0 0 0 0 0,0 1 0 0 0,0-1 0 0 0,-1 0 0 0 0,0 1 1 0 0,0 0-1 0 0,0-1 0 0 0,0 1 0 0 0,-1 0 0 0 0,1 6 0 0 0,1 49 733 0 0,-3-58-749 0 0,-2 13 40 0 0,1-8 153 0 0,-1-9 736 0 0,2-4-1036 0 0,0-1-1 0 0,0 1 0 0 0,1 0 1 0 0,-1 0-1 0 0,1 0 1 0 0,1 0-1 0 0,-1 0 1 0 0,1 0-1 0 0,0 0 0 0 0,1 1 1 0 0,-1-1-1 0 0,1 1 1 0 0,0-1-1 0 0,0 1 0 0 0,1 0 1 0 0,0 0-1 0 0,6-6 1 0 0,-7 8 5 0 0,0 0 0 0 0,0 0-1 0 0,1 0 1 0 0,-1 1 0 0 0,0-1 0 0 0,1 1 0 0 0,0 0 0 0 0,0 0 0 0 0,-1 0 0 0 0,1 1 0 0 0,0-1 0 0 0,0 1 0 0 0,0 0 0 0 0,1 0 0 0 0,-1 0 0 0 0,0 1 0 0 0,0 0 0 0 0,0 0 0 0 0,1 0 0 0 0,-1 0 0 0 0,8 2 0 0 0,-7-1 2 0 0,-1 1 1 0 0,0 0-1 0 0,0 0 1 0 0,0 0-1 0 0,0 1 1 0 0,0-1-1 0 0,0 1 1 0 0,-1 0-1 0 0,1 0 1 0 0,-1 0-1 0 0,0 0 0 0 0,0 1 1 0 0,0 0-1 0 0,0-1 1 0 0,-1 1-1 0 0,1 0 1 0 0,-1 0-1 0 0,0 0 1 0 0,0 1-1 0 0,-1-1 1 0 0,1 0-1 0 0,0 8 1 0 0,-1-12 24 0 0,-1 1 0 0 0,0-1 0 0 0,0 1 0 0 0,0-1 0 0 0,0 1 0 0 0,1-1 0 0 0,-1 1 0 0 0,0-1 0 0 0,0 1 0 0 0,1-1 0 0 0,-1 0 0 0 0,0 1 0 0 0,1-1 0 0 0,-1 1 0 0 0,1-1 0 0 0,-1 0 0 0 0,0 0 0 0 0,1 1 0 0 0,-1-1 0 0 0,1 0 0 0 0,-1 0-1 0 0,1 1 1 0 0,-1-1 0 0 0,1 0 0 0 0,-1 0 0 0 0,1 0 0 0 0,-1 0 0 0 0,1 0 0 0 0,-1 0 0 0 0,1 1 0 0 0,-1-1 0 0 0,1 0 0 0 0,-1-1 0 0 0,1 1 0 0 0,-1 0 0 0 0,1 0 0 0 0,-1 0 0 0 0,1 0 0 0 0,-1 0 0 0 0,1 0 0 0 0,-1-1 0 0 0,0 1 0 0 0,1 0 0 0 0,-1 0 0 0 0,1-1 0 0 0,-1 1 0 0 0,1 0 0 0 0,-1-1 0 0 0,0 1 0 0 0,1 0 0 0 0,0-1 0 0 0,32-30-40 0 0,-1 3-8 0 0,-23 24 25 0 0,0 0 1 0 0,0 1-1 0 0,0 0 0 0 0,1 1 0 0 0,-1 0 1 0 0,1 0-1 0 0,-1 1 0 0 0,18 1 1 0 0,84 8-113 0 0,-45-1-114 0 0,-59-6 204 0 0,1-1 1 0 0,-1 1-1 0 0,0-2 1 0 0,1 1-1 0 0,-1-1 0 0 0,0 0 1 0 0,0-1-1 0 0,1 0 1 0 0,-1 0-1 0 0,11-5 1 0 0,-7 0 152 0 0,0-1 1 0 0,0 0-1 0 0,0 0 0 0 0,13-16 1 0 0,-18 19 2 0 0,17-25 4023 0 0,-28 31-4136 0 0,-1 0-1 0 0,1 1 1 0 0,0-1 0 0 0,-1 1-1 0 0,1 0 1 0 0,0 0-1 0 0,0 1 1 0 0,0-1-1 0 0,1 1 1 0 0,-6 5-1 0 0,-46 36 191 0 0,35-21 478 0 0,33-28-678 0 0,-1 1 0 0 0,1 0 0 0 0,0 0 0 0 0,0 1 0 0 0,1 1 1 0 0,-1 0-1 0 0,1 0 0 0 0,-1 2 0 0 0,1-1 0 0 0,14 3 0 0 0,-16-1-1020 0 0,1 1 1 0 0,-1 1-1 0 0,0 0 0 0 0,14 5 0 0 0,-14-4-2758 0 0,0-1 287 0 0</inkml:trace>
</inkml:ink>
</file>

<file path=ppt/ink/ink5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7:35.8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 20 788 0 0,'10'-10'3343'0'0,"2"0"3830"0"0,-11 11-7064 0 0,-1 0-1 0 0,1-1 0 0 0,-1 1 0 0 0,1 0 0 0 0,-1 0 0 0 0,0 0 0 0 0,1-1 0 0 0,-1 1 0 0 0,0 0 0 0 0,1 0 1 0 0,-1 0-1 0 0,0 0 0 0 0,0 0 0 0 0,0 0 0 0 0,0 0 0 0 0,0 0 0 0 0,0-1 0 0 0,0 1 0 0 0,0 0 0 0 0,0 0 0 0 0,-1 2 1 0 0,2 35 411 0 0,0-9-186 0 0,-2 0 0 0 0,-5 46 0 0 0,2-51-171 0 0,-2 0 0 0 0,0 0 0 0 0,-1-1 0 0 0,-19 42-1 0 0,25-63-143 0 0,-2 9 23 0 0,3-11-31 0 0,0 0 0 0 0,-1 0 0 0 0,1 0 0 0 0,0 0 0 0 0,0 0 0 0 0,0 0 0 0 0,0 1 0 0 0,0-1 0 0 0,0 0 0 0 0,0 0 0 0 0,0 0 0 0 0,-1 0-1 0 0,1 0 1 0 0,0 1 0 0 0,0-1 0 0 0,0 0 0 0 0,0 0 0 0 0,0 0 0 0 0,0 0 0 0 0,0 0 0 0 0,0 1 0 0 0,0-1 0 0 0,0 0 0 0 0,0 0 0 0 0,0 0 0 0 0,0 0 0 0 0,0 1 0 0 0,0-1 0 0 0,0 0 0 0 0,0 0 0 0 0,0 0 0 0 0,0 0 0 0 0,1 0 0 0 0,-1 1 0 0 0,0-1 0 0 0,0 0 0 0 0,0 0-1 0 0,0 0 1 0 0,0 0 0 0 0,0 0 0 0 0,0 0 0 0 0,0 1 0 0 0,1-1 0 0 0,-1 0 0 0 0,0 0 0 0 0,0 0 0 0 0,0 0 0 0 0,0 0 0 0 0,0 0 0 0 0,1 0 0 0 0,-1 0 0 0 0,0 0 0 0 0,0 0 0 0 0,0 0 0 0 0,0 0 0 0 0,1 0 0 0 0,-1 0 0 0 0,0 0 0 0 0,0 0 0 0 0,0 0 0 0 0,1 0 0 0 0,266-191 52 0 0,-147 108-194 0 0,-134 100 1 0 0,-1 0 1 0 0,-20 16-1 0 0,17-19 115 0 0,8-7-3 0 0,0 0-1 0 0,1 0 1 0 0,0 1 0 0 0,0 0-1 0 0,1 1 1 0 0,0 0-1 0 0,-12 18 1 0 0,19-25 22 0 0,1 0 0 0 0,-1 0 1 0 0,1 0-1 0 0,0-1 0 0 0,0 1 0 0 0,0 0 0 0 0,0 0 1 0 0,0 0-1 0 0,0 0 0 0 0,1 0 0 0 0,-1 0 1 0 0,1 0-1 0 0,-1-1 0 0 0,1 1 0 0 0,0 0 1 0 0,-1 0-1 0 0,1 0 0 0 0,0-1 0 0 0,0 1 0 0 0,0-1 1 0 0,0 1-1 0 0,1-1 0 0 0,-1 1 0 0 0,0-1 1 0 0,1 0-1 0 0,-1 1 0 0 0,1-1 0 0 0,-1 0 1 0 0,1 0-1 0 0,3 1 0 0 0,49 26 11 0 0,-5-16-604 0 0,-40-10-218 0 0,-1 0 0 0 0,1 0 0 0 0,-1 0-1 0 0,0 1 1 0 0,1 0 0 0 0,8 5 0 0 0,-11-7-2998 0 0,14-1 290 0 0</inkml:trace>
</inkml:ink>
</file>

<file path=ppt/ink/ink5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7:36.3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 46 840 0 0,'0'-1'219'0'0,"1"1"0"0"0,-1-1 0 0 0,1 0 0 0 0,-1 1 0 0 0,0-1 0 0 0,1 1 0 0 0,-1-1 0 0 0,0 0 1 0 0,1 1-1 0 0,-1-1 0 0 0,0 0 0 0 0,0 0 0 0 0,0 1 0 0 0,0-1 0 0 0,0 0 0 0 0,0 0 0 0 0,0 1 0 0 0,0-1 0 0 0,0 0 0 0 0,0 1 0 0 0,0-1 0 0 0,0 0 0 0 0,0 0 0 0 0,-1-1 0 0 0,-13 9 2733 0 0,10-3-2812 0 0,0 0 0 0 0,0-1 0 0 0,0 2 0 0 0,0-1 0 0 0,1 0 0 0 0,0 1 0 0 0,-3 4 0 0 0,5-6-120 0 0,0 0 0 0 0,0-1 0 0 0,1 1 0 0 0,-1 0 0 0 0,1 0 0 0 0,-1 0 0 0 0,1 0 0 0 0,0 0 0 0 0,0 0 0 0 0,0 0 0 0 0,0 0 0 0 0,1-1 0 0 0,-1 1 0 0 0,1 0 0 0 0,0 0-1 0 0,0 0 1 0 0,0 0 0 0 0,0-1 0 0 0,0 1 0 0 0,1-1 0 0 0,-1 1 0 0 0,1-1 0 0 0,0 1 0 0 0,0-1 0 0 0,0 0 0 0 0,0 0 0 0 0,0 0 0 0 0,0 0 0 0 0,0 0 0 0 0,0 0 0 0 0,1 0 0 0 0,-1-1 0 0 0,1 0 0 0 0,0 1 0 0 0,-1-1-1 0 0,1 0 1 0 0,0 0 0 0 0,0 0 0 0 0,3 0 0 0 0,2 2 0 0 0,0-1 0 0 0,0-1 0 0 0,0 1 0 0 0,0-2 0 0 0,0 1 0 0 0,1-1 0 0 0,-1 0 0 0 0,0 0 0 0 0,0-1 0 0 0,0 0 0 0 0,0-1 0 0 0,0 0 0 0 0,11-4 0 0 0,-11 3 71 0 0,0-1 0 0 0,0 0 0 0 0,-1-1 0 0 0,1 0 0 0 0,-1 0 0 0 0,10-10 0 0 0,-14 12-31 0 0,-1 1-1 0 0,1-1 0 0 0,-1 0 1 0 0,0 0-1 0 0,0 0 1 0 0,0 0-1 0 0,-1-1 1 0 0,1 1-1 0 0,-1 0 1 0 0,0-1-1 0 0,0 1 1 0 0,0-1-1 0 0,0 1 0 0 0,0-1 1 0 0,-1 1-1 0 0,0-1 1 0 0,0-5-1 0 0,0 6-48 0 0,0 1 0 0 0,-1 0-1 0 0,1 0 1 0 0,-1 0 0 0 0,1 0 0 0 0,-1 0-1 0 0,0 0 1 0 0,0 0 0 0 0,0 0 0 0 0,0 0-1 0 0,0 0 1 0 0,-1 1 0 0 0,1-1 0 0 0,0 0-1 0 0,-1 1 1 0 0,0-1 0 0 0,1 1 0 0 0,-1 0-1 0 0,0-1 1 0 0,1 1 0 0 0,-1 0-1 0 0,0 0 1 0 0,-4-2 0 0 0,-41-9-1258 0 0,42 12 613 0 0,1 0-165 0 0,-2 1 250 0 0,-11 1 31 0 0,2 4-4274 0 0,2 0 2040 0 0</inkml:trace>
</inkml:ink>
</file>

<file path=ppt/ink/ink5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7:38.8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203 22 16 0 0,'0'0'1701'0'0,"-2"-3"-1126"0"0,0 1-1 0 0,0-1 1 0 0,0 1 0 0 0,-1 0-1 0 0,1 0 1 0 0,-1 0 0 0 0,1 0 0 0 0,-4-1-1 0 0,-2 4-448 0 0,1 0 0 0 0,0 1-1 0 0,-1 0 1 0 0,1 0 0 0 0,0 1-1 0 0,0-1 1 0 0,0 2 0 0 0,1-1-1 0 0,-1 1 1 0 0,1 0 0 0 0,-1 0-1 0 0,2 1 1 0 0,-11 8 0 0 0,5-1 63 0 0,1 0 0 0 0,0 0 0 0 0,0 1 0 0 0,1 1 0 0 0,-10 18 1 0 0,18-28-112 0 0,0-1 1 0 0,0 1-1 0 0,1-1 1 0 0,-1 0 0 0 0,0 1-1 0 0,1 0 1 0 0,0-1-1 0 0,0 1 1 0 0,0-1 0 0 0,0 1-1 0 0,1-1 1 0 0,0 1-1 0 0,-1-1 1 0 0,1 1-1 0 0,0-1 1 0 0,3 5 0 0 0,1-9 2 0 0,0 0 0 0 0,0-1 0 0 0,1 1 1 0 0,-1-1-1 0 0,0 0 0 0 0,0 0 0 0 0,6-5 1 0 0,-10 7-72 0 0,59-35 311 0 0,34-16-57 0 0,-86 47-276 0 0,1 1 1 0 0,0 0-1 0 0,0 0 1 0 0,0 1 0 0 0,1 0-1 0 0,-1 0 1 0 0,1 1-1 0 0,15 1 1 0 0,-20 0-33 0 0,0 1 1 0 0,0 1-1 0 0,0-1 1 0 0,0 1-1 0 0,0 0 1 0 0,0 0-1 0 0,-1 0 1 0 0,1 1-1 0 0,-1 0 1 0 0,0-1-1 0 0,1 2 1 0 0,-1-1 0 0 0,-1 0-1 0 0,1 1 1 0 0,0 0-1 0 0,-1 0 1 0 0,0 0-1 0 0,0 0 1 0 0,4 7-1 0 0,23 25-230 0 0,-28-35 369 0 0,-1 1 163 0 0,-1-2-235 0 0,0 0 0 0 0,0 0 0 0 0,0 0 0 0 0,0 1 0 0 0,0-1 0 0 0,0 0 0 0 0,1 0 0 0 0,-1 0 1 0 0,0 0-1 0 0,0 1 0 0 0,0-1 0 0 0,0 0 0 0 0,0 0 0 0 0,0 0 0 0 0,0 0 0 0 0,1 0 0 0 0,-1 1 0 0 0,0-1 0 0 0,0 0 0 0 0,0 0 0 0 0,0 0 1 0 0,1 0-1 0 0,-1 0 0 0 0,0 0 0 0 0,0 0 0 0 0,0 0 0 0 0,1 0 0 0 0,-1 0 0 0 0,0 0 0 0 0,0 0 0 0 0,0 0 0 0 0,0 0 0 0 0,1 0 1 0 0,-1 0-1 0 0,0 0 0 0 0,0 0 0 0 0,0 0 0 0 0,1 0 0 0 0,-1 0 0 0 0,0 0 0 0 0,0 0 0 0 0,0 0 0 0 0,1 0 0 0 0,-1 0 0 0 0,0 0 0 0 0,0 0 1 0 0,0-1-1 0 0,0 1 0 0 0,0 0 0 0 0,1 0 0 0 0,6-8 105 0 0,1 0 0 0 0,-1-1 1 0 0,11-18-1 0 0,-11 16-430 0 0,0 0 1 0 0,1 1-1 0 0,0 0 0 0 0,15-14 1 0 0,-19 21-346 0 0,-1 0 1 0 0,1 0 0 0 0,0 1 0 0 0,1-1 0 0 0,-1 1 0 0 0,0 0 0 0 0,1 0-1 0 0,-1 1 1 0 0,1-1 0 0 0,4 0 0 0 0,15-2-1911 0 0</inkml:trace>
</inkml:ink>
</file>

<file path=ppt/ink/ink5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7:39.3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219 82 728 0 0,'0'-2'178'0'0,"1"0"0"0"0,-1 0 0 0 0,1 0 0 0 0,-1 0 0 0 0,0 0 1 0 0,0 0-1 0 0,0 0 0 0 0,0 1 0 0 0,0-1 0 0 0,-1 0 0 0 0,1 0 0 0 0,-1 0 0 0 0,1 0 0 0 0,-1 0 0 0 0,0 0 0 0 0,1 0 0 0 0,-1 1 0 0 0,0-1 0 0 0,0 0 1 0 0,0 0-1 0 0,0 1 0 0 0,-1-1 0 0 0,1 1 0 0 0,0-1 0 0 0,-1 1 0 0 0,1 0 0 0 0,-1-1 0 0 0,1 1 0 0 0,-1 0 0 0 0,0 0 0 0 0,0 0 0 0 0,1 0 1 0 0,-1 1-1 0 0,0-1 0 0 0,0 0 0 0 0,0 1 0 0 0,0-1 0 0 0,0 1 0 0 0,0-1 0 0 0,0 1 0 0 0,0 0 0 0 0,1 0 0 0 0,-4 0 0 0 0,-5 0-12 0 0,0 1 0 0 0,0 0 0 0 0,0 0-1 0 0,0 1 1 0 0,0 0 0 0 0,0 1 0 0 0,-12 4 0 0 0,17-4-107 0 0,-1-1 0 0 0,1 0 0 0 0,0 1-1 0 0,0 0 1 0 0,0 0 0 0 0,0 1 0 0 0,1 0 0 0 0,-1-1 0 0 0,1 1 0 0 0,0 1 0 0 0,0-1 0 0 0,0 1 0 0 0,1-1 0 0 0,-4 7 0 0 0,5-8-40 0 0,1 0 0 0 0,0 0 1 0 0,0 0-1 0 0,0 0 0 0 0,1 0 0 0 0,-1 0 0 0 0,1 0 0 0 0,0 0 0 0 0,-1 0 0 0 0,1 0 0 0 0,1 0 1 0 0,-1 0-1 0 0,0 0 0 0 0,1 0 0 0 0,0 0 0 0 0,-1 0 0 0 0,1 0 0 0 0,0 0 0 0 0,1-1 0 0 0,-1 1 1 0 0,0 0-1 0 0,1 0 0 0 0,-1-1 0 0 0,1 1 0 0 0,0-1 0 0 0,0 0 0 0 0,0 1 0 0 0,4 2 0 0 0,2 1-4 0 0,0 0 0 0 0,1-1-1 0 0,-1 0 1 0 0,1-1-1 0 0,0 0 1 0 0,0 0 0 0 0,1-1-1 0 0,-1 0 1 0 0,1 0-1 0 0,0-1 1 0 0,-1-1 0 0 0,1 1-1 0 0,0-2 1 0 0,0 1-1 0 0,0-1 1 0 0,19-3 0 0 0,-22 2 24 0 0,0 0 0 0 0,0-1 1 0 0,-1 1-1 0 0,1-1 0 0 0,0-1 1 0 0,-1 1-1 0 0,0-1 0 0 0,1 0 1 0 0,-1 0-1 0 0,0-1 0 0 0,7-6 1 0 0,-10 8 30 0 0,0-1 0 0 0,0 0 0 0 0,-1-1 0 0 0,1 1 0 0 0,-1 0 1 0 0,1-1-1 0 0,-1 1 0 0 0,0-1 0 0 0,-1 0 0 0 0,1 0 0 0 0,-1 0 1 0 0,1 0-1 0 0,-1 0 0 0 0,0 0 0 0 0,-1 0 0 0 0,1 0 0 0 0,-1 0 1 0 0,0 0-1 0 0,0-8 0 0 0,-1 4 17 0 0,0 1 1 0 0,0 0-1 0 0,-1 0 1 0 0,0 0-1 0 0,0 0 1 0 0,-1 1 0 0 0,1-1-1 0 0,-2 0 1 0 0,1 1-1 0 0,-1 0 1 0 0,-4-6-1 0 0,6 9-249 0 0,0 1-1 0 0,0-1 1 0 0,-1 1-1 0 0,1 0 1 0 0,0 0 0 0 0,-1 0-1 0 0,0 0 1 0 0,1 1-1 0 0,-1-1 1 0 0,0 1-1 0 0,-6-3 1 0 0,7 4-278 0 0,-1-1-1 0 0,0 1 1 0 0,1-1 0 0 0,-1 1-1 0 0,1 0 1 0 0,-1 0 0 0 0,0 0 0 0 0,1 1-1 0 0,-1-1 1 0 0,0 1 0 0 0,1-1-1 0 0,-1 1 1 0 0,1 0 0 0 0,-1 0-1 0 0,1 0 1 0 0,-3 2 0 0 0,-8 4-2412 0 0</inkml:trace>
</inkml:ink>
</file>

<file path=ppt/ink/ink5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7:39.6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393 29 984 0 0,'1'-28'5796'0'0,"-1"28"-5745"0"0,0 0 0 0 0,0 0 0 0 0,0 0 0 0 0,0 1 0 0 0,0-1 0 0 0,0 0 0 0 0,0 0 1 0 0,0 0-1 0 0,0 0 0 0 0,0 0 0 0 0,-1 0 0 0 0,1 0 0 0 0,0 0 0 0 0,0 0 0 0 0,0 1 0 0 0,0-1 0 0 0,0 0 0 0 0,0 0 0 0 0,0 0 0 0 0,0 0 0 0 0,0 0 0 0 0,0 0 0 0 0,0 0 0 0 0,-1 0 0 0 0,1 0 1 0 0,0 0-1 0 0,0 0 0 0 0,0 0 0 0 0,0 0 0 0 0,0 0 0 0 0,0 0 0 0 0,0 0 0 0 0,0 0 0 0 0,-1 0 0 0 0,1 0 0 0 0,0 0 0 0 0,0 0 0 0 0,0 0 0 0 0,0 0 0 0 0,0 0 0 0 0,0 0 0 0 0,0 0 1 0 0,-1 0-1 0 0,1 0 0 0 0,0 0 0 0 0,0 0 0 0 0,0 0 0 0 0,0 0 0 0 0,0 0 0 0 0,0 0 0 0 0,0 0 0 0 0,0 0 0 0 0,0 0 0 0 0,0 0 0 0 0,-1 0 0 0 0,1-1 0 0 0,0 1 0 0 0,0 0 0 0 0,-17 48 1350 0 0,6-15-946 0 0,-74 157 1013 0 0,26-60-823 0 0,-84 206-1352 0 0,105-265-1742 0 0,11-28-2928 0 0,18-28 2437 0 0</inkml:trace>
</inkml:ink>
</file>

<file path=ppt/ink/ink5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7:42.0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 26 524 0 0,'-7'-9'10121'0'0,"-11"49"-9683"0"0,2 1-1 0 0,1 1 1 0 0,-11 53-1 0 0,20-73-339 0 0,3 13 2068 0 0,48-107-2156 0 0,47-100 0 0 0,-83 157-711 0 0,-5 19 320 0 0,-6 37 169 0 0,1 16-51 0 0,2-51 217 0 0,0 1-1 0 0,1-1 1 0 0,-1 0 0 0 0,2 0-1 0 0,-1 0 1 0 0,1 0 0 0 0,-1-1 0 0 0,2 1-1 0 0,-1-1 1 0 0,1 1 0 0 0,6 6-1 0 0,-9-11 43 0 0,1 0 0 0 0,-1 0 0 0 0,1 0 0 0 0,-1 0 0 0 0,1-1 0 0 0,-1 1-1 0 0,1-1 1 0 0,0 1 0 0 0,-1-1 0 0 0,1 0 0 0 0,0 0 0 0 0,-1 0 0 0 0,1 0-1 0 0,0 0 1 0 0,-1 0 0 0 0,1 0 0 0 0,0 0 0 0 0,-1-1 0 0 0,1 1-1 0 0,0 0 1 0 0,1-2 0 0 0,35-13-121 0 0,-34 12 89 0 0,22-12-37 0 0,0-1 0 0 0,-2-1 0 0 0,0-1 0 0 0,0-2 0 0 0,-2 0-1 0 0,-1-1 1 0 0,23-30 0 0 0,-25 33 180 0 0,-19 17-106 0 0,1 1-1 0 0,-1 0 0 0 0,0 0 0 0 0,0 0 1 0 0,0 0-1 0 0,0 0 0 0 0,0 0 0 0 0,1 0 1 0 0,-1 0-1 0 0,0 0 0 0 0,0 0 0 0 0,0 0 1 0 0,0 0-1 0 0,1 0 0 0 0,-1 0 0 0 0,0 0 1 0 0,0 0-1 0 0,0 0 0 0 0,0 0 0 0 0,0 0 1 0 0,1 0-1 0 0,-1 0 0 0 0,0 0 1 0 0,0 0-1 0 0,0 0 0 0 0,0 0 0 0 0,0 0 1 0 0,1 0-1 0 0,-1 0 0 0 0,0 1 0 0 0,0-1 1 0 0,0 0-1 0 0,0 0 0 0 0,0 0 0 0 0,0 0 1 0 0,0 0-1 0 0,1 0 0 0 0,-1 1 0 0 0,0-1 1 0 0,0 0-1 0 0,0 0 0 0 0,0 0 1 0 0,0 0-1 0 0,0 0 0 0 0,0 1 0 0 0,0-1 1 0 0,0 0-1 0 0,0 0 0 0 0,0 0 0 0 0,0 0 1 0 0,0 0-1 0 0,0 1 0 0 0,0-1 0 0 0,0 0 1 0 0,0 0-1 0 0,0 0 0 0 0,0 0 0 0 0,0 0 1 0 0,0 1-1 0 0,-11 42-58 0 0,2-15 98 0 0,7-18-54 0 0,1 0 0 0 0,-1-1 0 0 0,1 1 1 0 0,1 0-1 0 0,0 0 0 0 0,0 0 0 0 0,1 0 1 0 0,1-1-1 0 0,-1 1 0 0 0,1 0 0 0 0,1-1 1 0 0,6 17-1 0 0,-6-20-155 0 0,1 0 1 0 0,-1 0-1 0 0,1 0 1 0 0,0-1-1 0 0,1 1 1 0 0,-1-1-1 0 0,1 0 1 0 0,0 0-1 0 0,1-1 1 0 0,-1 1-1 0 0,1-1 1 0 0,0 0-1 0 0,0-1 1 0 0,0 0-1 0 0,0 0 1 0 0,0 0-1 0 0,1 0 1 0 0,10 2-1 0 0,-4-2-1072 0 0,0 0 0 0 0,0 0 0 0 0,18 0 0 0 0,-12-3-724 0 0</inkml:trace>
</inkml:ink>
</file>

<file path=ppt/ink/ink5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7:42.7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161 46 404 0 0,'0'0'684'0'0,"-9"-37"5757"0"0,7 36-6359 0 0,1 0 1 0 0,0 0 0 0 0,-1 1 0 0 0,1-1-1 0 0,-1 0 1 0 0,1 1 0 0 0,-1-1 0 0 0,1 0-1 0 0,-1 1 1 0 0,0 0 0 0 0,1-1 0 0 0,-1 1 0 0 0,1 0-1 0 0,-1 0 1 0 0,0 0 0 0 0,1 0 0 0 0,-1 0-1 0 0,0 0 1 0 0,1 1 0 0 0,-3 0 0 0 0,-2 0 57 0 0,1 1-1 0 0,-1 0 1 0 0,1 0 0 0 0,-1 1 0 0 0,-9 6 0 0 0,7-4-19 0 0,0 1 0 0 0,0 0 0 0 0,0 1 0 0 0,1-1 0 0 0,0 1-1 0 0,-12 16 1 0 0,18-22-101 0 0,0 1 0 0 0,1-1 0 0 0,-1 1-1 0 0,0-1 1 0 0,0 1 0 0 0,1-1 0 0 0,-1 1 0 0 0,1 0-1 0 0,-1-1 1 0 0,1 1 0 0 0,-1-1 0 0 0,1 1 0 0 0,0 0-1 0 0,0 0 1 0 0,0-1 0 0 0,0 1 0 0 0,1 3-1 0 0,-1-4-14 0 0,1 0-1 0 0,-1-1 1 0 0,1 1 0 0 0,0 0-1 0 0,-1 0 1 0 0,1 0-1 0 0,0-1 1 0 0,0 1-1 0 0,-1 0 1 0 0,1-1-1 0 0,0 1 1 0 0,0 0-1 0 0,0-1 1 0 0,0 1-1 0 0,0-1 1 0 0,0 0-1 0 0,0 1 1 0 0,0-1 0 0 0,0 0-1 0 0,0 1 1 0 0,1-1-1 0 0,10 1-79 0 0,-1-1 0 0 0,0 0 0 0 0,1 0 0 0 0,16-4 0 0 0,4 1-324 0 0,-26 3 336 0 0,-1-1 23 0 0,-1 1-1 0 0,1 0 0 0 0,0 1 1 0 0,-1-1-1 0 0,1 1 0 0 0,0 0 0 0 0,-1 0 1 0 0,1 0-1 0 0,6 3 0 0 0,-7-2 34 0 0,1-1 0 0 0,0 0-1 0 0,0 0 1 0 0,0-1 0 0 0,0 1-1 0 0,0-1 1 0 0,0 0 0 0 0,0 0-1 0 0,0 0 1 0 0,-1-1 0 0 0,1 0-1 0 0,0 0 1 0 0,0 0 0 0 0,0-1-1 0 0,-1 1 1 0 0,1-1 0 0 0,-1 0-1 0 0,1-1 1 0 0,-1 1 0 0 0,0-1-1 0 0,7-5 1 0 0,10-9 45 0 0,-18 13-30 0 0,1 1 0 0 0,1-1 0 0 0,-1 0 0 0 0,1 1 0 0 0,-1 0 0 0 0,1 0 0 0 0,0 1 0 0 0,0-1 0 0 0,0 1 0 0 0,0 0 0 0 0,0 0 1 0 0,11-2-1 0 0,-13 6-14 0 0,0-1-1 0 0,0 1 1 0 0,0-1 0 0 0,-1 1 0 0 0,1 0 0 0 0,-1 0 0 0 0,1 0 0 0 0,-1 1 0 0 0,1-1 0 0 0,-1 0 0 0 0,3 5 0 0 0,8 7 14 0 0,-12-13 11 0 0,6 4 47 0 0,-6-4-51 0 0,0-1-1 0 0,-1 1 0 0 0,1 0 1 0 0,0-1-1 0 0,0 1 0 0 0,0 0 1 0 0,0-1-1 0 0,0 1 0 0 0,-1-1 0 0 0,1 1 1 0 0,0-1-1 0 0,0 1 0 0 0,0-1 1 0 0,1 0-1 0 0,-1 0 0 0 0,0 1 1 0 0,0-1-1 0 0,0 0 0 0 0,0 0 0 0 0,0 0 1 0 0,0 0-1 0 0,0 0 0 0 0,2-1 1 0 0,128-38-109 0 0,-127 39-338 0 0,-1-1 0 0 0,1 1 0 0 0,0 0 0 0 0,-1 0-1 0 0,1 0 1 0 0,0 0 0 0 0,-1 1 0 0 0,1-1 0 0 0,0 1 0 0 0,-1 0-1 0 0,1 0 1 0 0,-1 0 0 0 0,1 1 0 0 0,-1-1 0 0 0,5 4 0 0 0</inkml:trace>
</inkml:ink>
</file>

<file path=ppt/ink/ink5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7:43.1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164 379 200 0 0,'0'0'1688'0'0,"-17"-2"1899"0"0,15 2-3494 0 0,0 1 0 0 0,0 0 0 0 0,0-1 0 0 0,0 1 0 0 0,1 0 0 0 0,-1 0 0 0 0,0 1 0 0 0,1-1 0 0 0,-1 0 0 0 0,0 0 0 0 0,1 1 0 0 0,0-1 0 0 0,-1 1 0 0 0,1-1 1 0 0,0 1-1 0 0,0 0 0 0 0,0-1 0 0 0,0 1 0 0 0,0 0 0 0 0,0 0 0 0 0,0 2 0 0 0,0-2 98 0 0,2 13 456 0 0,0-14-611 0 0,-1 0 0 0 0,1 0 1 0 0,-1 0-1 0 0,1 0 0 0 0,0 0 0 0 0,0-1 0 0 0,0 1 1 0 0,-1 0-1 0 0,1 0 0 0 0,0-1 0 0 0,0 1 0 0 0,0 0 1 0 0,0-1-1 0 0,0 1 0 0 0,0-1 0 0 0,0 1 0 0 0,0-1 1 0 0,0 0-1 0 0,1 0 0 0 0,-1 1 0 0 0,0-1 0 0 0,0 0 0 0 0,0 0 1 0 0,2 0-1 0 0,0 0 66 0 0,1-1 1 0 0,-1 1-1 0 0,0-1 1 0 0,1 0-1 0 0,-1 0 0 0 0,0 0 1 0 0,0 0-1 0 0,5-3 1 0 0,0-1 138 0 0,0 0 0 0 0,0 0 0 0 0,0-1 0 0 0,-1 0 0 0 0,12-12 0 0 0,-11 8-54 0 0,-1 0-1 0 0,0 0 1 0 0,-1 0 0 0 0,0-1-1 0 0,0 0 1 0 0,-1 0 0 0 0,-1 0-1 0 0,0-1 1 0 0,0 1 0 0 0,-1-1-1 0 0,-1 0 1 0 0,0 0 0 0 0,1-15-1 0 0,-3 18-123 0 0,0 0 0 0 0,-1 0 0 0 0,0 0 0 0 0,0 1 1 0 0,-1-1-1 0 0,0 0 0 0 0,0 1 0 0 0,-1 0 0 0 0,0-1 0 0 0,-1 1 0 0 0,1 0 0 0 0,-2 0 0 0 0,1 1 0 0 0,-1 0 0 0 0,0-1 0 0 0,-1 1 0 0 0,0 1 0 0 0,0-1 0 0 0,-7-5 0 0 0,5 6-101 0 0,0 0-1 0 0,0 1 0 0 0,-1 0 0 0 0,1 1 0 0 0,-1 0 1 0 0,0 0-1 0 0,0 1 0 0 0,0 0 0 0 0,-1 1 0 0 0,1-1 1 0 0,-1 2-1 0 0,1 0 0 0 0,-20-1 0 0 0,26 2-141 0 0,-1 1 0 0 0,1-1 0 0 0,-1 0 0 0 0,1 1-1 0 0,-1 0 1 0 0,1 0 0 0 0,-1 0 0 0 0,1 0 0 0 0,0 0 0 0 0,-1 1-1 0 0,1-1 1 0 0,0 1 0 0 0,0 0 0 0 0,0 0 0 0 0,1 0 0 0 0,-1 1-1 0 0,0-1 1 0 0,1 0 0 0 0,-1 1 0 0 0,1 0 0 0 0,0 0 0 0 0,0 0-1 0 0,0-1 1 0 0,0 2 0 0 0,0-1 0 0 0,1 0 0 0 0,0 0 0 0 0,-1 1-1 0 0,1-1 1 0 0,0 0 0 0 0,1 1 0 0 0,-1-1 0 0 0,1 1 0 0 0,-1-1-1 0 0,1 1 1 0 0,0-1 0 0 0,0 1 0 0 0,1 0 0 0 0,-1-1 0 0 0,1 4-1 0 0,3 10-2686 0 0,2 3 217 0 0</inkml:trace>
</inkml:ink>
</file>

<file path=ppt/ink/ink5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7:44.2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161 413 80 0 0,'0'0'2563'0'0,"-24"-9"1983"0"0,15 11-4337 0 0,0 1 1 0 0,-1 0 0 0 0,1 0 0 0 0,0 1 0 0 0,1 0-1 0 0,-1 1 1 0 0,-8 6 0 0 0,12-8-115 0 0,0 0 0 0 0,0 1-1 0 0,1-1 1 0 0,-1 1 0 0 0,1 0 0 0 0,0 1 0 0 0,1-1 0 0 0,-1 1-1 0 0,1-1 1 0 0,-1 1 0 0 0,1 0 0 0 0,-4 11 0 0 0,6-15 123 0 0,15 12 105 0 0,-2-15-246 0 0,1 0 0 0 0,-1 0 1 0 0,1-2-1 0 0,-1 1 0 0 0,0-2 0 0 0,0 1 0 0 0,19-12 1 0 0,11-3 26 0 0,-41 18-133 0 0,0 1 10 0 0,0 0 1 0 0,0-1-1 0 0,0 1 1 0 0,0 0-1 0 0,-1 0 1 0 0,1 0-1 0 0,0 0 1 0 0,0 0 0 0 0,0 0-1 0 0,0 0 1 0 0,0 0-1 0 0,0 0 1 0 0,-1 0-1 0 0,1 0 1 0 0,0 0-1 0 0,0 1 1 0 0,0-1-1 0 0,0 0 1 0 0,-1 1-1 0 0,1-1 1 0 0,0 1 0 0 0,0-1-1 0 0,-1 0 1 0 0,1 1-1 0 0,0 0 1 0 0,-1-1-1 0 0,1 1 1 0 0,0 1-1 0 0,5 3-64 0 0,-1 0 0 0 0,1 0 0 0 0,0 0 0 0 0,0 0-1 0 0,0-1 1 0 0,1 0 0 0 0,0 0 0 0 0,-1-1 0 0 0,1 0 0 0 0,0 0-1 0 0,1-1 1 0 0,-1 1 0 0 0,10 0 0 0 0,-12-2 93 0 0,0 0-1 0 0,1-1 1 0 0,-1 0 0 0 0,0 0 0 0 0,1 0-1 0 0,-1-1 1 0 0,0 0 0 0 0,0 0-1 0 0,0 0 1 0 0,0-1 0 0 0,0 1 0 0 0,0-1-1 0 0,0 0 1 0 0,0-1 0 0 0,0 1 0 0 0,-1-1-1 0 0,0 0 1 0 0,1 0 0 0 0,-1 0-1 0 0,5-6 1 0 0,0-1 122 0 0,0-1 0 0 0,0-1 0 0 0,-1 0 0 0 0,0 0 0 0 0,-1 0 0 0 0,-1-1 0 0 0,10-26 0 0 0,21-103 476 0 0,-14 50-249 0 0,-16 61 253 0 0,6-46 1 0 0,-14 54 162 0 0,-8 37-645 0 0,-10 40-159 0 0,6 4 75 0 0,2-19-46 0 0,2-1 0 0 0,1 2 0 0 0,3-1 0 0 0,1 1 0 0 0,2 76 0 0 0,3-112-8 0 0,-1 0 0 0 0,1-1 0 0 0,-1 1 0 0 0,1 0 0 0 0,0-1 0 0 0,1 1 0 0 0,-1 0 0 0 0,1-1 0 0 0,-1 0 0 0 0,1 1 0 0 0,0-1 0 0 0,0 0 0 0 0,1 0 0 0 0,-1 0 0 0 0,0 0 0 0 0,1 0 0 0 0,0-1 0 0 0,0 1 0 0 0,0-1 0 0 0,0 0 0 0 0,0 0 0 0 0,0 0 0 0 0,0 0 0 0 0,1 0 0 0 0,-1-1 0 0 0,1 1 0 0 0,-1-1 0 0 0,1 0 1 0 0,0 0-1 0 0,-1 0 0 0 0,1-1 0 0 0,0 1 0 0 0,0-1 0 0 0,0 0 0 0 0,-1 0 0 0 0,6-1 0 0 0,5 0 25 0 0,0-1-1 0 0,0 0 1 0 0,0-1 0 0 0,0-1 0 0 0,-1 0 0 0 0,1-1 0 0 0,-1 0 0 0 0,17-10 0 0 0,-29 14 27 0 0,7-3 18 0 0,-2 5-84 0 0,22 35-200 0 0,-27-35 434 0 0,0-1-176 0 0,-1 1 0 0 0,0-1 0 0 0,1 0 1 0 0,-1 1-1 0 0,1-1 0 0 0,-1 0 0 0 0,0 0 0 0 0,1 1 1 0 0,-1-1-1 0 0,1 0 0 0 0,-1 0 0 0 0,1 0 1 0 0,-1 0-1 0 0,1 0 0 0 0,-1 0 0 0 0,1 0 0 0 0,-1 0 1 0 0,1 0-1 0 0,-1 0 0 0 0,1 0 0 0 0,-1 0 1 0 0,1 0-1 0 0,-1 0 0 0 0,1 0 0 0 0,-1 0 0 0 0,1-1 1 0 0,2-2 44 0 0,0 0 0 0 0,0 0 0 0 0,-1 0 0 0 0,1-1 0 0 0,-1 1 0 0 0,0-1 0 0 0,0 0 0 0 0,0 1 0 0 0,-1-1 0 0 0,1 0 0 0 0,-1 0 0 0 0,0 0 0 0 0,0 0 0 0 0,0 0 0 0 0,-1 0 0 0 0,1 0 0 0 0,-1 0 0 0 0,0 0 0 0 0,0-1 0 0 0,-1 1 0 0 0,1 0 0 0 0,-1 0 1 0 0,-2-7-1 0 0,3 9-300 0 0,-3-13-1961 0 0</inkml:trace>
</inkml:ink>
</file>

<file path=ppt/ink/ink5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7:45.0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62 484 0 0,'16'-5'2303'0'0,"-12"5"-2086"0"0,0-1 0 0 0,1 1 1 0 0,0 0-1 0 0,-1 0 0 0 0,1 0 0 0 0,-1 1 0 0 0,0 0 1 0 0,1-1-1 0 0,-1 2 0 0 0,1-1 0 0 0,-1 0 0 0 0,0 1 1 0 0,0 0-1 0 0,0 0 0 0 0,0 0 0 0 0,0 0 1 0 0,0 1-1 0 0,-1 0 0 0 0,1-1 0 0 0,-1 1 0 0 0,1 1 1 0 0,-1-1-1 0 0,3 5 0 0 0,-4-6-132 0 0,-1-1 0 0 0,1 1 0 0 0,0 0 0 0 0,-1-1-1 0 0,1 1 1 0 0,0-1 0 0 0,0 0 0 0 0,0 1 0 0 0,0-1 0 0 0,0 0 0 0 0,0 0 0 0 0,1 0 0 0 0,-1-1-1 0 0,0 1 1 0 0,0 0 0 0 0,1-1 0 0 0,-1 0 0 0 0,3 1 0 0 0,1-1 4 0 0,0-1-1 0 0,-1 1 1 0 0,1-1 0 0 0,0 0 0 0 0,-1 0 0 0 0,1-1 0 0 0,6-2-1 0 0,6-4 33 0 0,-2 0 0 0 0,1-1 0 0 0,23-17-1 0 0,25-25 987 0 0,-64 50-680 0 0,-1 1-396 0 0,0-1 0 0 0,0 1-1 0 0,0 0 1 0 0,0 0 0 0 0,0 0 0 0 0,0-1 0 0 0,0 1 0 0 0,0 0-1 0 0,0 0 1 0 0,0 0 0 0 0,0 0 0 0 0,0-1 0 0 0,0 1 0 0 0,0 0 0 0 0,1 0-1 0 0,-1 0 1 0 0,0 0 0 0 0,0-1 0 0 0,0 1 0 0 0,0 0 0 0 0,0 0 0 0 0,0 0-1 0 0,1 0 1 0 0,-1 0 0 0 0,0 0 0 0 0,0-1 0 0 0,0 1 0 0 0,0 0-1 0 0,1 0 1 0 0,-1 0 0 0 0,0 0 0 0 0,0 0 0 0 0,0 0 0 0 0,1 0 0 0 0,-1 0-1 0 0,0 0 1 0 0,0 0 0 0 0,0 0 0 0 0,0 0 0 0 0,1 0 0 0 0,-1 0 0 0 0,0 0-1 0 0,0 0 1 0 0,0 0 0 0 0,1 0 0 0 0,-1 0 0 0 0,0 0 0 0 0,0 0 0 0 0,0 0-1 0 0,0 1 1 0 0,1-1 0 0 0,-1 0 0 0 0,0 0 0 0 0,0 0 0 0 0,1 9-26 0 0,0-1 1 0 0,1 0 0 0 0,0 0-1 0 0,0 0 1 0 0,1 0 0 0 0,0 0-1 0 0,0 0 1 0 0,5 8-1 0 0,-6-13 3 0 0,0 0 0 0 0,0-1 1 0 0,0 1-1 0 0,1-1 0 0 0,-1 0 0 0 0,0 0 0 0 0,1 0 0 0 0,0 0 0 0 0,-1 0 0 0 0,1 0 0 0 0,0-1 0 0 0,0 1 0 0 0,0-1 0 0 0,0 0 0 0 0,0 0 0 0 0,0 0 0 0 0,1 0 0 0 0,-1 0 0 0 0,0-1 0 0 0,0 1 0 0 0,0-1 0 0 0,1 0 0 0 0,-1 0 0 0 0,7-1 0 0 0,-3-1 12 0 0,1 0 0 0 0,-1 0-1 0 0,1 0 1 0 0,-1-1 0 0 0,0 0 0 0 0,0-1 0 0 0,0 1 0 0 0,-1-1-1 0 0,12-9 1 0 0,33-17-2 0 0,-49 29-52 0 0,-1 2 28 0 0,0-1 0 0 0,1 1 0 0 0,-1-1 0 0 0,0 1 0 0 0,0 0 0 0 0,1 0 0 0 0,-1-1 0 0 0,0 1 0 0 0,0 0 0 0 0,0 0 0 0 0,0 0 0 0 0,0 0 0 0 0,0 0 0 0 0,0 1 0 0 0,-1-1 0 0 0,1 0 0 0 0,0 0 0 0 0,-1 0 0 0 0,1 1 0 0 0,0-1 0 0 0,-1 0 0 0 0,0 1 0 0 0,1-1 0 0 0,-1 1 0 0 0,1 2 0 0 0,6 41-10 0 0,-6-40 5 0 0,0 14-4 0 0,-1 0 0 0 0,0 0 0 0 0,-1 0 0 0 0,-1 0 0 0 0,-1-1 0 0 0,-8 30 0 0 0,-43 106-20 0 0,50-143 33 0 0,-13 28 10 0 0,0-1 1 0 0,-3-1 0 0 0,-1-1-1 0 0,-34 44 1 0 0,49-73 176 0 0,1 0 0 0 0,-1-1 0 0 0,-1 1 1 0 0,1-2-1 0 0,-1 1 0 0 0,0-1 0 0 0,0 0 0 0 0,0 0 0 0 0,-1-1 0 0 0,0 0 1 0 0,0 0-1 0 0,-15 4 0 0 0,22-7-115 0 0,-1-1 0 0 0,1 0-1 0 0,-1 0 1 0 0,1 0 0 0 0,-1 0 0 0 0,1 0 0 0 0,-1 0 0 0 0,1 0-1 0 0,0 0 1 0 0,-1 0 0 0 0,1-1 0 0 0,-1 1 0 0 0,1 0-1 0 0,0-1 1 0 0,-1 0 0 0 0,1 1 0 0 0,0-1 0 0 0,-1 0 0 0 0,1 1-1 0 0,0-1 1 0 0,0 0 0 0 0,0 0 0 0 0,0 0 0 0 0,-2-2 0 0 0,2 1 10 0 0,-1-1 0 0 0,1 1 0 0 0,0-1 1 0 0,0 0-1 0 0,0 1 0 0 0,0-1 0 0 0,0 0 1 0 0,1 0-1 0 0,-1 0 0 0 0,1 0 0 0 0,-1-4 1 0 0,1-4 18 0 0,1 0 0 0 0,0 0 0 0 0,0 1 1 0 0,1-1-1 0 0,4-13 0 0 0,1 7-369 0 0,0 0-1 0 0,1 0 0 0 0,1 1 1 0 0,0 1-1 0 0,21-28 1 0 0,17-12-3057 0 0,1 4-4623 0 0,-31 34 4011 0 0</inkml:trace>
</inkml:ink>
</file>

<file path=ppt/ink/ink5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7:45.3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0 140 616 0 0,'0'0'1309'0'0,"2"-4"-31"0"0,1-1-877 0 0,1 1 0 0 0,-1 0 0 0 0,1 0 0 0 0,0 0-1 0 0,0 0 1 0 0,0 1 0 0 0,0-1 0 0 0,0 1 0 0 0,1 0 0 0 0,0 0 0 0 0,0 1 0 0 0,0-1 0 0 0,0 1-1 0 0,9-2 1 0 0,88-24 2127 0 0,-73 22-1799 0 0,33-9 716 0 0,0 2 0 0 0,1 4 0 0 0,82-3 0 0 0,-142 12-1476 0 0,-3 0-28 0 0,0 0 0 0 0,0 0 0 0 0,1 0 0 0 0,-1 0 0 0 0,0 0 0 0 0,0 0 0 0 0,0 0 0 0 0,0 0 0 0 0,1 0 0 0 0,-1 0 1 0 0,0 0-1 0 0,0 1 0 0 0,0-1 0 0 0,0 0 0 0 0,1 0 0 0 0,-1 0 0 0 0,0 0 0 0 0,0 0 0 0 0,0 0 0 0 0,0 1 0 0 0,0-1 0 0 0,1 0 0 0 0,-1 0 0 0 0,0 0 0 0 0,0 0 0 0 0,0 1 0 0 0,0-1 0 0 0,0 0 0 0 0,0 0 0 0 0,0 0 0 0 0,0 0 0 0 0,0 1 0 0 0,0-1 0 0 0,0 0 0 0 0,0 0 0 0 0,0 0 0 0 0,0 1 0 0 0,0-1 0 0 0,0 0 0 0 0,0 0 0 0 0,0 0 0 0 0,0 1 0 0 0,0-1 0 0 0,0 0 0 0 0,0 0 0 0 0,0 0 0 0 0,0 1 0 0 0,0-1 0 0 0,0 0 0 0 0,0 0 0 0 0,-1 0 0 0 0,1 0 0 0 0,0 1 0 0 0,0-1 0 0 0,0 0 0 0 0,0 0 0 0 0,-17 13-1284 0 0,-31 12-2034 0 0,15-14-462 0 0,4 0 294 0 0</inkml:trace>
</inkml:ink>
</file>

<file path=ppt/ink/ink5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7:49.0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103 268 360 0 0,'7'-38'4084'0'0,"6"-42"2153"0"0,-12 78-5856 0 0,0 31 1563 0 0,-3 21-1636 0 0,-17 93 0 0 0,8-72-163 0 0,-18 60 228 0 0,29-131-348 0 0,0 0-1 0 0,0 0 1 0 0,0 1-1 0 0,0-1 1 0 0,0 0-1 0 0,-1 1 1 0 0,1-1-1 0 0,0 0 1 0 0,0 1 0 0 0,0-1-1 0 0,-1 0 1 0 0,1 0-1 0 0,0 1 1 0 0,0-1-1 0 0,-1 0 1 0 0,1 0-1 0 0,0 0 1 0 0,-1 0 0 0 0,1 1-1 0 0,0-1 1 0 0,-1 0-1 0 0,1 0 1 0 0,0 0-1 0 0,-1 0 1 0 0,1 0 0 0 0,0 0-1 0 0,-1 0 1 0 0,1 0-1 0 0,0 0 1 0 0,-1 0-1 0 0,1 0 1 0 0,0 0-1 0 0,-1 0 1 0 0,1 0 0 0 0,0 0-1 0 0,-1 0 1 0 0,1 0-1 0 0,0 0 1 0 0,-1 0-1 0 0,1-1 1 0 0,0 1 0 0 0,0 0-1 0 0,-1 0 1 0 0,1 0-1 0 0,0 0 1 0 0,-1-1-1 0 0,1 1 1 0 0,0 0-1 0 0,0 0 1 0 0,-1-1 0 0 0,-12-10-122 0 0,13 11 158 0 0,-4-5-41 0 0,1 1 1 0 0,0-1 0 0 0,0 0 0 0 0,0 0-1 0 0,0 0 1 0 0,1-1 0 0 0,0 1 0 0 0,0 0-1 0 0,0-1 1 0 0,1 0 0 0 0,0 1 0 0 0,-1-7-1 0 0,-4-66-97 0 0,6 74 69 0 0,0-34-81 0 0,2-1-1 0 0,1 0 1 0 0,10-44-1 0 0,-10 66 52 0 0,1 1-1 0 0,1-1 1 0 0,0 1 0 0 0,2 0-1 0 0,0 0 1 0 0,0 1 0 0 0,1 0-1 0 0,1 1 1 0 0,17-22-1 0 0,-25 34 22 0 0,1-1-1 0 0,0 1 0 0 0,0 0 0 0 0,0 0 0 0 0,0 0 1 0 0,0 0-1 0 0,1 0 0 0 0,-1 1 0 0 0,0-1 1 0 0,1 1-1 0 0,0 0 0 0 0,-1-1 0 0 0,1 1 1 0 0,0 0-1 0 0,-1 0 0 0 0,1 1 0 0 0,0-1 0 0 0,0 0 1 0 0,0 1-1 0 0,-1 0 0 0 0,1 0 0 0 0,0 0 1 0 0,0 0-1 0 0,0 0 0 0 0,0 0 0 0 0,0 1 1 0 0,0 0-1 0 0,-1-1 0 0 0,1 1 0 0 0,0 0 0 0 0,-1 0 1 0 0,1 1-1 0 0,0-1 0 0 0,-1 0 0 0 0,1 1 1 0 0,-1 0-1 0 0,3 2 0 0 0,8 8-18 0 0,0 0 0 0 0,-1 1 1 0 0,-1 0-1 0 0,0 1 0 0 0,10 18 0 0 0,1-1 21 0 0,150 228-157 0 0,-158-235 154 0 0,-5-11-200 0 0,-1 0-1 0 0,0 1 1 0 0,-2 0 0 0 0,1 0-1 0 0,-1 0 1 0 0,4 21 0 0 0,-10-34-201 0 0,1 0 355 0 0,-1-1 0 0 0,0 1 0 0 0,0 0 0 0 0,0-1 0 0 0,0 1 0 0 0,0 0 0 0 0,0 0 0 0 0,0-1-1 0 0,0 1 1 0 0,0 0 0 0 0,0 0 0 0 0,0-1 0 0 0,0 1 0 0 0,-1 0 0 0 0,1-1 0 0 0,0 1 0 0 0,0 0 0 0 0,-1-1 0 0 0,1 1 0 0 0,0 0 0 0 0,-1-1 0 0 0,1 1 0 0 0,-1-1-1 0 0,1 1 1 0 0,-1-1 0 0 0,1 1 0 0 0,-1-1 0 0 0,-1 2 0 0 0,2-1-294 0 0,-1 0 0 0 0,0 0 0 0 0,-1 0 0 0 0,1 0 1 0 0,0 0-1 0 0,0 0 0 0 0,0-1 0 0 0,-1 1 0 0 0,1 0 0 0 0,0-1 0 0 0,-1 1 0 0 0,1 0 0 0 0,0-1 0 0 0,-1 0 0 0 0,-1 1 0 0 0,-10-2-1990 0 0</inkml:trace>
</inkml:ink>
</file>

<file path=ppt/ink/ink5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7:49.3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0 107 312 0 0,'8'-6'876'0'0,"0"-1"-84"0"0,8-3-60 0 0,-2 1-80 0 0,12-1-72 0 0,-4-5-60 0 0,5 7-76 0 0,11-4-152 0 0,-12 5-160 0 0,2 0-172 0 0,2 4-100 0 0,-3-2-172 0 0,-2 3-496 0 0,-1 0-872 0 0,3-2 384 0 0</inkml:trace>
</inkml:ink>
</file>

<file path=ppt/ink/ink5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7:49.7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96 337 128 0 0,'0'0'2248'0'0,"-5"3"-1806"0"0,0 0-295 0 0,0 0 1 0 0,0 1 0 0 0,0 0 0 0 0,0 0 0 0 0,1 0 0 0 0,-1 1 0 0 0,1 0 0 0 0,0-1 0 0 0,1 1 0 0 0,-1 1-1 0 0,1-1 1 0 0,0 0 0 0 0,0 1 0 0 0,1 0 0 0 0,-3 8 0 0 0,-3 11 330 0 0,2 0 0 0 0,-5 35 0 0 0,10-56-417 0 0,1 1 0 0 0,0 0 0 0 0,1-1-1 0 0,-1 1 1 0 0,1-1 0 0 0,0 1 0 0 0,1 4 0 0 0,2 14 961 0 0,17-35-741 0 0,-14 5-233 0 0,-1 1 1 0 0,-1-1-1 0 0,1 0 1 0 0,-1 0-1 0 0,0-1 0 0 0,-1 1 1 0 0,0-1-1 0 0,0 0 0 0 0,0-1 1 0 0,-1 1-1 0 0,3-13 1 0 0,-1 6-4 0 0,6-18 16 0 0,-2 1 0 0 0,-1-2 0 0 0,-2 1 0 0 0,-1-1 0 0 0,-1 0 0 0 0,-2 0 0 0 0,-2 0-1 0 0,-1 0 1 0 0,-1 0 0 0 0,-8-36 0 0 0,-5 13 1745 0 0,11 53-687 0 0,5 31-1003 0 0,5 9-48 0 0,2 1 1 0 0,1-1-1 0 0,1-1 0 0 0,3 0 0 0 0,27 56 0 0 0,-3-5-1172 0 0,-31-67 249 0 0,-5-15-6 0 0,0 0 0 0 0,0 0 0 0 0,0-1 1 0 0,1 1-1 0 0,0 0 0 0 0,0 0 0 0 0,4 5 0 0 0</inkml:trace>
</inkml:ink>
</file>

<file path=ppt/ink/ink5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7:53.0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46 664 0 0,'0'0'709'0'0,"6"-46"7635"0"0,-4 50-6844 0 0,1 20 68 0 0,4 57-1707 0 0,-1-13 195 0 0,-3-19-184 0 0,-3 71 0 0 0,-2-41 79 0 0,2-78 64 0 0,2 18 500 0 0,0-29 133 0 0,-1 5-623 0 0,-1 0-1 0 0,1 0 1 0 0,1 0-1 0 0,-1 1 1 0 0,1-1-1 0 0,-1 0 1 0 0,4-4-1 0 0,-4 8-57 0 0,0-3 6 0 0,1 0 1 0 0,0 0 0 0 0,0 0-1 0 0,0 1 1 0 0,0-1-1 0 0,0 1 1 0 0,1 0-1 0 0,0 0 1 0 0,-1 0-1 0 0,1 0 1 0 0,0 0 0 0 0,1 0-1 0 0,-1 1 1 0 0,7-4-1 0 0,4-6-61 0 0,-8 7 53 0 0,0 0-1 0 0,0 0 1 0 0,1 0-1 0 0,-1 1 0 0 0,1 0 1 0 0,12-5-1 0 0,-17 8 31 0 0,0 0-9 0 0,1 0-5 0 0,0 1 0 0 0,0-1 0 0 0,0 0 0 0 0,0 1 0 0 0,0-1 1 0 0,0 1-1 0 0,0 0 0 0 0,0 0 0 0 0,0 0 0 0 0,0 1 0 0 0,0-1 1 0 0,5 2-1 0 0,109 62-45 0 0,-116-63 84 0 0,32-17 277 0 0,-10-13-105 0 0,-19 25-115 0 0,0 0 0 0 0,0-1 0 0 0,0 0 0 0 0,-1 1 0 0 0,0-1 1 0 0,0-1-1 0 0,-1 1 0 0 0,1 0 0 0 0,-1-1 0 0 0,2-6 0 0 0,-4 11-75 0 0,0 0 0 0 0,0 0-1 0 0,0 0 1 0 0,0 1 0 0 0,0-1 0 0 0,1 0-1 0 0,-1 0 1 0 0,0 0 0 0 0,0 0 0 0 0,1 1-1 0 0,-1-1 1 0 0,1 0 0 0 0,-1 0 0 0 0,0 1-1 0 0,1-1 1 0 0,-1 0 0 0 0,1 1-1 0 0,0-1 1 0 0,-1 0 0 0 0,1 1 0 0 0,0-1-1 0 0,-1 1 1 0 0,1-1 0 0 0,0 1 0 0 0,-1-1-1 0 0,1 1 1 0 0,0 0 0 0 0,0-1 0 0 0,0 1-1 0 0,-1 0 1 0 0,1 0 0 0 0,0-1-1 0 0,1 1 1 0 0,-1 1-55 0 0,0-1 1 0 0,-1 0-1 0 0,1 1 0 0 0,0-1 0 0 0,0 1 0 0 0,-1-1 1 0 0,1 1-1 0 0,0-1 0 0 0,0 1 0 0 0,-1 0 0 0 0,1-1 1 0 0,-1 1-1 0 0,1 0 0 0 0,-1 0 0 0 0,1-1 0 0 0,-1 1 0 0 0,1 0 1 0 0,-1 0-1 0 0,0 0 0 0 0,1 0 0 0 0,-1 0 0 0 0,0-1 1 0 0,0 1-1 0 0,0 0 0 0 0,1 0 0 0 0,-1 0 0 0 0,0 0 1 0 0,0 0-1 0 0,0 0 0 0 0,-1 1 0 0 0,1 0-562 0 0,1 15-1168 0 0,-2-7-3564 0 0</inkml:trace>
</inkml:ink>
</file>

<file path=ppt/ink/ink5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7:53.4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39 308 0 0,'-2'-28'4895'0'0,"1"18"-6788"0"0</inkml:trace>
</inkml:ink>
</file>

<file path=ppt/ink/ink5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7:53.8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1 204 0 0,'7'0'5839'0'0,"1"19"-5476"0"0,-1 0 0 0 0,-1 1 0 0 0,-1-1 0 0 0,-1 1 0 0 0,3 32 0 0 0,-5-20 16 0 0,-2 1 0 0 0,-2 0-1 0 0,-6 44 1 0 0,3-41 7 0 0,2-25-214 0 0,3-10-123 0 0,-1-1 1 0 0,1 1 0 0 0,-1 0 0 0 0,1-1 0 0 0,0 1 0 0 0,-1 0-1 0 0,1-1 1 0 0,0 1 0 0 0,-1 0 0 0 0,1 0 0 0 0,0-1-1 0 0,0 1 1 0 0,0 0 0 0 0,0 0 0 0 0,0-1 0 0 0,0 1-1 0 0,0 0 1 0 0,0 0 0 0 0,0 0 0 0 0,0-1 0 0 0,0 1 0 0 0,0 0-1 0 0,0 0 1 0 0,1-1 0 0 0,-1 1 0 0 0,0 0 0 0 0,1 0-1 0 0,11-7 30 0 0,0 0-1 0 0,0-1 0 0 0,-1-1 0 0 0,1 0 0 0 0,-2-1 0 0 0,14-13 1 0 0,57-64 442 0 0,-81 86-518 0 0,0-1-1 0 0,0 1 1 0 0,0 0-1 0 0,0 0 1 0 0,0-1 0 0 0,0 1-1 0 0,0 0 1 0 0,0 0-1 0 0,0 0 1 0 0,0-1 0 0 0,0 1-1 0 0,0 0 1 0 0,0 0-1 0 0,1 0 1 0 0,-1-1-1 0 0,0 1 1 0 0,0 0 0 0 0,0 0-1 0 0,0 0 1 0 0,1-1-1 0 0,-1 1 1 0 0,0 0-1 0 0,0 0 1 0 0,0 0 0 0 0,0 0-1 0 0,1 0 1 0 0,-1 0-1 0 0,0 0 1 0 0,0-1 0 0 0,1 1-1 0 0,-1 0 1 0 0,0 0-1 0 0,0 0 1 0 0,0 0-1 0 0,1 0 1 0 0,-1 0 0 0 0,0 0-1 0 0,0 0 1 0 0,1 0-1 0 0,-1 0 1 0 0,0 0-1 0 0,0 0 1 0 0,1 0 0 0 0,-1 1-1 0 0,0-1 1 0 0,0 0-1 0 0,0 0 1 0 0,1 0-1 0 0,-1 0 1 0 0,0 0 0 0 0,0 0-1 0 0,0 0 1 0 0,1 1-1 0 0,-1-1 1 0 0,0 19 3 0 0,0-13-11 0 0,-1 0 1 0 0,1-1 0 0 0,0 1-1 0 0,1 0 1 0 0,-1-1 0 0 0,1 1-1 0 0,0 0 1 0 0,1-1 0 0 0,2 8-1 0 0,-1-9-116 0 0,0 0-1 0 0,1 0 1 0 0,-1 0-1 0 0,1-1 1 0 0,0 0 0 0 0,0 1-1 0 0,0-1 1 0 0,0 0-1 0 0,0-1 1 0 0,1 1-1 0 0,-1-1 1 0 0,8 2 0 0 0,34 11-6595 0 0,-35-14 4145 0 0</inkml:trace>
</inkml:ink>
</file>

<file path=ppt/ink/ink5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7:56.0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157 72 856 0 0,'3'-10'1544'0'0,"0"3"-200"0"0,-1 1-1 0 0,-1 0 1 0 0,1-1 0 0 0,-1 1 0 0 0,0 0-1 0 0,-1-1 1 0 0,1-9 0 0 0,-29 24-1155 0 0,16-3-192 0 0,1 1-1 0 0,0 0 0 0 0,0 1 1 0 0,1 0-1 0 0,0 1 0 0 0,0 0 1 0 0,1 1-1 0 0,0-1 0 0 0,0 2 1 0 0,1 0-1 0 0,0 0 1 0 0,-9 16-1 0 0,16-25-6 0 0,0 0 0 0 0,1 0 0 0 0,-1 0 0 0 0,0 0 0 0 0,1 0 0 0 0,-1 0 0 0 0,1 0 0 0 0,-1 0 0 0 0,1 0-1 0 0,0 0 1 0 0,-1 1 0 0 0,1-1 0 0 0,0 0 0 0 0,0 0 0 0 0,0 0 0 0 0,0 1 0 0 0,0-1 0 0 0,0 0 0 0 0,0 2 0 0 0,0-3 5 0 0,1 1-1 0 0,-1-1 1 0 0,1 1-1 0 0,-1-1 1 0 0,1 1-1 0 0,-1-1 1 0 0,1 1-1 0 0,-1-1 1 0 0,1 1-1 0 0,0-1 1 0 0,-1 0-1 0 0,1 1 1 0 0,-1-1 0 0 0,1 0-1 0 0,0 0 1 0 0,-1 1-1 0 0,1-1 1 0 0,0 0-1 0 0,-1 0 1 0 0,1 0-1 0 0,0 0 1 0 0,-1 0-1 0 0,2 0 1 0 0,3 0-11 0 0,-1 0 1 0 0,0-1-1 0 0,0 0 1 0 0,0 1-1 0 0,0-2 1 0 0,1 1 0 0 0,-1 0-1 0 0,0-1 1 0 0,4-2-1 0 0,98-59-477 0 0,-105 62 419 0 0,8 4-306 0 0,-8-3 362 0 0,0 0 0 0 0,0 0 0 0 0,0 0 0 0 0,0 1 0 0 0,0-1 0 0 0,0 0 0 0 0,-1 0 0 0 0,1 1 0 0 0,0-1 0 0 0,0 1 0 0 0,0-1 0 0 0,0 1 0 0 0,-1-1 0 0 0,1 1 0 0 0,0-1 0 0 0,0 1 0 0 0,-1-1 0 0 0,1 1 0 0 0,0 0 0 0 0,-1 0 0 0 0,1-1 0 0 0,0 2 0 0 0,1 2-66 0 0,1 0 1 0 0,-1 0-1 0 0,1-1 1 0 0,0 1-1 0 0,0-1 0 0 0,1 0 1 0 0,-1 0-1 0 0,1 0 1 0 0,-1 0-1 0 0,1-1 1 0 0,0 1-1 0 0,0-1 1 0 0,5 2-1 0 0,-6-3 64 0 0,0-1 1 0 0,0 0-1 0 0,1 0 0 0 0,-1 0 1 0 0,0 0-1 0 0,0-1 0 0 0,0 1 0 0 0,0-1 1 0 0,-1 0-1 0 0,1 0 0 0 0,0 0 0 0 0,0 0 1 0 0,0 0-1 0 0,-1-1 0 0 0,1 1 1 0 0,0-1-1 0 0,-1 0 0 0 0,0 0 0 0 0,1 0 1 0 0,-1 0-1 0 0,3-3 0 0 0,116-87-194 0 0,-119 91 211 0 0,-1 1 0 0 0,0-1 0 0 0,1 0 0 0 0,-1 1 0 0 0,1-1 0 0 0,-1 1 0 0 0,1-1 0 0 0,-1 1 0 0 0,1 0 0 0 0,-1 0 0 0 0,1 0 0 0 0,-1-1 0 0 0,1 1 0 0 0,-1 1 0 0 0,1-1 0 0 0,-1 0 0 0 0,1 0 0 0 0,-1 1 0 0 0,1-1 0 0 0,-1 0 0 0 0,1 1 0 0 0,-1 0 0 0 0,1-1 0 0 0,-1 1 0 0 0,0 0 0 0 0,3 1 0 0 0,35 30-778 0 0,-26-20-732 0 0,-11-11 1135 0 0,4 6-2828 0 0,0 2 1143 0 0</inkml:trace>
</inkml:ink>
</file>

<file path=ppt/ink/ink5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7:56.5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86 10 508 0 0,'0'0'5861'0'0,"0"0"-5780"0"0,0-1 0 0 0,-1 1 0 0 0,1 0 0 0 0,0-1 0 0 0,0 1 0 0 0,-1-1 0 0 0,1 1 0 0 0,0 0 0 0 0,-1 0 0 0 0,1-1 0 0 0,0 1 0 0 0,-1 0 0 0 0,1 0 0 0 0,-1-1 0 0 0,1 1 0 0 0,-1 0 0 0 0,1 0 0 0 0,0 0 0 0 0,-1 0 0 0 0,1-1 0 0 0,-1 1 0 0 0,1 0 0 0 0,-1 0 0 0 0,1 0 0 0 0,-1 0 0 0 0,1 0 0 0 0,-1 0 0 0 0,1 0 0 0 0,0 0 0 0 0,-1 1 0 0 0,0-1 0 0 0,-62 40 1836 0 0,61-38-1808 0 0,-1 1-76 0 0,-1 9 264 0 0,3-11-306 0 0,68-1-845 0 0,-65 0 774 0 0,46 17-368 0 0,-41-16 423 0 0,1 1 0 0 0,0-2 1 0 0,0 1-1 0 0,0-1 0 0 0,0 0 1 0 0,0-1-1 0 0,-1 0 0 0 0,1 0 1 0 0,0 0-1 0 0,0-1 1 0 0,-1 0-1 0 0,1-1 0 0 0,-1 0 1 0 0,0 0-1 0 0,0-1 0 0 0,0 1 1 0 0,0-2-1 0 0,0 1 0 0 0,-1-1 1 0 0,9-8-1 0 0,-11 10 77 0 0,-1-1 0 0 0,1 1-1 0 0,1 0 1 0 0,-1 0 0 0 0,0 1-1 0 0,1-1 1 0 0,-1 1 0 0 0,1 0 0 0 0,0 0-1 0 0,7-2 1 0 0,-10 4-31 0 0,46-2 97 0 0,-7 4-203 0 0,5 0-5856 0 0,-31-1 3639 0 0</inkml:trace>
</inkml:ink>
</file>

<file path=ppt/ink/ink5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8:01.0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11 134 680 0 0,'-5'64'7106'0'0,"4"16"-6537"0"0,1-29-43 0 0,0-37 39 0 0,-4 38 923 0 0,4-50-990 0 0,1 0-68 0 0,1 4-527 0 0,1-9 2015 0 0,70-274-1301 0 0,-63 255-772 0 0,-10 22 140 0 0,0 0 1 0 0,0 0-1 0 0,1-1 0 0 0,-1 1 1 0 0,0 0-1 0 0,0 0 1 0 0,1 0-1 0 0,-1-1 1 0 0,0 1-1 0 0,1 0 1 0 0,-1 0-1 0 0,0 0 1 0 0,1 0-1 0 0,-1 0 1 0 0,0 0-1 0 0,1-1 1 0 0,-1 1-1 0 0,0 0 0 0 0,1 0 1 0 0,-1 0-1 0 0,0 0 1 0 0,1 0-1 0 0,-1 1 1 0 0,0-1-1 0 0,1 0 1 0 0,-1 0-1 0 0,0 0 1 0 0,1 0-1 0 0,-1 0 1 0 0,0 0-1 0 0,1 1 1 0 0,22 28-745 0 0,-14-15 879 0 0,-4-6-176 0 0,1 0 0 0 0,0-1-1 0 0,0 1 1 0 0,1-1 0 0 0,0 0-1 0 0,9 6 1 0 0,-14-11 46 0 0,1 0 0 0 0,0-1-1 0 0,0 1 1 0 0,0 0 0 0 0,-1-1 0 0 0,2 0-1 0 0,-1 0 1 0 0,0 0 0 0 0,0 0-1 0 0,0 0 1 0 0,0 0 0 0 0,1-1 0 0 0,-1 0-1 0 0,0 0 1 0 0,1 0 0 0 0,-1 0 0 0 0,0 0-1 0 0,0 0 1 0 0,1-1 0 0 0,-1 0-1 0 0,4-1 1 0 0,5-3 2 0 0,0 0 0 0 0,-1-1 0 0 0,1 0 0 0 0,-1-1 0 0 0,0 0 0 0 0,-1-1 0 0 0,0 0 0 0 0,9-10 0 0 0,5-8 47 0 0,32-46 0 0 0,-43 55 8 0 0,9-13 629 0 0,-29 52-677 0 0,0 1 0 0 0,2 0-1 0 0,1 0 1 0 0,-2 41 0 0 0,5-55-2 0 0,1-1 0 0 0,1 1-1 0 0,-1-1 1 0 0,1 0 0 0 0,1 1-1 0 0,0-1 1 0 0,0 0 0 0 0,0 0 0 0 0,1 0-1 0 0,0 0 1 0 0,1 0 0 0 0,0-1 0 0 0,0 1-1 0 0,0-1 1 0 0,1 0 0 0 0,0-1-1 0 0,9 10 1 0 0,-10-12-6 0 0,0-1-1 0 0,1 1 0 0 0,-1-1 1 0 0,1 0-1 0 0,0 0 0 0 0,-1-1 1 0 0,1 0-1 0 0,1 0 0 0 0,-1 0 1 0 0,0 0-1 0 0,0-1 0 0 0,1 1 1 0 0,-1-2-1 0 0,0 1 0 0 0,8 0 1 0 0,-5-1-10 0 0,1-1 0 0 0,-1 0 0 0 0,1-1 0 0 0,-1 1 0 0 0,0-2 0 0 0,0 1 0 0 0,0-1 0 0 0,0 0 0 0 0,9-5 0 0 0,-4 0 56 0 0,1 0-1 0 0,-1-1 0 0 0,-1-1 0 0 0,0 0 1 0 0,0 0-1 0 0,-1-1 0 0 0,0-1 0 0 0,-1 1 0 0 0,0-2 1 0 0,9-15-1 0 0,-18 27-27 0 0,-1 1 0 0 0,0 0 1 0 0,1-1-1 0 0,-1 1 0 0 0,1 0 1 0 0,-1-1-1 0 0,0 1 0 0 0,1-1 1 0 0,-1 1-1 0 0,0-1 0 0 0,1 1 1 0 0,-1-1-1 0 0,0 1 0 0 0,0-1 1 0 0,0 1-1 0 0,1-1 0 0 0,-1 1 0 0 0,0-1 1 0 0,0 1-1 0 0,0-1 0 0 0,0 1 1 0 0,0-1-1 0 0,0 0 0 0 0,0 1 1 0 0,0-1-1 0 0,0 1 0 0 0,0-1 1 0 0,0 1-1 0 0,0-1 0 0 0,-1 1 1 0 0,1-1-1 0 0,0 1 0 0 0,0-1 0 0 0,-1 1 1 0 0,1-1-1 0 0,0 1 0 0 0,0-1 1 0 0,-1 1-1 0 0,1-1 0 0 0,-1 1 1 0 0,1 0-1 0 0,0-1 0 0 0,-1 1 1 0 0,1 0-1 0 0,-1-1 0 0 0,1 1 0 0 0,-1 0 1 0 0,1-1-1 0 0,-1 1 0 0 0,1 0 1 0 0,-1 0-1 0 0,1 0 0 0 0,-1 0 1 0 0,1-1-1 0 0,-1 1 0 0 0,1 0 1 0 0,-2 0-1 0 0,0 0-10 0 0,-1 0 1 0 0,0 1-1 0 0,1-1 1 0 0,-1 0 0 0 0,1 1-1 0 0,-1 0 1 0 0,1-1-1 0 0,0 1 1 0 0,-1 0-1 0 0,-3 3 1 0 0,-1 0-10 0 0,1 0 0 0 0,0 1 0 0 0,0 0 1 0 0,1 0-1 0 0,-1 0 0 0 0,1 0 0 0 0,-8 13 0 0 0,11-16 10 0 0,1 1 0 0 0,0 0 0 0 0,-1 0-1 0 0,1 0 1 0 0,1 0 0 0 0,-1 0 0 0 0,0 0-1 0 0,1 0 1 0 0,0 1 0 0 0,-1-1 0 0 0,1 0-1 0 0,1 0 1 0 0,-1 0 0 0 0,0 0-1 0 0,1 0 1 0 0,-1 1 0 0 0,1-1 0 0 0,0 0-1 0 0,0 0 1 0 0,0 0 0 0 0,2 2 0 0 0,1 2-4 0 0,0-1 1 0 0,0 0 0 0 0,0-1 0 0 0,0 1 0 0 0,1-1-1 0 0,0 0 1 0 0,0 0 0 0 0,1 0 0 0 0,-1-1-1 0 0,1 0 1 0 0,0 0 0 0 0,0 0 0 0 0,1-1 0 0 0,-1 0-1 0 0,0 0 1 0 0,1-1 0 0 0,0 1 0 0 0,0-1-1 0 0,0-1 1 0 0,0 0 0 0 0,0 0 0 0 0,0 0 0 0 0,8 0-1 0 0,1-1-83 0 0,1 1 0 0 0,0-2 0 0 0,0 0-1 0 0,-1-2 1 0 0,1 1 0 0 0,-1-2-1 0 0,0 0 1 0 0,30-12 0 0 0,-33 8 107 0 0,0 1 1 0 0,0-2-1 0 0,-1 0 0 0 0,0 0 1 0 0,0-2-1 0 0,-1 1 1 0 0,0-1-1 0 0,-1-1 0 0 0,-1 0 1 0 0,0 0-1 0 0,14-24 1 0 0,-23 35 4 0 0,0 1 0 0 0,0 0 0 0 0,0-1 1 0 0,0 1-1 0 0,0 0 0 0 0,0-1 1 0 0,0 1-1 0 0,0 0 0 0 0,1-1 1 0 0,-1 1-1 0 0,0 0 0 0 0,0 0 0 0 0,0-1 1 0 0,1 1-1 0 0,-1 0 0 0 0,0 0 1 0 0,0-1-1 0 0,0 1 0 0 0,1 0 1 0 0,-1 0-1 0 0,0 0 0 0 0,0-1 0 0 0,1 1 1 0 0,-1 0-1 0 0,0 0 0 0 0,1 0 1 0 0,-1 0-1 0 0,0 0 0 0 0,1 0 1 0 0,-1-1-1 0 0,0 1 0 0 0,1 0 0 0 0,-1 0 1 0 0,0 0-1 0 0,1 0 0 0 0,-1 0 1 0 0,0 0-1 0 0,1 1 0 0 0,4 13 329 0 0,-2 43-452 0 0,-2-32 247 0 0,3 4 70 0 0</inkml:trace>
</inkml:ink>
</file>

<file path=ppt/ink/ink5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8:01.4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47 528 0 0,'-8'-40'9741'0'0,"8"34"-12433"0"0,11 23-175 0 0,-8-12 217 0 0</inkml:trace>
</inkml:ink>
</file>

<file path=ppt/ink/ink5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8:01.7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0 720 0 0,'1'28'2996'0'0,"2"-13"-2162"0"0,-3-10-478 0 0,0 0 0 0 0,1-1 0 0 0,0 1 0 0 0,0 0 0 0 0,0-1 0 0 0,0 1 0 0 0,1-1 0 0 0,0 1 0 0 0,0-1 0 0 0,0 0 0 0 0,0 1 0 0 0,1-1 0 0 0,4 5 849 0 0,15-17-469 0 0,16-17 517 0 0,-35 22-1106 0 0,0 0 1 0 0,1 1-1 0 0,-1-1 0 0 0,1 1 1 0 0,0 0-1 0 0,0 0 0 0 0,8-3 1 0 0,-11 4 22 0 0,14 3 253 0 0,-14-3-423 0 0,1 1 1 0 0,-1 0-1 0 0,1 0 1 0 0,0 0 0 0 0,-1 0-1 0 0,1 0 1 0 0,-1 0 0 0 0,1 0-1 0 0,-1 0 1 0 0,1 1-1 0 0,-1-1 1 0 0,1 1 0 0 0,-1-1-1 0 0,0 1 1 0 0,1-1 0 0 0,-1 1-1 0 0,0 0 1 0 0,1 0-1 0 0,-1 0 1 0 0,0 0 0 0 0,0 0-1 0 0,2 1 1 0 0,17 28-1175 0 0,9 11-6553 0 0,-22-34 4766 0 0</inkml:trace>
</inkml:ink>
</file>

<file path=ppt/ink/ink5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8:03.0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198 50 140 0 0,'0'0'8079'0'0,"-1"-3"-7743"0"0,-7-15 1153 0 0,-8-10 2069 0 0,10 27-3521 0 0,1 1 0 0 0,0 0 0 0 0,0 0 1 0 0,0 1-1 0 0,0-1 0 0 0,0 1 0 0 0,0 0 0 0 0,0 1 0 0 0,0-1 1 0 0,0 1-1 0 0,1 0 0 0 0,-1 0 0 0 0,1 0 0 0 0,-1 1 0 0 0,1 0 1 0 0,-5 3-1 0 0,2-2 10 0 0,0 1 0 0 0,1 0-1 0 0,0-1 1 0 0,0 2 0 0 0,0-1 0 0 0,1 1 0 0 0,0 0 0 0 0,0 0-1 0 0,0 0 1 0 0,1 1 0 0 0,-4 8 0 0 0,-4 17 148 0 0,12-30-148 0 0,-1-2-36 0 0,1 1 1 0 0,0-1-1 0 0,-1 1 1 0 0,1-1-1 0 0,0 1 1 0 0,0-1-1 0 0,-1 1 0 0 0,1-1 1 0 0,0 1-1 0 0,0-1 1 0 0,0 1-1 0 0,0-1 0 0 0,0 1 1 0 0,0 0-1 0 0,0-1 1 0 0,0 1-1 0 0,0-1 1 0 0,0 1-1 0 0,0-1 0 0 0,0 1 1 0 0,0-1-1 0 0,0 1 1 0 0,1-1-1 0 0,-1 1 0 0 0,0-1 1 0 0,0 1-1 0 0,1-1 1 0 0,-1 1-1 0 0,0-1 0 0 0,1 1 1 0 0,-1-1-1 0 0,0 1 1 0 0,1-1-1 0 0,-1 0 1 0 0,0 1-1 0 0,1-1 0 0 0,-1 0 1 0 0,1 1-1 0 0,-1-1 1 0 0,1 0-1 0 0,-1 1 0 0 0,1-1 1 0 0,-1 0-1 0 0,1 0 1 0 0,-1 0-1 0 0,1 0 1 0 0,0 1-1 0 0,-1-1 0 0 0,1 0 1 0 0,63-37 211 0 0,-51 28-270 0 0,-1 1 1 0 0,1 0-1 0 0,0 2 1 0 0,27-11-1 0 0,-38 16-1 0 0,-1 1-19 0 0,0 0 53 0 0,0 0 1 0 0,0 0-1 0 0,1 0 0 0 0,-1 0 1 0 0,0 0-1 0 0,0 0 1 0 0,0 0-1 0 0,0 0 0 0 0,0 1 1 0 0,0-1-1 0 0,0 0 1 0 0,0 1-1 0 0,0-1 0 0 0,0 1 1 0 0,0-1-1 0 0,0 1 1 0 0,0 0-1 0 0,0-1 0 0 0,0 1 1 0 0,0 0-1 0 0,0-1 1 0 0,-1 1-1 0 0,1 0 1 0 0,0 0-1 0 0,-1 0 0 0 0,2 1 1 0 0,-2-1-1 0 0,-10-13-2630 0 0,7 9 2621 0 0</inkml:trace>
</inkml:ink>
</file>

<file path=ppt/ink/ink5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8:04.1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191 23 8 0 0,'0'0'1463'0'0,"-24"-23"5376"0"0,16 24-6602 0 0,-1 0-1 0 0,1 0 0 0 0,-1 1 1 0 0,1 0-1 0 0,0 0 1 0 0,0 1-1 0 0,0 0 0 0 0,0 1 1 0 0,0-1-1 0 0,1 1 1 0 0,-1 1-1 0 0,1 0 1 0 0,0 0-1 0 0,1 0 0 0 0,-1 1 1 0 0,1 0-1 0 0,0 0 1 0 0,1 0-1 0 0,-9 12 1 0 0,13-15-194 0 0,-1 0 0 0 0,0 0 0 0 0,1 0 1 0 0,0 1-1 0 0,0-1 0 0 0,0 0 1 0 0,0 1-1 0 0,1-1 0 0 0,-1 0 0 0 0,1 1 1 0 0,0-1-1 0 0,0 1 0 0 0,0-1 1 0 0,0 1-1 0 0,2 6 0 0 0,-2-8 47 0 0,3-1-67 0 0,-1 0-1 0 0,1 0 0 0 0,-1-1 0 0 0,1 1 0 0 0,0-1 1 0 0,-1 0-1 0 0,1 0 0 0 0,-1 0 0 0 0,1 0 1 0 0,0 0-1 0 0,-1 0 0 0 0,1-1 0 0 0,-1 1 1 0 0,1-1-1 0 0,-1 0 0 0 0,4-1 0 0 0,46-23-58 0 0,-17 7-77 0 0,-17 10 45 0 0,-13 6 33 0 0,0-1 0 0 0,0 0 0 0 0,0 1-1 0 0,0 0 1 0 0,0 0 0 0 0,0 1 0 0 0,1 0 0 0 0,-1 0 0 0 0,0 0-1 0 0,1 0 1 0 0,-1 1 0 0 0,1 0 0 0 0,-1 0 0 0 0,1 0 0 0 0,-1 1 0 0 0,1 0-1 0 0,-1 0 1 0 0,0 0 0 0 0,1 0 0 0 0,-1 1 0 0 0,8 4 0 0 0,-9-4 44 0 0,0 0 15 0 0,0-1-1 0 0,0 1 1 0 0,-1 0-1 0 0,1 0 0 0 0,-1 0 1 0 0,0 1-1 0 0,1-1 1 0 0,-1 1-1 0 0,0 0 0 0 0,0 0 1 0 0,-1 0-1 0 0,1 0 1 0 0,2 4-1 0 0,-5-7 7 0 0,0 0 1 0 0,1 1-1 0 0,-1-1 0 0 0,0 0 1 0 0,1 0-1 0 0,-1 1 1 0 0,0-1-1 0 0,1 0 0 0 0,-1 0 1 0 0,0 0-1 0 0,1 0 1 0 0,-1 1-1 0 0,0-1 0 0 0,1 0 1 0 0,-1 0-1 0 0,0 0 0 0 0,1 0 1 0 0,-1 0-1 0 0,1 0 1 0 0,-1 0-1 0 0,0 0 0 0 0,1 0 1 0 0,-1 0-1 0 0,0 0 1 0 0,1 0-1 0 0,-1-1 0 0 0,1 1 1 0 0,-1 0-1 0 0,0 0 0 0 0,1 0 1 0 0,-1 0-1 0 0,0-1 1 0 0,1 1-1 0 0,-1 0 0 0 0,0 0 1 0 0,0-1-1 0 0,1 1 1 0 0,-1 0-1 0 0,0 0 0 0 0,0-1 1 0 0,1 1-1 0 0,-1 0 0 0 0,0-1 1 0 0,0 1-1 0 0,1-1 1 0 0,16-14 526 0 0,10-21 319 0 0,0 0-1188 0 0,-7 14-2850 0 0</inkml:trace>
</inkml:ink>
</file>

<file path=ppt/ink/ink5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8:05.0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85 204 488 0 0,'12'-34'7601'0'0,"-6"21"-1196"0"0,-4 45-5141 0 0,-4 60-2143 0 0,1-87 1223 0 0,0 34-316 0 0,0 23-115 0 0,-3 1 1 0 0,-14 70-1 0 0,9-70-73 0 0,8-61 149 0 0,1 5 454 0 0,0-7-434 0 0,0 0-1 0 0,0 0 0 0 0,0 0 1 0 0,0 0-1 0 0,0-1 1 0 0,0 1-1 0 0,0 0 0 0 0,0 0 1 0 0,0 0-1 0 0,0 0 1 0 0,0 0-1 0 0,0 0 0 0 0,-1 0 1 0 0,1 0-1 0 0,0 0 1 0 0,0 0-1 0 0,0 0 0 0 0,0 0 1 0 0,0 0-1 0 0,0 0 1 0 0,0 0-1 0 0,0 0 1 0 0,0 0-1 0 0,-1 0 0 0 0,1 0 1 0 0,0 0-1 0 0,0 0 1 0 0,0 0-1 0 0,0 0 0 0 0,0 0 1 0 0,0 0-1 0 0,0 0 1 0 0,0 0-1 0 0,-1 0 0 0 0,1 0 1 0 0,0 0-1 0 0,0 0 1 0 0,0 0-1 0 0,0 0 0 0 0,0 0 1 0 0,0 0-1 0 0,0 0 1 0 0,0 0-1 0 0,0 0 0 0 0,0 0 1 0 0,-1 0-1 0 0,1 1 1 0 0,0-1-1 0 0,0 0 0 0 0,0 0 1 0 0,0 0-1 0 0,0 0 1 0 0,0 0-1 0 0,0 0 0 0 0,0 0 1 0 0,0 0-1 0 0,0 0 1 0 0,0 0-1 0 0,0 1 0 0 0,-9-15 52 0 0,1-1 1 0 0,0 1-1 0 0,1-1 0 0 0,1-1 0 0 0,0 1 0 0 0,1-1 0 0 0,1 0 0 0 0,0 0 0 0 0,2 0 0 0 0,-1-1 0 0 0,2 1 0 0 0,0-1 0 0 0,3-26 0 0 0,-1 18-83 0 0,2 1 1 0 0,1-1-1 0 0,1 1 0 0 0,1 0 0 0 0,0 1 1 0 0,2 0-1 0 0,1 0 0 0 0,20-37 0 0 0,-18 42-27 0 0,1 0-1 0 0,1 1 0 0 0,0 0 0 0 0,20-18 0 0 0,-28 29 14 0 0,0 1 0 0 0,1 0-1 0 0,0 1 1 0 0,0 0 0 0 0,0-1-1 0 0,0 2 1 0 0,1-1 0 0 0,0 1-1 0 0,-1 0 1 0 0,1 0 0 0 0,0 1-1 0 0,1 0 1 0 0,-1 0 0 0 0,0 1-1 0 0,10-1 1 0 0,-14 2-2 0 0,0 0 0 0 0,0 0 0 0 0,0 1 0 0 0,0-1 1 0 0,0 0-1 0 0,0 1 0 0 0,0 0 0 0 0,0 0 0 0 0,0 0 0 0 0,0 0 0 0 0,0 0 0 0 0,-1 1 0 0 0,5 2 0 0 0,-6-3 6 0 0,0 0 0 0 0,0 0 0 0 0,1 0 0 0 0,-1 1 0 0 0,0-1-1 0 0,0 1 1 0 0,0-1 0 0 0,0 1 0 0 0,-1-1 0 0 0,1 1 0 0 0,0-1-1 0 0,-1 1 1 0 0,1-1 0 0 0,-1 1 0 0 0,1 0 0 0 0,-1 0 0 0 0,0-1-1 0 0,1 3 1 0 0,-2-1 2 0 0,1 1 0 0 0,-1-1 0 0 0,1 1-1 0 0,-1-1 1 0 0,0 1 0 0 0,0-1 0 0 0,0 0 0 0 0,-1 1-1 0 0,1-1 1 0 0,-1 0 0 0 0,0 0 0 0 0,0 0-1 0 0,0 0 1 0 0,0 0 0 0 0,-1-1 0 0 0,1 1 0 0 0,-1-1-1 0 0,1 1 1 0 0,-1-1 0 0 0,0 0 0 0 0,-3 2 0 0 0,-65 29-355 0 0,4-2-3399 0 0,64-30 3294 0 0,0 0-407 0 0,-9 10-5137 0 0</inkml:trace>
</inkml:ink>
</file>

<file path=ppt/ink/ink5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8:06.2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177 67 244 0 0,'26'-36'7195'0'0,"-25"36"-7033"0"0,-1-1 0 0 0,1 0 0 0 0,-1 0 0 0 0,1 0 0 0 0,-1 1 0 0 0,0-1 0 0 0,1 0 0 0 0,-1 0 0 0 0,0 0 1 0 0,0 1-1 0 0,0-1 0 0 0,0 0 0 0 0,1 0 0 0 0,-1 0 0 0 0,0 0 0 0 0,0 0 0 0 0,-1 0 0 0 0,1 1 0 0 0,0-1 0 0 0,0 0 1 0 0,0 0-1 0 0,-1 0 0 0 0,1 0 0 0 0,0 1 0 0 0,-1-1 0 0 0,1 0 0 0 0,0 0 0 0 0,-1 0 0 0 0,1 1 0 0 0,-1-1 0 0 0,0 0 1 0 0,1 1-1 0 0,-1-1 0 0 0,1 1 0 0 0,-2-2 0 0 0,-1 0 37 0 0,-7 3 5 0 0,0 0 0 0 0,0 1-1 0 0,-16 5 1 0 0,17-5-166 0 0,1 1-1 0 0,0 0 1 0 0,-1 1 0 0 0,1 0 0 0 0,1 0-1 0 0,-1 1 1 0 0,1 0 0 0 0,-1 0-1 0 0,1 1 1 0 0,1-1 0 0 0,-1 2 0 0 0,1-1-1 0 0,0 1 1 0 0,1 0 0 0 0,-1 0-1 0 0,1 0 1 0 0,1 1 0 0 0,0 0 0 0 0,0 0-1 0 0,-3 9 1 0 0,6-16-71 0 0,6 5-31 0 0,-5-5 63 0 0,0-1 0 0 0,1 1 0 0 0,-1-1 0 0 0,0 1 0 0 0,0-1 1 0 0,0 1-1 0 0,1-1 0 0 0,-1 1 0 0 0,0-1 0 0 0,1 0 0 0 0,-1 1 1 0 0,0-1-1 0 0,1 1 0 0 0,-1-1 0 0 0,1 0 0 0 0,-1 1 0 0 0,0-1 1 0 0,1 0-1 0 0,-1 1 0 0 0,1-1 0 0 0,-1 0 0 0 0,1 0 1 0 0,-1 0-1 0 0,1 1 0 0 0,-1-1 0 0 0,1 0 0 0 0,0 0 0 0 0,-1 0 1 0 0,1 0-1 0 0,-1 0 0 0 0,1 0 0 0 0,-1 0 0 0 0,1 0 0 0 0,-1 0 1 0 0,2 0-1 0 0,14-5-99 0 0,-1 0 1 0 0,0-1 0 0 0,1 0-1 0 0,-2-1 1 0 0,15-9 0 0 0,31-14-491 0 0,-60 29 578 0 0,1 1 0 0 0,-1 0-1 0 0,1 0 1 0 0,0-1 0 0 0,-1 1-1 0 0,1 0 1 0 0,0 0 0 0 0,-1 0-1 0 0,1 0 1 0 0,-1 0 0 0 0,1 0-1 0 0,0 0 1 0 0,-1 0 0 0 0,1 0-1 0 0,0 0 1 0 0,-1 0 0 0 0,1 0-1 0 0,0 0 1 0 0,-1 0 0 0 0,1 0-1 0 0,0 1 1 0 0,-1-1 0 0 0,1 0-1 0 0,-1 1 1 0 0,1-1 0 0 0,-1 0-1 0 0,1 1 1 0 0,0-1 0 0 0,-1 1-1 0 0,0-1 1 0 0,1 0 0 0 0,-1 1-1 0 0,1-1 1 0 0,-1 1 0 0 0,1 0-1 0 0,-1-1 1 0 0,0 1 0 0 0,0-1-1 0 0,1 1 1 0 0,-1 0 0 0 0,0-1-1 0 0,0 1 1 0 0,1 1 0 0 0,3 37-143 0 0,-2-13 86 0 0,4-6 84 0 0,-5-19-14 0 0,0-1 0 0 0,0 1 0 0 0,0 0 0 0 0,0-1-1 0 0,1 0 1 0 0,-1 1 0 0 0,0-1 0 0 0,0 1 0 0 0,0-1 0 0 0,1 0 0 0 0,-1 0 0 0 0,0 0 0 0 0,0 0 0 0 0,0 0 0 0 0,1 0-1 0 0,-1 0 1 0 0,0 0 0 0 0,0 0 0 0 0,1-1 0 0 0,-1 1 0 0 0,0 0 0 0 0,0-1 0 0 0,0 1 0 0 0,2-2 0 0 0,0 1 1 0 0,21-8-27 0 0,1-1 1 0 0,-2-1-1 0 0,38-24 0 0 0,-33 18-2 0 0,1 1 0 0 0,32-12 0 0 0,-44 20 16 0 0,-13 6-1 0 0,0 0 1 0 0,0 0-1 0 0,0 0 1 0 0,1 1-1 0 0,-1 0 1 0 0,0-1-1 0 0,7 1 1 0 0,-10 1 5 0 0,1 0 0 0 0,-1 1 1 0 0,0-1-1 0 0,1 1 0 0 0,-1-1 1 0 0,1 1-1 0 0,-1 0 0 0 0,0-1 1 0 0,0 1-1 0 0,1 0 0 0 0,-1 0 1 0 0,0 0-1 0 0,0 0 0 0 0,0 0 1 0 0,0 0-1 0 0,0 1 0 0 0,0-1 1 0 0,0 0-1 0 0,0 0 0 0 0,-1 1 1 0 0,1-1-1 0 0,0 0 0 0 0,0 2 1 0 0,2 3 3 0 0,-2-4 1 0 0,38 17-403 0 0,13-18-1873 0 0,-15-5-2483 0 0,-12 0 1850 0 0</inkml:trace>
</inkml:ink>
</file>

<file path=ppt/ink/ink5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8:09.0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319 280 276 0 0,'2'-10'1591'0'0,"0"2"-740"0"0,0 1-1 0 0,0-1 1 0 0,-1 1-1 0 0,0-1 1 0 0,-1-9-1 0 0,0 16-778 0 0,0 0 0 0 0,0-1 0 0 0,0 1 0 0 0,0 0 0 0 0,0 0-1 0 0,-1-1 1 0 0,1 1 0 0 0,0 0 0 0 0,-1 0 0 0 0,1 0 0 0 0,-1 0-1 0 0,1-1 1 0 0,-1 1 0 0 0,0 0 0 0 0,0 0 0 0 0,1 0 0 0 0,-1 0-1 0 0,0 0 1 0 0,0 0 0 0 0,0 1 0 0 0,0-1 0 0 0,0 0 0 0 0,0 0-1 0 0,0 1 1 0 0,0-1 0 0 0,0 0 0 0 0,-1 1 0 0 0,1-1 0 0 0,0 1-1 0 0,0 0 1 0 0,0-1 0 0 0,-1 1 0 0 0,1 0 0 0 0,0 0 0 0 0,0 0-1 0 0,-1 0 1 0 0,1 0 0 0 0,0 0 0 0 0,-1 0 0 0 0,0 0 0 0 0,-17 2 115 0 0,1 1 1 0 0,0 1 0 0 0,0 0 0 0 0,0 1 0 0 0,1 1 0 0 0,-33 16 0 0 0,40-17-136 0 0,0 0 1 0 0,0 1 0 0 0,1 1-1 0 0,0 0 1 0 0,0 0-1 0 0,0 0 1 0 0,1 1 0 0 0,0 0-1 0 0,0 1 1 0 0,1 0-1 0 0,1 0 1 0 0,-11 19-1 0 0,14-22-31 0 0,1-1 0 0 0,0 1 0 0 0,0 0-1 0 0,0 0 1 0 0,1 0 0 0 0,0 0 0 0 0,0 0-1 0 0,0 1 1 0 0,1-1 0 0 0,0 0 0 0 0,0 0-1 0 0,1 0 1 0 0,-1 0 0 0 0,1 1 0 0 0,1-1-1 0 0,-1 0 1 0 0,1 0 0 0 0,0-1-1 0 0,1 1 1 0 0,-1 0 0 0 0,1-1 0 0 0,0 1-1 0 0,0-1 1 0 0,1 0 0 0 0,0 0 0 0 0,0 0-1 0 0,0-1 1 0 0,0 1 0 0 0,1-1 0 0 0,0 0-1 0 0,-1 0 1 0 0,1-1 0 0 0,1 1 0 0 0,-1-1-1 0 0,1 0 1 0 0,-1-1 0 0 0,1 1 0 0 0,0-1-1 0 0,0 0 1 0 0,0-1 0 0 0,0 1-1 0 0,0-1 1 0 0,0 0 0 0 0,0-1 0 0 0,0 1-1 0 0,12-2 1 0 0,-3-1 4 0 0,0 0-1 0 0,0-2 1 0 0,0 0-1 0 0,0 0 1 0 0,0-1-1 0 0,-1-1 1 0 0,0 0-1 0 0,0-2 1 0 0,0 1-1 0 0,-1-1 1 0 0,0-1-1 0 0,-1 0 1 0 0,17-17-1 0 0,-20 17-34 0 0,0-1 0 0 0,-1 1 0 0 0,0-2 0 0 0,0 1 0 0 0,-1-1 0 0 0,0-1 0 0 0,-1 1 0 0 0,-1-1 0 0 0,0 0 0 0 0,0 0 0 0 0,-1-1 0 0 0,-1 0-1 0 0,0 1 1 0 0,0-1 0 0 0,-2 0 0 0 0,1-18 0 0 0,-2 23-19 0 0,-1 0 0 0 0,0-1 1 0 0,0 1-1 0 0,-1 0 0 0 0,-5-15 0 0 0,7 22 25 0 0,-1 1 1 0 0,1 0-1 0 0,0-1 0 0 0,0 1 1 0 0,0 0-1 0 0,-1-1 0 0 0,1 1 1 0 0,0 0-1 0 0,0-1 0 0 0,-1 1 1 0 0,1 0-1 0 0,0-1 0 0 0,-1 1 1 0 0,1 0-1 0 0,0 0 0 0 0,-1-1 1 0 0,1 1-1 0 0,0 0 1 0 0,-1 0-1 0 0,1 0 0 0 0,-1-1 1 0 0,1 1-1 0 0,0 0 0 0 0,-1 0 1 0 0,1 0-1 0 0,-1 0 0 0 0,1 0 1 0 0,0 0-1 0 0,-1 0 0 0 0,1 0 1 0 0,-1 0-1 0 0,1 0 0 0 0,-1 0 1 0 0,1 0-1 0 0,0 0 1 0 0,-1 0-1 0 0,1 1 0 0 0,-1-1 1 0 0,1 0-1 0 0,0 0 0 0 0,-1 1 1 0 0,-13 8-74 0 0,14-9 91 0 0,-1 1-20 0 0,0 1 0 0 0,0-1 0 0 0,0 1 0 0 0,0-1 1 0 0,0 1-1 0 0,0-1 0 0 0,1 1 0 0 0,-1-1 0 0 0,1 1 0 0 0,-1 0 1 0 0,1-1-1 0 0,0 1 0 0 0,-1 0 0 0 0,1 0 0 0 0,0-1 0 0 0,0 1 0 0 0,0 0 1 0 0,0-1-1 0 0,1 1 0 0 0,-1 0 0 0 0,0 0 0 0 0,1-1 0 0 0,-1 1 1 0 0,1-1-1 0 0,0 1 0 0 0,-1 0 0 0 0,1-1 0 0 0,0 1 0 0 0,0-1 0 0 0,1 2 1 0 0,32 44-150 0 0,-30-42 142 0 0,1-1 1 0 0,0 1 0 0 0,0-1-1 0 0,0-1 1 0 0,0 1-1 0 0,1-1 1 0 0,-1 1 0 0 0,1-2-1 0 0,0 1 1 0 0,0-1-1 0 0,0 1 1 0 0,0-2 0 0 0,0 1-1 0 0,1-1 1 0 0,-1 0-1 0 0,0 0 1 0 0,1 0 0 0 0,-1-1-1 0 0,1 0 1 0 0,7-2-1 0 0,-6 1 12 0 0,-1-1 1 0 0,1 0-1 0 0,0 0 0 0 0,-1-1 0 0 0,0 0 0 0 0,0 0 0 0 0,0-1 0 0 0,0 1 0 0 0,0-2 0 0 0,-1 1 0 0 0,1-1 0 0 0,-1 0 0 0 0,0 0 0 0 0,-1-1 0 0 0,1 0 0 0 0,4-7 0 0 0,6-8 87 0 0,-1 0-1 0 0,-1-1 1 0 0,-1 0 0 0 0,-1-2-1 0 0,-2 1 1 0 0,17-50-1 0 0,-23 58 165 0 0,1-14 485 0 0,-26 114-358 0 0,-111 348-61 0 0,79-244 107 0 0,5-24 235 0 0,48-163-574 0 0,0 0-1 0 0,0 0 0 0 0,-1 0 0 0 0,1 0 1 0 0,-1-1-1 0 0,1 1 0 0 0,-1 0 1 0 0,0 0-1 0 0,1-1 0 0 0,-1 1 0 0 0,0-1 1 0 0,0 1-1 0 0,0 0 0 0 0,0-1 0 0 0,-1 0 1 0 0,1 1-1 0 0,-2 0 0 0 0,2-3-6 0 0,1 0 0 0 0,-1 0 0 0 0,0 0-1 0 0,1 0 1 0 0,-1-1 0 0 0,0 1 0 0 0,1 0 0 0 0,0 0-1 0 0,-1-1 1 0 0,1 1 0 0 0,0 0 0 0 0,-1-1 0 0 0,1 1-1 0 0,0 0 1 0 0,0-1 0 0 0,0-1 0 0 0,0-77 759 0 0,5 47-799 0 0,1 1-1 0 0,1 0 0 0 0,2 0 1 0 0,1 0-1 0 0,27-57 0 0 0,-25 66-104 0 0,0 0-1 0 0,2 1 0 0 0,0 0 1 0 0,1 1-1 0 0,2 1 0 0 0,0 1 1 0 0,1 0-1 0 0,24-19 0 0 0,-35 33 9 0 0,0 0-1 0 0,0 0 1 0 0,1 1-1 0 0,0 0 1 0 0,0 1-1 0 0,0 0 1 0 0,0 0-1 0 0,1 0 1 0 0,-1 1-1 0 0,1 1 0 0 0,0-1 1 0 0,11 1-1 0 0,-16 1 18 0 0,-1 0 1 0 0,1 0-1 0 0,-1 0 0 0 0,1 1 0 0 0,-1-1 0 0 0,1 1 0 0 0,-1 0 0 0 0,0 0 0 0 0,1 0 0 0 0,-1 1 0 0 0,0-1 0 0 0,0 1 0 0 0,0-1 1 0 0,0 1-1 0 0,0 0 0 0 0,0 0 0 0 0,-1 1 0 0 0,1-1 0 0 0,-1 1 0 0 0,1-1 0 0 0,-1 1 0 0 0,0 0 0 0 0,0-1 0 0 0,0 1 0 0 0,0 0 1 0 0,-1 1-1 0 0,1-1 0 0 0,-1 0 0 0 0,0 0 0 0 0,0 1 0 0 0,0-1 0 0 0,0 0 0 0 0,0 6 0 0 0,-1-5 15 0 0,1-1-1 0 0,-1 1 0 0 0,0-1 1 0 0,0 1-1 0 0,0-1 0 0 0,-1 1 1 0 0,1-1-1 0 0,-1 1 1 0 0,0-1-1 0 0,0 0 0 0 0,0 1 1 0 0,0-1-1 0 0,0 0 0 0 0,-1 0 1 0 0,0 0-1 0 0,1 0 0 0 0,-1 0 1 0 0,0 0-1 0 0,-1 0 1 0 0,1-1-1 0 0,0 1 0 0 0,-1-1 1 0 0,-3 3-1 0 0,-5 3-32 0 0,-1 0-1 0 0,1-1 1 0 0,-2 0-1 0 0,-19 7 1 0 0,-2 1-111 0 0,12-12-243 0 0,3-1-2009 0 0</inkml:trace>
</inkml:ink>
</file>

<file path=ppt/ink/ink5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8:09.4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145 19 876 0 0,'1'-19'7281'0'0,"-48"132"-5856"0"0,-7 15-493 0 0,41-87-465 0 0,-12 65 1 0 0,23-91-367 0 0,0-1-1 0 0,1 0 1 0 0,0 1-1 0 0,1-1 1 0 0,1 1 0 0 0,0-1-1 0 0,1 1 1 0 0,4 18-1 0 0,-6-32-79 0 0,1 0 0 0 0,-1 0 0 0 0,0 1 0 0 0,0-1-1 0 0,0 0 1 0 0,1 0 0 0 0,-1 0 0 0 0,1 0 0 0 0,-1 0-1 0 0,1 0 1 0 0,-1 0 0 0 0,1 0 0 0 0,0 0-1 0 0,-1 0 1 0 0,1 0 0 0 0,0 0 0 0 0,0 0 0 0 0,0 0-1 0 0,0-1 1 0 0,-1 1 0 0 0,1 0 0 0 0,0-1 0 0 0,0 1-1 0 0,0 0 1 0 0,1-1 0 0 0,-1 0 0 0 0,0 1-1 0 0,0-1 1 0 0,0 1 0 0 0,0-1 0 0 0,0 0 0 0 0,0 0-1 0 0,1 0 1 0 0,-1 0 0 0 0,0 0 0 0 0,0 0 0 0 0,0 0-1 0 0,1 0 1 0 0,-1 0 0 0 0,0 0 0 0 0,0-1-1 0 0,0 1 1 0 0,0-1 0 0 0,0 1 0 0 0,2-1 0 0 0,5-5 88 0 0,1 1 0 0 0,-2-1 1 0 0,1 0-1 0 0,13-15 0 0 0,12-8 950 0 0,-32 29-1137 0 0,-1 0 1 0 0,0 0-1 0 0,0 0 1 0 0,0 0-1 0 0,0 0 1 0 0,0 0-1 0 0,0 0 1 0 0,0 0-1 0 0,0 0 1 0 0,1-1-1 0 0,-1 1 1 0 0,0 0-1 0 0,0 0 1 0 0,0 0-1 0 0,0 0 0 0 0,0 0 1 0 0,0 0-1 0 0,1 0 1 0 0,-1 0-1 0 0,0 0 1 0 0,0 0-1 0 0,0 0 1 0 0,0 1-1 0 0,0-1 1 0 0,0 0-1 0 0,0 0 1 0 0,1 0-1 0 0,-1 0 1 0 0,0 0-1 0 0,0 0 0 0 0,0 0 1 0 0,0 0-1 0 0,0 0 1 0 0,1 1-311 0 0,-1-1 311 0 0,0 0-1 0 0,0 0 1 0 0,0 0-1 0 0,0 0 1 0 0,0 0-1 0 0,0 0 0 0 0,0 0 1 0 0,0 1-1 0 0,0-1 1 0 0,0 0-1 0 0,0 0 1 0 0,0 0-1 0 0,0 0 1 0 0,0 0-1 0 0,0 0 1 0 0,0 1-1 0 0,0-1 1 0 0,0 0-1 0 0,0 0 0 0 0,0 0 1 0 0,0 0-1 0 0,0 0 1 0 0,0 0-1 0 0,0 0 1 0 0,0 1-1 0 0,-4 14-956 0 0,0-2-2400 0 0</inkml:trace>
</inkml:ink>
</file>

<file path=ppt/ink/ink5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8:09.7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85 724 0 0,'1'-30'4610'0'0,"1"-5"-743"0"0,-1 15-9105 0 0</inkml:trace>
</inkml:ink>
</file>

<file path=ppt/ink/ink5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8:10.1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 3 492 0 0,'0'0'756'0'0,"-26"20"2190"0"0,24-17-2790 0 0,1 0 1 0 0,0 0-1 0 0,0 0 0 0 0,0 0 1 0 0,0 0-1 0 0,1 0 1 0 0,-1 1-1 0 0,1-1 1 0 0,0 0-1 0 0,-1 0 0 0 0,2 1 1 0 0,-1-1-1 0 0,0 0 1 0 0,2 6-1 0 0,-2-7-51 0 0,0-1-1 0 0,1 1 1 0 0,-1 0 0 0 0,1-1-1 0 0,-1 1 1 0 0,1 0 0 0 0,0-1-1 0 0,0 1 1 0 0,-1-1-1 0 0,1 1 1 0 0,0-1 0 0 0,0 0-1 0 0,1 1 1 0 0,-1-1 0 0 0,0 0-1 0 0,0 0 1 0 0,1 0-1 0 0,-1 0 1 0 0,0 0 0 0 0,1 0-1 0 0,-1 0 1 0 0,1 0 0 0 0,-1-1-1 0 0,1 1 1 0 0,0 0-1 0 0,-1-1 1 0 0,1 1 0 0 0,-1-1-1 0 0,1 0 1 0 0,2 1 0 0 0,-2-2-9 0 0,1 1 1 0 0,-1-1-1 0 0,0 0 1 0 0,0 0-1 0 0,0 0 1 0 0,0 0-1 0 0,0 0 1 0 0,0 0-1 0 0,0-1 1 0 0,0 1-1 0 0,0-1 1 0 0,0 1-1 0 0,-1-1 1 0 0,1 1-1 0 0,-1-1 1 0 0,1 0-1 0 0,-1 0 1 0 0,0 0-1 0 0,0 0 1 0 0,1 0-1 0 0,-1 0 1 0 0,-1 0-1 0 0,2-5 1 0 0,1 1 63 0 0,0-1 1 0 0,-1 0-1 0 0,0 0 1 0 0,-1-1 0 0 0,1 1-1 0 0,-1-8 1 0 0,-1 13-298 0 0,-2-3-256 0 0,-4-2-1369 0 0,-2 7 1147 0 0</inkml:trace>
</inkml:ink>
</file>

<file path=ppt/ink/ink5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8:10.9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25 184 128 0 0,'0'0'826'0'0,"0"0"-716"0"0,1 0-1 0 0,-1 1 1 0 0,0-1-1 0 0,1 0 1 0 0,-1 0 0 0 0,0 1-1 0 0,0-1 1 0 0,1 0-1 0 0,-1 0 1 0 0,0 1 0 0 0,0-1-1 0 0,1 0 1 0 0,-1 1-1 0 0,0-1 1 0 0,0 0-1 0 0,0 1 1 0 0,0-1 0 0 0,1 0-1 0 0,-1 1 1 0 0,0-1-1 0 0,0 1 1 0 0,0-1 0 0 0,0 0-1 0 0,0 1 1 0 0,0-1-1 0 0,0 0 1 0 0,0 1 0 0 0,0-1-1 0 0,0 1 1 0 0,-8 23 1156 0 0,3-13-441 0 0,1 0 0 0 0,1 0 0 0 0,0 0 0 0 0,-3 22 0 0 0,33-39-500 0 0,-18 1-397 0 0,0 1 0 0 0,0 1 0 0 0,1 0 0 0 0,-1 0 1 0 0,1 1-1 0 0,0 0 0 0 0,0 0 0 0 0,0 1 0 0 0,0 1 1 0 0,0-1-1 0 0,0 2 0 0 0,-1 0 0 0 0,1 0 0 0 0,0 0 1 0 0,11 4-1 0 0,22 11-441 0 0,-23-7 147 0 0,1-1 0 0 0,0-1-1 0 0,0-1 1 0 0,1-1-1 0 0,41 4 1 0 0,-3-4-156 0 0,-46-3 525 0 0,0-1 0 0 0,0 0 0 0 0,0 0 0 0 0,0-2 0 0 0,0 0 0 0 0,0 0 0 0 0,0-1 0 0 0,-1-1 0 0 0,16-5 0 0 0,24-16 2978 0 0,-51 23-2632 0 0,-2 1-295 0 0,1 0 0 0 0,-1 0 0 0 0,1 0-1 0 0,-1 0 1 0 0,1 0 0 0 0,0 0 0 0 0,-1-1 0 0 0,1 1 0 0 0,-1 0-1 0 0,1 0 1 0 0,-1-1 0 0 0,1 1 0 0 0,-1 0 0 0 0,0-1-1 0 0,1 1 1 0 0,-1 0 0 0 0,1-1 0 0 0,-1 1 0 0 0,0-1-1 0 0,1 1 1 0 0,-1-1 0 0 0,0 1 0 0 0,1-1 0 0 0,-1 1 0 0 0,0-1-1 0 0,0 1 1 0 0,1-1 0 0 0,-1 1 0 0 0,0-1 0 0 0,0 1-1 0 0,0-1 1 0 0,0 0 0 0 0,0 1 0 0 0,0-1 0 0 0,0 1 0 0 0,0-1-1 0 0,0 1 1 0 0,0-1 0 0 0,0 0 0 0 0,0 1 0 0 0,0-1-1 0 0,-1 1 1 0 0,1-1 0 0 0,0 1 0 0 0,0-1 0 0 0,-1 1 0 0 0,1-1-1 0 0,-11-18 847 0 0,9 17-689 0 0,-1 1-180 0 0,1 0 0 0 0,-1 0 0 0 0,1 0 0 0 0,-1 0 0 0 0,0 0-1 0 0,1 0 1 0 0,-1 1 0 0 0,0-1 0 0 0,0 1 0 0 0,1 0-1 0 0,-1 0 1 0 0,0 0 0 0 0,-2 1 0 0 0,-10 1 11 0 0,0 2-1 0 0,1 0 1 0 0,-1 1 0 0 0,1 0 0 0 0,0 1 0 0 0,-23 14 0 0 0,37-20-40 0 0,0 0 1 0 0,0 0 0 0 0,-1 0 0 0 0,1 0 0 0 0,0 0 0 0 0,0 0 0 0 0,0 1 0 0 0,0-1 0 0 0,0 0-1 0 0,0 0 1 0 0,0 0 0 0 0,0 0 0 0 0,0 0 0 0 0,0 0 0 0 0,0 0 0 0 0,-1 1 0 0 0,1-1 0 0 0,0 0-1 0 0,0 0 1 0 0,0 0 0 0 0,0 0 0 0 0,0 0 0 0 0,0 0 0 0 0,0 1 0 0 0,0-1 0 0 0,0 0 0 0 0,0 0-1 0 0,0 0 1 0 0,0 0 0 0 0,0 0 0 0 0,0 0 0 0 0,0 1 0 0 0,0-1 0 0 0,1 0 0 0 0,-1 0 0 0 0,0 0-1 0 0,0 0 1 0 0,0 0 0 0 0,0 0 0 0 0,0 0 0 0 0,0 1 0 0 0,0-1 0 0 0,0 0 0 0 0,0 0 0 0 0,0 0-1 0 0,0 0 1 0 0,1 0 0 0 0,-1 0 0 0 0,0 0 0 0 0,0 0 0 0 0,0 0 0 0 0,0 0 0 0 0,0 0 0 0 0,0 0-1 0 0,1 0 1 0 0,-1 0 0 0 0,0 0 0 0 0,0 0 0 0 0,0 0 0 0 0,0 1 0 0 0,0-1 0 0 0,0-1 0 0 0,1 1-1 0 0,-1 0 1 0 0,0 0 0 0 0,0 0 0 0 0,19 5 35 0 0,20-1-146 0 0,68-1-924 0 0,143-14 0 0 0,-227 8 1035 0 0,-1 0 1 0 0,0-2 0 0 0,-1 0 0 0 0,1-1 0 0 0,-1-2-1 0 0,-1 0 1 0 0,29-15 0 0 0,-42 19 141 0 0,0 0 1 0 0,0 0-1 0 0,-1 0 0 0 0,0-1 1 0 0,0 0-1 0 0,0 0 1 0 0,0 0-1 0 0,-1-1 0 0 0,0 0 1 0 0,0 0-1 0 0,0 0 1 0 0,-1 0-1 0 0,0-1 0 0 0,0 0 1 0 0,-1 0-1 0 0,1 0 1 0 0,-2 0-1 0 0,1-1 0 0 0,-1 1 1 0 0,0-1-1 0 0,-1 1 1 0 0,1-1-1 0 0,-2 0 0 0 0,1-12 1 0 0,-1 15 46 0 0,-1 1 1 0 0,0-1 0 0 0,0 0-1 0 0,0 0 1 0 0,-1 0 0 0 0,1 1-1 0 0,-1-1 1 0 0,0 1-1 0 0,0-1 1 0 0,-1 1 0 0 0,1 0-1 0 0,-1 0 1 0 0,0 0 0 0 0,0 0-1 0 0,-5-4 1 0 0,6 7-28 0 0,-18 6 232 0 0,13 3-330 0 0,-1 0 1 0 0,2 0-1 0 0,-1 1 1 0 0,1 0-1 0 0,1 0 1 0 0,-1 0-1 0 0,2 0 0 0 0,-6 13 1 0 0,-22 88-506 0 0,7-22-3703 0 0,24-86 3589 0 0,0 0-1 0 0,0 0 1 0 0,0 0-1 0 0,0 0 1 0 0,-1-1-1 0 0,1 1 0 0 0,0 0 1 0 0,-1-1-1 0 0,1 1 1 0 0,-1-1-1 0 0,0 1 1 0 0,0-1-1 0 0,1 0 1 0 0,-1 1-1 0 0,-2 0 1 0 0,-5 2-2775 0 0</inkml:trace>
</inkml:ink>
</file>

<file path=ppt/ink/ink5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8:11.3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 16 1340 0 0,'-12'-3'1260'0'0,"3"-1"-108"0"0,-2 1 1009 0 0,-3-1 2423 0 0,69 2-4628 0 0,-30 4-284 0 0,6 4-404 0 0,-3-3-836 0 0,11 2-1693 0 0,-9-1 749 0 0</inkml:trace>
</inkml:ink>
</file>

<file path=ppt/ink/ink5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8:14.8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469 34 504 0 0,'0'0'1079'0'0,"2"-17"2492"0"0,-4 10 2229 0 0,-1 5-5717 0 0,-1 1 0 0 0,0-1 0 0 0,1 1 1 0 0,-1 0-1 0 0,1 0 0 0 0,-1 1 0 0 0,0-1 0 0 0,0 1 1 0 0,1 0-1 0 0,-1 0 0 0 0,0 0 0 0 0,0 0 0 0 0,1 1 1 0 0,-1-1-1 0 0,0 1 0 0 0,-6 2 0 0 0,-70 23 320 0 0,66-20-263 0 0,-2-1-78 0 0,0 1-1 0 0,1 1 0 0 0,-1 0 1 0 0,1 1-1 0 0,1 1 0 0 0,-19 14 1 0 0,32-22-64 0 0,0 1 0 0 0,0-1 0 0 0,0 0 1 0 0,1 0-1 0 0,-1 0 0 0 0,0 1 0 0 0,1-1 1 0 0,-1 0-1 0 0,1 1 0 0 0,0-1 1 0 0,-1 0-1 0 0,1 1 0 0 0,0-1 0 0 0,0 0 1 0 0,0 1-1 0 0,0-1 0 0 0,0 1 0 0 0,0-1 1 0 0,0 0-1 0 0,0 1 0 0 0,1-1 1 0 0,-1 1-1 0 0,0-1 0 0 0,1 0 0 0 0,-1 1 1 0 0,1-1-1 0 0,0 0 0 0 0,0 1 1 0 0,22 34-100 0 0,22 13 49 0 0,-21-24-73 0 0,-1 1 0 0 0,0 1 1 0 0,33 56-1 0 0,-51-74 89 0 0,0 1-1 0 0,-1 0 1 0 0,0 0-1 0 0,-1 0 1 0 0,0 0-1 0 0,0 0 1 0 0,-1 1-1 0 0,-1-1 1 0 0,0 1-1 0 0,0-1 1 0 0,-1 1-1 0 0,0 0 1 0 0,-1-1-1 0 0,0 1 1 0 0,-1-1-1 0 0,0 1 1 0 0,-4 11-1 0 0,3-15 32 0 0,0 0-1 0 0,0-1 1 0 0,0 1-1 0 0,-1-1 1 0 0,0 0-1 0 0,0 0 1 0 0,0 0-1 0 0,-1 0 0 0 0,0-1 1 0 0,0 0-1 0 0,-1 0 1 0 0,1 0-1 0 0,-13 7 1 0 0,8-7 80 0 0,0 1 1 0 0,0-1-1 0 0,-1 0 1 0 0,0-1-1 0 0,1-1 1 0 0,-2 0 0 0 0,1 0-1 0 0,-19 2 1 0 0,20-4 25 0 0,-1-1 1 0 0,1 0-1 0 0,0 0 1 0 0,-1-1-1 0 0,1 0 1 0 0,0-1-1 0 0,0 0 0 0 0,0-1 1 0 0,-16-6-1 0 0,20 7-46 0 0,1-1-1 0 0,-1 0 1 0 0,1 0-1 0 0,0-1 1 0 0,0 1-1 0 0,0-1 1 0 0,0 0-1 0 0,0-1 1 0 0,1 1-1 0 0,0-1 1 0 0,0 0-1 0 0,0 0 1 0 0,1 0-1 0 0,0 0 1 0 0,0-1-1 0 0,-3-6 1 0 0,4 9-59 0 0,1 0 0 0 0,0-1 0 0 0,0 1 0 0 0,0 0 1 0 0,0-1-1 0 0,0 1 0 0 0,1 0 0 0 0,-1-1 0 0 0,1 1 0 0 0,0-1 0 0 0,0 1 0 0 0,0 0 1 0 0,1-1-1 0 0,-1 1 0 0 0,1-1 0 0 0,0 1 0 0 0,0 0 0 0 0,0-1 0 0 0,0 1 0 0 0,1 0 0 0 0,-1 0 1 0 0,1 0-1 0 0,0 0 0 0 0,-1 0 0 0 0,2 1 0 0 0,-1-1 0 0 0,0 0 0 0 0,5-3 0 0 0,-3 2-143 0 0,1 1 0 0 0,1 0 0 0 0,-1 0 0 0 0,0 1 0 0 0,1-1 0 0 0,-1 1 0 0 0,1 0 0 0 0,0 1 0 0 0,0-1 0 0 0,-1 1 0 0 0,1 0 0 0 0,0 1 0 0 0,0-1 0 0 0,0 1 0 0 0,11 1 0 0 0,62 16-2921 0 0,-40-6-1918 0 0,-29-9 2731 0 0</inkml:trace>
</inkml:ink>
</file>

<file path=ppt/ink/ink5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8:15.3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155 42 588 0 0,'0'0'1523'0'0,"-11"-40"5508"0"0,9 40-6948 0 0,-1-1-1 0 0,1 1 0 0 0,-1 0 1 0 0,0 0-1 0 0,1 0 0 0 0,-1 0 1 0 0,1 0-1 0 0,-1 0 0 0 0,1 1 1 0 0,-1-1-1 0 0,1 1 0 0 0,-1 0 1 0 0,1 0-1 0 0,-1 0 0 0 0,1 0 1 0 0,0 0-1 0 0,0 0 0 0 0,-1 1 1 0 0,1-1-1 0 0,0 1 0 0 0,0 0 1 0 0,0-1-1 0 0,-3 5 0 0 0,-43 53 397 0 0,38-45-242 0 0,7-9-200 0 0,0 1 1 0 0,0 0 0 0 0,0 0-1 0 0,0 0 1 0 0,1 0 0 0 0,0 0 0 0 0,0 0-1 0 0,1 0 1 0 0,-1 10 0 0 0,1-14-37 0 0,1-1 0 0 0,0 0 0 0 0,0 1 0 0 0,0-1 0 0 0,0 1 0 0 0,0-1 0 0 0,0 1 0 0 0,0-1 0 0 0,1 0 0 0 0,-1 1 0 0 0,0-1 0 0 0,1 1 0 0 0,-1-1 0 0 0,1 0 0 0 0,-1 1 0 0 0,1-1 0 0 0,0 0 0 0 0,0 0 0 0 0,-1 0 0 0 0,1 1 0 0 0,0-1 0 0 0,0 0 0 0 0,0 0 0 0 0,0 0 1 0 0,1 0-1 0 0,-1-1 0 0 0,0 1 0 0 0,0 0 0 0 0,0 0 0 0 0,1-1 0 0 0,-1 1 0 0 0,0-1 0 0 0,1 1 0 0 0,-1-1 0 0 0,0 1 0 0 0,1-1 0 0 0,-1 0 0 0 0,1 0 0 0 0,-1 0 0 0 0,1 0 0 0 0,-1 0 0 0 0,0 0 0 0 0,1 0 0 0 0,-1 0 0 0 0,1 0 0 0 0,-1-1 0 0 0,1 1 0 0 0,-1 0 0 0 0,3-2 0 0 0,13-4-14 0 0,0 0 0 0 0,0-2 0 0 0,0 0 0 0 0,17-11-1 0 0,-32 18-6 0 0,1 1-62 0 0,0 0 0 0 0,0 0 0 0 0,0 1 1 0 0,0-1-1 0 0,0 1 0 0 0,-1 0 0 0 0,1-1 0 0 0,0 1 0 0 0,0 0 0 0 0,0 1 0 0 0,-1-1 0 0 0,1 0 0 0 0,-1 1 0 0 0,1 0 0 0 0,-1-1 0 0 0,1 1 0 0 0,-1 0 0 0 0,2 3 0 0 0,3 1-418 0 0,25 17-5575 0 0</inkml:trace>
</inkml:ink>
</file>

<file path=ppt/ink/ink5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8:15.9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12 504 0 0,'30'-11'4300'0'0,"-27"11"-4035"0"0,-2 0-227 0 0,0 1 1 0 0,0-1-1 0 0,0 0 0 0 0,0 1 0 0 0,-1-1 0 0 0,1 1 0 0 0,0-1 1 0 0,0 1-1 0 0,0 0 0 0 0,0-1 0 0 0,0 1 0 0 0,-1 0 1 0 0,1 0-1 0 0,0-1 0 0 0,-1 1 0 0 0,1 0 0 0 0,-1 0 1 0 0,1 0-1 0 0,-1 0 0 0 0,1 0 0 0 0,-1 0 0 0 0,1 0 0 0 0,-1 0 1 0 0,0 0-1 0 0,1 2 0 0 0,6 30 897 0 0,-24 28 435 0 0,12-48-922 0 0,5-11-259 0 0,-2-11 2987 0 0,3 5-3157 0 0,-1 0 0 0 0,1 1 0 0 0,0-1 0 0 0,0 0 0 0 0,1 0 1 0 0,-1 1-1 0 0,1-1 0 0 0,0 1 0 0 0,0-1 0 0 0,3-3 0 0 0,-3 2-12 0 0,1 0-1 0 0,1 1 1 0 0,-1 0-1 0 0,0 0 1 0 0,1 0-1 0 0,0 0 1 0 0,0 0-1 0 0,0 1 1 0 0,0-1-1 0 0,1 1 0 0 0,0 0 1 0 0,-1 0-1 0 0,1 1 1 0 0,0 0-1 0 0,0 0 1 0 0,0 0-1 0 0,0 0 1 0 0,8-1-1 0 0,-11 3-25 0 0,2 2 4 0 0,1 0 0 0 0,-1 0 0 0 0,0 0 0 0 0,0 1 1 0 0,0-1-1 0 0,0 1 0 0 0,3 3 0 0 0,-6-5 26 0 0,0 0 0 0 0,0-1 0 0 0,0 1 0 0 0,0 0 0 0 0,0 0 0 0 0,0-1 0 0 0,0 1 0 0 0,0-1 0 0 0,1 1 0 0 0,-1-1 0 0 0,0 0 0 0 0,0 1 0 0 0,0-1 0 0 0,1 0 0 0 0,-1 0 0 0 0,0 1 0 0 0,0-1 0 0 0,0 0 0 0 0,1 0 0 0 0,-1-1 0 0 0,0 1 0 0 0,0 0 0 0 0,1 0 0 0 0,0-1 0 0 0,28-17 102 0 0,0 0-168 0 0,-28 18-27 0 0,0 0-209 0 0,1 0 0 0 0,-1 0 0 0 0,0 1 0 0 0,0-1 0 0 0,0 1 0 0 0,0 0-1 0 0,0 0 1 0 0,0-1 0 0 0,-1 1 0 0 0,1 0 0 0 0,0 1 0 0 0,0-1-1 0 0,-1 0 1 0 0,1 0 0 0 0,0 1 0 0 0,2 2 0 0 0,-3 2-2617 0 0</inkml:trace>
</inkml:ink>
</file>

<file path=ppt/ink/ink5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8:19.8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74 68 216 0 0,'0'0'6382'0'0,"-2"6"-6057"0"0,-1 6-134 0 0,0 1 1 0 0,1 0-1 0 0,0-1 1 0 0,1 1-1 0 0,1 0 1 0 0,2 19-1 0 0,14 90 772 0 0,-2-26-399 0 0,-9-47-145 0 0,-2 0 0 0 0,-5 66 0 0 0,2-100-273 0 0,0-15-132 0 0,0 1 0 0 0,0-1 0 0 0,0 1 0 0 0,0 0 0 0 0,0-1 0 0 0,0 1 0 0 0,0 0 0 0 0,0-1 0 0 0,0 1 0 0 0,0-1 0 0 0,0 1 0 0 0,0 0 0 0 0,0-1 0 0 0,-1 1 0 0 0,1-1-1 0 0,0 1 1 0 0,0-1 0 0 0,-1 1 0 0 0,1-1 0 0 0,0 1 0 0 0,-1-1 0 0 0,1 1 0 0 0,0-1 0 0 0,-1 1 0 0 0,1-1 0 0 0,-1 0 0 0 0,1 1 0 0 0,-1-1 0 0 0,0 1 0 0 0,-1 0 83 0 0,-1-4-134 0 0,-7-9-87 0 0,1-1 0 0 0,0 0 0 0 0,1-1-1 0 0,1 0 1 0 0,0 0 0 0 0,0 0-1 0 0,2-1 1 0 0,0 0 0 0 0,0 0 0 0 0,2-1-1 0 0,0 1 1 0 0,-2-23 0 0 0,3 18 31 0 0,1-1 0 0 0,1 0-1 0 0,1 1 1 0 0,0-1 0 0 0,2 1 0 0 0,0-1 0 0 0,1 1 0 0 0,1 0 0 0 0,10-24 0 0 0,-5 23 130 0 0,0 0 1 0 0,1 0-1 0 0,25-33 1 0 0,-28 44 25 0 0,0 1 0 0 0,0 0 1 0 0,1 0-1 0 0,0 1 0 0 0,0 0 1 0 0,1 1-1 0 0,0 0 0 0 0,21-10 1 0 0,-30 16-61 0 0,1 0 0 0 0,-1 1 1 0 0,1-1-1 0 0,-1 1 0 0 0,1-1 0 0 0,-1 1 1 0 0,1 0-1 0 0,-1 0 0 0 0,1-1 1 0 0,-1 1-1 0 0,1 0 0 0 0,-1 1 1 0 0,1-1-1 0 0,-1 0 0 0 0,1 0 1 0 0,-1 1-1 0 0,1-1 0 0 0,-1 0 1 0 0,1 1-1 0 0,-1 0 0 0 0,1-1 1 0 0,-1 1-1 0 0,0 0 0 0 0,1 0 0 0 0,-1 0 1 0 0,0-1-1 0 0,0 1 0 0 0,0 1 1 0 0,0-1-1 0 0,0 0 0 0 0,0 0 1 0 0,0 0-1 0 0,0 0 0 0 0,0 1 1 0 0,0-1-1 0 0,-1 1 0 0 0,2 1 1 0 0,0 2 10 0 0,0 0 1 0 0,0 0 0 0 0,0 1-1 0 0,0-1 1 0 0,-1 1 0 0 0,0-1-1 0 0,0 1 1 0 0,0 7 0 0 0,-2-9-6 0 0,1 0 1 0 0,-1 0 0 0 0,0-1-1 0 0,0 1 1 0 0,0 0 0 0 0,-1-1-1 0 0,1 1 1 0 0,-1-1 0 0 0,0 0-1 0 0,0 1 1 0 0,0-1-1 0 0,0 0 1 0 0,-1 0 0 0 0,-3 4-1 0 0,0-2-18 0 0,0 1 0 0 0,1-1-1 0 0,-2 0 1 0 0,1-1 0 0 0,-12 7-1 0 0,-4-6-1481 0 0,16-6-3335 0 0</inkml:trace>
</inkml:ink>
</file>

<file path=ppt/ink/ink5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8:20.2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48 372 0 0,'6'-1'312'0'0,"-1"0"0"0"0,1 0 0 0 0,0 1 0 0 0,-1 0-1 0 0,1 0 1 0 0,-1 0 0 0 0,1 0 0 0 0,0 1 0 0 0,-1 0 0 0 0,1 0 0 0 0,-1 1 0 0 0,0-1-1 0 0,1 1 1 0 0,-1 1 0 0 0,7 3 0 0 0,-9-4-227 0 0,1 0-1 0 0,-1 0 1 0 0,0 1 0 0 0,0-1 0 0 0,0 1-1 0 0,0 0 1 0 0,0 0 0 0 0,-1 0 0 0 0,1 0-1 0 0,-1 1 1 0 0,0-1 0 0 0,0 1-1 0 0,0-1 1 0 0,-1 1 0 0 0,1-1 0 0 0,-1 1-1 0 0,0 0 1 0 0,0 0 0 0 0,0 0-1 0 0,0 0 1 0 0,-1 0 0 0 0,1 6 0 0 0,-2-4 55 0 0,0 0 0 0 0,0 0 0 0 0,0 0 0 0 0,0-1 0 0 0,-5 12 0 0 0,5-15 67 0 0,1-2-186 0 0,0-1 0 0 0,0 1 0 0 0,0 0 0 0 0,0 0 0 0 0,0 0 0 0 0,-1 0 0 0 0,1 0 0 0 0,0-1 0 0 0,0 1 0 0 0,0 0 0 0 0,0 0 0 0 0,0 0 0 0 0,0 0 0 0 0,0 0 0 0 0,-1 0 0 0 0,1 0 0 0 0,0 0 0 0 0,0 0 0 0 0,0-1 0 0 0,0 1 0 0 0,0 0 0 0 0,-1 0 0 0 0,1 0 0 0 0,0 0 0 0 0,0 0 0 0 0,0 0 0 0 0,0 0 0 0 0,-1 0 0 0 0,1 0 0 0 0,0 0 0 0 0,0 0 0 0 0,0 0 0 0 0,0 0 0 0 0,0 0 0 0 0,-1 0 0 0 0,1 0 0 0 0,0 1 0 0 0,0-1 0 0 0,0 0 0 0 0,0 0 0 0 0,0 0 0 0 0,-1 0 0 0 0,1 0 0 0 0,0 0 0 0 0,0 0 0 0 0,0 0 0 0 0,0 0 0 0 0,0 1 0 0 0,0-1 0 0 0,0 0 0 0 0,0 0 0 0 0,-1 0 0 0 0,1 0 0 0 0,0 0 0 0 0,0 1 0 0 0,0-1 0 0 0,0 0 0 0 0,0 0 0 0 0,0 0 0 0 0,0 1 0 0 0,0-11-37 0 0,0 1 1 0 0,0-1-1 0 0,1 1 0 0 0,0-1 1 0 0,1 1-1 0 0,0 0 1 0 0,1 0-1 0 0,0 0 0 0 0,0 0 1 0 0,9-17-1 0 0,-7 18-737 0 0,-1 1 0 0 0,2-1 1 0 0,-1 1-1 0 0,1 0 0 0 0,0 0 0 0 0,0 0 0 0 0,12-8 0 0 0,-10 8-1187 0 0</inkml:trace>
</inkml:ink>
</file>

<file path=ppt/ink/ink5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8:20.8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172 26 244 0 0,'0'0'3452'0'0,"-12"-23"1189"0"0,10 22-3891 0 0,1 0-720 0 0,0 1-1 0 0,0 0 1 0 0,0 0-1 0 0,0 0 1 0 0,0 0-1 0 0,-1 0 1 0 0,1 0-1 0 0,0 0 0 0 0,0 0 1 0 0,0 0-1 0 0,0 0 1 0 0,0 1-1 0 0,0-1 1 0 0,0 0-1 0 0,0 1 0 0 0,0-1 1 0 0,0 1-1 0 0,0-1 1 0 0,0 1-1 0 0,0 0 1 0 0,-2 1-1 0 0,-20 12 356 0 0,13-7-215 0 0,1 1 1 0 0,0 0 0 0 0,0 1 0 0 0,0 0-1 0 0,1 0 1 0 0,1 0 0 0 0,0 1 0 0 0,0 0 0 0 0,1 1-1 0 0,0 0 1 0 0,0 0 0 0 0,1 0 0 0 0,-6 23-1 0 0,11-32-116 0 0,0-1-37 0 0,0 0-1 0 0,0 0 1 0 0,0 0-1 0 0,1 0 1 0 0,-1 1-1 0 0,0-1 1 0 0,1 0-1 0 0,-1 0 1 0 0,1 0-1 0 0,-1 0 1 0 0,1 0-1 0 0,0 0 1 0 0,-1 0-1 0 0,1 0 1 0 0,0 0-1 0 0,0 0 1 0 0,0-1-1 0 0,1 2 1 0 0,7-6 7 0 0,0-1 0 0 0,0 1 0 0 0,-1-2 0 0 0,1 1 1 0 0,-1-1-1 0 0,0-1 0 0 0,12-12 0 0 0,14-9-26 0 0,-33 26-20 0 0,1 1 1 0 0,-1 0-1 0 0,1 0 1 0 0,-1 0-1 0 0,1 1 1 0 0,-1-1-1 0 0,1 0 1 0 0,0 1-1 0 0,0-1 1 0 0,-1 1-1 0 0,1-1 1 0 0,0 1-1 0 0,0 0 1 0 0,-1 0-1 0 0,1 0 1 0 0,0 0-1 0 0,0 0 1 0 0,0 0-1 0 0,-1 0 1 0 0,1 0-1 0 0,0 1 1 0 0,3 0-1 0 0,33 25-2262 0 0,-8-4-3645 0 0,-20-18 3476 0 0</inkml:trace>
</inkml:ink>
</file>

<file path=ppt/ink/ink5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8:21.3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134 363 244 0 0,'0'-4'368'0'0,"0"1"173"0"0,0-1-1 0 0,0 0 1 0 0,0 1 0 0 0,0-1 0 0 0,-1 0 0 0 0,1 0 0 0 0,-1 1 0 0 0,0-1-1 0 0,-2-4 1 0 0,2 8-464 0 0,1-1 0 0 0,-1 0 0 0 0,0 1-1 0 0,-1-1 1 0 0,1 0 0 0 0,0 1 0 0 0,0-1 0 0 0,0 1-1 0 0,0 0 1 0 0,0-1 0 0 0,0 1 0 0 0,-1 0-1 0 0,1 0 1 0 0,0 0 0 0 0,0 0 0 0 0,0 0 0 0 0,-1 0-1 0 0,1 0 1 0 0,0 0 0 0 0,0 0 0 0 0,0 0-1 0 0,0 1 1 0 0,-1-1 0 0 0,1 0 0 0 0,0 1 0 0 0,0-1-1 0 0,0 1 1 0 0,0-1 0 0 0,0 1 0 0 0,0 0 0 0 0,0-1-1 0 0,-2 3 1 0 0,-3 1 16 0 0,-1 0 0 0 0,1 1-1 0 0,0 0 1 0 0,0 0 0 0 0,0 0 0 0 0,1 1 0 0 0,0 0-1 0 0,0 0 1 0 0,0 0 0 0 0,1 0 0 0 0,0 1 0 0 0,0 0-1 0 0,0 0 1 0 0,1 0 0 0 0,0 0 0 0 0,1 1-1 0 0,0-1 1 0 0,0 1 0 0 0,0-1 0 0 0,1 1 0 0 0,0 0-1 0 0,1 0 1 0 0,-1-1 0 0 0,2 12 0 0 0,-1-18-93 0 0,0 0 1 0 0,0 0 0 0 0,0-1 0 0 0,0 1 0 0 0,0 0-1 0 0,0 0 1 0 0,0 0 0 0 0,1 0 0 0 0,-1 0-1 0 0,0 0 1 0 0,0-1 0 0 0,1 1 0 0 0,-1 0-1 0 0,0 0 1 0 0,1 0 0 0 0,-1-1 0 0 0,1 1-1 0 0,-1 0 1 0 0,1-1 0 0 0,-1 1 0 0 0,1 0 0 0 0,0-1-1 0 0,-1 1 1 0 0,1-1 0 0 0,0 1 0 0 0,0-1-1 0 0,-1 1 1 0 0,1-1 0 0 0,0 1 0 0 0,0-1-1 0 0,-1 0 1 0 0,1 1 0 0 0,0-1 0 0 0,0 0 0 0 0,0 0-1 0 0,0 0 1 0 0,0 0 0 0 0,-1 0 0 0 0,1 0-1 0 0,0 0 1 0 0,0 0 0 0 0,0 0 0 0 0,0 0-1 0 0,0 0 1 0 0,0 0 0 0 0,1-1 0 0 0,28-18 37 0 0,-18 4-37 0 0,0 0 1 0 0,-1-1 0 0 0,0 0-1 0 0,-2 0 1 0 0,0-1-1 0 0,0 0 1 0 0,-2-1 0 0 0,0 0-1 0 0,5-22 1 0 0,-5 11-44 0 0,-1-1 0 0 0,-1-1 0 0 0,-1 1 0 0 0,-1-62 0 0 0,-19 0 974 0 0,16 92-927 0 0,0 0 1 0 0,0 0-1 0 0,0-1 1 0 0,0 1-1 0 0,0 0 1 0 0,0 0-1 0 0,0 0 1 0 0,0 0 0 0 0,0 0-1 0 0,0 0 1 0 0,0 0-1 0 0,0-1 1 0 0,0 1-1 0 0,0 0 1 0 0,0 0-1 0 0,0 0 1 0 0,0 0-1 0 0,-1 0 1 0 0,1 0-1 0 0,0 0 1 0 0,0-1 0 0 0,0 1-1 0 0,0 0 1 0 0,0 0-1 0 0,0 0 1 0 0,0 0-1 0 0,0 0 1 0 0,0 0-1 0 0,-1 0 1 0 0,1 0-1 0 0,0 0 1 0 0,0 0-1 0 0,0 0 1 0 0,0 0-1 0 0,0 0 1 0 0,0 0 0 0 0,0 0-1 0 0,-1 0 1 0 0,1 0-1 0 0,0 0 1 0 0,0 0-1 0 0,0 0 1 0 0,0 0-1 0 0,0 0 1 0 0,0 0-1 0 0,0 0 1 0 0,-1 0-1 0 0,1 0 1 0 0,0 0 0 0 0,0 0-1 0 0,0 0 1 0 0,0 0-1 0 0,0 0 1 0 0,0 0-1 0 0,0 0 1 0 0,-1 0-1 0 0,1 0 1 0 0,0 0-1 0 0,0 0 1 0 0,0 0-1 0 0,0 1 1 0 0,0-1 0 0 0,0 0-1 0 0,0 0 1 0 0,0 0-1 0 0,0 0 1 0 0,0 0-1 0 0,-10 13 78 0 0,-5 19-63 0 0,10-7 11 0 0,1 1 0 0 0,1 0 0 0 0,1 0 0 0 0,1 0 0 0 0,6 52 1 0 0,3-16-749 0 0,22 79 0 0 0,-11-85-1357 0 0,2-25-2706 0 0,-13-23 2492 0 0</inkml:trace>
</inkml:ink>
</file>

<file path=ppt/ink/ink5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8:22.3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193 84 672 0 0,'0'0'2256'0'0,"-2"-3"-1505"0"0,0 0 1 0 0,0 1 0 0 0,0-1 0 0 0,0 1-1 0 0,-1 0 1 0 0,1-1 0 0 0,-1 1 0 0 0,-4-3 0 0 0,-1 6-555 0 0,0 0 0 0 0,0 1 1 0 0,1-1-1 0 0,-1 2 1 0 0,1-1-1 0 0,-1 1 0 0 0,1 0 1 0 0,0 1-1 0 0,0-1 1 0 0,0 1-1 0 0,1 1 0 0 0,-1-1 1 0 0,-8 9-1 0 0,10-9-113 0 0,0 1 0 0 0,1-1 0 0 0,-1 1 0 0 0,1 0 0 0 0,0 0 0 0 0,0 0 0 0 0,0 1 1 0 0,1-1-1 0 0,0 1 0 0 0,0 0 0 0 0,0 0 0 0 0,1 0 0 0 0,0 1 0 0 0,0-1 0 0 0,0 0 0 0 0,0 12 0 0 0,3-14-65 0 0,-1-4-18 0 0,0 1-1 0 0,0-1 0 0 0,0 1 0 0 0,1 0 1 0 0,-1-1-1 0 0,0 1 0 0 0,1-1 1 0 0,-1 1-1 0 0,0-1 0 0 0,1 1 1 0 0,-1-1-1 0 0,0 1 0 0 0,1-1 0 0 0,-1 1 1 0 0,1-1-1 0 0,-1 1 0 0 0,1-1 1 0 0,-1 0-1 0 0,1 1 0 0 0,-1-1 1 0 0,1 0-1 0 0,0 1 0 0 0,-1-1 0 0 0,1 0 1 0 0,-1 0-1 0 0,1 0 0 0 0,0 1 1 0 0,-1-1-1 0 0,2 0 0 0 0,-1 0 1 0 0,1 0-3 0 0,18-7-65 0 0,68-53-484 0 0,-86 59 502 0 0,37 15-242 0 0,-33-10 282 0 0,1-1 0 0 0,0 0 1 0 0,0 0-1 0 0,0 0 0 0 0,0-1 0 0 0,0 0 0 0 0,0 0 0 0 0,13 1 0 0 0,-15-3-2 0 0,0-1 0 0 0,0 1 0 0 0,0-1 0 0 0,0 0 0 0 0,-1 0 0 0 0,1-1 0 0 0,0 0 0 0 0,-1 1 0 0 0,1-1 0 0 0,-1-1-1 0 0,0 1 1 0 0,0-1 0 0 0,0 0 0 0 0,7-6 0 0 0,21-17-108 0 0,-1-2 0 0 0,50-59 0 0 0,-79 85 99 0 0,-1-1-1 0 0,1 1 1 0 0,0-1 0 0 0,0 1 0 0 0,0 0 0 0 0,0 0 0 0 0,0 0 0 0 0,0 0-1 0 0,1 0 1 0 0,-1 1 0 0 0,1-1 0 0 0,2-1 0 0 0,-4 5 15 0 0,0-1 1 0 0,0 1 0 0 0,0-1-1 0 0,0 0 1 0 0,0 1 0 0 0,0 0-1 0 0,-1-1 1 0 0,1 1 0 0 0,-1-1-1 0 0,1 1 1 0 0,-1 0 0 0 0,0-1-1 0 0,1 1 1 0 0,-1 0-1 0 0,0 0 1 0 0,0 2 0 0 0,1 1-4 0 0,-1 1 1 0 0,1-1-1 0 0,-1 0 1 0 0,0 0-1 0 0,0 0 1 0 0,-1 1-1 0 0,0-1 1 0 0,0 0 0 0 0,0 0-1 0 0,-4 10 1 0 0,-7 29-22 0 0,9-26 111 0 0,6-14 45 0 0,15-20 121 0 0,6-7-232 0 0,-17 17 8 0 0,50-32 75 0 0,-54 36-98 0 0,1 0 0 0 0,0 1 0 0 0,0-1 0 0 0,0 1 0 0 0,0-1 0 0 0,0 1-1 0 0,0 1 1 0 0,0-1 0 0 0,1 0 0 0 0,-1 1 0 0 0,0 0 0 0 0,0 0 0 0 0,1 0 0 0 0,7 2 0 0 0,-9-1-1 0 0,1 1 1 0 0,-1 0-1 0 0,0-1 0 0 0,0 1 1 0 0,0 1-1 0 0,1-1 0 0 0,-2 0 1 0 0,1 1-1 0 0,0-1 0 0 0,-1 1 1 0 0,1 0-1 0 0,-1 0 0 0 0,0 0 1 0 0,1 0-1 0 0,-2 1 0 0 0,1-1 1 0 0,2 5-1 0 0,4 7-211 0 0,10 22-5477 0 0,-17-33 4022 0 0</inkml:trace>
</inkml:ink>
</file>

<file path=ppt/ink/ink5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8:25.7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69 112 856 0 0,'-2'-19'1791'0'0,"0"1"-1"0"0,-2 0 1 0 0,0-1 0 0 0,-9-19 1625 0 0,3 104-2542 0 0,-1 80 0 0 0,0 1-765 0 0,0-16 65 0 0,11-130-152 0 0,0-1 0 0 0,0 0-1 0 0,0 0 1 0 0,0 1 0 0 0,0-1 0 0 0,0 0 0 0 0,0 0 0 0 0,1 0-1 0 0,-1 1 1 0 0,0-1 0 0 0,0 0 0 0 0,0 0 0 0 0,0 0 0 0 0,0 0 0 0 0,1 1-1 0 0,-1-1 1 0 0,0 0 0 0 0,0 0 0 0 0,0 0 0 0 0,0 0 0 0 0,1 0-1 0 0,-1 0 1 0 0,0 1 0 0 0,0-1 0 0 0,0 0 0 0 0,1 0 0 0 0,-1 0-1 0 0,0 0 1 0 0,0 0 0 0 0,1 0 0 0 0,-1 0 0 0 0,0 0 0 0 0,0 0-1 0 0,0 0 1 0 0,1 0 0 0 0,-1 0 0 0 0,0 0 0 0 0,0 0 0 0 0,1 0 0 0 0,-1 0-1 0 0,0 0 1 0 0,0-1 0 0 0,0 1 0 0 0,1 0 0 0 0,-1 0 0 0 0,0 0-1 0 0,0 0 1 0 0,0 0 0 0 0,0 0 0 0 0,1-1 0 0 0,-1 1 0 0 0,0 0-1 0 0,0 0 1 0 0,0 0 0 0 0,0-1 0 0 0,22-14 270 0 0,21-24-231 0 0,-7 4-38 0 0,2 2 0 0 0,49-33 0 0 0,-6 6 4 0 0,-36 27 109 0 0,-43 31-155 0 0,-6 8-31 0 0,-12 11 54 0 0,-1-1-1 0 0,-1 0 1 0 0,0-2-1 0 0,-1 0 1 0 0,-25 14-1 0 0,19-11 2 0 0,22-15-7 0 0,0 0 1 0 0,0 0 0 0 0,0 0 0 0 0,1 0 0 0 0,-1 0-1 0 0,1 0 1 0 0,-1 1 0 0 0,1-1 0 0 0,0 1-1 0 0,0 0 1 0 0,0 0 0 0 0,0 0 0 0 0,1 0-1 0 0,-1 0 1 0 0,-1 5 0 0 0,3-5 7 0 0,0-1 1 0 0,0 0 0 0 0,0 1-1 0 0,0-1 1 0 0,0 0-1 0 0,1 1 1 0 0,-1-1 0 0 0,1 0-1 0 0,0 0 1 0 0,0 1-1 0 0,0-1 1 0 0,0 0-1 0 0,0 0 1 0 0,0 0 0 0 0,0 0-1 0 0,1 0 1 0 0,-1-1-1 0 0,1 1 1 0 0,-1 0-1 0 0,1 0 1 0 0,0-1 0 0 0,-1 1-1 0 0,4 1 1 0 0,10 8-117 0 0,1 0 0 0 0,0 0 0 0 0,27 12 1 0 0,20 0-3922 0 0,-58-22 3343 0 0,1-1-4007 0 0,7 2 1591 0 0</inkml:trace>
</inkml:ink>
</file>

<file path=ppt/ink/ink5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8:26.3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 13 656 0 0,'0'0'2181'0'0,"-2"-12"5715"0"0,-14 16-7785 0 0,11-3-9 0 0,-15 36 360 0 0,16-25-361 0 0,1-6-61 0 0,1 0-1 0 0,-1 0 0 0 0,1 0 0 0 0,1 0 0 0 0,-1 0 0 0 0,1 1 0 0 0,1-1 0 0 0,-1 0 1 0 0,1 1-1 0 0,0-1 0 0 0,0 1 0 0 0,1-1 0 0 0,0 1 0 0 0,2 7 0 0 0,-2-10-15 0 0,0 1 0 0 0,0-1 0 0 0,0 0-1 0 0,1 0 1 0 0,0 1 0 0 0,0-1 0 0 0,0 0-1 0 0,1-1 1 0 0,-1 1 0 0 0,1 0 0 0 0,0-1-1 0 0,0 1 1 0 0,0-1 0 0 0,0 0-1 0 0,1 0 1 0 0,-1 0 0 0 0,1 0 0 0 0,0-1-1 0 0,0 0 1 0 0,0 1 0 0 0,0-1 0 0 0,0-1-1 0 0,0 1 1 0 0,0-1 0 0 0,1 1 0 0 0,-1-1-1 0 0,1 0 1 0 0,-1-1 0 0 0,1 1 0 0 0,-1-1-1 0 0,1 0 1 0 0,-1 0 0 0 0,1 0-1 0 0,7-2 1 0 0,-8 0-7 0 0,-1 1 0 0 0,1-1-1 0 0,0 0 1 0 0,-1 0 0 0 0,1 0-1 0 0,-1 0 1 0 0,1 0 0 0 0,-1-1-1 0 0,0 0 1 0 0,0 0 0 0 0,0 0-1 0 0,0 0 1 0 0,-1 0 0 0 0,1 0-1 0 0,-1-1 1 0 0,0 1-1 0 0,2-6 1 0 0,2-2 90 0 0,-2 0-1 0 0,0 0 1 0 0,0-1-1 0 0,2-12 1 0 0,-6 20-70 0 0,0 0 0 0 0,0-1 0 0 0,-1 1 0 0 0,1 0 1 0 0,-1 0-1 0 0,0-1 0 0 0,0 1 0 0 0,-1 0 0 0 0,1 0 0 0 0,-1 0 0 0 0,-4-6 0 0 0,3 5-19 0 0,-1 1 0 0 0,0-1 0 0 0,-1 1 0 0 0,1 0 0 0 0,-1 1 0 0 0,0-1 0 0 0,1 1 0 0 0,-1 0 0 0 0,-1 0 0 0 0,-5-2 0 0 0,8 3-246 0 0,-1 1-1 0 0,1 0 0 0 0,-1 0 1 0 0,1 1-1 0 0,-1-1 1 0 0,1 1-1 0 0,-1-1 1 0 0,-4 1-1 0 0,5 1-345 0 0,0-1 0 0 0,0 1 0 0 0,0-1 0 0 0,0 1 0 0 0,1 0 0 0 0,-1 0 0 0 0,0 0 0 0 0,1 0 0 0 0,-1 1 0 0 0,1-1 0 0 0,-4 3 0 0 0,-5 5-2496 0 0</inkml:trace>
</inkml:ink>
</file>

<file path=ppt/ink/ink5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8:28.9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162 51 336 0 0,'0'0'915'0'0,"-9"-38"7023"0"0,8 37-7849 0 0,1 1 1 0 0,-1-1-1 0 0,1 0 0 0 0,-1 0 1 0 0,1 1-1 0 0,-1-1 0 0 0,1 0 1 0 0,-1 1-1 0 0,0-1 0 0 0,1 0 1 0 0,-1 1-1 0 0,0-1 0 0 0,0 1 1 0 0,1-1-1 0 0,-1 1 0 0 0,0 0 1 0 0,0-1-1 0 0,0 1 1 0 0,0 0-1 0 0,0 0 0 0 0,1-1 1 0 0,-1 1-1 0 0,0 0 0 0 0,0 0 1 0 0,0 0-1 0 0,0 0 0 0 0,0 0 1 0 0,0 0-1 0 0,0 0 0 0 0,0 0 1 0 0,0 1-1 0 0,-1-1 0 0 0,-2 2 6 0 0,-1 0 0 0 0,1 0 0 0 0,0 0 0 0 0,0 0 0 0 0,0 1 0 0 0,0-1 0 0 0,-4 4 0 0 0,-53 54 57 0 0,58-56-139 0 0,0-1-1 0 0,0 1 1 0 0,1 0 0 0 0,-1 0-1 0 0,1 0 1 0 0,0 0-1 0 0,0 0 1 0 0,1 0-1 0 0,-1 0 1 0 0,1 1 0 0 0,0-1-1 0 0,0 1 1 0 0,0-1-1 0 0,1 1 1 0 0,-1-1 0 0 0,1 1-1 0 0,0-1 1 0 0,1 1-1 0 0,0 5 1 0 0,0-6-8 0 0,0-1 0 0 0,0 0-1 0 0,0 0 1 0 0,1 1 0 0 0,-1-1 0 0 0,1 0 0 0 0,0 0 0 0 0,0 0 0 0 0,0 0-1 0 0,0-1 1 0 0,1 1 0 0 0,-1-1 0 0 0,1 1 0 0 0,-1-1 0 0 0,1 0 0 0 0,0 0-1 0 0,0 0 1 0 0,0 0 0 0 0,0 0 0 0 0,0-1 0 0 0,0 1 0 0 0,1-1 0 0 0,-1 0 0 0 0,0 0-1 0 0,4 0 1 0 0,-2 0 5 0 0,-1 0 0 0 0,0 0 0 0 0,0-1 0 0 0,1 1 0 0 0,-1-1 0 0 0,0 0 0 0 0,1 0 0 0 0,-1-1 0 0 0,1 0 0 0 0,-1 1 0 0 0,0-1 0 0 0,0-1 0 0 0,0 1 0 0 0,0-1 0 0 0,0 1 0 0 0,0-1-1 0 0,0 0 1 0 0,0 0 0 0 0,0-1 0 0 0,-1 1 0 0 0,1-1 0 0 0,-1 0 0 0 0,0 0 0 0 0,0 0 0 0 0,0 0 0 0 0,0-1 0 0 0,-1 1 0 0 0,1-1 0 0 0,2-4 0 0 0,-3 2 22 0 0,1 1 0 0 0,-1-1 0 0 0,0 0 1 0 0,0 0-1 0 0,0 0 0 0 0,-1 0 0 0 0,0 0 0 0 0,0 0 0 0 0,-1 0 1 0 0,0 0-1 0 0,0-1 0 0 0,0 1 0 0 0,-1 0 0 0 0,1 0 0 0 0,-2 0 1 0 0,1 0-1 0 0,-1 0 0 0 0,0 0 0 0 0,-4-9 0 0 0,4 10-249 0 0,-11-21 524 0 0,2 17-3994 0 0,1 34 1463 0 0,10-18-2054 0 0</inkml:trace>
</inkml:ink>
</file>

<file path=ppt/ink/ink5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8:29.3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6 740 0 0,'13'-4'3011'0'0,"-10"3"-2889"0"0,0 1 1 0 0,0 0-1 0 0,0 0 1 0 0,0 0-1 0 0,-1 0 1 0 0,1 0-1 0 0,0 1 1 0 0,0-1-1 0 0,0 1 1 0 0,-1 0-1 0 0,1-1 1 0 0,0 1-1 0 0,-1 1 1 0 0,1-1-1 0 0,-1 0 1 0 0,1 1-1 0 0,-1-1 1 0 0,1 1-1 0 0,-1 0 1 0 0,0 0-1 0 0,0-1 1 0 0,0 1-1 0 0,0 1 1 0 0,0-1-1 0 0,-1 0 1 0 0,1 0-1 0 0,0 1 1 0 0,-1-1-1 0 0,0 1 1 0 0,2 3-1 0 0,3 7 505 0 0,-1 1 0 0 0,-1 0 0 0 0,0 0 0 0 0,4 24 2278 0 0,-6-45-2757 0 0,0 1-316 0 0,1 0 0 0 0,-1 0 0 0 0,2 0 0 0 0,-1 0 0 0 0,0 0 0 0 0,1 1 0 0 0,0 0 0 0 0,1 0 0 0 0,-1 0 0 0 0,1 0 0 0 0,0 0 0 0 0,0 1 0 0 0,0 0 0 0 0,0 0 0 0 0,1 0 0 0 0,0 1 0 0 0,11-5 0 0 0,29-7-5359 0 0,-30 11 2961 0 0</inkml:trace>
</inkml:ink>
</file>

<file path=ppt/ink/ink5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8:30.0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40 560 0 0,'9'-39'10910'0'0,"-8"63"-9964"0"0,0-1 1 0 0,-6 48 0 0 0,-33 137-265 0 0,37-206-651 0 0,2-2-27 0 0,-1 0 0 0 0,0 0-1 0 0,0 0 1 0 0,0 0 0 0 0,0 0-1 0 0,1 0 1 0 0,-1 0 0 0 0,0 0-1 0 0,0 0 1 0 0,0 0-1 0 0,0 0 1 0 0,1 0 0 0 0,-1 0-1 0 0,0 0 1 0 0,0 0 0 0 0,0 0-1 0 0,0 0 1 0 0,0 0 0 0 0,1 0-1 0 0,-1 1 1 0 0,0-1-1 0 0,0 0 1 0 0,0 0 0 0 0,0 0-1 0 0,0 0 1 0 0,0 0 0 0 0,0 0-1 0 0,1 0 1 0 0,-1 1 0 0 0,0-1-1 0 0,0 0 1 0 0,0 0 0 0 0,0 0-1 0 0,0 0 1 0 0,0 1-1 0 0,0-1 1 0 0,0 0 0 0 0,0 0-1 0 0,0 0 1 0 0,0 0 0 0 0,0 0-1 0 0,0 1 1 0 0,0-1 0 0 0,0 0-1 0 0,0 0 1 0 0,0 0 0 0 0,0 0-1 0 0,0 1 1 0 0,0-1-1 0 0,0 0 1 0 0,0 0 0 0 0,0 0-1 0 0,0 0 1 0 0,-1 0 0 0 0,1 1-1 0 0,0-1 1 0 0,0 0 0 0 0,0 0-1 0 0,0 0 1 0 0,0 0 0 0 0,0 0-1 0 0,0 0 1 0 0,-1 0-1 0 0,1 1 1 0 0,27-25-139 0 0,32-36 1 0 0,-39 39 55 0 0,1 0 0 0 0,0 1 1 0 0,44-31-1 0 0,-51 41 72 0 0,-14 9-1 0 0,1 0 0 0 0,-1 0-1 0 0,1 1 1 0 0,-1-1 0 0 0,1 0 0 0 0,0 1 0 0 0,-1-1 0 0 0,1 0 0 0 0,0 1 0 0 0,-1-1 0 0 0,1 1 0 0 0,0 0-1 0 0,0-1 1 0 0,0 1 0 0 0,0-1 0 0 0,-1 1 0 0 0,1 0 0 0 0,0 0 0 0 0,0 0 0 0 0,0-1 0 0 0,0 1 0 0 0,0 0-1 0 0,0 0 1 0 0,0 0 0 0 0,-1 0 0 0 0,1 0 0 0 0,0 1 0 0 0,0-1 0 0 0,0 0 0 0 0,0 0 0 0 0,0 1 0 0 0,0-1-1 0 0,-1 0 1 0 0,1 1 0 0 0,0-1 0 0 0,0 1 0 0 0,0-1 0 0 0,-1 1 0 0 0,1-1 0 0 0,0 1 0 0 0,1 1-26 0 0,-16 45-58 0 0,9-40 89 0 0,1-1 0 0 0,0 1-1 0 0,0 0 1 0 0,0 0-1 0 0,1 1 1 0 0,0-1 0 0 0,1 1-1 0 0,-1 0 1 0 0,-1 10-1 0 0,4-14-36 0 0,1-1 0 0 0,-1 0 0 0 0,0 0 0 0 0,1 0 0 0 0,0 1 0 0 0,0-1 0 0 0,0 0 0 0 0,0 0 0 0 0,0 0 0 0 0,1 0-1 0 0,-1 0 1 0 0,1-1 0 0 0,0 1 0 0 0,0 0 0 0 0,0-1 0 0 0,0 1 0 0 0,0-1 0 0 0,0 0 0 0 0,1 1 0 0 0,-1-1-1 0 0,1 0 1 0 0,5 3 0 0 0,25 14-2382 0 0,-14-12-3163 0 0,-6-3 2633 0 0</inkml:trace>
</inkml:ink>
</file>

<file path=ppt/ink/ink5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8:32.4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9 123 4 0 0,'-8'1'12088'0'0,"14"0"-12028"0"0,0-1-1 0 0,0 0 1 0 0,1 0 0 0 0,-1 0 0 0 0,0 0-1 0 0,0-1 1 0 0,0 0 0 0 0,0 0 0 0 0,0-1-1 0 0,0 0 1 0 0,0 0 0 0 0,0 0 0 0 0,-1-1 0 0 0,1 0-1 0 0,-1 0 1 0 0,1 0 0 0 0,-1 0 0 0 0,0-1-1 0 0,5-6 1 0 0,-6 5-52 0 0,-1 0 1 0 0,0 0-1 0 0,0 0 0 0 0,-1 0 0 0 0,1-1 1 0 0,-1 1-1 0 0,0-1 0 0 0,1-10 0 0 0,-3 14-28 0 0,-4-7-52 0 0,4 8 69 0 0,0 1 0 0 0,-1-1 1 0 0,1 0-1 0 0,0 1 0 0 0,0-1 1 0 0,0 0-1 0 0,0 1 0 0 0,-1-1 1 0 0,1 0-1 0 0,0 1 0 0 0,0-1 1 0 0,-1 1-1 0 0,1-1 0 0 0,0 1 1 0 0,-1-1-1 0 0,1 1 0 0 0,-1-1 1 0 0,1 1-1 0 0,-1-1 0 0 0,1 1 1 0 0,-1 0-1 0 0,1-1 0 0 0,-1 1 1 0 0,1 0-1 0 0,-1-1 0 0 0,0 1 1 0 0,1 0-1 0 0,-1 0 0 0 0,1-1 1 0 0,-1 1-1 0 0,0 0 0 0 0,1 0 1 0 0,-1 0-1 0 0,0 0 0 0 0,-5 0-7 0 0,1-1 0 0 0,0 2 1 0 0,0-1-1 0 0,0 0 0 0 0,0 1 0 0 0,0 0 0 0 0,0 0 0 0 0,0 1 1 0 0,0 0-1 0 0,0-1 0 0 0,0 2 0 0 0,1-1 0 0 0,-1 0 0 0 0,1 1 0 0 0,0 0 1 0 0,0 0-1 0 0,0 0 0 0 0,0 1 0 0 0,0-1 0 0 0,0 1 0 0 0,1 0 0 0 0,0 0 1 0 0,0 0-1 0 0,0 0 0 0 0,0 1 0 0 0,1-1 0 0 0,0 1 0 0 0,0-1 0 0 0,0 1 1 0 0,0 0-1 0 0,-1 5 0 0 0,3-7 9 0 0,1-1 0 0 0,-1 0 1 0 0,0 0-1 0 0,1 0 0 0 0,0 0 0 0 0,-1 0 1 0 0,1 0-1 0 0,0 0 0 0 0,0 0 0 0 0,0 0 1 0 0,0-1-1 0 0,0 1 0 0 0,1 0 1 0 0,-1 0-1 0 0,0-1 0 0 0,1 1 0 0 0,0-1 1 0 0,-1 0-1 0 0,1 1 0 0 0,0-1 0 0 0,-1 0 1 0 0,1 0-1 0 0,0 0 0 0 0,4 2 0 0 0,47 16-824 0 0,-53-18 807 0 0,67 10-2087 0 0,-23-7-2934 0 0,-24-4 2309 0 0</inkml:trace>
</inkml:ink>
</file>

<file path=ppt/ink/ink5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8T06:08:41.6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1 1 7429</inkml:trace>
</inkml:ink>
</file>

<file path=ppt/ink/ink5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8T06:08:45.6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1 622 528,'0'0'4566,"0"13"-2448,0-12-2027,0-1 0,0 1 0,0-1 0,0 1 0,0 0 0,0-1 0,1 1 0,-1-1 0,0 1 0,0-1 0,1 1 0,-1-1 0,0 1 0,1-1 0,-1 1 0,0-1 0,1 0 0,-1 1 0,0-1 0,1 0 0,-1 1 0,1-1 0,-1 0 0,1 1 0,-1-1 0,1 0 0,-1 0 0,1 1 0,-1-1 0,1 0 0,0 0 0,-1 0 1,1 0-1,-1 0 0,1 0 0,-1 0 0,1 0 0,-1 0 0,1 0 0,0 0 0,-1 0 0,1 0 0,-1-1 0,1 1 0,0 0 0,20-27 1260,-17 22-1527,7-15 296,-2 0 0,0-1-1,-1 0 1,-1 0 0,-1 0 0,5-40 0,-6 37-156,2-20-225,-2-1 0,-1 0 0,-3-1 0,-1 1 0,-10-62 0,-5 35-216,14 70 445,1 8-368,4 104 697,29 186 1,-27-267-211,0-1 0,2 0 0,1 0 0,17 37 0,-25-63-68,0 0 1,0 1-1,0-1 1,1 0-1,-1 0 0,1 0 1,0 1-1,-1-2 1,1 1-1,0 0 1,0 0-1,0-1 0,1 1 1,-1-1-1,0 1 1,0-1-1,1 0 1,-1 0-1,1 0 1,-1 0-1,1-1 0,3 1 1,-2-1 0,1 0 0,-1 0-1,1-1 1,-1 1 0,0-1 0,1 0 0,-1-1 0,0 1 0,0-1 0,1 0 0,-1 0-1,3-2 1,8-6 113,-2 0 0,1 0-1,-1-1 1,-1-1 0,19-22-1,-9 14 903,-22 20-1030,1 0-1,0 0 0,0 0 1,0 0-1,0 0 1,0 1-1,-1-1 1,1 0-1,0 0 1,0 1-1,-1-1 0,1 0 1,0 1-1,0-1 1,-1 1-1,1-1 1,0 1-1,-1-1 0,1 1 1,-1 0-1,1-1 1,0 1-1,-1 0 1,0-1-1,1 1 1,-1 0-1,1 0 0,-1-1 1,1 3-1,-1-2-228,0 2-115,0-1 0,0 1 0,0-1 0,0 1 0,1 0 0,-1-1 0,1 1 0,-1-1 0,1 1 0,2 3 0</inkml:trace>
</inkml:ink>
</file>

<file path=ppt/ink/ink5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8T06:08:45.9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86 692,'-2'-34'4433,"2"31"-3479,16-41 3457,-10 39-4568</inkml:trace>
</inkml:ink>
</file>

<file path=ppt/ink/ink5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8:48.4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 64 0 0,'0'0'2793'0'0,"3"-11"-372"0"0,-3 10-2312 0 0,0 1-1 0 0,0 0 0 0 0,0 0 0 0 0,0-1 0 0 0,0 1 0 0 0,0 0 0 0 0,0 0 0 0 0,0 0 0 0 0,0-1 1 0 0,0 1-1 0 0,0 0 0 0 0,0 0 0 0 0,0 0 0 0 0,0-1 0 0 0,1 1 0 0 0,-1 0 0 0 0,0 0 1 0 0,0 0-1 0 0,0-1 0 0 0,0 1 0 0 0,0 0 0 0 0,0 0 0 0 0,1 0 0 0 0,-1-1 0 0 0,0 1 0 0 0,0 0 1 0 0,0 0-1 0 0,0 0 0 0 0,1 0 0 0 0,-1 0 0 0 0,0 0 0 0 0,0-1 0 0 0,0 1 0 0 0,1 0 0 0 0,-1 0 1 0 0,0 0-1 0 0,0 0 0 0 0,0 0 0 0 0,1 0 0 0 0,-1 0 0 0 0,0 0 0 0 0,0 0 0 0 0,1 0 1 0 0,-1 0-1 0 0,0 0 0 0 0,0 0 0 0 0,0 0 0 0 0,1 0 0 0 0,-1 0 0 0 0,0 1 0 0 0,1-1-100 0 0,41 50 367 0 0,-39-47-308 0 0,-1 0 0 0 0,2 0 1 0 0,-1 0-1 0 0,0-1 1 0 0,0 1-1 0 0,1-1 1 0 0,0 0-1 0 0,-1 0 1 0 0,1 0-1 0 0,0-1 1 0 0,0 1-1 0 0,0-1 1 0 0,0 0-1 0 0,7 1 0 0 0,-7-3 9 0 0,-1 0 0 0 0,0 0-1 0 0,1 0 1 0 0,-1-1-1 0 0,0 0 1 0 0,0 0 0 0 0,0 0-1 0 0,0 0 1 0 0,0 0-1 0 0,-1 0 1 0 0,1-1 0 0 0,-1 1-1 0 0,1-1 1 0 0,-1 0-1 0 0,0 0 1 0 0,0 0-1 0 0,2-3 1 0 0,1-2 147 0 0,-4 7-52 0 0,1-1-100 0 0,-2 1-69 0 0,0 1 1 0 0,0 0 0 0 0,0 0-1 0 0,0 0 1 0 0,0 0-1 0 0,0-1 1 0 0,0 1 0 0 0,0 0-1 0 0,0 0 1 0 0,0 0-1 0 0,0 0 1 0 0,0 0-1 0 0,0-1 1 0 0,0 1 0 0 0,0 0-1 0 0,0 0 1 0 0,1 0-1 0 0,-1 0 1 0 0,0 0 0 0 0,0-1-1 0 0,0 1 1 0 0,0 0-1 0 0,0 0 1 0 0,0 0 0 0 0,1 0-1 0 0,-1 0 1 0 0,0 0-1 0 0,0 0 1 0 0,0 0 0 0 0,0 0-1 0 0,0 0 1 0 0,1-1-1 0 0,-1 1 1 0 0,0 0-1 0 0,0 0 1 0 0,0 0 0 0 0,0 0-1 0 0,1 0 1 0 0,-1 0-1 0 0,0 0 1 0 0,0 0 0 0 0,0 0-1 0 0,0 0 1 0 0,1 1-1 0 0,-1-1 1 0 0,0 0 0 0 0,0 0-1 0 0,0 0 1 0 0,1 0-1 0 0,2 5-3 0 0,1 0-1 0 0,0 0 1 0 0,-1 1-1 0 0,0-1 1 0 0,0 1 0 0 0,-1 0-1 0 0,0 0 1 0 0,0 0-1 0 0,0 0 1 0 0,1 8-1 0 0,12 73-19 0 0,-14-81 20 0 0,15 94 61 0 0,9 74-75 0 0,-23-152 18 0 0,-2 0 1 0 0,0 1 0 0 0,-1-1 0 0 0,-2 0-1 0 0,-7 37 1 0 0,8-55-2 0 0,0 8 5 0 0,-2 0 0 0 0,0 0 0 0 0,0-1 1 0 0,-9 15-1 0 0,12-23 3 0 0,-1 0 0 0 0,0 0 0 0 0,0-1 0 0 0,0 1 0 0 0,0-1 0 0 0,0 0 0 0 0,0 0 0 0 0,0 1 0 0 0,-1-2 0 0 0,1 1-1 0 0,-1 0 1 0 0,0 0 0 0 0,1-1 0 0 0,-1 1 0 0 0,0-1 0 0 0,0 0 0 0 0,0 0 0 0 0,0 0 0 0 0,0 0 0 0 0,0-1 0 0 0,0 1 0 0 0,0-1 0 0 0,-4 1 0 0 0,2-2-23 0 0,-1 0-1 0 0,1 0 1 0 0,0 0 0 0 0,-1-1 0 0 0,1 1 0 0 0,0-1 0 0 0,0-1 0 0 0,0 1 0 0 0,0-1-1 0 0,1 1 1 0 0,-1-1 0 0 0,1-1 0 0 0,-1 1 0 0 0,1-1 0 0 0,0 1 0 0 0,0-1-1 0 0,1 0 1 0 0,-1-1 0 0 0,1 1 0 0 0,0-1 0 0 0,0 1 0 0 0,0-1 0 0 0,1 0 0 0 0,0 0-1 0 0,0 0 1 0 0,0 0 0 0 0,0 0 0 0 0,1-1 0 0 0,0 1 0 0 0,0 0 0 0 0,0-1 0 0 0,1 1-1 0 0,0-1 1 0 0,0 1 0 0 0,0-1 0 0 0,1 1 0 0 0,0-1 0 0 0,0 1 0 0 0,0 0 0 0 0,0-1-1 0 0,1 1 1 0 0,0 0 0 0 0,0 0 0 0 0,6-9 0 0 0,7-6-182 0 0,1 0 1 0 0,2 1-1 0 0,-1 1 1 0 0,34-26-1 0 0,91-58-332 0 0,-77 57 384 0 0,-1 4 36 0 0,-40 26 84 0 0,0-1 0 0 0,-1 0 0 0 0,0-2 0 0 0,-2-1 0 0 0,23-24 0 0 0,-40 38 51 0 0,0 1 0 0 0,0-2 0 0 0,0 1 0 0 0,-1 0 0 0 0,0-1 0 0 0,0 0 0 0 0,0 1 0 0 0,-1-1 0 0 0,1 0 0 0 0,-2 0 0 0 0,1-1 0 0 0,-1 1 0 0 0,0 0 0 0 0,1-9 0 0 0,-3 12-6 0 0,1 3-20 0 0,0 0 0 0 0,1-1 1 0 0,-1 1-1 0 0,0-1 0 0 0,0 1 1 0 0,-1-1-1 0 0,1 1 0 0 0,0-1 1 0 0,0 1-1 0 0,0 0 0 0 0,0-1 1 0 0,0 1-1 0 0,0-1 1 0 0,-1 1-1 0 0,1 0 0 0 0,0-1 1 0 0,0 1-1 0 0,-1-1 0 0 0,1 1 1 0 0,0 0-1 0 0,0-1 0 0 0,-1 1 1 0 0,1 0-1 0 0,0 0 0 0 0,-1-1 1 0 0,1 1-1 0 0,0 0 0 0 0,-1 0 1 0 0,1-1-1 0 0,-1 1 0 0 0,1 0 1 0 0,0 0-1 0 0,-1 0 0 0 0,0-1 1 0 0,-18 5 88 0 0,-9 12-3 0 0,26-13-83 0 0,0 0-1 0 0,0-1 1 0 0,0 1-1 0 0,1 1 1 0 0,-1-1-1 0 0,1 0 1 0 0,0 0-1 0 0,0 0 1 0 0,0 1-1 0 0,0-1 1 0 0,0 1-1 0 0,1-1 0 0 0,-1 1 1 0 0,1-1-1 0 0,0 0 1 0 0,0 1-1 0 0,0-1 1 0 0,1 1-1 0 0,-1-1 1 0 0,1 1-1 0 0,0-1 1 0 0,0 0-1 0 0,0 1 1 0 0,0-1-1 0 0,1 0 1 0 0,-1 0-1 0 0,1 0 1 0 0,0 0-1 0 0,0 0 1 0 0,0 0-1 0 0,5 5 1 0 0,0 0-188 0 0,1 0 1 0 0,0 0-1 0 0,0 0 0 0 0,1-1 1 0 0,-1 0-1 0 0,2-1 1 0 0,-1 0-1 0 0,18 9 1 0 0,73 18-5857 0 0,-69-27 3150 0 0</inkml:trace>
</inkml:ink>
</file>

<file path=ppt/ink/ink5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8:51.3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192 294 132 0 0,'8'-38'5375'0'0,"-7"37"-5258"0"0,-1 0 0 0 0,0 0 0 0 0,0 0 0 0 0,0 0 0 0 0,1 0 1 0 0,-1 0-1 0 0,0 0 0 0 0,0 0 0 0 0,0 0 0 0 0,0 0 0 0 0,0 0 1 0 0,-1 1-1 0 0,1-1 0 0 0,0 0 0 0 0,0 0 0 0 0,0 0 1 0 0,-1 0-1 0 0,1 0 0 0 0,-1 0 0 0 0,1 1 0 0 0,-1-1 0 0 0,1 0 1 0 0,-1 0-1 0 0,1 0 0 0 0,-1 1 0 0 0,1-1 0 0 0,-1 0 0 0 0,0 1 1 0 0,0-1-1 0 0,1 1 0 0 0,-1-1 0 0 0,0 1 0 0 0,0-1 1 0 0,0 1-1 0 0,-1-1 0 0 0,0 0 44 0 0,-3 4-17 0 0,-12 7-37 0 0,1 0 0 0 0,0 2 0 0 0,1 0 0 0 0,0 0 0 0 0,-14 17 0 0 0,21-21-70 0 0,0 1 0 0 0,1 0 0 0 0,0 0 0 0 0,1 1 0 0 0,0 0 0 0 0,1 0 0 0 0,0 0 0 0 0,0 0 0 0 0,1 1-1 0 0,-4 18 1 0 0,7-25-11 0 0,0 0 0 0 0,1 0 0 0 0,-1 0-1 0 0,1 1 1 0 0,0-1 0 0 0,0 0 0 0 0,1 0-1 0 0,-1 0 1 0 0,1 0 0 0 0,0 0 0 0 0,0 0-1 0 0,1 0 1 0 0,-1 0 0 0 0,1 0 0 0 0,0 0-1 0 0,0-1 1 0 0,0 1 0 0 0,0 0 0 0 0,0-1-1 0 0,1 0 1 0 0,0 0 0 0 0,0 0 0 0 0,-1 0-1 0 0,2 0 1 0 0,-1 0 0 0 0,0-1 0 0 0,1 1-1 0 0,-1-1 1 0 0,1 0 0 0 0,-1 0 0 0 0,1-1-1 0 0,0 1 1 0 0,0-1 0 0 0,0 0 0 0 0,0 0-1 0 0,0 0 1 0 0,0 0 0 0 0,0-1 0 0 0,1 1-1 0 0,-1-1 1 0 0,0 0 0 0 0,0 0 0 0 0,0-1-1 0 0,0 1 1 0 0,0-1 0 0 0,0 0 0 0 0,0 0-1 0 0,0-1 1 0 0,0 1 0 0 0,0-1 0 0 0,0 1-1 0 0,0-1 1 0 0,-1-1 0 0 0,1 1 0 0 0,5-5-1 0 0,2-2 25 0 0,-1 1 0 0 0,0-2 0 0 0,-1 1 0 0 0,0-1 0 0 0,-1 0 0 0 0,0-1 0 0 0,0 0 0 0 0,-1 0 0 0 0,-1-1-1 0 0,0 0 1 0 0,5-14 0 0 0,-4 6 0 0 0,-1-1 0 0 0,-1 0-1 0 0,-1 0 1 0 0,-1-1 0 0 0,-1 1 0 0 0,0-29-1 0 0,1 45-178 0 0,5 10 61 0 0,19 23 47 0 0,16 14 32 0 0,-30-33-15 0 0,1 0-1 0 0,0-1 1 0 0,0 0 0 0 0,1-1-1 0 0,-1-1 1 0 0,2 0 0 0 0,-1-1-1 0 0,1-1 1 0 0,-1-1 0 0 0,18 2-1 0 0,-25-4 12 0 0,-1 0 0 0 0,1 0 0 0 0,0-1-1 0 0,-1-1 1 0 0,1 1 0 0 0,-1-1 0 0 0,1-1 0 0 0,-1 1 0 0 0,1-1-1 0 0,-1-1 1 0 0,0 1 0 0 0,0-1 0 0 0,0 0 0 0 0,0-1-1 0 0,-1 0 1 0 0,1 0 0 0 0,-1 0 0 0 0,0-1 0 0 0,0 1 0 0 0,-1-2-1 0 0,1 1 1 0 0,-1-1 0 0 0,6-7 0 0 0,-4 2 34 0 0,0-1 0 0 0,-1 1 0 0 0,0-1 0 0 0,-1 0 0 0 0,0-1 0 0 0,-1 1 0 0 0,-1-1 0 0 0,0 0 0 0 0,0 0 1 0 0,-1 0-1 0 0,-1 0 0 0 0,0 0 0 0 0,-1 0 0 0 0,0 0 0 0 0,-1 0 0 0 0,-3-15 0 0 0,1-29 586 0 0,3 55-581 0 0,-1 8-65 0 0,-23 201-2 0 0,-6 33 47 0 0,13-130 15 0 0,-47 227 38 0 0,40-258 234 0 0,24-77-159 0 0,-7 12 2888 0 0,14-54-3030 0 0,2 1 0 0 0,2 0 0 0 0,1 0 0 0 0,2 1-1 0 0,2 1 1 0 0,1 0 0 0 0,2 1 0 0 0,1 1 0 0 0,2 1-1 0 0,2 1 1 0 0,1 1 0 0 0,1 1 0 0 0,42-38 0 0 0,-62 63-77 0 0,0 0 0 0 0,0 1 0 0 0,1 0 1 0 0,0 0-1 0 0,0 1 0 0 0,0 0 0 0 0,0 0 1 0 0,1 0-1 0 0,0 1 0 0 0,0 0 0 0 0,-1 1 0 0 0,2 0 1 0 0,8-1-1 0 0,-16 3 48 0 0,0-1 0 0 0,0 1 0 0 0,0 0 0 0 0,-1 0-1 0 0,1 1 1 0 0,0-1 0 0 0,0 0 0 0 0,0 0 0 0 0,0 0 0 0 0,0 1 0 0 0,0-1 0 0 0,0 0 0 0 0,0 1-1 0 0,-1-1 1 0 0,1 1 0 0 0,0-1 0 0 0,0 1 0 0 0,-1-1 0 0 0,1 1 0 0 0,0 0 0 0 0,0-1 0 0 0,-1 1 0 0 0,1 0-1 0 0,-1-1 1 0 0,1 1 0 0 0,-1 0 0 0 0,1 0 0 0 0,-1 0 0 0 0,1 0 0 0 0,-1-1 0 0 0,0 1 0 0 0,1 0-1 0 0,-1 0 1 0 0,0 0 0 0 0,0 0 0 0 0,0 0 0 0 0,0 0 0 0 0,0 0 0 0 0,0 0 0 0 0,0 0 0 0 0,0 0 0 0 0,0 0-1 0 0,0-1 1 0 0,0 1 0 0 0,-1 0 0 0 0,1 0 0 0 0,0 0 0 0 0,-1 0 0 0 0,1 0 0 0 0,0 0 0 0 0,-1-1-1 0 0,1 1 1 0 0,-2 1 0 0 0,0 3-29 0 0,0-1-1 0 0,0 1 1 0 0,-1-1-1 0 0,0 0 1 0 0,0 0-1 0 0,0 0 1 0 0,0 0-1 0 0,0-1 1 0 0,-6 5-1 0 0,-2-2-165 0 0,0-1 0 0 0,0 0-1 0 0,-1-1 1 0 0,1 0 0 0 0,-1-1 0 0 0,0 0-1 0 0,0-1 1 0 0,0 0 0 0 0,0-1 0 0 0,-20-1-1 0 0,29 0-516 0 0,-12-3-794 0 0</inkml:trace>
</inkml:ink>
</file>

<file path=ppt/ink/ink5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8:51.7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87 39 528 0 0,'6'-24'3689'0'0,"-3"10"2054"0"0,-68 238-3739 0 0,55-178-1764 0 0,2 0 0 0 0,2 0 1 0 0,0 53-1 0 0,6-92-211 0 0,0-1-1 0 0,0 0 1 0 0,0 1-1 0 0,1-1 1 0 0,0 0-1 0 0,1 0 1 0 0,-1 1-1 0 0,1-1 1 0 0,0 0-1 0 0,1-1 1 0 0,0 1-1 0 0,0 0 0 0 0,0-1 1 0 0,0 1-1 0 0,1-1 1 0 0,0 0-1 0 0,5 6 1 0 0,-2-6-22 0 0,0 1 0 0 0,1-1 0 0 0,-1-1 1 0 0,1 0-1 0 0,0 0 0 0 0,0 0 0 0 0,0-1 0 0 0,1 0 0 0 0,-1-1 1 0 0,1 0-1 0 0,15 2 0 0 0,-4-2-31 0 0,4 1 410 0 0,-10 2-2959 0 0,-13-4 1499 0 0</inkml:trace>
</inkml:ink>
</file>

<file path=ppt/ink/ink5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8:52.0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90 1200 0 0,'0'0'1264'0'0,"1"-23"1108"0"0,-1 0-315 0 0,0 5-393 0 0,-4 2-616 0 0,7 6-844 0 0</inkml:trace>
</inkml:ink>
</file>

<file path=ppt/ink/ink5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8:52.3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 1 784 0 0,'0'0'1709'0'0,"-8"1"-928"0"0,4 0-635 0 0,0 0 0 0 0,0 0 0 0 0,0 0 0 0 0,1 0 0 0 0,-1 1 0 0 0,0-1 0 0 0,0 1 0 0 0,1 0 0 0 0,-1 0 1 0 0,1 1-1 0 0,0-1 0 0 0,0 1 0 0 0,0-1 0 0 0,0 1 0 0 0,0 0 0 0 0,0 0 0 0 0,1 0 0 0 0,-1 1 0 0 0,1-1 0 0 0,0 0 1 0 0,0 1-1 0 0,0 0 0 0 0,1-1 0 0 0,-2 6 0 0 0,1-3 86 0 0,0 0 0 0 0,1 0-1 0 0,0 0 1 0 0,0 1 0 0 0,1-1 0 0 0,0 12 0 0 0,5 3 3535 0 0,1-25-3401 0 0,18-10-23 0 0,-22 12-257 0 0,1-1 0 0 0,-1 0 0 0 0,0 1 1 0 0,0-1-1 0 0,0 0 0 0 0,-1 0 0 0 0,1 0 1 0 0,-1 0-1 0 0,1 0 0 0 0,-1-1 1 0 0,0 1-1 0 0,0 0 0 0 0,-1-1 0 0 0,1 1 1 0 0,-1-1-1 0 0,1-2 0 0 0,1-7 261 0 0,1-21-86 0 0,-9 19-2086 0 0,-11 8-5917 0 0</inkml:trace>
</inkml:ink>
</file>

<file path=ppt/ink/ink5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8:53.4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1 295 292 0 0,'0'0'7347'0'0,"2"4"-6938"0"0,3 13 360 0 0,0 0 0 0 0,-1 1 0 0 0,3 33 0 0 0,-6-50-727 0 0,-1 0 0 0 0,0 0 0 0 0,0 0-1 0 0,1 0 1 0 0,-1 0 0 0 0,1 0-1 0 0,-1-1 1 0 0,0 1 0 0 0,1 0 0 0 0,0 0-1 0 0,-1 0 1 0 0,1 0 0 0 0,0-1-1 0 0,-1 1 1 0 0,1 0 0 0 0,0 0 0 0 0,0-1-1 0 0,-1 1 1 0 0,1-1 0 0 0,0 1 0 0 0,0-1-1 0 0,0 1 1 0 0,0-1 0 0 0,0 1-1 0 0,0-1 1 0 0,0 0 0 0 0,0 0 0 0 0,0 1-1 0 0,0-1 1 0 0,0 0 0 0 0,0 0-1 0 0,0 0 1 0 0,0 0 0 0 0,0 0 0 0 0,0 0-1 0 0,0 0 1 0 0,0-1 0 0 0,0 1 0 0 0,0 0-1 0 0,0-1 1 0 0,0 1 0 0 0,1-1-1 0 0,44-13 386 0 0,-19 2-227 0 0,2 2 0 0 0,-1 1 0 0 0,31-6 0 0 0,-46 13-197 0 0,0 0 1 0 0,0 1 0 0 0,0 0-1 0 0,0 1 1 0 0,0 0 0 0 0,0 1-1 0 0,0 1 1 0 0,0 0 0 0 0,19 6-1 0 0,-3 3-181 0 0,0-2-1 0 0,1-1 1 0 0,0-1-1 0 0,0-2 0 0 0,0-1 1 0 0,35 0-1 0 0,-50-4 139 0 0,0-2 0 0 0,0 0 0 0 0,0 0 0 0 0,-1-2 0 0 0,16-5 0 0 0,-23 7 91 0 0,-1-1-1 0 0,0 0 1 0 0,0 0 0 0 0,0 0 0 0 0,0-1-1 0 0,-1 0 1 0 0,1 0 0 0 0,-1-1 0 0 0,0 1-1 0 0,0-1 1 0 0,-1 0 0 0 0,1-1-1 0 0,4-6 1 0 0,0-2 82 0 0,-8 21 9 0 0,-2 3-102 0 0,1-5-33 0 0,19 7-66 0 0,-36-13 68 0 0,0 1 0 0 0,0 0 1 0 0,1 2-1 0 0,-1 0 0 0 0,-27 7 0 0 0,41-9 5 0 0,2 1-16 0 0,-6 2 2 0 0,4-1 10 0 0,-4 1 3 0 0,5-2 1 0 0,60-21 276 0 0,-48 18-308 0 0,1 0 0 0 0,-1 0 0 0 0,0 1 0 0 0,1 0 0 0 0,-1 1 0 0 0,1 0 0 0 0,-1 1 0 0 0,0 0 0 0 0,1 1 0 0 0,-1 0 0 0 0,0 0 0 0 0,13 6 0 0 0,-13-5-14 0 0,0 0 0 0 0,1 0 0 0 0,0-1 0 0 0,0 0 0 0 0,0-1 0 0 0,0 0 0 0 0,-1-1 0 0 0,1 0-1 0 0,0-1 1 0 0,0 0 0 0 0,15-3 0 0 0,-14-1 118 0 0,0 0-1 0 0,-1 0 1 0 0,0-1 0 0 0,1 0-1 0 0,-2-1 1 0 0,1-1 0 0 0,-1 0-1 0 0,0 0 1 0 0,-1-1-1 0 0,0 0 1 0 0,0 0 0 0 0,-1-1-1 0 0,-1 0 1 0 0,1-1-1 0 0,7-15 1 0 0,-6 9 249 0 0,0-1 0 0 0,-2 0 0 0 0,0-1 0 0 0,-1 0 0 0 0,-1 0 0 0 0,0 0 0 0 0,-2 0 1 0 0,0-1-1 0 0,0-29 0 0 0,-3 49-309 0 0,0-1 0 0 0,0 1 0 0 0,1 0 0 0 0,-1 0 1 0 0,0-1-1 0 0,0 1 0 0 0,0 0 0 0 0,0 0 0 0 0,0-1 0 0 0,0 1 1 0 0,0 0-1 0 0,0-1 0 0 0,1 1 0 0 0,-1 0 0 0 0,0 0 1 0 0,0-1-1 0 0,0 1 0 0 0,0 0 0 0 0,0 0 0 0 0,-1-1 0 0 0,1 1 1 0 0,0 0-1 0 0,0-1 0 0 0,0 1 0 0 0,0 0 0 0 0,0 0 1 0 0,0-1-1 0 0,0 1 0 0 0,0 0 0 0 0,-1 0 0 0 0,1-1 0 0 0,0 1 1 0 0,0 0-1 0 0,0 0 0 0 0,-1 0 0 0 0,1-1 0 0 0,0 1 1 0 0,0 0-1 0 0,0 0 0 0 0,-1 0 0 0 0,1 0 0 0 0,0 0 0 0 0,0-1 1 0 0,-1 1-1 0 0,1 0 0 0 0,0 0 0 0 0,-1 0 0 0 0,1 0 1 0 0,0 0-1 0 0,0 0 0 0 0,-1 0 0 0 0,1 0 0 0 0,0 0 0 0 0,-1 0 1 0 0,1 0-1 0 0,-14 18 248 0 0,-12 39-278 0 0,-8 66-957 0 0,32-114 545 0 0,0 1 0 0 0,-1-1 0 0 0,0 0 0 0 0,0-1 0 0 0,-1 1 0 0 0,0 0 0 0 0,-10 15 0 0 0,10-19-714 0 0,0 0 0 0 0,0-1 0 0 0,-1 1 0 0 0,1-1 0 0 0,-1 0 1 0 0,0 0-1 0 0,-10 6 0 0 0,0-2-2566 0 0</inkml:trace>
</inkml:ink>
</file>

<file path=ppt/ink/ink5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08:53.8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50 1316 0 0,'0'0'1412'0'0,"-13"-14"1000"0"0,11 3-675 0 0,10-1-1189 0 0,-2 4-248 0 0,22 3-676 0 0,-8 5-344 0 0,11 3-2689 0 0,-17-1 1637 0 0</inkml:trace>
</inkml:ink>
</file>

<file path=ppt/ink/ink5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02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1 440 0 0,'0'0'4140'0'0,"8"1"-1923"0"0</inkml:trace>
</inkml:ink>
</file>

<file path=ppt/ink/ink5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1044 0 0,'0'0'4601'0'0,"18"-8"-4161"0"0,1 11-624 0 0,3 1-2853 0 0,-4-3 1461 0 0</inkml:trace>
</inkml:ink>
</file>

<file path=ppt/ink/ink5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0 372 0 0,'1'4'2535'0'0,"2"1"1849"0"0</inkml:trace>
</inkml:ink>
</file>

<file path=ppt/ink/ink5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10:20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1 824 0 0,'0'12'2168'0'0</inkml:trace>
</inkml:ink>
</file>

<file path=ppt/ink/ink5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0:25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11 142 648 0 0,'-1'-1'386'0'0,"0"-1"-1"0"0,-1 1 1 0 0,1-1-1 0 0,1 1 1 0 0,-1-1 0 0 0,0 1-1 0 0,0-1 1 0 0,0 0-1 0 0,1 0 1 0 0,-1 1 0 0 0,1-1-1 0 0,0 0 1 0 0,-1 0 0 0 0,1 0-1 0 0,0 1 1 0 0,0-1-1 0 0,0 0 1 0 0,0 0 0 0 0,0 0-1 0 0,1 0 1 0 0,0-2-1 0 0,0 3-224 0 0,0-1 0 0 0,0 0-1 0 0,0 0 1 0 0,0 1-1 0 0,0-1 1 0 0,1 1 0 0 0,-1-1-1 0 0,0 1 1 0 0,1 0-1 0 0,0-1 1 0 0,-1 1-1 0 0,1 0 1 0 0,0 0 0 0 0,-1 0-1 0 0,1 0 1 0 0,3-1-1 0 0,-1 1-95 0 0,1-1 0 0 0,0 1 0 0 0,-1-1 0 0 0,1 2 0 0 0,0-1 0 0 0,0 0-1 0 0,0 1 1 0 0,0 0 0 0 0,0 0 0 0 0,-1 0 0 0 0,1 1 0 0 0,0 0 0 0 0,0 0-1 0 0,0 0 1 0 0,5 2 0 0 0,-4 1-14 0 0,0-1-1 0 0,0 1 1 0 0,0 1-1 0 0,0-1 1 0 0,-1 1-1 0 0,0 0 1 0 0,0 0-1 0 0,0 1 1 0 0,-1 0-1 0 0,1-1 1 0 0,-1 1-1 0 0,-1 1 1 0 0,1-1-1 0 0,-1 1 1 0 0,0-1-1 0 0,0 1 1 0 0,2 13-1 0 0,-3-14-24 0 0,-1-1-1 0 0,0 1 1 0 0,0-1 0 0 0,-1 1-1 0 0,0-1 1 0 0,0 1-1 0 0,0 0 1 0 0,-1-1-1 0 0,0 1 1 0 0,0-1 0 0 0,0 1-1 0 0,0-1 1 0 0,-1 0-1 0 0,0 1 1 0 0,0-1-1 0 0,-1 0 1 0 0,1 0 0 0 0,-1 0-1 0 0,0-1 1 0 0,-1 1-1 0 0,1-1 1 0 0,-1 0-1 0 0,-5 6 1 0 0,8-9-17 0 0,0 0-1 0 0,0 0 1 0 0,0 0-1 0 0,-1 0 1 0 0,1 0 0 0 0,0 0-1 0 0,-1-1 1 0 0,1 1-1 0 0,0 0 1 0 0,-1-1 0 0 0,1 1-1 0 0,-1-1 1 0 0,1 1-1 0 0,-1-1 1 0 0,1 0 0 0 0,-1 0-1 0 0,1 1 1 0 0,-1-1 0 0 0,1 0-1 0 0,-1-1 1 0 0,0 1-1 0 0,1 0 1 0 0,-1 0 0 0 0,1-1-1 0 0,-1 1 1 0 0,1 0-1 0 0,0-1 1 0 0,-1 0 0 0 0,1 1-1 0 0,-1-1 1 0 0,1 0-1 0 0,0 0 1 0 0,-1 0 0 0 0,1 0-1 0 0,0 0 1 0 0,0 0-1 0 0,0 0 1 0 0,0 0 0 0 0,0 0-1 0 0,-1-2 1 0 0,-1 0-4 0 0,1-1 1 0 0,0 1-1 0 0,0 0 1 0 0,1-1-1 0 0,-1 1 1 0 0,1-1-1 0 0,-1 0 1 0 0,1 0-1 0 0,0 1 1 0 0,1-1-1 0 0,-1 0 1 0 0,0 0-1 0 0,1 0 1 0 0,0-6-1 0 0,2-1-6 0 0,0 0-1 0 0,1 0 1 0 0,0 0-1 0 0,0 1 1 0 0,1-1-1 0 0,0 1 1 0 0,1 0-1 0 0,1 1 0 0 0,-1-1 1 0 0,1 1-1 0 0,1 0 1 0 0,0 0-1 0 0,0 1 1 0 0,14-13-1 0 0,-14 16-9 0 0,-1 0-1 0 0,1 0 1 0 0,0 1-1 0 0,0 0 1 0 0,1 0-1 0 0,-1 1 1 0 0,1 0-1 0 0,0 0 1 0 0,0 1-1 0 0,0 0 1 0 0,0 0 0 0 0,0 1-1 0 0,0 0 1 0 0,1 0-1 0 0,-1 1 1 0 0,0 0-1 0 0,0 1 1 0 0,1 0-1 0 0,-1 0 1 0 0,12 3-1 0 0,-13-2-16 0 0,0-1 0 0 0,-1 1-1 0 0,1 0 1 0 0,0 0 0 0 0,-1 1-1 0 0,1 0 1 0 0,-1 0 0 0 0,0 1-1 0 0,0 0 1 0 0,0 0 0 0 0,0 0-1 0 0,-1 1 1 0 0,0 0 0 0 0,0 0-1 0 0,0 0 1 0 0,0 0 0 0 0,-1 1-1 0 0,0 0 1 0 0,0 0 0 0 0,-1 0-1 0 0,1 0 1 0 0,-1 0 0 0 0,-1 1-1 0 0,1 0 1 0 0,1 8 0 0 0,-4-14 28 0 0,0-1 0 0 0,0 0 0 0 0,0 0 0 0 0,1 1 0 0 0,-1-1 0 0 0,0 0 0 0 0,0 0 0 0 0,0 0 0 0 0,0 0 0 0 0,0 1 0 0 0,0-1 0 0 0,1 0 0 0 0,-1 0 0 0 0,0 0 0 0 0,0 0 0 0 0,0 1 0 0 0,0-1 0 0 0,1 0 0 0 0,-1 0 0 0 0,0 0 0 0 0,0 0 0 0 0,0 0 0 0 0,0 0 0 0 0,1 0 0 0 0,-1 0 0 0 0,0 0 0 0 0,0 0 0 0 0,1 0 0 0 0,-1 0 0 0 0,0 0 0 0 0,0 0 0 0 0,0 0 0 0 0,1 0 0 0 0,-1 0 0 0 0,0 0 0 0 0,0 0 0 0 0,0 0 0 0 0,1 0 0 0 0,-1 0 0 0 0,0 0 0 0 0,0 0 0 0 0,0 0 0 0 0,1 0 0 0 0,-1 0 0 0 0,0 0 0 0 0,0-1 0 0 0,0 1 0 0 0,1 0 1 0 0,15-13-19 0 0,20-25-26 0 0,-30 32 38 0 0,6-9-22 0 0,2 2-1 0 0,0 0 1 0 0,0 0 0 0 0,2 1 0 0 0,-1 1-1 0 0,1 1 1 0 0,25-13 0 0 0,-36 21 19 0 0,-1 0 0 0 0,1 0 0 0 0,0 0 0 0 0,0 1 0 0 0,0 0 0 0 0,0-1 0 0 0,0 2 0 0 0,0-1 0 0 0,0 1 0 0 0,0-1 0 0 0,0 1 0 0 0,0 1 0 0 0,0-1 1 0 0,0 1-1 0 0,0 0 0 0 0,0 0 0 0 0,0 0 0 0 0,0 1 0 0 0,0 0 0 0 0,-1 0 0 0 0,1 0 0 0 0,0 0 0 0 0,-1 1 0 0 0,0 0 0 0 0,0 0 0 0 0,0 0 0 0 0,0 0 0 0 0,0 0 0 0 0,0 1 0 0 0,-1 0 0 0 0,0 0 0 0 0,5 7 1 0 0,-4-5-41 0 0,-1 0-1 0 0,0 0 1 0 0,0 0 0 0 0,0 1 0 0 0,-1-1 0 0 0,0 1 0 0 0,0 0 0 0 0,-1 0 0 0 0,0 0 0 0 0,0 0 0 0 0,0-1 0 0 0,-1 1 0 0 0,0 0 0 0 0,-2 8 0 0 0,-6 34-7508 0 0,6-39 4757 0 0</inkml:trace>
</inkml:ink>
</file>

<file path=ppt/ink/ink5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0:25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0 460 0 0,'-3'0'9619'0'0,"-24"7"-9595"0"0,14-2 106 0 0,-1 1 0 0 0,1 0 0 0 0,1 1 0 0 0,-1 0-1 0 0,1 1 1 0 0,0 0 0 0 0,1 1 0 0 0,0 1 0 0 0,1 0 0 0 0,-1 0 0 0 0,-15 23 0 0 0,12 6 97 0 0,13-38-186 0 0,16 22 155 0 0,-11-21-183 0 0,-1-1 0 0 0,0 0 0 0 0,1 0-1 0 0,0 0 1 0 0,-1 0 0 0 0,1 0-1 0 0,0-1 1 0 0,-1 1 0 0 0,1-1-1 0 0,0 0 1 0 0,-1-1 0 0 0,1 1 0 0 0,0 0-1 0 0,-1-1 1 0 0,1 0 0 0 0,0 0-1 0 0,5-3 1 0 0,4 0-30 0 0,-1-1-1 0 0,-1-1 1 0 0,19-11-1 0 0,-15 6-23 0 0,-12 8 33 0 0,1 0 0 0 0,0 0 0 0 0,0 0 0 0 0,0 0 0 0 0,0 1 0 0 0,0 0 0 0 0,9-4 0 0 0,-6 39-178 0 0,-6-30 178 0 0,1-1 0 0 0,0 0 1 0 0,-1 0-1 0 0,1 0 0 0 0,0 0 0 0 0,0 0 1 0 0,0 0-1 0 0,1 0 0 0 0,-1 0 0 0 0,0-1 1 0 0,1 1-1 0 0,-1-1 0 0 0,1 0 0 0 0,-1 0 1 0 0,1 1-1 0 0,0-2 0 0 0,-1 1 0 0 0,1 0 1 0 0,3 0-1 0 0,1-1 2 0 0,0 1-1 0 0,-1-1 1 0 0,1-1 0 0 0,0 1-1 0 0,-1-1 1 0 0,1 0-1 0 0,12-5 1 0 0,5-2 6 0 0,-1-2 0 0 0,0-1 0 0 0,27-17 0 0 0,-2-10 1393 0 0,-46 37-1198 0 0,-2 1-180 0 0,0 0 0 0 0,0 0 1 0 0,0-1-1 0 0,0 1 0 0 0,0 0 1 0 0,0 0-1 0 0,0 0 0 0 0,0 0 0 0 0,0 0 1 0 0,0-1-1 0 0,0 1 0 0 0,0 0 1 0 0,0 0-1 0 0,0 0 0 0 0,0 0 0 0 0,0 0 1 0 0,0 0-1 0 0,0-1 0 0 0,0 1 1 0 0,0 0-1 0 0,1 0 0 0 0,-1 0 0 0 0,0 0 1 0 0,0 0-1 0 0,0 0 0 0 0,0 0 1 0 0,0 0-1 0 0,0-1 0 0 0,0 1 0 0 0,1 0 1 0 0,-1 0-1 0 0,0 0 0 0 0,0 0 1 0 0,0 0-1 0 0,0 0 0 0 0,0 0 0 0 0,1 0 1 0 0,-1 0-1 0 0,0 0 0 0 0,0 0 1 0 0,0 0-1 0 0,0 0 0 0 0,0 0 1 0 0,1 0-1 0 0,-1 0 0 0 0,0 0 0 0 0,0 0 1 0 0,0 0-1 0 0,0 0 0 0 0,0 0 1 0 0,1 0-1 0 0,-1 0 0 0 0,0 1 0 0 0,0-1 1 0 0,0 0-1 0 0,0 0 0 0 0,0 0 1 0 0,0 0-1 0 0,1 0 0 0 0,-1 0 0 0 0,0 0 1 0 0,0 0-1 0 0,0 1 0 0 0,0-1 1 0 0,0 0-1 0 0,0 0 0 0 0,0 0 0 0 0,0 0 1 0 0,-3 48 142 0 0,3-46-132 0 0,3 21-1065 0 0</inkml:trace>
</inkml:ink>
</file>

<file path=ppt/ink/ink5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0:26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33 136 0 0,'-1'-1'563'0'0,"-1"0"0"0"0,1 0-1 0 0,0-1 1 0 0,-1 1 0 0 0,1 0 0 0 0,0-1 0 0 0,0 1-1 0 0,0-1 1 0 0,0 0 0 0 0,0 1 0 0 0,0-1 0 0 0,0 0-1 0 0,1 0 1 0 0,-1 1 0 0 0,0-3 0 0 0,3 3-872 0 0,0 0-1 0 0,0 0 1 0 0,0 0 0 0 0,0 1 0 0 0,0-1 0 0 0,0 1-1 0 0,0-1 1 0 0,0 1 0 0 0,0 0 0 0 0,0 0 0 0 0,0 0-1 0 0,0 0 1 0 0,0 0 0 0 0,0 0 0 0 0,0 1 0 0 0,3 0-1 0 0,-1 0-1874 0 0</inkml:trace>
</inkml:ink>
</file>

<file path=ppt/ink/ink5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0:26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83 219 424 0 0,'-9'5'838'0'0,"0"1"0"0"0,0 1 0 0 0,1 0-1 0 0,-1 0 1 0 0,-10 12 0 0 0,17-16-675 0 0,0-1 1 0 0,0 1-1 0 0,0-1 0 0 0,1 1 0 0 0,-1 0 0 0 0,0-1 1 0 0,1 1-1 0 0,0 0 0 0 0,0 0 0 0 0,0 0 0 0 0,0 0 1 0 0,0 1-1 0 0,1-1 0 0 0,-1 0 0 0 0,1 0 0 0 0,0 0 1 0 0,0 0-1 0 0,0 1 0 0 0,0-1 0 0 0,1 0 0 0 0,-1 0 1 0 0,2 5-1 0 0,-1-7-106 0 0,1 1 0 0 0,-1 0 0 0 0,0-1 0 0 0,0 0 0 0 0,0 1 0 0 0,1-1 0 0 0,-1 0 0 0 0,1 0 0 0 0,-1 0 0 0 0,1 0 0 0 0,0 0 0 0 0,-1 0 0 0 0,1 0 0 0 0,0 0 0 0 0,-1-1 0 0 0,1 1 0 0 0,0-1 0 0 0,0 1 0 0 0,0-1 0 0 0,0 0 0 0 0,-1 1 0 0 0,1-1 0 0 0,0 0 0 0 0,0 0 0 0 0,0 0 0 0 0,0-1 0 0 0,0 1 0 0 0,-1 0 0 0 0,1-1 0 0 0,2 0 0 0 0,4-1 122 0 0,0 0 0 0 0,0 0 0 0 0,-1 0 0 0 0,1-1 0 0 0,11-6 0 0 0,-13 4-52 0 0,0 1 1 0 0,0-1 0 0 0,0 0-1 0 0,-1-1 1 0 0,0 0 0 0 0,0 0-1 0 0,0 0 1 0 0,-1 0 0 0 0,0-1-1 0 0,0 1 1 0 0,0-1 0 0 0,4-13-1 0 0,-2 4 170 0 0,-1-1 0 0 0,-1-1 1 0 0,0 1-1 0 0,2-24 0 0 0,-6 36-217 0 0,0 0-1 0 0,0-1 1 0 0,-1 1 0 0 0,0 0 0 0 0,0 0 0 0 0,0 0-1 0 0,0 0 1 0 0,-1 0 0 0 0,1 0 0 0 0,-1 0 0 0 0,-1 0-1 0 0,1 1 1 0 0,-1-1 0 0 0,1 1 0 0 0,-1 0 0 0 0,-1-1-1 0 0,-6-6 1 0 0,5 6-118 0 0,0 0 0 0 0,-1 0 0 0 0,0 1 0 0 0,0-1 0 0 0,0 1 0 0 0,-1 1 0 0 0,1-1 0 0 0,-1 1 0 0 0,0 0 0 0 0,0 1 0 0 0,-10-3 0 0 0,16 4-62 0 0,-1 1 0 0 0,0 0-1 0 0,1 0 1 0 0,-1 0-1 0 0,0 1 1 0 0,1-1-1 0 0,-1 0 1 0 0,0 1-1 0 0,1-1 1 0 0,-1 1 0 0 0,1-1-1 0 0,-1 1 1 0 0,1 0-1 0 0,-1-1 1 0 0,1 1-1 0 0,-1 0 1 0 0,1 0-1 0 0,0 0 1 0 0,-1 0 0 0 0,1 1-1 0 0,0-1 1 0 0,0 0-1 0 0,0 0 1 0 0,-2 3-1 0 0,1 0-845 0 0,-1 0 0 0 0,1 0 0 0 0,0 0-1 0 0,0 0 1 0 0,0 0 0 0 0,1 1 0 0 0,-2 5 0 0 0,1 3-2481 0 0</inkml:trace>
</inkml:ink>
</file>

<file path=ppt/ink/ink5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0:26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0 560 0 0,'0'0'9359'0'0,"-6"2"-9192"0"0,2-1-119 0 0,0 1-1 0 0,-1-1 1 0 0,1 1-1 0 0,0 0 1 0 0,0 0-1 0 0,0 1 1 0 0,0-1-1 0 0,0 1 1 0 0,0 0-1 0 0,1 0 1 0 0,-1 0-1 0 0,1 0 1 0 0,0 0-1 0 0,0 1 1 0 0,0 0-1 0 0,0 0 1 0 0,1-1-1 0 0,0 2 1 0 0,0-1-1 0 0,0 0 1 0 0,-2 7-1 0 0,3-10-40 0 0,17 19-179 0 0,-5-18 65 0 0,0-2 1 0 0,-1 1-1 0 0,1-1 1 0 0,0-1 0 0 0,0 0-1 0 0,0 0 1 0 0,-1-1-1 0 0,19-6 1 0 0,-12 4-25 0 0,0 0 0 0 0,0 1 1 0 0,24-1-1 0 0,-37 5 193 0 0,0-1 0 0 0,0 1-1 0 0,0 0 1 0 0,0 0 0 0 0,0 0 0 0 0,0 1 0 0 0,7 3-1 0 0,19 6-1498 0 0,-6-10-3180 0 0,-12-2 2408 0 0</inkml:trace>
</inkml:ink>
</file>

<file path=ppt/ink/ink5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0:29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39 1456 0 0,'-1'-5'876'0'0,"-1"-22"11301"0"0,2 20-13544 0 0</inkml:trace>
</inkml:ink>
</file>

<file path=ppt/ink/ink5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0:28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36 664 0 0,'0'0'2146'0'0,"-12"0"4644"0"0,15 4-6681 0 0,1 1 0 0 0,-1 0 0 0 0,0 0 0 0 0,0 0 0 0 0,-1 1 0 0 0,1-1 0 0 0,-1 0 0 0 0,0 1 0 0 0,-1 0 0 0 0,0-1 0 0 0,1 1 0 0 0,-2 0 0 0 0,1 0 0 0 0,-1 0 0 0 0,0 6 0 0 0,0-8-53 0 0,0 0 0 0 0,0 1 0 0 0,-1-1 1 0 0,1 1-1 0 0,-1-1 0 0 0,0 1 0 0 0,-1-1 0 0 0,1 0 0 0 0,-1 0 0 0 0,1 0 0 0 0,-1 1 0 0 0,-1-2 0 0 0,1 1 0 0 0,0 0 0 0 0,-1 0 0 0 0,0-1 0 0 0,0 1 0 0 0,0-1 0 0 0,-6 4 0 0 0,8-5 15 0 0,0-2-67 0 0,1 0 0 0 0,-1 0 0 0 0,0 0 0 0 0,0 0 0 0 0,0 0 0 0 0,0 0 0 0 0,0 0 1 0 0,0 0-1 0 0,0 0 0 0 0,1 0 0 0 0,-1 0 0 0 0,0-1 0 0 0,0 1 0 0 0,0 0 0 0 0,0 0 0 0 0,1-1 0 0 0,-1 1 1 0 0,0-1-1 0 0,0 1 0 0 0,1-1 0 0 0,-1 1 0 0 0,0-1 0 0 0,1 1 0 0 0,-1-1 0 0 0,0 0 0 0 0,1 1 0 0 0,-1-1 0 0 0,1 0 1 0 0,-1 0-1 0 0,1 1 0 0 0,-1-1 0 0 0,1 0 0 0 0,0 0 0 0 0,-1-1 0 0 0,4-9-36 0 0,0 0 0 0 0,0 1 0 0 0,1-1-1 0 0,1 1 1 0 0,0 0 0 0 0,0 0 0 0 0,1 1-1 0 0,0 0 1 0 0,0 0 0 0 0,16-16 0 0 0,-16 19 15 0 0,0 0 0 0 0,0 0 0 0 0,0 1-1 0 0,1 0 1 0 0,0 1 0 0 0,0-1 0 0 0,0 1 0 0 0,0 0 0 0 0,1 1 0 0 0,-1 0 0 0 0,1 0 0 0 0,0 1 0 0 0,0 0 0 0 0,0 0 0 0 0,0 1 0 0 0,10-1-1 0 0,-12 2 7 0 0,-1 0 0 0 0,1 1 0 0 0,-1-1 0 0 0,1 1 0 0 0,-1 1 0 0 0,0-1-1 0 0,0 1 1 0 0,1 0 0 0 0,-1 0 0 0 0,0 0 0 0 0,-1 1 0 0 0,1 0 0 0 0,0 0 0 0 0,-1 0-1 0 0,0 0 1 0 0,5 5 0 0 0,-1 1 1 0 0,0 0-1 0 0,-1 0 0 0 0,-1 0 1 0 0,1 1-1 0 0,-1 0 1 0 0,6 16-1 0 0,-11-24 14 0 0,0-1 5 0 0,2 3-1 0 0,-3-3-12 0 0,1 0 2 0 0,0-1 0 0 0,0 1 0 0 0,-1-1 0 0 0,1 0 0 0 0,0 1 0 0 0,0-1 0 0 0,0 0 0 0 0,0 0 0 0 0,0 1 0 0 0,0-1 1 0 0,-1 0-1 0 0,1 0 0 0 0,0 0 0 0 0,0 0 0 0 0,0 0 0 0 0,0-1 0 0 0,1 1 0 0 0,27-16-150 0 0,-10 6-29 0 0,0 0 0 0 0,23-8 0 0 0,-35 16 159 0 0,0 0 1 0 0,-1 1 0 0 0,1-1 0 0 0,0 1 0 0 0,0 1 0 0 0,0-1 0 0 0,-1 1 0 0 0,1 0 0 0 0,0 1-1 0 0,13 2 1 0 0,6 4-21 0 0,-12-3 33 0 0,0-1 0 0 0,0 0-1 0 0,0-1 1 0 0,28 1 0 0 0,-40-3 80 0 0,14 1 598 0 0,30-25 1709 0 0,-44 23-872 0 0,-5-1-1503 0 0,1-1 0 0 0,0 1 1 0 0,-1-1-1 0 0,1 0 1 0 0,0 1-1 0 0,0-1 1 0 0,1 0-1 0 0,-1 0 1 0 0,1 0-1 0 0,-2-4 1 0 0,2 5-7 0 0,1 1-1 0 0,0-2 4 0 0,0 0-1 0 0,-1 0 0 0 0,1 0 1 0 0,-1 0-1 0 0,1 0 1 0 0,-1 0-1 0 0,0 1 1 0 0,0-1-1 0 0,0 0 0 0 0,-1 1 1 0 0,1-1-1 0 0,0 0 1 0 0,-4-3-1 0 0,3 7-3 0 0,-1 0 1 0 0,1 0-1 0 0,0 1 0 0 0,-1-1 1 0 0,1 0-1 0 0,0 1 0 0 0,0 0 1 0 0,0-1-1 0 0,0 1 1 0 0,0 0-1 0 0,1 0 0 0 0,-1 0 1 0 0,0 0-1 0 0,1 0 0 0 0,-1 1 1 0 0,0 2-1 0 0,-1-1-10 0 0,1 0 1 0 0,-1 0-1 0 0,1 0 1 0 0,0 1-1 0 0,0-1 1 0 0,1 1-1 0 0,-1-1 1 0 0,-1 9-1 0 0,3-7 9 0 0,1-1 0 0 0,-1 1-1 0 0,1-1 1 0 0,0 1 0 0 0,0-1 0 0 0,0 1 0 0 0,1-1 0 0 0,0 0-1 0 0,0 0 1 0 0,0 0 0 0 0,1 0 0 0 0,0 0 0 0 0,0 0-1 0 0,0 0 1 0 0,0-1 0 0 0,1 0 0 0 0,0 0 0 0 0,0 0-1 0 0,0 0 1 0 0,0 0 0 0 0,0-1 0 0 0,1 0 0 0 0,0 0-1 0 0,-1 0 1 0 0,1 0 0 0 0,0-1 0 0 0,11 4 0 0 0,-4-2-59 0 0,1-1 0 0 0,0 0 0 0 0,-1-1 0 0 0,1 0 0 0 0,0-1 1 0 0,0-1-1 0 0,0 0 0 0 0,0 0 0 0 0,0-1 0 0 0,18-5 0 0 0,-27 6 84 0 0,0-1-1 0 0,0 0 0 0 0,0 0 0 0 0,0 0 0 0 0,0 0 1 0 0,0-1-1 0 0,0 0 0 0 0,0 0 0 0 0,-1 0 0 0 0,1 0 1 0 0,-1 0-1 0 0,5-4 0 0 0,-7 5 197 0 0,-1 1-191 0 0,1 0-1 0 0,-1 0 1 0 0,1-1-1 0 0,-1 1 0 0 0,1 0 1 0 0,-1 0-1 0 0,1 0 1 0 0,-1 0-1 0 0,0 0 1 0 0,1 0-1 0 0,-1-1 1 0 0,1 1-1 0 0,-1 0 0 0 0,1 0 1 0 0,-1-1-1 0 0,0 1 1 0 0,1 0-1 0 0,-1-1 1 0 0,0 1-1 0 0,1 0 0 0 0,-1-1 1 0 0,0 1-1 0 0,1-1 1 0 0,-1 1-1 0 0,0 0 1 0 0,0-1-1 0 0,1 1 0 0 0,-1-1 1 0 0,0 1-1 0 0,0-1 1 0 0,0 1-1 0 0,0-1 1 0 0,0 1-1 0 0,0-1 0 0 0,0 1 1 0 0,0-1-1 0 0,0 1 1 0 0,0-1-1 0 0,0 0 1 0 0,0-26 756 0 0,0 19-383 0 0,0 6 395 0 0,-1-1-652 0 0,-2-3 1323 0 0,2 10-1466 0 0,1 0 0 0 0,-1 1 0 0 0,1-1 0 0 0,0 0 0 0 0,0 0 0 0 0,0 1 0 0 0,0-1 0 0 0,1 0 0 0 0,0 0 0 0 0,1 7 0 0 0,-1-9-37 0 0,-2 18-1077 0 0</inkml:trace>
</inkml:ink>
</file>

<file path=ppt/ink/ink5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0:29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0 260 0 0,'6'17'2192'0'0,"-5"-13"-1445"0"0,1-1 1 0 0,-1 1-1 0 0,0-1 0 0 0,1 0 0 0 0,0 0 0 0 0,0 0 0 0 0,0 0 1 0 0,5 6-1 0 0,-7-8-252 0 0,23 5 2444 0 0,56-10-771 0 0,-25 11-4569 0 0,-41-8-3722 0 0</inkml:trace>
</inkml:ink>
</file>

<file path=ppt/ink/ink5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0:32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1201 88 0 0,'0'0'4244'0'0,"4"1"-3720"0"0,1-1-326 0 0,0 0-1 0 0,1 0 0 0 0,-1 0 0 0 0,0-1 0 0 0,1 0 0 0 0,-1 0 0 0 0,0 0 0 0 0,0 0 0 0 0,0-1 0 0 0,0 0 0 0 0,0 0 0 0 0,6-4 0 0 0,68-39 623 0 0,-50 26-521 0 0,40-21 114 0 0,-2-3-1 0 0,-2-3 0 0 0,66-61 0 0 0,-102 80-339 0 0,-1-2-1 0 0,-1-1 1 0 0,-2-1-1 0 0,-1-1 1 0 0,-2-1-1 0 0,-1-1 1 0 0,-2-1-1 0 0,20-47 1 0 0,-28 54-105 0 0,-2-1-1 0 0,0 0 1 0 0,-2 0 0 0 0,-1-1-1 0 0,-2 0 1 0 0,0 0 0 0 0,-2-59-1 0 0,-3 77 19 0 0,1-1-1 0 0,-2 1 0 0 0,0 0 1 0 0,-1 0-1 0 0,0 0 1 0 0,0 0-1 0 0,-1 0 0 0 0,-1 1 1 0 0,0-1-1 0 0,-1 1 0 0 0,0 0 1 0 0,0 1-1 0 0,-1 0 0 0 0,-1 0 1 0 0,0 0-1 0 0,0 1 0 0 0,-1 0 1 0 0,0 1-1 0 0,0 0 1 0 0,-1 0-1 0 0,0 1 0 0 0,-14-8 1 0 0,21 13 6 0 0,0 1 0 0 0,-1-1 0 0 0,1 1-1 0 0,0 0 1 0 0,-1 0 0 0 0,1 0 0 0 0,-1 0 0 0 0,1 1 0 0 0,-1-1 0 0 0,1 1 0 0 0,-1 0 0 0 0,1 0 0 0 0,-1 0 0 0 0,1 0 0 0 0,-1 1 0 0 0,1 0 0 0 0,-1-1 0 0 0,1 1 0 0 0,-7 3 0 0 0,4-1-1 0 0,1 1 0 0 0,-1-1 0 0 0,1 1 0 0 0,-1 0 0 0 0,1 1 1 0 0,0-1-1 0 0,1 1 0 0 0,-1 0 0 0 0,1 0 0 0 0,-4 7 0 0 0,-2 5 10 0 0,0 0 0 0 0,1 1-1 0 0,1 0 1 0 0,0 0 0 0 0,2 1-1 0 0,-7 26 1 0 0,-19 153 507 0 0,-9 273 1 0 0,40-441-476 0 0,-2 158 313 0 0,3-188-310 0 0,0 1 1 0 0,-1 0 0 0 0,1 0 0 0 0,1 0 0 0 0,-1-1-1 0 0,0 1 1 0 0,0 0 0 0 0,0 0 0 0 0,0-1-1 0 0,0 1 1 0 0,1 0 0 0 0,-1 0 0 0 0,0-1 0 0 0,1 1-1 0 0,-1 0 1 0 0,0-1 0 0 0,1 1 0 0 0,-1 0-1 0 0,1-1 1 0 0,-1 1 0 0 0,1-1 0 0 0,-1 1 0 0 0,1-1-1 0 0,0 1 1 0 0,-1-1 0 0 0,1 1 0 0 0,0-1-1 0 0,0 1 1 0 0,1-1-6 0 0,-1 0 0 0 0,1 0 0 0 0,-1 0 0 0 0,0 0 0 0 0,1-1 1 0 0,-1 1-1 0 0,0 0 0 0 0,1-1 0 0 0,-1 1 0 0 0,0-1 0 0 0,1 1 0 0 0,-1-1 0 0 0,0 0 0 0 0,2-1 0 0 0,49-45 144 0 0,-39 34-2 0 0,-5 6-149 0 0,-1 0 0 0 0,1 1 0 0 0,1 1 0 0 0,-1-1 0 0 0,1 1 0 0 0,0 1 0 0 0,12-5 1 0 0,-18 8-31 0 0,-2 3 5 0 0,1-1 1 0 0,0 0-1 0 0,0 0 1 0 0,-1 0 0 0 0,1 0-1 0 0,0 0 1 0 0,0 0-1 0 0,0 0 1 0 0,0 0 0 0 0,0-1-1 0 0,1 1 1 0 0,2 0-1 0 0,10 4-1 0 0,-6 0 12 0 0,1 0-1 0 0,-1-1 0 0 0,1 0 0 0 0,0-1 1 0 0,0 0-1 0 0,0 0 0 0 0,0-1 1 0 0,0 0-1 0 0,0-1 0 0 0,1 0 1 0 0,15-1-1 0 0,0-2 64 0 0,0-1-1 0 0,0-1 1 0 0,35-11-1 0 0,-46 10 215 0 0,-13 4-237 0 0,0 1 0 0 0,1-1 0 0 0,-1 0 0 0 0,0 0 0 0 0,0 1 0 0 0,1-1 0 0 0,-1 1 0 0 0,0 0 0 0 0,0 0 0 0 0,1 0 0 0 0,-1 0 0 0 0,0 0 0 0 0,1 0 0 0 0,-1 1 0 0 0,0-1 0 0 0,0 1 0 0 0,1 0 0 0 0,3 1 0 0 0,-2-1 48 0 0,1 1 0 0 0,0-1 0 0 0,-1-1 0 0 0,1 1 0 0 0,0 0 0 0 0,0-1 0 0 0,0 0 0 0 0,-1-1 0 0 0,1 1 0 0 0,0-1 0 0 0,0 0 0 0 0,-1 0 0 0 0,1 0 0 0 0,0 0 0 0 0,-1-1 0 0 0,1 0 0 0 0,-1 0 0 0 0,0 0 0 0 0,7-5 0 0 0,-10 6 100 0 0,-2-14 530 0 0,-1 10-810 0 0,-1 1 1 0 0,0 0 0 0 0,0 0 0 0 0,0 0-1 0 0,0 0 1 0 0,-8-5 0 0 0,10 8-423 0 0,-4 2-1971 0 0,-3-1 1397 0 0</inkml:trace>
</inkml:ink>
</file>

<file path=ppt/ink/ink5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0:33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70 288 348 0 0,'0'0'7409'0'0,"-5"-2"-6895"0"0,3 1-426 0 0,0 1 1 0 0,0-1 0 0 0,0 0-1 0 0,0 1 1 0 0,0 0 0 0 0,0-1-1 0 0,0 1 1 0 0,0 0 0 0 0,-1 0-1 0 0,1 0 1 0 0,0 0 0 0 0,0 1-1 0 0,0-1 1 0 0,0 1 0 0 0,0-1-1 0 0,0 1 1 0 0,0 0 0 0 0,0-1-1 0 0,0 1 1 0 0,0 0 0 0 0,0 1-1 0 0,0-1 1 0 0,0 0-1 0 0,1 0 1 0 0,-1 1 0 0 0,1-1-1 0 0,-1 1 1 0 0,1-1 0 0 0,-1 1-1 0 0,1 0 1 0 0,0-1 0 0 0,0 1-1 0 0,-2 4 1 0 0,3-3-56 0 0,0 0 1 0 0,0 0-1 0 0,1 0 0 0 0,-1 0 0 0 0,1 0 1 0 0,0-1-1 0 0,0 1 0 0 0,0 0 0 0 0,0 0 1 0 0,0-1-1 0 0,1 1 0 0 0,-1 0 1 0 0,1-1-1 0 0,0 1 0 0 0,0-1 0 0 0,0 0 1 0 0,0 0-1 0 0,4 4 0 0 0,-2-3-40 0 0,0 0-1 0 0,0-1 0 0 0,0 1 1 0 0,0-1-1 0 0,0 1 1 0 0,1-1-1 0 0,0 0 1 0 0,-1-1-1 0 0,1 1 0 0 0,0-1 1 0 0,0 0-1 0 0,-1 0 1 0 0,1-1-1 0 0,0 1 1 0 0,0-1-1 0 0,0 0 0 0 0,0-1 1 0 0,0 1-1 0 0,0-1 1 0 0,0 0-1 0 0,0 0 1 0 0,-1 0-1 0 0,1-1 0 0 0,0 1 1 0 0,-1-1-1 0 0,1-1 1 0 0,-1 1-1 0 0,0 0 1 0 0,6-5-1 0 0,1-2 24 0 0,-1 0 0 0 0,0 0 0 0 0,-1 0 0 0 0,0-1 0 0 0,0-1 0 0 0,-1 0 0 0 0,0 0 0 0 0,-1 0 0 0 0,10-22 0 0 0,-3 3 439 0 0,0 0 0 0 0,-2-1-1 0 0,-2-1 1 0 0,11-47-1 0 0,-7 35 2174 0 0,-22 100-2764 0 0,3 1 0 0 0,4 88 0 0 0,1-139 39 0 0,0 0 0 0 0,1-1-1 0 0,0 1 1 0 0,0-1 0 0 0,0 0-1 0 0,1 1 1 0 0,0-1-1 0 0,0 0 1 0 0,0 0 0 0 0,1 0-1 0 0,4 8 1 0 0,-5-11 54 0 0,0 0 0 0 0,0 0 1 0 0,0 0-1 0 0,1 0 0 0 0,-1 0 0 0 0,0-1 1 0 0,1 1-1 0 0,-1-1 0 0 0,1 0 0 0 0,-1 1 1 0 0,1-1-1 0 0,0 0 0 0 0,-1-1 0 0 0,1 1 1 0 0,0 0-1 0 0,0-1 0 0 0,0 0 0 0 0,-1 1 1 0 0,1-1-1 0 0,0 0 0 0 0,0 0 0 0 0,0-1 1 0 0,0 1-1 0 0,-1-1 0 0 0,4 0 0 0 0,7-3 29 0 0,-1-1-1 0 0,0 0 0 0 0,-1-1 1 0 0,1 0-1 0 0,-1-1 0 0 0,18-14 0 0 0,-24 18 122 0 0,-4 2-7 0 0,2-2 29 0 0,-2 0-115 0 0,14 0 97 0 0,35 33-599 0 0,-40-27 399 0 0,-1 1-1 0 0,1-1 1 0 0,-1-1 0 0 0,1 0 0 0 0,0 0 0 0 0,0-1 0 0 0,0 0 0 0 0,1-1 0 0 0,-1 0 0 0 0,0 0 0 0 0,0-1 0 0 0,0 0 0 0 0,0-1-1 0 0,0-1 1 0 0,-1 1 0 0 0,1-1 0 0 0,11-6 0 0 0,25-14 340 0 0,-45 23-107 0 0,30-24 4269 0 0,-31 29-4287 0 0,-6 43 127 0 0,-3-1-1 0 0,-1 1 1 0 0,-17 46 0 0 0,-61 143-240 0 0,51-144-596 0 0,20-52-245 0 0,-28 48 1 0 0,-4-5-3470 0 0,25-43-114 0 0,5-4 282 0 0</inkml:trace>
</inkml:ink>
</file>

<file path=ppt/ink/ink5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0:37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44 212 0 0,'0'0'1843'0'0,"6"-19"7874"0"0,-6 37-9562 0 0,0 1 0 0 0,0-1 0 0 0,-2 0-1 0 0,0 0 1 0 0,-9 34 0 0 0,-2 10 73 0 0,-15 110 310 0 0,21-145-451 0 0,-2 11 76 0 0,9-36-135 0 0,0-1-15 0 0,-1 1-1 0 0,1-1 0 0 0,0 0 1 0 0,-1 0-1 0 0,1 0 0 0 0,0 0 0 0 0,0 1 1 0 0,0-1-1 0 0,0 0 0 0 0,0 0 1 0 0,0 0-1 0 0,0 1 0 0 0,0-1 1 0 0,1 0-1 0 0,-1 0 0 0 0,0 0 1 0 0,1 0-1 0 0,0 2 0 0 0,14-9 9 0 0,0-1 1 0 0,0 0-1 0 0,-1-1 0 0 0,1 0 0 0 0,-2-1 0 0 0,0-1 0 0 0,18-16 1 0 0,6-2-9 0 0,122-97 196 0 0,-157 124-57 0 0,-9 4-153 0 0,1-1-13 0 0,0 1 1 0 0,0 0-1 0 0,0 0 0 0 0,1 0 0 0 0,-1 1 1 0 0,1 0-1 0 0,0 0 0 0 0,0 1 1 0 0,0-1-1 0 0,0 1 0 0 0,1 0 0 0 0,0 0 1 0 0,0 1-1 0 0,0-1 0 0 0,1 1 1 0 0,0 0-1 0 0,0 0 0 0 0,0 0 0 0 0,1 0 1 0 0,-3 8-1 0 0,5-13 1 0 0,1 0 0 0 0,-1 1 0 0 0,0-1 0 0 0,0 1 0 0 0,1-1 0 0 0,-1 0 0 0 0,0 0 0 0 0,1 1 0 0 0,0-1 0 0 0,-1 0 0 0 0,1 0 0 0 0,0 1 0 0 0,-1-1 0 0 0,1 0 0 0 0,0 0 0 0 0,0 0 0 0 0,0 0 0 0 0,0 0 0 0 0,0 0 0 0 0,0-1 0 0 0,0 1 0 0 0,0 0 0 0 0,0 0 0 0 0,1-1 0 0 0,-1 1 0 0 0,0-1 0 0 0,0 1 0 0 0,2 0 0 0 0,37 9-202 0 0,-23-10 145 0 0,0 0 1 0 0,0-1-1 0 0,0 0 1 0 0,0-2-1 0 0,-1 0 1 0 0,1-1-1 0 0,-1 0 1 0 0,1-2-1 0 0,-1 0 1 0 0,23-12-1 0 0,-18 7-42 0 0,-1-1 1 0 0,0-1-1 0 0,-1 0 0 0 0,-1-1 0 0 0,0-1 0 0 0,-1-1 0 0 0,18-23 0 0 0,-25 28 183 0 0,-2-1-1 0 0,1 0 1 0 0,-2-1-1 0 0,0 0 0 0 0,0 0 1 0 0,-1 0-1 0 0,-1-1 1 0 0,0 0-1 0 0,-1 0 0 0 0,0 0 1 0 0,-1-1-1 0 0,-1 1 0 0 0,1-28 1 0 0,-3 40 81 0 0,-1-1 37 0 0,1 3-179 0 0,0 0 0 0 0,0 0 0 0 0,0 0 0 0 0,1-1 0 0 0,-1 1 0 0 0,0 0 0 0 0,0 0 0 0 0,0-1 0 0 0,0 1 0 0 0,0 0-1 0 0,0 0 1 0 0,0 0 0 0 0,0-1 0 0 0,0 1 0 0 0,-1 0 0 0 0,1 0 0 0 0,0-1 0 0 0,0 1 0 0 0,0 0 0 0 0,0 0 0 0 0,0 0 0 0 0,0-1 0 0 0,0 1 0 0 0,0 0 0 0 0,-1 0 0 0 0,1 0 0 0 0,0-1 0 0 0,0 1 0 0 0,0 0 0 0 0,0 0 0 0 0,-1 0 0 0 0,1 0 0 0 0,0 0 0 0 0,0-1 0 0 0,0 1 0 0 0,-1 0 0 0 0,1 0 0 0 0,0 0 0 0 0,0 0 0 0 0,-1 0 0 0 0,1 0 0 0 0,0 0 0 0 0,0 0 0 0 0,0 0 0 0 0,-1 0 0 0 0,1 0-1 0 0,0 0 1 0 0,0 0 0 0 0,-1 0 0 0 0,1 0 0 0 0,0 0 0 0 0,0 0 0 0 0,-1 0 0 0 0,-6 10 9 0 0,1 1-1 0 0,0-1 0 0 0,0 1 0 0 0,1 0 0 0 0,1 0 1 0 0,-6 19-1 0 0,-15 82 75 0 0,12-47-63 0 0,2 6 45 0 0,11-70-63 0 0,1 11 62 0 0,-1-12-70 0 0,0 0 1 0 0,0 1 0 0 0,0-1 0 0 0,0 0 0 0 0,0 0 0 0 0,0 1 0 0 0,0-1 0 0 0,0 0-1 0 0,0 0 1 0 0,0 1 0 0 0,0-1 0 0 0,0 0 0 0 0,0 0 0 0 0,0 1 0 0 0,0-1 0 0 0,0 0 0 0 0,1 0-1 0 0,-1 0 1 0 0,0 1 0 0 0,0-1 0 0 0,0 0 0 0 0,0 0 0 0 0,0 0 0 0 0,1 1 0 0 0,-1-1 0 0 0,0 0-1 0 0,0 0 1 0 0,0 0 0 0 0,1 0 0 0 0,-1 0 0 0 0,0 0 0 0 0,0 1 0 0 0,1-1 0 0 0,-1 0-1 0 0,0 0 1 0 0,0 0 0 0 0,1 0 0 0 0,-1 0 0 0 0,0 0 0 0 0,0 0 0 0 0,1 0 0 0 0,-1 0 0 0 0,0 0-1 0 0,0 0 1 0 0,1 0 0 0 0,-1 0 0 0 0,0 0 0 0 0,0 0 0 0 0,0 0 0 0 0,1-1 0 0 0,-1 1-1 0 0,0 0 1 0 0,8-5 3 0 0,7-6 9 0 0,0 1 0 0 0,0 0-1 0 0,1 1 1 0 0,22-9 0 0 0,-28 16-23 0 0,1 0 1 0 0,-1 1 0 0 0,0 0 0 0 0,1 0-1 0 0,-1 1 1 0 0,0 0 0 0 0,1 1-1 0 0,-1 1 1 0 0,0-1 0 0 0,16 6-1 0 0,15 0 3 0 0,-12-2 24 0 0,4-1-140 0 0,47 2 0 0 0,-72-6 112 0 0,1 0 1 0 0,-1-1 0 0 0,0 0 0 0 0,0 0-1 0 0,0-1 1 0 0,-1 0 0 0 0,1 0 0 0 0,0 0-1 0 0,-1-1 1 0 0,1-1 0 0 0,8-4 0 0 0,-15 7 72 0 0,0 0-60 0 0,-1 0 1 0 0,0 1 0 0 0,0-1 0 0 0,1 0-1 0 0,-1 1 1 0 0,0-1 0 0 0,1 1 0 0 0,-1-1-1 0 0,0 1 1 0 0,1-1 0 0 0,-1 1 0 0 0,1-1-1 0 0,-1 1 1 0 0,1-1 0 0 0,-1 1 0 0 0,1-1-1 0 0,0 1 1 0 0,-1 0 0 0 0,1-1 0 0 0,-1 1-1 0 0,1 0 1 0 0,0 0 0 0 0,-1-1 0 0 0,1 1-1 0 0,0 0 1 0 0,-1 0 0 0 0,1 0 0 0 0,0 0-1 0 0,-1 0 1 0 0,1 0 0 0 0,0 0-1 0 0,-1 0 1 0 0,1 0 0 0 0,1 0 0 0 0,21 3-269 0 0,-14 1 173 0 0,1-1 1 0 0,0 0-1 0 0,0-1 1 0 0,0 0-1 0 0,0-1 1 0 0,1 0-1 0 0,-1-1 1 0 0,0 0-1 0 0,1 0 1 0 0,-1-1-1 0 0,0-1 1 0 0,19-4-1 0 0,-13 2 29 0 0,-1-1 0 0 0,0 0 0 0 0,1-1 0 0 0,-2-1 0 0 0,1 0-1 0 0,-1-1 1 0 0,18-13 0 0 0,-25 15 147 0 0,-1 0 0 0 0,1-1 0 0 0,-1 0 1 0 0,-1 0-1 0 0,1 0 0 0 0,-1 0 0 0 0,0-1 0 0 0,-1 0 0 0 0,0 0 0 0 0,0 0 0 0 0,-1-1 0 0 0,0 1 0 0 0,0-1 1 0 0,-1 0-1 0 0,0 0 0 0 0,-1 1 0 0 0,0-1 0 0 0,0-13 0 0 0,-17-32 2385 0 0,14 53-2427 0 0,1 1 1 0 0,-1 0-1 0 0,0 0 0 0 0,0 0 0 0 0,1 0 1 0 0,-1 1-1 0 0,0-1 0 0 0,1 0 1 0 0,-1 1-1 0 0,0 0 0 0 0,1-1 0 0 0,-1 1 1 0 0,1 0-1 0 0,-1-1 0 0 0,-2 3 0 0 0,0-1 21 0 0,-2 3-20 0 0,1 0 1 0 0,0 0 0 0 0,1 1-1 0 0,-1 0 1 0 0,1 0-1 0 0,1 0 1 0 0,-1 0 0 0 0,1 1-1 0 0,0-1 1 0 0,0 1 0 0 0,1 0-1 0 0,0 0 1 0 0,0-1 0 0 0,0 2-1 0 0,1-1 1 0 0,0 0 0 0 0,1 0-1 0 0,0 9 1 0 0,0 15-1918 0 0,2-1 1 0 0,11 57-1 0 0,-11-74 438 0 0,2 2-2890 0 0,1-3 329 0 0</inkml:trace>
</inkml:ink>
</file>

<file path=ppt/ink/ink5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0:37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68 488 0 0,'2'-4'979'0'0,"0"1"-785"0"0,0-1 1 0 0,0 1 0 0 0,1 0 0 0 0,-1 0-1 0 0,1 0 1 0 0,-1 1 0 0 0,1-1-1 0 0,0 0 1 0 0,0 1 0 0 0,0 0-1 0 0,0 0 1 0 0,0 0 0 0 0,1 0 0 0 0,-1 0-1 0 0,1 1 1 0 0,-1-1 0 0 0,1 1-1 0 0,-1 0 1 0 0,1 0 0 0 0,0 0-1 0 0,0 1 1 0 0,-1-1 0 0 0,1 1-1 0 0,0 0 1 0 0,0 0 0 0 0,0 1 0 0 0,-1-1-1 0 0,1 1 1 0 0,0-1 0 0 0,0 1-1 0 0,-1 0 1 0 0,7 3 0 0 0,-4-2-85 0 0,-1 0 1 0 0,1 1 0 0 0,-1 0 0 0 0,1 0-1 0 0,-1 0 1 0 0,0 0 0 0 0,0 1 0 0 0,-1 0-1 0 0,1 0 1 0 0,-1 0 0 0 0,0 1-1 0 0,0 0 1 0 0,0-1 0 0 0,-1 1 0 0 0,1 0-1 0 0,-1 1 1 0 0,0-1 0 0 0,-1 1-1 0 0,1-1 1 0 0,-1 1 0 0 0,2 7 0 0 0,-3-6 47 0 0,0 0 0 0 0,0 0 1 0 0,0 0-1 0 0,0 0 1 0 0,-1 0-1 0 0,0 0 0 0 0,-1 0 1 0 0,0 0-1 0 0,0 0 1 0 0,0 0-1 0 0,-1 0 0 0 0,0 0 1 0 0,0-1-1 0 0,-1 1 1 0 0,0-1-1 0 0,0 1 0 0 0,-1-1 1 0 0,-7 11 1756 0 0,10-19-1862 0 0,0 1 1 0 0,0 0-1 0 0,0-1 1 0 0,0 1-1 0 0,0-1 1 0 0,0 0-1 0 0,0 1 0 0 0,1-1 1 0 0,-1 0-1 0 0,1 1 1 0 0,-1-1-1 0 0,1 0 1 0 0,0 0-1 0 0,-1-2 0 0 0,8-11-111 0 0,0 0-1 0 0,0 0 1 0 0,2 1-1 0 0,-1-1 1 0 0,2 2-1 0 0,0-1 1 0 0,1 2-1 0 0,0-1 0 0 0,0 1 1 0 0,21-15-1 0 0,28-14-3215 0 0,2 14-3631 0 0,-46 22 4049 0 0</inkml:trace>
</inkml:ink>
</file>

<file path=ppt/ink/ink5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0:38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124 382 876 0 0,'-2'-7'5764'0'0,"2"7"-5608"0"0,-1 0-1 0 0,1 0 1 0 0,0 0 0 0 0,0 0 0 0 0,0 0-1 0 0,0 0 1 0 0,-1 0 0 0 0,1 0 0 0 0,0 0 0 0 0,0 0-1 0 0,-1 0 1 0 0,-16 4 2316 0 0,-27 16-3443 0 0,31-13 2043 0 0,7-5-878 0 0,4-2-167 0 0,0 1 0 0 0,1-1 0 0 0,-1 1 0 0 0,0-1 0 0 0,1 1 1 0 0,-1 0-1 0 0,1 0 0 0 0,-1-1 0 0 0,1 1 0 0 0,-1 0 1 0 0,1 0-1 0 0,0 1 0 0 0,0-1 0 0 0,-1 0 0 0 0,1 0 0 0 0,0 1 1 0 0,0-1-1 0 0,0 0 0 0 0,0 1 0 0 0,-1 1 0 0 0,0-2-18 0 0,-5 3-368 0 0,18 1 207 0 0,0 0 1 0 0,1-1 0 0 0,-1 0-1 0 0,18 2 1 0 0,35 12-807 0 0,-57-15 893 0 0,-1 0-1 0 0,1-1 1 0 0,0 0 0 0 0,0 0 0 0 0,0-1 0 0 0,0 0-1 0 0,1 0 1 0 0,-1-1 0 0 0,0 1 0 0 0,0-2 0 0 0,0 1-1 0 0,0-1 1 0 0,1 0 0 0 0,-1 0 0 0 0,0-1 0 0 0,0 0-1 0 0,7-4 1 0 0,-5 2 79 0 0,0-2 1 0 0,0 1-1 0 0,-1-1 0 0 0,0-1 0 0 0,0 1 1 0 0,-1-1-1 0 0,1-1 0 0 0,-2 1 0 0 0,1-1 1 0 0,-1 0-1 0 0,9-16 0 0 0,0 0 206 0 0,-1 0 1 0 0,-1 0-1 0 0,-1-2 0 0 0,-1 0 1 0 0,-1 0-1 0 0,-2 0 0 0 0,-1-1 1 0 0,0-1-1 0 0,-2 1 0 0 0,2-51 1 0 0,-6 69-78 0 0,-1 6-47 0 0,0 1-1 0 0,1 0 1 0 0,-1-1 0 0 0,0 1-1 0 0,0 0 1 0 0,-1 0-1 0 0,1-1 1 0 0,0 1 0 0 0,-1 0-1 0 0,1 0 1 0 0,-1-1-1 0 0,0 1 1 0 0,0 0 0 0 0,-1-2-1 0 0,1 2 53 0 0,0 4-140 0 0,0 0 0 0 0,0 0 1 0 0,0 0-1 0 0,0 0 0 0 0,0-1 0 0 0,-1 1 0 0 0,1 0 0 0 0,-1-1 1 0 0,1 1-1 0 0,-1-1 0 0 0,-2 2 0 0 0,1 1 8 0 0,-9 12 21 0 0,2 0 1 0 0,0 2-1 0 0,1-1 0 0 0,1 1 1 0 0,1 0-1 0 0,-8 30 0 0 0,-18 119 100 0 0,20-88-91 0 0,10-60-221 0 0,1 0-1 0 0,1 0 0 0 0,1 0 1 0 0,0 0-1 0 0,2 0 0 0 0,4 25 1 0 0,-5-42 147 0 0,-1-1 0 0 0,1 1 0 0 0,0-1 0 0 0,-1 1 0 0 0,1-1 1 0 0,0 0-1 0 0,0 1 0 0 0,0-1 0 0 0,0 0 0 0 0,0 0 0 0 0,0 1 0 0 0,0-1 0 0 0,0 0 0 0 0,0 0 1 0 0,1 0-1 0 0,-1 0 0 0 0,0 0 0 0 0,1-1 0 0 0,-1 1 0 0 0,1 0 0 0 0,-1-1 0 0 0,1 1 1 0 0,-1-1-1 0 0,1 1 0 0 0,-1-1 0 0 0,1 0 0 0 0,0 0 0 0 0,-1 1 0 0 0,1-1 0 0 0,-1 0 1 0 0,1-1-1 0 0,-1 1 0 0 0,1 0 0 0 0,3-1 0 0 0,11-1-9 0 0,1-1 0 0 0,27-8 0 0 0,-10 3-92 0 0,-10 6 190 0 0,1 1-1 0 0,-1 1 1 0 0,1 1-1 0 0,0 1 0 0 0,-1 1 1 0 0,0 2-1 0 0,35 10 1 0 0,-50-13-48 0 0,-8-1 4 0 0,0-1 0 0 0,1 0-1 0 0,-1 1 1 0 0,0-1 0 0 0,1 0 0 0 0,-1 1 0 0 0,1-1-1 0 0,-1 0 1 0 0,0 0 0 0 0,1 0 0 0 0,-1 0-1 0 0,0 0 1 0 0,1 0 0 0 0,-1-1 0 0 0,0 1 0 0 0,1 0-1 0 0,-1-1 1 0 0,0 1 0 0 0,1-1 0 0 0,-1 0 0 0 0,0 1-1 0 0,0-1 1 0 0,0 0 0 0 0,2-1 0 0 0,9-18-6039 0 0,-12 19 5425 0 0,4-8-2409 0 0</inkml:trace>
</inkml:ink>
</file>

<file path=ppt/ink/ink5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0:39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76 1260 0 0,'0'0'1792'0'0,"-10"-38"13571"0"0,12 30-14012 0 0,1-5-4414 0 0,0-4-5276 0 0</inkml:trace>
</inkml:ink>
</file>

<file path=ppt/ink/ink5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0:39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19 628 0 0,'17'-19'13117'0'0,"-33"98"-11935"0"0,-22 44-238 0 0,9-30-444 0 0,8-28 42 0 0,-32 72 0 0 0,51-125-297 0 0,14-17-198 0 0,29-31-243 0 0,-10 8 87 0 0,0 3 24 0 0,-20 15 14 0 0,1 1-1 0 0,0 0 1 0 0,1 0-1 0 0,17-8 1 0 0,-28 16 43 0 0,1-1 0 0 0,-1 1 0 0 0,0 0 1 0 0,1 0-1 0 0,0 1 0 0 0,-1-1 0 0 0,1 0 1 0 0,-1 1-1 0 0,1 0 0 0 0,0 0 0 0 0,-1-1 1 0 0,1 1-1 0 0,0 1 0 0 0,-1-1 1 0 0,1 0-1 0 0,2 1 0 0 0,-1 2-12 0 0,0-1 0 0 0,-1 0 0 0 0,1 1 0 0 0,-1-1 0 0 0,1 1 0 0 0,-1 0 0 0 0,0 0 0 0 0,0 1 0 0 0,2 3 0 0 0,-1-3-204 0 0,3 5-433 0 0,1 0 1 0 0,1 0-1 0 0,16 12 0 0 0,18 0-6553 0 0,-26-18 3883 0 0</inkml:trace>
</inkml:ink>
</file>

<file path=ppt/ink/ink5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0:40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15 780 0 0,'-2'-2'516'0'0,"0"1"-1"0"0,0-1 1 0 0,0 1 0 0 0,0 0-1 0 0,0-1 1 0 0,-1 1 0 0 0,1 0-1 0 0,0 1 1 0 0,-1-1 0 0 0,1 0-1 0 0,-1 1 1 0 0,-4-1-1 0 0,-30 6 2267 0 0,29-2-2486 0 0,0 0-1 0 0,0 1 1 0 0,1 0 0 0 0,0 0-1 0 0,0 1 1 0 0,0 0-1 0 0,-8 7 1 0 0,1 6 459 0 0,14-18-753 0 0,0 1 0 0 0,0-1 0 0 0,0 0 0 0 0,0 0 1 0 0,0 1-1 0 0,0-1 0 0 0,0 0 0 0 0,0 0 0 0 0,0 1 0 0 0,0-1 0 0 0,0 0 0 0 0,0 0 0 0 0,0 0 0 0 0,0 1 0 0 0,0-1 0 0 0,1 0 0 0 0,-1 0 1 0 0,0 1-1 0 0,0-1 0 0 0,0 0 0 0 0,0 0 0 0 0,0 0 0 0 0,1 0 0 0 0,-1 1 0 0 0,0-1 0 0 0,0 0 0 0 0,0 0 0 0 0,1 0 0 0 0,-1 0 0 0 0,0 0 0 0 0,0 0 1 0 0,0 1-1 0 0,1-1 0 0 0,-1 0 0 0 0,0 0 0 0 0,0 0 0 0 0,1 0 0 0 0,-1 0 0 0 0,0 0 0 0 0,0 0 0 0 0,1 0 0 0 0,-1 0 0 0 0,42-6-215 0 0,-8-4-46 0 0,-25 7 111 0 0,0 0 1 0 0,0 1 0 0 0,0 0-1 0 0,0 0 1 0 0,16 0 0 0 0,8 18-202 0 0,-28-10 296 0 0,0 0 0 0 0,0 0 0 0 0,1 0 1 0 0,-1-1-1 0 0,1 0 0 0 0,1 0 0 0 0,-1 0 0 0 0,1-1 0 0 0,0 0 0 0 0,0 0 0 0 0,0-1 0 0 0,0 0 0 0 0,0 0 1 0 0,1-1-1 0 0,0 0 0 0 0,-1 0 0 0 0,1-1 0 0 0,0 0 0 0 0,0 0 0 0 0,0 0 0 0 0,-1-1 0 0 0,14-2 1 0 0,-5 0 173 0 0,0-1 0 0 0,0-1 0 0 0,-1 0 0 0 0,0-1 1 0 0,0-1-1 0 0,0 0 0 0 0,0-1 0 0 0,-1-1 0 0 0,-1 0 1 0 0,17-13-1 0 0,-28 20 212 0 0,-1 0 1 0 0,1-1 0 0 0,-1 1-1 0 0,1 0 1 0 0,-1 0-1 0 0,1 1 1 0 0,0-1 0 0 0,0 0-1 0 0,-1 0 1 0 0,1 1-1 0 0,0-1 1 0 0,3 0 0 0 0,-4 2-270 0 0,0-1 0 0 0,-1 0 0 0 0,1 0 1 0 0,-1 0-1 0 0,1 0 0 0 0,-1 0 1 0 0,1 1-1 0 0,-1-1 0 0 0,1 0 1 0 0,-1 0-1 0 0,1 1 0 0 0,-1-1 1 0 0,0 0-1 0 0,1 1 0 0 0,-1-1 1 0 0,1 1-1 0 0,-1-1 0 0 0,0 0 0 0 0,1 1 1 0 0,-1-1-1 0 0,0 1 0 0 0,1-1 1 0 0,-1 1-1 0 0,0-1 0 0 0,0 1 1 0 0,0-1-1 0 0,0 1 0 0 0,1 0 1 0 0,0 6-787 0 0,-1-1 0 0 0,1 1 0 0 0,-1 0 0 0 0,-1 0 0 0 0,-1 11 0 0 0,1-6-1956 0 0,0-4-1515 0 0</inkml:trace>
</inkml:ink>
</file>

<file path=ppt/ink/ink5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0:40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95 18650 0 0,'-7'-12'884'0'0,"2"-3"396"0"0,2 1-448 0 0,-1 0-280 0 0,4 0-208 0 0,-4 2-308 0 0,4-2-3196 0 0</inkml:trace>
</inkml:ink>
</file>

<file path=ppt/ink/ink5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0:14.2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 27 208 0 0,'0'0'6200'0'0,"21"-27"2678"0"0,-20 33-5841 0 0,-5 28-1748 0 0,-11 46-2147 0 0,-161 449 927 0 0,128-377-108 0 0,47-150 40 0 0,0 1-1 0 0,0 0 1 0 0,0-1-1 0 0,0 1 0 0 0,0 0 1 0 0,1 0-1 0 0,-1 0 0 0 0,1-1 1 0 0,0 1-1 0 0,0 0 1 0 0,0 0-1 0 0,0 0 0 0 0,1 0 1 0 0,-1 0-1 0 0,1 0 0 0 0,-1-1 1 0 0,2 4-1 0 0,0-4 5 0 0,0 0-1 0 0,-1-1 1 0 0,1 1-1 0 0,0-1 1 0 0,0 1-1 0 0,0-1 1 0 0,0 0 0 0 0,0 0-1 0 0,1 0 1 0 0,-1 0-1 0 0,0 0 1 0 0,0-1-1 0 0,1 1 1 0 0,-1-1-1 0 0,0 1 1 0 0,1-1-1 0 0,-1 0 1 0 0,0 0-1 0 0,1 0 1 0 0,-1 0 0 0 0,3-1-1 0 0,97-3 73 0 0,101-19 0 0 0,-85 8-32 0 0,-114 14-42 0 0,4-1 14 0 0,-6 2-2 0 0,20-1-394 0 0</inkml:trace>
</inkml:ink>
</file>

<file path=ppt/ink/ink5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0:14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328 53 304 0 0,'0'0'1442'0'0,"1"-9"-343"0"0,-2 3 1969 0 0,-5-17-700 0 0,6 22-1962 0 0,-18-12 1625 0 0,6 15-1909 0 0,0 1 1 0 0,1 0 0 0 0,-1 1-1 0 0,1 0 1 0 0,0 1-1 0 0,0 0 1 0 0,0 1 0 0 0,-17 12-1 0 0,3 0 129 0 0,0 2-1 0 0,-29 29 0 0 0,45-39-174 0 0,0 1-1 0 0,1-1 0 0 0,0 1 0 0 0,0 1 0 0 0,1-1 0 0 0,1 1 0 0 0,0 0 0 0 0,0 1 0 0 0,1 0 0 0 0,-3 13 0 0 0,8-24-69 0 0,0-1 0 0 0,0 0 0 0 0,0 1 0 0 0,0-1 0 0 0,0 1 0 0 0,0-1 0 0 0,1 0-1 0 0,-1 1 1 0 0,0-1 0 0 0,1 0 0 0 0,-1 0 0 0 0,1 1 0 0 0,-1-1 0 0 0,1 0 0 0 0,0 0 0 0 0,0 0 0 0 0,-1 1 0 0 0,1-1 0 0 0,0 0 0 0 0,0 0 0 0 0,0 0 0 0 0,0-1 0 0 0,0 1 0 0 0,0 0 0 0 0,1 0 0 0 0,-1 0-1 0 0,0-1 1 0 0,2 1 0 0 0,34 14 97 0 0,-29-14-108 0 0,-1-1 1 0 0,1 0-1 0 0,0 0 0 0 0,-1-1 0 0 0,1 0 0 0 0,-1-1 0 0 0,1 1 0 0 0,-1-1 0 0 0,0-1 1 0 0,0 1-1 0 0,0-1 0 0 0,0-1 0 0 0,0 1 0 0 0,12-10 0 0 0,8-6 45 0 0,49-44 1 0 0,-75 62-10 0 0,-1 0 0 0 0,1 0 0 0 0,0 0 0 0 0,0 0 0 0 0,0 0 0 0 0,0 0 0 0 0,0 1 1 0 0,0-1-1 0 0,0 0 0 0 0,0 1 0 0 0,0-1 0 0 0,0 0 0 0 0,0 1 0 0 0,0-1 0 0 0,1 1 1 0 0,-1 0-1 0 0,0-1 0 0 0,0 1 0 0 0,1 0 0 0 0,-1 0 0 0 0,0 0 0 0 0,2 0 0 0 0,9 20-300 0 0,-2 5-957 0 0,10-3-1453 0 0,-5-11-2380 0 0,-7-6 2156 0 0</inkml:trace>
</inkml:ink>
</file>

<file path=ppt/ink/ink5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0:15.3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127 458 688 0 0,'-2'0'1110'0'0,"-14"-3"1186"0"0,9 6-2029 0 0,-1 1 0 0 0,2 0 0 0 0,-1 0 1 0 0,0 0-1 0 0,1 1 0 0 0,0 0 1 0 0,0 0-1 0 0,0 1 0 0 0,1-1 0 0 0,0 1 1 0 0,0 1-1 0 0,0-1 0 0 0,1 1 0 0 0,0-1 1 0 0,0 1-1 0 0,0 0 0 0 0,1 1 0 0 0,0-1 1 0 0,1 0-1 0 0,-3 15 0 0 0,4-20-240 0 0,1 0-1 0 0,0 1 1 0 0,0-1-1 0 0,0 1 1 0 0,0-1-1 0 0,1 0 0 0 0,-1 1 1 0 0,1-1-1 0 0,-1 1 1 0 0,1-1-1 0 0,0 0 1 0 0,0 0-1 0 0,0 1 1 0 0,0-1-1 0 0,0 0 1 0 0,1 0-1 0 0,-1 0 0 0 0,3 2 1 0 0,-4-3-15 0 0,1 1 1 0 0,0-1-1 0 0,0 0 1 0 0,0 0-1 0 0,0-1 1 0 0,1 1-1 0 0,-1 0 1 0 0,0 0-1 0 0,0 0 1 0 0,1-1-1 0 0,-1 1 0 0 0,0 0 1 0 0,1-1-1 0 0,-1 0 1 0 0,0 1-1 0 0,1-1 1 0 0,-1 0-1 0 0,1 1 1 0 0,-1-1-1 0 0,0 0 1 0 0,1 0-1 0 0,-1 0 1 0 0,1 0-1 0 0,-1-1 0 0 0,1 1 1 0 0,-1 0-1 0 0,0-1 1 0 0,1 1-1 0 0,-1 0 1 0 0,0-1-1 0 0,3-1 1 0 0,9-7 46 0 0,0-2 0 0 0,0 1 1 0 0,-1-2-1 0 0,0 1 1 0 0,-1-2-1 0 0,-1 1 0 0 0,0-1 1 0 0,-1-1-1 0 0,0 0 1 0 0,-1 0-1 0 0,0-1 0 0 0,9-28 1 0 0,-3 5 53 0 0,-2 0-1 0 0,-2-1 1 0 0,-1 0 0 0 0,3-51 0 0 0,-9 67 113 0 0,-2 0 0 0 0,-3-32-1 0 0,2 48-142 0 0,0 1 0 0 0,-1 0-1 0 0,0 0 1 0 0,-1 0 0 0 0,1 0-1 0 0,-1 0 1 0 0,-1 0 0 0 0,1 1-1 0 0,-1-1 1 0 0,0 0 0 0 0,0 1-1 0 0,0 0 1 0 0,-1 0 0 0 0,-4-6-1 0 0,5 9-58 0 0,0 0-1 0 0,0 1 0 0 0,0-1 1 0 0,0 1-1 0 0,0-1 1 0 0,0 1-1 0 0,0 0 0 0 0,-1 0 1 0 0,1 0-1 0 0,0 1 1 0 0,-1-1-1 0 0,1 1 0 0 0,-1 0 1 0 0,1-1-1 0 0,0 2 1 0 0,-1-1-1 0 0,1 0 0 0 0,-1 1 1 0 0,1-1-1 0 0,0 1 1 0 0,-1 0-1 0 0,1 0 0 0 0,0 1 1 0 0,0-1-1 0 0,0 1 1 0 0,-5 2-1 0 0,-3 2 7 0 0,1 0-1 0 0,1 1 1 0 0,-1 0-1 0 0,1 0 1 0 0,0 1-1 0 0,-11 13 1 0 0,15-15-11 0 0,0 0 1 0 0,0 0-1 0 0,1 1 0 0 0,0 0 0 0 0,0-1 1 0 0,0 1-1 0 0,1 1 0 0 0,0-1 1 0 0,1 0-1 0 0,0 1 0 0 0,0 0 1 0 0,0-1-1 0 0,1 1 0 0 0,0 0 0 0 0,1 0 1 0 0,0 0-1 0 0,0 0 0 0 0,0-1 1 0 0,1 1-1 0 0,0 0 0 0 0,1 0 0 0 0,0-1 1 0 0,0 1-1 0 0,1-1 0 0 0,0 1 1 0 0,4 8-1 0 0,-1-6-191 0 0,0 0 1 0 0,1 0-1 0 0,0-1 1 0 0,0 0-1 0 0,1 0 0 0 0,0 0 1 0 0,1-1-1 0 0,0 0 1 0 0,0-1-1 0 0,1 0 0 0 0,0-1 1 0 0,0 0-1 0 0,0 0 1 0 0,1-1-1 0 0,0 0 0 0 0,22 6 1 0 0,15-2-5898 0 0,-25-8 2562 0 0</inkml:trace>
</inkml:ink>
</file>

<file path=ppt/ink/ink5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0:21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74 196 0 0,'-20'-73'12143'0'0,"19"80"-11954"0"0,-2 15-46 0 0,-19 184 1039 0 0,19-167-872 0 0,-9 44 0 0 0,3-34-62 0 0,4-21-112 0 0,3-21-87 0 0,0 1-1 0 0,1-1 1 0 0,-1 0-1 0 0,2 1 1 0 0,-1-1-1 0 0,1 1 1 0 0,0-1-1 0 0,1 0 1 0 0,1 10-1 0 0,-1-15 6 0 0,23-20-11 0 0,-11 10-19 0 0,32-30 31 0 0,-2-2 0 0 0,65-76-1 0 0,-87 94-77 0 0,-21 22 21 0 0,0 0 1 0 0,0 0 0 0 0,0 0 0 0 0,0 0 0 0 0,0-1 0 0 0,0 1 0 0 0,0 0-1 0 0,0 0 1 0 0,0 0 0 0 0,0 0 0 0 0,0 0 0 0 0,0 0 0 0 0,1-1 0 0 0,-1 1-1 0 0,0 0 1 0 0,0 0 0 0 0,0 0 0 0 0,0 0 0 0 0,0 0 0 0 0,0 0-1 0 0,0 0 1 0 0,1 0 0 0 0,-1 0 0 0 0,0 0 0 0 0,0 0 0 0 0,0 0 0 0 0,0 0-1 0 0,0 0 1 0 0,1 0 0 0 0,-1 0 0 0 0,0 0 0 0 0,0 0 0 0 0,0 0 0 0 0,0 0-1 0 0,0 0 1 0 0,0 0 0 0 0,1 0 0 0 0,-1 0 0 0 0,0 0 0 0 0,0 0-1 0 0,0 0 1 0 0,0 0 0 0 0,0 0 0 0 0,0 0 0 0 0,1 0 0 0 0,-1 0 0 0 0,0 0-1 0 0,0 0 1 0 0,0 0 0 0 0,0 1 0 0 0,0-1 0 0 0,0 0 0 0 0,0 0 0 0 0,0 0-1 0 0,1 0 1 0 0,-1 0 0 0 0,0 0 0 0 0,0 1 0 0 0,0-1 0 0 0,0 0-1 0 0,0 0 1 0 0,0 0 0 0 0,-11 36-178 0 0,0-3 126 0 0,11-30 44 0 0,0 1 0 0 0,0 0 1 0 0,0-1-1 0 0,0 1 0 0 0,1 0 0 0 0,0-1 1 0 0,-1 1-1 0 0,1-1 0 0 0,1 1 0 0 0,-1-1 1 0 0,0 1-1 0 0,1-1 0 0 0,0 0 0 0 0,0 1 1 0 0,0-1-1 0 0,0 0 0 0 0,0 0 0 0 0,1-1 1 0 0,-1 1-1 0 0,1 0 0 0 0,0-1 0 0 0,0 0 1 0 0,0 1-1 0 0,0-1 0 0 0,0 0 0 0 0,0-1 1 0 0,0 1-1 0 0,1-1 0 0 0,-1 1 0 0 0,1-1 1 0 0,5 1-1 0 0,0 1-11 0 0,1 0 0 0 0,0-1 0 0 0,0 0-1 0 0,0 0 1 0 0,0-1 0 0 0,0-1 0 0 0,0 0 0 0 0,1 0 0 0 0,-1-1 0 0 0,15-3-1 0 0,85-28 1003 0 0,-108 31-739 0 0,14-5 836 0 0,-9 7-3382 0 0,-1 7 1574 0 0</inkml:trace>
</inkml:ink>
</file>

<file path=ppt/ink/ink5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0:21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5 107 11841 0 0,'0'-21'817'0'0,"-4"-59"-1933"0"0,6 76 130 0 0,0 2-415 0 0</inkml:trace>
</inkml:ink>
</file>

<file path=ppt/ink/ink5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0:22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65 100 0 0,'0'1'283'0'0,"1"0"-1"0"0,-1 0 1 0 0,1 0 0 0 0,-1 0 0 0 0,1 0-1 0 0,-1 0 1 0 0,1 0 0 0 0,0 0 0 0 0,-1 0-1 0 0,1-1 1 0 0,0 1 0 0 0,0 0 0 0 0,0 0-1 0 0,0-1 1 0 0,0 1 0 0 0,0-1 0 0 0,-1 1-1 0 0,1-1 1 0 0,0 1 0 0 0,1-1 0 0 0,-1 1-1 0 0,0-1 1 0 0,2 1 0 0 0,34-2 2254 0 0,-25-1-2076 0 0,1-2 0 0 0,-1 1 0 0 0,18-9 0 0 0,-22 8-130 0 0,0-1 0 0 0,-1 0 0 0 0,1-1 0 0 0,11-12-1 0 0,5-2 395 0 0,-22 18-616 0 0,-2 3-106 0 0,0-1 1 0 0,0 0-1 0 0,0 0 1 0 0,0 0-1 0 0,0 0 1 0 0,0 1-1 0 0,0-1 1 0 0,1 0-1 0 0,-1 0 1 0 0,0 0-1 0 0,0 0 1 0 0,0 1-1 0 0,0-1 1 0 0,0 0 0 0 0,0 0-1 0 0,0 0 1 0 0,1 0-1 0 0,-1 0 1 0 0,0 0-1 0 0,0 0 1 0 0,0 0-1 0 0,0 1 1 0 0,1-1-1 0 0,-1 0 1 0 0,0 0-1 0 0,0 0 1 0 0,0 0-1 0 0,0 0 1 0 0,1 0 0 0 0,-1 0-1 0 0,0 0 1 0 0,0 0-1 0 0,0 0 1 0 0,1 0-1 0 0,-1 0 1 0 0,0 0-1 0 0,0 0 1 0 0,0 0-1 0 0,0 0 1 0 0,1 0-1 0 0,-1-1 1 0 0,0 1-1 0 0,0 0 1 0 0,0 0-1 0 0,0 0 1 0 0,0 0 0 0 0,1 0-1 0 0,-1 0 1 0 0,0 0-1 0 0,0 0 1 0 0,0-1-1 0 0,0 1 1 0 0,0 0-1 0 0,0 0 1 0 0,1 0-1 0 0,-1 0 1 0 0,0-1-1 0 0,0 1 1 0 0,0 0-1 0 0,0 0 1 0 0,0 0 0 0 0,0 0-1 0 0,0-1 1 0 0,0 1-1 0 0,0 0 1 0 0,0 0-1 0 0,9 10 40 0 0,-4 11-18 0 0,0 0 0 0 0,-1 0 0 0 0,-1 1 0 0 0,-1-1 1 0 0,-1 1-1 0 0,-1 0 0 0 0,-4 31 0 0 0,2 15 21 0 0,2-40-31 0 0,1 71 120 0 0,-21 166-1 0 0,19-255-2 0 0,-1 0 0 0 0,0 0-1 0 0,0-1 1 0 0,-1 1 0 0 0,-1 0 0 0 0,1-1-1 0 0,-1 0 1 0 0,-1 0 0 0 0,0 0-1 0 0,0 0 1 0 0,-1-1 0 0 0,-13 15-1 0 0,18-21-61 0 0,-1-1 0 0 0,1 0-1 0 0,-1 0 1 0 0,1 0 0 0 0,-1 0-1 0 0,1 0 1 0 0,-1 0 0 0 0,0-1-1 0 0,1 1 1 0 0,-1 0 0 0 0,0-1-1 0 0,0 1 1 0 0,1-1 0 0 0,-1 0-1 0 0,0 1 1 0 0,0-1 0 0 0,0 0-1 0 0,0 0 1 0 0,1 0 0 0 0,-1-1-1 0 0,0 1 1 0 0,0 0 0 0 0,0-1-1 0 0,1 1 1 0 0,-1-1 0 0 0,0 1-1 0 0,0-1 1 0 0,1 0 0 0 0,-1 0-1 0 0,1 0 1 0 0,-1 0 0 0 0,1 0-1 0 0,-1 0 1 0 0,1 0 0 0 0,-1 0-1 0 0,1-1 1 0 0,0 1-1 0 0,0-1 1 0 0,0 1 0 0 0,0-1-1 0 0,0 1 1 0 0,0-1 0 0 0,0 1-1 0 0,-1-4 1 0 0,-2-3 6 0 0,1 1-1 0 0,0 0 1 0 0,0-1 0 0 0,1 1-1 0 0,0-1 1 0 0,1 0 0 0 0,-1 0-1 0 0,0-14 1 0 0,4 7-162 0 0,0 1 0 0 0,1-1 0 0 0,1 1 0 0 0,0 0 0 0 0,1 0-1 0 0,0 1 1 0 0,1-1 0 0 0,0 1 0 0 0,1 1 0 0 0,9-13 0 0 0,2 0-673 0 0,0 0-1 0 0,2 1 1 0 0,37-35 0 0 0,-2 13-2411 0 0,-19 18-2889 0 0,-15 14 2187 0 0</inkml:trace>
</inkml:ink>
</file>

<file path=ppt/ink/ink5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0:22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56 584 0 0,'5'-14'3004'0'0,"0"2"-2389"0"0,1-6 6948 0 0,-6 17-7468 0 0,0 0 0 0 0,0 1 0 0 0,-1-1 0 0 0,1 1 0 0 0,0-1 0 0 0,0 1 1 0 0,-1-1-1 0 0,1 1 0 0 0,0-1 0 0 0,-1 1 0 0 0,1-1 0 0 0,0 1 0 0 0,-1-1 0 0 0,1 1 0 0 0,-1 0 0 0 0,1-1 0 0 0,-1 1 1 0 0,1-1-1 0 0,-1 1 0 0 0,1 0 0 0 0,-1 0 0 0 0,1-1 0 0 0,-1 1 0 0 0,1 0 0 0 0,-1 0 0 0 0,1 0 0 0 0,-1-1 0 0 0,0 1 1 0 0,0 0-1 0 0,-2 1-42 0 0,0 0 0 0 0,0 0 1 0 0,0 0-1 0 0,0 1 0 0 0,1-1 0 0 0,-1 1 1 0 0,0-1-1 0 0,1 1 0 0 0,-1 0 1 0 0,1 0-1 0 0,-1 0 0 0 0,1 1 1 0 0,0-1-1 0 0,0 0 0 0 0,-2 4 1 0 0,1-3 30 0 0,-15 15 125 0 0,-24 31 385 0 0,40-46-629 0 0,0 0 1 0 0,0 1-1 0 0,0-1 0 0 0,0 0 1 0 0,1 1-1 0 0,0-1 1 0 0,0 1-1 0 0,0 0 0 0 0,0-1 1 0 0,0 1-1 0 0,1 0 0 0 0,-1 0 1 0 0,1-1-1 0 0,0 5 0 0 0,0-7 15 0 0,1-1-1 0 0,-1 1 1 0 0,0 0 0 0 0,0-1-1 0 0,1 1 1 0 0,-1-1-1 0 0,0 1 1 0 0,1-1-1 0 0,-1 1 1 0 0,0-1-1 0 0,1 0 1 0 0,-1 1-1 0 0,1-1 1 0 0,-1 1-1 0 0,1-1 1 0 0,-1 0-1 0 0,1 1 1 0 0,-1-1-1 0 0,1 0 1 0 0,-1 0-1 0 0,1 1 1 0 0,0-1-1 0 0,-1 0 1 0 0,1 0-1 0 0,-1 0 1 0 0,1 0-1 0 0,0 0 1 0 0,-1 0-1 0 0,1 0 1 0 0,-1 0-1 0 0,1 0 1 0 0,0 0-1 0 0,-1 0 1 0 0,1 0-1 0 0,0 0 1 0 0,21-5-277 0 0,-21 5 265 0 0,25-9-636 0 0,1-2 1 0 0,-2-1 0 0 0,28-17 0 0 0,-6 3-409 0 0,-8 18 122 0 0,-38 7 858 0 0,30 18-203 0 0,-29-16 296 0 0,2 2 63 0 0,1 0 1 0 0,0 0 0 0 0,-1 0 0 0 0,1-1 0 0 0,1 0 0 0 0,-1 0 0 0 0,0 0 0 0 0,0-1 0 0 0,1 1 0 0 0,-1-1 0 0 0,1-1 0 0 0,-1 1-1 0 0,1-1 1 0 0,-1 0 0 0 0,1 0 0 0 0,7-1 0 0 0,12-3 308 0 0,0-1 1 0 0,32-10-1 0 0,-21 5-12 0 0,-28 8-281 0 0,-1 0 1 0 0,1 1-1 0 0,0-1 1 0 0,0 2-1 0 0,0-1 1 0 0,12 1-1 0 0,10 6-4015 0 0,-25-5 617 0 0,7-1 256 0 0</inkml:trace>
</inkml:ink>
</file>

<file path=ppt/ink/ink5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0:52.665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4817 510 672 0 0,'-10'-28'2748'0'0,"2"-10"-992"0"0,-17-54 2284 0 0,22 83-3835 0 0,-1 0 1 0 0,0 0 0 0 0,-1 1 0 0 0,0 0 0 0 0,0-1-1 0 0,-1 2 1 0 0,1-1 0 0 0,-2 1 0 0 0,1 0 0 0 0,-1 0-1 0 0,0 0 1 0 0,-1 1 0 0 0,0 0 0 0 0,0 1 0 0 0,0 0-1 0 0,0 0 1 0 0,-1 1 0 0 0,-15-6 0 0 0,-121-40-131 0 0,-1 7 0 0 0,-3 6 0 0 0,0 6 0 0 0,-2 7 0 0 0,-266-7 0 0 0,-31 36-72 0 0,166 16-21 0 0,2 12-1 0 0,-503 125 0 0 0,295 6 9 0 0,-116 125 10 0 0,563-265-4 0 0,0 0 0 0 0,2 3 0 0 0,0 2 0 0 0,2 1 0 0 0,1 1 0 0 0,-51 60 0 0 0,51-45 66 0 0,3 1 0 0 0,1 2 0 0 0,3 1 0 0 0,1 2 0 0 0,3 0 0 0 0,-28 89 0 0 0,43-107 8 0 0,1 1 0 0 0,2 0 0 0 0,1 0 1 0 0,2 0-1 0 0,2 0 0 0 0,2 50 0 0 0,2-62-42 0 0,1 1-1 0 0,1-1 1 0 0,0 0-1 0 0,2 0 1 0 0,1 0-1 0 0,1-1 1 0 0,1 0-1 0 0,0-1 1 0 0,2 1-1 0 0,20 29 1 0 0,3-4 5 0 0,2-1 1 0 0,2-2 0 0 0,2-1-1 0 0,77 62 1 0 0,-80-76-15 0 0,2-3 0 0 0,0-1 0 0 0,2-2 0 0 0,0-2 0 0 0,2-1 0 0 0,60 19 0 0 0,18-2 41 0 0,183 31 1 0 0,-160-48-20 0 0,191 1 0 0 0,152-16 14 0 0,-97 5-30 0 0,375-40 55 0 0,114-90 402 0 0,-760 100-438 0 0,-40 9-5 0 0,0-4 0 0 0,0-3 0 0 0,143-53 0 0 0,-134 33 48 0 0,113-55 24 0 0,-178 80-76 0 0,0-1 0 0 0,-1-2 1 0 0,-1 0-1 0 0,0-1 1 0 0,-1-1-1 0 0,21-24 0 0 0,-27 23 178 0 0,-1 0 0 0 0,18-38 0 0 0,-15 28-73 0 0,63-116 147 0 0,-71 124-171 0 0,-1-1 0 0 0,-1 1 0 0 0,-1-1 1 0 0,-1 0-1 0 0,-1-1 0 0 0,0 1 0 0 0,-2-1 1 0 0,-3-37-1 0 0,2 30-79 0 0,-2 0 106 0 0,-1 0 1 0 0,-2 0-1 0 0,-1 0 0 0 0,-10-31 0 0 0,2 10 77 0 0,-91-266 1226 0 0,94 289-1398 0 0,-19-60 81 0 0,17 44-76 0 0,-2 1 0 0 0,-24-46 1 0 0,33 77-53 0 0,0 1-1 0 0,-1 0 1 0 0,-1 1 0 0 0,1-1 0 0 0,-2 1 0 0 0,1 1 0 0 0,-1 0 0 0 0,-1 0 0 0 0,0 1 0 0 0,0 0 0 0 0,0 0-1 0 0,-15-7 1 0 0,-19-9-31 0 0,27 14-61 0 0,-1 0-1 0 0,0 2 1 0 0,-32-12 0 0 0,36 16-294 0 0,1-1 0 0 0,-1 2 1 0 0,0 0-1 0 0,0 1 0 0 0,0 0 0 0 0,0 1 1 0 0,0 0-1 0 0,0 1 0 0 0,0 1 0 0 0,-28 5 1 0 0,8 2-3344 0 0,11-5-1701 0 0,7-2 1154 0 0</inkml:trace>
</inkml:ink>
</file>

<file path=ppt/ink/ink5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0:57.254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5620 438 404 0 0,'0'0'577'0'0,"1"-19"1590"0"0,-1 13-1709 0 0,-1-1 0 0 0,0 1-1 0 0,0 0 1 0 0,-1-1 0 0 0,0 1 0 0 0,0 0-1 0 0,0 0 1 0 0,-1 0 0 0 0,0 0-1 0 0,0 0 1 0 0,-8-10 0 0 0,4 9-339 0 0,-1-1 0 0 0,0 2 1 0 0,0-1-1 0 0,0 1 0 0 0,-1 0 0 0 0,-18-8 1 0 0,-82-39 448 0 0,-217-70 0 0 0,270 107-504 0 0,-1 2 1 0 0,-109-11-1 0 0,-120 10-9 0 0,134 9-34 0 0,19-1 35 0 0,-470-15 205 0 0,-121 73-217 0 0,646-43-44 0 0,-830 137-15 0 0,765-112 17 0 0,-188 68 1 0 0,-27 49 38 0 0,229-87-40 0 0,-295 163 637 0 0,388-199-580 0 0,0 1 0 0 0,2 2 0 0 0,2 1 0 0 0,-57 70 0 0 0,64-72-27 0 0,4-4-4 0 0,-20 20 51 0 0,3 3-1 0 0,1 1 1 0 0,-40 71 0 0 0,66-98-28 0 0,1 1 0 0 0,1 0-1 0 0,1 1 1 0 0,1-1 0 0 0,1 2 0 0 0,1-1 0 0 0,1 1-1 0 0,1-1 1 0 0,1 1 0 0 0,2 0 0 0 0,3 44 0 0 0,35 263 921 0 0,-30-294-852 0 0,1 0 0 0 0,2 0 0 0 0,30 65 1 0 0,-34-85-95 0 0,13 23 46 0 0,3-1 0 0 0,1-2 0 0 0,1 0 0 0 0,56 61 0 0 0,-51-65-39 0 0,1-1 1 0 0,2-2 0 0 0,1-2-1 0 0,2-1 1 0 0,72 44 0 0 0,-51-42-10 0 0,2-3 1 0 0,1-2-1 0 0,1-4 1 0 0,0-1-1 0 0,2-4 0 0 0,93 13 1 0 0,7-12 53 0 0,221-4 1 0 0,205-22-62 0 0,-380 4-14 0 0,638 1 26 0 0,-111-34 48 0 0,-322 13-26 0 0,-44-19 182 0 0,-164 16 144 0 0,-58 3-153 0 0,278-82 0 0 0,-361 87-85 0 0,-1-2 0 0 0,106-54 1 0 0,-137 55-122 0 0,-1-3 0 0 0,-1 0 0 0 0,-2-2-1 0 0,0-1 1 0 0,47-58 0 0 0,-52 58 1 0 0,-16 17-9 0 0,0 1-1 0 0,-1-1 1 0 0,0-1 0 0 0,-1 1 0 0 0,0-1 0 0 0,0-1 0 0 0,6-17 0 0 0,25-74 368 0 0,6-28-168 0 0,-1 4 138 0 0,-34 84-63 0 0,-3 1 1 0 0,-1-1-1 0 0,-3 0 0 0 0,-4-60 1 0 0,2 79-189 0 0,-6-229 242 0 0,6 229-284 0 0,-1 1 1 0 0,-2 0-1 0 0,-10-41 0 0 0,5 27 44 0 0,2 12-71 0 0,-2 0 1 0 0,0 1-1 0 0,-16-27 1 0 0,11 22-42 0 0,-1 2 0 0 0,-2 0 0 0 0,0 1 0 0 0,-2 1 0 0 0,-1 0 0 0 0,-1 2 1 0 0,-1 0-1 0 0,-37-29 0 0 0,-28-3 5 0 0,-3 3 1 0 0,-1 5-1 0 0,-100-37 0 0 0,138 62-11 0 0,45 18-264 0 0,0 1 1 0 0,0 1 0 0 0,-1-1 0 0 0,1 1-1 0 0,-1 1 1 0 0,0-1 0 0 0,1 1 0 0 0,-13 1 0 0 0,4 1-2278 0 0,-1 2 1 0 0,1 0 0 0 0,-21 6 0 0 0,7-2-1707 0 0</inkml:trace>
</inkml:ink>
</file>

<file path=ppt/ink/ink5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1:01.020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3351 702 404 0 0,'2'-16'1252'0'0,"-1"0"0"0"0,0 0 0 0 0,-2 0 0 0 0,0 0 0 0 0,-4-23 0 0 0,2 24-814 0 0,-1 1 0 0 0,-1-1-1 0 0,0 1 1 0 0,-1 0 0 0 0,-10-18 0 0 0,6 15-381 0 0,-2 1 0 0 0,0 0 0 0 0,-1 0 1 0 0,0 1-1 0 0,-1 1 0 0 0,-1 0 0 0 0,0 1 1 0 0,-1 1-1 0 0,-26-16 0 0 0,-333-164 114 0 0,319 168-181 0 0,-1 3 1 0 0,-1 2-1 0 0,-1 2 1 0 0,-1 4-1 0 0,0 1 1 0 0,0 4-1 0 0,-109-2 1 0 0,26 8-16 0 0,-133 3-6 0 0,211 3 1 0 0,1 2 1 0 0,-81 20 0 0 0,43-3 23 0 0,1 5-1 0 0,-116 48 0 0 0,143-40-11 0 0,1 2 0 0 0,-105 76 0 0 0,-116 120 58 0 0,200-157-22 0 0,33-29-22 0 0,-65 67-1 0 0,109-97 9 0 0,1 0 0 0 0,1 1 0 0 0,1 1 1 0 0,1 0-1 0 0,0 1 0 0 0,1 0 0 0 0,2 1 0 0 0,-10 26 0 0 0,7-1 30 0 0,2 0-1 0 0,1 0 0 0 0,3 1 0 0 0,2 0 0 0 0,3 0 0 0 0,1 1 0 0 0,2-1 1 0 0,3 0-1 0 0,1 0 0 0 0,17 68 0 0 0,-9-71 41 0 0,19 46 0 0 0,1 2 14 0 0,-16-41 9 0 0,2-1 0 0 0,3-1 0 0 0,2-1 0 0 0,2-1 1 0 0,2-1-1 0 0,2-2 0 0 0,2 0 0 0 0,2-3 0 0 0,1 0 0 0 0,67 58 0 0 0,172 131 117 0 0,-224-197-169 0 0,2-2 0 0 0,1-3 1 0 0,2-1-1 0 0,112 37 1 0 0,-84-40-8 0 0,1-4 1 0 0,160 18 0 0 0,-212-35-28 0 0,415 30 44 0 0,-225-26-32 0 0,235-5 55 0 0,-319-13-63 0 0,8 1 23 0 0,256-49-1 0 0,-383 54 39 0 0,-1-2 0 0 0,0 0 0 0 0,0-1 0 0 0,0-1 0 0 0,-1-1 0 0 0,0 0 0 0 0,-1-1 0 0 0,0-1 0 0 0,-1 0 0 0 0,21-20 0 0 0,-15 9 6 0 0,-1-1 1 0 0,-1-1-1 0 0,-1 0 0 0 0,-1-2 0 0 0,26-51 1 0 0,55-147 25 0 0,-79 182 57 0 0,-3 0 1 0 0,-1-1-1 0 0,15-73 1 0 0,-24 91-80 0 0,7-43 400 0 0,-3-1 1 0 0,-2-1 0 0 0,-4-129 0 0 0,-8 146-325 0 0,-3 1 1 0 0,-1 0-1 0 0,-4 0 1 0 0,-1 1-1 0 0,-3 0 1 0 0,-29-64-1 0 0,12 45 28 0 0,-4 2 0 0 0,-2 2 0 0 0,-3 1 0 0 0,-4 2 0 0 0,-89-96-1 0 0,123 146-224 0 0,-1 0 0 0 0,0 1 0 0 0,0 0-1 0 0,-28-18 1 0 0,35 27-260 0 0,0 0 0 0 0,0 0 0 0 0,0 0 1 0 0,-1 1-1 0 0,1 0 0 0 0,-1 0 0 0 0,1 1 0 0 0,-1-1 0 0 0,1 2 0 0 0,-1-1 0 0 0,0 1 1 0 0,1 0-1 0 0,-1 0 0 0 0,0 0 0 0 0,-12 4 0 0 0,-57 14-7848 0 0,47-11 4242 0 0</inkml:trace>
</inkml:ink>
</file>

<file path=ppt/ink/ink5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1:06.347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6270 553 300 0 0,'0'0'1538'0'0,"5"-43"3764"0"0,-7 35-5135 0 0,0 0 0 0 0,0 0 0 0 0,0 1 0 0 0,-1-1 0 0 0,-1 1 0 0 0,1-1 1 0 0,-1 1-1 0 0,0 0 0 0 0,-1 0 0 0 0,1 1 0 0 0,-2-1 0 0 0,1 1 0 0 0,-1 0 0 0 0,1 0 0 0 0,-2 1 0 0 0,1 0 0 0 0,0 0 0 0 0,-1 1 0 0 0,0-1 1 0 0,0 1-1 0 0,-13-5 0 0 0,-230-106 79 0 0,164 84-310 0 0,-142-33 0 0 0,-93 4-301 0 0,30 29 217 0 0,135 17 106 0 0,-785-37-79 0 0,585 62 103 0 0,206-5-1 0 0,-76 8-3 0 0,-341 64 0 0 0,116 21 37 0 0,386-80-31 0 0,0 3 1 0 0,-111 55 0 0 0,-114 84 57 0 0,101-52 24 0 0,21-20-28 0 0,10-6 199 0 0,-214 149 1 0 0,335-203-217 0 0,1 2 0 0 0,-58 66 1 0 0,-49 82 33 0 0,121-150-35 0 0,-23 35 182 0 0,4 2-1 0 0,2 1 1 0 0,4 2-1 0 0,-45 122 1 0 0,61-140 58 0 0,2 1 0 0 0,-13 64 0 0 0,25-86-94 0 0,1 0 1 0 0,1 0-1 0 0,2 0 0 0 0,1 0 1 0 0,6 49-1 0 0,1-38-22 0 0,2 1 1 0 0,2-1-1 0 0,2-1 0 0 0,1 0 1 0 0,2-1-1 0 0,2-1 0 0 0,1 0 1 0 0,2-2-1 0 0,32 43 0 0 0,2-4 30 0 0,3-2-1 0 0,3-3 0 0 0,90 79 0 0 0,-102-109-135 0 0,3-2 1 0 0,1-2-1 0 0,1-2 0 0 0,2-3 1 0 0,1-2-1 0 0,1-3 0 0 0,2-2 1 0 0,0-3-1 0 0,1-3 0 0 0,72 12 0 0 0,309 27 93 0 0,5-40-66 0 0,-67-3-23 0 0,687-11 19 0 0,-785-9-54 0 0,355-35 33 0 0,-4-39-3 0 0,-274 15-58 0 0,-273 44 100 0 0,0-4 0 0 0,88-40 0 0 0,-81 20-111 0 0,-3-4 1 0 0,87-63-1 0 0,4-10 23 0 0,176-113 75 0 0,-325 213 165 0 0,58-53 0 0 0,-44 34-38 0 0,-33 27-124 0 0,0-1-1 0 0,-1 0 1 0 0,-1-1 0 0 0,0 0 0 0 0,-1-1-1 0 0,-1 0 1 0 0,-1-1 0 0 0,10-27 0 0 0,-16 39-49 0 0,13-37 118 0 0,-1 1 1 0 0,-3-2 0 0 0,-1 1 0 0 0,-3-2 0 0 0,3-53-1 0 0,-9 21 288 0 0,-13-118 1 0 0,4 93-137 0 0,3 62-175 0 0,-1 0 0 0 0,-2 1 0 0 0,-2 0 1 0 0,-1 0-1 0 0,-2 2 0 0 0,-32-67 1 0 0,-136-201-6 0 0,175 296-110 0 0,-28-41-42 0 0,-3 2-1 0 0,-57-58 1 0 0,-95-77-43 0 0,152 150 52 0 0,7 7 12 0 0,0 2 0 0 0,-2 1 0 0 0,-1 2 0 0 0,0 1 0 0 0,-2 2 0 0 0,-55-22 0 0 0,-227-58-843 0 0,229 75 232 0 0,69 18-199 0 0,0 2 0 0 0,-34-3 1 0 0,-7 4-4147 0 0,33 1 859 0 0,0 0-111 0 0</inkml:trace>
</inkml:ink>
</file>

<file path=ppt/ink/ink5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1:12.183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4218 149 404 0 0,'0'-37'14637'0'0,"-60"155"-14370"0"0,-84 122 0 0 0,95-169 29 0 0,-3-3-1 0 0,-111 115 1 0 0,142-164-266 0 0,-1-1-1 0 0,0-1 1 0 0,-1-1-1 0 0,-1-1 1 0 0,0-1 0 0 0,-1-1-1 0 0,0-1 1 0 0,-1-1-1 0 0,-1-2 1 0 0,1-1-1 0 0,-2 0 1 0 0,1-2 0 0 0,-34 3-1 0 0,-800 53 143 0 0,822-61-166 0 0,-120-1 23 0 0,-212-27 1 0 0,205 12-9 0 0,-531-80 67 0 0,626 84 530 0 0,2-4 0 0 0,-118-41 0 0 0,156 41-271 0 0,1-1 1 0 0,1-1 0 0 0,1-2 0 0 0,-38-31-1 0 0,-6-4 58 0 0,48 35-111 0 0,0 0 0 0 0,2-2 1 0 0,0-1-1 0 0,2 0 0 0 0,-21-29 1 0 0,15 12-25 0 0,2-1 0 0 0,1 0 0 0 0,-29-77 0 0 0,39 84-157 0 0,2 0 0 0 0,-9-45 0 0 0,19 76-107 0 0,-5-48 42 0 0,6 48-37 0 0,0 1-22 0 0,-2-6 15 0 0,1 5-2 0 0,1-2-159 0 0,-1 0 10 0 0,0-1 0 0 0,1 1 0 0 0,-2 0 0 0 0,1 0 1 0 0,0 0-1 0 0,-1 0 0 0 0,-3-5 0 0 0,-125 477-532 0 0,114-415 463 0 0,16-51 206 0 0,-1-6 28 0 0,1 1 5 0 0,0 0 0 0 0,-1 0 0 0 0,1 0 0 0 0,0-1-1 0 0,1 1 1 0 0,-1 0 0 0 0,1 0 0 0 0,-1 0 0 0 0,1 0 0 0 0,0-1 0 0 0,0 1 0 0 0,2-3 0 0 0,21-72-232 0 0,-20 63 170 0 0,-2 9 16 0 0,6-23-116 0 0,2 0-1 0 0,0 1 1 0 0,2 0-1 0 0,1 0 1 0 0,22-34-1 0 0,-29 54 45 0 0,0-1 0 0 0,0 1-1 0 0,1 0 1 0 0,0 1-1 0 0,13-12 1 0 0,-16 17 60 0 0,1-1 0 0 0,-1 0 0 0 0,1 1 0 0 0,0 0 0 0 0,0 0 0 0 0,0 1 0 0 0,0-1 1 0 0,0 1-1 0 0,0 0 0 0 0,0 0 0 0 0,0 1 0 0 0,0-1 0 0 0,6 1 0 0 0,67 1-86 0 0,0 3 0 0 0,0 3 0 0 0,143 33 0 0 0,-118-13-35 0 0,-101-26 176 0 0,13 1 1187 0 0,-4 0-3683 0 0</inkml:trace>
</inkml:ink>
</file>

<file path=ppt/ink/ink5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1:18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25 88 0 0,'0'0'888'0'0,"-9"-16"3215"0"0,-1 8 2683 0 0,1 64-6469 0 0,-16 58 1 0 0,-4 24-107 0 0,7-33 128 0 0,-3 24 183 0 0,25-127-396 0 0,-1 0-1 0 0,1-1 1 0 0,-1 1-1 0 0,1 0 1 0 0,0 0 0 0 0,0 0-1 0 0,0 0 1 0 0,0 0-1 0 0,0 0 1 0 0,0 0 0 0 0,0 0-1 0 0,1 0 1 0 0,-1-1-1 0 0,2 3 1 0 0,18-24 1812 0 0,-8 6-2370 0 0,250-282 597 0 0,-247 278-206 0 0,-8 9-7 0 0,1 0 0 0 0,0 1 0 0 0,14-12 0 0 0,-20 19 3 0 0,-7 5-20 0 0,-40 31 16 0 0,25-21 7 0 0,1 1 1 0 0,0 1-1 0 0,1 1 1 0 0,-30 36 0 0 0,46-50 40 0 0,1-1 0 0 0,-1 0-1 0 0,1 1 1 0 0,0-1 0 0 0,0 1 0 0 0,0-1 0 0 0,1 1 0 0 0,-1 0 0 0 0,0-1 0 0 0,1 1 0 0 0,0 0 0 0 0,0 0 0 0 0,0-1 0 0 0,0 1 0 0 0,0 0 0 0 0,0 0 0 0 0,1-1 0 0 0,-1 1 0 0 0,1 0 0 0 0,0-1 0 0 0,0 1 0 0 0,0-1 0 0 0,0 1 0 0 0,0-1 0 0 0,0 1 0 0 0,1-1 0 0 0,-1 0 0 0 0,1 0 0 0 0,0 1 0 0 0,0-1 0 0 0,-1 0 0 0 0,1-1 0 0 0,1 1 0 0 0,-1 0 0 0 0,0-1 0 0 0,5 3 0 0 0,3 4-241 0 0,1-1 0 0 0,1-1 0 0 0,-1 0 0 0 0,1 0 1 0 0,0-1-1 0 0,16 4 0 0 0,28 4-2541 0 0,-17-10-3497 0 0,-25-3 3054 0 0</inkml:trace>
</inkml:ink>
</file>

<file path=ppt/ink/ink5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1:19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22 312 0 0,'0'0'712'0'0,"-1"-22"11257"0"0,-8 28-11927 0 0,-1-1 0 0 0,1 2 0 0 0,0 0 0 0 0,0 0 0 0 0,1 0 1 0 0,-1 1-1 0 0,2 0 0 0 0,-1 1 0 0 0,1 0 0 0 0,1 0 0 0 0,0 0 0 0 0,0 1 0 0 0,-8 18 0 0 0,14-27-39 0 0,-1-1-1 0 0,1 1 1 0 0,0-1 0 0 0,-1 1 0 0 0,1-1 0 0 0,0 1-1 0 0,0 0 1 0 0,0-1 0 0 0,0 1 0 0 0,-1 0-1 0 0,1-1 1 0 0,0 1 0 0 0,0 0 0 0 0,0-1-1 0 0,0 1 1 0 0,0-1 0 0 0,0 1 0 0 0,1 0 0 0 0,-1-1-1 0 0,0 1 1 0 0,0 0 0 0 0,0-1 0 0 0,1 1-1 0 0,-1-1 1 0 0,0 1 0 0 0,1-1 0 0 0,-1 1-1 0 0,0 0 1 0 0,1-1 0 0 0,-1 1 0 0 0,1-1 0 0 0,-1 0-1 0 0,1 1 1 0 0,24 3 80 0 0,27-14-69 0 0,-5-6-82 0 0,-46 15 54 0 0,4-4-55 0 0,4 11-81 0 0,7 9-3 0 0,-9 4 102 0 0,-6-17 49 0 0,-1 0 0 0 0,1 1 0 0 0,0-1 1 0 0,0 0-1 0 0,0 0 0 0 0,0 0 0 0 0,0 0 0 0 0,0 0 0 0 0,1 0 0 0 0,-1 0 1 0 0,1 0-1 0 0,2 3 0 0 0,-3-5 17 0 0,0 1-9 0 0,1-1-1 0 0,-1 1 1 0 0,0-1 0 0 0,0 1-1 0 0,0-1 1 0 0,1 0 0 0 0,-1 1-1 0 0,0-1 1 0 0,0 0-1 0 0,1 0 1 0 0,-1 0 0 0 0,0 0-1 0 0,0 0 1 0 0,1 0 0 0 0,-1 0-1 0 0,0 0 1 0 0,0-1-1 0 0,1 1 1 0 0,-1 0 0 0 0,0-1-1 0 0,0 1 1 0 0,2-2 0 0 0,9-4 6 0 0,0-2 0 0 0,-1 0 1 0 0,0 0-1 0 0,0-1 0 0 0,10-11 1 0 0,37-29-34 0 0,-57 48-6 0 0,0 2 21 0 0,0-1 0 0 0,0 0-1 0 0,0 0 1 0 0,0 0-1 0 0,-1 0 1 0 0,1 0-1 0 0,0 0 1 0 0,0 0-1 0 0,0 1 1 0 0,-1-1-1 0 0,1 0 1 0 0,0 1-1 0 0,-1-1 1 0 0,1 1-1 0 0,0-1 1 0 0,-1 1-1 0 0,1-1 1 0 0,0 1-1 0 0,-1-1 1 0 0,1 1-1 0 0,-1-1 1 0 0,1 1-1 0 0,-1 0 1 0 0,1-1-1 0 0,-1 1 1 0 0,1 0 0 0 0,-1 0-1 0 0,0-1 1 0 0,1 1-1 0 0,-1 0 1 0 0,0 0-1 0 0,0 0 1 0 0,0-1-1 0 0,1 1 1 0 0,-1 0-1 0 0,0 0 1 0 0,0 1-1 0 0,1 7-7 0 0,0 0 0 0 0,1-1 0 0 0,0 1 0 0 0,0 0 0 0 0,7 12 0 0 0,-8-18-26 0 0,0 0 1 0 0,0-1-1 0 0,1 1 0 0 0,-1-1 0 0 0,1 1 0 0 0,0-1 1 0 0,0 0-1 0 0,0 1 0 0 0,0-1 0 0 0,0 0 0 0 0,0 0 0 0 0,1-1 1 0 0,-1 1-1 0 0,4 2 0 0 0,-3-3-671 0 0,0 0 0 0 0,0 1 1 0 0,0-1-1 0 0,0 0 0 0 0,0-1 0 0 0,0 1 0 0 0,0-1 0 0 0,0 1 1 0 0,5-1-1 0 0,10 0-2317 0 0</inkml:trace>
</inkml:ink>
</file>

<file path=ppt/ink/ink5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1:20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92 0 0,'0'0'8710'0'0,"4"3"-8487"0"0,0-1-163 0 0,-1 0 1 0 0,0 1-1 0 0,0-1 0 0 0,0 1 1 0 0,0 0-1 0 0,0 0 0 0 0,-1 0 1 0 0,1 0-1 0 0,-1 0 0 0 0,0 0 1 0 0,0 1-1 0 0,0-1 0 0 0,0 1 1 0 0,-1 0-1 0 0,1-1 0 0 0,-1 1 1 0 0,0 0-1 0 0,0 0 1 0 0,0 0-1 0 0,-1 0 0 0 0,1 0 1 0 0,-1 4-1 0 0,0 39 383 0 0,0-45-381 0 0,0 11 179 0 0,0-7 381 0 0,1-9 736 0 0,0-6-1324 0 0,2 0-1 0 0,-1 0 1 0 0,1 0-1 0 0,1 0 1 0 0,-1 0-1 0 0,1 0 1 0 0,1 1 0 0 0,0 0-1 0 0,0 0 1 0 0,0 0-1 0 0,1 1 1 0 0,10-10-1 0 0,-15 16-36 0 0,0 0-1 0 0,0 0 1 0 0,0 0-1 0 0,0 1 1 0 0,0-1-1 0 0,0 0 1 0 0,0 1 0 0 0,0-1-1 0 0,1 1 1 0 0,-1-1-1 0 0,0 1 1 0 0,0 0-1 0 0,1-1 1 0 0,-1 1-1 0 0,0 0 1 0 0,0 0-1 0 0,1 0 1 0 0,-1 0-1 0 0,0 0 1 0 0,1 0 0 0 0,-1 0-1 0 0,0 0 1 0 0,0 1-1 0 0,1-1 1 0 0,-1 1-1 0 0,0-1 1 0 0,0 1-1 0 0,0-1 1 0 0,1 1-1 0 0,-1-1 1 0 0,0 1-1 0 0,1 1 1 0 0,3 2-15 0 0,-1 0 0 0 0,1 1 0 0 0,-1 0-1 0 0,0 0 1 0 0,0 0 0 0 0,4 9 0 0 0,-7-13 42 0 0,0 0-1 0 0,0 0 1 0 0,0 0 0 0 0,0-1-1 0 0,0 1 1 0 0,0 0-1 0 0,0-1 1 0 0,0 1 0 0 0,0-1-1 0 0,1 1 1 0 0,-1-1 0 0 0,0 0-1 0 0,0 1 1 0 0,0-1 0 0 0,1 0-1 0 0,-1 0 1 0 0,0 0 0 0 0,0 0-1 0 0,0 0 1 0 0,1 0 0 0 0,-1 0-1 0 0,0 0 1 0 0,0 0 0 0 0,1 0-1 0 0,-1-1 1 0 0,0 1 0 0 0,0-1-1 0 0,0 1 1 0 0,0-1 0 0 0,1 1-1 0 0,-1-1 1 0 0,0 0 0 0 0,0 1-1 0 0,0-1 1 0 0,0-1 0 0 0,2 1-71 0 0,-1 0 1 0 0,0 0-1 0 0,0 0 1 0 0,1 0-1 0 0,-1 0 1 0 0,1 0-1 0 0,-1 1 1 0 0,1-1-1 0 0,-1 1 1 0 0,1 0-1 0 0,-1 0 1 0 0,4 0-1 0 0,-3 0-109 0 0,0 1 22 0 0,0-1 1 0 0,0 1 0 0 0,0 0 0 0 0,0 0 0 0 0,0 0 0 0 0,-1 0 0 0 0,1 1 0 0 0,0-1 0 0 0,0 1 0 0 0,-1-1 0 0 0,1 1 0 0 0,-1 0 0 0 0,0 0 0 0 0,3 2-1 0 0,22 14-1733 0 0,-24-17 1645 0 0,35 13-5127 0 0</inkml:trace>
</inkml:ink>
</file>

<file path=ppt/ink/ink5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1:20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1 256 0 0,'-2'1'8045'0'0,"-13"14"-7791"0"0,0 1 457 0 0,8-11-374 0 0,1 1 0 0 0,0 0 0 0 0,1 1 0 0 0,0 0 0 0 0,0 0 0 0 0,0 0 0 0 0,-7 15 0 0 0,11-21-193 0 0,1-1-131 0 0,0 1 1 0 0,0-1 0 0 0,0 0 0 0 0,-1 0-1 0 0,1 1 1 0 0,0-1 0 0 0,0 0-1 0 0,0 0 1 0 0,0 1 0 0 0,0-1-1 0 0,-1 0 1 0 0,1 1 0 0 0,0-1 0 0 0,0 0-1 0 0,0 0 1 0 0,0 1 0 0 0,0-1-1 0 0,0 0 1 0 0,0 1 0 0 0,0-1-1 0 0,0 0 1 0 0,0 1 0 0 0,0-1 0 0 0,0 0-1 0 0,0 0 1 0 0,1 1 0 0 0,-1-1-1 0 0,0 0 1 0 0,0 1 0 0 0,0-1-1 0 0,0 0 1 0 0,0 0 0 0 0,1 1 0 0 0,-1-1-1 0 0,0 0 1 0 0,0 0 0 0 0,0 1-1 0 0,1-1 1 0 0,-1 0 0 0 0,0 0 0 0 0,0 0-1 0 0,1 1 1 0 0,-1-1 0 0 0,0 0-1 0 0,0 0 1 0 0,1 0 0 0 0,-1 0-1 0 0,0 0 1 0 0,1 0 0 0 0,0 1 0 0 0,13 12 352 0 0,12-7-530 0 0,1 0 0 0 0,31 3 0 0 0,15-7-6950 0 0,-52-2 3981 0 0</inkml:trace>
</inkml:ink>
</file>

<file path=ppt/ink/ink5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1:20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20 484 0 0,'0'0'160'0'0,"7"-19"-668"0"0</inkml:trace>
</inkml:ink>
</file>

<file path=ppt/ink/ink5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1:25.585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42 1 220 0 0,'0'0'1100'0'0,"-9"18"-856"0"0,4-10-120 0 0,-3 1-108 0 0,-2-1-188 0 0,1 1-620 0 0</inkml:trace>
</inkml:ink>
</file>

<file path=ppt/ink/ink5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1:25.928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0 200 0 0,'0'0'4989'0'0</inkml:trace>
</inkml:ink>
</file>

<file path=ppt/ink/ink5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1:27.600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4813 1222 360 0 0,'15'2'16794'0'0,"-41"-43"-16127"0"0,-44-50 0 0 0,21 39-549 0 0,-3 2 1 0 0,-2 2-1 0 0,-117-79 1 0 0,-200-93-231 0 0,289 173 116 0 0,-323-161-118 0 0,294 158 93 0 0,-108-40-64 0 0,48 43 65 0 0,-182-23 0 0 0,-62 4-62 0 0,272 55-325 0 0,0 5 0 0 0,-209 20-1 0 0,261-8 340 0 0,1 5-1 0 0,1 4 1 0 0,0 3 0 0 0,-112 39-1 0 0,1 26 8 0 0,152-60 55 0 0,1 3 0 0 0,2 1 1 0 0,1 2-1 0 0,-75 66 0 0 0,82-63-9 0 0,2 3-1 0 0,1 0 0 0 0,-40 55 1 0 0,-71 130 149 0 0,71-75-138 0 0,60-120-23 0 0,2 1 0 0 0,-14 42 0 0 0,-5 11 48 0 0,14-32 87 0 0,7-25-50 0 0,-13 37 186 0 0,23-57-237 0 0,-19 54 374 0 0,0-20-93 0 0,18-35-242 0 0,-2 17 530 0 0,0-8-1067 0 0,2-28-5269 0 0,2 1 572 0 0,0-9 1177 0 0</inkml:trace>
</inkml:ink>
</file>

<file path=ppt/ink/ink5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1:28.204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0 452 0 0,'0'3'12064'0'0,"2"24"-12184"0"0,26 133 484 0 0,-6-62-239 0 0,-15-74-75 0 0,-1 1-1 0 0,-1 0 1 0 0,3 48 0 0 0,-8-70-47 0 0,1 1-1 0 0,-1-1 1 0 0,1 0 0 0 0,0 0 0 0 0,0 1-1 0 0,0-1 1 0 0,1 0 0 0 0,-1 0 0 0 0,3 4-1 0 0,5 13 644 0 0,-3-21-533 0 0,1 0 0 0 0,-1-1-1 0 0,0 0 1 0 0,0 0 0 0 0,0 0 0 0 0,0-1-1 0 0,10-6 1 0 0,-14 8-89 0 0,170-96 698 0 0,28-14-356 0 0,-89 52-120 0 0,-110 58-376 0 0,-1 20-5998 0 0</inkml:trace>
</inkml:ink>
</file>

<file path=ppt/ink/ink5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1:31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59 864 0 0,'-11'-58'17159'0'0,"10"64"-17006"0"0,-26 216 826 0 0,20-159-831 0 0,5-46-93 0 0,0-1 0 0 0,0 0 0 0 0,2 1 0 0 0,0-1 0 0 0,5 33-1 0 0,-5-47-41 0 0,0-2-9 0 0,0 1 0 0 0,0-1 0 0 0,0 1-1 0 0,0 0 1 0 0,-1-1 0 0 0,1 1 0 0 0,0-1 0 0 0,0 1 0 0 0,0 0-1 0 0,0-1 1 0 0,1 1 0 0 0,-1 0 0 0 0,0-1 0 0 0,0 1 0 0 0,0-1-1 0 0,0 1 1 0 0,1-1 0 0 0,-1 1 0 0 0,0 0 0 0 0,1-1 0 0 0,-1 1-1 0 0,0-1 1 0 0,1 1 0 0 0,-1-1 0 0 0,0 1 0 0 0,1-1-1 0 0,-1 0 1 0 0,1 1 0 0 0,-1-1 0 0 0,1 1 0 0 0,124-137-370 0 0,23-16-214 0 0,-152 159 236 0 0,-32 57 202 0 0,33-59 141 0 0,0 1 0 0 0,1-1 1 0 0,0 1-1 0 0,0-1 0 0 0,0 1 0 0 0,1 0 1 0 0,0-1-1 0 0,0 1 0 0 0,0 0 1 0 0,1 0-1 0 0,0 10 0 0 0,1-10-71 0 0,1-1 0 0 0,0 0 0 0 0,0-1 0 0 0,0 1 1 0 0,1 0-1 0 0,0-1 0 0 0,0 1 0 0 0,0-1 0 0 0,0 0 0 0 0,0 0 0 0 0,1 0 0 0 0,0 0 0 0 0,0-1 1 0 0,0 1-1 0 0,0-1 0 0 0,1 0 0 0 0,-1 0 0 0 0,1-1 0 0 0,7 4 0 0 0,-4-3-468 0 0,-1 0-1 0 0,1-1 1 0 0,0 0 0 0 0,0 0-1 0 0,9 0 1 0 0,-10-1-668 0 0,1-1 0 0 0,0 0 0 0 0,-1 0 0 0 0,1-1 0 0 0,9-1 0 0 0,1-4-2387 0 0</inkml:trace>
</inkml:ink>
</file>

<file path=ppt/ink/ink5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1:32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13 124 0 0,'0'0'9967'0'0,"-2"-2"-9787"0"0,-1 0 0 0 0,0 1 1 0 0,1-1-1 0 0,-1 1 0 0 0,0 0 0 0 0,0 0 1 0 0,0 0-1 0 0,-5-1 0 0 0,-5 7-64 0 0,-1 0 0 0 0,1 1 1 0 0,0 1-1 0 0,1-1 0 0 0,0 2 0 0 0,0 0 0 0 0,0 0 0 0 0,1 2 0 0 0,1-1 1 0 0,-1 1-1 0 0,1 0 0 0 0,1 1 0 0 0,0 0 0 0 0,-10 17 0 0 0,18-26-108 0 0,0-1-1 0 0,0 1 0 0 0,0 0 1 0 0,0-1-1 0 0,0 1 1 0 0,0 0-1 0 0,0 0 0 0 0,1 0 1 0 0,-1 0-1 0 0,1-1 1 0 0,-1 1-1 0 0,1 0 0 0 0,0 0 1 0 0,0 0-1 0 0,0 0 1 0 0,0 0-1 0 0,0 0 1 0 0,0 0-1 0 0,0 0 0 0 0,1 0 1 0 0,-1 0-1 0 0,1-1 1 0 0,-1 1-1 0 0,1 0 0 0 0,0 0 1 0 0,1 2-1 0 0,0-3-16 0 0,0 1 0 0 0,0-1 0 0 0,0 0 0 0 0,0 0 0 0 0,0-1-1 0 0,1 1 1 0 0,-1 0 0 0 0,0-1 0 0 0,0 1 0 0 0,1-1 0 0 0,-1 0 0 0 0,0 1 0 0 0,0-1 0 0 0,1 0-1 0 0,-1-1 1 0 0,0 1 0 0 0,1 0 0 0 0,-1-1 0 0 0,0 1 0 0 0,0-1 0 0 0,3-1 0 0 0,9-2-131 0 0,0-2 0 0 0,0 0 0 0 0,-1 0 0 0 0,18-12 0 0 0,22-11-343 0 0,-51 28 457 0 0,-1 1-2 0 0,-1 0 25 0 0,1 0 0 0 0,-1 0 0 0 0,0 0 0 0 0,1 0-1 0 0,-1 1 1 0 0,1-1 0 0 0,-1 0 0 0 0,1 0 0 0 0,-1 0 0 0 0,1 0 0 0 0,-1 1 0 0 0,0-1-1 0 0,1 0 1 0 0,-1 0 0 0 0,0 1 0 0 0,1-1 0 0 0,-1 0 0 0 0,0 1 0 0 0,1-1 0 0 0,-1 0-1 0 0,0 1 1 0 0,1-1 0 0 0,-1 1 0 0 0,0-1 0 0 0,0 0 0 0 0,0 1 0 0 0,1-1 0 0 0,-1 1-1 0 0,0-1 1 0 0,0 1 0 0 0,0-1 0 0 0,0 0 0 0 0,0 1 0 0 0,0-1 0 0 0,0 1 0 0 0,0-1-1 0 0,0 1 1 0 0,0-1 0 0 0,0 1 0 0 0,0-1 0 0 0,0 1 0 0 0,0-1 0 0 0,0 0 0 0 0,-1 1 0 0 0,1-1-1 0 0,0 2 1 0 0,-1 6-4 0 0,1-5-10 0 0,0-3 15 0 0,-1 1-1 0 0,1-1 1 0 0,-1 1 0 0 0,1 0-1 0 0,0-1 1 0 0,-1 1 0 0 0,1 0-1 0 0,0 0 1 0 0,0-1 0 0 0,0 1-1 0 0,0 0 1 0 0,0 0-1 0 0,0-1 1 0 0,0 1 0 0 0,0 0-1 0 0,0 0 1 0 0,0-1 0 0 0,0 1-1 0 0,0 0 1 0 0,0-1 0 0 0,0 1-1 0 0,1 0 1 0 0,-1 0 0 0 0,0-1-1 0 0,1 1 1 0 0,-1 0-1 0 0,1 0 1 0 0,8 22-16 0 0,-8-22 27 0 0,1 1 5 0 0,4 4 11 0 0,-3-5-27 0 0,-1 0 0 0 0,0-1 0 0 0,0 0 0 0 0,1 1 0 0 0,-1-1 0 0 0,0 0 0 0 0,0 0 0 0 0,1 0 0 0 0,-1 0 0 0 0,0-1 0 0 0,1 1 0 0 0,-1-1 0 0 0,0 1 0 0 0,0-1 0 0 0,0 0 0 0 0,0 0 0 0 0,1 0 0 0 0,-1 0 0 0 0,0 0 0 0 0,-1 0 0 0 0,1 0 0 0 0,0-1 0 0 0,2-2 0 0 0,0 2-8 0 0,45-32-190 0 0,-35 22 60 0 0,2 2 0 0 0,25-14 0 0 0,-40 23 103 0 0,25 15-107 0 0,-20-4-49 0 0,25 33 107 0 0,-30-42-135 0 0,0 0 1 0 0,0 0-1 0 0,0 0 0 0 0,0 0 0 0 0,0 0 1 0 0,-1 0-1 0 0,2-1 0 0 0,-1 1 0 0 0,0 0 1 0 0,0 0-1 0 0,0-1 0 0 0,0 1 1 0 0,0-1-1 0 0,1 1 0 0 0,-1-1 0 0 0,0 1 1 0 0,0-1-1 0 0,1 0 0 0 0,-1 1 0 0 0,0-1 1 0 0,1 0-1 0 0,-1 0 0 0 0,0 0 1 0 0,1 0-1 0 0,-1 0 0 0 0,0-1 0 0 0,0 1 1 0 0,1 0-1 0 0,-1-1 0 0 0,0 1 0 0 0,2-1 1 0 0,12-9-1926 0 0</inkml:trace>
</inkml:ink>
</file>

<file path=ppt/ink/ink5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1:33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1 484 0 0,'0'3'11198'0'0,"0"13"-11186"0"0,-2-3 328 0 0,-1 21 1130 0 0,1 65 0 0 0,2-30-499 0 0,1 28-2385 0 0,-1-95 770 0 0,-4 10-1553 0 0</inkml:trace>
</inkml:ink>
</file>

<file path=ppt/ink/ink5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1:33.4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44 568 0 0,'22'0'1883'0'0,"349"-15"1921"0"0,-337 12-3574 0 0,194-21 1282 0 0,-211 22 1978 0 0,-18 6-1814 0 0,-30 11-1472 0 0,-16 10 51 0 0,28-12-99 0 0,12-9-70 0 0,0 1 1 0 0,0 1-1 0 0,0-1 0 0 0,0 1 1 0 0,-10 12-1 0 0,16-16-45 0 0,1-1-37 0 0,1-1 0 0 0,-1 1 0 0 0,0 0-1 0 0,1 0 1 0 0,-1-1 0 0 0,0 1 0 0 0,1 0-1 0 0,-1-1 1 0 0,1 1 0 0 0,-1-1 0 0 0,1 1-1 0 0,0-1 1 0 0,-1 1 0 0 0,1-1 0 0 0,-1 1-1 0 0,1-1 1 0 0,0 1 0 0 0,-1-1 0 0 0,1 0-1 0 0,0 1 1 0 0,0-1 0 0 0,-1 0 0 0 0,1 0-1 0 0,0 1 1 0 0,0-1 0 0 0,-1 0 0 0 0,1 0-1 0 0,0 0 1 0 0,0 0 0 0 0,0 0 0 0 0,-1 0-1 0 0,1 0 1 0 0,0 0 0 0 0,0 0 0 0 0,1-1-1 0 0,41-5 21 0 0,-27 3-8 0 0,30-4-110 0 0,25-3-250 0 0,-28 10-4445 0 0</inkml:trace>
</inkml:ink>
</file>

<file path=ppt/ink/ink5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1:33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1292 0 0,'9'7'5409'0'0,"1"-3"-3461"0"0</inkml:trace>
</inkml:ink>
</file>

<file path=ppt/ink/ink5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1:43.915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19542 2790 164 0 0,'0'0'12672'0'0,"-5"-39"-11771"0"0,5 38-735 0 0,0-2-137 0 0,-9-14 150 0 0,8 16 187 0 0,0-3-184 0 0,-1-1 1 0 0,0 1-1 0 0,0 0 0 0 0,0 0 1 0 0,-1 0-1 0 0,1 0 1 0 0,-1 1-1 0 0,-5-6 1 0 0,-1-4-26 0 0,8 12-90 0 0,-26-39 794 0 0,-69-146 1755 0 0,63 132-2353 0 0,12 18-43 0 0,-32-42 0 0 0,30 49-82 0 0,-33-42 276 0 0,-3 2 1 0 0,-114-103-1 0 0,120 127-347 0 0,-55-43-49 0 0,104 85-18 0 0,-225-148-3 0 0,-175-69-38 0 0,229 145-42 0 0,39 19 58 0 0,-405-159-76 0 0,400 161 116 0 0,-114-37-20 0 0,-22 11-9 0 0,-195-49-87 0 0,21 37 37 0 0,227 49 32 0 0,-69-12-9 0 0,-236-51 61 0 0,234 52-20 0 0,4 0-11 0 0,-13-1-8 0 0,68 14-8 0 0,-247-35-32 0 0,364 60 62 0 0,-156-17-14 0 0,-76-12-6 0 0,74 13 7 0 0,-343 3 1 0 0,263 32-12 0 0,-65 12-5 0 0,188-4 22 0 0,-310 34-39 0 0,314-22 40 0 0,-262 61-15 0 0,325-50-3 0 0,-149 38 58 0 0,75-16-32 0 0,-113 31 50 0 0,128-29-66 0 0,-7 1 58 0 0,2 9-58 0 0,53-13-2 0 0,-226 62 57 0 0,-56 13 5 0 0,388-112-44 0 0,-73 32 0 0 0,-404 123 46 0 0,242-78-51 0 0,199-59-1 0 0,-174 52 38 0 0,-307 107-69 0 0,196-56 50 0 0,227-82-10 0 0,-22 6 23 0 0,-195 73-6 0 0,34 24-24 0 0,-11 10 12 0 0,-26 38 15 0 0,249-131-11 0 0,-367 231 64 0 0,332-205-61 0 0,-114 97 15 0 0,86-58 29 0 0,83-63-79 0 0,-179 150 32 0 0,227-167 8 0 0,34-34-15 0 0,-2 5 39 0 0,-39 33-29 0 0,51-43-19 0 0,18-16 3 0 0,0 0 0 0 0,-1-1 0 0 0,0 1 0 0 0,0-2 0 0 0,-17 10 0 0 0,1 9 260 0 0</inkml:trace>
</inkml:ink>
</file>

<file path=ppt/ink/ink5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1:44.893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194 59 720 0 0,'-5'-19'3589'0'0,"3"15"-2404"0"0,1 0 1 0 0,0 1-1 0 0,0-1 0 0 0,0 0 0 0 0,0 0 0 0 0,1 0 0 0 0,-1 0 0 0 0,1-4 0 0 0,-39 93-1091 0 0,-19 168 31 0 0,18-68 29 0 0,25-116-8 0 0,-8 31 417 0 0,22-99-492 0 0,1 0-1 0 0,-1 1 1 0 0,0-1-1 0 0,1 0 0 0 0,-1 0 1 0 0,1 1-1 0 0,-1-1 0 0 0,1 0 1 0 0,0 0-1 0 0,0 1 0 0 0,-1-1 1 0 0,1 0-1 0 0,0 1 0 0 0,0-1 1 0 0,0 0-1 0 0,1 1 0 0 0,-1-1 1 0 0,0 0-1 0 0,0 1 0 0 0,1-1 1 0 0,-1 0-1 0 0,1 1 1 0 0,-1-1-1 0 0,1 0 0 0 0,-1 0 1 0 0,1 0-1 0 0,0 0 0 0 0,0 0 1 0 0,1 2-1 0 0,1-2 10 0 0,-1 0 1 0 0,1-1-1 0 0,1 1 1 0 0,-1-1-1 0 0,0 1 0 0 0,0-1 1 0 0,0 0-1 0 0,0 0 0 0 0,0 0 1 0 0,4-1-1 0 0,7 0-321 0 0,45-4 307 0 0,0-2-1 0 0,101-27 1 0 0,109-49-3 0 0,-6 1-12 0 0,-231 73-22 0 0,81-16 141 0 0,-111 24-59 0 0,3 0-150 0 0,7-3 848 0 0</inkml:trace>
</inkml:ink>
</file>

<file path=ppt/ink/ink5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1:48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40 280 0 0,'0'0'16448'0'0,"13"38"-16884"0"0,-9 42 421 0 0,17 97-1 0 0,-21-173 22 0 0,1 20-22 0 0,-1-23 5 0 0,2 11-34 0 0,-2-12 34 0 0,0 0 0 0 0,-1 1 0 0 0,1-1-1 0 0,0 0 1 0 0,0 0 0 0 0,0 1 0 0 0,0-1 0 0 0,0 0-1 0 0,0 0 1 0 0,1 1 0 0 0,-1-1 0 0 0,0 0 0 0 0,0 0-1 0 0,0 0 1 0 0,0 1 0 0 0,0-1 0 0 0,0 0 0 0 0,0 0-1 0 0,0 0 1 0 0,1 1 0 0 0,-1-1 0 0 0,0 0 0 0 0,0 0-1 0 0,0 0 1 0 0,0 1 0 0 0,1-1 0 0 0,-1 0 0 0 0,0 0-1 0 0,0 0 1 0 0,0 0 0 0 0,1 0 0 0 0,-1 0 0 0 0,0 1-1 0 0,0-1 1 0 0,0 0 0 0 0,1 0 0 0 0,-1 0-1 0 0,0 0 1 0 0,0 0 0 0 0,1 0 0 0 0,-1 0 0 0 0,0 0-1 0 0,0 0 1 0 0,1 0 0 0 0,-1 0 0 0 0,0 0 0 0 0,0 0-1 0 0,1 0 1 0 0,-1 0 0 0 0,0-1 0 0 0,0 1 0 0 0,1 0-1 0 0,41-36-133 0 0,-1-1-1 0 0,38-47 0 0 0,46-44-395 0 0,-90 93 422 0 0,-25 24 75 0 0,0 1 0 0 0,1 0 0 0 0,0 1 0 0 0,18-12 0 0 0,-28 20 5 0 0,0 1 35 0 0,-1 1 0 0 0,1-1 0 0 0,0 0 0 0 0,-1 0 0 0 0,1 1 1 0 0,-1-1-1 0 0,1 1 0 0 0,0-1 0 0 0,-1 0 0 0 0,1 1 0 0 0,-1-1 0 0 0,1 1 0 0 0,-1-1 0 0 0,0 1 0 0 0,1-1 0 0 0,-1 1 0 0 0,1-1 0 0 0,-1 1 0 0 0,0 0 0 0 0,1-1 0 0 0,-1 1 0 0 0,0 0 0 0 0,0-1 0 0 0,0 1 0 0 0,0-1 0 0 0,1 1 0 0 0,-1 0 0 0 0,0 0 0 0 0,0-1 0 0 0,0 1 0 0 0,0 0 0 0 0,0-1 1 0 0,0 1-1 0 0,-1 0 0 0 0,1-1 0 0 0,0 1 0 0 0,0-1 0 0 0,0 1 0 0 0,-1 0 0 0 0,1-1 0 0 0,0 1 0 0 0,-1 0 0 0 0,1-1 0 0 0,0 1 0 0 0,-1-1 0 0 0,1 1 0 0 0,-1-1 0 0 0,0 1 0 0 0,-24 38 25 0 0,13-24-10 0 0,-1-1-1 0 0,-1 0 1 0 0,0 0-1 0 0,-1-2 1 0 0,-29 20 0 0 0,-88 41 82 0 0,100-56-79 0 0,-13 7 85 0 0,44-23 46 0 0,5 0-139 0 0,-1 0 0 0 0,1 0-1 0 0,-1-1 1 0 0,1 1 0 0 0,0-1-1 0 0,0 0 1 0 0,-1 0 0 0 0,1 0-1 0 0,7-1 1 0 0,65-3-44 0 0,0 4-1 0 0,1 2 1 0 0,148 26 0 0 0,-173-14-3411 0 0,-51-14 2345 0 0</inkml:trace>
</inkml:ink>
</file>

<file path=ppt/ink/ink5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1:49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21 460 0 0,'0'0'2354'0'0,"2"-13"7439"0"0,-3 12-9762 0 0,0 0-1 0 0,0 1 1 0 0,0-1-1 0 0,0 0 1 0 0,0 1-1 0 0,0-1 1 0 0,-1 1-1 0 0,1-1 1 0 0,0 1-1 0 0,0 0 1 0 0,-1-1-1 0 0,1 1 1 0 0,0 0-1 0 0,-1 0 1 0 0,1 0-1 0 0,0 0 1 0 0,0 0-1 0 0,-1 0 1 0 0,1 0-1 0 0,0 1 1 0 0,-1-1-1 0 0,1 0 1 0 0,0 1-1 0 0,0-1 1 0 0,0 1-1 0 0,-3 0 1 0 0,-2 2 34 0 0,0 1-1 0 0,0-1 1 0 0,0 1 0 0 0,1 0 0 0 0,-10 9 0 0 0,8-6-34 0 0,0 0 0 0 0,1 0 0 0 0,-1 0 0 0 0,2 0 0 0 0,-1 1-1 0 0,1 0 1 0 0,0 0 0 0 0,1 1 0 0 0,-5 10 0 0 0,9-17-17 0 0,-1-1-19 0 0,1 0-1 0 0,0 1 1 0 0,-1-1-1 0 0,1 0 1 0 0,0 1-1 0 0,0-1 1 0 0,-1 0-1 0 0,1 1 0 0 0,0-1 1 0 0,0 1-1 0 0,1-1 1 0 0,-1 0-1 0 0,0 1 1 0 0,0-1-1 0 0,1 0 1 0 0,-1 1-1 0 0,1-1 1 0 0,-1 0-1 0 0,1 0 1 0 0,-1 1-1 0 0,1-1 1 0 0,0 0-1 0 0,0 0 0 0 0,0 0 1 0 0,0 0-1 0 0,-1 0 1 0 0,1 0-1 0 0,1 0 1 0 0,0 1-1 0 0,2-1-33 0 0,0 0 1 0 0,0 0-1 0 0,0 0 0 0 0,0-1 0 0 0,0 0 0 0 0,0 0 0 0 0,0 0 0 0 0,0 0 0 0 0,0 0 0 0 0,0-1 1 0 0,0 0-1 0 0,0 0 0 0 0,5-1 0 0 0,49-26-693 0 0,-19 8 153 0 0,-38 19 571 0 0,-1 1-1 0 0,1 0 1 0 0,0 0 0 0 0,-1 0 0 0 0,1 0-1 0 0,0 0 1 0 0,-1 0 0 0 0,1 0 0 0 0,0 0-1 0 0,0 0 1 0 0,-1 0 0 0 0,1 0 0 0 0,0 0 0 0 0,-1 0-1 0 0,1 0 1 0 0,0 1 0 0 0,-1-1 0 0 0,1 0-1 0 0,0 0 1 0 0,-1 1 0 0 0,1-1 0 0 0,-1 1-1 0 0,1-1 1 0 0,-1 0 0 0 0,1 1 0 0 0,-1-1 0 0 0,1 1-1 0 0,-1-1 1 0 0,1 1 0 0 0,-1 0 0 0 0,1-1-1 0 0,-1 1 1 0 0,0-1 0 0 0,0 1 0 0 0,1 0-1 0 0,-1 0 1 0 0,11 34-431 0 0,-6-17 335 0 0,-4-17 128 0 0,24-6 42 0 0,-5-9-13 0 0,-1 0 1 0 0,28-27-1 0 0,-27 22-41 0 0,40-29 0 0 0,-53 43-41 0 0,-6 4 33 0 0,0 0-1 0 0,0 0 0 0 0,0 1 1 0 0,-1-1-1 0 0,1 0 0 0 0,0 0 1 0 0,0 1-1 0 0,0-1 1 0 0,0 0-1 0 0,0 1 0 0 0,0-1 1 0 0,1 1-1 0 0,-1-1 0 0 0,0 1 1 0 0,0 0-1 0 0,0-1 0 0 0,0 1 1 0 0,1 0-1 0 0,-1 0 0 0 0,0 0 1 0 0,0 0-1 0 0,0 0 1 0 0,1 0-1 0 0,-1 0 0 0 0,0 0 1 0 0,0 1-1 0 0,0-1 0 0 0,0 0 1 0 0,1 1-1 0 0,-1-1 0 0 0,0 1 1 0 0,0-1-1 0 0,0 1 0 0 0,0-1 1 0 0,0 1-1 0 0,0 0 1 0 0,0 0-1 0 0,0-1 0 0 0,0 1 1 0 0,-1 0-1 0 0,1 0 0 0 0,0 0 1 0 0,0 0-1 0 0,-1 0 0 0 0,1 0 1 0 0,0 2-1 0 0,1 0-37 0 0,1 1 0 0 0,-1-1 0 0 0,1 0 0 0 0,0-1 0 0 0,0 1 0 0 0,-1 0-1 0 0,2-1 1 0 0,-1 1 0 0 0,0-1 0 0 0,1 0 0 0 0,-1 0 0 0 0,1 0 0 0 0,-1-1 0 0 0,1 1 0 0 0,5 0 0 0 0,-5-1-529 0 0,-1-1-1 0 0,1 1 1 0 0,-1-1 0 0 0,1 0 0 0 0,0-1-1 0 0,-1 1 1 0 0,1-1 0 0 0,-1 1 0 0 0,1-1 0 0 0,-1 0-1 0 0,7-3 1 0 0,0 1-1898 0 0</inkml:trace>
</inkml:ink>
</file>

<file path=ppt/ink/ink5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1:50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 8 0 0,'0'0'6609'0'0,"4"3"-6196"0"0,1-1-206 0 0,-1 1 1 0 0,0 0-1 0 0,0 0 0 0 0,0 0 0 0 0,0 0 1 0 0,-1 1-1 0 0,1 0 0 0 0,-1 0 1 0 0,0 0-1 0 0,0 0 0 0 0,4 8 1 0 0,-6-10-124 0 0,0 0 1 0 0,-1 0 0 0 0,1 0 0 0 0,-1 0 0 0 0,0 0 0 0 0,0 0-1 0 0,1-1 1 0 0,-1 1 0 0 0,0 0 0 0 0,-1 0 0 0 0,1 0 0 0 0,0 0 0 0 0,-1 0-1 0 0,0 4 1 0 0,-2 7 280 0 0,3-11-154 0 0,0-2-144 0 0,0 1 0 0 0,-1 0 0 0 0,1-1 0 0 0,0 1 0 0 0,-1 0 0 0 0,1-1 0 0 0,-1 1 0 0 0,1-1 0 0 0,0 1 0 0 0,-1-1 0 0 0,1 1 0 0 0,-1-1 0 0 0,0 1 0 0 0,1-1 0 0 0,-1 0 0 0 0,1 1 0 0 0,-1-1 0 0 0,0 0 0 0 0,1 1 0 0 0,-1-1 0 0 0,0 0 0 0 0,1 0 0 0 0,-1 0 0 0 0,0 1-1 0 0,1-1 1 0 0,-1 0 0 0 0,0 0 0 0 0,1 0 0 0 0,-1 0 0 0 0,0 0 0 0 0,-1-1 0 0 0,1-1-56 0 0,0-1-1 0 0,0 0 0 0 0,0 0 1 0 0,0 0-1 0 0,0-1 1 0 0,1 1-1 0 0,0 0 1 0 0,-1 0-1 0 0,1 0 0 0 0,0 0 1 0 0,0 0-1 0 0,1-1 1 0 0,-1 1-1 0 0,1 0 0 0 0,-1 0 1 0 0,1 0-1 0 0,0 0 1 0 0,0 0-1 0 0,1 0 1 0 0,-1 0-1 0 0,0 1 0 0 0,1-1 1 0 0,0 0-1 0 0,0 1 1 0 0,0-1-1 0 0,0 1 0 0 0,4-5 1 0 0,4-4-35 0 0,1 0 1 0 0,0 1 0 0 0,1 0-1 0 0,21-14 1 0 0,-31 22 16 0 0,1 1 0 0 0,-1 0 0 0 0,1 1 0 0 0,-1-1 0 0 0,1 0 0 0 0,-1 1 1 0 0,1-1-1 0 0,-1 1 0 0 0,1 0 0 0 0,0 0 0 0 0,-1 0 0 0 0,1 0 0 0 0,-1 0 0 0 0,1 1 0 0 0,0-1 0 0 0,-1 1 0 0 0,1-1 1 0 0,-1 1-1 0 0,0 0 0 0 0,3 1 0 0 0,2 1-8 0 0,-1 0 1 0 0,0 1 0 0 0,0-1-1 0 0,0 1 1 0 0,-1 0-1 0 0,6 6 1 0 0,36 51 25 0 0,-46-60 1 0 0,10 1 403 0 0,-10-1-406 0 0,-1-1-1 0 0,1 0 1 0 0,0 0-1 0 0,-1 0 0 0 0,1 1 1 0 0,0-1-1 0 0,0 0 1 0 0,0 0-1 0 0,-1 0 1 0 0,1 0-1 0 0,0-1 0 0 0,0 1 1 0 0,-1 0-1 0 0,1 0 1 0 0,0 0-1 0 0,0-1 1 0 0,-1 1-1 0 0,1 0 1 0 0,0-1-1 0 0,-1 1 0 0 0,1 0 1 0 0,0-1-1 0 0,-1 1 1 0 0,1-1-1 0 0,-1 1 1 0 0,1-1-1 0 0,-1 1 0 0 0,1-1 1 0 0,-1 0-1 0 0,1 1 1 0 0,-1-1-1 0 0,1-1 1 0 0,2-1 8 0 0,7-7 39 0 0,0 0-1 0 0,1 0 1 0 0,0 1-1 0 0,12-8 1 0 0,-22 16-61 0 0,0 0-1 0 0,1 1 1 0 0,-1-1 0 0 0,0 0-1 0 0,0 1 1 0 0,0-1 0 0 0,1 1-1 0 0,-1-1 1 0 0,0 1 0 0 0,1 0-1 0 0,-1 0 1 0 0,0-1 0 0 0,1 1-1 0 0,-1 0 1 0 0,0 0 0 0 0,1 0-1 0 0,-1 1 1 0 0,0-1 0 0 0,1 0 0 0 0,-1 0-1 0 0,0 1 1 0 0,0-1 0 0 0,1 0-1 0 0,-1 1 1 0 0,0 0 0 0 0,0-1-1 0 0,0 1 1 0 0,1 0 0 0 0,-1-1-1 0 0,0 1 1 0 0,0 0 0 0 0,0 0-1 0 0,0 0 1 0 0,-1 0 0 0 0,3 2-1 0 0,27 45-2296 0 0,-22-34 281 0 0,-6-5-2895 0 0</inkml:trace>
</inkml:ink>
</file>

<file path=ppt/ink/ink5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1:50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1 64 0 0,'-1'2'11625'0'0,"-11"15"-11547"0"0,-43 36 1743 0 0,54-52-1724 0 0,1-1-81 0 0,0 0 1 0 0,-1 0-1 0 0,1 0 1 0 0,0 0-1 0 0,0 0 1 0 0,-1 0-1 0 0,1 0 1 0 0,0 0-1 0 0,0 0 1 0 0,-1 1-1 0 0,1-1 1 0 0,0 0-1 0 0,0 0 1 0 0,-1 0-1 0 0,1 0 1 0 0,0 0 0 0 0,0 1-1 0 0,0-1 1 0 0,-1 0-1 0 0,1 0 1 0 0,0 0-1 0 0,0 1 1 0 0,0-1-1 0 0,0 0 1 0 0,0 0-1 0 0,0 1 1 0 0,-1-1-1 0 0,1 0 1 0 0,0 0-1 0 0,0 1 1 0 0,0-1-1 0 0,0 0 1 0 0,0 0-1 0 0,0 1 1 0 0,0-1-1 0 0,0 0 1 0 0,0 0 0 0 0,0 1-1 0 0,0-1 1 0 0,0 0-1 0 0,0 1 1 0 0,13 0-34 0 0,0-1 1 0 0,0 0-1 0 0,0 0 1 0 0,0-1-1 0 0,0-1 1 0 0,20-5-1 0 0,4 1-1717 0 0,-31 4 1667 0 0,-1 1-1286 0 0,2-1-3965 0 0,13 0 2059 0 0</inkml:trace>
</inkml:ink>
</file>

<file path=ppt/ink/ink5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1:51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40 0 0,'0'0'3652'0'0,"7"5"-1147"0"0</inkml:trace>
</inkml:ink>
</file>

<file path=ppt/ink/ink5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1:58.915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22381 23 360 0 0,'0'0'907'0'0,"-1"-4"15"0"0,-8-13 3582 0 0,0 16-1343 0 0,-9 29-379 0 0,4-2-3154 0 0,-215 389 689 0 0,158-278-258 0 0,50-97-37 0 0,-16 35 219 0 0,-4-3 1 0 0,-2-2-1 0 0,-81 100 1 0 0,74-111-27 0 0,-126 131 545 0 0,116-132-496 0 0,-23 22 193 0 0,-96 71 0 0 0,-352 189 1264 0 0,297-221-923 0 0,-287 103-1 0 0,507-216-787 0 0,-474 157 511 0 0,281-99-365 0 0,-766 192 539 0 0,-14-65 206 0 0,-614 21 67 0 0,536-134-444 0 0,-124-32-4 0 0,240-13-181 0 0,23-8-105 0 0,533-20-156 0 0,-1865-23 734 0 0,1361-36-559 0 0,507 27-166 0 0,-985-101 56 0 0,646-10-46 0 0,499 85-92 0 0,-396-106 28 0 0,295 66-25 0 0,-276-97 14 0 0,402 116 7 0 0,-23-8-36 0 0,-119-55 27 0 0,130 48-41 0 0,-100-46 21 0 0,-322-211 19 0 0,316 139-20 0 0,32 17 5 0 0,116 84-23 0 0,118 67 11 0 0,-163-124-157 0 0,208 153 129 0 0,-13-11-110 0 0,1-1 1 0 0,0-1-1 0 0,-21-28 1 0 0,-96-140-1051 0 0,122 160 1001 0 0,2 0-1 0 0,1-1 1 0 0,2-1 0 0 0,-14-45-1 0 0,-9-20-201 0 0,-6 27-188 0 0,42 70 534 0 0,-1-1-92 0 0,0 0 1 0 0,-1 0-1 0 0,1 0 1 0 0,0 0-1 0 0,-1 1 1 0 0,1-1-1 0 0,-1 1 1 0 0,0 0-1 0 0,-4-2 1 0 0,2 7 97 0 0,0-1 1 0 0,1 1 0 0 0,-1 0 0 0 0,1 0 0 0 0,0 0 0 0 0,0 1-1 0 0,0-1 1 0 0,0 1 0 0 0,1 0 0 0 0,0 0 0 0 0,0 1 0 0 0,-4 10-1 0 0,-26 81-45 0 0,17-43 80 0 0,-3 6-45 0 0,-10 66 0 0 0,3-14 6 0 0,21-80 80 0 0,4-27-22 0 0,1 1 0 0 0,-1-1 0 0 0,0 0 0 0 0,0 0 0 0 0,-1 1-1 0 0,1-1 1 0 0,-1 0 0 0 0,0 0 0 0 0,-4 6 0 0 0,5-10 50 0 0,9-30 4 0 0,1 1 1 0 0,1 0-1 0 0,18-36 1 0 0,-7 28-153 0 0,-15 23 33 0 0,1-1 1 0 0,1 1 0 0 0,0 1-1 0 0,1-1 1 0 0,0 1 0 0 0,1 1-1 0 0,0 0 1 0 0,1 0-1 0 0,0 1 1 0 0,17-12 0 0 0,-13 14 20 0 0,0-1 1 0 0,1 2 0 0 0,0 0 0 0 0,0 1-1 0 0,0 1 1 0 0,1 0 0 0 0,0 1-1 0 0,0 1 1 0 0,0 1 0 0 0,0 0 0 0 0,0 1-1 0 0,24 2 1 0 0,13 4-37 0 0,0 3 0 0 0,83 23-1 0 0,-32-6 49 0 0,47 5-23 0 0,251 18 0 0 0,-336-43 125 0 0,-65-6 145 0 0,29 0 1837 0 0</inkml:trace>
</inkml:ink>
</file>

<file path=ppt/ink/ink5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2:02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27 404 0 0,'-5'-18'4635'0'0,"1"9"1402"0"0,6 294-4000 0 0,0-15-965 0 0,1-152-511 0 0,-3-116-518 0 0,0-1 9 0 0,0-1-48 0 0,0 0 0 0 0,0 0 0 0 0,-1 0 0 0 0,1 0 0 0 0,0 0 0 0 0,0 0 0 0 0,0 1 0 0 0,0-1 0 0 0,0 0 0 0 0,0 0 0 0 0,0 0 0 0 0,0 0 0 0 0,-1 0 0 0 0,1 1 0 0 0,0-1 0 0 0,0 0 0 0 0,0 0 0 0 0,0 0 0 0 0,0 0 0 0 0,0 0 0 0 0,0 1 0 0 0,0-1 1 0 0,0 0-1 0 0,0 0 0 0 0,0 0 0 0 0,0 0 0 0 0,0 1 0 0 0,0-1 0 0 0,0 0 0 0 0,0 0 0 0 0,0 0 0 0 0,0 0 0 0 0,0 1 0 0 0,1-1 0 0 0,-1 0 0 0 0,0 0 0 0 0,0 0 0 0 0,0 0 0 0 0,0 0 0 0 0,0 0 0 0 0,0 1 0 0 0,0-1 0 0 0,0 0 0 0 0,1 0 0 0 0,-1 0 0 0 0,0 0 0 0 0,0 0 0 0 0,0 0 0 0 0,0 0 0 0 0,0 0 0 0 0,1 0 0 0 0,-1 0 0 0 0,0 1 0 0 0,0-1 0 0 0,0 0 0 0 0,0 0 0 0 0,0 0 0 0 0,1 0 0 0 0,-1 0 0 0 0,0 0 0 0 0,0 0 0 0 0,0 0 1 0 0,0 0-1 0 0,1 0 0 0 0,-1 0 0 0 0,0-1 0 0 0,0 1 0 0 0,0 0 0 0 0,0 0 0 0 0,142-211 127 0 0,21-29-269 0 0,-143 213 92 0 0,1 1 0 0 0,1 1 1 0 0,1 1-1 0 0,2 1 0 0 0,29-22 0 0 0,-52 44 31 0 0,-2 3 13 0 0,1-1-1 0 0,0 1 1 0 0,-1 0 0 0 0,1 0-1 0 0,-1 0 1 0 0,0 0 0 0 0,0-1-1 0 0,1 1 1 0 0,-1 0 0 0 0,0 0-1 0 0,-1 0 1 0 0,1 0 0 0 0,0 0-1 0 0,0 0 1 0 0,-2 2 0 0 0,-7 20 4 0 0,-2-2 1 0 0,0 0-1 0 0,-2 0 1 0 0,0-1 0 0 0,-22 26-1 0 0,15-20 95 0 0,-31 54 1 0 0,49-78-90 0 0,1 1 0 0 0,-1-1 0 0 0,1 0 0 0 0,-1 1 0 0 0,1-1 0 0 0,0 1 0 0 0,0 0 0 0 0,1-1 0 0 0,-1 1 0 0 0,1 0 1 0 0,-1-1-1 0 0,1 1 0 0 0,1 0 0 0 0,-1-1 0 0 0,0 1 0 0 0,1 0 0 0 0,0-1 0 0 0,1 6 0 0 0,0-6 2 0 0,0 0 0 0 0,0 0 0 0 0,0 0 0 0 0,0 0 0 0 0,1 0-1 0 0,0-1 1 0 0,-1 1 0 0 0,1-1 0 0 0,0 1 0 0 0,0-1 0 0 0,0 0 0 0 0,0 0 0 0 0,1 0 0 0 0,-1-1 0 0 0,0 1-1 0 0,1-1 1 0 0,0 0 0 0 0,6 1 0 0 0,38 11-611 0 0,0-3 0 0 0,75 7 0 0 0,-96-15-1558 0 0,-1-2 0 0 0,1-1-1 0 0,41-6 1 0 0,-48 3-597 0 0</inkml:trace>
</inkml:ink>
</file>

<file path=ppt/ink/ink5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2:03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183 343 628 0 0,'0'0'797'0'0,"-19"-28"7024"0"0,15 28-7707 0 0,0 0 0 0 0,0 0 1 0 0,1 1-1 0 0,-1 0 0 0 0,0-1 0 0 0,0 1 0 0 0,0 1 0 0 0,0-1 0 0 0,1 0 0 0 0,-1 1 1 0 0,1 0-1 0 0,-1 0 0 0 0,1 0 0 0 0,0 0 0 0 0,-1 1 0 0 0,1-1 0 0 0,0 1 0 0 0,1 0 0 0 0,-5 4 1 0 0,-52 62 962 0 0,56-64-1022 0 0,-1 0 0 0 0,1 0 0 0 0,0 0 0 0 0,0 0 0 0 0,0 1 0 0 0,1-1 0 0 0,0 1 0 0 0,0 0-1 0 0,0 0 1 0 0,1-1 0 0 0,0 1 0 0 0,0 0 0 0 0,0 0 0 0 0,1 0 0 0 0,0 0 0 0 0,0 0-1 0 0,1 0 1 0 0,2 12 0 0 0,-3-17-57 0 0,1 1 0 0 0,0-1 0 0 0,0 1 0 0 0,-1-1 0 0 0,1 0 0 0 0,0 1 0 0 0,0-1 0 0 0,1 0 0 0 0,-1 0 0 0 0,0 0 0 0 0,0 1 0 0 0,1-1 0 0 0,-1-1 0 0 0,0 1 0 0 0,1 0 0 0 0,-1 0 0 0 0,1 0 0 0 0,-1-1 0 0 0,1 1 0 0 0,-1-1 0 0 0,1 1 0 0 0,0-1 0 0 0,-1 1 0 0 0,1-1 0 0 0,0 0 0 0 0,-1 0 0 0 0,1 0 0 0 0,0 0 0 0 0,-1 0 0 0 0,1 0 0 0 0,-1-1 0 0 0,1 1 0 0 0,0 0 0 0 0,-1-1 0 0 0,1 1 0 0 0,2-2 0 0 0,5-1-51 0 0,-1 0 1 0 0,1-1-1 0 0,-1 0 0 0 0,15-10 1 0 0,-11 5-31 0 0,-1 0 1 0 0,0 0 0 0 0,-1-1-1 0 0,0-1 1 0 0,0 0-1 0 0,-1 0 1 0 0,-1-1-1 0 0,0 0 1 0 0,0 0 0 0 0,8-20-1 0 0,-16 30 111 0 0,2 0 59 0 0,2 12-75 0 0,2 16-27 0 0,-6-22 16 0 0,0 1 0 0 0,0-1 0 0 0,1 0 1 0 0,-1 1-1 0 0,1-1 0 0 0,0 0 0 0 0,1 1 0 0 0,-1-1 0 0 0,1 0 0 0 0,0 0 0 0 0,0 0 1 0 0,0 0-1 0 0,0-1 0 0 0,1 1 0 0 0,0 0 0 0 0,-1-1 0 0 0,1 0 0 0 0,1 0 0 0 0,-1 0 1 0 0,0 0-1 0 0,1 0 0 0 0,-1 0 0 0 0,1-1 0 0 0,0 0 0 0 0,0 0 0 0 0,0 0 0 0 0,5 2 0 0 0,-6-4-5 0 0,0 0-1 0 0,1-1 1 0 0,-1 1-1 0 0,0-1 1 0 0,0 1-1 0 0,1-1 1 0 0,-1 0-1 0 0,0 0 0 0 0,0 0 1 0 0,0-1-1 0 0,0 1 1 0 0,0-1-1 0 0,4-3 1 0 0,34-26-157 0 0,6-8-145 0 0,18-17-166 0 0,-64 55 462 0 0,0 0 0 0 0,0 0-1 0 0,0 0 1 0 0,1 0-1 0 0,-1 0 1 0 0,0 0-1 0 0,1 0 1 0 0,-1 1-1 0 0,0-1 1 0 0,1 0 0 0 0,-1 1-1 0 0,1-1 1 0 0,-1 1-1 0 0,1 0 1 0 0,-1-1-1 0 0,1 1 1 0 0,0 0-1 0 0,-1 0 1 0 0,1 0 0 0 0,-1 0-1 0 0,1 0 1 0 0,-1 0-1 0 0,1 0 1 0 0,-1 1-1 0 0,1-1 1 0 0,0 1-1 0 0,-1-1 1 0 0,0 1 0 0 0,1-1-1 0 0,-1 1 1 0 0,1 0-1 0 0,-1 0 1 0 0,0 0-1 0 0,1 0 1 0 0,-1 0-1 0 0,0 0 1 0 0,0 0 0 0 0,2 2-1 0 0,6 5-19 0 0,-1 2 1 0 0,0-1-1 0 0,13 20 0 0 0,-13-18-2 0 0,-6-7-20 0 0,0-1 1 0 0,0 1 0 0 0,1-1-1 0 0,0 0 1 0 0,0 0-1 0 0,0 0 1 0 0,0 0 0 0 0,0 0-1 0 0,0-1 1 0 0,1 0 0 0 0,-1 1-1 0 0,1-1 1 0 0,0 0-1 0 0,-1-1 1 0 0,1 1 0 0 0,0-1-1 0 0,0 1 1 0 0,0-1 0 0 0,0-1-1 0 0,0 1 1 0 0,1 0-1 0 0,-1-1 1 0 0,0 0 0 0 0,0 0-1 0 0,0 0 1 0 0,0-1 0 0 0,1 1-1 0 0,-1-1 1 0 0,0 0-1 0 0,0 0 1 0 0,0 0 0 0 0,0-1-1 0 0,0 1 1 0 0,4-4 0 0 0,-1 1-41 0 0,1-1 1 0 0,-1-1 0 0 0,0 1 0 0 0,-1-1 0 0 0,1 0 0 0 0,-1-1-1 0 0,-1 0 1 0 0,1 0 0 0 0,-1 0 0 0 0,0 0 0 0 0,-1-1-1 0 0,1 0 1 0 0,-2 0 0 0 0,1 0 0 0 0,3-12 0 0 0,2-13 390 0 0,-2-2 0 0 0,-1 1 0 0 0,-1-1 0 0 0,-2 1 0 0 0,-2-1 0 0 0,-1 0 0 0 0,-8-64 0 0 0,2 74 1188 0 0,6 25-1470 0 0,0 0-1 0 0,0 0 1 0 0,0 0 0 0 0,0 0 0 0 0,0 0 0 0 0,0 0 0 0 0,0 0 0 0 0,0 0-1 0 0,0 0 1 0 0,-1 0 0 0 0,1 0 0 0 0,0 0 0 0 0,0 0 0 0 0,0 0-1 0 0,0 0 1 0 0,0 0 0 0 0,0 0 0 0 0,0 0 0 0 0,0 0 0 0 0,0 0 0 0 0,0 0-1 0 0,-1 0 1 0 0,1 0 0 0 0,0 0 0 0 0,0 0 0 0 0,0 0 0 0 0,0 0 0 0 0,0 0-1 0 0,0 0 1 0 0,0 0 0 0 0,0 0 0 0 0,0 0 0 0 0,0 0 0 0 0,0 0 0 0 0,0 0-1 0 0,0 0 1 0 0,-1 0 0 0 0,1-1 0 0 0,0 1 0 0 0,0 0 0 0 0,0 0-1 0 0,0 0 1 0 0,0 0 0 0 0,0 0 0 0 0,0 0 0 0 0,0 0 0 0 0,0 0 0 0 0,0 0-1 0 0,0 0 1 0 0,-2 44 299 0 0,3-17-269 0 0,2 0 0 0 0,0-1-1 0 0,2 1 1 0 0,0-1 0 0 0,2 1 0 0 0,1-2 0 0 0,2 1 0 0 0,0-1 0 0 0,22 37 0 0 0,-29-55-145 0 0,1-1 1 0 0,1 0 0 0 0,-1-1 0 0 0,1 1 0 0 0,0-1 0 0 0,0 0 0 0 0,1 0 0 0 0,-1 0 0 0 0,1-1 0 0 0,0 0 0 0 0,1 0 0 0 0,-1-1-1 0 0,0 1 1 0 0,1-1 0 0 0,0-1 0 0 0,0 1 0 0 0,0-1 0 0 0,0-1 0 0 0,0 1 0 0 0,0-1 0 0 0,0 0 0 0 0,1-1 0 0 0,-1 0 0 0 0,0 0-1 0 0,1 0 1 0 0,-1-1 0 0 0,0 0 0 0 0,0 0 0 0 0,0-1 0 0 0,11-4 0 0 0,-4 0 4 0 0,0 0 0 0 0,0-1 1 0 0,-1-1-1 0 0,0 0 0 0 0,-1 0 0 0 0,0-2 1 0 0,0 1-1 0 0,-1-2 0 0 0,0 1 0 0 0,-1-2 0 0 0,0 1 1 0 0,-1-1-1 0 0,9-15 0 0 0,-17 26 348 0 0,5-11 2639 0 0,-72 110-1100 0 0,68-100-1780 0 0,-1 0 0 0 0,0 0 0 0 0,1 0 0 0 0,-1 0 1 0 0,1 0-1 0 0,0 1 0 0 0,-1-1 0 0 0,1 1 1 0 0,0-1-1 0 0,0 1 0 0 0,0 0 0 0 0,0-1 0 0 0,3 0 1 0 0,7-6 55 0 0,-9 6-40 0 0,8-4 32 0 0,20 8-6 0 0,-18 0-208 0 0,0 1 1 0 0,0 1-1 0 0,0 0 1 0 0,21 10-1 0 0,5 1-2982 0 0,-20-6-4966 0 0</inkml:trace>
</inkml:ink>
</file>

<file path=ppt/ink/ink5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2:04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98 912 0 0,'0'0'1424'0'0,"-15"3"976"0"0,4-3 2569 0 0,35-24-4605 0 0,-1 12-228 0 0,-4 3-300 0 0,6-3-372 0 0,-3-2-1048 0 0,5 1-1717 0 0,-1-3 757 0 0</inkml:trace>
</inkml:ink>
</file>

<file path=ppt/ink/ink5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2:19.282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13197 1 384 0 0,'0'0'16612'0'0,"-4"4"-17694"0"0,-65 59 836 0 0,10-4 211 0 0,58-58 26 0 0,-25 31 67 0 0,18-20-72 0 0,-23 25 12 0 0,-40 39 0 0 0,60-66-6 0 0,1 2 0 0 0,0-1 0 0 0,-10 15-1 0 0,13-15 14 0 0,-2 0-1 0 0,0 0 1 0 0,-14 13-1 0 0,-67 79-17 0 0,14-16-8 0 0,31-34 40 0 0,-52 53 21 0 0,13-13 9 0 0,47-55 31 0 0,-47 40 0 0 0,12-18 142 0 0,-92 61 0 0 0,35-28-206 0 0,46-27 18 0 0,-188 127 45 0 0,185-135-75 0 0,-127 70 148 0 0,108-68 150 0 0,49-26-111 0 0,15-8 49 0 0,-82 37 0 0 0,50-30 159 0 0,46-19-205 0 0,0-1 0 0 0,-46 13 0 0 0,-35 12 192 0 0,78-25-192 0 0,-62 17 0 0 0,-38 2 319 0 0,-72 14 2 0 0,-243 24 630 0 0,-3-39-552 0 0,-348-14-144 0 0,289-13-347 0 0,146-8 20 0 0,-271 4 54 0 0,297 5 259 0 0,-351-22 986 0 0,580 11-1232 0 0,-208-22 252 0 0,-80-18-117 0 0,-537-134-1 0 0,-534-199 743 0 0,548 79-310 0 0,608 178-468 0 0,102 45-54 0 0,-367-195-1 0 0,191 13-19 0 0,321 208-148 0 0,-99-106 1 0 0,145 141-56 0 0,-57-64 127 0 0,72 79-144 0 0,-24-32 15 0 0,25 32-8 0 0,-2-1-17 0 0,-3-4 0 0 0,4 4 8 0 0,0 1-6 0 0,-3-3 7 0 0,3 3 8 0 0,-1-2-10 0 0,-1 0 0 0 0,1 0 0 0 0,0 0 0 0 0,0 0 1 0 0,1-1-1 0 0,-1 1 0 0 0,1 0 0 0 0,-1-1 0 0 0,0-3 1 0 0,2 5 19 0 0,-2-5 33 0 0,-5 48-2991 0 0,-5 129 2340 0 0,5-78 483 0 0,7-89 112 0 0,0 9 22 0 0,1-6 2 0 0,-1-9-12 0 0,-1-11-35 0 0,0 1-103 0 0,0-1 1 0 0,1 1-1 0 0,1 0 0 0 0,0-1 1 0 0,1 1-1 0 0,4-19 1 0 0,9-15-360 0 0,-12 36 325 0 0,0 0 0 0 0,1 1 1 0 0,0-1-1 0 0,0 1 1 0 0,1-1-1 0 0,1 1 1 0 0,7-10-1 0 0,-10 16 125 0 0,1-1-1 0 0,0 1 1 0 0,0 0 0 0 0,0 0-1 0 0,1 0 1 0 0,-1 0 0 0 0,1 1-1 0 0,0 0 1 0 0,0 0 0 0 0,0 0-1 0 0,1 0 1 0 0,-1 1 0 0 0,1 0-1 0 0,8-2 1 0 0,-4 2 16 0 0,-1 1 0 0 0,0 0 1 0 0,0 0-1 0 0,1 1 0 0 0,-1 0 1 0 0,0 1-1 0 0,1 0 0 0 0,17 5 0 0 0,238 43-131 0 0,-21-4 117 0 0,-3-8 65 0 0,-131-24-29 0 0,-50-9 288 0 0,-48-3-4753 0 0</inkml:trace>
</inkml:ink>
</file>

<file path=ppt/ink/ink5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2:20.286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197 59 408 0 0,'0'0'1472'0'0,"-13"-33"3185"0"0,10 30-4520 0 0,0 1-1 0 0,0 0 1 0 0,0-1 0 0 0,-1 1-1 0 0,1 1 1 0 0,-1-1-1 0 0,1 0 1 0 0,-1 1-1 0 0,1-1 1 0 0,-1 1 0 0 0,0 0-1 0 0,-4 0 1 0 0,5 0-104 0 0,-46 0-431 0 0,3 13-548 0 0,44-11 862 0 0,-9 6-285 0 0,10-7 508 0 0,1 0 0 0 0,-1 0 0 0 0,0 0 0 0 0,1 0 0 0 0,-1 0 0 0 0,0 1 0 0 0,1-1 0 0 0,-1 0 0 0 0,1 0 0 0 0,-1 1 0 0 0,0-1 0 0 0,1 0 0 0 0,-1 1 0 0 0,1-1 0 0 0,-1 0 0 0 0,1 1 0 0 0,-1-1 0 0 0,1 1 0 0 0,-1-1-1 0 0,1 1 1 0 0,0-1 0 0 0,-1 1 0 0 0,1 0 0 0 0,0-1 0 0 0,-1 1 0 0 0,1-1 0 0 0,0 1 0 0 0,0 0 0 0 0,-1 0 0 0 0,5 28 511 0 0,-1-1-1 0 0,-2 1 0 0 0,-3 51 0 0 0,0 16 101 0 0,-4 117 1160 0 0,0-135-827 0 0,6-77-899 0 0,-1 7 837 0 0</inkml:trace>
</inkml:ink>
</file>

<file path=ppt/ink/ink5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2:24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238 141 436 0 0,'-9'-8'8051'0'0,"-10"36"-7563"0"0,0 1 0 0 0,2 0 0 0 0,2 2 0 0 0,-17 45 0 0 0,6-17-12 0 0,-52 113 950 0 0,62-153-1096 0 0,9-10 2744 0 0,13-45-3071 0 0,2-1 0 0 0,2 2 0 0 0,17-45-1 0 0,54-111-602 0 0,-55 135 507 0 0,19-20-83 0 0,-13 24 4 0 0,-31 51 164 0 0,-1 0 0 0 0,1-1 0 0 0,0 1 0 0 0,0 0 0 0 0,0 0 0 0 0,0-1 0 0 0,-1 1 0 0 0,1 0-1 0 0,1 0 1 0 0,-1 0 0 0 0,0 0 0 0 0,0 0 0 0 0,0 1 0 0 0,0-1 0 0 0,1 0 0 0 0,-1 0 0 0 0,0 1-1 0 0,1-1 1 0 0,-1 1 0 0 0,1-1 0 0 0,-1 1 0 0 0,1 0 0 0 0,-1-1 0 0 0,0 1 0 0 0,1 0 0 0 0,-1 0 0 0 0,1 0-1 0 0,-1 0 1 0 0,1 0 0 0 0,-1 0 0 0 0,1 1 0 0 0,-1-1 0 0 0,1 0 0 0 0,-1 1 0 0 0,0-1 0 0 0,1 1-1 0 0,-1 0 1 0 0,1-1 0 0 0,-1 1 0 0 0,0 0 0 0 0,0 0 0 0 0,0 0 0 0 0,2 1 0 0 0,4 3 2 0 0,-1 1 0 0 0,1 0 0 0 0,-1 0 0 0 0,0 1 0 0 0,8 12 0 0 0,27 39 211 0 0,49 95 1 0 0,-80-132-64 0 0,0 0 1 0 0,-2 1-1 0 0,0 0 1 0 0,-2 0-1 0 0,0 1 1 0 0,-1 0-1 0 0,-2 0 1 0 0,2 34-1 0 0,-9 16 512 0 0,4-71-644 0 0,0-2-27 0 0,0 0 0 0 0,0 0 0 0 0,0 0 0 0 0,0 0 0 0 0,0 1 0 0 0,1-1 0 0 0,-1 0 0 0 0,0 0 0 0 0,0 0 0 0 0,0 1 0 0 0,0-1 0 0 0,0 0 0 0 0,0 0 0 0 0,0 0 0 0 0,0 1 0 0 0,0-1 0 0 0,0 0 0 0 0,0 0 0 0 0,0 0 0 0 0,0 1 0 0 0,0-1 0 0 0,0 0 0 0 0,0 0 0 0 0,-1 0 0 0 0,1 1 0 0 0,0-1 0 0 0,0 0 0 0 0,0 0 0 0 0,0 0 0 0 0,0 0 0 0 0,0 0 0 0 0,0 1 0 0 0,-1-1 0 0 0,1 0 0 0 0,0 0 0 0 0,0 0 0 0 0,0 0 0 0 0,0 0 0 0 0,-1 0 0 0 0,1 1 0 0 0,0-1 0 0 0,0 0 0 0 0,0 0 0 0 0,-1 0 0 0 0,1 0 0 0 0,0 0 0 0 0,0 0 0 0 0,0 0 0 0 0,0 0 0 0 0,-1 0 0 0 0,1 0 0 0 0,0 0 0 0 0,0 0 0 0 0,-1 0 0 0 0,-15 0-2137 0 0,-15-19-772 0 0,11 1-2702 0 0,10 6 2519 0 0</inkml:trace>
</inkml:ink>
</file>

<file path=ppt/ink/ink5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2:24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52 448 0 0,'0'0'5842'0'0,"6"-1"-5250"0"0,207-28 2635 0 0,-133 21-4676 0 0,-2-3-3425 0 0,-63 8 2744 0 0</inkml:trace>
</inkml:ink>
</file>

<file path=ppt/ink/ink5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2:25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4 96 0 0,'5'-4'9719'0'0,"3"58"-8844"0"0,-3 0 0 0 0,-3-1 0 0 0,-2 1 0 0 0,-11 88 1 0 0,-2 1-111 0 0,9-126 394 0 0,2-17-563 0 0,1-35-549 0 0,5-54-693 0 0,-4 84 615 0 0,1 1 1 0 0,-1-1-1 0 0,0 1 0 0 0,-1-1 1 0 0,1 0-1 0 0,-1 1 0 0 0,0-1 0 0 0,0 1 1 0 0,0-1-1 0 0,0 1 0 0 0,-1 0 1 0 0,0-1-1 0 0,0 1 0 0 0,-3-5 0 0 0,3 7 19 0 0,0 1 0 0 0,1-1-1 0 0,-1 1 1 0 0,0-1-1 0 0,0 1 1 0 0,0 0 0 0 0,0 0-1 0 0,0 0 1 0 0,0 0-1 0 0,-1 0 1 0 0,1 1 0 0 0,0-1-1 0 0,0 1 1 0 0,-1-1-1 0 0,1 1 1 0 0,0 0 0 0 0,0 0-1 0 0,-1 0 1 0 0,1 0-1 0 0,0 0 1 0 0,-1 0 0 0 0,1 1-1 0 0,0-1 1 0 0,0 1-1 0 0,-1 0 1 0 0,1 0 0 0 0,0-1-1 0 0,0 1 1 0 0,-3 3-1 0 0,-1-2-4 0 0,1 0-1 0 0,0 1 0 0 0,0 0 0 0 0,0 0 0 0 0,1 1 1 0 0,-1-1-1 0 0,1 1 0 0 0,-1 0 0 0 0,1 0 1 0 0,1 0-1 0 0,-1 1 0 0 0,0-1 0 0 0,1 1 0 0 0,-4 8 1 0 0,6-11 21 0 0,0 0 1 0 0,1 0-1 0 0,-1 1 1 0 0,1-1-1 0 0,-1 0 1 0 0,1 1-1 0 0,0-1 0 0 0,0 1 1 0 0,0-1-1 0 0,0 1 1 0 0,0-1-1 0 0,0 0 1 0 0,1 1-1 0 0,-1-1 1 0 0,1 1-1 0 0,0-1 1 0 0,-1 0-1 0 0,1 0 1 0 0,0 1-1 0 0,1-1 1 0 0,-1 0-1 0 0,0 0 1 0 0,1 0-1 0 0,-1 0 1 0 0,1 0-1 0 0,-1-1 1 0 0,1 1-1 0 0,0 0 1 0 0,0-1-1 0 0,0 1 1 0 0,0-1-1 0 0,0 0 1 0 0,0 1-1 0 0,0-1 1 0 0,0 0-1 0 0,3 1 1 0 0,8 3-132 0 0,-1 0 0 0 0,1-1 1 0 0,0 0-1 0 0,0 0 0 0 0,0-2 1 0 0,0 1-1 0 0,0-2 0 0 0,1 0 1 0 0,21-1-1 0 0,-23-1-1262 0 0,1 0-1 0 0,0-1 0 0 0,-1 0 1 0 0,1-1-1 0 0,23-9 1 0 0,-17 3-1746 0 0</inkml:trace>
</inkml:ink>
</file>

<file path=ppt/ink/ink5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2:26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1 852 0 0,'0'0'9084'0'0,"-2"5"-8792"0"0,-12 54 1313 0 0,-13 117 0 0 0,0 47 146 0 0,27-221-1699 0 0,3 11 243 0 0,-3-13-269 0 0,0-1 0 0 0,0 1 0 0 0,0 0 1 0 0,0 0-1 0 0,0 0 0 0 0,0 0 1 0 0,0 0-1 0 0,1 0 0 0 0,-1 0 1 0 0,0 0-1 0 0,0 0 0 0 0,0 0 0 0 0,0 0 1 0 0,0 0-1 0 0,0 0 0 0 0,0 0 1 0 0,0 0-1 0 0,0 0 0 0 0,1 0 1 0 0,-1 0-1 0 0,0 0 0 0 0,0 1 0 0 0,0-1 1 0 0,0 0-1 0 0,0 0 0 0 0,0 0 1 0 0,0 0-1 0 0,0 0 0 0 0,0 0 1 0 0,0 0-1 0 0,1 0 0 0 0,-1 0 0 0 0,0 0 1 0 0,0 0-1 0 0,0 0 0 0 0,0 0 1 0 0,0 1-1 0 0,0-1 0 0 0,0 0 1 0 0,0 0-1 0 0,0 0 0 0 0,0 0 1 0 0,20-23-23 0 0,8-3-145 0 0,-20 18 98 0 0,0 0 1 0 0,0 1-1 0 0,1 0 0 0 0,0 0 0 0 0,0 1 1 0 0,14-7-1 0 0,-21 12 33 0 0,8 0-68 0 0,-9 1 70 0 0,1-1 0 0 0,-1 1 0 0 0,0 0 0 0 0,0 0 0 0 0,0 0 0 0 0,1 0 0 0 0,-1 0 0 0 0,0 0 0 0 0,0 1 0 0 0,0-1 0 0 0,1 0 0 0 0,-1 0 0 0 0,0 1 0 0 0,0-1 0 0 0,0 1 0 0 0,0-1 0 0 0,0 1 0 0 0,0-1 0 0 0,0 1 0 0 0,0 0 0 0 0,0 0 0 0 0,0-1 0 0 0,0 1 0 0 0,1 1 0 0 0,30 32-90 0 0,-23-23 104 0 0,2-1 1 0 0,-1 1 0 0 0,1-2-1 0 0,19 14 1 0 0,-28-22 36 0 0,0-1-5 0 0,0 0 0 0 0,-1-1 0 0 0,1 1 1 0 0,0 0-1 0 0,0-1 0 0 0,0 0 0 0 0,-1 1 0 0 0,1-1 1 0 0,0 0-1 0 0,0 0 0 0 0,-1 0 0 0 0,1 0 0 0 0,2-3 1 0 0,2-4 355 0 0,0 0 1 0 0,0-1 0 0 0,8-19 0 0 0,-13 26 101 0 0,8 18-4089 0 0</inkml:trace>
</inkml:ink>
</file>

<file path=ppt/ink/ink5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2:26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76 14081 0 0,'10'-32'5557'0'0,"-8"11"269"0"0,-1 18-4440 0 0,6-9 34 0 0,-2 4-3581 0 0</inkml:trace>
</inkml:ink>
</file>

<file path=ppt/ink/ink5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2:30.2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30 460 0 0,'0'0'1966'0'0,"3"-18"266"0"0,3 6 4940 0 0,-2 30-7097 0 0,0-1 1 0 0,-2 1-1 0 0,0 0 1 0 0,-1 0-1 0 0,-1 29 1 0 0,-14 93 342 0 0,-1-65 298 0 0,38-104-156 0 0,1 0-1 0 0,49-44 0 0 0,-42 51-573 0 0,-19 14 14 0 0,-1 0 1 0 0,0-1-1 0 0,0-1 0 0 0,13-15 0 0 0,-52 51-31 0 0,-40 46-1 0 0,66-70 34 0 0,1 1 0 0 0,-1-1-1 0 0,1 0 1 0 0,-1 1 0 0 0,1-1 0 0 0,0 1-1 0 0,0-1 1 0 0,0 1 0 0 0,0-1-1 0 0,1 1 1 0 0,-1 0 0 0 0,1-1 0 0 0,-1 1-1 0 0,1 0 1 0 0,0 0 0 0 0,0-1-1 0 0,0 1 1 0 0,0 0 0 0 0,1 0 0 0 0,-1-1-1 0 0,1 1 1 0 0,0 0 0 0 0,0-1-1 0 0,0 1 1 0 0,0-1 0 0 0,0 1-1 0 0,0-1 1 0 0,1 1 0 0 0,-1-1 0 0 0,1 0-1 0 0,-1 0 1 0 0,1 1 0 0 0,4 2-1 0 0,3 3-9 0 0,2-1 0 0 0,-1 0 0 0 0,1-1 0 0 0,0 0 0 0 0,22 9 0 0 0,-6-3-354 0 0,-20-8-287 0 0,38 16-742 0 0,-11-15-6173 0 0</inkml:trace>
</inkml:ink>
</file>

<file path=ppt/ink/ink5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2:31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26 12 0 0,'0'0'1543'0'0,"-1"-14"6191"0"0,0 13-7670 0 0,1 1 1 0 0,-1-1 0 0 0,1 0-1 0 0,-1 0 1 0 0,1 1-1 0 0,-1-1 1 0 0,0 0-1 0 0,1 1 1 0 0,-1-1-1 0 0,0 1 1 0 0,1-1 0 0 0,-1 1-1 0 0,0-1 1 0 0,0 1-1 0 0,0-1 1 0 0,0 1-1 0 0,1 0 1 0 0,-1-1 0 0 0,0 1-1 0 0,0 0 1 0 0,0 0-1 0 0,0 0 1 0 0,0 0-1 0 0,0 0 1 0 0,0 0-1 0 0,-1 0 1 0 0,-31 9 595 0 0,24-5-582 0 0,0 1 1 0 0,0 0-1 0 0,1 1 1 0 0,0 0 0 0 0,-8 7-1 0 0,12-9-33 0 0,0 0 0 0 0,0 0 0 0 0,1 0-1 0 0,0 0 1 0 0,0 0 0 0 0,0 1 0 0 0,0 0 0 0 0,1-1-1 0 0,-4 11 1 0 0,5-13-32 0 0,1 0 0 0 0,-1 1 0 0 0,1-1-1 0 0,0 0 1 0 0,0 0 0 0 0,0 1 0 0 0,0-1 0 0 0,0 0 0 0 0,1 1-1 0 0,-1-1 1 0 0,1 0 0 0 0,-1 0 0 0 0,1 1 0 0 0,0-1 0 0 0,0 0-1 0 0,0 0 1 0 0,0 0 0 0 0,0 0 0 0 0,0 0 0 0 0,1 0 0 0 0,-1-1-1 0 0,1 1 1 0 0,-1 0 0 0 0,4 2 0 0 0,-2-4-6 0 0,1 1 0 0 0,0-1 0 0 0,0 0 1 0 0,0 0-1 0 0,-1 0 0 0 0,1 0 0 0 0,0-1 0 0 0,0 0 1 0 0,0 0-1 0 0,-1 0 0 0 0,1 0 0 0 0,-1 0 0 0 0,7-4 0 0 0,0 2-8 0 0,10-5-50 0 0,-1 0 1 0 0,1-1-1 0 0,19-13 1 0 0,-37 21 20 0 0,-2 1 25 0 0,0 0 1 0 0,0-1 0 0 0,0 1 0 0 0,0 0 0 0 0,0 0 0 0 0,0 0 0 0 0,0-1 0 0 0,0 1 0 0 0,0 0 0 0 0,0 0 0 0 0,0 0 0 0 0,0 0 0 0 0,1-1 0 0 0,-1 1 0 0 0,0 0 0 0 0,0 0 0 0 0,0 0 0 0 0,0 0 0 0 0,0 0 0 0 0,0-1 0 0 0,1 1 0 0 0,-1 0 0 0 0,0 0 0 0 0,0 0 0 0 0,0 0 0 0 0,0 0 0 0 0,1 0 0 0 0,-1 0 0 0 0,0 0 0 0 0,0 0 0 0 0,0 0 0 0 0,1 0 0 0 0,-1 0 0 0 0,0 0 0 0 0,0 0 0 0 0,0 0 0 0 0,0 0 0 0 0,1 0 0 0 0,-1 0 0 0 0,0 0 0 0 0,0 0 0 0 0,0 0 0 0 0,1 0 0 0 0,-1 0 0 0 0,0 0 0 0 0,0 0 0 0 0,0 0 0 0 0,0 0 0 0 0,1 0 0 0 0,-1 0 0 0 0,0 1 0 0 0,7 12-66 0 0,0 19 25 0 0,-6-30 27 0 0,-1 2 6 0 0,4 22 17 0 0,-3-25 97 0 0,15 1 115 0 0,8-12-164 0 0,0-1 0 0 0,-1 0 1 0 0,0-2-1 0 0,35-26 1 0 0,29-16-158 0 0,-85 54 69 0 0,4 4-36 0 0,-5-3 68 0 0,0 0 1 0 0,-1 0-1 0 0,1 1 0 0 0,0-1 0 0 0,0 0 0 0 0,0 0 0 0 0,0 1 0 0 0,-1-1 1 0 0,1 1-1 0 0,0-1 0 0 0,0 1 0 0 0,-1-1 0 0 0,1 1 0 0 0,0-1 0 0 0,-1 1 1 0 0,1-1-1 0 0,0 1 0 0 0,-1 0 0 0 0,1-1 0 0 0,-1 1 0 0 0,1 0 0 0 0,-1 1 1 0 0,0 57-76 0 0,0-57 72 0 0,1 6-17 0 0,-1-5-28 0 0,0 0 0 0 0,0 0 0 0 0,0 0 0 0 0,1 0 0 0 0,-1 0 1 0 0,1-1-1 0 0,0 1 0 0 0,0 0 0 0 0,0 0 0 0 0,0-1 0 0 0,2 5 0 0 0,2-4-480 0 0,-1-1 0 0 0,0 0 0 0 0,1-1 0 0 0,0 1 0 0 0,-1-1 0 0 0,1 0 0 0 0,0 0 0 0 0,0-1 0 0 0,0 1 0 0 0,-1-1 0 0 0,1 0 0 0 0,0 0 0 0 0,0-1 0 0 0,7-1 0 0 0,3-1-1763 0 0</inkml:trace>
</inkml:ink>
</file>

<file path=ppt/ink/ink5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2:31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7 288 0 0,'0'0'5581'0'0,"0"-1"-5479"0"0,-1 1 0 0 0,1-1 0 0 0,-1 1 0 0 0,1-1 0 0 0,-1 1 1 0 0,1-1-1 0 0,-1 1 0 0 0,0 0 0 0 0,1-1 0 0 0,-1 1 0 0 0,1 0 1 0 0,-1-1-1 0 0,0 1 0 0 0,1 0 0 0 0,-1 0 0 0 0,0-1 0 0 0,0 1 1 0 0,1 0-1 0 0,-1 0 0 0 0,0 0 0 0 0,1 0 0 0 0,-1 0 0 0 0,0 0 1 0 0,-1 0-1 0 0,-19 9 518 0 0,1 1 0 0 0,-1 0 1 0 0,2 2-1 0 0,0 0 0 0 0,0 1 1 0 0,1 1-1 0 0,-18 17 0 0 0,35-30-324 0 0,1 0-292 0 0,0 0 0 0 0,1 0 0 0 0,-1-1-1 0 0,0 1 1 0 0,0 0 0 0 0,1-1 0 0 0,-1 1-1 0 0,1 0 1 0 0,-1-1 0 0 0,0 1 0 0 0,1-1-1 0 0,-1 1 1 0 0,1-1 0 0 0,-1 1 0 0 0,1-1-1 0 0,0 1 1 0 0,-1-1 0 0 0,1 1 0 0 0,-1-1-1 0 0,1 0 1 0 0,0 1 0 0 0,-1-1 0 0 0,1 0-1 0 0,0 0 1 0 0,0 1 0 0 0,-1-1 0 0 0,1 0-1 0 0,0 0 1 0 0,-1 0 0 0 0,1 0 0 0 0,0 0-1 0 0,0 0 1 0 0,-1 0 0 0 0,1 0 0 0 0,0 0-1 0 0,0 0 1 0 0,1-1 0 0 0,33-5 32 0 0,-32 5-43 0 0,76-18-164 0 0,-77 19 150 0 0,1 0-114 0 0,1 1 34 0 0,-1-1 1 0 0,1 1-1 0 0,-1 0 1 0 0,0 0-1 0 0,1 0 0 0 0,-1 0 1 0 0,0 1-1 0 0,0 0 1 0 0,0-1-1 0 0,0 1 1 0 0,4 3-1 0 0,29 14-5363 0 0,-28-17 2868 0 0</inkml:trace>
</inkml:ink>
</file>

<file path=ppt/ink/ink5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2:32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0 412 0 0,'0'0'5885'0'0,"14"2"-3677"0"0,-11 1-2095 0 0,-1 1 0 0 0,-1-1-1 0 0,1 0 1 0 0,0 1-1 0 0,-1-1 1 0 0,0 0-1 0 0,0 1 1 0 0,0 0-1 0 0,0-1 1 0 0,0 1-1 0 0,-1 0 1 0 0,1-1-1 0 0,-1 1 1 0 0,0 0 0 0 0,0-1-1 0 0,-1 1 1 0 0,1 0-1 0 0,-1 0 1 0 0,0-1-1 0 0,0 1 1 0 0,0-1-1 0 0,0 1 1 0 0,-1-1-1 0 0,1 1 1 0 0,-4 4-1 0 0,-4 16 309 0 0,1-15-158 0 0,3-9 242 0 0,9-7-546 0 0,0 0 0 0 0,1 0 0 0 0,0 0 0 0 0,0 1 0 0 0,1-1 0 0 0,0 1 0 0 0,0 1 0 0 0,0-1 0 0 0,1 1 0 0 0,-1 0 0 0 0,16-8 0 0 0,-10 6-38 0 0,1 1 0 0 0,1 0-1 0 0,-1 1 1 0 0,1 0 0 0 0,0 1-1 0 0,20-3 1 0 0,-30 6 80 0 0,0 1 0 0 0,0 0 0 0 0,0 0 0 0 0,0 0 1 0 0,0 1-1 0 0,0 0 0 0 0,0-1 0 0 0,0 1 0 0 0,0 1 0 0 0,0-1 0 0 0,0 1 0 0 0,0-1 0 0 0,-1 1 0 0 0,1 0 0 0 0,-1 0 1 0 0,1 1-1 0 0,-1-1 0 0 0,6 6 0 0 0,-4-3 80 0 0,1 1 1 0 0,-1 1-1 0 0,0-1 1 0 0,-1 0 0 0 0,1 1-1 0 0,-1 0 1 0 0,-1 0-1 0 0,4 9 1 0 0,-1 7-1420 0 0,-8-12-4818 0 0</inkml:trace>
</inkml:ink>
</file>

<file path=ppt/ink/ink5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2:36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59 722 244 0 0,'0'0'2833'0'0,"2"5"-951"0"0,-2 0 1872 0 0,-10 36-1953 0 0,-4 58 0 0 0,9-57-862 0 0,-17 70 0 0 0,18-99-109 0 0,3-9 502 0 0,1-7-50 0 0,-2-18-1139 0 0,0-5 15 0 0,2 1 1 0 0,1-1-1 0 0,0 0 1 0 0,2 1-1 0 0,2-1 1 0 0,7-27-1 0 0,-6 25-81 0 0,14-64 118 0 0,4 0 1 0 0,45-111 0 0 0,-56 169-171 0 0,3 0 0 0 0,0 1 0 0 0,2 2 1 0 0,2-1-1 0 0,1 2 0 0 0,1 1 0 0 0,1 1 0 0 0,51-48 0 0 0,-64 68-163 0 0,0 1 1 0 0,1-1-1 0 0,0 2 0 0 0,0-1 0 0 0,0 2 1 0 0,1-1-1 0 0,0 2 0 0 0,0-1 1 0 0,0 2-1 0 0,1 0 0 0 0,-1 0 0 0 0,1 1 1 0 0,23-1-1 0 0,-28 3-180 0 0,0 1 1 0 0,0 0-1 0 0,0 0 0 0 0,-1 0 1 0 0,1 1-1 0 0,0 0 0 0 0,-1 1 1 0 0,1 0-1 0 0,-1 0 0 0 0,7 5 1 0 0,-7-4-359 0 0,-1 0 1 0 0,0 0-1 0 0,-1 1 1 0 0,1 0-1 0 0,-1 1 1 0 0,0-1-1 0 0,0 1 1 0 0,-1 0 0 0 0,0 0-1 0 0,0 0 1 0 0,7 14-1 0 0,-3 1-2839 0 0</inkml:trace>
</inkml:ink>
</file>

<file path=ppt/ink/ink5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2:36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88 932 0 0,'-3'3'5658'0'0,"23"-15"-5111"0"0,0 0 1 0 0,2 1-1 0 0,-1 1 0 0 0,1 1 1 0 0,1 1-1 0 0,45-10 0 0 0,-49 14-349 0 0,1 1-1 0 0,0 1 0 0 0,0 1 0 0 0,0 0 1 0 0,23 4-1 0 0,-38-3-155 0 0,0 0 1 0 0,-1 1-1 0 0,1 0 1 0 0,0 0-1 0 0,-1 0 1 0 0,1 1-1 0 0,-1 0 0 0 0,0-1 1 0 0,1 2-1 0 0,-1-1 1 0 0,0 0-1 0 0,0 1 0 0 0,0 0 1 0 0,-1 0-1 0 0,1 0 1 0 0,-1 0-1 0 0,1 0 1 0 0,-1 1-1 0 0,0 0 0 0 0,0-1 1 0 0,-1 1-1 0 0,1 0 1 0 0,-1 0-1 0 0,0 1 0 0 0,0-1 1 0 0,0 0-1 0 0,1 7 1 0 0,-2-5-39 0 0,0 0 0 0 0,-1 0 1 0 0,1 0-1 0 0,-1 0 1 0 0,-1-1-1 0 0,1 1 0 0 0,-1 0 1 0 0,0 0-1 0 0,0 0 1 0 0,-1 0-1 0 0,0-1 0 0 0,0 1 1 0 0,0-1-1 0 0,0 1 0 0 0,-1-1 1 0 0,0 0-1 0 0,0 0 1 0 0,-1 0-1 0 0,1-1 0 0 0,-1 1 1 0 0,-6 5-1 0 0,3-2-514 0 0,-9 9-464 0 0,4-11-4916 0 0,2-4 2787 0 0</inkml:trace>
</inkml:ink>
</file>

<file path=ppt/ink/ink5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2:37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33 692 0 0,'0'0'1064'0'0,"5"-12"796"0"0,-4 1 301 0 0,1 1-1609 0 0</inkml:trace>
</inkml:ink>
</file>

<file path=ppt/ink/ink5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2:37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1 628 0 0,'-4'0'287'0'0,"0"1"0"0"0,0-1 0 0 0,1 1 0 0 0,-1 1 0 0 0,0-1 0 0 0,1 0 0 0 0,-1 1 0 0 0,1 0 0 0 0,0 0 0 0 0,-1 0 0 0 0,1 0 0 0 0,0 0 0 0 0,0 1 0 0 0,0-1 0 0 0,1 1 0 0 0,-1 0 0 0 0,0 0 0 0 0,-2 4 0 0 0,2-1-73 0 0,0 0 0 0 0,0 0 0 0 0,0 1 0 0 0,1-1 0 0 0,0 1 0 0 0,0 0 0 0 0,1 0 0 0 0,0-1 0 0 0,-1 12 0 0 0,2 6 106 0 0,1 1-1 0 0,1-1 1 0 0,1 0 0 0 0,11 42 0 0 0,34 78 815 0 0,-33-106-810 0 0,-2 1 0 0 0,-1 0 1 0 0,6 42-1 0 0,-17-78-283 0 0,-1 0 1 0 0,1 0-1 0 0,-1 1 1 0 0,0-1-1 0 0,0 0 1 0 0,0 0 0 0 0,-1 0-1 0 0,1 0 1 0 0,-1 0-1 0 0,1 0 1 0 0,-1 0-1 0 0,0-1 1 0 0,0 1-1 0 0,-1 0 1 0 0,1 0-1 0 0,0-1 1 0 0,-1 1-1 0 0,0 0 1 0 0,1-1-1 0 0,-1 0 1 0 0,-5 5 0 0 0,4-5 37 0 0,0 1 0 0 0,-1-1 0 0 0,0 0 0 0 0,1 0 0 0 0,-1 0 0 0 0,0-1 0 0 0,0 1 0 0 0,0-1 0 0 0,0 0 0 0 0,0 0 0 0 0,0-1 0 0 0,-1 1 0 0 0,1-1 0 0 0,-6 0 0 0 0,5 0-196 0 0,0 0 1 0 0,0 0-1 0 0,0 0 0 0 0,0-1 1 0 0,0 0-1 0 0,0 0 1 0 0,0-1-1 0 0,0 1 1 0 0,0-1-1 0 0,1 0 0 0 0,-1 0 1 0 0,1-1-1 0 0,-1 1 1 0 0,1-1-1 0 0,0 0 1 0 0,0 0-1 0 0,0 0 0 0 0,1-1 1 0 0,-1 1-1 0 0,1-1 1 0 0,0 0-1 0 0,0 0 1 0 0,0 0-1 0 0,0-1 0 0 0,1 1 1 0 0,-1 0-1 0 0,-1-7 1 0 0,3 7-437 0 0,0 1 0 0 0,1 0 1 0 0,-1 0-1 0 0,1-1 0 0 0,0 1 1 0 0,0 0-1 0 0,0-1 0 0 0,0 1 1 0 0,1-4-1 0 0,6-15-2619 0 0</inkml:trace>
</inkml:ink>
</file>

<file path=ppt/ink/ink5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2:38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15 190 1348 0 0,'-4'-13'2018'0'0,"1"0"-1"0"0,0 0 1 0 0,1 0-1 0 0,1 0 0 0 0,0 0 1 0 0,1-17-1 0 0,1 20-1163 0 0,0 0 0 0 0,0 0 0 0 0,1 0 0 0 0,6-19 0 0 0,-8 29-948 0 0,1-1-1 0 0,-1 0 0 0 0,0 0 0 0 0,1 1 0 0 0,-1-1 0 0 0,1 0 1 0 0,-1 1-1 0 0,1-1 0 0 0,-1 1 0 0 0,1-1 0 0 0,0 0 0 0 0,-1 1 1 0 0,1-1-1 0 0,-1 1 0 0 0,1 0 0 0 0,0-1 0 0 0,0 1 0 0 0,-1-1 1 0 0,1 1-1 0 0,0 0 0 0 0,0 0 0 0 0,-1-1 0 0 0,1 1 0 0 0,0 0 1 0 0,0 0-1 0 0,0 0 0 0 0,-1 0 0 0 0,1 0 0 0 0,0 0 0 0 0,0 0 1 0 0,0 0-1 0 0,0 0 0 0 0,-1 0 0 0 0,1 1 0 0 0,0-1 0 0 0,0 0 1 0 0,-1 0-1 0 0,1 1 0 0 0,0-1 0 0 0,0 1 0 0 0,-1-1 0 0 0,1 0 1 0 0,0 1-1 0 0,-1-1 0 0 0,1 1 0 0 0,-1 0 0 0 0,1-1 0 0 0,0 2 1 0 0,2 0-863 0 0,1 1 0 0 0,-1 0 0 0 0,0 0 0 0 0,-1 0 0 0 0,1 0 1 0 0,0 0-1 0 0,-1 1 0 0 0,3 5 0 0 0,0 7-2689 0 0</inkml:trace>
</inkml:ink>
</file>

<file path=ppt/ink/ink5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2:38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1256 0 0,'1'3'350'0'0,"3"18"11073"0"0,-3-16-11495 0 0</inkml:trace>
</inkml:ink>
</file>

<file path=ppt/ink/ink5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2:41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711 241 380 0 0,'10'-30'3861'0'0,"-4"13"-2557"0"0,0 0 1 0 0,-1 0-1 0 0,-1-1 0 0 0,-1 0 0 0 0,2-22 0 0 0,-5 37-1192 0 0,0-1 0 0 0,0 1-1 0 0,0 0 1 0 0,-1 0-1 0 0,1 0 1 0 0,-1-1 0 0 0,0 1-1 0 0,0 0 1 0 0,0 0-1 0 0,0 0 1 0 0,-1 0 0 0 0,1 0-1 0 0,-1 0 1 0 0,1 0-1 0 0,-1 1 1 0 0,0-1 0 0 0,0 1-1 0 0,-1-1 1 0 0,-3-3-1 0 0,1 3-47 0 0,1 0 0 0 0,-1 1-1 0 0,1 0 1 0 0,-1 0 0 0 0,0 0-1 0 0,0 0 1 0 0,0 1-1 0 0,0 0 1 0 0,0 0 0 0 0,0 0-1 0 0,-8 0 1 0 0,-10 2-8 0 0,0 0-1 0 0,0 1 1 0 0,0 2-1 0 0,-33 8 1 0 0,18-2 16 0 0,1 2 0 0 0,0 2-1 0 0,0 1 1 0 0,1 2 0 0 0,-46 29 0 0 0,59-31-16 0 0,2 0 0 0 0,0 1-1 0 0,0 1 1 0 0,2 1 0 0 0,0 1 0 0 0,1 1 0 0 0,1 0 0 0 0,-27 43 0 0 0,38-54-47 0 0,1 0 0 0 0,1 1 0 0 0,-1-1 0 0 0,1 1-1 0 0,1 0 1 0 0,0 0 0 0 0,1 1 0 0 0,0-1 0 0 0,0 1 0 0 0,1-1-1 0 0,0 1 1 0 0,1-1 0 0 0,0 1 0 0 0,1-1 0 0 0,0 1 0 0 0,1-1 0 0 0,0 1-1 0 0,6 18 1 0 0,-3-19-4 0 0,0 0 0 0 0,0 0 1 0 0,1-1-1 0 0,0 0 0 0 0,1 0 0 0 0,0-1 0 0 0,0 1 0 0 0,1-2 0 0 0,0 1 0 0 0,0-1 0 0 0,1 0 1 0 0,0-1-1 0 0,0 0 0 0 0,0 0 0 0 0,1-1 0 0 0,0 0 0 0 0,20 6 0 0 0,-6-4-75 0 0,1-1 0 0 0,-1-1 0 0 0,1-1 0 0 0,0-1 0 0 0,1-1 1 0 0,-1-2-1 0 0,0 0 0 0 0,0-2 0 0 0,1-1 0 0 0,-1 0 0 0 0,37-12 0 0 0,-12 0-131 0 0,-1-2 0 0 0,-1-2 1 0 0,-1-2-1 0 0,71-43 0 0 0,-100 53 106 0 0,-1-1-1 0 0,22-21 1 0 0,-38 32 83 0 0,1 9-142 0 0,-2-3 148 0 0,0 0 0 0 0,1 0 0 0 0,0 0-1 0 0,0 0 1 0 0,0 1 0 0 0,1-1 0 0 0,0-1-1 0 0,0 1 1 0 0,0 0 0 0 0,0 0-1 0 0,1-1 1 0 0,-1 1 0 0 0,1-1 0 0 0,7 8-1 0 0,-4-9 32 0 0,0 1 0 0 0,1-1 0 0 0,-1 0-1 0 0,1 0 1 0 0,-1-1 0 0 0,1 0 0 0 0,0 0 0 0 0,0-1-1 0 0,0 1 1 0 0,0-1 0 0 0,0-1 0 0 0,0 0 0 0 0,1 0-1 0 0,-1 0 1 0 0,0-1 0 0 0,14-3 0 0 0,-17 3 13 0 0,1 0 1 0 0,-1 0-1 0 0,0 0 0 0 0,1-1 1 0 0,-1 0-1 0 0,0 0 0 0 0,0 0 1 0 0,0-1-1 0 0,0 1 0 0 0,0-1 1 0 0,-1 0-1 0 0,1 0 0 0 0,-1 0 1 0 0,0-1-1 0 0,1 1 0 0 0,-2-1 1 0 0,1 0-1 0 0,0 1 0 0 0,-1-1 1 0 0,0-1-1 0 0,0 1 0 0 0,0 0 1 0 0,0 0-1 0 0,-1-1 0 0 0,1 1 1 0 0,0-6-1 0 0,-2 6-8 0 0,0 1 0 0 0,0-1 0 0 0,0 0 1 0 0,0 1-1 0 0,0-1 0 0 0,-1 0 0 0 0,0 1 0 0 0,0-1 0 0 0,0 0 0 0 0,0 1 0 0 0,0-1 0 0 0,-1 1 1 0 0,1 0-1 0 0,-1-1 0 0 0,0 1 0 0 0,0 0 0 0 0,-1 0 0 0 0,1 0 0 0 0,0 1 0 0 0,-1-1 0 0 0,0 0 1 0 0,-2-1-1 0 0,1 1-215 0 0,0 0 0 0 0,0 0 0 0 0,0 1 0 0 0,0-1 0 0 0,0 1 0 0 0,-1 0 0 0 0,1 1 0 0 0,-1-1 0 0 0,1 1 0 0 0,-1 0 0 0 0,1 0 0 0 0,-1 0 0 0 0,0 0 0 0 0,0 1 0 0 0,-8 0 0 0 0,-4 10-1961 0 0,13-3-3326 0 0,-1 2 2255 0 0</inkml:trace>
</inkml:ink>
</file>

<file path=ppt/ink/ink5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2:42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1 196 160 0 0,'11'-1'4464'0'0,"0"32"-1876"0"0,13 64 0 0 0,-12-45-1385 0 0,-12-50-1189 0 0,0 1-1 0 0,1-1 0 0 0,-1 0 1 0 0,0 1-1 0 0,1-1 1 0 0,-1 0-1 0 0,0 1 1 0 0,1-1-1 0 0,-1 0 1 0 0,1 0-1 0 0,-1 0 1 0 0,0 1-1 0 0,1-1 1 0 0,-1 0-1 0 0,1 0 1 0 0,-1 0-1 0 0,1 0 1 0 0,-1 0-1 0 0,1 0 1 0 0,-1 1-1 0 0,1-1 1 0 0,-1 0-1 0 0,0-1 1 0 0,1 1-1 0 0,-1 0 1 0 0,1 0-1 0 0,-1 0 1 0 0,1 0-1 0 0,-1 0 1 0 0,1 0-1 0 0,-1 0 1 0 0,0-1-1 0 0,1 1 1 0 0,-1 0-1 0 0,1 0 1 0 0,-1-1-1 0 0,0 1 1 0 0,1 0-1 0 0,-1 0 1 0 0,1-1-1 0 0,20-14 29 0 0,58-63 304 0 0,-77 76-356 0 0,0 4 3 0 0,0 0 0 0 0,0 0 0 0 0,0 0 0 0 0,0 0 0 0 0,-1 1 0 0 0,1-1 0 0 0,-1 1 0 0 0,1-1 0 0 0,-1 1 0 0 0,0-1 0 0 0,0 1 0 0 0,0 0 0 0 0,0 0 0 0 0,-1-1 0 0 0,1 4 0 0 0,1 0 14 0 0,0 0 0 0 0,0 0 0 0 0,0 0-1 0 0,1 0 1 0 0,0-1 0 0 0,5 7 0 0 0,-7-11-4 0 0,-1 0 1 0 0,1-1 0 0 0,0 1-1 0 0,0-1 1 0 0,0 1-1 0 0,0-1 1 0 0,1 0 0 0 0,-1 1-1 0 0,0-1 1 0 0,0 0 0 0 0,0 0-1 0 0,0 0 1 0 0,0 0-1 0 0,0 1 1 0 0,0-2 0 0 0,0 1-1 0 0,1 0 1 0 0,-1 0-1 0 0,0 0 1 0 0,0 0 0 0 0,0-1-1 0 0,2 0 1 0 0,27-12 6 0 0,-16 7-37 0 0,69-33-356 0 0,-68 31 278 0 0,0 0-1 0 0,1 0 1 0 0,0 2-1 0 0,0 0 1 0 0,0 1 0 0 0,1 0-1 0 0,0 1 1 0 0,27-2-1 0 0,-42 6 90 0 0,0 0 0 0 0,0 0-1 0 0,0 0 1 0 0,0 0 0 0 0,1 1-1 0 0,-1-1 1 0 0,0 1 0 0 0,0-1-1 0 0,0 1 1 0 0,0 0 0 0 0,0 0-1 0 0,0 0 1 0 0,0 0 0 0 0,0 0 0 0 0,-1 0-1 0 0,1 1 1 0 0,0-1 0 0 0,0 0-1 0 0,-1 1 1 0 0,1-1 0 0 0,1 3-1 0 0,0 1-18 0 0,-1 0 0 0 0,1 1 0 0 0,-1-1 0 0 0,0 0 0 0 0,0 1 0 0 0,1 6 1 0 0,8 23-126 0 0,-10-34 166 0 0,-1-1-5 0 0,0 1-1 0 0,1-1 1 0 0,-1 0 0 0 0,0 0-1 0 0,0 1 1 0 0,0-1 0 0 0,0 0-1 0 0,1 0 1 0 0,-1 0 0 0 0,0 1-1 0 0,0-1 1 0 0,0 0 0 0 0,1 0-1 0 0,-1 0 1 0 0,0 0 0 0 0,0 1-1 0 0,1-1 1 0 0,-1 0 0 0 0,0 0-1 0 0,1 0 1 0 0,-1 0 0 0 0,0 0-1 0 0,0 0 1 0 0,1 0 0 0 0,-1 0-1 0 0,0 0 1 0 0,1 0 0 0 0,-1 0-1 0 0,0 0 1 0 0,0 0 0 0 0,1 0-1 0 0,-1 0 1 0 0,0 0 0 0 0,1 0-1 0 0,-1 0 1 0 0,0 0 0 0 0,0-1 0 0 0,1 1-1 0 0,-1 0 1 0 0,0 0 0 0 0,0 0-1 0 0,1 0 1 0 0,-1 0 0 0 0,0-1-1 0 0,0 1 1 0 0,0 0 0 0 0,1 0-1 0 0,-1-1 1 0 0,0 1 0 0 0,0 0-1 0 0,0 0 1 0 0,0-1 0 0 0,1 1-1 0 0,-1-1 1 0 0,11-8 5 0 0,2-4-2 0 0,-2-1 1 0 0,0 0 0 0 0,-1-1-1 0 0,0 0 1 0 0,-1-1 0 0 0,9-22-1 0 0,9-12 33 0 0,44-79 1724 0 0,-64 117-703 0 0,8-16 1443 0 0,8 67-1563 0 0,-23-39-934 0 0,66 238 2868 0 0,-62-214-2676 0 0,1-4-241 0 0,-2 1 1 0 0,2 31-1 0 0,-5-50-94 0 0,0-1 1 0 0,-1 1-1 0 0,1-1 0 0 0,0 1 1 0 0,-1-1-1 0 0,1 0 0 0 0,0 1 0 0 0,-1-1 1 0 0,0 1-1 0 0,1-1 0 0 0,-1 0 1 0 0,0 0-1 0 0,0 1 0 0 0,0-1 1 0 0,0 0-1 0 0,0 0 0 0 0,0 0 0 0 0,0 0 1 0 0,0 0-1 0 0,0 0 0 0 0,0 0 1 0 0,0-1-1 0 0,-1 1 0 0 0,1 0 1 0 0,0-1-1 0 0,-1 1 0 0 0,-1 0 0 0 0,-12 0-8321 0 0</inkml:trace>
</inkml:ink>
</file>

<file path=ppt/ink/ink5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2:43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83 1216 0 0,'12'-10'3396'0'0,"17"-2"-801"0"0,1 1-1 0 0,46-10 1 0 0,5-2-1036 0 0,-54 19-1857 0 0,-19 2-2181 0 0</inkml:trace>
</inkml:ink>
</file>

<file path=ppt/ink/ink5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2:45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20 728 0 0,'0'0'2078'0'0,"0"-1"-1744"0"0,0 0-1 0 0,0 0 0 0 0,0 0 1 0 0,0 0-1 0 0,1 0 1 0 0,-1 0-1 0 0,1 0 0 0 0,-1 1 1 0 0,0-1-1 0 0,1 0 1 0 0,0 0-1 0 0,-1 0 0 0 0,1 0 1 0 0,-1 0-1 0 0,1 1 1 0 0,0-1-1 0 0,0 0 0 0 0,-1 1 1 0 0,1-1-1 0 0,0 0 1 0 0,0 1-1 0 0,1-2 0 0 0,10 11-159 0 0,-1 0-1 0 0,0 1 0 0 0,0 0 1 0 0,-1 1-1 0 0,-1 0 1 0 0,1 0-1 0 0,-2 1 0 0 0,0 0 1 0 0,0 1-1 0 0,-1-1 1 0 0,-1 1-1 0 0,0 1 0 0 0,5 19 1 0 0,-13-11 22 0 0,2-22-155 0 0,0 1 1 0 0,0-1 0 0 0,0 1 0 0 0,0-1 0 0 0,0 1 0 0 0,0-1 0 0 0,0 1 0 0 0,0-1 0 0 0,0 1-1 0 0,0-1 1 0 0,-1 0 0 0 0,1 1 0 0 0,0-1 0 0 0,0 1 0 0 0,0-1 0 0 0,0 1 0 0 0,-1-1-1 0 0,1 0 1 0 0,0 1 0 0 0,0-1 0 0 0,-1 0 0 0 0,1 1 0 0 0,0-1 0 0 0,-1 0 0 0 0,1 1-1 0 0,0-1 1 0 0,-1 0 0 0 0,1 0 0 0 0,-1 1 0 0 0,1-1 0 0 0,0 0 0 0 0,-1 0 0 0 0,1 0-1 0 0,-1 1 1 0 0,1-1 0 0 0,-1 0 0 0 0,1 0 0 0 0,0 0 0 0 0,-2 0 0 0 0,0-2-13 0 0,0-1 0 0 0,0 1 0 0 0,1-1 0 0 0,-1 1 0 0 0,0-1 0 0 0,1 0 0 0 0,-1 0 0 0 0,1 0 0 0 0,0 0 0 0 0,0 0 0 0 0,0 0 0 0 0,1 0 0 0 0,-1 0 0 0 0,1 0 0 0 0,-1 0 0 0 0,1 0 0 0 0,0 0-1 0 0,0-1 1 0 0,0 1 0 0 0,1 0 0 0 0,-1 0 0 0 0,1 0 0 0 0,0 0 0 0 0,1-4 0 0 0,0-1-98 0 0,1 0-1 0 0,-1 1 0 0 0,1-1 0 0 0,1 1 0 0 0,0-1 1 0 0,0 1-1 0 0,0 0 0 0 0,1 0 0 0 0,0 1 0 0 0,0 0 0 0 0,9-9 1 0 0,-10 12-315 0 0,0-1 0 0 0,1 1 0 0 0,-1 0 0 0 0,1 1 0 0 0,0-1 0 0 0,0 1 0 0 0,9-3 0 0 0,-8 3-444 0 0,0 1-1 0 0,0 0 1 0 0,0 0 0 0 0,0 0-1 0 0,0 1 1 0 0,0 0-1 0 0,11 1 1 0 0,-2 2-1965 0 0</inkml:trace>
</inkml:ink>
</file>

<file path=ppt/ink/ink5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2:46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179 256 512 0 0,'0'-14'3401'0'0,"0"12"-3188"0"0,1 0-55 0 0,-1 0 1 0 0,1 1 0 0 0,-1-1-1 0 0,0 0 1 0 0,0 0 0 0 0,0 1-1 0 0,0-1 1 0 0,0 0-1 0 0,0 1 1 0 0,0-1 0 0 0,-1 0-1 0 0,1 1 1 0 0,-1-1 0 0 0,1 0-1 0 0,-1 1 1 0 0,1-1 0 0 0,-1 1-1 0 0,0-1 1 0 0,0 1 0 0 0,0-1-1 0 0,0 1 1 0 0,0-1-1 0 0,0 1 1 0 0,0 0 0 0 0,-1 0-1 0 0,1 0 1 0 0,0 0 0 0 0,-1-1-1 0 0,1 2 1 0 0,-1-1 0 0 0,1 0-1 0 0,-2-1 1 0 0,0 2 39 0 0,-30 11 353 0 0,22-5-388 0 0,1 1 0 0 0,-1 0 1 0 0,1 0-1 0 0,1 1 0 0 0,-17 16 1 0 0,22-20-107 0 0,0 0 0 0 0,0 1 0 0 0,0-1 0 0 0,1 1 0 0 0,-1 0 1 0 0,1 0-1 0 0,0 0 0 0 0,1 1 0 0 0,-1-1 0 0 0,1 0 0 0 0,0 1 1 0 0,0 0-1 0 0,1 0 0 0 0,-1 7 0 0 0,2-12-49 0 0,0 0 1 0 0,0 0-1 0 0,0 0 1 0 0,0 0-1 0 0,0 0 0 0 0,0 1 1 0 0,1-1-1 0 0,-1 0 0 0 0,0 0 1 0 0,1 0-1 0 0,-1 0 0 0 0,1 0 1 0 0,-1 0-1 0 0,1 0 1 0 0,-1 0-1 0 0,1 0 0 0 0,0 0 1 0 0,-1-1-1 0 0,1 1 0 0 0,0 0 1 0 0,0 0-1 0 0,0-1 0 0 0,0 1 1 0 0,0 0-1 0 0,0-1 1 0 0,0 1-1 0 0,0-1 0 0 0,1 1 1 0 0,1 0 6 0 0,0 0 1 0 0,1 0-1 0 0,-1-1 0 0 0,0 0 1 0 0,1 1-1 0 0,-1-1 1 0 0,1-1-1 0 0,-1 1 1 0 0,6-1-1 0 0,0-1 7 0 0,1 0-1 0 0,0-1 1 0 0,-1 0-1 0 0,0-1 1 0 0,0 0-1 0 0,9-5 0 0 0,49-35 35 0 0,-65 43-48 0 0,30-11-133 0 0,-16 16 126 0 0,0-1 0 0 0,1 0 0 0 0,0-1-1 0 0,-1-1 1 0 0,1 0 0 0 0,0-1 0 0 0,0-1 0 0 0,20-3-1 0 0,-24 1 13 0 0,0 1 1 0 0,0-2-1 0 0,-1 1 0 0 0,1-2 0 0 0,-1 0 0 0 0,0 0 0 0 0,0-1 0 0 0,0-1 0 0 0,-1 0 0 0 0,0 0 0 0 0,12-12 0 0 0,-12 12 114 0 0,-10 7-79 0 0,0-1 0 0 0,0 1 0 0 0,0-1 1 0 0,0 1-1 0 0,0-1 0 0 0,0 0 0 0 0,0 0 0 0 0,0 1 0 0 0,0-1 1 0 0,0 0-1 0 0,0 0 0 0 0,0 0 0 0 0,0 0 0 0 0,-1 0 1 0 0,1 0-1 0 0,0 0 0 0 0,-1 0 0 0 0,1 0 0 0 0,-1-1 1 0 0,1 1-1 0 0,-1-2 0 0 0,-5 3-23 0 0,1-1-24 0 0,-15 2 30 0 0,17 1-29 0 0,0-1 1 0 0,0 1 0 0 0,1-1 0 0 0,-1 1-1 0 0,1 0 1 0 0,-1 0 0 0 0,1-1 0 0 0,0 1-1 0 0,0 0 1 0 0,0 0 0 0 0,0 0 0 0 0,0 0-1 0 0,0 1 1 0 0,0-1 0 0 0,1 0 0 0 0,-1 4-1 0 0,0-4 2 0 0,1 0-1 0 0,-1 1 1 0 0,1-1 0 0 0,0 1-1 0 0,-1-1 1 0 0,1 1 0 0 0,1-1-1 0 0,-1 1 1 0 0,0-1-1 0 0,1 0 1 0 0,-1 1 0 0 0,1-1-1 0 0,-1 0 1 0 0,1 1-1 0 0,0-1 1 0 0,0 0 0 0 0,0 0-1 0 0,1 1 1 0 0,-1-1-1 0 0,0 0 1 0 0,1 0 0 0 0,-1-1-1 0 0,1 1 1 0 0,2 2-1 0 0,-2-2-3 0 0,2 1-3 0 0,0 0-1 0 0,0 0 0 0 0,0-1 1 0 0,0 1-1 0 0,0-1 1 0 0,1 0-1 0 0,-1-1 0 0 0,1 1 1 0 0,-1-1-1 0 0,1 0 1 0 0,0 0-1 0 0,-1 0 0 0 0,1 0 1 0 0,0-1-1 0 0,-1 0 0 0 0,1 0 1 0 0,0 0-1 0 0,6-2 1 0 0,1 1-46 0 0,-1-1 0 0 0,-1 0 0 0 0,1-1 0 0 0,0 0 0 0 0,-1-1 0 0 0,19-9 1 0 0,5-5-87 0 0,-21 12 187 0 0,0 0 1 0 0,-1-2 0 0 0,1 1-1 0 0,21-19 1 0 0,-33 25 55 0 0,2-4-45 0 0,6 12-16 0 0,4 13-7 0 0,-11-18-40 0 0,0 1 0 0 0,0-1 0 0 0,0 0 0 0 0,0 1 0 0 0,0-1 0 0 0,0 0 0 0 0,1 0 0 0 0,-1 0 0 0 0,1-1 1 0 0,-1 1-1 0 0,1-1 0 0 0,-1 1 0 0 0,1-1 0 0 0,0 0 0 0 0,0 0 0 0 0,0 0 0 0 0,0 0 0 0 0,0-1 0 0 0,0 1 1 0 0,0-1-1 0 0,0 0 0 0 0,0 0 0 0 0,0 0 0 0 0,0 0 0 0 0,0 0 0 0 0,4-1 0 0 0,13-2-153 0 0,1 0 0 0 0,34-10 0 0 0,-41 10 61 0 0,20-7-243 0 0,0 0 1 0 0,44-21-1 0 0,-66 26 292 0 0,-1-1 1 0 0,1-1-1 0 0,-2 1 0 0 0,1-2 1 0 0,-1 1-1 0 0,0-1 1 0 0,0-1-1 0 0,-1 0 0 0 0,0 0 1 0 0,7-11-1 0 0,-13 14 373 0 0,0 0-1 0 0,0 0 1 0 0,0 0 0 0 0,-1 0-1 0 0,0 0 1 0 0,0-1 0 0 0,-1 1-1 0 0,0 0 1 0 0,0-1 0 0 0,0 1-1 0 0,-1-1 1 0 0,0 0 0 0 0,-1-11-1 0 0,1 16 59 0 0,4 29 1920 0 0,1-10-2345 0 0,1 0 0 0 0,1 0 0 0 0,1 0-1 0 0,0-1 1 0 0,13 18 0 0 0,2 5-3335 0 0,-4 1-4746 0 0,-16-31 3885 0 0</inkml:trace>
</inkml:ink>
</file>

<file path=ppt/ink/ink5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2:46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53 1080 0 0,'82'-48'12118'0'0,"-81"48"-11620"0"0,9-5 13 0 0</inkml:trace>
</inkml:ink>
</file>

<file path=ppt/ink/ink5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2:46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75 236 0 0,'-45'-26'4416'0'0,"35"19"-1501"0"0,-1 0-1 0 0,1-1 1 0 0,-16-17-1 0 0,24 24-2228 0 0,27 5-10584 0 0,-13 3 5904 0 0</inkml:trace>
</inkml:ink>
</file>

<file path=ppt/ink/ink5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2:48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90 236 0 0,'2'-2'279'0'0,"-1"1"1"0"0,1-1-1 0 0,-1 0 0 0 0,1-1 1 0 0,-1 1-1 0 0,0 0 0 0 0,0 0 1 0 0,0 0-1 0 0,0-1 0 0 0,0 1 1 0 0,0-1-1 0 0,-1 1 0 0 0,1 0 1 0 0,-1-1-1 0 0,0 1 0 0 0,0-1 1 0 0,0 1-1 0 0,0-1 0 0 0,0 1 1 0 0,0-1-1 0 0,-1 1 0 0 0,1-1 1 0 0,-1 1-1 0 0,0 0 0 0 0,1-1 1 0 0,-1 1-1 0 0,-2-4 0 0 0,1 4-173 0 0,0 0 0 0 0,0 0 0 0 0,-1 0 0 0 0,1 0 0 0 0,0 1 0 0 0,-1-1 0 0 0,1 1-1 0 0,-1 0 1 0 0,1-1 0 0 0,-1 1 0 0 0,0 1 0 0 0,0-1 0 0 0,1 0 0 0 0,-1 0 0 0 0,0 1 0 0 0,0 0 0 0 0,0 0-1 0 0,1-1 1 0 0,-1 1 0 0 0,0 1 0 0 0,0-1 0 0 0,-5 1 0 0 0,-10 2 69 0 0,-1 1 1 0 0,1 1-1 0 0,0 0 0 0 0,1 1 1 0 0,-1 1-1 0 0,1 0 0 0 0,0 2 1 0 0,1 0-1 0 0,0 0 0 0 0,-18 15 1 0 0,34-23-170 0 0,-1-1 0 0 0,1 0 0 0 0,0 1 0 0 0,-1-1 0 0 0,1 0 0 0 0,0 1 0 0 0,-1-1 0 0 0,1 0 0 0 0,0 1 0 0 0,0-1 0 0 0,-1 1 0 0 0,1-1 0 0 0,0 1 0 0 0,0-1 0 0 0,0 0 0 0 0,-1 1 0 0 0,1-1 0 0 0,0 1-1 0 0,0-1 1 0 0,0 1 0 0 0,0-1 0 0 0,0 1 0 0 0,0-1 0 0 0,0 1 0 0 0,0-1 0 0 0,0 1 0 0 0,0-1 0 0 0,0 1 0 0 0,1-1 0 0 0,-1 1 0 0 0,0-1 0 0 0,0 0 0 0 0,0 1 0 0 0,1-1 0 0 0,-1 1 0 0 0,0-1 0 0 0,0 1 0 0 0,1-1 0 0 0,-1 0 0 0 0,0 1 0 0 0,1-1 0 0 0,-1 0 0 0 0,0 1 0 0 0,1-1 0 0 0,-1 0 0 0 0,1 0 0 0 0,-1 1 0 0 0,0-1 0 0 0,1 0 0 0 0,-1 0 0 0 0,1 0 0 0 0,-1 0 0 0 0,1 1 0 0 0,-1-1 0 0 0,1 0 0 0 0,-1 0 0 0 0,1 0 0 0 0,-1 0 0 0 0,1 0 0 0 0,29 5 54 0 0,-16-6-48 0 0,0 1 1 0 0,0 0-1 0 0,-1 1 0 0 0,1 1 0 0 0,0 0 1 0 0,-1 1-1 0 0,1 1 0 0 0,-1-1 0 0 0,20 10 1 0 0,-24-8-12 0 0,0 0-1 0 0,0 1 1 0 0,0 0 0 0 0,0 0 0 0 0,-1 1 0 0 0,0 0 0 0 0,-1 1 0 0 0,0-1 0 0 0,0 2 0 0 0,0-1 0 0 0,-1 1 0 0 0,-1-1 0 0 0,6 11 0 0 0,4 9-5 0 0,-2 1 0 0 0,-1 0 0 0 0,-1 1 0 0 0,-2 0 0 0 0,0 0 0 0 0,-2 1 0 0 0,-2 0 0 0 0,-1 1 0 0 0,-1-1 0 0 0,-3 60 0 0 0,-1-78 10 0 0,-2 0 1 0 0,1 0 0 0 0,-2 0 0 0 0,0-1 0 0 0,0 0 0 0 0,-1 1 0 0 0,-1-2-1 0 0,0 1 1 0 0,-9 12 0 0 0,15-24 1 0 0,0 1 1 0 0,-1-1-1 0 0,1 1 0 0 0,-1-1 1 0 0,1 1-1 0 0,-1-1 0 0 0,1 0 0 0 0,-1 1 1 0 0,0-1-1 0 0,1 0 0 0 0,-1 1 0 0 0,1-1 1 0 0,-1 0-1 0 0,0 0 0 0 0,1 1 0 0 0,-1-1 1 0 0,0 0-1 0 0,1 0 0 0 0,-1 0 0 0 0,0 0 1 0 0,1 0-1 0 0,-1 0 0 0 0,0 0 0 0 0,1 0 1 0 0,-1 0-1 0 0,0 0 0 0 0,1 0 1 0 0,-1-1-1 0 0,0 1 0 0 0,1 0 0 0 0,-1 0 1 0 0,0-1-1 0 0,1 1 0 0 0,-1 0 0 0 0,1-1 1 0 0,-1 1-1 0 0,1 0 0 0 0,-1-1 0 0 0,1 1 1 0 0,-1-1-1 0 0,1 1 0 0 0,-1-1 0 0 0,1 1 1 0 0,-1-1-1 0 0,1 0 0 0 0,-1 0 1 0 0,-12-29 130 0 0,10-1-105 0 0,2 1 1 0 0,1 0-1 0 0,1-1 0 0 0,1 1 0 0 0,2 0 0 0 0,1 0 1 0 0,2 0-1 0 0,1 1 0 0 0,18-46 0 0 0,-22 65-35 0 0,1 0 1 0 0,0 0-1 0 0,1 1 0 0 0,0 0 0 0 0,1 0 0 0 0,0 1 0 0 0,0-1 0 0 0,1 1 1 0 0,0 1-1 0 0,0 0 0 0 0,1 0 0 0 0,-1 0 0 0 0,2 1 0 0 0,-1 1 0 0 0,1-1 1 0 0,0 2-1 0 0,0-1 0 0 0,0 1 0 0 0,0 1 0 0 0,18-4 0 0 0,-18 5-7 0 0,-1 0 0 0 0,0 1 0 0 0,1 0-1 0 0,-1 0 1 0 0,0 1 0 0 0,1 1-1 0 0,-1-1 1 0 0,0 2 0 0 0,1-1 0 0 0,-1 1-1 0 0,0 1 1 0 0,0-1 0 0 0,0 2 0 0 0,-1-1-1 0 0,1 1 1 0 0,-1 0 0 0 0,0 1-1 0 0,0 0 1 0 0,0 0 0 0 0,0 1 0 0 0,-1 0-1 0 0,0 0 1 0 0,-1 1 0 0 0,9 9 0 0 0,11 12 216 0 0,-25-26-12 0 0,-1-2-168 0 0,0 0 1 0 0,0 0-1 0 0,0 0 0 0 0,1 0 0 0 0,-1 1 0 0 0,0-1 0 0 0,0 0 0 0 0,0 0 1 0 0,0 0-1 0 0,0 0 0 0 0,1 0 0 0 0,-1 0 0 0 0,0 1 0 0 0,0-1 0 0 0,0 0 1 0 0,1 0-1 0 0,-1 0 0 0 0,0 0 0 0 0,0 0 0 0 0,0 0 0 0 0,1 0 0 0 0,-1 0 1 0 0,0 0-1 0 0,0 0 0 0 0,0 0 0 0 0,1 0 0 0 0,-1 0 0 0 0,0 0 0 0 0,0 0 1 0 0,0 0-1 0 0,1 0 0 0 0,-1 0 0 0 0,0 0 0 0 0,0 0 0 0 0,0-1 0 0 0,1 1 1 0 0,-1 0-1 0 0,0 0 0 0 0,0 0 0 0 0,0 0 0 0 0,0 0 0 0 0,1 0 1 0 0,-1-1-1 0 0,0 1 0 0 0,0 0 0 0 0,0 0 0 0 0,24-64 722 0 0,-10 26-1464 0 0,23-48 0 0 0,-35 83 416 0 0,0 0 0 0 0,0 0 0 0 0,0 1 0 0 0,0-1 0 0 0,0 0 0 0 0,1 1 0 0 0,-1 0 0 0 0,1-1 0 0 0,-1 1 0 0 0,1 0 0 0 0,3-2 0 0 0,21-6-5602 0 0,-15 8 2964 0 0</inkml:trace>
</inkml:ink>
</file>

<file path=ppt/ink/ink5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2:50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135 137 8 0 0,'0'0'4406'0'0,"-13"-15"-1352"0"0,7 16-2803 0 0,0 1-1 0 0,0-1 1 0 0,1 1-1 0 0,-1 1 1 0 0,1-1-1 0 0,-1 1 1 0 0,1 0 0 0 0,0 0-1 0 0,0 1 1 0 0,-7 5-1 0 0,-42 46 1132 0 0,53-54-1266 0 0,1 12 324 0 0,4-11-421 0 0,-1-1 0 0 0,0 1 0 0 0,1-1-1 0 0,-1 0 1 0 0,1-1 0 0 0,-1 1 0 0 0,1 0 0 0 0,-1-1 0 0 0,1 0 0 0 0,0 0 0 0 0,-1 0 0 0 0,1 0 0 0 0,-1-1 0 0 0,1 0-1 0 0,4 0 1 0 0,61-18-194 0 0,-57 15 95 0 0,2 1-310 0 0,-1 1 1 0 0,1 0-1 0 0,-1 1 0 0 0,1 0 1 0 0,0 2-1 0 0,-1-1 0 0 0,25 5 0 0 0,-18-2-357 0 0,-1-1 1 0 0,0-1-1 0 0,25-2 0 0 0,-36 0 624 0 0,-1 0-1 0 0,1 0 1 0 0,-1-1 0 0 0,0 0-1 0 0,0-1 1 0 0,0 0 0 0 0,0 0 0 0 0,0 0-1 0 0,-1-1 1 0 0,1 0 0 0 0,-1 0-1 0 0,0 0 1 0 0,0-1 0 0 0,9-9 0 0 0,-11 9 393 0 0,1-1 1 0 0,-1 0 0 0 0,0 1 0 0 0,-1-1 0 0 0,1-1-1 0 0,-1 1 1 0 0,0 0 0 0 0,-1-1 0 0 0,3-9 0 0 0,-1-34 5488 0 0,-5 58-5607 0 0,-1 56 101 0 0,-6 73 68 0 0,7 0 0 0 0,22 183-1 0 0,-14-253 607 0 0,-7-61-161 0 0,-1-7-67 0 0,-5-37-70 0 0,5 21-564 0 0,1 1-1 0 0,0 0 1 0 0,1 0 0 0 0,1 0-1 0 0,0 0 1 0 0,9-30-1 0 0,2 5-129 0 0,25-57-1 0 0,-26 70-1 0 0,1 2 0 0 0,1-1 1 0 0,1 2-1 0 0,30-39 0 0 0,-41 59 17 0 0,0 0 1 0 0,0 0-1 0 0,1 0 0 0 0,0 1 1 0 0,0 0-1 0 0,0 0 0 0 0,0 0 1 0 0,0 0-1 0 0,1 1 0 0 0,0 0 1 0 0,-1 0-1 0 0,1 0 0 0 0,0 1 1 0 0,1 0-1 0 0,-1 0 0 0 0,0 1 1 0 0,0 0-1 0 0,1 0 0 0 0,-1 0 0 0 0,1 1 1 0 0,-1-1-1 0 0,1 2 0 0 0,-1-1 1 0 0,1 1-1 0 0,-1 0 0 0 0,0 0 1 0 0,13 5-1 0 0,-16-5 13 0 0,1 1 0 0 0,-1 0 0 0 0,1-1 1 0 0,-1 2-1 0 0,0-1 0 0 0,0 0 0 0 0,0 1 0 0 0,0-1 0 0 0,0 1 0 0 0,-1 0 1 0 0,1 0-1 0 0,-1 0 0 0 0,0 0 0 0 0,0 0 0 0 0,0 1 0 0 0,0-1 0 0 0,0 0 0 0 0,-1 1 1 0 0,1 0-1 0 0,-1-1 0 0 0,0 1 0 0 0,0 0 0 0 0,-1 0 0 0 0,1 0 0 0 0,-1-1 0 0 0,0 1 1 0 0,0 0-1 0 0,0 0 0 0 0,0 0 0 0 0,-1 0 0 0 0,1-1 0 0 0,-1 1 0 0 0,0 0 0 0 0,0 0 1 0 0,-1-1-1 0 0,1 1 0 0 0,-1-1 0 0 0,1 1 0 0 0,-1-1 0 0 0,0 0 0 0 0,-1 1 1 0 0,1-1-1 0 0,-1 0 0 0 0,1-1 0 0 0,-1 1 0 0 0,0 0 0 0 0,0-1 0 0 0,0 1 0 0 0,0-1 1 0 0,0 0-1 0 0,-1 0 0 0 0,-4 2 0 0 0,6-3 40 0 0,1 0 0 0 0,0-1-1 0 0,-1 1 1 0 0,1 0 0 0 0,-1-1 0 0 0,0 0-1 0 0,1 1 1 0 0,-1-1 0 0 0,1 0 0 0 0,-1 1 0 0 0,0-1-1 0 0,1 0 1 0 0,-1 0 0 0 0,0-1 0 0 0,1 1 0 0 0,-1 0-1 0 0,1 0 1 0 0,-1-1 0 0 0,0 1 0 0 0,1-1 0 0 0,-1 1-1 0 0,1-1 1 0 0,0 0 0 0 0,-1 0 0 0 0,1 0-1 0 0,-1 0 1 0 0,1 0 0 0 0,0 0 0 0 0,-2-1 0 0 0,3 0-16 0 0,-1 0 1 0 0,1 1 0 0 0,0-1 0 0 0,-1 0-1 0 0,1 0 1 0 0,0 0 0 0 0,0 0 0 0 0,0 0-1 0 0,0 1 1 0 0,0-1 0 0 0,1 0 0 0 0,-1 0 0 0 0,1 0-1 0 0,-1 0 1 0 0,1 1 0 0 0,0-1 0 0 0,-1 0-1 0 0,1 0 1 0 0,0 1 0 0 0,0-1 0 0 0,0 1-1 0 0,0-1 1 0 0,1 1 0 0 0,-1-1 0 0 0,0 1-1 0 0,2-2 1 0 0,27-28-687 0 0,66-52 0 0 0,-69 62 571 0 0,-2-1 1 0 0,0-1-1 0 0,-1-1 0 0 0,27-35 0 0 0,-44 49 518 0 0,-1 0-1 0 0,0 0 1 0 0,-1-1-1 0 0,0 1 1 0 0,3-14-1 0 0,-7 22 873 0 0,-3 9-1171 0 0,0 0-59 0 0,1 0-1 0 0,0 0 1 0 0,1 0-1 0 0,-1 0 1 0 0,1 1-1 0 0,1-1 1 0 0,-1 0 0 0 0,1 0-1 0 0,0 0 1 0 0,1 0-1 0 0,0 0 1 0 0,0 0-1 0 0,0 0 1 0 0,1-1-1 0 0,0 1 1 0 0,0-1 0 0 0,7 9-1 0 0,-6-9-23 0 0,0-1 0 0 0,1 0-1 0 0,0 0 1 0 0,0 0 0 0 0,0 0 0 0 0,1-1 0 0 0,-1 0-1 0 0,1 0 1 0 0,0-1 0 0 0,0 1 0 0 0,1-1-1 0 0,-1-1 1 0 0,0 1 0 0 0,1-1 0 0 0,10 2-1 0 0,44-1-9067 0 0,-34-4 5242 0 0</inkml:trace>
</inkml:ink>
</file>

<file path=ppt/ink/ink5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2:50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40 653 15633 0 0,'0'0'54'0'0,"3"-3"-662"0"0,12-4 616 0 0,1 0 0 0 0,0 1 0 0 0,0 0 0 0 0,1 1 0 0 0,-1 1 0 0 0,29-3 0 0 0,17-5 105 0 0,-37 6-67 0 0,0-1 1 0 0,-1-2-1 0 0,0 0 1 0 0,0-1-1 0 0,-1-2 1 0 0,-1 0-1 0 0,1-1 0 0 0,24-21 1 0 0,-40 28-38 0 0,1 0-1 0 0,-1-1 1 0 0,-1 0 0 0 0,1-1-1 0 0,-1 1 1 0 0,-1-1 0 0 0,1 0-1 0 0,-1-1 1 0 0,-1 1 0 0 0,0-1-1 0 0,0 0 1 0 0,0 0 0 0 0,-1 0-1 0 0,-1 0 1 0 0,1-1 0 0 0,-2 1-1 0 0,1-1 1 0 0,-1 0 0 0 0,-1 1-1 0 0,0-1 1 0 0,0 0 0 0 0,-1 1-1 0 0,0-1 1 0 0,0 0 0 0 0,-4-10-1 0 0,0 1 42 0 0,-1-1 0 0 0,0 1 0 0 0,-2 0-1 0 0,0 0 1 0 0,-1 1 0 0 0,-1 0 0 0 0,0 1-1 0 0,-2 0 1 0 0,0 0 0 0 0,0 2-1 0 0,-29-28 1 0 0,40 42-46 0 0,0 1 0 0 0,0-1 0 0 0,1 0 0 0 0,-1 1 0 0 0,0-1 0 0 0,0 1 0 0 0,0-1 0 0 0,-1 1 0 0 0,1-1 0 0 0,0 1 0 0 0,0 0 0 0 0,0 0 0 0 0,0-1 0 0 0,0 1 0 0 0,0 0 0 0 0,0 0 0 0 0,-1 0 0 0 0,1 0 0 0 0,0 0 0 0 0,0 0 0 0 0,0 1 0 0 0,0-1 0 0 0,0 0 0 0 0,0 1 0 0 0,0-1 0 0 0,0 0 0 0 0,-1 1 0 0 0,1-1 0 0 0,0 1 0 0 0,1 0 0 0 0,-1-1 0 0 0,0 1 0 0 0,-1 1 0 0 0,-2 1-2 0 0,1 0 0 0 0,0 0 0 0 0,0 0 0 0 0,1 1 0 0 0,-1 0 0 0 0,1-1 0 0 0,-5 9 0 0 0,-2 12 18 0 0,0 0-1 0 0,1 0 0 0 0,1 1 0 0 0,-6 50 1 0 0,-1 108 117 0 0,12-141-108 0 0,-23 680 624 0 0,24-708-691 0 0,0 0 0 0 0,-1-1 0 0 0,0 1 0 0 0,-1-1 0 0 0,-1 0 0 0 0,-8 23 0 0 0,11-34-8 0 0,-1 1 0 0 0,1-1 1 0 0,0 1-1 0 0,-1-1 0 0 0,1 1 1 0 0,-1-1-1 0 0,1 0 0 0 0,-1 0 0 0 0,0 0 1 0 0,0 0-1 0 0,0 0 0 0 0,-1 0 1 0 0,1 0-1 0 0,0-1 0 0 0,-1 1 1 0 0,1-1-1 0 0,-1 0 0 0 0,1 0 0 0 0,-1 0 1 0 0,1 0-1 0 0,-1 0 0 0 0,0 0 1 0 0,0-1-1 0 0,1 1 0 0 0,-1-1 1 0 0,0 0-1 0 0,0 0 0 0 0,1 0 0 0 0,-1 0 1 0 0,0 0-1 0 0,0-1 0 0 0,0 1 1 0 0,1-1-1 0 0,-1 0 0 0 0,0 0 1 0 0,1 0-1 0 0,-1 0 0 0 0,-3-2 0 0 0,-4-2-149 0 0,-1-1-1 0 0,2 0 0 0 0,-1 0 0 0 0,1-1 1 0 0,0 0-1 0 0,0 0 0 0 0,1-1 1 0 0,0-1-1 0 0,0 1 0 0 0,1-1 0 0 0,0 0 1 0 0,1-1-1 0 0,0 0 0 0 0,1 0 0 0 0,0 0 1 0 0,0-1-1 0 0,1 1 0 0 0,-4-16 0 0 0,6 18 124 0 0,0 0-1 0 0,1-1 0 0 0,-1 1 1 0 0,2-1-1 0 0,-1 0 1 0 0,1 1-1 0 0,1-1 0 0 0,0 1 1 0 0,0-1-1 0 0,0 1 0 0 0,1-1 1 0 0,1 1-1 0 0,-1 0 0 0 0,1 0 1 0 0,1 0-1 0 0,-1 0 0 0 0,1 0 1 0 0,1 1-1 0 0,0-1 0 0 0,0 1 1 0 0,0 1-1 0 0,0-1 1 0 0,1 1-1 0 0,12-11 0 0 0,2 2 33 0 0,1 1-1 0 0,0 1 0 0 0,0 1 0 0 0,1 1 1 0 0,1 1-1 0 0,31-10 0 0 0,149-31 75 0 0,-35 11 545 0 0,-119 26-59 0 0,85-28 4294 0 0,-123 39-1654 0 0,-24 11-2641 0 0,-27 18-491 0 0,35-22 4 0 0,1 0-1 0 0,0-1 0 0 0,0 1 1 0 0,1 1-1 0 0,-1-1 1 0 0,1 0-1 0 0,0 1 1 0 0,0 0-1 0 0,0 0 1 0 0,-3 7-1 0 0,6-11 52 0 0,2 5-14 0 0,-2-6-67 0 0,0 1 0 0 0,0-1-1 0 0,0 0 1 0 0,0 0 0 0 0,0 1 0 0 0,0-1 0 0 0,0 0 0 0 0,0 1 0 0 0,0-1 0 0 0,1 0 0 0 0,-1 0 0 0 0,0 1 0 0 0,0-1 0 0 0,0 0 0 0 0,0 0-1 0 0,0 1 1 0 0,0-1 0 0 0,0 0 0 0 0,1 0 0 0 0,-1 1 0 0 0,0-1 0 0 0,0 0 0 0 0,0 0 0 0 0,1 0 0 0 0,-1 1 0 0 0,0-1 0 0 0,0 0 0 0 0,1 0-1 0 0,-1 0 1 0 0,0 0 0 0 0,0 1 0 0 0,1-1 0 0 0,-1 0 0 0 0,0 0 0 0 0,0 0 0 0 0,1 0 0 0 0,15-1-23 0 0,0-2 1 0 0,-1 1 0 0 0,1-2-1 0 0,-1 0 1 0 0,0-1-1 0 0,27-12 1 0 0,-27 10-114 0 0,0 1 1 0 0,1 0-1 0 0,-1 1 0 0 0,1 1 0 0 0,0 1 1 0 0,32-4-1 0 0,-37 8 47 0 0,0 1-1 0 0,1 0 1 0 0,-1 0-1 0 0,0 1 1 0 0,12 4-1 0 0,-13-3 18 0 0,0-1-1 0 0,0 0 0 0 0,0-1 0 0 0,20 2 0 0 0,-26-5-398 0 0,-1 1 0 0 0,0-1-1 0 0,1 0 1 0 0,-1 0 0 0 0,0 0-1 0 0,1 0 1 0 0,-1-1 0 0 0,0 1-1 0 0,6-5 1 0 0,4-1-5309 0 0</inkml:trace>
</inkml:ink>
</file>

<file path=ppt/ink/ink5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2:54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41 355 896 0 0,'-3'-3'247'0'0,"-1"1"-1"0"0,1-1 0 0 0,0 0 1 0 0,0 0-1 0 0,1 0 1 0 0,-1 0-1 0 0,1 0 1 0 0,-1-1-1 0 0,1 1 1 0 0,0-1-1 0 0,0 1 1 0 0,1-1-1 0 0,-1 0 0 0 0,1 0 1 0 0,0 0-1 0 0,0 0 1 0 0,0 0-1 0 0,-1-8 1 0 0,3 6-51 0 0,-1 0 0 0 0,1 0 0 0 0,0 1 1 0 0,0-1-1 0 0,1 0 0 0 0,0 0 0 0 0,0 1 1 0 0,0-1-1 0 0,1 1 0 0 0,-1-1 0 0 0,7-8 1 0 0,3-2 98 0 0,1 1 1 0 0,0 0-1 0 0,1 1 1 0 0,0 0-1 0 0,1 1 1 0 0,32-20-1 0 0,-27 20-156 0 0,1 2-1 0 0,0 1 0 0 0,1 0 0 0 0,0 2 1 0 0,0 0-1 0 0,1 1 0 0 0,0 2 1 0 0,0 0-1 0 0,31-2 0 0 0,-41 7-95 0 0,-1 0-1 0 0,0 0 0 0 0,0 1 0 0 0,0 1 1 0 0,0 0-1 0 0,-1 1 0 0 0,1 0 1 0 0,21 8-1 0 0,-25-7-26 0 0,-1 0 1 0 0,1 1-1 0 0,-1 0 1 0 0,0 0-1 0 0,0 0 0 0 0,0 1 1 0 0,-1 0-1 0 0,0 0 1 0 0,0 1-1 0 0,0 0 0 0 0,-1 0 1 0 0,0 0-1 0 0,5 11 1 0 0,-7-13-10 0 0,-1 0 0 0 0,0 0 0 0 0,0 1 0 0 0,0-1 0 0 0,-1 0 1 0 0,0 1-1 0 0,0 0 0 0 0,0-1 0 0 0,0 1 0 0 0,-1 0 0 0 0,0-1 0 0 0,-1 1 0 0 0,1 0 1 0 0,-1-1-1 0 0,0 1 0 0 0,0-1 0 0 0,-1 1 0 0 0,0-1 0 0 0,0 1 0 0 0,-3 5 1 0 0,-4 6 41 0 0,-2 1 1 0 0,0-1 0 0 0,-1-1-1 0 0,-17 18 1 0 0,16-18 34 0 0,12-15-14 0 0,148-73-260 0 0,164-55-628 0 0,-308 125 816 0 0,1 1 51 0 0,-1 0-1 0 0,1-1 1 0 0,-1 0 0 0 0,0 0-1 0 0,0 0 1 0 0,0 0-1 0 0,0 0 1 0 0,0-1-1 0 0,0 1 1 0 0,-1-1 0 0 0,1 0-1 0 0,2-3 1 0 0,-5 5 135 0 0,-3-1-140 0 0,-2 0-37 0 0,1 1 0 0 0,-1 0 0 0 0,0 1 0 0 0,1-1 0 0 0,-1 1 0 0 0,0 0 0 0 0,0 0 0 0 0,1 0 0 0 0,-1 0 0 0 0,0 1 0 0 0,1 0 0 0 0,-1 0 0 0 0,1 0 0 0 0,-1 1 0 0 0,1 0 0 0 0,-1-1 0 0 0,1 1 0 0 0,0 1 0 0 0,0-1 0 0 0,0 1 0 0 0,0-1 0 0 0,1 1 0 0 0,-1 0 0 0 0,1 1 0 0 0,-5 4 0 0 0,6-7-8 0 0,0 1 0 0 0,0 0 0 0 0,0 0 1 0 0,1 0-1 0 0,-1 1 0 0 0,1-1 0 0 0,-1 0 0 0 0,1 1 1 0 0,0-1-1 0 0,-1 0 0 0 0,1 1 0 0 0,1-1 0 0 0,-1 1 1 0 0,0 0-1 0 0,1-1 0 0 0,-1 1 0 0 0,1 0 0 0 0,0-1 1 0 0,-1 1-1 0 0,1 0 0 0 0,1 0 0 0 0,-1-1 0 0 0,0 1 1 0 0,1 0-1 0 0,-1-1 0 0 0,1 1 0 0 0,0 0 0 0 0,0-1 1 0 0,0 1-1 0 0,0-1 0 0 0,0 0 0 0 0,1 1 0 0 0,-1-1 1 0 0,1 0-1 0 0,0 0 0 0 0,-1 0 0 0 0,1 0 1 0 0,0 0-1 0 0,0 0 0 0 0,0 0 0 0 0,0 0 0 0 0,1-1 1 0 0,-1 0-1 0 0,0 1 0 0 0,5 1 0 0 0,3 2-75 0 0,1-1 0 0 0,0 0 1 0 0,0-1-1 0 0,1 0 0 0 0,-1-1 0 0 0,1 0 0 0 0,-1 0 1 0 0,1-1-1 0 0,0-1 0 0 0,-1 0 0 0 0,1-1 0 0 0,0 0 0 0 0,-1-1 1 0 0,1 0-1 0 0,19-7 0 0 0,7-2-2 0 0,-1-3 0 0 0,-1-1 0 0 0,48-27 0 0 0,-37 17 1466 0 0,-46 24-1253 0 0,11-3 334 0 0,9 17-286 0 0,-18-10-143 0 0,1 0 0 0 0,0 0 0 0 0,0 0 0 0 0,0-1 0 0 0,1 0 0 0 0,-1 0-1 0 0,0 0 1 0 0,1 0 0 0 0,0-1 0 0 0,-1 0 0 0 0,1 0 0 0 0,0 0 0 0 0,-1 0 0 0 0,1-1 0 0 0,0 0-1 0 0,7 0 1 0 0,34-9-1070 0 0,-16 1-6628 0 0</inkml:trace>
</inkml:ink>
</file>

<file path=ppt/ink/ink5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2:54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84 132 1112 0 0,'-7'-132'14726'0'0,"6"140"-14617"0"0,-1-1 0 0 0,0 0 0 0 0,0 0 0 0 0,0 0 1 0 0,-6 9-1 0 0,-5 19 154 0 0,-2 22 231 0 0,-14 116 0 0 0,27-150-584 0 0,1-1 0 0 0,2 1 0 0 0,0 0 0 0 0,1-1 0 0 0,1 1-1 0 0,1-1 1 0 0,1 0 0 0 0,11 29 0 0 0,-15-48 45 0 0,0 0-1 0 0,1 0 1 0 0,-1 0 0 0 0,1 0-1 0 0,0 0 1 0 0,-1 0 0 0 0,1 0-1 0 0,0-1 1 0 0,1 1 0 0 0,-1-1-1 0 0,0 1 1 0 0,1-1 0 0 0,0 0-1 0 0,-1 0 1 0 0,1 0 0 0 0,0 0 0 0 0,0-1-1 0 0,0 1 1 0 0,0-1 0 0 0,4 2-1 0 0,-1-2-22 0 0,0 0 0 0 0,0 0 1 0 0,0-1-1 0 0,0 0 0 0 0,0 0 0 0 0,0 0 0 0 0,0-1 0 0 0,0 0 0 0 0,0 0 0 0 0,9-3 0 0 0,10-5-174 0 0,0-1 0 0 0,-1-2 1 0 0,45-27-1 0 0,-65 37 216 0 0,4-4 119 0 0,0 1 0 0 0,-1-1 0 0 0,0 0 0 0 0,0 0 0 0 0,0 0 1 0 0,11-16-1 0 0,-17 21 162 0 0,0 5-254 0 0,0-1 5 0 0,-1-1-1 0 0,1 1 0 0 0,0-1 0 0 0,1 1 1 0 0,-1-1-1 0 0,0 0 0 0 0,1 1 0 0 0,0-1 1 0 0,-1 0-1 0 0,1 0 0 0 0,0 0 0 0 0,0 0 0 0 0,0 0 1 0 0,0-1-1 0 0,0 1 0 0 0,0-1 0 0 0,1 1 1 0 0,-1-1-1 0 0,1 0 0 0 0,-1 0 0 0 0,1 0 1 0 0,-1 0-1 0 0,1 0 0 0 0,-1 0 0 0 0,1-1 1 0 0,4 1-1 0 0,6 0 15 0 0,0 0-1 0 0,0-1 1 0 0,-1-1 0 0 0,1 0 0 0 0,13-3 0 0 0,67-3 70 0 0,-90 7-77 0 0,-3-1-56 0 0,0 1 1 0 0,1-1 0 0 0,-1 1-1 0 0,0-1 1 0 0,1 1-1 0 0,-1 0 1 0 0,0-1-1 0 0,1 1 1 0 0,-1 0 0 0 0,1-1-1 0 0,-1 1 1 0 0,1 0-1 0 0,-1 0 1 0 0,1-1 0 0 0,-1 1-1 0 0,1 0 1 0 0,-1 0-1 0 0,1 0 1 0 0,0 0-1 0 0,-1 0 1 0 0,1 0 0 0 0,-1-1-1 0 0,1 1 1 0 0,-1 1-1 0 0,1-1 1 0 0,-1 0 0 0 0,1 0-1 0 0,0 0 1 0 0,-1 0-1 0 0,1 0 1 0 0,-1 0-1 0 0,1 1 1 0 0,-1-1 0 0 0,1 0-1 0 0,0 1 1 0 0,13 6-9156 0 0</inkml:trace>
</inkml:ink>
</file>

<file path=ppt/ink/ink5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2:55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20 784 0 0,'0'0'182'0'0,"0"0"0"0"0,1 0 0 0 0,-1-1 0 0 0,0 1-1 0 0,0-1 1 0 0,1 1 0 0 0,-1 0 0 0 0,0-1 0 0 0,0 1 0 0 0,0 0 0 0 0,0-1-1 0 0,1 1 1 0 0,-1-1 0 0 0,0 1 0 0 0,0 0 0 0 0,0-1 0 0 0,0 1 0 0 0,0-1-1 0 0,0 1 1 0 0,0-1 0 0 0,0 1 0 0 0,0 0 0 0 0,0-1 0 0 0,0 1 0 0 0,0-1-1 0 0,-1 1 1 0 0,1 0 0 0 0,0-1 0 0 0,0 1 0 0 0,0-1 0 0 0,-1 1 0 0 0,1 0-1 0 0,0-1 1 0 0,-15-5 2066 0 0,-17 6-1037 0 0,29 1-1107 0 0,1 0-1 0 0,-1 0 0 0 0,0 1 1 0 0,1-1-1 0 0,-1 1 1 0 0,1-1-1 0 0,-1 1 0 0 0,1 0 1 0 0,0 0-1 0 0,-1 0 0 0 0,1 0 1 0 0,0 0-1 0 0,-3 5 1 0 0,5-6-53 0 0,-1 1 1 0 0,0-1 0 0 0,1 1 0 0 0,-1-1-1 0 0,1 1 1 0 0,-1 0 0 0 0,1-1 0 0 0,0 1-1 0 0,0 0 1 0 0,0-1 0 0 0,0 1 0 0 0,0 0 0 0 0,0-1-1 0 0,0 1 1 0 0,0 0 0 0 0,1-1 0 0 0,-1 1-1 0 0,1 2 1 0 0,1-1-8 0 0,0 1 0 0 0,0-1 0 0 0,0 1-1 0 0,1-1 1 0 0,-1 0 0 0 0,1 0 0 0 0,0 0-1 0 0,0 0 1 0 0,0 0 0 0 0,0-1 0 0 0,0 1 0 0 0,1-1-1 0 0,-1 0 1 0 0,1 0 0 0 0,-1 0 0 0 0,1-1 0 0 0,0 1-1 0 0,4 1 1 0 0,4 0-28 0 0,-1-1-1 0 0,1 0 0 0 0,0-1 1 0 0,0 0-1 0 0,0 0 0 0 0,0-2 1 0 0,0 1-1 0 0,0-1 0 0 0,0-1 1 0 0,0 0-1 0 0,18-7 1 0 0,-7 1 657 0 0,0-1 0 0 0,-1-1 0 0 0,0-2 0 0 0,32-21 0 0 0,-50 30-57 0 0,16-6 1333 0 0,3 16-3454 0 0,29 10-5585 0 0</inkml:trace>
</inkml:ink>
</file>

<file path=ppt/ink/ink5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2:55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75 1580 0 0,'-8'-6'3348'0'0,"6"-6"197"0"0,25-9-2653 0 0,-5 12-276 0 0,4-1-372 0 0,8 5-400 0 0,12-2-500 0 0,-2 6-916 0 0,3-3-1697 0 0,-1 4 749 0 0</inkml:trace>
</inkml:ink>
</file>

<file path=ppt/ink/ink5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4:22.5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21 150 144 0 0,'0'-19'2175'0'0,"-2"-109"7276"0"0,2 126-8011 0 0,1 8-1393 0 0,6 225 349 0 0,-8-206 2058 0 0,-3-61-2091 0 0,-5-37-1 0 0,4 49-187 0 0,0-4-473 0 0,2 57 36 0 0,7 37-2257 0 0,7-23-5305 0 0</inkml:trace>
</inkml:ink>
</file>

<file path=ppt/ink/ink5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4:27.4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 53 212 0 0,'0'0'8474'0'0,"-4"-3"-8165"0"0,-22-32 2526 0 0,25 34-2145 0 0,-3-4 268 0 0,4 4-882 0 0,0 1 1 0 0,0 0-1 0 0,0 0 1 0 0,0-1-1 0 0,0 1 1 0 0,0 0 0 0 0,0-1-1 0 0,0 1 1 0 0,-1 0-1 0 0,1-1 1 0 0,0 1-1 0 0,0 0 1 0 0,0-1-1 0 0,0 1 1 0 0,0 0-1 0 0,-1 0 1 0 0,1-1 0 0 0,0 1-1 0 0,0 0 1 0 0,0 0-1 0 0,-1 0 1 0 0,1-1-1 0 0,0 1 1 0 0,0 0-1 0 0,-1 0 1 0 0,1 0-1 0 0,0-1 1 0 0,0 1 0 0 0,-1 0-1 0 0,1 0 1 0 0,0 0-1 0 0,-1 0 1 0 0,1 0-1 0 0,0 0 1 0 0,-1 0-1 0 0,1 0 1 0 0,0 0 0 0 0,0 0-1 0 0,-1 0 1 0 0,1 0-1 0 0,0 0 1 0 0,-1 0-1 0 0,1 0 1 0 0,0 0-1 0 0,-1 0 1 0 0,-2 136-12 0 0,15 139 1 0 0,-8-264-191 0 0,-4-11 168 0 0,1 0 0 0 0,-1 0 0 0 0,0-1 0 0 0,0 1-1 0 0,0 0 1 0 0,0 0 0 0 0,0 0 0 0 0,0 0-1 0 0,0 0 1 0 0,0 0 0 0 0,0 0 0 0 0,0 0-1 0 0,0 0 1 0 0,0 0 0 0 0,0 0 0 0 0,0 0-1 0 0,0 0 1 0 0,1 0 0 0 0,-1 0 0 0 0,0 0-1 0 0,0 0 1 0 0,0-1 0 0 0,0 1 0 0 0,0 0-1 0 0,0 0 1 0 0,0 0 0 0 0,0 0 0 0 0,0 0-1 0 0,0 0 1 0 0,1 0 0 0 0,-1 0 0 0 0,0 0-1 0 0,0 1 1 0 0,0-1 0 0 0,0 0 0 0 0,0 0-1 0 0,0 0 1 0 0,0 0 0 0 0,0 0 0 0 0,0 0-1 0 0,0 0 1 0 0,0 0 0 0 0,1 0 0 0 0,-1 0-1 0 0,0 0 1 0 0,0 0 0 0 0,0 0 0 0 0,0 0-1 0 0,0 0 1 0 0,0 0 0 0 0,0 0 0 0 0,0 0-1 0 0,0 1 1 0 0,0-1 0 0 0,0 0 0 0 0,0 0-1 0 0,-4-86 103 0 0,4 0 0 0 0,15-117 0 0 0,-15 175-2 0 0,-10 106-575 0 0,3-31 399 0 0,-3 53-1 0 0,11-93 154 0 0,1-8-48 0 0,5-18-41 0 0,10-54-178 0 0,-9 40 108 0 0,11-60-186 0 0,-19 91 188 0 0,-2 31-539 0 0,-2 28 371 0 0,1-25-458 0 0,2 0 0 0 0,1 0 0 0 0,5 40 0 0 0,-5-67-391 0 0,4 13-692 0 0,2-7-5008 0 0,1-5 3205 0 0</inkml:trace>
</inkml:ink>
</file>

<file path=ppt/ink/ink5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4:28.6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23 115 520 0 0,'0'0'1652'0'0,"-22"-24"8299"0"0,22 23-9907 0 0,0 0-1 0 0,0 1 1 0 0,0-1 0 0 0,0 0-1 0 0,0 1 1 0 0,0-1-1 0 0,0 0 1 0 0,0 1 0 0 0,0-1-1 0 0,1 0 1 0 0,-1 1 0 0 0,0-1-1 0 0,0 0 1 0 0,1 1-1 0 0,-1-1 1 0 0,0 1 0 0 0,1-1-1 0 0,-1 0 1 0 0,1 1-1 0 0,-1-1 1 0 0,0 1 0 0 0,1-1-1 0 0,-1 1 1 0 0,1 0 0 0 0,-1-1-1 0 0,1 1 1 0 0,0-1-1 0 0,28-17 448 0 0,31-7-131 0 0,-37 17-256 0 0,1 2 0 0 0,-1 1-1 0 0,1 0 1 0 0,43-1 0 0 0,-56 5-95 0 0,-1 1 0 0 0,1 1 1 0 0,0 0-1 0 0,-1 0 0 0 0,0 1 0 0 0,1 0 1 0 0,-1 1-1 0 0,0 0 0 0 0,0 1 0 0 0,0 0 1 0 0,-1 1-1 0 0,1-1 0 0 0,12 10 0 0 0,-20-12-19 0 0,1 0-1 0 0,-1 0 0 0 0,0 0 0 0 0,0 0 0 0 0,0 0 1 0 0,0 1-1 0 0,0-1 0 0 0,0 0 0 0 0,0 1 0 0 0,-1 0 1 0 0,1-1-1 0 0,-1 1 0 0 0,0 0 0 0 0,0 0 0 0 0,0 0 1 0 0,0-1-1 0 0,-1 1 0 0 0,1 0 0 0 0,-1 0 0 0 0,1 0 1 0 0,-1 5-1 0 0,-1-2 3 0 0,0 0 0 0 0,-1-1 0 0 0,1 0 0 0 0,-1 1 0 0 0,0-1 1 0 0,0 0-1 0 0,-1 0 0 0 0,1 0 0 0 0,-1 0 0 0 0,-7 9 0 0 0,-3 1-2 0 0,0 0 1 0 0,-1-1-1 0 0,-1-1 1 0 0,0 0-1 0 0,-27 17 0 0 0,6-8-62 0 0,-38 33-1 0 0,72-54 76 0 0,5 1 5 0 0,-1-1 0 0 0,0 0-1 0 0,0 1 1 0 0,1-1-1 0 0,-1 0 1 0 0,0 0 0 0 0,1 0-1 0 0,-1-1 1 0 0,1 1 0 0 0,-1-1-1 0 0,1 1 1 0 0,-1-1-1 0 0,1 0 1 0 0,0 0 0 0 0,2 0-1 0 0,78-4 79 0 0,87-15 0 0 0,18-1-1991 0 0,-59 4-5012 0 0,-85 10 3658 0 0</inkml:trace>
</inkml:ink>
</file>

<file path=ppt/ink/ink5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4:29.6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66 244 0 0,'0'0'1578'0'0,"0"-28"7932"0"0,11 22-9339 0 0,1 1-1 0 0,0 0 0 0 0,1 1 0 0 0,-1 0 0 0 0,1 0 1 0 0,0 2-1 0 0,0-1 0 0 0,0 2 0 0 0,23-1 1 0 0,-34 2-173 0 0,0-1 1 0 0,0 1-1 0 0,0 0 1 0 0,0 0 0 0 0,0 0-1 0 0,0 0 1 0 0,1 0 0 0 0,-1 1-1 0 0,0-1 1 0 0,0 1 0 0 0,0-1-1 0 0,0 1 1 0 0,0 0 0 0 0,0-1-1 0 0,0 1 1 0 0,0 0 0 0 0,0 0-1 0 0,-1 1 1 0 0,1-1 0 0 0,0 0-1 0 0,-1 1 1 0 0,1-1 0 0 0,-1 0-1 0 0,1 1 1 0 0,-1 0-1 0 0,0-1 1 0 0,1 1 0 0 0,-1 0-1 0 0,0 0 1 0 0,0 0 0 0 0,1 4-1 0 0,-1 1-42 0 0,-1 0 0 0 0,0 1-1 0 0,0-1 1 0 0,-1 0 0 0 0,0 0 0 0 0,0 1-1 0 0,-4 11 1 0 0,4-13 33 0 0,-2 3-30 0 0,1 1-1 0 0,0 0 1 0 0,0 0-1 0 0,1 0 1 0 0,1 0-1 0 0,1 17 1 0 0,0-21 30 0 0,0-1 0 0 0,1 1 0 0 0,0-1 0 0 0,0 0 1 0 0,1 0-1 0 0,-1 0 0 0 0,1 0 0 0 0,0 0 0 0 0,0-1 1 0 0,1 1-1 0 0,-1-1 0 0 0,1 0 0 0 0,8 7 0 0 0,39 30-28 0 0,-41-35-23 0 0,0 1 1 0 0,0 1-1 0 0,-1-1 1 0 0,0 2-1 0 0,0-1 1 0 0,-1 1-1 0 0,0 0 0 0 0,0 1 1 0 0,-1 0-1 0 0,8 16 1 0 0,-14-24 54 0 0,-1-1 1 0 0,0 1-1 0 0,0-1 0 0 0,0 1 1 0 0,0 0-1 0 0,0-1 0 0 0,0 1 1 0 0,0 0-1 0 0,-1-1 1 0 0,1 1-1 0 0,-1 0 0 0 0,1-1 1 0 0,-1 1-1 0 0,1-1 1 0 0,-1 1-1 0 0,0-1 0 0 0,0 1 1 0 0,0-1-1 0 0,0 0 1 0 0,0 1-1 0 0,0-1 0 0 0,0 0 1 0 0,0 0-1 0 0,0 0 0 0 0,0 0 1 0 0,-1 0-1 0 0,1 0 1 0 0,-1 0-1 0 0,1 0 0 0 0,-1 0 1 0 0,1-1-1 0 0,-2 2 1 0 0,-58 23-40 0 0,50-21 20 0 0,11-4 13 0 0,-37 12-114 0 0,15-7-3442 0 0</inkml:trace>
</inkml:ink>
</file>

<file path=ppt/ink/ink5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4:30.6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 70 244 0 0,'-13'-38'5487'0'0,"2"6"2381"0"0,7 36-7645 0 0,0 3-217 0 0,0-1 0 0 0,0 1 1 0 0,0 0-1 0 0,1 0 0 0 0,0 0 1 0 0,0 0-1 0 0,1 0 0 0 0,0 1 0 0 0,0-1 1 0 0,1 1-1 0 0,0-1 0 0 0,0 1 0 0 0,1 0 1 0 0,0-1-1 0 0,0 1 0 0 0,2 8 1 0 0,-2-10-65 0 0,1 0 0 0 0,0 0-1 0 0,0 0 1 0 0,0 0 0 0 0,1 0 0 0 0,0 0 0 0 0,0 0 0 0 0,0-1 0 0 0,1 1 0 0 0,0-1 0 0 0,0 0 0 0 0,0 0 0 0 0,1 0 0 0 0,-1 0 0 0 0,1-1 0 0 0,0 1 0 0 0,1-1 0 0 0,-1 0 0 0 0,1 0 0 0 0,0 0 0 0 0,10 5 0 0 0,-7-7 27 0 0,-1 0 0 0 0,1 0 0 0 0,0-1 0 0 0,0 0 0 0 0,0 0-1 0 0,0-1 1 0 0,-1 0 0 0 0,1-1 0 0 0,9-1 0 0 0,17 0 627 0 0,-32 2-437 0 0,0 0-53 0 0,-1 0-87 0 0,0 0 0 0 0,-1 0 0 0 0,1 0 0 0 0,0 0 0 0 0,0 1 0 0 0,0-1 0 0 0,0 0 0 0 0,-1 0-1 0 0,1 1 1 0 0,0-1 0 0 0,0 0 0 0 0,-1 1 0 0 0,1-1 0 0 0,0 1 0 0 0,0-1 0 0 0,-1 1-1 0 0,1-1 1 0 0,-1 1 0 0 0,1-1 0 0 0,0 1 0 0 0,0 1 0 0 0,0 6 88 0 0,0 1 1 0 0,0 0-1 0 0,-1 0 1 0 0,-1 0-1 0 0,1-1 0 0 0,-1 1 1 0 0,-4 15-1 0 0,-20 67-61 0 0,21-79-220 0 0,-2 7-584 0 0,-1 0 1 0 0,-15 29-1 0 0,-13 4-5429 0 0,19-34 2874 0 0</inkml:trace>
</inkml:ink>
</file>

<file path=ppt/ink/ink5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4:34.5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1 628 0 0,'0'0'6794'0'0,"0"6"-6656"0"0,-15 323 1811 0 0,11-249-3179 0 0</inkml:trace>
</inkml:ink>
</file>

<file path=ppt/ink/ink5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4:35.7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1787 105 144 0 0,'-6'-8'227'0'0,"-1"1"-1"0"0,0-1 1 0 0,0 2-1 0 0,-1-1 1 0 0,1 1-1 0 0,-1 0 1 0 0,-1 1-1 0 0,1-1 1 0 0,-1 2 0 0 0,0-1-1 0 0,0 1 1 0 0,-1 1-1 0 0,1 0 1 0 0,-1 0-1 0 0,1 1 1 0 0,-1 0-1 0 0,-18-1 1 0 0,-15 1-210 0 0,1 1-1 0 0,-82 11 1 0 0,78-5 223 0 0,31-3-237 0 0,-291 33 258 0 0,238-24-186 0 0,1 4 0 0 0,-96 32-1 0 0,108-22-39 0 0,1 1-1 0 0,-99 67 0 0 0,115-68-27 0 0,35-24-10 0 0,-205 140 686 0 0,173-114-393 0 0,0 2 0 0 0,1 2 0 0 0,-44 52 1 0 0,72-76-262 0 0,1 1 1 0 0,0-1 0 0 0,0 1 0 0 0,1 0 0 0 0,0 0-1 0 0,0 0 1 0 0,0 0 0 0 0,1 1 0 0 0,1-1 0 0 0,0 1-1 0 0,0 0 1 0 0,0 0 0 0 0,1 0 0 0 0,1 0 0 0 0,-1 0-1 0 0,1 0 1 0 0,1 0 0 0 0,0 0 0 0 0,0 0 0 0 0,4 13-1 0 0,0-9 17 0 0,0 1 0 0 0,0-1 0 0 0,1-1 0 0 0,1 1 0 0 0,0-1 0 0 0,1 0 0 0 0,0 0-1 0 0,1-1 1 0 0,0-1 0 0 0,1 1 0 0 0,0-1 0 0 0,16 12 0 0 0,9 3 49 0 0,1-2-1 0 0,1-1 1 0 0,2-1 0 0 0,0-3 0 0 0,0-1 0 0 0,57 16 0 0 0,256 49 211 0 0,-176-54-227 0 0,0-8 1 0 0,2-7-1 0 0,0-8 1 0 0,271-28-1 0 0,143-55 83 0 0,-509 62-112 0 0,116-38 1 0 0,-171 44-79 0 0,-1-1 0 0 0,0 0 0 0 0,-1-3 0 0 0,0 0 0 0 0,-1-1 0 0 0,-1-1 0 0 0,42-38 0 0 0,-48 38 51 0 0,-1-2 0 0 0,0 0 0 0 0,-2-1 0 0 0,0-1 0 0 0,-1 0 0 0 0,-1-1 0 0 0,-1-1 0 0 0,-1 0 0 0 0,15-42 1 0 0,-23 54 46 0 0,-1-1 0 0 0,-1 1 0 0 0,0-1 0 0 0,-1 1 0 0 0,1-1 0 0 0,-2 1 0 0 0,0 0 0 0 0,0-1 0 0 0,-1 1 1 0 0,0 0-1 0 0,-5-14 0 0 0,2 10 3 0 0,-2-1 0 0 0,0 1 0 0 0,0 0 0 0 0,-2 0 0 0 0,1 1 0 0 0,-20-21 0 0 0,-8-3 53 0 0,-2 2 0 0 0,-1 1 1 0 0,-67-43-1 0 0,73 54-61 0 0,-3-1-17 0 0,-2 1 0 0 0,0 2 1 0 0,-44-16-1 0 0,-124-39 115 0 0,195 72-153 0 0,-59-17 17 0 0,-1 4 0 0 0,-1 2 0 0 0,0 4 0 0 0,0 3 0 0 0,-86 1-1 0 0,-370 33-52 0 0,390-15 35 0 0,47-5-54 0 0,21-3-1018 0 0,-114 21-1 0 0,152-11-3909 0 0,23-8 2108 0 0</inkml:trace>
</inkml:ink>
</file>

<file path=ppt/ink/ink5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4:48.5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1 243 388 0 0,'-1'-14'2879'0'0,"2"-11"2933"0"0,3 29-5771 0 0,52 57 191 0 0,-29-29-173 0 0,1-2 0 0 0,38 32 1 0 0,-17-23-197 0 0,-1 2 0 0 0,52 60 1 0 0,13 18 59 0 0,58 66 64 0 0,-151-163 9 0 0,2-2-1 0 0,0 0 0 0 0,1-1 1 0 0,1-1-1 0 0,1-1 0 0 0,35 17 1 0 0,170 71 6 0 0,-196-91 10 0 0,329 102 60 0 0,-242-82-23 0 0,8-3 62 0 0,169 19 0 0 0,-132-26-40 0 0,236 37-2 0 0,-30-4-58 0 0,-121-15 31 0 0,233 34 85 0 0,-191-31 10 0 0,785 75 681 0 0,-483-58-415 0 0,-90-6-220 0 0,924 52 124 0 0,-1171-92-245 0 0,372 16 123 0 0,956-11 97 0 0,-361-38 164 0 0,261-80 180 0 0,-1405 90-613 0 0,1042-125 126 0 0,-297-27-44 0 0,-75-40-4 0 0,-126-28 276 0 0,-539 192-304 0 0,47-19 47 0 0,160-89 0 0 0,55-31-140 0 0,92-58 697 0 0,-417 218-619 0 0,216-125 582 0 0,133-86-268 0 0,-316 180-80 0 0,-54 43-241 0 0,43-34 510 0 0,2-4 578 0 0,-46 39-985 0 0,29-24 341 0 0,23-10-197 0 0,20-10 235 0 0,-71 44-483 0 0,9-7 966 0 0,-8 3-3497 0 0,-53 14-9448 0 0,20-5 8647 0 0</inkml:trace>
</inkml:ink>
</file>

<file path=ppt/ink/ink5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4:49.9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110 161 260 0 0,'9'-28'2124'0'0,"-7"8"-471"0"0,0 0 0 0 0,-1 0 0 0 0,-1 0 1 0 0,-4-23-1 0 0,4 41-905 0 0,0-4-368 0 0,0 6-360 0 0,0 0 0 0 0,0 0 0 0 0,0 0 0 0 0,0 0 0 0 0,0 0 0 0 0,0 0 0 0 0,0 0 0 0 0,-1 0 0 0 0,1 0 0 0 0,0 1 0 0 0,0-1-1 0 0,0 0 1 0 0,0 0 0 0 0,0 0 0 0 0,0 0 0 0 0,0 0 0 0 0,0 0 0 0 0,0 0 0 0 0,0 0 0 0 0,-1 0 0 0 0,1 0 0 0 0,0 0 0 0 0,0 0 0 0 0,0 0 0 0 0,0 0 0 0 0,0 0-1 0 0,0 0 1 0 0,0 0 0 0 0,0 0 0 0 0,-1 0 0 0 0,1 0 0 0 0,0 0 0 0 0,0 0 0 0 0,0 0 0 0 0,0 0 0 0 0,0 0 0 0 0,0 0 0 0 0,0 0 0 0 0,0-1 0 0 0,0 1-1 0 0,-1 0 1 0 0,1 0 0 0 0,0 0 0 0 0,0 0 0 0 0,0 0 0 0 0,0 0 0 0 0,0 0 0 0 0,0 0 0 0 0,0 0 0 0 0,0 0 0 0 0,0 0 0 0 0,0-1 0 0 0,0 1 0 0 0,0 0 0 0 0,0 0-1 0 0,0 0 1 0 0,0 0 0 0 0,0 0 0 0 0,0 0 0 0 0,0 0 0 0 0,0 0 0 0 0,0-1 0 0 0,0 1 0 0 0,0 0 0 0 0,-6 10 36 0 0,0 0 1 0 0,0 0 0 0 0,2 0-1 0 0,-1 1 1 0 0,1 0-1 0 0,-4 18 1 0 0,-14 79 178 0 0,17-81-187 0 0,-10 68-115 0 0,9-47-60 0 0,-18 68 0 0 0,19-84 1123 0 0,10-72-904 0 0,2 1 0 0 0,1 0 0 0 0,2 0 1 0 0,22-57-1 0 0,-29 90-112 0 0,0-1 0 0 0,0 0 0 0 0,1 1 0 0 0,0-1 0 0 0,0 1 0 0 0,0 0 0 0 0,1 1-1 0 0,-1-1 1 0 0,1 1 0 0 0,1 0 0 0 0,-1 0 0 0 0,1 0 0 0 0,0 1 0 0 0,0 0 0 0 0,0 0 0 0 0,14-6 0 0 0,-12 8 3 0 0,0-1 0 0 0,1 1 0 0 0,-1 1 0 0 0,1 0 0 0 0,-1 0 0 0 0,1 1 0 0 0,-1 0 0 0 0,1 0 0 0 0,-1 1 0 0 0,1 0 0 0 0,0 0 0 0 0,-1 1 0 0 0,0 0 0 0 0,10 4 0 0 0,446 137-154 0 0,-433-136 159 0 0,-22-5-132 0 0,1 0-1 0 0,-1 0 1 0 0,0 1 0 0 0,-1 0-1 0 0,10 4 1 0 0,-17-6-140 0 0,5 3-2398 0 0,-21 15-6364 0 0</inkml:trace>
</inkml:ink>
</file>

<file path=ppt/ink/ink5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5:03.2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 95 336 0 0,'-31'-94'10207'0'0,"29"109"-10109"0"0,2 1 0 0 0,-1 0 0 0 0,2 0 0 0 0,0 0 0 0 0,4 16 0 0 0,-1 4 37 0 0,-1 190 377 0 0,-2-21-196 0 0,-1-153-102 0 0,0-50-148 0 0,14-21 810 0 0,11-30-856 0 0,2 2 1 0 0,2 1-1 0 0,60-71 0 0 0,122-105-161 0 0,-210 221 145 0 0,7-6-103 0 0,0-1 0 0 0,0 1 0 0 0,0 0-1 0 0,1 1 1 0 0,13-7 0 0 0,-21 13-26 0 0,0 0-93 0 0,-1 1 205 0 0,1-1 0 0 0,0 1 0 0 0,0 0 0 0 0,-1 0 0 0 0,1-1 0 0 0,0 1 0 0 0,-1 0 0 0 0,1 0 0 0 0,-1 0 0 0 0,1 0 0 0 0,-1 0 0 0 0,1 0 0 0 0,-1-1 0 0 0,0 1 0 0 0,1 0 0 0 0,-1 0 0 0 0,0 2 0 0 0,-6 11 1 0 0,-1-1 1 0 0,0 1-1 0 0,-1-1 0 0 0,0-1 0 0 0,-1 0 0 0 0,-1 0 0 0 0,0-1 0 0 0,0 0 0 0 0,-16 12 0 0 0,11-9 112 0 0,1 0 1 0 0,1 1-1 0 0,0 0 1 0 0,-19 30-1 0 0,31-43-93 0 0,0 0 1 0 0,0 0-1 0 0,0 0 0 0 0,1 0 0 0 0,-1 0 1 0 0,0 0-1 0 0,1 0 0 0 0,0 0 0 0 0,-1 1 1 0 0,1-1-1 0 0,0 0 0 0 0,0 0 0 0 0,0 0 0 0 0,1 0 1 0 0,-1 0-1 0 0,0 0 0 0 0,1 0 0 0 0,0 1 1 0 0,1 2-1 0 0,0-1 4 0 0,0 0-1 0 0,1 0 1 0 0,-1 0 0 0 0,1 0-1 0 0,0 0 1 0 0,1-1-1 0 0,-1 1 1 0 0,6 4 0 0 0,3 1-152 0 0,1-1 1 0 0,-1 0-1 0 0,1-1 1 0 0,24 10-1 0 0,-29-14-117 0 0,85 31-1534 0 0,-29-18-3629 0 0,-44-14 2905 0 0</inkml:trace>
</inkml:ink>
</file>

<file path=ppt/ink/ink5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5:04.3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124 87 548 0 0,'-18'-7'553'0'0,"15"6"397"0"0,1 1-804 0 0,1 0 0 0 0,-1 0 0 0 0,1 0 0 0 0,-1 0 0 0 0,1 1-1 0 0,-1-1 1 0 0,1 0 0 0 0,-1 1 0 0 0,1-1 0 0 0,0 1 0 0 0,-1 0 0 0 0,1-1 0 0 0,0 1 0 0 0,-1 0 0 0 0,1 0 0 0 0,0 0 0 0 0,-2 1 0 0 0,-7 10 263 0 0,0 1 1 0 0,1 0 0 0 0,0 0-1 0 0,1 1 1 0 0,1-1-1 0 0,0 2 1 0 0,-7 22 0 0 0,14-36-298 0 0,-1 0-91 0 0,1 0 1 0 0,0-1-1 0 0,0 1 0 0 0,0 0 1 0 0,0-1-1 0 0,0 1 1 0 0,0 0-1 0 0,0-1 0 0 0,0 1 1 0 0,0 0-1 0 0,0 0 1 0 0,0-1-1 0 0,0 1 0 0 0,1 0 1 0 0,-1-1-1 0 0,0 1 1 0 0,1 0-1 0 0,-1-1 0 0 0,0 1 1 0 0,1 0-1 0 0,2-1-3 0 0,1 0 1 0 0,-1-1-1 0 0,1 1 0 0 0,-1-1 1 0 0,0 0-1 0 0,0 0 0 0 0,1 0 0 0 0,-1 0 1 0 0,0-1-1 0 0,0 1 0 0 0,0-1 1 0 0,0 0-1 0 0,4-3 0 0 0,42-37-186 0 0,-22 19 48 0 0,7-15-199 0 0,-33 37 247 0 0,-1 1 56 0 0,1-1-1 0 0,-1 1 0 0 0,1 0 0 0 0,-1 0 1 0 0,1 0-1 0 0,-1-1 0 0 0,1 1 0 0 0,0 0 0 0 0,-1 0 1 0 0,1 0-1 0 0,-1 0 0 0 0,1 0 0 0 0,-1 0 0 0 0,1 0 1 0 0,0 0-1 0 0,-1 0 0 0 0,1 0 0 0 0,-1 0 1 0 0,1 0-1 0 0,-1 0 0 0 0,1 0 0 0 0,-1 1 0 0 0,2-1 1 0 0,13 22-99 0 0,-12-16 101 0 0,1 0 0 0 0,0-1 0 0 0,0 0 1 0 0,0 1-1 0 0,0-2 0 0 0,11 10 0 0 0,-12-12 12 0 0,-1-2 8 0 0,1 1 1 0 0,0 0-1 0 0,0-1 0 0 0,0 1 0 0 0,-1-1 0 0 0,1 0 0 0 0,0 0 0 0 0,0 0 1 0 0,0 0-1 0 0,0 0 0 0 0,0-1 0 0 0,-1 1 0 0 0,1-1 0 0 0,0 0 0 0 0,4-2 0 0 0,-3 2-14 0 0,45-15-49 0 0,-42 13 9 0 0,0 1 0 0 0,0-1-1 0 0,0 1 1 0 0,0 1 0 0 0,1-1 0 0 0,13 0 0 0 0,-18 3 28 0 0,1-1 0 0 0,0 1 0 0 0,0 0 1 0 0,0 0-1 0 0,-1 0 0 0 0,1 1 0 0 0,0-1 1 0 0,-1 1-1 0 0,0 0 0 0 0,1 0 0 0 0,-1 0 1 0 0,0 0-1 0 0,0 1 0 0 0,5 5 0 0 0,-4-5 9 0 0,1 1-1 0 0,-1 0 0 0 0,0-1 1 0 0,1 0-1 0 0,-1 0 0 0 0,1-1 1 0 0,0 1-1 0 0,0-1 1 0 0,0 0-1 0 0,0 0 0 0 0,11 1 1 0 0,-13-3 13 0 0,0 0 0 0 0,0 0 0 0 0,0 0 0 0 0,0 0 1 0 0,0-1-1 0 0,1 0 0 0 0,-1 1 0 0 0,0-1 0 0 0,0 0 1 0 0,-1-1-1 0 0,1 1 0 0 0,0 0 0 0 0,0-1 0 0 0,-1 0 1 0 0,1 1-1 0 0,0-1 0 0 0,-1 0 0 0 0,0 0 0 0 0,0-1 0 0 0,1 1 1 0 0,-1 0-1 0 0,0-1 0 0 0,-1 1 0 0 0,1-1 0 0 0,0 0 1 0 0,-1 0-1 0 0,0 1 0 0 0,1-1 0 0 0,0-5 0 0 0,3-6 107 0 0,0-1-1 0 0,-1 0 1 0 0,0 0-1 0 0,1-23 1 0 0,-3 20-17 0 0,6-22 1624 0 0,-8 40-1702 0 0,0 0 1 0 0,0 0-1 0 0,0-1 1 0 0,0 1-1 0 0,0 0 1 0 0,1 0-1 0 0,-1 0 1 0 0,0 0-1 0 0,0 0 1 0 0,0 0-1 0 0,0 0 1 0 0,0 0 0 0 0,1 0-1 0 0,-1 0 1 0 0,0 0-1 0 0,0-1 1 0 0,0 1-1 0 0,0 0 1 0 0,1 0-1 0 0,-1 0 1 0 0,0 0-1 0 0,0 0 1 0 0,0 0-1 0 0,1 0 1 0 0,-1 0-1 0 0,0 1 1 0 0,0-1-1 0 0,0 0 1 0 0,0 0-1 0 0,1 0 1 0 0,-1 0-1 0 0,0 0 1 0 0,0 0 0 0 0,0 0-1 0 0,0 0 1 0 0,0 0-1 0 0,1 0 1 0 0,-1 1-1 0 0,0-1 1 0 0,0 0-1 0 0,0 0 1 0 0,0 0-1 0 0,0 0 1 0 0,0 0-1 0 0,0 0 1 0 0,0 1-1 0 0,1-1 1 0 0,-1 0-1 0 0,0 0 1 0 0,0 0-1 0 0,0 1 1 0 0,11 23-3 0 0,-5-7 11 0 0,0 0 1 0 0,2 0-1 0 0,0 0 1 0 0,0-1-1 0 0,2-1 1 0 0,0 1-1 0 0,0-2 1 0 0,2 1-1 0 0,-1-2 1 0 0,24 22-1 0 0,-31-33-22 0 0,0 1 0 0 0,-1-1 0 0 0,1 0 0 0 0,0 0 0 0 0,0-1 0 0 0,1 1-1 0 0,-1-1 1 0 0,0 0 0 0 0,0 0 0 0 0,1 0 0 0 0,-1 0 0 0 0,0-1 0 0 0,1 0 0 0 0,-1 0 0 0 0,1 0-1 0 0,-1 0 1 0 0,0-1 0 0 0,6-1 0 0 0,-1 0 23 0 0,0-1 0 0 0,-1 0-1 0 0,1-1 1 0 0,-1 0 0 0 0,0 0-1 0 0,0 0 1 0 0,8-7 0 0 0,-14 9 91 0 0,27-9 806 0 0,43 16-1332 0 0,-40-1-4784 0 0,-27-3 3453 0 0</inkml:trace>
</inkml:ink>
</file>

<file path=ppt/ink/ink5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5:04.7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42 380 0 0,'0'0'2724'0'0,"3"-18"-1392"0"0,10 12-844 0 0,14-3-680 0 0,-8 9-600 0 0,-2-5-852 0 0,7 2 376 0 0</inkml:trace>
</inkml:ink>
</file>

<file path=ppt/ink/ink5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4:38.3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73 236 0 0,'0'0'2431'0'0,"-6"-35"4950"0"0,9 31-7369 0 0,1 1-1 0 0,-1 0 1 0 0,1 0 0 0 0,0 0-1 0 0,0 1 1 0 0,0-1-1 0 0,0 1 1 0 0,0 0-1 0 0,1 0 1 0 0,-1 0 0 0 0,1 1-1 0 0,-1 0 1 0 0,1 0-1 0 0,-1 0 1 0 0,1 0 0 0 0,7 0-1 0 0,4-1 30 0 0,0 1 0 0 0,0 1 0 0 0,31 3 0 0 0,-38-1-49 0 0,0-1 0 0 0,0 2 0 0 0,0-1 0 0 0,0 1 0 0 0,0 0 0 0 0,-1 1 0 0 0,1 0 0 0 0,-1 0-1 0 0,9 8 1 0 0,-14-10 6 0 0,0 0 0 0 0,-1 0-1 0 0,1 0 1 0 0,-1 1-1 0 0,0-1 1 0 0,0 1-1 0 0,0 0 1 0 0,0-1-1 0 0,0 1 1 0 0,-1 0-1 0 0,1 0 1 0 0,-1 0 0 0 0,0 0-1 0 0,0 1 1 0 0,0-1-1 0 0,0 0 1 0 0,-1 0-1 0 0,1 1 1 0 0,-1-1-1 0 0,0 0 1 0 0,0 1 0 0 0,0-1-1 0 0,0 0 1 0 0,0 1-1 0 0,-1-1 1 0 0,0 0-1 0 0,1 1 1 0 0,-1-1-1 0 0,-2 3 1 0 0,-1 6 23 0 0,-1-1 0 0 0,-1-1 0 0 0,0 1 0 0 0,0-1 0 0 0,-1 0 0 0 0,0 0 0 0 0,-1-1-1 0 0,0 0 1 0 0,-11 10 0 0 0,-11 6 37 0 0,-51 33-1 0 0,49-36-45 0 0,-37 31 0 0 0,69-53-10 0 0,0 0 0 0 0,-1 0 1 0 0,1 0-1 0 0,0 1 0 0 0,-1-1 0 0 0,1 0 0 0 0,0 0 1 0 0,-1 1-1 0 0,1-1 0 0 0,0 0 0 0 0,0 0 1 0 0,-1 1-1 0 0,1-1 0 0 0,0 0 0 0 0,0 1 0 0 0,0-1 1 0 0,0 0-1 0 0,-1 1 0 0 0,1-1 0 0 0,0 0 0 0 0,0 1 1 0 0,0-1-1 0 0,0 1 0 0 0,0-1 0 0 0,0 0 1 0 0,0 1-1 0 0,0-1 0 0 0,0 0 0 0 0,0 1 0 0 0,0-1 1 0 0,0 1-1 0 0,0-1 0 0 0,0 0 0 0 0,1 1 1 0 0,-1-1-1 0 0,0 0 0 0 0,0 1 0 0 0,0-1 0 0 0,0 0 1 0 0,1 1-1 0 0,-1-1 0 0 0,0 0 0 0 0,1 1 0 0 0,19 7 38 0 0,26-4-8 0 0,246-39 124 0 0,-152 14-728 0 0,-99 13 6 0 0,-3 0-1367 0 0,-14 6-2394 0 0</inkml:trace>
</inkml:ink>
</file>

<file path=ppt/ink/ink5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4:39.4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2592 372 268 0 0,'-11'-13'607'0'0,"0"0"1"0"0,-1 1-1 0 0,0 1 0 0 0,-1 0 1 0 0,0 1-1 0 0,-28-17 0 0 0,6 3 105 0 0,-5-5-257 0 0,-1 2 0 0 0,-2 2-1 0 0,0 2 1 0 0,-1 2 0 0 0,-69-23-1 0 0,41 22-392 0 0,-1 4-1 0 0,0 4 0 0 0,-1 2 1 0 0,-1 4-1 0 0,0 3 0 0 0,0 3 1 0 0,0 3-1 0 0,0 4 0 0 0,0 3 1 0 0,1 3-1 0 0,0 4 0 0 0,-95 31 1 0 0,-258 119-50 0 0,331-119-31 0 0,2 4 0 0 0,-112 80 0 0 0,181-112 9 0 0,0 1 0 0 0,2 1 0 0 0,0 2 0 0 0,1 0 0 0 0,-23 31 0 0 0,36-40 10 0 0,0-1 0 0 0,1 2 1 0 0,0-1-1 0 0,1 1 0 0 0,1 0 1 0 0,0 1-1 0 0,1 0 0 0 0,1 0 1 0 0,0 0-1 0 0,1 0 0 0 0,0 0 1 0 0,0 22-1 0 0,3-10 9 0 0,2 1 0 0 0,0-1-1 0 0,2 0 1 0 0,1 0 0 0 0,1 0 0 0 0,1-1 0 0 0,2 0-1 0 0,0 0 1 0 0,2-1 0 0 0,1 0 0 0 0,24 38-1 0 0,-17-36 9 0 0,0-1 0 0 0,2-1-1 0 0,1-1 1 0 0,1-1 0 0 0,0-1-1 0 0,2-1 1 0 0,1-1 0 0 0,0-2-1 0 0,45 25 1 0 0,10-4 61 0 0,2-3 0 0 0,1-4 0 0 0,2-3 0 0 0,1-4 0 0 0,172 25 0 0 0,-94-32 115 0 0,1-6 0 0 0,218-14-1 0 0,1082-160 1530 0 0,-1314 136-1432 0 0,-1-7 0 0 0,159-57 0 0 0,-287 82-234 0 0,-1-1 0 0 0,-1-1 0 0 0,0-1 0 0 0,-1-1 0 0 0,0-1 0 0 0,0 0 0 0 0,-1-1 0 0 0,-1-2 0 0 0,-1 0 0 0 0,17-19 0 0 0,-26 26-45 0 0,-1-1 0 0 0,0 0-1 0 0,0 0 1 0 0,-1-1 0 0 0,-1 0 0 0 0,1 0 0 0 0,-2 0 0 0 0,0-1 0 0 0,0 1 0 0 0,-1-1 0 0 0,-1 0 0 0 0,1 0 0 0 0,-2 0 0 0 0,0 0-1 0 0,0 0 1 0 0,-2-1 0 0 0,1 1 0 0 0,-1 0 0 0 0,-1 0 0 0 0,0 0 0 0 0,-4-12 0 0 0,-1 3-14 0 0,0 1 1 0 0,-1 0 0 0 0,-1 0-1 0 0,-1 1 1 0 0,-1 0-1 0 0,-1 0 1 0 0,-26-31-1 0 0,16 26-2 0 0,0 1 0 0 0,-2 2 1 0 0,0 0-1 0 0,-48-30 0 0 0,-7 6-10 0 0,-2 4 0 0 0,-164-58 1 0 0,51 34-6 0 0,-216-43 0 0 0,-217-4-27 0 0,587 106-190 0 0,0 2-1 0 0,-1 2 0 0 0,1 2 0 0 0,-74 9 1 0 0,86-5-1112 0 0,0 3 0 0 0,1 0 0 0 0,-1 1 0 0 0,-36 18 0 0 0,17-5-1641 0 0</inkml:trace>
</inkml:ink>
</file>

<file path=ppt/ink/ink5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4:40.4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3 176 60 0 0,'0'0'757'0'0,"-2"-43"4346"0"0,7 27-3705 0 0,-4 12-1261 0 0,0 1-1 0 0,0-1 1 0 0,0 1-1 0 0,0-1 1 0 0,1 1-1 0 0,0-1 1 0 0,-1 1-1 0 0,1 0 1 0 0,0 0-1 0 0,1 0 1 0 0,-1 0-1 0 0,0 0 1 0 0,1 1-1 0 0,0-1 1 0 0,0 1-1 0 0,-1 0 1 0 0,1-1-1 0 0,1 1 1 0 0,4-2-1 0 0,14-7 119 0 0,1 2 0 0 0,0 0 0 0 0,44-9 0 0 0,-56 15-205 0 0,0 1 0 0 0,0 0 0 0 0,0 1 0 0 0,0 1 0 0 0,1 0 0 0 0,-1 0 0 0 0,0 1 0 0 0,0 0 0 0 0,0 1 0 0 0,19 6 0 0 0,-28-8-58 0 0,1 1 0 0 0,-1 0-1 0 0,1 0 1 0 0,-1 1 0 0 0,0-1 0 0 0,0 0 0 0 0,0 1 0 0 0,0 0 0 0 0,0-1 0 0 0,0 1 0 0 0,0 0 0 0 0,0 0 0 0 0,-1 0 0 0 0,1 0-1 0 0,-1 0 1 0 0,1 0 0 0 0,-1 1 0 0 0,0-1 0 0 0,0 0 0 0 0,0 1 0 0 0,0-1 0 0 0,0 1 0 0 0,-1-1 0 0 0,1 1 0 0 0,-1-1 0 0 0,1 1-1 0 0,-1-1 1 0 0,0 1 0 0 0,0-1 0 0 0,0 1 0 0 0,-1 0 0 0 0,1-1 0 0 0,-2 5 0 0 0,-2 8-97 0 0,-1 0 0 0 0,0 0 0 0 0,-1 0 0 0 0,-14 22 0 0 0,0 5-197 0 0,18-37 261 0 0,0 0 0 0 0,0 0 0 0 0,1 0 0 0 0,0 0 0 0 0,0 1 0 0 0,0-1 0 0 0,1 0 0 0 0,-1 1 0 0 0,1-1 0 0 0,0 1 0 0 0,1-1 0 0 0,-1 0 0 0 0,1 1 0 0 0,0-1 0 0 0,1 0 0 0 0,-1 0 0 0 0,1 0 0 0 0,3 7 0 0 0,3 0-16 0 0,0 0-1 0 0,1-1 1 0 0,0 0 0 0 0,1-1-1 0 0,16 15 1 0 0,-17-17 46 0 0,-4-4-2 0 0,11 11-76 0 0,0 1 0 0 0,17 22 0 0 0,-33-37 85 0 0,1-1 1 0 0,-1 1-1 0 0,0 0 1 0 0,1-1 0 0 0,-1 1-1 0 0,0-1 1 0 0,1 1 0 0 0,-1 0-1 0 0,0-1 1 0 0,0 1-1 0 0,0 0 1 0 0,0-1 0 0 0,0 1-1 0 0,0 0 1 0 0,0-1 0 0 0,0 1-1 0 0,0 0 1 0 0,0-1 0 0 0,0 1-1 0 0,0 0 1 0 0,0-1-1 0 0,0 1 1 0 0,-1 0 0 0 0,1-1-1 0 0,0 1 1 0 0,0 0 0 0 0,-1-1-1 0 0,1 1 1 0 0,0-1-1 0 0,-1 1 1 0 0,-21 15-37 0 0,-28 1 65 0 0,-103 8-945 0 0,123-21-1165 0 0</inkml:trace>
</inkml:ink>
</file>

<file path=ppt/ink/ink5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4:41.0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1291 191 64 0 0,'-8'-15'352'0'0,"1"-1"1"0"0,-2 2-1 0 0,0-1 1 0 0,-1 1-1 0 0,0 1 0 0 0,-1-1 1 0 0,-16-13-1 0 0,20 20-224 0 0,-2 0-1 0 0,1 1 1 0 0,-1 0 0 0 0,0 1 0 0 0,0 0-1 0 0,-1 0 1 0 0,0 1 0 0 0,1 0-1 0 0,-1 1 1 0 0,-1 0 0 0 0,1 1-1 0 0,-21-3 1 0 0,4 4-13 0 0,1 1 0 0 0,-1 1-1 0 0,1 2 1 0 0,-1 0 0 0 0,1 2-1 0 0,0 1 1 0 0,0 1 0 0 0,1 1 0 0 0,0 1-1 0 0,-43 23 1 0 0,-8 11 212 0 0,-137 102 0 0 0,169-112-214 0 0,2 2 0 0 0,2 1-1 0 0,1 3 1 0 0,1 1 0 0 0,3 1 0 0 0,1 2 0 0 0,-52 90 0 0 0,73-107-55 0 0,0 0 0 0 0,2 1 0 0 0,1 1 0 0 0,1 0 0 0 0,2 0 0 0 0,0 0 0 0 0,-2 32 0 0 0,8-38-13 0 0,0 0-1 0 0,1 1 1 0 0,2-1-1 0 0,0 0 1 0 0,1 0-1 0 0,1 0 1 0 0,1-1-1 0 0,1 1 1 0 0,1-1 0 0 0,12 24-1 0 0,-8-25-1 0 0,0-2-1 0 0,1 0 1 0 0,1 0 0 0 0,0-1-1 0 0,2 0 1 0 0,0-2 0 0 0,1 1-1 0 0,0-2 1 0 0,1 0 0 0 0,1-1-1 0 0,0-1 1 0 0,33 17-1 0 0,12 1 76 0 0,0-3-1 0 0,105 30 1 0 0,-78-32-38 0 0,1-5 0 0 0,2-3 0 0 0,97 4 0 0 0,274-9 115 0 0,-130-19-25 0 0,577-88 0 0 0,-421-11-151 0 0,-391 76-72 0 0,-1-4-1 0 0,168-84 1 0 0,-237 103 31 0 0,-1-2 0 0 0,-1-1 0 0 0,0-1-1 0 0,-1-1 1 0 0,-1-1 0 0 0,-1-1 0 0 0,-1-2 0 0 0,23-29 0 0 0,-39 44 15 0 0,-1 0 0 0 0,1-1 0 0 0,-1 0-1 0 0,-1 0 1 0 0,0-1 0 0 0,0 1 0 0 0,-1-1 0 0 0,-1 0 0 0 0,1 0 0 0 0,-2-1 0 0 0,0 1 0 0 0,0 0 0 0 0,-1-1 0 0 0,0 0-1 0 0,-1 1 1 0 0,-1-1 0 0 0,1 1 0 0 0,-2-1 0 0 0,0 1 0 0 0,0-1 0 0 0,-1 1 0 0 0,0 0 0 0 0,-1 0 0 0 0,-1 0-1 0 0,1 1 1 0 0,-8-11 0 0 0,-1 1 15 0 0,0 0 0 0 0,-2 1 0 0 0,-1 1 1 0 0,0 0-1 0 0,-1 2 0 0 0,0 0 0 0 0,-29-20 0 0 0,-9-1 46 0 0,-83-43 0 0 0,61 40 40 0 0,-137-50 1 0 0,90 49-28 0 0,-2 5 1 0 0,-195-29-1 0 0,-275 13 48 0 0,323 51-894 0 0,-340 43 0 0 0,365 1-2518 0 0,188-30 1918 0 0,-25 4-868 0 0</inkml:trace>
</inkml:ink>
</file>

<file path=ppt/ink/ink5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4:41.9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157 82 760 0 0,'21'-69'6360'0'0,"-18"56"-2358"0"0,-11 42-3448 0 0,-94 251 654 0 0,76-226-1071 0 0,20-44-112 0 0,0 1 0 0 0,0 0 0 0 0,1 1 0 0 0,1-1-1 0 0,-1 1 1 0 0,2 0 0 0 0,0 0 0 0 0,0 0-1 0 0,0 16 1 0 0,3-26-26 0 0,0-1 0 0 0,0 1 0 0 0,0-1 0 0 0,0 1 0 0 0,0 0 0 0 0,1-1 0 0 0,-1 1 0 0 0,0-1 0 0 0,1 0 0 0 0,-1 1 0 0 0,1-1 0 0 0,0 1 0 0 0,-1-1 0 0 0,1 0 0 0 0,0 1 0 0 0,0-1 0 0 0,0 0 0 0 0,0 0 0 0 0,0 0 0 0 0,0 0 0 0 0,0 1 0 0 0,0-2 0 0 0,1 1 0 0 0,-1 0 0 0 0,0 0 0 0 0,1 0 0 0 0,-1-1 0 0 0,0 1 0 0 0,3 0 0 0 0,1 1-14 0 0,0-1-1 0 0,0-1 1 0 0,1 1-1 0 0,-1-1 1 0 0,0 0 0 0 0,7 0-1 0 0,-5 0-16 0 0,23-2-94 0 0,-1 0-1 0 0,0-2 0 0 0,0-1 1 0 0,52-16-1 0 0,-40 7 259 0 0,42-20 0 0 0,-83 33-111 0 0,1 1 1 0 0,0-1-1 0 0,0 1 0 0 0,0 0 1 0 0,-1-1-1 0 0,1 1 0 0 0,0 0 1 0 0,0-1-1 0 0,0 1 1 0 0,0 0-1 0 0,0 0 0 0 0,0 0 1 0 0,0 0-1 0 0,0 0 0 0 0,0 0 1 0 0,0 0-1 0 0,-1 0 1 0 0,1 0-1 0 0,0 0 0 0 0,0 1 1 0 0,1-1-1 0 0,-1 1-13 0 0,-1-1 1 0 0,0 1-1 0 0,1 0 0 0 0,-1-1 0 0 0,0 1 1 0 0,1-1-1 0 0,-1 1 0 0 0,0 0 1 0 0,1-1-1 0 0,-1 1 0 0 0,0 0 0 0 0,0 0 1 0 0,0-1-1 0 0,0 1 0 0 0,0 0 1 0 0,0-1-1 0 0,0 1 0 0 0,0 0 0 0 0,0 0 1 0 0,0-1-1 0 0,-1 2 0 0 0,-17 53-27 0 0,8-28 82 0 0,-16 93-529 0 0,14-58-1497 0 0,-2-1-4114 0 0,11-49 3309 0 0</inkml:trace>
</inkml:ink>
</file>

<file path=ppt/ink/ink5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4:42.4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1152 0 160 0 0,'-54'1'487'0'0,"-1"1"1"0"0,1 3-1 0 0,0 3 1 0 0,-104 27-1 0 0,63-5 359 0 0,-158 73-1 0 0,222-88-665 0 0,1 1 1 0 0,0 2-1 0 0,1 1 1 0 0,1 1-1 0 0,0 1 0 0 0,2 2 1 0 0,1 1-1 0 0,1 1 1 0 0,0 0-1 0 0,2 2 1 0 0,-35 57-1 0 0,46-64-108 0 0,0 1-1 0 0,2 0 1 0 0,0 0-1 0 0,1 1 1 0 0,1 0-1 0 0,1 1 1 0 0,2 0-1 0 0,0 0 0 0 0,1 0 1 0 0,1 0-1 0 0,1 0 1 0 0,1 0-1 0 0,1 0 1 0 0,2 1-1 0 0,0-1 1 0 0,1 0-1 0 0,1-1 1 0 0,12 31-1 0 0,-1-13-3 0 0,3-1 0 0 0,1-1 0 0 0,1 0-1 0 0,2-2 1 0 0,2-1 0 0 0,2-1 0 0 0,43 45-1 0 0,-8-19 49 0 0,2-2 0 0 0,118 80-1 0 0,-124-100-31 0 0,1-2 1 0 0,111 49-1 0 0,-92-52-50 0 0,2-4 0 0 0,1-2 0 0 0,1-5-1 0 0,105 15 1 0 0,-72-21-32 0 0,1-6-1 0 0,176-7 1 0 0,-239-5 8 0 0,0-3 1 0 0,0-2-1 0 0,-1-2 0 0 0,68-21 1 0 0,-30 2 60 0 0,152-70 1 0 0,-188 71 35 0 0,-2-3 0 0 0,0-1 0 0 0,-3-3 0 0 0,0-3 0 0 0,-3-1 0 0 0,-1-2 0 0 0,-2-2 0 0 0,58-73 0 0 0,-74 78-8 0 0,-1-1 1 0 0,-1-1-1 0 0,-3-2 0 0 0,-1 0 0 0 0,-2-1 1 0 0,-2 0-1 0 0,-2-2 0 0 0,-1 0 1 0 0,-3-1-1 0 0,-1 0 0 0 0,5-70 0 0 0,-14 93-67 0 0,-1 0 0 0 0,0 1 0 0 0,-2-1 0 0 0,-1 0 1 0 0,0 1-1 0 0,-1-1 0 0 0,-2 1 0 0 0,0 0 0 0 0,-1 1 0 0 0,-1-1 0 0 0,-1 2 0 0 0,-1-1 0 0 0,-1 1 0 0 0,0 1 0 0 0,-1 0 0 0 0,-17-19 0 0 0,9 15-53 0 0,-2 0 0 0 0,-1 2 0 0 0,0 0 0 0 0,-2 2 0 0 0,0 1 1 0 0,0 0-1 0 0,-2 2 0 0 0,0 1 0 0 0,-1 1 0 0 0,-49-15 0 0 0,12 10-228 0 0,-2 3-1 0 0,0 3 1 0 0,0 2-1 0 0,-1 4 1 0 0,-71 2-1 0 0,-342 34-3992 0 0,396-22 2867 0 0,-106 9-1258 0 0</inkml:trace>
</inkml:ink>
</file>

<file path=ppt/ink/ink5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4:53.6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62 100 0 0,'11'-44'8232'0'0,"-10"42"-8042"0"0,-1 2-183 0 0,0 0 0 0 0,0-1 0 0 0,0 1 1 0 0,0 0-1 0 0,0 0 0 0 0,0 0 0 0 0,0 0 0 0 0,0-1 0 0 0,0 1 0 0 0,0 0 0 0 0,0 0 0 0 0,0 0 1 0 0,0 0-1 0 0,0-1 0 0 0,1 1 0 0 0,-1 0 0 0 0,0 0 0 0 0,0 0 0 0 0,0 0 0 0 0,0 0 0 0 0,0-1 1 0 0,0 1-1 0 0,0 0 0 0 0,1 0 0 0 0,-1 0 0 0 0,0 0 0 0 0,0 0 0 0 0,0 0 0 0 0,0 0 0 0 0,0 0 1 0 0,1 0-1 0 0,-1 0 0 0 0,0 0 0 0 0,0-1 0 0 0,0 1 0 0 0,0 0 0 0 0,1 0 0 0 0,-1 0 0 0 0,0 0 1 0 0,0 0-1 0 0,0 0 0 0 0,0 0 0 0 0,1 0 0 0 0,-1 1 0 0 0,0-1 0 0 0,0 0 0 0 0,0 0 0 0 0,0 0 1 0 0,0 0-1 0 0,1 0 0 0 0,-1 0 0 0 0,0 0 0 0 0,0 0 0 0 0,24 38 220 0 0,1-1 0 0 0,60 66 0 0 0,-73-90-204 0 0,8 8 1 0 0,1-1 1 0 0,1 0-1 0 0,0-2 0 0 0,2 0 0 0 0,0-2 0 0 0,35 18 1 0 0,169 67 27 0 0,-95-45-27 0 0,-57-27 22 0 0,2-2 0 0 0,144 27 1 0 0,-193-47-41 0 0,48 10 24 0 0,0 2 23 0 0,130 13-1 0 0,148-20 13 0 0,83-43-39 0 0,-319 19-13 0 0,-11 2 34 0 0,134-30-1 0 0,-95 5 108 0 0,315-84 133 0 0,-352 80 158 0 0,127-63-1 0 0,-216 91-126 0 0,-1-1-1 0 0,24-19 0 0 0,-27 17-141 0 0,2 2-1 0 0,27-15 1 0 0,-24 15-59 0 0,-1-1 0 0 0,-1-1 0 0 0,31-25 0 0 0,3-4 998 0 0,-34 29-473 0 0,-1-1 0 0 0,0-1 0 0 0,22-26 1 0 0,-40 41-588 0 0,-62 36-11272 0 0,37-25 7750 0 0</inkml:trace>
</inkml:ink>
</file>

<file path=ppt/ink/ink5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4:54.8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162 49 420 0 0,'-4'-17'1766'0'0,"-2"-2"1301"0"0,5 7 1215 0 0,-1 15-4253 0 0,1 0 0 0 0,-1 0 0 0 0,0-1-1 0 0,0 1 1 0 0,0 0 0 0 0,0-1 0 0 0,0 1 0 0 0,-4 3 0 0 0,-8 9 102 0 0,-23 40 151 0 0,16-27-100 0 0,-20 39 0 0 0,29-53-262 0 0,7-11 2559 0 0,13-24-2330 0 0,1 0 0 0 0,0 0 1 0 0,16-23-1 0 0,-21 36-138 0 0,2 0-1 0 0,-1 1 1 0 0,1 0 0 0 0,1 0 0 0 0,-1 0 0 0 0,1 1 0 0 0,0 0 0 0 0,0 0-1 0 0,1 0 1 0 0,0 1 0 0 0,12-6 0 0 0,-10 8-18 0 0,0-1 1 0 0,0 2 0 0 0,1 0-1 0 0,-1 0 1 0 0,1 0-1 0 0,-1 2 1 0 0,1-1-1 0 0,0 1 1 0 0,11 2-1 0 0,100 18-40 0 0,-75-10 40 0 0,243 41-17 0 0,-288-51 38 0 0,19 9-208 0 0</inkml:trace>
</inkml:ink>
</file>

<file path=ppt/ink/ink5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4:55.1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0 112 0 0,'0'0'1160'0'0</inkml:trace>
</inkml:ink>
</file>

<file path=ppt/ink/ink5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4:59.4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3 163 436 0 0,'0'0'2361'0'0,"-2"-6"-2009"0"0,2 6-308 0 0,0 0 0 0 0,0 0 1 0 0,0 0-1 0 0,0 0 0 0 0,0 0 0 0 0,0 0 0 0 0,0 0 1 0 0,0 0-1 0 0,0 0 0 0 0,1 0 0 0 0,-1 0 0 0 0,0 0 1 0 0,0 0-1 0 0,0 0 0 0 0,0 0 0 0 0,0 0 0 0 0,0 0 1 0 0,0 0-1 0 0,0 0 0 0 0,0 0 0 0 0,0 0 0 0 0,1 0 0 0 0,-1 0 1 0 0,0 0-1 0 0,0 0 0 0 0,0 0 0 0 0,0 0 0 0 0,0 0 1 0 0,0 0-1 0 0,0 0 0 0 0,0 0 0 0 0,0 0 0 0 0,0 0 1 0 0,1 0-1 0 0,-1 0 0 0 0,0 0 0 0 0,0 0 0 0 0,0 0 1 0 0,0 0-1 0 0,0 0 0 0 0,0-1 0 0 0,0 1 0 0 0,0 0 1 0 0,0 0-1 0 0,0 0 0 0 0,0 0 0 0 0,0 0 0 0 0,0 0 0 0 0,31 28 540 0 0,0-1-1 0 0,59 37 1 0 0,6 5-44 0 0,-27-18-160 0 0,127 71 0 0 0,87 23-141 0 0,-35-42-141 0 0,-89-40-73 0 0,-88-33-209 0 0,233 92 221 0 0,-222-93 274 0 0,152 31 1 0 0,125-5 107 0 0,-25-14-282 0 0,283 29-48 0 0,325 5-71 0 0,-63-12-28 0 0,-200-9 58 0 0,26-40-50 0 0,-603-16-18 0 0,160-7 40 0 0,-74 3-22 0 0,-78 5 0 0 0,-99 0 2 0 0,564-31 124 0 0,-289-11-146 0 0,-92 8 11 0 0,27-6 46 0 0,-9-6-30 0 0,181-51 15 0 0,2-15 33 0 0,-303 84-84 0 0,292-106 622 0 0,-338 115-258 0 0,-1-1 0 0 0,83-54 0 0 0,17-12-172 0 0,-5 4-101 0 0,58-46-50 0 0,14 10-215 0 0,-74 50 24 0 0,-49 27 219 0 0,-30 10 355 0 0,-25 13 263 0 0,46-19 0 0 0,-60 29-378 0 0,-1 0 1 0 0,20-14-1 0 0,24-11 180 0 0,-47 27-131 0 0,0-1 1 0 0,24-15-1 0 0,-38 21-316 0 0,-11 12-5867 0 0,-16 13 1360 0 0</inkml:trace>
</inkml:ink>
</file>

<file path=ppt/ink/ink5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5:00.8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139 119 168 0 0,'-1'-3'724'0'0,"-2"-7"211"0"0,0 1 0 0 0,0-1 1 0 0,1 0-1 0 0,-1-18 0 0 0,2-20 5095 0 0,0 52-5999 0 0,0 0 0 0 0,0 0 0 0 0,-1 0 0 0 0,1-1-1 0 0,-1 1 1 0 0,0 0 0 0 0,-3 5 0 0 0,-8 17 93 0 0,-81 231 520 0 0,94-255-587 0 0,3-12 32 0 0,0 1 0 0 0,1-1 0 0 0,0 1 0 0 0,0 0 0 0 0,1 0 0 0 0,1 0 0 0 0,10-13 0 0 0,60-76-250 0 0,-68 90 138 0 0,1 1 0 0 0,-1-1 0 0 0,1 2 0 0 0,0-1 0 0 0,1 1 0 0 0,-1 0 0 0 0,1 1 0 0 0,0 0-1 0 0,1 1 1 0 0,-1 0 0 0 0,1 1 0 0 0,0 0 0 0 0,0 0 0 0 0,13-1 0 0 0,13 1-32 0 0,0 2 0 0 0,72 6 0 0 0,-106-5 55 0 0,533 72-118 0 0,-504-65 68 0 0,33 5-1539 0 0,-59-6-62 0 0,1 1-2653 0 0</inkml:trace>
</inkml:ink>
</file>

<file path=ppt/ink/ink5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5:01.1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14 524 0 0,'0'0'1712'0'0,"4"-13"-1720"0"0</inkml:trace>
</inkml:ink>
</file>

<file path=ppt/ink/ink5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5:07.0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156 255 640 0 0,'0'0'3342'0'0,"-4"3"-3030"0"0,-1 2-179 0 0,0 1 0 0 0,0 0 0 0 0,0 1 0 0 0,1-1 0 0 0,0 1-1 0 0,0 0 1 0 0,1 0 0 0 0,-4 10 0 0 0,-22 72 513 0 0,11-29-73 0 0,8-43 1178 0 0,1-16-658 0 0,7-3-1020 0 0,0 0 1 0 0,1-1-1 0 0,-1 1 1 0 0,1 0 0 0 0,-1-1-1 0 0,1 1 1 0 0,0-1-1 0 0,0 1 1 0 0,0-1-1 0 0,-1-4 1 0 0,-16-81 251 0 0,13 57-274 0 0,2 1 0 0 0,2-1 0 0 0,0 0 0 0 0,2 0 0 0 0,2 0 0 0 0,0 1 0 0 0,2-1 0 0 0,14-44 0 0 0,-18 72-63 0 0,0 0-1 0 0,-1 0 1 0 0,2 0-1 0 0,-1 1 1 0 0,0-1-1 0 0,1 0 1 0 0,-1 1-1 0 0,1-1 1 0 0,0 1 0 0 0,-1 0-1 0 0,1 0 1 0 0,0 0-1 0 0,1-1 1 0 0,-1 2-1 0 0,0-1 1 0 0,1 0-1 0 0,-1 0 1 0 0,1 1-1 0 0,-1-1 1 0 0,1 1-1 0 0,-1 0 1 0 0,1 0-1 0 0,0 0 1 0 0,0 0-1 0 0,0 1 1 0 0,0-1-1 0 0,0 1 1 0 0,-1-1-1 0 0,1 1 1 0 0,0 0-1 0 0,0 0 1 0 0,0 0-1 0 0,6 2 1 0 0,-1 0-16 0 0,0 0 1 0 0,-1 1 0 0 0,1 0-1 0 0,-1 1 1 0 0,1 0-1 0 0,-1 0 1 0 0,0 0 0 0 0,0 1-1 0 0,-1 0 1 0 0,1 0-1 0 0,5 7 1 0 0,7 9-8 0 0,-1 1-1 0 0,-1 1 1 0 0,-1 0-1 0 0,16 32 1 0 0,44 106-119 0 0,-70-145 141 0 0,3 3 13 0 0,-1 2-1 0 0,-1-1 0 0 0,-1 1 0 0 0,-1 0 1 0 0,4 32-1 0 0,-9-51-10 0 0,0-1-98 0 0,1 0 1 0 0,-1 0-1 0 0,0 0 0 0 0,0 0 0 0 0,0 0 0 0 0,0 0 0 0 0,0 0 1 0 0,-1 0-1 0 0,1 0 0 0 0,0 0 0 0 0,0 0 0 0 0,-1 0 1 0 0,1 0-1 0 0,-1 0 0 0 0,1 0 0 0 0,0 0 0 0 0,-1 0 0 0 0,0 0 1 0 0,1 0-1 0 0,-1-1 0 0 0,0 1 0 0 0,-1 1 0 0 0,-19 2-4006 0 0,19-3 2191 0 0</inkml:trace>
</inkml:ink>
</file>

<file path=ppt/ink/ink5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5:07.4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98 352 0 0,'2'-3'697'0'0,"7"-5"-291"0"0,0 0 0 0 0,0 1-1 0 0,1 0 1 0 0,0 0 0 0 0,0 1 0 0 0,0 0 0 0 0,1 1 0 0 0,0 0 0 0 0,19-5 0 0 0,-10 3-548 0 0,0 2 0 0 0,0 1 0 0 0,1 0 0 0 0,40-1 0 0 0,-40 6-2040 0 0,-19 0 930 0 0</inkml:trace>
</inkml:ink>
</file>

<file path=ppt/ink/ink5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5:07.9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173 10 268 0 0,'-2'-10'6434'0'0,"-1"36"-5252"0"0,-3 49-1208 0 0,11 201 2268 0 0,-5-274-2148 0 0,-1 12 150 0 0,1-7 63 0 0,0-11 698 0 0,0-5-1031 0 0,1 0 0 0 0,-1 1 0 0 0,-1-1 0 0 0,0 0-1 0 0,0 0 1 0 0,0 0 0 0 0,-1 1 0 0 0,-1-1 0 0 0,0 1 0 0 0,0 0 0 0 0,0-1 0 0 0,-5-7 0 0 0,5 13-7 0 0,1 0 0 0 0,-1 0-1 0 0,0 0 1 0 0,0 0 0 0 0,0 1 0 0 0,0-1-1 0 0,0 1 1 0 0,0 0 0 0 0,-1 0 0 0 0,1 0-1 0 0,-1 0 1 0 0,1 1 0 0 0,-1-1 0 0 0,0 1-1 0 0,1 0 1 0 0,-1 0 0 0 0,0 1 0 0 0,0-1-1 0 0,0 1 1 0 0,0-1 0 0 0,0 1 0 0 0,0 1-1 0 0,0-1 1 0 0,1 0 0 0 0,-1 1 0 0 0,0 0-1 0 0,0 0 1 0 0,0 0 0 0 0,1 0 0 0 0,-1 1-1 0 0,0-1 1 0 0,1 1 0 0 0,-1 0 0 0 0,1 0 0 0 0,-3 3-1 0 0,5-5 30 0 0,0 1-1 0 0,0 0 1 0 0,0-1-1 0 0,0 1 1 0 0,1 0-1 0 0,-1 0 1 0 0,0 0-1 0 0,1-1 1 0 0,-1 1-1 0 0,0 0 1 0 0,1 0-1 0 0,-1 0 1 0 0,1 0-1 0 0,0 0 1 0 0,-1 0-1 0 0,1 0 1 0 0,0 0-1 0 0,-1 0 1 0 0,1 0-1 0 0,0 0 1 0 0,0 0-1 0 0,0 0 1 0 0,0 1-1 0 0,0-1 0 0 0,0 0 1 0 0,0 0-1 0 0,1 0 1 0 0,-1 0-1 0 0,0 0 1 0 0,1 0-1 0 0,-1 0 1 0 0,0 0-1 0 0,1 0 1 0 0,-1 0-1 0 0,1 0 1 0 0,-1 0-1 0 0,1-1 1 0 0,0 1-1 0 0,-1 0 1 0 0,1 0-1 0 0,0 0 1 0 0,0-1-1 0 0,0 1 1 0 0,-1 0-1 0 0,1-1 1 0 0,0 1-1 0 0,2 0 1 0 0,42 26-76 0 0,-26-19-299 0 0,0-2 1 0 0,0 0 0 0 0,39 5-1 0 0,20-4-4206 0 0,-52-7 2434 0 0</inkml:trace>
</inkml:ink>
</file>

<file path=ppt/ink/ink5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5:08.7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 19 128 0 0,'-3'-13'1942'0'0,"-1"8"2178"0"0,-6 57-3666 0 0,2 0-1 0 0,3 0 1 0 0,1 1-1 0 0,8 104 1 0 0,2-84 1409 0 0,24-108-1713 0 0,-29 34-137 0 0,27-20 77 0 0,-21 17-116 0 0,-1 0 1 0 0,1 0 0 0 0,0 0 0 0 0,1 1-1 0 0,-1 0 1 0 0,0 0 0 0 0,15-3 0 0 0,-20 6 3 0 0,4 0 10 0 0,-1 0-1 0 0,0 0 0 0 0,1 1 1 0 0,-1 0-1 0 0,0 0 0 0 0,1 0 1 0 0,-1 0-1 0 0,0 1 0 0 0,6 3 1 0 0,53 31-102 0 0,-63-36 49 0 0,25 10-6264 0 0</inkml:trace>
</inkml:ink>
</file>

<file path=ppt/ink/ink5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5:09.0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71 984 0 0,'-1'-18'2962'0'0,"-4"-20"1174"0"0,4 23-8988 0 0</inkml:trace>
</inkml:ink>
</file>

<file path=ppt/ink/ink5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5:09.4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0 556 0 0,'0'0'5613'0'0,"1"8"-5383"0"0,-5 115 1034 0 0,-1-24-521 0 0,8 22 102 0 0,-3-119-736 0 0,1-2-101 0 0,-1 0-1 0 0,1 1 1 0 0,-1-1 0 0 0,1 0-1 0 0,0 0 1 0 0,-1 0-1 0 0,1 1 1 0 0,-1-1 0 0 0,1 0-1 0 0,-1 0 1 0 0,1 0-1 0 0,0 0 1 0 0,-1 0-1 0 0,1 0 1 0 0,-1 0 0 0 0,1 0-1 0 0,0 0 1 0 0,-1 0-1 0 0,1-1 1 0 0,-1 1 0 0 0,1 0-1 0 0,-1 0 1 0 0,1 0-1 0 0,-1-1 1 0 0,2 0 0 0 0,16-20 274 0 0,27-40 0 0 0,-45 59-195 0 0,1 2-81 0 0,-1-1 1 0 0,0 1-1 0 0,0 0 1 0 0,0 0-1 0 0,0-1 1 0 0,0 1-1 0 0,0 0 1 0 0,0-1-1 0 0,0 1 1 0 0,1 0-1 0 0,-1 0 1 0 0,0-1-1 0 0,0 1 1 0 0,0 0-1 0 0,1 0 1 0 0,-1 0-1 0 0,0-1 1 0 0,0 1-1 0 0,1 0 1 0 0,-1 0-1 0 0,0 0 1 0 0,0 0-1 0 0,1-1 1 0 0,-1 1-1 0 0,0 0 1 0 0,0 0-1 0 0,1 0 1 0 0,-1 0-1 0 0,0 0 1 0 0,1 0-1 0 0,-1 0 1 0 0,0 0-1 0 0,1 0 1 0 0,-1 0-1 0 0,0 0 1 0 0,0 0 0 0 0,1 0-1 0 0,-1 0 1 0 0,0 0-1 0 0,1 0 1 0 0,-1 0-1 0 0,0 0 1 0 0,0 1-1 0 0,1-1 1 0 0,13 11-90 0 0,10 32-1280 0 0,0-18-3809 0 0,-16-21 2988 0 0</inkml:trace>
</inkml:ink>
</file>

<file path=ppt/ink/ink5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5:10.2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102 31 324 0 0,'-1'-2'423'0'0,"1"0"0"0"0,-1 0 0 0 0,0 0-1 0 0,0 0 1 0 0,0 0 0 0 0,0 1 0 0 0,0-1 0 0 0,-1 0 0 0 0,1 1-1 0 0,0-1 1 0 0,-1 0 0 0 0,1 1 0 0 0,-1 0 0 0 0,0-1 0 0 0,0 1-1 0 0,1 0 1 0 0,-4-2 0 0 0,3 3-347 0 0,0 0 1 0 0,0 0-1 0 0,0 0 0 0 0,0 0 0 0 0,0 0 1 0 0,0 1-1 0 0,0-1 0 0 0,0 0 0 0 0,0 1 1 0 0,0 0-1 0 0,0-1 0 0 0,0 1 0 0 0,0 0 1 0 0,1 0-1 0 0,-1 0 0 0 0,0 0 0 0 0,1 0 0 0 0,-1 1 1 0 0,0-1-1 0 0,-1 3 0 0 0,-30 40 883 0 0,32-42-900 0 0,1 0-11 0 0,0-1-56 0 0,-1 0 0 0 0,1 0 0 0 0,0 0 1 0 0,0 1-1 0 0,1-1 0 0 0,-1 0 0 0 0,0 0 1 0 0,0 1-1 0 0,0-1 0 0 0,1 0 0 0 0,-1 0 0 0 0,1 0 1 0 0,-1 0-1 0 0,1 0 0 0 0,-1 0 0 0 0,1 1 0 0 0,1 0 1 0 0,37 1-405 0 0,-37-3 319 0 0,35 12-496 0 0,-30-6 483 0 0,-1-1 14 0 0,0 0 1 0 0,0 0 0 0 0,0 0-1 0 0,0-1 1 0 0,1 0-1 0 0,7 3 1 0 0,-12-6 62 0 0,0-1 18 0 0,0 0 0 0 0,0 0 0 0 0,-1 0 0 0 0,1 0 0 0 0,0-1 0 0 0,0 1 0 0 0,0 0 0 0 0,0-1 0 0 0,0 0 0 0 0,-1 1 0 0 0,1-1 0 0 0,0 0 0 0 0,-1 0 0 0 0,1 0 0 0 0,0 0 0 0 0,2-2 1 0 0,30-19-425 0 0,-21 12 100 0 0,0 0 0 0 0,1 1-1 0 0,20-10 1 0 0,-12 8-37 0 0,-21 10 254 0 0,34 2-419 0 0,-26 6 481 0 0,-1 0 0 0 0,1-1-1 0 0,0 1 1 0 0,0-2 0 0 0,0 1 0 0 0,1-1 0 0 0,0-1-1 0 0,14 5 1 0 0,-16-7-62 0 0,0-1 0 0 0,0 0 0 0 0,0 0 0 0 0,0-1 0 0 0,0 0 0 0 0,0 0 0 0 0,0-1 0 0 0,0 0 0 0 0,0 0 0 0 0,0-1 0 0 0,11-3 0 0 0,4-2-210 0 0,-12 4 306 0 0,-1 0-1 0 0,1-1 1 0 0,-1 0-1 0 0,19-11 1 0 0,-27 14 250 0 0,-2 1-170 0 0,0 0 0 0 0,0 0 0 0 0,1 0 0 0 0,-1 0 0 0 0,0 0 0 0 0,0-1 0 0 0,1 1 0 0 0,-1 0 0 0 0,0 0 0 0 0,0 0 0 0 0,1 0-1 0 0,-1-1 1 0 0,0 1 0 0 0,0 0 0 0 0,0 0 0 0 0,0 0 0 0 0,1-1 0 0 0,-1 1 0 0 0,0 0 0 0 0,0 0 0 0 0,0-1 0 0 0,0 1 0 0 0,0 0 0 0 0,1 0 0 0 0,-1-1-1 0 0,0 1 1 0 0,0 0 0 0 0,0 0 0 0 0,0-1 0 0 0,0 1 0 0 0,0 0 0 0 0,0-1 0 0 0,0 1 0 0 0,0 0 0 0 0,0 0 0 0 0,0-1 0 0 0,0 1 0 0 0,-1 0 0 0 0,1-1-1 0 0,0 1 1 0 0,0 0 0 0 0,0 0 0 0 0,0-1 0 0 0,-3 0 9 0 0,0 0-1 0 0,0 0 0 0 0,1 0 1 0 0,-1 0-1 0 0,0 1 1 0 0,0-1-1 0 0,0 1 1 0 0,0 0-1 0 0,0 0 0 0 0,0 0 1 0 0,0 0-1 0 0,1 1 1 0 0,-1-1-1 0 0,0 1 0 0 0,0-1 1 0 0,0 1-1 0 0,0 0 1 0 0,1 0-1 0 0,-1 0 0 0 0,0 1 1 0 0,1-1-1 0 0,-5 4 1 0 0,6-5-2 0 0,0 1-40 0 0,1-1-1 0 0,-1 1 1 0 0,0-1-1 0 0,1 0 1 0 0,-1 1 0 0 0,0-1-1 0 0,1 1 1 0 0,-1-1 0 0 0,1 1-1 0 0,-1 0 1 0 0,1-1-1 0 0,-1 1 1 0 0,1 0 0 0 0,0-1-1 0 0,-1 1 1 0 0,1 0-1 0 0,0-1 1 0 0,-1 1 0 0 0,1 0-1 0 0,0 0 1 0 0,0-1 0 0 0,0 1-1 0 0,-1 1 1 0 0,16 3-68 0 0,-1 0 0 0 0,1-2 0 0 0,-1 1 1 0 0,1-2-1 0 0,0 0 0 0 0,0-1 0 0 0,0 0 0 0 0,25-3 1 0 0,-14 1-2173 0 0,-21 1 93 0 0,7-1 161 0 0</inkml:trace>
</inkml:ink>
</file>

<file path=ppt/ink/ink5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5:10.5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56 504 0 0,'0'0'2332'0'0,"6"-16"-216"0"0,0 9-383 0 0,4-3-341 0 0,1 4-380 0 0,0-1-692 0 0,-6 4-200 0 0,8-3-1240 0 0</inkml:trace>
</inkml:ink>
</file>

<file path=ppt/ink/ink5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5:12.6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106 15 92 0 0,'2'-14'5865'0'0,"-87"170"-5767"0"0,63-118-3774 0 0,22-36 2333 0 0</inkml:trace>
</inkml:ink>
</file>

<file path=ppt/ink/ink5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5:14.6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37 336 0 0,'16'-13'2856'0'0,"-12"14"-2741"0"0,-1-1-1 0 0,0 1 1 0 0,0 0-1 0 0,0 0 1 0 0,0 0-1 0 0,0 1 1 0 0,0-1 0 0 0,0 1-1 0 0,-1-1 1 0 0,1 1-1 0 0,0 0 1 0 0,-1 0-1 0 0,1 0 1 0 0,2 3-1 0 0,5 4 392 0 0,-9-8-319 0 0,-1-1-149 0 0,0 1 1 0 0,0-1-1 0 0,0 0 1 0 0,0 1 0 0 0,0-1-1 0 0,0 0 1 0 0,0 0-1 0 0,0 1 1 0 0,0-1 0 0 0,0 0-1 0 0,0 0 1 0 0,0 1-1 0 0,1-1 1 0 0,-1 0 0 0 0,0 0-1 0 0,0 1 1 0 0,0-1-1 0 0,0 0 1 0 0,0 0 0 0 0,1 1-1 0 0,-1-1 1 0 0,0 0 0 0 0,0 0-1 0 0,0 0 1 0 0,1 1-1 0 0,-1-1 1 0 0,0 0 0 0 0,0 0-1 0 0,1 0 1 0 0,-1 0-1 0 0,0 0 1 0 0,0 0 0 0 0,1 0-1 0 0,-1 0 1 0 0,0 1-1 0 0,1-1 1 0 0,-1 0 0 0 0,0 0-1 0 0,0 0 1 0 0,1 0-1 0 0,15-5 594 0 0,8-9-270 0 0,-24 14-334 0 0,10-8 153 0 0,-1 1-1 0 0,1 0 1 0 0,0 1 0 0 0,22-10 0 0 0,-31 16-151 0 0,0-1-28 0 0,0 1 1 0 0,-1 0-1 0 0,1 0 1 0 0,0-1-1 0 0,-1 1 1 0 0,1 0-1 0 0,0 0 1 0 0,-1 0-1 0 0,1 0 0 0 0,0 0 1 0 0,-1 0-1 0 0,1 0 1 0 0,0 0-1 0 0,-1 0 1 0 0,1 0-1 0 0,0 0 1 0 0,-1 0-1 0 0,1 1 1 0 0,0-1-1 0 0,-1 0 0 0 0,1 0 1 0 0,0 1-1 0 0,-1-1 1 0 0,1 0-1 0 0,-1 1 1 0 0,1-1-1 0 0,0 1 1 0 0,-1-1-1 0 0,1 1 1 0 0,0 0-1 0 0,24 14-26 0 0,-24-14-17 0 0,43 34-5119 0 0,-29-28 2912 0 0</inkml:trace>
</inkml:ink>
</file>

<file path=ppt/ink/ink5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5:17.7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47 64 0 0,'13'-44'5676'0'0,"-12"42"-4746"0"0,-1 2-850 0 0,1 0-1 0 0,-1 0 1 0 0,1 0-1 0 0,-1 1 1 0 0,1-1 0 0 0,-1 0-1 0 0,1 0 1 0 0,-1 0-1 0 0,0 1 1 0 0,1-1 0 0 0,-1 0-1 0 0,1 1 1 0 0,-1-1-1 0 0,0 0 1 0 0,1 1 0 0 0,-1-1-1 0 0,0 0 1 0 0,0 1 0 0 0,1-1-1 0 0,-1 1 1 0 0,0-1-1 0 0,0 1 1 0 0,0-1 0 0 0,1 0-1 0 0,-1 1 1 0 0,0-1-1 0 0,0 1 1 0 0,0-1 0 0 0,0 2-1 0 0,2 25 899 0 0,-10 48-1070 0 0,3-32 360 0 0,-7 42 388 0 0,12-83-492 0 0,5-4-76 0 0,156-104 406 0 0,-160 105-501 0 0,0 1-1 0 0,0-1 1 0 0,0 1 0 0 0,0-1 0 0 0,0 1 0 0 0,0-1 0 0 0,0 1-1 0 0,0 0 1 0 0,0 0 0 0 0,0-1 0 0 0,0 1 0 0 0,1 0 0 0 0,-1 0-1 0 0,0 0 1 0 0,0 0 0 0 0,0 1 0 0 0,0-1 0 0 0,0 0 0 0 0,0 0-1 0 0,0 1 1 0 0,1-1 0 0 0,-1 0 0 0 0,0 1 0 0 0,0-1 0 0 0,0 1-1 0 0,-1 0 1 0 0,1-1 0 0 0,0 1 0 0 0,2 1 0 0 0,25 33-212 0 0,-2-3-1992 0 0,-11-22 1397 0 0,8 5-3789 0 0</inkml:trace>
</inkml:ink>
</file>

<file path=ppt/ink/ink5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5:18.2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112 15 584 0 0,'0'-1'297'0'0,"-1"0"1"0"0,1 0-1 0 0,-1 0 0 0 0,0 0 0 0 0,1 1 0 0 0,-1-1 1 0 0,0 0-1 0 0,1 0 0 0 0,-1 0 0 0 0,0 1 1 0 0,0-1-1 0 0,0 0 0 0 0,1 1 0 0 0,-1-1 1 0 0,0 1-1 0 0,0-1 0 0 0,0 1 0 0 0,0 0 0 0 0,0-1 1 0 0,-2 1-1 0 0,-4 1-145 0 0,0 1 1 0 0,1 1-1 0 0,-1-1 1 0 0,0 1-1 0 0,1 0 1 0 0,0 1-1 0 0,-1 0 0 0 0,1 0 1 0 0,1 0-1 0 0,-1 1 1 0 0,1-1-1 0 0,0 1 1 0 0,-8 10-1 0 0,12-14-81 0 0,1 0-55 0 0,0 0 0 0 0,0 0 0 0 0,0 0 1 0 0,0 0-1 0 0,0 0 0 0 0,1 0 0 0 0,-1 0 0 0 0,0-1 1 0 0,1 1-1 0 0,-1 0 0 0 0,0 0 0 0 0,1 0 0 0 0,-1 0 1 0 0,1-1-1 0 0,-1 1 0 0 0,1 0 0 0 0,-1 0 0 0 0,1-1 1 0 0,0 1-1 0 0,-1 0 0 0 0,1-1 0 0 0,0 1 0 0 0,0-1 1 0 0,-1 1-1 0 0,1-1 0 0 0,1 1 0 0 0,15 2 1 0 0,0 0-1 0 0,-1 1 0 0 0,25 9 1 0 0,-31-9-45 0 0,0 0 1 0 0,0-1-1 0 0,1-1 1 0 0,-1 0-1 0 0,0 0 0 0 0,14 0 1 0 0,-21-3 25 0 0,0 1 0 0 0,1-1 1 0 0,-1 0-1 0 0,1 0 0 0 0,-1 0 1 0 0,0 0-1 0 0,0 0 0 0 0,0-1 0 0 0,1 0 1 0 0,-1 1-1 0 0,-1-1 0 0 0,7-5 1 0 0,33-34-34 0 0,-11 12 184 0 0,-30 28-136 0 0,-1 0-14 0 0,1 1 0 0 0,-1-1 0 0 0,0 1 1 0 0,0 0-1 0 0,1-1 0 0 0,-1 1 0 0 0,1 0 1 0 0,-1-1-1 0 0,0 1 0 0 0,1 0 0 0 0,-1-1 1 0 0,1 1-1 0 0,-1 0 0 0 0,1 0 0 0 0,-1-1 1 0 0,1 1-1 0 0,-1 0 0 0 0,1 0 1 0 0,-1 0-1 0 0,1 0 0 0 0,-1 0 0 0 0,1-1 1 0 0,-1 1-1 0 0,1 0 0 0 0,-1 0 0 0 0,1 0 1 0 0,-1 1-1 0 0,1-1 0 0 0,-1 0 0 0 0,1 0 1 0 0,-1 0-1 0 0,1 0 0 0 0,-1 0 0 0 0,1 1 1 0 0,-1-1-1 0 0,1 0 0 0 0,0 1 0 0 0,21 9-449 0 0,-4 8-1157 0 0,-4-6-2423 0 0,-9-8 2156 0 0</inkml:trace>
</inkml:ink>
</file>

<file path=ppt/ink/ink5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5:18.8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35 520 0 0,'1'-1'399'0'0,"0"-1"-1"0"0,0 1 1 0 0,0 0 0 0 0,0 0-1 0 0,0 0 1 0 0,0 0 0 0 0,0 0-1 0 0,0 0 1 0 0,1 0 0 0 0,-1 0-1 0 0,0 1 1 0 0,1-1 0 0 0,2 0-1 0 0,-3 1-326 0 0,1 0 1 0 0,0 1-1 0 0,0 0 0 0 0,-1 0 0 0 0,1-1 0 0 0,0 1 0 0 0,-1 0 1 0 0,1 0-1 0 0,-1 0 0 0 0,1 1 0 0 0,-1-1 0 0 0,0 0 0 0 0,1 0 1 0 0,-1 1-1 0 0,0-1 0 0 0,2 3 0 0 0,-3-3 66 0 0,2 8 130 0 0,-2-8-185 0 0,0 1 0 0 0,0 0 0 0 0,0-1 0 0 0,0 1 0 0 0,1-1 1 0 0,-1 1-1 0 0,0-1 0 0 0,1 1 0 0 0,-1-1 0 0 0,1 1 0 0 0,0-1 0 0 0,-1 1 1 0 0,1-1-1 0 0,1 2 0 0 0,30-22-50 0 0,60-35-352 0 0,-90 54 262 0 0,36 12-481 0 0,-37-11 499 0 0,34 25-871 0 0,-24-24 213 0 0,0-1 0 0 0,-1-1 0 0 0,1 0 0 0 0,0 0 0 0 0,0-1 0 0 0,10-3 0 0 0,-19 4-583 0 0</inkml:trace>
</inkml:ink>
</file>

<file path=ppt/ink/ink5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5:19.1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 19 220 0 0,'0'-1'167'0'0,"0"1"0"0"0,0-1 0 0 0,0 0-1 0 0,0 1 1 0 0,0-1 0 0 0,0 1 0 0 0,0-1 0 0 0,0 1 0 0 0,0-1 0 0 0,0 1 0 0 0,0-1-1 0 0,0 0 1 0 0,0 1 0 0 0,-1-1 0 0 0,1 1 0 0 0,0-1 0 0 0,0 1 0 0 0,-1-1-1 0 0,1 1 1 0 0,0 0 0 0 0,-1-1 0 0 0,1 1 0 0 0,0-1 0 0 0,-1 1 0 0 0,1 0 0 0 0,-1-1-1 0 0,1 1 1 0 0,-1 0 0 0 0,1-1 0 0 0,0 1 0 0 0,-1 0 0 0 0,0-1 0 0 0,1 1-1 0 0,-1 0 1 0 0,1 0 0 0 0,-1 0 0 0 0,1 0 0 0 0,-1 0 0 0 0,1 0 0 0 0,-2 0-1 0 0,-1-1-1170 0 0,0-1 1362 0 0,-33 18 579 0 0,35-16-901 0 0,0 1-1 0 0,0-1 1 0 0,0 0-1 0 0,0 1 1 0 0,0-1-1 0 0,0 1 1 0 0,0-1-1 0 0,0 1 1 0 0,1 0-1 0 0,-1-1 1 0 0,0 1-1 0 0,0 0 1 0 0,0 0-1 0 0,1-1 1 0 0,-1 1-1 0 0,0 0 1 0 0,1 0-1 0 0,-1 0 1 0 0,1 0 0 0 0,-1 0-1 0 0,1 0 1 0 0,-1 0-1 0 0,1 0 1 0 0,0 0-1 0 0,-1 0 1 0 0,1 0-1 0 0,0 0 1 0 0,0 1-1 0 0,1 0-3 0 0,0-1-1 0 0,-1 0 1 0 0,1 0 0 0 0,0 0-1 0 0,1 0 1 0 0,-1 0-1 0 0,0 0 1 0 0,0 0-1 0 0,0 0 1 0 0,1-1 0 0 0,-1 1-1 0 0,0 0 1 0 0,0-1-1 0 0,1 1 1 0 0,-1-1-1 0 0,1 1 1 0 0,1-1 0 0 0,8 3-250 0 0,1 0 0 0 0,0-1 0 0 0,18 1 0 0 0,-24-3-298 0 0,11 0-3315 0 0</inkml:trace>
</inkml:ink>
</file>

<file path=ppt/ink/ink5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5:25.5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48 340 212 0 0,'-3'-23'3325'0'0,"3"21"-2984"0"0,0 0 0 0 0,-1 0 0 0 0,1 0 0 0 0,0 0 0 0 0,-1 0 0 0 0,1 0 0 0 0,-1 0 0 0 0,0 0 0 0 0,1 1 0 0 0,-1-1 0 0 0,-3-5 1972 0 0,-2 44-1909 0 0,1 0 0 0 0,2 0 0 0 0,2 58 0 0 0,1-61-176 0 0,-3-16 1447 0 0,-4-35-1318 0 0,-4-41-232 0 0,13 26-12 0 0,1 0 0 0 0,10-45 0 0 0,-5 34-32 0 0,-3 26-104 0 0,0 0 1 0 0,1 0-1 0 0,1 1 0 0 0,0 0 1 0 0,1 0-1 0 0,1 1 1 0 0,0 0-1 0 0,2 1 0 0 0,-1 0 1 0 0,2 0-1 0 0,-1 1 0 0 0,2 1 1 0 0,0 0-1 0 0,29-20 1 0 0,-31 25-195 0 0,0 0 1 0 0,0 1-1 0 0,1 1 1 0 0,0 0-1 0 0,0 1 1 0 0,0 0 0 0 0,21-4-1 0 0,-25 7-323 0 0,0 0-1 0 0,0 1 1 0 0,0 0-1 0 0,0 0 1 0 0,-1 1 0 0 0,1 0-1 0 0,0 0 1 0 0,0 1-1 0 0,-1 0 1 0 0,1 0-1 0 0,-1 1 1 0 0,0 0 0 0 0,13 7-1 0 0,-5-2-1928 0 0</inkml:trace>
</inkml:ink>
</file>

<file path=ppt/ink/ink5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5:25.8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7 336 0 0,'0'0'4416'0'0,"7"-1"-3993"0"0,1-1-323 0 0,0 1 0 0 0,0 0 0 0 0,0 0 0 0 0,0 1 0 0 0,0 0 0 0 0,0 0 0 0 0,0 1 0 0 0,0 0-1 0 0,0 0 1 0 0,0 1 0 0 0,-1 0 0 0 0,1 0 0 0 0,0 1 0 0 0,-1 0 0 0 0,0 1 0 0 0,1-1 0 0 0,-2 1 0 0 0,1 1 0 0 0,0-1 0 0 0,-1 1 0 0 0,0 0-1 0 0,6 7 1 0 0,-11-11-404 0 0,0 1 42 0 0,0-1 1 0 0,0 0-1 0 0,0 0 1 0 0,0 0-1 0 0,0 0 1 0 0,1 1-1 0 0,-1-1 1 0 0,0-1-1 0 0,0 1 1 0 0,1 0-1 0 0,-1 0 1 0 0,0 0-1 0 0,1-1 1 0 0,-1 1-1 0 0,2 0 1 0 0,6-1-1420 0 0</inkml:trace>
</inkml:ink>
</file>

<file path=ppt/ink/ink5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5:26.2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69 328 0 0,'-3'-44'4762'0'0,"3"43"-4186"0"0,1-5 215 0 0,-1 5-785 0 0,0 0 0 0 0,0 1 0 0 0,0-1 1 0 0,0 0-1 0 0,0 0 0 0 0,0 1 0 0 0,0-1 0 0 0,0 0 0 0 0,0 0 0 0 0,0 1 0 0 0,1-1 0 0 0,-1 0 1 0 0,0 1-1 0 0,1-1 0 0 0,-1 0 0 0 0,0 1 0 0 0,1-1 0 0 0,-1 0 0 0 0,1 1 0 0 0,-1-1 0 0 0,1 1 1 0 0,-1-1-1 0 0,1 0 0 0 0,0 0 0 0 0,2 2-383 0 0,0-1 1 0 0,0 0-1 0 0,-1 1 0 0 0,1 0 1 0 0,0 0-1 0 0,0-1 1 0 0,-1 2-1 0 0,1-1 0 0 0,3 2 1 0 0,-5-3 409 0 0,11 5-1650 0 0</inkml:trace>
</inkml:ink>
</file>

<file path=ppt/ink/ink5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5:26.5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69 8 464 0 0,'0'0'750'0'0,"0"0"-638"0"0,0-1 0 0 0,-1 1 1 0 0,1-1-1 0 0,-1 1 0 0 0,1-1 0 0 0,0 1 0 0 0,-1-1 0 0 0,1 1 1 0 0,-1 0-1 0 0,1-1 0 0 0,-1 1 0 0 0,0 0 0 0 0,1-1 0 0 0,-1 1 1 0 0,1 0-1 0 0,-1 0 0 0 0,1-1 0 0 0,-1 1 0 0 0,0 0 0 0 0,1 0 0 0 0,-1 0 1 0 0,0 0-1 0 0,1 0 0 0 0,-1 0 0 0 0,1 0 0 0 0,-1 0 0 0 0,0 0 1 0 0,1 0-1 0 0,-1 0 0 0 0,0 1 0 0 0,-2 2-36 0 0,1 1-1 0 0,0-1 1 0 0,0 1 0 0 0,0 0-1 0 0,1 0 1 0 0,0 0-1 0 0,-1 0 1 0 0,1 0 0 0 0,1 0-1 0 0,-1 0 1 0 0,1 1-1 0 0,-1-1 1 0 0,1 0 0 0 0,0 0-1 0 0,1 0 1 0 0,-1 0-1 0 0,2 7 1 0 0,3 11 134 0 0,1 0-1 0 0,11 26 1 0 0,-10-30-74 0 0,-1 0 0 0 0,6 28 0 0 0,-11-38-83 0 0,0 0-1 0 0,0 0 0 0 0,-1 1 1 0 0,0-1-1 0 0,0 0 0 0 0,-1 1 1 0 0,0-1-1 0 0,-1 0 1 0 0,-3 14-1 0 0,3-19-77 0 0,1 0 1 0 0,-1 0-1 0 0,0 1 1 0 0,0-1-1 0 0,0 0 1 0 0,0-1-1 0 0,-1 1 1 0 0,1 0-1 0 0,-1-1 0 0 0,1 1 1 0 0,-1-1-1 0 0,0 0 1 0 0,0 0-1 0 0,0 0 1 0 0,0 0-1 0 0,-1 0 1 0 0,1-1-1 0 0,0 1 1 0 0,-1-1-1 0 0,1 0 0 0 0,-1 0 1 0 0,1 0-1 0 0,-1-1 1 0 0,-3 1-1 0 0,4-1-624 0 0,-4-15-4297 0 0</inkml:trace>
</inkml:ink>
</file>

<file path=ppt/ink/ink5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5:26.9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14 432 9857 0 0,'0'0'4526'0'0,"-2"-6"-3790"0"0,-1-3-251 0 0,1-1-1 0 0,0 1 0 0 0,0-1 0 0 0,1 0 1 0 0,0 1-1 0 0,0-1 0 0 0,1 0 0 0 0,1 0 1 0 0,0 0-1 0 0,2-12 0 0 0,12-31-2588 0 0,-15 51 1064 0 0,13-7-3727 0 0,-7 5-354 0 0,1-2 951 0 0</inkml:trace>
  <inkml:trace contextRef="#ctx0" brushRef="#br0" timeOffset="1">99 54 584 0 0,'-3'-13'2100'0'0,"-1"2"428"0"0,3-4-1399 0 0,9 0-1941 0 0</inkml:trace>
</inkml:ink>
</file>

<file path=ppt/ink/ink5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5:29.6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213 111 300 0 0,'5'20'403'0'0,"-1"0"-1"0"0,0 0 1 0 0,-2 1 0 0 0,0-1 0 0 0,-1 1-1 0 0,-2 0 1 0 0,0-1 0 0 0,-6 34-1 0 0,7-52-325 0 0,-1 1-1 0 0,1-1 0 0 0,-1 0 1 0 0,0 1-1 0 0,1-1 0 0 0,-1 0 0 0 0,0 0 1 0 0,0 0-1 0 0,-1 0 0 0 0,1 0 1 0 0,0 0-1 0 0,-1 0 0 0 0,1 0 1 0 0,-1-1-1 0 0,0 1 0 0 0,1 0 0 0 0,-1-1 1 0 0,0 1-1 0 0,0-1 0 0 0,0 0 1 0 0,0 0-1 0 0,-3 1 0 0 0,2-1-31 0 0,0 0 0 0 0,0-1 0 0 0,0 0 0 0 0,0 0 0 0 0,0 0 0 0 0,-1 0-1 0 0,1 0 1 0 0,0 0 0 0 0,0-1 0 0 0,0 0 0 0 0,0 0 0 0 0,0 0 0 0 0,0 0 0 0 0,-4-2 0 0 0,-3-2 4 0 0,0 0 0 0 0,0-2 0 0 0,0 1 0 0 0,1-1 0 0 0,0 0 1 0 0,0-1-1 0 0,-10-12 0 0 0,12 12-26 0 0,1-1 0 0 0,1 1 1 0 0,0-1-1 0 0,0 0 0 0 0,1-1 0 0 0,0 1 1 0 0,0-1-1 0 0,1 1 0 0 0,0-1 1 0 0,1 0-1 0 0,0-1 0 0 0,1 1 0 0 0,0 0 1 0 0,0-13-1 0 0,1 17-21 0 0,1 1 1 0 0,-1-1-1 0 0,1 0 0 0 0,0 0 1 0 0,0 1-1 0 0,1-1 0 0 0,0 1 1 0 0,0-1-1 0 0,0 1 0 0 0,1 0 1 0 0,-1 0-1 0 0,1 0 1 0 0,1 0-1 0 0,-1 0 0 0 0,1 1 1 0 0,-1-1-1 0 0,1 1 0 0 0,0 0 1 0 0,1 0-1 0 0,-1 0 0 0 0,1 1 1 0 0,0 0-1 0 0,0 0 1 0 0,0 0-1 0 0,0 0 0 0 0,6-1 1 0 0,3-1-6 0 0,1 1 0 0 0,-1 1 1 0 0,1 0-1 0 0,0 1 0 0 0,0 0 1 0 0,0 2-1 0 0,0-1 0 0 0,0 2 0 0 0,0 0 1 0 0,0 1-1 0 0,0 1 0 0 0,0 0 1 0 0,0 1-1 0 0,-1 0 0 0 0,0 1 1 0 0,16 8-1 0 0,-10-3 0 0 0,0 1 0 0 0,-1 0 0 0 0,0 2 0 0 0,0 0 1 0 0,-2 1-1 0 0,0 1 0 0 0,0 0 0 0 0,-1 1 0 0 0,-1 1 0 0 0,17 25 0 0 0,-28-37-4 0 0,-2-4 6 0 0,-1 1 0 0 0,1 0 0 0 0,-1-1 0 0 0,0 1 0 0 0,0 0 0 0 0,0 0 0 0 0,0 0 0 0 0,0 0 0 0 0,0 0 0 0 0,-1 0 0 0 0,1 0 0 0 0,-1 0 0 0 0,1 0 0 0 0,-1 0 0 0 0,0 1 0 0 0,1 3 0 0 0,0-1-54 0 0,-1 0 1 0 0,1 0 0 0 0,-1 0 0 0 0,0 1-1 0 0,0-1 1 0 0,0 0 0 0 0,-1 1-1 0 0,-1 5 1 0 0,2-9-215 0 0,-1 1 0 0 0,0-1 0 0 0,1 0 1 0 0,-1 0-1 0 0,0 0 0 0 0,-1 0 0 0 0,1 0 0 0 0,0 0 0 0 0,0 0 0 0 0,-1-1 0 0 0,1 1 0 0 0,-1 0 0 0 0,-3 2 1 0 0,-6 4-1312 0 0</inkml:trace>
</inkml:ink>
</file>

<file path=ppt/ink/ink5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5:29.9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0 101 528 0 0,'17'-10'524'0'0,"10"2"-68"0"0,11-6-64 0 0,7 1-80 0 0,2 0-176 0 0,7 1-188 0 0,2 1-332 0 0,0 5-416 0 0,17-8 184 0 0</inkml:trace>
</inkml:ink>
</file>

<file path=ppt/ink/ink5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5:30.4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96 265 516 0 0,'24'57'4671'0'0,"15"69"-3624"0"0,-17-53-214 0 0,-16-56-625 0 0,-2-9 157 0 0,-2 1 0 0 0,1-1 0 0 0,-1 0 0 0 0,2 16 0 0 0,-4-22 579 0 0,0 0-331 0 0,0-2-588 0 0,0 0-1 0 0,0 0 1 0 0,0 1-1 0 0,0-1 1 0 0,1 0 0 0 0,-1 0-1 0 0,0 0 1 0 0,0 1 0 0 0,0-1-1 0 0,0 0 1 0 0,0 0 0 0 0,0 0-1 0 0,0 1 1 0 0,0-1-1 0 0,0 0 1 0 0,0 0 0 0 0,0 0-1 0 0,0 1 1 0 0,0-1 0 0 0,0 0-1 0 0,0 0 1 0 0,0 1 0 0 0,0-1-1 0 0,0 0 1 0 0,0 0-1 0 0,0 0 1 0 0,-1 1 0 0 0,1-1-1 0 0,0 0 1 0 0,0 0 0 0 0,0 0-1 0 0,0 0 1 0 0,0 1 0 0 0,0-1-1 0 0,-1 0 1 0 0,1 0-1 0 0,0 0 1 0 0,0 0 0 0 0,0 0-1 0 0,0 0 1 0 0,-1 1 0 0 0,1-1-1 0 0,0 0 1 0 0,0 0-1 0 0,0 0 1 0 0,-1 0 0 0 0,1 0-1 0 0,0 0 1 0 0,0 0 0 0 0,-1 0-1 0 0,1 0 1 0 0,0 0 0 0 0,0 0-1 0 0,0 0 1 0 0,-1 0-1 0 0,1 0 1 0 0,-13-8 130 0 0,1-1 0 0 0,0-1 0 0 0,1 1 0 0 0,0-2 0 0 0,0 0 0 0 0,1 0 0 0 0,1-1 0 0 0,0 0 0 0 0,0 0 0 0 0,-12-26 0 0 0,9 15-73 0 0,1-1 0 0 0,1 0 0 0 0,1-1 0 0 0,1 0 0 0 0,-7-44 1 0 0,13 58-124 0 0,1 0 0 0 0,0 0 1 0 0,1 0-1 0 0,0 0 0 0 0,1 0 1 0 0,0 0-1 0 0,1 0 0 0 0,0 0 1 0 0,1 0-1 0 0,0 0 0 0 0,1 1 1 0 0,6-15-1 0 0,-6 18-25 0 0,1-1 0 0 0,0 1 1 0 0,0 0-1 0 0,1 0 0 0 0,0 1 0 0 0,0-1 0 0 0,0 1 0 0 0,1 1 0 0 0,0-1 1 0 0,0 1-1 0 0,0 0 0 0 0,1 1 0 0 0,0-1 0 0 0,0 2 0 0 0,16-7 0 0 0,-10 6-21 0 0,1 0-1 0 0,0 0 1 0 0,1 1-1 0 0,-1 1 1 0 0,0 1-1 0 0,1 0 0 0 0,-1 1 1 0 0,17 2-1 0 0,-25-2 27 0 0,-1 1-1 0 0,1 1 0 0 0,0-1 1 0 0,-1 1-1 0 0,1 0 1 0 0,-1 0-1 0 0,0 1 1 0 0,0 0-1 0 0,0 0 0 0 0,0 1 1 0 0,0-1-1 0 0,-1 1 1 0 0,1 0-1 0 0,-1 1 0 0 0,0-1 1 0 0,0 1-1 0 0,-1 0 1 0 0,0 1-1 0 0,0-1 1 0 0,7 12-1 0 0,-9-15 35 0 0,-1 1 0 0 0,0 0 0 0 0,1 0 0 0 0,-1 0 0 0 0,0 0 0 0 0,-1 0 0 0 0,1 0 0 0 0,0 0-1 0 0,-1 0 1 0 0,1 0 0 0 0,-1 0 0 0 0,0 0 0 0 0,0 0 0 0 0,-1 0 0 0 0,1 0 0 0 0,0 0 0 0 0,-1 0 0 0 0,0 0 0 0 0,0 0 0 0 0,0 0 0 0 0,-2 4 0 0 0,1-3 13 0 0,-1 0 1 0 0,-1 0 0 0 0,1 0-1 0 0,-1 0 1 0 0,1 0 0 0 0,-1-1-1 0 0,0 1 1 0 0,0-1 0 0 0,-1 0-1 0 0,1 0 1 0 0,-8 3 0 0 0,-11 4 45 0 0,0-2 1 0 0,0 0 0 0 0,-1-1-1 0 0,-26 4 1 0 0,15-8 323 0 0,13-2-1820 0 0,6 2-3431 0 0</inkml:trace>
</inkml:ink>
</file>

<file path=ppt/ink/ink5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5:31.8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162 37 708 0 0,'-2'-3'481'0'0,"1"0"1"0"0,-1 0-1 0 0,0 1 0 0 0,0-1 0 0 0,-1 1 0 0 0,1-1 1 0 0,0 1-1 0 0,-5-4 0 0 0,6 6 14 0 0,-12-3 1058 0 0,4 8-1345 0 0,0 0-1 0 0,0 1 1 0 0,1 0 0 0 0,-1 0 0 0 0,1 1 0 0 0,1-1 0 0 0,0 2 0 0 0,0-1 0 0 0,0 1 0 0 0,1 0 0 0 0,0 1 0 0 0,0 0-1 0 0,1-1 1 0 0,0 2 0 0 0,1-1 0 0 0,0 0 0 0 0,-5 20 0 0 0,9-29-197 0 0,0 1 0 0 0,0 0 0 0 0,0-1-1 0 0,0 1 1 0 0,0 0 0 0 0,0 0 0 0 0,1-1 0 0 0,-1 1 0 0 0,0 0-1 0 0,0-1 1 0 0,1 1 0 0 0,-1 0 0 0 0,0-1 0 0 0,1 1 0 0 0,-1 0 0 0 0,1-1-1 0 0,-1 1 1 0 0,1-1 0 0 0,-1 1 0 0 0,1-1 0 0 0,-1 1 0 0 0,1-1 0 0 0,-1 1-1 0 0,1-1 1 0 0,0 1 0 0 0,-1-1 0 0 0,1 0 0 0 0,0 1 0 0 0,-1-1-1 0 0,1 0 1 0 0,0 0 0 0 0,-1 1 0 0 0,1-1 0 0 0,0 0 0 0 0,0 0 0 0 0,0 0-1 0 0,24 3 158 0 0,-16-4-156 0 0,1-1 1 0 0,0 0-1 0 0,-1-1 1 0 0,0 0 0 0 0,1 0-1 0 0,-1-1 1 0 0,0 0-1 0 0,-1-1 1 0 0,1 0-1 0 0,-1 0 1 0 0,10-9-1 0 0,28-14-53 0 0,-44 27 12 0 0,-1 0 19 0 0,0 1-1 0 0,1-1 0 0 0,-1 1 0 0 0,0-1 1 0 0,0 1-1 0 0,0 0 0 0 0,0 0 0 0 0,1-1 1 0 0,-1 1-1 0 0,0 0 0 0 0,0 0 0 0 0,1 0 1 0 0,-1 0-1 0 0,0 0 0 0 0,0 0 0 0 0,1 1 1 0 0,-1-1-1 0 0,0 0 0 0 0,0 1 0 0 0,0-1 1 0 0,0 0-1 0 0,2 2 0 0 0,35 22-64 0 0,-29-19 69 0 0,-5-3 12 0 0,0-1 0 0 0,0 1 0 0 0,1-1 0 0 0,-1 0 0 0 0,1-1 0 0 0,-1 1 0 0 0,1-1 0 0 0,-1 0-1 0 0,1 0 1 0 0,-1 0 0 0 0,1-1 0 0 0,-1 1 0 0 0,1-1 0 0 0,-1 0 0 0 0,1-1 0 0 0,-1 1 0 0 0,0-1-1 0 0,0 1 1 0 0,0-1 0 0 0,0-1 0 0 0,0 1 0 0 0,5-4 0 0 0,2-3 15 0 0,0-1-1 0 0,-1-1 1 0 0,0 0-1 0 0,0 0 1 0 0,14-23 0 0 0,-15 20-3 0 0,-8 13-6 0 0,-1 0 51 0 0,1 0-1 0 0,-1 0 1 0 0,0 0-1 0 0,0 1 1 0 0,1-1-1 0 0,-1 0 0 0 0,1 0 1 0 0,-1 0-1 0 0,1 0 1 0 0,-1 1-1 0 0,1-1 1 0 0,-1 0-1 0 0,1 1 1 0 0,0-1-1 0 0,-1 0 0 0 0,1 1 1 0 0,0-1-1 0 0,-1 1 1 0 0,1-1-1 0 0,0 1 1 0 0,0-1-1 0 0,1 0 1 0 0,4 4-119 0 0,1 1 1 0 0,0-1 0 0 0,-1 1-1 0 0,1 0 1 0 0,-1 0 0 0 0,0 1 0 0 0,-1 0-1 0 0,1 0 1 0 0,-1 0 0 0 0,0 1 0 0 0,0-1-1 0 0,-1 1 1 0 0,1 1 0 0 0,6 12 0 0 0,4 4-41 0 0,-14-21 88 0 0,4 5-10 0 0,-1-1 1 0 0,1 0 0 0 0,0 0 0 0 0,0 0-1 0 0,10 8 1 0 0,-13-13 19 0 0,-1 0 1 0 0,1 0-1 0 0,0 0 1 0 0,-1 0-1 0 0,1 0 1 0 0,0-1-1 0 0,0 1 1 0 0,0-1-1 0 0,-1 1 0 0 0,1-1 1 0 0,0 0-1 0 0,0 1 1 0 0,0-1-1 0 0,0 0 1 0 0,0 0-1 0 0,0-1 1 0 0,0 1-1 0 0,0 0 0 0 0,-1-1 1 0 0,1 1-1 0 0,0-1 1 0 0,0 1-1 0 0,0-1 1 0 0,-1 0-1 0 0,1 0 1 0 0,0 0-1 0 0,1-1 0 0 0,53-33 50 0 0,-18 10 30 0 0,61-29 0 0 0,-89 49-78 0 0,-6 3-4 0 0,0 0-1 0 0,0 0 0 0 0,1 0 0 0 0,-1 1 0 0 0,1 0 0 0 0,-1 0 0 0 0,1 0 0 0 0,-1 0 0 0 0,1 1 0 0 0,0 0 0 0 0,5 0 0 0 0,-8 0-5 0 0,0 0 0 0 0,1 0-1 0 0,-1 0 1 0 0,0 0 0 0 0,0 0 0 0 0,0 1 0 0 0,0-1-1 0 0,0 1 1 0 0,0-1 0 0 0,0 1 0 0 0,0 0-1 0 0,0 0 1 0 0,0 0 0 0 0,0 0 0 0 0,0 0 0 0 0,0 0-1 0 0,-1 0 1 0 0,1 1 0 0 0,0-1 0 0 0,-1 1-1 0 0,0-1 1 0 0,1 1 0 0 0,-1 0 0 0 0,0 0 0 0 0,1-1-1 0 0,-1 1 1 0 0,0 0 0 0 0,-1 0 0 0 0,1 0 0 0 0,0 0-1 0 0,0 0 1 0 0,-1 0 0 0 0,1 3 0 0 0,0 3-7 0 0,0 0 0 0 0,0 0 0 0 0,-1 0 0 0 0,0 0 1 0 0,0 0-1 0 0,-1 0 0 0 0,-3 11 0 0 0,4-16 15 0 0,0-2-9 0 0,0 0-4 0 0,0 0 0 0 0,0 1 0 0 0,0-1 0 0 0,0 0 1 0 0,0 1-1 0 0,0-1 0 0 0,1 0 0 0 0,-1 1 0 0 0,1-1 1 0 0,-1 0-1 0 0,1 0 0 0 0,-1 1 0 0 0,1-1 0 0 0,-1 0 1 0 0,1 0-1 0 0,0 0 0 0 0,0 0 0 0 0,0 0 0 0 0,0 0 0 0 0,0 0 1 0 0,0 0-1 0 0,2 1 0 0 0,0-1-15 0 0,1-1-1 0 0,-1 0 1 0 0,1-1 0 0 0,-1 1-1 0 0,1 0 1 0 0,-1-1 0 0 0,0 0-1 0 0,1 0 1 0 0,-1 0 0 0 0,0 0-1 0 0,1-1 1 0 0,-1 1 0 0 0,0-1-1 0 0,0 1 1 0 0,4-4 0 0 0,44-42-441 0 0,-25 21 346 0 0,-10 6 1487 0 0,-16 20-1347 0 0,0 0 0 0 0,0 0 0 0 0,0 0 0 0 0,0 0 1 0 0,0 0-1 0 0,0 0 0 0 0,0 0 0 0 0,0 0 0 0 0,1 0 0 0 0,-1 0 0 0 0,0 0 0 0 0,0 1 0 0 0,0-1 0 0 0,0 0 0 0 0,0 0 0 0 0,0 0 0 0 0,0 0 0 0 0,0 0 0 0 0,0 0 0 0 0,0 0 0 0 0,0 0 0 0 0,0 0 0 0 0,0 0 0 0 0,1 0 0 0 0,-1 0 0 0 0,0 0 0 0 0,0 0 0 0 0,0 0 0 0 0,0 0 0 0 0,0 0 0 0 0,0 0 0 0 0,0 0 0 0 0,0 0 0 0 0,0 0 0 0 0,0 0 0 0 0,1 0 0 0 0,-1 0 0 0 0,0 0 0 0 0,0 0 0 0 0,0 0 0 0 0,0 0 1 0 0,0 0-1 0 0,0 0 0 0 0,0 0 0 0 0,0 0 0 0 0,0 0 0 0 0,10 22-728 0 0,-8-17 366 0 0,1-1 0 0 0,0 1-1 0 0,0-1 1 0 0,0 0 0 0 0,0 0-1 0 0,1 0 1 0 0,4 4 0 0 0,19 9-4349 0 0,-12-10 2074 0 0</inkml:trace>
</inkml:ink>
</file>

<file path=ppt/ink/ink5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5:33.0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84 221 948 0 0,'-8'-18'9005'0'0,"-5"17"-6344"0"0,-19 23-2447 0 0,31-21-77 0 0,-2 2-108 0 0,0 1 1 0 0,1-1-1 0 0,-1 1 1 0 0,1-1-1 0 0,-1 1 1 0 0,1 0-1 0 0,0 0 1 0 0,1-1-1 0 0,-1 2 1 0 0,1-1 0 0 0,-1 0-1 0 0,1 0 1 0 0,0 0-1 0 0,1 0 1 0 0,-1 1-1 0 0,1-1 1 0 0,0 0-1 0 0,0 6 1 0 0,0-8-21 0 0,0 1-1 0 0,0-1 1 0 0,1 1-1 0 0,-1-1 1 0 0,1 1 0 0 0,-1-1-1 0 0,1 0 1 0 0,0 1 0 0 0,0-1-1 0 0,0 0 1 0 0,0 0 0 0 0,0 0-1 0 0,1 0 1 0 0,-1 1 0 0 0,0-2-1 0 0,1 1 1 0 0,0 0 0 0 0,-1 0-1 0 0,1 0 1 0 0,0-1-1 0 0,0 1 1 0 0,0-1 0 0 0,0 0-1 0 0,0 1 1 0 0,0-1 0 0 0,1 0-1 0 0,-1 0 1 0 0,0 0 0 0 0,0-1-1 0 0,1 1 1 0 0,2 0 0 0 0,-2 0-27 0 0,1-2-17 0 0,0-1 0 0 0,0 1 1 0 0,0 0-1 0 0,0-1 1 0 0,0 0-1 0 0,0 0 1 0 0,7-5-1 0 0,-10 6 26 0 0,2-2-17 0 0,0 0-1 0 0,0 0 1 0 0,0-1-1 0 0,-1 1 0 0 0,1-1 1 0 0,-1 1-1 0 0,0-1 1 0 0,0 0-1 0 0,0 0 1 0 0,-1 0-1 0 0,1 0 1 0 0,-1 0-1 0 0,0 0 1 0 0,0 0-1 0 0,-1-1 0 0 0,1-5 1 0 0,-1 7 8 0 0,-11-45-63 0 0,11 46 177 0 0,-16-20 1267 0 0,22 26-1385 0 0,1 0 1 0 0,-1 0 0 0 0,1 0-1 0 0,0-1 1 0 0,0 0-1 0 0,1-1 1 0 0,-1 1-1 0 0,1-1 1 0 0,-1-1-1 0 0,1 1 1 0 0,-1-1-1 0 0,1-1 1 0 0,0 1-1 0 0,0-1 1 0 0,-1-1-1 0 0,1 1 1 0 0,0-1-1 0 0,-1-1 1 0 0,13-3-1 0 0,-4 1-27 0 0,0 0-1 0 0,0-2 0 0 0,0 0 0 0 0,0-1 1 0 0,-1 0-1 0 0,0-1 0 0 0,-1-1 0 0 0,19-14 1 0 0,-25 16 60 0 0,0 0 0 0 0,-1-1 1 0 0,0 0-1 0 0,0 0 1 0 0,-1-1-1 0 0,0 0 1 0 0,-1 0-1 0 0,0 0 0 0 0,0-1 1 0 0,-1 0-1 0 0,0 0 1 0 0,-1 0-1 0 0,4-17 1 0 0,-7 25 57 0 0,-1-5 10 0 0,1 7-78 0 0,0 0 0 0 0,0 0 0 0 0,0 1 0 0 0,0-1-1 0 0,0 0 1 0 0,0 0 0 0 0,0 0 0 0 0,-1 0 0 0 0,1 0-1 0 0,0 0 1 0 0,0 0 0 0 0,0 0 0 0 0,0 0 0 0 0,0 0-1 0 0,0 0 1 0 0,0 0 0 0 0,0 0 0 0 0,0 0 0 0 0,0 0-1 0 0,0 0 1 0 0,0 0 0 0 0,0 0 0 0 0,-1 0 0 0 0,1 0-1 0 0,0 0 1 0 0,0 0 0 0 0,0 0 0 0 0,0 0 0 0 0,0 0-1 0 0,0 0 1 0 0,0 0 0 0 0,0 0 0 0 0,0 0 0 0 0,0 0-1 0 0,0 0 1 0 0,-1 0 0 0 0,1 0 0 0 0,0 0-1 0 0,0 0 1 0 0,0 0 0 0 0,0 0 0 0 0,0 0 0 0 0,0 0-1 0 0,0 0 1 0 0,-36 218 1 0 0,-26 121-33 0 0,51-293 56 0 0,-3 0 0 0 0,-2-1 0 0 0,-1-1 0 0 0,-3 0 0 0 0,-29 47 0 0 0,46-87 76 0 0,1-1-1 0 0,-1 1 1 0 0,0-1 0 0 0,0 1-1 0 0,0-1 1 0 0,-1 0 0 0 0,1 0-1 0 0,-1 0 1 0 0,1-1 0 0 0,-8 4-1 0 0,8-5 154 0 0,-17-10 207 0 0,17 6-424 0 0,0 1-1 0 0,-1-1 1 0 0,1 0-1 0 0,0 0 1 0 0,0 0 0 0 0,1 0-1 0 0,-1-1 1 0 0,1 1-1 0 0,-1-1 1 0 0,1 1 0 0 0,0-1-1 0 0,1 0 1 0 0,-1 0-1 0 0,1 0 1 0 0,-1 0 0 0 0,1 0-1 0 0,0 0 1 0 0,1 0-1 0 0,-1 0 1 0 0,1-1-1 0 0,0 1 1 0 0,0 0 0 0 0,1-7-1 0 0,0-4-284 0 0,1-1 0 0 0,0 1-1 0 0,2 0 1 0 0,9-29 0 0 0,17-16-2682 0 0,-4 20-3344 0 0,-13 20 2759 0 0</inkml:trace>
</inkml:ink>
</file>

<file path=ppt/ink/ink5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5:34.4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89 100 0 0,'-27'-88'9908'0'0,"28"94"-9673"0"0,28 228 1097 0 0,-9-91-492 0 0,-10-16-744 0 0,-9-46-4604 0 0,-3-69 537 0 0</inkml:trace>
</inkml:ink>
</file>

<file path=ppt/ink/ink5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5:35.2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1 591 428 0 0,'99'-12'884'0'0,"176"-45"-1"0"0,-227 43-592 0 0,-1-2 0 0 0,-1-2-1 0 0,0-2 1 0 0,-1-2 0 0 0,68-46 0 0 0,-103 61-179 0 0,0 0 1 0 0,0-1-1 0 0,-1-1 1 0 0,0 1-1 0 0,-1-2 1 0 0,0 1-1 0 0,0-1 1 0 0,-1 0-1 0 0,0-1 1 0 0,-1 1-1 0 0,6-15 0 0 0,-9 18 2 0 0,-1-1-1 0 0,0 1 0 0 0,0-1 0 0 0,-1 0 0 0 0,1 0 0 0 0,-2 0 1 0 0,1 0-1 0 0,-1 0 0 0 0,0 0 0 0 0,-1 0 0 0 0,0 0 0 0 0,0 0 0 0 0,-1 0 1 0 0,0 0-1 0 0,0 1 0 0 0,-1-1 0 0 0,0 1 0 0 0,-6-11 0 0 0,5 10 134 0 0,0 0 0 0 0,-1 0-1 0 0,0 1 1 0 0,0-1 0 0 0,-1 1-1 0 0,0 0 1 0 0,0 1 0 0 0,0 0 0 0 0,-13-10-1 0 0,18 16 79 0 0,-13 17-84 0 0,8 33-47 0 0,2 1 0 0 0,4 79 0 0 0,-1 33 422 0 0,1-28 122 0 0,1-107-302 0 0,0-24 2394 0 0,1-8-2849 0 0,1-1-1 0 0,-1 1 1 0 0,1 0-1 0 0,0 0 1 0 0,0 0-1 0 0,0 1 1 0 0,1-1 0 0 0,-1 1-1 0 0,1 0 1 0 0,0 0-1 0 0,0 0 1 0 0,0 0-1 0 0,0 1 1 0 0,0-1-1 0 0,1 1 1 0 0,-1 0 0 0 0,1 0-1 0 0,-1 1 1 0 0,1 0-1 0 0,0-1 1 0 0,0 1-1 0 0,-1 1 1 0 0,1-1-1 0 0,0 1 1 0 0,0 0 0 0 0,0 0-1 0 0,0 0 1 0 0,0 1-1 0 0,0 0 1 0 0,8 2-1 0 0,3 0-85 0 0,9 3-146 0 0,1-1-1 0 0,49 1 1 0 0,-67-6 267 0 0,-1 0 1 0 0,1-1-1 0 0,0 0 0 0 0,-1 0 1 0 0,1-1-1 0 0,-1 0 1 0 0,0 0-1 0 0,1 0 1 0 0,-1-1-1 0 0,0-1 1 0 0,-1 1-1 0 0,1-1 1 0 0,0 0-1 0 0,7-7 1 0 0,-11 8 228 0 0,-1-1 0 0 0,1 0 0 0 0,-1 0 0 0 0,0 0 1 0 0,0-1-1 0 0,0 1 0 0 0,-1 0 0 0 0,2-6 1 0 0,-2 6-129 0 0,-1 3-323 0 0,21 11-865 0 0,-16-6 892 0 0,12 3-726 0 0,0 0 0 0 0,1-1 0 0 0,28 7 0 0 0,20-3-4481 0 0,-20-5 1829 0 0</inkml:trace>
</inkml:ink>
</file>

<file path=ppt/ink/ink5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5:36.6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3 549 248 0 0,'0'0'1686'0'0,"-3"-14"1494"0"0,10 5-2849 0 0,-1 1 1 0 0,1-1 0 0 0,0 1 0 0 0,1 0-1 0 0,0 1 1 0 0,0 0 0 0 0,1 0-1 0 0,0 0 1 0 0,0 1 0 0 0,0 1-1 0 0,1 0 1 0 0,17-7 0 0 0,-8 4-134 0 0,0 2 1 0 0,0 0-1 0 0,1 1 1 0 0,0 1-1 0 0,0 1 1 0 0,21-1-1 0 0,-36 4-170 0 0,-1 0-1 0 0,1 0 1 0 0,0 0-1 0 0,0 0 1 0 0,0 1 0 0 0,-1 0-1 0 0,1 0 1 0 0,0 1-1 0 0,-1-1 1 0 0,1 1 0 0 0,-1 0-1 0 0,1 0 1 0 0,-1 0-1 0 0,0 1 1 0 0,0-1 0 0 0,0 1-1 0 0,0 0 1 0 0,-1 0-1 0 0,1 1 1 0 0,-1-1 0 0 0,1 1-1 0 0,-1 0 1 0 0,-1 0-1 0 0,1 0 1 0 0,0 0 0 0 0,-1 0-1 0 0,0 0 1 0 0,0 1-1 0 0,0-1 1 0 0,0 1 0 0 0,-1-1-1 0 0,0 1 1 0 0,0 0-1 0 0,0 0 1 0 0,0 5 0 0 0,-1-3-14 0 0,1 0-1 0 0,-1 0 1 0 0,0 0 0 0 0,-1 1 0 0 0,1-1 0 0 0,-2 0-1 0 0,1 0 1 0 0,-1 0 0 0 0,0 0 0 0 0,0 0 0 0 0,-1 0 0 0 0,0-1-1 0 0,0 1 1 0 0,0-1 0 0 0,-1 0 0 0 0,0 0 0 0 0,0 0 0 0 0,-1 0-1 0 0,0-1 1 0 0,0 0 0 0 0,0 0 0 0 0,0 0 0 0 0,-7 4-1 0 0,-24 10-91 0 0,144-74-619 0 0,-72 39 553 0 0,-1-2 0 0 0,0-1 0 0 0,-2-2 0 0 0,0-1 0 0 0,38-34 1 0 0,-67 52 243 0 0,1 0 1 0 0,-1-1 0 0 0,-1 0-1 0 0,1 0 1 0 0,-1 0 0 0 0,0 0-1 0 0,0 0 1 0 0,0-1 0 0 0,-1 1-1 0 0,0-1 1 0 0,2-6 0 0 0,-4 9 43 0 0,-1-1 23 0 0,0 3-151 0 0,1-1-1 0 0,0 1 1 0 0,0 0-1 0 0,-1 0 1 0 0,1 0-1 0 0,0 0 1 0 0,-1 0-1 0 0,1 0 1 0 0,-1 0-1 0 0,1 0 1 0 0,-1 0-1 0 0,0 0 1 0 0,1 0-1 0 0,-1 0 1 0 0,0 0-1 0 0,0 0 1 0 0,0 0-1 0 0,0 1 1 0 0,1-1-1 0 0,-1 0 1 0 0,-2 0-1 0 0,-1 0-7 0 0,-1 0-1 0 0,1 1 1 0 0,0-1-1 0 0,-1 1 1 0 0,1 0-1 0 0,-1 0 1 0 0,1 1-1 0 0,0-1 0 0 0,-1 1 1 0 0,1 0-1 0 0,0 0 1 0 0,0 0-1 0 0,-1 1 1 0 0,1-1-1 0 0,0 1 1 0 0,0 0-1 0 0,1 1 0 0 0,-1-1 1 0 0,0 0-1 0 0,1 1 1 0 0,-1 0-1 0 0,1 0 1 0 0,0 0-1 0 0,0 0 0 0 0,0 1 1 0 0,1-1-1 0 0,-1 1 1 0 0,1-1-1 0 0,-1 1 1 0 0,1 0-1 0 0,1 0 1 0 0,-1 0-1 0 0,0 0 0 0 0,1 0 1 0 0,0 1-1 0 0,0-1 1 0 0,0 0-1 0 0,1 1 1 0 0,-1-1-1 0 0,1 1 1 0 0,0-1-1 0 0,0 0 0 0 0,1 1 1 0 0,-1-1-1 0 0,1 0 1 0 0,0 1-1 0 0,0-1 1 0 0,0 0-1 0 0,1 0 1 0 0,-1 0-1 0 0,1 0 0 0 0,0 0 1 0 0,1 0-1 0 0,-1 0 1 0 0,3 3-1 0 0,-1-2-28 0 0,1 0-1 0 0,-1 0 0 0 0,1 0 1 0 0,0-1-1 0 0,0 0 1 0 0,1 0-1 0 0,-1 0 1 0 0,1-1-1 0 0,0 1 1 0 0,0-1-1 0 0,0-1 0 0 0,0 1 1 0 0,0-1-1 0 0,1 0 1 0 0,-1-1-1 0 0,1 1 1 0 0,-1-1-1 0 0,1-1 1 0 0,11 1-1 0 0,-7-2-23 0 0,0 0 0 0 0,-1-1-1 0 0,1 0 1 0 0,-1 0 0 0 0,0-1 0 0 0,0-1 0 0 0,0 0 0 0 0,0 0-1 0 0,0-1 1 0 0,-1 0 0 0 0,16-12 0 0 0,-4 2-38 0 0,118-92-386 0 0,-92 70 352 0 0,-45 36 91 0 0,7 49-114 0 0,-5-38 139 0 0,4 8 112 0 0,-3-16 42 0 0,-2-2-167 0 0,-1 0 66 0 0,2-1-6 0 0,5-1-7 0 0,20-7-347 0 0,1 2 0 0 0,-1 1 0 0 0,57-3 0 0 0,-73 8 322 0 0,0 0 0 0 0,0-1 0 0 0,-1-1 1 0 0,1 0-1 0 0,0 0 0 0 0,-1-1 0 0 0,0-1 0 0 0,0 0 0 0 0,-1-1 0 0 0,1 0 1 0 0,-1-1-1 0 0,0 0 0 0 0,-1-1 0 0 0,0 0 0 0 0,0 0 0 0 0,-1-1 0 0 0,0-1 1 0 0,0 1-1 0 0,-1-2 0 0 0,0 1 0 0 0,-1-1 0 0 0,12-22 0 0 0,-11 15 212 0 0,0 0 0 0 0,-1-1-1 0 0,-1 0 1 0 0,0 0 0 0 0,-2 0-1 0 0,0-1 1 0 0,-2 0-1 0 0,2-36 1 0 0,-4 51-129 0 0,-1 0-1 0 0,1 1 0 0 0,-1-1 1 0 0,0 0-1 0 0,0 0 1 0 0,-1 0-1 0 0,1 1 0 0 0,-1-1 1 0 0,-4-8-1 0 0,4 12 29 0 0,-2 4-100 0 0,-2 3-15 0 0,-1 0 0 0 0,1 0 0 0 0,0 1 0 0 0,0-1 0 0 0,1 1 0 0 0,-1 1 0 0 0,2-1 0 0 0,-1 1 0 0 0,1 0 0 0 0,0 0 0 0 0,1 0 0 0 0,0 0 0 0 0,0 1 0 0 0,1-1 0 0 0,0 1 0 0 0,0 0 0 0 0,0 10 0 0 0,1-5-15 0 0,1 0-1 0 0,0-1 1 0 0,1 1 0 0 0,0 0 0 0 0,1-1-1 0 0,1 1 1 0 0,0-1 0 0 0,1 0 0 0 0,0 0-1 0 0,12 24 1 0 0,-14-33-25 0 0,0 0-1 0 0,0 0 1 0 0,1 0 0 0 0,0 0-1 0 0,0 0 1 0 0,0 0-1 0 0,0-1 1 0 0,1 0-1 0 0,0 1 1 0 0,-1-1 0 0 0,1 0-1 0 0,0-1 1 0 0,0 1-1 0 0,0-1 1 0 0,1 0-1 0 0,-1 0 1 0 0,1 0 0 0 0,-1-1-1 0 0,1 1 1 0 0,-1-1-1 0 0,1 0 1 0 0,0 0-1 0 0,0-1 1 0 0,-1 1 0 0 0,1-1-1 0 0,6-1 1 0 0,-2 0 0 0 0,-1 0 0 0 0,1-1 1 0 0,-1 0-1 0 0,0-1 0 0 0,0 0 0 0 0,1 0 1 0 0,-2 0-1 0 0,1-1 0 0 0,0-1 1 0 0,-1 1-1 0 0,0-1 0 0 0,0 0 1 0 0,10-10-1 0 0,21-20 399 0 0,-37 33-306 0 0,-1 2-62 0 0,0 0 1 0 0,0-1 0 0 0,0 1-1 0 0,0-1 1 0 0,0 1 0 0 0,0 0-1 0 0,0-1 1 0 0,1 1 0 0 0,-1 0-1 0 0,0-1 1 0 0,0 1-1 0 0,0-1 1 0 0,0 1 0 0 0,1 0-1 0 0,-1-1 1 0 0,0 1 0 0 0,1 0-1 0 0,-1 0 1 0 0,0-1 0 0 0,0 1-1 0 0,1 0 1 0 0,-1 0-1 0 0,0-1 1 0 0,1 1 0 0 0,-1 0-1 0 0,1 0 1 0 0,-1 0 0 0 0,0 0-1 0 0,1-1 1 0 0,-1 1 0 0 0,0 0-1 0 0,1 0 1 0 0,-1 0-1 0 0,1 0 1 0 0,-1 0 0 0 0,0 0-1 0 0,1 0 1 0 0,-1 0 0 0 0,1 0-1 0 0,-1 0 1 0 0,0 0 0 0 0,1 0-1 0 0,-1 1 1 0 0,1-1-1 0 0,-1 0 1 0 0,0 0 0 0 0,1 0-1 0 0,-1 1 1 0 0,0-1 0 0 0,1 0-1 0 0,26 14-41 0 0,-19-10 96 0 0,-2-1 39 0 0,-1-1 0 0 0,1-1 0 0 0,0 1 0 0 0,0-1 0 0 0,0 0 0 0 0,0-1 0 0 0,0 1 0 0 0,0-1 0 0 0,1 0 0 0 0,-1-1 0 0 0,0 1 0 0 0,0-1 0 0 0,0-1 0 0 0,0 1-1 0 0,10-5 1 0 0,-6 3-333 0 0,0 1 0 0 0,1 0-1 0 0,20-2 1 0 0,29 11-8119 0 0,-46-7 5421 0 0</inkml:trace>
</inkml:ink>
</file>

<file path=ppt/ink/ink5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5:36.9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58 288 0 0,'0'-5'1022'0'0,"0"4"-640"0"0,0 1 0 0 0,0-1-1 0 0,0 0 1 0 0,0 1 0 0 0,0-1-1 0 0,0 0 1 0 0,0 1-1 0 0,1-1 1 0 0,-1 1 0 0 0,0-1-1 0 0,0 0 1 0 0,0 1 0 0 0,1-1-1 0 0,-1 1 1 0 0,0-1-1 0 0,1 1 1 0 0,-1-1 0 0 0,0 1-1 0 0,1-1 1 0 0,-1 1 0 0 0,1-1-1 0 0,-1 1 1 0 0,1-1-1 0 0,-1 1 1 0 0,1 0 0 0 0,-1-1-1 0 0,1 1 1 0 0,-1 0 0 0 0,2-1-1 0 0,8 3-173 0 0,1-1 0 0 0,-1-1 0 0 0,1 1 0 0 0,-1-2 0 0 0,1 1 0 0 0,-1-1 0 0 0,1-1 0 0 0,-1 0 0 0 0,0 0 0 0 0,0-1 0 0 0,0-1 0 0 0,12-5-1 0 0,-21 9-123 0 0,1-1 355 0 0,15-6 991 0 0,-16 6-1434 0 0,0 0-1 0 0,1 0 0 0 0,-1 0 1 0 0,0 0-1 0 0,1 1 1 0 0,-1-1-1 0 0,0 0 0 0 0,1 1 1 0 0,-1-1-1 0 0,1 1 1 0 0,-1 0-1 0 0,1 0 0 0 0,-1-1 1 0 0,1 1-1 0 0,-1 0 0 0 0,1 0 1 0 0,1 0-1 0 0,15 4-1848 0 0,-5-1-6555 0 0,3-1 4433 0 0</inkml:trace>
</inkml:ink>
</file>

<file path=ppt/ink/ink5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5:37.3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15 113 14945 0 0,'-9'-19'372'0'0,"8"10"12"0"0,-4-1 52 0 0,5-8-212 0 0,0 3-175 0 0,5 6-65 0 0,4-6-417 0 0,-4 10-107 0 0,3-1-272 0 0,4 4-356 0 0,10-3-5740 0 0</inkml:trace>
</inkml:ink>
</file>

<file path=ppt/ink/ink5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5:37.6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 13457 0 0,'0'0'3082'0'0,"3"-2"-4492"0"0,7-9 741 0 0</inkml:trace>
</inkml:ink>
</file>

<file path=ppt/ink/ink5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5:48.8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562 62 424 0 0,'0'-1'176'0'0,"1"-4"340"0"0,-1 0 0 0 0,-1 0 0 0 0,1 1 0 0 0,0-1-1 0 0,-1 0 1 0 0,0 0 0 0 0,-2-6 0 0 0,2 10-454 0 0,0 0 0 0 0,1 0 0 0 0,-1 0-1 0 0,0 0 1 0 0,0 0 0 0 0,0 0 0 0 0,0 0 0 0 0,0 0 0 0 0,0 1 0 0 0,0-1-1 0 0,0 0 1 0 0,0 0 0 0 0,0 1 0 0 0,-1-1 0 0 0,1 1 0 0 0,0-1-1 0 0,0 1 1 0 0,-1 0 0 0 0,1-1 0 0 0,0 1 0 0 0,0 0 0 0 0,-1 0-1 0 0,1 0 1 0 0,0 0 0 0 0,-1 0 0 0 0,1 0 0 0 0,0 0 0 0 0,-1 1 0 0 0,1-1-1 0 0,0 0 1 0 0,0 1 0 0 0,-2 0 0 0 0,-13 3 132 0 0,0 2 1 0 0,1 0-1 0 0,0 1 0 0 0,0 0 1 0 0,1 1-1 0 0,0 1 1 0 0,-25 20-1 0 0,-85 84 642 0 0,118-107-774 0 0,-27 26 211 0 0,1 2 0 0 0,2 0-1 0 0,2 3 1 0 0,-42 67 0 0 0,63-90-206 0 0,0-1-1 0 0,0 1 0 0 0,1 1 1 0 0,1-1-1 0 0,0 1 0 0 0,1 0 1 0 0,1 0-1 0 0,0 0 0 0 0,1 0 1 0 0,1 1-1 0 0,0-1 0 0 0,1 0 1 0 0,1 1-1 0 0,1-1 0 0 0,0 1 1 0 0,0-1-1 0 0,2 0 0 0 0,5 15 1 0 0,0-6-21 0 0,2 0 0 0 0,1-1 0 0 0,1-1 0 0 0,0 0 0 0 0,2-1 0 0 0,0-1 0 0 0,28 28 1 0 0,-16-21-18 0 0,1-2 1 0 0,2-1 0 0 0,1-1-1 0 0,52 29 1 0 0,-33-25-647 0 0,1-2 0 0 0,82 26 0 0 0,-68-31-2198 0 0,108 18 0 0 0,-96-27 69 0 0</inkml:trace>
</inkml:ink>
</file>

<file path=ppt/ink/ink5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5:49.7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26 520 132 0 0,'-25'-35'5887'0'0,"25"32"-5731"0"0,0 1 0 0 0,0 0 0 0 0,-1-1 0 0 0,2 1 0 0 0,-1-1 0 0 0,0 1 0 0 0,0-1 0 0 0,1 1 0 0 0,-1-1 0 0 0,1 1 0 0 0,0 0 0 0 0,0-1 0 0 0,0 1 0 0 0,0 0 0 0 0,0 0 0 0 0,1 0 0 0 0,-1 0 0 0 0,0 0 0 0 0,1 0 0 0 0,1-2 0 0 0,40-38 819 0 0,-37 37-790 0 0,30-23 130 0 0,1 3 0 0 0,1 0 1 0 0,1 3-1 0 0,1 1 0 0 0,0 2 0 0 0,2 2 0 0 0,56-15 1 0 0,-91 29-280 0 0,-1 2 1 0 0,1-1 0 0 0,0 1 0 0 0,0 0 0 0 0,0 0 0 0 0,0 1 0 0 0,0 0-1 0 0,0 0 1 0 0,13 3 0 0 0,-18-3-31 0 0,1 1 1 0 0,-1 0-1 0 0,0 0 0 0 0,1 0 0 0 0,-1 0 0 0 0,0 0 1 0 0,0 0-1 0 0,0 1 0 0 0,0-1 0 0 0,0 1 0 0 0,0-1 1 0 0,0 1-1 0 0,0 0 0 0 0,-1 0 0 0 0,1 0 0 0 0,-1 0 1 0 0,1 0-1 0 0,-1 0 0 0 0,0 0 0 0 0,0 0 0 0 0,0 1 0 0 0,0-1 1 0 0,0 0-1 0 0,0 1 0 0 0,-1-1 0 0 0,1 1 0 0 0,-1-1 1 0 0,0 1-1 0 0,0-1 0 0 0,0 4 0 0 0,0 8 1 0 0,-1-1 0 0 0,-1 0 0 0 0,-1 1 0 0 0,1-1 0 0 0,-2 0 1 0 0,0 0-1 0 0,-1 0 0 0 0,0-1 0 0 0,-1 0 0 0 0,0 0 0 0 0,-1 0 0 0 0,-10 14 0 0 0,1-5 4 0 0,0-1 1 0 0,-1 0-1 0 0,0-2 1 0 0,-2 0-1 0 0,-32 24 1 0 0,35-29-28 0 0,16-13 8 0 0,0 0 1 0 0,0 0 0 0 0,0 0-1 0 0,0 0 1 0 0,0 0-1 0 0,0 0 1 0 0,0 0-1 0 0,1 0 1 0 0,-1 0 0 0 0,0 0-1 0 0,0 0 1 0 0,0 0-1 0 0,0 0 1 0 0,0 0 0 0 0,0 0-1 0 0,0 0 1 0 0,0 0-1 0 0,0 0 1 0 0,0 0-1 0 0,0 0 1 0 0,0 0 0 0 0,0 0-1 0 0,0 1 1 0 0,0-1-1 0 0,0 0 1 0 0,0 0-1 0 0,0 0 1 0 0,0 0 0 0 0,0 0-1 0 0,0 0 1 0 0,0 0-1 0 0,0 0 1 0 0,0 0-1 0 0,0 0 1 0 0,0 0 0 0 0,0 0-1 0 0,0 0 1 0 0,0 0-1 0 0,27-13-595 0 0,-15 7 680 0 0,404-188-3125 0 0,-368 171 3941 0 0,69-46 0 0 0,-115 68-145 0 0,-6 26-630 0 0,-4 5 31 0 0,6-27-136 0 0,1 0-1 0 0,0 0 0 0 0,0 0 0 0 0,0 0 0 0 0,1 0 0 0 0,-1 0 0 0 0,1 0 0 0 0,0 0 0 0 0,0 1 1 0 0,0-1-1 0 0,0 0 0 0 0,0 0 0 0 0,1 0 0 0 0,0 4 0 0 0,0-5-2 0 0,-1 0-1 0 0,1 0 1 0 0,0 0-1 0 0,-1 0 1 0 0,1 0-1 0 0,0 0 0 0 0,0-1 1 0 0,1 1-1 0 0,-1 0 1 0 0,0-1-1 0 0,0 1 1 0 0,1 0-1 0 0,-1-1 1 0 0,1 0-1 0 0,0 1 1 0 0,-1-1-1 0 0,1 0 1 0 0,0 0-1 0 0,0 0 1 0 0,2 1-1 0 0,1 0-7 0 0,-1-1 0 0 0,1 0 0 0 0,-1 0 0 0 0,1-1 0 0 0,-1 1 0 0 0,1-1 0 0 0,0 0 0 0 0,-1 0 0 0 0,6-1 0 0 0,11-3-108 0 0,0 0 1 0 0,0-2 0 0 0,24-10 0 0 0,-34 12 7 0 0,18-6-168 0 0,-1-2 0 0 0,-1-1 1 0 0,0-1-1 0 0,-1-2 0 0 0,40-30 0 0 0,-54 37 223 0 0,-1-1 1 0 0,0 0-1 0 0,0-1 0 0 0,-1 0 0 0 0,0 0 1 0 0,-1-1-1 0 0,-1-1 0 0 0,0 0 0 0 0,-1 0 1 0 0,0 0-1 0 0,-1-1 0 0 0,0 0 0 0 0,4-19 1 0 0,-9 30 67 0 0,0 0 0 0 0,0 0 0 0 0,-1 0-1 0 0,1 0 1 0 0,-1 0 0 0 0,0 0 0 0 0,0 0 0 0 0,0 0 0 0 0,0 0 0 0 0,-1 0 0 0 0,1-1 0 0 0,-1 1 0 0 0,0 0 0 0 0,0 0 0 0 0,0 1 0 0 0,0-1 0 0 0,-1 0 0 0 0,1 0 0 0 0,-1 0 0 0 0,1 1 0 0 0,-1-1 0 0 0,0 1 0 0 0,0-1 0 0 0,0 1 0 0 0,-1 0 0 0 0,1 0 0 0 0,0 0 0 0 0,-1 0 0 0 0,1 0 0 0 0,-1 1 0 0 0,0-1-1 0 0,0 1 1 0 0,1-1 0 0 0,-1 1 0 0 0,-4-1 0 0 0,6 2-21 0 0,-1 1 0 0 0,0-1 0 0 0,1 1 0 0 0,-1 0 0 0 0,1-1 0 0 0,0 1 0 0 0,-1 0 0 0 0,1 0 0 0 0,0 0 0 0 0,-1 0 0 0 0,1 0 0 0 0,0 0 0 0 0,0 0 0 0 0,0 0 0 0 0,0 0 0 0 0,0 1 0 0 0,0-1 0 0 0,0 0 0 0 0,-1 4 0 0 0,-14 25 43 0 0,12-21-35 0 0,1 0 0 0 0,1 0 0 0 0,0 0 1 0 0,0 0-1 0 0,1 0 0 0 0,0 1 0 0 0,0-1 0 0 0,1 1 0 0 0,0-1 1 0 0,1 1-1 0 0,0-1 0 0 0,0 0 0 0 0,1 0 0 0 0,1 1 0 0 0,-1-1 0 0 0,1 0 1 0 0,1-1-1 0 0,0 1 0 0 0,0-1 0 0 0,1 1 0 0 0,0-1 0 0 0,0-1 0 0 0,0 1 1 0 0,1-1-1 0 0,1 0 0 0 0,6 7 0 0 0,4 5 26 0 0,16 14-111 0 0,-31-32 49 0 0,-2-1 20 0 0,0 0 0 0 0,1 0 0 0 0,-1 1 0 0 0,0-1 0 0 0,1 0 0 0 0,-1 0 1 0 0,0 0-1 0 0,1 0 0 0 0,-1 1 0 0 0,0-1 0 0 0,0 0 0 0 0,1 0 0 0 0,-1 1 0 0 0,0-1 1 0 0,0 0-1 0 0,1 0 0 0 0,-1 1 0 0 0,0-1 0 0 0,0 0 0 0 0,0 1 0 0 0,0-1 0 0 0,1 0 1 0 0,-1 0-1 0 0,0 1 0 0 0,0-1 0 0 0,0 0 0 0 0,0 1 0 0 0,0-1 0 0 0,0 1 0 0 0,0-1 1 0 0,0 0-1 0 0,0 1 0 0 0,0-1 0 0 0,0 0 0 0 0,0 1 0 0 0,0-1 0 0 0,0 1 0 0 0,-41 17 51 0 0,19-14-6542 0 0</inkml:trace>
</inkml:ink>
</file>

<file path=ppt/ink/ink5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5:50.9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219 135 508 0 0,'0'-11'1168'0'0,"-2"-1"0"0"0,1 1 0 0 0,-1 0 0 0 0,-7-21 0 0 0,8 29-887 0 0,-1-1-1 0 0,0 0 0 0 0,1 0 0 0 0,-1 1 1 0 0,0-1-1 0 0,-1 1 0 0 0,1 0 1 0 0,-1 0-1 0 0,1 0 0 0 0,-1 0 0 0 0,0 0 1 0 0,0 0-1 0 0,0 1 0 0 0,-1-1 0 0 0,1 1 1 0 0,-5-3-1 0 0,6 5-229 0 0,0-1 0 0 0,0 1 0 0 0,1-1 0 0 0,-1 1 0 0 0,0 0 0 0 0,0 0 0 0 0,0 0-1 0 0,0 0 1 0 0,0 0 0 0 0,1 0 0 0 0,-1 0 0 0 0,0 1 0 0 0,0-1 0 0 0,0 1 0 0 0,1-1 0 0 0,-1 1 0 0 0,0 0 0 0 0,0-1 0 0 0,1 1 0 0 0,-1 0 0 0 0,1 0 0 0 0,-1 0 0 0 0,1 0-1 0 0,-1 1 1 0 0,1-1 0 0 0,0 0 0 0 0,-1 1 0 0 0,1-1 0 0 0,-1 2 0 0 0,-30 49 262 0 0,28-44-206 0 0,-3 7-40 0 0,0 1 1 0 0,1 0 0 0 0,1 0-1 0 0,0 0 1 0 0,2 1 0 0 0,-1-1 0 0 0,2 1-1 0 0,1 0 1 0 0,0 20 0 0 0,3 18 164 0 0,15 83 0 0 0,-10-98-206 0 0,-2 0 0 0 0,-1 0 0 0 0,-2 0 0 0 0,-4 45-1 0 0,2-83-22 0 0,-1-1 0 0 0,1 1 0 0 0,0 0 0 0 0,-1-1 0 0 0,1 1 0 0 0,0-1 0 0 0,-1 1 1 0 0,0-1-1 0 0,1 1 0 0 0,-1-1 0 0 0,0 1 0 0 0,0-1 0 0 0,0 1 0 0 0,0-1 0 0 0,0 0 0 0 0,0 0 0 0 0,0 0 0 0 0,0 0 0 0 0,-1 1 0 0 0,1-1 0 0 0,0-1 0 0 0,-1 1 0 0 0,1 0 0 0 0,-1 0 0 0 0,-1 0 0 0 0,1 0 26 0 0,-3-4 9 0 0,2 0-33 0 0,1 1 1 0 0,-1-1 0 0 0,0 0 0 0 0,1 0 0 0 0,0 0 0 0 0,-1 0-1 0 0,1 0 1 0 0,1-1 0 0 0,-1 1 0 0 0,0 0 0 0 0,1-1-1 0 0,-1 0 1 0 0,1 1 0 0 0,0-1 0 0 0,1 0 0 0 0,-2-5 0 0 0,2 1-15 0 0,0 0 1 0 0,0 1-1 0 0,1-1 1 0 0,0 0 0 0 0,0 0-1 0 0,1 1 1 0 0,5-14-1 0 0,2-2-61 0 0,2 0 0 0 0,0 1 0 0 0,2 0 1 0 0,20-27-1 0 0,-18 28 8 0 0,1 0 1 0 0,1 1 0 0 0,0 1 0 0 0,2 0 0 0 0,0 1-1 0 0,2 2 1 0 0,-1 0 0 0 0,2 1 0 0 0,0 1-1 0 0,31-15 1 0 0,-49 27 46 0 0,1 0 0 0 0,0 0 0 0 0,0 1 0 0 0,0-1 0 0 0,0 1 0 0 0,0 0 0 0 0,0 1 0 0 0,0-1 0 0 0,0 1 0 0 0,0 0 0 0 0,0 0 0 0 0,0 0 0 0 0,0 1 0 0 0,0 0-1 0 0,0 0 1 0 0,0 0 0 0 0,0 1 0 0 0,0 0 0 0 0,0 0 0 0 0,-1 0 0 0 0,1 0 0 0 0,-1 1 0 0 0,1-1 0 0 0,-1 1 0 0 0,0 0 0 0 0,0 1 0 0 0,0-1 0 0 0,-1 1 0 0 0,1-1 0 0 0,-1 1 0 0 0,0 0 0 0 0,0 0 0 0 0,0 1-1 0 0,0-1 1 0 0,-1 1 0 0 0,0-1 0 0 0,0 1 0 0 0,0 0 0 0 0,1 7 0 0 0,1 3 49 0 0,0 1 0 0 0,-2 0-1 0 0,2 27 1 0 0,-4-41 435 0 0,0-1-453 0 0,0-1-1 0 0,0 0 1 0 0,0 0 0 0 0,0 1-1 0 0,0-1 1 0 0,0 0 0 0 0,0 0-1 0 0,0 0 1 0 0,1 1 0 0 0,-1-1-1 0 0,0 0 1 0 0,0 0-1 0 0,0 0 1 0 0,0 1 0 0 0,0-1-1 0 0,1 0 1 0 0,-1 0 0 0 0,0 0-1 0 0,0 0 1 0 0,0 1-1 0 0,0-1 1 0 0,1 0 0 0 0,-1 0-1 0 0,0 0 1 0 0,0 0 0 0 0,0 0-1 0 0,1 0 1 0 0,-1 0-1 0 0,0 0 1 0 0,0 0 0 0 0,1 0-1 0 0,-1 0 1 0 0,0 0 0 0 0,0 0-1 0 0,1 0 1 0 0,-1 0-1 0 0,0 0 1 0 0,0 0 0 0 0,0 0-1 0 0,1 0 1 0 0,-1 0 0 0 0,0 0-1 0 0,0 0 1 0 0,1 0-1 0 0,-1 0 1 0 0,0 0 0 0 0,0 0-1 0 0,0 0 1 0 0,1-1 0 0 0,-1 1-1 0 0,0 0 1 0 0,0 0-1 0 0,0 0 1 0 0,0 0 0 0 0,0-1-1 0 0,1 1 1 0 0,90-86 600 0 0,-55 49-997 0 0,1 2 0 0 0,2 2 0 0 0,77-51 0 0 0,-110 81 117 0 0,0 0 0 0 0,0 0 0 0 0,0 0 1 0 0,1 1-1 0 0,-1-1 0 0 0,13-1 0 0 0,-17 4 180 0 0,9 0 2694 0 0,-12 7-2592 0 0,-2 3 5 0 0,1 0-1 0 0,0-1 1 0 0,1 1-1 0 0,0 0 0 0 0,1 14 1 0 0,1-20-14 0 0,-1 0 0 0 0,1 0 0 0 0,0 0 0 0 0,0 0 0 0 0,1 0 0 0 0,-1 0 0 0 0,1-1 1 0 0,0 1-1 0 0,0-1 0 0 0,0 1 0 0 0,1-1 0 0 0,-1 0 0 0 0,1 0 0 0 0,-1 0 0 0 0,1 0 0 0 0,0 0 0 0 0,6 4 0 0 0,-5-4 22 0 0,0 0-1 0 0,0 0 0 0 0,1-1 1 0 0,-1 0-1 0 0,1 1 0 0 0,-1-2 1 0 0,1 1-1 0 0,0 0 0 0 0,-1-1 1 0 0,1 0-1 0 0,0 0 0 0 0,0 0 0 0 0,0-1 1 0 0,0 0-1 0 0,7 0 0 0 0,-9-1 17 0 0,0 1 1 0 0,0-1-1 0 0,0 0 0 0 0,0 0 0 0 0,0 0 0 0 0,0-1 0 0 0,0 1 0 0 0,-1-1 0 0 0,1 1 0 0 0,0-1 0 0 0,-1 0 0 0 0,1 0 0 0 0,-1 0 0 0 0,0 0 0 0 0,0-1 0 0 0,0 1 1 0 0,0-1-1 0 0,0 1 0 0 0,0-1 0 0 0,-1 0 0 0 0,1 1 0 0 0,-1-1 0 0 0,1 0 0 0 0,-1 0 0 0 0,1-5 0 0 0,0 2-204 0 0,-1 1 0 0 0,0-1 0 0 0,1 1 0 0 0,-2-1 0 0 0,1 0 0 0 0,-1-10 0 0 0,0 14-499 0 0,1-3-1491 0 0,0-2 1172 0 0,13 2-7814 0 0</inkml:trace>
</inkml:ink>
</file>

<file path=ppt/ink/ink5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5:51.4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85 80 0 0,'0'0'2408'0'0,"22"11"1112"0"0,-12-6-3210 0 0,1 0-1 0 0,0-1 1 0 0,1 0 0 0 0,-1-1 0 0 0,0 0-1 0 0,1-1 1 0 0,0 0 0 0 0,0-1 0 0 0,-1 0-1 0 0,1-1 1 0 0,21-3 0 0 0,-17 1-225 0 0,-1-2 0 0 0,0 0-1 0 0,0-1 1 0 0,-1 0 0 0 0,1-1 0 0 0,-1-1 0 0 0,-1 0-1 0 0,23-16 1 0 0,-8 1 3 0 0,-22 17-81 0 0,0 0 1 0 0,0 1-1 0 0,1-1 1 0 0,-1 1-1 0 0,1 0 1 0 0,0 1-1 0 0,9-4 1 0 0,-14 6-24 0 0,-1 2 17 0 0,0 0 1 0 0,0-1 0 0 0,0 1-1 0 0,0 0 1 0 0,0 0 0 0 0,-1 0-1 0 0,1 0 1 0 0,0 0 0 0 0,0 0-1 0 0,-1 0 1 0 0,1 0 0 0 0,-1 0-1 0 0,1 0 1 0 0,-1 0 0 0 0,1 0-1 0 0,-1 0 1 0 0,0 0 0 0 0,0 0-1 0 0,1 0 1 0 0,-1 1 0 0 0,0-1-1 0 0,0 0 1 0 0,0 0 0 0 0,0 0-1 0 0,0 0 1 0 0,-1 3 0 0 0,-4 39 113 0 0,3-34-84 0 0,-10 47 211 0 0,-2 0 0 0 0,-3 0 1 0 0,-33 73-1 0 0,-21 66 693 0 0,57-167-204 0 0,10-24 2330 0 0,5-16-2970 0 0,0 0 0 0 0,0 0 0 0 0,1 0 0 0 0,1 0 1 0 0,0 0-1 0 0,0 1 0 0 0,1-1 0 0 0,1 1 0 0 0,0 0 0 0 0,1 0 1 0 0,0 1-1 0 0,0 0 0 0 0,15-18 0 0 0,12-11-25 0 0,74-68 0 0 0,-83 85-53 0 0,1-1-13 0 0,49-34 1 0 0,-63 49-23 0 0,0 1 1 0 0,1 1-1 0 0,0 0 1 0 0,0 0-1 0 0,0 1 1 0 0,1 1-1 0 0,18-4 1 0 0,-30 7 0 0 0,0 1 0 0 0,1 0 0 0 0,-1-1 1 0 0,1 1-1 0 0,-1 0 0 0 0,1 0 0 0 0,-1 0 0 0 0,1 0 0 0 0,-1 1 1 0 0,0-1-1 0 0,1 0 0 0 0,-1 1 0 0 0,1-1 0 0 0,-1 1 0 0 0,0-1 1 0 0,1 1-1 0 0,-1-1 0 0 0,0 1 0 0 0,1 0 0 0 0,-1 0 0 0 0,0 0 1 0 0,0 0-1 0 0,0 0 0 0 0,0 0 0 0 0,0 0 0 0 0,0 0 0 0 0,0 0 0 0 0,0 0 1 0 0,-1 0-1 0 0,1 1 0 0 0,0-1 0 0 0,-1 0 0 0 0,1 1 0 0 0,0 1 1 0 0,0-1-102 0 0,-3 2-6 0 0,0 0 12 0 0,0 0 0 0 0,0 0 0 0 0,0 0 0 0 0,-1-1 1 0 0,1 1-1 0 0,-1-1 0 0 0,0 1 0 0 0,0-1 0 0 0,0 0 0 0 0,-1 0 0 0 0,1 0 0 0 0,-8 4 0 0 0,-32 12-8538 0 0</inkml:trace>
</inkml:ink>
</file>

<file path=ppt/ink/ink5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8T06:15:51.7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757 0 11157 0 0,'3'1'9'0'0,"0"-1"0"0"0,0 1 0 0 0,0 0 0 0 0,0 0 0 0 0,0 0-1 0 0,0 0 1 0 0,-1 1 0 0 0,1-1 0 0 0,0 1 0 0 0,-1-1 0 0 0,1 1 0 0 0,-1 0 0 0 0,1 0 0 0 0,-1 0 0 0 0,0 1-1 0 0,0-1 1 0 0,0 0 0 0 0,0 1 0 0 0,0-1 0 0 0,2 6 0 0 0,-3-3 46 0 0,1 0 0 0 0,-1 0 1 0 0,1 0-1 0 0,-2 1 0 0 0,1-1 0 0 0,0 0 1 0 0,-1 1-1 0 0,0-1 0 0 0,0 0 0 0 0,-1 0 1 0 0,-1 8-1 0 0,-1 2 89 0 0,-1-1-1 0 0,-1 1 1 0 0,0-1 0 0 0,-1 0 0 0 0,0 0 0 0 0,-1 0-1 0 0,-17 23 1 0 0,-23 21 91 0 0,-2-3 0 0 0,-106 91 0 0 0,-134 75-3220 0 0,144-135-2409 0 0,74-50 2307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9BE04-8765-50B9-9207-DAB2C36F46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42356D-C0A1-D1F5-1EF4-302AAB466F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26C6B-563F-ED1E-82D9-BC8B2FEF1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EC52A-B2E6-4600-AA7E-7222D9DEC09E}" type="datetimeFigureOut">
              <a:rPr lang="en-IN" smtClean="0"/>
              <a:t>06-11-2023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DCBDC-2223-9381-F73E-2AEDFC3CA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1897C-C1F3-C359-3C3D-7403AD8B2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98C5B-B3E5-42C7-9560-88DDF204B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5426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BCC02-B9ED-F278-7E7E-3F363C260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48D56-272D-3AB5-B159-BE0371746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1AF282-920C-EF81-8A32-BA1AC6662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EC52A-B2E6-4600-AA7E-7222D9DEC09E}" type="datetimeFigureOut">
              <a:rPr lang="en-IN" smtClean="0"/>
              <a:t>06-11-2023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ABC8C6-BF48-DAA1-3293-C80851161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03E97-C4E8-51D0-629F-652595BA4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98C5B-B3E5-42C7-9560-88DDF204B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1041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8DFAC-E853-5BA0-A52F-64D0A6E2B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2DFFC-0196-7CD2-7A35-59D156956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5B6CFE-96AD-C7EB-CB76-542719298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EC52A-B2E6-4600-AA7E-7222D9DEC09E}" type="datetimeFigureOut">
              <a:rPr lang="en-IN" smtClean="0"/>
              <a:t>06-11-2023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0BCF2-4488-CDBD-EBB8-6CC99001C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36A96-6042-0C93-9212-A48721AFD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98C5B-B3E5-42C7-9560-88DDF204B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4501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13BA8-E731-0A5D-A8A3-0CE6E5923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54174-F304-1B8E-46D0-6DA8806BB0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857AF5-FBD5-1E34-83FD-619C89FC9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23BBFC-4F3B-C0DB-B532-11823FC12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EC52A-B2E6-4600-AA7E-7222D9DEC09E}" type="datetimeFigureOut">
              <a:rPr lang="en-IN" smtClean="0"/>
              <a:t>06-11-2023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9FC9A-8098-F85E-C1DF-24F03D1F1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F9A39A-121A-7BB2-4BD1-2D53B6F45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98C5B-B3E5-42C7-9560-88DDF204B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7921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5856F-1F81-19DB-8AF3-787FC2C9C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A4A316-8DAC-53FF-C3F6-820FD3983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DA4890-DD78-F7C7-5892-CA8B2D6C0B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88C039-0F16-1120-6372-61B44303F6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8C1A41-49E5-F151-EC64-21165B0A84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8D131D-C6AF-B3A8-DC4B-666FFE7CF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EC52A-B2E6-4600-AA7E-7222D9DEC09E}" type="datetimeFigureOut">
              <a:rPr lang="en-IN" smtClean="0"/>
              <a:t>06-11-2023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5B12E2-D9EE-7212-E079-C91DDFBF4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76D17C-C6AB-88BB-216A-4CB77E43C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98C5B-B3E5-42C7-9560-88DDF204B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5926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DD1EA-66D7-F962-B7B0-9CEF2D590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65888B-04D1-6D99-37FB-F04DCE740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EC52A-B2E6-4600-AA7E-7222D9DEC09E}" type="datetimeFigureOut">
              <a:rPr lang="en-IN" smtClean="0"/>
              <a:t>06-11-2023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2017A5-EFD6-585E-84C0-C1FD8FC7F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5AD7E9-3BF1-772E-77A3-513C0875D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98C5B-B3E5-42C7-9560-88DDF204B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4475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414188-CEA4-EF63-2CC0-FA045F5B4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EC52A-B2E6-4600-AA7E-7222D9DEC09E}" type="datetimeFigureOut">
              <a:rPr lang="en-IN" smtClean="0"/>
              <a:t>06-11-2023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8DC4E1-63CD-563F-8183-081AC4EB5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541A15-F126-2186-1A9E-7488A3B2B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98C5B-B3E5-42C7-9560-88DDF204B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7215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CAD82-5C98-8589-68C6-5B45CCD11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EA0C7-E96A-3EAF-820E-D8D84B1561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38A89A-EE07-87EB-9487-B688A29308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A6F437-96A8-BA1D-29CC-3AD25C4BB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EC52A-B2E6-4600-AA7E-7222D9DEC09E}" type="datetimeFigureOut">
              <a:rPr lang="en-IN" smtClean="0"/>
              <a:t>06-11-2023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5F7A41-785C-BC8A-ECEA-EC6A753AC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9C2053-714E-961F-E502-4F97686B9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98C5B-B3E5-42C7-9560-88DDF204B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0890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5673B-730C-60E8-1423-30F2AFD7C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902123-E1C7-8DF7-7A97-CC5CF8A95F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6726D-6681-D8F8-FA30-E18CB32DF5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9721D3-2A91-2D71-A466-E51D604DF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EC52A-B2E6-4600-AA7E-7222D9DEC09E}" type="datetimeFigureOut">
              <a:rPr lang="en-IN" smtClean="0"/>
              <a:t>06-11-2023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F32E78-49B2-5F53-5719-F96827807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B45CE4-79BF-84AC-BFBE-11B1BDAEE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98C5B-B3E5-42C7-9560-88DDF204B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0873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3782C-1234-B65F-7B91-5BA0F25BD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8919BB-D548-9BCF-DBB6-797AABFA29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D1D99-3423-F3A0-0E15-8E689B148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EC52A-B2E6-4600-AA7E-7222D9DEC09E}" type="datetimeFigureOut">
              <a:rPr lang="en-IN" smtClean="0"/>
              <a:t>06-11-2023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885CC6-B705-40C3-35EE-FE1A4EA74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3108B-77B6-DE77-008A-367FD52BC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98C5B-B3E5-42C7-9560-88DDF204B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2710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9F9F5A-2FD8-54E7-F02B-E13E269539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81411F-7CBC-A005-F189-67EFA5FE59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67681C-0C0E-9E11-4EAE-7FADD4848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EC52A-B2E6-4600-AA7E-7222D9DEC09E}" type="datetimeFigureOut">
              <a:rPr lang="en-IN" smtClean="0"/>
              <a:t>06-11-2023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C41CE8-803B-668C-F6A8-8DE885CF7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7C042C-FF7C-4758-B9F2-26D69CBFF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98C5B-B3E5-42C7-9560-88DDF204B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2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E61F21-2F29-833D-EC37-974F85019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41AD68-5995-1F95-C169-39D26A93B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F2160-9237-2FE4-C17F-045B476758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FEC52A-B2E6-4600-AA7E-7222D9DEC09E}" type="datetimeFigureOut">
              <a:rPr lang="en-IN" smtClean="0"/>
              <a:t>06-11-2023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5C891-DC45-E0B6-FC14-601C5F75C4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98B795-3C48-C45F-26AD-D18D09A7A1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798C5B-B3E5-42C7-9560-88DDF204B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699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6070.png"/><Relationship Id="rId299" Type="http://schemas.openxmlformats.org/officeDocument/2006/relationships/image" Target="../media/image26161.png"/><Relationship Id="rId21" Type="http://schemas.openxmlformats.org/officeDocument/2006/relationships/customXml" Target="../ink/ink11.xml"/><Relationship Id="rId63" Type="http://schemas.openxmlformats.org/officeDocument/2006/relationships/image" Target="../media/image26043.png"/><Relationship Id="rId159" Type="http://schemas.openxmlformats.org/officeDocument/2006/relationships/image" Target="../media/image26091.png"/><Relationship Id="rId324" Type="http://schemas.openxmlformats.org/officeDocument/2006/relationships/customXml" Target="../ink/ink163.xml"/><Relationship Id="rId366" Type="http://schemas.openxmlformats.org/officeDocument/2006/relationships/customXml" Target="../ink/ink184.xml"/><Relationship Id="rId170" Type="http://schemas.openxmlformats.org/officeDocument/2006/relationships/customXml" Target="../ink/ink86.xml"/><Relationship Id="rId226" Type="http://schemas.openxmlformats.org/officeDocument/2006/relationships/customXml" Target="../ink/ink114.xml"/><Relationship Id="rId433" Type="http://schemas.openxmlformats.org/officeDocument/2006/relationships/customXml" Target="../ink/ink218.xml"/><Relationship Id="rId268" Type="http://schemas.openxmlformats.org/officeDocument/2006/relationships/customXml" Target="../ink/ink135.xml"/><Relationship Id="rId32" Type="http://schemas.openxmlformats.org/officeDocument/2006/relationships/image" Target="../media/image26028.png"/><Relationship Id="rId74" Type="http://schemas.openxmlformats.org/officeDocument/2006/relationships/customXml" Target="../ink/ink38.xml"/><Relationship Id="rId128" Type="http://schemas.openxmlformats.org/officeDocument/2006/relationships/customXml" Target="../ink/ink65.xml"/><Relationship Id="rId335" Type="http://schemas.openxmlformats.org/officeDocument/2006/relationships/image" Target="../media/image26179.png"/><Relationship Id="rId377" Type="http://schemas.openxmlformats.org/officeDocument/2006/relationships/image" Target="../media/image26199.png"/><Relationship Id="rId5" Type="http://schemas.openxmlformats.org/officeDocument/2006/relationships/image" Target="../media/image25940.png"/><Relationship Id="rId181" Type="http://schemas.openxmlformats.org/officeDocument/2006/relationships/image" Target="../media/image26102.png"/><Relationship Id="rId237" Type="http://schemas.openxmlformats.org/officeDocument/2006/relationships/image" Target="../media/image26130.png"/><Relationship Id="rId402" Type="http://schemas.openxmlformats.org/officeDocument/2006/relationships/image" Target="../media/image26211.png"/><Relationship Id="rId279" Type="http://schemas.openxmlformats.org/officeDocument/2006/relationships/image" Target="../media/image26151.png"/><Relationship Id="rId444" Type="http://schemas.openxmlformats.org/officeDocument/2006/relationships/image" Target="../media/image26231.png"/><Relationship Id="rId43" Type="http://schemas.openxmlformats.org/officeDocument/2006/relationships/customXml" Target="../ink/ink22.xml"/><Relationship Id="rId139" Type="http://schemas.openxmlformats.org/officeDocument/2006/relationships/image" Target="../media/image26081.png"/><Relationship Id="rId290" Type="http://schemas.openxmlformats.org/officeDocument/2006/relationships/customXml" Target="../ink/ink146.xml"/><Relationship Id="rId304" Type="http://schemas.openxmlformats.org/officeDocument/2006/relationships/customXml" Target="../ink/ink153.xml"/><Relationship Id="rId346" Type="http://schemas.openxmlformats.org/officeDocument/2006/relationships/customXml" Target="../ink/ink174.xml"/><Relationship Id="rId388" Type="http://schemas.openxmlformats.org/officeDocument/2006/relationships/image" Target="../media/image26204.png"/><Relationship Id="rId85" Type="http://schemas.openxmlformats.org/officeDocument/2006/relationships/image" Target="../media/image26054.png"/><Relationship Id="rId150" Type="http://schemas.openxmlformats.org/officeDocument/2006/relationships/customXml" Target="../ink/ink76.xml"/><Relationship Id="rId192" Type="http://schemas.openxmlformats.org/officeDocument/2006/relationships/customXml" Target="../ink/ink97.xml"/><Relationship Id="rId206" Type="http://schemas.openxmlformats.org/officeDocument/2006/relationships/customXml" Target="../ink/ink104.xml"/><Relationship Id="rId413" Type="http://schemas.openxmlformats.org/officeDocument/2006/relationships/customXml" Target="../ink/ink208.xml"/><Relationship Id="rId248" Type="http://schemas.openxmlformats.org/officeDocument/2006/relationships/customXml" Target="../ink/ink125.xml"/><Relationship Id="rId12" Type="http://schemas.openxmlformats.org/officeDocument/2006/relationships/image" Target="../media/image26018.png"/><Relationship Id="rId108" Type="http://schemas.openxmlformats.org/officeDocument/2006/relationships/customXml" Target="../ink/ink55.xml"/><Relationship Id="rId315" Type="http://schemas.openxmlformats.org/officeDocument/2006/relationships/image" Target="../media/image26169.png"/><Relationship Id="rId357" Type="http://schemas.openxmlformats.org/officeDocument/2006/relationships/image" Target="../media/image26189.png"/><Relationship Id="rId54" Type="http://schemas.openxmlformats.org/officeDocument/2006/relationships/customXml" Target="../ink/ink28.xml"/><Relationship Id="rId96" Type="http://schemas.openxmlformats.org/officeDocument/2006/relationships/customXml" Target="../ink/ink49.xml"/><Relationship Id="rId161" Type="http://schemas.openxmlformats.org/officeDocument/2006/relationships/image" Target="../media/image26092.png"/><Relationship Id="rId217" Type="http://schemas.openxmlformats.org/officeDocument/2006/relationships/image" Target="../media/image26120.png"/><Relationship Id="rId399" Type="http://schemas.openxmlformats.org/officeDocument/2006/relationships/customXml" Target="../ink/ink201.xml"/><Relationship Id="rId259" Type="http://schemas.openxmlformats.org/officeDocument/2006/relationships/image" Target="../media/image26141.png"/><Relationship Id="rId424" Type="http://schemas.openxmlformats.org/officeDocument/2006/relationships/image" Target="../media/image26222.png"/><Relationship Id="rId23" Type="http://schemas.openxmlformats.org/officeDocument/2006/relationships/customXml" Target="../ink/ink12.xml"/><Relationship Id="rId119" Type="http://schemas.openxmlformats.org/officeDocument/2006/relationships/image" Target="../media/image26071.png"/><Relationship Id="rId270" Type="http://schemas.openxmlformats.org/officeDocument/2006/relationships/customXml" Target="../ink/ink136.xml"/><Relationship Id="rId326" Type="http://schemas.openxmlformats.org/officeDocument/2006/relationships/customXml" Target="../ink/ink164.xml"/><Relationship Id="rId65" Type="http://schemas.openxmlformats.org/officeDocument/2006/relationships/image" Target="../media/image26044.png"/><Relationship Id="rId130" Type="http://schemas.openxmlformats.org/officeDocument/2006/relationships/customXml" Target="../ink/ink66.xml"/><Relationship Id="rId368" Type="http://schemas.openxmlformats.org/officeDocument/2006/relationships/customXml" Target="../ink/ink185.xml"/><Relationship Id="rId172" Type="http://schemas.openxmlformats.org/officeDocument/2006/relationships/customXml" Target="../ink/ink87.xml"/><Relationship Id="rId228" Type="http://schemas.openxmlformats.org/officeDocument/2006/relationships/customXml" Target="../ink/ink115.xml"/><Relationship Id="rId435" Type="http://schemas.openxmlformats.org/officeDocument/2006/relationships/customXml" Target="../ink/ink219.xml"/><Relationship Id="rId281" Type="http://schemas.openxmlformats.org/officeDocument/2006/relationships/image" Target="../media/image26152.png"/><Relationship Id="rId337" Type="http://schemas.openxmlformats.org/officeDocument/2006/relationships/image" Target="../media/image26180.png"/><Relationship Id="rId34" Type="http://schemas.openxmlformats.org/officeDocument/2006/relationships/image" Target="../media/image26029.png"/><Relationship Id="rId76" Type="http://schemas.openxmlformats.org/officeDocument/2006/relationships/customXml" Target="../ink/ink39.xml"/><Relationship Id="rId141" Type="http://schemas.openxmlformats.org/officeDocument/2006/relationships/image" Target="../media/image26082.png"/><Relationship Id="rId379" Type="http://schemas.openxmlformats.org/officeDocument/2006/relationships/image" Target="../media/image26200.png"/><Relationship Id="rId7" Type="http://schemas.openxmlformats.org/officeDocument/2006/relationships/image" Target="../media/image25941.png"/><Relationship Id="rId183" Type="http://schemas.openxmlformats.org/officeDocument/2006/relationships/image" Target="../media/image26103.png"/><Relationship Id="rId239" Type="http://schemas.openxmlformats.org/officeDocument/2006/relationships/image" Target="../media/image26131.png"/><Relationship Id="rId390" Type="http://schemas.openxmlformats.org/officeDocument/2006/relationships/image" Target="../media/image26205.png"/><Relationship Id="rId404" Type="http://schemas.openxmlformats.org/officeDocument/2006/relationships/image" Target="../media/image26212.png"/><Relationship Id="rId446" Type="http://schemas.openxmlformats.org/officeDocument/2006/relationships/image" Target="../media/image26232.png"/><Relationship Id="rId250" Type="http://schemas.openxmlformats.org/officeDocument/2006/relationships/customXml" Target="../ink/ink126.xml"/><Relationship Id="rId292" Type="http://schemas.openxmlformats.org/officeDocument/2006/relationships/customXml" Target="../ink/ink147.xml"/><Relationship Id="rId306" Type="http://schemas.openxmlformats.org/officeDocument/2006/relationships/customXml" Target="../ink/ink154.xml"/><Relationship Id="rId45" Type="http://schemas.openxmlformats.org/officeDocument/2006/relationships/customXml" Target="../ink/ink23.xml"/><Relationship Id="rId87" Type="http://schemas.openxmlformats.org/officeDocument/2006/relationships/image" Target="../media/image26055.png"/><Relationship Id="rId110" Type="http://schemas.openxmlformats.org/officeDocument/2006/relationships/customXml" Target="../ink/ink56.xml"/><Relationship Id="rId348" Type="http://schemas.openxmlformats.org/officeDocument/2006/relationships/customXml" Target="../ink/ink175.xml"/><Relationship Id="rId152" Type="http://schemas.openxmlformats.org/officeDocument/2006/relationships/customXml" Target="../ink/ink77.xml"/><Relationship Id="rId194" Type="http://schemas.openxmlformats.org/officeDocument/2006/relationships/customXml" Target="../ink/ink98.xml"/><Relationship Id="rId208" Type="http://schemas.openxmlformats.org/officeDocument/2006/relationships/customXml" Target="../ink/ink105.xml"/><Relationship Id="rId415" Type="http://schemas.openxmlformats.org/officeDocument/2006/relationships/customXml" Target="../ink/ink209.xml"/><Relationship Id="rId261" Type="http://schemas.openxmlformats.org/officeDocument/2006/relationships/image" Target="../media/image26142.png"/><Relationship Id="rId14" Type="http://schemas.openxmlformats.org/officeDocument/2006/relationships/image" Target="../media/image26019.png"/><Relationship Id="rId56" Type="http://schemas.openxmlformats.org/officeDocument/2006/relationships/customXml" Target="../ink/ink29.xml"/><Relationship Id="rId317" Type="http://schemas.openxmlformats.org/officeDocument/2006/relationships/image" Target="../media/image26170.png"/><Relationship Id="rId359" Type="http://schemas.openxmlformats.org/officeDocument/2006/relationships/image" Target="../media/image26190.png"/><Relationship Id="rId98" Type="http://schemas.openxmlformats.org/officeDocument/2006/relationships/customXml" Target="../ink/ink50.xml"/><Relationship Id="rId121" Type="http://schemas.openxmlformats.org/officeDocument/2006/relationships/image" Target="../media/image26072.png"/><Relationship Id="rId163" Type="http://schemas.openxmlformats.org/officeDocument/2006/relationships/image" Target="../media/image26093.png"/><Relationship Id="rId219" Type="http://schemas.openxmlformats.org/officeDocument/2006/relationships/image" Target="../media/image26121.png"/><Relationship Id="rId370" Type="http://schemas.openxmlformats.org/officeDocument/2006/relationships/customXml" Target="../ink/ink186.xml"/><Relationship Id="rId426" Type="http://schemas.openxmlformats.org/officeDocument/2006/relationships/image" Target="../media/image26223.png"/><Relationship Id="rId230" Type="http://schemas.openxmlformats.org/officeDocument/2006/relationships/customXml" Target="../ink/ink116.xml"/><Relationship Id="rId25" Type="http://schemas.openxmlformats.org/officeDocument/2006/relationships/customXml" Target="../ink/ink13.xml"/><Relationship Id="rId67" Type="http://schemas.openxmlformats.org/officeDocument/2006/relationships/image" Target="../media/image26045.png"/><Relationship Id="rId272" Type="http://schemas.openxmlformats.org/officeDocument/2006/relationships/customXml" Target="../ink/ink137.xml"/><Relationship Id="rId328" Type="http://schemas.openxmlformats.org/officeDocument/2006/relationships/customXml" Target="../ink/ink165.xml"/><Relationship Id="rId132" Type="http://schemas.openxmlformats.org/officeDocument/2006/relationships/customXml" Target="../ink/ink67.xml"/><Relationship Id="rId174" Type="http://schemas.openxmlformats.org/officeDocument/2006/relationships/customXml" Target="../ink/ink88.xml"/><Relationship Id="rId381" Type="http://schemas.openxmlformats.org/officeDocument/2006/relationships/image" Target="../media/image26201.png"/><Relationship Id="rId241" Type="http://schemas.openxmlformats.org/officeDocument/2006/relationships/image" Target="../media/image26132.png"/><Relationship Id="rId437" Type="http://schemas.openxmlformats.org/officeDocument/2006/relationships/customXml" Target="../ink/ink220.xml"/><Relationship Id="rId36" Type="http://schemas.openxmlformats.org/officeDocument/2006/relationships/image" Target="../media/image26030.png"/><Relationship Id="rId283" Type="http://schemas.openxmlformats.org/officeDocument/2006/relationships/image" Target="../media/image26153.png"/><Relationship Id="rId339" Type="http://schemas.openxmlformats.org/officeDocument/2006/relationships/image" Target="../media/image26181.png"/><Relationship Id="rId78" Type="http://schemas.openxmlformats.org/officeDocument/2006/relationships/customXml" Target="../ink/ink40.xml"/><Relationship Id="rId101" Type="http://schemas.openxmlformats.org/officeDocument/2006/relationships/image" Target="../media/image26062.png"/><Relationship Id="rId143" Type="http://schemas.openxmlformats.org/officeDocument/2006/relationships/image" Target="../media/image26083.png"/><Relationship Id="rId185" Type="http://schemas.openxmlformats.org/officeDocument/2006/relationships/image" Target="../media/image26104.png"/><Relationship Id="rId350" Type="http://schemas.openxmlformats.org/officeDocument/2006/relationships/customXml" Target="../ink/ink176.xml"/><Relationship Id="rId406" Type="http://schemas.openxmlformats.org/officeDocument/2006/relationships/image" Target="../media/image26213.png"/><Relationship Id="rId9" Type="http://schemas.openxmlformats.org/officeDocument/2006/relationships/customXml" Target="../ink/ink5.xml"/><Relationship Id="rId210" Type="http://schemas.openxmlformats.org/officeDocument/2006/relationships/customXml" Target="../ink/ink106.xml"/><Relationship Id="rId392" Type="http://schemas.openxmlformats.org/officeDocument/2006/relationships/image" Target="../media/image26206.png"/><Relationship Id="rId448" Type="http://schemas.openxmlformats.org/officeDocument/2006/relationships/image" Target="../media/image26233.png"/><Relationship Id="rId252" Type="http://schemas.openxmlformats.org/officeDocument/2006/relationships/customXml" Target="../ink/ink127.xml"/><Relationship Id="rId294" Type="http://schemas.openxmlformats.org/officeDocument/2006/relationships/customXml" Target="../ink/ink148.xml"/><Relationship Id="rId308" Type="http://schemas.openxmlformats.org/officeDocument/2006/relationships/customXml" Target="../ink/ink155.xml"/><Relationship Id="rId47" Type="http://schemas.openxmlformats.org/officeDocument/2006/relationships/image" Target="../media/image26035.png"/><Relationship Id="rId89" Type="http://schemas.openxmlformats.org/officeDocument/2006/relationships/image" Target="../media/image26056.png"/><Relationship Id="rId112" Type="http://schemas.openxmlformats.org/officeDocument/2006/relationships/customXml" Target="../ink/ink57.xml"/><Relationship Id="rId154" Type="http://schemas.openxmlformats.org/officeDocument/2006/relationships/customXml" Target="../ink/ink78.xml"/><Relationship Id="rId361" Type="http://schemas.openxmlformats.org/officeDocument/2006/relationships/image" Target="../media/image26191.png"/><Relationship Id="rId196" Type="http://schemas.openxmlformats.org/officeDocument/2006/relationships/customXml" Target="../ink/ink99.xml"/><Relationship Id="rId417" Type="http://schemas.openxmlformats.org/officeDocument/2006/relationships/customXml" Target="../ink/ink210.xml"/><Relationship Id="rId16" Type="http://schemas.openxmlformats.org/officeDocument/2006/relationships/image" Target="../media/image26020.png"/><Relationship Id="rId221" Type="http://schemas.openxmlformats.org/officeDocument/2006/relationships/image" Target="../media/image26122.png"/><Relationship Id="rId263" Type="http://schemas.openxmlformats.org/officeDocument/2006/relationships/image" Target="../media/image26143.png"/><Relationship Id="rId319" Type="http://schemas.openxmlformats.org/officeDocument/2006/relationships/image" Target="../media/image26171.png"/><Relationship Id="rId58" Type="http://schemas.openxmlformats.org/officeDocument/2006/relationships/customXml" Target="../ink/ink30.xml"/><Relationship Id="rId123" Type="http://schemas.openxmlformats.org/officeDocument/2006/relationships/image" Target="../media/image26073.png"/><Relationship Id="rId330" Type="http://schemas.openxmlformats.org/officeDocument/2006/relationships/customXml" Target="../ink/ink166.xml"/><Relationship Id="rId165" Type="http://schemas.openxmlformats.org/officeDocument/2006/relationships/image" Target="../media/image26094.png"/><Relationship Id="rId372" Type="http://schemas.openxmlformats.org/officeDocument/2006/relationships/customXml" Target="../ink/ink187.xml"/><Relationship Id="rId428" Type="http://schemas.openxmlformats.org/officeDocument/2006/relationships/image" Target="../media/image26224.png"/><Relationship Id="rId232" Type="http://schemas.openxmlformats.org/officeDocument/2006/relationships/customXml" Target="../ink/ink117.xml"/><Relationship Id="rId274" Type="http://schemas.openxmlformats.org/officeDocument/2006/relationships/customXml" Target="../ink/ink138.xml"/><Relationship Id="rId27" Type="http://schemas.openxmlformats.org/officeDocument/2006/relationships/customXml" Target="../ink/ink14.xml"/><Relationship Id="rId69" Type="http://schemas.openxmlformats.org/officeDocument/2006/relationships/image" Target="../media/image26046.png"/><Relationship Id="rId134" Type="http://schemas.openxmlformats.org/officeDocument/2006/relationships/customXml" Target="../ink/ink68.xml"/><Relationship Id="rId80" Type="http://schemas.openxmlformats.org/officeDocument/2006/relationships/customXml" Target="../ink/ink41.xml"/><Relationship Id="rId176" Type="http://schemas.openxmlformats.org/officeDocument/2006/relationships/customXml" Target="../ink/ink89.xml"/><Relationship Id="rId341" Type="http://schemas.openxmlformats.org/officeDocument/2006/relationships/image" Target="../media/image26182.png"/><Relationship Id="rId383" Type="http://schemas.openxmlformats.org/officeDocument/2006/relationships/customXml" Target="../ink/ink193.xml"/><Relationship Id="rId439" Type="http://schemas.openxmlformats.org/officeDocument/2006/relationships/customXml" Target="../ink/ink221.xml"/><Relationship Id="rId201" Type="http://schemas.openxmlformats.org/officeDocument/2006/relationships/image" Target="../media/image26112.png"/><Relationship Id="rId243" Type="http://schemas.openxmlformats.org/officeDocument/2006/relationships/image" Target="../media/image26133.png"/><Relationship Id="rId285" Type="http://schemas.openxmlformats.org/officeDocument/2006/relationships/image" Target="../media/image26154.png"/><Relationship Id="rId450" Type="http://schemas.openxmlformats.org/officeDocument/2006/relationships/image" Target="../media/image26234.png"/><Relationship Id="rId38" Type="http://schemas.openxmlformats.org/officeDocument/2006/relationships/image" Target="../media/image26031.png"/><Relationship Id="rId103" Type="http://schemas.openxmlformats.org/officeDocument/2006/relationships/image" Target="../media/image26063.png"/><Relationship Id="rId310" Type="http://schemas.openxmlformats.org/officeDocument/2006/relationships/customXml" Target="../ink/ink156.xml"/><Relationship Id="rId91" Type="http://schemas.openxmlformats.org/officeDocument/2006/relationships/image" Target="../media/image26057.png"/><Relationship Id="rId145" Type="http://schemas.openxmlformats.org/officeDocument/2006/relationships/image" Target="../media/image26084.png"/><Relationship Id="rId187" Type="http://schemas.openxmlformats.org/officeDocument/2006/relationships/image" Target="../media/image26105.png"/><Relationship Id="rId352" Type="http://schemas.openxmlformats.org/officeDocument/2006/relationships/customXml" Target="../ink/ink177.xml"/><Relationship Id="rId394" Type="http://schemas.openxmlformats.org/officeDocument/2006/relationships/image" Target="../media/image26207.png"/><Relationship Id="rId408" Type="http://schemas.openxmlformats.org/officeDocument/2006/relationships/image" Target="../media/image26214.png"/><Relationship Id="rId212" Type="http://schemas.openxmlformats.org/officeDocument/2006/relationships/customXml" Target="../ink/ink107.xml"/><Relationship Id="rId254" Type="http://schemas.openxmlformats.org/officeDocument/2006/relationships/customXml" Target="../ink/ink128.xml"/><Relationship Id="rId49" Type="http://schemas.openxmlformats.org/officeDocument/2006/relationships/image" Target="../media/image26036.png"/><Relationship Id="rId114" Type="http://schemas.openxmlformats.org/officeDocument/2006/relationships/customXml" Target="../ink/ink58.xml"/><Relationship Id="rId296" Type="http://schemas.openxmlformats.org/officeDocument/2006/relationships/customXml" Target="../ink/ink149.xml"/><Relationship Id="rId60" Type="http://schemas.openxmlformats.org/officeDocument/2006/relationships/customXml" Target="../ink/ink31.xml"/><Relationship Id="rId156" Type="http://schemas.openxmlformats.org/officeDocument/2006/relationships/customXml" Target="../ink/ink79.xml"/><Relationship Id="rId198" Type="http://schemas.openxmlformats.org/officeDocument/2006/relationships/customXml" Target="../ink/ink100.xml"/><Relationship Id="rId321" Type="http://schemas.openxmlformats.org/officeDocument/2006/relationships/image" Target="../media/image26172.png"/><Relationship Id="rId363" Type="http://schemas.openxmlformats.org/officeDocument/2006/relationships/image" Target="../media/image26192.png"/><Relationship Id="rId419" Type="http://schemas.openxmlformats.org/officeDocument/2006/relationships/customXml" Target="../ink/ink211.xml"/><Relationship Id="rId223" Type="http://schemas.openxmlformats.org/officeDocument/2006/relationships/image" Target="../media/image26123.png"/><Relationship Id="rId430" Type="http://schemas.openxmlformats.org/officeDocument/2006/relationships/image" Target="../media/image26225.png"/><Relationship Id="rId18" Type="http://schemas.openxmlformats.org/officeDocument/2006/relationships/image" Target="../media/image26021.png"/><Relationship Id="rId265" Type="http://schemas.openxmlformats.org/officeDocument/2006/relationships/image" Target="../media/image26144.png"/><Relationship Id="rId125" Type="http://schemas.openxmlformats.org/officeDocument/2006/relationships/image" Target="../media/image26074.png"/><Relationship Id="rId167" Type="http://schemas.openxmlformats.org/officeDocument/2006/relationships/image" Target="../media/image26095.png"/><Relationship Id="rId332" Type="http://schemas.openxmlformats.org/officeDocument/2006/relationships/customXml" Target="../ink/ink167.xml"/><Relationship Id="rId374" Type="http://schemas.openxmlformats.org/officeDocument/2006/relationships/customXml" Target="../ink/ink188.xml"/><Relationship Id="rId71" Type="http://schemas.openxmlformats.org/officeDocument/2006/relationships/image" Target="../media/image26047.png"/><Relationship Id="rId92" Type="http://schemas.openxmlformats.org/officeDocument/2006/relationships/customXml" Target="../ink/ink47.xml"/><Relationship Id="rId213" Type="http://schemas.openxmlformats.org/officeDocument/2006/relationships/image" Target="../media/image26118.png"/><Relationship Id="rId234" Type="http://schemas.openxmlformats.org/officeDocument/2006/relationships/customXml" Target="../ink/ink118.xml"/><Relationship Id="rId420" Type="http://schemas.openxmlformats.org/officeDocument/2006/relationships/image" Target="../media/image26220.png"/><Relationship Id="rId2" Type="http://schemas.openxmlformats.org/officeDocument/2006/relationships/customXml" Target="../ink/ink1.xml"/><Relationship Id="rId29" Type="http://schemas.openxmlformats.org/officeDocument/2006/relationships/customXml" Target="../ink/ink15.xml"/><Relationship Id="rId255" Type="http://schemas.openxmlformats.org/officeDocument/2006/relationships/image" Target="../media/image26139.png"/><Relationship Id="rId276" Type="http://schemas.openxmlformats.org/officeDocument/2006/relationships/customXml" Target="../ink/ink139.xml"/><Relationship Id="rId297" Type="http://schemas.openxmlformats.org/officeDocument/2006/relationships/image" Target="../media/image26160.png"/><Relationship Id="rId441" Type="http://schemas.openxmlformats.org/officeDocument/2006/relationships/customXml" Target="../ink/ink222.xml"/><Relationship Id="rId40" Type="http://schemas.openxmlformats.org/officeDocument/2006/relationships/image" Target="../media/image26032.png"/><Relationship Id="rId115" Type="http://schemas.openxmlformats.org/officeDocument/2006/relationships/image" Target="../media/image26069.png"/><Relationship Id="rId136" Type="http://schemas.openxmlformats.org/officeDocument/2006/relationships/customXml" Target="../ink/ink69.xml"/><Relationship Id="rId157" Type="http://schemas.openxmlformats.org/officeDocument/2006/relationships/image" Target="../media/image26090.png"/><Relationship Id="rId178" Type="http://schemas.openxmlformats.org/officeDocument/2006/relationships/customXml" Target="../ink/ink90.xml"/><Relationship Id="rId301" Type="http://schemas.openxmlformats.org/officeDocument/2006/relationships/image" Target="../media/image26162.png"/><Relationship Id="rId322" Type="http://schemas.openxmlformats.org/officeDocument/2006/relationships/customXml" Target="../ink/ink162.xml"/><Relationship Id="rId343" Type="http://schemas.openxmlformats.org/officeDocument/2006/relationships/image" Target="../media/image26183.png"/><Relationship Id="rId364" Type="http://schemas.openxmlformats.org/officeDocument/2006/relationships/customXml" Target="../ink/ink183.xml"/><Relationship Id="rId61" Type="http://schemas.openxmlformats.org/officeDocument/2006/relationships/image" Target="../media/image26042.png"/><Relationship Id="rId82" Type="http://schemas.openxmlformats.org/officeDocument/2006/relationships/customXml" Target="../ink/ink42.xml"/><Relationship Id="rId199" Type="http://schemas.openxmlformats.org/officeDocument/2006/relationships/image" Target="../media/image26111.png"/><Relationship Id="rId203" Type="http://schemas.openxmlformats.org/officeDocument/2006/relationships/image" Target="../media/image26113.png"/><Relationship Id="rId385" Type="http://schemas.openxmlformats.org/officeDocument/2006/relationships/customXml" Target="../ink/ink194.xml"/><Relationship Id="rId19" Type="http://schemas.openxmlformats.org/officeDocument/2006/relationships/customXml" Target="../ink/ink10.xml"/><Relationship Id="rId224" Type="http://schemas.openxmlformats.org/officeDocument/2006/relationships/customXml" Target="../ink/ink113.xml"/><Relationship Id="rId245" Type="http://schemas.openxmlformats.org/officeDocument/2006/relationships/image" Target="../media/image26134.png"/><Relationship Id="rId266" Type="http://schemas.openxmlformats.org/officeDocument/2006/relationships/customXml" Target="../ink/ink134.xml"/><Relationship Id="rId287" Type="http://schemas.openxmlformats.org/officeDocument/2006/relationships/image" Target="../media/image26155.png"/><Relationship Id="rId410" Type="http://schemas.openxmlformats.org/officeDocument/2006/relationships/image" Target="../media/image26215.png"/><Relationship Id="rId431" Type="http://schemas.openxmlformats.org/officeDocument/2006/relationships/customXml" Target="../ink/ink217.xml"/><Relationship Id="rId452" Type="http://schemas.openxmlformats.org/officeDocument/2006/relationships/image" Target="../media/image26235.png"/><Relationship Id="rId30" Type="http://schemas.openxmlformats.org/officeDocument/2006/relationships/image" Target="../media/image26027.png"/><Relationship Id="rId105" Type="http://schemas.openxmlformats.org/officeDocument/2006/relationships/image" Target="../media/image26064.png"/><Relationship Id="rId126" Type="http://schemas.openxmlformats.org/officeDocument/2006/relationships/customXml" Target="../ink/ink64.xml"/><Relationship Id="rId147" Type="http://schemas.openxmlformats.org/officeDocument/2006/relationships/image" Target="../media/image26085.png"/><Relationship Id="rId168" Type="http://schemas.openxmlformats.org/officeDocument/2006/relationships/customXml" Target="../ink/ink85.xml"/><Relationship Id="rId312" Type="http://schemas.openxmlformats.org/officeDocument/2006/relationships/customXml" Target="../ink/ink157.xml"/><Relationship Id="rId333" Type="http://schemas.openxmlformats.org/officeDocument/2006/relationships/image" Target="../media/image26178.png"/><Relationship Id="rId354" Type="http://schemas.openxmlformats.org/officeDocument/2006/relationships/customXml" Target="../ink/ink178.xml"/><Relationship Id="rId51" Type="http://schemas.openxmlformats.org/officeDocument/2006/relationships/image" Target="../media/image26037.png"/><Relationship Id="rId72" Type="http://schemas.openxmlformats.org/officeDocument/2006/relationships/customXml" Target="../ink/ink37.xml"/><Relationship Id="rId93" Type="http://schemas.openxmlformats.org/officeDocument/2006/relationships/image" Target="../media/image26058.png"/><Relationship Id="rId189" Type="http://schemas.openxmlformats.org/officeDocument/2006/relationships/image" Target="../media/image26106.png"/><Relationship Id="rId375" Type="http://schemas.openxmlformats.org/officeDocument/2006/relationships/image" Target="../media/image26198.png"/><Relationship Id="rId396" Type="http://schemas.openxmlformats.org/officeDocument/2006/relationships/image" Target="../media/image26208.png"/><Relationship Id="rId3" Type="http://schemas.openxmlformats.org/officeDocument/2006/relationships/image" Target="../media/image25686.png"/><Relationship Id="rId214" Type="http://schemas.openxmlformats.org/officeDocument/2006/relationships/customXml" Target="../ink/ink108.xml"/><Relationship Id="rId235" Type="http://schemas.openxmlformats.org/officeDocument/2006/relationships/image" Target="../media/image26129.png"/><Relationship Id="rId256" Type="http://schemas.openxmlformats.org/officeDocument/2006/relationships/customXml" Target="../ink/ink129.xml"/><Relationship Id="rId277" Type="http://schemas.openxmlformats.org/officeDocument/2006/relationships/image" Target="../media/image26150.png"/><Relationship Id="rId298" Type="http://schemas.openxmlformats.org/officeDocument/2006/relationships/customXml" Target="../ink/ink150.xml"/><Relationship Id="rId400" Type="http://schemas.openxmlformats.org/officeDocument/2006/relationships/image" Target="../media/image26210.png"/><Relationship Id="rId421" Type="http://schemas.openxmlformats.org/officeDocument/2006/relationships/customXml" Target="../ink/ink212.xml"/><Relationship Id="rId442" Type="http://schemas.openxmlformats.org/officeDocument/2006/relationships/image" Target="../media/image26230.png"/><Relationship Id="rId116" Type="http://schemas.openxmlformats.org/officeDocument/2006/relationships/customXml" Target="../ink/ink59.xml"/><Relationship Id="rId137" Type="http://schemas.openxmlformats.org/officeDocument/2006/relationships/image" Target="../media/image26080.png"/><Relationship Id="rId158" Type="http://schemas.openxmlformats.org/officeDocument/2006/relationships/customXml" Target="../ink/ink80.xml"/><Relationship Id="rId302" Type="http://schemas.openxmlformats.org/officeDocument/2006/relationships/customXml" Target="../ink/ink152.xml"/><Relationship Id="rId323" Type="http://schemas.openxmlformats.org/officeDocument/2006/relationships/image" Target="../media/image26173.png"/><Relationship Id="rId344" Type="http://schemas.openxmlformats.org/officeDocument/2006/relationships/customXml" Target="../ink/ink173.xml"/><Relationship Id="rId20" Type="http://schemas.openxmlformats.org/officeDocument/2006/relationships/image" Target="../media/image26022.png"/><Relationship Id="rId41" Type="http://schemas.openxmlformats.org/officeDocument/2006/relationships/customXml" Target="../ink/ink21.xml"/><Relationship Id="rId62" Type="http://schemas.openxmlformats.org/officeDocument/2006/relationships/customXml" Target="../ink/ink32.xml"/><Relationship Id="rId83" Type="http://schemas.openxmlformats.org/officeDocument/2006/relationships/image" Target="../media/image26053.png"/><Relationship Id="rId179" Type="http://schemas.openxmlformats.org/officeDocument/2006/relationships/image" Target="../media/image26101.png"/><Relationship Id="rId365" Type="http://schemas.openxmlformats.org/officeDocument/2006/relationships/image" Target="../media/image26193.png"/><Relationship Id="rId386" Type="http://schemas.openxmlformats.org/officeDocument/2006/relationships/image" Target="../media/image26203.png"/><Relationship Id="rId190" Type="http://schemas.openxmlformats.org/officeDocument/2006/relationships/customXml" Target="../ink/ink96.xml"/><Relationship Id="rId204" Type="http://schemas.openxmlformats.org/officeDocument/2006/relationships/customXml" Target="../ink/ink103.xml"/><Relationship Id="rId225" Type="http://schemas.openxmlformats.org/officeDocument/2006/relationships/image" Target="../media/image26124.png"/><Relationship Id="rId246" Type="http://schemas.openxmlformats.org/officeDocument/2006/relationships/customXml" Target="../ink/ink124.xml"/><Relationship Id="rId267" Type="http://schemas.openxmlformats.org/officeDocument/2006/relationships/image" Target="../media/image26145.png"/><Relationship Id="rId288" Type="http://schemas.openxmlformats.org/officeDocument/2006/relationships/customXml" Target="../ink/ink145.xml"/><Relationship Id="rId411" Type="http://schemas.openxmlformats.org/officeDocument/2006/relationships/customXml" Target="../ink/ink207.xml"/><Relationship Id="rId432" Type="http://schemas.openxmlformats.org/officeDocument/2006/relationships/image" Target="../media/image26226.png"/><Relationship Id="rId453" Type="http://schemas.openxmlformats.org/officeDocument/2006/relationships/customXml" Target="../ink/ink228.xml"/><Relationship Id="rId106" Type="http://schemas.openxmlformats.org/officeDocument/2006/relationships/customXml" Target="../ink/ink54.xml"/><Relationship Id="rId127" Type="http://schemas.openxmlformats.org/officeDocument/2006/relationships/image" Target="../media/image26075.png"/><Relationship Id="rId313" Type="http://schemas.openxmlformats.org/officeDocument/2006/relationships/image" Target="../media/image26168.png"/><Relationship Id="rId10" Type="http://schemas.openxmlformats.org/officeDocument/2006/relationships/image" Target="../media/image26017.png"/><Relationship Id="rId31" Type="http://schemas.openxmlformats.org/officeDocument/2006/relationships/customXml" Target="../ink/ink16.xml"/><Relationship Id="rId52" Type="http://schemas.openxmlformats.org/officeDocument/2006/relationships/customXml" Target="../ink/ink27.xml"/><Relationship Id="rId73" Type="http://schemas.openxmlformats.org/officeDocument/2006/relationships/image" Target="../media/image26048.png"/><Relationship Id="rId94" Type="http://schemas.openxmlformats.org/officeDocument/2006/relationships/customXml" Target="../ink/ink48.xml"/><Relationship Id="rId148" Type="http://schemas.openxmlformats.org/officeDocument/2006/relationships/customXml" Target="../ink/ink75.xml"/><Relationship Id="rId169" Type="http://schemas.openxmlformats.org/officeDocument/2006/relationships/image" Target="../media/image26096.png"/><Relationship Id="rId334" Type="http://schemas.openxmlformats.org/officeDocument/2006/relationships/customXml" Target="../ink/ink168.xml"/><Relationship Id="rId355" Type="http://schemas.openxmlformats.org/officeDocument/2006/relationships/image" Target="../media/image26188.png"/><Relationship Id="rId376" Type="http://schemas.openxmlformats.org/officeDocument/2006/relationships/customXml" Target="../ink/ink189.xml"/><Relationship Id="rId397" Type="http://schemas.openxmlformats.org/officeDocument/2006/relationships/customXml" Target="../ink/ink200.xml"/><Relationship Id="rId4" Type="http://schemas.openxmlformats.org/officeDocument/2006/relationships/customXml" Target="../ink/ink2.xml"/><Relationship Id="rId180" Type="http://schemas.openxmlformats.org/officeDocument/2006/relationships/customXml" Target="../ink/ink91.xml"/><Relationship Id="rId215" Type="http://schemas.openxmlformats.org/officeDocument/2006/relationships/image" Target="../media/image26119.png"/><Relationship Id="rId236" Type="http://schemas.openxmlformats.org/officeDocument/2006/relationships/customXml" Target="../ink/ink119.xml"/><Relationship Id="rId257" Type="http://schemas.openxmlformats.org/officeDocument/2006/relationships/image" Target="../media/image26140.png"/><Relationship Id="rId278" Type="http://schemas.openxmlformats.org/officeDocument/2006/relationships/customXml" Target="../ink/ink140.xml"/><Relationship Id="rId401" Type="http://schemas.openxmlformats.org/officeDocument/2006/relationships/customXml" Target="../ink/ink202.xml"/><Relationship Id="rId422" Type="http://schemas.openxmlformats.org/officeDocument/2006/relationships/image" Target="../media/image26221.png"/><Relationship Id="rId443" Type="http://schemas.openxmlformats.org/officeDocument/2006/relationships/customXml" Target="../ink/ink223.xml"/><Relationship Id="rId303" Type="http://schemas.openxmlformats.org/officeDocument/2006/relationships/image" Target="../media/image26163.png"/><Relationship Id="rId42" Type="http://schemas.openxmlformats.org/officeDocument/2006/relationships/image" Target="../media/image26033.png"/><Relationship Id="rId84" Type="http://schemas.openxmlformats.org/officeDocument/2006/relationships/customXml" Target="../ink/ink43.xml"/><Relationship Id="rId138" Type="http://schemas.openxmlformats.org/officeDocument/2006/relationships/customXml" Target="../ink/ink70.xml"/><Relationship Id="rId345" Type="http://schemas.openxmlformats.org/officeDocument/2006/relationships/image" Target="../media/image26184.png"/><Relationship Id="rId387" Type="http://schemas.openxmlformats.org/officeDocument/2006/relationships/customXml" Target="../ink/ink195.xml"/><Relationship Id="rId191" Type="http://schemas.openxmlformats.org/officeDocument/2006/relationships/image" Target="../media/image26107.png"/><Relationship Id="rId205" Type="http://schemas.openxmlformats.org/officeDocument/2006/relationships/image" Target="../media/image26114.png"/><Relationship Id="rId247" Type="http://schemas.openxmlformats.org/officeDocument/2006/relationships/image" Target="../media/image26135.png"/><Relationship Id="rId412" Type="http://schemas.openxmlformats.org/officeDocument/2006/relationships/image" Target="../media/image26216.png"/><Relationship Id="rId107" Type="http://schemas.openxmlformats.org/officeDocument/2006/relationships/image" Target="../media/image26065.png"/><Relationship Id="rId289" Type="http://schemas.openxmlformats.org/officeDocument/2006/relationships/image" Target="../media/image26156.png"/><Relationship Id="rId454" Type="http://schemas.openxmlformats.org/officeDocument/2006/relationships/image" Target="../media/image26236.png"/><Relationship Id="rId11" Type="http://schemas.openxmlformats.org/officeDocument/2006/relationships/customXml" Target="../ink/ink6.xml"/><Relationship Id="rId53" Type="http://schemas.openxmlformats.org/officeDocument/2006/relationships/image" Target="../media/image26038.png"/><Relationship Id="rId149" Type="http://schemas.openxmlformats.org/officeDocument/2006/relationships/image" Target="../media/image26086.png"/><Relationship Id="rId314" Type="http://schemas.openxmlformats.org/officeDocument/2006/relationships/customXml" Target="../ink/ink158.xml"/><Relationship Id="rId356" Type="http://schemas.openxmlformats.org/officeDocument/2006/relationships/customXml" Target="../ink/ink179.xml"/><Relationship Id="rId398" Type="http://schemas.openxmlformats.org/officeDocument/2006/relationships/image" Target="../media/image26209.png"/><Relationship Id="rId95" Type="http://schemas.openxmlformats.org/officeDocument/2006/relationships/image" Target="../media/image26059.png"/><Relationship Id="rId160" Type="http://schemas.openxmlformats.org/officeDocument/2006/relationships/customXml" Target="../ink/ink81.xml"/><Relationship Id="rId216" Type="http://schemas.openxmlformats.org/officeDocument/2006/relationships/customXml" Target="../ink/ink109.xml"/><Relationship Id="rId423" Type="http://schemas.openxmlformats.org/officeDocument/2006/relationships/customXml" Target="../ink/ink213.xml"/><Relationship Id="rId258" Type="http://schemas.openxmlformats.org/officeDocument/2006/relationships/customXml" Target="../ink/ink130.xml"/><Relationship Id="rId22" Type="http://schemas.openxmlformats.org/officeDocument/2006/relationships/image" Target="../media/image26023.png"/><Relationship Id="rId64" Type="http://schemas.openxmlformats.org/officeDocument/2006/relationships/customXml" Target="../ink/ink33.xml"/><Relationship Id="rId118" Type="http://schemas.openxmlformats.org/officeDocument/2006/relationships/customXml" Target="../ink/ink60.xml"/><Relationship Id="rId325" Type="http://schemas.openxmlformats.org/officeDocument/2006/relationships/image" Target="../media/image26174.png"/><Relationship Id="rId367" Type="http://schemas.openxmlformats.org/officeDocument/2006/relationships/image" Target="../media/image26194.png"/><Relationship Id="rId171" Type="http://schemas.openxmlformats.org/officeDocument/2006/relationships/image" Target="../media/image26097.png"/><Relationship Id="rId227" Type="http://schemas.openxmlformats.org/officeDocument/2006/relationships/image" Target="../media/image26125.png"/><Relationship Id="rId269" Type="http://schemas.openxmlformats.org/officeDocument/2006/relationships/image" Target="../media/image26146.png"/><Relationship Id="rId434" Type="http://schemas.openxmlformats.org/officeDocument/2006/relationships/image" Target="../media/image26227.png"/><Relationship Id="rId33" Type="http://schemas.openxmlformats.org/officeDocument/2006/relationships/customXml" Target="../ink/ink17.xml"/><Relationship Id="rId129" Type="http://schemas.openxmlformats.org/officeDocument/2006/relationships/image" Target="../media/image26076.png"/><Relationship Id="rId280" Type="http://schemas.openxmlformats.org/officeDocument/2006/relationships/customXml" Target="../ink/ink141.xml"/><Relationship Id="rId336" Type="http://schemas.openxmlformats.org/officeDocument/2006/relationships/customXml" Target="../ink/ink169.xml"/><Relationship Id="rId75" Type="http://schemas.openxmlformats.org/officeDocument/2006/relationships/image" Target="../media/image26049.png"/><Relationship Id="rId140" Type="http://schemas.openxmlformats.org/officeDocument/2006/relationships/customXml" Target="../ink/ink71.xml"/><Relationship Id="rId182" Type="http://schemas.openxmlformats.org/officeDocument/2006/relationships/customXml" Target="../ink/ink92.xml"/><Relationship Id="rId378" Type="http://schemas.openxmlformats.org/officeDocument/2006/relationships/customXml" Target="../ink/ink190.xml"/><Relationship Id="rId403" Type="http://schemas.openxmlformats.org/officeDocument/2006/relationships/customXml" Target="../ink/ink203.xml"/><Relationship Id="rId6" Type="http://schemas.openxmlformats.org/officeDocument/2006/relationships/customXml" Target="../ink/ink3.xml"/><Relationship Id="rId238" Type="http://schemas.openxmlformats.org/officeDocument/2006/relationships/customXml" Target="../ink/ink120.xml"/><Relationship Id="rId445" Type="http://schemas.openxmlformats.org/officeDocument/2006/relationships/customXml" Target="../ink/ink224.xml"/><Relationship Id="rId291" Type="http://schemas.openxmlformats.org/officeDocument/2006/relationships/image" Target="../media/image26157.png"/><Relationship Id="rId305" Type="http://schemas.openxmlformats.org/officeDocument/2006/relationships/image" Target="../media/image26164.png"/><Relationship Id="rId347" Type="http://schemas.openxmlformats.org/officeDocument/2006/relationships/image" Target="../media/image25930.png"/><Relationship Id="rId44" Type="http://schemas.openxmlformats.org/officeDocument/2006/relationships/image" Target="../media/image26034.png"/><Relationship Id="rId86" Type="http://schemas.openxmlformats.org/officeDocument/2006/relationships/customXml" Target="../ink/ink44.xml"/><Relationship Id="rId151" Type="http://schemas.openxmlformats.org/officeDocument/2006/relationships/image" Target="../media/image26087.png"/><Relationship Id="rId389" Type="http://schemas.openxmlformats.org/officeDocument/2006/relationships/customXml" Target="../ink/ink196.xml"/><Relationship Id="rId193" Type="http://schemas.openxmlformats.org/officeDocument/2006/relationships/image" Target="../media/image26108.png"/><Relationship Id="rId207" Type="http://schemas.openxmlformats.org/officeDocument/2006/relationships/image" Target="../media/image26115.png"/><Relationship Id="rId249" Type="http://schemas.openxmlformats.org/officeDocument/2006/relationships/image" Target="../media/image26136.png"/><Relationship Id="rId414" Type="http://schemas.openxmlformats.org/officeDocument/2006/relationships/image" Target="../media/image26217.png"/><Relationship Id="rId13" Type="http://schemas.openxmlformats.org/officeDocument/2006/relationships/customXml" Target="../ink/ink7.xml"/><Relationship Id="rId109" Type="http://schemas.openxmlformats.org/officeDocument/2006/relationships/image" Target="../media/image26066.png"/><Relationship Id="rId260" Type="http://schemas.openxmlformats.org/officeDocument/2006/relationships/customXml" Target="../ink/ink131.xml"/><Relationship Id="rId316" Type="http://schemas.openxmlformats.org/officeDocument/2006/relationships/customXml" Target="../ink/ink159.xml"/><Relationship Id="rId55" Type="http://schemas.openxmlformats.org/officeDocument/2006/relationships/image" Target="../media/image26039.png"/><Relationship Id="rId97" Type="http://schemas.openxmlformats.org/officeDocument/2006/relationships/image" Target="../media/image26060.png"/><Relationship Id="rId120" Type="http://schemas.openxmlformats.org/officeDocument/2006/relationships/customXml" Target="../ink/ink61.xml"/><Relationship Id="rId358" Type="http://schemas.openxmlformats.org/officeDocument/2006/relationships/customXml" Target="../ink/ink180.xml"/><Relationship Id="rId162" Type="http://schemas.openxmlformats.org/officeDocument/2006/relationships/customXml" Target="../ink/ink82.xml"/><Relationship Id="rId218" Type="http://schemas.openxmlformats.org/officeDocument/2006/relationships/customXml" Target="../ink/ink110.xml"/><Relationship Id="rId425" Type="http://schemas.openxmlformats.org/officeDocument/2006/relationships/customXml" Target="../ink/ink214.xml"/><Relationship Id="rId271" Type="http://schemas.openxmlformats.org/officeDocument/2006/relationships/image" Target="../media/image26147.png"/><Relationship Id="rId24" Type="http://schemas.openxmlformats.org/officeDocument/2006/relationships/image" Target="../media/image26024.png"/><Relationship Id="rId66" Type="http://schemas.openxmlformats.org/officeDocument/2006/relationships/customXml" Target="../ink/ink34.xml"/><Relationship Id="rId131" Type="http://schemas.openxmlformats.org/officeDocument/2006/relationships/image" Target="../media/image26077.png"/><Relationship Id="rId327" Type="http://schemas.openxmlformats.org/officeDocument/2006/relationships/image" Target="../media/image26175.png"/><Relationship Id="rId369" Type="http://schemas.openxmlformats.org/officeDocument/2006/relationships/image" Target="../media/image26195.png"/><Relationship Id="rId173" Type="http://schemas.openxmlformats.org/officeDocument/2006/relationships/image" Target="../media/image26098.png"/><Relationship Id="rId229" Type="http://schemas.openxmlformats.org/officeDocument/2006/relationships/image" Target="../media/image26126.png"/><Relationship Id="rId380" Type="http://schemas.openxmlformats.org/officeDocument/2006/relationships/customXml" Target="../ink/ink191.xml"/><Relationship Id="rId436" Type="http://schemas.openxmlformats.org/officeDocument/2006/relationships/image" Target="../media/image26228.png"/><Relationship Id="rId240" Type="http://schemas.openxmlformats.org/officeDocument/2006/relationships/customXml" Target="../ink/ink121.xml"/><Relationship Id="rId35" Type="http://schemas.openxmlformats.org/officeDocument/2006/relationships/customXml" Target="../ink/ink18.xml"/><Relationship Id="rId77" Type="http://schemas.openxmlformats.org/officeDocument/2006/relationships/image" Target="../media/image26050.png"/><Relationship Id="rId100" Type="http://schemas.openxmlformats.org/officeDocument/2006/relationships/customXml" Target="../ink/ink51.xml"/><Relationship Id="rId282" Type="http://schemas.openxmlformats.org/officeDocument/2006/relationships/customXml" Target="../ink/ink142.xml"/><Relationship Id="rId338" Type="http://schemas.openxmlformats.org/officeDocument/2006/relationships/customXml" Target="../ink/ink170.xml"/><Relationship Id="rId8" Type="http://schemas.openxmlformats.org/officeDocument/2006/relationships/customXml" Target="../ink/ink4.xml"/><Relationship Id="rId142" Type="http://schemas.openxmlformats.org/officeDocument/2006/relationships/customXml" Target="../ink/ink72.xml"/><Relationship Id="rId184" Type="http://schemas.openxmlformats.org/officeDocument/2006/relationships/customXml" Target="../ink/ink93.xml"/><Relationship Id="rId391" Type="http://schemas.openxmlformats.org/officeDocument/2006/relationships/customXml" Target="../ink/ink197.xml"/><Relationship Id="rId405" Type="http://schemas.openxmlformats.org/officeDocument/2006/relationships/customXml" Target="../ink/ink204.xml"/><Relationship Id="rId447" Type="http://schemas.openxmlformats.org/officeDocument/2006/relationships/customXml" Target="../ink/ink225.xml"/><Relationship Id="rId251" Type="http://schemas.openxmlformats.org/officeDocument/2006/relationships/image" Target="../media/image26137.png"/><Relationship Id="rId46" Type="http://schemas.openxmlformats.org/officeDocument/2006/relationships/customXml" Target="../ink/ink24.xml"/><Relationship Id="rId293" Type="http://schemas.openxmlformats.org/officeDocument/2006/relationships/image" Target="../media/image26158.png"/><Relationship Id="rId307" Type="http://schemas.openxmlformats.org/officeDocument/2006/relationships/image" Target="../media/image26165.png"/><Relationship Id="rId349" Type="http://schemas.openxmlformats.org/officeDocument/2006/relationships/image" Target="../media/image26185.png"/><Relationship Id="rId88" Type="http://schemas.openxmlformats.org/officeDocument/2006/relationships/customXml" Target="../ink/ink45.xml"/><Relationship Id="rId111" Type="http://schemas.openxmlformats.org/officeDocument/2006/relationships/image" Target="../media/image26067.png"/><Relationship Id="rId153" Type="http://schemas.openxmlformats.org/officeDocument/2006/relationships/image" Target="../media/image26088.png"/><Relationship Id="rId195" Type="http://schemas.openxmlformats.org/officeDocument/2006/relationships/image" Target="../media/image26109.png"/><Relationship Id="rId209" Type="http://schemas.openxmlformats.org/officeDocument/2006/relationships/image" Target="../media/image26116.png"/><Relationship Id="rId360" Type="http://schemas.openxmlformats.org/officeDocument/2006/relationships/customXml" Target="../ink/ink181.xml"/><Relationship Id="rId416" Type="http://schemas.openxmlformats.org/officeDocument/2006/relationships/image" Target="../media/image26218.png"/><Relationship Id="rId220" Type="http://schemas.openxmlformats.org/officeDocument/2006/relationships/customXml" Target="../ink/ink111.xml"/><Relationship Id="rId15" Type="http://schemas.openxmlformats.org/officeDocument/2006/relationships/customXml" Target="../ink/ink8.xml"/><Relationship Id="rId57" Type="http://schemas.openxmlformats.org/officeDocument/2006/relationships/image" Target="../media/image26040.png"/><Relationship Id="rId262" Type="http://schemas.openxmlformats.org/officeDocument/2006/relationships/customXml" Target="../ink/ink132.xml"/><Relationship Id="rId318" Type="http://schemas.openxmlformats.org/officeDocument/2006/relationships/customXml" Target="../ink/ink160.xml"/><Relationship Id="rId99" Type="http://schemas.openxmlformats.org/officeDocument/2006/relationships/image" Target="../media/image26061.png"/><Relationship Id="rId122" Type="http://schemas.openxmlformats.org/officeDocument/2006/relationships/customXml" Target="../ink/ink62.xml"/><Relationship Id="rId164" Type="http://schemas.openxmlformats.org/officeDocument/2006/relationships/customXml" Target="../ink/ink83.xml"/><Relationship Id="rId371" Type="http://schemas.openxmlformats.org/officeDocument/2006/relationships/image" Target="../media/image26196.png"/><Relationship Id="rId427" Type="http://schemas.openxmlformats.org/officeDocument/2006/relationships/customXml" Target="../ink/ink215.xml"/><Relationship Id="rId26" Type="http://schemas.openxmlformats.org/officeDocument/2006/relationships/image" Target="../media/image26025.png"/><Relationship Id="rId231" Type="http://schemas.openxmlformats.org/officeDocument/2006/relationships/image" Target="../media/image26127.png"/><Relationship Id="rId273" Type="http://schemas.openxmlformats.org/officeDocument/2006/relationships/image" Target="../media/image26148.png"/><Relationship Id="rId329" Type="http://schemas.openxmlformats.org/officeDocument/2006/relationships/image" Target="../media/image26176.png"/><Relationship Id="rId68" Type="http://schemas.openxmlformats.org/officeDocument/2006/relationships/customXml" Target="../ink/ink35.xml"/><Relationship Id="rId133" Type="http://schemas.openxmlformats.org/officeDocument/2006/relationships/image" Target="../media/image26078.png"/><Relationship Id="rId175" Type="http://schemas.openxmlformats.org/officeDocument/2006/relationships/image" Target="../media/image26099.png"/><Relationship Id="rId340" Type="http://schemas.openxmlformats.org/officeDocument/2006/relationships/customXml" Target="../ink/ink171.xml"/><Relationship Id="rId200" Type="http://schemas.openxmlformats.org/officeDocument/2006/relationships/customXml" Target="../ink/ink101.xml"/><Relationship Id="rId382" Type="http://schemas.openxmlformats.org/officeDocument/2006/relationships/customXml" Target="../ink/ink192.xml"/><Relationship Id="rId438" Type="http://schemas.openxmlformats.org/officeDocument/2006/relationships/image" Target="../media/image26229.png"/><Relationship Id="rId242" Type="http://schemas.openxmlformats.org/officeDocument/2006/relationships/customXml" Target="../ink/ink122.xml"/><Relationship Id="rId284" Type="http://schemas.openxmlformats.org/officeDocument/2006/relationships/customXml" Target="../ink/ink143.xml"/><Relationship Id="rId37" Type="http://schemas.openxmlformats.org/officeDocument/2006/relationships/customXml" Target="../ink/ink19.xml"/><Relationship Id="rId79" Type="http://schemas.openxmlformats.org/officeDocument/2006/relationships/image" Target="../media/image26051.png"/><Relationship Id="rId102" Type="http://schemas.openxmlformats.org/officeDocument/2006/relationships/customXml" Target="../ink/ink52.xml"/><Relationship Id="rId144" Type="http://schemas.openxmlformats.org/officeDocument/2006/relationships/customXml" Target="../ink/ink73.xml"/><Relationship Id="rId90" Type="http://schemas.openxmlformats.org/officeDocument/2006/relationships/customXml" Target="../ink/ink46.xml"/><Relationship Id="rId186" Type="http://schemas.openxmlformats.org/officeDocument/2006/relationships/customXml" Target="../ink/ink94.xml"/><Relationship Id="rId351" Type="http://schemas.openxmlformats.org/officeDocument/2006/relationships/image" Target="../media/image26186.png"/><Relationship Id="rId393" Type="http://schemas.openxmlformats.org/officeDocument/2006/relationships/customXml" Target="../ink/ink198.xml"/><Relationship Id="rId407" Type="http://schemas.openxmlformats.org/officeDocument/2006/relationships/customXml" Target="../ink/ink205.xml"/><Relationship Id="rId449" Type="http://schemas.openxmlformats.org/officeDocument/2006/relationships/customXml" Target="../ink/ink226.xml"/><Relationship Id="rId211" Type="http://schemas.openxmlformats.org/officeDocument/2006/relationships/image" Target="../media/image26117.png"/><Relationship Id="rId253" Type="http://schemas.openxmlformats.org/officeDocument/2006/relationships/image" Target="../media/image26138.png"/><Relationship Id="rId295" Type="http://schemas.openxmlformats.org/officeDocument/2006/relationships/image" Target="../media/image26159.png"/><Relationship Id="rId309" Type="http://schemas.openxmlformats.org/officeDocument/2006/relationships/image" Target="../media/image26166.png"/><Relationship Id="rId48" Type="http://schemas.openxmlformats.org/officeDocument/2006/relationships/customXml" Target="../ink/ink25.xml"/><Relationship Id="rId113" Type="http://schemas.openxmlformats.org/officeDocument/2006/relationships/image" Target="../media/image26068.png"/><Relationship Id="rId320" Type="http://schemas.openxmlformats.org/officeDocument/2006/relationships/customXml" Target="../ink/ink161.xml"/><Relationship Id="rId155" Type="http://schemas.openxmlformats.org/officeDocument/2006/relationships/image" Target="../media/image26089.png"/><Relationship Id="rId197" Type="http://schemas.openxmlformats.org/officeDocument/2006/relationships/image" Target="../media/image26110.png"/><Relationship Id="rId362" Type="http://schemas.openxmlformats.org/officeDocument/2006/relationships/customXml" Target="../ink/ink182.xml"/><Relationship Id="rId418" Type="http://schemas.openxmlformats.org/officeDocument/2006/relationships/image" Target="../media/image26219.png"/><Relationship Id="rId222" Type="http://schemas.openxmlformats.org/officeDocument/2006/relationships/customXml" Target="../ink/ink112.xml"/><Relationship Id="rId264" Type="http://schemas.openxmlformats.org/officeDocument/2006/relationships/customXml" Target="../ink/ink133.xml"/><Relationship Id="rId17" Type="http://schemas.openxmlformats.org/officeDocument/2006/relationships/customXml" Target="../ink/ink9.xml"/><Relationship Id="rId59" Type="http://schemas.openxmlformats.org/officeDocument/2006/relationships/image" Target="../media/image26041.png"/><Relationship Id="rId124" Type="http://schemas.openxmlformats.org/officeDocument/2006/relationships/customXml" Target="../ink/ink63.xml"/><Relationship Id="rId70" Type="http://schemas.openxmlformats.org/officeDocument/2006/relationships/customXml" Target="../ink/ink36.xml"/><Relationship Id="rId166" Type="http://schemas.openxmlformats.org/officeDocument/2006/relationships/customXml" Target="../ink/ink84.xml"/><Relationship Id="rId331" Type="http://schemas.openxmlformats.org/officeDocument/2006/relationships/image" Target="../media/image26177.png"/><Relationship Id="rId373" Type="http://schemas.openxmlformats.org/officeDocument/2006/relationships/image" Target="../media/image26197.png"/><Relationship Id="rId429" Type="http://schemas.openxmlformats.org/officeDocument/2006/relationships/customXml" Target="../ink/ink216.xml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26128.png"/><Relationship Id="rId440" Type="http://schemas.openxmlformats.org/officeDocument/2006/relationships/image" Target="../media/image25882.png"/><Relationship Id="rId28" Type="http://schemas.openxmlformats.org/officeDocument/2006/relationships/image" Target="../media/image26026.png"/><Relationship Id="rId275" Type="http://schemas.openxmlformats.org/officeDocument/2006/relationships/image" Target="../media/image26149.png"/><Relationship Id="rId300" Type="http://schemas.openxmlformats.org/officeDocument/2006/relationships/customXml" Target="../ink/ink151.xml"/><Relationship Id="rId81" Type="http://schemas.openxmlformats.org/officeDocument/2006/relationships/image" Target="../media/image26052.png"/><Relationship Id="rId135" Type="http://schemas.openxmlformats.org/officeDocument/2006/relationships/image" Target="../media/image26079.png"/><Relationship Id="rId177" Type="http://schemas.openxmlformats.org/officeDocument/2006/relationships/image" Target="../media/image26100.png"/><Relationship Id="rId342" Type="http://schemas.openxmlformats.org/officeDocument/2006/relationships/customXml" Target="../ink/ink172.xml"/><Relationship Id="rId384" Type="http://schemas.openxmlformats.org/officeDocument/2006/relationships/image" Target="../media/image26202.png"/><Relationship Id="rId202" Type="http://schemas.openxmlformats.org/officeDocument/2006/relationships/customXml" Target="../ink/ink102.xml"/><Relationship Id="rId244" Type="http://schemas.openxmlformats.org/officeDocument/2006/relationships/customXml" Target="../ink/ink123.xml"/><Relationship Id="rId39" Type="http://schemas.openxmlformats.org/officeDocument/2006/relationships/customXml" Target="../ink/ink20.xml"/><Relationship Id="rId286" Type="http://schemas.openxmlformats.org/officeDocument/2006/relationships/customXml" Target="../ink/ink144.xml"/><Relationship Id="rId451" Type="http://schemas.openxmlformats.org/officeDocument/2006/relationships/customXml" Target="../ink/ink227.xml"/><Relationship Id="rId50" Type="http://schemas.openxmlformats.org/officeDocument/2006/relationships/customXml" Target="../ink/ink26.xml"/><Relationship Id="rId104" Type="http://schemas.openxmlformats.org/officeDocument/2006/relationships/customXml" Target="../ink/ink53.xml"/><Relationship Id="rId146" Type="http://schemas.openxmlformats.org/officeDocument/2006/relationships/customXml" Target="../ink/ink74.xml"/><Relationship Id="rId188" Type="http://schemas.openxmlformats.org/officeDocument/2006/relationships/customXml" Target="../ink/ink95.xml"/><Relationship Id="rId311" Type="http://schemas.openxmlformats.org/officeDocument/2006/relationships/image" Target="../media/image26167.png"/><Relationship Id="rId353" Type="http://schemas.openxmlformats.org/officeDocument/2006/relationships/image" Target="../media/image26187.png"/><Relationship Id="rId395" Type="http://schemas.openxmlformats.org/officeDocument/2006/relationships/customXml" Target="../ink/ink199.xml"/><Relationship Id="rId409" Type="http://schemas.openxmlformats.org/officeDocument/2006/relationships/customXml" Target="../ink/ink206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87.xml"/><Relationship Id="rId21" Type="http://schemas.openxmlformats.org/officeDocument/2006/relationships/customXml" Target="../ink/ink239.xml"/><Relationship Id="rId42" Type="http://schemas.openxmlformats.org/officeDocument/2006/relationships/image" Target="../media/image26252.png"/><Relationship Id="rId63" Type="http://schemas.openxmlformats.org/officeDocument/2006/relationships/customXml" Target="../ink/ink260.xml"/><Relationship Id="rId84" Type="http://schemas.openxmlformats.org/officeDocument/2006/relationships/image" Target="../media/image26273.png"/><Relationship Id="rId138" Type="http://schemas.openxmlformats.org/officeDocument/2006/relationships/image" Target="../media/image26299.png"/><Relationship Id="rId159" Type="http://schemas.openxmlformats.org/officeDocument/2006/relationships/customXml" Target="../ink/ink308.xml"/><Relationship Id="rId170" Type="http://schemas.openxmlformats.org/officeDocument/2006/relationships/image" Target="../media/image26315.png"/><Relationship Id="rId191" Type="http://schemas.openxmlformats.org/officeDocument/2006/relationships/customXml" Target="../ink/ink324.xml"/><Relationship Id="rId205" Type="http://schemas.openxmlformats.org/officeDocument/2006/relationships/image" Target="../media/image26331.png"/><Relationship Id="rId226" Type="http://schemas.openxmlformats.org/officeDocument/2006/relationships/customXml" Target="../ink/ink342.xml"/><Relationship Id="rId247" Type="http://schemas.openxmlformats.org/officeDocument/2006/relationships/image" Target="../media/image26352.png"/><Relationship Id="rId107" Type="http://schemas.openxmlformats.org/officeDocument/2006/relationships/customXml" Target="../ink/ink282.xml"/><Relationship Id="rId11" Type="http://schemas.openxmlformats.org/officeDocument/2006/relationships/customXml" Target="../ink/ink234.xml"/><Relationship Id="rId32" Type="http://schemas.openxmlformats.org/officeDocument/2006/relationships/image" Target="../media/image26248.png"/><Relationship Id="rId53" Type="http://schemas.openxmlformats.org/officeDocument/2006/relationships/customXml" Target="../ink/ink255.xml"/><Relationship Id="rId74" Type="http://schemas.openxmlformats.org/officeDocument/2006/relationships/image" Target="../media/image26268.png"/><Relationship Id="rId128" Type="http://schemas.openxmlformats.org/officeDocument/2006/relationships/image" Target="../media/image26294.png"/><Relationship Id="rId149" Type="http://schemas.openxmlformats.org/officeDocument/2006/relationships/customXml" Target="../ink/ink303.xml"/><Relationship Id="rId5" Type="http://schemas.openxmlformats.org/officeDocument/2006/relationships/image" Target="../media/image25940.png"/><Relationship Id="rId95" Type="http://schemas.openxmlformats.org/officeDocument/2006/relationships/customXml" Target="../ink/ink276.xml"/><Relationship Id="rId160" Type="http://schemas.openxmlformats.org/officeDocument/2006/relationships/image" Target="../media/image26310.png"/><Relationship Id="rId181" Type="http://schemas.openxmlformats.org/officeDocument/2006/relationships/customXml" Target="../ink/ink319.xml"/><Relationship Id="rId216" Type="http://schemas.openxmlformats.org/officeDocument/2006/relationships/customXml" Target="../ink/ink337.xml"/><Relationship Id="rId237" Type="http://schemas.openxmlformats.org/officeDocument/2006/relationships/image" Target="../media/image26347.png"/><Relationship Id="rId22" Type="http://schemas.openxmlformats.org/officeDocument/2006/relationships/image" Target="../media/image26243.png"/><Relationship Id="rId43" Type="http://schemas.openxmlformats.org/officeDocument/2006/relationships/customXml" Target="../ink/ink250.xml"/><Relationship Id="rId64" Type="http://schemas.openxmlformats.org/officeDocument/2006/relationships/image" Target="../media/image26263.png"/><Relationship Id="rId118" Type="http://schemas.openxmlformats.org/officeDocument/2006/relationships/image" Target="../media/image26289.png"/><Relationship Id="rId139" Type="http://schemas.openxmlformats.org/officeDocument/2006/relationships/customXml" Target="../ink/ink298.xml"/><Relationship Id="rId85" Type="http://schemas.openxmlformats.org/officeDocument/2006/relationships/customXml" Target="../ink/ink271.xml"/><Relationship Id="rId150" Type="http://schemas.openxmlformats.org/officeDocument/2006/relationships/image" Target="../media/image26305.png"/><Relationship Id="rId171" Type="http://schemas.openxmlformats.org/officeDocument/2006/relationships/customXml" Target="../ink/ink314.xml"/><Relationship Id="rId192" Type="http://schemas.openxmlformats.org/officeDocument/2006/relationships/image" Target="../media/image26325.png"/><Relationship Id="rId206" Type="http://schemas.openxmlformats.org/officeDocument/2006/relationships/customXml" Target="../ink/ink332.xml"/><Relationship Id="rId227" Type="http://schemas.openxmlformats.org/officeDocument/2006/relationships/image" Target="../media/image26342.png"/><Relationship Id="rId248" Type="http://schemas.openxmlformats.org/officeDocument/2006/relationships/customXml" Target="../ink/ink353.xml"/><Relationship Id="rId12" Type="http://schemas.openxmlformats.org/officeDocument/2006/relationships/image" Target="../media/image26238.png"/><Relationship Id="rId33" Type="http://schemas.openxmlformats.org/officeDocument/2006/relationships/customXml" Target="../ink/ink245.xml"/><Relationship Id="rId108" Type="http://schemas.openxmlformats.org/officeDocument/2006/relationships/image" Target="../media/image26284.png"/><Relationship Id="rId129" Type="http://schemas.openxmlformats.org/officeDocument/2006/relationships/customXml" Target="../ink/ink293.xml"/><Relationship Id="rId54" Type="http://schemas.openxmlformats.org/officeDocument/2006/relationships/image" Target="../media/image26258.png"/><Relationship Id="rId75" Type="http://schemas.openxmlformats.org/officeDocument/2006/relationships/customXml" Target="../ink/ink266.xml"/><Relationship Id="rId96" Type="http://schemas.openxmlformats.org/officeDocument/2006/relationships/image" Target="../media/image25754.png"/><Relationship Id="rId140" Type="http://schemas.openxmlformats.org/officeDocument/2006/relationships/image" Target="../media/image26300.png"/><Relationship Id="rId161" Type="http://schemas.openxmlformats.org/officeDocument/2006/relationships/customXml" Target="../ink/ink309.xml"/><Relationship Id="rId182" Type="http://schemas.openxmlformats.org/officeDocument/2006/relationships/image" Target="../media/image26321.png"/><Relationship Id="rId217" Type="http://schemas.openxmlformats.org/officeDocument/2006/relationships/image" Target="../media/image26337.png"/><Relationship Id="rId6" Type="http://schemas.openxmlformats.org/officeDocument/2006/relationships/customXml" Target="../ink/ink231.xml"/><Relationship Id="rId238" Type="http://schemas.openxmlformats.org/officeDocument/2006/relationships/customXml" Target="../ink/ink348.xml"/><Relationship Id="rId23" Type="http://schemas.openxmlformats.org/officeDocument/2006/relationships/customXml" Target="../ink/ink240.xml"/><Relationship Id="rId119" Type="http://schemas.openxmlformats.org/officeDocument/2006/relationships/customXml" Target="../ink/ink288.xml"/><Relationship Id="rId44" Type="http://schemas.openxmlformats.org/officeDocument/2006/relationships/image" Target="../media/image26253.png"/><Relationship Id="rId65" Type="http://schemas.openxmlformats.org/officeDocument/2006/relationships/customXml" Target="../ink/ink261.xml"/><Relationship Id="rId86" Type="http://schemas.openxmlformats.org/officeDocument/2006/relationships/image" Target="../media/image26274.png"/><Relationship Id="rId130" Type="http://schemas.openxmlformats.org/officeDocument/2006/relationships/image" Target="../media/image26295.png"/><Relationship Id="rId151" Type="http://schemas.openxmlformats.org/officeDocument/2006/relationships/customXml" Target="../ink/ink304.xml"/><Relationship Id="rId172" Type="http://schemas.openxmlformats.org/officeDocument/2006/relationships/image" Target="../media/image26316.png"/><Relationship Id="rId193" Type="http://schemas.openxmlformats.org/officeDocument/2006/relationships/customXml" Target="../ink/ink325.xml"/><Relationship Id="rId207" Type="http://schemas.openxmlformats.org/officeDocument/2006/relationships/image" Target="../media/image26332.png"/><Relationship Id="rId228" Type="http://schemas.openxmlformats.org/officeDocument/2006/relationships/customXml" Target="../ink/ink343.xml"/><Relationship Id="rId249" Type="http://schemas.openxmlformats.org/officeDocument/2006/relationships/image" Target="../media/image26353.png"/><Relationship Id="rId13" Type="http://schemas.openxmlformats.org/officeDocument/2006/relationships/customXml" Target="../ink/ink235.xml"/><Relationship Id="rId109" Type="http://schemas.openxmlformats.org/officeDocument/2006/relationships/customXml" Target="../ink/ink283.xml"/><Relationship Id="rId34" Type="http://schemas.openxmlformats.org/officeDocument/2006/relationships/image" Target="../media/image26249.png"/><Relationship Id="rId55" Type="http://schemas.openxmlformats.org/officeDocument/2006/relationships/customXml" Target="../ink/ink256.xml"/><Relationship Id="rId76" Type="http://schemas.openxmlformats.org/officeDocument/2006/relationships/image" Target="../media/image26269.png"/><Relationship Id="rId97" Type="http://schemas.openxmlformats.org/officeDocument/2006/relationships/customXml" Target="../ink/ink277.xml"/><Relationship Id="rId120" Type="http://schemas.openxmlformats.org/officeDocument/2006/relationships/image" Target="../media/image26290.png"/><Relationship Id="rId141" Type="http://schemas.openxmlformats.org/officeDocument/2006/relationships/customXml" Target="../ink/ink299.xml"/><Relationship Id="rId7" Type="http://schemas.openxmlformats.org/officeDocument/2006/relationships/image" Target="../media/image25941.png"/><Relationship Id="rId162" Type="http://schemas.openxmlformats.org/officeDocument/2006/relationships/image" Target="../media/image26311.png"/><Relationship Id="rId183" Type="http://schemas.openxmlformats.org/officeDocument/2006/relationships/customXml" Target="../ink/ink320.xml"/><Relationship Id="rId218" Type="http://schemas.openxmlformats.org/officeDocument/2006/relationships/customXml" Target="../ink/ink338.xml"/><Relationship Id="rId239" Type="http://schemas.openxmlformats.org/officeDocument/2006/relationships/image" Target="../media/image26348.png"/><Relationship Id="rId250" Type="http://schemas.openxmlformats.org/officeDocument/2006/relationships/customXml" Target="../ink/ink354.xml"/><Relationship Id="rId24" Type="http://schemas.openxmlformats.org/officeDocument/2006/relationships/image" Target="../media/image26244.png"/><Relationship Id="rId45" Type="http://schemas.openxmlformats.org/officeDocument/2006/relationships/customXml" Target="../ink/ink251.xml"/><Relationship Id="rId66" Type="http://schemas.openxmlformats.org/officeDocument/2006/relationships/image" Target="../media/image26264.png"/><Relationship Id="rId87" Type="http://schemas.openxmlformats.org/officeDocument/2006/relationships/customXml" Target="../ink/ink272.xml"/><Relationship Id="rId110" Type="http://schemas.openxmlformats.org/officeDocument/2006/relationships/image" Target="../media/image26285.png"/><Relationship Id="rId131" Type="http://schemas.openxmlformats.org/officeDocument/2006/relationships/customXml" Target="../ink/ink294.xml"/><Relationship Id="rId152" Type="http://schemas.openxmlformats.org/officeDocument/2006/relationships/image" Target="../media/image26306.png"/><Relationship Id="rId173" Type="http://schemas.openxmlformats.org/officeDocument/2006/relationships/customXml" Target="../ink/ink315.xml"/><Relationship Id="rId194" Type="http://schemas.openxmlformats.org/officeDocument/2006/relationships/image" Target="../media/image26326.png"/><Relationship Id="rId208" Type="http://schemas.openxmlformats.org/officeDocument/2006/relationships/customXml" Target="../ink/ink333.xml"/><Relationship Id="rId229" Type="http://schemas.openxmlformats.org/officeDocument/2006/relationships/image" Target="../media/image26343.png"/><Relationship Id="rId240" Type="http://schemas.openxmlformats.org/officeDocument/2006/relationships/customXml" Target="../ink/ink349.xml"/><Relationship Id="rId14" Type="http://schemas.openxmlformats.org/officeDocument/2006/relationships/image" Target="../media/image26239.png"/><Relationship Id="rId35" Type="http://schemas.openxmlformats.org/officeDocument/2006/relationships/customXml" Target="../ink/ink246.xml"/><Relationship Id="rId56" Type="http://schemas.openxmlformats.org/officeDocument/2006/relationships/image" Target="../media/image26259.png"/><Relationship Id="rId77" Type="http://schemas.openxmlformats.org/officeDocument/2006/relationships/customXml" Target="../ink/ink267.xml"/><Relationship Id="rId100" Type="http://schemas.openxmlformats.org/officeDocument/2006/relationships/image" Target="../media/image26280.png"/><Relationship Id="rId8" Type="http://schemas.openxmlformats.org/officeDocument/2006/relationships/customXml" Target="../ink/ink232.xml"/><Relationship Id="rId98" Type="http://schemas.openxmlformats.org/officeDocument/2006/relationships/image" Target="../media/image26279.png"/><Relationship Id="rId121" Type="http://schemas.openxmlformats.org/officeDocument/2006/relationships/customXml" Target="../ink/ink289.xml"/><Relationship Id="rId142" Type="http://schemas.openxmlformats.org/officeDocument/2006/relationships/image" Target="../media/image26301.png"/><Relationship Id="rId163" Type="http://schemas.openxmlformats.org/officeDocument/2006/relationships/customXml" Target="../ink/ink310.xml"/><Relationship Id="rId184" Type="http://schemas.openxmlformats.org/officeDocument/2006/relationships/image" Target="../media/image26322.png"/><Relationship Id="rId219" Type="http://schemas.openxmlformats.org/officeDocument/2006/relationships/image" Target="../media/image26338.png"/><Relationship Id="rId230" Type="http://schemas.openxmlformats.org/officeDocument/2006/relationships/customXml" Target="../ink/ink344.xml"/><Relationship Id="rId251" Type="http://schemas.openxmlformats.org/officeDocument/2006/relationships/image" Target="../media/image26354.png"/><Relationship Id="rId25" Type="http://schemas.openxmlformats.org/officeDocument/2006/relationships/customXml" Target="../ink/ink241.xml"/><Relationship Id="rId46" Type="http://schemas.openxmlformats.org/officeDocument/2006/relationships/image" Target="../media/image26254.png"/><Relationship Id="rId67" Type="http://schemas.openxmlformats.org/officeDocument/2006/relationships/customXml" Target="../ink/ink262.xml"/><Relationship Id="rId88" Type="http://schemas.openxmlformats.org/officeDocument/2006/relationships/image" Target="../media/image26275.png"/><Relationship Id="rId111" Type="http://schemas.openxmlformats.org/officeDocument/2006/relationships/customXml" Target="../ink/ink284.xml"/><Relationship Id="rId132" Type="http://schemas.openxmlformats.org/officeDocument/2006/relationships/image" Target="../media/image26296.png"/><Relationship Id="rId153" Type="http://schemas.openxmlformats.org/officeDocument/2006/relationships/customXml" Target="../ink/ink305.xml"/><Relationship Id="rId174" Type="http://schemas.openxmlformats.org/officeDocument/2006/relationships/image" Target="../media/image26317.png"/><Relationship Id="rId195" Type="http://schemas.openxmlformats.org/officeDocument/2006/relationships/customXml" Target="../ink/ink326.xml"/><Relationship Id="rId209" Type="http://schemas.openxmlformats.org/officeDocument/2006/relationships/image" Target="../media/image26333.png"/><Relationship Id="rId220" Type="http://schemas.openxmlformats.org/officeDocument/2006/relationships/customXml" Target="../ink/ink339.xml"/><Relationship Id="rId241" Type="http://schemas.openxmlformats.org/officeDocument/2006/relationships/image" Target="../media/image26349.png"/><Relationship Id="rId15" Type="http://schemas.openxmlformats.org/officeDocument/2006/relationships/customXml" Target="../ink/ink236.xml"/><Relationship Id="rId36" Type="http://schemas.openxmlformats.org/officeDocument/2006/relationships/image" Target="../media/image26193.png"/><Relationship Id="rId57" Type="http://schemas.openxmlformats.org/officeDocument/2006/relationships/customXml" Target="../ink/ink257.xml"/><Relationship Id="rId78" Type="http://schemas.openxmlformats.org/officeDocument/2006/relationships/image" Target="../media/image26270.png"/><Relationship Id="rId99" Type="http://schemas.openxmlformats.org/officeDocument/2006/relationships/customXml" Target="../ink/ink278.xml"/><Relationship Id="rId101" Type="http://schemas.openxmlformats.org/officeDocument/2006/relationships/customXml" Target="../ink/ink279.xml"/><Relationship Id="rId122" Type="http://schemas.openxmlformats.org/officeDocument/2006/relationships/image" Target="../media/image26291.png"/><Relationship Id="rId143" Type="http://schemas.openxmlformats.org/officeDocument/2006/relationships/customXml" Target="../ink/ink300.xml"/><Relationship Id="rId164" Type="http://schemas.openxmlformats.org/officeDocument/2006/relationships/image" Target="../media/image26312.png"/><Relationship Id="rId185" Type="http://schemas.openxmlformats.org/officeDocument/2006/relationships/customXml" Target="../ink/ink321.xml"/><Relationship Id="rId9" Type="http://schemas.openxmlformats.org/officeDocument/2006/relationships/customXml" Target="../ink/ink233.xml"/><Relationship Id="rId210" Type="http://schemas.openxmlformats.org/officeDocument/2006/relationships/customXml" Target="../ink/ink334.xml"/><Relationship Id="rId26" Type="http://schemas.openxmlformats.org/officeDocument/2006/relationships/image" Target="../media/image26245.png"/><Relationship Id="rId231" Type="http://schemas.openxmlformats.org/officeDocument/2006/relationships/image" Target="../media/image26344.png"/><Relationship Id="rId252" Type="http://schemas.openxmlformats.org/officeDocument/2006/relationships/customXml" Target="../ink/ink355.xml"/><Relationship Id="rId47" Type="http://schemas.openxmlformats.org/officeDocument/2006/relationships/customXml" Target="../ink/ink252.xml"/><Relationship Id="rId68" Type="http://schemas.openxmlformats.org/officeDocument/2006/relationships/image" Target="../media/image26265.png"/><Relationship Id="rId89" Type="http://schemas.openxmlformats.org/officeDocument/2006/relationships/customXml" Target="../ink/ink273.xml"/><Relationship Id="rId112" Type="http://schemas.openxmlformats.org/officeDocument/2006/relationships/image" Target="../media/image26286.png"/><Relationship Id="rId133" Type="http://schemas.openxmlformats.org/officeDocument/2006/relationships/customXml" Target="../ink/ink295.xml"/><Relationship Id="rId154" Type="http://schemas.openxmlformats.org/officeDocument/2006/relationships/image" Target="../media/image26307.png"/><Relationship Id="rId175" Type="http://schemas.openxmlformats.org/officeDocument/2006/relationships/customXml" Target="../ink/ink316.xml"/><Relationship Id="rId196" Type="http://schemas.openxmlformats.org/officeDocument/2006/relationships/image" Target="../media/image26327.png"/><Relationship Id="rId200" Type="http://schemas.openxmlformats.org/officeDocument/2006/relationships/image" Target="../media/image26329.png"/><Relationship Id="rId16" Type="http://schemas.openxmlformats.org/officeDocument/2006/relationships/image" Target="../media/image26240.png"/><Relationship Id="rId221" Type="http://schemas.openxmlformats.org/officeDocument/2006/relationships/image" Target="../media/image26339.png"/><Relationship Id="rId242" Type="http://schemas.openxmlformats.org/officeDocument/2006/relationships/customXml" Target="../ink/ink350.xml"/><Relationship Id="rId37" Type="http://schemas.openxmlformats.org/officeDocument/2006/relationships/customXml" Target="../ink/ink247.xml"/><Relationship Id="rId58" Type="http://schemas.openxmlformats.org/officeDocument/2006/relationships/image" Target="../media/image26260.png"/><Relationship Id="rId79" Type="http://schemas.openxmlformats.org/officeDocument/2006/relationships/customXml" Target="../ink/ink268.xml"/><Relationship Id="rId102" Type="http://schemas.openxmlformats.org/officeDocument/2006/relationships/image" Target="../media/image26281.png"/><Relationship Id="rId123" Type="http://schemas.openxmlformats.org/officeDocument/2006/relationships/customXml" Target="../ink/ink290.xml"/><Relationship Id="rId144" Type="http://schemas.openxmlformats.org/officeDocument/2006/relationships/image" Target="../media/image26302.png"/><Relationship Id="rId90" Type="http://schemas.openxmlformats.org/officeDocument/2006/relationships/image" Target="../media/image26276.png"/><Relationship Id="rId165" Type="http://schemas.openxmlformats.org/officeDocument/2006/relationships/customXml" Target="../ink/ink311.xml"/><Relationship Id="rId186" Type="http://schemas.openxmlformats.org/officeDocument/2006/relationships/image" Target="../media/image26323.png"/><Relationship Id="rId211" Type="http://schemas.openxmlformats.org/officeDocument/2006/relationships/image" Target="../media/image26334.png"/><Relationship Id="rId232" Type="http://schemas.openxmlformats.org/officeDocument/2006/relationships/customXml" Target="../ink/ink345.xml"/><Relationship Id="rId253" Type="http://schemas.openxmlformats.org/officeDocument/2006/relationships/image" Target="../media/image26355.png"/><Relationship Id="rId27" Type="http://schemas.openxmlformats.org/officeDocument/2006/relationships/customXml" Target="../ink/ink242.xml"/><Relationship Id="rId48" Type="http://schemas.openxmlformats.org/officeDocument/2006/relationships/image" Target="../media/image26255.png"/><Relationship Id="rId69" Type="http://schemas.openxmlformats.org/officeDocument/2006/relationships/customXml" Target="../ink/ink263.xml"/><Relationship Id="rId113" Type="http://schemas.openxmlformats.org/officeDocument/2006/relationships/customXml" Target="../ink/ink285.xml"/><Relationship Id="rId134" Type="http://schemas.openxmlformats.org/officeDocument/2006/relationships/image" Target="../media/image26297.png"/><Relationship Id="rId80" Type="http://schemas.openxmlformats.org/officeDocument/2006/relationships/image" Target="../media/image26271.png"/><Relationship Id="rId155" Type="http://schemas.openxmlformats.org/officeDocument/2006/relationships/customXml" Target="../ink/ink306.xml"/><Relationship Id="rId176" Type="http://schemas.openxmlformats.org/officeDocument/2006/relationships/image" Target="../media/image26318.png"/><Relationship Id="rId197" Type="http://schemas.openxmlformats.org/officeDocument/2006/relationships/customXml" Target="../ink/ink327.xml"/><Relationship Id="rId201" Type="http://schemas.openxmlformats.org/officeDocument/2006/relationships/customXml" Target="../ink/ink329.xml"/><Relationship Id="rId222" Type="http://schemas.openxmlformats.org/officeDocument/2006/relationships/customXml" Target="../ink/ink340.xml"/><Relationship Id="rId243" Type="http://schemas.openxmlformats.org/officeDocument/2006/relationships/image" Target="../media/image26350.png"/><Relationship Id="rId17" Type="http://schemas.openxmlformats.org/officeDocument/2006/relationships/customXml" Target="../ink/ink237.xml"/><Relationship Id="rId38" Type="http://schemas.openxmlformats.org/officeDocument/2006/relationships/image" Target="../media/image26250.png"/><Relationship Id="rId59" Type="http://schemas.openxmlformats.org/officeDocument/2006/relationships/customXml" Target="../ink/ink258.xml"/><Relationship Id="rId103" Type="http://schemas.openxmlformats.org/officeDocument/2006/relationships/customXml" Target="../ink/ink280.xml"/><Relationship Id="rId124" Type="http://schemas.openxmlformats.org/officeDocument/2006/relationships/image" Target="../media/image26292.png"/><Relationship Id="rId70" Type="http://schemas.openxmlformats.org/officeDocument/2006/relationships/image" Target="../media/image26266.png"/><Relationship Id="rId91" Type="http://schemas.openxmlformats.org/officeDocument/2006/relationships/customXml" Target="../ink/ink274.xml"/><Relationship Id="rId145" Type="http://schemas.openxmlformats.org/officeDocument/2006/relationships/customXml" Target="../ink/ink301.xml"/><Relationship Id="rId166" Type="http://schemas.openxmlformats.org/officeDocument/2006/relationships/image" Target="../media/image26313.png"/><Relationship Id="rId187" Type="http://schemas.openxmlformats.org/officeDocument/2006/relationships/customXml" Target="../ink/ink322.xml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335.xml"/><Relationship Id="rId233" Type="http://schemas.openxmlformats.org/officeDocument/2006/relationships/image" Target="../media/image26345.png"/><Relationship Id="rId28" Type="http://schemas.openxmlformats.org/officeDocument/2006/relationships/image" Target="../media/image26246.png"/><Relationship Id="rId49" Type="http://schemas.openxmlformats.org/officeDocument/2006/relationships/customXml" Target="../ink/ink253.xml"/><Relationship Id="rId114" Type="http://schemas.openxmlformats.org/officeDocument/2006/relationships/image" Target="../media/image26287.png"/><Relationship Id="rId60" Type="http://schemas.openxmlformats.org/officeDocument/2006/relationships/image" Target="../media/image26261.png"/><Relationship Id="rId81" Type="http://schemas.openxmlformats.org/officeDocument/2006/relationships/customXml" Target="../ink/ink269.xml"/><Relationship Id="rId135" Type="http://schemas.openxmlformats.org/officeDocument/2006/relationships/customXml" Target="../ink/ink296.xml"/><Relationship Id="rId156" Type="http://schemas.openxmlformats.org/officeDocument/2006/relationships/image" Target="../media/image26308.png"/><Relationship Id="rId177" Type="http://schemas.openxmlformats.org/officeDocument/2006/relationships/customXml" Target="../ink/ink317.xml"/><Relationship Id="rId198" Type="http://schemas.openxmlformats.org/officeDocument/2006/relationships/image" Target="../media/image26328.png"/><Relationship Id="rId202" Type="http://schemas.openxmlformats.org/officeDocument/2006/relationships/image" Target="../media/image26330.png"/><Relationship Id="rId223" Type="http://schemas.openxmlformats.org/officeDocument/2006/relationships/image" Target="../media/image26340.png"/><Relationship Id="rId244" Type="http://schemas.openxmlformats.org/officeDocument/2006/relationships/customXml" Target="../ink/ink351.xml"/><Relationship Id="rId18" Type="http://schemas.openxmlformats.org/officeDocument/2006/relationships/image" Target="../media/image26241.png"/><Relationship Id="rId39" Type="http://schemas.openxmlformats.org/officeDocument/2006/relationships/customXml" Target="../ink/ink248.xml"/><Relationship Id="rId50" Type="http://schemas.openxmlformats.org/officeDocument/2006/relationships/image" Target="../media/image26256.png"/><Relationship Id="rId104" Type="http://schemas.openxmlformats.org/officeDocument/2006/relationships/image" Target="../media/image26282.png"/><Relationship Id="rId125" Type="http://schemas.openxmlformats.org/officeDocument/2006/relationships/customXml" Target="../ink/ink291.xml"/><Relationship Id="rId146" Type="http://schemas.openxmlformats.org/officeDocument/2006/relationships/image" Target="../media/image26303.png"/><Relationship Id="rId167" Type="http://schemas.openxmlformats.org/officeDocument/2006/relationships/customXml" Target="../ink/ink312.xml"/><Relationship Id="rId188" Type="http://schemas.openxmlformats.org/officeDocument/2006/relationships/image" Target="../media/image26131.png"/><Relationship Id="rId71" Type="http://schemas.openxmlformats.org/officeDocument/2006/relationships/customXml" Target="../ink/ink264.xml"/><Relationship Id="rId92" Type="http://schemas.openxmlformats.org/officeDocument/2006/relationships/image" Target="../media/image26277.png"/><Relationship Id="rId213" Type="http://schemas.openxmlformats.org/officeDocument/2006/relationships/image" Target="../media/image26335.png"/><Relationship Id="rId234" Type="http://schemas.openxmlformats.org/officeDocument/2006/relationships/customXml" Target="../ink/ink346.xml"/><Relationship Id="rId2" Type="http://schemas.openxmlformats.org/officeDocument/2006/relationships/customXml" Target="../ink/ink229.xml"/><Relationship Id="rId29" Type="http://schemas.openxmlformats.org/officeDocument/2006/relationships/customXml" Target="../ink/ink243.xml"/><Relationship Id="rId40" Type="http://schemas.openxmlformats.org/officeDocument/2006/relationships/image" Target="../media/image26251.png"/><Relationship Id="rId115" Type="http://schemas.openxmlformats.org/officeDocument/2006/relationships/customXml" Target="../ink/ink286.xml"/><Relationship Id="rId136" Type="http://schemas.openxmlformats.org/officeDocument/2006/relationships/image" Target="../media/image26298.png"/><Relationship Id="rId157" Type="http://schemas.openxmlformats.org/officeDocument/2006/relationships/customXml" Target="../ink/ink307.xml"/><Relationship Id="rId178" Type="http://schemas.openxmlformats.org/officeDocument/2006/relationships/image" Target="../media/image26319.png"/><Relationship Id="rId61" Type="http://schemas.openxmlformats.org/officeDocument/2006/relationships/customXml" Target="../ink/ink259.xml"/><Relationship Id="rId82" Type="http://schemas.openxmlformats.org/officeDocument/2006/relationships/image" Target="../media/image26272.png"/><Relationship Id="rId199" Type="http://schemas.openxmlformats.org/officeDocument/2006/relationships/customXml" Target="../ink/ink328.xml"/><Relationship Id="rId203" Type="http://schemas.openxmlformats.org/officeDocument/2006/relationships/customXml" Target="../ink/ink330.xml"/><Relationship Id="rId19" Type="http://schemas.openxmlformats.org/officeDocument/2006/relationships/customXml" Target="../ink/ink238.xml"/><Relationship Id="rId224" Type="http://schemas.openxmlformats.org/officeDocument/2006/relationships/customXml" Target="../ink/ink341.xml"/><Relationship Id="rId245" Type="http://schemas.openxmlformats.org/officeDocument/2006/relationships/image" Target="../media/image26351.png"/><Relationship Id="rId30" Type="http://schemas.openxmlformats.org/officeDocument/2006/relationships/image" Target="../media/image26247.png"/><Relationship Id="rId105" Type="http://schemas.openxmlformats.org/officeDocument/2006/relationships/customXml" Target="../ink/ink281.xml"/><Relationship Id="rId126" Type="http://schemas.openxmlformats.org/officeDocument/2006/relationships/image" Target="../media/image26293.png"/><Relationship Id="rId147" Type="http://schemas.openxmlformats.org/officeDocument/2006/relationships/customXml" Target="../ink/ink302.xml"/><Relationship Id="rId168" Type="http://schemas.openxmlformats.org/officeDocument/2006/relationships/image" Target="../media/image26314.png"/><Relationship Id="rId51" Type="http://schemas.openxmlformats.org/officeDocument/2006/relationships/customXml" Target="../ink/ink254.xml"/><Relationship Id="rId72" Type="http://schemas.openxmlformats.org/officeDocument/2006/relationships/image" Target="../media/image26267.png"/><Relationship Id="rId93" Type="http://schemas.openxmlformats.org/officeDocument/2006/relationships/customXml" Target="../ink/ink275.xml"/><Relationship Id="rId189" Type="http://schemas.openxmlformats.org/officeDocument/2006/relationships/customXml" Target="../ink/ink323.xml"/><Relationship Id="rId3" Type="http://schemas.openxmlformats.org/officeDocument/2006/relationships/image" Target="../media/image25686.png"/><Relationship Id="rId214" Type="http://schemas.openxmlformats.org/officeDocument/2006/relationships/customXml" Target="../ink/ink336.xml"/><Relationship Id="rId235" Type="http://schemas.openxmlformats.org/officeDocument/2006/relationships/image" Target="../media/image26346.png"/><Relationship Id="rId116" Type="http://schemas.openxmlformats.org/officeDocument/2006/relationships/image" Target="../media/image26288.png"/><Relationship Id="rId137" Type="http://schemas.openxmlformats.org/officeDocument/2006/relationships/customXml" Target="../ink/ink297.xml"/><Relationship Id="rId158" Type="http://schemas.openxmlformats.org/officeDocument/2006/relationships/image" Target="../media/image26309.png"/><Relationship Id="rId20" Type="http://schemas.openxmlformats.org/officeDocument/2006/relationships/image" Target="../media/image26242.png"/><Relationship Id="rId41" Type="http://schemas.openxmlformats.org/officeDocument/2006/relationships/customXml" Target="../ink/ink249.xml"/><Relationship Id="rId62" Type="http://schemas.openxmlformats.org/officeDocument/2006/relationships/image" Target="../media/image26262.png"/><Relationship Id="rId83" Type="http://schemas.openxmlformats.org/officeDocument/2006/relationships/customXml" Target="../ink/ink270.xml"/><Relationship Id="rId179" Type="http://schemas.openxmlformats.org/officeDocument/2006/relationships/customXml" Target="../ink/ink318.xml"/><Relationship Id="rId190" Type="http://schemas.openxmlformats.org/officeDocument/2006/relationships/image" Target="../media/image26324.png"/><Relationship Id="rId204" Type="http://schemas.openxmlformats.org/officeDocument/2006/relationships/customXml" Target="../ink/ink331.xml"/><Relationship Id="rId225" Type="http://schemas.openxmlformats.org/officeDocument/2006/relationships/image" Target="../media/image26341.png"/><Relationship Id="rId246" Type="http://schemas.openxmlformats.org/officeDocument/2006/relationships/customXml" Target="../ink/ink352.xml"/><Relationship Id="rId106" Type="http://schemas.openxmlformats.org/officeDocument/2006/relationships/image" Target="../media/image26283.png"/><Relationship Id="rId127" Type="http://schemas.openxmlformats.org/officeDocument/2006/relationships/customXml" Target="../ink/ink292.xml"/><Relationship Id="rId10" Type="http://schemas.openxmlformats.org/officeDocument/2006/relationships/image" Target="../media/image26237.png"/><Relationship Id="rId31" Type="http://schemas.openxmlformats.org/officeDocument/2006/relationships/customXml" Target="../ink/ink244.xml"/><Relationship Id="rId52" Type="http://schemas.openxmlformats.org/officeDocument/2006/relationships/image" Target="../media/image26257.png"/><Relationship Id="rId73" Type="http://schemas.openxmlformats.org/officeDocument/2006/relationships/customXml" Target="../ink/ink265.xml"/><Relationship Id="rId94" Type="http://schemas.openxmlformats.org/officeDocument/2006/relationships/image" Target="../media/image26278.png"/><Relationship Id="rId148" Type="http://schemas.openxmlformats.org/officeDocument/2006/relationships/image" Target="../media/image26304.png"/><Relationship Id="rId169" Type="http://schemas.openxmlformats.org/officeDocument/2006/relationships/customXml" Target="../ink/ink313.xml"/><Relationship Id="rId4" Type="http://schemas.openxmlformats.org/officeDocument/2006/relationships/customXml" Target="../ink/ink230.xml"/><Relationship Id="rId180" Type="http://schemas.openxmlformats.org/officeDocument/2006/relationships/image" Target="../media/image26320.png"/><Relationship Id="rId215" Type="http://schemas.openxmlformats.org/officeDocument/2006/relationships/image" Target="../media/image26336.png"/><Relationship Id="rId236" Type="http://schemas.openxmlformats.org/officeDocument/2006/relationships/customXml" Target="../ink/ink347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6402.png"/><Relationship Id="rId21" Type="http://schemas.openxmlformats.org/officeDocument/2006/relationships/customXml" Target="../ink/ink366.xml"/><Relationship Id="rId324" Type="http://schemas.openxmlformats.org/officeDocument/2006/relationships/image" Target="../media/image26502.png"/><Relationship Id="rId531" Type="http://schemas.openxmlformats.org/officeDocument/2006/relationships/customXml" Target="../ink/ink624.xml"/><Relationship Id="rId170" Type="http://schemas.openxmlformats.org/officeDocument/2006/relationships/customXml" Target="../ink/ink441.xml"/><Relationship Id="rId268" Type="http://schemas.openxmlformats.org/officeDocument/2006/relationships/image" Target="../media/image26474.png"/><Relationship Id="rId475" Type="http://schemas.openxmlformats.org/officeDocument/2006/relationships/customXml" Target="../ink/ink596.xml"/><Relationship Id="rId32" Type="http://schemas.openxmlformats.org/officeDocument/2006/relationships/image" Target="../media/image26367.png"/><Relationship Id="rId128" Type="http://schemas.openxmlformats.org/officeDocument/2006/relationships/customXml" Target="../ink/ink420.xml"/><Relationship Id="rId335" Type="http://schemas.openxmlformats.org/officeDocument/2006/relationships/customXml" Target="../ink/ink525.xml"/><Relationship Id="rId542" Type="http://schemas.openxmlformats.org/officeDocument/2006/relationships/image" Target="../media/image26608.png"/><Relationship Id="rId181" Type="http://schemas.openxmlformats.org/officeDocument/2006/relationships/image" Target="../media/image26433.png"/><Relationship Id="rId402" Type="http://schemas.openxmlformats.org/officeDocument/2006/relationships/image" Target="../media/image26539.png"/><Relationship Id="rId279" Type="http://schemas.openxmlformats.org/officeDocument/2006/relationships/customXml" Target="../ink/ink497.xml"/><Relationship Id="rId486" Type="http://schemas.openxmlformats.org/officeDocument/2006/relationships/image" Target="../media/image26580.png"/><Relationship Id="rId43" Type="http://schemas.openxmlformats.org/officeDocument/2006/relationships/customXml" Target="../ink/ink377.xml"/><Relationship Id="rId139" Type="http://schemas.openxmlformats.org/officeDocument/2006/relationships/image" Target="../media/image26413.png"/><Relationship Id="rId346" Type="http://schemas.openxmlformats.org/officeDocument/2006/relationships/image" Target="../media/image26513.png"/><Relationship Id="rId192" Type="http://schemas.openxmlformats.org/officeDocument/2006/relationships/customXml" Target="../ink/ink452.xml"/><Relationship Id="rId206" Type="http://schemas.openxmlformats.org/officeDocument/2006/relationships/customXml" Target="../ink/ink460.xml"/><Relationship Id="rId413" Type="http://schemas.openxmlformats.org/officeDocument/2006/relationships/customXml" Target="../ink/ink565.xml"/><Relationship Id="rId497" Type="http://schemas.openxmlformats.org/officeDocument/2006/relationships/customXml" Target="../ink/ink607.xml"/><Relationship Id="rId12" Type="http://schemas.openxmlformats.org/officeDocument/2006/relationships/image" Target="../media/image26357.png"/><Relationship Id="rId108" Type="http://schemas.openxmlformats.org/officeDocument/2006/relationships/customXml" Target="../ink/ink410.xml"/><Relationship Id="rId315" Type="http://schemas.openxmlformats.org/officeDocument/2006/relationships/customXml" Target="../ink/ink515.xml"/><Relationship Id="rId357" Type="http://schemas.openxmlformats.org/officeDocument/2006/relationships/customXml" Target="../ink/ink536.xml"/><Relationship Id="rId522" Type="http://schemas.openxmlformats.org/officeDocument/2006/relationships/image" Target="../media/image26598.png"/><Relationship Id="rId54" Type="http://schemas.openxmlformats.org/officeDocument/2006/relationships/image" Target="../media/image26377.png"/><Relationship Id="rId96" Type="http://schemas.openxmlformats.org/officeDocument/2006/relationships/customXml" Target="../ink/ink404.xml"/><Relationship Id="rId161" Type="http://schemas.openxmlformats.org/officeDocument/2006/relationships/image" Target="../media/image26423.png"/><Relationship Id="rId217" Type="http://schemas.openxmlformats.org/officeDocument/2006/relationships/image" Target="../media/image26450.png"/><Relationship Id="rId399" Type="http://schemas.openxmlformats.org/officeDocument/2006/relationships/customXml" Target="../ink/ink558.xml"/><Relationship Id="rId259" Type="http://schemas.openxmlformats.org/officeDocument/2006/relationships/customXml" Target="../ink/ink487.xml"/><Relationship Id="rId424" Type="http://schemas.openxmlformats.org/officeDocument/2006/relationships/image" Target="../media/image26550.png"/><Relationship Id="rId466" Type="http://schemas.openxmlformats.org/officeDocument/2006/relationships/image" Target="../media/image26570.png"/><Relationship Id="rId23" Type="http://schemas.openxmlformats.org/officeDocument/2006/relationships/customXml" Target="../ink/ink367.xml"/><Relationship Id="rId119" Type="http://schemas.openxmlformats.org/officeDocument/2006/relationships/image" Target="../media/image26403.png"/><Relationship Id="rId270" Type="http://schemas.openxmlformats.org/officeDocument/2006/relationships/image" Target="../media/image26475.png"/><Relationship Id="rId326" Type="http://schemas.openxmlformats.org/officeDocument/2006/relationships/image" Target="../media/image26503.png"/><Relationship Id="rId533" Type="http://schemas.openxmlformats.org/officeDocument/2006/relationships/customXml" Target="../ink/ink625.xml"/><Relationship Id="rId65" Type="http://schemas.openxmlformats.org/officeDocument/2006/relationships/customXml" Target="../ink/ink388.xml"/><Relationship Id="rId130" Type="http://schemas.openxmlformats.org/officeDocument/2006/relationships/customXml" Target="../ink/ink421.xml"/><Relationship Id="rId368" Type="http://schemas.openxmlformats.org/officeDocument/2006/relationships/customXml" Target="../ink/ink542.xml"/><Relationship Id="rId172" Type="http://schemas.openxmlformats.org/officeDocument/2006/relationships/customXml" Target="../ink/ink442.xml"/><Relationship Id="rId228" Type="http://schemas.openxmlformats.org/officeDocument/2006/relationships/customXml" Target="../ink/ink471.xml"/><Relationship Id="rId435" Type="http://schemas.openxmlformats.org/officeDocument/2006/relationships/customXml" Target="../ink/ink576.xml"/><Relationship Id="rId477" Type="http://schemas.openxmlformats.org/officeDocument/2006/relationships/customXml" Target="../ink/ink597.xml"/><Relationship Id="rId281" Type="http://schemas.openxmlformats.org/officeDocument/2006/relationships/customXml" Target="../ink/ink498.xml"/><Relationship Id="rId337" Type="http://schemas.openxmlformats.org/officeDocument/2006/relationships/customXml" Target="../ink/ink526.xml"/><Relationship Id="rId502" Type="http://schemas.openxmlformats.org/officeDocument/2006/relationships/image" Target="../media/image26588.png"/><Relationship Id="rId34" Type="http://schemas.openxmlformats.org/officeDocument/2006/relationships/image" Target="../media/image26368.png"/><Relationship Id="rId76" Type="http://schemas.openxmlformats.org/officeDocument/2006/relationships/image" Target="../media/image26387.png"/><Relationship Id="rId141" Type="http://schemas.openxmlformats.org/officeDocument/2006/relationships/image" Target="../media/image26414.png"/><Relationship Id="rId379" Type="http://schemas.openxmlformats.org/officeDocument/2006/relationships/customXml" Target="../ink/ink548.xml"/><Relationship Id="rId544" Type="http://schemas.openxmlformats.org/officeDocument/2006/relationships/image" Target="../media/image26609.png"/><Relationship Id="rId7" Type="http://schemas.openxmlformats.org/officeDocument/2006/relationships/image" Target="../media/image25941.png"/><Relationship Id="rId183" Type="http://schemas.openxmlformats.org/officeDocument/2006/relationships/image" Target="../media/image26434.png"/><Relationship Id="rId239" Type="http://schemas.openxmlformats.org/officeDocument/2006/relationships/customXml" Target="../ink/ink477.xml"/><Relationship Id="rId390" Type="http://schemas.openxmlformats.org/officeDocument/2006/relationships/image" Target="../media/image26533.png"/><Relationship Id="rId404" Type="http://schemas.openxmlformats.org/officeDocument/2006/relationships/image" Target="../media/image26540.png"/><Relationship Id="rId446" Type="http://schemas.openxmlformats.org/officeDocument/2006/relationships/image" Target="../media/image26561.png"/><Relationship Id="rId250" Type="http://schemas.openxmlformats.org/officeDocument/2006/relationships/image" Target="../media/image26466.png"/><Relationship Id="rId292" Type="http://schemas.openxmlformats.org/officeDocument/2006/relationships/image" Target="../media/image26486.png"/><Relationship Id="rId306" Type="http://schemas.openxmlformats.org/officeDocument/2006/relationships/image" Target="../media/image26493.png"/><Relationship Id="rId488" Type="http://schemas.openxmlformats.org/officeDocument/2006/relationships/image" Target="../media/image26581.png"/><Relationship Id="rId45" Type="http://schemas.openxmlformats.org/officeDocument/2006/relationships/customXml" Target="../ink/ink378.xml"/><Relationship Id="rId87" Type="http://schemas.openxmlformats.org/officeDocument/2006/relationships/customXml" Target="../ink/ink399.xml"/><Relationship Id="rId110" Type="http://schemas.openxmlformats.org/officeDocument/2006/relationships/customXml" Target="../ink/ink411.xml"/><Relationship Id="rId348" Type="http://schemas.openxmlformats.org/officeDocument/2006/relationships/image" Target="../media/image26514.png"/><Relationship Id="rId513" Type="http://schemas.openxmlformats.org/officeDocument/2006/relationships/customXml" Target="../ink/ink615.xml"/><Relationship Id="rId152" Type="http://schemas.openxmlformats.org/officeDocument/2006/relationships/customXml" Target="../ink/ink432.xml"/><Relationship Id="rId194" Type="http://schemas.openxmlformats.org/officeDocument/2006/relationships/image" Target="../media/image26439.png"/><Relationship Id="rId208" Type="http://schemas.openxmlformats.org/officeDocument/2006/relationships/customXml" Target="../ink/ink461.xml"/><Relationship Id="rId415" Type="http://schemas.openxmlformats.org/officeDocument/2006/relationships/customXml" Target="../ink/ink566.xml"/><Relationship Id="rId457" Type="http://schemas.openxmlformats.org/officeDocument/2006/relationships/customXml" Target="../ink/ink587.xml"/><Relationship Id="rId261" Type="http://schemas.openxmlformats.org/officeDocument/2006/relationships/customXml" Target="../ink/ink488.xml"/><Relationship Id="rId499" Type="http://schemas.openxmlformats.org/officeDocument/2006/relationships/customXml" Target="../ink/ink608.xml"/><Relationship Id="rId14" Type="http://schemas.openxmlformats.org/officeDocument/2006/relationships/image" Target="../media/image26358.png"/><Relationship Id="rId56" Type="http://schemas.openxmlformats.org/officeDocument/2006/relationships/image" Target="../media/image26378.png"/><Relationship Id="rId317" Type="http://schemas.openxmlformats.org/officeDocument/2006/relationships/customXml" Target="../ink/ink516.xml"/><Relationship Id="rId359" Type="http://schemas.openxmlformats.org/officeDocument/2006/relationships/customXml" Target="../ink/ink537.xml"/><Relationship Id="rId524" Type="http://schemas.openxmlformats.org/officeDocument/2006/relationships/image" Target="../media/image26599.png"/><Relationship Id="rId98" Type="http://schemas.openxmlformats.org/officeDocument/2006/relationships/customXml" Target="../ink/ink405.xml"/><Relationship Id="rId121" Type="http://schemas.openxmlformats.org/officeDocument/2006/relationships/image" Target="../media/image26404.png"/><Relationship Id="rId163" Type="http://schemas.openxmlformats.org/officeDocument/2006/relationships/image" Target="../media/image26424.png"/><Relationship Id="rId219" Type="http://schemas.openxmlformats.org/officeDocument/2006/relationships/image" Target="../media/image26451.png"/><Relationship Id="rId370" Type="http://schemas.openxmlformats.org/officeDocument/2006/relationships/image" Target="../media/image26523.png"/><Relationship Id="rId426" Type="http://schemas.openxmlformats.org/officeDocument/2006/relationships/image" Target="../media/image26551.png"/><Relationship Id="rId230" Type="http://schemas.openxmlformats.org/officeDocument/2006/relationships/customXml" Target="../ink/ink472.xml"/><Relationship Id="rId468" Type="http://schemas.openxmlformats.org/officeDocument/2006/relationships/image" Target="../media/image26571.png"/><Relationship Id="rId25" Type="http://schemas.openxmlformats.org/officeDocument/2006/relationships/customXml" Target="../ink/ink368.xml"/><Relationship Id="rId67" Type="http://schemas.openxmlformats.org/officeDocument/2006/relationships/customXml" Target="../ink/ink389.xml"/><Relationship Id="rId272" Type="http://schemas.openxmlformats.org/officeDocument/2006/relationships/image" Target="../media/image26476.png"/><Relationship Id="rId328" Type="http://schemas.openxmlformats.org/officeDocument/2006/relationships/image" Target="../media/image26504.png"/><Relationship Id="rId535" Type="http://schemas.openxmlformats.org/officeDocument/2006/relationships/customXml" Target="../ink/ink626.xml"/><Relationship Id="rId132" Type="http://schemas.openxmlformats.org/officeDocument/2006/relationships/customXml" Target="../ink/ink422.xml"/><Relationship Id="rId174" Type="http://schemas.openxmlformats.org/officeDocument/2006/relationships/customXml" Target="../ink/ink443.xml"/><Relationship Id="rId381" Type="http://schemas.openxmlformats.org/officeDocument/2006/relationships/customXml" Target="../ink/ink549.xml"/><Relationship Id="rId241" Type="http://schemas.openxmlformats.org/officeDocument/2006/relationships/customXml" Target="../ink/ink478.xml"/><Relationship Id="rId437" Type="http://schemas.openxmlformats.org/officeDocument/2006/relationships/customXml" Target="../ink/ink577.xml"/><Relationship Id="rId479" Type="http://schemas.openxmlformats.org/officeDocument/2006/relationships/customXml" Target="../ink/ink598.xml"/><Relationship Id="rId36" Type="http://schemas.openxmlformats.org/officeDocument/2006/relationships/image" Target="../media/image26369.png"/><Relationship Id="rId283" Type="http://schemas.openxmlformats.org/officeDocument/2006/relationships/customXml" Target="../ink/ink499.xml"/><Relationship Id="rId339" Type="http://schemas.openxmlformats.org/officeDocument/2006/relationships/customXml" Target="../ink/ink527.xml"/><Relationship Id="rId490" Type="http://schemas.openxmlformats.org/officeDocument/2006/relationships/image" Target="../media/image26582.png"/><Relationship Id="rId504" Type="http://schemas.openxmlformats.org/officeDocument/2006/relationships/image" Target="../media/image26589.png"/><Relationship Id="rId546" Type="http://schemas.openxmlformats.org/officeDocument/2006/relationships/image" Target="../media/image26610.png"/><Relationship Id="rId78" Type="http://schemas.openxmlformats.org/officeDocument/2006/relationships/image" Target="../media/image26388.png"/><Relationship Id="rId101" Type="http://schemas.openxmlformats.org/officeDocument/2006/relationships/image" Target="../media/image26040.png"/><Relationship Id="rId143" Type="http://schemas.openxmlformats.org/officeDocument/2006/relationships/image" Target="../media/image26415.png"/><Relationship Id="rId185" Type="http://schemas.openxmlformats.org/officeDocument/2006/relationships/image" Target="../media/image26435.png"/><Relationship Id="rId350" Type="http://schemas.openxmlformats.org/officeDocument/2006/relationships/image" Target="../media/image26515.png"/><Relationship Id="rId406" Type="http://schemas.openxmlformats.org/officeDocument/2006/relationships/image" Target="../media/image26541.png"/><Relationship Id="rId9" Type="http://schemas.openxmlformats.org/officeDocument/2006/relationships/customXml" Target="../ink/ink360.xml"/><Relationship Id="rId210" Type="http://schemas.openxmlformats.org/officeDocument/2006/relationships/customXml" Target="../ink/ink462.xml"/><Relationship Id="rId392" Type="http://schemas.openxmlformats.org/officeDocument/2006/relationships/image" Target="../media/image26534.png"/><Relationship Id="rId448" Type="http://schemas.openxmlformats.org/officeDocument/2006/relationships/image" Target="../media/image26028.png"/><Relationship Id="rId252" Type="http://schemas.openxmlformats.org/officeDocument/2006/relationships/image" Target="../media/image26467.png"/><Relationship Id="rId294" Type="http://schemas.openxmlformats.org/officeDocument/2006/relationships/image" Target="../media/image26487.png"/><Relationship Id="rId308" Type="http://schemas.openxmlformats.org/officeDocument/2006/relationships/image" Target="../media/image26494.png"/><Relationship Id="rId515" Type="http://schemas.openxmlformats.org/officeDocument/2006/relationships/customXml" Target="../ink/ink616.xml"/><Relationship Id="rId47" Type="http://schemas.openxmlformats.org/officeDocument/2006/relationships/customXml" Target="../ink/ink379.xml"/><Relationship Id="rId89" Type="http://schemas.openxmlformats.org/officeDocument/2006/relationships/customXml" Target="../ink/ink400.xml"/><Relationship Id="rId112" Type="http://schemas.openxmlformats.org/officeDocument/2006/relationships/customXml" Target="../ink/ink412.xml"/><Relationship Id="rId154" Type="http://schemas.openxmlformats.org/officeDocument/2006/relationships/customXml" Target="../ink/ink433.xml"/><Relationship Id="rId361" Type="http://schemas.openxmlformats.org/officeDocument/2006/relationships/customXml" Target="../ink/ink538.xml"/><Relationship Id="rId196" Type="http://schemas.openxmlformats.org/officeDocument/2006/relationships/customXml" Target="../ink/ink455.xml"/><Relationship Id="rId417" Type="http://schemas.openxmlformats.org/officeDocument/2006/relationships/customXml" Target="../ink/ink567.xml"/><Relationship Id="rId459" Type="http://schemas.openxmlformats.org/officeDocument/2006/relationships/customXml" Target="../ink/ink588.xml"/><Relationship Id="rId16" Type="http://schemas.openxmlformats.org/officeDocument/2006/relationships/image" Target="../media/image26359.png"/><Relationship Id="rId221" Type="http://schemas.openxmlformats.org/officeDocument/2006/relationships/image" Target="../media/image26452.png"/><Relationship Id="rId263" Type="http://schemas.openxmlformats.org/officeDocument/2006/relationships/customXml" Target="../ink/ink489.xml"/><Relationship Id="rId319" Type="http://schemas.openxmlformats.org/officeDocument/2006/relationships/customXml" Target="../ink/ink517.xml"/><Relationship Id="rId470" Type="http://schemas.openxmlformats.org/officeDocument/2006/relationships/image" Target="../media/image26572.png"/><Relationship Id="rId526" Type="http://schemas.openxmlformats.org/officeDocument/2006/relationships/image" Target="../media/image26600.png"/><Relationship Id="rId58" Type="http://schemas.openxmlformats.org/officeDocument/2006/relationships/image" Target="../media/image26379.png"/><Relationship Id="rId123" Type="http://schemas.openxmlformats.org/officeDocument/2006/relationships/image" Target="../media/image26405.png"/><Relationship Id="rId330" Type="http://schemas.openxmlformats.org/officeDocument/2006/relationships/image" Target="../media/image26505.png"/><Relationship Id="rId165" Type="http://schemas.openxmlformats.org/officeDocument/2006/relationships/image" Target="../media/image26425.png"/><Relationship Id="rId372" Type="http://schemas.openxmlformats.org/officeDocument/2006/relationships/image" Target="../media/image26524.png"/><Relationship Id="rId428" Type="http://schemas.openxmlformats.org/officeDocument/2006/relationships/image" Target="../media/image26552.png"/><Relationship Id="rId232" Type="http://schemas.openxmlformats.org/officeDocument/2006/relationships/customXml" Target="../ink/ink473.xml"/><Relationship Id="rId274" Type="http://schemas.openxmlformats.org/officeDocument/2006/relationships/image" Target="../media/image26477.png"/><Relationship Id="rId481" Type="http://schemas.openxmlformats.org/officeDocument/2006/relationships/customXml" Target="../ink/ink599.xml"/><Relationship Id="rId27" Type="http://schemas.openxmlformats.org/officeDocument/2006/relationships/customXml" Target="../ink/ink369.xml"/><Relationship Id="rId69" Type="http://schemas.openxmlformats.org/officeDocument/2006/relationships/customXml" Target="../ink/ink390.xml"/><Relationship Id="rId134" Type="http://schemas.openxmlformats.org/officeDocument/2006/relationships/customXml" Target="../ink/ink423.xml"/><Relationship Id="rId537" Type="http://schemas.openxmlformats.org/officeDocument/2006/relationships/customXml" Target="../ink/ink627.xml"/><Relationship Id="rId80" Type="http://schemas.openxmlformats.org/officeDocument/2006/relationships/image" Target="../media/image25691.png"/><Relationship Id="rId176" Type="http://schemas.openxmlformats.org/officeDocument/2006/relationships/customXml" Target="../ink/ink444.xml"/><Relationship Id="rId341" Type="http://schemas.openxmlformats.org/officeDocument/2006/relationships/customXml" Target="../ink/ink528.xml"/><Relationship Id="rId383" Type="http://schemas.openxmlformats.org/officeDocument/2006/relationships/customXml" Target="../ink/ink550.xml"/><Relationship Id="rId439" Type="http://schemas.openxmlformats.org/officeDocument/2006/relationships/customXml" Target="../ink/ink578.xml"/><Relationship Id="rId201" Type="http://schemas.openxmlformats.org/officeDocument/2006/relationships/image" Target="../media/image26442.png"/><Relationship Id="rId243" Type="http://schemas.openxmlformats.org/officeDocument/2006/relationships/customXml" Target="../ink/ink479.xml"/><Relationship Id="rId285" Type="http://schemas.openxmlformats.org/officeDocument/2006/relationships/customXml" Target="../ink/ink500.xml"/><Relationship Id="rId450" Type="http://schemas.openxmlformats.org/officeDocument/2006/relationships/image" Target="../media/image26562.png"/><Relationship Id="rId506" Type="http://schemas.openxmlformats.org/officeDocument/2006/relationships/image" Target="../media/image26590.png"/><Relationship Id="rId38" Type="http://schemas.openxmlformats.org/officeDocument/2006/relationships/image" Target="../media/image26370.png"/><Relationship Id="rId103" Type="http://schemas.openxmlformats.org/officeDocument/2006/relationships/image" Target="../media/image26396.png"/><Relationship Id="rId310" Type="http://schemas.openxmlformats.org/officeDocument/2006/relationships/image" Target="../media/image26495.png"/><Relationship Id="rId492" Type="http://schemas.openxmlformats.org/officeDocument/2006/relationships/image" Target="../media/image26583.png"/><Relationship Id="rId548" Type="http://schemas.openxmlformats.org/officeDocument/2006/relationships/image" Target="../media/image26611.png"/><Relationship Id="rId91" Type="http://schemas.openxmlformats.org/officeDocument/2006/relationships/customXml" Target="../ink/ink401.xml"/><Relationship Id="rId145" Type="http://schemas.openxmlformats.org/officeDocument/2006/relationships/image" Target="../media/image26416.png"/><Relationship Id="rId187" Type="http://schemas.openxmlformats.org/officeDocument/2006/relationships/image" Target="../media/image26436.png"/><Relationship Id="rId352" Type="http://schemas.openxmlformats.org/officeDocument/2006/relationships/image" Target="../media/image26516.png"/><Relationship Id="rId394" Type="http://schemas.openxmlformats.org/officeDocument/2006/relationships/image" Target="../media/image26535.png"/><Relationship Id="rId408" Type="http://schemas.openxmlformats.org/officeDocument/2006/relationships/image" Target="../media/image26542.png"/><Relationship Id="rId212" Type="http://schemas.openxmlformats.org/officeDocument/2006/relationships/customXml" Target="../ink/ink463.xml"/><Relationship Id="rId254" Type="http://schemas.openxmlformats.org/officeDocument/2006/relationships/image" Target="../media/image26300.png"/><Relationship Id="rId49" Type="http://schemas.openxmlformats.org/officeDocument/2006/relationships/customXml" Target="../ink/ink380.xml"/><Relationship Id="rId114" Type="http://schemas.openxmlformats.org/officeDocument/2006/relationships/customXml" Target="../ink/ink413.xml"/><Relationship Id="rId296" Type="http://schemas.openxmlformats.org/officeDocument/2006/relationships/image" Target="../media/image26488.png"/><Relationship Id="rId461" Type="http://schemas.openxmlformats.org/officeDocument/2006/relationships/customXml" Target="../ink/ink589.xml"/><Relationship Id="rId517" Type="http://schemas.openxmlformats.org/officeDocument/2006/relationships/customXml" Target="../ink/ink617.xml"/><Relationship Id="rId60" Type="http://schemas.openxmlformats.org/officeDocument/2006/relationships/image" Target="../media/image26380.png"/><Relationship Id="rId156" Type="http://schemas.openxmlformats.org/officeDocument/2006/relationships/customXml" Target="../ink/ink434.xml"/><Relationship Id="rId198" Type="http://schemas.openxmlformats.org/officeDocument/2006/relationships/customXml" Target="../ink/ink456.xml"/><Relationship Id="rId321" Type="http://schemas.openxmlformats.org/officeDocument/2006/relationships/customXml" Target="../ink/ink518.xml"/><Relationship Id="rId363" Type="http://schemas.openxmlformats.org/officeDocument/2006/relationships/customXml" Target="../ink/ink539.xml"/><Relationship Id="rId419" Type="http://schemas.openxmlformats.org/officeDocument/2006/relationships/customXml" Target="../ink/ink568.xml"/><Relationship Id="rId223" Type="http://schemas.openxmlformats.org/officeDocument/2006/relationships/image" Target="../media/image26453.png"/><Relationship Id="rId430" Type="http://schemas.openxmlformats.org/officeDocument/2006/relationships/image" Target="../media/image26553.png"/><Relationship Id="rId18" Type="http://schemas.openxmlformats.org/officeDocument/2006/relationships/image" Target="../media/image26360.png"/><Relationship Id="rId265" Type="http://schemas.openxmlformats.org/officeDocument/2006/relationships/customXml" Target="../ink/ink490.xml"/><Relationship Id="rId472" Type="http://schemas.openxmlformats.org/officeDocument/2006/relationships/image" Target="../media/image26573.png"/><Relationship Id="rId528" Type="http://schemas.openxmlformats.org/officeDocument/2006/relationships/image" Target="../media/image26601.png"/><Relationship Id="rId125" Type="http://schemas.openxmlformats.org/officeDocument/2006/relationships/image" Target="../media/image26406.png"/><Relationship Id="rId167" Type="http://schemas.openxmlformats.org/officeDocument/2006/relationships/image" Target="../media/image26426.png"/><Relationship Id="rId332" Type="http://schemas.openxmlformats.org/officeDocument/2006/relationships/image" Target="../media/image26506.png"/><Relationship Id="rId374" Type="http://schemas.openxmlformats.org/officeDocument/2006/relationships/image" Target="../media/image26525.png"/><Relationship Id="rId71" Type="http://schemas.openxmlformats.org/officeDocument/2006/relationships/customXml" Target="../ink/ink391.xml"/><Relationship Id="rId234" Type="http://schemas.openxmlformats.org/officeDocument/2006/relationships/image" Target="../media/image26458.png"/><Relationship Id="rId2" Type="http://schemas.openxmlformats.org/officeDocument/2006/relationships/customXml" Target="../ink/ink356.xml"/><Relationship Id="rId29" Type="http://schemas.openxmlformats.org/officeDocument/2006/relationships/customXml" Target="../ink/ink370.xml"/><Relationship Id="rId276" Type="http://schemas.openxmlformats.org/officeDocument/2006/relationships/image" Target="../media/image26478.png"/><Relationship Id="rId441" Type="http://schemas.openxmlformats.org/officeDocument/2006/relationships/customXml" Target="../ink/ink579.xml"/><Relationship Id="rId483" Type="http://schemas.openxmlformats.org/officeDocument/2006/relationships/customXml" Target="../ink/ink600.xml"/><Relationship Id="rId539" Type="http://schemas.openxmlformats.org/officeDocument/2006/relationships/customXml" Target="../ink/ink628.xml"/><Relationship Id="rId40" Type="http://schemas.openxmlformats.org/officeDocument/2006/relationships/image" Target="../media/image26371.png"/><Relationship Id="rId136" Type="http://schemas.openxmlformats.org/officeDocument/2006/relationships/customXml" Target="../ink/ink424.xml"/><Relationship Id="rId178" Type="http://schemas.openxmlformats.org/officeDocument/2006/relationships/customXml" Target="../ink/ink445.xml"/><Relationship Id="rId301" Type="http://schemas.openxmlformats.org/officeDocument/2006/relationships/customXml" Target="../ink/ink508.xml"/><Relationship Id="rId343" Type="http://schemas.openxmlformats.org/officeDocument/2006/relationships/customXml" Target="../ink/ink529.xml"/><Relationship Id="rId550" Type="http://schemas.openxmlformats.org/officeDocument/2006/relationships/image" Target="../media/image26612.png"/><Relationship Id="rId82" Type="http://schemas.openxmlformats.org/officeDocument/2006/relationships/image" Target="../media/image26389.png"/><Relationship Id="rId203" Type="http://schemas.openxmlformats.org/officeDocument/2006/relationships/image" Target="../media/image26443.png"/><Relationship Id="rId385" Type="http://schemas.openxmlformats.org/officeDocument/2006/relationships/customXml" Target="../ink/ink551.xml"/><Relationship Id="rId245" Type="http://schemas.openxmlformats.org/officeDocument/2006/relationships/customXml" Target="../ink/ink480.xml"/><Relationship Id="rId287" Type="http://schemas.openxmlformats.org/officeDocument/2006/relationships/customXml" Target="../ink/ink501.xml"/><Relationship Id="rId410" Type="http://schemas.openxmlformats.org/officeDocument/2006/relationships/image" Target="../media/image26543.png"/><Relationship Id="rId452" Type="http://schemas.openxmlformats.org/officeDocument/2006/relationships/image" Target="../media/image26563.png"/><Relationship Id="rId494" Type="http://schemas.openxmlformats.org/officeDocument/2006/relationships/image" Target="../media/image26584.png"/><Relationship Id="rId508" Type="http://schemas.openxmlformats.org/officeDocument/2006/relationships/image" Target="../media/image26591.png"/><Relationship Id="rId105" Type="http://schemas.openxmlformats.org/officeDocument/2006/relationships/image" Target="../media/image26397.png"/><Relationship Id="rId147" Type="http://schemas.openxmlformats.org/officeDocument/2006/relationships/image" Target="../media/image26417.png"/><Relationship Id="rId312" Type="http://schemas.openxmlformats.org/officeDocument/2006/relationships/image" Target="../media/image26496.png"/><Relationship Id="rId354" Type="http://schemas.openxmlformats.org/officeDocument/2006/relationships/image" Target="../media/image26517.png"/><Relationship Id="rId51" Type="http://schemas.openxmlformats.org/officeDocument/2006/relationships/customXml" Target="../ink/ink381.xml"/><Relationship Id="rId93" Type="http://schemas.openxmlformats.org/officeDocument/2006/relationships/image" Target="../media/image26393.png"/><Relationship Id="rId189" Type="http://schemas.openxmlformats.org/officeDocument/2006/relationships/image" Target="../media/image26437.png"/><Relationship Id="rId396" Type="http://schemas.openxmlformats.org/officeDocument/2006/relationships/image" Target="../media/image26536.png"/><Relationship Id="rId214" Type="http://schemas.openxmlformats.org/officeDocument/2006/relationships/customXml" Target="../ink/ink464.xml"/><Relationship Id="rId256" Type="http://schemas.openxmlformats.org/officeDocument/2006/relationships/image" Target="../media/image26468.png"/><Relationship Id="rId298" Type="http://schemas.openxmlformats.org/officeDocument/2006/relationships/image" Target="../media/image26489.png"/><Relationship Id="rId421" Type="http://schemas.openxmlformats.org/officeDocument/2006/relationships/customXml" Target="../ink/ink569.xml"/><Relationship Id="rId463" Type="http://schemas.openxmlformats.org/officeDocument/2006/relationships/customXml" Target="../ink/ink590.xml"/><Relationship Id="rId519" Type="http://schemas.openxmlformats.org/officeDocument/2006/relationships/customXml" Target="../ink/ink618.xml"/><Relationship Id="rId116" Type="http://schemas.openxmlformats.org/officeDocument/2006/relationships/customXml" Target="../ink/ink414.xml"/><Relationship Id="rId158" Type="http://schemas.openxmlformats.org/officeDocument/2006/relationships/customXml" Target="../ink/ink435.xml"/><Relationship Id="rId323" Type="http://schemas.openxmlformats.org/officeDocument/2006/relationships/customXml" Target="../ink/ink519.xml"/><Relationship Id="rId530" Type="http://schemas.openxmlformats.org/officeDocument/2006/relationships/image" Target="../media/image26602.png"/><Relationship Id="rId20" Type="http://schemas.openxmlformats.org/officeDocument/2006/relationships/image" Target="../media/image26361.png"/><Relationship Id="rId62" Type="http://schemas.openxmlformats.org/officeDocument/2006/relationships/image" Target="../media/image25754.png"/><Relationship Id="rId365" Type="http://schemas.openxmlformats.org/officeDocument/2006/relationships/customXml" Target="../ink/ink540.xml"/><Relationship Id="rId225" Type="http://schemas.openxmlformats.org/officeDocument/2006/relationships/image" Target="../media/image26454.png"/><Relationship Id="rId267" Type="http://schemas.openxmlformats.org/officeDocument/2006/relationships/customXml" Target="../ink/ink491.xml"/><Relationship Id="rId432" Type="http://schemas.openxmlformats.org/officeDocument/2006/relationships/image" Target="../media/image26554.png"/><Relationship Id="rId474" Type="http://schemas.openxmlformats.org/officeDocument/2006/relationships/image" Target="../media/image26574.png"/><Relationship Id="rId127" Type="http://schemas.openxmlformats.org/officeDocument/2006/relationships/image" Target="../media/image26407.png"/><Relationship Id="rId31" Type="http://schemas.openxmlformats.org/officeDocument/2006/relationships/customXml" Target="../ink/ink371.xml"/><Relationship Id="rId73" Type="http://schemas.openxmlformats.org/officeDocument/2006/relationships/customXml" Target="../ink/ink392.xml"/><Relationship Id="rId169" Type="http://schemas.openxmlformats.org/officeDocument/2006/relationships/image" Target="../media/image26427.png"/><Relationship Id="rId334" Type="http://schemas.openxmlformats.org/officeDocument/2006/relationships/image" Target="../media/image26507.png"/><Relationship Id="rId376" Type="http://schemas.openxmlformats.org/officeDocument/2006/relationships/image" Target="../media/image26526.png"/><Relationship Id="rId541" Type="http://schemas.openxmlformats.org/officeDocument/2006/relationships/customXml" Target="../ink/ink629.xml"/><Relationship Id="rId4" Type="http://schemas.openxmlformats.org/officeDocument/2006/relationships/customXml" Target="../ink/ink357.xml"/><Relationship Id="rId180" Type="http://schemas.openxmlformats.org/officeDocument/2006/relationships/customXml" Target="../ink/ink446.xml"/><Relationship Id="rId236" Type="http://schemas.openxmlformats.org/officeDocument/2006/relationships/image" Target="../media/image26459.png"/><Relationship Id="rId278" Type="http://schemas.openxmlformats.org/officeDocument/2006/relationships/image" Target="../media/image26479.png"/><Relationship Id="rId401" Type="http://schemas.openxmlformats.org/officeDocument/2006/relationships/customXml" Target="../ink/ink559.xml"/><Relationship Id="rId443" Type="http://schemas.openxmlformats.org/officeDocument/2006/relationships/customXml" Target="../ink/ink580.xml"/><Relationship Id="rId303" Type="http://schemas.openxmlformats.org/officeDocument/2006/relationships/customXml" Target="../ink/ink509.xml"/><Relationship Id="rId485" Type="http://schemas.openxmlformats.org/officeDocument/2006/relationships/customXml" Target="../ink/ink601.xml"/><Relationship Id="rId42" Type="http://schemas.openxmlformats.org/officeDocument/2006/relationships/image" Target="../media/image26372.png"/><Relationship Id="rId84" Type="http://schemas.openxmlformats.org/officeDocument/2006/relationships/image" Target="../media/image26390.png"/><Relationship Id="rId138" Type="http://schemas.openxmlformats.org/officeDocument/2006/relationships/customXml" Target="../ink/ink425.xml"/><Relationship Id="rId345" Type="http://schemas.openxmlformats.org/officeDocument/2006/relationships/customXml" Target="../ink/ink530.xml"/><Relationship Id="rId387" Type="http://schemas.openxmlformats.org/officeDocument/2006/relationships/customXml" Target="../ink/ink552.xml"/><Relationship Id="rId510" Type="http://schemas.openxmlformats.org/officeDocument/2006/relationships/image" Target="../media/image26592.png"/><Relationship Id="rId552" Type="http://schemas.openxmlformats.org/officeDocument/2006/relationships/image" Target="../media/image26613.png"/><Relationship Id="rId191" Type="http://schemas.openxmlformats.org/officeDocument/2006/relationships/image" Target="../media/image26438.png"/><Relationship Id="rId205" Type="http://schemas.openxmlformats.org/officeDocument/2006/relationships/image" Target="../media/image26444.png"/><Relationship Id="rId247" Type="http://schemas.openxmlformats.org/officeDocument/2006/relationships/customXml" Target="../ink/ink481.xml"/><Relationship Id="rId412" Type="http://schemas.openxmlformats.org/officeDocument/2006/relationships/image" Target="../media/image26544.png"/><Relationship Id="rId107" Type="http://schemas.openxmlformats.org/officeDocument/2006/relationships/image" Target="../media/image26398.png"/><Relationship Id="rId289" Type="http://schemas.openxmlformats.org/officeDocument/2006/relationships/customXml" Target="../ink/ink502.xml"/><Relationship Id="rId454" Type="http://schemas.openxmlformats.org/officeDocument/2006/relationships/image" Target="../media/image26564.png"/><Relationship Id="rId496" Type="http://schemas.openxmlformats.org/officeDocument/2006/relationships/image" Target="../media/image26585.png"/><Relationship Id="rId11" Type="http://schemas.openxmlformats.org/officeDocument/2006/relationships/customXml" Target="../ink/ink361.xml"/><Relationship Id="rId53" Type="http://schemas.openxmlformats.org/officeDocument/2006/relationships/customXml" Target="../ink/ink382.xml"/><Relationship Id="rId149" Type="http://schemas.openxmlformats.org/officeDocument/2006/relationships/image" Target="../media/image26418.png"/><Relationship Id="rId314" Type="http://schemas.openxmlformats.org/officeDocument/2006/relationships/image" Target="../media/image26497.png"/><Relationship Id="rId356" Type="http://schemas.openxmlformats.org/officeDocument/2006/relationships/image" Target="../media/image26518.png"/><Relationship Id="rId398" Type="http://schemas.openxmlformats.org/officeDocument/2006/relationships/image" Target="../media/image26537.png"/><Relationship Id="rId521" Type="http://schemas.openxmlformats.org/officeDocument/2006/relationships/customXml" Target="../ink/ink619.xml"/><Relationship Id="rId95" Type="http://schemas.openxmlformats.org/officeDocument/2006/relationships/image" Target="../media/image26060.png"/><Relationship Id="rId160" Type="http://schemas.openxmlformats.org/officeDocument/2006/relationships/customXml" Target="../ink/ink436.xml"/><Relationship Id="rId216" Type="http://schemas.openxmlformats.org/officeDocument/2006/relationships/customXml" Target="../ink/ink465.xml"/><Relationship Id="rId423" Type="http://schemas.openxmlformats.org/officeDocument/2006/relationships/customXml" Target="../ink/ink570.xml"/><Relationship Id="rId258" Type="http://schemas.openxmlformats.org/officeDocument/2006/relationships/image" Target="../media/image26469.png"/><Relationship Id="rId465" Type="http://schemas.openxmlformats.org/officeDocument/2006/relationships/customXml" Target="../ink/ink591.xml"/><Relationship Id="rId22" Type="http://schemas.openxmlformats.org/officeDocument/2006/relationships/image" Target="../media/image26362.png"/><Relationship Id="rId64" Type="http://schemas.openxmlformats.org/officeDocument/2006/relationships/image" Target="../media/image26381.png"/><Relationship Id="rId118" Type="http://schemas.openxmlformats.org/officeDocument/2006/relationships/customXml" Target="../ink/ink415.xml"/><Relationship Id="rId325" Type="http://schemas.openxmlformats.org/officeDocument/2006/relationships/customXml" Target="../ink/ink520.xml"/><Relationship Id="rId367" Type="http://schemas.openxmlformats.org/officeDocument/2006/relationships/customXml" Target="../ink/ink541.xml"/><Relationship Id="rId532" Type="http://schemas.openxmlformats.org/officeDocument/2006/relationships/image" Target="../media/image26603.png"/><Relationship Id="rId171" Type="http://schemas.openxmlformats.org/officeDocument/2006/relationships/image" Target="../media/image26428.png"/><Relationship Id="rId227" Type="http://schemas.openxmlformats.org/officeDocument/2006/relationships/image" Target="../media/image26455.png"/><Relationship Id="rId269" Type="http://schemas.openxmlformats.org/officeDocument/2006/relationships/customXml" Target="../ink/ink492.xml"/><Relationship Id="rId434" Type="http://schemas.openxmlformats.org/officeDocument/2006/relationships/image" Target="../media/image26555.png"/><Relationship Id="rId476" Type="http://schemas.openxmlformats.org/officeDocument/2006/relationships/image" Target="../media/image26575.png"/><Relationship Id="rId33" Type="http://schemas.openxmlformats.org/officeDocument/2006/relationships/customXml" Target="../ink/ink372.xml"/><Relationship Id="rId129" Type="http://schemas.openxmlformats.org/officeDocument/2006/relationships/image" Target="../media/image26408.png"/><Relationship Id="rId280" Type="http://schemas.openxmlformats.org/officeDocument/2006/relationships/image" Target="../media/image26480.png"/><Relationship Id="rId336" Type="http://schemas.openxmlformats.org/officeDocument/2006/relationships/image" Target="../media/image26508.png"/><Relationship Id="rId501" Type="http://schemas.openxmlformats.org/officeDocument/2006/relationships/customXml" Target="../ink/ink609.xml"/><Relationship Id="rId543" Type="http://schemas.openxmlformats.org/officeDocument/2006/relationships/customXml" Target="../ink/ink630.xml"/><Relationship Id="rId75" Type="http://schemas.openxmlformats.org/officeDocument/2006/relationships/customXml" Target="../ink/ink393.xml"/><Relationship Id="rId140" Type="http://schemas.openxmlformats.org/officeDocument/2006/relationships/customXml" Target="../ink/ink426.xml"/><Relationship Id="rId182" Type="http://schemas.openxmlformats.org/officeDocument/2006/relationships/customXml" Target="../ink/ink447.xml"/><Relationship Id="rId378" Type="http://schemas.openxmlformats.org/officeDocument/2006/relationships/image" Target="../media/image26527.png"/><Relationship Id="rId403" Type="http://schemas.openxmlformats.org/officeDocument/2006/relationships/customXml" Target="../ink/ink560.xml"/><Relationship Id="rId6" Type="http://schemas.openxmlformats.org/officeDocument/2006/relationships/customXml" Target="../ink/ink358.xml"/><Relationship Id="rId238" Type="http://schemas.openxmlformats.org/officeDocument/2006/relationships/image" Target="../media/image26460.png"/><Relationship Id="rId445" Type="http://schemas.openxmlformats.org/officeDocument/2006/relationships/customXml" Target="../ink/ink581.xml"/><Relationship Id="rId487" Type="http://schemas.openxmlformats.org/officeDocument/2006/relationships/customXml" Target="../ink/ink602.xml"/><Relationship Id="rId291" Type="http://schemas.openxmlformats.org/officeDocument/2006/relationships/customXml" Target="../ink/ink503.xml"/><Relationship Id="rId305" Type="http://schemas.openxmlformats.org/officeDocument/2006/relationships/customXml" Target="../ink/ink510.xml"/><Relationship Id="rId347" Type="http://schemas.openxmlformats.org/officeDocument/2006/relationships/customXml" Target="../ink/ink531.xml"/><Relationship Id="rId512" Type="http://schemas.openxmlformats.org/officeDocument/2006/relationships/image" Target="../media/image26593.png"/><Relationship Id="rId44" Type="http://schemas.openxmlformats.org/officeDocument/2006/relationships/image" Target="../media/image26373.png"/><Relationship Id="rId86" Type="http://schemas.openxmlformats.org/officeDocument/2006/relationships/image" Target="../media/image26391.png"/><Relationship Id="rId151" Type="http://schemas.openxmlformats.org/officeDocument/2006/relationships/image" Target="../media/image25916.png"/><Relationship Id="rId389" Type="http://schemas.openxmlformats.org/officeDocument/2006/relationships/customXml" Target="../ink/ink553.xml"/><Relationship Id="rId193" Type="http://schemas.openxmlformats.org/officeDocument/2006/relationships/customXml" Target="../ink/ink453.xml"/><Relationship Id="rId207" Type="http://schemas.openxmlformats.org/officeDocument/2006/relationships/image" Target="../media/image26445.png"/><Relationship Id="rId249" Type="http://schemas.openxmlformats.org/officeDocument/2006/relationships/customXml" Target="../ink/ink482.xml"/><Relationship Id="rId414" Type="http://schemas.openxmlformats.org/officeDocument/2006/relationships/image" Target="../media/image26545.png"/><Relationship Id="rId456" Type="http://schemas.openxmlformats.org/officeDocument/2006/relationships/image" Target="../media/image26565.png"/><Relationship Id="rId498" Type="http://schemas.openxmlformats.org/officeDocument/2006/relationships/image" Target="../media/image26586.png"/><Relationship Id="rId13" Type="http://schemas.openxmlformats.org/officeDocument/2006/relationships/customXml" Target="../ink/ink362.xml"/><Relationship Id="rId109" Type="http://schemas.openxmlformats.org/officeDocument/2006/relationships/image" Target="../media/image25922.png"/><Relationship Id="rId260" Type="http://schemas.openxmlformats.org/officeDocument/2006/relationships/image" Target="../media/image26470.png"/><Relationship Id="rId316" Type="http://schemas.openxmlformats.org/officeDocument/2006/relationships/image" Target="../media/image26498.png"/><Relationship Id="rId523" Type="http://schemas.openxmlformats.org/officeDocument/2006/relationships/customXml" Target="../ink/ink620.xml"/><Relationship Id="rId55" Type="http://schemas.openxmlformats.org/officeDocument/2006/relationships/customXml" Target="../ink/ink383.xml"/><Relationship Id="rId97" Type="http://schemas.openxmlformats.org/officeDocument/2006/relationships/image" Target="../media/image26394.png"/><Relationship Id="rId120" Type="http://schemas.openxmlformats.org/officeDocument/2006/relationships/customXml" Target="../ink/ink416.xml"/><Relationship Id="rId358" Type="http://schemas.openxmlformats.org/officeDocument/2006/relationships/image" Target="../media/image26519.png"/><Relationship Id="rId162" Type="http://schemas.openxmlformats.org/officeDocument/2006/relationships/customXml" Target="../ink/ink437.xml"/><Relationship Id="rId218" Type="http://schemas.openxmlformats.org/officeDocument/2006/relationships/customXml" Target="../ink/ink466.xml"/><Relationship Id="rId425" Type="http://schemas.openxmlformats.org/officeDocument/2006/relationships/customXml" Target="../ink/ink571.xml"/><Relationship Id="rId467" Type="http://schemas.openxmlformats.org/officeDocument/2006/relationships/customXml" Target="../ink/ink592.xml"/><Relationship Id="rId271" Type="http://schemas.openxmlformats.org/officeDocument/2006/relationships/customXml" Target="../ink/ink493.xml"/><Relationship Id="rId24" Type="http://schemas.openxmlformats.org/officeDocument/2006/relationships/image" Target="../media/image26363.png"/><Relationship Id="rId66" Type="http://schemas.openxmlformats.org/officeDocument/2006/relationships/image" Target="../media/image26382.png"/><Relationship Id="rId131" Type="http://schemas.openxmlformats.org/officeDocument/2006/relationships/image" Target="../media/image26409.png"/><Relationship Id="rId327" Type="http://schemas.openxmlformats.org/officeDocument/2006/relationships/customXml" Target="../ink/ink521.xml"/><Relationship Id="rId369" Type="http://schemas.openxmlformats.org/officeDocument/2006/relationships/customXml" Target="../ink/ink543.xml"/><Relationship Id="rId534" Type="http://schemas.openxmlformats.org/officeDocument/2006/relationships/image" Target="../media/image26604.png"/><Relationship Id="rId173" Type="http://schemas.openxmlformats.org/officeDocument/2006/relationships/image" Target="../media/image26429.png"/><Relationship Id="rId229" Type="http://schemas.openxmlformats.org/officeDocument/2006/relationships/image" Target="../media/image26456.png"/><Relationship Id="rId380" Type="http://schemas.openxmlformats.org/officeDocument/2006/relationships/image" Target="../media/image26528.png"/><Relationship Id="rId436" Type="http://schemas.openxmlformats.org/officeDocument/2006/relationships/image" Target="../media/image26556.png"/><Relationship Id="rId240" Type="http://schemas.openxmlformats.org/officeDocument/2006/relationships/image" Target="../media/image26461.png"/><Relationship Id="rId478" Type="http://schemas.openxmlformats.org/officeDocument/2006/relationships/image" Target="../media/image26576.png"/><Relationship Id="rId35" Type="http://schemas.openxmlformats.org/officeDocument/2006/relationships/customXml" Target="../ink/ink373.xml"/><Relationship Id="rId77" Type="http://schemas.openxmlformats.org/officeDocument/2006/relationships/customXml" Target="../ink/ink394.xml"/><Relationship Id="rId100" Type="http://schemas.openxmlformats.org/officeDocument/2006/relationships/customXml" Target="../ink/ink406.xml"/><Relationship Id="rId282" Type="http://schemas.openxmlformats.org/officeDocument/2006/relationships/image" Target="../media/image26481.png"/><Relationship Id="rId338" Type="http://schemas.openxmlformats.org/officeDocument/2006/relationships/image" Target="../media/image26509.png"/><Relationship Id="rId503" Type="http://schemas.openxmlformats.org/officeDocument/2006/relationships/customXml" Target="../ink/ink610.xml"/><Relationship Id="rId545" Type="http://schemas.openxmlformats.org/officeDocument/2006/relationships/customXml" Target="../ink/ink631.xml"/><Relationship Id="rId8" Type="http://schemas.openxmlformats.org/officeDocument/2006/relationships/customXml" Target="../ink/ink359.xml"/><Relationship Id="rId142" Type="http://schemas.openxmlformats.org/officeDocument/2006/relationships/customXml" Target="../ink/ink427.xml"/><Relationship Id="rId184" Type="http://schemas.openxmlformats.org/officeDocument/2006/relationships/customXml" Target="../ink/ink448.xml"/><Relationship Id="rId391" Type="http://schemas.openxmlformats.org/officeDocument/2006/relationships/customXml" Target="../ink/ink554.xml"/><Relationship Id="rId405" Type="http://schemas.openxmlformats.org/officeDocument/2006/relationships/customXml" Target="../ink/ink561.xml"/><Relationship Id="rId447" Type="http://schemas.openxmlformats.org/officeDocument/2006/relationships/customXml" Target="../ink/ink582.xml"/><Relationship Id="rId251" Type="http://schemas.openxmlformats.org/officeDocument/2006/relationships/customXml" Target="../ink/ink483.xml"/><Relationship Id="rId489" Type="http://schemas.openxmlformats.org/officeDocument/2006/relationships/customXml" Target="../ink/ink603.xml"/><Relationship Id="rId46" Type="http://schemas.openxmlformats.org/officeDocument/2006/relationships/image" Target="../media/image25933.png"/><Relationship Id="rId293" Type="http://schemas.openxmlformats.org/officeDocument/2006/relationships/customXml" Target="../ink/ink504.xml"/><Relationship Id="rId307" Type="http://schemas.openxmlformats.org/officeDocument/2006/relationships/customXml" Target="../ink/ink511.xml"/><Relationship Id="rId349" Type="http://schemas.openxmlformats.org/officeDocument/2006/relationships/customXml" Target="../ink/ink532.xml"/><Relationship Id="rId514" Type="http://schemas.openxmlformats.org/officeDocument/2006/relationships/image" Target="../media/image26594.png"/><Relationship Id="rId88" Type="http://schemas.openxmlformats.org/officeDocument/2006/relationships/image" Target="../media/image26392.png"/><Relationship Id="rId111" Type="http://schemas.openxmlformats.org/officeDocument/2006/relationships/image" Target="../media/image26399.png"/><Relationship Id="rId153" Type="http://schemas.openxmlformats.org/officeDocument/2006/relationships/image" Target="../media/image26419.png"/><Relationship Id="rId195" Type="http://schemas.openxmlformats.org/officeDocument/2006/relationships/customXml" Target="../ink/ink454.xml"/><Relationship Id="rId209" Type="http://schemas.openxmlformats.org/officeDocument/2006/relationships/image" Target="../media/image26446.png"/><Relationship Id="rId360" Type="http://schemas.openxmlformats.org/officeDocument/2006/relationships/image" Target="../media/image25709.png"/><Relationship Id="rId416" Type="http://schemas.openxmlformats.org/officeDocument/2006/relationships/image" Target="../media/image26546.png"/><Relationship Id="rId220" Type="http://schemas.openxmlformats.org/officeDocument/2006/relationships/customXml" Target="../ink/ink467.xml"/><Relationship Id="rId458" Type="http://schemas.openxmlformats.org/officeDocument/2006/relationships/image" Target="../media/image26566.png"/><Relationship Id="rId15" Type="http://schemas.openxmlformats.org/officeDocument/2006/relationships/customXml" Target="../ink/ink363.xml"/><Relationship Id="rId57" Type="http://schemas.openxmlformats.org/officeDocument/2006/relationships/customXml" Target="../ink/ink384.xml"/><Relationship Id="rId262" Type="http://schemas.openxmlformats.org/officeDocument/2006/relationships/image" Target="../media/image26471.png"/><Relationship Id="rId318" Type="http://schemas.openxmlformats.org/officeDocument/2006/relationships/image" Target="../media/image26499.png"/><Relationship Id="rId525" Type="http://schemas.openxmlformats.org/officeDocument/2006/relationships/customXml" Target="../ink/ink621.xml"/><Relationship Id="rId99" Type="http://schemas.openxmlformats.org/officeDocument/2006/relationships/image" Target="../media/image26395.png"/><Relationship Id="rId122" Type="http://schemas.openxmlformats.org/officeDocument/2006/relationships/customXml" Target="../ink/ink417.xml"/><Relationship Id="rId164" Type="http://schemas.openxmlformats.org/officeDocument/2006/relationships/customXml" Target="../ink/ink438.xml"/><Relationship Id="rId371" Type="http://schemas.openxmlformats.org/officeDocument/2006/relationships/customXml" Target="../ink/ink544.xml"/><Relationship Id="rId427" Type="http://schemas.openxmlformats.org/officeDocument/2006/relationships/customXml" Target="../ink/ink572.xml"/><Relationship Id="rId469" Type="http://schemas.openxmlformats.org/officeDocument/2006/relationships/customXml" Target="../ink/ink593.xml"/><Relationship Id="rId26" Type="http://schemas.openxmlformats.org/officeDocument/2006/relationships/image" Target="../media/image26364.png"/><Relationship Id="rId231" Type="http://schemas.openxmlformats.org/officeDocument/2006/relationships/image" Target="../media/image26457.png"/><Relationship Id="rId273" Type="http://schemas.openxmlformats.org/officeDocument/2006/relationships/customXml" Target="../ink/ink494.xml"/><Relationship Id="rId329" Type="http://schemas.openxmlformats.org/officeDocument/2006/relationships/customXml" Target="../ink/ink522.xml"/><Relationship Id="rId480" Type="http://schemas.openxmlformats.org/officeDocument/2006/relationships/image" Target="../media/image26577.png"/><Relationship Id="rId536" Type="http://schemas.openxmlformats.org/officeDocument/2006/relationships/image" Target="../media/image26605.png"/><Relationship Id="rId68" Type="http://schemas.openxmlformats.org/officeDocument/2006/relationships/image" Target="../media/image26383.png"/><Relationship Id="rId133" Type="http://schemas.openxmlformats.org/officeDocument/2006/relationships/image" Target="../media/image26410.png"/><Relationship Id="rId175" Type="http://schemas.openxmlformats.org/officeDocument/2006/relationships/image" Target="../media/image26430.png"/><Relationship Id="rId340" Type="http://schemas.openxmlformats.org/officeDocument/2006/relationships/image" Target="../media/image26510.png"/><Relationship Id="rId200" Type="http://schemas.openxmlformats.org/officeDocument/2006/relationships/customXml" Target="../ink/ink457.xml"/><Relationship Id="rId382" Type="http://schemas.openxmlformats.org/officeDocument/2006/relationships/image" Target="../media/image26529.png"/><Relationship Id="rId438" Type="http://schemas.openxmlformats.org/officeDocument/2006/relationships/image" Target="../media/image26557.png"/><Relationship Id="rId242" Type="http://schemas.openxmlformats.org/officeDocument/2006/relationships/image" Target="../media/image26462.png"/><Relationship Id="rId284" Type="http://schemas.openxmlformats.org/officeDocument/2006/relationships/image" Target="../media/image26482.png"/><Relationship Id="rId491" Type="http://schemas.openxmlformats.org/officeDocument/2006/relationships/customXml" Target="../ink/ink604.xml"/><Relationship Id="rId505" Type="http://schemas.openxmlformats.org/officeDocument/2006/relationships/customXml" Target="../ink/ink611.xml"/><Relationship Id="rId37" Type="http://schemas.openxmlformats.org/officeDocument/2006/relationships/customXml" Target="../ink/ink374.xml"/><Relationship Id="rId79" Type="http://schemas.openxmlformats.org/officeDocument/2006/relationships/customXml" Target="../ink/ink395.xml"/><Relationship Id="rId102" Type="http://schemas.openxmlformats.org/officeDocument/2006/relationships/customXml" Target="../ink/ink407.xml"/><Relationship Id="rId144" Type="http://schemas.openxmlformats.org/officeDocument/2006/relationships/customXml" Target="../ink/ink428.xml"/><Relationship Id="rId547" Type="http://schemas.openxmlformats.org/officeDocument/2006/relationships/customXml" Target="../ink/ink632.xml"/><Relationship Id="rId90" Type="http://schemas.openxmlformats.org/officeDocument/2006/relationships/image" Target="../media/image26077.png"/><Relationship Id="rId186" Type="http://schemas.openxmlformats.org/officeDocument/2006/relationships/customXml" Target="../ink/ink449.xml"/><Relationship Id="rId351" Type="http://schemas.openxmlformats.org/officeDocument/2006/relationships/customXml" Target="../ink/ink533.xml"/><Relationship Id="rId393" Type="http://schemas.openxmlformats.org/officeDocument/2006/relationships/customXml" Target="../ink/ink555.xml"/><Relationship Id="rId407" Type="http://schemas.openxmlformats.org/officeDocument/2006/relationships/customXml" Target="../ink/ink562.xml"/><Relationship Id="rId449" Type="http://schemas.openxmlformats.org/officeDocument/2006/relationships/customXml" Target="../ink/ink583.xml"/><Relationship Id="rId211" Type="http://schemas.openxmlformats.org/officeDocument/2006/relationships/image" Target="../media/image26447.png"/><Relationship Id="rId253" Type="http://schemas.openxmlformats.org/officeDocument/2006/relationships/customXml" Target="../ink/ink484.xml"/><Relationship Id="rId295" Type="http://schemas.openxmlformats.org/officeDocument/2006/relationships/customXml" Target="../ink/ink505.xml"/><Relationship Id="rId309" Type="http://schemas.openxmlformats.org/officeDocument/2006/relationships/customXml" Target="../ink/ink512.xml"/><Relationship Id="rId460" Type="http://schemas.openxmlformats.org/officeDocument/2006/relationships/image" Target="../media/image26567.png"/><Relationship Id="rId516" Type="http://schemas.openxmlformats.org/officeDocument/2006/relationships/image" Target="../media/image26595.png"/><Relationship Id="rId48" Type="http://schemas.openxmlformats.org/officeDocument/2006/relationships/image" Target="../media/image26374.png"/><Relationship Id="rId113" Type="http://schemas.openxmlformats.org/officeDocument/2006/relationships/image" Target="../media/image26400.png"/><Relationship Id="rId320" Type="http://schemas.openxmlformats.org/officeDocument/2006/relationships/image" Target="../media/image26500.png"/><Relationship Id="rId155" Type="http://schemas.openxmlformats.org/officeDocument/2006/relationships/image" Target="../media/image26420.png"/><Relationship Id="rId197" Type="http://schemas.openxmlformats.org/officeDocument/2006/relationships/image" Target="../media/image26440.png"/><Relationship Id="rId362" Type="http://schemas.openxmlformats.org/officeDocument/2006/relationships/image" Target="../media/image26520.png"/><Relationship Id="rId418" Type="http://schemas.openxmlformats.org/officeDocument/2006/relationships/image" Target="../media/image26547.png"/><Relationship Id="rId222" Type="http://schemas.openxmlformats.org/officeDocument/2006/relationships/customXml" Target="../ink/ink468.xml"/><Relationship Id="rId264" Type="http://schemas.openxmlformats.org/officeDocument/2006/relationships/image" Target="../media/image26472.png"/><Relationship Id="rId471" Type="http://schemas.openxmlformats.org/officeDocument/2006/relationships/customXml" Target="../ink/ink594.xml"/><Relationship Id="rId17" Type="http://schemas.openxmlformats.org/officeDocument/2006/relationships/customXml" Target="../ink/ink364.xml"/><Relationship Id="rId59" Type="http://schemas.openxmlformats.org/officeDocument/2006/relationships/customXml" Target="../ink/ink385.xml"/><Relationship Id="rId124" Type="http://schemas.openxmlformats.org/officeDocument/2006/relationships/customXml" Target="../ink/ink418.xml"/><Relationship Id="rId527" Type="http://schemas.openxmlformats.org/officeDocument/2006/relationships/customXml" Target="../ink/ink622.xml"/><Relationship Id="rId70" Type="http://schemas.openxmlformats.org/officeDocument/2006/relationships/image" Target="../media/image26384.png"/><Relationship Id="rId166" Type="http://schemas.openxmlformats.org/officeDocument/2006/relationships/customXml" Target="../ink/ink439.xml"/><Relationship Id="rId331" Type="http://schemas.openxmlformats.org/officeDocument/2006/relationships/customXml" Target="../ink/ink523.xml"/><Relationship Id="rId373" Type="http://schemas.openxmlformats.org/officeDocument/2006/relationships/customXml" Target="../ink/ink545.xml"/><Relationship Id="rId429" Type="http://schemas.openxmlformats.org/officeDocument/2006/relationships/customXml" Target="../ink/ink573.xml"/><Relationship Id="rId1" Type="http://schemas.openxmlformats.org/officeDocument/2006/relationships/slideLayout" Target="../slideLayouts/slideLayout2.xml"/><Relationship Id="rId233" Type="http://schemas.openxmlformats.org/officeDocument/2006/relationships/customXml" Target="../ink/ink474.xml"/><Relationship Id="rId440" Type="http://schemas.openxmlformats.org/officeDocument/2006/relationships/image" Target="../media/image26558.png"/><Relationship Id="rId28" Type="http://schemas.openxmlformats.org/officeDocument/2006/relationships/image" Target="../media/image26365.png"/><Relationship Id="rId275" Type="http://schemas.openxmlformats.org/officeDocument/2006/relationships/customXml" Target="../ink/ink495.xml"/><Relationship Id="rId300" Type="http://schemas.openxmlformats.org/officeDocument/2006/relationships/image" Target="../media/image26490.png"/><Relationship Id="rId482" Type="http://schemas.openxmlformats.org/officeDocument/2006/relationships/image" Target="../media/image26578.png"/><Relationship Id="rId538" Type="http://schemas.openxmlformats.org/officeDocument/2006/relationships/image" Target="../media/image26606.png"/><Relationship Id="rId81" Type="http://schemas.openxmlformats.org/officeDocument/2006/relationships/customXml" Target="../ink/ink396.xml"/><Relationship Id="rId135" Type="http://schemas.openxmlformats.org/officeDocument/2006/relationships/image" Target="../media/image26411.png"/><Relationship Id="rId177" Type="http://schemas.openxmlformats.org/officeDocument/2006/relationships/image" Target="../media/image26431.png"/><Relationship Id="rId342" Type="http://schemas.openxmlformats.org/officeDocument/2006/relationships/image" Target="../media/image26511.png"/><Relationship Id="rId384" Type="http://schemas.openxmlformats.org/officeDocument/2006/relationships/image" Target="../media/image26530.png"/><Relationship Id="rId202" Type="http://schemas.openxmlformats.org/officeDocument/2006/relationships/customXml" Target="../ink/ink458.xml"/><Relationship Id="rId244" Type="http://schemas.openxmlformats.org/officeDocument/2006/relationships/image" Target="../media/image26463.png"/><Relationship Id="rId39" Type="http://schemas.openxmlformats.org/officeDocument/2006/relationships/customXml" Target="../ink/ink375.xml"/><Relationship Id="rId286" Type="http://schemas.openxmlformats.org/officeDocument/2006/relationships/image" Target="../media/image26483.png"/><Relationship Id="rId451" Type="http://schemas.openxmlformats.org/officeDocument/2006/relationships/customXml" Target="../ink/ink584.xml"/><Relationship Id="rId493" Type="http://schemas.openxmlformats.org/officeDocument/2006/relationships/customXml" Target="../ink/ink605.xml"/><Relationship Id="rId507" Type="http://schemas.openxmlformats.org/officeDocument/2006/relationships/customXml" Target="../ink/ink612.xml"/><Relationship Id="rId549" Type="http://schemas.openxmlformats.org/officeDocument/2006/relationships/customXml" Target="../ink/ink633.xml"/><Relationship Id="rId50" Type="http://schemas.openxmlformats.org/officeDocument/2006/relationships/image" Target="../media/image26375.png"/><Relationship Id="rId104" Type="http://schemas.openxmlformats.org/officeDocument/2006/relationships/customXml" Target="../ink/ink408.xml"/><Relationship Id="rId146" Type="http://schemas.openxmlformats.org/officeDocument/2006/relationships/customXml" Target="../ink/ink429.xml"/><Relationship Id="rId188" Type="http://schemas.openxmlformats.org/officeDocument/2006/relationships/customXml" Target="../ink/ink450.xml"/><Relationship Id="rId311" Type="http://schemas.openxmlformats.org/officeDocument/2006/relationships/customXml" Target="../ink/ink513.xml"/><Relationship Id="rId353" Type="http://schemas.openxmlformats.org/officeDocument/2006/relationships/customXml" Target="../ink/ink534.xml"/><Relationship Id="rId395" Type="http://schemas.openxmlformats.org/officeDocument/2006/relationships/customXml" Target="../ink/ink556.xml"/><Relationship Id="rId409" Type="http://schemas.openxmlformats.org/officeDocument/2006/relationships/customXml" Target="../ink/ink563.xml"/><Relationship Id="rId92" Type="http://schemas.openxmlformats.org/officeDocument/2006/relationships/customXml" Target="../ink/ink402.xml"/><Relationship Id="rId213" Type="http://schemas.openxmlformats.org/officeDocument/2006/relationships/image" Target="../media/image26448.png"/><Relationship Id="rId420" Type="http://schemas.openxmlformats.org/officeDocument/2006/relationships/image" Target="../media/image26548.png"/><Relationship Id="rId255" Type="http://schemas.openxmlformats.org/officeDocument/2006/relationships/customXml" Target="../ink/ink485.xml"/><Relationship Id="rId297" Type="http://schemas.openxmlformats.org/officeDocument/2006/relationships/customXml" Target="../ink/ink506.xml"/><Relationship Id="rId462" Type="http://schemas.openxmlformats.org/officeDocument/2006/relationships/image" Target="../media/image26568.png"/><Relationship Id="rId518" Type="http://schemas.openxmlformats.org/officeDocument/2006/relationships/image" Target="../media/image26596.png"/><Relationship Id="rId115" Type="http://schemas.openxmlformats.org/officeDocument/2006/relationships/image" Target="../media/image26401.png"/><Relationship Id="rId157" Type="http://schemas.openxmlformats.org/officeDocument/2006/relationships/image" Target="../media/image26421.png"/><Relationship Id="rId322" Type="http://schemas.openxmlformats.org/officeDocument/2006/relationships/image" Target="../media/image26501.png"/><Relationship Id="rId364" Type="http://schemas.openxmlformats.org/officeDocument/2006/relationships/image" Target="../media/image26521.png"/><Relationship Id="rId61" Type="http://schemas.openxmlformats.org/officeDocument/2006/relationships/customXml" Target="../ink/ink386.xml"/><Relationship Id="rId199" Type="http://schemas.openxmlformats.org/officeDocument/2006/relationships/image" Target="../media/image26441.png"/><Relationship Id="rId19" Type="http://schemas.openxmlformats.org/officeDocument/2006/relationships/customXml" Target="../ink/ink365.xml"/><Relationship Id="rId224" Type="http://schemas.openxmlformats.org/officeDocument/2006/relationships/customXml" Target="../ink/ink469.xml"/><Relationship Id="rId266" Type="http://schemas.openxmlformats.org/officeDocument/2006/relationships/image" Target="../media/image26473.png"/><Relationship Id="rId431" Type="http://schemas.openxmlformats.org/officeDocument/2006/relationships/customXml" Target="../ink/ink574.xml"/><Relationship Id="rId473" Type="http://schemas.openxmlformats.org/officeDocument/2006/relationships/customXml" Target="../ink/ink595.xml"/><Relationship Id="rId529" Type="http://schemas.openxmlformats.org/officeDocument/2006/relationships/customXml" Target="../ink/ink623.xml"/><Relationship Id="rId30" Type="http://schemas.openxmlformats.org/officeDocument/2006/relationships/image" Target="../media/image26366.png"/><Relationship Id="rId126" Type="http://schemas.openxmlformats.org/officeDocument/2006/relationships/customXml" Target="../ink/ink419.xml"/><Relationship Id="rId168" Type="http://schemas.openxmlformats.org/officeDocument/2006/relationships/customXml" Target="../ink/ink440.xml"/><Relationship Id="rId333" Type="http://schemas.openxmlformats.org/officeDocument/2006/relationships/customXml" Target="../ink/ink524.xml"/><Relationship Id="rId540" Type="http://schemas.openxmlformats.org/officeDocument/2006/relationships/image" Target="../media/image26607.png"/><Relationship Id="rId72" Type="http://schemas.openxmlformats.org/officeDocument/2006/relationships/image" Target="../media/image26385.png"/><Relationship Id="rId375" Type="http://schemas.openxmlformats.org/officeDocument/2006/relationships/customXml" Target="../ink/ink546.xml"/><Relationship Id="rId3" Type="http://schemas.openxmlformats.org/officeDocument/2006/relationships/image" Target="../media/image25686.png"/><Relationship Id="rId235" Type="http://schemas.openxmlformats.org/officeDocument/2006/relationships/customXml" Target="../ink/ink475.xml"/><Relationship Id="rId277" Type="http://schemas.openxmlformats.org/officeDocument/2006/relationships/customXml" Target="../ink/ink496.xml"/><Relationship Id="rId400" Type="http://schemas.openxmlformats.org/officeDocument/2006/relationships/image" Target="../media/image26538.png"/><Relationship Id="rId442" Type="http://schemas.openxmlformats.org/officeDocument/2006/relationships/image" Target="../media/image26559.png"/><Relationship Id="rId484" Type="http://schemas.openxmlformats.org/officeDocument/2006/relationships/image" Target="../media/image26579.png"/><Relationship Id="rId137" Type="http://schemas.openxmlformats.org/officeDocument/2006/relationships/image" Target="../media/image26412.png"/><Relationship Id="rId302" Type="http://schemas.openxmlformats.org/officeDocument/2006/relationships/image" Target="../media/image26491.png"/><Relationship Id="rId344" Type="http://schemas.openxmlformats.org/officeDocument/2006/relationships/image" Target="../media/image26512.png"/><Relationship Id="rId41" Type="http://schemas.openxmlformats.org/officeDocument/2006/relationships/customXml" Target="../ink/ink376.xml"/><Relationship Id="rId83" Type="http://schemas.openxmlformats.org/officeDocument/2006/relationships/customXml" Target="../ink/ink397.xml"/><Relationship Id="rId179" Type="http://schemas.openxmlformats.org/officeDocument/2006/relationships/image" Target="../media/image26432.png"/><Relationship Id="rId386" Type="http://schemas.openxmlformats.org/officeDocument/2006/relationships/image" Target="../media/image26531.png"/><Relationship Id="rId551" Type="http://schemas.openxmlformats.org/officeDocument/2006/relationships/customXml" Target="../ink/ink634.xml"/><Relationship Id="rId190" Type="http://schemas.openxmlformats.org/officeDocument/2006/relationships/customXml" Target="../ink/ink451.xml"/><Relationship Id="rId204" Type="http://schemas.openxmlformats.org/officeDocument/2006/relationships/customXml" Target="../ink/ink459.xml"/><Relationship Id="rId246" Type="http://schemas.openxmlformats.org/officeDocument/2006/relationships/image" Target="../media/image26464.png"/><Relationship Id="rId288" Type="http://schemas.openxmlformats.org/officeDocument/2006/relationships/image" Target="../media/image26484.png"/><Relationship Id="rId411" Type="http://schemas.openxmlformats.org/officeDocument/2006/relationships/customXml" Target="../ink/ink564.xml"/><Relationship Id="rId453" Type="http://schemas.openxmlformats.org/officeDocument/2006/relationships/customXml" Target="../ink/ink585.xml"/><Relationship Id="rId509" Type="http://schemas.openxmlformats.org/officeDocument/2006/relationships/customXml" Target="../ink/ink613.xml"/><Relationship Id="rId106" Type="http://schemas.openxmlformats.org/officeDocument/2006/relationships/customXml" Target="../ink/ink409.xml"/><Relationship Id="rId313" Type="http://schemas.openxmlformats.org/officeDocument/2006/relationships/customXml" Target="../ink/ink514.xml"/><Relationship Id="rId495" Type="http://schemas.openxmlformats.org/officeDocument/2006/relationships/customXml" Target="../ink/ink606.xml"/><Relationship Id="rId10" Type="http://schemas.openxmlformats.org/officeDocument/2006/relationships/image" Target="../media/image26356.png"/><Relationship Id="rId52" Type="http://schemas.openxmlformats.org/officeDocument/2006/relationships/image" Target="../media/image26376.png"/><Relationship Id="rId94" Type="http://schemas.openxmlformats.org/officeDocument/2006/relationships/customXml" Target="../ink/ink403.xml"/><Relationship Id="rId148" Type="http://schemas.openxmlformats.org/officeDocument/2006/relationships/customXml" Target="../ink/ink430.xml"/><Relationship Id="rId355" Type="http://schemas.openxmlformats.org/officeDocument/2006/relationships/customXml" Target="../ink/ink535.xml"/><Relationship Id="rId397" Type="http://schemas.openxmlformats.org/officeDocument/2006/relationships/customXml" Target="../ink/ink557.xml"/><Relationship Id="rId520" Type="http://schemas.openxmlformats.org/officeDocument/2006/relationships/image" Target="../media/image26597.png"/><Relationship Id="rId215" Type="http://schemas.openxmlformats.org/officeDocument/2006/relationships/image" Target="../media/image26449.png"/><Relationship Id="rId257" Type="http://schemas.openxmlformats.org/officeDocument/2006/relationships/customXml" Target="../ink/ink486.xml"/><Relationship Id="rId422" Type="http://schemas.openxmlformats.org/officeDocument/2006/relationships/image" Target="../media/image26549.png"/><Relationship Id="rId464" Type="http://schemas.openxmlformats.org/officeDocument/2006/relationships/image" Target="../media/image26569.png"/><Relationship Id="rId299" Type="http://schemas.openxmlformats.org/officeDocument/2006/relationships/customXml" Target="../ink/ink507.xml"/><Relationship Id="rId63" Type="http://schemas.openxmlformats.org/officeDocument/2006/relationships/customXml" Target="../ink/ink387.xml"/><Relationship Id="rId159" Type="http://schemas.openxmlformats.org/officeDocument/2006/relationships/image" Target="../media/image26422.png"/><Relationship Id="rId366" Type="http://schemas.openxmlformats.org/officeDocument/2006/relationships/image" Target="../media/image26522.png"/><Relationship Id="rId226" Type="http://schemas.openxmlformats.org/officeDocument/2006/relationships/customXml" Target="../ink/ink470.xml"/><Relationship Id="rId433" Type="http://schemas.openxmlformats.org/officeDocument/2006/relationships/customXml" Target="../ink/ink575.xml"/><Relationship Id="rId74" Type="http://schemas.openxmlformats.org/officeDocument/2006/relationships/image" Target="../media/image26386.png"/><Relationship Id="rId377" Type="http://schemas.openxmlformats.org/officeDocument/2006/relationships/customXml" Target="../ink/ink547.xml"/><Relationship Id="rId500" Type="http://schemas.openxmlformats.org/officeDocument/2006/relationships/image" Target="../media/image26587.png"/><Relationship Id="rId5" Type="http://schemas.openxmlformats.org/officeDocument/2006/relationships/image" Target="../media/image25940.png"/><Relationship Id="rId237" Type="http://schemas.openxmlformats.org/officeDocument/2006/relationships/customXml" Target="../ink/ink476.xml"/><Relationship Id="rId444" Type="http://schemas.openxmlformats.org/officeDocument/2006/relationships/image" Target="../media/image26560.png"/><Relationship Id="rId290" Type="http://schemas.openxmlformats.org/officeDocument/2006/relationships/image" Target="../media/image26485.png"/><Relationship Id="rId304" Type="http://schemas.openxmlformats.org/officeDocument/2006/relationships/image" Target="../media/image26492.png"/><Relationship Id="rId388" Type="http://schemas.openxmlformats.org/officeDocument/2006/relationships/image" Target="../media/image26532.png"/><Relationship Id="rId511" Type="http://schemas.openxmlformats.org/officeDocument/2006/relationships/customXml" Target="../ink/ink614.xml"/><Relationship Id="rId85" Type="http://schemas.openxmlformats.org/officeDocument/2006/relationships/customXml" Target="../ink/ink398.xml"/><Relationship Id="rId150" Type="http://schemas.openxmlformats.org/officeDocument/2006/relationships/customXml" Target="../ink/ink431.xml"/><Relationship Id="rId248" Type="http://schemas.openxmlformats.org/officeDocument/2006/relationships/image" Target="../media/image26465.png"/><Relationship Id="rId455" Type="http://schemas.openxmlformats.org/officeDocument/2006/relationships/customXml" Target="../ink/ink586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693.xml"/><Relationship Id="rId21" Type="http://schemas.openxmlformats.org/officeDocument/2006/relationships/customXml" Target="../ink/ink645.xml"/><Relationship Id="rId42" Type="http://schemas.openxmlformats.org/officeDocument/2006/relationships/image" Target="../media/image265930.png"/><Relationship Id="rId63" Type="http://schemas.openxmlformats.org/officeDocument/2006/relationships/customXml" Target="../ink/ink666.xml"/><Relationship Id="rId84" Type="http://schemas.openxmlformats.org/officeDocument/2006/relationships/image" Target="../media/image266130.png"/><Relationship Id="rId16" Type="http://schemas.openxmlformats.org/officeDocument/2006/relationships/image" Target="../media/image265800.png"/><Relationship Id="rId107" Type="http://schemas.openxmlformats.org/officeDocument/2006/relationships/customXml" Target="../ink/ink688.xml"/><Relationship Id="rId11" Type="http://schemas.openxmlformats.org/officeDocument/2006/relationships/customXml" Target="../ink/ink640.xml"/><Relationship Id="rId32" Type="http://schemas.openxmlformats.org/officeDocument/2006/relationships/image" Target="../media/image265880.png"/><Relationship Id="rId37" Type="http://schemas.openxmlformats.org/officeDocument/2006/relationships/customXml" Target="../ink/ink653.xml"/><Relationship Id="rId53" Type="http://schemas.openxmlformats.org/officeDocument/2006/relationships/customXml" Target="../ink/ink661.xml"/><Relationship Id="rId58" Type="http://schemas.openxmlformats.org/officeDocument/2006/relationships/image" Target="../media/image266000.png"/><Relationship Id="rId74" Type="http://schemas.openxmlformats.org/officeDocument/2006/relationships/image" Target="../media/image266080.png"/><Relationship Id="rId79" Type="http://schemas.openxmlformats.org/officeDocument/2006/relationships/customXml" Target="../ink/ink674.xml"/><Relationship Id="rId102" Type="http://schemas.openxmlformats.org/officeDocument/2006/relationships/image" Target="../media/image26622.png"/><Relationship Id="rId123" Type="http://schemas.openxmlformats.org/officeDocument/2006/relationships/customXml" Target="../ink/ink696.xml"/><Relationship Id="rId128" Type="http://schemas.openxmlformats.org/officeDocument/2006/relationships/image" Target="../media/image26635.png"/><Relationship Id="rId5" Type="http://schemas.openxmlformats.org/officeDocument/2006/relationships/image" Target="../media/image25940.png"/><Relationship Id="rId90" Type="http://schemas.openxmlformats.org/officeDocument/2006/relationships/image" Target="../media/image26616.png"/><Relationship Id="rId95" Type="http://schemas.openxmlformats.org/officeDocument/2006/relationships/customXml" Target="../ink/ink682.xml"/><Relationship Id="rId22" Type="http://schemas.openxmlformats.org/officeDocument/2006/relationships/image" Target="../media/image265830.png"/><Relationship Id="rId27" Type="http://schemas.openxmlformats.org/officeDocument/2006/relationships/customXml" Target="../ink/ink648.xml"/><Relationship Id="rId43" Type="http://schemas.openxmlformats.org/officeDocument/2006/relationships/customXml" Target="../ink/ink656.xml"/><Relationship Id="rId48" Type="http://schemas.openxmlformats.org/officeDocument/2006/relationships/image" Target="../media/image265960.png"/><Relationship Id="rId64" Type="http://schemas.openxmlformats.org/officeDocument/2006/relationships/image" Target="../media/image266030.png"/><Relationship Id="rId69" Type="http://schemas.openxmlformats.org/officeDocument/2006/relationships/customXml" Target="../ink/ink669.xml"/><Relationship Id="rId113" Type="http://schemas.openxmlformats.org/officeDocument/2006/relationships/customXml" Target="../ink/ink691.xml"/><Relationship Id="rId118" Type="http://schemas.openxmlformats.org/officeDocument/2006/relationships/image" Target="../media/image26630.png"/><Relationship Id="rId134" Type="http://schemas.openxmlformats.org/officeDocument/2006/relationships/image" Target="../media/image26638.png"/><Relationship Id="rId80" Type="http://schemas.openxmlformats.org/officeDocument/2006/relationships/image" Target="../media/image266110.png"/><Relationship Id="rId85" Type="http://schemas.openxmlformats.org/officeDocument/2006/relationships/customXml" Target="../ink/ink677.xml"/><Relationship Id="rId12" Type="http://schemas.openxmlformats.org/officeDocument/2006/relationships/image" Target="../media/image265780.png"/><Relationship Id="rId17" Type="http://schemas.openxmlformats.org/officeDocument/2006/relationships/customXml" Target="../ink/ink643.xml"/><Relationship Id="rId33" Type="http://schemas.openxmlformats.org/officeDocument/2006/relationships/customXml" Target="../ink/ink651.xml"/><Relationship Id="rId38" Type="http://schemas.openxmlformats.org/officeDocument/2006/relationships/image" Target="../media/image265910.png"/><Relationship Id="rId59" Type="http://schemas.openxmlformats.org/officeDocument/2006/relationships/customXml" Target="../ink/ink664.xml"/><Relationship Id="rId103" Type="http://schemas.openxmlformats.org/officeDocument/2006/relationships/customXml" Target="../ink/ink686.xml"/><Relationship Id="rId108" Type="http://schemas.openxmlformats.org/officeDocument/2006/relationships/image" Target="../media/image26625.png"/><Relationship Id="rId124" Type="http://schemas.openxmlformats.org/officeDocument/2006/relationships/image" Target="../media/image26633.png"/><Relationship Id="rId129" Type="http://schemas.openxmlformats.org/officeDocument/2006/relationships/customXml" Target="../ink/ink699.xml"/><Relationship Id="rId54" Type="http://schemas.openxmlformats.org/officeDocument/2006/relationships/image" Target="../media/image265980.png"/><Relationship Id="rId70" Type="http://schemas.openxmlformats.org/officeDocument/2006/relationships/image" Target="../media/image266060.png"/><Relationship Id="rId75" Type="http://schemas.openxmlformats.org/officeDocument/2006/relationships/customXml" Target="../ink/ink672.xml"/><Relationship Id="rId91" Type="http://schemas.openxmlformats.org/officeDocument/2006/relationships/customXml" Target="../ink/ink680.xml"/><Relationship Id="rId96" Type="http://schemas.openxmlformats.org/officeDocument/2006/relationships/image" Target="../media/image2661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37.xml"/><Relationship Id="rId23" Type="http://schemas.openxmlformats.org/officeDocument/2006/relationships/customXml" Target="../ink/ink646.xml"/><Relationship Id="rId28" Type="http://schemas.openxmlformats.org/officeDocument/2006/relationships/image" Target="../media/image265860.png"/><Relationship Id="rId49" Type="http://schemas.openxmlformats.org/officeDocument/2006/relationships/customXml" Target="../ink/ink659.xml"/><Relationship Id="rId114" Type="http://schemas.openxmlformats.org/officeDocument/2006/relationships/image" Target="../media/image26628.png"/><Relationship Id="rId119" Type="http://schemas.openxmlformats.org/officeDocument/2006/relationships/customXml" Target="../ink/ink694.xml"/><Relationship Id="rId44" Type="http://schemas.openxmlformats.org/officeDocument/2006/relationships/image" Target="../media/image265940.png"/><Relationship Id="rId60" Type="http://schemas.openxmlformats.org/officeDocument/2006/relationships/image" Target="../media/image266010.png"/><Relationship Id="rId65" Type="http://schemas.openxmlformats.org/officeDocument/2006/relationships/customXml" Target="../ink/ink667.xml"/><Relationship Id="rId81" Type="http://schemas.openxmlformats.org/officeDocument/2006/relationships/customXml" Target="../ink/ink675.xml"/><Relationship Id="rId86" Type="http://schemas.openxmlformats.org/officeDocument/2006/relationships/image" Target="../media/image26614.png"/><Relationship Id="rId130" Type="http://schemas.openxmlformats.org/officeDocument/2006/relationships/image" Target="../media/image26636.png"/><Relationship Id="rId13" Type="http://schemas.openxmlformats.org/officeDocument/2006/relationships/customXml" Target="../ink/ink641.xml"/><Relationship Id="rId18" Type="http://schemas.openxmlformats.org/officeDocument/2006/relationships/image" Target="../media/image265810.png"/><Relationship Id="rId39" Type="http://schemas.openxmlformats.org/officeDocument/2006/relationships/customXml" Target="../ink/ink654.xml"/><Relationship Id="rId109" Type="http://schemas.openxmlformats.org/officeDocument/2006/relationships/customXml" Target="../ink/ink689.xml"/><Relationship Id="rId34" Type="http://schemas.openxmlformats.org/officeDocument/2006/relationships/image" Target="../media/image265890.png"/><Relationship Id="rId50" Type="http://schemas.openxmlformats.org/officeDocument/2006/relationships/image" Target="../media/image265970.png"/><Relationship Id="rId55" Type="http://schemas.openxmlformats.org/officeDocument/2006/relationships/customXml" Target="../ink/ink662.xml"/><Relationship Id="rId76" Type="http://schemas.openxmlformats.org/officeDocument/2006/relationships/image" Target="../media/image266090.png"/><Relationship Id="rId97" Type="http://schemas.openxmlformats.org/officeDocument/2006/relationships/customXml" Target="../ink/ink683.xml"/><Relationship Id="rId104" Type="http://schemas.openxmlformats.org/officeDocument/2006/relationships/image" Target="../media/image26623.png"/><Relationship Id="rId120" Type="http://schemas.openxmlformats.org/officeDocument/2006/relationships/image" Target="../media/image26631.png"/><Relationship Id="rId125" Type="http://schemas.openxmlformats.org/officeDocument/2006/relationships/customXml" Target="../ink/ink697.xml"/><Relationship Id="rId7" Type="http://schemas.openxmlformats.org/officeDocument/2006/relationships/image" Target="../media/image25941.png"/><Relationship Id="rId71" Type="http://schemas.openxmlformats.org/officeDocument/2006/relationships/customXml" Target="../ink/ink670.xml"/><Relationship Id="rId92" Type="http://schemas.openxmlformats.org/officeDocument/2006/relationships/image" Target="../media/image26617.png"/><Relationship Id="rId2" Type="http://schemas.openxmlformats.org/officeDocument/2006/relationships/customXml" Target="../ink/ink635.xml"/><Relationship Id="rId29" Type="http://schemas.openxmlformats.org/officeDocument/2006/relationships/customXml" Target="../ink/ink649.xml"/><Relationship Id="rId24" Type="http://schemas.openxmlformats.org/officeDocument/2006/relationships/image" Target="../media/image265840.png"/><Relationship Id="rId40" Type="http://schemas.openxmlformats.org/officeDocument/2006/relationships/image" Target="../media/image265920.png"/><Relationship Id="rId45" Type="http://schemas.openxmlformats.org/officeDocument/2006/relationships/customXml" Target="../ink/ink657.xml"/><Relationship Id="rId66" Type="http://schemas.openxmlformats.org/officeDocument/2006/relationships/image" Target="../media/image266040.png"/><Relationship Id="rId87" Type="http://schemas.openxmlformats.org/officeDocument/2006/relationships/customXml" Target="../ink/ink678.xml"/><Relationship Id="rId110" Type="http://schemas.openxmlformats.org/officeDocument/2006/relationships/image" Target="../media/image26626.png"/><Relationship Id="rId115" Type="http://schemas.openxmlformats.org/officeDocument/2006/relationships/customXml" Target="../ink/ink692.xml"/><Relationship Id="rId131" Type="http://schemas.openxmlformats.org/officeDocument/2006/relationships/customXml" Target="../ink/ink700.xml"/><Relationship Id="rId61" Type="http://schemas.openxmlformats.org/officeDocument/2006/relationships/customXml" Target="../ink/ink665.xml"/><Relationship Id="rId82" Type="http://schemas.openxmlformats.org/officeDocument/2006/relationships/image" Target="../media/image266120.png"/><Relationship Id="rId19" Type="http://schemas.openxmlformats.org/officeDocument/2006/relationships/customXml" Target="../ink/ink644.xml"/><Relationship Id="rId14" Type="http://schemas.openxmlformats.org/officeDocument/2006/relationships/image" Target="../media/image265790.png"/><Relationship Id="rId30" Type="http://schemas.openxmlformats.org/officeDocument/2006/relationships/image" Target="../media/image265870.png"/><Relationship Id="rId35" Type="http://schemas.openxmlformats.org/officeDocument/2006/relationships/customXml" Target="../ink/ink652.xml"/><Relationship Id="rId56" Type="http://schemas.openxmlformats.org/officeDocument/2006/relationships/image" Target="../media/image265990.png"/><Relationship Id="rId77" Type="http://schemas.openxmlformats.org/officeDocument/2006/relationships/customXml" Target="../ink/ink673.xml"/><Relationship Id="rId100" Type="http://schemas.openxmlformats.org/officeDocument/2006/relationships/image" Target="../media/image26621.png"/><Relationship Id="rId105" Type="http://schemas.openxmlformats.org/officeDocument/2006/relationships/customXml" Target="../ink/ink687.xml"/><Relationship Id="rId126" Type="http://schemas.openxmlformats.org/officeDocument/2006/relationships/image" Target="../media/image26634.png"/><Relationship Id="rId8" Type="http://schemas.openxmlformats.org/officeDocument/2006/relationships/customXml" Target="../ink/ink638.xml"/><Relationship Id="rId51" Type="http://schemas.openxmlformats.org/officeDocument/2006/relationships/customXml" Target="../ink/ink660.xml"/><Relationship Id="rId72" Type="http://schemas.openxmlformats.org/officeDocument/2006/relationships/image" Target="../media/image266070.png"/><Relationship Id="rId93" Type="http://schemas.openxmlformats.org/officeDocument/2006/relationships/customXml" Target="../ink/ink681.xml"/><Relationship Id="rId98" Type="http://schemas.openxmlformats.org/officeDocument/2006/relationships/image" Target="../media/image26620.png"/><Relationship Id="rId121" Type="http://schemas.openxmlformats.org/officeDocument/2006/relationships/customXml" Target="../ink/ink695.xml"/><Relationship Id="rId3" Type="http://schemas.openxmlformats.org/officeDocument/2006/relationships/image" Target="../media/image25686.png"/><Relationship Id="rId25" Type="http://schemas.openxmlformats.org/officeDocument/2006/relationships/customXml" Target="../ink/ink647.xml"/><Relationship Id="rId46" Type="http://schemas.openxmlformats.org/officeDocument/2006/relationships/image" Target="../media/image265950.png"/><Relationship Id="rId67" Type="http://schemas.openxmlformats.org/officeDocument/2006/relationships/customXml" Target="../ink/ink668.xml"/><Relationship Id="rId116" Type="http://schemas.openxmlformats.org/officeDocument/2006/relationships/image" Target="../media/image26629.png"/><Relationship Id="rId20" Type="http://schemas.openxmlformats.org/officeDocument/2006/relationships/image" Target="../media/image265820.png"/><Relationship Id="rId41" Type="http://schemas.openxmlformats.org/officeDocument/2006/relationships/customXml" Target="../ink/ink655.xml"/><Relationship Id="rId62" Type="http://schemas.openxmlformats.org/officeDocument/2006/relationships/image" Target="../media/image266020.png"/><Relationship Id="rId83" Type="http://schemas.openxmlformats.org/officeDocument/2006/relationships/customXml" Target="../ink/ink676.xml"/><Relationship Id="rId88" Type="http://schemas.openxmlformats.org/officeDocument/2006/relationships/image" Target="../media/image26615.png"/><Relationship Id="rId111" Type="http://schemas.openxmlformats.org/officeDocument/2006/relationships/customXml" Target="../ink/ink690.xml"/><Relationship Id="rId132" Type="http://schemas.openxmlformats.org/officeDocument/2006/relationships/image" Target="../media/image26637.png"/><Relationship Id="rId15" Type="http://schemas.openxmlformats.org/officeDocument/2006/relationships/customXml" Target="../ink/ink642.xml"/><Relationship Id="rId36" Type="http://schemas.openxmlformats.org/officeDocument/2006/relationships/image" Target="../media/image265900.png"/><Relationship Id="rId57" Type="http://schemas.openxmlformats.org/officeDocument/2006/relationships/customXml" Target="../ink/ink663.xml"/><Relationship Id="rId106" Type="http://schemas.openxmlformats.org/officeDocument/2006/relationships/image" Target="../media/image26624.png"/><Relationship Id="rId127" Type="http://schemas.openxmlformats.org/officeDocument/2006/relationships/customXml" Target="../ink/ink698.xml"/><Relationship Id="rId10" Type="http://schemas.openxmlformats.org/officeDocument/2006/relationships/image" Target="../media/image265770.png"/><Relationship Id="rId31" Type="http://schemas.openxmlformats.org/officeDocument/2006/relationships/customXml" Target="../ink/ink650.xml"/><Relationship Id="rId52" Type="http://schemas.openxmlformats.org/officeDocument/2006/relationships/image" Target="../media/image26493.png"/><Relationship Id="rId73" Type="http://schemas.openxmlformats.org/officeDocument/2006/relationships/customXml" Target="../ink/ink671.xml"/><Relationship Id="rId78" Type="http://schemas.openxmlformats.org/officeDocument/2006/relationships/image" Target="../media/image266100.png"/><Relationship Id="rId94" Type="http://schemas.openxmlformats.org/officeDocument/2006/relationships/image" Target="../media/image26618.png"/><Relationship Id="rId99" Type="http://schemas.openxmlformats.org/officeDocument/2006/relationships/customXml" Target="../ink/ink684.xml"/><Relationship Id="rId101" Type="http://schemas.openxmlformats.org/officeDocument/2006/relationships/customXml" Target="../ink/ink685.xml"/><Relationship Id="rId122" Type="http://schemas.openxmlformats.org/officeDocument/2006/relationships/image" Target="../media/image26632.png"/><Relationship Id="rId4" Type="http://schemas.openxmlformats.org/officeDocument/2006/relationships/customXml" Target="../ink/ink636.xml"/><Relationship Id="rId9" Type="http://schemas.openxmlformats.org/officeDocument/2006/relationships/customXml" Target="../ink/ink639.xml"/><Relationship Id="rId26" Type="http://schemas.openxmlformats.org/officeDocument/2006/relationships/image" Target="../media/image265850.png"/><Relationship Id="rId47" Type="http://schemas.openxmlformats.org/officeDocument/2006/relationships/customXml" Target="../ink/ink658.xml"/><Relationship Id="rId68" Type="http://schemas.openxmlformats.org/officeDocument/2006/relationships/image" Target="../media/image266050.png"/><Relationship Id="rId89" Type="http://schemas.openxmlformats.org/officeDocument/2006/relationships/customXml" Target="../ink/ink679.xml"/><Relationship Id="rId112" Type="http://schemas.openxmlformats.org/officeDocument/2006/relationships/image" Target="../media/image26627.png"/><Relationship Id="rId133" Type="http://schemas.openxmlformats.org/officeDocument/2006/relationships/customXml" Target="../ink/ink701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6687.png"/><Relationship Id="rId21" Type="http://schemas.openxmlformats.org/officeDocument/2006/relationships/customXml" Target="../ink/ink712.xml"/><Relationship Id="rId324" Type="http://schemas.openxmlformats.org/officeDocument/2006/relationships/image" Target="../media/image26786.png"/><Relationship Id="rId170" Type="http://schemas.openxmlformats.org/officeDocument/2006/relationships/customXml" Target="../ink/ink787.xml"/><Relationship Id="rId226" Type="http://schemas.openxmlformats.org/officeDocument/2006/relationships/customXml" Target="../ink/ink816.xml"/><Relationship Id="rId433" Type="http://schemas.openxmlformats.org/officeDocument/2006/relationships/image" Target="../media/image26839.png"/><Relationship Id="rId268" Type="http://schemas.openxmlformats.org/officeDocument/2006/relationships/image" Target="../media/image26758.png"/><Relationship Id="rId475" Type="http://schemas.openxmlformats.org/officeDocument/2006/relationships/image" Target="../media/image26860.png"/><Relationship Id="rId32" Type="http://schemas.openxmlformats.org/officeDocument/2006/relationships/image" Target="../media/image26648.png"/><Relationship Id="rId74" Type="http://schemas.openxmlformats.org/officeDocument/2006/relationships/image" Target="../media/image26666.png"/><Relationship Id="rId128" Type="http://schemas.openxmlformats.org/officeDocument/2006/relationships/customXml" Target="../ink/ink766.xml"/><Relationship Id="rId335" Type="http://schemas.openxmlformats.org/officeDocument/2006/relationships/customXml" Target="../ink/ink871.xml"/><Relationship Id="rId377" Type="http://schemas.openxmlformats.org/officeDocument/2006/relationships/image" Target="../media/image26812.png"/><Relationship Id="rId500" Type="http://schemas.openxmlformats.org/officeDocument/2006/relationships/customXml" Target="../ink/ink954.xml"/><Relationship Id="rId5" Type="http://schemas.openxmlformats.org/officeDocument/2006/relationships/image" Target="../media/image25940.png"/><Relationship Id="rId181" Type="http://schemas.openxmlformats.org/officeDocument/2006/relationships/image" Target="../media/image26719.png"/><Relationship Id="rId237" Type="http://schemas.openxmlformats.org/officeDocument/2006/relationships/image" Target="../media/image26743.png"/><Relationship Id="rId402" Type="http://schemas.openxmlformats.org/officeDocument/2006/relationships/customXml" Target="../ink/ink905.xml"/><Relationship Id="rId279" Type="http://schemas.openxmlformats.org/officeDocument/2006/relationships/customXml" Target="../ink/ink843.xml"/><Relationship Id="rId444" Type="http://schemas.openxmlformats.org/officeDocument/2006/relationships/customXml" Target="../ink/ink926.xml"/><Relationship Id="rId486" Type="http://schemas.openxmlformats.org/officeDocument/2006/relationships/customXml" Target="../ink/ink947.xml"/><Relationship Id="rId43" Type="http://schemas.openxmlformats.org/officeDocument/2006/relationships/customXml" Target="../ink/ink723.xml"/><Relationship Id="rId139" Type="http://schemas.openxmlformats.org/officeDocument/2006/relationships/image" Target="../media/image26698.png"/><Relationship Id="rId290" Type="http://schemas.openxmlformats.org/officeDocument/2006/relationships/image" Target="../media/image26769.png"/><Relationship Id="rId304" Type="http://schemas.openxmlformats.org/officeDocument/2006/relationships/image" Target="../media/image26776.png"/><Relationship Id="rId346" Type="http://schemas.openxmlformats.org/officeDocument/2006/relationships/image" Target="../media/image26797.png"/><Relationship Id="rId388" Type="http://schemas.openxmlformats.org/officeDocument/2006/relationships/customXml" Target="../ink/ink898.xml"/><Relationship Id="rId511" Type="http://schemas.openxmlformats.org/officeDocument/2006/relationships/image" Target="../media/image26878.png"/><Relationship Id="rId85" Type="http://schemas.openxmlformats.org/officeDocument/2006/relationships/customXml" Target="../ink/ink744.xml"/><Relationship Id="rId150" Type="http://schemas.openxmlformats.org/officeDocument/2006/relationships/customXml" Target="../ink/ink777.xml"/><Relationship Id="rId192" Type="http://schemas.openxmlformats.org/officeDocument/2006/relationships/image" Target="../media/image26724.png"/><Relationship Id="rId206" Type="http://schemas.openxmlformats.org/officeDocument/2006/relationships/image" Target="../media/image26731.png"/><Relationship Id="rId413" Type="http://schemas.openxmlformats.org/officeDocument/2006/relationships/image" Target="../media/image26830.png"/><Relationship Id="rId248" Type="http://schemas.openxmlformats.org/officeDocument/2006/relationships/customXml" Target="../ink/ink827.xml"/><Relationship Id="rId455" Type="http://schemas.openxmlformats.org/officeDocument/2006/relationships/image" Target="../media/image26850.png"/><Relationship Id="rId497" Type="http://schemas.openxmlformats.org/officeDocument/2006/relationships/image" Target="../media/image26871.png"/><Relationship Id="rId12" Type="http://schemas.openxmlformats.org/officeDocument/2006/relationships/image" Target="../media/image26640.png"/><Relationship Id="rId108" Type="http://schemas.openxmlformats.org/officeDocument/2006/relationships/customXml" Target="../ink/ink756.xml"/><Relationship Id="rId315" Type="http://schemas.openxmlformats.org/officeDocument/2006/relationships/customXml" Target="../ink/ink861.xml"/><Relationship Id="rId357" Type="http://schemas.openxmlformats.org/officeDocument/2006/relationships/customXml" Target="../ink/ink882.xml"/><Relationship Id="rId54" Type="http://schemas.openxmlformats.org/officeDocument/2006/relationships/image" Target="../media/image26658.png"/><Relationship Id="rId96" Type="http://schemas.openxmlformats.org/officeDocument/2006/relationships/image" Target="../media/image26677.png"/><Relationship Id="rId161" Type="http://schemas.openxmlformats.org/officeDocument/2006/relationships/image" Target="../media/image26709.png"/><Relationship Id="rId217" Type="http://schemas.openxmlformats.org/officeDocument/2006/relationships/customXml" Target="../ink/ink811.xml"/><Relationship Id="rId399" Type="http://schemas.openxmlformats.org/officeDocument/2006/relationships/image" Target="../media/image26823.png"/><Relationship Id="rId259" Type="http://schemas.openxmlformats.org/officeDocument/2006/relationships/image" Target="../media/image26754.png"/><Relationship Id="rId424" Type="http://schemas.openxmlformats.org/officeDocument/2006/relationships/customXml" Target="../ink/ink916.xml"/><Relationship Id="rId466" Type="http://schemas.openxmlformats.org/officeDocument/2006/relationships/customXml" Target="../ink/ink937.xml"/><Relationship Id="rId23" Type="http://schemas.openxmlformats.org/officeDocument/2006/relationships/customXml" Target="../ink/ink713.xml"/><Relationship Id="rId119" Type="http://schemas.openxmlformats.org/officeDocument/2006/relationships/image" Target="../media/image26688.png"/><Relationship Id="rId270" Type="http://schemas.openxmlformats.org/officeDocument/2006/relationships/image" Target="../media/image26759.png"/><Relationship Id="rId326" Type="http://schemas.openxmlformats.org/officeDocument/2006/relationships/image" Target="../media/image26787.png"/><Relationship Id="rId65" Type="http://schemas.openxmlformats.org/officeDocument/2006/relationships/customXml" Target="../ink/ink734.xml"/><Relationship Id="rId130" Type="http://schemas.openxmlformats.org/officeDocument/2006/relationships/customXml" Target="../ink/ink767.xml"/><Relationship Id="rId368" Type="http://schemas.openxmlformats.org/officeDocument/2006/relationships/customXml" Target="../ink/ink888.xml"/><Relationship Id="rId172" Type="http://schemas.openxmlformats.org/officeDocument/2006/relationships/customXml" Target="../ink/ink788.xml"/><Relationship Id="rId228" Type="http://schemas.openxmlformats.org/officeDocument/2006/relationships/customXml" Target="../ink/ink817.xml"/><Relationship Id="rId435" Type="http://schemas.openxmlformats.org/officeDocument/2006/relationships/image" Target="../media/image26840.png"/><Relationship Id="rId477" Type="http://schemas.openxmlformats.org/officeDocument/2006/relationships/image" Target="../media/image26861.png"/><Relationship Id="rId281" Type="http://schemas.openxmlformats.org/officeDocument/2006/relationships/customXml" Target="../ink/ink844.xml"/><Relationship Id="rId337" Type="http://schemas.openxmlformats.org/officeDocument/2006/relationships/customXml" Target="../ink/ink872.xml"/><Relationship Id="rId502" Type="http://schemas.openxmlformats.org/officeDocument/2006/relationships/customXml" Target="../ink/ink955.xml"/><Relationship Id="rId34" Type="http://schemas.openxmlformats.org/officeDocument/2006/relationships/image" Target="../media/image26649.png"/><Relationship Id="rId76" Type="http://schemas.openxmlformats.org/officeDocument/2006/relationships/image" Target="../media/image26667.png"/><Relationship Id="rId141" Type="http://schemas.openxmlformats.org/officeDocument/2006/relationships/image" Target="../media/image26699.png"/><Relationship Id="rId379" Type="http://schemas.openxmlformats.org/officeDocument/2006/relationships/image" Target="../media/image26813.png"/><Relationship Id="rId7" Type="http://schemas.openxmlformats.org/officeDocument/2006/relationships/image" Target="../media/image25941.png"/><Relationship Id="rId183" Type="http://schemas.openxmlformats.org/officeDocument/2006/relationships/customXml" Target="../ink/ink794.xml"/><Relationship Id="rId239" Type="http://schemas.openxmlformats.org/officeDocument/2006/relationships/image" Target="../media/image26744.png"/><Relationship Id="rId390" Type="http://schemas.openxmlformats.org/officeDocument/2006/relationships/customXml" Target="../ink/ink899.xml"/><Relationship Id="rId404" Type="http://schemas.openxmlformats.org/officeDocument/2006/relationships/customXml" Target="../ink/ink906.xml"/><Relationship Id="rId446" Type="http://schemas.openxmlformats.org/officeDocument/2006/relationships/customXml" Target="../ink/ink927.xml"/><Relationship Id="rId250" Type="http://schemas.openxmlformats.org/officeDocument/2006/relationships/customXml" Target="../ink/ink828.xml"/><Relationship Id="rId292" Type="http://schemas.openxmlformats.org/officeDocument/2006/relationships/image" Target="../media/image26770.png"/><Relationship Id="rId306" Type="http://schemas.openxmlformats.org/officeDocument/2006/relationships/image" Target="../media/image26777.png"/><Relationship Id="rId488" Type="http://schemas.openxmlformats.org/officeDocument/2006/relationships/customXml" Target="../ink/ink948.xml"/><Relationship Id="rId45" Type="http://schemas.openxmlformats.org/officeDocument/2006/relationships/customXml" Target="../ink/ink724.xml"/><Relationship Id="rId87" Type="http://schemas.openxmlformats.org/officeDocument/2006/relationships/customXml" Target="../ink/ink745.xml"/><Relationship Id="rId110" Type="http://schemas.openxmlformats.org/officeDocument/2006/relationships/customXml" Target="../ink/ink757.xml"/><Relationship Id="rId348" Type="http://schemas.openxmlformats.org/officeDocument/2006/relationships/image" Target="../media/image26798.png"/><Relationship Id="rId513" Type="http://schemas.openxmlformats.org/officeDocument/2006/relationships/image" Target="../media/image26879.png"/><Relationship Id="rId152" Type="http://schemas.openxmlformats.org/officeDocument/2006/relationships/customXml" Target="../ink/ink778.xml"/><Relationship Id="rId194" Type="http://schemas.openxmlformats.org/officeDocument/2006/relationships/image" Target="../media/image26725.png"/><Relationship Id="rId208" Type="http://schemas.openxmlformats.org/officeDocument/2006/relationships/image" Target="../media/image26732.png"/><Relationship Id="rId415" Type="http://schemas.openxmlformats.org/officeDocument/2006/relationships/image" Target="../media/image26831.png"/><Relationship Id="rId457" Type="http://schemas.openxmlformats.org/officeDocument/2006/relationships/image" Target="../media/image26851.png"/><Relationship Id="rId261" Type="http://schemas.openxmlformats.org/officeDocument/2006/relationships/customXml" Target="../ink/ink834.xml"/><Relationship Id="rId499" Type="http://schemas.openxmlformats.org/officeDocument/2006/relationships/image" Target="../media/image26872.png"/><Relationship Id="rId14" Type="http://schemas.openxmlformats.org/officeDocument/2006/relationships/image" Target="../media/image26510.png"/><Relationship Id="rId56" Type="http://schemas.openxmlformats.org/officeDocument/2006/relationships/image" Target="../media/image26659.png"/><Relationship Id="rId317" Type="http://schemas.openxmlformats.org/officeDocument/2006/relationships/customXml" Target="../ink/ink862.xml"/><Relationship Id="rId359" Type="http://schemas.openxmlformats.org/officeDocument/2006/relationships/customXml" Target="../ink/ink883.xml"/><Relationship Id="rId98" Type="http://schemas.openxmlformats.org/officeDocument/2006/relationships/image" Target="../media/image26678.png"/><Relationship Id="rId121" Type="http://schemas.openxmlformats.org/officeDocument/2006/relationships/image" Target="../media/image26689.png"/><Relationship Id="rId163" Type="http://schemas.openxmlformats.org/officeDocument/2006/relationships/image" Target="../media/image26710.png"/><Relationship Id="rId219" Type="http://schemas.openxmlformats.org/officeDocument/2006/relationships/customXml" Target="../ink/ink812.xml"/><Relationship Id="rId370" Type="http://schemas.openxmlformats.org/officeDocument/2006/relationships/customXml" Target="../ink/ink889.xml"/><Relationship Id="rId426" Type="http://schemas.openxmlformats.org/officeDocument/2006/relationships/customXml" Target="../ink/ink917.xml"/><Relationship Id="rId230" Type="http://schemas.openxmlformats.org/officeDocument/2006/relationships/customXml" Target="../ink/ink818.xml"/><Relationship Id="rId468" Type="http://schemas.openxmlformats.org/officeDocument/2006/relationships/customXml" Target="../ink/ink938.xml"/><Relationship Id="rId25" Type="http://schemas.openxmlformats.org/officeDocument/2006/relationships/customXml" Target="../ink/ink714.xml"/><Relationship Id="rId67" Type="http://schemas.openxmlformats.org/officeDocument/2006/relationships/customXml" Target="../ink/ink735.xml"/><Relationship Id="rId272" Type="http://schemas.openxmlformats.org/officeDocument/2006/relationships/image" Target="../media/image26760.png"/><Relationship Id="rId328" Type="http://schemas.openxmlformats.org/officeDocument/2006/relationships/image" Target="../media/image26788.png"/><Relationship Id="rId132" Type="http://schemas.openxmlformats.org/officeDocument/2006/relationships/customXml" Target="../ink/ink768.xml"/><Relationship Id="rId174" Type="http://schemas.openxmlformats.org/officeDocument/2006/relationships/customXml" Target="../ink/ink789.xml"/><Relationship Id="rId381" Type="http://schemas.openxmlformats.org/officeDocument/2006/relationships/image" Target="../media/image26814.png"/><Relationship Id="rId241" Type="http://schemas.openxmlformats.org/officeDocument/2006/relationships/image" Target="../media/image26745.png"/><Relationship Id="rId437" Type="http://schemas.openxmlformats.org/officeDocument/2006/relationships/image" Target="../media/image26841.png"/><Relationship Id="rId479" Type="http://schemas.openxmlformats.org/officeDocument/2006/relationships/image" Target="../media/image26862.png"/><Relationship Id="rId36" Type="http://schemas.openxmlformats.org/officeDocument/2006/relationships/image" Target="../media/image26650.png"/><Relationship Id="rId283" Type="http://schemas.openxmlformats.org/officeDocument/2006/relationships/customXml" Target="../ink/ink845.xml"/><Relationship Id="rId339" Type="http://schemas.openxmlformats.org/officeDocument/2006/relationships/customXml" Target="../ink/ink873.xml"/><Relationship Id="rId490" Type="http://schemas.openxmlformats.org/officeDocument/2006/relationships/customXml" Target="../ink/ink949.xml"/><Relationship Id="rId504" Type="http://schemas.openxmlformats.org/officeDocument/2006/relationships/customXml" Target="../ink/ink956.xml"/><Relationship Id="rId78" Type="http://schemas.openxmlformats.org/officeDocument/2006/relationships/image" Target="../media/image26668.png"/><Relationship Id="rId101" Type="http://schemas.openxmlformats.org/officeDocument/2006/relationships/customXml" Target="../ink/ink752.xml"/><Relationship Id="rId143" Type="http://schemas.openxmlformats.org/officeDocument/2006/relationships/image" Target="../media/image26700.png"/><Relationship Id="rId185" Type="http://schemas.openxmlformats.org/officeDocument/2006/relationships/customXml" Target="../ink/ink795.xml"/><Relationship Id="rId350" Type="http://schemas.openxmlformats.org/officeDocument/2006/relationships/image" Target="../media/image26799.png"/><Relationship Id="rId406" Type="http://schemas.openxmlformats.org/officeDocument/2006/relationships/customXml" Target="../ink/ink907.xml"/><Relationship Id="rId9" Type="http://schemas.openxmlformats.org/officeDocument/2006/relationships/customXml" Target="../ink/ink706.xml"/><Relationship Id="rId210" Type="http://schemas.openxmlformats.org/officeDocument/2006/relationships/image" Target="../media/image26733.png"/><Relationship Id="rId392" Type="http://schemas.openxmlformats.org/officeDocument/2006/relationships/customXml" Target="../ink/ink900.xml"/><Relationship Id="rId448" Type="http://schemas.openxmlformats.org/officeDocument/2006/relationships/customXml" Target="../ink/ink928.xml"/><Relationship Id="rId252" Type="http://schemas.openxmlformats.org/officeDocument/2006/relationships/customXml" Target="../ink/ink829.xml"/><Relationship Id="rId294" Type="http://schemas.openxmlformats.org/officeDocument/2006/relationships/image" Target="../media/image26771.png"/><Relationship Id="rId308" Type="http://schemas.openxmlformats.org/officeDocument/2006/relationships/image" Target="../media/image26778.png"/><Relationship Id="rId515" Type="http://schemas.openxmlformats.org/officeDocument/2006/relationships/image" Target="../media/image26880.png"/><Relationship Id="rId47" Type="http://schemas.openxmlformats.org/officeDocument/2006/relationships/customXml" Target="../ink/ink725.xml"/><Relationship Id="rId89" Type="http://schemas.openxmlformats.org/officeDocument/2006/relationships/customXml" Target="../ink/ink746.xml"/><Relationship Id="rId112" Type="http://schemas.openxmlformats.org/officeDocument/2006/relationships/customXml" Target="../ink/ink758.xml"/><Relationship Id="rId154" Type="http://schemas.openxmlformats.org/officeDocument/2006/relationships/customXml" Target="../ink/ink779.xml"/><Relationship Id="rId361" Type="http://schemas.openxmlformats.org/officeDocument/2006/relationships/customXml" Target="../ink/ink884.xml"/><Relationship Id="rId196" Type="http://schemas.openxmlformats.org/officeDocument/2006/relationships/image" Target="../media/image26726.png"/><Relationship Id="rId417" Type="http://schemas.openxmlformats.org/officeDocument/2006/relationships/image" Target="../media/image26832.png"/><Relationship Id="rId459" Type="http://schemas.openxmlformats.org/officeDocument/2006/relationships/image" Target="../media/image26852.png"/><Relationship Id="rId16" Type="http://schemas.openxmlformats.org/officeDocument/2006/relationships/image" Target="../media/image26641.png"/><Relationship Id="rId221" Type="http://schemas.openxmlformats.org/officeDocument/2006/relationships/customXml" Target="../ink/ink813.xml"/><Relationship Id="rId263" Type="http://schemas.openxmlformats.org/officeDocument/2006/relationships/customXml" Target="../ink/ink835.xml"/><Relationship Id="rId319" Type="http://schemas.openxmlformats.org/officeDocument/2006/relationships/customXml" Target="../ink/ink863.xml"/><Relationship Id="rId470" Type="http://schemas.openxmlformats.org/officeDocument/2006/relationships/customXml" Target="../ink/ink939.xml"/><Relationship Id="rId58" Type="http://schemas.openxmlformats.org/officeDocument/2006/relationships/image" Target="../media/image25933.png"/><Relationship Id="rId123" Type="http://schemas.openxmlformats.org/officeDocument/2006/relationships/image" Target="../media/image26690.png"/><Relationship Id="rId330" Type="http://schemas.openxmlformats.org/officeDocument/2006/relationships/image" Target="../media/image26789.png"/><Relationship Id="rId165" Type="http://schemas.openxmlformats.org/officeDocument/2006/relationships/image" Target="../media/image26711.png"/><Relationship Id="rId372" Type="http://schemas.openxmlformats.org/officeDocument/2006/relationships/customXml" Target="../ink/ink890.xml"/><Relationship Id="rId428" Type="http://schemas.openxmlformats.org/officeDocument/2006/relationships/customXml" Target="../ink/ink918.xml"/><Relationship Id="rId232" Type="http://schemas.openxmlformats.org/officeDocument/2006/relationships/customXml" Target="../ink/ink819.xml"/><Relationship Id="rId274" Type="http://schemas.openxmlformats.org/officeDocument/2006/relationships/image" Target="../media/image26761.png"/><Relationship Id="rId481" Type="http://schemas.openxmlformats.org/officeDocument/2006/relationships/image" Target="../media/image26863.png"/><Relationship Id="rId27" Type="http://schemas.openxmlformats.org/officeDocument/2006/relationships/customXml" Target="../ink/ink715.xml"/><Relationship Id="rId69" Type="http://schemas.openxmlformats.org/officeDocument/2006/relationships/customXml" Target="../ink/ink736.xml"/><Relationship Id="rId134" Type="http://schemas.openxmlformats.org/officeDocument/2006/relationships/customXml" Target="../ink/ink769.xml"/><Relationship Id="rId80" Type="http://schemas.openxmlformats.org/officeDocument/2006/relationships/image" Target="../media/image26669.png"/><Relationship Id="rId176" Type="http://schemas.openxmlformats.org/officeDocument/2006/relationships/customXml" Target="../ink/ink790.xml"/><Relationship Id="rId341" Type="http://schemas.openxmlformats.org/officeDocument/2006/relationships/customXml" Target="../ink/ink874.xml"/><Relationship Id="rId383" Type="http://schemas.openxmlformats.org/officeDocument/2006/relationships/image" Target="../media/image26815.png"/><Relationship Id="rId439" Type="http://schemas.openxmlformats.org/officeDocument/2006/relationships/image" Target="../media/image26842.png"/><Relationship Id="rId201" Type="http://schemas.openxmlformats.org/officeDocument/2006/relationships/customXml" Target="../ink/ink803.xml"/><Relationship Id="rId243" Type="http://schemas.openxmlformats.org/officeDocument/2006/relationships/image" Target="../media/image26746.png"/><Relationship Id="rId285" Type="http://schemas.openxmlformats.org/officeDocument/2006/relationships/customXml" Target="../ink/ink846.xml"/><Relationship Id="rId450" Type="http://schemas.openxmlformats.org/officeDocument/2006/relationships/customXml" Target="../ink/ink929.xml"/><Relationship Id="rId506" Type="http://schemas.openxmlformats.org/officeDocument/2006/relationships/customXml" Target="../ink/ink957.xml"/><Relationship Id="rId38" Type="http://schemas.openxmlformats.org/officeDocument/2006/relationships/image" Target="../media/image26651.png"/><Relationship Id="rId103" Type="http://schemas.openxmlformats.org/officeDocument/2006/relationships/customXml" Target="../ink/ink753.xml"/><Relationship Id="rId310" Type="http://schemas.openxmlformats.org/officeDocument/2006/relationships/image" Target="../media/image26779.png"/><Relationship Id="rId492" Type="http://schemas.openxmlformats.org/officeDocument/2006/relationships/customXml" Target="../ink/ink950.xml"/><Relationship Id="rId91" Type="http://schemas.openxmlformats.org/officeDocument/2006/relationships/customXml" Target="../ink/ink747.xml"/><Relationship Id="rId145" Type="http://schemas.openxmlformats.org/officeDocument/2006/relationships/image" Target="../media/image26701.png"/><Relationship Id="rId187" Type="http://schemas.openxmlformats.org/officeDocument/2006/relationships/customXml" Target="../ink/ink796.xml"/><Relationship Id="rId352" Type="http://schemas.openxmlformats.org/officeDocument/2006/relationships/image" Target="../media/image26800.png"/><Relationship Id="rId394" Type="http://schemas.openxmlformats.org/officeDocument/2006/relationships/customXml" Target="../ink/ink901.xml"/><Relationship Id="rId408" Type="http://schemas.openxmlformats.org/officeDocument/2006/relationships/customXml" Target="../ink/ink908.xml"/><Relationship Id="rId212" Type="http://schemas.openxmlformats.org/officeDocument/2006/relationships/image" Target="../media/image26734.png"/><Relationship Id="rId254" Type="http://schemas.openxmlformats.org/officeDocument/2006/relationships/customXml" Target="../ink/ink830.xml"/><Relationship Id="rId49" Type="http://schemas.openxmlformats.org/officeDocument/2006/relationships/customXml" Target="../ink/ink726.xml"/><Relationship Id="rId114" Type="http://schemas.openxmlformats.org/officeDocument/2006/relationships/customXml" Target="../ink/ink759.xml"/><Relationship Id="rId296" Type="http://schemas.openxmlformats.org/officeDocument/2006/relationships/image" Target="../media/image26772.png"/><Relationship Id="rId461" Type="http://schemas.openxmlformats.org/officeDocument/2006/relationships/image" Target="../media/image26853.png"/><Relationship Id="rId517" Type="http://schemas.openxmlformats.org/officeDocument/2006/relationships/image" Target="../media/image26881.png"/><Relationship Id="rId60" Type="http://schemas.openxmlformats.org/officeDocument/2006/relationships/image" Target="../media/image26285.png"/><Relationship Id="rId156" Type="http://schemas.openxmlformats.org/officeDocument/2006/relationships/customXml" Target="../ink/ink780.xml"/><Relationship Id="rId198" Type="http://schemas.openxmlformats.org/officeDocument/2006/relationships/image" Target="../media/image26727.png"/><Relationship Id="rId321" Type="http://schemas.openxmlformats.org/officeDocument/2006/relationships/customXml" Target="../ink/ink864.xml"/><Relationship Id="rId363" Type="http://schemas.openxmlformats.org/officeDocument/2006/relationships/image" Target="../media/image26805.png"/><Relationship Id="rId419" Type="http://schemas.openxmlformats.org/officeDocument/2006/relationships/image" Target="../media/image25847.png"/><Relationship Id="rId223" Type="http://schemas.openxmlformats.org/officeDocument/2006/relationships/image" Target="../media/image26077.png"/><Relationship Id="rId430" Type="http://schemas.openxmlformats.org/officeDocument/2006/relationships/customXml" Target="../ink/ink919.xml"/><Relationship Id="rId18" Type="http://schemas.openxmlformats.org/officeDocument/2006/relationships/image" Target="../media/image26642.png"/><Relationship Id="rId265" Type="http://schemas.openxmlformats.org/officeDocument/2006/relationships/customXml" Target="../ink/ink836.xml"/><Relationship Id="rId472" Type="http://schemas.openxmlformats.org/officeDocument/2006/relationships/customXml" Target="../ink/ink940.xml"/><Relationship Id="rId125" Type="http://schemas.openxmlformats.org/officeDocument/2006/relationships/image" Target="../media/image26691.png"/><Relationship Id="rId167" Type="http://schemas.openxmlformats.org/officeDocument/2006/relationships/image" Target="../media/image26712.png"/><Relationship Id="rId332" Type="http://schemas.openxmlformats.org/officeDocument/2006/relationships/image" Target="../media/image26790.png"/><Relationship Id="rId374" Type="http://schemas.openxmlformats.org/officeDocument/2006/relationships/customXml" Target="../ink/ink891.xml"/><Relationship Id="rId71" Type="http://schemas.openxmlformats.org/officeDocument/2006/relationships/customXml" Target="../ink/ink737.xml"/><Relationship Id="rId234" Type="http://schemas.openxmlformats.org/officeDocument/2006/relationships/customXml" Target="../ink/ink820.xml"/><Relationship Id="rId2" Type="http://schemas.openxmlformats.org/officeDocument/2006/relationships/customXml" Target="../ink/ink702.xml"/><Relationship Id="rId29" Type="http://schemas.openxmlformats.org/officeDocument/2006/relationships/customXml" Target="../ink/ink716.xml"/><Relationship Id="rId276" Type="http://schemas.openxmlformats.org/officeDocument/2006/relationships/image" Target="../media/image26762.png"/><Relationship Id="rId441" Type="http://schemas.openxmlformats.org/officeDocument/2006/relationships/image" Target="../media/image26843.png"/><Relationship Id="rId483" Type="http://schemas.openxmlformats.org/officeDocument/2006/relationships/image" Target="../media/image26864.png"/><Relationship Id="rId40" Type="http://schemas.openxmlformats.org/officeDocument/2006/relationships/image" Target="../media/image26652.png"/><Relationship Id="rId136" Type="http://schemas.openxmlformats.org/officeDocument/2006/relationships/customXml" Target="../ink/ink770.xml"/><Relationship Id="rId178" Type="http://schemas.openxmlformats.org/officeDocument/2006/relationships/customXml" Target="../ink/ink791.xml"/><Relationship Id="rId301" Type="http://schemas.openxmlformats.org/officeDocument/2006/relationships/customXml" Target="../ink/ink854.xml"/><Relationship Id="rId343" Type="http://schemas.openxmlformats.org/officeDocument/2006/relationships/customXml" Target="../ink/ink875.xml"/><Relationship Id="rId82" Type="http://schemas.openxmlformats.org/officeDocument/2006/relationships/image" Target="../media/image26670.png"/><Relationship Id="rId203" Type="http://schemas.openxmlformats.org/officeDocument/2006/relationships/customXml" Target="../ink/ink804.xml"/><Relationship Id="rId385" Type="http://schemas.openxmlformats.org/officeDocument/2006/relationships/image" Target="../media/image26816.png"/><Relationship Id="rId245" Type="http://schemas.openxmlformats.org/officeDocument/2006/relationships/image" Target="../media/image26747.png"/><Relationship Id="rId287" Type="http://schemas.openxmlformats.org/officeDocument/2006/relationships/customXml" Target="../ink/ink847.xml"/><Relationship Id="rId410" Type="http://schemas.openxmlformats.org/officeDocument/2006/relationships/customXml" Target="../ink/ink909.xml"/><Relationship Id="rId452" Type="http://schemas.openxmlformats.org/officeDocument/2006/relationships/customXml" Target="../ink/ink930.xml"/><Relationship Id="rId494" Type="http://schemas.openxmlformats.org/officeDocument/2006/relationships/customXml" Target="../ink/ink951.xml"/><Relationship Id="rId508" Type="http://schemas.openxmlformats.org/officeDocument/2006/relationships/customXml" Target="../ink/ink958.xml"/><Relationship Id="rId105" Type="http://schemas.openxmlformats.org/officeDocument/2006/relationships/image" Target="../media/image26681.png"/><Relationship Id="rId147" Type="http://schemas.openxmlformats.org/officeDocument/2006/relationships/image" Target="../media/image26702.png"/><Relationship Id="rId312" Type="http://schemas.openxmlformats.org/officeDocument/2006/relationships/image" Target="../media/image26780.png"/><Relationship Id="rId354" Type="http://schemas.openxmlformats.org/officeDocument/2006/relationships/image" Target="../media/image26801.png"/><Relationship Id="rId51" Type="http://schemas.openxmlformats.org/officeDocument/2006/relationships/customXml" Target="../ink/ink727.xml"/><Relationship Id="rId93" Type="http://schemas.openxmlformats.org/officeDocument/2006/relationships/customXml" Target="../ink/ink748.xml"/><Relationship Id="rId189" Type="http://schemas.openxmlformats.org/officeDocument/2006/relationships/customXml" Target="../ink/ink797.xml"/><Relationship Id="rId396" Type="http://schemas.openxmlformats.org/officeDocument/2006/relationships/customXml" Target="../ink/ink902.xml"/><Relationship Id="rId214" Type="http://schemas.openxmlformats.org/officeDocument/2006/relationships/image" Target="../media/image26735.png"/><Relationship Id="rId256" Type="http://schemas.openxmlformats.org/officeDocument/2006/relationships/customXml" Target="../ink/ink831.xml"/><Relationship Id="rId298" Type="http://schemas.openxmlformats.org/officeDocument/2006/relationships/image" Target="../media/image26773.png"/><Relationship Id="rId421" Type="http://schemas.openxmlformats.org/officeDocument/2006/relationships/image" Target="../media/image26833.png"/><Relationship Id="rId463" Type="http://schemas.openxmlformats.org/officeDocument/2006/relationships/image" Target="../media/image26854.png"/><Relationship Id="rId116" Type="http://schemas.openxmlformats.org/officeDocument/2006/relationships/customXml" Target="../ink/ink760.xml"/><Relationship Id="rId158" Type="http://schemas.openxmlformats.org/officeDocument/2006/relationships/customXml" Target="../ink/ink781.xml"/><Relationship Id="rId323" Type="http://schemas.openxmlformats.org/officeDocument/2006/relationships/customXml" Target="../ink/ink865.xml"/><Relationship Id="rId20" Type="http://schemas.openxmlformats.org/officeDocument/2006/relationships/image" Target="../media/image26643.png"/><Relationship Id="rId62" Type="http://schemas.openxmlformats.org/officeDocument/2006/relationships/image" Target="../media/image26660.png"/><Relationship Id="rId365" Type="http://schemas.openxmlformats.org/officeDocument/2006/relationships/image" Target="../media/image26806.png"/><Relationship Id="rId225" Type="http://schemas.openxmlformats.org/officeDocument/2006/relationships/image" Target="../media/image26738.png"/><Relationship Id="rId267" Type="http://schemas.openxmlformats.org/officeDocument/2006/relationships/customXml" Target="../ink/ink837.xml"/><Relationship Id="rId432" Type="http://schemas.openxmlformats.org/officeDocument/2006/relationships/customXml" Target="../ink/ink920.xml"/><Relationship Id="rId474" Type="http://schemas.openxmlformats.org/officeDocument/2006/relationships/customXml" Target="../ink/ink941.xml"/><Relationship Id="rId127" Type="http://schemas.openxmlformats.org/officeDocument/2006/relationships/image" Target="../media/image26692.png"/><Relationship Id="rId31" Type="http://schemas.openxmlformats.org/officeDocument/2006/relationships/customXml" Target="../ink/ink717.xml"/><Relationship Id="rId73" Type="http://schemas.openxmlformats.org/officeDocument/2006/relationships/customXml" Target="../ink/ink738.xml"/><Relationship Id="rId169" Type="http://schemas.openxmlformats.org/officeDocument/2006/relationships/image" Target="../media/image26713.png"/><Relationship Id="rId334" Type="http://schemas.openxmlformats.org/officeDocument/2006/relationships/image" Target="../media/image26791.png"/><Relationship Id="rId376" Type="http://schemas.openxmlformats.org/officeDocument/2006/relationships/customXml" Target="../ink/ink892.xml"/><Relationship Id="rId4" Type="http://schemas.openxmlformats.org/officeDocument/2006/relationships/customXml" Target="../ink/ink703.xml"/><Relationship Id="rId180" Type="http://schemas.openxmlformats.org/officeDocument/2006/relationships/customXml" Target="../ink/ink792.xml"/><Relationship Id="rId236" Type="http://schemas.openxmlformats.org/officeDocument/2006/relationships/customXml" Target="../ink/ink821.xml"/><Relationship Id="rId278" Type="http://schemas.openxmlformats.org/officeDocument/2006/relationships/image" Target="../media/image26763.png"/><Relationship Id="rId401" Type="http://schemas.openxmlformats.org/officeDocument/2006/relationships/image" Target="../media/image26824.png"/><Relationship Id="rId443" Type="http://schemas.openxmlformats.org/officeDocument/2006/relationships/image" Target="../media/image26844.png"/><Relationship Id="rId303" Type="http://schemas.openxmlformats.org/officeDocument/2006/relationships/customXml" Target="../ink/ink855.xml"/><Relationship Id="rId485" Type="http://schemas.openxmlformats.org/officeDocument/2006/relationships/image" Target="../media/image26865.png"/><Relationship Id="rId42" Type="http://schemas.openxmlformats.org/officeDocument/2006/relationships/image" Target="../media/image26653.png"/><Relationship Id="rId84" Type="http://schemas.openxmlformats.org/officeDocument/2006/relationships/image" Target="../media/image26671.png"/><Relationship Id="rId138" Type="http://schemas.openxmlformats.org/officeDocument/2006/relationships/customXml" Target="../ink/ink771.xml"/><Relationship Id="rId345" Type="http://schemas.openxmlformats.org/officeDocument/2006/relationships/customXml" Target="../ink/ink876.xml"/><Relationship Id="rId387" Type="http://schemas.openxmlformats.org/officeDocument/2006/relationships/image" Target="../media/image26817.png"/><Relationship Id="rId510" Type="http://schemas.openxmlformats.org/officeDocument/2006/relationships/customXml" Target="../ink/ink959.xml"/><Relationship Id="rId191" Type="http://schemas.openxmlformats.org/officeDocument/2006/relationships/customXml" Target="../ink/ink798.xml"/><Relationship Id="rId205" Type="http://schemas.openxmlformats.org/officeDocument/2006/relationships/customXml" Target="../ink/ink805.xml"/><Relationship Id="rId247" Type="http://schemas.openxmlformats.org/officeDocument/2006/relationships/image" Target="../media/image26748.png"/><Relationship Id="rId412" Type="http://schemas.openxmlformats.org/officeDocument/2006/relationships/customXml" Target="../ink/ink910.xml"/><Relationship Id="rId107" Type="http://schemas.openxmlformats.org/officeDocument/2006/relationships/image" Target="../media/image26682.png"/><Relationship Id="rId289" Type="http://schemas.openxmlformats.org/officeDocument/2006/relationships/customXml" Target="../ink/ink848.xml"/><Relationship Id="rId454" Type="http://schemas.openxmlformats.org/officeDocument/2006/relationships/customXml" Target="../ink/ink931.xml"/><Relationship Id="rId496" Type="http://schemas.openxmlformats.org/officeDocument/2006/relationships/customXml" Target="../ink/ink952.xml"/><Relationship Id="rId11" Type="http://schemas.openxmlformats.org/officeDocument/2006/relationships/customXml" Target="../ink/ink707.xml"/><Relationship Id="rId53" Type="http://schemas.openxmlformats.org/officeDocument/2006/relationships/customXml" Target="../ink/ink728.xml"/><Relationship Id="rId149" Type="http://schemas.openxmlformats.org/officeDocument/2006/relationships/image" Target="../media/image26703.png"/><Relationship Id="rId314" Type="http://schemas.openxmlformats.org/officeDocument/2006/relationships/image" Target="../media/image26781.png"/><Relationship Id="rId356" Type="http://schemas.openxmlformats.org/officeDocument/2006/relationships/image" Target="../media/image26802.png"/><Relationship Id="rId398" Type="http://schemas.openxmlformats.org/officeDocument/2006/relationships/customXml" Target="../ink/ink903.xml"/><Relationship Id="rId95" Type="http://schemas.openxmlformats.org/officeDocument/2006/relationships/customXml" Target="../ink/ink749.xml"/><Relationship Id="rId160" Type="http://schemas.openxmlformats.org/officeDocument/2006/relationships/customXml" Target="../ink/ink782.xml"/><Relationship Id="rId216" Type="http://schemas.openxmlformats.org/officeDocument/2006/relationships/image" Target="../media/image26736.png"/><Relationship Id="rId423" Type="http://schemas.openxmlformats.org/officeDocument/2006/relationships/image" Target="../media/image26834.png"/><Relationship Id="rId258" Type="http://schemas.openxmlformats.org/officeDocument/2006/relationships/customXml" Target="../ink/ink832.xml"/><Relationship Id="rId465" Type="http://schemas.openxmlformats.org/officeDocument/2006/relationships/image" Target="../media/image26855.png"/><Relationship Id="rId22" Type="http://schemas.openxmlformats.org/officeDocument/2006/relationships/image" Target="../media/image26644.png"/><Relationship Id="rId64" Type="http://schemas.openxmlformats.org/officeDocument/2006/relationships/image" Target="../media/image26661.png"/><Relationship Id="rId118" Type="http://schemas.openxmlformats.org/officeDocument/2006/relationships/customXml" Target="../ink/ink761.xml"/><Relationship Id="rId325" Type="http://schemas.openxmlformats.org/officeDocument/2006/relationships/customXml" Target="../ink/ink866.xml"/><Relationship Id="rId367" Type="http://schemas.openxmlformats.org/officeDocument/2006/relationships/image" Target="../media/image26807.png"/><Relationship Id="rId171" Type="http://schemas.openxmlformats.org/officeDocument/2006/relationships/image" Target="../media/image26714.png"/><Relationship Id="rId227" Type="http://schemas.openxmlformats.org/officeDocument/2006/relationships/image" Target="../media/image26739.png"/><Relationship Id="rId269" Type="http://schemas.openxmlformats.org/officeDocument/2006/relationships/customXml" Target="../ink/ink838.xml"/><Relationship Id="rId434" Type="http://schemas.openxmlformats.org/officeDocument/2006/relationships/customXml" Target="../ink/ink921.xml"/><Relationship Id="rId476" Type="http://schemas.openxmlformats.org/officeDocument/2006/relationships/customXml" Target="../ink/ink942.xml"/><Relationship Id="rId33" Type="http://schemas.openxmlformats.org/officeDocument/2006/relationships/customXml" Target="../ink/ink718.xml"/><Relationship Id="rId129" Type="http://schemas.openxmlformats.org/officeDocument/2006/relationships/image" Target="../media/image26693.png"/><Relationship Id="rId280" Type="http://schemas.openxmlformats.org/officeDocument/2006/relationships/image" Target="../media/image26764.png"/><Relationship Id="rId336" Type="http://schemas.openxmlformats.org/officeDocument/2006/relationships/image" Target="../media/image26792.png"/><Relationship Id="rId501" Type="http://schemas.openxmlformats.org/officeDocument/2006/relationships/image" Target="../media/image26873.png"/><Relationship Id="rId75" Type="http://schemas.openxmlformats.org/officeDocument/2006/relationships/customXml" Target="../ink/ink739.xml"/><Relationship Id="rId140" Type="http://schemas.openxmlformats.org/officeDocument/2006/relationships/customXml" Target="../ink/ink772.xml"/><Relationship Id="rId182" Type="http://schemas.openxmlformats.org/officeDocument/2006/relationships/customXml" Target="../ink/ink793.xml"/><Relationship Id="rId378" Type="http://schemas.openxmlformats.org/officeDocument/2006/relationships/customXml" Target="../ink/ink893.xml"/><Relationship Id="rId403" Type="http://schemas.openxmlformats.org/officeDocument/2006/relationships/image" Target="../media/image26825.png"/><Relationship Id="rId6" Type="http://schemas.openxmlformats.org/officeDocument/2006/relationships/customXml" Target="../ink/ink704.xml"/><Relationship Id="rId238" Type="http://schemas.openxmlformats.org/officeDocument/2006/relationships/customXml" Target="../ink/ink822.xml"/><Relationship Id="rId445" Type="http://schemas.openxmlformats.org/officeDocument/2006/relationships/image" Target="../media/image26845.png"/><Relationship Id="rId487" Type="http://schemas.openxmlformats.org/officeDocument/2006/relationships/image" Target="../media/image26866.png"/><Relationship Id="rId291" Type="http://schemas.openxmlformats.org/officeDocument/2006/relationships/customXml" Target="../ink/ink849.xml"/><Relationship Id="rId305" Type="http://schemas.openxmlformats.org/officeDocument/2006/relationships/customXml" Target="../ink/ink856.xml"/><Relationship Id="rId347" Type="http://schemas.openxmlformats.org/officeDocument/2006/relationships/customXml" Target="../ink/ink877.xml"/><Relationship Id="rId512" Type="http://schemas.openxmlformats.org/officeDocument/2006/relationships/customXml" Target="../ink/ink960.xml"/><Relationship Id="rId44" Type="http://schemas.openxmlformats.org/officeDocument/2006/relationships/image" Target="../media/image26040.png"/><Relationship Id="rId86" Type="http://schemas.openxmlformats.org/officeDocument/2006/relationships/image" Target="../media/image26672.png"/><Relationship Id="rId151" Type="http://schemas.openxmlformats.org/officeDocument/2006/relationships/image" Target="../media/image26704.png"/><Relationship Id="rId389" Type="http://schemas.openxmlformats.org/officeDocument/2006/relationships/image" Target="../media/image26818.png"/><Relationship Id="rId193" Type="http://schemas.openxmlformats.org/officeDocument/2006/relationships/customXml" Target="../ink/ink799.xml"/><Relationship Id="rId207" Type="http://schemas.openxmlformats.org/officeDocument/2006/relationships/customXml" Target="../ink/ink806.xml"/><Relationship Id="rId249" Type="http://schemas.openxmlformats.org/officeDocument/2006/relationships/image" Target="../media/image26749.png"/><Relationship Id="rId414" Type="http://schemas.openxmlformats.org/officeDocument/2006/relationships/customXml" Target="../ink/ink911.xml"/><Relationship Id="rId456" Type="http://schemas.openxmlformats.org/officeDocument/2006/relationships/customXml" Target="../ink/ink932.xml"/><Relationship Id="rId498" Type="http://schemas.openxmlformats.org/officeDocument/2006/relationships/customXml" Target="../ink/ink953.xml"/><Relationship Id="rId13" Type="http://schemas.openxmlformats.org/officeDocument/2006/relationships/customXml" Target="../ink/ink708.xml"/><Relationship Id="rId109" Type="http://schemas.openxmlformats.org/officeDocument/2006/relationships/image" Target="../media/image26683.png"/><Relationship Id="rId260" Type="http://schemas.openxmlformats.org/officeDocument/2006/relationships/customXml" Target="../ink/ink833.xml"/><Relationship Id="rId316" Type="http://schemas.openxmlformats.org/officeDocument/2006/relationships/image" Target="../media/image26782.png"/><Relationship Id="rId55" Type="http://schemas.openxmlformats.org/officeDocument/2006/relationships/customXml" Target="../ink/ink729.xml"/><Relationship Id="rId97" Type="http://schemas.openxmlformats.org/officeDocument/2006/relationships/customXml" Target="../ink/ink750.xml"/><Relationship Id="rId120" Type="http://schemas.openxmlformats.org/officeDocument/2006/relationships/customXml" Target="../ink/ink762.xml"/><Relationship Id="rId358" Type="http://schemas.openxmlformats.org/officeDocument/2006/relationships/image" Target="../media/image26803.png"/><Relationship Id="rId162" Type="http://schemas.openxmlformats.org/officeDocument/2006/relationships/customXml" Target="../ink/ink783.xml"/><Relationship Id="rId218" Type="http://schemas.openxmlformats.org/officeDocument/2006/relationships/image" Target="../media/image25930.png"/><Relationship Id="rId425" Type="http://schemas.openxmlformats.org/officeDocument/2006/relationships/image" Target="../media/image26835.png"/><Relationship Id="rId467" Type="http://schemas.openxmlformats.org/officeDocument/2006/relationships/image" Target="../media/image26856.png"/><Relationship Id="rId271" Type="http://schemas.openxmlformats.org/officeDocument/2006/relationships/customXml" Target="../ink/ink839.xml"/><Relationship Id="rId24" Type="http://schemas.openxmlformats.org/officeDocument/2006/relationships/image" Target="../media/image26645.png"/><Relationship Id="rId66" Type="http://schemas.openxmlformats.org/officeDocument/2006/relationships/image" Target="../media/image26662.png"/><Relationship Id="rId131" Type="http://schemas.openxmlformats.org/officeDocument/2006/relationships/image" Target="../media/image26694.png"/><Relationship Id="rId327" Type="http://schemas.openxmlformats.org/officeDocument/2006/relationships/customXml" Target="../ink/ink867.xml"/><Relationship Id="rId369" Type="http://schemas.openxmlformats.org/officeDocument/2006/relationships/image" Target="../media/image26808.png"/><Relationship Id="rId173" Type="http://schemas.openxmlformats.org/officeDocument/2006/relationships/image" Target="../media/image26715.png"/><Relationship Id="rId229" Type="http://schemas.openxmlformats.org/officeDocument/2006/relationships/image" Target="../media/image26638.png"/><Relationship Id="rId380" Type="http://schemas.openxmlformats.org/officeDocument/2006/relationships/customXml" Target="../ink/ink894.xml"/><Relationship Id="rId436" Type="http://schemas.openxmlformats.org/officeDocument/2006/relationships/customXml" Target="../ink/ink922.xml"/><Relationship Id="rId240" Type="http://schemas.openxmlformats.org/officeDocument/2006/relationships/customXml" Target="../ink/ink823.xml"/><Relationship Id="rId478" Type="http://schemas.openxmlformats.org/officeDocument/2006/relationships/customXml" Target="../ink/ink943.xml"/><Relationship Id="rId35" Type="http://schemas.openxmlformats.org/officeDocument/2006/relationships/customXml" Target="../ink/ink719.xml"/><Relationship Id="rId77" Type="http://schemas.openxmlformats.org/officeDocument/2006/relationships/customXml" Target="../ink/ink740.xml"/><Relationship Id="rId100" Type="http://schemas.openxmlformats.org/officeDocument/2006/relationships/image" Target="../media/image26679.png"/><Relationship Id="rId282" Type="http://schemas.openxmlformats.org/officeDocument/2006/relationships/image" Target="../media/image26765.png"/><Relationship Id="rId338" Type="http://schemas.openxmlformats.org/officeDocument/2006/relationships/image" Target="../media/image26793.png"/><Relationship Id="rId503" Type="http://schemas.openxmlformats.org/officeDocument/2006/relationships/image" Target="../media/image26874.png"/><Relationship Id="rId8" Type="http://schemas.openxmlformats.org/officeDocument/2006/relationships/customXml" Target="../ink/ink705.xml"/><Relationship Id="rId142" Type="http://schemas.openxmlformats.org/officeDocument/2006/relationships/customXml" Target="../ink/ink773.xml"/><Relationship Id="rId184" Type="http://schemas.openxmlformats.org/officeDocument/2006/relationships/image" Target="../media/image26720.png"/><Relationship Id="rId391" Type="http://schemas.openxmlformats.org/officeDocument/2006/relationships/image" Target="../media/image26819.png"/><Relationship Id="rId405" Type="http://schemas.openxmlformats.org/officeDocument/2006/relationships/image" Target="../media/image26826.png"/><Relationship Id="rId447" Type="http://schemas.openxmlformats.org/officeDocument/2006/relationships/image" Target="../media/image26846.png"/><Relationship Id="rId251" Type="http://schemas.openxmlformats.org/officeDocument/2006/relationships/image" Target="../media/image26750.png"/><Relationship Id="rId489" Type="http://schemas.openxmlformats.org/officeDocument/2006/relationships/image" Target="../media/image26867.png"/><Relationship Id="rId46" Type="http://schemas.openxmlformats.org/officeDocument/2006/relationships/image" Target="../media/image26654.png"/><Relationship Id="rId293" Type="http://schemas.openxmlformats.org/officeDocument/2006/relationships/customXml" Target="../ink/ink850.xml"/><Relationship Id="rId307" Type="http://schemas.openxmlformats.org/officeDocument/2006/relationships/customXml" Target="../ink/ink857.xml"/><Relationship Id="rId349" Type="http://schemas.openxmlformats.org/officeDocument/2006/relationships/customXml" Target="../ink/ink878.xml"/><Relationship Id="rId514" Type="http://schemas.openxmlformats.org/officeDocument/2006/relationships/customXml" Target="../ink/ink961.xml"/><Relationship Id="rId88" Type="http://schemas.openxmlformats.org/officeDocument/2006/relationships/image" Target="../media/image26673.png"/><Relationship Id="rId111" Type="http://schemas.openxmlformats.org/officeDocument/2006/relationships/image" Target="../media/image26684.png"/><Relationship Id="rId153" Type="http://schemas.openxmlformats.org/officeDocument/2006/relationships/image" Target="../media/image26705.png"/><Relationship Id="rId195" Type="http://schemas.openxmlformats.org/officeDocument/2006/relationships/customXml" Target="../ink/ink800.xml"/><Relationship Id="rId209" Type="http://schemas.openxmlformats.org/officeDocument/2006/relationships/customXml" Target="../ink/ink807.xml"/><Relationship Id="rId360" Type="http://schemas.openxmlformats.org/officeDocument/2006/relationships/image" Target="../media/image26804.png"/><Relationship Id="rId416" Type="http://schemas.openxmlformats.org/officeDocument/2006/relationships/customXml" Target="../ink/ink912.xml"/><Relationship Id="rId220" Type="http://schemas.openxmlformats.org/officeDocument/2006/relationships/image" Target="../media/image26737.png"/><Relationship Id="rId458" Type="http://schemas.openxmlformats.org/officeDocument/2006/relationships/customXml" Target="../ink/ink933.xml"/><Relationship Id="rId15" Type="http://schemas.openxmlformats.org/officeDocument/2006/relationships/customXml" Target="../ink/ink709.xml"/><Relationship Id="rId57" Type="http://schemas.openxmlformats.org/officeDocument/2006/relationships/customXml" Target="../ink/ink730.xml"/><Relationship Id="rId262" Type="http://schemas.openxmlformats.org/officeDocument/2006/relationships/image" Target="../media/image26755.png"/><Relationship Id="rId318" Type="http://schemas.openxmlformats.org/officeDocument/2006/relationships/image" Target="../media/image26783.png"/><Relationship Id="rId99" Type="http://schemas.openxmlformats.org/officeDocument/2006/relationships/customXml" Target="../ink/ink751.xml"/><Relationship Id="rId122" Type="http://schemas.openxmlformats.org/officeDocument/2006/relationships/customXml" Target="../ink/ink763.xml"/><Relationship Id="rId164" Type="http://schemas.openxmlformats.org/officeDocument/2006/relationships/customXml" Target="../ink/ink784.xml"/><Relationship Id="rId371" Type="http://schemas.openxmlformats.org/officeDocument/2006/relationships/image" Target="../media/image26809.png"/><Relationship Id="rId427" Type="http://schemas.openxmlformats.org/officeDocument/2006/relationships/image" Target="../media/image26836.png"/><Relationship Id="rId469" Type="http://schemas.openxmlformats.org/officeDocument/2006/relationships/image" Target="../media/image26857.png"/><Relationship Id="rId26" Type="http://schemas.openxmlformats.org/officeDocument/2006/relationships/image" Target="../media/image26646.png"/><Relationship Id="rId231" Type="http://schemas.openxmlformats.org/officeDocument/2006/relationships/image" Target="../media/image26740.png"/><Relationship Id="rId273" Type="http://schemas.openxmlformats.org/officeDocument/2006/relationships/customXml" Target="../ink/ink840.xml"/><Relationship Id="rId329" Type="http://schemas.openxmlformats.org/officeDocument/2006/relationships/customXml" Target="../ink/ink868.xml"/><Relationship Id="rId480" Type="http://schemas.openxmlformats.org/officeDocument/2006/relationships/customXml" Target="../ink/ink944.xml"/><Relationship Id="rId68" Type="http://schemas.openxmlformats.org/officeDocument/2006/relationships/image" Target="../media/image26663.png"/><Relationship Id="rId133" Type="http://schemas.openxmlformats.org/officeDocument/2006/relationships/image" Target="../media/image26695.png"/><Relationship Id="rId175" Type="http://schemas.openxmlformats.org/officeDocument/2006/relationships/image" Target="../media/image26716.png"/><Relationship Id="rId340" Type="http://schemas.openxmlformats.org/officeDocument/2006/relationships/image" Target="../media/image26794.png"/><Relationship Id="rId200" Type="http://schemas.openxmlformats.org/officeDocument/2006/relationships/image" Target="../media/image26728.png"/><Relationship Id="rId382" Type="http://schemas.openxmlformats.org/officeDocument/2006/relationships/customXml" Target="../ink/ink895.xml"/><Relationship Id="rId438" Type="http://schemas.openxmlformats.org/officeDocument/2006/relationships/customXml" Target="../ink/ink923.xml"/><Relationship Id="rId242" Type="http://schemas.openxmlformats.org/officeDocument/2006/relationships/customXml" Target="../ink/ink824.xml"/><Relationship Id="rId284" Type="http://schemas.openxmlformats.org/officeDocument/2006/relationships/image" Target="../media/image26766.png"/><Relationship Id="rId491" Type="http://schemas.openxmlformats.org/officeDocument/2006/relationships/image" Target="../media/image26868.png"/><Relationship Id="rId505" Type="http://schemas.openxmlformats.org/officeDocument/2006/relationships/image" Target="../media/image26875.png"/><Relationship Id="rId37" Type="http://schemas.openxmlformats.org/officeDocument/2006/relationships/customXml" Target="../ink/ink720.xml"/><Relationship Id="rId79" Type="http://schemas.openxmlformats.org/officeDocument/2006/relationships/customXml" Target="../ink/ink741.xml"/><Relationship Id="rId102" Type="http://schemas.openxmlformats.org/officeDocument/2006/relationships/image" Target="../media/image26680.png"/><Relationship Id="rId144" Type="http://schemas.openxmlformats.org/officeDocument/2006/relationships/customXml" Target="../ink/ink774.xml"/><Relationship Id="rId90" Type="http://schemas.openxmlformats.org/officeDocument/2006/relationships/image" Target="../media/image26674.png"/><Relationship Id="rId186" Type="http://schemas.openxmlformats.org/officeDocument/2006/relationships/image" Target="../media/image26721.png"/><Relationship Id="rId351" Type="http://schemas.openxmlformats.org/officeDocument/2006/relationships/customXml" Target="../ink/ink879.xml"/><Relationship Id="rId393" Type="http://schemas.openxmlformats.org/officeDocument/2006/relationships/image" Target="../media/image26820.png"/><Relationship Id="rId407" Type="http://schemas.openxmlformats.org/officeDocument/2006/relationships/image" Target="../media/image26827.png"/><Relationship Id="rId449" Type="http://schemas.openxmlformats.org/officeDocument/2006/relationships/image" Target="../media/image26847.png"/><Relationship Id="rId211" Type="http://schemas.openxmlformats.org/officeDocument/2006/relationships/customXml" Target="../ink/ink808.xml"/><Relationship Id="rId253" Type="http://schemas.openxmlformats.org/officeDocument/2006/relationships/image" Target="../media/image26751.png"/><Relationship Id="rId295" Type="http://schemas.openxmlformats.org/officeDocument/2006/relationships/customXml" Target="../ink/ink851.xml"/><Relationship Id="rId309" Type="http://schemas.openxmlformats.org/officeDocument/2006/relationships/customXml" Target="../ink/ink858.xml"/><Relationship Id="rId460" Type="http://schemas.openxmlformats.org/officeDocument/2006/relationships/customXml" Target="../ink/ink934.xml"/><Relationship Id="rId516" Type="http://schemas.openxmlformats.org/officeDocument/2006/relationships/customXml" Target="../ink/ink962.xml"/><Relationship Id="rId48" Type="http://schemas.openxmlformats.org/officeDocument/2006/relationships/image" Target="../media/image26655.png"/><Relationship Id="rId113" Type="http://schemas.openxmlformats.org/officeDocument/2006/relationships/image" Target="../media/image26685.png"/><Relationship Id="rId320" Type="http://schemas.openxmlformats.org/officeDocument/2006/relationships/image" Target="../media/image26784.png"/><Relationship Id="rId155" Type="http://schemas.openxmlformats.org/officeDocument/2006/relationships/image" Target="../media/image26706.png"/><Relationship Id="rId197" Type="http://schemas.openxmlformats.org/officeDocument/2006/relationships/customXml" Target="../ink/ink801.xml"/><Relationship Id="rId362" Type="http://schemas.openxmlformats.org/officeDocument/2006/relationships/customXml" Target="../ink/ink885.xml"/><Relationship Id="rId418" Type="http://schemas.openxmlformats.org/officeDocument/2006/relationships/customXml" Target="../ink/ink913.xml"/><Relationship Id="rId222" Type="http://schemas.openxmlformats.org/officeDocument/2006/relationships/customXml" Target="../ink/ink814.xml"/><Relationship Id="rId264" Type="http://schemas.openxmlformats.org/officeDocument/2006/relationships/image" Target="../media/image26756.png"/><Relationship Id="rId471" Type="http://schemas.openxmlformats.org/officeDocument/2006/relationships/image" Target="../media/image26858.png"/><Relationship Id="rId17" Type="http://schemas.openxmlformats.org/officeDocument/2006/relationships/customXml" Target="../ink/ink710.xml"/><Relationship Id="rId59" Type="http://schemas.openxmlformats.org/officeDocument/2006/relationships/customXml" Target="../ink/ink731.xml"/><Relationship Id="rId124" Type="http://schemas.openxmlformats.org/officeDocument/2006/relationships/customXml" Target="../ink/ink764.xml"/><Relationship Id="rId70" Type="http://schemas.openxmlformats.org/officeDocument/2006/relationships/image" Target="../media/image26664.png"/><Relationship Id="rId166" Type="http://schemas.openxmlformats.org/officeDocument/2006/relationships/customXml" Target="../ink/ink785.xml"/><Relationship Id="rId331" Type="http://schemas.openxmlformats.org/officeDocument/2006/relationships/customXml" Target="../ink/ink869.xml"/><Relationship Id="rId373" Type="http://schemas.openxmlformats.org/officeDocument/2006/relationships/image" Target="../media/image26810.png"/><Relationship Id="rId429" Type="http://schemas.openxmlformats.org/officeDocument/2006/relationships/image" Target="../media/image26837.png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26741.png"/><Relationship Id="rId440" Type="http://schemas.openxmlformats.org/officeDocument/2006/relationships/customXml" Target="../ink/ink924.xml"/><Relationship Id="rId28" Type="http://schemas.openxmlformats.org/officeDocument/2006/relationships/image" Target="../media/image26647.png"/><Relationship Id="rId275" Type="http://schemas.openxmlformats.org/officeDocument/2006/relationships/customXml" Target="../ink/ink841.xml"/><Relationship Id="rId300" Type="http://schemas.openxmlformats.org/officeDocument/2006/relationships/image" Target="../media/image26774.png"/><Relationship Id="rId482" Type="http://schemas.openxmlformats.org/officeDocument/2006/relationships/customXml" Target="../ink/ink945.xml"/><Relationship Id="rId81" Type="http://schemas.openxmlformats.org/officeDocument/2006/relationships/customXml" Target="../ink/ink742.xml"/><Relationship Id="rId135" Type="http://schemas.openxmlformats.org/officeDocument/2006/relationships/image" Target="../media/image26696.png"/><Relationship Id="rId177" Type="http://schemas.openxmlformats.org/officeDocument/2006/relationships/image" Target="../media/image26717.png"/><Relationship Id="rId342" Type="http://schemas.openxmlformats.org/officeDocument/2006/relationships/image" Target="../media/image26795.png"/><Relationship Id="rId384" Type="http://schemas.openxmlformats.org/officeDocument/2006/relationships/customXml" Target="../ink/ink896.xml"/><Relationship Id="rId202" Type="http://schemas.openxmlformats.org/officeDocument/2006/relationships/image" Target="../media/image26729.png"/><Relationship Id="rId244" Type="http://schemas.openxmlformats.org/officeDocument/2006/relationships/customXml" Target="../ink/ink825.xml"/><Relationship Id="rId39" Type="http://schemas.openxmlformats.org/officeDocument/2006/relationships/customXml" Target="../ink/ink721.xml"/><Relationship Id="rId286" Type="http://schemas.openxmlformats.org/officeDocument/2006/relationships/image" Target="../media/image26767.png"/><Relationship Id="rId451" Type="http://schemas.openxmlformats.org/officeDocument/2006/relationships/image" Target="../media/image26848.png"/><Relationship Id="rId493" Type="http://schemas.openxmlformats.org/officeDocument/2006/relationships/image" Target="../media/image26869.png"/><Relationship Id="rId507" Type="http://schemas.openxmlformats.org/officeDocument/2006/relationships/image" Target="../media/image26876.png"/><Relationship Id="rId50" Type="http://schemas.openxmlformats.org/officeDocument/2006/relationships/image" Target="../media/image26656.png"/><Relationship Id="rId104" Type="http://schemas.openxmlformats.org/officeDocument/2006/relationships/customXml" Target="../ink/ink754.xml"/><Relationship Id="rId146" Type="http://schemas.openxmlformats.org/officeDocument/2006/relationships/customXml" Target="../ink/ink775.xml"/><Relationship Id="rId188" Type="http://schemas.openxmlformats.org/officeDocument/2006/relationships/image" Target="../media/image26722.png"/><Relationship Id="rId311" Type="http://schemas.openxmlformats.org/officeDocument/2006/relationships/customXml" Target="../ink/ink859.xml"/><Relationship Id="rId353" Type="http://schemas.openxmlformats.org/officeDocument/2006/relationships/customXml" Target="../ink/ink880.xml"/><Relationship Id="rId395" Type="http://schemas.openxmlformats.org/officeDocument/2006/relationships/image" Target="../media/image26821.png"/><Relationship Id="rId409" Type="http://schemas.openxmlformats.org/officeDocument/2006/relationships/image" Target="../media/image26828.png"/><Relationship Id="rId92" Type="http://schemas.openxmlformats.org/officeDocument/2006/relationships/image" Target="../media/image26675.png"/><Relationship Id="rId213" Type="http://schemas.openxmlformats.org/officeDocument/2006/relationships/customXml" Target="../ink/ink809.xml"/><Relationship Id="rId420" Type="http://schemas.openxmlformats.org/officeDocument/2006/relationships/customXml" Target="../ink/ink914.xml"/><Relationship Id="rId255" Type="http://schemas.openxmlformats.org/officeDocument/2006/relationships/image" Target="../media/image26752.png"/><Relationship Id="rId297" Type="http://schemas.openxmlformats.org/officeDocument/2006/relationships/customXml" Target="../ink/ink852.xml"/><Relationship Id="rId462" Type="http://schemas.openxmlformats.org/officeDocument/2006/relationships/customXml" Target="../ink/ink935.xml"/><Relationship Id="rId115" Type="http://schemas.openxmlformats.org/officeDocument/2006/relationships/image" Target="../media/image26686.png"/><Relationship Id="rId157" Type="http://schemas.openxmlformats.org/officeDocument/2006/relationships/image" Target="../media/image26707.png"/><Relationship Id="rId322" Type="http://schemas.openxmlformats.org/officeDocument/2006/relationships/image" Target="../media/image26785.png"/><Relationship Id="rId364" Type="http://schemas.openxmlformats.org/officeDocument/2006/relationships/customXml" Target="../ink/ink886.xml"/><Relationship Id="rId61" Type="http://schemas.openxmlformats.org/officeDocument/2006/relationships/customXml" Target="../ink/ink732.xml"/><Relationship Id="rId199" Type="http://schemas.openxmlformats.org/officeDocument/2006/relationships/customXml" Target="../ink/ink802.xml"/><Relationship Id="rId19" Type="http://schemas.openxmlformats.org/officeDocument/2006/relationships/customXml" Target="../ink/ink711.xml"/><Relationship Id="rId224" Type="http://schemas.openxmlformats.org/officeDocument/2006/relationships/customXml" Target="../ink/ink815.xml"/><Relationship Id="rId266" Type="http://schemas.openxmlformats.org/officeDocument/2006/relationships/image" Target="../media/image26757.png"/><Relationship Id="rId431" Type="http://schemas.openxmlformats.org/officeDocument/2006/relationships/image" Target="../media/image26838.png"/><Relationship Id="rId473" Type="http://schemas.openxmlformats.org/officeDocument/2006/relationships/image" Target="../media/image26859.png"/><Relationship Id="rId30" Type="http://schemas.openxmlformats.org/officeDocument/2006/relationships/image" Target="../media/image26387.png"/><Relationship Id="rId126" Type="http://schemas.openxmlformats.org/officeDocument/2006/relationships/customXml" Target="../ink/ink765.xml"/><Relationship Id="rId168" Type="http://schemas.openxmlformats.org/officeDocument/2006/relationships/customXml" Target="../ink/ink786.xml"/><Relationship Id="rId333" Type="http://schemas.openxmlformats.org/officeDocument/2006/relationships/customXml" Target="../ink/ink870.xml"/><Relationship Id="rId72" Type="http://schemas.openxmlformats.org/officeDocument/2006/relationships/image" Target="../media/image26665.png"/><Relationship Id="rId375" Type="http://schemas.openxmlformats.org/officeDocument/2006/relationships/image" Target="../media/image26811.png"/><Relationship Id="rId3" Type="http://schemas.openxmlformats.org/officeDocument/2006/relationships/image" Target="../media/image25686.png"/><Relationship Id="rId235" Type="http://schemas.openxmlformats.org/officeDocument/2006/relationships/image" Target="../media/image26742.png"/><Relationship Id="rId277" Type="http://schemas.openxmlformats.org/officeDocument/2006/relationships/customXml" Target="../ink/ink842.xml"/><Relationship Id="rId400" Type="http://schemas.openxmlformats.org/officeDocument/2006/relationships/customXml" Target="../ink/ink904.xml"/><Relationship Id="rId442" Type="http://schemas.openxmlformats.org/officeDocument/2006/relationships/customXml" Target="../ink/ink925.xml"/><Relationship Id="rId484" Type="http://schemas.openxmlformats.org/officeDocument/2006/relationships/customXml" Target="../ink/ink946.xml"/><Relationship Id="rId137" Type="http://schemas.openxmlformats.org/officeDocument/2006/relationships/image" Target="../media/image26697.png"/><Relationship Id="rId302" Type="http://schemas.openxmlformats.org/officeDocument/2006/relationships/image" Target="../media/image26775.png"/><Relationship Id="rId344" Type="http://schemas.openxmlformats.org/officeDocument/2006/relationships/image" Target="../media/image26796.png"/><Relationship Id="rId41" Type="http://schemas.openxmlformats.org/officeDocument/2006/relationships/customXml" Target="../ink/ink722.xml"/><Relationship Id="rId83" Type="http://schemas.openxmlformats.org/officeDocument/2006/relationships/customXml" Target="../ink/ink743.xml"/><Relationship Id="rId179" Type="http://schemas.openxmlformats.org/officeDocument/2006/relationships/image" Target="../media/image26718.png"/><Relationship Id="rId386" Type="http://schemas.openxmlformats.org/officeDocument/2006/relationships/customXml" Target="../ink/ink897.xml"/><Relationship Id="rId190" Type="http://schemas.openxmlformats.org/officeDocument/2006/relationships/image" Target="../media/image26723.png"/><Relationship Id="rId204" Type="http://schemas.openxmlformats.org/officeDocument/2006/relationships/image" Target="../media/image26730.png"/><Relationship Id="rId246" Type="http://schemas.openxmlformats.org/officeDocument/2006/relationships/customXml" Target="../ink/ink826.xml"/><Relationship Id="rId288" Type="http://schemas.openxmlformats.org/officeDocument/2006/relationships/image" Target="../media/image26768.png"/><Relationship Id="rId411" Type="http://schemas.openxmlformats.org/officeDocument/2006/relationships/image" Target="../media/image26829.png"/><Relationship Id="rId453" Type="http://schemas.openxmlformats.org/officeDocument/2006/relationships/image" Target="../media/image26849.png"/><Relationship Id="rId509" Type="http://schemas.openxmlformats.org/officeDocument/2006/relationships/image" Target="../media/image26877.png"/><Relationship Id="rId106" Type="http://schemas.openxmlformats.org/officeDocument/2006/relationships/customXml" Target="../ink/ink755.xml"/><Relationship Id="rId313" Type="http://schemas.openxmlformats.org/officeDocument/2006/relationships/customXml" Target="../ink/ink860.xml"/><Relationship Id="rId495" Type="http://schemas.openxmlformats.org/officeDocument/2006/relationships/image" Target="../media/image26870.png"/><Relationship Id="rId10" Type="http://schemas.openxmlformats.org/officeDocument/2006/relationships/image" Target="../media/image26639.png"/><Relationship Id="rId52" Type="http://schemas.openxmlformats.org/officeDocument/2006/relationships/image" Target="../media/image26657.png"/><Relationship Id="rId94" Type="http://schemas.openxmlformats.org/officeDocument/2006/relationships/image" Target="../media/image26676.png"/><Relationship Id="rId148" Type="http://schemas.openxmlformats.org/officeDocument/2006/relationships/customXml" Target="../ink/ink776.xml"/><Relationship Id="rId355" Type="http://schemas.openxmlformats.org/officeDocument/2006/relationships/customXml" Target="../ink/ink881.xml"/><Relationship Id="rId397" Type="http://schemas.openxmlformats.org/officeDocument/2006/relationships/image" Target="../media/image26822.png"/><Relationship Id="rId215" Type="http://schemas.openxmlformats.org/officeDocument/2006/relationships/customXml" Target="../ink/ink810.xml"/><Relationship Id="rId257" Type="http://schemas.openxmlformats.org/officeDocument/2006/relationships/image" Target="../media/image26753.png"/><Relationship Id="rId422" Type="http://schemas.openxmlformats.org/officeDocument/2006/relationships/customXml" Target="../ink/ink915.xml"/><Relationship Id="rId464" Type="http://schemas.openxmlformats.org/officeDocument/2006/relationships/customXml" Target="../ink/ink936.xml"/><Relationship Id="rId299" Type="http://schemas.openxmlformats.org/officeDocument/2006/relationships/customXml" Target="../ink/ink853.xml"/><Relationship Id="rId63" Type="http://schemas.openxmlformats.org/officeDocument/2006/relationships/customXml" Target="../ink/ink733.xml"/><Relationship Id="rId159" Type="http://schemas.openxmlformats.org/officeDocument/2006/relationships/image" Target="../media/image26708.png"/><Relationship Id="rId366" Type="http://schemas.openxmlformats.org/officeDocument/2006/relationships/customXml" Target="../ink/ink887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021.xml"/><Relationship Id="rId21" Type="http://schemas.openxmlformats.org/officeDocument/2006/relationships/customXml" Target="../ink/ink973.xml"/><Relationship Id="rId42" Type="http://schemas.openxmlformats.org/officeDocument/2006/relationships/image" Target="../media/image26898.png"/><Relationship Id="rId63" Type="http://schemas.openxmlformats.org/officeDocument/2006/relationships/customXml" Target="../ink/ink994.xml"/><Relationship Id="rId84" Type="http://schemas.openxmlformats.org/officeDocument/2006/relationships/image" Target="../media/image26917.png"/><Relationship Id="rId16" Type="http://schemas.openxmlformats.org/officeDocument/2006/relationships/image" Target="../media/image26885.png"/><Relationship Id="rId107" Type="http://schemas.openxmlformats.org/officeDocument/2006/relationships/customXml" Target="../ink/ink1016.xml"/><Relationship Id="rId11" Type="http://schemas.openxmlformats.org/officeDocument/2006/relationships/customXml" Target="../ink/ink968.xml"/><Relationship Id="rId32" Type="http://schemas.openxmlformats.org/officeDocument/2006/relationships/image" Target="../media/image26893.png"/><Relationship Id="rId37" Type="http://schemas.openxmlformats.org/officeDocument/2006/relationships/customXml" Target="../ink/ink981.xml"/><Relationship Id="rId53" Type="http://schemas.openxmlformats.org/officeDocument/2006/relationships/customXml" Target="../ink/ink989.xml"/><Relationship Id="rId58" Type="http://schemas.openxmlformats.org/officeDocument/2006/relationships/image" Target="../media/image26905.png"/><Relationship Id="rId74" Type="http://schemas.openxmlformats.org/officeDocument/2006/relationships/image" Target="../media/image26913.png"/><Relationship Id="rId79" Type="http://schemas.openxmlformats.org/officeDocument/2006/relationships/customXml" Target="../ink/ink1002.xml"/><Relationship Id="rId102" Type="http://schemas.openxmlformats.org/officeDocument/2006/relationships/image" Target="../media/image26926.png"/><Relationship Id="rId123" Type="http://schemas.openxmlformats.org/officeDocument/2006/relationships/customXml" Target="../ink/ink1024.xml"/><Relationship Id="rId128" Type="http://schemas.openxmlformats.org/officeDocument/2006/relationships/customXml" Target="../ink/ink1027.xml"/><Relationship Id="rId5" Type="http://schemas.openxmlformats.org/officeDocument/2006/relationships/image" Target="../media/image25940.png"/><Relationship Id="rId90" Type="http://schemas.openxmlformats.org/officeDocument/2006/relationships/image" Target="../media/image26920.png"/><Relationship Id="rId95" Type="http://schemas.openxmlformats.org/officeDocument/2006/relationships/customXml" Target="../ink/ink1010.xml"/><Relationship Id="rId22" Type="http://schemas.openxmlformats.org/officeDocument/2006/relationships/image" Target="../media/image26888.png"/><Relationship Id="rId27" Type="http://schemas.openxmlformats.org/officeDocument/2006/relationships/customXml" Target="../ink/ink976.xml"/><Relationship Id="rId43" Type="http://schemas.openxmlformats.org/officeDocument/2006/relationships/customXml" Target="../ink/ink984.xml"/><Relationship Id="rId48" Type="http://schemas.openxmlformats.org/officeDocument/2006/relationships/image" Target="../media/image26900.png"/><Relationship Id="rId64" Type="http://schemas.openxmlformats.org/officeDocument/2006/relationships/image" Target="../media/image26908.png"/><Relationship Id="rId69" Type="http://schemas.openxmlformats.org/officeDocument/2006/relationships/customXml" Target="../ink/ink997.xml"/><Relationship Id="rId113" Type="http://schemas.openxmlformats.org/officeDocument/2006/relationships/customXml" Target="../ink/ink1019.xml"/><Relationship Id="rId118" Type="http://schemas.openxmlformats.org/officeDocument/2006/relationships/image" Target="../media/image26934.png"/><Relationship Id="rId80" Type="http://schemas.openxmlformats.org/officeDocument/2006/relationships/image" Target="../media/image26916.png"/><Relationship Id="rId85" Type="http://schemas.openxmlformats.org/officeDocument/2006/relationships/customXml" Target="../ink/ink1005.xml"/><Relationship Id="rId12" Type="http://schemas.openxmlformats.org/officeDocument/2006/relationships/image" Target="../media/image26883.png"/><Relationship Id="rId17" Type="http://schemas.openxmlformats.org/officeDocument/2006/relationships/customXml" Target="../ink/ink971.xml"/><Relationship Id="rId33" Type="http://schemas.openxmlformats.org/officeDocument/2006/relationships/customXml" Target="../ink/ink979.xml"/><Relationship Id="rId38" Type="http://schemas.openxmlformats.org/officeDocument/2006/relationships/image" Target="../media/image26896.png"/><Relationship Id="rId59" Type="http://schemas.openxmlformats.org/officeDocument/2006/relationships/customXml" Target="../ink/ink992.xml"/><Relationship Id="rId103" Type="http://schemas.openxmlformats.org/officeDocument/2006/relationships/customXml" Target="../ink/ink1014.xml"/><Relationship Id="rId108" Type="http://schemas.openxmlformats.org/officeDocument/2006/relationships/image" Target="../media/image26929.png"/><Relationship Id="rId124" Type="http://schemas.openxmlformats.org/officeDocument/2006/relationships/image" Target="../media/image26937.png"/><Relationship Id="rId129" Type="http://schemas.openxmlformats.org/officeDocument/2006/relationships/image" Target="../media/image26939.png"/><Relationship Id="rId54" Type="http://schemas.openxmlformats.org/officeDocument/2006/relationships/image" Target="../media/image26903.png"/><Relationship Id="rId70" Type="http://schemas.openxmlformats.org/officeDocument/2006/relationships/image" Target="../media/image26911.png"/><Relationship Id="rId75" Type="http://schemas.openxmlformats.org/officeDocument/2006/relationships/customXml" Target="../ink/ink1000.xml"/><Relationship Id="rId91" Type="http://schemas.openxmlformats.org/officeDocument/2006/relationships/customXml" Target="../ink/ink1008.xml"/><Relationship Id="rId96" Type="http://schemas.openxmlformats.org/officeDocument/2006/relationships/image" Target="../media/image2692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65.xml"/><Relationship Id="rId23" Type="http://schemas.openxmlformats.org/officeDocument/2006/relationships/customXml" Target="../ink/ink974.xml"/><Relationship Id="rId28" Type="http://schemas.openxmlformats.org/officeDocument/2006/relationships/image" Target="../media/image26891.png"/><Relationship Id="rId49" Type="http://schemas.openxmlformats.org/officeDocument/2006/relationships/customXml" Target="../ink/ink987.xml"/><Relationship Id="rId114" Type="http://schemas.openxmlformats.org/officeDocument/2006/relationships/image" Target="../media/image26932.png"/><Relationship Id="rId119" Type="http://schemas.openxmlformats.org/officeDocument/2006/relationships/customXml" Target="../ink/ink1022.xml"/><Relationship Id="rId44" Type="http://schemas.openxmlformats.org/officeDocument/2006/relationships/image" Target="../media/image26899.png"/><Relationship Id="rId60" Type="http://schemas.openxmlformats.org/officeDocument/2006/relationships/image" Target="../media/image26906.png"/><Relationship Id="rId65" Type="http://schemas.openxmlformats.org/officeDocument/2006/relationships/customXml" Target="../ink/ink995.xml"/><Relationship Id="rId81" Type="http://schemas.openxmlformats.org/officeDocument/2006/relationships/customXml" Target="../ink/ink1003.xml"/><Relationship Id="rId86" Type="http://schemas.openxmlformats.org/officeDocument/2006/relationships/image" Target="../media/image26918.png"/><Relationship Id="rId130" Type="http://schemas.openxmlformats.org/officeDocument/2006/relationships/customXml" Target="../ink/ink1028.xml"/><Relationship Id="rId13" Type="http://schemas.openxmlformats.org/officeDocument/2006/relationships/customXml" Target="../ink/ink969.xml"/><Relationship Id="rId18" Type="http://schemas.openxmlformats.org/officeDocument/2006/relationships/image" Target="../media/image26886.png"/><Relationship Id="rId39" Type="http://schemas.openxmlformats.org/officeDocument/2006/relationships/customXml" Target="../ink/ink982.xml"/><Relationship Id="rId109" Type="http://schemas.openxmlformats.org/officeDocument/2006/relationships/customXml" Target="../ink/ink1017.xml"/><Relationship Id="rId34" Type="http://schemas.openxmlformats.org/officeDocument/2006/relationships/image" Target="../media/image26894.png"/><Relationship Id="rId50" Type="http://schemas.openxmlformats.org/officeDocument/2006/relationships/image" Target="../media/image26901.png"/><Relationship Id="rId55" Type="http://schemas.openxmlformats.org/officeDocument/2006/relationships/customXml" Target="../ink/ink990.xml"/><Relationship Id="rId76" Type="http://schemas.openxmlformats.org/officeDocument/2006/relationships/image" Target="../media/image26914.png"/><Relationship Id="rId97" Type="http://schemas.openxmlformats.org/officeDocument/2006/relationships/customXml" Target="../ink/ink1011.xml"/><Relationship Id="rId104" Type="http://schemas.openxmlformats.org/officeDocument/2006/relationships/image" Target="../media/image26927.png"/><Relationship Id="rId120" Type="http://schemas.openxmlformats.org/officeDocument/2006/relationships/image" Target="../media/image26935.png"/><Relationship Id="rId125" Type="http://schemas.openxmlformats.org/officeDocument/2006/relationships/customXml" Target="../ink/ink1025.xml"/><Relationship Id="rId7" Type="http://schemas.openxmlformats.org/officeDocument/2006/relationships/image" Target="../media/image25941.png"/><Relationship Id="rId71" Type="http://schemas.openxmlformats.org/officeDocument/2006/relationships/customXml" Target="../ink/ink998.xml"/><Relationship Id="rId92" Type="http://schemas.openxmlformats.org/officeDocument/2006/relationships/image" Target="../media/image26921.png"/><Relationship Id="rId2" Type="http://schemas.openxmlformats.org/officeDocument/2006/relationships/customXml" Target="../ink/ink963.xml"/><Relationship Id="rId29" Type="http://schemas.openxmlformats.org/officeDocument/2006/relationships/customXml" Target="../ink/ink977.xml"/><Relationship Id="rId24" Type="http://schemas.openxmlformats.org/officeDocument/2006/relationships/image" Target="../media/image26889.png"/><Relationship Id="rId40" Type="http://schemas.openxmlformats.org/officeDocument/2006/relationships/image" Target="../media/image26897.png"/><Relationship Id="rId45" Type="http://schemas.openxmlformats.org/officeDocument/2006/relationships/customXml" Target="../ink/ink985.xml"/><Relationship Id="rId66" Type="http://schemas.openxmlformats.org/officeDocument/2006/relationships/image" Target="../media/image26909.png"/><Relationship Id="rId87" Type="http://schemas.openxmlformats.org/officeDocument/2006/relationships/customXml" Target="../ink/ink1006.xml"/><Relationship Id="rId110" Type="http://schemas.openxmlformats.org/officeDocument/2006/relationships/image" Target="../media/image26930.png"/><Relationship Id="rId115" Type="http://schemas.openxmlformats.org/officeDocument/2006/relationships/customXml" Target="../ink/ink1020.xml"/><Relationship Id="rId131" Type="http://schemas.openxmlformats.org/officeDocument/2006/relationships/image" Target="../media/image26940.png"/><Relationship Id="rId61" Type="http://schemas.openxmlformats.org/officeDocument/2006/relationships/customXml" Target="../ink/ink993.xml"/><Relationship Id="rId82" Type="http://schemas.openxmlformats.org/officeDocument/2006/relationships/image" Target="../media/image25754.png"/><Relationship Id="rId19" Type="http://schemas.openxmlformats.org/officeDocument/2006/relationships/customXml" Target="../ink/ink972.xml"/><Relationship Id="rId14" Type="http://schemas.openxmlformats.org/officeDocument/2006/relationships/image" Target="../media/image26884.png"/><Relationship Id="rId30" Type="http://schemas.openxmlformats.org/officeDocument/2006/relationships/image" Target="../media/image26892.png"/><Relationship Id="rId35" Type="http://schemas.openxmlformats.org/officeDocument/2006/relationships/customXml" Target="../ink/ink980.xml"/><Relationship Id="rId56" Type="http://schemas.openxmlformats.org/officeDocument/2006/relationships/image" Target="../media/image26904.png"/><Relationship Id="rId77" Type="http://schemas.openxmlformats.org/officeDocument/2006/relationships/customXml" Target="../ink/ink1001.xml"/><Relationship Id="rId100" Type="http://schemas.openxmlformats.org/officeDocument/2006/relationships/image" Target="../media/image26925.png"/><Relationship Id="rId105" Type="http://schemas.openxmlformats.org/officeDocument/2006/relationships/customXml" Target="../ink/ink1015.xml"/><Relationship Id="rId126" Type="http://schemas.openxmlformats.org/officeDocument/2006/relationships/image" Target="../media/image26938.png"/><Relationship Id="rId8" Type="http://schemas.openxmlformats.org/officeDocument/2006/relationships/customXml" Target="../ink/ink966.xml"/><Relationship Id="rId51" Type="http://schemas.openxmlformats.org/officeDocument/2006/relationships/customXml" Target="../ink/ink988.xml"/><Relationship Id="rId72" Type="http://schemas.openxmlformats.org/officeDocument/2006/relationships/image" Target="../media/image26912.png"/><Relationship Id="rId93" Type="http://schemas.openxmlformats.org/officeDocument/2006/relationships/customXml" Target="../ink/ink1009.xml"/><Relationship Id="rId98" Type="http://schemas.openxmlformats.org/officeDocument/2006/relationships/image" Target="../media/image26924.png"/><Relationship Id="rId121" Type="http://schemas.openxmlformats.org/officeDocument/2006/relationships/customXml" Target="../ink/ink1023.xml"/><Relationship Id="rId3" Type="http://schemas.openxmlformats.org/officeDocument/2006/relationships/image" Target="../media/image25686.png"/><Relationship Id="rId25" Type="http://schemas.openxmlformats.org/officeDocument/2006/relationships/customXml" Target="../ink/ink975.xml"/><Relationship Id="rId46" Type="http://schemas.openxmlformats.org/officeDocument/2006/relationships/image" Target="../media/image26052.png"/><Relationship Id="rId67" Type="http://schemas.openxmlformats.org/officeDocument/2006/relationships/customXml" Target="../ink/ink996.xml"/><Relationship Id="rId116" Type="http://schemas.openxmlformats.org/officeDocument/2006/relationships/image" Target="../media/image26933.png"/><Relationship Id="rId20" Type="http://schemas.openxmlformats.org/officeDocument/2006/relationships/image" Target="../media/image26887.png"/><Relationship Id="rId41" Type="http://schemas.openxmlformats.org/officeDocument/2006/relationships/customXml" Target="../ink/ink983.xml"/><Relationship Id="rId62" Type="http://schemas.openxmlformats.org/officeDocument/2006/relationships/image" Target="../media/image26907.png"/><Relationship Id="rId83" Type="http://schemas.openxmlformats.org/officeDocument/2006/relationships/customXml" Target="../ink/ink1004.xml"/><Relationship Id="rId88" Type="http://schemas.openxmlformats.org/officeDocument/2006/relationships/image" Target="../media/image26919.png"/><Relationship Id="rId111" Type="http://schemas.openxmlformats.org/officeDocument/2006/relationships/customXml" Target="../ink/ink1018.xml"/><Relationship Id="rId132" Type="http://schemas.openxmlformats.org/officeDocument/2006/relationships/customXml" Target="../ink/ink1029.xml"/><Relationship Id="rId15" Type="http://schemas.openxmlformats.org/officeDocument/2006/relationships/customXml" Target="../ink/ink970.xml"/><Relationship Id="rId36" Type="http://schemas.openxmlformats.org/officeDocument/2006/relationships/image" Target="../media/image26895.png"/><Relationship Id="rId57" Type="http://schemas.openxmlformats.org/officeDocument/2006/relationships/customXml" Target="../ink/ink991.xml"/><Relationship Id="rId106" Type="http://schemas.openxmlformats.org/officeDocument/2006/relationships/image" Target="../media/image26928.png"/><Relationship Id="rId127" Type="http://schemas.openxmlformats.org/officeDocument/2006/relationships/customXml" Target="../ink/ink1026.xml"/><Relationship Id="rId10" Type="http://schemas.openxmlformats.org/officeDocument/2006/relationships/image" Target="../media/image26882.png"/><Relationship Id="rId31" Type="http://schemas.openxmlformats.org/officeDocument/2006/relationships/customXml" Target="../ink/ink978.xml"/><Relationship Id="rId52" Type="http://schemas.openxmlformats.org/officeDocument/2006/relationships/image" Target="../media/image26902.png"/><Relationship Id="rId73" Type="http://schemas.openxmlformats.org/officeDocument/2006/relationships/customXml" Target="../ink/ink999.xml"/><Relationship Id="rId78" Type="http://schemas.openxmlformats.org/officeDocument/2006/relationships/image" Target="../media/image26915.png"/><Relationship Id="rId94" Type="http://schemas.openxmlformats.org/officeDocument/2006/relationships/image" Target="../media/image26922.png"/><Relationship Id="rId99" Type="http://schemas.openxmlformats.org/officeDocument/2006/relationships/customXml" Target="../ink/ink1012.xml"/><Relationship Id="rId101" Type="http://schemas.openxmlformats.org/officeDocument/2006/relationships/customXml" Target="../ink/ink1013.xml"/><Relationship Id="rId122" Type="http://schemas.openxmlformats.org/officeDocument/2006/relationships/image" Target="../media/image26936.png"/><Relationship Id="rId4" Type="http://schemas.openxmlformats.org/officeDocument/2006/relationships/customXml" Target="../ink/ink964.xml"/><Relationship Id="rId9" Type="http://schemas.openxmlformats.org/officeDocument/2006/relationships/customXml" Target="../ink/ink967.xml"/><Relationship Id="rId26" Type="http://schemas.openxmlformats.org/officeDocument/2006/relationships/image" Target="../media/image26890.png"/><Relationship Id="rId47" Type="http://schemas.openxmlformats.org/officeDocument/2006/relationships/customXml" Target="../ink/ink986.xml"/><Relationship Id="rId68" Type="http://schemas.openxmlformats.org/officeDocument/2006/relationships/image" Target="../media/image26910.png"/><Relationship Id="rId89" Type="http://schemas.openxmlformats.org/officeDocument/2006/relationships/customXml" Target="../ink/ink1007.xml"/><Relationship Id="rId112" Type="http://schemas.openxmlformats.org/officeDocument/2006/relationships/image" Target="../media/image26931.png"/><Relationship Id="rId133" Type="http://schemas.openxmlformats.org/officeDocument/2006/relationships/image" Target="../media/image26941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088.xml"/><Relationship Id="rId21" Type="http://schemas.openxmlformats.org/officeDocument/2006/relationships/customXml" Target="../ink/ink1040.xml"/><Relationship Id="rId324" Type="http://schemas.openxmlformats.org/officeDocument/2006/relationships/image" Target="../media/image27097.png"/><Relationship Id="rId531" Type="http://schemas.openxmlformats.org/officeDocument/2006/relationships/image" Target="../media/image27199.png"/><Relationship Id="rId170" Type="http://schemas.openxmlformats.org/officeDocument/2006/relationships/image" Target="../media/image27021.png"/><Relationship Id="rId268" Type="http://schemas.openxmlformats.org/officeDocument/2006/relationships/image" Target="../media/image27070.png"/><Relationship Id="rId475" Type="http://schemas.openxmlformats.org/officeDocument/2006/relationships/customXml" Target="../ink/ink1268.xml"/><Relationship Id="rId32" Type="http://schemas.openxmlformats.org/officeDocument/2006/relationships/image" Target="../media/image26953.png"/><Relationship Id="rId128" Type="http://schemas.openxmlformats.org/officeDocument/2006/relationships/image" Target="../media/image27000.png"/><Relationship Id="rId335" Type="http://schemas.openxmlformats.org/officeDocument/2006/relationships/customXml" Target="../ink/ink1197.xml"/><Relationship Id="rId542" Type="http://schemas.openxmlformats.org/officeDocument/2006/relationships/customXml" Target="../ink/ink1302.xml"/><Relationship Id="rId181" Type="http://schemas.openxmlformats.org/officeDocument/2006/relationships/customXml" Target="../ink/ink1120.xml"/><Relationship Id="rId402" Type="http://schemas.openxmlformats.org/officeDocument/2006/relationships/image" Target="../media/image27136.png"/><Relationship Id="rId279" Type="http://schemas.openxmlformats.org/officeDocument/2006/relationships/customXml" Target="../ink/ink1169.xml"/><Relationship Id="rId486" Type="http://schemas.openxmlformats.org/officeDocument/2006/relationships/image" Target="../media/image27177.png"/><Relationship Id="rId43" Type="http://schemas.openxmlformats.org/officeDocument/2006/relationships/customXml" Target="../ink/ink1051.xml"/><Relationship Id="rId139" Type="http://schemas.openxmlformats.org/officeDocument/2006/relationships/customXml" Target="../ink/ink1099.xml"/><Relationship Id="rId346" Type="http://schemas.openxmlformats.org/officeDocument/2006/relationships/image" Target="../media/image27108.png"/><Relationship Id="rId192" Type="http://schemas.openxmlformats.org/officeDocument/2006/relationships/image" Target="../media/image27032.png"/><Relationship Id="rId206" Type="http://schemas.openxmlformats.org/officeDocument/2006/relationships/image" Target="../media/image27039.png"/><Relationship Id="rId413" Type="http://schemas.openxmlformats.org/officeDocument/2006/relationships/customXml" Target="../ink/ink1236.xml"/><Relationship Id="rId248" Type="http://schemas.openxmlformats.org/officeDocument/2006/relationships/image" Target="../media/image27060.png"/><Relationship Id="rId455" Type="http://schemas.openxmlformats.org/officeDocument/2006/relationships/image" Target="../media/image27162.png"/><Relationship Id="rId497" Type="http://schemas.openxmlformats.org/officeDocument/2006/relationships/customXml" Target="../ink/ink1279.xml"/><Relationship Id="rId12" Type="http://schemas.openxmlformats.org/officeDocument/2006/relationships/image" Target="../media/image26943.png"/><Relationship Id="rId108" Type="http://schemas.openxmlformats.org/officeDocument/2006/relationships/image" Target="../media/image26991.png"/><Relationship Id="rId315" Type="http://schemas.openxmlformats.org/officeDocument/2006/relationships/customXml" Target="../ink/ink1187.xml"/><Relationship Id="rId357" Type="http://schemas.openxmlformats.org/officeDocument/2006/relationships/customXml" Target="../ink/ink1208.xml"/><Relationship Id="rId522" Type="http://schemas.openxmlformats.org/officeDocument/2006/relationships/image" Target="../media/image27195.png"/><Relationship Id="rId54" Type="http://schemas.openxmlformats.org/officeDocument/2006/relationships/image" Target="../media/image26964.png"/><Relationship Id="rId96" Type="http://schemas.openxmlformats.org/officeDocument/2006/relationships/image" Target="../media/image26985.png"/><Relationship Id="rId161" Type="http://schemas.openxmlformats.org/officeDocument/2006/relationships/customXml" Target="../ink/ink1110.xml"/><Relationship Id="rId217" Type="http://schemas.openxmlformats.org/officeDocument/2006/relationships/customXml" Target="../ink/ink1138.xml"/><Relationship Id="rId399" Type="http://schemas.openxmlformats.org/officeDocument/2006/relationships/customXml" Target="../ink/ink1229.xml"/><Relationship Id="rId259" Type="http://schemas.openxmlformats.org/officeDocument/2006/relationships/customXml" Target="../ink/ink1159.xml"/><Relationship Id="rId424" Type="http://schemas.openxmlformats.org/officeDocument/2006/relationships/image" Target="../media/image27147.png"/><Relationship Id="rId466" Type="http://schemas.openxmlformats.org/officeDocument/2006/relationships/image" Target="../media/image27167.png"/><Relationship Id="rId23" Type="http://schemas.openxmlformats.org/officeDocument/2006/relationships/customXml" Target="../ink/ink1041.xml"/><Relationship Id="rId119" Type="http://schemas.openxmlformats.org/officeDocument/2006/relationships/customXml" Target="../ink/ink1089.xml"/><Relationship Id="rId270" Type="http://schemas.openxmlformats.org/officeDocument/2006/relationships/image" Target="../media/image27071.png"/><Relationship Id="rId326" Type="http://schemas.openxmlformats.org/officeDocument/2006/relationships/image" Target="../media/image27098.png"/><Relationship Id="rId533" Type="http://schemas.openxmlformats.org/officeDocument/2006/relationships/image" Target="../media/image27200.png"/><Relationship Id="rId65" Type="http://schemas.openxmlformats.org/officeDocument/2006/relationships/customXml" Target="../ink/ink1062.xml"/><Relationship Id="rId130" Type="http://schemas.openxmlformats.org/officeDocument/2006/relationships/image" Target="../media/image27001.png"/><Relationship Id="rId368" Type="http://schemas.openxmlformats.org/officeDocument/2006/relationships/image" Target="../media/image27119.png"/><Relationship Id="rId172" Type="http://schemas.openxmlformats.org/officeDocument/2006/relationships/image" Target="../media/image27022.png"/><Relationship Id="rId228" Type="http://schemas.openxmlformats.org/officeDocument/2006/relationships/image" Target="../media/image27050.png"/><Relationship Id="rId435" Type="http://schemas.openxmlformats.org/officeDocument/2006/relationships/customXml" Target="../ink/ink1247.xml"/><Relationship Id="rId477" Type="http://schemas.openxmlformats.org/officeDocument/2006/relationships/customXml" Target="../ink/ink1269.xml"/><Relationship Id="rId281" Type="http://schemas.openxmlformats.org/officeDocument/2006/relationships/customXml" Target="../ink/ink1170.xml"/><Relationship Id="rId337" Type="http://schemas.openxmlformats.org/officeDocument/2006/relationships/customXml" Target="../ink/ink1198.xml"/><Relationship Id="rId502" Type="http://schemas.openxmlformats.org/officeDocument/2006/relationships/image" Target="../media/image27185.png"/><Relationship Id="rId34" Type="http://schemas.openxmlformats.org/officeDocument/2006/relationships/image" Target="../media/image26954.png"/><Relationship Id="rId76" Type="http://schemas.openxmlformats.org/officeDocument/2006/relationships/image" Target="../media/image26975.png"/><Relationship Id="rId141" Type="http://schemas.openxmlformats.org/officeDocument/2006/relationships/customXml" Target="../ink/ink1100.xml"/><Relationship Id="rId379" Type="http://schemas.openxmlformats.org/officeDocument/2006/relationships/customXml" Target="../ink/ink1219.xml"/><Relationship Id="rId544" Type="http://schemas.openxmlformats.org/officeDocument/2006/relationships/customXml" Target="../ink/ink1303.xml"/><Relationship Id="rId7" Type="http://schemas.openxmlformats.org/officeDocument/2006/relationships/image" Target="../media/image25941.png"/><Relationship Id="rId183" Type="http://schemas.openxmlformats.org/officeDocument/2006/relationships/customXml" Target="../ink/ink1121.xml"/><Relationship Id="rId239" Type="http://schemas.openxmlformats.org/officeDocument/2006/relationships/customXml" Target="../ink/ink1149.xml"/><Relationship Id="rId390" Type="http://schemas.openxmlformats.org/officeDocument/2006/relationships/image" Target="../media/image27130.png"/><Relationship Id="rId404" Type="http://schemas.openxmlformats.org/officeDocument/2006/relationships/image" Target="../media/image27137.png"/><Relationship Id="rId446" Type="http://schemas.openxmlformats.org/officeDocument/2006/relationships/customXml" Target="../ink/ink1253.xml"/><Relationship Id="rId250" Type="http://schemas.openxmlformats.org/officeDocument/2006/relationships/image" Target="../media/image27061.png"/><Relationship Id="rId292" Type="http://schemas.openxmlformats.org/officeDocument/2006/relationships/image" Target="../media/image27081.png"/><Relationship Id="rId306" Type="http://schemas.openxmlformats.org/officeDocument/2006/relationships/image" Target="../media/image27088.png"/><Relationship Id="rId488" Type="http://schemas.openxmlformats.org/officeDocument/2006/relationships/image" Target="../media/image27178.png"/><Relationship Id="rId45" Type="http://schemas.openxmlformats.org/officeDocument/2006/relationships/customXml" Target="../ink/ink1052.xml"/><Relationship Id="rId87" Type="http://schemas.openxmlformats.org/officeDocument/2006/relationships/customXml" Target="../ink/ink1073.xml"/><Relationship Id="rId110" Type="http://schemas.openxmlformats.org/officeDocument/2006/relationships/image" Target="../media/image26992.png"/><Relationship Id="rId348" Type="http://schemas.openxmlformats.org/officeDocument/2006/relationships/image" Target="../media/image27109.png"/><Relationship Id="rId513" Type="http://schemas.openxmlformats.org/officeDocument/2006/relationships/customXml" Target="../ink/ink1287.xml"/><Relationship Id="rId152" Type="http://schemas.openxmlformats.org/officeDocument/2006/relationships/image" Target="../media/image27012.png"/><Relationship Id="rId194" Type="http://schemas.openxmlformats.org/officeDocument/2006/relationships/image" Target="../media/image27033.png"/><Relationship Id="rId208" Type="http://schemas.openxmlformats.org/officeDocument/2006/relationships/image" Target="../media/image27040.png"/><Relationship Id="rId415" Type="http://schemas.openxmlformats.org/officeDocument/2006/relationships/customXml" Target="../ink/ink1237.xml"/><Relationship Id="rId457" Type="http://schemas.openxmlformats.org/officeDocument/2006/relationships/customXml" Target="../ink/ink1259.xml"/><Relationship Id="rId261" Type="http://schemas.openxmlformats.org/officeDocument/2006/relationships/customXml" Target="../ink/ink1160.xml"/><Relationship Id="rId499" Type="http://schemas.openxmlformats.org/officeDocument/2006/relationships/customXml" Target="../ink/ink1280.xml"/><Relationship Id="rId14" Type="http://schemas.openxmlformats.org/officeDocument/2006/relationships/image" Target="../media/image26944.png"/><Relationship Id="rId56" Type="http://schemas.openxmlformats.org/officeDocument/2006/relationships/image" Target="../media/image26965.png"/><Relationship Id="rId317" Type="http://schemas.openxmlformats.org/officeDocument/2006/relationships/customXml" Target="../ink/ink1188.xml"/><Relationship Id="rId359" Type="http://schemas.openxmlformats.org/officeDocument/2006/relationships/customXml" Target="../ink/ink1209.xml"/><Relationship Id="rId524" Type="http://schemas.openxmlformats.org/officeDocument/2006/relationships/image" Target="../media/image27196.png"/><Relationship Id="rId98" Type="http://schemas.openxmlformats.org/officeDocument/2006/relationships/image" Target="../media/image26986.png"/><Relationship Id="rId121" Type="http://schemas.openxmlformats.org/officeDocument/2006/relationships/customXml" Target="../ink/ink1090.xml"/><Relationship Id="rId163" Type="http://schemas.openxmlformats.org/officeDocument/2006/relationships/customXml" Target="../ink/ink1111.xml"/><Relationship Id="rId219" Type="http://schemas.openxmlformats.org/officeDocument/2006/relationships/customXml" Target="../ink/ink1139.xml"/><Relationship Id="rId370" Type="http://schemas.openxmlformats.org/officeDocument/2006/relationships/image" Target="../media/image27120.png"/><Relationship Id="rId426" Type="http://schemas.openxmlformats.org/officeDocument/2006/relationships/image" Target="../media/image27148.png"/><Relationship Id="rId230" Type="http://schemas.openxmlformats.org/officeDocument/2006/relationships/image" Target="../media/image27051.png"/><Relationship Id="rId468" Type="http://schemas.openxmlformats.org/officeDocument/2006/relationships/image" Target="../media/image27168.png"/><Relationship Id="rId25" Type="http://schemas.openxmlformats.org/officeDocument/2006/relationships/customXml" Target="../ink/ink1042.xml"/><Relationship Id="rId67" Type="http://schemas.openxmlformats.org/officeDocument/2006/relationships/customXml" Target="../ink/ink1063.xml"/><Relationship Id="rId272" Type="http://schemas.openxmlformats.org/officeDocument/2006/relationships/image" Target="../media/image27072.png"/><Relationship Id="rId328" Type="http://schemas.openxmlformats.org/officeDocument/2006/relationships/image" Target="../media/image27099.png"/><Relationship Id="rId535" Type="http://schemas.openxmlformats.org/officeDocument/2006/relationships/image" Target="../media/image27201.png"/><Relationship Id="rId132" Type="http://schemas.openxmlformats.org/officeDocument/2006/relationships/image" Target="../media/image27002.png"/><Relationship Id="rId174" Type="http://schemas.openxmlformats.org/officeDocument/2006/relationships/image" Target="../media/image27023.png"/><Relationship Id="rId381" Type="http://schemas.openxmlformats.org/officeDocument/2006/relationships/customXml" Target="../ink/ink1220.xml"/><Relationship Id="rId241" Type="http://schemas.openxmlformats.org/officeDocument/2006/relationships/customXml" Target="../ink/ink1150.xml"/><Relationship Id="rId437" Type="http://schemas.openxmlformats.org/officeDocument/2006/relationships/customXml" Target="../ink/ink1248.xml"/><Relationship Id="rId479" Type="http://schemas.openxmlformats.org/officeDocument/2006/relationships/customXml" Target="../ink/ink1270.xml"/><Relationship Id="rId36" Type="http://schemas.openxmlformats.org/officeDocument/2006/relationships/image" Target="../media/image26955.png"/><Relationship Id="rId283" Type="http://schemas.openxmlformats.org/officeDocument/2006/relationships/customXml" Target="../ink/ink1171.xml"/><Relationship Id="rId339" Type="http://schemas.openxmlformats.org/officeDocument/2006/relationships/customXml" Target="../ink/ink1199.xml"/><Relationship Id="rId490" Type="http://schemas.openxmlformats.org/officeDocument/2006/relationships/image" Target="../media/image27179.png"/><Relationship Id="rId504" Type="http://schemas.openxmlformats.org/officeDocument/2006/relationships/image" Target="../media/image27186.png"/><Relationship Id="rId78" Type="http://schemas.openxmlformats.org/officeDocument/2006/relationships/image" Target="../media/image26976.png"/><Relationship Id="rId101" Type="http://schemas.openxmlformats.org/officeDocument/2006/relationships/customXml" Target="../ink/ink1080.xml"/><Relationship Id="rId143" Type="http://schemas.openxmlformats.org/officeDocument/2006/relationships/customXml" Target="../ink/ink1101.xml"/><Relationship Id="rId185" Type="http://schemas.openxmlformats.org/officeDocument/2006/relationships/customXml" Target="../ink/ink1122.xml"/><Relationship Id="rId350" Type="http://schemas.openxmlformats.org/officeDocument/2006/relationships/image" Target="../media/image27110.png"/><Relationship Id="rId406" Type="http://schemas.openxmlformats.org/officeDocument/2006/relationships/image" Target="../media/image27138.png"/><Relationship Id="rId9" Type="http://schemas.openxmlformats.org/officeDocument/2006/relationships/customXml" Target="../ink/ink1034.xml"/><Relationship Id="rId210" Type="http://schemas.openxmlformats.org/officeDocument/2006/relationships/image" Target="../media/image27041.png"/><Relationship Id="rId392" Type="http://schemas.openxmlformats.org/officeDocument/2006/relationships/image" Target="../media/image27131.png"/><Relationship Id="rId448" Type="http://schemas.openxmlformats.org/officeDocument/2006/relationships/customXml" Target="../ink/ink1254.xml"/><Relationship Id="rId252" Type="http://schemas.openxmlformats.org/officeDocument/2006/relationships/image" Target="../media/image27062.png"/><Relationship Id="rId294" Type="http://schemas.openxmlformats.org/officeDocument/2006/relationships/image" Target="../media/image27082.png"/><Relationship Id="rId308" Type="http://schemas.openxmlformats.org/officeDocument/2006/relationships/image" Target="../media/image27089.png"/><Relationship Id="rId515" Type="http://schemas.openxmlformats.org/officeDocument/2006/relationships/customXml" Target="../ink/ink1288.xml"/><Relationship Id="rId47" Type="http://schemas.openxmlformats.org/officeDocument/2006/relationships/customXml" Target="../ink/ink1053.xml"/><Relationship Id="rId89" Type="http://schemas.openxmlformats.org/officeDocument/2006/relationships/customXml" Target="../ink/ink1074.xml"/><Relationship Id="rId112" Type="http://schemas.openxmlformats.org/officeDocument/2006/relationships/image" Target="../media/image26993.png"/><Relationship Id="rId154" Type="http://schemas.openxmlformats.org/officeDocument/2006/relationships/image" Target="../media/image27013.png"/><Relationship Id="rId361" Type="http://schemas.openxmlformats.org/officeDocument/2006/relationships/customXml" Target="../ink/ink1210.xml"/><Relationship Id="rId196" Type="http://schemas.openxmlformats.org/officeDocument/2006/relationships/image" Target="../media/image27034.png"/><Relationship Id="rId417" Type="http://schemas.openxmlformats.org/officeDocument/2006/relationships/customXml" Target="../ink/ink1238.xml"/><Relationship Id="rId459" Type="http://schemas.openxmlformats.org/officeDocument/2006/relationships/customXml" Target="../ink/ink1260.xml"/><Relationship Id="rId16" Type="http://schemas.openxmlformats.org/officeDocument/2006/relationships/image" Target="../media/image26945.png"/><Relationship Id="rId221" Type="http://schemas.openxmlformats.org/officeDocument/2006/relationships/customXml" Target="../ink/ink1140.xml"/><Relationship Id="rId263" Type="http://schemas.openxmlformats.org/officeDocument/2006/relationships/customXml" Target="../ink/ink1161.xml"/><Relationship Id="rId319" Type="http://schemas.openxmlformats.org/officeDocument/2006/relationships/customXml" Target="../ink/ink1189.xml"/><Relationship Id="rId470" Type="http://schemas.openxmlformats.org/officeDocument/2006/relationships/image" Target="../media/image27169.png"/><Relationship Id="rId526" Type="http://schemas.openxmlformats.org/officeDocument/2006/relationships/image" Target="../media/image27197.png"/><Relationship Id="rId58" Type="http://schemas.openxmlformats.org/officeDocument/2006/relationships/image" Target="../media/image26966.png"/><Relationship Id="rId123" Type="http://schemas.openxmlformats.org/officeDocument/2006/relationships/customXml" Target="../ink/ink1091.xml"/><Relationship Id="rId330" Type="http://schemas.openxmlformats.org/officeDocument/2006/relationships/image" Target="../media/image27100.png"/><Relationship Id="rId165" Type="http://schemas.openxmlformats.org/officeDocument/2006/relationships/customXml" Target="../ink/ink1112.xml"/><Relationship Id="rId372" Type="http://schemas.openxmlformats.org/officeDocument/2006/relationships/image" Target="../media/image27121.png"/><Relationship Id="rId428" Type="http://schemas.openxmlformats.org/officeDocument/2006/relationships/image" Target="../media/image27149.png"/><Relationship Id="rId232" Type="http://schemas.openxmlformats.org/officeDocument/2006/relationships/image" Target="../media/image27052.png"/><Relationship Id="rId274" Type="http://schemas.openxmlformats.org/officeDocument/2006/relationships/image" Target="../media/image27073.png"/><Relationship Id="rId481" Type="http://schemas.openxmlformats.org/officeDocument/2006/relationships/customXml" Target="../ink/ink1271.xml"/><Relationship Id="rId27" Type="http://schemas.openxmlformats.org/officeDocument/2006/relationships/customXml" Target="../ink/ink1043.xml"/><Relationship Id="rId69" Type="http://schemas.openxmlformats.org/officeDocument/2006/relationships/customXml" Target="../ink/ink1064.xml"/><Relationship Id="rId134" Type="http://schemas.openxmlformats.org/officeDocument/2006/relationships/image" Target="../media/image27003.png"/><Relationship Id="rId537" Type="http://schemas.openxmlformats.org/officeDocument/2006/relationships/image" Target="../media/image27202.png"/><Relationship Id="rId80" Type="http://schemas.openxmlformats.org/officeDocument/2006/relationships/image" Target="../media/image26977.png"/><Relationship Id="rId176" Type="http://schemas.openxmlformats.org/officeDocument/2006/relationships/image" Target="../media/image27024.png"/><Relationship Id="rId341" Type="http://schemas.openxmlformats.org/officeDocument/2006/relationships/customXml" Target="../ink/ink1200.xml"/><Relationship Id="rId383" Type="http://schemas.openxmlformats.org/officeDocument/2006/relationships/customXml" Target="../ink/ink1221.xml"/><Relationship Id="rId439" Type="http://schemas.openxmlformats.org/officeDocument/2006/relationships/customXml" Target="../ink/ink1249.xml"/><Relationship Id="rId201" Type="http://schemas.openxmlformats.org/officeDocument/2006/relationships/customXml" Target="../ink/ink1130.xml"/><Relationship Id="rId243" Type="http://schemas.openxmlformats.org/officeDocument/2006/relationships/customXml" Target="../ink/ink1151.xml"/><Relationship Id="rId285" Type="http://schemas.openxmlformats.org/officeDocument/2006/relationships/customXml" Target="../ink/ink1172.xml"/><Relationship Id="rId450" Type="http://schemas.openxmlformats.org/officeDocument/2006/relationships/customXml" Target="../ink/ink1255.xml"/><Relationship Id="rId506" Type="http://schemas.openxmlformats.org/officeDocument/2006/relationships/image" Target="../media/image27187.png"/><Relationship Id="rId38" Type="http://schemas.openxmlformats.org/officeDocument/2006/relationships/image" Target="../media/image26956.png"/><Relationship Id="rId103" Type="http://schemas.openxmlformats.org/officeDocument/2006/relationships/customXml" Target="../ink/ink1081.xml"/><Relationship Id="rId310" Type="http://schemas.openxmlformats.org/officeDocument/2006/relationships/image" Target="../media/image27090.png"/><Relationship Id="rId492" Type="http://schemas.openxmlformats.org/officeDocument/2006/relationships/image" Target="../media/image27180.png"/><Relationship Id="rId91" Type="http://schemas.openxmlformats.org/officeDocument/2006/relationships/customXml" Target="../ink/ink1075.xml"/><Relationship Id="rId145" Type="http://schemas.openxmlformats.org/officeDocument/2006/relationships/customXml" Target="../ink/ink1102.xml"/><Relationship Id="rId187" Type="http://schemas.openxmlformats.org/officeDocument/2006/relationships/customXml" Target="../ink/ink1123.xml"/><Relationship Id="rId352" Type="http://schemas.openxmlformats.org/officeDocument/2006/relationships/image" Target="../media/image27111.png"/><Relationship Id="rId394" Type="http://schemas.openxmlformats.org/officeDocument/2006/relationships/image" Target="../media/image27132.png"/><Relationship Id="rId408" Type="http://schemas.openxmlformats.org/officeDocument/2006/relationships/image" Target="../media/image27139.png"/><Relationship Id="rId212" Type="http://schemas.openxmlformats.org/officeDocument/2006/relationships/image" Target="../media/image27042.png"/><Relationship Id="rId254" Type="http://schemas.openxmlformats.org/officeDocument/2006/relationships/image" Target="../media/image27063.png"/><Relationship Id="rId49" Type="http://schemas.openxmlformats.org/officeDocument/2006/relationships/customXml" Target="../ink/ink1054.xml"/><Relationship Id="rId114" Type="http://schemas.openxmlformats.org/officeDocument/2006/relationships/image" Target="../media/image26994.png"/><Relationship Id="rId296" Type="http://schemas.openxmlformats.org/officeDocument/2006/relationships/image" Target="../media/image27083.png"/><Relationship Id="rId461" Type="http://schemas.openxmlformats.org/officeDocument/2006/relationships/customXml" Target="../ink/ink1261.xml"/><Relationship Id="rId517" Type="http://schemas.openxmlformats.org/officeDocument/2006/relationships/customXml" Target="../ink/ink1289.xml"/><Relationship Id="rId60" Type="http://schemas.openxmlformats.org/officeDocument/2006/relationships/image" Target="../media/image26967.png"/><Relationship Id="rId156" Type="http://schemas.openxmlformats.org/officeDocument/2006/relationships/image" Target="../media/image27014.png"/><Relationship Id="rId198" Type="http://schemas.openxmlformats.org/officeDocument/2006/relationships/image" Target="../media/image27035.png"/><Relationship Id="rId321" Type="http://schemas.openxmlformats.org/officeDocument/2006/relationships/customXml" Target="../ink/ink1190.xml"/><Relationship Id="rId363" Type="http://schemas.openxmlformats.org/officeDocument/2006/relationships/customXml" Target="../ink/ink1211.xml"/><Relationship Id="rId419" Type="http://schemas.openxmlformats.org/officeDocument/2006/relationships/customXml" Target="../ink/ink1239.xml"/><Relationship Id="rId223" Type="http://schemas.openxmlformats.org/officeDocument/2006/relationships/customXml" Target="../ink/ink1141.xml"/><Relationship Id="rId430" Type="http://schemas.openxmlformats.org/officeDocument/2006/relationships/image" Target="../media/image27150.png"/><Relationship Id="rId18" Type="http://schemas.openxmlformats.org/officeDocument/2006/relationships/image" Target="../media/image26946.png"/><Relationship Id="rId265" Type="http://schemas.openxmlformats.org/officeDocument/2006/relationships/customXml" Target="../ink/ink1162.xml"/><Relationship Id="rId472" Type="http://schemas.openxmlformats.org/officeDocument/2006/relationships/image" Target="../media/image27170.png"/><Relationship Id="rId528" Type="http://schemas.openxmlformats.org/officeDocument/2006/relationships/image" Target="../media/image27198.png"/><Relationship Id="rId125" Type="http://schemas.openxmlformats.org/officeDocument/2006/relationships/customXml" Target="../ink/ink1092.xml"/><Relationship Id="rId167" Type="http://schemas.openxmlformats.org/officeDocument/2006/relationships/customXml" Target="../ink/ink1113.xml"/><Relationship Id="rId332" Type="http://schemas.openxmlformats.org/officeDocument/2006/relationships/image" Target="../media/image27101.png"/><Relationship Id="rId374" Type="http://schemas.openxmlformats.org/officeDocument/2006/relationships/image" Target="../media/image27122.png"/><Relationship Id="rId71" Type="http://schemas.openxmlformats.org/officeDocument/2006/relationships/customXml" Target="../ink/ink1065.xml"/><Relationship Id="rId234" Type="http://schemas.openxmlformats.org/officeDocument/2006/relationships/image" Target="../media/image27053.png"/><Relationship Id="rId2" Type="http://schemas.openxmlformats.org/officeDocument/2006/relationships/customXml" Target="../ink/ink1030.xml"/><Relationship Id="rId29" Type="http://schemas.openxmlformats.org/officeDocument/2006/relationships/customXml" Target="../ink/ink1044.xml"/><Relationship Id="rId276" Type="http://schemas.openxmlformats.org/officeDocument/2006/relationships/image" Target="../media/image27074.png"/><Relationship Id="rId441" Type="http://schemas.openxmlformats.org/officeDocument/2006/relationships/customXml" Target="../ink/ink1250.xml"/><Relationship Id="rId483" Type="http://schemas.openxmlformats.org/officeDocument/2006/relationships/customXml" Target="../ink/ink1272.xml"/><Relationship Id="rId539" Type="http://schemas.openxmlformats.org/officeDocument/2006/relationships/image" Target="../media/image27203.png"/><Relationship Id="rId40" Type="http://schemas.openxmlformats.org/officeDocument/2006/relationships/image" Target="../media/image26957.png"/><Relationship Id="rId136" Type="http://schemas.openxmlformats.org/officeDocument/2006/relationships/image" Target="../media/image27004.png"/><Relationship Id="rId178" Type="http://schemas.openxmlformats.org/officeDocument/2006/relationships/image" Target="../media/image27025.png"/><Relationship Id="rId301" Type="http://schemas.openxmlformats.org/officeDocument/2006/relationships/customXml" Target="../ink/ink1180.xml"/><Relationship Id="rId343" Type="http://schemas.openxmlformats.org/officeDocument/2006/relationships/customXml" Target="../ink/ink1201.xml"/><Relationship Id="rId82" Type="http://schemas.openxmlformats.org/officeDocument/2006/relationships/image" Target="../media/image26978.png"/><Relationship Id="rId203" Type="http://schemas.openxmlformats.org/officeDocument/2006/relationships/customXml" Target="../ink/ink1131.xml"/><Relationship Id="rId385" Type="http://schemas.openxmlformats.org/officeDocument/2006/relationships/customXml" Target="../ink/ink1222.xml"/><Relationship Id="rId245" Type="http://schemas.openxmlformats.org/officeDocument/2006/relationships/customXml" Target="../ink/ink1152.xml"/><Relationship Id="rId287" Type="http://schemas.openxmlformats.org/officeDocument/2006/relationships/customXml" Target="../ink/ink1173.xml"/><Relationship Id="rId410" Type="http://schemas.openxmlformats.org/officeDocument/2006/relationships/image" Target="../media/image27140.png"/><Relationship Id="rId452" Type="http://schemas.openxmlformats.org/officeDocument/2006/relationships/customXml" Target="../ink/ink1256.xml"/><Relationship Id="rId494" Type="http://schemas.openxmlformats.org/officeDocument/2006/relationships/image" Target="../media/image27181.png"/><Relationship Id="rId508" Type="http://schemas.openxmlformats.org/officeDocument/2006/relationships/image" Target="../media/image27188.png"/><Relationship Id="rId105" Type="http://schemas.openxmlformats.org/officeDocument/2006/relationships/customXml" Target="../ink/ink1082.xml"/><Relationship Id="rId147" Type="http://schemas.openxmlformats.org/officeDocument/2006/relationships/customXml" Target="../ink/ink1103.xml"/><Relationship Id="rId312" Type="http://schemas.openxmlformats.org/officeDocument/2006/relationships/image" Target="../media/image27091.png"/><Relationship Id="rId354" Type="http://schemas.openxmlformats.org/officeDocument/2006/relationships/image" Target="../media/image27112.png"/><Relationship Id="rId51" Type="http://schemas.openxmlformats.org/officeDocument/2006/relationships/customXml" Target="../ink/ink1055.xml"/><Relationship Id="rId93" Type="http://schemas.openxmlformats.org/officeDocument/2006/relationships/customXml" Target="../ink/ink1076.xml"/><Relationship Id="rId189" Type="http://schemas.openxmlformats.org/officeDocument/2006/relationships/customXml" Target="../ink/ink1124.xml"/><Relationship Id="rId396" Type="http://schemas.openxmlformats.org/officeDocument/2006/relationships/image" Target="../media/image27133.png"/><Relationship Id="rId214" Type="http://schemas.openxmlformats.org/officeDocument/2006/relationships/image" Target="../media/image27043.png"/><Relationship Id="rId256" Type="http://schemas.openxmlformats.org/officeDocument/2006/relationships/image" Target="../media/image27064.png"/><Relationship Id="rId298" Type="http://schemas.openxmlformats.org/officeDocument/2006/relationships/image" Target="../media/image27084.png"/><Relationship Id="rId421" Type="http://schemas.openxmlformats.org/officeDocument/2006/relationships/customXml" Target="../ink/ink1240.xml"/><Relationship Id="rId463" Type="http://schemas.openxmlformats.org/officeDocument/2006/relationships/customXml" Target="../ink/ink1262.xml"/><Relationship Id="rId519" Type="http://schemas.openxmlformats.org/officeDocument/2006/relationships/customXml" Target="../ink/ink1290.xml"/><Relationship Id="rId116" Type="http://schemas.openxmlformats.org/officeDocument/2006/relationships/image" Target="../media/image26995.png"/><Relationship Id="rId158" Type="http://schemas.openxmlformats.org/officeDocument/2006/relationships/image" Target="../media/image27015.png"/><Relationship Id="rId323" Type="http://schemas.openxmlformats.org/officeDocument/2006/relationships/customXml" Target="../ink/ink1191.xml"/><Relationship Id="rId530" Type="http://schemas.openxmlformats.org/officeDocument/2006/relationships/customXml" Target="../ink/ink1296.xml"/><Relationship Id="rId20" Type="http://schemas.openxmlformats.org/officeDocument/2006/relationships/image" Target="../media/image26947.png"/><Relationship Id="rId62" Type="http://schemas.openxmlformats.org/officeDocument/2006/relationships/image" Target="../media/image26968.png"/><Relationship Id="rId365" Type="http://schemas.openxmlformats.org/officeDocument/2006/relationships/customXml" Target="../ink/ink1212.xml"/><Relationship Id="rId225" Type="http://schemas.openxmlformats.org/officeDocument/2006/relationships/customXml" Target="../ink/ink1142.xml"/><Relationship Id="rId267" Type="http://schemas.openxmlformats.org/officeDocument/2006/relationships/customXml" Target="../ink/ink1163.xml"/><Relationship Id="rId432" Type="http://schemas.openxmlformats.org/officeDocument/2006/relationships/image" Target="../media/image27151.png"/><Relationship Id="rId474" Type="http://schemas.openxmlformats.org/officeDocument/2006/relationships/image" Target="../media/image27171.png"/><Relationship Id="rId127" Type="http://schemas.openxmlformats.org/officeDocument/2006/relationships/customXml" Target="../ink/ink1093.xml"/><Relationship Id="rId31" Type="http://schemas.openxmlformats.org/officeDocument/2006/relationships/customXml" Target="../ink/ink1045.xml"/><Relationship Id="rId73" Type="http://schemas.openxmlformats.org/officeDocument/2006/relationships/customXml" Target="../ink/ink1066.xml"/><Relationship Id="rId169" Type="http://schemas.openxmlformats.org/officeDocument/2006/relationships/customXml" Target="../ink/ink1114.xml"/><Relationship Id="rId334" Type="http://schemas.openxmlformats.org/officeDocument/2006/relationships/image" Target="../media/image27102.png"/><Relationship Id="rId376" Type="http://schemas.openxmlformats.org/officeDocument/2006/relationships/image" Target="../media/image27123.png"/><Relationship Id="rId541" Type="http://schemas.openxmlformats.org/officeDocument/2006/relationships/image" Target="../media/image27204.png"/><Relationship Id="rId4" Type="http://schemas.openxmlformats.org/officeDocument/2006/relationships/customXml" Target="../ink/ink1031.xml"/><Relationship Id="rId180" Type="http://schemas.openxmlformats.org/officeDocument/2006/relationships/image" Target="../media/image27026.png"/><Relationship Id="rId236" Type="http://schemas.openxmlformats.org/officeDocument/2006/relationships/image" Target="../media/image27054.png"/><Relationship Id="rId278" Type="http://schemas.openxmlformats.org/officeDocument/2006/relationships/image" Target="../media/image27075.png"/><Relationship Id="rId401" Type="http://schemas.openxmlformats.org/officeDocument/2006/relationships/customXml" Target="../ink/ink1230.xml"/><Relationship Id="rId443" Type="http://schemas.openxmlformats.org/officeDocument/2006/relationships/customXml" Target="../ink/ink1251.xml"/><Relationship Id="rId303" Type="http://schemas.openxmlformats.org/officeDocument/2006/relationships/customXml" Target="../ink/ink1181.xml"/><Relationship Id="rId485" Type="http://schemas.openxmlformats.org/officeDocument/2006/relationships/customXml" Target="../ink/ink1273.xml"/><Relationship Id="rId42" Type="http://schemas.openxmlformats.org/officeDocument/2006/relationships/image" Target="../media/image26958.png"/><Relationship Id="rId84" Type="http://schemas.openxmlformats.org/officeDocument/2006/relationships/image" Target="../media/image26979.png"/><Relationship Id="rId138" Type="http://schemas.openxmlformats.org/officeDocument/2006/relationships/image" Target="../media/image27005.png"/><Relationship Id="rId345" Type="http://schemas.openxmlformats.org/officeDocument/2006/relationships/customXml" Target="../ink/ink1202.xml"/><Relationship Id="rId387" Type="http://schemas.openxmlformats.org/officeDocument/2006/relationships/customXml" Target="../ink/ink1223.xml"/><Relationship Id="rId510" Type="http://schemas.openxmlformats.org/officeDocument/2006/relationships/image" Target="../media/image27189.png"/><Relationship Id="rId191" Type="http://schemas.openxmlformats.org/officeDocument/2006/relationships/customXml" Target="../ink/ink1125.xml"/><Relationship Id="rId205" Type="http://schemas.openxmlformats.org/officeDocument/2006/relationships/customXml" Target="../ink/ink1132.xml"/><Relationship Id="rId247" Type="http://schemas.openxmlformats.org/officeDocument/2006/relationships/customXml" Target="../ink/ink1153.xml"/><Relationship Id="rId412" Type="http://schemas.openxmlformats.org/officeDocument/2006/relationships/image" Target="../media/image27141.png"/><Relationship Id="rId107" Type="http://schemas.openxmlformats.org/officeDocument/2006/relationships/customXml" Target="../ink/ink1083.xml"/><Relationship Id="rId289" Type="http://schemas.openxmlformats.org/officeDocument/2006/relationships/customXml" Target="../ink/ink1174.xml"/><Relationship Id="rId454" Type="http://schemas.openxmlformats.org/officeDocument/2006/relationships/customXml" Target="../ink/ink1257.xml"/><Relationship Id="rId496" Type="http://schemas.openxmlformats.org/officeDocument/2006/relationships/image" Target="../media/image27182.png"/><Relationship Id="rId11" Type="http://schemas.openxmlformats.org/officeDocument/2006/relationships/customXml" Target="../ink/ink1035.xml"/><Relationship Id="rId53" Type="http://schemas.openxmlformats.org/officeDocument/2006/relationships/customXml" Target="../ink/ink1056.xml"/><Relationship Id="rId149" Type="http://schemas.openxmlformats.org/officeDocument/2006/relationships/customXml" Target="../ink/ink1104.xml"/><Relationship Id="rId314" Type="http://schemas.openxmlformats.org/officeDocument/2006/relationships/image" Target="../media/image27092.png"/><Relationship Id="rId356" Type="http://schemas.openxmlformats.org/officeDocument/2006/relationships/image" Target="../media/image27113.png"/><Relationship Id="rId398" Type="http://schemas.openxmlformats.org/officeDocument/2006/relationships/image" Target="../media/image27134.png"/><Relationship Id="rId521" Type="http://schemas.openxmlformats.org/officeDocument/2006/relationships/customXml" Target="../ink/ink1291.xml"/><Relationship Id="rId95" Type="http://schemas.openxmlformats.org/officeDocument/2006/relationships/customXml" Target="../ink/ink1077.xml"/><Relationship Id="rId160" Type="http://schemas.openxmlformats.org/officeDocument/2006/relationships/image" Target="../media/image27016.png"/><Relationship Id="rId216" Type="http://schemas.openxmlformats.org/officeDocument/2006/relationships/image" Target="../media/image27044.png"/><Relationship Id="rId423" Type="http://schemas.openxmlformats.org/officeDocument/2006/relationships/customXml" Target="../ink/ink1241.xml"/><Relationship Id="rId258" Type="http://schemas.openxmlformats.org/officeDocument/2006/relationships/image" Target="../media/image27065.png"/><Relationship Id="rId465" Type="http://schemas.openxmlformats.org/officeDocument/2006/relationships/customXml" Target="../ink/ink1263.xml"/><Relationship Id="rId22" Type="http://schemas.openxmlformats.org/officeDocument/2006/relationships/image" Target="../media/image26948.png"/><Relationship Id="rId64" Type="http://schemas.openxmlformats.org/officeDocument/2006/relationships/image" Target="../media/image26969.png"/><Relationship Id="rId118" Type="http://schemas.openxmlformats.org/officeDocument/2006/relationships/image" Target="../media/image26996.png"/><Relationship Id="rId325" Type="http://schemas.openxmlformats.org/officeDocument/2006/relationships/customXml" Target="../ink/ink1192.xml"/><Relationship Id="rId367" Type="http://schemas.openxmlformats.org/officeDocument/2006/relationships/customXml" Target="../ink/ink1213.xml"/><Relationship Id="rId532" Type="http://schemas.openxmlformats.org/officeDocument/2006/relationships/customXml" Target="../ink/ink1297.xml"/><Relationship Id="rId171" Type="http://schemas.openxmlformats.org/officeDocument/2006/relationships/customXml" Target="../ink/ink1115.xml"/><Relationship Id="rId227" Type="http://schemas.openxmlformats.org/officeDocument/2006/relationships/customXml" Target="../ink/ink1143.xml"/><Relationship Id="rId269" Type="http://schemas.openxmlformats.org/officeDocument/2006/relationships/customXml" Target="../ink/ink1164.xml"/><Relationship Id="rId434" Type="http://schemas.openxmlformats.org/officeDocument/2006/relationships/image" Target="../media/image27152.png"/><Relationship Id="rId476" Type="http://schemas.openxmlformats.org/officeDocument/2006/relationships/image" Target="../media/image27172.png"/><Relationship Id="rId33" Type="http://schemas.openxmlformats.org/officeDocument/2006/relationships/customXml" Target="../ink/ink1046.xml"/><Relationship Id="rId129" Type="http://schemas.openxmlformats.org/officeDocument/2006/relationships/customXml" Target="../ink/ink1094.xml"/><Relationship Id="rId280" Type="http://schemas.openxmlformats.org/officeDocument/2006/relationships/image" Target="../media/image27076.png"/><Relationship Id="rId336" Type="http://schemas.openxmlformats.org/officeDocument/2006/relationships/image" Target="../media/image27103.png"/><Relationship Id="rId501" Type="http://schemas.openxmlformats.org/officeDocument/2006/relationships/customXml" Target="../ink/ink1281.xml"/><Relationship Id="rId543" Type="http://schemas.openxmlformats.org/officeDocument/2006/relationships/image" Target="../media/image27205.png"/><Relationship Id="rId75" Type="http://schemas.openxmlformats.org/officeDocument/2006/relationships/customXml" Target="../ink/ink1067.xml"/><Relationship Id="rId140" Type="http://schemas.openxmlformats.org/officeDocument/2006/relationships/image" Target="../media/image27006.png"/><Relationship Id="rId182" Type="http://schemas.openxmlformats.org/officeDocument/2006/relationships/image" Target="../media/image27027.png"/><Relationship Id="rId378" Type="http://schemas.openxmlformats.org/officeDocument/2006/relationships/image" Target="../media/image27124.png"/><Relationship Id="rId403" Type="http://schemas.openxmlformats.org/officeDocument/2006/relationships/customXml" Target="../ink/ink1231.xml"/><Relationship Id="rId6" Type="http://schemas.openxmlformats.org/officeDocument/2006/relationships/customXml" Target="../ink/ink1032.xml"/><Relationship Id="rId238" Type="http://schemas.openxmlformats.org/officeDocument/2006/relationships/image" Target="../media/image27055.png"/><Relationship Id="rId445" Type="http://schemas.openxmlformats.org/officeDocument/2006/relationships/image" Target="../media/image27157.png"/><Relationship Id="rId487" Type="http://schemas.openxmlformats.org/officeDocument/2006/relationships/customXml" Target="../ink/ink1274.xml"/><Relationship Id="rId291" Type="http://schemas.openxmlformats.org/officeDocument/2006/relationships/customXml" Target="../ink/ink1175.xml"/><Relationship Id="rId305" Type="http://schemas.openxmlformats.org/officeDocument/2006/relationships/customXml" Target="../ink/ink1182.xml"/><Relationship Id="rId347" Type="http://schemas.openxmlformats.org/officeDocument/2006/relationships/customXml" Target="../ink/ink1203.xml"/><Relationship Id="rId512" Type="http://schemas.openxmlformats.org/officeDocument/2006/relationships/image" Target="../media/image27190.png"/><Relationship Id="rId44" Type="http://schemas.openxmlformats.org/officeDocument/2006/relationships/image" Target="../media/image26959.png"/><Relationship Id="rId86" Type="http://schemas.openxmlformats.org/officeDocument/2006/relationships/image" Target="../media/image26980.png"/><Relationship Id="rId151" Type="http://schemas.openxmlformats.org/officeDocument/2006/relationships/customXml" Target="../ink/ink1105.xml"/><Relationship Id="rId389" Type="http://schemas.openxmlformats.org/officeDocument/2006/relationships/customXml" Target="../ink/ink1224.xml"/><Relationship Id="rId193" Type="http://schemas.openxmlformats.org/officeDocument/2006/relationships/customXml" Target="../ink/ink1126.xml"/><Relationship Id="rId207" Type="http://schemas.openxmlformats.org/officeDocument/2006/relationships/customXml" Target="../ink/ink1133.xml"/><Relationship Id="rId249" Type="http://schemas.openxmlformats.org/officeDocument/2006/relationships/customXml" Target="../ink/ink1154.xml"/><Relationship Id="rId414" Type="http://schemas.openxmlformats.org/officeDocument/2006/relationships/image" Target="../media/image27142.png"/><Relationship Id="rId456" Type="http://schemas.openxmlformats.org/officeDocument/2006/relationships/customXml" Target="../ink/ink1258.xml"/><Relationship Id="rId498" Type="http://schemas.openxmlformats.org/officeDocument/2006/relationships/image" Target="../media/image27183.png"/><Relationship Id="rId13" Type="http://schemas.openxmlformats.org/officeDocument/2006/relationships/customXml" Target="../ink/ink1036.xml"/><Relationship Id="rId109" Type="http://schemas.openxmlformats.org/officeDocument/2006/relationships/customXml" Target="../ink/ink1084.xml"/><Relationship Id="rId260" Type="http://schemas.openxmlformats.org/officeDocument/2006/relationships/image" Target="../media/image27066.png"/><Relationship Id="rId316" Type="http://schemas.openxmlformats.org/officeDocument/2006/relationships/image" Target="../media/image27093.png"/><Relationship Id="rId523" Type="http://schemas.openxmlformats.org/officeDocument/2006/relationships/customXml" Target="../ink/ink1292.xml"/><Relationship Id="rId55" Type="http://schemas.openxmlformats.org/officeDocument/2006/relationships/customXml" Target="../ink/ink1057.xml"/><Relationship Id="rId97" Type="http://schemas.openxmlformats.org/officeDocument/2006/relationships/customXml" Target="../ink/ink1078.xml"/><Relationship Id="rId120" Type="http://schemas.openxmlformats.org/officeDocument/2006/relationships/image" Target="../media/image26997.png"/><Relationship Id="rId358" Type="http://schemas.openxmlformats.org/officeDocument/2006/relationships/image" Target="../media/image27114.png"/><Relationship Id="rId162" Type="http://schemas.openxmlformats.org/officeDocument/2006/relationships/image" Target="../media/image27017.png"/><Relationship Id="rId218" Type="http://schemas.openxmlformats.org/officeDocument/2006/relationships/image" Target="../media/image27045.png"/><Relationship Id="rId425" Type="http://schemas.openxmlformats.org/officeDocument/2006/relationships/customXml" Target="../ink/ink1242.xml"/><Relationship Id="rId467" Type="http://schemas.openxmlformats.org/officeDocument/2006/relationships/customXml" Target="../ink/ink1264.xml"/><Relationship Id="rId271" Type="http://schemas.openxmlformats.org/officeDocument/2006/relationships/customXml" Target="../ink/ink1165.xml"/><Relationship Id="rId24" Type="http://schemas.openxmlformats.org/officeDocument/2006/relationships/image" Target="../media/image26949.png"/><Relationship Id="rId66" Type="http://schemas.openxmlformats.org/officeDocument/2006/relationships/image" Target="../media/image26970.png"/><Relationship Id="rId131" Type="http://schemas.openxmlformats.org/officeDocument/2006/relationships/customXml" Target="../ink/ink1095.xml"/><Relationship Id="rId327" Type="http://schemas.openxmlformats.org/officeDocument/2006/relationships/customXml" Target="../ink/ink1193.xml"/><Relationship Id="rId369" Type="http://schemas.openxmlformats.org/officeDocument/2006/relationships/customXml" Target="../ink/ink1214.xml"/><Relationship Id="rId534" Type="http://schemas.openxmlformats.org/officeDocument/2006/relationships/customXml" Target="../ink/ink1298.xml"/><Relationship Id="rId173" Type="http://schemas.openxmlformats.org/officeDocument/2006/relationships/customXml" Target="../ink/ink1116.xml"/><Relationship Id="rId229" Type="http://schemas.openxmlformats.org/officeDocument/2006/relationships/customXml" Target="../ink/ink1144.xml"/><Relationship Id="rId380" Type="http://schemas.openxmlformats.org/officeDocument/2006/relationships/image" Target="../media/image27125.png"/><Relationship Id="rId436" Type="http://schemas.openxmlformats.org/officeDocument/2006/relationships/image" Target="../media/image27153.png"/><Relationship Id="rId240" Type="http://schemas.openxmlformats.org/officeDocument/2006/relationships/image" Target="../media/image27056.png"/><Relationship Id="rId478" Type="http://schemas.openxmlformats.org/officeDocument/2006/relationships/image" Target="../media/image27173.png"/><Relationship Id="rId35" Type="http://schemas.openxmlformats.org/officeDocument/2006/relationships/customXml" Target="../ink/ink1047.xml"/><Relationship Id="rId77" Type="http://schemas.openxmlformats.org/officeDocument/2006/relationships/customXml" Target="../ink/ink1068.xml"/><Relationship Id="rId100" Type="http://schemas.openxmlformats.org/officeDocument/2006/relationships/image" Target="../media/image26987.png"/><Relationship Id="rId282" Type="http://schemas.openxmlformats.org/officeDocument/2006/relationships/image" Target="../media/image27077.png"/><Relationship Id="rId338" Type="http://schemas.openxmlformats.org/officeDocument/2006/relationships/image" Target="../media/image27104.png"/><Relationship Id="rId503" Type="http://schemas.openxmlformats.org/officeDocument/2006/relationships/customXml" Target="../ink/ink1282.xml"/><Relationship Id="rId545" Type="http://schemas.openxmlformats.org/officeDocument/2006/relationships/image" Target="../media/image27206.png"/><Relationship Id="rId8" Type="http://schemas.openxmlformats.org/officeDocument/2006/relationships/customXml" Target="../ink/ink1033.xml"/><Relationship Id="rId142" Type="http://schemas.openxmlformats.org/officeDocument/2006/relationships/image" Target="../media/image27007.png"/><Relationship Id="rId184" Type="http://schemas.openxmlformats.org/officeDocument/2006/relationships/image" Target="../media/image27028.png"/><Relationship Id="rId391" Type="http://schemas.openxmlformats.org/officeDocument/2006/relationships/customXml" Target="../ink/ink1225.xml"/><Relationship Id="rId405" Type="http://schemas.openxmlformats.org/officeDocument/2006/relationships/customXml" Target="../ink/ink1232.xml"/><Relationship Id="rId447" Type="http://schemas.openxmlformats.org/officeDocument/2006/relationships/image" Target="../media/image27158.png"/><Relationship Id="rId251" Type="http://schemas.openxmlformats.org/officeDocument/2006/relationships/customXml" Target="../ink/ink1155.xml"/><Relationship Id="rId489" Type="http://schemas.openxmlformats.org/officeDocument/2006/relationships/customXml" Target="../ink/ink1275.xml"/><Relationship Id="rId46" Type="http://schemas.openxmlformats.org/officeDocument/2006/relationships/image" Target="../media/image26960.png"/><Relationship Id="rId293" Type="http://schemas.openxmlformats.org/officeDocument/2006/relationships/customXml" Target="../ink/ink1176.xml"/><Relationship Id="rId307" Type="http://schemas.openxmlformats.org/officeDocument/2006/relationships/customXml" Target="../ink/ink1183.xml"/><Relationship Id="rId349" Type="http://schemas.openxmlformats.org/officeDocument/2006/relationships/customXml" Target="../ink/ink1204.xml"/><Relationship Id="rId514" Type="http://schemas.openxmlformats.org/officeDocument/2006/relationships/image" Target="../media/image27191.png"/><Relationship Id="rId88" Type="http://schemas.openxmlformats.org/officeDocument/2006/relationships/image" Target="../media/image26981.png"/><Relationship Id="rId111" Type="http://schemas.openxmlformats.org/officeDocument/2006/relationships/customXml" Target="../ink/ink1085.xml"/><Relationship Id="rId153" Type="http://schemas.openxmlformats.org/officeDocument/2006/relationships/customXml" Target="../ink/ink1106.xml"/><Relationship Id="rId195" Type="http://schemas.openxmlformats.org/officeDocument/2006/relationships/customXml" Target="../ink/ink1127.xml"/><Relationship Id="rId209" Type="http://schemas.openxmlformats.org/officeDocument/2006/relationships/customXml" Target="../ink/ink1134.xml"/><Relationship Id="rId360" Type="http://schemas.openxmlformats.org/officeDocument/2006/relationships/image" Target="../media/image27115.png"/><Relationship Id="rId416" Type="http://schemas.openxmlformats.org/officeDocument/2006/relationships/image" Target="../media/image27143.png"/><Relationship Id="rId220" Type="http://schemas.openxmlformats.org/officeDocument/2006/relationships/image" Target="../media/image27046.png"/><Relationship Id="rId458" Type="http://schemas.openxmlformats.org/officeDocument/2006/relationships/image" Target="../media/image27163.png"/><Relationship Id="rId15" Type="http://schemas.openxmlformats.org/officeDocument/2006/relationships/customXml" Target="../ink/ink1037.xml"/><Relationship Id="rId57" Type="http://schemas.openxmlformats.org/officeDocument/2006/relationships/customXml" Target="../ink/ink1058.xml"/><Relationship Id="rId262" Type="http://schemas.openxmlformats.org/officeDocument/2006/relationships/image" Target="../media/image27067.png"/><Relationship Id="rId318" Type="http://schemas.openxmlformats.org/officeDocument/2006/relationships/image" Target="../media/image27094.png"/><Relationship Id="rId525" Type="http://schemas.openxmlformats.org/officeDocument/2006/relationships/customXml" Target="../ink/ink1293.xml"/><Relationship Id="rId99" Type="http://schemas.openxmlformats.org/officeDocument/2006/relationships/customXml" Target="../ink/ink1079.xml"/><Relationship Id="rId122" Type="http://schemas.openxmlformats.org/officeDocument/2006/relationships/image" Target="../media/image26998.png"/><Relationship Id="rId164" Type="http://schemas.openxmlformats.org/officeDocument/2006/relationships/image" Target="../media/image27018.png"/><Relationship Id="rId371" Type="http://schemas.openxmlformats.org/officeDocument/2006/relationships/customXml" Target="../ink/ink1215.xml"/><Relationship Id="rId427" Type="http://schemas.openxmlformats.org/officeDocument/2006/relationships/customXml" Target="../ink/ink1243.xml"/><Relationship Id="rId469" Type="http://schemas.openxmlformats.org/officeDocument/2006/relationships/customXml" Target="../ink/ink1265.xml"/><Relationship Id="rId26" Type="http://schemas.openxmlformats.org/officeDocument/2006/relationships/image" Target="../media/image26950.png"/><Relationship Id="rId231" Type="http://schemas.openxmlformats.org/officeDocument/2006/relationships/customXml" Target="../ink/ink1145.xml"/><Relationship Id="rId273" Type="http://schemas.openxmlformats.org/officeDocument/2006/relationships/customXml" Target="../ink/ink1166.xml"/><Relationship Id="rId329" Type="http://schemas.openxmlformats.org/officeDocument/2006/relationships/customXml" Target="../ink/ink1194.xml"/><Relationship Id="rId480" Type="http://schemas.openxmlformats.org/officeDocument/2006/relationships/image" Target="../media/image27174.png"/><Relationship Id="rId536" Type="http://schemas.openxmlformats.org/officeDocument/2006/relationships/customXml" Target="../ink/ink1299.xml"/><Relationship Id="rId68" Type="http://schemas.openxmlformats.org/officeDocument/2006/relationships/image" Target="../media/image26971.png"/><Relationship Id="rId133" Type="http://schemas.openxmlformats.org/officeDocument/2006/relationships/customXml" Target="../ink/ink1096.xml"/><Relationship Id="rId175" Type="http://schemas.openxmlformats.org/officeDocument/2006/relationships/customXml" Target="../ink/ink1117.xml"/><Relationship Id="rId340" Type="http://schemas.openxmlformats.org/officeDocument/2006/relationships/image" Target="../media/image27105.png"/><Relationship Id="rId200" Type="http://schemas.openxmlformats.org/officeDocument/2006/relationships/image" Target="../media/image27036.png"/><Relationship Id="rId382" Type="http://schemas.openxmlformats.org/officeDocument/2006/relationships/image" Target="../media/image27126.png"/><Relationship Id="rId438" Type="http://schemas.openxmlformats.org/officeDocument/2006/relationships/image" Target="../media/image27154.png"/><Relationship Id="rId242" Type="http://schemas.openxmlformats.org/officeDocument/2006/relationships/image" Target="../media/image27057.png"/><Relationship Id="rId284" Type="http://schemas.openxmlformats.org/officeDocument/2006/relationships/image" Target="../media/image27078.png"/><Relationship Id="rId491" Type="http://schemas.openxmlformats.org/officeDocument/2006/relationships/customXml" Target="../ink/ink1276.xml"/><Relationship Id="rId505" Type="http://schemas.openxmlformats.org/officeDocument/2006/relationships/customXml" Target="../ink/ink1283.xml"/><Relationship Id="rId37" Type="http://schemas.openxmlformats.org/officeDocument/2006/relationships/customXml" Target="../ink/ink1048.xml"/><Relationship Id="rId79" Type="http://schemas.openxmlformats.org/officeDocument/2006/relationships/customXml" Target="../ink/ink1069.xml"/><Relationship Id="rId102" Type="http://schemas.openxmlformats.org/officeDocument/2006/relationships/image" Target="../media/image26988.png"/><Relationship Id="rId144" Type="http://schemas.openxmlformats.org/officeDocument/2006/relationships/image" Target="../media/image27008.png"/><Relationship Id="rId90" Type="http://schemas.openxmlformats.org/officeDocument/2006/relationships/image" Target="../media/image26982.png"/><Relationship Id="rId186" Type="http://schemas.openxmlformats.org/officeDocument/2006/relationships/image" Target="../media/image27029.png"/><Relationship Id="rId351" Type="http://schemas.openxmlformats.org/officeDocument/2006/relationships/customXml" Target="../ink/ink1205.xml"/><Relationship Id="rId393" Type="http://schemas.openxmlformats.org/officeDocument/2006/relationships/customXml" Target="../ink/ink1226.xml"/><Relationship Id="rId407" Type="http://schemas.openxmlformats.org/officeDocument/2006/relationships/customXml" Target="../ink/ink1233.xml"/><Relationship Id="rId449" Type="http://schemas.openxmlformats.org/officeDocument/2006/relationships/image" Target="../media/image27159.png"/><Relationship Id="rId211" Type="http://schemas.openxmlformats.org/officeDocument/2006/relationships/customXml" Target="../ink/ink1135.xml"/><Relationship Id="rId253" Type="http://schemas.openxmlformats.org/officeDocument/2006/relationships/customXml" Target="../ink/ink1156.xml"/><Relationship Id="rId295" Type="http://schemas.openxmlformats.org/officeDocument/2006/relationships/customXml" Target="../ink/ink1177.xml"/><Relationship Id="rId309" Type="http://schemas.openxmlformats.org/officeDocument/2006/relationships/customXml" Target="../ink/ink1184.xml"/><Relationship Id="rId460" Type="http://schemas.openxmlformats.org/officeDocument/2006/relationships/image" Target="../media/image27164.png"/><Relationship Id="rId516" Type="http://schemas.openxmlformats.org/officeDocument/2006/relationships/image" Target="../media/image27192.png"/><Relationship Id="rId48" Type="http://schemas.openxmlformats.org/officeDocument/2006/relationships/image" Target="../media/image26961.png"/><Relationship Id="rId113" Type="http://schemas.openxmlformats.org/officeDocument/2006/relationships/customXml" Target="../ink/ink1086.xml"/><Relationship Id="rId320" Type="http://schemas.openxmlformats.org/officeDocument/2006/relationships/image" Target="../media/image27095.png"/><Relationship Id="rId155" Type="http://schemas.openxmlformats.org/officeDocument/2006/relationships/customXml" Target="../ink/ink1107.xml"/><Relationship Id="rId197" Type="http://schemas.openxmlformats.org/officeDocument/2006/relationships/customXml" Target="../ink/ink1128.xml"/><Relationship Id="rId362" Type="http://schemas.openxmlformats.org/officeDocument/2006/relationships/image" Target="../media/image27116.png"/><Relationship Id="rId418" Type="http://schemas.openxmlformats.org/officeDocument/2006/relationships/image" Target="../media/image27144.png"/><Relationship Id="rId222" Type="http://schemas.openxmlformats.org/officeDocument/2006/relationships/image" Target="../media/image27047.png"/><Relationship Id="rId264" Type="http://schemas.openxmlformats.org/officeDocument/2006/relationships/image" Target="../media/image27068.png"/><Relationship Id="rId471" Type="http://schemas.openxmlformats.org/officeDocument/2006/relationships/customXml" Target="../ink/ink1266.xml"/><Relationship Id="rId17" Type="http://schemas.openxmlformats.org/officeDocument/2006/relationships/customXml" Target="../ink/ink1038.xml"/><Relationship Id="rId59" Type="http://schemas.openxmlformats.org/officeDocument/2006/relationships/customXml" Target="../ink/ink1059.xml"/><Relationship Id="rId124" Type="http://schemas.openxmlformats.org/officeDocument/2006/relationships/image" Target="../media/image26999.png"/><Relationship Id="rId527" Type="http://schemas.openxmlformats.org/officeDocument/2006/relationships/customXml" Target="../ink/ink1294.xml"/><Relationship Id="rId70" Type="http://schemas.openxmlformats.org/officeDocument/2006/relationships/image" Target="../media/image26972.png"/><Relationship Id="rId166" Type="http://schemas.openxmlformats.org/officeDocument/2006/relationships/image" Target="../media/image27019.png"/><Relationship Id="rId331" Type="http://schemas.openxmlformats.org/officeDocument/2006/relationships/customXml" Target="../ink/ink1195.xml"/><Relationship Id="rId373" Type="http://schemas.openxmlformats.org/officeDocument/2006/relationships/customXml" Target="../ink/ink1216.xml"/><Relationship Id="rId429" Type="http://schemas.openxmlformats.org/officeDocument/2006/relationships/customXml" Target="../ink/ink1244.xml"/><Relationship Id="rId1" Type="http://schemas.openxmlformats.org/officeDocument/2006/relationships/slideLayout" Target="../slideLayouts/slideLayout2.xml"/><Relationship Id="rId233" Type="http://schemas.openxmlformats.org/officeDocument/2006/relationships/customXml" Target="../ink/ink1146.xml"/><Relationship Id="rId440" Type="http://schemas.openxmlformats.org/officeDocument/2006/relationships/image" Target="../media/image27155.png"/><Relationship Id="rId28" Type="http://schemas.openxmlformats.org/officeDocument/2006/relationships/image" Target="../media/image26951.png"/><Relationship Id="rId275" Type="http://schemas.openxmlformats.org/officeDocument/2006/relationships/customXml" Target="../ink/ink1167.xml"/><Relationship Id="rId300" Type="http://schemas.openxmlformats.org/officeDocument/2006/relationships/image" Target="../media/image27085.png"/><Relationship Id="rId482" Type="http://schemas.openxmlformats.org/officeDocument/2006/relationships/image" Target="../media/image27175.png"/><Relationship Id="rId538" Type="http://schemas.openxmlformats.org/officeDocument/2006/relationships/customXml" Target="../ink/ink1300.xml"/><Relationship Id="rId81" Type="http://schemas.openxmlformats.org/officeDocument/2006/relationships/customXml" Target="../ink/ink1070.xml"/><Relationship Id="rId135" Type="http://schemas.openxmlformats.org/officeDocument/2006/relationships/customXml" Target="../ink/ink1097.xml"/><Relationship Id="rId177" Type="http://schemas.openxmlformats.org/officeDocument/2006/relationships/customXml" Target="../ink/ink1118.xml"/><Relationship Id="rId342" Type="http://schemas.openxmlformats.org/officeDocument/2006/relationships/image" Target="../media/image27106.png"/><Relationship Id="rId384" Type="http://schemas.openxmlformats.org/officeDocument/2006/relationships/image" Target="../media/image27127.png"/><Relationship Id="rId202" Type="http://schemas.openxmlformats.org/officeDocument/2006/relationships/image" Target="../media/image27037.png"/><Relationship Id="rId244" Type="http://schemas.openxmlformats.org/officeDocument/2006/relationships/image" Target="../media/image27058.png"/><Relationship Id="rId39" Type="http://schemas.openxmlformats.org/officeDocument/2006/relationships/customXml" Target="../ink/ink1049.xml"/><Relationship Id="rId286" Type="http://schemas.openxmlformats.org/officeDocument/2006/relationships/image" Target="../media/image27079.png"/><Relationship Id="rId451" Type="http://schemas.openxmlformats.org/officeDocument/2006/relationships/image" Target="../media/image27160.png"/><Relationship Id="rId493" Type="http://schemas.openxmlformats.org/officeDocument/2006/relationships/customXml" Target="../ink/ink1277.xml"/><Relationship Id="rId507" Type="http://schemas.openxmlformats.org/officeDocument/2006/relationships/customXml" Target="../ink/ink1284.xml"/><Relationship Id="rId50" Type="http://schemas.openxmlformats.org/officeDocument/2006/relationships/image" Target="../media/image26962.png"/><Relationship Id="rId104" Type="http://schemas.openxmlformats.org/officeDocument/2006/relationships/image" Target="../media/image26989.png"/><Relationship Id="rId146" Type="http://schemas.openxmlformats.org/officeDocument/2006/relationships/image" Target="../media/image27009.png"/><Relationship Id="rId188" Type="http://schemas.openxmlformats.org/officeDocument/2006/relationships/image" Target="../media/image27030.png"/><Relationship Id="rId311" Type="http://schemas.openxmlformats.org/officeDocument/2006/relationships/customXml" Target="../ink/ink1185.xml"/><Relationship Id="rId353" Type="http://schemas.openxmlformats.org/officeDocument/2006/relationships/customXml" Target="../ink/ink1206.xml"/><Relationship Id="rId395" Type="http://schemas.openxmlformats.org/officeDocument/2006/relationships/customXml" Target="../ink/ink1227.xml"/><Relationship Id="rId409" Type="http://schemas.openxmlformats.org/officeDocument/2006/relationships/customXml" Target="../ink/ink1234.xml"/><Relationship Id="rId92" Type="http://schemas.openxmlformats.org/officeDocument/2006/relationships/image" Target="../media/image26983.png"/><Relationship Id="rId213" Type="http://schemas.openxmlformats.org/officeDocument/2006/relationships/customXml" Target="../ink/ink1136.xml"/><Relationship Id="rId420" Type="http://schemas.openxmlformats.org/officeDocument/2006/relationships/image" Target="../media/image27145.png"/><Relationship Id="rId255" Type="http://schemas.openxmlformats.org/officeDocument/2006/relationships/customXml" Target="../ink/ink1157.xml"/><Relationship Id="rId297" Type="http://schemas.openxmlformats.org/officeDocument/2006/relationships/customXml" Target="../ink/ink1178.xml"/><Relationship Id="rId462" Type="http://schemas.openxmlformats.org/officeDocument/2006/relationships/image" Target="../media/image27165.png"/><Relationship Id="rId518" Type="http://schemas.openxmlformats.org/officeDocument/2006/relationships/image" Target="../media/image27193.png"/><Relationship Id="rId115" Type="http://schemas.openxmlformats.org/officeDocument/2006/relationships/customXml" Target="../ink/ink1087.xml"/><Relationship Id="rId157" Type="http://schemas.openxmlformats.org/officeDocument/2006/relationships/customXml" Target="../ink/ink1108.xml"/><Relationship Id="rId322" Type="http://schemas.openxmlformats.org/officeDocument/2006/relationships/image" Target="../media/image27096.png"/><Relationship Id="rId364" Type="http://schemas.openxmlformats.org/officeDocument/2006/relationships/image" Target="../media/image27117.png"/><Relationship Id="rId61" Type="http://schemas.openxmlformats.org/officeDocument/2006/relationships/customXml" Target="../ink/ink1060.xml"/><Relationship Id="rId199" Type="http://schemas.openxmlformats.org/officeDocument/2006/relationships/customXml" Target="../ink/ink1129.xml"/><Relationship Id="rId19" Type="http://schemas.openxmlformats.org/officeDocument/2006/relationships/customXml" Target="../ink/ink1039.xml"/><Relationship Id="rId224" Type="http://schemas.openxmlformats.org/officeDocument/2006/relationships/image" Target="../media/image27048.png"/><Relationship Id="rId266" Type="http://schemas.openxmlformats.org/officeDocument/2006/relationships/image" Target="../media/image27069.png"/><Relationship Id="rId431" Type="http://schemas.openxmlformats.org/officeDocument/2006/relationships/customXml" Target="../ink/ink1245.xml"/><Relationship Id="rId473" Type="http://schemas.openxmlformats.org/officeDocument/2006/relationships/customXml" Target="../ink/ink1267.xml"/><Relationship Id="rId529" Type="http://schemas.openxmlformats.org/officeDocument/2006/relationships/customXml" Target="../ink/ink1295.xml"/><Relationship Id="rId30" Type="http://schemas.openxmlformats.org/officeDocument/2006/relationships/image" Target="../media/image26952.png"/><Relationship Id="rId126" Type="http://schemas.openxmlformats.org/officeDocument/2006/relationships/image" Target="../media/image26585.png"/><Relationship Id="rId168" Type="http://schemas.openxmlformats.org/officeDocument/2006/relationships/image" Target="../media/image27020.png"/><Relationship Id="rId333" Type="http://schemas.openxmlformats.org/officeDocument/2006/relationships/customXml" Target="../ink/ink1196.xml"/><Relationship Id="rId540" Type="http://schemas.openxmlformats.org/officeDocument/2006/relationships/customXml" Target="../ink/ink1301.xml"/><Relationship Id="rId72" Type="http://schemas.openxmlformats.org/officeDocument/2006/relationships/image" Target="../media/image26973.png"/><Relationship Id="rId375" Type="http://schemas.openxmlformats.org/officeDocument/2006/relationships/customXml" Target="../ink/ink1217.xml"/><Relationship Id="rId3" Type="http://schemas.openxmlformats.org/officeDocument/2006/relationships/image" Target="../media/image25686.png"/><Relationship Id="rId235" Type="http://schemas.openxmlformats.org/officeDocument/2006/relationships/customXml" Target="../ink/ink1147.xml"/><Relationship Id="rId277" Type="http://schemas.openxmlformats.org/officeDocument/2006/relationships/customXml" Target="../ink/ink1168.xml"/><Relationship Id="rId400" Type="http://schemas.openxmlformats.org/officeDocument/2006/relationships/image" Target="../media/image27135.png"/><Relationship Id="rId442" Type="http://schemas.openxmlformats.org/officeDocument/2006/relationships/image" Target="../media/image27156.png"/><Relationship Id="rId484" Type="http://schemas.openxmlformats.org/officeDocument/2006/relationships/image" Target="../media/image27176.png"/><Relationship Id="rId137" Type="http://schemas.openxmlformats.org/officeDocument/2006/relationships/customXml" Target="../ink/ink1098.xml"/><Relationship Id="rId302" Type="http://schemas.openxmlformats.org/officeDocument/2006/relationships/image" Target="../media/image27086.png"/><Relationship Id="rId344" Type="http://schemas.openxmlformats.org/officeDocument/2006/relationships/image" Target="../media/image27107.png"/><Relationship Id="rId41" Type="http://schemas.openxmlformats.org/officeDocument/2006/relationships/customXml" Target="../ink/ink1050.xml"/><Relationship Id="rId83" Type="http://schemas.openxmlformats.org/officeDocument/2006/relationships/customXml" Target="../ink/ink1071.xml"/><Relationship Id="rId179" Type="http://schemas.openxmlformats.org/officeDocument/2006/relationships/customXml" Target="../ink/ink1119.xml"/><Relationship Id="rId386" Type="http://schemas.openxmlformats.org/officeDocument/2006/relationships/image" Target="../media/image27128.png"/><Relationship Id="rId190" Type="http://schemas.openxmlformats.org/officeDocument/2006/relationships/image" Target="../media/image27031.png"/><Relationship Id="rId204" Type="http://schemas.openxmlformats.org/officeDocument/2006/relationships/image" Target="../media/image27038.png"/><Relationship Id="rId246" Type="http://schemas.openxmlformats.org/officeDocument/2006/relationships/image" Target="../media/image27059.png"/><Relationship Id="rId288" Type="http://schemas.openxmlformats.org/officeDocument/2006/relationships/image" Target="../media/image27080.png"/><Relationship Id="rId411" Type="http://schemas.openxmlformats.org/officeDocument/2006/relationships/customXml" Target="../ink/ink1235.xml"/><Relationship Id="rId453" Type="http://schemas.openxmlformats.org/officeDocument/2006/relationships/image" Target="../media/image27161.png"/><Relationship Id="rId509" Type="http://schemas.openxmlformats.org/officeDocument/2006/relationships/customXml" Target="../ink/ink1285.xml"/><Relationship Id="rId106" Type="http://schemas.openxmlformats.org/officeDocument/2006/relationships/image" Target="../media/image26990.png"/><Relationship Id="rId313" Type="http://schemas.openxmlformats.org/officeDocument/2006/relationships/customXml" Target="../ink/ink1186.xml"/><Relationship Id="rId495" Type="http://schemas.openxmlformats.org/officeDocument/2006/relationships/customXml" Target="../ink/ink1278.xml"/><Relationship Id="rId10" Type="http://schemas.openxmlformats.org/officeDocument/2006/relationships/image" Target="../media/image26942.png"/><Relationship Id="rId52" Type="http://schemas.openxmlformats.org/officeDocument/2006/relationships/image" Target="../media/image26963.png"/><Relationship Id="rId94" Type="http://schemas.openxmlformats.org/officeDocument/2006/relationships/image" Target="../media/image26984.png"/><Relationship Id="rId148" Type="http://schemas.openxmlformats.org/officeDocument/2006/relationships/image" Target="../media/image27010.png"/><Relationship Id="rId355" Type="http://schemas.openxmlformats.org/officeDocument/2006/relationships/customXml" Target="../ink/ink1207.xml"/><Relationship Id="rId397" Type="http://schemas.openxmlformats.org/officeDocument/2006/relationships/customXml" Target="../ink/ink1228.xml"/><Relationship Id="rId520" Type="http://schemas.openxmlformats.org/officeDocument/2006/relationships/image" Target="../media/image27194.png"/><Relationship Id="rId215" Type="http://schemas.openxmlformats.org/officeDocument/2006/relationships/customXml" Target="../ink/ink1137.xml"/><Relationship Id="rId257" Type="http://schemas.openxmlformats.org/officeDocument/2006/relationships/customXml" Target="../ink/ink1158.xml"/><Relationship Id="rId422" Type="http://schemas.openxmlformats.org/officeDocument/2006/relationships/image" Target="../media/image27146.png"/><Relationship Id="rId464" Type="http://schemas.openxmlformats.org/officeDocument/2006/relationships/image" Target="../media/image27166.png"/><Relationship Id="rId299" Type="http://schemas.openxmlformats.org/officeDocument/2006/relationships/customXml" Target="../ink/ink1179.xml"/><Relationship Id="rId63" Type="http://schemas.openxmlformats.org/officeDocument/2006/relationships/customXml" Target="../ink/ink1061.xml"/><Relationship Id="rId159" Type="http://schemas.openxmlformats.org/officeDocument/2006/relationships/customXml" Target="../ink/ink1109.xml"/><Relationship Id="rId366" Type="http://schemas.openxmlformats.org/officeDocument/2006/relationships/image" Target="../media/image27118.png"/><Relationship Id="rId226" Type="http://schemas.openxmlformats.org/officeDocument/2006/relationships/image" Target="../media/image27049.png"/><Relationship Id="rId433" Type="http://schemas.openxmlformats.org/officeDocument/2006/relationships/customXml" Target="../ink/ink1246.xml"/><Relationship Id="rId74" Type="http://schemas.openxmlformats.org/officeDocument/2006/relationships/image" Target="../media/image26974.png"/><Relationship Id="rId377" Type="http://schemas.openxmlformats.org/officeDocument/2006/relationships/customXml" Target="../ink/ink1218.xml"/><Relationship Id="rId500" Type="http://schemas.openxmlformats.org/officeDocument/2006/relationships/image" Target="../media/image27184.png"/><Relationship Id="rId5" Type="http://schemas.openxmlformats.org/officeDocument/2006/relationships/image" Target="../media/image25940.png"/><Relationship Id="rId237" Type="http://schemas.openxmlformats.org/officeDocument/2006/relationships/customXml" Target="../ink/ink1148.xml"/><Relationship Id="rId444" Type="http://schemas.openxmlformats.org/officeDocument/2006/relationships/customXml" Target="../ink/ink1252.xml"/><Relationship Id="rId290" Type="http://schemas.openxmlformats.org/officeDocument/2006/relationships/image" Target="../media/image26579.png"/><Relationship Id="rId304" Type="http://schemas.openxmlformats.org/officeDocument/2006/relationships/image" Target="../media/image27087.png"/><Relationship Id="rId388" Type="http://schemas.openxmlformats.org/officeDocument/2006/relationships/image" Target="../media/image27129.png"/><Relationship Id="rId511" Type="http://schemas.openxmlformats.org/officeDocument/2006/relationships/customXml" Target="../ink/ink1286.xml"/><Relationship Id="rId85" Type="http://schemas.openxmlformats.org/officeDocument/2006/relationships/customXml" Target="../ink/ink1072.xml"/><Relationship Id="rId150" Type="http://schemas.openxmlformats.org/officeDocument/2006/relationships/image" Target="../media/image27011.png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362.xml"/><Relationship Id="rId21" Type="http://schemas.openxmlformats.org/officeDocument/2006/relationships/customXml" Target="../ink/ink1314.xml"/><Relationship Id="rId324" Type="http://schemas.openxmlformats.org/officeDocument/2006/relationships/customXml" Target="../ink/ink1466.xml"/><Relationship Id="rId531" Type="http://schemas.openxmlformats.org/officeDocument/2006/relationships/image" Target="../media/image27465.png"/><Relationship Id="rId170" Type="http://schemas.openxmlformats.org/officeDocument/2006/relationships/image" Target="../media/image27287.png"/><Relationship Id="rId268" Type="http://schemas.openxmlformats.org/officeDocument/2006/relationships/customXml" Target="../ink/ink1438.xml"/><Relationship Id="rId475" Type="http://schemas.openxmlformats.org/officeDocument/2006/relationships/image" Target="../media/image27437.png"/><Relationship Id="rId32" Type="http://schemas.openxmlformats.org/officeDocument/2006/relationships/image" Target="../media/image27218.png"/><Relationship Id="rId128" Type="http://schemas.openxmlformats.org/officeDocument/2006/relationships/image" Target="../media/image27266.png"/><Relationship Id="rId335" Type="http://schemas.openxmlformats.org/officeDocument/2006/relationships/image" Target="../media/image27367.png"/><Relationship Id="rId542" Type="http://schemas.openxmlformats.org/officeDocument/2006/relationships/customXml" Target="../ink/ink1575.xml"/><Relationship Id="rId181" Type="http://schemas.openxmlformats.org/officeDocument/2006/relationships/customXml" Target="../ink/ink1394.xml"/><Relationship Id="rId402" Type="http://schemas.openxmlformats.org/officeDocument/2006/relationships/customXml" Target="../ink/ink1505.xml"/><Relationship Id="rId279" Type="http://schemas.openxmlformats.org/officeDocument/2006/relationships/image" Target="../media/image27339.png"/><Relationship Id="rId486" Type="http://schemas.openxmlformats.org/officeDocument/2006/relationships/customXml" Target="../ink/ink1547.xml"/><Relationship Id="rId43" Type="http://schemas.openxmlformats.org/officeDocument/2006/relationships/customXml" Target="../ink/ink1325.xml"/><Relationship Id="rId139" Type="http://schemas.openxmlformats.org/officeDocument/2006/relationships/customXml" Target="../ink/ink1373.xml"/><Relationship Id="rId346" Type="http://schemas.openxmlformats.org/officeDocument/2006/relationships/customXml" Target="../ink/ink1477.xml"/><Relationship Id="rId553" Type="http://schemas.openxmlformats.org/officeDocument/2006/relationships/image" Target="../media/image27476.png"/><Relationship Id="rId192" Type="http://schemas.openxmlformats.org/officeDocument/2006/relationships/customXml" Target="../ink/ink1400.xml"/><Relationship Id="rId206" Type="http://schemas.openxmlformats.org/officeDocument/2006/relationships/customXml" Target="../ink/ink1407.xml"/><Relationship Id="rId413" Type="http://schemas.openxmlformats.org/officeDocument/2006/relationships/image" Target="../media/image27406.png"/><Relationship Id="rId497" Type="http://schemas.openxmlformats.org/officeDocument/2006/relationships/image" Target="../media/image27448.png"/><Relationship Id="rId357" Type="http://schemas.openxmlformats.org/officeDocument/2006/relationships/image" Target="../media/image27378.png"/><Relationship Id="rId54" Type="http://schemas.openxmlformats.org/officeDocument/2006/relationships/image" Target="../media/image27229.png"/><Relationship Id="rId217" Type="http://schemas.openxmlformats.org/officeDocument/2006/relationships/image" Target="../media/image27309.png"/><Relationship Id="rId564" Type="http://schemas.openxmlformats.org/officeDocument/2006/relationships/customXml" Target="../ink/ink1586.xml"/><Relationship Id="rId424" Type="http://schemas.openxmlformats.org/officeDocument/2006/relationships/customXml" Target="../ink/ink1516.xml"/><Relationship Id="rId270" Type="http://schemas.openxmlformats.org/officeDocument/2006/relationships/customXml" Target="../ink/ink1439.xml"/><Relationship Id="rId65" Type="http://schemas.openxmlformats.org/officeDocument/2006/relationships/customXml" Target="../ink/ink1336.xml"/><Relationship Id="rId130" Type="http://schemas.openxmlformats.org/officeDocument/2006/relationships/image" Target="../media/image27267.png"/><Relationship Id="rId368" Type="http://schemas.openxmlformats.org/officeDocument/2006/relationships/customXml" Target="../ink/ink1488.xml"/><Relationship Id="rId575" Type="http://schemas.openxmlformats.org/officeDocument/2006/relationships/image" Target="../media/image27487.png"/><Relationship Id="rId228" Type="http://schemas.openxmlformats.org/officeDocument/2006/relationships/customXml" Target="../ink/ink1418.xml"/><Relationship Id="rId435" Type="http://schemas.openxmlformats.org/officeDocument/2006/relationships/image" Target="../media/image27417.png"/><Relationship Id="rId281" Type="http://schemas.openxmlformats.org/officeDocument/2006/relationships/image" Target="../media/image27340.png"/><Relationship Id="rId502" Type="http://schemas.openxmlformats.org/officeDocument/2006/relationships/customXml" Target="../ink/ink1555.xml"/><Relationship Id="rId76" Type="http://schemas.openxmlformats.org/officeDocument/2006/relationships/image" Target="../media/image27240.png"/><Relationship Id="rId141" Type="http://schemas.openxmlformats.org/officeDocument/2006/relationships/customXml" Target="../ink/ink1374.xml"/><Relationship Id="rId379" Type="http://schemas.openxmlformats.org/officeDocument/2006/relationships/image" Target="../media/image27389.png"/><Relationship Id="rId586" Type="http://schemas.openxmlformats.org/officeDocument/2006/relationships/customXml" Target="../ink/ink1597.xml"/><Relationship Id="rId7" Type="http://schemas.openxmlformats.org/officeDocument/2006/relationships/image" Target="../media/image25941.png"/><Relationship Id="rId239" Type="http://schemas.openxmlformats.org/officeDocument/2006/relationships/image" Target="../media/image27319.png"/><Relationship Id="rId446" Type="http://schemas.openxmlformats.org/officeDocument/2006/relationships/customXml" Target="../ink/ink1527.xml"/><Relationship Id="rId292" Type="http://schemas.openxmlformats.org/officeDocument/2006/relationships/customXml" Target="../ink/ink1450.xml"/><Relationship Id="rId306" Type="http://schemas.openxmlformats.org/officeDocument/2006/relationships/customXml" Target="../ink/ink1457.xml"/><Relationship Id="rId45" Type="http://schemas.openxmlformats.org/officeDocument/2006/relationships/customXml" Target="../ink/ink1326.xml"/><Relationship Id="rId87" Type="http://schemas.openxmlformats.org/officeDocument/2006/relationships/customXml" Target="../ink/ink1347.xml"/><Relationship Id="rId110" Type="http://schemas.openxmlformats.org/officeDocument/2006/relationships/image" Target="../media/image27257.png"/><Relationship Id="rId348" Type="http://schemas.openxmlformats.org/officeDocument/2006/relationships/customXml" Target="../ink/ink1478.xml"/><Relationship Id="rId513" Type="http://schemas.openxmlformats.org/officeDocument/2006/relationships/image" Target="../media/image27456.png"/><Relationship Id="rId555" Type="http://schemas.openxmlformats.org/officeDocument/2006/relationships/image" Target="../media/image27477.png"/><Relationship Id="rId152" Type="http://schemas.openxmlformats.org/officeDocument/2006/relationships/image" Target="../media/image27278.png"/><Relationship Id="rId194" Type="http://schemas.openxmlformats.org/officeDocument/2006/relationships/customXml" Target="../ink/ink1401.xml"/><Relationship Id="rId208" Type="http://schemas.openxmlformats.org/officeDocument/2006/relationships/customXml" Target="../ink/ink1408.xml"/><Relationship Id="rId415" Type="http://schemas.openxmlformats.org/officeDocument/2006/relationships/image" Target="../media/image27407.png"/><Relationship Id="rId457" Type="http://schemas.openxmlformats.org/officeDocument/2006/relationships/image" Target="../media/image27428.png"/><Relationship Id="rId261" Type="http://schemas.openxmlformats.org/officeDocument/2006/relationships/image" Target="../media/image27330.png"/><Relationship Id="rId499" Type="http://schemas.openxmlformats.org/officeDocument/2006/relationships/image" Target="../media/image27449.png"/><Relationship Id="rId14" Type="http://schemas.openxmlformats.org/officeDocument/2006/relationships/image" Target="../media/image27209.png"/><Relationship Id="rId56" Type="http://schemas.openxmlformats.org/officeDocument/2006/relationships/image" Target="../media/image27230.png"/><Relationship Id="rId317" Type="http://schemas.openxmlformats.org/officeDocument/2006/relationships/image" Target="../media/image27358.png"/><Relationship Id="rId359" Type="http://schemas.openxmlformats.org/officeDocument/2006/relationships/image" Target="../media/image27379.png"/><Relationship Id="rId524" Type="http://schemas.openxmlformats.org/officeDocument/2006/relationships/customXml" Target="../ink/ink1566.xml"/><Relationship Id="rId566" Type="http://schemas.openxmlformats.org/officeDocument/2006/relationships/customXml" Target="../ink/ink1587.xml"/><Relationship Id="rId98" Type="http://schemas.openxmlformats.org/officeDocument/2006/relationships/image" Target="../media/image27251.png"/><Relationship Id="rId121" Type="http://schemas.openxmlformats.org/officeDocument/2006/relationships/customXml" Target="../ink/ink1364.xml"/><Relationship Id="rId163" Type="http://schemas.openxmlformats.org/officeDocument/2006/relationships/customXml" Target="../ink/ink1385.xml"/><Relationship Id="rId219" Type="http://schemas.openxmlformats.org/officeDocument/2006/relationships/image" Target="../media/image27310.png"/><Relationship Id="rId370" Type="http://schemas.openxmlformats.org/officeDocument/2006/relationships/customXml" Target="../ink/ink1489.xml"/><Relationship Id="rId426" Type="http://schemas.openxmlformats.org/officeDocument/2006/relationships/customXml" Target="../ink/ink1517.xml"/><Relationship Id="rId230" Type="http://schemas.openxmlformats.org/officeDocument/2006/relationships/customXml" Target="../ink/ink1419.xml"/><Relationship Id="rId468" Type="http://schemas.openxmlformats.org/officeDocument/2006/relationships/customXml" Target="../ink/ink1538.xml"/><Relationship Id="rId25" Type="http://schemas.openxmlformats.org/officeDocument/2006/relationships/customXml" Target="../ink/ink1316.xml"/><Relationship Id="rId67" Type="http://schemas.openxmlformats.org/officeDocument/2006/relationships/customXml" Target="../ink/ink1337.xml"/><Relationship Id="rId272" Type="http://schemas.openxmlformats.org/officeDocument/2006/relationships/customXml" Target="../ink/ink1440.xml"/><Relationship Id="rId328" Type="http://schemas.openxmlformats.org/officeDocument/2006/relationships/customXml" Target="../ink/ink1468.xml"/><Relationship Id="rId535" Type="http://schemas.openxmlformats.org/officeDocument/2006/relationships/image" Target="../media/image27467.png"/><Relationship Id="rId577" Type="http://schemas.openxmlformats.org/officeDocument/2006/relationships/image" Target="../media/image27488.png"/><Relationship Id="rId132" Type="http://schemas.openxmlformats.org/officeDocument/2006/relationships/image" Target="../media/image27268.png"/><Relationship Id="rId174" Type="http://schemas.openxmlformats.org/officeDocument/2006/relationships/image" Target="../media/image27289.png"/><Relationship Id="rId381" Type="http://schemas.openxmlformats.org/officeDocument/2006/relationships/image" Target="../media/image27390.png"/><Relationship Id="rId241" Type="http://schemas.openxmlformats.org/officeDocument/2006/relationships/image" Target="../media/image27320.png"/><Relationship Id="rId437" Type="http://schemas.openxmlformats.org/officeDocument/2006/relationships/image" Target="../media/image27418.png"/><Relationship Id="rId479" Type="http://schemas.openxmlformats.org/officeDocument/2006/relationships/image" Target="../media/image27439.png"/><Relationship Id="rId36" Type="http://schemas.openxmlformats.org/officeDocument/2006/relationships/image" Target="../media/image27220.png"/><Relationship Id="rId283" Type="http://schemas.openxmlformats.org/officeDocument/2006/relationships/image" Target="../media/image27341.png"/><Relationship Id="rId339" Type="http://schemas.openxmlformats.org/officeDocument/2006/relationships/image" Target="../media/image27369.png"/><Relationship Id="rId490" Type="http://schemas.openxmlformats.org/officeDocument/2006/relationships/customXml" Target="../ink/ink1549.xml"/><Relationship Id="rId504" Type="http://schemas.openxmlformats.org/officeDocument/2006/relationships/customXml" Target="../ink/ink1556.xml"/><Relationship Id="rId546" Type="http://schemas.openxmlformats.org/officeDocument/2006/relationships/customXml" Target="../ink/ink1577.xml"/><Relationship Id="rId78" Type="http://schemas.openxmlformats.org/officeDocument/2006/relationships/image" Target="../media/image27241.png"/><Relationship Id="rId101" Type="http://schemas.openxmlformats.org/officeDocument/2006/relationships/customXml" Target="../ink/ink1354.xml"/><Relationship Id="rId143" Type="http://schemas.openxmlformats.org/officeDocument/2006/relationships/customXml" Target="../ink/ink1375.xml"/><Relationship Id="rId185" Type="http://schemas.openxmlformats.org/officeDocument/2006/relationships/image" Target="../media/image27294.png"/><Relationship Id="rId350" Type="http://schemas.openxmlformats.org/officeDocument/2006/relationships/customXml" Target="../ink/ink1479.xml"/><Relationship Id="rId406" Type="http://schemas.openxmlformats.org/officeDocument/2006/relationships/customXml" Target="../ink/ink1507.xml"/><Relationship Id="rId588" Type="http://schemas.openxmlformats.org/officeDocument/2006/relationships/customXml" Target="../ink/ink1598.xml"/><Relationship Id="rId9" Type="http://schemas.openxmlformats.org/officeDocument/2006/relationships/customXml" Target="../ink/ink1308.xml"/><Relationship Id="rId210" Type="http://schemas.openxmlformats.org/officeDocument/2006/relationships/customXml" Target="../ink/ink1409.xml"/><Relationship Id="rId392" Type="http://schemas.openxmlformats.org/officeDocument/2006/relationships/customXml" Target="../ink/ink1500.xml"/><Relationship Id="rId448" Type="http://schemas.openxmlformats.org/officeDocument/2006/relationships/customXml" Target="../ink/ink1528.xml"/><Relationship Id="rId252" Type="http://schemas.openxmlformats.org/officeDocument/2006/relationships/customXml" Target="../ink/ink1430.xml"/><Relationship Id="rId294" Type="http://schemas.openxmlformats.org/officeDocument/2006/relationships/customXml" Target="../ink/ink1451.xml"/><Relationship Id="rId308" Type="http://schemas.openxmlformats.org/officeDocument/2006/relationships/customXml" Target="../ink/ink1458.xml"/><Relationship Id="rId515" Type="http://schemas.openxmlformats.org/officeDocument/2006/relationships/image" Target="../media/image27457.png"/><Relationship Id="rId47" Type="http://schemas.openxmlformats.org/officeDocument/2006/relationships/customXml" Target="../ink/ink1327.xml"/><Relationship Id="rId89" Type="http://schemas.openxmlformats.org/officeDocument/2006/relationships/customXml" Target="../ink/ink1348.xml"/><Relationship Id="rId112" Type="http://schemas.openxmlformats.org/officeDocument/2006/relationships/image" Target="../media/image27258.png"/><Relationship Id="rId154" Type="http://schemas.openxmlformats.org/officeDocument/2006/relationships/image" Target="../media/image27279.png"/><Relationship Id="rId361" Type="http://schemas.openxmlformats.org/officeDocument/2006/relationships/image" Target="../media/image27380.png"/><Relationship Id="rId557" Type="http://schemas.openxmlformats.org/officeDocument/2006/relationships/image" Target="../media/image27478.png"/><Relationship Id="rId196" Type="http://schemas.openxmlformats.org/officeDocument/2006/relationships/customXml" Target="../ink/ink1402.xml"/><Relationship Id="rId417" Type="http://schemas.openxmlformats.org/officeDocument/2006/relationships/image" Target="../media/image27408.png"/><Relationship Id="rId459" Type="http://schemas.openxmlformats.org/officeDocument/2006/relationships/image" Target="../media/image27429.png"/><Relationship Id="rId16" Type="http://schemas.openxmlformats.org/officeDocument/2006/relationships/image" Target="../media/image27210.png"/><Relationship Id="rId221" Type="http://schemas.openxmlformats.org/officeDocument/2006/relationships/image" Target="../media/image27311.png"/><Relationship Id="rId263" Type="http://schemas.openxmlformats.org/officeDocument/2006/relationships/image" Target="../media/image27331.png"/><Relationship Id="rId319" Type="http://schemas.openxmlformats.org/officeDocument/2006/relationships/image" Target="../media/image27359.png"/><Relationship Id="rId470" Type="http://schemas.openxmlformats.org/officeDocument/2006/relationships/customXml" Target="../ink/ink1539.xml"/><Relationship Id="rId526" Type="http://schemas.openxmlformats.org/officeDocument/2006/relationships/customXml" Target="../ink/ink1567.xml"/><Relationship Id="rId58" Type="http://schemas.openxmlformats.org/officeDocument/2006/relationships/image" Target="../media/image27231.png"/><Relationship Id="rId123" Type="http://schemas.openxmlformats.org/officeDocument/2006/relationships/customXml" Target="../ink/ink1365.xml"/><Relationship Id="rId330" Type="http://schemas.openxmlformats.org/officeDocument/2006/relationships/customXml" Target="../ink/ink1469.xml"/><Relationship Id="rId568" Type="http://schemas.openxmlformats.org/officeDocument/2006/relationships/customXml" Target="../ink/ink1588.xml"/><Relationship Id="rId165" Type="http://schemas.openxmlformats.org/officeDocument/2006/relationships/customXml" Target="../ink/ink1386.xml"/><Relationship Id="rId372" Type="http://schemas.openxmlformats.org/officeDocument/2006/relationships/customXml" Target="../ink/ink1490.xml"/><Relationship Id="rId428" Type="http://schemas.openxmlformats.org/officeDocument/2006/relationships/customXml" Target="../ink/ink1518.xml"/><Relationship Id="rId232" Type="http://schemas.openxmlformats.org/officeDocument/2006/relationships/customXml" Target="../ink/ink1420.xml"/><Relationship Id="rId274" Type="http://schemas.openxmlformats.org/officeDocument/2006/relationships/customXml" Target="../ink/ink1441.xml"/><Relationship Id="rId481" Type="http://schemas.openxmlformats.org/officeDocument/2006/relationships/image" Target="../media/image27440.png"/><Relationship Id="rId27" Type="http://schemas.openxmlformats.org/officeDocument/2006/relationships/customXml" Target="../ink/ink1317.xml"/><Relationship Id="rId69" Type="http://schemas.openxmlformats.org/officeDocument/2006/relationships/customXml" Target="../ink/ink1338.xml"/><Relationship Id="rId134" Type="http://schemas.openxmlformats.org/officeDocument/2006/relationships/image" Target="../media/image27269.png"/><Relationship Id="rId537" Type="http://schemas.openxmlformats.org/officeDocument/2006/relationships/image" Target="../media/image27468.png"/><Relationship Id="rId579" Type="http://schemas.openxmlformats.org/officeDocument/2006/relationships/image" Target="../media/image27489.png"/><Relationship Id="rId80" Type="http://schemas.openxmlformats.org/officeDocument/2006/relationships/image" Target="../media/image27242.png"/><Relationship Id="rId176" Type="http://schemas.openxmlformats.org/officeDocument/2006/relationships/image" Target="../media/image27290.png"/><Relationship Id="rId341" Type="http://schemas.openxmlformats.org/officeDocument/2006/relationships/image" Target="../media/image27370.png"/><Relationship Id="rId383" Type="http://schemas.openxmlformats.org/officeDocument/2006/relationships/image" Target="../media/image27391.png"/><Relationship Id="rId439" Type="http://schemas.openxmlformats.org/officeDocument/2006/relationships/image" Target="../media/image27419.png"/><Relationship Id="rId590" Type="http://schemas.openxmlformats.org/officeDocument/2006/relationships/customXml" Target="../ink/ink1599.xml"/><Relationship Id="rId201" Type="http://schemas.openxmlformats.org/officeDocument/2006/relationships/image" Target="../media/image27302.png"/><Relationship Id="rId243" Type="http://schemas.openxmlformats.org/officeDocument/2006/relationships/image" Target="../media/image27321.png"/><Relationship Id="rId285" Type="http://schemas.openxmlformats.org/officeDocument/2006/relationships/image" Target="../media/image27342.png"/><Relationship Id="rId450" Type="http://schemas.openxmlformats.org/officeDocument/2006/relationships/customXml" Target="../ink/ink1529.xml"/><Relationship Id="rId506" Type="http://schemas.openxmlformats.org/officeDocument/2006/relationships/customXml" Target="../ink/ink1557.xml"/><Relationship Id="rId38" Type="http://schemas.openxmlformats.org/officeDocument/2006/relationships/image" Target="../media/image27221.png"/><Relationship Id="rId103" Type="http://schemas.openxmlformats.org/officeDocument/2006/relationships/customXml" Target="../ink/ink1355.xml"/><Relationship Id="rId310" Type="http://schemas.openxmlformats.org/officeDocument/2006/relationships/customXml" Target="../ink/ink1459.xml"/><Relationship Id="rId492" Type="http://schemas.openxmlformats.org/officeDocument/2006/relationships/customXml" Target="../ink/ink1550.xml"/><Relationship Id="rId548" Type="http://schemas.openxmlformats.org/officeDocument/2006/relationships/customXml" Target="../ink/ink1578.xml"/><Relationship Id="rId91" Type="http://schemas.openxmlformats.org/officeDocument/2006/relationships/customXml" Target="../ink/ink1349.xml"/><Relationship Id="rId145" Type="http://schemas.openxmlformats.org/officeDocument/2006/relationships/customXml" Target="../ink/ink1376.xml"/><Relationship Id="rId187" Type="http://schemas.openxmlformats.org/officeDocument/2006/relationships/image" Target="../media/image27295.png"/><Relationship Id="rId352" Type="http://schemas.openxmlformats.org/officeDocument/2006/relationships/customXml" Target="../ink/ink1480.xml"/><Relationship Id="rId394" Type="http://schemas.openxmlformats.org/officeDocument/2006/relationships/customXml" Target="../ink/ink1501.xml"/><Relationship Id="rId408" Type="http://schemas.openxmlformats.org/officeDocument/2006/relationships/customXml" Target="../ink/ink1508.xml"/><Relationship Id="rId212" Type="http://schemas.openxmlformats.org/officeDocument/2006/relationships/customXml" Target="../ink/ink1410.xml"/><Relationship Id="rId254" Type="http://schemas.openxmlformats.org/officeDocument/2006/relationships/customXml" Target="../ink/ink1431.xml"/><Relationship Id="rId49" Type="http://schemas.openxmlformats.org/officeDocument/2006/relationships/customXml" Target="../ink/ink1328.xml"/><Relationship Id="rId114" Type="http://schemas.openxmlformats.org/officeDocument/2006/relationships/image" Target="../media/image27259.png"/><Relationship Id="rId296" Type="http://schemas.openxmlformats.org/officeDocument/2006/relationships/customXml" Target="../ink/ink1452.xml"/><Relationship Id="rId461" Type="http://schemas.openxmlformats.org/officeDocument/2006/relationships/image" Target="../media/image27430.png"/><Relationship Id="rId517" Type="http://schemas.openxmlformats.org/officeDocument/2006/relationships/image" Target="../media/image27458.png"/><Relationship Id="rId559" Type="http://schemas.openxmlformats.org/officeDocument/2006/relationships/image" Target="../media/image27479.png"/><Relationship Id="rId60" Type="http://schemas.openxmlformats.org/officeDocument/2006/relationships/image" Target="../media/image27232.png"/><Relationship Id="rId156" Type="http://schemas.openxmlformats.org/officeDocument/2006/relationships/image" Target="../media/image27280.png"/><Relationship Id="rId198" Type="http://schemas.openxmlformats.org/officeDocument/2006/relationships/customXml" Target="../ink/ink1403.xml"/><Relationship Id="rId321" Type="http://schemas.openxmlformats.org/officeDocument/2006/relationships/image" Target="../media/image27360.png"/><Relationship Id="rId363" Type="http://schemas.openxmlformats.org/officeDocument/2006/relationships/image" Target="../media/image27381.png"/><Relationship Id="rId419" Type="http://schemas.openxmlformats.org/officeDocument/2006/relationships/image" Target="../media/image27409.png"/><Relationship Id="rId570" Type="http://schemas.openxmlformats.org/officeDocument/2006/relationships/customXml" Target="../ink/ink1589.xml"/><Relationship Id="rId223" Type="http://schemas.openxmlformats.org/officeDocument/2006/relationships/image" Target="../media/image27312.png"/><Relationship Id="rId430" Type="http://schemas.openxmlformats.org/officeDocument/2006/relationships/customXml" Target="../ink/ink1519.xml"/><Relationship Id="rId18" Type="http://schemas.openxmlformats.org/officeDocument/2006/relationships/image" Target="../media/image27211.png"/><Relationship Id="rId265" Type="http://schemas.openxmlformats.org/officeDocument/2006/relationships/image" Target="../media/image27332.png"/><Relationship Id="rId472" Type="http://schemas.openxmlformats.org/officeDocument/2006/relationships/customXml" Target="../ink/ink1540.xml"/><Relationship Id="rId528" Type="http://schemas.openxmlformats.org/officeDocument/2006/relationships/customXml" Target="../ink/ink1568.xml"/><Relationship Id="rId125" Type="http://schemas.openxmlformats.org/officeDocument/2006/relationships/customXml" Target="../ink/ink1366.xml"/><Relationship Id="rId167" Type="http://schemas.openxmlformats.org/officeDocument/2006/relationships/customXml" Target="../ink/ink1387.xml"/><Relationship Id="rId332" Type="http://schemas.openxmlformats.org/officeDocument/2006/relationships/customXml" Target="../ink/ink1470.xml"/><Relationship Id="rId374" Type="http://schemas.openxmlformats.org/officeDocument/2006/relationships/customXml" Target="../ink/ink1491.xml"/><Relationship Id="rId581" Type="http://schemas.openxmlformats.org/officeDocument/2006/relationships/image" Target="../media/image27490.png"/><Relationship Id="rId71" Type="http://schemas.openxmlformats.org/officeDocument/2006/relationships/customXml" Target="../ink/ink1339.xml"/><Relationship Id="rId234" Type="http://schemas.openxmlformats.org/officeDocument/2006/relationships/customXml" Target="../ink/ink1421.xml"/><Relationship Id="rId2" Type="http://schemas.openxmlformats.org/officeDocument/2006/relationships/customXml" Target="../ink/ink1304.xml"/><Relationship Id="rId29" Type="http://schemas.openxmlformats.org/officeDocument/2006/relationships/customXml" Target="../ink/ink1318.xml"/><Relationship Id="rId276" Type="http://schemas.openxmlformats.org/officeDocument/2006/relationships/customXml" Target="../ink/ink1442.xml"/><Relationship Id="rId441" Type="http://schemas.openxmlformats.org/officeDocument/2006/relationships/image" Target="../media/image27420.png"/><Relationship Id="rId483" Type="http://schemas.openxmlformats.org/officeDocument/2006/relationships/image" Target="../media/image27441.png"/><Relationship Id="rId539" Type="http://schemas.openxmlformats.org/officeDocument/2006/relationships/image" Target="../media/image27469.png"/><Relationship Id="rId40" Type="http://schemas.openxmlformats.org/officeDocument/2006/relationships/image" Target="../media/image27222.png"/><Relationship Id="rId136" Type="http://schemas.openxmlformats.org/officeDocument/2006/relationships/image" Target="../media/image27270.png"/><Relationship Id="rId178" Type="http://schemas.openxmlformats.org/officeDocument/2006/relationships/image" Target="../media/image27291.png"/><Relationship Id="rId301" Type="http://schemas.openxmlformats.org/officeDocument/2006/relationships/image" Target="../media/image27350.png"/><Relationship Id="rId343" Type="http://schemas.openxmlformats.org/officeDocument/2006/relationships/image" Target="../media/image27371.png"/><Relationship Id="rId550" Type="http://schemas.openxmlformats.org/officeDocument/2006/relationships/customXml" Target="../ink/ink1579.xml"/><Relationship Id="rId82" Type="http://schemas.openxmlformats.org/officeDocument/2006/relationships/image" Target="../media/image27243.png"/><Relationship Id="rId203" Type="http://schemas.openxmlformats.org/officeDocument/2006/relationships/image" Target="../media/image26579.png"/><Relationship Id="rId385" Type="http://schemas.openxmlformats.org/officeDocument/2006/relationships/image" Target="../media/image27392.png"/><Relationship Id="rId245" Type="http://schemas.openxmlformats.org/officeDocument/2006/relationships/image" Target="../media/image27322.png"/><Relationship Id="rId287" Type="http://schemas.openxmlformats.org/officeDocument/2006/relationships/image" Target="../media/image27343.png"/><Relationship Id="rId410" Type="http://schemas.openxmlformats.org/officeDocument/2006/relationships/customXml" Target="../ink/ink1509.xml"/><Relationship Id="rId452" Type="http://schemas.openxmlformats.org/officeDocument/2006/relationships/customXml" Target="../ink/ink1530.xml"/><Relationship Id="rId494" Type="http://schemas.openxmlformats.org/officeDocument/2006/relationships/customXml" Target="../ink/ink1551.xml"/><Relationship Id="rId508" Type="http://schemas.openxmlformats.org/officeDocument/2006/relationships/customXml" Target="../ink/ink1558.xml"/><Relationship Id="rId105" Type="http://schemas.openxmlformats.org/officeDocument/2006/relationships/customXml" Target="../ink/ink1356.xml"/><Relationship Id="rId147" Type="http://schemas.openxmlformats.org/officeDocument/2006/relationships/customXml" Target="../ink/ink1377.xml"/><Relationship Id="rId312" Type="http://schemas.openxmlformats.org/officeDocument/2006/relationships/customXml" Target="../ink/ink1460.xml"/><Relationship Id="rId354" Type="http://schemas.openxmlformats.org/officeDocument/2006/relationships/customXml" Target="../ink/ink1481.xml"/><Relationship Id="rId51" Type="http://schemas.openxmlformats.org/officeDocument/2006/relationships/customXml" Target="../ink/ink1329.xml"/><Relationship Id="rId93" Type="http://schemas.openxmlformats.org/officeDocument/2006/relationships/customXml" Target="../ink/ink1350.xml"/><Relationship Id="rId189" Type="http://schemas.openxmlformats.org/officeDocument/2006/relationships/image" Target="../media/image27296.png"/><Relationship Id="rId396" Type="http://schemas.openxmlformats.org/officeDocument/2006/relationships/customXml" Target="../ink/ink1502.xml"/><Relationship Id="rId561" Type="http://schemas.openxmlformats.org/officeDocument/2006/relationships/image" Target="../media/image27480.png"/><Relationship Id="rId214" Type="http://schemas.openxmlformats.org/officeDocument/2006/relationships/customXml" Target="../ink/ink1411.xml"/><Relationship Id="rId256" Type="http://schemas.openxmlformats.org/officeDocument/2006/relationships/customXml" Target="../ink/ink1432.xml"/><Relationship Id="rId298" Type="http://schemas.openxmlformats.org/officeDocument/2006/relationships/customXml" Target="../ink/ink1453.xml"/><Relationship Id="rId421" Type="http://schemas.openxmlformats.org/officeDocument/2006/relationships/image" Target="../media/image27410.png"/><Relationship Id="rId463" Type="http://schemas.openxmlformats.org/officeDocument/2006/relationships/image" Target="../media/image27431.png"/><Relationship Id="rId519" Type="http://schemas.openxmlformats.org/officeDocument/2006/relationships/image" Target="../media/image27459.png"/><Relationship Id="rId116" Type="http://schemas.openxmlformats.org/officeDocument/2006/relationships/image" Target="../media/image27260.png"/><Relationship Id="rId158" Type="http://schemas.openxmlformats.org/officeDocument/2006/relationships/image" Target="../media/image27281.png"/><Relationship Id="rId323" Type="http://schemas.openxmlformats.org/officeDocument/2006/relationships/image" Target="../media/image27361.png"/><Relationship Id="rId530" Type="http://schemas.openxmlformats.org/officeDocument/2006/relationships/customXml" Target="../ink/ink1569.xml"/><Relationship Id="rId20" Type="http://schemas.openxmlformats.org/officeDocument/2006/relationships/image" Target="../media/image27212.png"/><Relationship Id="rId62" Type="http://schemas.openxmlformats.org/officeDocument/2006/relationships/image" Target="../media/image27233.png"/><Relationship Id="rId365" Type="http://schemas.openxmlformats.org/officeDocument/2006/relationships/image" Target="../media/image27382.png"/><Relationship Id="rId572" Type="http://schemas.openxmlformats.org/officeDocument/2006/relationships/customXml" Target="../ink/ink1590.xml"/><Relationship Id="rId225" Type="http://schemas.openxmlformats.org/officeDocument/2006/relationships/image" Target="../media/image27313.png"/><Relationship Id="rId267" Type="http://schemas.openxmlformats.org/officeDocument/2006/relationships/image" Target="../media/image27333.png"/><Relationship Id="rId432" Type="http://schemas.openxmlformats.org/officeDocument/2006/relationships/customXml" Target="../ink/ink1520.xml"/><Relationship Id="rId474" Type="http://schemas.openxmlformats.org/officeDocument/2006/relationships/customXml" Target="../ink/ink1541.xml"/><Relationship Id="rId127" Type="http://schemas.openxmlformats.org/officeDocument/2006/relationships/customXml" Target="../ink/ink1367.xml"/><Relationship Id="rId31" Type="http://schemas.openxmlformats.org/officeDocument/2006/relationships/customXml" Target="../ink/ink1319.xml"/><Relationship Id="rId73" Type="http://schemas.openxmlformats.org/officeDocument/2006/relationships/customXml" Target="../ink/ink1340.xml"/><Relationship Id="rId169" Type="http://schemas.openxmlformats.org/officeDocument/2006/relationships/customXml" Target="../ink/ink1388.xml"/><Relationship Id="rId334" Type="http://schemas.openxmlformats.org/officeDocument/2006/relationships/customXml" Target="../ink/ink1471.xml"/><Relationship Id="rId376" Type="http://schemas.openxmlformats.org/officeDocument/2006/relationships/customXml" Target="../ink/ink1492.xml"/><Relationship Id="rId541" Type="http://schemas.openxmlformats.org/officeDocument/2006/relationships/image" Target="../media/image27470.png"/><Relationship Id="rId583" Type="http://schemas.openxmlformats.org/officeDocument/2006/relationships/image" Target="../media/image27491.png"/><Relationship Id="rId4" Type="http://schemas.openxmlformats.org/officeDocument/2006/relationships/customXml" Target="../ink/ink1305.xml"/><Relationship Id="rId180" Type="http://schemas.openxmlformats.org/officeDocument/2006/relationships/image" Target="../media/image27292.png"/><Relationship Id="rId236" Type="http://schemas.openxmlformats.org/officeDocument/2006/relationships/customXml" Target="../ink/ink1422.xml"/><Relationship Id="rId278" Type="http://schemas.openxmlformats.org/officeDocument/2006/relationships/customXml" Target="../ink/ink1443.xml"/><Relationship Id="rId401" Type="http://schemas.openxmlformats.org/officeDocument/2006/relationships/image" Target="../media/image27400.png"/><Relationship Id="rId443" Type="http://schemas.openxmlformats.org/officeDocument/2006/relationships/image" Target="../media/image27421.png"/><Relationship Id="rId303" Type="http://schemas.openxmlformats.org/officeDocument/2006/relationships/image" Target="../media/image27351.png"/><Relationship Id="rId485" Type="http://schemas.openxmlformats.org/officeDocument/2006/relationships/image" Target="../media/image27442.png"/><Relationship Id="rId42" Type="http://schemas.openxmlformats.org/officeDocument/2006/relationships/image" Target="../media/image27223.png"/><Relationship Id="rId84" Type="http://schemas.openxmlformats.org/officeDocument/2006/relationships/image" Target="../media/image27244.png"/><Relationship Id="rId138" Type="http://schemas.openxmlformats.org/officeDocument/2006/relationships/image" Target="../media/image27271.png"/><Relationship Id="rId345" Type="http://schemas.openxmlformats.org/officeDocument/2006/relationships/image" Target="../media/image27372.png"/><Relationship Id="rId387" Type="http://schemas.openxmlformats.org/officeDocument/2006/relationships/image" Target="../media/image27393.png"/><Relationship Id="rId510" Type="http://schemas.openxmlformats.org/officeDocument/2006/relationships/customXml" Target="../ink/ink1559.xml"/><Relationship Id="rId552" Type="http://schemas.openxmlformats.org/officeDocument/2006/relationships/customXml" Target="../ink/ink1580.xml"/><Relationship Id="rId191" Type="http://schemas.openxmlformats.org/officeDocument/2006/relationships/image" Target="../media/image27297.png"/><Relationship Id="rId205" Type="http://schemas.openxmlformats.org/officeDocument/2006/relationships/image" Target="../media/image27303.png"/><Relationship Id="rId247" Type="http://schemas.openxmlformats.org/officeDocument/2006/relationships/image" Target="../media/image27323.png"/><Relationship Id="rId412" Type="http://schemas.openxmlformats.org/officeDocument/2006/relationships/customXml" Target="../ink/ink1510.xml"/><Relationship Id="rId107" Type="http://schemas.openxmlformats.org/officeDocument/2006/relationships/customXml" Target="../ink/ink1357.xml"/><Relationship Id="rId289" Type="http://schemas.openxmlformats.org/officeDocument/2006/relationships/image" Target="../media/image27344.png"/><Relationship Id="rId454" Type="http://schemas.openxmlformats.org/officeDocument/2006/relationships/customXml" Target="../ink/ink1531.xml"/><Relationship Id="rId496" Type="http://schemas.openxmlformats.org/officeDocument/2006/relationships/customXml" Target="../ink/ink1552.xml"/><Relationship Id="rId11" Type="http://schemas.openxmlformats.org/officeDocument/2006/relationships/customXml" Target="../ink/ink1309.xml"/><Relationship Id="rId53" Type="http://schemas.openxmlformats.org/officeDocument/2006/relationships/customXml" Target="../ink/ink1330.xml"/><Relationship Id="rId149" Type="http://schemas.openxmlformats.org/officeDocument/2006/relationships/customXml" Target="../ink/ink1378.xml"/><Relationship Id="rId314" Type="http://schemas.openxmlformats.org/officeDocument/2006/relationships/customXml" Target="../ink/ink1461.xml"/><Relationship Id="rId356" Type="http://schemas.openxmlformats.org/officeDocument/2006/relationships/customXml" Target="../ink/ink1482.xml"/><Relationship Id="rId398" Type="http://schemas.openxmlformats.org/officeDocument/2006/relationships/customXml" Target="../ink/ink1503.xml"/><Relationship Id="rId521" Type="http://schemas.openxmlformats.org/officeDocument/2006/relationships/image" Target="../media/image27460.png"/><Relationship Id="rId563" Type="http://schemas.openxmlformats.org/officeDocument/2006/relationships/image" Target="../media/image27481.png"/><Relationship Id="rId95" Type="http://schemas.openxmlformats.org/officeDocument/2006/relationships/customXml" Target="../ink/ink1351.xml"/><Relationship Id="rId160" Type="http://schemas.openxmlformats.org/officeDocument/2006/relationships/image" Target="../media/image27282.png"/><Relationship Id="rId216" Type="http://schemas.openxmlformats.org/officeDocument/2006/relationships/customXml" Target="../ink/ink1412.xml"/><Relationship Id="rId423" Type="http://schemas.openxmlformats.org/officeDocument/2006/relationships/image" Target="../media/image27411.png"/><Relationship Id="rId258" Type="http://schemas.openxmlformats.org/officeDocument/2006/relationships/customXml" Target="../ink/ink1433.xml"/><Relationship Id="rId465" Type="http://schemas.openxmlformats.org/officeDocument/2006/relationships/image" Target="../media/image27432.png"/><Relationship Id="rId22" Type="http://schemas.openxmlformats.org/officeDocument/2006/relationships/image" Target="../media/image27213.png"/><Relationship Id="rId64" Type="http://schemas.openxmlformats.org/officeDocument/2006/relationships/image" Target="../media/image27234.png"/><Relationship Id="rId118" Type="http://schemas.openxmlformats.org/officeDocument/2006/relationships/image" Target="../media/image27261.png"/><Relationship Id="rId325" Type="http://schemas.openxmlformats.org/officeDocument/2006/relationships/image" Target="../media/image27362.png"/><Relationship Id="rId367" Type="http://schemas.openxmlformats.org/officeDocument/2006/relationships/image" Target="../media/image27383.png"/><Relationship Id="rId532" Type="http://schemas.openxmlformats.org/officeDocument/2006/relationships/customXml" Target="../ink/ink1570.xml"/><Relationship Id="rId574" Type="http://schemas.openxmlformats.org/officeDocument/2006/relationships/customXml" Target="../ink/ink1591.xml"/><Relationship Id="rId171" Type="http://schemas.openxmlformats.org/officeDocument/2006/relationships/customXml" Target="../ink/ink1389.xml"/><Relationship Id="rId227" Type="http://schemas.openxmlformats.org/officeDocument/2006/relationships/image" Target="../media/image27314.png"/><Relationship Id="rId269" Type="http://schemas.openxmlformats.org/officeDocument/2006/relationships/image" Target="../media/image27334.png"/><Relationship Id="rId434" Type="http://schemas.openxmlformats.org/officeDocument/2006/relationships/customXml" Target="../ink/ink1521.xml"/><Relationship Id="rId476" Type="http://schemas.openxmlformats.org/officeDocument/2006/relationships/customXml" Target="../ink/ink1542.xml"/><Relationship Id="rId33" Type="http://schemas.openxmlformats.org/officeDocument/2006/relationships/customXml" Target="../ink/ink1320.xml"/><Relationship Id="rId129" Type="http://schemas.openxmlformats.org/officeDocument/2006/relationships/customXml" Target="../ink/ink1368.xml"/><Relationship Id="rId280" Type="http://schemas.openxmlformats.org/officeDocument/2006/relationships/customXml" Target="../ink/ink1444.xml"/><Relationship Id="rId336" Type="http://schemas.openxmlformats.org/officeDocument/2006/relationships/customXml" Target="../ink/ink1472.xml"/><Relationship Id="rId501" Type="http://schemas.openxmlformats.org/officeDocument/2006/relationships/image" Target="../media/image27450.png"/><Relationship Id="rId543" Type="http://schemas.openxmlformats.org/officeDocument/2006/relationships/image" Target="../media/image27471.png"/><Relationship Id="rId75" Type="http://schemas.openxmlformats.org/officeDocument/2006/relationships/customXml" Target="../ink/ink1341.xml"/><Relationship Id="rId140" Type="http://schemas.openxmlformats.org/officeDocument/2006/relationships/image" Target="../media/image27272.png"/><Relationship Id="rId182" Type="http://schemas.openxmlformats.org/officeDocument/2006/relationships/image" Target="../media/image27293.png"/><Relationship Id="rId378" Type="http://schemas.openxmlformats.org/officeDocument/2006/relationships/customXml" Target="../ink/ink1493.xml"/><Relationship Id="rId403" Type="http://schemas.openxmlformats.org/officeDocument/2006/relationships/image" Target="../media/image27401.png"/><Relationship Id="rId585" Type="http://schemas.openxmlformats.org/officeDocument/2006/relationships/image" Target="../media/image27492.png"/><Relationship Id="rId6" Type="http://schemas.openxmlformats.org/officeDocument/2006/relationships/customXml" Target="../ink/ink1306.xml"/><Relationship Id="rId238" Type="http://schemas.openxmlformats.org/officeDocument/2006/relationships/customXml" Target="../ink/ink1423.xml"/><Relationship Id="rId445" Type="http://schemas.openxmlformats.org/officeDocument/2006/relationships/image" Target="../media/image27422.png"/><Relationship Id="rId487" Type="http://schemas.openxmlformats.org/officeDocument/2006/relationships/image" Target="../media/image27443.png"/><Relationship Id="rId291" Type="http://schemas.openxmlformats.org/officeDocument/2006/relationships/image" Target="../media/image27345.png"/><Relationship Id="rId305" Type="http://schemas.openxmlformats.org/officeDocument/2006/relationships/image" Target="../media/image27352.png"/><Relationship Id="rId347" Type="http://schemas.openxmlformats.org/officeDocument/2006/relationships/image" Target="../media/image27373.png"/><Relationship Id="rId512" Type="http://schemas.openxmlformats.org/officeDocument/2006/relationships/customXml" Target="../ink/ink1560.xml"/><Relationship Id="rId44" Type="http://schemas.openxmlformats.org/officeDocument/2006/relationships/image" Target="../media/image27224.png"/><Relationship Id="rId86" Type="http://schemas.openxmlformats.org/officeDocument/2006/relationships/image" Target="../media/image27245.png"/><Relationship Id="rId151" Type="http://schemas.openxmlformats.org/officeDocument/2006/relationships/customXml" Target="../ink/ink1379.xml"/><Relationship Id="rId389" Type="http://schemas.openxmlformats.org/officeDocument/2006/relationships/image" Target="../media/image27394.png"/><Relationship Id="rId554" Type="http://schemas.openxmlformats.org/officeDocument/2006/relationships/customXml" Target="../ink/ink1581.xml"/><Relationship Id="rId193" Type="http://schemas.openxmlformats.org/officeDocument/2006/relationships/image" Target="../media/image27298.png"/><Relationship Id="rId207" Type="http://schemas.openxmlformats.org/officeDocument/2006/relationships/image" Target="../media/image27304.png"/><Relationship Id="rId249" Type="http://schemas.openxmlformats.org/officeDocument/2006/relationships/image" Target="../media/image27324.png"/><Relationship Id="rId414" Type="http://schemas.openxmlformats.org/officeDocument/2006/relationships/customXml" Target="../ink/ink1511.xml"/><Relationship Id="rId456" Type="http://schemas.openxmlformats.org/officeDocument/2006/relationships/customXml" Target="../ink/ink1532.xml"/><Relationship Id="rId498" Type="http://schemas.openxmlformats.org/officeDocument/2006/relationships/customXml" Target="../ink/ink1553.xml"/><Relationship Id="rId13" Type="http://schemas.openxmlformats.org/officeDocument/2006/relationships/customXml" Target="../ink/ink1310.xml"/><Relationship Id="rId109" Type="http://schemas.openxmlformats.org/officeDocument/2006/relationships/customXml" Target="../ink/ink1358.xml"/><Relationship Id="rId260" Type="http://schemas.openxmlformats.org/officeDocument/2006/relationships/customXml" Target="../ink/ink1434.xml"/><Relationship Id="rId316" Type="http://schemas.openxmlformats.org/officeDocument/2006/relationships/customXml" Target="../ink/ink1462.xml"/><Relationship Id="rId523" Type="http://schemas.openxmlformats.org/officeDocument/2006/relationships/image" Target="../media/image27461.png"/><Relationship Id="rId55" Type="http://schemas.openxmlformats.org/officeDocument/2006/relationships/customXml" Target="../ink/ink1331.xml"/><Relationship Id="rId97" Type="http://schemas.openxmlformats.org/officeDocument/2006/relationships/customXml" Target="../ink/ink1352.xml"/><Relationship Id="rId120" Type="http://schemas.openxmlformats.org/officeDocument/2006/relationships/image" Target="../media/image27262.png"/><Relationship Id="rId358" Type="http://schemas.openxmlformats.org/officeDocument/2006/relationships/customXml" Target="../ink/ink1483.xml"/><Relationship Id="rId565" Type="http://schemas.openxmlformats.org/officeDocument/2006/relationships/image" Target="../media/image27482.png"/><Relationship Id="rId162" Type="http://schemas.openxmlformats.org/officeDocument/2006/relationships/image" Target="../media/image27283.png"/><Relationship Id="rId218" Type="http://schemas.openxmlformats.org/officeDocument/2006/relationships/customXml" Target="../ink/ink1413.xml"/><Relationship Id="rId425" Type="http://schemas.openxmlformats.org/officeDocument/2006/relationships/image" Target="../media/image27412.png"/><Relationship Id="rId467" Type="http://schemas.openxmlformats.org/officeDocument/2006/relationships/image" Target="../media/image27433.png"/><Relationship Id="rId271" Type="http://schemas.openxmlformats.org/officeDocument/2006/relationships/image" Target="../media/image27335.png"/><Relationship Id="rId24" Type="http://schemas.openxmlformats.org/officeDocument/2006/relationships/image" Target="../media/image27214.png"/><Relationship Id="rId66" Type="http://schemas.openxmlformats.org/officeDocument/2006/relationships/image" Target="../media/image27235.png"/><Relationship Id="rId131" Type="http://schemas.openxmlformats.org/officeDocument/2006/relationships/customXml" Target="../ink/ink1369.xml"/><Relationship Id="rId327" Type="http://schemas.openxmlformats.org/officeDocument/2006/relationships/image" Target="../media/image27363.png"/><Relationship Id="rId369" Type="http://schemas.openxmlformats.org/officeDocument/2006/relationships/image" Target="../media/image27384.png"/><Relationship Id="rId534" Type="http://schemas.openxmlformats.org/officeDocument/2006/relationships/customXml" Target="../ink/ink1571.xml"/><Relationship Id="rId576" Type="http://schemas.openxmlformats.org/officeDocument/2006/relationships/customXml" Target="../ink/ink1592.xml"/><Relationship Id="rId173" Type="http://schemas.openxmlformats.org/officeDocument/2006/relationships/customXml" Target="../ink/ink1390.xml"/><Relationship Id="rId229" Type="http://schemas.openxmlformats.org/officeDocument/2006/relationships/image" Target="../media/image27315.png"/><Relationship Id="rId380" Type="http://schemas.openxmlformats.org/officeDocument/2006/relationships/customXml" Target="../ink/ink1494.xml"/><Relationship Id="rId436" Type="http://schemas.openxmlformats.org/officeDocument/2006/relationships/customXml" Target="../ink/ink1522.xml"/><Relationship Id="rId240" Type="http://schemas.openxmlformats.org/officeDocument/2006/relationships/customXml" Target="../ink/ink1424.xml"/><Relationship Id="rId478" Type="http://schemas.openxmlformats.org/officeDocument/2006/relationships/customXml" Target="../ink/ink1543.xml"/><Relationship Id="rId35" Type="http://schemas.openxmlformats.org/officeDocument/2006/relationships/customXml" Target="../ink/ink1321.xml"/><Relationship Id="rId77" Type="http://schemas.openxmlformats.org/officeDocument/2006/relationships/customXml" Target="../ink/ink1342.xml"/><Relationship Id="rId100" Type="http://schemas.openxmlformats.org/officeDocument/2006/relationships/image" Target="../media/image27252.png"/><Relationship Id="rId282" Type="http://schemas.openxmlformats.org/officeDocument/2006/relationships/customXml" Target="../ink/ink1445.xml"/><Relationship Id="rId338" Type="http://schemas.openxmlformats.org/officeDocument/2006/relationships/customXml" Target="../ink/ink1473.xml"/><Relationship Id="rId503" Type="http://schemas.openxmlformats.org/officeDocument/2006/relationships/image" Target="../media/image27451.png"/><Relationship Id="rId545" Type="http://schemas.openxmlformats.org/officeDocument/2006/relationships/image" Target="../media/image27472.png"/><Relationship Id="rId587" Type="http://schemas.openxmlformats.org/officeDocument/2006/relationships/image" Target="../media/image27493.png"/><Relationship Id="rId8" Type="http://schemas.openxmlformats.org/officeDocument/2006/relationships/customXml" Target="../ink/ink1307.xml"/><Relationship Id="rId142" Type="http://schemas.openxmlformats.org/officeDocument/2006/relationships/image" Target="../media/image27273.png"/><Relationship Id="rId184" Type="http://schemas.openxmlformats.org/officeDocument/2006/relationships/customXml" Target="../ink/ink1396.xml"/><Relationship Id="rId391" Type="http://schemas.openxmlformats.org/officeDocument/2006/relationships/image" Target="../media/image27395.png"/><Relationship Id="rId405" Type="http://schemas.openxmlformats.org/officeDocument/2006/relationships/image" Target="../media/image27402.png"/><Relationship Id="rId447" Type="http://schemas.openxmlformats.org/officeDocument/2006/relationships/image" Target="../media/image27423.png"/><Relationship Id="rId251" Type="http://schemas.openxmlformats.org/officeDocument/2006/relationships/image" Target="../media/image27325.png"/><Relationship Id="rId489" Type="http://schemas.openxmlformats.org/officeDocument/2006/relationships/image" Target="../media/image27444.png"/><Relationship Id="rId46" Type="http://schemas.openxmlformats.org/officeDocument/2006/relationships/image" Target="../media/image27225.png"/><Relationship Id="rId293" Type="http://schemas.openxmlformats.org/officeDocument/2006/relationships/image" Target="../media/image27346.png"/><Relationship Id="rId307" Type="http://schemas.openxmlformats.org/officeDocument/2006/relationships/image" Target="../media/image27353.png"/><Relationship Id="rId349" Type="http://schemas.openxmlformats.org/officeDocument/2006/relationships/image" Target="../media/image27374.png"/><Relationship Id="rId514" Type="http://schemas.openxmlformats.org/officeDocument/2006/relationships/customXml" Target="../ink/ink1561.xml"/><Relationship Id="rId556" Type="http://schemas.openxmlformats.org/officeDocument/2006/relationships/customXml" Target="../ink/ink1582.xml"/><Relationship Id="rId88" Type="http://schemas.openxmlformats.org/officeDocument/2006/relationships/image" Target="../media/image27246.png"/><Relationship Id="rId111" Type="http://schemas.openxmlformats.org/officeDocument/2006/relationships/customXml" Target="../ink/ink1359.xml"/><Relationship Id="rId153" Type="http://schemas.openxmlformats.org/officeDocument/2006/relationships/customXml" Target="../ink/ink1380.xml"/><Relationship Id="rId195" Type="http://schemas.openxmlformats.org/officeDocument/2006/relationships/image" Target="../media/image27299.png"/><Relationship Id="rId209" Type="http://schemas.openxmlformats.org/officeDocument/2006/relationships/image" Target="../media/image27305.png"/><Relationship Id="rId360" Type="http://schemas.openxmlformats.org/officeDocument/2006/relationships/customXml" Target="../ink/ink1484.xml"/><Relationship Id="rId416" Type="http://schemas.openxmlformats.org/officeDocument/2006/relationships/customXml" Target="../ink/ink1512.xml"/><Relationship Id="rId220" Type="http://schemas.openxmlformats.org/officeDocument/2006/relationships/customXml" Target="../ink/ink1414.xml"/><Relationship Id="rId458" Type="http://schemas.openxmlformats.org/officeDocument/2006/relationships/customXml" Target="../ink/ink1533.xml"/><Relationship Id="rId15" Type="http://schemas.openxmlformats.org/officeDocument/2006/relationships/customXml" Target="../ink/ink1311.xml"/><Relationship Id="rId57" Type="http://schemas.openxmlformats.org/officeDocument/2006/relationships/customXml" Target="../ink/ink1332.xml"/><Relationship Id="rId262" Type="http://schemas.openxmlformats.org/officeDocument/2006/relationships/customXml" Target="../ink/ink1435.xml"/><Relationship Id="rId318" Type="http://schemas.openxmlformats.org/officeDocument/2006/relationships/customXml" Target="../ink/ink1463.xml"/><Relationship Id="rId525" Type="http://schemas.openxmlformats.org/officeDocument/2006/relationships/image" Target="../media/image27462.png"/><Relationship Id="rId567" Type="http://schemas.openxmlformats.org/officeDocument/2006/relationships/image" Target="../media/image27483.png"/><Relationship Id="rId99" Type="http://schemas.openxmlformats.org/officeDocument/2006/relationships/customXml" Target="../ink/ink1353.xml"/><Relationship Id="rId122" Type="http://schemas.openxmlformats.org/officeDocument/2006/relationships/image" Target="../media/image27263.png"/><Relationship Id="rId164" Type="http://schemas.openxmlformats.org/officeDocument/2006/relationships/image" Target="../media/image27284.png"/><Relationship Id="rId371" Type="http://schemas.openxmlformats.org/officeDocument/2006/relationships/image" Target="../media/image27385.png"/><Relationship Id="rId427" Type="http://schemas.openxmlformats.org/officeDocument/2006/relationships/image" Target="../media/image27413.png"/><Relationship Id="rId469" Type="http://schemas.openxmlformats.org/officeDocument/2006/relationships/image" Target="../media/image27434.png"/><Relationship Id="rId26" Type="http://schemas.openxmlformats.org/officeDocument/2006/relationships/image" Target="../media/image27215.png"/><Relationship Id="rId231" Type="http://schemas.openxmlformats.org/officeDocument/2006/relationships/image" Target="../media/image27316.png"/><Relationship Id="rId273" Type="http://schemas.openxmlformats.org/officeDocument/2006/relationships/image" Target="../media/image27336.png"/><Relationship Id="rId329" Type="http://schemas.openxmlformats.org/officeDocument/2006/relationships/image" Target="../media/image27364.png"/><Relationship Id="rId480" Type="http://schemas.openxmlformats.org/officeDocument/2006/relationships/customXml" Target="../ink/ink1544.xml"/><Relationship Id="rId536" Type="http://schemas.openxmlformats.org/officeDocument/2006/relationships/customXml" Target="../ink/ink1572.xml"/><Relationship Id="rId68" Type="http://schemas.openxmlformats.org/officeDocument/2006/relationships/image" Target="../media/image27236.png"/><Relationship Id="rId133" Type="http://schemas.openxmlformats.org/officeDocument/2006/relationships/customXml" Target="../ink/ink1370.xml"/><Relationship Id="rId175" Type="http://schemas.openxmlformats.org/officeDocument/2006/relationships/customXml" Target="../ink/ink1391.xml"/><Relationship Id="rId340" Type="http://schemas.openxmlformats.org/officeDocument/2006/relationships/customXml" Target="../ink/ink1474.xml"/><Relationship Id="rId578" Type="http://schemas.openxmlformats.org/officeDocument/2006/relationships/customXml" Target="../ink/ink1593.xml"/><Relationship Id="rId200" Type="http://schemas.openxmlformats.org/officeDocument/2006/relationships/customXml" Target="../ink/ink1404.xml"/><Relationship Id="rId382" Type="http://schemas.openxmlformats.org/officeDocument/2006/relationships/customXml" Target="../ink/ink1495.xml"/><Relationship Id="rId438" Type="http://schemas.openxmlformats.org/officeDocument/2006/relationships/customXml" Target="../ink/ink1523.xml"/><Relationship Id="rId242" Type="http://schemas.openxmlformats.org/officeDocument/2006/relationships/customXml" Target="../ink/ink1425.xml"/><Relationship Id="rId284" Type="http://schemas.openxmlformats.org/officeDocument/2006/relationships/customXml" Target="../ink/ink1446.xml"/><Relationship Id="rId491" Type="http://schemas.openxmlformats.org/officeDocument/2006/relationships/image" Target="../media/image27445.png"/><Relationship Id="rId505" Type="http://schemas.openxmlformats.org/officeDocument/2006/relationships/image" Target="../media/image27452.png"/><Relationship Id="rId37" Type="http://schemas.openxmlformats.org/officeDocument/2006/relationships/customXml" Target="../ink/ink1322.xml"/><Relationship Id="rId79" Type="http://schemas.openxmlformats.org/officeDocument/2006/relationships/customXml" Target="../ink/ink1343.xml"/><Relationship Id="rId102" Type="http://schemas.openxmlformats.org/officeDocument/2006/relationships/image" Target="../media/image27253.png"/><Relationship Id="rId144" Type="http://schemas.openxmlformats.org/officeDocument/2006/relationships/image" Target="../media/image27274.png"/><Relationship Id="rId547" Type="http://schemas.openxmlformats.org/officeDocument/2006/relationships/image" Target="../media/image27473.png"/><Relationship Id="rId589" Type="http://schemas.openxmlformats.org/officeDocument/2006/relationships/image" Target="../media/image27494.png"/><Relationship Id="rId90" Type="http://schemas.openxmlformats.org/officeDocument/2006/relationships/image" Target="../media/image27247.png"/><Relationship Id="rId186" Type="http://schemas.openxmlformats.org/officeDocument/2006/relationships/customXml" Target="../ink/ink1397.xml"/><Relationship Id="rId351" Type="http://schemas.openxmlformats.org/officeDocument/2006/relationships/image" Target="../media/image27375.png"/><Relationship Id="rId393" Type="http://schemas.openxmlformats.org/officeDocument/2006/relationships/image" Target="../media/image27396.png"/><Relationship Id="rId407" Type="http://schemas.openxmlformats.org/officeDocument/2006/relationships/image" Target="../media/image27403.png"/><Relationship Id="rId449" Type="http://schemas.openxmlformats.org/officeDocument/2006/relationships/image" Target="../media/image27424.png"/><Relationship Id="rId211" Type="http://schemas.openxmlformats.org/officeDocument/2006/relationships/image" Target="../media/image27306.png"/><Relationship Id="rId253" Type="http://schemas.openxmlformats.org/officeDocument/2006/relationships/image" Target="../media/image27326.png"/><Relationship Id="rId295" Type="http://schemas.openxmlformats.org/officeDocument/2006/relationships/image" Target="../media/image27347.png"/><Relationship Id="rId309" Type="http://schemas.openxmlformats.org/officeDocument/2006/relationships/image" Target="../media/image27354.png"/><Relationship Id="rId460" Type="http://schemas.openxmlformats.org/officeDocument/2006/relationships/customXml" Target="../ink/ink1534.xml"/><Relationship Id="rId516" Type="http://schemas.openxmlformats.org/officeDocument/2006/relationships/customXml" Target="../ink/ink1562.xml"/><Relationship Id="rId48" Type="http://schemas.openxmlformats.org/officeDocument/2006/relationships/image" Target="../media/image27226.png"/><Relationship Id="rId113" Type="http://schemas.openxmlformats.org/officeDocument/2006/relationships/customXml" Target="../ink/ink1360.xml"/><Relationship Id="rId320" Type="http://schemas.openxmlformats.org/officeDocument/2006/relationships/customXml" Target="../ink/ink1464.xml"/><Relationship Id="rId558" Type="http://schemas.openxmlformats.org/officeDocument/2006/relationships/customXml" Target="../ink/ink1583.xml"/><Relationship Id="rId155" Type="http://schemas.openxmlformats.org/officeDocument/2006/relationships/customXml" Target="../ink/ink1381.xml"/><Relationship Id="rId197" Type="http://schemas.openxmlformats.org/officeDocument/2006/relationships/image" Target="../media/image27300.png"/><Relationship Id="rId362" Type="http://schemas.openxmlformats.org/officeDocument/2006/relationships/customXml" Target="../ink/ink1485.xml"/><Relationship Id="rId418" Type="http://schemas.openxmlformats.org/officeDocument/2006/relationships/customXml" Target="../ink/ink1513.xml"/><Relationship Id="rId222" Type="http://schemas.openxmlformats.org/officeDocument/2006/relationships/customXml" Target="../ink/ink1415.xml"/><Relationship Id="rId264" Type="http://schemas.openxmlformats.org/officeDocument/2006/relationships/customXml" Target="../ink/ink1436.xml"/><Relationship Id="rId471" Type="http://schemas.openxmlformats.org/officeDocument/2006/relationships/image" Target="../media/image27435.png"/><Relationship Id="rId17" Type="http://schemas.openxmlformats.org/officeDocument/2006/relationships/customXml" Target="../ink/ink1312.xml"/><Relationship Id="rId59" Type="http://schemas.openxmlformats.org/officeDocument/2006/relationships/customXml" Target="../ink/ink1333.xml"/><Relationship Id="rId124" Type="http://schemas.openxmlformats.org/officeDocument/2006/relationships/image" Target="../media/image27264.png"/><Relationship Id="rId527" Type="http://schemas.openxmlformats.org/officeDocument/2006/relationships/image" Target="../media/image27463.png"/><Relationship Id="rId569" Type="http://schemas.openxmlformats.org/officeDocument/2006/relationships/image" Target="../media/image27484.png"/><Relationship Id="rId70" Type="http://schemas.openxmlformats.org/officeDocument/2006/relationships/image" Target="../media/image27237.png"/><Relationship Id="rId166" Type="http://schemas.openxmlformats.org/officeDocument/2006/relationships/image" Target="../media/image27285.png"/><Relationship Id="rId331" Type="http://schemas.openxmlformats.org/officeDocument/2006/relationships/image" Target="../media/image27365.png"/><Relationship Id="rId373" Type="http://schemas.openxmlformats.org/officeDocument/2006/relationships/image" Target="../media/image27386.png"/><Relationship Id="rId429" Type="http://schemas.openxmlformats.org/officeDocument/2006/relationships/image" Target="../media/image27414.png"/><Relationship Id="rId580" Type="http://schemas.openxmlformats.org/officeDocument/2006/relationships/customXml" Target="../ink/ink1594.xml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27016.png"/><Relationship Id="rId440" Type="http://schemas.openxmlformats.org/officeDocument/2006/relationships/customXml" Target="../ink/ink1524.xml"/><Relationship Id="rId28" Type="http://schemas.openxmlformats.org/officeDocument/2006/relationships/image" Target="../media/image27216.png"/><Relationship Id="rId275" Type="http://schemas.openxmlformats.org/officeDocument/2006/relationships/image" Target="../media/image27337.png"/><Relationship Id="rId300" Type="http://schemas.openxmlformats.org/officeDocument/2006/relationships/customXml" Target="../ink/ink1454.xml"/><Relationship Id="rId482" Type="http://schemas.openxmlformats.org/officeDocument/2006/relationships/customXml" Target="../ink/ink1545.xml"/><Relationship Id="rId538" Type="http://schemas.openxmlformats.org/officeDocument/2006/relationships/customXml" Target="../ink/ink1573.xml"/><Relationship Id="rId81" Type="http://schemas.openxmlformats.org/officeDocument/2006/relationships/customXml" Target="../ink/ink1344.xml"/><Relationship Id="rId135" Type="http://schemas.openxmlformats.org/officeDocument/2006/relationships/customXml" Target="../ink/ink1371.xml"/><Relationship Id="rId177" Type="http://schemas.openxmlformats.org/officeDocument/2006/relationships/customXml" Target="../ink/ink1392.xml"/><Relationship Id="rId342" Type="http://schemas.openxmlformats.org/officeDocument/2006/relationships/customXml" Target="../ink/ink1475.xml"/><Relationship Id="rId384" Type="http://schemas.openxmlformats.org/officeDocument/2006/relationships/customXml" Target="../ink/ink1496.xml"/><Relationship Id="rId591" Type="http://schemas.openxmlformats.org/officeDocument/2006/relationships/image" Target="../media/image27495.png"/><Relationship Id="rId202" Type="http://schemas.openxmlformats.org/officeDocument/2006/relationships/customXml" Target="../ink/ink1405.xml"/><Relationship Id="rId244" Type="http://schemas.openxmlformats.org/officeDocument/2006/relationships/customXml" Target="../ink/ink1426.xml"/><Relationship Id="rId39" Type="http://schemas.openxmlformats.org/officeDocument/2006/relationships/customXml" Target="../ink/ink1323.xml"/><Relationship Id="rId286" Type="http://schemas.openxmlformats.org/officeDocument/2006/relationships/customXml" Target="../ink/ink1447.xml"/><Relationship Id="rId451" Type="http://schemas.openxmlformats.org/officeDocument/2006/relationships/image" Target="../media/image27425.png"/><Relationship Id="rId493" Type="http://schemas.openxmlformats.org/officeDocument/2006/relationships/image" Target="../media/image27446.png"/><Relationship Id="rId507" Type="http://schemas.openxmlformats.org/officeDocument/2006/relationships/image" Target="../media/image27453.png"/><Relationship Id="rId549" Type="http://schemas.openxmlformats.org/officeDocument/2006/relationships/image" Target="../media/image27474.png"/><Relationship Id="rId50" Type="http://schemas.openxmlformats.org/officeDocument/2006/relationships/image" Target="../media/image27227.png"/><Relationship Id="rId104" Type="http://schemas.openxmlformats.org/officeDocument/2006/relationships/image" Target="../media/image27254.png"/><Relationship Id="rId146" Type="http://schemas.openxmlformats.org/officeDocument/2006/relationships/image" Target="../media/image27275.png"/><Relationship Id="rId188" Type="http://schemas.openxmlformats.org/officeDocument/2006/relationships/customXml" Target="../ink/ink1398.xml"/><Relationship Id="rId311" Type="http://schemas.openxmlformats.org/officeDocument/2006/relationships/image" Target="../media/image27355.png"/><Relationship Id="rId353" Type="http://schemas.openxmlformats.org/officeDocument/2006/relationships/image" Target="../media/image27376.png"/><Relationship Id="rId395" Type="http://schemas.openxmlformats.org/officeDocument/2006/relationships/image" Target="../media/image27397.png"/><Relationship Id="rId409" Type="http://schemas.openxmlformats.org/officeDocument/2006/relationships/image" Target="../media/image27404.png"/><Relationship Id="rId560" Type="http://schemas.openxmlformats.org/officeDocument/2006/relationships/customXml" Target="../ink/ink1584.xml"/><Relationship Id="rId92" Type="http://schemas.openxmlformats.org/officeDocument/2006/relationships/image" Target="../media/image27248.png"/><Relationship Id="rId213" Type="http://schemas.openxmlformats.org/officeDocument/2006/relationships/image" Target="../media/image27307.png"/><Relationship Id="rId420" Type="http://schemas.openxmlformats.org/officeDocument/2006/relationships/customXml" Target="../ink/ink1514.xml"/><Relationship Id="rId255" Type="http://schemas.openxmlformats.org/officeDocument/2006/relationships/image" Target="../media/image27327.png"/><Relationship Id="rId297" Type="http://schemas.openxmlformats.org/officeDocument/2006/relationships/image" Target="../media/image27348.png"/><Relationship Id="rId462" Type="http://schemas.openxmlformats.org/officeDocument/2006/relationships/customXml" Target="../ink/ink1535.xml"/><Relationship Id="rId518" Type="http://schemas.openxmlformats.org/officeDocument/2006/relationships/customXml" Target="../ink/ink1563.xml"/><Relationship Id="rId115" Type="http://schemas.openxmlformats.org/officeDocument/2006/relationships/customXml" Target="../ink/ink1361.xml"/><Relationship Id="rId157" Type="http://schemas.openxmlformats.org/officeDocument/2006/relationships/customXml" Target="../ink/ink1382.xml"/><Relationship Id="rId322" Type="http://schemas.openxmlformats.org/officeDocument/2006/relationships/customXml" Target="../ink/ink1465.xml"/><Relationship Id="rId364" Type="http://schemas.openxmlformats.org/officeDocument/2006/relationships/customXml" Target="../ink/ink1486.xml"/><Relationship Id="rId61" Type="http://schemas.openxmlformats.org/officeDocument/2006/relationships/customXml" Target="../ink/ink1334.xml"/><Relationship Id="rId199" Type="http://schemas.openxmlformats.org/officeDocument/2006/relationships/image" Target="../media/image27301.png"/><Relationship Id="rId571" Type="http://schemas.openxmlformats.org/officeDocument/2006/relationships/image" Target="../media/image27485.png"/><Relationship Id="rId19" Type="http://schemas.openxmlformats.org/officeDocument/2006/relationships/customXml" Target="../ink/ink1313.xml"/><Relationship Id="rId224" Type="http://schemas.openxmlformats.org/officeDocument/2006/relationships/customXml" Target="../ink/ink1416.xml"/><Relationship Id="rId266" Type="http://schemas.openxmlformats.org/officeDocument/2006/relationships/customXml" Target="../ink/ink1437.xml"/><Relationship Id="rId431" Type="http://schemas.openxmlformats.org/officeDocument/2006/relationships/image" Target="../media/image27415.png"/><Relationship Id="rId473" Type="http://schemas.openxmlformats.org/officeDocument/2006/relationships/image" Target="../media/image27436.png"/><Relationship Id="rId529" Type="http://schemas.openxmlformats.org/officeDocument/2006/relationships/image" Target="../media/image27464.png"/><Relationship Id="rId30" Type="http://schemas.openxmlformats.org/officeDocument/2006/relationships/image" Target="../media/image27217.png"/><Relationship Id="rId126" Type="http://schemas.openxmlformats.org/officeDocument/2006/relationships/image" Target="../media/image27265.png"/><Relationship Id="rId168" Type="http://schemas.openxmlformats.org/officeDocument/2006/relationships/image" Target="../media/image27286.png"/><Relationship Id="rId333" Type="http://schemas.openxmlformats.org/officeDocument/2006/relationships/image" Target="../media/image27366.png"/><Relationship Id="rId540" Type="http://schemas.openxmlformats.org/officeDocument/2006/relationships/customXml" Target="../ink/ink1574.xml"/><Relationship Id="rId72" Type="http://schemas.openxmlformats.org/officeDocument/2006/relationships/image" Target="../media/image27238.png"/><Relationship Id="rId375" Type="http://schemas.openxmlformats.org/officeDocument/2006/relationships/image" Target="../media/image27387.png"/><Relationship Id="rId582" Type="http://schemas.openxmlformats.org/officeDocument/2006/relationships/customXml" Target="../ink/ink1595.xml"/><Relationship Id="rId3" Type="http://schemas.openxmlformats.org/officeDocument/2006/relationships/image" Target="../media/image25686.png"/><Relationship Id="rId235" Type="http://schemas.openxmlformats.org/officeDocument/2006/relationships/image" Target="../media/image27317.png"/><Relationship Id="rId277" Type="http://schemas.openxmlformats.org/officeDocument/2006/relationships/image" Target="../media/image27338.png"/><Relationship Id="rId400" Type="http://schemas.openxmlformats.org/officeDocument/2006/relationships/customXml" Target="../ink/ink1504.xml"/><Relationship Id="rId442" Type="http://schemas.openxmlformats.org/officeDocument/2006/relationships/customXml" Target="../ink/ink1525.xml"/><Relationship Id="rId484" Type="http://schemas.openxmlformats.org/officeDocument/2006/relationships/customXml" Target="../ink/ink1546.xml"/><Relationship Id="rId137" Type="http://schemas.openxmlformats.org/officeDocument/2006/relationships/customXml" Target="../ink/ink1372.xml"/><Relationship Id="rId302" Type="http://schemas.openxmlformats.org/officeDocument/2006/relationships/customXml" Target="../ink/ink1455.xml"/><Relationship Id="rId344" Type="http://schemas.openxmlformats.org/officeDocument/2006/relationships/customXml" Target="../ink/ink1476.xml"/><Relationship Id="rId41" Type="http://schemas.openxmlformats.org/officeDocument/2006/relationships/customXml" Target="../ink/ink1324.xml"/><Relationship Id="rId83" Type="http://schemas.openxmlformats.org/officeDocument/2006/relationships/customXml" Target="../ink/ink1345.xml"/><Relationship Id="rId179" Type="http://schemas.openxmlformats.org/officeDocument/2006/relationships/customXml" Target="../ink/ink1393.xml"/><Relationship Id="rId386" Type="http://schemas.openxmlformats.org/officeDocument/2006/relationships/customXml" Target="../ink/ink1497.xml"/><Relationship Id="rId551" Type="http://schemas.openxmlformats.org/officeDocument/2006/relationships/image" Target="../media/image27475.png"/><Relationship Id="rId190" Type="http://schemas.openxmlformats.org/officeDocument/2006/relationships/customXml" Target="../ink/ink1399.xml"/><Relationship Id="rId204" Type="http://schemas.openxmlformats.org/officeDocument/2006/relationships/customXml" Target="../ink/ink1406.xml"/><Relationship Id="rId246" Type="http://schemas.openxmlformats.org/officeDocument/2006/relationships/customXml" Target="../ink/ink1427.xml"/><Relationship Id="rId288" Type="http://schemas.openxmlformats.org/officeDocument/2006/relationships/customXml" Target="../ink/ink1448.xml"/><Relationship Id="rId411" Type="http://schemas.openxmlformats.org/officeDocument/2006/relationships/image" Target="../media/image27405.png"/><Relationship Id="rId453" Type="http://schemas.openxmlformats.org/officeDocument/2006/relationships/image" Target="../media/image27426.png"/><Relationship Id="rId509" Type="http://schemas.openxmlformats.org/officeDocument/2006/relationships/image" Target="../media/image27454.png"/><Relationship Id="rId106" Type="http://schemas.openxmlformats.org/officeDocument/2006/relationships/image" Target="../media/image27255.png"/><Relationship Id="rId313" Type="http://schemas.openxmlformats.org/officeDocument/2006/relationships/image" Target="../media/image27356.png"/><Relationship Id="rId495" Type="http://schemas.openxmlformats.org/officeDocument/2006/relationships/image" Target="../media/image27447.png"/><Relationship Id="rId10" Type="http://schemas.openxmlformats.org/officeDocument/2006/relationships/image" Target="../media/image27207.png"/><Relationship Id="rId52" Type="http://schemas.openxmlformats.org/officeDocument/2006/relationships/image" Target="../media/image27228.png"/><Relationship Id="rId94" Type="http://schemas.openxmlformats.org/officeDocument/2006/relationships/image" Target="../media/image27249.png"/><Relationship Id="rId148" Type="http://schemas.openxmlformats.org/officeDocument/2006/relationships/image" Target="../media/image27276.png"/><Relationship Id="rId355" Type="http://schemas.openxmlformats.org/officeDocument/2006/relationships/image" Target="../media/image27377.png"/><Relationship Id="rId397" Type="http://schemas.openxmlformats.org/officeDocument/2006/relationships/image" Target="../media/image27398.png"/><Relationship Id="rId520" Type="http://schemas.openxmlformats.org/officeDocument/2006/relationships/customXml" Target="../ink/ink1564.xml"/><Relationship Id="rId562" Type="http://schemas.openxmlformats.org/officeDocument/2006/relationships/customXml" Target="../ink/ink1585.xml"/><Relationship Id="rId215" Type="http://schemas.openxmlformats.org/officeDocument/2006/relationships/image" Target="../media/image27308.png"/><Relationship Id="rId257" Type="http://schemas.openxmlformats.org/officeDocument/2006/relationships/image" Target="../media/image27328.png"/><Relationship Id="rId422" Type="http://schemas.openxmlformats.org/officeDocument/2006/relationships/customXml" Target="../ink/ink1515.xml"/><Relationship Id="rId464" Type="http://schemas.openxmlformats.org/officeDocument/2006/relationships/customXml" Target="../ink/ink1536.xml"/><Relationship Id="rId299" Type="http://schemas.openxmlformats.org/officeDocument/2006/relationships/image" Target="../media/image27349.png"/><Relationship Id="rId63" Type="http://schemas.openxmlformats.org/officeDocument/2006/relationships/customXml" Target="../ink/ink1335.xml"/><Relationship Id="rId159" Type="http://schemas.openxmlformats.org/officeDocument/2006/relationships/customXml" Target="../ink/ink1383.xml"/><Relationship Id="rId366" Type="http://schemas.openxmlformats.org/officeDocument/2006/relationships/customXml" Target="../ink/ink1487.xml"/><Relationship Id="rId573" Type="http://schemas.openxmlformats.org/officeDocument/2006/relationships/image" Target="../media/image27486.png"/><Relationship Id="rId226" Type="http://schemas.openxmlformats.org/officeDocument/2006/relationships/customXml" Target="../ink/ink1417.xml"/><Relationship Id="rId433" Type="http://schemas.openxmlformats.org/officeDocument/2006/relationships/image" Target="../media/image27416.png"/><Relationship Id="rId74" Type="http://schemas.openxmlformats.org/officeDocument/2006/relationships/image" Target="../media/image27239.png"/><Relationship Id="rId377" Type="http://schemas.openxmlformats.org/officeDocument/2006/relationships/image" Target="../media/image27388.png"/><Relationship Id="rId500" Type="http://schemas.openxmlformats.org/officeDocument/2006/relationships/customXml" Target="../ink/ink1554.xml"/><Relationship Id="rId584" Type="http://schemas.openxmlformats.org/officeDocument/2006/relationships/customXml" Target="../ink/ink1596.xml"/><Relationship Id="rId5" Type="http://schemas.openxmlformats.org/officeDocument/2006/relationships/image" Target="../media/image25940.png"/><Relationship Id="rId237" Type="http://schemas.openxmlformats.org/officeDocument/2006/relationships/image" Target="../media/image27318.png"/><Relationship Id="rId444" Type="http://schemas.openxmlformats.org/officeDocument/2006/relationships/customXml" Target="../ink/ink1526.xml"/><Relationship Id="rId290" Type="http://schemas.openxmlformats.org/officeDocument/2006/relationships/customXml" Target="../ink/ink1449.xml"/><Relationship Id="rId304" Type="http://schemas.openxmlformats.org/officeDocument/2006/relationships/customXml" Target="../ink/ink1456.xml"/><Relationship Id="rId388" Type="http://schemas.openxmlformats.org/officeDocument/2006/relationships/customXml" Target="../ink/ink1498.xml"/><Relationship Id="rId511" Type="http://schemas.openxmlformats.org/officeDocument/2006/relationships/image" Target="../media/image27455.png"/><Relationship Id="rId85" Type="http://schemas.openxmlformats.org/officeDocument/2006/relationships/customXml" Target="../ink/ink1346.xml"/><Relationship Id="rId150" Type="http://schemas.openxmlformats.org/officeDocument/2006/relationships/image" Target="../media/image27277.png"/><Relationship Id="rId248" Type="http://schemas.openxmlformats.org/officeDocument/2006/relationships/customXml" Target="../ink/ink1428.xml"/><Relationship Id="rId455" Type="http://schemas.openxmlformats.org/officeDocument/2006/relationships/image" Target="../media/image27427.png"/><Relationship Id="rId12" Type="http://schemas.openxmlformats.org/officeDocument/2006/relationships/image" Target="../media/image27208.png"/><Relationship Id="rId108" Type="http://schemas.openxmlformats.org/officeDocument/2006/relationships/image" Target="../media/image27256.png"/><Relationship Id="rId315" Type="http://schemas.openxmlformats.org/officeDocument/2006/relationships/image" Target="../media/image27357.png"/><Relationship Id="rId522" Type="http://schemas.openxmlformats.org/officeDocument/2006/relationships/customXml" Target="../ink/ink1565.xml"/><Relationship Id="rId96" Type="http://schemas.openxmlformats.org/officeDocument/2006/relationships/image" Target="../media/image27250.png"/><Relationship Id="rId161" Type="http://schemas.openxmlformats.org/officeDocument/2006/relationships/customXml" Target="../ink/ink1384.xml"/><Relationship Id="rId399" Type="http://schemas.openxmlformats.org/officeDocument/2006/relationships/image" Target="../media/image27399.png"/><Relationship Id="rId259" Type="http://schemas.openxmlformats.org/officeDocument/2006/relationships/image" Target="../media/image27329.png"/><Relationship Id="rId466" Type="http://schemas.openxmlformats.org/officeDocument/2006/relationships/customXml" Target="../ink/ink1537.xml"/><Relationship Id="rId23" Type="http://schemas.openxmlformats.org/officeDocument/2006/relationships/customXml" Target="../ink/ink1315.xml"/><Relationship Id="rId119" Type="http://schemas.openxmlformats.org/officeDocument/2006/relationships/customXml" Target="../ink/ink1363.xml"/><Relationship Id="rId326" Type="http://schemas.openxmlformats.org/officeDocument/2006/relationships/customXml" Target="../ink/ink1467.xml"/><Relationship Id="rId533" Type="http://schemas.openxmlformats.org/officeDocument/2006/relationships/image" Target="../media/image27466.png"/><Relationship Id="rId172" Type="http://schemas.openxmlformats.org/officeDocument/2006/relationships/image" Target="../media/image27288.png"/><Relationship Id="rId477" Type="http://schemas.openxmlformats.org/officeDocument/2006/relationships/image" Target="../media/image27438.png"/><Relationship Id="rId337" Type="http://schemas.openxmlformats.org/officeDocument/2006/relationships/image" Target="../media/image27368.png"/><Relationship Id="rId34" Type="http://schemas.openxmlformats.org/officeDocument/2006/relationships/image" Target="../media/image27219.png"/><Relationship Id="rId544" Type="http://schemas.openxmlformats.org/officeDocument/2006/relationships/customXml" Target="../ink/ink1576.xml"/><Relationship Id="rId183" Type="http://schemas.openxmlformats.org/officeDocument/2006/relationships/customXml" Target="../ink/ink1395.xml"/><Relationship Id="rId390" Type="http://schemas.openxmlformats.org/officeDocument/2006/relationships/customXml" Target="../ink/ink1499.xml"/><Relationship Id="rId404" Type="http://schemas.openxmlformats.org/officeDocument/2006/relationships/customXml" Target="../ink/ink1506.xml"/><Relationship Id="rId250" Type="http://schemas.openxmlformats.org/officeDocument/2006/relationships/customXml" Target="../ink/ink1429.xml"/><Relationship Id="rId488" Type="http://schemas.openxmlformats.org/officeDocument/2006/relationships/customXml" Target="../ink/ink1548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658.xml"/><Relationship Id="rId671" Type="http://schemas.openxmlformats.org/officeDocument/2006/relationships/image" Target="../media/image27822.png"/><Relationship Id="rId769" Type="http://schemas.openxmlformats.org/officeDocument/2006/relationships/customXml" Target="../ink/ink1985.xml"/><Relationship Id="rId21" Type="http://schemas.openxmlformats.org/officeDocument/2006/relationships/customXml" Target="../ink/ink1610.xml"/><Relationship Id="rId324" Type="http://schemas.openxmlformats.org/officeDocument/2006/relationships/image" Target="../media/image27652.png"/><Relationship Id="rId531" Type="http://schemas.openxmlformats.org/officeDocument/2006/relationships/customXml" Target="../ink/ink1865.xml"/><Relationship Id="rId629" Type="http://schemas.openxmlformats.org/officeDocument/2006/relationships/customXml" Target="../ink/ink1914.xml"/><Relationship Id="rId170" Type="http://schemas.openxmlformats.org/officeDocument/2006/relationships/image" Target="../media/image27576.png"/><Relationship Id="rId836" Type="http://schemas.openxmlformats.org/officeDocument/2006/relationships/customXml" Target="../ink/ink2019.xml"/><Relationship Id="rId268" Type="http://schemas.openxmlformats.org/officeDocument/2006/relationships/image" Target="../media/image27625.png"/><Relationship Id="rId475" Type="http://schemas.openxmlformats.org/officeDocument/2006/relationships/customXml" Target="../ink/ink1837.xml"/><Relationship Id="rId682" Type="http://schemas.openxmlformats.org/officeDocument/2006/relationships/customXml" Target="../ink/ink1941.xml"/><Relationship Id="rId32" Type="http://schemas.openxmlformats.org/officeDocument/2006/relationships/image" Target="../media/image27507.png"/><Relationship Id="rId128" Type="http://schemas.openxmlformats.org/officeDocument/2006/relationships/image" Target="../media/image27555.png"/><Relationship Id="rId335" Type="http://schemas.openxmlformats.org/officeDocument/2006/relationships/customXml" Target="../ink/ink1767.xml"/><Relationship Id="rId542" Type="http://schemas.openxmlformats.org/officeDocument/2006/relationships/image" Target="../media/image27760.png"/><Relationship Id="rId181" Type="http://schemas.openxmlformats.org/officeDocument/2006/relationships/customXml" Target="../ink/ink1690.xml"/><Relationship Id="rId402" Type="http://schemas.openxmlformats.org/officeDocument/2006/relationships/image" Target="../media/image27691.png"/><Relationship Id="rId847" Type="http://schemas.openxmlformats.org/officeDocument/2006/relationships/image" Target="../media/image27907.png"/><Relationship Id="rId279" Type="http://schemas.openxmlformats.org/officeDocument/2006/relationships/customXml" Target="../ink/ink1739.xml"/><Relationship Id="rId486" Type="http://schemas.openxmlformats.org/officeDocument/2006/relationships/image" Target="../media/image27733.png"/><Relationship Id="rId693" Type="http://schemas.openxmlformats.org/officeDocument/2006/relationships/image" Target="../media/image27833.png"/><Relationship Id="rId707" Type="http://schemas.openxmlformats.org/officeDocument/2006/relationships/image" Target="../media/image27840.png"/><Relationship Id="rId43" Type="http://schemas.openxmlformats.org/officeDocument/2006/relationships/customXml" Target="../ink/ink1621.xml"/><Relationship Id="rId139" Type="http://schemas.openxmlformats.org/officeDocument/2006/relationships/customXml" Target="../ink/ink1669.xml"/><Relationship Id="rId346" Type="http://schemas.openxmlformats.org/officeDocument/2006/relationships/image" Target="../media/image27663.png"/><Relationship Id="rId553" Type="http://schemas.openxmlformats.org/officeDocument/2006/relationships/customXml" Target="../ink/ink1876.xml"/><Relationship Id="rId760" Type="http://schemas.openxmlformats.org/officeDocument/2006/relationships/image" Target="../media/image27865.png"/><Relationship Id="rId192" Type="http://schemas.openxmlformats.org/officeDocument/2006/relationships/image" Target="../media/image27587.png"/><Relationship Id="rId206" Type="http://schemas.openxmlformats.org/officeDocument/2006/relationships/image" Target="../media/image27594.png"/><Relationship Id="rId413" Type="http://schemas.openxmlformats.org/officeDocument/2006/relationships/customXml" Target="../ink/ink1806.xml"/><Relationship Id="rId858" Type="http://schemas.openxmlformats.org/officeDocument/2006/relationships/customXml" Target="../ink/ink2030.xml"/><Relationship Id="rId497" Type="http://schemas.openxmlformats.org/officeDocument/2006/relationships/customXml" Target="../ink/ink1848.xml"/><Relationship Id="rId620" Type="http://schemas.openxmlformats.org/officeDocument/2006/relationships/image" Target="../media/image27798.png"/><Relationship Id="rId718" Type="http://schemas.openxmlformats.org/officeDocument/2006/relationships/customXml" Target="../ink/ink1959.xml"/><Relationship Id="rId357" Type="http://schemas.openxmlformats.org/officeDocument/2006/relationships/customXml" Target="../ink/ink1778.xml"/><Relationship Id="rId54" Type="http://schemas.openxmlformats.org/officeDocument/2006/relationships/image" Target="../media/image27518.png"/><Relationship Id="rId217" Type="http://schemas.openxmlformats.org/officeDocument/2006/relationships/customXml" Target="../ink/ink1708.xml"/><Relationship Id="rId564" Type="http://schemas.openxmlformats.org/officeDocument/2006/relationships/image" Target="../media/image27771.png"/><Relationship Id="rId771" Type="http://schemas.openxmlformats.org/officeDocument/2006/relationships/customXml" Target="../ink/ink1986.xml"/><Relationship Id="rId869" Type="http://schemas.openxmlformats.org/officeDocument/2006/relationships/image" Target="../media/image27918.png"/><Relationship Id="rId424" Type="http://schemas.openxmlformats.org/officeDocument/2006/relationships/image" Target="../media/image27702.png"/><Relationship Id="rId631" Type="http://schemas.openxmlformats.org/officeDocument/2006/relationships/customXml" Target="../ink/ink1915.xml"/><Relationship Id="rId729" Type="http://schemas.openxmlformats.org/officeDocument/2006/relationships/image" Target="../media/image27850.png"/><Relationship Id="rId270" Type="http://schemas.openxmlformats.org/officeDocument/2006/relationships/image" Target="../media/image27626.png"/><Relationship Id="rId65" Type="http://schemas.openxmlformats.org/officeDocument/2006/relationships/customXml" Target="../ink/ink1632.xml"/><Relationship Id="rId130" Type="http://schemas.openxmlformats.org/officeDocument/2006/relationships/image" Target="../media/image27556.png"/><Relationship Id="rId368" Type="http://schemas.openxmlformats.org/officeDocument/2006/relationships/image" Target="../media/image27674.png"/><Relationship Id="rId575" Type="http://schemas.openxmlformats.org/officeDocument/2006/relationships/customXml" Target="../ink/ink1887.xml"/><Relationship Id="rId782" Type="http://schemas.openxmlformats.org/officeDocument/2006/relationships/image" Target="../media/image27876.png"/><Relationship Id="rId228" Type="http://schemas.openxmlformats.org/officeDocument/2006/relationships/image" Target="../media/image27605.png"/><Relationship Id="rId435" Type="http://schemas.openxmlformats.org/officeDocument/2006/relationships/customXml" Target="../ink/ink1817.xml"/><Relationship Id="rId642" Type="http://schemas.openxmlformats.org/officeDocument/2006/relationships/image" Target="../media/image27809.png"/><Relationship Id="rId281" Type="http://schemas.openxmlformats.org/officeDocument/2006/relationships/customXml" Target="../ink/ink1740.xml"/><Relationship Id="rId502" Type="http://schemas.openxmlformats.org/officeDocument/2006/relationships/image" Target="../media/image27741.png"/><Relationship Id="rId76" Type="http://schemas.openxmlformats.org/officeDocument/2006/relationships/image" Target="../media/image27529.png"/><Relationship Id="rId141" Type="http://schemas.openxmlformats.org/officeDocument/2006/relationships/customXml" Target="../ink/ink1670.xml"/><Relationship Id="rId379" Type="http://schemas.openxmlformats.org/officeDocument/2006/relationships/customXml" Target="../ink/ink1789.xml"/><Relationship Id="rId586" Type="http://schemas.openxmlformats.org/officeDocument/2006/relationships/image" Target="../media/image27782.png"/><Relationship Id="rId793" Type="http://schemas.openxmlformats.org/officeDocument/2006/relationships/image" Target="../media/image27880.png"/><Relationship Id="rId807" Type="http://schemas.openxmlformats.org/officeDocument/2006/relationships/image" Target="../media/image27887.png"/><Relationship Id="rId7" Type="http://schemas.openxmlformats.org/officeDocument/2006/relationships/image" Target="../media/image25941.png"/><Relationship Id="rId239" Type="http://schemas.openxmlformats.org/officeDocument/2006/relationships/customXml" Target="../ink/ink1719.xml"/><Relationship Id="rId446" Type="http://schemas.openxmlformats.org/officeDocument/2006/relationships/image" Target="../media/image27713.png"/><Relationship Id="rId653" Type="http://schemas.openxmlformats.org/officeDocument/2006/relationships/customXml" Target="../ink/ink1926.xml"/><Relationship Id="rId292" Type="http://schemas.openxmlformats.org/officeDocument/2006/relationships/image" Target="../media/image27016.png"/><Relationship Id="rId306" Type="http://schemas.openxmlformats.org/officeDocument/2006/relationships/image" Target="../media/image27643.png"/><Relationship Id="rId860" Type="http://schemas.openxmlformats.org/officeDocument/2006/relationships/customXml" Target="../ink/ink2031.xml"/><Relationship Id="rId87" Type="http://schemas.openxmlformats.org/officeDocument/2006/relationships/customXml" Target="../ink/ink1643.xml"/><Relationship Id="rId513" Type="http://schemas.openxmlformats.org/officeDocument/2006/relationships/customXml" Target="../ink/ink1856.xml"/><Relationship Id="rId597" Type="http://schemas.openxmlformats.org/officeDocument/2006/relationships/customXml" Target="../ink/ink1898.xml"/><Relationship Id="rId720" Type="http://schemas.openxmlformats.org/officeDocument/2006/relationships/customXml" Target="../ink/ink1960.xml"/><Relationship Id="rId818" Type="http://schemas.openxmlformats.org/officeDocument/2006/relationships/customXml" Target="../ink/ink2010.xml"/><Relationship Id="rId152" Type="http://schemas.openxmlformats.org/officeDocument/2006/relationships/image" Target="../media/image27567.png"/><Relationship Id="rId457" Type="http://schemas.openxmlformats.org/officeDocument/2006/relationships/customXml" Target="../ink/ink1828.xml"/><Relationship Id="rId664" Type="http://schemas.openxmlformats.org/officeDocument/2006/relationships/image" Target="../media/image27819.png"/><Relationship Id="rId871" Type="http://schemas.openxmlformats.org/officeDocument/2006/relationships/image" Target="../media/image27919.png"/><Relationship Id="rId14" Type="http://schemas.openxmlformats.org/officeDocument/2006/relationships/image" Target="../media/image27498.png"/><Relationship Id="rId317" Type="http://schemas.openxmlformats.org/officeDocument/2006/relationships/customXml" Target="../ink/ink1758.xml"/><Relationship Id="rId524" Type="http://schemas.openxmlformats.org/officeDocument/2006/relationships/image" Target="../media/image27751.png"/><Relationship Id="rId731" Type="http://schemas.openxmlformats.org/officeDocument/2006/relationships/image" Target="../media/image27851.png"/><Relationship Id="rId98" Type="http://schemas.openxmlformats.org/officeDocument/2006/relationships/image" Target="../media/image27540.png"/><Relationship Id="rId163" Type="http://schemas.openxmlformats.org/officeDocument/2006/relationships/customXml" Target="../ink/ink1681.xml"/><Relationship Id="rId370" Type="http://schemas.openxmlformats.org/officeDocument/2006/relationships/image" Target="../media/image27675.png"/><Relationship Id="rId829" Type="http://schemas.openxmlformats.org/officeDocument/2006/relationships/image" Target="../media/image27898.png"/><Relationship Id="rId230" Type="http://schemas.openxmlformats.org/officeDocument/2006/relationships/image" Target="../media/image27606.png"/><Relationship Id="rId468" Type="http://schemas.openxmlformats.org/officeDocument/2006/relationships/image" Target="../media/image27724.png"/><Relationship Id="rId675" Type="http://schemas.openxmlformats.org/officeDocument/2006/relationships/image" Target="../media/image27824.png"/><Relationship Id="rId25" Type="http://schemas.openxmlformats.org/officeDocument/2006/relationships/customXml" Target="../ink/ink1612.xml"/><Relationship Id="rId328" Type="http://schemas.openxmlformats.org/officeDocument/2006/relationships/image" Target="../media/image27654.png"/><Relationship Id="rId535" Type="http://schemas.openxmlformats.org/officeDocument/2006/relationships/customXml" Target="../ink/ink1867.xml"/><Relationship Id="rId742" Type="http://schemas.openxmlformats.org/officeDocument/2006/relationships/customXml" Target="../ink/ink1971.xml"/><Relationship Id="rId174" Type="http://schemas.openxmlformats.org/officeDocument/2006/relationships/image" Target="../media/image27578.png"/><Relationship Id="rId381" Type="http://schemas.openxmlformats.org/officeDocument/2006/relationships/customXml" Target="../ink/ink1790.xml"/><Relationship Id="rId602" Type="http://schemas.openxmlformats.org/officeDocument/2006/relationships/image" Target="../media/image27146.png"/><Relationship Id="rId241" Type="http://schemas.openxmlformats.org/officeDocument/2006/relationships/customXml" Target="../ink/ink1720.xml"/><Relationship Id="rId479" Type="http://schemas.openxmlformats.org/officeDocument/2006/relationships/customXml" Target="../ink/ink1839.xml"/><Relationship Id="rId686" Type="http://schemas.openxmlformats.org/officeDocument/2006/relationships/customXml" Target="../ink/ink1943.xml"/><Relationship Id="rId36" Type="http://schemas.openxmlformats.org/officeDocument/2006/relationships/image" Target="../media/image27509.png"/><Relationship Id="rId339" Type="http://schemas.openxmlformats.org/officeDocument/2006/relationships/customXml" Target="../ink/ink1769.xml"/><Relationship Id="rId546" Type="http://schemas.openxmlformats.org/officeDocument/2006/relationships/image" Target="../media/image27762.png"/><Relationship Id="rId753" Type="http://schemas.openxmlformats.org/officeDocument/2006/relationships/image" Target="../media/image27862.png"/><Relationship Id="rId101" Type="http://schemas.openxmlformats.org/officeDocument/2006/relationships/customXml" Target="../ink/ink1650.xml"/><Relationship Id="rId185" Type="http://schemas.openxmlformats.org/officeDocument/2006/relationships/customXml" Target="../ink/ink1692.xml"/><Relationship Id="rId406" Type="http://schemas.openxmlformats.org/officeDocument/2006/relationships/image" Target="../media/image27693.png"/><Relationship Id="rId392" Type="http://schemas.openxmlformats.org/officeDocument/2006/relationships/image" Target="../media/image27686.png"/><Relationship Id="rId613" Type="http://schemas.openxmlformats.org/officeDocument/2006/relationships/customXml" Target="../ink/ink1906.xml"/><Relationship Id="rId697" Type="http://schemas.openxmlformats.org/officeDocument/2006/relationships/image" Target="../media/image27835.png"/><Relationship Id="rId820" Type="http://schemas.openxmlformats.org/officeDocument/2006/relationships/customXml" Target="../ink/ink2011.xml"/><Relationship Id="rId252" Type="http://schemas.openxmlformats.org/officeDocument/2006/relationships/image" Target="../media/image27617.png"/><Relationship Id="rId47" Type="http://schemas.openxmlformats.org/officeDocument/2006/relationships/customXml" Target="../ink/ink1623.xml"/><Relationship Id="rId112" Type="http://schemas.openxmlformats.org/officeDocument/2006/relationships/image" Target="../media/image27547.png"/><Relationship Id="rId557" Type="http://schemas.openxmlformats.org/officeDocument/2006/relationships/customXml" Target="../ink/ink1878.xml"/><Relationship Id="rId764" Type="http://schemas.openxmlformats.org/officeDocument/2006/relationships/image" Target="../media/image27867.png"/><Relationship Id="rId196" Type="http://schemas.openxmlformats.org/officeDocument/2006/relationships/image" Target="../media/image27589.png"/><Relationship Id="rId417" Type="http://schemas.openxmlformats.org/officeDocument/2006/relationships/customXml" Target="../ink/ink1808.xml"/><Relationship Id="rId624" Type="http://schemas.openxmlformats.org/officeDocument/2006/relationships/image" Target="../media/image27800.png"/><Relationship Id="rId831" Type="http://schemas.openxmlformats.org/officeDocument/2006/relationships/image" Target="../media/image27899.png"/><Relationship Id="rId263" Type="http://schemas.openxmlformats.org/officeDocument/2006/relationships/customXml" Target="../ink/ink1731.xml"/><Relationship Id="rId470" Type="http://schemas.openxmlformats.org/officeDocument/2006/relationships/image" Target="../media/image27725.png"/><Relationship Id="rId58" Type="http://schemas.openxmlformats.org/officeDocument/2006/relationships/image" Target="../media/image27520.png"/><Relationship Id="rId123" Type="http://schemas.openxmlformats.org/officeDocument/2006/relationships/customXml" Target="../ink/ink1661.xml"/><Relationship Id="rId330" Type="http://schemas.openxmlformats.org/officeDocument/2006/relationships/image" Target="../media/image27655.png"/><Relationship Id="rId568" Type="http://schemas.openxmlformats.org/officeDocument/2006/relationships/image" Target="../media/image27773.png"/><Relationship Id="rId775" Type="http://schemas.openxmlformats.org/officeDocument/2006/relationships/customXml" Target="../ink/ink1988.xml"/><Relationship Id="rId428" Type="http://schemas.openxmlformats.org/officeDocument/2006/relationships/image" Target="../media/image27704.png"/><Relationship Id="rId635" Type="http://schemas.openxmlformats.org/officeDocument/2006/relationships/customXml" Target="../ink/ink1917.xml"/><Relationship Id="rId842" Type="http://schemas.openxmlformats.org/officeDocument/2006/relationships/customXml" Target="../ink/ink2022.xml"/><Relationship Id="rId274" Type="http://schemas.openxmlformats.org/officeDocument/2006/relationships/image" Target="../media/image27628.png"/><Relationship Id="rId481" Type="http://schemas.openxmlformats.org/officeDocument/2006/relationships/customXml" Target="../ink/ink1840.xml"/><Relationship Id="rId702" Type="http://schemas.openxmlformats.org/officeDocument/2006/relationships/customXml" Target="../ink/ink1951.xml"/><Relationship Id="rId69" Type="http://schemas.openxmlformats.org/officeDocument/2006/relationships/customXml" Target="../ink/ink1634.xml"/><Relationship Id="rId134" Type="http://schemas.openxmlformats.org/officeDocument/2006/relationships/image" Target="../media/image27558.png"/><Relationship Id="rId579" Type="http://schemas.openxmlformats.org/officeDocument/2006/relationships/customXml" Target="../ink/ink1889.xml"/><Relationship Id="rId786" Type="http://schemas.openxmlformats.org/officeDocument/2006/relationships/image" Target="../media/image26578.png"/><Relationship Id="rId341" Type="http://schemas.openxmlformats.org/officeDocument/2006/relationships/customXml" Target="../ink/ink1770.xml"/><Relationship Id="rId439" Type="http://schemas.openxmlformats.org/officeDocument/2006/relationships/customXml" Target="../ink/ink1819.xml"/><Relationship Id="rId646" Type="http://schemas.openxmlformats.org/officeDocument/2006/relationships/image" Target="../media/image27811.png"/><Relationship Id="rId201" Type="http://schemas.openxmlformats.org/officeDocument/2006/relationships/customXml" Target="../ink/ink1700.xml"/><Relationship Id="rId285" Type="http://schemas.openxmlformats.org/officeDocument/2006/relationships/customXml" Target="../ink/ink1742.xml"/><Relationship Id="rId506" Type="http://schemas.openxmlformats.org/officeDocument/2006/relationships/image" Target="../media/image27743.png"/><Relationship Id="rId853" Type="http://schemas.openxmlformats.org/officeDocument/2006/relationships/image" Target="../media/image27910.png"/><Relationship Id="rId492" Type="http://schemas.openxmlformats.org/officeDocument/2006/relationships/image" Target="../media/image27736.png"/><Relationship Id="rId713" Type="http://schemas.openxmlformats.org/officeDocument/2006/relationships/image" Target="../media/image27247.png"/><Relationship Id="rId797" Type="http://schemas.openxmlformats.org/officeDocument/2006/relationships/image" Target="../media/image27882.png"/><Relationship Id="rId145" Type="http://schemas.openxmlformats.org/officeDocument/2006/relationships/customXml" Target="../ink/ink1672.xml"/><Relationship Id="rId352" Type="http://schemas.openxmlformats.org/officeDocument/2006/relationships/image" Target="../media/image27666.png"/><Relationship Id="rId212" Type="http://schemas.openxmlformats.org/officeDocument/2006/relationships/image" Target="../media/image27597.png"/><Relationship Id="rId657" Type="http://schemas.openxmlformats.org/officeDocument/2006/relationships/customXml" Target="../ink/ink1928.xml"/><Relationship Id="rId864" Type="http://schemas.openxmlformats.org/officeDocument/2006/relationships/customXml" Target="../ink/ink2033.xml"/><Relationship Id="rId296" Type="http://schemas.openxmlformats.org/officeDocument/2006/relationships/image" Target="../media/image27638.png"/><Relationship Id="rId517" Type="http://schemas.openxmlformats.org/officeDocument/2006/relationships/customXml" Target="../ink/ink1858.xml"/><Relationship Id="rId724" Type="http://schemas.openxmlformats.org/officeDocument/2006/relationships/customXml" Target="../ink/ink1962.xml"/><Relationship Id="rId60" Type="http://schemas.openxmlformats.org/officeDocument/2006/relationships/image" Target="../media/image27521.png"/><Relationship Id="rId156" Type="http://schemas.openxmlformats.org/officeDocument/2006/relationships/image" Target="../media/image27569.png"/><Relationship Id="rId363" Type="http://schemas.openxmlformats.org/officeDocument/2006/relationships/customXml" Target="../ink/ink1781.xml"/><Relationship Id="rId570" Type="http://schemas.openxmlformats.org/officeDocument/2006/relationships/image" Target="../media/image27774.png"/><Relationship Id="rId223" Type="http://schemas.openxmlformats.org/officeDocument/2006/relationships/customXml" Target="../ink/ink1711.xml"/><Relationship Id="rId430" Type="http://schemas.openxmlformats.org/officeDocument/2006/relationships/image" Target="../media/image27705.png"/><Relationship Id="rId668" Type="http://schemas.openxmlformats.org/officeDocument/2006/relationships/customXml" Target="../ink/ink1934.xml"/><Relationship Id="rId18" Type="http://schemas.openxmlformats.org/officeDocument/2006/relationships/image" Target="../media/image27500.png"/><Relationship Id="rId528" Type="http://schemas.openxmlformats.org/officeDocument/2006/relationships/image" Target="../media/image27753.png"/><Relationship Id="rId735" Type="http://schemas.openxmlformats.org/officeDocument/2006/relationships/image" Target="../media/image27853.png"/><Relationship Id="rId167" Type="http://schemas.openxmlformats.org/officeDocument/2006/relationships/customXml" Target="../ink/ink1683.xml"/><Relationship Id="rId374" Type="http://schemas.openxmlformats.org/officeDocument/2006/relationships/image" Target="../media/image27677.png"/><Relationship Id="rId581" Type="http://schemas.openxmlformats.org/officeDocument/2006/relationships/customXml" Target="../ink/ink1890.xml"/><Relationship Id="rId71" Type="http://schemas.openxmlformats.org/officeDocument/2006/relationships/customXml" Target="../ink/ink1635.xml"/><Relationship Id="rId234" Type="http://schemas.openxmlformats.org/officeDocument/2006/relationships/image" Target="../media/image27608.png"/><Relationship Id="rId679" Type="http://schemas.openxmlformats.org/officeDocument/2006/relationships/image" Target="../media/image27826.png"/><Relationship Id="rId802" Type="http://schemas.openxmlformats.org/officeDocument/2006/relationships/customXml" Target="../ink/ink2002.xml"/><Relationship Id="rId2" Type="http://schemas.openxmlformats.org/officeDocument/2006/relationships/customXml" Target="../ink/ink1600.xml"/><Relationship Id="rId29" Type="http://schemas.openxmlformats.org/officeDocument/2006/relationships/customXml" Target="../ink/ink1614.xml"/><Relationship Id="rId441" Type="http://schemas.openxmlformats.org/officeDocument/2006/relationships/customXml" Target="../ink/ink1820.xml"/><Relationship Id="rId539" Type="http://schemas.openxmlformats.org/officeDocument/2006/relationships/customXml" Target="../ink/ink1869.xml"/><Relationship Id="rId746" Type="http://schemas.openxmlformats.org/officeDocument/2006/relationships/customXml" Target="../ink/ink1973.xml"/><Relationship Id="rId178" Type="http://schemas.openxmlformats.org/officeDocument/2006/relationships/image" Target="../media/image27580.png"/><Relationship Id="rId301" Type="http://schemas.openxmlformats.org/officeDocument/2006/relationships/customXml" Target="../ink/ink1750.xml"/><Relationship Id="rId82" Type="http://schemas.openxmlformats.org/officeDocument/2006/relationships/image" Target="../media/image27532.png"/><Relationship Id="rId385" Type="http://schemas.openxmlformats.org/officeDocument/2006/relationships/customXml" Target="../ink/ink1792.xml"/><Relationship Id="rId592" Type="http://schemas.openxmlformats.org/officeDocument/2006/relationships/image" Target="../media/image27785.png"/><Relationship Id="rId606" Type="http://schemas.openxmlformats.org/officeDocument/2006/relationships/image" Target="../media/image27791.png"/><Relationship Id="rId813" Type="http://schemas.openxmlformats.org/officeDocument/2006/relationships/image" Target="../media/image27890.png"/><Relationship Id="rId245" Type="http://schemas.openxmlformats.org/officeDocument/2006/relationships/customXml" Target="../ink/ink1722.xml"/><Relationship Id="rId452" Type="http://schemas.openxmlformats.org/officeDocument/2006/relationships/image" Target="../media/image27716.png"/><Relationship Id="rId105" Type="http://schemas.openxmlformats.org/officeDocument/2006/relationships/customXml" Target="../ink/ink1652.xml"/><Relationship Id="rId312" Type="http://schemas.openxmlformats.org/officeDocument/2006/relationships/image" Target="../media/image27646.png"/><Relationship Id="rId757" Type="http://schemas.openxmlformats.org/officeDocument/2006/relationships/image" Target="../media/image27864.png"/><Relationship Id="rId93" Type="http://schemas.openxmlformats.org/officeDocument/2006/relationships/customXml" Target="../ink/ink1646.xml"/><Relationship Id="rId189" Type="http://schemas.openxmlformats.org/officeDocument/2006/relationships/customXml" Target="../ink/ink1694.xml"/><Relationship Id="rId396" Type="http://schemas.openxmlformats.org/officeDocument/2006/relationships/image" Target="../media/image27688.png"/><Relationship Id="rId617" Type="http://schemas.openxmlformats.org/officeDocument/2006/relationships/customXml" Target="../ink/ink1908.xml"/><Relationship Id="rId824" Type="http://schemas.openxmlformats.org/officeDocument/2006/relationships/customXml" Target="../ink/ink2013.xml"/><Relationship Id="rId256" Type="http://schemas.openxmlformats.org/officeDocument/2006/relationships/image" Target="../media/image27619.png"/><Relationship Id="rId463" Type="http://schemas.openxmlformats.org/officeDocument/2006/relationships/customXml" Target="../ink/ink1831.xml"/><Relationship Id="rId670" Type="http://schemas.openxmlformats.org/officeDocument/2006/relationships/customXml" Target="../ink/ink1935.xml"/><Relationship Id="rId116" Type="http://schemas.openxmlformats.org/officeDocument/2006/relationships/image" Target="../media/image27549.png"/><Relationship Id="rId323" Type="http://schemas.openxmlformats.org/officeDocument/2006/relationships/customXml" Target="../ink/ink1761.xml"/><Relationship Id="rId530" Type="http://schemas.openxmlformats.org/officeDocument/2006/relationships/image" Target="../media/image27754.png"/><Relationship Id="rId768" Type="http://schemas.openxmlformats.org/officeDocument/2006/relationships/image" Target="../media/image27869.png"/><Relationship Id="rId20" Type="http://schemas.openxmlformats.org/officeDocument/2006/relationships/image" Target="../media/image27501.png"/><Relationship Id="rId628" Type="http://schemas.openxmlformats.org/officeDocument/2006/relationships/image" Target="../media/image27802.png"/><Relationship Id="rId835" Type="http://schemas.openxmlformats.org/officeDocument/2006/relationships/image" Target="../media/image27901.png"/><Relationship Id="rId267" Type="http://schemas.openxmlformats.org/officeDocument/2006/relationships/customXml" Target="../ink/ink1733.xml"/><Relationship Id="rId474" Type="http://schemas.openxmlformats.org/officeDocument/2006/relationships/image" Target="../media/image27727.png"/><Relationship Id="rId127" Type="http://schemas.openxmlformats.org/officeDocument/2006/relationships/customXml" Target="../ink/ink1663.xml"/><Relationship Id="rId681" Type="http://schemas.openxmlformats.org/officeDocument/2006/relationships/image" Target="../media/image27827.png"/><Relationship Id="rId779" Type="http://schemas.openxmlformats.org/officeDocument/2006/relationships/customXml" Target="../ink/ink1990.xml"/><Relationship Id="rId31" Type="http://schemas.openxmlformats.org/officeDocument/2006/relationships/customXml" Target="../ink/ink1615.xml"/><Relationship Id="rId334" Type="http://schemas.openxmlformats.org/officeDocument/2006/relationships/image" Target="../media/image27657.png"/><Relationship Id="rId541" Type="http://schemas.openxmlformats.org/officeDocument/2006/relationships/customXml" Target="../ink/ink1870.xml"/><Relationship Id="rId639" Type="http://schemas.openxmlformats.org/officeDocument/2006/relationships/customXml" Target="../ink/ink1919.xml"/><Relationship Id="rId180" Type="http://schemas.openxmlformats.org/officeDocument/2006/relationships/image" Target="../media/image27581.png"/><Relationship Id="rId278" Type="http://schemas.openxmlformats.org/officeDocument/2006/relationships/image" Target="../media/image27630.png"/><Relationship Id="rId401" Type="http://schemas.openxmlformats.org/officeDocument/2006/relationships/customXml" Target="../ink/ink1800.xml"/><Relationship Id="rId846" Type="http://schemas.openxmlformats.org/officeDocument/2006/relationships/customXml" Target="../ink/ink2024.xml"/><Relationship Id="rId485" Type="http://schemas.openxmlformats.org/officeDocument/2006/relationships/customXml" Target="../ink/ink1842.xml"/><Relationship Id="rId692" Type="http://schemas.openxmlformats.org/officeDocument/2006/relationships/customXml" Target="../ink/ink1946.xml"/><Relationship Id="rId706" Type="http://schemas.openxmlformats.org/officeDocument/2006/relationships/customXml" Target="../ink/ink1953.xml"/><Relationship Id="rId42" Type="http://schemas.openxmlformats.org/officeDocument/2006/relationships/image" Target="../media/image27512.png"/><Relationship Id="rId138" Type="http://schemas.openxmlformats.org/officeDocument/2006/relationships/image" Target="../media/image27560.png"/><Relationship Id="rId345" Type="http://schemas.openxmlformats.org/officeDocument/2006/relationships/customXml" Target="../ink/ink1772.xml"/><Relationship Id="rId552" Type="http://schemas.openxmlformats.org/officeDocument/2006/relationships/image" Target="../media/image27765.png"/><Relationship Id="rId191" Type="http://schemas.openxmlformats.org/officeDocument/2006/relationships/customXml" Target="../ink/ink1695.xml"/><Relationship Id="rId205" Type="http://schemas.openxmlformats.org/officeDocument/2006/relationships/customXml" Target="../ink/ink1702.xml"/><Relationship Id="rId412" Type="http://schemas.openxmlformats.org/officeDocument/2006/relationships/image" Target="../media/image27696.png"/><Relationship Id="rId857" Type="http://schemas.openxmlformats.org/officeDocument/2006/relationships/image" Target="../media/image27912.png"/><Relationship Id="rId289" Type="http://schemas.openxmlformats.org/officeDocument/2006/relationships/customXml" Target="../ink/ink1744.xml"/><Relationship Id="rId496" Type="http://schemas.openxmlformats.org/officeDocument/2006/relationships/image" Target="../media/image27738.png"/><Relationship Id="rId717" Type="http://schemas.openxmlformats.org/officeDocument/2006/relationships/image" Target="../media/image27844.png"/><Relationship Id="rId53" Type="http://schemas.openxmlformats.org/officeDocument/2006/relationships/customXml" Target="../ink/ink1626.xml"/><Relationship Id="rId149" Type="http://schemas.openxmlformats.org/officeDocument/2006/relationships/customXml" Target="../ink/ink1674.xml"/><Relationship Id="rId356" Type="http://schemas.openxmlformats.org/officeDocument/2006/relationships/image" Target="../media/image27668.png"/><Relationship Id="rId563" Type="http://schemas.openxmlformats.org/officeDocument/2006/relationships/customXml" Target="../ink/ink1881.xml"/><Relationship Id="rId770" Type="http://schemas.openxmlformats.org/officeDocument/2006/relationships/image" Target="../media/image27870.png"/><Relationship Id="rId216" Type="http://schemas.openxmlformats.org/officeDocument/2006/relationships/image" Target="../media/image27599.png"/><Relationship Id="rId423" Type="http://schemas.openxmlformats.org/officeDocument/2006/relationships/customXml" Target="../ink/ink1811.xml"/><Relationship Id="rId868" Type="http://schemas.openxmlformats.org/officeDocument/2006/relationships/customXml" Target="../ink/ink2035.xml"/><Relationship Id="rId630" Type="http://schemas.openxmlformats.org/officeDocument/2006/relationships/image" Target="../media/image27803.png"/><Relationship Id="rId728" Type="http://schemas.openxmlformats.org/officeDocument/2006/relationships/customXml" Target="../ink/ink1964.xml"/><Relationship Id="rId64" Type="http://schemas.openxmlformats.org/officeDocument/2006/relationships/image" Target="../media/image27523.png"/><Relationship Id="rId367" Type="http://schemas.openxmlformats.org/officeDocument/2006/relationships/customXml" Target="../ink/ink1783.xml"/><Relationship Id="rId574" Type="http://schemas.openxmlformats.org/officeDocument/2006/relationships/image" Target="../media/image27776.png"/><Relationship Id="rId227" Type="http://schemas.openxmlformats.org/officeDocument/2006/relationships/customXml" Target="../ink/ink1713.xml"/><Relationship Id="rId781" Type="http://schemas.openxmlformats.org/officeDocument/2006/relationships/customXml" Target="../ink/ink1991.xml"/><Relationship Id="rId434" Type="http://schemas.openxmlformats.org/officeDocument/2006/relationships/image" Target="../media/image27707.png"/><Relationship Id="rId641" Type="http://schemas.openxmlformats.org/officeDocument/2006/relationships/customXml" Target="../ink/ink1920.xml"/><Relationship Id="rId739" Type="http://schemas.openxmlformats.org/officeDocument/2006/relationships/image" Target="../media/image27855.png"/><Relationship Id="rId280" Type="http://schemas.openxmlformats.org/officeDocument/2006/relationships/image" Target="../media/image27631.png"/><Relationship Id="rId501" Type="http://schemas.openxmlformats.org/officeDocument/2006/relationships/customXml" Target="../ink/ink1850.xml"/><Relationship Id="rId75" Type="http://schemas.openxmlformats.org/officeDocument/2006/relationships/customXml" Target="../ink/ink1637.xml"/><Relationship Id="rId140" Type="http://schemas.openxmlformats.org/officeDocument/2006/relationships/image" Target="../media/image27561.png"/><Relationship Id="rId378" Type="http://schemas.openxmlformats.org/officeDocument/2006/relationships/image" Target="../media/image27679.png"/><Relationship Id="rId585" Type="http://schemas.openxmlformats.org/officeDocument/2006/relationships/customXml" Target="../ink/ink1892.xml"/><Relationship Id="rId792" Type="http://schemas.openxmlformats.org/officeDocument/2006/relationships/customXml" Target="../ink/ink1997.xml"/><Relationship Id="rId806" Type="http://schemas.openxmlformats.org/officeDocument/2006/relationships/customXml" Target="../ink/ink2004.xml"/><Relationship Id="rId6" Type="http://schemas.openxmlformats.org/officeDocument/2006/relationships/customXml" Target="../ink/ink1602.xml"/><Relationship Id="rId238" Type="http://schemas.openxmlformats.org/officeDocument/2006/relationships/image" Target="../media/image27610.png"/><Relationship Id="rId445" Type="http://schemas.openxmlformats.org/officeDocument/2006/relationships/customXml" Target="../ink/ink1822.xml"/><Relationship Id="rId652" Type="http://schemas.openxmlformats.org/officeDocument/2006/relationships/image" Target="../media/image27813.png"/><Relationship Id="rId291" Type="http://schemas.openxmlformats.org/officeDocument/2006/relationships/customXml" Target="../ink/ink1745.xml"/><Relationship Id="rId305" Type="http://schemas.openxmlformats.org/officeDocument/2006/relationships/customXml" Target="../ink/ink1752.xml"/><Relationship Id="rId512" Type="http://schemas.openxmlformats.org/officeDocument/2006/relationships/image" Target="../media/image27745.png"/><Relationship Id="rId86" Type="http://schemas.openxmlformats.org/officeDocument/2006/relationships/image" Target="../media/image27534.png"/><Relationship Id="rId151" Type="http://schemas.openxmlformats.org/officeDocument/2006/relationships/customXml" Target="../ink/ink1675.xml"/><Relationship Id="rId389" Type="http://schemas.openxmlformats.org/officeDocument/2006/relationships/customXml" Target="../ink/ink1794.xml"/><Relationship Id="rId596" Type="http://schemas.openxmlformats.org/officeDocument/2006/relationships/image" Target="../media/image27787.png"/><Relationship Id="rId817" Type="http://schemas.openxmlformats.org/officeDocument/2006/relationships/image" Target="../media/image27892.png"/><Relationship Id="rId249" Type="http://schemas.openxmlformats.org/officeDocument/2006/relationships/customXml" Target="../ink/ink1724.xml"/><Relationship Id="rId456" Type="http://schemas.openxmlformats.org/officeDocument/2006/relationships/image" Target="../media/image27718.png"/><Relationship Id="rId663" Type="http://schemas.openxmlformats.org/officeDocument/2006/relationships/customXml" Target="../ink/ink1931.xml"/><Relationship Id="rId870" Type="http://schemas.openxmlformats.org/officeDocument/2006/relationships/customXml" Target="../ink/ink2036.xml"/><Relationship Id="rId13" Type="http://schemas.openxmlformats.org/officeDocument/2006/relationships/customXml" Target="../ink/ink1606.xml"/><Relationship Id="rId109" Type="http://schemas.openxmlformats.org/officeDocument/2006/relationships/customXml" Target="../ink/ink1654.xml"/><Relationship Id="rId316" Type="http://schemas.openxmlformats.org/officeDocument/2006/relationships/image" Target="../media/image27648.png"/><Relationship Id="rId523" Type="http://schemas.openxmlformats.org/officeDocument/2006/relationships/customXml" Target="../ink/ink1861.xml"/><Relationship Id="rId97" Type="http://schemas.openxmlformats.org/officeDocument/2006/relationships/customXml" Target="../ink/ink1648.xml"/><Relationship Id="rId730" Type="http://schemas.openxmlformats.org/officeDocument/2006/relationships/customXml" Target="../ink/ink1965.xml"/><Relationship Id="rId828" Type="http://schemas.openxmlformats.org/officeDocument/2006/relationships/customXml" Target="../ink/ink2015.xml"/><Relationship Id="rId162" Type="http://schemas.openxmlformats.org/officeDocument/2006/relationships/image" Target="../media/image27572.png"/><Relationship Id="rId467" Type="http://schemas.openxmlformats.org/officeDocument/2006/relationships/customXml" Target="../ink/ink1833.xml"/><Relationship Id="rId674" Type="http://schemas.openxmlformats.org/officeDocument/2006/relationships/customXml" Target="../ink/ink1937.xml"/><Relationship Id="rId24" Type="http://schemas.openxmlformats.org/officeDocument/2006/relationships/image" Target="../media/image27503.png"/><Relationship Id="rId327" Type="http://schemas.openxmlformats.org/officeDocument/2006/relationships/customXml" Target="../ink/ink1763.xml"/><Relationship Id="rId534" Type="http://schemas.openxmlformats.org/officeDocument/2006/relationships/image" Target="../media/image27756.png"/><Relationship Id="rId741" Type="http://schemas.openxmlformats.org/officeDocument/2006/relationships/image" Target="../media/image27856.png"/><Relationship Id="rId839" Type="http://schemas.openxmlformats.org/officeDocument/2006/relationships/image" Target="../media/image27903.png"/><Relationship Id="rId173" Type="http://schemas.openxmlformats.org/officeDocument/2006/relationships/customXml" Target="../ink/ink1686.xml"/><Relationship Id="rId380" Type="http://schemas.openxmlformats.org/officeDocument/2006/relationships/image" Target="../media/image27680.png"/><Relationship Id="rId601" Type="http://schemas.openxmlformats.org/officeDocument/2006/relationships/customXml" Target="../ink/ink1900.xml"/><Relationship Id="rId240" Type="http://schemas.openxmlformats.org/officeDocument/2006/relationships/image" Target="../media/image27611.png"/><Relationship Id="rId478" Type="http://schemas.openxmlformats.org/officeDocument/2006/relationships/image" Target="../media/image27729.png"/><Relationship Id="rId685" Type="http://schemas.openxmlformats.org/officeDocument/2006/relationships/image" Target="../media/image27829.png"/><Relationship Id="rId35" Type="http://schemas.openxmlformats.org/officeDocument/2006/relationships/customXml" Target="../ink/ink1617.xml"/><Relationship Id="rId100" Type="http://schemas.openxmlformats.org/officeDocument/2006/relationships/image" Target="../media/image27541.png"/><Relationship Id="rId338" Type="http://schemas.openxmlformats.org/officeDocument/2006/relationships/image" Target="../media/image27659.png"/><Relationship Id="rId545" Type="http://schemas.openxmlformats.org/officeDocument/2006/relationships/customXml" Target="../ink/ink1872.xml"/><Relationship Id="rId752" Type="http://schemas.openxmlformats.org/officeDocument/2006/relationships/customXml" Target="../ink/ink1976.xml"/><Relationship Id="rId184" Type="http://schemas.openxmlformats.org/officeDocument/2006/relationships/image" Target="../media/image27583.png"/><Relationship Id="rId391" Type="http://schemas.openxmlformats.org/officeDocument/2006/relationships/customXml" Target="../ink/ink1795.xml"/><Relationship Id="rId405" Type="http://schemas.openxmlformats.org/officeDocument/2006/relationships/customXml" Target="../ink/ink1802.xml"/><Relationship Id="rId612" Type="http://schemas.openxmlformats.org/officeDocument/2006/relationships/image" Target="../media/image27794.png"/><Relationship Id="rId251" Type="http://schemas.openxmlformats.org/officeDocument/2006/relationships/customXml" Target="../ink/ink1725.xml"/><Relationship Id="rId489" Type="http://schemas.openxmlformats.org/officeDocument/2006/relationships/customXml" Target="../ink/ink1844.xml"/><Relationship Id="rId696" Type="http://schemas.openxmlformats.org/officeDocument/2006/relationships/customXml" Target="../ink/ink1948.xml"/><Relationship Id="rId46" Type="http://schemas.openxmlformats.org/officeDocument/2006/relationships/image" Target="../media/image27514.png"/><Relationship Id="rId349" Type="http://schemas.openxmlformats.org/officeDocument/2006/relationships/customXml" Target="../ink/ink1774.xml"/><Relationship Id="rId556" Type="http://schemas.openxmlformats.org/officeDocument/2006/relationships/image" Target="../media/image27767.png"/><Relationship Id="rId763" Type="http://schemas.openxmlformats.org/officeDocument/2006/relationships/customXml" Target="../ink/ink1982.xml"/><Relationship Id="rId88" Type="http://schemas.openxmlformats.org/officeDocument/2006/relationships/image" Target="../media/image27535.png"/><Relationship Id="rId111" Type="http://schemas.openxmlformats.org/officeDocument/2006/relationships/customXml" Target="../ink/ink1655.xml"/><Relationship Id="rId153" Type="http://schemas.openxmlformats.org/officeDocument/2006/relationships/customXml" Target="../ink/ink1676.xml"/><Relationship Id="rId195" Type="http://schemas.openxmlformats.org/officeDocument/2006/relationships/customXml" Target="../ink/ink1697.xml"/><Relationship Id="rId209" Type="http://schemas.openxmlformats.org/officeDocument/2006/relationships/customXml" Target="../ink/ink1704.xml"/><Relationship Id="rId360" Type="http://schemas.openxmlformats.org/officeDocument/2006/relationships/image" Target="../media/image27670.png"/><Relationship Id="rId416" Type="http://schemas.openxmlformats.org/officeDocument/2006/relationships/image" Target="../media/image27698.png"/><Relationship Id="rId598" Type="http://schemas.openxmlformats.org/officeDocument/2006/relationships/image" Target="../media/image27788.png"/><Relationship Id="rId819" Type="http://schemas.openxmlformats.org/officeDocument/2006/relationships/image" Target="../media/image27893.png"/><Relationship Id="rId220" Type="http://schemas.openxmlformats.org/officeDocument/2006/relationships/image" Target="../media/image27601.png"/><Relationship Id="rId458" Type="http://schemas.openxmlformats.org/officeDocument/2006/relationships/image" Target="../media/image27719.png"/><Relationship Id="rId623" Type="http://schemas.openxmlformats.org/officeDocument/2006/relationships/customXml" Target="../ink/ink1911.xml"/><Relationship Id="rId665" Type="http://schemas.openxmlformats.org/officeDocument/2006/relationships/customXml" Target="../ink/ink1932.xml"/><Relationship Id="rId830" Type="http://schemas.openxmlformats.org/officeDocument/2006/relationships/customXml" Target="../ink/ink2016.xml"/><Relationship Id="rId872" Type="http://schemas.openxmlformats.org/officeDocument/2006/relationships/customXml" Target="../ink/ink2037.xml"/><Relationship Id="rId15" Type="http://schemas.openxmlformats.org/officeDocument/2006/relationships/customXml" Target="../ink/ink1607.xml"/><Relationship Id="rId57" Type="http://schemas.openxmlformats.org/officeDocument/2006/relationships/customXml" Target="../ink/ink1628.xml"/><Relationship Id="rId262" Type="http://schemas.openxmlformats.org/officeDocument/2006/relationships/image" Target="../media/image27622.png"/><Relationship Id="rId318" Type="http://schemas.openxmlformats.org/officeDocument/2006/relationships/image" Target="../media/image27649.png"/><Relationship Id="rId525" Type="http://schemas.openxmlformats.org/officeDocument/2006/relationships/customXml" Target="../ink/ink1862.xml"/><Relationship Id="rId567" Type="http://schemas.openxmlformats.org/officeDocument/2006/relationships/customXml" Target="../ink/ink1883.xml"/><Relationship Id="rId732" Type="http://schemas.openxmlformats.org/officeDocument/2006/relationships/customXml" Target="../ink/ink1966.xml"/><Relationship Id="rId99" Type="http://schemas.openxmlformats.org/officeDocument/2006/relationships/customXml" Target="../ink/ink1649.xml"/><Relationship Id="rId122" Type="http://schemas.openxmlformats.org/officeDocument/2006/relationships/image" Target="../media/image27552.png"/><Relationship Id="rId164" Type="http://schemas.openxmlformats.org/officeDocument/2006/relationships/image" Target="../media/image27573.png"/><Relationship Id="rId371" Type="http://schemas.openxmlformats.org/officeDocument/2006/relationships/customXml" Target="../ink/ink1785.xml"/><Relationship Id="rId774" Type="http://schemas.openxmlformats.org/officeDocument/2006/relationships/image" Target="../media/image27872.png"/><Relationship Id="rId427" Type="http://schemas.openxmlformats.org/officeDocument/2006/relationships/customXml" Target="../ink/ink1813.xml"/><Relationship Id="rId469" Type="http://schemas.openxmlformats.org/officeDocument/2006/relationships/customXml" Target="../ink/ink1834.xml"/><Relationship Id="rId634" Type="http://schemas.openxmlformats.org/officeDocument/2006/relationships/image" Target="../media/image27805.png"/><Relationship Id="rId676" Type="http://schemas.openxmlformats.org/officeDocument/2006/relationships/customXml" Target="../ink/ink1938.xml"/><Relationship Id="rId841" Type="http://schemas.openxmlformats.org/officeDocument/2006/relationships/image" Target="../media/image27904.png"/><Relationship Id="rId26" Type="http://schemas.openxmlformats.org/officeDocument/2006/relationships/image" Target="../media/image27504.png"/><Relationship Id="rId231" Type="http://schemas.openxmlformats.org/officeDocument/2006/relationships/customXml" Target="../ink/ink1715.xml"/><Relationship Id="rId273" Type="http://schemas.openxmlformats.org/officeDocument/2006/relationships/customXml" Target="../ink/ink1736.xml"/><Relationship Id="rId329" Type="http://schemas.openxmlformats.org/officeDocument/2006/relationships/customXml" Target="../ink/ink1764.xml"/><Relationship Id="rId480" Type="http://schemas.openxmlformats.org/officeDocument/2006/relationships/image" Target="../media/image27730.png"/><Relationship Id="rId536" Type="http://schemas.openxmlformats.org/officeDocument/2006/relationships/image" Target="../media/image27757.png"/><Relationship Id="rId701" Type="http://schemas.openxmlformats.org/officeDocument/2006/relationships/image" Target="../media/image27837.png"/><Relationship Id="rId68" Type="http://schemas.openxmlformats.org/officeDocument/2006/relationships/image" Target="../media/image27525.png"/><Relationship Id="rId133" Type="http://schemas.openxmlformats.org/officeDocument/2006/relationships/customXml" Target="../ink/ink1666.xml"/><Relationship Id="rId175" Type="http://schemas.openxmlformats.org/officeDocument/2006/relationships/customXml" Target="../ink/ink1687.xml"/><Relationship Id="rId340" Type="http://schemas.openxmlformats.org/officeDocument/2006/relationships/image" Target="../media/image27660.png"/><Relationship Id="rId578" Type="http://schemas.openxmlformats.org/officeDocument/2006/relationships/image" Target="../media/image27778.png"/><Relationship Id="rId743" Type="http://schemas.openxmlformats.org/officeDocument/2006/relationships/image" Target="../media/image27857.png"/><Relationship Id="rId785" Type="http://schemas.openxmlformats.org/officeDocument/2006/relationships/customXml" Target="../ink/ink1993.xml"/><Relationship Id="rId200" Type="http://schemas.openxmlformats.org/officeDocument/2006/relationships/image" Target="../media/image27591.png"/><Relationship Id="rId382" Type="http://schemas.openxmlformats.org/officeDocument/2006/relationships/image" Target="../media/image27681.png"/><Relationship Id="rId438" Type="http://schemas.openxmlformats.org/officeDocument/2006/relationships/image" Target="../media/image27709.png"/><Relationship Id="rId603" Type="http://schemas.openxmlformats.org/officeDocument/2006/relationships/customXml" Target="../ink/ink1901.xml"/><Relationship Id="rId645" Type="http://schemas.openxmlformats.org/officeDocument/2006/relationships/customXml" Target="../ink/ink1922.xml"/><Relationship Id="rId687" Type="http://schemas.openxmlformats.org/officeDocument/2006/relationships/image" Target="../media/image27830.png"/><Relationship Id="rId810" Type="http://schemas.openxmlformats.org/officeDocument/2006/relationships/customXml" Target="../ink/ink2006.xml"/><Relationship Id="rId852" Type="http://schemas.openxmlformats.org/officeDocument/2006/relationships/customXml" Target="../ink/ink2027.xml"/><Relationship Id="rId242" Type="http://schemas.openxmlformats.org/officeDocument/2006/relationships/image" Target="../media/image27612.png"/><Relationship Id="rId284" Type="http://schemas.openxmlformats.org/officeDocument/2006/relationships/image" Target="../media/image27633.png"/><Relationship Id="rId491" Type="http://schemas.openxmlformats.org/officeDocument/2006/relationships/customXml" Target="../ink/ink1845.xml"/><Relationship Id="rId505" Type="http://schemas.openxmlformats.org/officeDocument/2006/relationships/customXml" Target="../ink/ink1852.xml"/><Relationship Id="rId712" Type="http://schemas.openxmlformats.org/officeDocument/2006/relationships/customXml" Target="../ink/ink1956.xml"/><Relationship Id="rId37" Type="http://schemas.openxmlformats.org/officeDocument/2006/relationships/customXml" Target="../ink/ink1618.xml"/><Relationship Id="rId79" Type="http://schemas.openxmlformats.org/officeDocument/2006/relationships/customXml" Target="../ink/ink1639.xml"/><Relationship Id="rId102" Type="http://schemas.openxmlformats.org/officeDocument/2006/relationships/image" Target="../media/image27542.png"/><Relationship Id="rId144" Type="http://schemas.openxmlformats.org/officeDocument/2006/relationships/image" Target="../media/image27563.png"/><Relationship Id="rId547" Type="http://schemas.openxmlformats.org/officeDocument/2006/relationships/customXml" Target="../ink/ink1873.xml"/><Relationship Id="rId589" Type="http://schemas.openxmlformats.org/officeDocument/2006/relationships/customXml" Target="../ink/ink1894.xml"/><Relationship Id="rId754" Type="http://schemas.openxmlformats.org/officeDocument/2006/relationships/customXml" Target="../ink/ink1977.xml"/><Relationship Id="rId796" Type="http://schemas.openxmlformats.org/officeDocument/2006/relationships/customXml" Target="../ink/ink1999.xml"/><Relationship Id="rId90" Type="http://schemas.openxmlformats.org/officeDocument/2006/relationships/image" Target="../media/image27536.png"/><Relationship Id="rId186" Type="http://schemas.openxmlformats.org/officeDocument/2006/relationships/image" Target="../media/image27584.png"/><Relationship Id="rId351" Type="http://schemas.openxmlformats.org/officeDocument/2006/relationships/customXml" Target="../ink/ink1775.xml"/><Relationship Id="rId393" Type="http://schemas.openxmlformats.org/officeDocument/2006/relationships/customXml" Target="../ink/ink1796.xml"/><Relationship Id="rId407" Type="http://schemas.openxmlformats.org/officeDocument/2006/relationships/customXml" Target="../ink/ink1803.xml"/><Relationship Id="rId449" Type="http://schemas.openxmlformats.org/officeDocument/2006/relationships/customXml" Target="../ink/ink1824.xml"/><Relationship Id="rId614" Type="http://schemas.openxmlformats.org/officeDocument/2006/relationships/image" Target="../media/image27795.png"/><Relationship Id="rId656" Type="http://schemas.openxmlformats.org/officeDocument/2006/relationships/image" Target="../media/image27815.png"/><Relationship Id="rId821" Type="http://schemas.openxmlformats.org/officeDocument/2006/relationships/image" Target="../media/image27894.png"/><Relationship Id="rId863" Type="http://schemas.openxmlformats.org/officeDocument/2006/relationships/image" Target="../media/image27915.png"/><Relationship Id="rId211" Type="http://schemas.openxmlformats.org/officeDocument/2006/relationships/customXml" Target="../ink/ink1705.xml"/><Relationship Id="rId253" Type="http://schemas.openxmlformats.org/officeDocument/2006/relationships/customXml" Target="../ink/ink1726.xml"/><Relationship Id="rId295" Type="http://schemas.openxmlformats.org/officeDocument/2006/relationships/customXml" Target="../ink/ink1747.xml"/><Relationship Id="rId309" Type="http://schemas.openxmlformats.org/officeDocument/2006/relationships/customXml" Target="../ink/ink1754.xml"/><Relationship Id="rId460" Type="http://schemas.openxmlformats.org/officeDocument/2006/relationships/image" Target="../media/image27720.png"/><Relationship Id="rId516" Type="http://schemas.openxmlformats.org/officeDocument/2006/relationships/image" Target="../media/image27747.png"/><Relationship Id="rId698" Type="http://schemas.openxmlformats.org/officeDocument/2006/relationships/customXml" Target="../ink/ink1949.xml"/><Relationship Id="rId48" Type="http://schemas.openxmlformats.org/officeDocument/2006/relationships/image" Target="../media/image27515.png"/><Relationship Id="rId113" Type="http://schemas.openxmlformats.org/officeDocument/2006/relationships/customXml" Target="../ink/ink1656.xml"/><Relationship Id="rId320" Type="http://schemas.openxmlformats.org/officeDocument/2006/relationships/image" Target="../media/image27650.png"/><Relationship Id="rId558" Type="http://schemas.openxmlformats.org/officeDocument/2006/relationships/image" Target="../media/image27768.png"/><Relationship Id="rId723" Type="http://schemas.openxmlformats.org/officeDocument/2006/relationships/image" Target="../media/image27847.png"/><Relationship Id="rId765" Type="http://schemas.openxmlformats.org/officeDocument/2006/relationships/customXml" Target="../ink/ink1983.xml"/><Relationship Id="rId155" Type="http://schemas.openxmlformats.org/officeDocument/2006/relationships/customXml" Target="../ink/ink1677.xml"/><Relationship Id="rId197" Type="http://schemas.openxmlformats.org/officeDocument/2006/relationships/customXml" Target="../ink/ink1698.xml"/><Relationship Id="rId362" Type="http://schemas.openxmlformats.org/officeDocument/2006/relationships/image" Target="../media/image27671.png"/><Relationship Id="rId418" Type="http://schemas.openxmlformats.org/officeDocument/2006/relationships/image" Target="../media/image27699.png"/><Relationship Id="rId625" Type="http://schemas.openxmlformats.org/officeDocument/2006/relationships/customXml" Target="../ink/ink1912.xml"/><Relationship Id="rId832" Type="http://schemas.openxmlformats.org/officeDocument/2006/relationships/customXml" Target="../ink/ink2017.xml"/><Relationship Id="rId222" Type="http://schemas.openxmlformats.org/officeDocument/2006/relationships/image" Target="../media/image27602.png"/><Relationship Id="rId264" Type="http://schemas.openxmlformats.org/officeDocument/2006/relationships/image" Target="../media/image27623.png"/><Relationship Id="rId471" Type="http://schemas.openxmlformats.org/officeDocument/2006/relationships/customXml" Target="../ink/ink1835.xml"/><Relationship Id="rId667" Type="http://schemas.openxmlformats.org/officeDocument/2006/relationships/customXml" Target="../ink/ink1933.xml"/><Relationship Id="rId17" Type="http://schemas.openxmlformats.org/officeDocument/2006/relationships/customXml" Target="../ink/ink1608.xml"/><Relationship Id="rId59" Type="http://schemas.openxmlformats.org/officeDocument/2006/relationships/customXml" Target="../ink/ink1629.xml"/><Relationship Id="rId124" Type="http://schemas.openxmlformats.org/officeDocument/2006/relationships/image" Target="../media/image27553.png"/><Relationship Id="rId527" Type="http://schemas.openxmlformats.org/officeDocument/2006/relationships/customXml" Target="../ink/ink1863.xml"/><Relationship Id="rId569" Type="http://schemas.openxmlformats.org/officeDocument/2006/relationships/customXml" Target="../ink/ink1884.xml"/><Relationship Id="rId734" Type="http://schemas.openxmlformats.org/officeDocument/2006/relationships/customXml" Target="../ink/ink1967.xml"/><Relationship Id="rId776" Type="http://schemas.openxmlformats.org/officeDocument/2006/relationships/image" Target="../media/image27873.png"/><Relationship Id="rId70" Type="http://schemas.openxmlformats.org/officeDocument/2006/relationships/image" Target="../media/image27526.png"/><Relationship Id="rId166" Type="http://schemas.openxmlformats.org/officeDocument/2006/relationships/image" Target="../media/image27574.png"/><Relationship Id="rId331" Type="http://schemas.openxmlformats.org/officeDocument/2006/relationships/customXml" Target="../ink/ink1765.xml"/><Relationship Id="rId373" Type="http://schemas.openxmlformats.org/officeDocument/2006/relationships/customXml" Target="../ink/ink1786.xml"/><Relationship Id="rId429" Type="http://schemas.openxmlformats.org/officeDocument/2006/relationships/customXml" Target="../ink/ink1814.xml"/><Relationship Id="rId580" Type="http://schemas.openxmlformats.org/officeDocument/2006/relationships/image" Target="../media/image27779.png"/><Relationship Id="rId636" Type="http://schemas.openxmlformats.org/officeDocument/2006/relationships/image" Target="../media/image27806.png"/><Relationship Id="rId801" Type="http://schemas.openxmlformats.org/officeDocument/2006/relationships/image" Target="../media/image27884.png"/><Relationship Id="rId1" Type="http://schemas.openxmlformats.org/officeDocument/2006/relationships/slideLayout" Target="../slideLayouts/slideLayout2.xml"/><Relationship Id="rId233" Type="http://schemas.openxmlformats.org/officeDocument/2006/relationships/customXml" Target="../ink/ink1716.xml"/><Relationship Id="rId440" Type="http://schemas.openxmlformats.org/officeDocument/2006/relationships/image" Target="../media/image27710.png"/><Relationship Id="rId678" Type="http://schemas.openxmlformats.org/officeDocument/2006/relationships/customXml" Target="../ink/ink1939.xml"/><Relationship Id="rId843" Type="http://schemas.openxmlformats.org/officeDocument/2006/relationships/image" Target="../media/image27905.png"/><Relationship Id="rId28" Type="http://schemas.openxmlformats.org/officeDocument/2006/relationships/image" Target="../media/image27505.png"/><Relationship Id="rId275" Type="http://schemas.openxmlformats.org/officeDocument/2006/relationships/customXml" Target="../ink/ink1737.xml"/><Relationship Id="rId300" Type="http://schemas.openxmlformats.org/officeDocument/2006/relationships/image" Target="../media/image27640.png"/><Relationship Id="rId482" Type="http://schemas.openxmlformats.org/officeDocument/2006/relationships/image" Target="../media/image27731.png"/><Relationship Id="rId538" Type="http://schemas.openxmlformats.org/officeDocument/2006/relationships/image" Target="../media/image27758.png"/><Relationship Id="rId703" Type="http://schemas.openxmlformats.org/officeDocument/2006/relationships/image" Target="../media/image27838.png"/><Relationship Id="rId745" Type="http://schemas.openxmlformats.org/officeDocument/2006/relationships/image" Target="../media/image27858.png"/><Relationship Id="rId81" Type="http://schemas.openxmlformats.org/officeDocument/2006/relationships/customXml" Target="../ink/ink1640.xml"/><Relationship Id="rId135" Type="http://schemas.openxmlformats.org/officeDocument/2006/relationships/customXml" Target="../ink/ink1667.xml"/><Relationship Id="rId177" Type="http://schemas.openxmlformats.org/officeDocument/2006/relationships/customXml" Target="../ink/ink1688.xml"/><Relationship Id="rId342" Type="http://schemas.openxmlformats.org/officeDocument/2006/relationships/image" Target="../media/image27661.png"/><Relationship Id="rId384" Type="http://schemas.openxmlformats.org/officeDocument/2006/relationships/image" Target="../media/image27682.png"/><Relationship Id="rId591" Type="http://schemas.openxmlformats.org/officeDocument/2006/relationships/customXml" Target="../ink/ink1895.xml"/><Relationship Id="rId605" Type="http://schemas.openxmlformats.org/officeDocument/2006/relationships/customXml" Target="../ink/ink1902.xml"/><Relationship Id="rId787" Type="http://schemas.openxmlformats.org/officeDocument/2006/relationships/customXml" Target="../ink/ink1994.xml"/><Relationship Id="rId812" Type="http://schemas.openxmlformats.org/officeDocument/2006/relationships/customXml" Target="../ink/ink2007.xml"/><Relationship Id="rId202" Type="http://schemas.openxmlformats.org/officeDocument/2006/relationships/image" Target="../media/image27592.png"/><Relationship Id="rId244" Type="http://schemas.openxmlformats.org/officeDocument/2006/relationships/image" Target="../media/image27613.png"/><Relationship Id="rId647" Type="http://schemas.openxmlformats.org/officeDocument/2006/relationships/customXml" Target="../ink/ink1923.xml"/><Relationship Id="rId689" Type="http://schemas.openxmlformats.org/officeDocument/2006/relationships/image" Target="../media/image27831.png"/><Relationship Id="rId854" Type="http://schemas.openxmlformats.org/officeDocument/2006/relationships/customXml" Target="../ink/ink2028.xml"/><Relationship Id="rId39" Type="http://schemas.openxmlformats.org/officeDocument/2006/relationships/customXml" Target="../ink/ink1619.xml"/><Relationship Id="rId286" Type="http://schemas.openxmlformats.org/officeDocument/2006/relationships/image" Target="../media/image27634.png"/><Relationship Id="rId451" Type="http://schemas.openxmlformats.org/officeDocument/2006/relationships/customXml" Target="../ink/ink1825.xml"/><Relationship Id="rId493" Type="http://schemas.openxmlformats.org/officeDocument/2006/relationships/customXml" Target="../ink/ink1846.xml"/><Relationship Id="rId507" Type="http://schemas.openxmlformats.org/officeDocument/2006/relationships/customXml" Target="../ink/ink1853.xml"/><Relationship Id="rId549" Type="http://schemas.openxmlformats.org/officeDocument/2006/relationships/customXml" Target="../ink/ink1874.xml"/><Relationship Id="rId714" Type="http://schemas.openxmlformats.org/officeDocument/2006/relationships/customXml" Target="../ink/ink1957.xml"/><Relationship Id="rId756" Type="http://schemas.openxmlformats.org/officeDocument/2006/relationships/customXml" Target="../ink/ink1978.xml"/><Relationship Id="rId50" Type="http://schemas.openxmlformats.org/officeDocument/2006/relationships/image" Target="../media/image27516.png"/><Relationship Id="rId104" Type="http://schemas.openxmlformats.org/officeDocument/2006/relationships/image" Target="../media/image27543.png"/><Relationship Id="rId146" Type="http://schemas.openxmlformats.org/officeDocument/2006/relationships/image" Target="../media/image27564.png"/><Relationship Id="rId188" Type="http://schemas.openxmlformats.org/officeDocument/2006/relationships/image" Target="../media/image27585.png"/><Relationship Id="rId311" Type="http://schemas.openxmlformats.org/officeDocument/2006/relationships/customXml" Target="../ink/ink1755.xml"/><Relationship Id="rId353" Type="http://schemas.openxmlformats.org/officeDocument/2006/relationships/customXml" Target="../ink/ink1776.xml"/><Relationship Id="rId395" Type="http://schemas.openxmlformats.org/officeDocument/2006/relationships/customXml" Target="../ink/ink1797.xml"/><Relationship Id="rId409" Type="http://schemas.openxmlformats.org/officeDocument/2006/relationships/customXml" Target="../ink/ink1804.xml"/><Relationship Id="rId560" Type="http://schemas.openxmlformats.org/officeDocument/2006/relationships/image" Target="../media/image27769.png"/><Relationship Id="rId798" Type="http://schemas.openxmlformats.org/officeDocument/2006/relationships/customXml" Target="../ink/ink2000.xml"/><Relationship Id="rId92" Type="http://schemas.openxmlformats.org/officeDocument/2006/relationships/image" Target="../media/image27537.png"/><Relationship Id="rId213" Type="http://schemas.openxmlformats.org/officeDocument/2006/relationships/customXml" Target="../ink/ink1706.xml"/><Relationship Id="rId420" Type="http://schemas.openxmlformats.org/officeDocument/2006/relationships/image" Target="../media/image27700.png"/><Relationship Id="rId616" Type="http://schemas.openxmlformats.org/officeDocument/2006/relationships/image" Target="../media/image27796.png"/><Relationship Id="rId658" Type="http://schemas.openxmlformats.org/officeDocument/2006/relationships/image" Target="../media/image27816.png"/><Relationship Id="rId823" Type="http://schemas.openxmlformats.org/officeDocument/2006/relationships/image" Target="../media/image27895.png"/><Relationship Id="rId865" Type="http://schemas.openxmlformats.org/officeDocument/2006/relationships/image" Target="../media/image27916.png"/><Relationship Id="rId255" Type="http://schemas.openxmlformats.org/officeDocument/2006/relationships/customXml" Target="../ink/ink1727.xml"/><Relationship Id="rId297" Type="http://schemas.openxmlformats.org/officeDocument/2006/relationships/customXml" Target="../ink/ink1748.xml"/><Relationship Id="rId462" Type="http://schemas.openxmlformats.org/officeDocument/2006/relationships/image" Target="../media/image27721.png"/><Relationship Id="rId518" Type="http://schemas.openxmlformats.org/officeDocument/2006/relationships/image" Target="../media/image27748.png"/><Relationship Id="rId725" Type="http://schemas.openxmlformats.org/officeDocument/2006/relationships/image" Target="../media/image27848.png"/><Relationship Id="rId115" Type="http://schemas.openxmlformats.org/officeDocument/2006/relationships/customXml" Target="../ink/ink1657.xml"/><Relationship Id="rId157" Type="http://schemas.openxmlformats.org/officeDocument/2006/relationships/customXml" Target="../ink/ink1678.xml"/><Relationship Id="rId322" Type="http://schemas.openxmlformats.org/officeDocument/2006/relationships/image" Target="../media/image27651.png"/><Relationship Id="rId364" Type="http://schemas.openxmlformats.org/officeDocument/2006/relationships/image" Target="../media/image27672.png"/><Relationship Id="rId767" Type="http://schemas.openxmlformats.org/officeDocument/2006/relationships/customXml" Target="../ink/ink1984.xml"/><Relationship Id="rId61" Type="http://schemas.openxmlformats.org/officeDocument/2006/relationships/customXml" Target="../ink/ink1630.xml"/><Relationship Id="rId199" Type="http://schemas.openxmlformats.org/officeDocument/2006/relationships/customXml" Target="../ink/ink1699.xml"/><Relationship Id="rId571" Type="http://schemas.openxmlformats.org/officeDocument/2006/relationships/customXml" Target="../ink/ink1885.xml"/><Relationship Id="rId627" Type="http://schemas.openxmlformats.org/officeDocument/2006/relationships/customXml" Target="../ink/ink1913.xml"/><Relationship Id="rId669" Type="http://schemas.openxmlformats.org/officeDocument/2006/relationships/image" Target="../media/image27821.png"/><Relationship Id="rId834" Type="http://schemas.openxmlformats.org/officeDocument/2006/relationships/customXml" Target="../ink/ink2018.xml"/><Relationship Id="rId19" Type="http://schemas.openxmlformats.org/officeDocument/2006/relationships/customXml" Target="../ink/ink1609.xml"/><Relationship Id="rId224" Type="http://schemas.openxmlformats.org/officeDocument/2006/relationships/image" Target="../media/image27603.png"/><Relationship Id="rId266" Type="http://schemas.openxmlformats.org/officeDocument/2006/relationships/image" Target="../media/image27624.png"/><Relationship Id="rId431" Type="http://schemas.openxmlformats.org/officeDocument/2006/relationships/customXml" Target="../ink/ink1815.xml"/><Relationship Id="rId473" Type="http://schemas.openxmlformats.org/officeDocument/2006/relationships/customXml" Target="../ink/ink1836.xml"/><Relationship Id="rId529" Type="http://schemas.openxmlformats.org/officeDocument/2006/relationships/customXml" Target="../ink/ink1864.xml"/><Relationship Id="rId680" Type="http://schemas.openxmlformats.org/officeDocument/2006/relationships/customXml" Target="../ink/ink1940.xml"/><Relationship Id="rId736" Type="http://schemas.openxmlformats.org/officeDocument/2006/relationships/customXml" Target="../ink/ink1968.xml"/><Relationship Id="rId30" Type="http://schemas.openxmlformats.org/officeDocument/2006/relationships/image" Target="../media/image27506.png"/><Relationship Id="rId126" Type="http://schemas.openxmlformats.org/officeDocument/2006/relationships/image" Target="../media/image27554.png"/><Relationship Id="rId168" Type="http://schemas.openxmlformats.org/officeDocument/2006/relationships/image" Target="../media/image27575.png"/><Relationship Id="rId333" Type="http://schemas.openxmlformats.org/officeDocument/2006/relationships/customXml" Target="../ink/ink1766.xml"/><Relationship Id="rId540" Type="http://schemas.openxmlformats.org/officeDocument/2006/relationships/image" Target="../media/image27759.png"/><Relationship Id="rId778" Type="http://schemas.openxmlformats.org/officeDocument/2006/relationships/image" Target="../media/image27874.png"/><Relationship Id="rId72" Type="http://schemas.openxmlformats.org/officeDocument/2006/relationships/image" Target="../media/image27527.png"/><Relationship Id="rId375" Type="http://schemas.openxmlformats.org/officeDocument/2006/relationships/customXml" Target="../ink/ink1787.xml"/><Relationship Id="rId582" Type="http://schemas.openxmlformats.org/officeDocument/2006/relationships/image" Target="../media/image27780.png"/><Relationship Id="rId638" Type="http://schemas.openxmlformats.org/officeDocument/2006/relationships/image" Target="../media/image27807.png"/><Relationship Id="rId803" Type="http://schemas.openxmlformats.org/officeDocument/2006/relationships/image" Target="../media/image27885.png"/><Relationship Id="rId845" Type="http://schemas.openxmlformats.org/officeDocument/2006/relationships/image" Target="../media/image27906.png"/><Relationship Id="rId3" Type="http://schemas.openxmlformats.org/officeDocument/2006/relationships/image" Target="../media/image25686.png"/><Relationship Id="rId235" Type="http://schemas.openxmlformats.org/officeDocument/2006/relationships/customXml" Target="../ink/ink1717.xml"/><Relationship Id="rId277" Type="http://schemas.openxmlformats.org/officeDocument/2006/relationships/customXml" Target="../ink/ink1738.xml"/><Relationship Id="rId400" Type="http://schemas.openxmlformats.org/officeDocument/2006/relationships/image" Target="../media/image27690.png"/><Relationship Id="rId442" Type="http://schemas.openxmlformats.org/officeDocument/2006/relationships/image" Target="../media/image27711.png"/><Relationship Id="rId484" Type="http://schemas.openxmlformats.org/officeDocument/2006/relationships/image" Target="../media/image27732.png"/><Relationship Id="rId705" Type="http://schemas.openxmlformats.org/officeDocument/2006/relationships/image" Target="../media/image27839.png"/><Relationship Id="rId137" Type="http://schemas.openxmlformats.org/officeDocument/2006/relationships/customXml" Target="../ink/ink1668.xml"/><Relationship Id="rId302" Type="http://schemas.openxmlformats.org/officeDocument/2006/relationships/image" Target="../media/image27641.png"/><Relationship Id="rId344" Type="http://schemas.openxmlformats.org/officeDocument/2006/relationships/image" Target="../media/image27662.png"/><Relationship Id="rId691" Type="http://schemas.openxmlformats.org/officeDocument/2006/relationships/image" Target="../media/image27832.png"/><Relationship Id="rId747" Type="http://schemas.openxmlformats.org/officeDocument/2006/relationships/image" Target="../media/image27859.png"/><Relationship Id="rId789" Type="http://schemas.openxmlformats.org/officeDocument/2006/relationships/customXml" Target="../ink/ink1995.xml"/><Relationship Id="rId41" Type="http://schemas.openxmlformats.org/officeDocument/2006/relationships/customXml" Target="../ink/ink1620.xml"/><Relationship Id="rId83" Type="http://schemas.openxmlformats.org/officeDocument/2006/relationships/customXml" Target="../ink/ink1641.xml"/><Relationship Id="rId179" Type="http://schemas.openxmlformats.org/officeDocument/2006/relationships/customXml" Target="../ink/ink1689.xml"/><Relationship Id="rId386" Type="http://schemas.openxmlformats.org/officeDocument/2006/relationships/image" Target="../media/image27683.png"/><Relationship Id="rId551" Type="http://schemas.openxmlformats.org/officeDocument/2006/relationships/customXml" Target="../ink/ink1875.xml"/><Relationship Id="rId593" Type="http://schemas.openxmlformats.org/officeDocument/2006/relationships/customXml" Target="../ink/ink1896.xml"/><Relationship Id="rId607" Type="http://schemas.openxmlformats.org/officeDocument/2006/relationships/customXml" Target="../ink/ink1903.xml"/><Relationship Id="rId649" Type="http://schemas.openxmlformats.org/officeDocument/2006/relationships/customXml" Target="../ink/ink1924.xml"/><Relationship Id="rId814" Type="http://schemas.openxmlformats.org/officeDocument/2006/relationships/customXml" Target="../ink/ink2008.xml"/><Relationship Id="rId856" Type="http://schemas.openxmlformats.org/officeDocument/2006/relationships/customXml" Target="../ink/ink2029.xml"/><Relationship Id="rId190" Type="http://schemas.openxmlformats.org/officeDocument/2006/relationships/image" Target="../media/image27586.png"/><Relationship Id="rId204" Type="http://schemas.openxmlformats.org/officeDocument/2006/relationships/image" Target="../media/image27593.png"/><Relationship Id="rId246" Type="http://schemas.openxmlformats.org/officeDocument/2006/relationships/image" Target="../media/image27614.png"/><Relationship Id="rId288" Type="http://schemas.openxmlformats.org/officeDocument/2006/relationships/image" Target="../media/image27635.png"/><Relationship Id="rId411" Type="http://schemas.openxmlformats.org/officeDocument/2006/relationships/customXml" Target="../ink/ink1805.xml"/><Relationship Id="rId453" Type="http://schemas.openxmlformats.org/officeDocument/2006/relationships/customXml" Target="../ink/ink1826.xml"/><Relationship Id="rId509" Type="http://schemas.openxmlformats.org/officeDocument/2006/relationships/customXml" Target="../ink/ink1854.xml"/><Relationship Id="rId660" Type="http://schemas.openxmlformats.org/officeDocument/2006/relationships/image" Target="../media/image27817.png"/><Relationship Id="rId106" Type="http://schemas.openxmlformats.org/officeDocument/2006/relationships/image" Target="../media/image27544.png"/><Relationship Id="rId313" Type="http://schemas.openxmlformats.org/officeDocument/2006/relationships/customXml" Target="../ink/ink1756.xml"/><Relationship Id="rId495" Type="http://schemas.openxmlformats.org/officeDocument/2006/relationships/customXml" Target="../ink/ink1847.xml"/><Relationship Id="rId716" Type="http://schemas.openxmlformats.org/officeDocument/2006/relationships/customXml" Target="../ink/ink1958.xml"/><Relationship Id="rId758" Type="http://schemas.openxmlformats.org/officeDocument/2006/relationships/customXml" Target="../ink/ink1979.xml"/><Relationship Id="rId10" Type="http://schemas.openxmlformats.org/officeDocument/2006/relationships/image" Target="../media/image27496.png"/><Relationship Id="rId52" Type="http://schemas.openxmlformats.org/officeDocument/2006/relationships/image" Target="../media/image27517.png"/><Relationship Id="rId94" Type="http://schemas.openxmlformats.org/officeDocument/2006/relationships/image" Target="../media/image27538.png"/><Relationship Id="rId148" Type="http://schemas.openxmlformats.org/officeDocument/2006/relationships/image" Target="../media/image27565.png"/><Relationship Id="rId355" Type="http://schemas.openxmlformats.org/officeDocument/2006/relationships/customXml" Target="../ink/ink1777.xml"/><Relationship Id="rId397" Type="http://schemas.openxmlformats.org/officeDocument/2006/relationships/customXml" Target="../ink/ink1798.xml"/><Relationship Id="rId520" Type="http://schemas.openxmlformats.org/officeDocument/2006/relationships/image" Target="../media/image27749.png"/><Relationship Id="rId562" Type="http://schemas.openxmlformats.org/officeDocument/2006/relationships/image" Target="../media/image27770.png"/><Relationship Id="rId618" Type="http://schemas.openxmlformats.org/officeDocument/2006/relationships/image" Target="../media/image27797.png"/><Relationship Id="rId825" Type="http://schemas.openxmlformats.org/officeDocument/2006/relationships/image" Target="../media/image27896.png"/><Relationship Id="rId215" Type="http://schemas.openxmlformats.org/officeDocument/2006/relationships/customXml" Target="../ink/ink1707.xml"/><Relationship Id="rId257" Type="http://schemas.openxmlformats.org/officeDocument/2006/relationships/customXml" Target="../ink/ink1728.xml"/><Relationship Id="rId422" Type="http://schemas.openxmlformats.org/officeDocument/2006/relationships/image" Target="../media/image27701.png"/><Relationship Id="rId464" Type="http://schemas.openxmlformats.org/officeDocument/2006/relationships/image" Target="../media/image27722.png"/><Relationship Id="rId867" Type="http://schemas.openxmlformats.org/officeDocument/2006/relationships/image" Target="../media/image27917.png"/><Relationship Id="rId299" Type="http://schemas.openxmlformats.org/officeDocument/2006/relationships/customXml" Target="../ink/ink1749.xml"/><Relationship Id="rId727" Type="http://schemas.openxmlformats.org/officeDocument/2006/relationships/image" Target="../media/image27849.png"/><Relationship Id="rId63" Type="http://schemas.openxmlformats.org/officeDocument/2006/relationships/customXml" Target="../ink/ink1631.xml"/><Relationship Id="rId159" Type="http://schemas.openxmlformats.org/officeDocument/2006/relationships/customXml" Target="../ink/ink1679.xml"/><Relationship Id="rId366" Type="http://schemas.openxmlformats.org/officeDocument/2006/relationships/image" Target="../media/image27673.png"/><Relationship Id="rId573" Type="http://schemas.openxmlformats.org/officeDocument/2006/relationships/customXml" Target="../ink/ink1886.xml"/><Relationship Id="rId780" Type="http://schemas.openxmlformats.org/officeDocument/2006/relationships/image" Target="../media/image27875.png"/><Relationship Id="rId226" Type="http://schemas.openxmlformats.org/officeDocument/2006/relationships/image" Target="../media/image27604.png"/><Relationship Id="rId433" Type="http://schemas.openxmlformats.org/officeDocument/2006/relationships/customXml" Target="../ink/ink1816.xml"/><Relationship Id="rId640" Type="http://schemas.openxmlformats.org/officeDocument/2006/relationships/image" Target="../media/image27808.png"/><Relationship Id="rId738" Type="http://schemas.openxmlformats.org/officeDocument/2006/relationships/customXml" Target="../ink/ink1969.xml"/><Relationship Id="rId74" Type="http://schemas.openxmlformats.org/officeDocument/2006/relationships/image" Target="../media/image27528.png"/><Relationship Id="rId377" Type="http://schemas.openxmlformats.org/officeDocument/2006/relationships/customXml" Target="../ink/ink1788.xml"/><Relationship Id="rId500" Type="http://schemas.openxmlformats.org/officeDocument/2006/relationships/image" Target="../media/image27740.png"/><Relationship Id="rId584" Type="http://schemas.openxmlformats.org/officeDocument/2006/relationships/image" Target="../media/image27781.png"/><Relationship Id="rId805" Type="http://schemas.openxmlformats.org/officeDocument/2006/relationships/image" Target="../media/image27886.png"/><Relationship Id="rId5" Type="http://schemas.openxmlformats.org/officeDocument/2006/relationships/image" Target="../media/image25940.png"/><Relationship Id="rId237" Type="http://schemas.openxmlformats.org/officeDocument/2006/relationships/customXml" Target="../ink/ink1718.xml"/><Relationship Id="rId791" Type="http://schemas.openxmlformats.org/officeDocument/2006/relationships/image" Target="../media/image27879.png"/><Relationship Id="rId444" Type="http://schemas.openxmlformats.org/officeDocument/2006/relationships/image" Target="../media/image27712.png"/><Relationship Id="rId651" Type="http://schemas.openxmlformats.org/officeDocument/2006/relationships/customXml" Target="../ink/ink1925.xml"/><Relationship Id="rId749" Type="http://schemas.openxmlformats.org/officeDocument/2006/relationships/image" Target="../media/image27860.png"/><Relationship Id="rId290" Type="http://schemas.openxmlformats.org/officeDocument/2006/relationships/image" Target="../media/image27636.png"/><Relationship Id="rId304" Type="http://schemas.openxmlformats.org/officeDocument/2006/relationships/image" Target="../media/image27642.png"/><Relationship Id="rId388" Type="http://schemas.openxmlformats.org/officeDocument/2006/relationships/image" Target="../media/image27684.png"/><Relationship Id="rId511" Type="http://schemas.openxmlformats.org/officeDocument/2006/relationships/customXml" Target="../ink/ink1855.xml"/><Relationship Id="rId609" Type="http://schemas.openxmlformats.org/officeDocument/2006/relationships/customXml" Target="../ink/ink1904.xml"/><Relationship Id="rId85" Type="http://schemas.openxmlformats.org/officeDocument/2006/relationships/customXml" Target="../ink/ink1642.xml"/><Relationship Id="rId150" Type="http://schemas.openxmlformats.org/officeDocument/2006/relationships/image" Target="../media/image27566.png"/><Relationship Id="rId595" Type="http://schemas.openxmlformats.org/officeDocument/2006/relationships/customXml" Target="../ink/ink1897.xml"/><Relationship Id="rId816" Type="http://schemas.openxmlformats.org/officeDocument/2006/relationships/customXml" Target="../ink/ink2009.xml"/><Relationship Id="rId248" Type="http://schemas.openxmlformats.org/officeDocument/2006/relationships/image" Target="../media/image27615.png"/><Relationship Id="rId455" Type="http://schemas.openxmlformats.org/officeDocument/2006/relationships/customXml" Target="../ink/ink1827.xml"/><Relationship Id="rId662" Type="http://schemas.openxmlformats.org/officeDocument/2006/relationships/image" Target="../media/image27818.png"/><Relationship Id="rId12" Type="http://schemas.openxmlformats.org/officeDocument/2006/relationships/image" Target="../media/image27497.png"/><Relationship Id="rId108" Type="http://schemas.openxmlformats.org/officeDocument/2006/relationships/image" Target="../media/image27545.png"/><Relationship Id="rId315" Type="http://schemas.openxmlformats.org/officeDocument/2006/relationships/customXml" Target="../ink/ink1757.xml"/><Relationship Id="rId522" Type="http://schemas.openxmlformats.org/officeDocument/2006/relationships/image" Target="../media/image27750.png"/><Relationship Id="rId96" Type="http://schemas.openxmlformats.org/officeDocument/2006/relationships/image" Target="../media/image27539.png"/><Relationship Id="rId161" Type="http://schemas.openxmlformats.org/officeDocument/2006/relationships/customXml" Target="../ink/ink1680.xml"/><Relationship Id="rId399" Type="http://schemas.openxmlformats.org/officeDocument/2006/relationships/customXml" Target="../ink/ink1799.xml"/><Relationship Id="rId827" Type="http://schemas.openxmlformats.org/officeDocument/2006/relationships/image" Target="../media/image27897.png"/><Relationship Id="rId259" Type="http://schemas.openxmlformats.org/officeDocument/2006/relationships/customXml" Target="../ink/ink1729.xml"/><Relationship Id="rId466" Type="http://schemas.openxmlformats.org/officeDocument/2006/relationships/image" Target="../media/image27723.png"/><Relationship Id="rId673" Type="http://schemas.openxmlformats.org/officeDocument/2006/relationships/image" Target="../media/image27823.png"/><Relationship Id="rId23" Type="http://schemas.openxmlformats.org/officeDocument/2006/relationships/customXml" Target="../ink/ink1611.xml"/><Relationship Id="rId119" Type="http://schemas.openxmlformats.org/officeDocument/2006/relationships/customXml" Target="../ink/ink1659.xml"/><Relationship Id="rId326" Type="http://schemas.openxmlformats.org/officeDocument/2006/relationships/image" Target="../media/image27653.png"/><Relationship Id="rId533" Type="http://schemas.openxmlformats.org/officeDocument/2006/relationships/customXml" Target="../ink/ink1866.xml"/><Relationship Id="rId740" Type="http://schemas.openxmlformats.org/officeDocument/2006/relationships/customXml" Target="../ink/ink1970.xml"/><Relationship Id="rId838" Type="http://schemas.openxmlformats.org/officeDocument/2006/relationships/customXml" Target="../ink/ink2020.xml"/><Relationship Id="rId172" Type="http://schemas.openxmlformats.org/officeDocument/2006/relationships/image" Target="../media/image27577.png"/><Relationship Id="rId477" Type="http://schemas.openxmlformats.org/officeDocument/2006/relationships/customXml" Target="../ink/ink1838.xml"/><Relationship Id="rId600" Type="http://schemas.openxmlformats.org/officeDocument/2006/relationships/image" Target="../media/image27789.png"/><Relationship Id="rId684" Type="http://schemas.openxmlformats.org/officeDocument/2006/relationships/customXml" Target="../ink/ink1942.xml"/><Relationship Id="rId337" Type="http://schemas.openxmlformats.org/officeDocument/2006/relationships/customXml" Target="../ink/ink1768.xml"/><Relationship Id="rId34" Type="http://schemas.openxmlformats.org/officeDocument/2006/relationships/image" Target="../media/image27508.png"/><Relationship Id="rId544" Type="http://schemas.openxmlformats.org/officeDocument/2006/relationships/image" Target="../media/image27761.png"/><Relationship Id="rId751" Type="http://schemas.openxmlformats.org/officeDocument/2006/relationships/image" Target="../media/image27861.png"/><Relationship Id="rId849" Type="http://schemas.openxmlformats.org/officeDocument/2006/relationships/image" Target="../media/image27908.png"/><Relationship Id="rId183" Type="http://schemas.openxmlformats.org/officeDocument/2006/relationships/customXml" Target="../ink/ink1691.xml"/><Relationship Id="rId390" Type="http://schemas.openxmlformats.org/officeDocument/2006/relationships/image" Target="../media/image27685.png"/><Relationship Id="rId404" Type="http://schemas.openxmlformats.org/officeDocument/2006/relationships/image" Target="../media/image27692.png"/><Relationship Id="rId611" Type="http://schemas.openxmlformats.org/officeDocument/2006/relationships/customXml" Target="../ink/ink1905.xml"/><Relationship Id="rId250" Type="http://schemas.openxmlformats.org/officeDocument/2006/relationships/image" Target="../media/image27616.png"/><Relationship Id="rId488" Type="http://schemas.openxmlformats.org/officeDocument/2006/relationships/image" Target="../media/image27734.png"/><Relationship Id="rId695" Type="http://schemas.openxmlformats.org/officeDocument/2006/relationships/image" Target="../media/image27834.png"/><Relationship Id="rId709" Type="http://schemas.openxmlformats.org/officeDocument/2006/relationships/image" Target="../media/image27841.png"/><Relationship Id="rId45" Type="http://schemas.openxmlformats.org/officeDocument/2006/relationships/customXml" Target="../ink/ink1622.xml"/><Relationship Id="rId110" Type="http://schemas.openxmlformats.org/officeDocument/2006/relationships/image" Target="../media/image27546.png"/><Relationship Id="rId348" Type="http://schemas.openxmlformats.org/officeDocument/2006/relationships/image" Target="../media/image27664.png"/><Relationship Id="rId555" Type="http://schemas.openxmlformats.org/officeDocument/2006/relationships/customXml" Target="../ink/ink1877.xml"/><Relationship Id="rId762" Type="http://schemas.openxmlformats.org/officeDocument/2006/relationships/image" Target="../media/image27866.png"/><Relationship Id="rId194" Type="http://schemas.openxmlformats.org/officeDocument/2006/relationships/image" Target="../media/image27588.png"/><Relationship Id="rId208" Type="http://schemas.openxmlformats.org/officeDocument/2006/relationships/image" Target="../media/image27595.png"/><Relationship Id="rId415" Type="http://schemas.openxmlformats.org/officeDocument/2006/relationships/customXml" Target="../ink/ink1807.xml"/><Relationship Id="rId622" Type="http://schemas.openxmlformats.org/officeDocument/2006/relationships/image" Target="../media/image27799.png"/><Relationship Id="rId261" Type="http://schemas.openxmlformats.org/officeDocument/2006/relationships/customXml" Target="../ink/ink1730.xml"/><Relationship Id="rId499" Type="http://schemas.openxmlformats.org/officeDocument/2006/relationships/customXml" Target="../ink/ink1849.xml"/><Relationship Id="rId56" Type="http://schemas.openxmlformats.org/officeDocument/2006/relationships/image" Target="../media/image27519.png"/><Relationship Id="rId359" Type="http://schemas.openxmlformats.org/officeDocument/2006/relationships/customXml" Target="../ink/ink1779.xml"/><Relationship Id="rId566" Type="http://schemas.openxmlformats.org/officeDocument/2006/relationships/image" Target="../media/image27772.png"/><Relationship Id="rId773" Type="http://schemas.openxmlformats.org/officeDocument/2006/relationships/customXml" Target="../ink/ink1987.xml"/><Relationship Id="rId121" Type="http://schemas.openxmlformats.org/officeDocument/2006/relationships/customXml" Target="../ink/ink1660.xml"/><Relationship Id="rId219" Type="http://schemas.openxmlformats.org/officeDocument/2006/relationships/customXml" Target="../ink/ink1709.xml"/><Relationship Id="rId426" Type="http://schemas.openxmlformats.org/officeDocument/2006/relationships/image" Target="../media/image27703.png"/><Relationship Id="rId633" Type="http://schemas.openxmlformats.org/officeDocument/2006/relationships/customXml" Target="../ink/ink1916.xml"/><Relationship Id="rId840" Type="http://schemas.openxmlformats.org/officeDocument/2006/relationships/customXml" Target="../ink/ink2021.xml"/><Relationship Id="rId67" Type="http://schemas.openxmlformats.org/officeDocument/2006/relationships/customXml" Target="../ink/ink1633.xml"/><Relationship Id="rId272" Type="http://schemas.openxmlformats.org/officeDocument/2006/relationships/image" Target="../media/image27627.png"/><Relationship Id="rId577" Type="http://schemas.openxmlformats.org/officeDocument/2006/relationships/customXml" Target="../ink/ink1888.xml"/><Relationship Id="rId700" Type="http://schemas.openxmlformats.org/officeDocument/2006/relationships/customXml" Target="../ink/ink1950.xml"/><Relationship Id="rId132" Type="http://schemas.openxmlformats.org/officeDocument/2006/relationships/image" Target="../media/image27557.png"/><Relationship Id="rId784" Type="http://schemas.openxmlformats.org/officeDocument/2006/relationships/image" Target="../media/image27877.png"/><Relationship Id="rId437" Type="http://schemas.openxmlformats.org/officeDocument/2006/relationships/customXml" Target="../ink/ink1818.xml"/><Relationship Id="rId644" Type="http://schemas.openxmlformats.org/officeDocument/2006/relationships/image" Target="../media/image27810.png"/><Relationship Id="rId851" Type="http://schemas.openxmlformats.org/officeDocument/2006/relationships/image" Target="../media/image27909.png"/><Relationship Id="rId283" Type="http://schemas.openxmlformats.org/officeDocument/2006/relationships/customXml" Target="../ink/ink1741.xml"/><Relationship Id="rId490" Type="http://schemas.openxmlformats.org/officeDocument/2006/relationships/image" Target="../media/image27735.png"/><Relationship Id="rId504" Type="http://schemas.openxmlformats.org/officeDocument/2006/relationships/image" Target="../media/image27742.png"/><Relationship Id="rId711" Type="http://schemas.openxmlformats.org/officeDocument/2006/relationships/image" Target="../media/image27842.png"/><Relationship Id="rId78" Type="http://schemas.openxmlformats.org/officeDocument/2006/relationships/image" Target="../media/image27530.png"/><Relationship Id="rId143" Type="http://schemas.openxmlformats.org/officeDocument/2006/relationships/customXml" Target="../ink/ink1671.xml"/><Relationship Id="rId350" Type="http://schemas.openxmlformats.org/officeDocument/2006/relationships/image" Target="../media/image27665.png"/><Relationship Id="rId588" Type="http://schemas.openxmlformats.org/officeDocument/2006/relationships/image" Target="../media/image27783.png"/><Relationship Id="rId795" Type="http://schemas.openxmlformats.org/officeDocument/2006/relationships/image" Target="../media/image27881.png"/><Relationship Id="rId809" Type="http://schemas.openxmlformats.org/officeDocument/2006/relationships/image" Target="../media/image27888.png"/><Relationship Id="rId9" Type="http://schemas.openxmlformats.org/officeDocument/2006/relationships/customXml" Target="../ink/ink1604.xml"/><Relationship Id="rId210" Type="http://schemas.openxmlformats.org/officeDocument/2006/relationships/image" Target="../media/image27596.png"/><Relationship Id="rId448" Type="http://schemas.openxmlformats.org/officeDocument/2006/relationships/image" Target="../media/image27714.png"/><Relationship Id="rId655" Type="http://schemas.openxmlformats.org/officeDocument/2006/relationships/customXml" Target="../ink/ink1927.xml"/><Relationship Id="rId862" Type="http://schemas.openxmlformats.org/officeDocument/2006/relationships/customXml" Target="../ink/ink2032.xml"/><Relationship Id="rId294" Type="http://schemas.openxmlformats.org/officeDocument/2006/relationships/image" Target="../media/image27637.png"/><Relationship Id="rId308" Type="http://schemas.openxmlformats.org/officeDocument/2006/relationships/image" Target="../media/image27644.png"/><Relationship Id="rId515" Type="http://schemas.openxmlformats.org/officeDocument/2006/relationships/customXml" Target="../ink/ink1857.xml"/><Relationship Id="rId722" Type="http://schemas.openxmlformats.org/officeDocument/2006/relationships/customXml" Target="../ink/ink1961.xml"/><Relationship Id="rId89" Type="http://schemas.openxmlformats.org/officeDocument/2006/relationships/customXml" Target="../ink/ink1644.xml"/><Relationship Id="rId154" Type="http://schemas.openxmlformats.org/officeDocument/2006/relationships/image" Target="../media/image27568.png"/><Relationship Id="rId361" Type="http://schemas.openxmlformats.org/officeDocument/2006/relationships/customXml" Target="../ink/ink1780.xml"/><Relationship Id="rId599" Type="http://schemas.openxmlformats.org/officeDocument/2006/relationships/customXml" Target="../ink/ink1899.xml"/><Relationship Id="rId459" Type="http://schemas.openxmlformats.org/officeDocument/2006/relationships/customXml" Target="../ink/ink1829.xml"/><Relationship Id="rId666" Type="http://schemas.openxmlformats.org/officeDocument/2006/relationships/image" Target="../media/image27820.png"/><Relationship Id="rId873" Type="http://schemas.openxmlformats.org/officeDocument/2006/relationships/image" Target="../media/image27920.png"/><Relationship Id="rId16" Type="http://schemas.openxmlformats.org/officeDocument/2006/relationships/image" Target="../media/image27499.png"/><Relationship Id="rId221" Type="http://schemas.openxmlformats.org/officeDocument/2006/relationships/customXml" Target="../ink/ink1710.xml"/><Relationship Id="rId319" Type="http://schemas.openxmlformats.org/officeDocument/2006/relationships/customXml" Target="../ink/ink1759.xml"/><Relationship Id="rId526" Type="http://schemas.openxmlformats.org/officeDocument/2006/relationships/image" Target="../media/image27752.png"/><Relationship Id="rId733" Type="http://schemas.openxmlformats.org/officeDocument/2006/relationships/image" Target="../media/image27852.png"/><Relationship Id="rId165" Type="http://schemas.openxmlformats.org/officeDocument/2006/relationships/customXml" Target="../ink/ink1682.xml"/><Relationship Id="rId372" Type="http://schemas.openxmlformats.org/officeDocument/2006/relationships/image" Target="../media/image27676.png"/><Relationship Id="rId677" Type="http://schemas.openxmlformats.org/officeDocument/2006/relationships/image" Target="../media/image27825.png"/><Relationship Id="rId800" Type="http://schemas.openxmlformats.org/officeDocument/2006/relationships/customXml" Target="../ink/ink2001.xml"/><Relationship Id="rId232" Type="http://schemas.openxmlformats.org/officeDocument/2006/relationships/image" Target="../media/image27607.png"/><Relationship Id="rId27" Type="http://schemas.openxmlformats.org/officeDocument/2006/relationships/customXml" Target="../ink/ink1613.xml"/><Relationship Id="rId537" Type="http://schemas.openxmlformats.org/officeDocument/2006/relationships/customXml" Target="../ink/ink1868.xml"/><Relationship Id="rId744" Type="http://schemas.openxmlformats.org/officeDocument/2006/relationships/customXml" Target="../ink/ink1972.xml"/><Relationship Id="rId80" Type="http://schemas.openxmlformats.org/officeDocument/2006/relationships/image" Target="../media/image27531.png"/><Relationship Id="rId176" Type="http://schemas.openxmlformats.org/officeDocument/2006/relationships/image" Target="../media/image27579.png"/><Relationship Id="rId383" Type="http://schemas.openxmlformats.org/officeDocument/2006/relationships/customXml" Target="../ink/ink1791.xml"/><Relationship Id="rId590" Type="http://schemas.openxmlformats.org/officeDocument/2006/relationships/image" Target="../media/image27784.png"/><Relationship Id="rId604" Type="http://schemas.openxmlformats.org/officeDocument/2006/relationships/image" Target="../media/image27790.png"/><Relationship Id="rId811" Type="http://schemas.openxmlformats.org/officeDocument/2006/relationships/image" Target="../media/image27889.png"/><Relationship Id="rId243" Type="http://schemas.openxmlformats.org/officeDocument/2006/relationships/customXml" Target="../ink/ink1721.xml"/><Relationship Id="rId450" Type="http://schemas.openxmlformats.org/officeDocument/2006/relationships/image" Target="../media/image27715.png"/><Relationship Id="rId688" Type="http://schemas.openxmlformats.org/officeDocument/2006/relationships/customXml" Target="../ink/ink1944.xml"/><Relationship Id="rId38" Type="http://schemas.openxmlformats.org/officeDocument/2006/relationships/image" Target="../media/image27510.png"/><Relationship Id="rId103" Type="http://schemas.openxmlformats.org/officeDocument/2006/relationships/customXml" Target="../ink/ink1651.xml"/><Relationship Id="rId310" Type="http://schemas.openxmlformats.org/officeDocument/2006/relationships/image" Target="../media/image27645.png"/><Relationship Id="rId548" Type="http://schemas.openxmlformats.org/officeDocument/2006/relationships/image" Target="../media/image27763.png"/><Relationship Id="rId755" Type="http://schemas.openxmlformats.org/officeDocument/2006/relationships/image" Target="../media/image27863.png"/><Relationship Id="rId91" Type="http://schemas.openxmlformats.org/officeDocument/2006/relationships/customXml" Target="../ink/ink1645.xml"/><Relationship Id="rId187" Type="http://schemas.openxmlformats.org/officeDocument/2006/relationships/customXml" Target="../ink/ink1693.xml"/><Relationship Id="rId394" Type="http://schemas.openxmlformats.org/officeDocument/2006/relationships/image" Target="../media/image27687.png"/><Relationship Id="rId408" Type="http://schemas.openxmlformats.org/officeDocument/2006/relationships/image" Target="../media/image27694.png"/><Relationship Id="rId615" Type="http://schemas.openxmlformats.org/officeDocument/2006/relationships/customXml" Target="../ink/ink1907.xml"/><Relationship Id="rId822" Type="http://schemas.openxmlformats.org/officeDocument/2006/relationships/customXml" Target="../ink/ink2012.xml"/><Relationship Id="rId254" Type="http://schemas.openxmlformats.org/officeDocument/2006/relationships/image" Target="../media/image27618.png"/><Relationship Id="rId699" Type="http://schemas.openxmlformats.org/officeDocument/2006/relationships/image" Target="../media/image27836.png"/><Relationship Id="rId49" Type="http://schemas.openxmlformats.org/officeDocument/2006/relationships/customXml" Target="../ink/ink1624.xml"/><Relationship Id="rId114" Type="http://schemas.openxmlformats.org/officeDocument/2006/relationships/image" Target="../media/image27548.png"/><Relationship Id="rId461" Type="http://schemas.openxmlformats.org/officeDocument/2006/relationships/customXml" Target="../ink/ink1830.xml"/><Relationship Id="rId559" Type="http://schemas.openxmlformats.org/officeDocument/2006/relationships/customXml" Target="../ink/ink1879.xml"/><Relationship Id="rId766" Type="http://schemas.openxmlformats.org/officeDocument/2006/relationships/image" Target="../media/image27868.png"/><Relationship Id="rId198" Type="http://schemas.openxmlformats.org/officeDocument/2006/relationships/image" Target="../media/image27590.png"/><Relationship Id="rId321" Type="http://schemas.openxmlformats.org/officeDocument/2006/relationships/customXml" Target="../ink/ink1760.xml"/><Relationship Id="rId419" Type="http://schemas.openxmlformats.org/officeDocument/2006/relationships/customXml" Target="../ink/ink1809.xml"/><Relationship Id="rId626" Type="http://schemas.openxmlformats.org/officeDocument/2006/relationships/image" Target="../media/image27801.png"/><Relationship Id="rId833" Type="http://schemas.openxmlformats.org/officeDocument/2006/relationships/image" Target="../media/image27900.png"/><Relationship Id="rId265" Type="http://schemas.openxmlformats.org/officeDocument/2006/relationships/customXml" Target="../ink/ink1732.xml"/><Relationship Id="rId472" Type="http://schemas.openxmlformats.org/officeDocument/2006/relationships/image" Target="../media/image27726.png"/><Relationship Id="rId125" Type="http://schemas.openxmlformats.org/officeDocument/2006/relationships/customXml" Target="../ink/ink1662.xml"/><Relationship Id="rId332" Type="http://schemas.openxmlformats.org/officeDocument/2006/relationships/image" Target="../media/image27656.png"/><Relationship Id="rId777" Type="http://schemas.openxmlformats.org/officeDocument/2006/relationships/customXml" Target="../ink/ink1989.xml"/><Relationship Id="rId637" Type="http://schemas.openxmlformats.org/officeDocument/2006/relationships/customXml" Target="../ink/ink1918.xml"/><Relationship Id="rId844" Type="http://schemas.openxmlformats.org/officeDocument/2006/relationships/customXml" Target="../ink/ink2023.xml"/><Relationship Id="rId276" Type="http://schemas.openxmlformats.org/officeDocument/2006/relationships/image" Target="../media/image27629.png"/><Relationship Id="rId483" Type="http://schemas.openxmlformats.org/officeDocument/2006/relationships/customXml" Target="../ink/ink1841.xml"/><Relationship Id="rId690" Type="http://schemas.openxmlformats.org/officeDocument/2006/relationships/customXml" Target="../ink/ink1945.xml"/><Relationship Id="rId704" Type="http://schemas.openxmlformats.org/officeDocument/2006/relationships/customXml" Target="../ink/ink1952.xml"/><Relationship Id="rId40" Type="http://schemas.openxmlformats.org/officeDocument/2006/relationships/image" Target="../media/image27511.png"/><Relationship Id="rId136" Type="http://schemas.openxmlformats.org/officeDocument/2006/relationships/image" Target="../media/image27559.png"/><Relationship Id="rId343" Type="http://schemas.openxmlformats.org/officeDocument/2006/relationships/customXml" Target="../ink/ink1771.xml"/><Relationship Id="rId550" Type="http://schemas.openxmlformats.org/officeDocument/2006/relationships/image" Target="../media/image27764.png"/><Relationship Id="rId788" Type="http://schemas.openxmlformats.org/officeDocument/2006/relationships/image" Target="../media/image27878.png"/><Relationship Id="rId203" Type="http://schemas.openxmlformats.org/officeDocument/2006/relationships/customXml" Target="../ink/ink1701.xml"/><Relationship Id="rId648" Type="http://schemas.openxmlformats.org/officeDocument/2006/relationships/image" Target="../media/image27812.png"/><Relationship Id="rId855" Type="http://schemas.openxmlformats.org/officeDocument/2006/relationships/image" Target="../media/image27911.png"/><Relationship Id="rId287" Type="http://schemas.openxmlformats.org/officeDocument/2006/relationships/customXml" Target="../ink/ink1743.xml"/><Relationship Id="rId410" Type="http://schemas.openxmlformats.org/officeDocument/2006/relationships/image" Target="../media/image27695.png"/><Relationship Id="rId494" Type="http://schemas.openxmlformats.org/officeDocument/2006/relationships/image" Target="../media/image27737.png"/><Relationship Id="rId508" Type="http://schemas.openxmlformats.org/officeDocument/2006/relationships/image" Target="../media/image27744.png"/><Relationship Id="rId715" Type="http://schemas.openxmlformats.org/officeDocument/2006/relationships/image" Target="../media/image27843.png"/><Relationship Id="rId147" Type="http://schemas.openxmlformats.org/officeDocument/2006/relationships/customXml" Target="../ink/ink1673.xml"/><Relationship Id="rId354" Type="http://schemas.openxmlformats.org/officeDocument/2006/relationships/image" Target="../media/image27667.png"/><Relationship Id="rId799" Type="http://schemas.openxmlformats.org/officeDocument/2006/relationships/image" Target="../media/image27883.png"/><Relationship Id="rId51" Type="http://schemas.openxmlformats.org/officeDocument/2006/relationships/customXml" Target="../ink/ink1625.xml"/><Relationship Id="rId561" Type="http://schemas.openxmlformats.org/officeDocument/2006/relationships/customXml" Target="../ink/ink1880.xml"/><Relationship Id="rId659" Type="http://schemas.openxmlformats.org/officeDocument/2006/relationships/customXml" Target="../ink/ink1929.xml"/><Relationship Id="rId866" Type="http://schemas.openxmlformats.org/officeDocument/2006/relationships/customXml" Target="../ink/ink2034.xml"/><Relationship Id="rId214" Type="http://schemas.openxmlformats.org/officeDocument/2006/relationships/image" Target="../media/image27598.png"/><Relationship Id="rId298" Type="http://schemas.openxmlformats.org/officeDocument/2006/relationships/image" Target="../media/image27639.png"/><Relationship Id="rId421" Type="http://schemas.openxmlformats.org/officeDocument/2006/relationships/customXml" Target="../ink/ink1810.xml"/><Relationship Id="rId519" Type="http://schemas.openxmlformats.org/officeDocument/2006/relationships/customXml" Target="../ink/ink1859.xml"/><Relationship Id="rId158" Type="http://schemas.openxmlformats.org/officeDocument/2006/relationships/image" Target="../media/image27570.png"/><Relationship Id="rId726" Type="http://schemas.openxmlformats.org/officeDocument/2006/relationships/customXml" Target="../ink/ink1963.xml"/><Relationship Id="rId62" Type="http://schemas.openxmlformats.org/officeDocument/2006/relationships/image" Target="../media/image27522.png"/><Relationship Id="rId365" Type="http://schemas.openxmlformats.org/officeDocument/2006/relationships/customXml" Target="../ink/ink1782.xml"/><Relationship Id="rId572" Type="http://schemas.openxmlformats.org/officeDocument/2006/relationships/image" Target="../media/image27775.png"/><Relationship Id="rId225" Type="http://schemas.openxmlformats.org/officeDocument/2006/relationships/customXml" Target="../ink/ink1712.xml"/><Relationship Id="rId432" Type="http://schemas.openxmlformats.org/officeDocument/2006/relationships/image" Target="../media/image27706.png"/><Relationship Id="rId737" Type="http://schemas.openxmlformats.org/officeDocument/2006/relationships/image" Target="../media/image27854.png"/><Relationship Id="rId73" Type="http://schemas.openxmlformats.org/officeDocument/2006/relationships/customXml" Target="../ink/ink1636.xml"/><Relationship Id="rId169" Type="http://schemas.openxmlformats.org/officeDocument/2006/relationships/customXml" Target="../ink/ink1684.xml"/><Relationship Id="rId376" Type="http://schemas.openxmlformats.org/officeDocument/2006/relationships/image" Target="../media/image27678.png"/><Relationship Id="rId583" Type="http://schemas.openxmlformats.org/officeDocument/2006/relationships/customXml" Target="../ink/ink1891.xml"/><Relationship Id="rId790" Type="http://schemas.openxmlformats.org/officeDocument/2006/relationships/customXml" Target="../ink/ink1996.xml"/><Relationship Id="rId804" Type="http://schemas.openxmlformats.org/officeDocument/2006/relationships/customXml" Target="../ink/ink2003.xml"/><Relationship Id="rId4" Type="http://schemas.openxmlformats.org/officeDocument/2006/relationships/customXml" Target="../ink/ink1601.xml"/><Relationship Id="rId236" Type="http://schemas.openxmlformats.org/officeDocument/2006/relationships/image" Target="../media/image27609.png"/><Relationship Id="rId443" Type="http://schemas.openxmlformats.org/officeDocument/2006/relationships/customXml" Target="../ink/ink1821.xml"/><Relationship Id="rId650" Type="http://schemas.openxmlformats.org/officeDocument/2006/relationships/image" Target="../media/image26579.png"/><Relationship Id="rId303" Type="http://schemas.openxmlformats.org/officeDocument/2006/relationships/customXml" Target="../ink/ink1751.xml"/><Relationship Id="rId748" Type="http://schemas.openxmlformats.org/officeDocument/2006/relationships/customXml" Target="../ink/ink1974.xml"/><Relationship Id="rId84" Type="http://schemas.openxmlformats.org/officeDocument/2006/relationships/image" Target="../media/image27533.png"/><Relationship Id="rId387" Type="http://schemas.openxmlformats.org/officeDocument/2006/relationships/customXml" Target="../ink/ink1793.xml"/><Relationship Id="rId510" Type="http://schemas.openxmlformats.org/officeDocument/2006/relationships/image" Target="../media/image27122.png"/><Relationship Id="rId594" Type="http://schemas.openxmlformats.org/officeDocument/2006/relationships/image" Target="../media/image27786.png"/><Relationship Id="rId608" Type="http://schemas.openxmlformats.org/officeDocument/2006/relationships/image" Target="../media/image27792.png"/><Relationship Id="rId815" Type="http://schemas.openxmlformats.org/officeDocument/2006/relationships/image" Target="../media/image27891.png"/><Relationship Id="rId247" Type="http://schemas.openxmlformats.org/officeDocument/2006/relationships/customXml" Target="../ink/ink1723.xml"/><Relationship Id="rId107" Type="http://schemas.openxmlformats.org/officeDocument/2006/relationships/customXml" Target="../ink/ink1653.xml"/><Relationship Id="rId454" Type="http://schemas.openxmlformats.org/officeDocument/2006/relationships/image" Target="../media/image27717.png"/><Relationship Id="rId661" Type="http://schemas.openxmlformats.org/officeDocument/2006/relationships/customXml" Target="../ink/ink1930.xml"/><Relationship Id="rId759" Type="http://schemas.openxmlformats.org/officeDocument/2006/relationships/customXml" Target="../ink/ink1980.xml"/><Relationship Id="rId11" Type="http://schemas.openxmlformats.org/officeDocument/2006/relationships/customXml" Target="../ink/ink1605.xml"/><Relationship Id="rId314" Type="http://schemas.openxmlformats.org/officeDocument/2006/relationships/image" Target="../media/image27647.png"/><Relationship Id="rId398" Type="http://schemas.openxmlformats.org/officeDocument/2006/relationships/image" Target="../media/image27689.png"/><Relationship Id="rId521" Type="http://schemas.openxmlformats.org/officeDocument/2006/relationships/customXml" Target="../ink/ink1860.xml"/><Relationship Id="rId619" Type="http://schemas.openxmlformats.org/officeDocument/2006/relationships/customXml" Target="../ink/ink1909.xml"/><Relationship Id="rId95" Type="http://schemas.openxmlformats.org/officeDocument/2006/relationships/customXml" Target="../ink/ink1647.xml"/><Relationship Id="rId160" Type="http://schemas.openxmlformats.org/officeDocument/2006/relationships/image" Target="../media/image27571.png"/><Relationship Id="rId826" Type="http://schemas.openxmlformats.org/officeDocument/2006/relationships/customXml" Target="../ink/ink2014.xml"/><Relationship Id="rId258" Type="http://schemas.openxmlformats.org/officeDocument/2006/relationships/image" Target="../media/image27620.png"/><Relationship Id="rId465" Type="http://schemas.openxmlformats.org/officeDocument/2006/relationships/customXml" Target="../ink/ink1832.xml"/><Relationship Id="rId672" Type="http://schemas.openxmlformats.org/officeDocument/2006/relationships/customXml" Target="../ink/ink1936.xml"/><Relationship Id="rId22" Type="http://schemas.openxmlformats.org/officeDocument/2006/relationships/image" Target="../media/image27502.png"/><Relationship Id="rId118" Type="http://schemas.openxmlformats.org/officeDocument/2006/relationships/image" Target="../media/image27550.png"/><Relationship Id="rId325" Type="http://schemas.openxmlformats.org/officeDocument/2006/relationships/customXml" Target="../ink/ink1762.xml"/><Relationship Id="rId532" Type="http://schemas.openxmlformats.org/officeDocument/2006/relationships/image" Target="../media/image27755.png"/><Relationship Id="rId171" Type="http://schemas.openxmlformats.org/officeDocument/2006/relationships/customXml" Target="../ink/ink1685.xml"/><Relationship Id="rId837" Type="http://schemas.openxmlformats.org/officeDocument/2006/relationships/image" Target="../media/image27902.png"/><Relationship Id="rId269" Type="http://schemas.openxmlformats.org/officeDocument/2006/relationships/customXml" Target="../ink/ink1734.xml"/><Relationship Id="rId476" Type="http://schemas.openxmlformats.org/officeDocument/2006/relationships/image" Target="../media/image27728.png"/><Relationship Id="rId683" Type="http://schemas.openxmlformats.org/officeDocument/2006/relationships/image" Target="../media/image27828.png"/><Relationship Id="rId33" Type="http://schemas.openxmlformats.org/officeDocument/2006/relationships/customXml" Target="../ink/ink1616.xml"/><Relationship Id="rId129" Type="http://schemas.openxmlformats.org/officeDocument/2006/relationships/customXml" Target="../ink/ink1664.xml"/><Relationship Id="rId336" Type="http://schemas.openxmlformats.org/officeDocument/2006/relationships/image" Target="../media/image27658.png"/><Relationship Id="rId543" Type="http://schemas.openxmlformats.org/officeDocument/2006/relationships/customXml" Target="../ink/ink1871.xml"/><Relationship Id="rId182" Type="http://schemas.openxmlformats.org/officeDocument/2006/relationships/image" Target="../media/image27582.png"/><Relationship Id="rId403" Type="http://schemas.openxmlformats.org/officeDocument/2006/relationships/customXml" Target="../ink/ink1801.xml"/><Relationship Id="rId750" Type="http://schemas.openxmlformats.org/officeDocument/2006/relationships/customXml" Target="../ink/ink1975.xml"/><Relationship Id="rId848" Type="http://schemas.openxmlformats.org/officeDocument/2006/relationships/customXml" Target="../ink/ink2025.xml"/><Relationship Id="rId487" Type="http://schemas.openxmlformats.org/officeDocument/2006/relationships/customXml" Target="../ink/ink1843.xml"/><Relationship Id="rId610" Type="http://schemas.openxmlformats.org/officeDocument/2006/relationships/image" Target="../media/image27793.png"/><Relationship Id="rId694" Type="http://schemas.openxmlformats.org/officeDocument/2006/relationships/customXml" Target="../ink/ink1947.xml"/><Relationship Id="rId708" Type="http://schemas.openxmlformats.org/officeDocument/2006/relationships/customXml" Target="../ink/ink1954.xml"/><Relationship Id="rId347" Type="http://schemas.openxmlformats.org/officeDocument/2006/relationships/customXml" Target="../ink/ink1773.xml"/><Relationship Id="rId44" Type="http://schemas.openxmlformats.org/officeDocument/2006/relationships/image" Target="../media/image27513.png"/><Relationship Id="rId554" Type="http://schemas.openxmlformats.org/officeDocument/2006/relationships/image" Target="../media/image27766.png"/><Relationship Id="rId761" Type="http://schemas.openxmlformats.org/officeDocument/2006/relationships/customXml" Target="../ink/ink1981.xml"/><Relationship Id="rId859" Type="http://schemas.openxmlformats.org/officeDocument/2006/relationships/image" Target="../media/image27913.png"/><Relationship Id="rId193" Type="http://schemas.openxmlformats.org/officeDocument/2006/relationships/customXml" Target="../ink/ink1696.xml"/><Relationship Id="rId207" Type="http://schemas.openxmlformats.org/officeDocument/2006/relationships/customXml" Target="../ink/ink1703.xml"/><Relationship Id="rId414" Type="http://schemas.openxmlformats.org/officeDocument/2006/relationships/image" Target="../media/image27697.png"/><Relationship Id="rId498" Type="http://schemas.openxmlformats.org/officeDocument/2006/relationships/image" Target="../media/image27739.png"/><Relationship Id="rId621" Type="http://schemas.openxmlformats.org/officeDocument/2006/relationships/customXml" Target="../ink/ink1910.xml"/><Relationship Id="rId260" Type="http://schemas.openxmlformats.org/officeDocument/2006/relationships/image" Target="../media/image27621.png"/><Relationship Id="rId719" Type="http://schemas.openxmlformats.org/officeDocument/2006/relationships/image" Target="../media/image27845.png"/><Relationship Id="rId55" Type="http://schemas.openxmlformats.org/officeDocument/2006/relationships/customXml" Target="../ink/ink1627.xml"/><Relationship Id="rId120" Type="http://schemas.openxmlformats.org/officeDocument/2006/relationships/image" Target="../media/image27551.png"/><Relationship Id="rId358" Type="http://schemas.openxmlformats.org/officeDocument/2006/relationships/image" Target="../media/image27669.png"/><Relationship Id="rId565" Type="http://schemas.openxmlformats.org/officeDocument/2006/relationships/customXml" Target="../ink/ink1882.xml"/><Relationship Id="rId772" Type="http://schemas.openxmlformats.org/officeDocument/2006/relationships/image" Target="../media/image27871.png"/><Relationship Id="rId218" Type="http://schemas.openxmlformats.org/officeDocument/2006/relationships/image" Target="../media/image27600.png"/><Relationship Id="rId425" Type="http://schemas.openxmlformats.org/officeDocument/2006/relationships/customXml" Target="../ink/ink1812.xml"/><Relationship Id="rId632" Type="http://schemas.openxmlformats.org/officeDocument/2006/relationships/image" Target="../media/image27804.png"/><Relationship Id="rId271" Type="http://schemas.openxmlformats.org/officeDocument/2006/relationships/customXml" Target="../ink/ink1735.xml"/><Relationship Id="rId66" Type="http://schemas.openxmlformats.org/officeDocument/2006/relationships/image" Target="../media/image27524.png"/><Relationship Id="rId131" Type="http://schemas.openxmlformats.org/officeDocument/2006/relationships/customXml" Target="../ink/ink1665.xml"/><Relationship Id="rId369" Type="http://schemas.openxmlformats.org/officeDocument/2006/relationships/customXml" Target="../ink/ink1784.xml"/><Relationship Id="rId576" Type="http://schemas.openxmlformats.org/officeDocument/2006/relationships/image" Target="../media/image27777.png"/><Relationship Id="rId783" Type="http://schemas.openxmlformats.org/officeDocument/2006/relationships/customXml" Target="../ink/ink1992.xml"/><Relationship Id="rId229" Type="http://schemas.openxmlformats.org/officeDocument/2006/relationships/customXml" Target="../ink/ink1714.xml"/><Relationship Id="rId436" Type="http://schemas.openxmlformats.org/officeDocument/2006/relationships/image" Target="../media/image27708.png"/><Relationship Id="rId643" Type="http://schemas.openxmlformats.org/officeDocument/2006/relationships/customXml" Target="../ink/ink1921.xml"/><Relationship Id="rId850" Type="http://schemas.openxmlformats.org/officeDocument/2006/relationships/customXml" Target="../ink/ink2026.xml"/><Relationship Id="rId77" Type="http://schemas.openxmlformats.org/officeDocument/2006/relationships/customXml" Target="../ink/ink1638.xml"/><Relationship Id="rId282" Type="http://schemas.openxmlformats.org/officeDocument/2006/relationships/image" Target="../media/image27632.png"/><Relationship Id="rId503" Type="http://schemas.openxmlformats.org/officeDocument/2006/relationships/customXml" Target="../ink/ink1851.xml"/><Relationship Id="rId587" Type="http://schemas.openxmlformats.org/officeDocument/2006/relationships/customXml" Target="../ink/ink1893.xml"/><Relationship Id="rId710" Type="http://schemas.openxmlformats.org/officeDocument/2006/relationships/customXml" Target="../ink/ink1955.xml"/><Relationship Id="rId808" Type="http://schemas.openxmlformats.org/officeDocument/2006/relationships/customXml" Target="../ink/ink2005.xml"/><Relationship Id="rId8" Type="http://schemas.openxmlformats.org/officeDocument/2006/relationships/customXml" Target="../ink/ink1603.xml"/><Relationship Id="rId142" Type="http://schemas.openxmlformats.org/officeDocument/2006/relationships/image" Target="../media/image27562.png"/><Relationship Id="rId447" Type="http://schemas.openxmlformats.org/officeDocument/2006/relationships/customXml" Target="../ink/ink1823.xml"/><Relationship Id="rId794" Type="http://schemas.openxmlformats.org/officeDocument/2006/relationships/customXml" Target="../ink/ink1998.xml"/><Relationship Id="rId654" Type="http://schemas.openxmlformats.org/officeDocument/2006/relationships/image" Target="../media/image27814.png"/><Relationship Id="rId861" Type="http://schemas.openxmlformats.org/officeDocument/2006/relationships/image" Target="../media/image27914.png"/><Relationship Id="rId293" Type="http://schemas.openxmlformats.org/officeDocument/2006/relationships/customXml" Target="../ink/ink1746.xml"/><Relationship Id="rId307" Type="http://schemas.openxmlformats.org/officeDocument/2006/relationships/customXml" Target="../ink/ink1753.xml"/><Relationship Id="rId514" Type="http://schemas.openxmlformats.org/officeDocument/2006/relationships/image" Target="../media/image27746.png"/><Relationship Id="rId721" Type="http://schemas.openxmlformats.org/officeDocument/2006/relationships/image" Target="../media/image27846.pn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096.xml"/><Relationship Id="rId21" Type="http://schemas.openxmlformats.org/officeDocument/2006/relationships/customXml" Target="../ink/ink2048.xml"/><Relationship Id="rId42" Type="http://schemas.openxmlformats.org/officeDocument/2006/relationships/image" Target="../media/image27937.png"/><Relationship Id="rId63" Type="http://schemas.openxmlformats.org/officeDocument/2006/relationships/customXml" Target="../ink/ink2069.xml"/><Relationship Id="rId84" Type="http://schemas.openxmlformats.org/officeDocument/2006/relationships/image" Target="../media/image27624.png"/><Relationship Id="rId138" Type="http://schemas.openxmlformats.org/officeDocument/2006/relationships/image" Target="../media/image27981.png"/><Relationship Id="rId159" Type="http://schemas.openxmlformats.org/officeDocument/2006/relationships/image" Target="../media/image27991.png"/><Relationship Id="rId170" Type="http://schemas.openxmlformats.org/officeDocument/2006/relationships/customXml" Target="../ink/ink2123.xml"/><Relationship Id="rId191" Type="http://schemas.openxmlformats.org/officeDocument/2006/relationships/image" Target="../media/image28007.png"/><Relationship Id="rId205" Type="http://schemas.openxmlformats.org/officeDocument/2006/relationships/image" Target="../media/image28013.png"/><Relationship Id="rId226" Type="http://schemas.openxmlformats.org/officeDocument/2006/relationships/customXml" Target="../ink/ink2151.xml"/><Relationship Id="rId107" Type="http://schemas.openxmlformats.org/officeDocument/2006/relationships/customXml" Target="../ink/ink2091.xml"/><Relationship Id="rId11" Type="http://schemas.openxmlformats.org/officeDocument/2006/relationships/customXml" Target="../ink/ink2043.xml"/><Relationship Id="rId32" Type="http://schemas.openxmlformats.org/officeDocument/2006/relationships/image" Target="../media/image27933.png"/><Relationship Id="rId53" Type="http://schemas.openxmlformats.org/officeDocument/2006/relationships/customXml" Target="../ink/ink2064.xml"/><Relationship Id="rId74" Type="http://schemas.openxmlformats.org/officeDocument/2006/relationships/image" Target="../media/image27951.png"/><Relationship Id="rId128" Type="http://schemas.openxmlformats.org/officeDocument/2006/relationships/image" Target="../media/image27976.png"/><Relationship Id="rId149" Type="http://schemas.openxmlformats.org/officeDocument/2006/relationships/image" Target="../media/image27986.png"/><Relationship Id="rId5" Type="http://schemas.openxmlformats.org/officeDocument/2006/relationships/image" Target="../media/image27921.png"/><Relationship Id="rId95" Type="http://schemas.openxmlformats.org/officeDocument/2006/relationships/customXml" Target="../ink/ink2085.xml"/><Relationship Id="rId160" Type="http://schemas.openxmlformats.org/officeDocument/2006/relationships/customXml" Target="../ink/ink2118.xml"/><Relationship Id="rId181" Type="http://schemas.openxmlformats.org/officeDocument/2006/relationships/image" Target="../media/image28002.png"/><Relationship Id="rId216" Type="http://schemas.openxmlformats.org/officeDocument/2006/relationships/customXml" Target="../ink/ink2146.xml"/><Relationship Id="rId237" Type="http://schemas.openxmlformats.org/officeDocument/2006/relationships/image" Target="../media/image28029.png"/><Relationship Id="rId22" Type="http://schemas.openxmlformats.org/officeDocument/2006/relationships/image" Target="../media/image27928.png"/><Relationship Id="rId43" Type="http://schemas.openxmlformats.org/officeDocument/2006/relationships/customXml" Target="../ink/ink2059.xml"/><Relationship Id="rId64" Type="http://schemas.openxmlformats.org/officeDocument/2006/relationships/image" Target="../media/image27947.png"/><Relationship Id="rId118" Type="http://schemas.openxmlformats.org/officeDocument/2006/relationships/image" Target="../media/image27971.png"/><Relationship Id="rId139" Type="http://schemas.openxmlformats.org/officeDocument/2006/relationships/customXml" Target="../ink/ink2107.xml"/><Relationship Id="rId85" Type="http://schemas.openxmlformats.org/officeDocument/2006/relationships/customXml" Target="../ink/ink2080.xml"/><Relationship Id="rId150" Type="http://schemas.openxmlformats.org/officeDocument/2006/relationships/customXml" Target="../ink/ink2113.xml"/><Relationship Id="rId171" Type="http://schemas.openxmlformats.org/officeDocument/2006/relationships/image" Target="../media/image27997.png"/><Relationship Id="rId192" Type="http://schemas.openxmlformats.org/officeDocument/2006/relationships/customXml" Target="../ink/ink2134.xml"/><Relationship Id="rId206" Type="http://schemas.openxmlformats.org/officeDocument/2006/relationships/customXml" Target="../ink/ink2141.xml"/><Relationship Id="rId227" Type="http://schemas.openxmlformats.org/officeDocument/2006/relationships/image" Target="../media/image28024.png"/><Relationship Id="rId12" Type="http://schemas.openxmlformats.org/officeDocument/2006/relationships/image" Target="../media/image27923.png"/><Relationship Id="rId33" Type="http://schemas.openxmlformats.org/officeDocument/2006/relationships/customXml" Target="../ink/ink2054.xml"/><Relationship Id="rId108" Type="http://schemas.openxmlformats.org/officeDocument/2006/relationships/image" Target="../media/image27966.png"/><Relationship Id="rId129" Type="http://schemas.openxmlformats.org/officeDocument/2006/relationships/customXml" Target="../ink/ink2102.xml"/><Relationship Id="rId54" Type="http://schemas.openxmlformats.org/officeDocument/2006/relationships/image" Target="../media/image27942.png"/><Relationship Id="rId75" Type="http://schemas.openxmlformats.org/officeDocument/2006/relationships/customXml" Target="../ink/ink2075.xml"/><Relationship Id="rId96" Type="http://schemas.openxmlformats.org/officeDocument/2006/relationships/image" Target="../media/image27960.png"/><Relationship Id="rId140" Type="http://schemas.openxmlformats.org/officeDocument/2006/relationships/image" Target="../media/image27982.png"/><Relationship Id="rId161" Type="http://schemas.openxmlformats.org/officeDocument/2006/relationships/image" Target="../media/image27992.png"/><Relationship Id="rId182" Type="http://schemas.openxmlformats.org/officeDocument/2006/relationships/customXml" Target="../ink/ink2129.xml"/><Relationship Id="rId217" Type="http://schemas.openxmlformats.org/officeDocument/2006/relationships/image" Target="../media/image28019.png"/><Relationship Id="rId6" Type="http://schemas.openxmlformats.org/officeDocument/2006/relationships/customXml" Target="../ink/ink2040.xml"/><Relationship Id="rId238" Type="http://schemas.openxmlformats.org/officeDocument/2006/relationships/customXml" Target="../ink/ink2157.xml"/><Relationship Id="rId23" Type="http://schemas.openxmlformats.org/officeDocument/2006/relationships/customXml" Target="../ink/ink2049.xml"/><Relationship Id="rId119" Type="http://schemas.openxmlformats.org/officeDocument/2006/relationships/customXml" Target="../ink/ink2097.xml"/><Relationship Id="rId44" Type="http://schemas.openxmlformats.org/officeDocument/2006/relationships/image" Target="../media/image27938.png"/><Relationship Id="rId65" Type="http://schemas.openxmlformats.org/officeDocument/2006/relationships/customXml" Target="../ink/ink2070.xml"/><Relationship Id="rId86" Type="http://schemas.openxmlformats.org/officeDocument/2006/relationships/image" Target="../media/image27956.png"/><Relationship Id="rId130" Type="http://schemas.openxmlformats.org/officeDocument/2006/relationships/image" Target="../media/image27977.png"/><Relationship Id="rId151" Type="http://schemas.openxmlformats.org/officeDocument/2006/relationships/image" Target="../media/image27987.png"/><Relationship Id="rId172" Type="http://schemas.openxmlformats.org/officeDocument/2006/relationships/customXml" Target="../ink/ink2124.xml"/><Relationship Id="rId193" Type="http://schemas.openxmlformats.org/officeDocument/2006/relationships/image" Target="../media/image28008.png"/><Relationship Id="rId207" Type="http://schemas.openxmlformats.org/officeDocument/2006/relationships/image" Target="../media/image28014.png"/><Relationship Id="rId228" Type="http://schemas.openxmlformats.org/officeDocument/2006/relationships/customXml" Target="../ink/ink2152.xml"/><Relationship Id="rId13" Type="http://schemas.openxmlformats.org/officeDocument/2006/relationships/customXml" Target="../ink/ink2044.xml"/><Relationship Id="rId109" Type="http://schemas.openxmlformats.org/officeDocument/2006/relationships/customXml" Target="../ink/ink2092.xml"/><Relationship Id="rId34" Type="http://schemas.openxmlformats.org/officeDocument/2006/relationships/image" Target="../media/image27934.png"/><Relationship Id="rId55" Type="http://schemas.openxmlformats.org/officeDocument/2006/relationships/customXml" Target="../ink/ink2065.xml"/><Relationship Id="rId76" Type="http://schemas.openxmlformats.org/officeDocument/2006/relationships/image" Target="../media/image27952.png"/><Relationship Id="rId97" Type="http://schemas.openxmlformats.org/officeDocument/2006/relationships/customXml" Target="../ink/ink2086.xml"/><Relationship Id="rId120" Type="http://schemas.openxmlformats.org/officeDocument/2006/relationships/image" Target="../media/image27972.png"/><Relationship Id="rId141" Type="http://schemas.openxmlformats.org/officeDocument/2006/relationships/customXml" Target="../ink/ink2108.xml"/><Relationship Id="rId7" Type="http://schemas.openxmlformats.org/officeDocument/2006/relationships/image" Target="../media/image27370.png"/><Relationship Id="rId162" Type="http://schemas.openxmlformats.org/officeDocument/2006/relationships/customXml" Target="../ink/ink2119.xml"/><Relationship Id="rId183" Type="http://schemas.openxmlformats.org/officeDocument/2006/relationships/image" Target="../media/image28003.png"/><Relationship Id="rId218" Type="http://schemas.openxmlformats.org/officeDocument/2006/relationships/customXml" Target="../ink/ink2147.xml"/><Relationship Id="rId239" Type="http://schemas.openxmlformats.org/officeDocument/2006/relationships/image" Target="../media/image28030.png"/><Relationship Id="rId24" Type="http://schemas.openxmlformats.org/officeDocument/2006/relationships/image" Target="../media/image27929.png"/><Relationship Id="rId45" Type="http://schemas.openxmlformats.org/officeDocument/2006/relationships/customXml" Target="../ink/ink2060.xml"/><Relationship Id="rId66" Type="http://schemas.openxmlformats.org/officeDocument/2006/relationships/image" Target="../media/image27234.png"/><Relationship Id="rId87" Type="http://schemas.openxmlformats.org/officeDocument/2006/relationships/customXml" Target="../ink/ink2081.xml"/><Relationship Id="rId110" Type="http://schemas.openxmlformats.org/officeDocument/2006/relationships/image" Target="../media/image27967.png"/><Relationship Id="rId131" Type="http://schemas.openxmlformats.org/officeDocument/2006/relationships/customXml" Target="../ink/ink2103.xml"/><Relationship Id="rId152" Type="http://schemas.openxmlformats.org/officeDocument/2006/relationships/customXml" Target="../ink/ink2114.xml"/><Relationship Id="rId173" Type="http://schemas.openxmlformats.org/officeDocument/2006/relationships/image" Target="../media/image27998.png"/><Relationship Id="rId194" Type="http://schemas.openxmlformats.org/officeDocument/2006/relationships/customXml" Target="../ink/ink2135.xml"/><Relationship Id="rId208" Type="http://schemas.openxmlformats.org/officeDocument/2006/relationships/customXml" Target="../ink/ink2142.xml"/><Relationship Id="rId229" Type="http://schemas.openxmlformats.org/officeDocument/2006/relationships/image" Target="../media/image28025.png"/><Relationship Id="rId240" Type="http://schemas.openxmlformats.org/officeDocument/2006/relationships/customXml" Target="../ink/ink2158.xml"/><Relationship Id="rId14" Type="http://schemas.openxmlformats.org/officeDocument/2006/relationships/image" Target="../media/image27924.png"/><Relationship Id="rId35" Type="http://schemas.openxmlformats.org/officeDocument/2006/relationships/customXml" Target="../ink/ink2055.xml"/><Relationship Id="rId56" Type="http://schemas.openxmlformats.org/officeDocument/2006/relationships/image" Target="../media/image27943.png"/><Relationship Id="rId77" Type="http://schemas.openxmlformats.org/officeDocument/2006/relationships/customXml" Target="../ink/ink2076.xml"/><Relationship Id="rId100" Type="http://schemas.openxmlformats.org/officeDocument/2006/relationships/image" Target="../media/image27962.png"/><Relationship Id="rId8" Type="http://schemas.openxmlformats.org/officeDocument/2006/relationships/customXml" Target="../ink/ink2041.xml"/><Relationship Id="rId98" Type="http://schemas.openxmlformats.org/officeDocument/2006/relationships/image" Target="../media/image27961.png"/><Relationship Id="rId121" Type="http://schemas.openxmlformats.org/officeDocument/2006/relationships/customXml" Target="../ink/ink2098.xml"/><Relationship Id="rId142" Type="http://schemas.openxmlformats.org/officeDocument/2006/relationships/image" Target="../media/image27983.png"/><Relationship Id="rId163" Type="http://schemas.openxmlformats.org/officeDocument/2006/relationships/image" Target="../media/image27993.png"/><Relationship Id="rId184" Type="http://schemas.openxmlformats.org/officeDocument/2006/relationships/customXml" Target="../ink/ink2130.xml"/><Relationship Id="rId219" Type="http://schemas.openxmlformats.org/officeDocument/2006/relationships/image" Target="../media/image28020.png"/><Relationship Id="rId230" Type="http://schemas.openxmlformats.org/officeDocument/2006/relationships/customXml" Target="../ink/ink2153.xml"/><Relationship Id="rId25" Type="http://schemas.openxmlformats.org/officeDocument/2006/relationships/customXml" Target="../ink/ink2050.xml"/><Relationship Id="rId46" Type="http://schemas.openxmlformats.org/officeDocument/2006/relationships/image" Target="../media/image27939.png"/><Relationship Id="rId67" Type="http://schemas.openxmlformats.org/officeDocument/2006/relationships/customXml" Target="../ink/ink2071.xml"/><Relationship Id="rId88" Type="http://schemas.openxmlformats.org/officeDocument/2006/relationships/image" Target="../media/image27957.png"/><Relationship Id="rId111" Type="http://schemas.openxmlformats.org/officeDocument/2006/relationships/customXml" Target="../ink/ink2093.xml"/><Relationship Id="rId132" Type="http://schemas.openxmlformats.org/officeDocument/2006/relationships/image" Target="../media/image27978.png"/><Relationship Id="rId153" Type="http://schemas.openxmlformats.org/officeDocument/2006/relationships/image" Target="../media/image27988.png"/><Relationship Id="rId174" Type="http://schemas.openxmlformats.org/officeDocument/2006/relationships/customXml" Target="../ink/ink2125.xml"/><Relationship Id="rId195" Type="http://schemas.openxmlformats.org/officeDocument/2006/relationships/image" Target="../media/image28009.png"/><Relationship Id="rId209" Type="http://schemas.openxmlformats.org/officeDocument/2006/relationships/image" Target="../media/image28015.png"/><Relationship Id="rId220" Type="http://schemas.openxmlformats.org/officeDocument/2006/relationships/customXml" Target="../ink/ink2148.xml"/><Relationship Id="rId241" Type="http://schemas.openxmlformats.org/officeDocument/2006/relationships/image" Target="../media/image28031.png"/><Relationship Id="rId15" Type="http://schemas.openxmlformats.org/officeDocument/2006/relationships/customXml" Target="../ink/ink2045.xml"/><Relationship Id="rId36" Type="http://schemas.openxmlformats.org/officeDocument/2006/relationships/image" Target="../media/image27935.png"/><Relationship Id="rId57" Type="http://schemas.openxmlformats.org/officeDocument/2006/relationships/customXml" Target="../ink/ink2066.xml"/><Relationship Id="rId106" Type="http://schemas.openxmlformats.org/officeDocument/2006/relationships/image" Target="../media/image27965.png"/><Relationship Id="rId127" Type="http://schemas.openxmlformats.org/officeDocument/2006/relationships/customXml" Target="../ink/ink2101.xml"/><Relationship Id="rId10" Type="http://schemas.openxmlformats.org/officeDocument/2006/relationships/image" Target="../media/image27922.png"/><Relationship Id="rId31" Type="http://schemas.openxmlformats.org/officeDocument/2006/relationships/customXml" Target="../ink/ink2053.xml"/><Relationship Id="rId52" Type="http://schemas.openxmlformats.org/officeDocument/2006/relationships/image" Target="../media/image27146.png"/><Relationship Id="rId73" Type="http://schemas.openxmlformats.org/officeDocument/2006/relationships/customXml" Target="../ink/ink2074.xml"/><Relationship Id="rId78" Type="http://schemas.openxmlformats.org/officeDocument/2006/relationships/image" Target="../media/image27953.png"/><Relationship Id="rId94" Type="http://schemas.openxmlformats.org/officeDocument/2006/relationships/image" Target="../media/image27959.png"/><Relationship Id="rId99" Type="http://schemas.openxmlformats.org/officeDocument/2006/relationships/customXml" Target="../ink/ink2087.xml"/><Relationship Id="rId101" Type="http://schemas.openxmlformats.org/officeDocument/2006/relationships/customXml" Target="../ink/ink2088.xml"/><Relationship Id="rId122" Type="http://schemas.openxmlformats.org/officeDocument/2006/relationships/image" Target="../media/image27973.png"/><Relationship Id="rId143" Type="http://schemas.openxmlformats.org/officeDocument/2006/relationships/customXml" Target="../ink/ink2109.xml"/><Relationship Id="rId148" Type="http://schemas.openxmlformats.org/officeDocument/2006/relationships/customXml" Target="../ink/ink2112.xml"/><Relationship Id="rId164" Type="http://schemas.openxmlformats.org/officeDocument/2006/relationships/customXml" Target="../ink/ink2120.xml"/><Relationship Id="rId169" Type="http://schemas.openxmlformats.org/officeDocument/2006/relationships/image" Target="../media/image27996.png"/><Relationship Id="rId185" Type="http://schemas.openxmlformats.org/officeDocument/2006/relationships/image" Target="../media/image28004.png"/><Relationship Id="rId4" Type="http://schemas.openxmlformats.org/officeDocument/2006/relationships/customXml" Target="../ink/ink2039.xml"/><Relationship Id="rId9" Type="http://schemas.openxmlformats.org/officeDocument/2006/relationships/customXml" Target="../ink/ink2042.xml"/><Relationship Id="rId180" Type="http://schemas.openxmlformats.org/officeDocument/2006/relationships/customXml" Target="../ink/ink2128.xml"/><Relationship Id="rId210" Type="http://schemas.openxmlformats.org/officeDocument/2006/relationships/customXml" Target="../ink/ink2143.xml"/><Relationship Id="rId215" Type="http://schemas.openxmlformats.org/officeDocument/2006/relationships/image" Target="../media/image28018.png"/><Relationship Id="rId236" Type="http://schemas.openxmlformats.org/officeDocument/2006/relationships/customXml" Target="../ink/ink2156.xml"/><Relationship Id="rId26" Type="http://schemas.openxmlformats.org/officeDocument/2006/relationships/image" Target="../media/image27930.png"/><Relationship Id="rId231" Type="http://schemas.openxmlformats.org/officeDocument/2006/relationships/image" Target="../media/image28026.png"/><Relationship Id="rId47" Type="http://schemas.openxmlformats.org/officeDocument/2006/relationships/customXml" Target="../ink/ink2061.xml"/><Relationship Id="rId68" Type="http://schemas.openxmlformats.org/officeDocument/2006/relationships/image" Target="../media/image27948.png"/><Relationship Id="rId89" Type="http://schemas.openxmlformats.org/officeDocument/2006/relationships/customXml" Target="../ink/ink2082.xml"/><Relationship Id="rId112" Type="http://schemas.openxmlformats.org/officeDocument/2006/relationships/image" Target="../media/image27968.png"/><Relationship Id="rId133" Type="http://schemas.openxmlformats.org/officeDocument/2006/relationships/customXml" Target="../ink/ink2104.xml"/><Relationship Id="rId154" Type="http://schemas.openxmlformats.org/officeDocument/2006/relationships/customXml" Target="../ink/ink2115.xml"/><Relationship Id="rId175" Type="http://schemas.openxmlformats.org/officeDocument/2006/relationships/image" Target="../media/image27999.png"/><Relationship Id="rId196" Type="http://schemas.openxmlformats.org/officeDocument/2006/relationships/customXml" Target="../ink/ink2136.xml"/><Relationship Id="rId200" Type="http://schemas.openxmlformats.org/officeDocument/2006/relationships/customXml" Target="../ink/ink2138.xml"/><Relationship Id="rId16" Type="http://schemas.openxmlformats.org/officeDocument/2006/relationships/image" Target="../media/image27925.png"/><Relationship Id="rId221" Type="http://schemas.openxmlformats.org/officeDocument/2006/relationships/image" Target="../media/image28021.png"/><Relationship Id="rId242" Type="http://schemas.openxmlformats.org/officeDocument/2006/relationships/customXml" Target="../ink/ink2159.xml"/><Relationship Id="rId37" Type="http://schemas.openxmlformats.org/officeDocument/2006/relationships/customXml" Target="../ink/ink2056.xml"/><Relationship Id="rId58" Type="http://schemas.openxmlformats.org/officeDocument/2006/relationships/image" Target="../media/image27944.png"/><Relationship Id="rId79" Type="http://schemas.openxmlformats.org/officeDocument/2006/relationships/customXml" Target="../ink/ink2077.xml"/><Relationship Id="rId102" Type="http://schemas.openxmlformats.org/officeDocument/2006/relationships/image" Target="../media/image27963.png"/><Relationship Id="rId123" Type="http://schemas.openxmlformats.org/officeDocument/2006/relationships/customXml" Target="../ink/ink2099.xml"/><Relationship Id="rId144" Type="http://schemas.openxmlformats.org/officeDocument/2006/relationships/image" Target="../media/image27984.png"/><Relationship Id="rId90" Type="http://schemas.openxmlformats.org/officeDocument/2006/relationships/image" Target="../media/image27247.png"/><Relationship Id="rId165" Type="http://schemas.openxmlformats.org/officeDocument/2006/relationships/image" Target="../media/image27994.png"/><Relationship Id="rId186" Type="http://schemas.openxmlformats.org/officeDocument/2006/relationships/customXml" Target="../ink/ink2131.xml"/><Relationship Id="rId211" Type="http://schemas.openxmlformats.org/officeDocument/2006/relationships/image" Target="../media/image28016.png"/><Relationship Id="rId232" Type="http://schemas.openxmlformats.org/officeDocument/2006/relationships/customXml" Target="../ink/ink2154.xml"/><Relationship Id="rId27" Type="http://schemas.openxmlformats.org/officeDocument/2006/relationships/customXml" Target="../ink/ink2051.xml"/><Relationship Id="rId48" Type="http://schemas.openxmlformats.org/officeDocument/2006/relationships/image" Target="../media/image27940.png"/><Relationship Id="rId69" Type="http://schemas.openxmlformats.org/officeDocument/2006/relationships/customXml" Target="../ink/ink2072.xml"/><Relationship Id="rId113" Type="http://schemas.openxmlformats.org/officeDocument/2006/relationships/customXml" Target="../ink/ink2094.xml"/><Relationship Id="rId134" Type="http://schemas.openxmlformats.org/officeDocument/2006/relationships/image" Target="../media/image27979.png"/><Relationship Id="rId80" Type="http://schemas.openxmlformats.org/officeDocument/2006/relationships/image" Target="../media/image27954.png"/><Relationship Id="rId155" Type="http://schemas.openxmlformats.org/officeDocument/2006/relationships/image" Target="../media/image27989.png"/><Relationship Id="rId176" Type="http://schemas.openxmlformats.org/officeDocument/2006/relationships/customXml" Target="../ink/ink2126.xml"/><Relationship Id="rId197" Type="http://schemas.openxmlformats.org/officeDocument/2006/relationships/image" Target="../media/image28010.png"/><Relationship Id="rId201" Type="http://schemas.openxmlformats.org/officeDocument/2006/relationships/image" Target="../media/image28011.png"/><Relationship Id="rId222" Type="http://schemas.openxmlformats.org/officeDocument/2006/relationships/customXml" Target="../ink/ink2149.xml"/><Relationship Id="rId243" Type="http://schemas.openxmlformats.org/officeDocument/2006/relationships/image" Target="../media/image28032.png"/><Relationship Id="rId17" Type="http://schemas.openxmlformats.org/officeDocument/2006/relationships/customXml" Target="../ink/ink2046.xml"/><Relationship Id="rId38" Type="http://schemas.openxmlformats.org/officeDocument/2006/relationships/image" Target="../media/image27114.png"/><Relationship Id="rId59" Type="http://schemas.openxmlformats.org/officeDocument/2006/relationships/customXml" Target="../ink/ink2067.xml"/><Relationship Id="rId103" Type="http://schemas.openxmlformats.org/officeDocument/2006/relationships/customXml" Target="../ink/ink2089.xml"/><Relationship Id="rId124" Type="http://schemas.openxmlformats.org/officeDocument/2006/relationships/image" Target="../media/image27974.png"/><Relationship Id="rId70" Type="http://schemas.openxmlformats.org/officeDocument/2006/relationships/image" Target="../media/image27949.png"/><Relationship Id="rId91" Type="http://schemas.openxmlformats.org/officeDocument/2006/relationships/customXml" Target="../ink/ink2083.xml"/><Relationship Id="rId145" Type="http://schemas.openxmlformats.org/officeDocument/2006/relationships/customXml" Target="../ink/ink2110.xml"/><Relationship Id="rId166" Type="http://schemas.openxmlformats.org/officeDocument/2006/relationships/customXml" Target="../ink/ink2121.xml"/><Relationship Id="rId187" Type="http://schemas.openxmlformats.org/officeDocument/2006/relationships/image" Target="../media/image28005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144.xml"/><Relationship Id="rId233" Type="http://schemas.openxmlformats.org/officeDocument/2006/relationships/image" Target="../media/image28027.png"/><Relationship Id="rId28" Type="http://schemas.openxmlformats.org/officeDocument/2006/relationships/image" Target="../media/image27931.png"/><Relationship Id="rId49" Type="http://schemas.openxmlformats.org/officeDocument/2006/relationships/customXml" Target="../ink/ink2062.xml"/><Relationship Id="rId114" Type="http://schemas.openxmlformats.org/officeDocument/2006/relationships/image" Target="../media/image27969.png"/><Relationship Id="rId60" Type="http://schemas.openxmlformats.org/officeDocument/2006/relationships/image" Target="../media/image27945.png"/><Relationship Id="rId81" Type="http://schemas.openxmlformats.org/officeDocument/2006/relationships/customXml" Target="../ink/ink2078.xml"/><Relationship Id="rId135" Type="http://schemas.openxmlformats.org/officeDocument/2006/relationships/customXml" Target="../ink/ink2105.xml"/><Relationship Id="rId156" Type="http://schemas.openxmlformats.org/officeDocument/2006/relationships/customXml" Target="../ink/ink2116.xml"/><Relationship Id="rId177" Type="http://schemas.openxmlformats.org/officeDocument/2006/relationships/image" Target="../media/image28000.png"/><Relationship Id="rId198" Type="http://schemas.openxmlformats.org/officeDocument/2006/relationships/customXml" Target="../ink/ink2137.xml"/><Relationship Id="rId202" Type="http://schemas.openxmlformats.org/officeDocument/2006/relationships/customXml" Target="../ink/ink2139.xml"/><Relationship Id="rId223" Type="http://schemas.openxmlformats.org/officeDocument/2006/relationships/image" Target="../media/image28022.png"/><Relationship Id="rId18" Type="http://schemas.openxmlformats.org/officeDocument/2006/relationships/image" Target="../media/image27926.png"/><Relationship Id="rId39" Type="http://schemas.openxmlformats.org/officeDocument/2006/relationships/customXml" Target="../ink/ink2057.xml"/><Relationship Id="rId50" Type="http://schemas.openxmlformats.org/officeDocument/2006/relationships/image" Target="../media/image27941.png"/><Relationship Id="rId104" Type="http://schemas.openxmlformats.org/officeDocument/2006/relationships/image" Target="../media/image27964.png"/><Relationship Id="rId125" Type="http://schemas.openxmlformats.org/officeDocument/2006/relationships/customXml" Target="../ink/ink2100.xml"/><Relationship Id="rId146" Type="http://schemas.openxmlformats.org/officeDocument/2006/relationships/image" Target="../media/image27985.png"/><Relationship Id="rId167" Type="http://schemas.openxmlformats.org/officeDocument/2006/relationships/image" Target="../media/image27995.png"/><Relationship Id="rId188" Type="http://schemas.openxmlformats.org/officeDocument/2006/relationships/customXml" Target="../ink/ink2132.xml"/><Relationship Id="rId71" Type="http://schemas.openxmlformats.org/officeDocument/2006/relationships/customXml" Target="../ink/ink2073.xml"/><Relationship Id="rId92" Type="http://schemas.openxmlformats.org/officeDocument/2006/relationships/image" Target="../media/image27958.png"/><Relationship Id="rId213" Type="http://schemas.openxmlformats.org/officeDocument/2006/relationships/image" Target="../media/image28017.png"/><Relationship Id="rId234" Type="http://schemas.openxmlformats.org/officeDocument/2006/relationships/customXml" Target="../ink/ink2155.xml"/><Relationship Id="rId2" Type="http://schemas.openxmlformats.org/officeDocument/2006/relationships/customXml" Target="../ink/ink2038.xml"/><Relationship Id="rId29" Type="http://schemas.openxmlformats.org/officeDocument/2006/relationships/customXml" Target="../ink/ink2052.xml"/><Relationship Id="rId40" Type="http://schemas.openxmlformats.org/officeDocument/2006/relationships/image" Target="../media/image27936.png"/><Relationship Id="rId115" Type="http://schemas.openxmlformats.org/officeDocument/2006/relationships/customXml" Target="../ink/ink2095.xml"/><Relationship Id="rId136" Type="http://schemas.openxmlformats.org/officeDocument/2006/relationships/image" Target="../media/image27980.png"/><Relationship Id="rId157" Type="http://schemas.openxmlformats.org/officeDocument/2006/relationships/image" Target="../media/image27990.png"/><Relationship Id="rId178" Type="http://schemas.openxmlformats.org/officeDocument/2006/relationships/customXml" Target="../ink/ink2127.xml"/><Relationship Id="rId61" Type="http://schemas.openxmlformats.org/officeDocument/2006/relationships/customXml" Target="../ink/ink2068.xml"/><Relationship Id="rId82" Type="http://schemas.openxmlformats.org/officeDocument/2006/relationships/image" Target="../media/image27955.png"/><Relationship Id="rId199" Type="http://schemas.openxmlformats.org/officeDocument/2006/relationships/image" Target="../media/image27774.png"/><Relationship Id="rId203" Type="http://schemas.openxmlformats.org/officeDocument/2006/relationships/image" Target="../media/image28012.png"/><Relationship Id="rId19" Type="http://schemas.openxmlformats.org/officeDocument/2006/relationships/customXml" Target="../ink/ink2047.xml"/><Relationship Id="rId224" Type="http://schemas.openxmlformats.org/officeDocument/2006/relationships/customXml" Target="../ink/ink2150.xml"/><Relationship Id="rId30" Type="http://schemas.openxmlformats.org/officeDocument/2006/relationships/image" Target="../media/image27932.png"/><Relationship Id="rId105" Type="http://schemas.openxmlformats.org/officeDocument/2006/relationships/customXml" Target="../ink/ink2090.xml"/><Relationship Id="rId126" Type="http://schemas.openxmlformats.org/officeDocument/2006/relationships/image" Target="../media/image27975.png"/><Relationship Id="rId147" Type="http://schemas.openxmlformats.org/officeDocument/2006/relationships/customXml" Target="../ink/ink2111.xml"/><Relationship Id="rId168" Type="http://schemas.openxmlformats.org/officeDocument/2006/relationships/customXml" Target="../ink/ink2122.xml"/><Relationship Id="rId51" Type="http://schemas.openxmlformats.org/officeDocument/2006/relationships/customXml" Target="../ink/ink2063.xml"/><Relationship Id="rId72" Type="http://schemas.openxmlformats.org/officeDocument/2006/relationships/image" Target="../media/image27950.png"/><Relationship Id="rId93" Type="http://schemas.openxmlformats.org/officeDocument/2006/relationships/customXml" Target="../ink/ink2084.xml"/><Relationship Id="rId189" Type="http://schemas.openxmlformats.org/officeDocument/2006/relationships/image" Target="../media/image28006.png"/><Relationship Id="rId3" Type="http://schemas.openxmlformats.org/officeDocument/2006/relationships/image" Target="../media/image26579.png"/><Relationship Id="rId214" Type="http://schemas.openxmlformats.org/officeDocument/2006/relationships/customXml" Target="../ink/ink2145.xml"/><Relationship Id="rId235" Type="http://schemas.openxmlformats.org/officeDocument/2006/relationships/image" Target="../media/image28028.png"/><Relationship Id="rId116" Type="http://schemas.openxmlformats.org/officeDocument/2006/relationships/image" Target="../media/image27970.png"/><Relationship Id="rId137" Type="http://schemas.openxmlformats.org/officeDocument/2006/relationships/customXml" Target="../ink/ink2106.xml"/><Relationship Id="rId158" Type="http://schemas.openxmlformats.org/officeDocument/2006/relationships/customXml" Target="../ink/ink2117.xml"/><Relationship Id="rId20" Type="http://schemas.openxmlformats.org/officeDocument/2006/relationships/image" Target="../media/image27927.png"/><Relationship Id="rId41" Type="http://schemas.openxmlformats.org/officeDocument/2006/relationships/customXml" Target="../ink/ink2058.xml"/><Relationship Id="rId62" Type="http://schemas.openxmlformats.org/officeDocument/2006/relationships/image" Target="../media/image27946.png"/><Relationship Id="rId83" Type="http://schemas.openxmlformats.org/officeDocument/2006/relationships/customXml" Target="../ink/ink2079.xml"/><Relationship Id="rId179" Type="http://schemas.openxmlformats.org/officeDocument/2006/relationships/image" Target="../media/image28001.png"/><Relationship Id="rId190" Type="http://schemas.openxmlformats.org/officeDocument/2006/relationships/customXml" Target="../ink/ink2133.xml"/><Relationship Id="rId204" Type="http://schemas.openxmlformats.org/officeDocument/2006/relationships/customXml" Target="../ink/ink2140.xml"/><Relationship Id="rId225" Type="http://schemas.openxmlformats.org/officeDocument/2006/relationships/image" Target="../media/image28023.png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218.xml"/><Relationship Id="rId21" Type="http://schemas.openxmlformats.org/officeDocument/2006/relationships/customXml" Target="../ink/ink2170.xml"/><Relationship Id="rId324" Type="http://schemas.openxmlformats.org/officeDocument/2006/relationships/image" Target="../media/image28186.png"/><Relationship Id="rId170" Type="http://schemas.openxmlformats.org/officeDocument/2006/relationships/image" Target="../media/image28109.png"/><Relationship Id="rId268" Type="http://schemas.openxmlformats.org/officeDocument/2006/relationships/image" Target="../media/image28158.png"/><Relationship Id="rId475" Type="http://schemas.openxmlformats.org/officeDocument/2006/relationships/customXml" Target="../ink/ink2397.xml"/><Relationship Id="rId32" Type="http://schemas.openxmlformats.org/officeDocument/2006/relationships/image" Target="../media/image28044.png"/><Relationship Id="rId128" Type="http://schemas.openxmlformats.org/officeDocument/2006/relationships/image" Target="../media/image28090.png"/><Relationship Id="rId335" Type="http://schemas.openxmlformats.org/officeDocument/2006/relationships/customXml" Target="../ink/ink2327.xml"/><Relationship Id="rId5" Type="http://schemas.openxmlformats.org/officeDocument/2006/relationships/image" Target="../media/image27921.png"/><Relationship Id="rId181" Type="http://schemas.openxmlformats.org/officeDocument/2006/relationships/customXml" Target="../ink/ink2250.xml"/><Relationship Id="rId237" Type="http://schemas.openxmlformats.org/officeDocument/2006/relationships/customXml" Target="../ink/ink2278.xml"/><Relationship Id="rId402" Type="http://schemas.openxmlformats.org/officeDocument/2006/relationships/image" Target="../media/image28225.png"/><Relationship Id="rId279" Type="http://schemas.openxmlformats.org/officeDocument/2006/relationships/customXml" Target="../ink/ink2299.xml"/><Relationship Id="rId444" Type="http://schemas.openxmlformats.org/officeDocument/2006/relationships/image" Target="../media/image28246.png"/><Relationship Id="rId486" Type="http://schemas.openxmlformats.org/officeDocument/2006/relationships/image" Target="../media/image28266.png"/><Relationship Id="rId43" Type="http://schemas.openxmlformats.org/officeDocument/2006/relationships/customXml" Target="../ink/ink2181.xml"/><Relationship Id="rId139" Type="http://schemas.openxmlformats.org/officeDocument/2006/relationships/customXml" Target="../ink/ink2229.xml"/><Relationship Id="rId290" Type="http://schemas.openxmlformats.org/officeDocument/2006/relationships/image" Target="../media/image28169.png"/><Relationship Id="rId304" Type="http://schemas.openxmlformats.org/officeDocument/2006/relationships/image" Target="../media/image28176.png"/><Relationship Id="rId346" Type="http://schemas.openxmlformats.org/officeDocument/2006/relationships/image" Target="../media/image28197.png"/><Relationship Id="rId388" Type="http://schemas.openxmlformats.org/officeDocument/2006/relationships/image" Target="../media/image28218.png"/><Relationship Id="rId511" Type="http://schemas.openxmlformats.org/officeDocument/2006/relationships/customXml" Target="../ink/ink2415.xml"/><Relationship Id="rId85" Type="http://schemas.openxmlformats.org/officeDocument/2006/relationships/customXml" Target="../ink/ink2202.xml"/><Relationship Id="rId150" Type="http://schemas.openxmlformats.org/officeDocument/2006/relationships/image" Target="../media/image28100.png"/><Relationship Id="rId192" Type="http://schemas.openxmlformats.org/officeDocument/2006/relationships/image" Target="../media/image28120.png"/><Relationship Id="rId206" Type="http://schemas.openxmlformats.org/officeDocument/2006/relationships/image" Target="../media/image28127.png"/><Relationship Id="rId413" Type="http://schemas.openxmlformats.org/officeDocument/2006/relationships/customXml" Target="../ink/ink2366.xml"/><Relationship Id="rId248" Type="http://schemas.openxmlformats.org/officeDocument/2006/relationships/image" Target="../media/image28148.png"/><Relationship Id="rId455" Type="http://schemas.openxmlformats.org/officeDocument/2006/relationships/customXml" Target="../ink/ink2387.xml"/><Relationship Id="rId497" Type="http://schemas.openxmlformats.org/officeDocument/2006/relationships/customXml" Target="../ink/ink2408.xml"/><Relationship Id="rId12" Type="http://schemas.openxmlformats.org/officeDocument/2006/relationships/image" Target="../media/image28034.png"/><Relationship Id="rId108" Type="http://schemas.openxmlformats.org/officeDocument/2006/relationships/image" Target="../media/image28081.png"/><Relationship Id="rId315" Type="http://schemas.openxmlformats.org/officeDocument/2006/relationships/customXml" Target="../ink/ink2317.xml"/><Relationship Id="rId357" Type="http://schemas.openxmlformats.org/officeDocument/2006/relationships/customXml" Target="../ink/ink2338.xml"/><Relationship Id="rId522" Type="http://schemas.openxmlformats.org/officeDocument/2006/relationships/image" Target="../media/image28284.png"/><Relationship Id="rId54" Type="http://schemas.openxmlformats.org/officeDocument/2006/relationships/image" Target="../media/image28055.png"/><Relationship Id="rId96" Type="http://schemas.openxmlformats.org/officeDocument/2006/relationships/image" Target="../media/image28075.png"/><Relationship Id="rId161" Type="http://schemas.openxmlformats.org/officeDocument/2006/relationships/customXml" Target="../ink/ink2240.xml"/><Relationship Id="rId217" Type="http://schemas.openxmlformats.org/officeDocument/2006/relationships/customXml" Target="../ink/ink2268.xml"/><Relationship Id="rId399" Type="http://schemas.openxmlformats.org/officeDocument/2006/relationships/customXml" Target="../ink/ink2359.xml"/><Relationship Id="rId259" Type="http://schemas.openxmlformats.org/officeDocument/2006/relationships/customXml" Target="../ink/ink2289.xml"/><Relationship Id="rId424" Type="http://schemas.openxmlformats.org/officeDocument/2006/relationships/image" Target="../media/image28236.png"/><Relationship Id="rId466" Type="http://schemas.openxmlformats.org/officeDocument/2006/relationships/image" Target="../media/image28256.png"/><Relationship Id="rId23" Type="http://schemas.openxmlformats.org/officeDocument/2006/relationships/customXml" Target="../ink/ink2171.xml"/><Relationship Id="rId119" Type="http://schemas.openxmlformats.org/officeDocument/2006/relationships/customXml" Target="../ink/ink2219.xml"/><Relationship Id="rId270" Type="http://schemas.openxmlformats.org/officeDocument/2006/relationships/image" Target="../media/image28159.png"/><Relationship Id="rId326" Type="http://schemas.openxmlformats.org/officeDocument/2006/relationships/image" Target="../media/image28187.png"/><Relationship Id="rId65" Type="http://schemas.openxmlformats.org/officeDocument/2006/relationships/customXml" Target="../ink/ink2192.xml"/><Relationship Id="rId130" Type="http://schemas.openxmlformats.org/officeDocument/2006/relationships/image" Target="../media/image28091.png"/><Relationship Id="rId368" Type="http://schemas.openxmlformats.org/officeDocument/2006/relationships/image" Target="../media/image28208.png"/><Relationship Id="rId172" Type="http://schemas.openxmlformats.org/officeDocument/2006/relationships/image" Target="../media/image28110.png"/><Relationship Id="rId228" Type="http://schemas.openxmlformats.org/officeDocument/2006/relationships/image" Target="../media/image28138.png"/><Relationship Id="rId435" Type="http://schemas.openxmlformats.org/officeDocument/2006/relationships/customXml" Target="../ink/ink2377.xml"/><Relationship Id="rId477" Type="http://schemas.openxmlformats.org/officeDocument/2006/relationships/customXml" Target="../ink/ink2398.xml"/><Relationship Id="rId281" Type="http://schemas.openxmlformats.org/officeDocument/2006/relationships/customXml" Target="../ink/ink2300.xml"/><Relationship Id="rId337" Type="http://schemas.openxmlformats.org/officeDocument/2006/relationships/customXml" Target="../ink/ink2328.xml"/><Relationship Id="rId502" Type="http://schemas.openxmlformats.org/officeDocument/2006/relationships/image" Target="../media/image28274.png"/><Relationship Id="rId34" Type="http://schemas.openxmlformats.org/officeDocument/2006/relationships/image" Target="../media/image28045.png"/><Relationship Id="rId76" Type="http://schemas.openxmlformats.org/officeDocument/2006/relationships/image" Target="../media/image28065.png"/><Relationship Id="rId141" Type="http://schemas.openxmlformats.org/officeDocument/2006/relationships/customXml" Target="../ink/ink2230.xml"/><Relationship Id="rId379" Type="http://schemas.openxmlformats.org/officeDocument/2006/relationships/customXml" Target="../ink/ink2349.xml"/><Relationship Id="rId7" Type="http://schemas.openxmlformats.org/officeDocument/2006/relationships/image" Target="../media/image27370.png"/><Relationship Id="rId183" Type="http://schemas.openxmlformats.org/officeDocument/2006/relationships/customXml" Target="../ink/ink2251.xml"/><Relationship Id="rId239" Type="http://schemas.openxmlformats.org/officeDocument/2006/relationships/customXml" Target="../ink/ink2279.xml"/><Relationship Id="rId390" Type="http://schemas.openxmlformats.org/officeDocument/2006/relationships/image" Target="../media/image28219.png"/><Relationship Id="rId404" Type="http://schemas.openxmlformats.org/officeDocument/2006/relationships/image" Target="../media/image28226.png"/><Relationship Id="rId446" Type="http://schemas.openxmlformats.org/officeDocument/2006/relationships/image" Target="../media/image28247.png"/><Relationship Id="rId250" Type="http://schemas.openxmlformats.org/officeDocument/2006/relationships/image" Target="../media/image28149.png"/><Relationship Id="rId292" Type="http://schemas.openxmlformats.org/officeDocument/2006/relationships/image" Target="../media/image28170.png"/><Relationship Id="rId306" Type="http://schemas.openxmlformats.org/officeDocument/2006/relationships/image" Target="../media/image28177.png"/><Relationship Id="rId488" Type="http://schemas.openxmlformats.org/officeDocument/2006/relationships/image" Target="../media/image28267.png"/><Relationship Id="rId45" Type="http://schemas.openxmlformats.org/officeDocument/2006/relationships/customXml" Target="../ink/ink2182.xml"/><Relationship Id="rId87" Type="http://schemas.openxmlformats.org/officeDocument/2006/relationships/customXml" Target="../ink/ink2203.xml"/><Relationship Id="rId110" Type="http://schemas.openxmlformats.org/officeDocument/2006/relationships/image" Target="../media/image27968.png"/><Relationship Id="rId348" Type="http://schemas.openxmlformats.org/officeDocument/2006/relationships/image" Target="../media/image28198.png"/><Relationship Id="rId513" Type="http://schemas.openxmlformats.org/officeDocument/2006/relationships/customXml" Target="../ink/ink2416.xml"/><Relationship Id="rId152" Type="http://schemas.openxmlformats.org/officeDocument/2006/relationships/image" Target="../media/image28101.png"/><Relationship Id="rId194" Type="http://schemas.openxmlformats.org/officeDocument/2006/relationships/image" Target="../media/image28121.png"/><Relationship Id="rId208" Type="http://schemas.openxmlformats.org/officeDocument/2006/relationships/image" Target="../media/image28128.png"/><Relationship Id="rId415" Type="http://schemas.openxmlformats.org/officeDocument/2006/relationships/customXml" Target="../ink/ink2367.xml"/><Relationship Id="rId457" Type="http://schemas.openxmlformats.org/officeDocument/2006/relationships/customXml" Target="../ink/ink2388.xml"/><Relationship Id="rId261" Type="http://schemas.openxmlformats.org/officeDocument/2006/relationships/customXml" Target="../ink/ink2290.xml"/><Relationship Id="rId499" Type="http://schemas.openxmlformats.org/officeDocument/2006/relationships/customXml" Target="../ink/ink2409.xml"/><Relationship Id="rId14" Type="http://schemas.openxmlformats.org/officeDocument/2006/relationships/image" Target="../media/image28035.png"/><Relationship Id="rId56" Type="http://schemas.openxmlformats.org/officeDocument/2006/relationships/image" Target="../media/image28056.png"/><Relationship Id="rId317" Type="http://schemas.openxmlformats.org/officeDocument/2006/relationships/customXml" Target="../ink/ink2318.xml"/><Relationship Id="rId359" Type="http://schemas.openxmlformats.org/officeDocument/2006/relationships/customXml" Target="../ink/ink2339.xml"/><Relationship Id="rId524" Type="http://schemas.openxmlformats.org/officeDocument/2006/relationships/image" Target="../media/image28285.png"/><Relationship Id="rId98" Type="http://schemas.openxmlformats.org/officeDocument/2006/relationships/image" Target="../media/image28076.png"/><Relationship Id="rId121" Type="http://schemas.openxmlformats.org/officeDocument/2006/relationships/customXml" Target="../ink/ink2220.xml"/><Relationship Id="rId163" Type="http://schemas.openxmlformats.org/officeDocument/2006/relationships/customXml" Target="../ink/ink2241.xml"/><Relationship Id="rId219" Type="http://schemas.openxmlformats.org/officeDocument/2006/relationships/customXml" Target="../ink/ink2269.xml"/><Relationship Id="rId370" Type="http://schemas.openxmlformats.org/officeDocument/2006/relationships/image" Target="../media/image28209.png"/><Relationship Id="rId426" Type="http://schemas.openxmlformats.org/officeDocument/2006/relationships/image" Target="../media/image28237.png"/><Relationship Id="rId230" Type="http://schemas.openxmlformats.org/officeDocument/2006/relationships/image" Target="../media/image28139.png"/><Relationship Id="rId468" Type="http://schemas.openxmlformats.org/officeDocument/2006/relationships/image" Target="../media/image28257.png"/><Relationship Id="rId25" Type="http://schemas.openxmlformats.org/officeDocument/2006/relationships/customXml" Target="../ink/ink2172.xml"/><Relationship Id="rId67" Type="http://schemas.openxmlformats.org/officeDocument/2006/relationships/customXml" Target="../ink/ink2193.xml"/><Relationship Id="rId272" Type="http://schemas.openxmlformats.org/officeDocument/2006/relationships/image" Target="../media/image28160.png"/><Relationship Id="rId328" Type="http://schemas.openxmlformats.org/officeDocument/2006/relationships/image" Target="../media/image28188.png"/><Relationship Id="rId132" Type="http://schemas.openxmlformats.org/officeDocument/2006/relationships/image" Target="../media/image27247.png"/><Relationship Id="rId174" Type="http://schemas.openxmlformats.org/officeDocument/2006/relationships/image" Target="../media/image28111.png"/><Relationship Id="rId381" Type="http://schemas.openxmlformats.org/officeDocument/2006/relationships/customXml" Target="../ink/ink2350.xml"/><Relationship Id="rId241" Type="http://schemas.openxmlformats.org/officeDocument/2006/relationships/customXml" Target="../ink/ink2280.xml"/><Relationship Id="rId437" Type="http://schemas.openxmlformats.org/officeDocument/2006/relationships/customXml" Target="../ink/ink2378.xml"/><Relationship Id="rId479" Type="http://schemas.openxmlformats.org/officeDocument/2006/relationships/customXml" Target="../ink/ink2399.xml"/><Relationship Id="rId36" Type="http://schemas.openxmlformats.org/officeDocument/2006/relationships/image" Target="../media/image28046.png"/><Relationship Id="rId283" Type="http://schemas.openxmlformats.org/officeDocument/2006/relationships/customXml" Target="../ink/ink2301.xml"/><Relationship Id="rId339" Type="http://schemas.openxmlformats.org/officeDocument/2006/relationships/customXml" Target="../ink/ink2329.xml"/><Relationship Id="rId490" Type="http://schemas.openxmlformats.org/officeDocument/2006/relationships/image" Target="../media/image28268.png"/><Relationship Id="rId504" Type="http://schemas.openxmlformats.org/officeDocument/2006/relationships/image" Target="../media/image28275.png"/><Relationship Id="rId78" Type="http://schemas.openxmlformats.org/officeDocument/2006/relationships/image" Target="../media/image28066.png"/><Relationship Id="rId101" Type="http://schemas.openxmlformats.org/officeDocument/2006/relationships/customXml" Target="../ink/ink2210.xml"/><Relationship Id="rId143" Type="http://schemas.openxmlformats.org/officeDocument/2006/relationships/customXml" Target="../ink/ink2231.xml"/><Relationship Id="rId185" Type="http://schemas.openxmlformats.org/officeDocument/2006/relationships/customXml" Target="../ink/ink2252.xml"/><Relationship Id="rId350" Type="http://schemas.openxmlformats.org/officeDocument/2006/relationships/image" Target="../media/image28199.png"/><Relationship Id="rId406" Type="http://schemas.openxmlformats.org/officeDocument/2006/relationships/image" Target="../media/image28227.png"/><Relationship Id="rId9" Type="http://schemas.openxmlformats.org/officeDocument/2006/relationships/customXml" Target="../ink/ink2164.xml"/><Relationship Id="rId210" Type="http://schemas.openxmlformats.org/officeDocument/2006/relationships/image" Target="../media/image28129.png"/><Relationship Id="rId392" Type="http://schemas.openxmlformats.org/officeDocument/2006/relationships/image" Target="../media/image28220.png"/><Relationship Id="rId448" Type="http://schemas.openxmlformats.org/officeDocument/2006/relationships/image" Target="../media/image28248.png"/><Relationship Id="rId252" Type="http://schemas.openxmlformats.org/officeDocument/2006/relationships/image" Target="../media/image28150.png"/><Relationship Id="rId294" Type="http://schemas.openxmlformats.org/officeDocument/2006/relationships/image" Target="../media/image28171.png"/><Relationship Id="rId308" Type="http://schemas.openxmlformats.org/officeDocument/2006/relationships/image" Target="../media/image28178.png"/><Relationship Id="rId515" Type="http://schemas.openxmlformats.org/officeDocument/2006/relationships/customXml" Target="../ink/ink2417.xml"/><Relationship Id="rId47" Type="http://schemas.openxmlformats.org/officeDocument/2006/relationships/customXml" Target="../ink/ink2183.xml"/><Relationship Id="rId89" Type="http://schemas.openxmlformats.org/officeDocument/2006/relationships/customXml" Target="../ink/ink2204.xml"/><Relationship Id="rId112" Type="http://schemas.openxmlformats.org/officeDocument/2006/relationships/image" Target="../media/image28082.png"/><Relationship Id="rId154" Type="http://schemas.openxmlformats.org/officeDocument/2006/relationships/image" Target="../media/image28102.png"/><Relationship Id="rId361" Type="http://schemas.openxmlformats.org/officeDocument/2006/relationships/customXml" Target="../ink/ink2340.xml"/><Relationship Id="rId196" Type="http://schemas.openxmlformats.org/officeDocument/2006/relationships/image" Target="../media/image28122.png"/><Relationship Id="rId417" Type="http://schemas.openxmlformats.org/officeDocument/2006/relationships/customXml" Target="../ink/ink2368.xml"/><Relationship Id="rId459" Type="http://schemas.openxmlformats.org/officeDocument/2006/relationships/customXml" Target="../ink/ink2389.xml"/><Relationship Id="rId16" Type="http://schemas.openxmlformats.org/officeDocument/2006/relationships/image" Target="../media/image28036.png"/><Relationship Id="rId221" Type="http://schemas.openxmlformats.org/officeDocument/2006/relationships/customXml" Target="../ink/ink2270.xml"/><Relationship Id="rId263" Type="http://schemas.openxmlformats.org/officeDocument/2006/relationships/customXml" Target="../ink/ink2291.xml"/><Relationship Id="rId319" Type="http://schemas.openxmlformats.org/officeDocument/2006/relationships/customXml" Target="../ink/ink2319.xml"/><Relationship Id="rId470" Type="http://schemas.openxmlformats.org/officeDocument/2006/relationships/image" Target="../media/image28258.png"/><Relationship Id="rId526" Type="http://schemas.openxmlformats.org/officeDocument/2006/relationships/image" Target="../media/image28286.png"/><Relationship Id="rId58" Type="http://schemas.openxmlformats.org/officeDocument/2006/relationships/image" Target="../media/image28057.png"/><Relationship Id="rId123" Type="http://schemas.openxmlformats.org/officeDocument/2006/relationships/customXml" Target="../ink/ink2221.xml"/><Relationship Id="rId330" Type="http://schemas.openxmlformats.org/officeDocument/2006/relationships/image" Target="../media/image28189.png"/><Relationship Id="rId165" Type="http://schemas.openxmlformats.org/officeDocument/2006/relationships/customXml" Target="../ink/ink2242.xml"/><Relationship Id="rId372" Type="http://schemas.openxmlformats.org/officeDocument/2006/relationships/image" Target="../media/image28210.png"/><Relationship Id="rId428" Type="http://schemas.openxmlformats.org/officeDocument/2006/relationships/image" Target="../media/image28238.png"/><Relationship Id="rId232" Type="http://schemas.openxmlformats.org/officeDocument/2006/relationships/image" Target="../media/image28140.png"/><Relationship Id="rId274" Type="http://schemas.openxmlformats.org/officeDocument/2006/relationships/image" Target="../media/image28161.png"/><Relationship Id="rId481" Type="http://schemas.openxmlformats.org/officeDocument/2006/relationships/customXml" Target="../ink/ink2400.xml"/><Relationship Id="rId27" Type="http://schemas.openxmlformats.org/officeDocument/2006/relationships/customXml" Target="../ink/ink2173.xml"/><Relationship Id="rId69" Type="http://schemas.openxmlformats.org/officeDocument/2006/relationships/customXml" Target="../ink/ink2194.xml"/><Relationship Id="rId134" Type="http://schemas.openxmlformats.org/officeDocument/2006/relationships/image" Target="../media/image28092.png"/><Relationship Id="rId80" Type="http://schemas.openxmlformats.org/officeDocument/2006/relationships/image" Target="../media/image28067.png"/><Relationship Id="rId176" Type="http://schemas.openxmlformats.org/officeDocument/2006/relationships/image" Target="../media/image28112.png"/><Relationship Id="rId341" Type="http://schemas.openxmlformats.org/officeDocument/2006/relationships/customXml" Target="../ink/ink2330.xml"/><Relationship Id="rId383" Type="http://schemas.openxmlformats.org/officeDocument/2006/relationships/customXml" Target="../ink/ink2351.xml"/><Relationship Id="rId439" Type="http://schemas.openxmlformats.org/officeDocument/2006/relationships/customXml" Target="../ink/ink2379.xml"/><Relationship Id="rId201" Type="http://schemas.openxmlformats.org/officeDocument/2006/relationships/customXml" Target="../ink/ink2260.xml"/><Relationship Id="rId243" Type="http://schemas.openxmlformats.org/officeDocument/2006/relationships/customXml" Target="../ink/ink2281.xml"/><Relationship Id="rId285" Type="http://schemas.openxmlformats.org/officeDocument/2006/relationships/customXml" Target="../ink/ink2302.xml"/><Relationship Id="rId450" Type="http://schemas.openxmlformats.org/officeDocument/2006/relationships/image" Target="../media/image28249.png"/><Relationship Id="rId506" Type="http://schemas.openxmlformats.org/officeDocument/2006/relationships/image" Target="../media/image28276.png"/><Relationship Id="rId38" Type="http://schemas.openxmlformats.org/officeDocument/2006/relationships/image" Target="../media/image28047.png"/><Relationship Id="rId103" Type="http://schemas.openxmlformats.org/officeDocument/2006/relationships/customXml" Target="../ink/ink2211.xml"/><Relationship Id="rId310" Type="http://schemas.openxmlformats.org/officeDocument/2006/relationships/image" Target="../media/image28179.png"/><Relationship Id="rId492" Type="http://schemas.openxmlformats.org/officeDocument/2006/relationships/image" Target="../media/image28269.png"/><Relationship Id="rId91" Type="http://schemas.openxmlformats.org/officeDocument/2006/relationships/customXml" Target="../ink/ink2205.xml"/><Relationship Id="rId145" Type="http://schemas.openxmlformats.org/officeDocument/2006/relationships/customXml" Target="../ink/ink2232.xml"/><Relationship Id="rId187" Type="http://schemas.openxmlformats.org/officeDocument/2006/relationships/customXml" Target="../ink/ink2253.xml"/><Relationship Id="rId352" Type="http://schemas.openxmlformats.org/officeDocument/2006/relationships/image" Target="../media/image28200.png"/><Relationship Id="rId394" Type="http://schemas.openxmlformats.org/officeDocument/2006/relationships/image" Target="../media/image28221.png"/><Relationship Id="rId408" Type="http://schemas.openxmlformats.org/officeDocument/2006/relationships/image" Target="../media/image28228.png"/><Relationship Id="rId212" Type="http://schemas.openxmlformats.org/officeDocument/2006/relationships/image" Target="../media/image28130.png"/><Relationship Id="rId254" Type="http://schemas.openxmlformats.org/officeDocument/2006/relationships/image" Target="../media/image28151.png"/><Relationship Id="rId49" Type="http://schemas.openxmlformats.org/officeDocument/2006/relationships/customXml" Target="../ink/ink2184.xml"/><Relationship Id="rId114" Type="http://schemas.openxmlformats.org/officeDocument/2006/relationships/image" Target="../media/image28083.png"/><Relationship Id="rId296" Type="http://schemas.openxmlformats.org/officeDocument/2006/relationships/image" Target="../media/image28172.png"/><Relationship Id="rId461" Type="http://schemas.openxmlformats.org/officeDocument/2006/relationships/customXml" Target="../ink/ink2390.xml"/><Relationship Id="rId517" Type="http://schemas.openxmlformats.org/officeDocument/2006/relationships/customXml" Target="../ink/ink2418.xml"/><Relationship Id="rId60" Type="http://schemas.openxmlformats.org/officeDocument/2006/relationships/image" Target="../media/image28058.png"/><Relationship Id="rId156" Type="http://schemas.openxmlformats.org/officeDocument/2006/relationships/image" Target="../media/image28103.png"/><Relationship Id="rId198" Type="http://schemas.openxmlformats.org/officeDocument/2006/relationships/image" Target="../media/image28123.png"/><Relationship Id="rId321" Type="http://schemas.openxmlformats.org/officeDocument/2006/relationships/customXml" Target="../ink/ink2320.xml"/><Relationship Id="rId363" Type="http://schemas.openxmlformats.org/officeDocument/2006/relationships/customXml" Target="../ink/ink2341.xml"/><Relationship Id="rId419" Type="http://schemas.openxmlformats.org/officeDocument/2006/relationships/customXml" Target="../ink/ink2369.xml"/><Relationship Id="rId223" Type="http://schemas.openxmlformats.org/officeDocument/2006/relationships/customXml" Target="../ink/ink2271.xml"/><Relationship Id="rId430" Type="http://schemas.openxmlformats.org/officeDocument/2006/relationships/image" Target="../media/image28239.png"/><Relationship Id="rId18" Type="http://schemas.openxmlformats.org/officeDocument/2006/relationships/image" Target="../media/image28037.png"/><Relationship Id="rId265" Type="http://schemas.openxmlformats.org/officeDocument/2006/relationships/customXml" Target="../ink/ink2292.xml"/><Relationship Id="rId472" Type="http://schemas.openxmlformats.org/officeDocument/2006/relationships/image" Target="../media/image28259.png"/><Relationship Id="rId528" Type="http://schemas.openxmlformats.org/officeDocument/2006/relationships/image" Target="../media/image28287.png"/><Relationship Id="rId125" Type="http://schemas.openxmlformats.org/officeDocument/2006/relationships/customXml" Target="../ink/ink2222.xml"/><Relationship Id="rId167" Type="http://schemas.openxmlformats.org/officeDocument/2006/relationships/customXml" Target="../ink/ink2243.xml"/><Relationship Id="rId332" Type="http://schemas.openxmlformats.org/officeDocument/2006/relationships/image" Target="../media/image28190.png"/><Relationship Id="rId374" Type="http://schemas.openxmlformats.org/officeDocument/2006/relationships/image" Target="../media/image28211.png"/><Relationship Id="rId71" Type="http://schemas.openxmlformats.org/officeDocument/2006/relationships/customXml" Target="../ink/ink2195.xml"/><Relationship Id="rId234" Type="http://schemas.openxmlformats.org/officeDocument/2006/relationships/image" Target="../media/image28141.png"/><Relationship Id="rId2" Type="http://schemas.openxmlformats.org/officeDocument/2006/relationships/customXml" Target="../ink/ink2160.xml"/><Relationship Id="rId29" Type="http://schemas.openxmlformats.org/officeDocument/2006/relationships/customXml" Target="../ink/ink2174.xml"/><Relationship Id="rId276" Type="http://schemas.openxmlformats.org/officeDocument/2006/relationships/image" Target="../media/image28162.png"/><Relationship Id="rId441" Type="http://schemas.openxmlformats.org/officeDocument/2006/relationships/customXml" Target="../ink/ink2380.xml"/><Relationship Id="rId483" Type="http://schemas.openxmlformats.org/officeDocument/2006/relationships/customXml" Target="../ink/ink2401.xml"/><Relationship Id="rId40" Type="http://schemas.openxmlformats.org/officeDocument/2006/relationships/image" Target="../media/image28048.png"/><Relationship Id="rId136" Type="http://schemas.openxmlformats.org/officeDocument/2006/relationships/image" Target="../media/image28093.png"/><Relationship Id="rId178" Type="http://schemas.openxmlformats.org/officeDocument/2006/relationships/image" Target="../media/image28113.png"/><Relationship Id="rId301" Type="http://schemas.openxmlformats.org/officeDocument/2006/relationships/customXml" Target="../ink/ink2310.xml"/><Relationship Id="rId343" Type="http://schemas.openxmlformats.org/officeDocument/2006/relationships/customXml" Target="../ink/ink2331.xml"/><Relationship Id="rId82" Type="http://schemas.openxmlformats.org/officeDocument/2006/relationships/image" Target="../media/image28068.png"/><Relationship Id="rId203" Type="http://schemas.openxmlformats.org/officeDocument/2006/relationships/customXml" Target="../ink/ink2261.xml"/><Relationship Id="rId385" Type="http://schemas.openxmlformats.org/officeDocument/2006/relationships/customXml" Target="../ink/ink2352.xml"/><Relationship Id="rId245" Type="http://schemas.openxmlformats.org/officeDocument/2006/relationships/customXml" Target="../ink/ink2282.xml"/><Relationship Id="rId287" Type="http://schemas.openxmlformats.org/officeDocument/2006/relationships/customXml" Target="../ink/ink2303.xml"/><Relationship Id="rId410" Type="http://schemas.openxmlformats.org/officeDocument/2006/relationships/image" Target="../media/image28229.png"/><Relationship Id="rId452" Type="http://schemas.openxmlformats.org/officeDocument/2006/relationships/image" Target="../media/image28250.png"/><Relationship Id="rId494" Type="http://schemas.openxmlformats.org/officeDocument/2006/relationships/image" Target="../media/image28270.png"/><Relationship Id="rId508" Type="http://schemas.openxmlformats.org/officeDocument/2006/relationships/image" Target="../media/image28277.png"/><Relationship Id="rId105" Type="http://schemas.openxmlformats.org/officeDocument/2006/relationships/customXml" Target="../ink/ink2212.xml"/><Relationship Id="rId147" Type="http://schemas.openxmlformats.org/officeDocument/2006/relationships/customXml" Target="../ink/ink2233.xml"/><Relationship Id="rId312" Type="http://schemas.openxmlformats.org/officeDocument/2006/relationships/image" Target="../media/image28180.png"/><Relationship Id="rId354" Type="http://schemas.openxmlformats.org/officeDocument/2006/relationships/image" Target="../media/image28201.png"/><Relationship Id="rId51" Type="http://schemas.openxmlformats.org/officeDocument/2006/relationships/customXml" Target="../ink/ink2185.xml"/><Relationship Id="rId93" Type="http://schemas.openxmlformats.org/officeDocument/2006/relationships/customXml" Target="../ink/ink2206.xml"/><Relationship Id="rId189" Type="http://schemas.openxmlformats.org/officeDocument/2006/relationships/customXml" Target="../ink/ink2254.xml"/><Relationship Id="rId396" Type="http://schemas.openxmlformats.org/officeDocument/2006/relationships/image" Target="../media/image28222.png"/><Relationship Id="rId214" Type="http://schemas.openxmlformats.org/officeDocument/2006/relationships/image" Target="../media/image28131.png"/><Relationship Id="rId256" Type="http://schemas.openxmlformats.org/officeDocument/2006/relationships/image" Target="../media/image28152.png"/><Relationship Id="rId298" Type="http://schemas.openxmlformats.org/officeDocument/2006/relationships/image" Target="../media/image28173.png"/><Relationship Id="rId421" Type="http://schemas.openxmlformats.org/officeDocument/2006/relationships/customXml" Target="../ink/ink2370.xml"/><Relationship Id="rId463" Type="http://schemas.openxmlformats.org/officeDocument/2006/relationships/customXml" Target="../ink/ink2391.xml"/><Relationship Id="rId519" Type="http://schemas.openxmlformats.org/officeDocument/2006/relationships/customXml" Target="../ink/ink2419.xml"/><Relationship Id="rId116" Type="http://schemas.openxmlformats.org/officeDocument/2006/relationships/image" Target="../media/image28084.png"/><Relationship Id="rId158" Type="http://schemas.openxmlformats.org/officeDocument/2006/relationships/image" Target="../media/image27927.png"/><Relationship Id="rId323" Type="http://schemas.openxmlformats.org/officeDocument/2006/relationships/customXml" Target="../ink/ink2321.xml"/><Relationship Id="rId530" Type="http://schemas.openxmlformats.org/officeDocument/2006/relationships/image" Target="../media/image28288.png"/><Relationship Id="rId20" Type="http://schemas.openxmlformats.org/officeDocument/2006/relationships/image" Target="../media/image28038.png"/><Relationship Id="rId62" Type="http://schemas.openxmlformats.org/officeDocument/2006/relationships/image" Target="../media/image27146.png"/><Relationship Id="rId365" Type="http://schemas.openxmlformats.org/officeDocument/2006/relationships/customXml" Target="../ink/ink2342.xml"/><Relationship Id="rId225" Type="http://schemas.openxmlformats.org/officeDocument/2006/relationships/customXml" Target="../ink/ink2272.xml"/><Relationship Id="rId267" Type="http://schemas.openxmlformats.org/officeDocument/2006/relationships/customXml" Target="../ink/ink2293.xml"/><Relationship Id="rId432" Type="http://schemas.openxmlformats.org/officeDocument/2006/relationships/image" Target="../media/image28240.png"/><Relationship Id="rId474" Type="http://schemas.openxmlformats.org/officeDocument/2006/relationships/image" Target="../media/image28260.png"/><Relationship Id="rId127" Type="http://schemas.openxmlformats.org/officeDocument/2006/relationships/customXml" Target="../ink/ink2223.xml"/><Relationship Id="rId31" Type="http://schemas.openxmlformats.org/officeDocument/2006/relationships/customXml" Target="../ink/ink2175.xml"/><Relationship Id="rId73" Type="http://schemas.openxmlformats.org/officeDocument/2006/relationships/customXml" Target="../ink/ink2196.xml"/><Relationship Id="rId169" Type="http://schemas.openxmlformats.org/officeDocument/2006/relationships/customXml" Target="../ink/ink2244.xml"/><Relationship Id="rId334" Type="http://schemas.openxmlformats.org/officeDocument/2006/relationships/image" Target="../media/image28191.png"/><Relationship Id="rId376" Type="http://schemas.openxmlformats.org/officeDocument/2006/relationships/image" Target="../media/image28212.png"/><Relationship Id="rId4" Type="http://schemas.openxmlformats.org/officeDocument/2006/relationships/customXml" Target="../ink/ink2161.xml"/><Relationship Id="rId180" Type="http://schemas.openxmlformats.org/officeDocument/2006/relationships/image" Target="../media/image28114.png"/><Relationship Id="rId236" Type="http://schemas.openxmlformats.org/officeDocument/2006/relationships/image" Target="../media/image28142.png"/><Relationship Id="rId278" Type="http://schemas.openxmlformats.org/officeDocument/2006/relationships/image" Target="../media/image28163.png"/><Relationship Id="rId401" Type="http://schemas.openxmlformats.org/officeDocument/2006/relationships/customXml" Target="../ink/ink2360.xml"/><Relationship Id="rId443" Type="http://schemas.openxmlformats.org/officeDocument/2006/relationships/customXml" Target="../ink/ink2381.xml"/><Relationship Id="rId303" Type="http://schemas.openxmlformats.org/officeDocument/2006/relationships/customXml" Target="../ink/ink2311.xml"/><Relationship Id="rId485" Type="http://schemas.openxmlformats.org/officeDocument/2006/relationships/customXml" Target="../ink/ink2402.xml"/><Relationship Id="rId42" Type="http://schemas.openxmlformats.org/officeDocument/2006/relationships/image" Target="../media/image28049.png"/><Relationship Id="rId84" Type="http://schemas.openxmlformats.org/officeDocument/2006/relationships/image" Target="../media/image28069.png"/><Relationship Id="rId138" Type="http://schemas.openxmlformats.org/officeDocument/2006/relationships/image" Target="../media/image28094.png"/><Relationship Id="rId345" Type="http://schemas.openxmlformats.org/officeDocument/2006/relationships/customXml" Target="../ink/ink2332.xml"/><Relationship Id="rId387" Type="http://schemas.openxmlformats.org/officeDocument/2006/relationships/customXml" Target="../ink/ink2353.xml"/><Relationship Id="rId510" Type="http://schemas.openxmlformats.org/officeDocument/2006/relationships/image" Target="../media/image28278.png"/><Relationship Id="rId191" Type="http://schemas.openxmlformats.org/officeDocument/2006/relationships/customXml" Target="../ink/ink2255.xml"/><Relationship Id="rId205" Type="http://schemas.openxmlformats.org/officeDocument/2006/relationships/customXml" Target="../ink/ink2262.xml"/><Relationship Id="rId247" Type="http://schemas.openxmlformats.org/officeDocument/2006/relationships/customXml" Target="../ink/ink2283.xml"/><Relationship Id="rId412" Type="http://schemas.openxmlformats.org/officeDocument/2006/relationships/image" Target="../media/image28230.png"/><Relationship Id="rId107" Type="http://schemas.openxmlformats.org/officeDocument/2006/relationships/customXml" Target="../ink/ink2213.xml"/><Relationship Id="rId289" Type="http://schemas.openxmlformats.org/officeDocument/2006/relationships/customXml" Target="../ink/ink2304.xml"/><Relationship Id="rId454" Type="http://schemas.openxmlformats.org/officeDocument/2006/relationships/image" Target="../media/image28251.png"/><Relationship Id="rId496" Type="http://schemas.openxmlformats.org/officeDocument/2006/relationships/image" Target="../media/image28271.png"/><Relationship Id="rId11" Type="http://schemas.openxmlformats.org/officeDocument/2006/relationships/customXml" Target="../ink/ink2165.xml"/><Relationship Id="rId53" Type="http://schemas.openxmlformats.org/officeDocument/2006/relationships/customXml" Target="../ink/ink2186.xml"/><Relationship Id="rId149" Type="http://schemas.openxmlformats.org/officeDocument/2006/relationships/customXml" Target="../ink/ink2234.xml"/><Relationship Id="rId314" Type="http://schemas.openxmlformats.org/officeDocument/2006/relationships/image" Target="../media/image28181.png"/><Relationship Id="rId356" Type="http://schemas.openxmlformats.org/officeDocument/2006/relationships/image" Target="../media/image28202.png"/><Relationship Id="rId398" Type="http://schemas.openxmlformats.org/officeDocument/2006/relationships/image" Target="../media/image28223.png"/><Relationship Id="rId521" Type="http://schemas.openxmlformats.org/officeDocument/2006/relationships/customXml" Target="../ink/ink2420.xml"/><Relationship Id="rId95" Type="http://schemas.openxmlformats.org/officeDocument/2006/relationships/customXml" Target="../ink/ink2207.xml"/><Relationship Id="rId160" Type="http://schemas.openxmlformats.org/officeDocument/2006/relationships/image" Target="../media/image28104.png"/><Relationship Id="rId216" Type="http://schemas.openxmlformats.org/officeDocument/2006/relationships/image" Target="../media/image28132.png"/><Relationship Id="rId423" Type="http://schemas.openxmlformats.org/officeDocument/2006/relationships/customXml" Target="../ink/ink2371.xml"/><Relationship Id="rId258" Type="http://schemas.openxmlformats.org/officeDocument/2006/relationships/image" Target="../media/image28153.png"/><Relationship Id="rId465" Type="http://schemas.openxmlformats.org/officeDocument/2006/relationships/customXml" Target="../ink/ink2392.xml"/><Relationship Id="rId22" Type="http://schemas.openxmlformats.org/officeDocument/2006/relationships/image" Target="../media/image28039.png"/><Relationship Id="rId64" Type="http://schemas.openxmlformats.org/officeDocument/2006/relationships/image" Target="../media/image28059.png"/><Relationship Id="rId118" Type="http://schemas.openxmlformats.org/officeDocument/2006/relationships/image" Target="../media/image28085.png"/><Relationship Id="rId325" Type="http://schemas.openxmlformats.org/officeDocument/2006/relationships/customXml" Target="../ink/ink2322.xml"/><Relationship Id="rId367" Type="http://schemas.openxmlformats.org/officeDocument/2006/relationships/customXml" Target="../ink/ink2343.xml"/><Relationship Id="rId171" Type="http://schemas.openxmlformats.org/officeDocument/2006/relationships/customXml" Target="../ink/ink2245.xml"/><Relationship Id="rId227" Type="http://schemas.openxmlformats.org/officeDocument/2006/relationships/customXml" Target="../ink/ink2273.xml"/><Relationship Id="rId269" Type="http://schemas.openxmlformats.org/officeDocument/2006/relationships/customXml" Target="../ink/ink2294.xml"/><Relationship Id="rId434" Type="http://schemas.openxmlformats.org/officeDocument/2006/relationships/image" Target="../media/image28241.png"/><Relationship Id="rId476" Type="http://schemas.openxmlformats.org/officeDocument/2006/relationships/image" Target="../media/image28261.png"/><Relationship Id="rId33" Type="http://schemas.openxmlformats.org/officeDocument/2006/relationships/customXml" Target="../ink/ink2176.xml"/><Relationship Id="rId129" Type="http://schemas.openxmlformats.org/officeDocument/2006/relationships/customXml" Target="../ink/ink2224.xml"/><Relationship Id="rId280" Type="http://schemas.openxmlformats.org/officeDocument/2006/relationships/image" Target="../media/image28164.png"/><Relationship Id="rId336" Type="http://schemas.openxmlformats.org/officeDocument/2006/relationships/image" Target="../media/image28192.png"/><Relationship Id="rId501" Type="http://schemas.openxmlformats.org/officeDocument/2006/relationships/customXml" Target="../ink/ink2410.xml"/><Relationship Id="rId75" Type="http://schemas.openxmlformats.org/officeDocument/2006/relationships/customXml" Target="../ink/ink2197.xml"/><Relationship Id="rId140" Type="http://schemas.openxmlformats.org/officeDocument/2006/relationships/image" Target="../media/image28095.png"/><Relationship Id="rId182" Type="http://schemas.openxmlformats.org/officeDocument/2006/relationships/image" Target="../media/image28115.png"/><Relationship Id="rId378" Type="http://schemas.openxmlformats.org/officeDocument/2006/relationships/image" Target="../media/image28213.png"/><Relationship Id="rId403" Type="http://schemas.openxmlformats.org/officeDocument/2006/relationships/customXml" Target="../ink/ink2361.xml"/><Relationship Id="rId6" Type="http://schemas.openxmlformats.org/officeDocument/2006/relationships/customXml" Target="../ink/ink2162.xml"/><Relationship Id="rId238" Type="http://schemas.openxmlformats.org/officeDocument/2006/relationships/image" Target="../media/image28143.png"/><Relationship Id="rId445" Type="http://schemas.openxmlformats.org/officeDocument/2006/relationships/customXml" Target="../ink/ink2382.xml"/><Relationship Id="rId487" Type="http://schemas.openxmlformats.org/officeDocument/2006/relationships/customXml" Target="../ink/ink2403.xml"/><Relationship Id="rId291" Type="http://schemas.openxmlformats.org/officeDocument/2006/relationships/customXml" Target="../ink/ink2305.xml"/><Relationship Id="rId305" Type="http://schemas.openxmlformats.org/officeDocument/2006/relationships/customXml" Target="../ink/ink2312.xml"/><Relationship Id="rId347" Type="http://schemas.openxmlformats.org/officeDocument/2006/relationships/customXml" Target="../ink/ink2333.xml"/><Relationship Id="rId512" Type="http://schemas.openxmlformats.org/officeDocument/2006/relationships/image" Target="../media/image28279.png"/><Relationship Id="rId44" Type="http://schemas.openxmlformats.org/officeDocument/2006/relationships/image" Target="../media/image28050.png"/><Relationship Id="rId86" Type="http://schemas.openxmlformats.org/officeDocument/2006/relationships/image" Target="../media/image28070.png"/><Relationship Id="rId151" Type="http://schemas.openxmlformats.org/officeDocument/2006/relationships/customXml" Target="../ink/ink2235.xml"/><Relationship Id="rId389" Type="http://schemas.openxmlformats.org/officeDocument/2006/relationships/customXml" Target="../ink/ink2354.xml"/><Relationship Id="rId193" Type="http://schemas.openxmlformats.org/officeDocument/2006/relationships/customXml" Target="../ink/ink2256.xml"/><Relationship Id="rId207" Type="http://schemas.openxmlformats.org/officeDocument/2006/relationships/customXml" Target="../ink/ink2263.xml"/><Relationship Id="rId249" Type="http://schemas.openxmlformats.org/officeDocument/2006/relationships/customXml" Target="../ink/ink2284.xml"/><Relationship Id="rId414" Type="http://schemas.openxmlformats.org/officeDocument/2006/relationships/image" Target="../media/image28231.png"/><Relationship Id="rId456" Type="http://schemas.openxmlformats.org/officeDocument/2006/relationships/image" Target="../media/image28252.png"/><Relationship Id="rId498" Type="http://schemas.openxmlformats.org/officeDocument/2006/relationships/image" Target="../media/image28272.png"/><Relationship Id="rId13" Type="http://schemas.openxmlformats.org/officeDocument/2006/relationships/customXml" Target="../ink/ink2166.xml"/><Relationship Id="rId109" Type="http://schemas.openxmlformats.org/officeDocument/2006/relationships/customXml" Target="../ink/ink2214.xml"/><Relationship Id="rId260" Type="http://schemas.openxmlformats.org/officeDocument/2006/relationships/image" Target="../media/image28154.png"/><Relationship Id="rId316" Type="http://schemas.openxmlformats.org/officeDocument/2006/relationships/image" Target="../media/image28182.png"/><Relationship Id="rId523" Type="http://schemas.openxmlformats.org/officeDocument/2006/relationships/customXml" Target="../ink/ink2421.xml"/><Relationship Id="rId55" Type="http://schemas.openxmlformats.org/officeDocument/2006/relationships/customXml" Target="../ink/ink2187.xml"/><Relationship Id="rId97" Type="http://schemas.openxmlformats.org/officeDocument/2006/relationships/customXml" Target="../ink/ink2208.xml"/><Relationship Id="rId120" Type="http://schemas.openxmlformats.org/officeDocument/2006/relationships/image" Target="../media/image28086.png"/><Relationship Id="rId358" Type="http://schemas.openxmlformats.org/officeDocument/2006/relationships/image" Target="../media/image28203.png"/><Relationship Id="rId162" Type="http://schemas.openxmlformats.org/officeDocument/2006/relationships/image" Target="../media/image28105.png"/><Relationship Id="rId218" Type="http://schemas.openxmlformats.org/officeDocument/2006/relationships/image" Target="../media/image28133.png"/><Relationship Id="rId425" Type="http://schemas.openxmlformats.org/officeDocument/2006/relationships/customXml" Target="../ink/ink2372.xml"/><Relationship Id="rId467" Type="http://schemas.openxmlformats.org/officeDocument/2006/relationships/customXml" Target="../ink/ink2393.xml"/><Relationship Id="rId271" Type="http://schemas.openxmlformats.org/officeDocument/2006/relationships/customXml" Target="../ink/ink2295.xml"/><Relationship Id="rId24" Type="http://schemas.openxmlformats.org/officeDocument/2006/relationships/image" Target="../media/image28040.png"/><Relationship Id="rId66" Type="http://schemas.openxmlformats.org/officeDocument/2006/relationships/image" Target="../media/image28060.png"/><Relationship Id="rId131" Type="http://schemas.openxmlformats.org/officeDocument/2006/relationships/customXml" Target="../ink/ink2225.xml"/><Relationship Id="rId327" Type="http://schemas.openxmlformats.org/officeDocument/2006/relationships/customXml" Target="../ink/ink2323.xml"/><Relationship Id="rId369" Type="http://schemas.openxmlformats.org/officeDocument/2006/relationships/customXml" Target="../ink/ink2344.xml"/><Relationship Id="rId173" Type="http://schemas.openxmlformats.org/officeDocument/2006/relationships/customXml" Target="../ink/ink2246.xml"/><Relationship Id="rId229" Type="http://schemas.openxmlformats.org/officeDocument/2006/relationships/customXml" Target="../ink/ink2274.xml"/><Relationship Id="rId380" Type="http://schemas.openxmlformats.org/officeDocument/2006/relationships/image" Target="../media/image28214.png"/><Relationship Id="rId436" Type="http://schemas.openxmlformats.org/officeDocument/2006/relationships/image" Target="../media/image28242.png"/><Relationship Id="rId240" Type="http://schemas.openxmlformats.org/officeDocument/2006/relationships/image" Target="../media/image28144.png"/><Relationship Id="rId478" Type="http://schemas.openxmlformats.org/officeDocument/2006/relationships/image" Target="../media/image28262.png"/><Relationship Id="rId35" Type="http://schemas.openxmlformats.org/officeDocument/2006/relationships/customXml" Target="../ink/ink2177.xml"/><Relationship Id="rId77" Type="http://schemas.openxmlformats.org/officeDocument/2006/relationships/customXml" Target="../ink/ink2198.xml"/><Relationship Id="rId100" Type="http://schemas.openxmlformats.org/officeDocument/2006/relationships/image" Target="../media/image28077.png"/><Relationship Id="rId282" Type="http://schemas.openxmlformats.org/officeDocument/2006/relationships/image" Target="../media/image28165.png"/><Relationship Id="rId338" Type="http://schemas.openxmlformats.org/officeDocument/2006/relationships/image" Target="../media/image28193.png"/><Relationship Id="rId503" Type="http://schemas.openxmlformats.org/officeDocument/2006/relationships/customXml" Target="../ink/ink2411.xml"/><Relationship Id="rId8" Type="http://schemas.openxmlformats.org/officeDocument/2006/relationships/customXml" Target="../ink/ink2163.xml"/><Relationship Id="rId142" Type="http://schemas.openxmlformats.org/officeDocument/2006/relationships/image" Target="../media/image28096.png"/><Relationship Id="rId184" Type="http://schemas.openxmlformats.org/officeDocument/2006/relationships/image" Target="../media/image28116.png"/><Relationship Id="rId391" Type="http://schemas.openxmlformats.org/officeDocument/2006/relationships/customXml" Target="../ink/ink2355.xml"/><Relationship Id="rId405" Type="http://schemas.openxmlformats.org/officeDocument/2006/relationships/customXml" Target="../ink/ink2362.xml"/><Relationship Id="rId447" Type="http://schemas.openxmlformats.org/officeDocument/2006/relationships/customXml" Target="../ink/ink2383.xml"/><Relationship Id="rId251" Type="http://schemas.openxmlformats.org/officeDocument/2006/relationships/customXml" Target="../ink/ink2285.xml"/><Relationship Id="rId489" Type="http://schemas.openxmlformats.org/officeDocument/2006/relationships/customXml" Target="../ink/ink2404.xml"/><Relationship Id="rId46" Type="http://schemas.openxmlformats.org/officeDocument/2006/relationships/image" Target="../media/image28051.png"/><Relationship Id="rId293" Type="http://schemas.openxmlformats.org/officeDocument/2006/relationships/customXml" Target="../ink/ink2306.xml"/><Relationship Id="rId307" Type="http://schemas.openxmlformats.org/officeDocument/2006/relationships/customXml" Target="../ink/ink2313.xml"/><Relationship Id="rId349" Type="http://schemas.openxmlformats.org/officeDocument/2006/relationships/customXml" Target="../ink/ink2334.xml"/><Relationship Id="rId514" Type="http://schemas.openxmlformats.org/officeDocument/2006/relationships/image" Target="../media/image28280.png"/><Relationship Id="rId88" Type="http://schemas.openxmlformats.org/officeDocument/2006/relationships/image" Target="../media/image28071.png"/><Relationship Id="rId111" Type="http://schemas.openxmlformats.org/officeDocument/2006/relationships/customXml" Target="../ink/ink2215.xml"/><Relationship Id="rId153" Type="http://schemas.openxmlformats.org/officeDocument/2006/relationships/customXml" Target="../ink/ink2236.xml"/><Relationship Id="rId195" Type="http://schemas.openxmlformats.org/officeDocument/2006/relationships/customXml" Target="../ink/ink2257.xml"/><Relationship Id="rId209" Type="http://schemas.openxmlformats.org/officeDocument/2006/relationships/customXml" Target="../ink/ink2264.xml"/><Relationship Id="rId360" Type="http://schemas.openxmlformats.org/officeDocument/2006/relationships/image" Target="../media/image28204.png"/><Relationship Id="rId416" Type="http://schemas.openxmlformats.org/officeDocument/2006/relationships/image" Target="../media/image28232.png"/><Relationship Id="rId220" Type="http://schemas.openxmlformats.org/officeDocument/2006/relationships/image" Target="../media/image28134.png"/><Relationship Id="rId458" Type="http://schemas.openxmlformats.org/officeDocument/2006/relationships/image" Target="../media/image26578.png"/><Relationship Id="rId15" Type="http://schemas.openxmlformats.org/officeDocument/2006/relationships/customXml" Target="../ink/ink2167.xml"/><Relationship Id="rId57" Type="http://schemas.openxmlformats.org/officeDocument/2006/relationships/customXml" Target="../ink/ink2188.xml"/><Relationship Id="rId262" Type="http://schemas.openxmlformats.org/officeDocument/2006/relationships/image" Target="../media/image28155.png"/><Relationship Id="rId318" Type="http://schemas.openxmlformats.org/officeDocument/2006/relationships/image" Target="../media/image28183.png"/><Relationship Id="rId525" Type="http://schemas.openxmlformats.org/officeDocument/2006/relationships/customXml" Target="../ink/ink2422.xml"/><Relationship Id="rId99" Type="http://schemas.openxmlformats.org/officeDocument/2006/relationships/customXml" Target="../ink/ink2209.xml"/><Relationship Id="rId122" Type="http://schemas.openxmlformats.org/officeDocument/2006/relationships/image" Target="../media/image28087.png"/><Relationship Id="rId164" Type="http://schemas.openxmlformats.org/officeDocument/2006/relationships/image" Target="../media/image28106.png"/><Relationship Id="rId371" Type="http://schemas.openxmlformats.org/officeDocument/2006/relationships/customXml" Target="../ink/ink2345.xml"/><Relationship Id="rId427" Type="http://schemas.openxmlformats.org/officeDocument/2006/relationships/customXml" Target="../ink/ink2373.xml"/><Relationship Id="rId469" Type="http://schemas.openxmlformats.org/officeDocument/2006/relationships/customXml" Target="../ink/ink2394.xml"/><Relationship Id="rId26" Type="http://schemas.openxmlformats.org/officeDocument/2006/relationships/image" Target="../media/image28041.png"/><Relationship Id="rId231" Type="http://schemas.openxmlformats.org/officeDocument/2006/relationships/customXml" Target="../ink/ink2275.xml"/><Relationship Id="rId273" Type="http://schemas.openxmlformats.org/officeDocument/2006/relationships/customXml" Target="../ink/ink2296.xml"/><Relationship Id="rId329" Type="http://schemas.openxmlformats.org/officeDocument/2006/relationships/customXml" Target="../ink/ink2324.xml"/><Relationship Id="rId480" Type="http://schemas.openxmlformats.org/officeDocument/2006/relationships/image" Target="../media/image28263.png"/><Relationship Id="rId68" Type="http://schemas.openxmlformats.org/officeDocument/2006/relationships/image" Target="../media/image28061.png"/><Relationship Id="rId133" Type="http://schemas.openxmlformats.org/officeDocument/2006/relationships/customXml" Target="../ink/ink2226.xml"/><Relationship Id="rId175" Type="http://schemas.openxmlformats.org/officeDocument/2006/relationships/customXml" Target="../ink/ink2247.xml"/><Relationship Id="rId340" Type="http://schemas.openxmlformats.org/officeDocument/2006/relationships/image" Target="../media/image28194.png"/><Relationship Id="rId200" Type="http://schemas.openxmlformats.org/officeDocument/2006/relationships/image" Target="../media/image28124.png"/><Relationship Id="rId382" Type="http://schemas.openxmlformats.org/officeDocument/2006/relationships/image" Target="../media/image28215.png"/><Relationship Id="rId438" Type="http://schemas.openxmlformats.org/officeDocument/2006/relationships/image" Target="../media/image28243.png"/><Relationship Id="rId242" Type="http://schemas.openxmlformats.org/officeDocument/2006/relationships/image" Target="../media/image28145.png"/><Relationship Id="rId284" Type="http://schemas.openxmlformats.org/officeDocument/2006/relationships/image" Target="../media/image28166.png"/><Relationship Id="rId491" Type="http://schemas.openxmlformats.org/officeDocument/2006/relationships/customXml" Target="../ink/ink2405.xml"/><Relationship Id="rId505" Type="http://schemas.openxmlformats.org/officeDocument/2006/relationships/customXml" Target="../ink/ink2412.xml"/><Relationship Id="rId37" Type="http://schemas.openxmlformats.org/officeDocument/2006/relationships/customXml" Target="../ink/ink2178.xml"/><Relationship Id="rId79" Type="http://schemas.openxmlformats.org/officeDocument/2006/relationships/customXml" Target="../ink/ink2199.xml"/><Relationship Id="rId102" Type="http://schemas.openxmlformats.org/officeDocument/2006/relationships/image" Target="../media/image28078.png"/><Relationship Id="rId144" Type="http://schemas.openxmlformats.org/officeDocument/2006/relationships/image" Target="../media/image28097.png"/><Relationship Id="rId90" Type="http://schemas.openxmlformats.org/officeDocument/2006/relationships/image" Target="../media/image28072.png"/><Relationship Id="rId186" Type="http://schemas.openxmlformats.org/officeDocument/2006/relationships/image" Target="../media/image28117.png"/><Relationship Id="rId351" Type="http://schemas.openxmlformats.org/officeDocument/2006/relationships/customXml" Target="../ink/ink2335.xml"/><Relationship Id="rId393" Type="http://schemas.openxmlformats.org/officeDocument/2006/relationships/customXml" Target="../ink/ink2356.xml"/><Relationship Id="rId407" Type="http://schemas.openxmlformats.org/officeDocument/2006/relationships/customXml" Target="../ink/ink2363.xml"/><Relationship Id="rId449" Type="http://schemas.openxmlformats.org/officeDocument/2006/relationships/customXml" Target="../ink/ink2384.xml"/><Relationship Id="rId211" Type="http://schemas.openxmlformats.org/officeDocument/2006/relationships/customXml" Target="../ink/ink2265.xml"/><Relationship Id="rId253" Type="http://schemas.openxmlformats.org/officeDocument/2006/relationships/customXml" Target="../ink/ink2286.xml"/><Relationship Id="rId295" Type="http://schemas.openxmlformats.org/officeDocument/2006/relationships/customXml" Target="../ink/ink2307.xml"/><Relationship Id="rId309" Type="http://schemas.openxmlformats.org/officeDocument/2006/relationships/customXml" Target="../ink/ink2314.xml"/><Relationship Id="rId460" Type="http://schemas.openxmlformats.org/officeDocument/2006/relationships/image" Target="../media/image28253.png"/><Relationship Id="rId516" Type="http://schemas.openxmlformats.org/officeDocument/2006/relationships/image" Target="../media/image28281.png"/><Relationship Id="rId48" Type="http://schemas.openxmlformats.org/officeDocument/2006/relationships/image" Target="../media/image28052.png"/><Relationship Id="rId113" Type="http://schemas.openxmlformats.org/officeDocument/2006/relationships/customXml" Target="../ink/ink2216.xml"/><Relationship Id="rId320" Type="http://schemas.openxmlformats.org/officeDocument/2006/relationships/image" Target="../media/image28184.png"/><Relationship Id="rId155" Type="http://schemas.openxmlformats.org/officeDocument/2006/relationships/customXml" Target="../ink/ink2237.xml"/><Relationship Id="rId197" Type="http://schemas.openxmlformats.org/officeDocument/2006/relationships/customXml" Target="../ink/ink2258.xml"/><Relationship Id="rId362" Type="http://schemas.openxmlformats.org/officeDocument/2006/relationships/image" Target="../media/image28205.png"/><Relationship Id="rId418" Type="http://schemas.openxmlformats.org/officeDocument/2006/relationships/image" Target="../media/image28233.png"/><Relationship Id="rId222" Type="http://schemas.openxmlformats.org/officeDocument/2006/relationships/image" Target="../media/image28135.png"/><Relationship Id="rId264" Type="http://schemas.openxmlformats.org/officeDocument/2006/relationships/image" Target="../media/image28156.png"/><Relationship Id="rId471" Type="http://schemas.openxmlformats.org/officeDocument/2006/relationships/customXml" Target="../ink/ink2395.xml"/><Relationship Id="rId17" Type="http://schemas.openxmlformats.org/officeDocument/2006/relationships/customXml" Target="../ink/ink2168.xml"/><Relationship Id="rId59" Type="http://schemas.openxmlformats.org/officeDocument/2006/relationships/customXml" Target="../ink/ink2189.xml"/><Relationship Id="rId124" Type="http://schemas.openxmlformats.org/officeDocument/2006/relationships/image" Target="../media/image28088.png"/><Relationship Id="rId527" Type="http://schemas.openxmlformats.org/officeDocument/2006/relationships/customXml" Target="../ink/ink2423.xml"/><Relationship Id="rId70" Type="http://schemas.openxmlformats.org/officeDocument/2006/relationships/image" Target="../media/image28062.png"/><Relationship Id="rId166" Type="http://schemas.openxmlformats.org/officeDocument/2006/relationships/image" Target="../media/image28107.png"/><Relationship Id="rId331" Type="http://schemas.openxmlformats.org/officeDocument/2006/relationships/customXml" Target="../ink/ink2325.xml"/><Relationship Id="rId373" Type="http://schemas.openxmlformats.org/officeDocument/2006/relationships/customXml" Target="../ink/ink2346.xml"/><Relationship Id="rId429" Type="http://schemas.openxmlformats.org/officeDocument/2006/relationships/customXml" Target="../ink/ink2374.xml"/><Relationship Id="rId1" Type="http://schemas.openxmlformats.org/officeDocument/2006/relationships/slideLayout" Target="../slideLayouts/slideLayout2.xml"/><Relationship Id="rId233" Type="http://schemas.openxmlformats.org/officeDocument/2006/relationships/customXml" Target="../ink/ink2276.xml"/><Relationship Id="rId440" Type="http://schemas.openxmlformats.org/officeDocument/2006/relationships/image" Target="../media/image28244.png"/><Relationship Id="rId28" Type="http://schemas.openxmlformats.org/officeDocument/2006/relationships/image" Target="../media/image28042.png"/><Relationship Id="rId275" Type="http://schemas.openxmlformats.org/officeDocument/2006/relationships/customXml" Target="../ink/ink2297.xml"/><Relationship Id="rId300" Type="http://schemas.openxmlformats.org/officeDocument/2006/relationships/image" Target="../media/image28174.png"/><Relationship Id="rId482" Type="http://schemas.openxmlformats.org/officeDocument/2006/relationships/image" Target="../media/image28264.png"/><Relationship Id="rId81" Type="http://schemas.openxmlformats.org/officeDocument/2006/relationships/customXml" Target="../ink/ink2200.xml"/><Relationship Id="rId135" Type="http://schemas.openxmlformats.org/officeDocument/2006/relationships/customXml" Target="../ink/ink2227.xml"/><Relationship Id="rId177" Type="http://schemas.openxmlformats.org/officeDocument/2006/relationships/customXml" Target="../ink/ink2248.xml"/><Relationship Id="rId342" Type="http://schemas.openxmlformats.org/officeDocument/2006/relationships/image" Target="../media/image28195.png"/><Relationship Id="rId384" Type="http://schemas.openxmlformats.org/officeDocument/2006/relationships/image" Target="../media/image28216.png"/><Relationship Id="rId202" Type="http://schemas.openxmlformats.org/officeDocument/2006/relationships/image" Target="../media/image28125.png"/><Relationship Id="rId244" Type="http://schemas.openxmlformats.org/officeDocument/2006/relationships/image" Target="../media/image28146.png"/><Relationship Id="rId39" Type="http://schemas.openxmlformats.org/officeDocument/2006/relationships/customXml" Target="../ink/ink2179.xml"/><Relationship Id="rId286" Type="http://schemas.openxmlformats.org/officeDocument/2006/relationships/image" Target="../media/image28167.png"/><Relationship Id="rId451" Type="http://schemas.openxmlformats.org/officeDocument/2006/relationships/customXml" Target="../ink/ink2385.xml"/><Relationship Id="rId493" Type="http://schemas.openxmlformats.org/officeDocument/2006/relationships/customXml" Target="../ink/ink2406.xml"/><Relationship Id="rId507" Type="http://schemas.openxmlformats.org/officeDocument/2006/relationships/customXml" Target="../ink/ink2413.xml"/><Relationship Id="rId50" Type="http://schemas.openxmlformats.org/officeDocument/2006/relationships/image" Target="../media/image28053.png"/><Relationship Id="rId104" Type="http://schemas.openxmlformats.org/officeDocument/2006/relationships/image" Target="../media/image28079.png"/><Relationship Id="rId146" Type="http://schemas.openxmlformats.org/officeDocument/2006/relationships/image" Target="../media/image28098.png"/><Relationship Id="rId188" Type="http://schemas.openxmlformats.org/officeDocument/2006/relationships/image" Target="../media/image28118.png"/><Relationship Id="rId311" Type="http://schemas.openxmlformats.org/officeDocument/2006/relationships/customXml" Target="../ink/ink2315.xml"/><Relationship Id="rId353" Type="http://schemas.openxmlformats.org/officeDocument/2006/relationships/customXml" Target="../ink/ink2336.xml"/><Relationship Id="rId395" Type="http://schemas.openxmlformats.org/officeDocument/2006/relationships/customXml" Target="../ink/ink2357.xml"/><Relationship Id="rId409" Type="http://schemas.openxmlformats.org/officeDocument/2006/relationships/customXml" Target="../ink/ink2364.xml"/><Relationship Id="rId92" Type="http://schemas.openxmlformats.org/officeDocument/2006/relationships/image" Target="../media/image28073.png"/><Relationship Id="rId213" Type="http://schemas.openxmlformats.org/officeDocument/2006/relationships/customXml" Target="../ink/ink2266.xml"/><Relationship Id="rId420" Type="http://schemas.openxmlformats.org/officeDocument/2006/relationships/image" Target="../media/image28234.png"/><Relationship Id="rId255" Type="http://schemas.openxmlformats.org/officeDocument/2006/relationships/customXml" Target="../ink/ink2287.xml"/><Relationship Id="rId297" Type="http://schemas.openxmlformats.org/officeDocument/2006/relationships/customXml" Target="../ink/ink2308.xml"/><Relationship Id="rId462" Type="http://schemas.openxmlformats.org/officeDocument/2006/relationships/image" Target="../media/image28254.png"/><Relationship Id="rId518" Type="http://schemas.openxmlformats.org/officeDocument/2006/relationships/image" Target="../media/image28282.png"/><Relationship Id="rId115" Type="http://schemas.openxmlformats.org/officeDocument/2006/relationships/customXml" Target="../ink/ink2217.xml"/><Relationship Id="rId157" Type="http://schemas.openxmlformats.org/officeDocument/2006/relationships/customXml" Target="../ink/ink2238.xml"/><Relationship Id="rId322" Type="http://schemas.openxmlformats.org/officeDocument/2006/relationships/image" Target="../media/image28185.png"/><Relationship Id="rId364" Type="http://schemas.openxmlformats.org/officeDocument/2006/relationships/image" Target="../media/image28206.png"/><Relationship Id="rId61" Type="http://schemas.openxmlformats.org/officeDocument/2006/relationships/customXml" Target="../ink/ink2190.xml"/><Relationship Id="rId199" Type="http://schemas.openxmlformats.org/officeDocument/2006/relationships/customXml" Target="../ink/ink2259.xml"/><Relationship Id="rId19" Type="http://schemas.openxmlformats.org/officeDocument/2006/relationships/customXml" Target="../ink/ink2169.xml"/><Relationship Id="rId224" Type="http://schemas.openxmlformats.org/officeDocument/2006/relationships/image" Target="../media/image28136.png"/><Relationship Id="rId266" Type="http://schemas.openxmlformats.org/officeDocument/2006/relationships/image" Target="../media/image28157.png"/><Relationship Id="rId431" Type="http://schemas.openxmlformats.org/officeDocument/2006/relationships/customXml" Target="../ink/ink2375.xml"/><Relationship Id="rId473" Type="http://schemas.openxmlformats.org/officeDocument/2006/relationships/customXml" Target="../ink/ink2396.xml"/><Relationship Id="rId529" Type="http://schemas.openxmlformats.org/officeDocument/2006/relationships/customXml" Target="../ink/ink2424.xml"/><Relationship Id="rId30" Type="http://schemas.openxmlformats.org/officeDocument/2006/relationships/image" Target="../media/image28043.png"/><Relationship Id="rId126" Type="http://schemas.openxmlformats.org/officeDocument/2006/relationships/image" Target="../media/image28089.png"/><Relationship Id="rId168" Type="http://schemas.openxmlformats.org/officeDocument/2006/relationships/image" Target="../media/image28108.png"/><Relationship Id="rId333" Type="http://schemas.openxmlformats.org/officeDocument/2006/relationships/customXml" Target="../ink/ink2326.xml"/><Relationship Id="rId72" Type="http://schemas.openxmlformats.org/officeDocument/2006/relationships/image" Target="../media/image28063.png"/><Relationship Id="rId375" Type="http://schemas.openxmlformats.org/officeDocument/2006/relationships/customXml" Target="../ink/ink2347.xml"/><Relationship Id="rId3" Type="http://schemas.openxmlformats.org/officeDocument/2006/relationships/image" Target="../media/image26579.png"/><Relationship Id="rId235" Type="http://schemas.openxmlformats.org/officeDocument/2006/relationships/customXml" Target="../ink/ink2277.xml"/><Relationship Id="rId277" Type="http://schemas.openxmlformats.org/officeDocument/2006/relationships/customXml" Target="../ink/ink2298.xml"/><Relationship Id="rId400" Type="http://schemas.openxmlformats.org/officeDocument/2006/relationships/image" Target="../media/image28224.png"/><Relationship Id="rId442" Type="http://schemas.openxmlformats.org/officeDocument/2006/relationships/image" Target="../media/image28245.png"/><Relationship Id="rId484" Type="http://schemas.openxmlformats.org/officeDocument/2006/relationships/image" Target="../media/image28265.png"/><Relationship Id="rId137" Type="http://schemas.openxmlformats.org/officeDocument/2006/relationships/customXml" Target="../ink/ink2228.xml"/><Relationship Id="rId302" Type="http://schemas.openxmlformats.org/officeDocument/2006/relationships/image" Target="../media/image28175.png"/><Relationship Id="rId344" Type="http://schemas.openxmlformats.org/officeDocument/2006/relationships/image" Target="../media/image28196.png"/><Relationship Id="rId41" Type="http://schemas.openxmlformats.org/officeDocument/2006/relationships/customXml" Target="../ink/ink2180.xml"/><Relationship Id="rId83" Type="http://schemas.openxmlformats.org/officeDocument/2006/relationships/customXml" Target="../ink/ink2201.xml"/><Relationship Id="rId179" Type="http://schemas.openxmlformats.org/officeDocument/2006/relationships/customXml" Target="../ink/ink2249.xml"/><Relationship Id="rId386" Type="http://schemas.openxmlformats.org/officeDocument/2006/relationships/image" Target="../media/image28217.png"/><Relationship Id="rId190" Type="http://schemas.openxmlformats.org/officeDocument/2006/relationships/image" Target="../media/image28119.png"/><Relationship Id="rId204" Type="http://schemas.openxmlformats.org/officeDocument/2006/relationships/image" Target="../media/image28126.png"/><Relationship Id="rId246" Type="http://schemas.openxmlformats.org/officeDocument/2006/relationships/image" Target="../media/image28147.png"/><Relationship Id="rId288" Type="http://schemas.openxmlformats.org/officeDocument/2006/relationships/image" Target="../media/image28168.png"/><Relationship Id="rId411" Type="http://schemas.openxmlformats.org/officeDocument/2006/relationships/customXml" Target="../ink/ink2365.xml"/><Relationship Id="rId453" Type="http://schemas.openxmlformats.org/officeDocument/2006/relationships/customXml" Target="../ink/ink2386.xml"/><Relationship Id="rId509" Type="http://schemas.openxmlformats.org/officeDocument/2006/relationships/customXml" Target="../ink/ink2414.xml"/><Relationship Id="rId106" Type="http://schemas.openxmlformats.org/officeDocument/2006/relationships/image" Target="../media/image28080.png"/><Relationship Id="rId313" Type="http://schemas.openxmlformats.org/officeDocument/2006/relationships/customXml" Target="../ink/ink2316.xml"/><Relationship Id="rId495" Type="http://schemas.openxmlformats.org/officeDocument/2006/relationships/customXml" Target="../ink/ink2407.xml"/><Relationship Id="rId10" Type="http://schemas.openxmlformats.org/officeDocument/2006/relationships/image" Target="../media/image28033.png"/><Relationship Id="rId52" Type="http://schemas.openxmlformats.org/officeDocument/2006/relationships/image" Target="../media/image28054.png"/><Relationship Id="rId94" Type="http://schemas.openxmlformats.org/officeDocument/2006/relationships/image" Target="../media/image28074.png"/><Relationship Id="rId148" Type="http://schemas.openxmlformats.org/officeDocument/2006/relationships/image" Target="../media/image28099.png"/><Relationship Id="rId355" Type="http://schemas.openxmlformats.org/officeDocument/2006/relationships/customXml" Target="../ink/ink2337.xml"/><Relationship Id="rId397" Type="http://schemas.openxmlformats.org/officeDocument/2006/relationships/customXml" Target="../ink/ink2358.xml"/><Relationship Id="rId520" Type="http://schemas.openxmlformats.org/officeDocument/2006/relationships/image" Target="../media/image28283.png"/><Relationship Id="rId215" Type="http://schemas.openxmlformats.org/officeDocument/2006/relationships/customXml" Target="../ink/ink2267.xml"/><Relationship Id="rId257" Type="http://schemas.openxmlformats.org/officeDocument/2006/relationships/customXml" Target="../ink/ink2288.xml"/><Relationship Id="rId422" Type="http://schemas.openxmlformats.org/officeDocument/2006/relationships/image" Target="../media/image28235.png"/><Relationship Id="rId464" Type="http://schemas.openxmlformats.org/officeDocument/2006/relationships/image" Target="../media/image28255.png"/><Relationship Id="rId299" Type="http://schemas.openxmlformats.org/officeDocument/2006/relationships/customXml" Target="../ink/ink2309.xml"/><Relationship Id="rId63" Type="http://schemas.openxmlformats.org/officeDocument/2006/relationships/customXml" Target="../ink/ink2191.xml"/><Relationship Id="rId159" Type="http://schemas.openxmlformats.org/officeDocument/2006/relationships/customXml" Target="../ink/ink2239.xml"/><Relationship Id="rId366" Type="http://schemas.openxmlformats.org/officeDocument/2006/relationships/image" Target="../media/image28207.png"/><Relationship Id="rId226" Type="http://schemas.openxmlformats.org/officeDocument/2006/relationships/image" Target="../media/image28137.png"/><Relationship Id="rId433" Type="http://schemas.openxmlformats.org/officeDocument/2006/relationships/customXml" Target="../ink/ink2376.xml"/><Relationship Id="rId74" Type="http://schemas.openxmlformats.org/officeDocument/2006/relationships/image" Target="../media/image28064.png"/><Relationship Id="rId377" Type="http://schemas.openxmlformats.org/officeDocument/2006/relationships/customXml" Target="../ink/ink2348.xml"/><Relationship Id="rId500" Type="http://schemas.openxmlformats.org/officeDocument/2006/relationships/image" Target="../media/image28273.png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483.xml"/><Relationship Id="rId299" Type="http://schemas.openxmlformats.org/officeDocument/2006/relationships/customXml" Target="../ink/ink2574.xml"/><Relationship Id="rId21" Type="http://schemas.openxmlformats.org/officeDocument/2006/relationships/customXml" Target="../ink/ink2435.xml"/><Relationship Id="rId63" Type="http://schemas.openxmlformats.org/officeDocument/2006/relationships/customXml" Target="../ink/ink2456.xml"/><Relationship Id="rId159" Type="http://schemas.openxmlformats.org/officeDocument/2006/relationships/customXml" Target="../ink/ink2504.xml"/><Relationship Id="rId170" Type="http://schemas.openxmlformats.org/officeDocument/2006/relationships/image" Target="../media/image28368.png"/><Relationship Id="rId226" Type="http://schemas.openxmlformats.org/officeDocument/2006/relationships/image" Target="../media/image28396.png"/><Relationship Id="rId268" Type="http://schemas.openxmlformats.org/officeDocument/2006/relationships/image" Target="../media/image28417.png"/><Relationship Id="rId32" Type="http://schemas.openxmlformats.org/officeDocument/2006/relationships/image" Target="../media/image28300.png"/><Relationship Id="rId74" Type="http://schemas.openxmlformats.org/officeDocument/2006/relationships/image" Target="../media/image28320.png"/><Relationship Id="rId128" Type="http://schemas.openxmlformats.org/officeDocument/2006/relationships/image" Target="../media/image28347.png"/><Relationship Id="rId5" Type="http://schemas.openxmlformats.org/officeDocument/2006/relationships/image" Target="../media/image27921.png"/><Relationship Id="rId181" Type="http://schemas.openxmlformats.org/officeDocument/2006/relationships/customXml" Target="../ink/ink2515.xml"/><Relationship Id="rId237" Type="http://schemas.openxmlformats.org/officeDocument/2006/relationships/customXml" Target="../ink/ink2543.xml"/><Relationship Id="rId279" Type="http://schemas.openxmlformats.org/officeDocument/2006/relationships/customXml" Target="../ink/ink2564.xml"/><Relationship Id="rId43" Type="http://schemas.openxmlformats.org/officeDocument/2006/relationships/customXml" Target="../ink/ink2446.xml"/><Relationship Id="rId139" Type="http://schemas.openxmlformats.org/officeDocument/2006/relationships/customXml" Target="../ink/ink2494.xml"/><Relationship Id="rId290" Type="http://schemas.openxmlformats.org/officeDocument/2006/relationships/image" Target="../media/image28428.png"/><Relationship Id="rId304" Type="http://schemas.openxmlformats.org/officeDocument/2006/relationships/image" Target="../media/image28435.png"/><Relationship Id="rId85" Type="http://schemas.openxmlformats.org/officeDocument/2006/relationships/customXml" Target="../ink/ink2467.xml"/><Relationship Id="rId150" Type="http://schemas.openxmlformats.org/officeDocument/2006/relationships/image" Target="../media/image28358.png"/><Relationship Id="rId192" Type="http://schemas.openxmlformats.org/officeDocument/2006/relationships/image" Target="../media/image28379.png"/><Relationship Id="rId206" Type="http://schemas.openxmlformats.org/officeDocument/2006/relationships/image" Target="../media/image28386.png"/><Relationship Id="rId248" Type="http://schemas.openxmlformats.org/officeDocument/2006/relationships/image" Target="../media/image28407.png"/><Relationship Id="rId12" Type="http://schemas.openxmlformats.org/officeDocument/2006/relationships/image" Target="../media/image28290.png"/><Relationship Id="rId108" Type="http://schemas.openxmlformats.org/officeDocument/2006/relationships/image" Target="../media/image28337.png"/><Relationship Id="rId315" Type="http://schemas.openxmlformats.org/officeDocument/2006/relationships/customXml" Target="../ink/ink2582.xml"/><Relationship Id="rId54" Type="http://schemas.openxmlformats.org/officeDocument/2006/relationships/image" Target="../media/image28310.png"/><Relationship Id="rId96" Type="http://schemas.openxmlformats.org/officeDocument/2006/relationships/image" Target="../media/image28331.png"/><Relationship Id="rId161" Type="http://schemas.openxmlformats.org/officeDocument/2006/relationships/customXml" Target="../ink/ink2505.xml"/><Relationship Id="rId217" Type="http://schemas.openxmlformats.org/officeDocument/2006/relationships/customXml" Target="../ink/ink2533.xml"/><Relationship Id="rId259" Type="http://schemas.openxmlformats.org/officeDocument/2006/relationships/customXml" Target="../ink/ink2554.xml"/><Relationship Id="rId23" Type="http://schemas.openxmlformats.org/officeDocument/2006/relationships/customXml" Target="../ink/ink2436.xml"/><Relationship Id="rId119" Type="http://schemas.openxmlformats.org/officeDocument/2006/relationships/customXml" Target="../ink/ink2484.xml"/><Relationship Id="rId270" Type="http://schemas.openxmlformats.org/officeDocument/2006/relationships/image" Target="../media/image28418.png"/><Relationship Id="rId65" Type="http://schemas.openxmlformats.org/officeDocument/2006/relationships/customXml" Target="../ink/ink2457.xml"/><Relationship Id="rId130" Type="http://schemas.openxmlformats.org/officeDocument/2006/relationships/image" Target="../media/image28348.png"/><Relationship Id="rId172" Type="http://schemas.openxmlformats.org/officeDocument/2006/relationships/image" Target="../media/image28369.png"/><Relationship Id="rId228" Type="http://schemas.openxmlformats.org/officeDocument/2006/relationships/image" Target="../media/image28397.png"/><Relationship Id="rId281" Type="http://schemas.openxmlformats.org/officeDocument/2006/relationships/customXml" Target="../ink/ink2565.xml"/><Relationship Id="rId34" Type="http://schemas.openxmlformats.org/officeDocument/2006/relationships/image" Target="../media/image28301.png"/><Relationship Id="rId55" Type="http://schemas.openxmlformats.org/officeDocument/2006/relationships/customXml" Target="../ink/ink2452.xml"/><Relationship Id="rId76" Type="http://schemas.openxmlformats.org/officeDocument/2006/relationships/image" Target="../media/image28321.png"/><Relationship Id="rId97" Type="http://schemas.openxmlformats.org/officeDocument/2006/relationships/customXml" Target="../ink/ink2473.xml"/><Relationship Id="rId120" Type="http://schemas.openxmlformats.org/officeDocument/2006/relationships/image" Target="../media/image28343.png"/><Relationship Id="rId141" Type="http://schemas.openxmlformats.org/officeDocument/2006/relationships/customXml" Target="../ink/ink2495.xml"/><Relationship Id="rId7" Type="http://schemas.openxmlformats.org/officeDocument/2006/relationships/image" Target="../media/image27370.png"/><Relationship Id="rId162" Type="http://schemas.openxmlformats.org/officeDocument/2006/relationships/image" Target="../media/image28364.png"/><Relationship Id="rId183" Type="http://schemas.openxmlformats.org/officeDocument/2006/relationships/customXml" Target="../ink/ink2516.xml"/><Relationship Id="rId218" Type="http://schemas.openxmlformats.org/officeDocument/2006/relationships/image" Target="../media/image28392.png"/><Relationship Id="rId239" Type="http://schemas.openxmlformats.org/officeDocument/2006/relationships/customXml" Target="../ink/ink2544.xml"/><Relationship Id="rId250" Type="http://schemas.openxmlformats.org/officeDocument/2006/relationships/image" Target="../media/image28408.png"/><Relationship Id="rId271" Type="http://schemas.openxmlformats.org/officeDocument/2006/relationships/customXml" Target="../ink/ink2560.xml"/><Relationship Id="rId292" Type="http://schemas.openxmlformats.org/officeDocument/2006/relationships/image" Target="../media/image28429.png"/><Relationship Id="rId306" Type="http://schemas.openxmlformats.org/officeDocument/2006/relationships/image" Target="../media/image28436.png"/><Relationship Id="rId24" Type="http://schemas.openxmlformats.org/officeDocument/2006/relationships/image" Target="../media/image28296.png"/><Relationship Id="rId45" Type="http://schemas.openxmlformats.org/officeDocument/2006/relationships/customXml" Target="../ink/ink2447.xml"/><Relationship Id="rId66" Type="http://schemas.openxmlformats.org/officeDocument/2006/relationships/image" Target="../media/image28316.png"/><Relationship Id="rId87" Type="http://schemas.openxmlformats.org/officeDocument/2006/relationships/customXml" Target="../ink/ink2468.xml"/><Relationship Id="rId110" Type="http://schemas.openxmlformats.org/officeDocument/2006/relationships/image" Target="../media/image28338.png"/><Relationship Id="rId131" Type="http://schemas.openxmlformats.org/officeDocument/2006/relationships/customXml" Target="../ink/ink2490.xml"/><Relationship Id="rId152" Type="http://schemas.openxmlformats.org/officeDocument/2006/relationships/image" Target="../media/image28359.png"/><Relationship Id="rId173" Type="http://schemas.openxmlformats.org/officeDocument/2006/relationships/customXml" Target="../ink/ink2511.xml"/><Relationship Id="rId194" Type="http://schemas.openxmlformats.org/officeDocument/2006/relationships/image" Target="../media/image28380.png"/><Relationship Id="rId208" Type="http://schemas.openxmlformats.org/officeDocument/2006/relationships/image" Target="../media/image28387.png"/><Relationship Id="rId229" Type="http://schemas.openxmlformats.org/officeDocument/2006/relationships/customXml" Target="../ink/ink2539.xml"/><Relationship Id="rId240" Type="http://schemas.openxmlformats.org/officeDocument/2006/relationships/image" Target="../media/image28403.png"/><Relationship Id="rId261" Type="http://schemas.openxmlformats.org/officeDocument/2006/relationships/customXml" Target="../ink/ink2555.xml"/><Relationship Id="rId14" Type="http://schemas.openxmlformats.org/officeDocument/2006/relationships/image" Target="../media/image28291.png"/><Relationship Id="rId35" Type="http://schemas.openxmlformats.org/officeDocument/2006/relationships/customXml" Target="../ink/ink2442.xml"/><Relationship Id="rId56" Type="http://schemas.openxmlformats.org/officeDocument/2006/relationships/image" Target="../media/image28311.png"/><Relationship Id="rId77" Type="http://schemas.openxmlformats.org/officeDocument/2006/relationships/customXml" Target="../ink/ink2463.xml"/><Relationship Id="rId100" Type="http://schemas.openxmlformats.org/officeDocument/2006/relationships/image" Target="../media/image28333.png"/><Relationship Id="rId282" Type="http://schemas.openxmlformats.org/officeDocument/2006/relationships/image" Target="../media/image28424.png"/><Relationship Id="rId317" Type="http://schemas.openxmlformats.org/officeDocument/2006/relationships/customXml" Target="../ink/ink2583.xml"/><Relationship Id="rId8" Type="http://schemas.openxmlformats.org/officeDocument/2006/relationships/customXml" Target="../ink/ink2428.xml"/><Relationship Id="rId98" Type="http://schemas.openxmlformats.org/officeDocument/2006/relationships/image" Target="../media/image28332.png"/><Relationship Id="rId121" Type="http://schemas.openxmlformats.org/officeDocument/2006/relationships/customXml" Target="../ink/ink2485.xml"/><Relationship Id="rId142" Type="http://schemas.openxmlformats.org/officeDocument/2006/relationships/image" Target="../media/image28354.png"/><Relationship Id="rId163" Type="http://schemas.openxmlformats.org/officeDocument/2006/relationships/customXml" Target="../ink/ink2506.xml"/><Relationship Id="rId184" Type="http://schemas.openxmlformats.org/officeDocument/2006/relationships/image" Target="../media/image28375.png"/><Relationship Id="rId219" Type="http://schemas.openxmlformats.org/officeDocument/2006/relationships/customXml" Target="../ink/ink2534.xml"/><Relationship Id="rId230" Type="http://schemas.openxmlformats.org/officeDocument/2006/relationships/image" Target="../media/image28398.png"/><Relationship Id="rId251" Type="http://schemas.openxmlformats.org/officeDocument/2006/relationships/customXml" Target="../ink/ink2550.xml"/><Relationship Id="rId25" Type="http://schemas.openxmlformats.org/officeDocument/2006/relationships/customXml" Target="../ink/ink2437.xml"/><Relationship Id="rId46" Type="http://schemas.openxmlformats.org/officeDocument/2006/relationships/image" Target="../media/image27042.png"/><Relationship Id="rId67" Type="http://schemas.openxmlformats.org/officeDocument/2006/relationships/customXml" Target="../ink/ink2458.xml"/><Relationship Id="rId272" Type="http://schemas.openxmlformats.org/officeDocument/2006/relationships/image" Target="../media/image28419.png"/><Relationship Id="rId293" Type="http://schemas.openxmlformats.org/officeDocument/2006/relationships/customXml" Target="../ink/ink2571.xml"/><Relationship Id="rId307" Type="http://schemas.openxmlformats.org/officeDocument/2006/relationships/customXml" Target="../ink/ink2578.xml"/><Relationship Id="rId88" Type="http://schemas.openxmlformats.org/officeDocument/2006/relationships/image" Target="../media/image28327.png"/><Relationship Id="rId111" Type="http://schemas.openxmlformats.org/officeDocument/2006/relationships/customXml" Target="../ink/ink2480.xml"/><Relationship Id="rId132" Type="http://schemas.openxmlformats.org/officeDocument/2006/relationships/image" Target="../media/image28349.png"/><Relationship Id="rId153" Type="http://schemas.openxmlformats.org/officeDocument/2006/relationships/customXml" Target="../ink/ink2501.xml"/><Relationship Id="rId174" Type="http://schemas.openxmlformats.org/officeDocument/2006/relationships/image" Target="../media/image28370.png"/><Relationship Id="rId195" Type="http://schemas.openxmlformats.org/officeDocument/2006/relationships/customXml" Target="../ink/ink2522.xml"/><Relationship Id="rId209" Type="http://schemas.openxmlformats.org/officeDocument/2006/relationships/customXml" Target="../ink/ink2529.xml"/><Relationship Id="rId220" Type="http://schemas.openxmlformats.org/officeDocument/2006/relationships/image" Target="../media/image28393.png"/><Relationship Id="rId241" Type="http://schemas.openxmlformats.org/officeDocument/2006/relationships/customXml" Target="../ink/ink2545.xml"/><Relationship Id="rId15" Type="http://schemas.openxmlformats.org/officeDocument/2006/relationships/customXml" Target="../ink/ink2432.xml"/><Relationship Id="rId36" Type="http://schemas.openxmlformats.org/officeDocument/2006/relationships/image" Target="../media/image28302.png"/><Relationship Id="rId57" Type="http://schemas.openxmlformats.org/officeDocument/2006/relationships/customXml" Target="../ink/ink2453.xml"/><Relationship Id="rId262" Type="http://schemas.openxmlformats.org/officeDocument/2006/relationships/image" Target="../media/image28414.png"/><Relationship Id="rId283" Type="http://schemas.openxmlformats.org/officeDocument/2006/relationships/customXml" Target="../ink/ink2566.xml"/><Relationship Id="rId318" Type="http://schemas.openxmlformats.org/officeDocument/2006/relationships/image" Target="../media/image28442.png"/><Relationship Id="rId78" Type="http://schemas.openxmlformats.org/officeDocument/2006/relationships/image" Target="../media/image28322.png"/><Relationship Id="rId99" Type="http://schemas.openxmlformats.org/officeDocument/2006/relationships/customXml" Target="../ink/ink2474.xml"/><Relationship Id="rId101" Type="http://schemas.openxmlformats.org/officeDocument/2006/relationships/customXml" Target="../ink/ink2475.xml"/><Relationship Id="rId122" Type="http://schemas.openxmlformats.org/officeDocument/2006/relationships/image" Target="../media/image28344.png"/><Relationship Id="rId143" Type="http://schemas.openxmlformats.org/officeDocument/2006/relationships/customXml" Target="../ink/ink2496.xml"/><Relationship Id="rId164" Type="http://schemas.openxmlformats.org/officeDocument/2006/relationships/image" Target="../media/image28365.png"/><Relationship Id="rId185" Type="http://schemas.openxmlformats.org/officeDocument/2006/relationships/customXml" Target="../ink/ink2517.xml"/><Relationship Id="rId9" Type="http://schemas.openxmlformats.org/officeDocument/2006/relationships/customXml" Target="../ink/ink2429.xml"/><Relationship Id="rId210" Type="http://schemas.openxmlformats.org/officeDocument/2006/relationships/image" Target="../media/image28388.png"/><Relationship Id="rId26" Type="http://schemas.openxmlformats.org/officeDocument/2006/relationships/image" Target="../media/image28297.png"/><Relationship Id="rId231" Type="http://schemas.openxmlformats.org/officeDocument/2006/relationships/customXml" Target="../ink/ink2540.xml"/><Relationship Id="rId252" Type="http://schemas.openxmlformats.org/officeDocument/2006/relationships/image" Target="../media/image28409.png"/><Relationship Id="rId273" Type="http://schemas.openxmlformats.org/officeDocument/2006/relationships/customXml" Target="../ink/ink2561.xml"/><Relationship Id="rId294" Type="http://schemas.openxmlformats.org/officeDocument/2006/relationships/image" Target="../media/image28430.png"/><Relationship Id="rId308" Type="http://schemas.openxmlformats.org/officeDocument/2006/relationships/image" Target="../media/image28437.png"/><Relationship Id="rId47" Type="http://schemas.openxmlformats.org/officeDocument/2006/relationships/customXml" Target="../ink/ink2448.xml"/><Relationship Id="rId68" Type="http://schemas.openxmlformats.org/officeDocument/2006/relationships/image" Target="../media/image28317.png"/><Relationship Id="rId89" Type="http://schemas.openxmlformats.org/officeDocument/2006/relationships/customXml" Target="../ink/ink2469.xml"/><Relationship Id="rId112" Type="http://schemas.openxmlformats.org/officeDocument/2006/relationships/image" Target="../media/image28339.png"/><Relationship Id="rId133" Type="http://schemas.openxmlformats.org/officeDocument/2006/relationships/customXml" Target="../ink/ink2491.xml"/><Relationship Id="rId154" Type="http://schemas.openxmlformats.org/officeDocument/2006/relationships/image" Target="../media/image28360.png"/><Relationship Id="rId175" Type="http://schemas.openxmlformats.org/officeDocument/2006/relationships/customXml" Target="../ink/ink2512.xml"/><Relationship Id="rId196" Type="http://schemas.openxmlformats.org/officeDocument/2006/relationships/image" Target="../media/image28381.png"/><Relationship Id="rId200" Type="http://schemas.openxmlformats.org/officeDocument/2006/relationships/image" Target="../media/image28383.png"/><Relationship Id="rId16" Type="http://schemas.openxmlformats.org/officeDocument/2006/relationships/image" Target="../media/image28292.png"/><Relationship Id="rId221" Type="http://schemas.openxmlformats.org/officeDocument/2006/relationships/customXml" Target="../ink/ink2535.xml"/><Relationship Id="rId242" Type="http://schemas.openxmlformats.org/officeDocument/2006/relationships/image" Target="../media/image28404.png"/><Relationship Id="rId263" Type="http://schemas.openxmlformats.org/officeDocument/2006/relationships/customXml" Target="../ink/ink2556.xml"/><Relationship Id="rId284" Type="http://schemas.openxmlformats.org/officeDocument/2006/relationships/image" Target="../media/image28425.png"/><Relationship Id="rId319" Type="http://schemas.openxmlformats.org/officeDocument/2006/relationships/customXml" Target="../ink/ink2584.xml"/><Relationship Id="rId37" Type="http://schemas.openxmlformats.org/officeDocument/2006/relationships/customXml" Target="../ink/ink2443.xml"/><Relationship Id="rId58" Type="http://schemas.openxmlformats.org/officeDocument/2006/relationships/image" Target="../media/image28312.png"/><Relationship Id="rId79" Type="http://schemas.openxmlformats.org/officeDocument/2006/relationships/customXml" Target="../ink/ink2464.xml"/><Relationship Id="rId102" Type="http://schemas.openxmlformats.org/officeDocument/2006/relationships/image" Target="../media/image28334.png"/><Relationship Id="rId123" Type="http://schemas.openxmlformats.org/officeDocument/2006/relationships/customXml" Target="../ink/ink2486.xml"/><Relationship Id="rId144" Type="http://schemas.openxmlformats.org/officeDocument/2006/relationships/image" Target="../media/image28355.png"/><Relationship Id="rId90" Type="http://schemas.openxmlformats.org/officeDocument/2006/relationships/image" Target="../media/image28328.png"/><Relationship Id="rId165" Type="http://schemas.openxmlformats.org/officeDocument/2006/relationships/customXml" Target="../ink/ink2507.xml"/><Relationship Id="rId186" Type="http://schemas.openxmlformats.org/officeDocument/2006/relationships/image" Target="../media/image28376.png"/><Relationship Id="rId211" Type="http://schemas.openxmlformats.org/officeDocument/2006/relationships/customXml" Target="../ink/ink2530.xml"/><Relationship Id="rId232" Type="http://schemas.openxmlformats.org/officeDocument/2006/relationships/image" Target="../media/image28399.png"/><Relationship Id="rId253" Type="http://schemas.openxmlformats.org/officeDocument/2006/relationships/customXml" Target="../ink/ink2551.xml"/><Relationship Id="rId274" Type="http://schemas.openxmlformats.org/officeDocument/2006/relationships/image" Target="../media/image28420.png"/><Relationship Id="rId295" Type="http://schemas.openxmlformats.org/officeDocument/2006/relationships/customXml" Target="../ink/ink2572.xml"/><Relationship Id="rId309" Type="http://schemas.openxmlformats.org/officeDocument/2006/relationships/customXml" Target="../ink/ink2579.xml"/><Relationship Id="rId27" Type="http://schemas.openxmlformats.org/officeDocument/2006/relationships/customXml" Target="../ink/ink2438.xml"/><Relationship Id="rId48" Type="http://schemas.openxmlformats.org/officeDocument/2006/relationships/image" Target="../media/image28307.png"/><Relationship Id="rId69" Type="http://schemas.openxmlformats.org/officeDocument/2006/relationships/customXml" Target="../ink/ink2459.xml"/><Relationship Id="rId113" Type="http://schemas.openxmlformats.org/officeDocument/2006/relationships/customXml" Target="../ink/ink2481.xml"/><Relationship Id="rId134" Type="http://schemas.openxmlformats.org/officeDocument/2006/relationships/image" Target="../media/image28350.png"/><Relationship Id="rId320" Type="http://schemas.openxmlformats.org/officeDocument/2006/relationships/image" Target="../media/image28443.png"/><Relationship Id="rId80" Type="http://schemas.openxmlformats.org/officeDocument/2006/relationships/image" Target="../media/image28323.png"/><Relationship Id="rId155" Type="http://schemas.openxmlformats.org/officeDocument/2006/relationships/customXml" Target="../ink/ink2502.xml"/><Relationship Id="rId176" Type="http://schemas.openxmlformats.org/officeDocument/2006/relationships/image" Target="../media/image28371.png"/><Relationship Id="rId197" Type="http://schemas.openxmlformats.org/officeDocument/2006/relationships/customXml" Target="../ink/ink2523.xml"/><Relationship Id="rId201" Type="http://schemas.openxmlformats.org/officeDocument/2006/relationships/customXml" Target="../ink/ink2525.xml"/><Relationship Id="rId222" Type="http://schemas.openxmlformats.org/officeDocument/2006/relationships/image" Target="../media/image28394.png"/><Relationship Id="rId243" Type="http://schemas.openxmlformats.org/officeDocument/2006/relationships/customXml" Target="../ink/ink2546.xml"/><Relationship Id="rId264" Type="http://schemas.openxmlformats.org/officeDocument/2006/relationships/image" Target="../media/image28415.png"/><Relationship Id="rId285" Type="http://schemas.openxmlformats.org/officeDocument/2006/relationships/customXml" Target="../ink/ink2567.xml"/><Relationship Id="rId17" Type="http://schemas.openxmlformats.org/officeDocument/2006/relationships/customXml" Target="../ink/ink2433.xml"/><Relationship Id="rId38" Type="http://schemas.openxmlformats.org/officeDocument/2006/relationships/image" Target="../media/image28303.png"/><Relationship Id="rId59" Type="http://schemas.openxmlformats.org/officeDocument/2006/relationships/customXml" Target="../ink/ink2454.xml"/><Relationship Id="rId103" Type="http://schemas.openxmlformats.org/officeDocument/2006/relationships/customXml" Target="../ink/ink2476.xml"/><Relationship Id="rId124" Type="http://schemas.openxmlformats.org/officeDocument/2006/relationships/image" Target="../media/image28345.png"/><Relationship Id="rId310" Type="http://schemas.openxmlformats.org/officeDocument/2006/relationships/image" Target="../media/image28438.png"/><Relationship Id="rId70" Type="http://schemas.openxmlformats.org/officeDocument/2006/relationships/image" Target="../media/image28318.png"/><Relationship Id="rId91" Type="http://schemas.openxmlformats.org/officeDocument/2006/relationships/customXml" Target="../ink/ink2470.xml"/><Relationship Id="rId145" Type="http://schemas.openxmlformats.org/officeDocument/2006/relationships/customXml" Target="../ink/ink2497.xml"/><Relationship Id="rId166" Type="http://schemas.openxmlformats.org/officeDocument/2006/relationships/image" Target="../media/image28366.png"/><Relationship Id="rId187" Type="http://schemas.openxmlformats.org/officeDocument/2006/relationships/customXml" Target="../ink/ink2518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28389.png"/><Relationship Id="rId233" Type="http://schemas.openxmlformats.org/officeDocument/2006/relationships/customXml" Target="../ink/ink2541.xml"/><Relationship Id="rId254" Type="http://schemas.openxmlformats.org/officeDocument/2006/relationships/image" Target="../media/image28410.png"/><Relationship Id="rId28" Type="http://schemas.openxmlformats.org/officeDocument/2006/relationships/image" Target="../media/image28298.png"/><Relationship Id="rId49" Type="http://schemas.openxmlformats.org/officeDocument/2006/relationships/customXml" Target="../ink/ink2449.xml"/><Relationship Id="rId114" Type="http://schemas.openxmlformats.org/officeDocument/2006/relationships/image" Target="../media/image28340.png"/><Relationship Id="rId275" Type="http://schemas.openxmlformats.org/officeDocument/2006/relationships/customXml" Target="../ink/ink2562.xml"/><Relationship Id="rId296" Type="http://schemas.openxmlformats.org/officeDocument/2006/relationships/image" Target="../media/image28431.png"/><Relationship Id="rId300" Type="http://schemas.openxmlformats.org/officeDocument/2006/relationships/image" Target="../media/image28433.png"/><Relationship Id="rId60" Type="http://schemas.openxmlformats.org/officeDocument/2006/relationships/image" Target="../media/image28313.png"/><Relationship Id="rId81" Type="http://schemas.openxmlformats.org/officeDocument/2006/relationships/customXml" Target="../ink/ink2465.xml"/><Relationship Id="rId135" Type="http://schemas.openxmlformats.org/officeDocument/2006/relationships/customXml" Target="../ink/ink2492.xml"/><Relationship Id="rId156" Type="http://schemas.openxmlformats.org/officeDocument/2006/relationships/image" Target="../media/image28361.png"/><Relationship Id="rId177" Type="http://schemas.openxmlformats.org/officeDocument/2006/relationships/customXml" Target="../ink/ink2513.xml"/><Relationship Id="rId198" Type="http://schemas.openxmlformats.org/officeDocument/2006/relationships/image" Target="../media/image28382.png"/><Relationship Id="rId321" Type="http://schemas.openxmlformats.org/officeDocument/2006/relationships/customXml" Target="../ink/ink2585.xml"/><Relationship Id="rId202" Type="http://schemas.openxmlformats.org/officeDocument/2006/relationships/image" Target="../media/image28384.png"/><Relationship Id="rId223" Type="http://schemas.openxmlformats.org/officeDocument/2006/relationships/customXml" Target="../ink/ink2536.xml"/><Relationship Id="rId244" Type="http://schemas.openxmlformats.org/officeDocument/2006/relationships/image" Target="../media/image28405.png"/><Relationship Id="rId18" Type="http://schemas.openxmlformats.org/officeDocument/2006/relationships/image" Target="../media/image28293.png"/><Relationship Id="rId39" Type="http://schemas.openxmlformats.org/officeDocument/2006/relationships/customXml" Target="../ink/ink2444.xml"/><Relationship Id="rId265" Type="http://schemas.openxmlformats.org/officeDocument/2006/relationships/customXml" Target="../ink/ink2557.xml"/><Relationship Id="rId286" Type="http://schemas.openxmlformats.org/officeDocument/2006/relationships/image" Target="../media/image28426.png"/><Relationship Id="rId50" Type="http://schemas.openxmlformats.org/officeDocument/2006/relationships/image" Target="../media/image28308.png"/><Relationship Id="rId104" Type="http://schemas.openxmlformats.org/officeDocument/2006/relationships/image" Target="../media/image28335.png"/><Relationship Id="rId125" Type="http://schemas.openxmlformats.org/officeDocument/2006/relationships/customXml" Target="../ink/ink2487.xml"/><Relationship Id="rId146" Type="http://schemas.openxmlformats.org/officeDocument/2006/relationships/image" Target="../media/image28356.png"/><Relationship Id="rId167" Type="http://schemas.openxmlformats.org/officeDocument/2006/relationships/customXml" Target="../ink/ink2508.xml"/><Relationship Id="rId188" Type="http://schemas.openxmlformats.org/officeDocument/2006/relationships/image" Target="../media/image28377.png"/><Relationship Id="rId311" Type="http://schemas.openxmlformats.org/officeDocument/2006/relationships/customXml" Target="../ink/ink2580.xml"/><Relationship Id="rId71" Type="http://schemas.openxmlformats.org/officeDocument/2006/relationships/customXml" Target="../ink/ink2460.xml"/><Relationship Id="rId92" Type="http://schemas.openxmlformats.org/officeDocument/2006/relationships/image" Target="../media/image28329.png"/><Relationship Id="rId213" Type="http://schemas.openxmlformats.org/officeDocument/2006/relationships/customXml" Target="../ink/ink2531.xml"/><Relationship Id="rId234" Type="http://schemas.openxmlformats.org/officeDocument/2006/relationships/image" Target="../media/image28400.png"/><Relationship Id="rId2" Type="http://schemas.openxmlformats.org/officeDocument/2006/relationships/customXml" Target="../ink/ink2425.xml"/><Relationship Id="rId29" Type="http://schemas.openxmlformats.org/officeDocument/2006/relationships/customXml" Target="../ink/ink2439.xml"/><Relationship Id="rId255" Type="http://schemas.openxmlformats.org/officeDocument/2006/relationships/customXml" Target="../ink/ink2552.xml"/><Relationship Id="rId276" Type="http://schemas.openxmlformats.org/officeDocument/2006/relationships/image" Target="../media/image28421.png"/><Relationship Id="rId297" Type="http://schemas.openxmlformats.org/officeDocument/2006/relationships/customXml" Target="../ink/ink2573.xml"/><Relationship Id="rId40" Type="http://schemas.openxmlformats.org/officeDocument/2006/relationships/image" Target="../media/image28304.png"/><Relationship Id="rId115" Type="http://schemas.openxmlformats.org/officeDocument/2006/relationships/customXml" Target="../ink/ink2482.xml"/><Relationship Id="rId136" Type="http://schemas.openxmlformats.org/officeDocument/2006/relationships/image" Target="../media/image28351.png"/><Relationship Id="rId157" Type="http://schemas.openxmlformats.org/officeDocument/2006/relationships/customXml" Target="../ink/ink2503.xml"/><Relationship Id="rId178" Type="http://schemas.openxmlformats.org/officeDocument/2006/relationships/image" Target="../media/image28372.png"/><Relationship Id="rId301" Type="http://schemas.openxmlformats.org/officeDocument/2006/relationships/customXml" Target="../ink/ink2575.xml"/><Relationship Id="rId322" Type="http://schemas.openxmlformats.org/officeDocument/2006/relationships/image" Target="../media/image28444.png"/><Relationship Id="rId61" Type="http://schemas.openxmlformats.org/officeDocument/2006/relationships/customXml" Target="../ink/ink2455.xml"/><Relationship Id="rId82" Type="http://schemas.openxmlformats.org/officeDocument/2006/relationships/image" Target="../media/image28324.png"/><Relationship Id="rId199" Type="http://schemas.openxmlformats.org/officeDocument/2006/relationships/customXml" Target="../ink/ink2524.xml"/><Relationship Id="rId203" Type="http://schemas.openxmlformats.org/officeDocument/2006/relationships/customXml" Target="../ink/ink2526.xml"/><Relationship Id="rId19" Type="http://schemas.openxmlformats.org/officeDocument/2006/relationships/customXml" Target="../ink/ink2434.xml"/><Relationship Id="rId224" Type="http://schemas.openxmlformats.org/officeDocument/2006/relationships/image" Target="../media/image28395.png"/><Relationship Id="rId245" Type="http://schemas.openxmlformats.org/officeDocument/2006/relationships/customXml" Target="../ink/ink2547.xml"/><Relationship Id="rId266" Type="http://schemas.openxmlformats.org/officeDocument/2006/relationships/image" Target="../media/image28416.png"/><Relationship Id="rId287" Type="http://schemas.openxmlformats.org/officeDocument/2006/relationships/customXml" Target="../ink/ink2568.xml"/><Relationship Id="rId30" Type="http://schemas.openxmlformats.org/officeDocument/2006/relationships/image" Target="../media/image28299.png"/><Relationship Id="rId105" Type="http://schemas.openxmlformats.org/officeDocument/2006/relationships/customXml" Target="../ink/ink2477.xml"/><Relationship Id="rId126" Type="http://schemas.openxmlformats.org/officeDocument/2006/relationships/image" Target="../media/image28346.png"/><Relationship Id="rId147" Type="http://schemas.openxmlformats.org/officeDocument/2006/relationships/customXml" Target="../ink/ink2498.xml"/><Relationship Id="rId168" Type="http://schemas.openxmlformats.org/officeDocument/2006/relationships/image" Target="../media/image28367.png"/><Relationship Id="rId312" Type="http://schemas.openxmlformats.org/officeDocument/2006/relationships/image" Target="../media/image28439.png"/><Relationship Id="rId51" Type="http://schemas.openxmlformats.org/officeDocument/2006/relationships/customXml" Target="../ink/ink2450.xml"/><Relationship Id="rId72" Type="http://schemas.openxmlformats.org/officeDocument/2006/relationships/image" Target="../media/image28319.png"/><Relationship Id="rId93" Type="http://schemas.openxmlformats.org/officeDocument/2006/relationships/customXml" Target="../ink/ink2471.xml"/><Relationship Id="rId189" Type="http://schemas.openxmlformats.org/officeDocument/2006/relationships/customXml" Target="../ink/ink2519.xml"/><Relationship Id="rId3" Type="http://schemas.openxmlformats.org/officeDocument/2006/relationships/image" Target="../media/image26579.png"/><Relationship Id="rId214" Type="http://schemas.openxmlformats.org/officeDocument/2006/relationships/image" Target="../media/image28390.png"/><Relationship Id="rId235" Type="http://schemas.openxmlformats.org/officeDocument/2006/relationships/customXml" Target="../ink/ink2542.xml"/><Relationship Id="rId256" Type="http://schemas.openxmlformats.org/officeDocument/2006/relationships/image" Target="../media/image28411.png"/><Relationship Id="rId277" Type="http://schemas.openxmlformats.org/officeDocument/2006/relationships/customXml" Target="../ink/ink2563.xml"/><Relationship Id="rId298" Type="http://schemas.openxmlformats.org/officeDocument/2006/relationships/image" Target="../media/image28432.png"/><Relationship Id="rId116" Type="http://schemas.openxmlformats.org/officeDocument/2006/relationships/image" Target="../media/image28341.png"/><Relationship Id="rId137" Type="http://schemas.openxmlformats.org/officeDocument/2006/relationships/customXml" Target="../ink/ink2493.xml"/><Relationship Id="rId158" Type="http://schemas.openxmlformats.org/officeDocument/2006/relationships/image" Target="../media/image28362.png"/><Relationship Id="rId302" Type="http://schemas.openxmlformats.org/officeDocument/2006/relationships/image" Target="../media/image28434.png"/><Relationship Id="rId20" Type="http://schemas.openxmlformats.org/officeDocument/2006/relationships/image" Target="../media/image28294.png"/><Relationship Id="rId41" Type="http://schemas.openxmlformats.org/officeDocument/2006/relationships/customXml" Target="../ink/ink2445.xml"/><Relationship Id="rId62" Type="http://schemas.openxmlformats.org/officeDocument/2006/relationships/image" Target="../media/image28314.png"/><Relationship Id="rId83" Type="http://schemas.openxmlformats.org/officeDocument/2006/relationships/customXml" Target="../ink/ink2466.xml"/><Relationship Id="rId179" Type="http://schemas.openxmlformats.org/officeDocument/2006/relationships/customXml" Target="../ink/ink2514.xml"/><Relationship Id="rId190" Type="http://schemas.openxmlformats.org/officeDocument/2006/relationships/image" Target="../media/image28378.png"/><Relationship Id="rId204" Type="http://schemas.openxmlformats.org/officeDocument/2006/relationships/image" Target="../media/image28385.png"/><Relationship Id="rId225" Type="http://schemas.openxmlformats.org/officeDocument/2006/relationships/customXml" Target="../ink/ink2537.xml"/><Relationship Id="rId246" Type="http://schemas.openxmlformats.org/officeDocument/2006/relationships/image" Target="../media/image28406.png"/><Relationship Id="rId267" Type="http://schemas.openxmlformats.org/officeDocument/2006/relationships/customXml" Target="../ink/ink2558.xml"/><Relationship Id="rId288" Type="http://schemas.openxmlformats.org/officeDocument/2006/relationships/image" Target="../media/image28427.png"/><Relationship Id="rId106" Type="http://schemas.openxmlformats.org/officeDocument/2006/relationships/image" Target="../media/image28336.png"/><Relationship Id="rId127" Type="http://schemas.openxmlformats.org/officeDocument/2006/relationships/customXml" Target="../ink/ink2488.xml"/><Relationship Id="rId313" Type="http://schemas.openxmlformats.org/officeDocument/2006/relationships/customXml" Target="../ink/ink2581.xml"/><Relationship Id="rId10" Type="http://schemas.openxmlformats.org/officeDocument/2006/relationships/image" Target="../media/image28289.png"/><Relationship Id="rId31" Type="http://schemas.openxmlformats.org/officeDocument/2006/relationships/customXml" Target="../ink/ink2440.xml"/><Relationship Id="rId52" Type="http://schemas.openxmlformats.org/officeDocument/2006/relationships/image" Target="../media/image28309.png"/><Relationship Id="rId73" Type="http://schemas.openxmlformats.org/officeDocument/2006/relationships/customXml" Target="../ink/ink2461.xml"/><Relationship Id="rId94" Type="http://schemas.openxmlformats.org/officeDocument/2006/relationships/image" Target="../media/image28330.png"/><Relationship Id="rId148" Type="http://schemas.openxmlformats.org/officeDocument/2006/relationships/image" Target="../media/image28357.png"/><Relationship Id="rId169" Type="http://schemas.openxmlformats.org/officeDocument/2006/relationships/customXml" Target="../ink/ink2509.xml"/><Relationship Id="rId4" Type="http://schemas.openxmlformats.org/officeDocument/2006/relationships/customXml" Target="../ink/ink2426.xml"/><Relationship Id="rId180" Type="http://schemas.openxmlformats.org/officeDocument/2006/relationships/image" Target="../media/image28373.png"/><Relationship Id="rId215" Type="http://schemas.openxmlformats.org/officeDocument/2006/relationships/customXml" Target="../ink/ink2532.xml"/><Relationship Id="rId236" Type="http://schemas.openxmlformats.org/officeDocument/2006/relationships/image" Target="../media/image28401.png"/><Relationship Id="rId257" Type="http://schemas.openxmlformats.org/officeDocument/2006/relationships/customXml" Target="../ink/ink2553.xml"/><Relationship Id="rId278" Type="http://schemas.openxmlformats.org/officeDocument/2006/relationships/image" Target="../media/image28422.png"/><Relationship Id="rId303" Type="http://schemas.openxmlformats.org/officeDocument/2006/relationships/customXml" Target="../ink/ink2576.xml"/><Relationship Id="rId42" Type="http://schemas.openxmlformats.org/officeDocument/2006/relationships/image" Target="../media/image28305.png"/><Relationship Id="rId84" Type="http://schemas.openxmlformats.org/officeDocument/2006/relationships/image" Target="../media/image28325.png"/><Relationship Id="rId138" Type="http://schemas.openxmlformats.org/officeDocument/2006/relationships/image" Target="../media/image28352.png"/><Relationship Id="rId191" Type="http://schemas.openxmlformats.org/officeDocument/2006/relationships/customXml" Target="../ink/ink2520.xml"/><Relationship Id="rId205" Type="http://schemas.openxmlformats.org/officeDocument/2006/relationships/customXml" Target="../ink/ink2527.xml"/><Relationship Id="rId247" Type="http://schemas.openxmlformats.org/officeDocument/2006/relationships/customXml" Target="../ink/ink2548.xml"/><Relationship Id="rId107" Type="http://schemas.openxmlformats.org/officeDocument/2006/relationships/customXml" Target="../ink/ink2478.xml"/><Relationship Id="rId289" Type="http://schemas.openxmlformats.org/officeDocument/2006/relationships/customXml" Target="../ink/ink2569.xml"/><Relationship Id="rId11" Type="http://schemas.openxmlformats.org/officeDocument/2006/relationships/customXml" Target="../ink/ink2430.xml"/><Relationship Id="rId53" Type="http://schemas.openxmlformats.org/officeDocument/2006/relationships/customXml" Target="../ink/ink2451.xml"/><Relationship Id="rId149" Type="http://schemas.openxmlformats.org/officeDocument/2006/relationships/customXml" Target="../ink/ink2499.xml"/><Relationship Id="rId314" Type="http://schemas.openxmlformats.org/officeDocument/2006/relationships/image" Target="../media/image28440.png"/><Relationship Id="rId95" Type="http://schemas.openxmlformats.org/officeDocument/2006/relationships/customXml" Target="../ink/ink2472.xml"/><Relationship Id="rId160" Type="http://schemas.openxmlformats.org/officeDocument/2006/relationships/image" Target="../media/image28363.png"/><Relationship Id="rId216" Type="http://schemas.openxmlformats.org/officeDocument/2006/relationships/image" Target="../media/image28391.png"/><Relationship Id="rId258" Type="http://schemas.openxmlformats.org/officeDocument/2006/relationships/image" Target="../media/image28412.png"/><Relationship Id="rId22" Type="http://schemas.openxmlformats.org/officeDocument/2006/relationships/image" Target="../media/image28295.png"/><Relationship Id="rId64" Type="http://schemas.openxmlformats.org/officeDocument/2006/relationships/image" Target="../media/image28315.png"/><Relationship Id="rId118" Type="http://schemas.openxmlformats.org/officeDocument/2006/relationships/image" Target="../media/image28342.png"/><Relationship Id="rId171" Type="http://schemas.openxmlformats.org/officeDocument/2006/relationships/customXml" Target="../ink/ink2510.xml"/><Relationship Id="rId227" Type="http://schemas.openxmlformats.org/officeDocument/2006/relationships/customXml" Target="../ink/ink2538.xml"/><Relationship Id="rId269" Type="http://schemas.openxmlformats.org/officeDocument/2006/relationships/customXml" Target="../ink/ink2559.xml"/><Relationship Id="rId33" Type="http://schemas.openxmlformats.org/officeDocument/2006/relationships/customXml" Target="../ink/ink2441.xml"/><Relationship Id="rId129" Type="http://schemas.openxmlformats.org/officeDocument/2006/relationships/customXml" Target="../ink/ink2489.xml"/><Relationship Id="rId280" Type="http://schemas.openxmlformats.org/officeDocument/2006/relationships/image" Target="../media/image28423.png"/><Relationship Id="rId75" Type="http://schemas.openxmlformats.org/officeDocument/2006/relationships/customXml" Target="../ink/ink2462.xml"/><Relationship Id="rId140" Type="http://schemas.openxmlformats.org/officeDocument/2006/relationships/image" Target="../media/image28353.png"/><Relationship Id="rId182" Type="http://schemas.openxmlformats.org/officeDocument/2006/relationships/image" Target="../media/image28374.png"/><Relationship Id="rId6" Type="http://schemas.openxmlformats.org/officeDocument/2006/relationships/customXml" Target="../ink/ink2427.xml"/><Relationship Id="rId238" Type="http://schemas.openxmlformats.org/officeDocument/2006/relationships/image" Target="../media/image28402.png"/><Relationship Id="rId291" Type="http://schemas.openxmlformats.org/officeDocument/2006/relationships/customXml" Target="../ink/ink2570.xml"/><Relationship Id="rId305" Type="http://schemas.openxmlformats.org/officeDocument/2006/relationships/customXml" Target="../ink/ink2577.xml"/><Relationship Id="rId44" Type="http://schemas.openxmlformats.org/officeDocument/2006/relationships/image" Target="../media/image28306.png"/><Relationship Id="rId86" Type="http://schemas.openxmlformats.org/officeDocument/2006/relationships/image" Target="../media/image28326.png"/><Relationship Id="rId151" Type="http://schemas.openxmlformats.org/officeDocument/2006/relationships/customXml" Target="../ink/ink2500.xml"/><Relationship Id="rId193" Type="http://schemas.openxmlformats.org/officeDocument/2006/relationships/customXml" Target="../ink/ink2521.xml"/><Relationship Id="rId207" Type="http://schemas.openxmlformats.org/officeDocument/2006/relationships/customXml" Target="../ink/ink2528.xml"/><Relationship Id="rId249" Type="http://schemas.openxmlformats.org/officeDocument/2006/relationships/customXml" Target="../ink/ink2549.xml"/><Relationship Id="rId13" Type="http://schemas.openxmlformats.org/officeDocument/2006/relationships/customXml" Target="../ink/ink2431.xml"/><Relationship Id="rId109" Type="http://schemas.openxmlformats.org/officeDocument/2006/relationships/customXml" Target="../ink/ink2479.xml"/><Relationship Id="rId260" Type="http://schemas.openxmlformats.org/officeDocument/2006/relationships/image" Target="../media/image28413.png"/><Relationship Id="rId316" Type="http://schemas.openxmlformats.org/officeDocument/2006/relationships/image" Target="../media/image28441.png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644.xml"/><Relationship Id="rId21" Type="http://schemas.openxmlformats.org/officeDocument/2006/relationships/customXml" Target="../ink/ink2596.xml"/><Relationship Id="rId324" Type="http://schemas.openxmlformats.org/officeDocument/2006/relationships/image" Target="../media/image28599.png"/><Relationship Id="rId531" Type="http://schemas.openxmlformats.org/officeDocument/2006/relationships/image" Target="../media/image28699.png"/><Relationship Id="rId170" Type="http://schemas.openxmlformats.org/officeDocument/2006/relationships/image" Target="../media/image28523.png"/><Relationship Id="rId268" Type="http://schemas.openxmlformats.org/officeDocument/2006/relationships/image" Target="../media/image28571.png"/><Relationship Id="rId475" Type="http://schemas.openxmlformats.org/officeDocument/2006/relationships/image" Target="../media/image28671.png"/><Relationship Id="rId32" Type="http://schemas.openxmlformats.org/officeDocument/2006/relationships/image" Target="../media/image28456.png"/><Relationship Id="rId128" Type="http://schemas.openxmlformats.org/officeDocument/2006/relationships/image" Target="../media/image28503.png"/><Relationship Id="rId335" Type="http://schemas.openxmlformats.org/officeDocument/2006/relationships/customXml" Target="../ink/ink2753.xml"/><Relationship Id="rId542" Type="http://schemas.openxmlformats.org/officeDocument/2006/relationships/customXml" Target="../ink/ink2857.xml"/><Relationship Id="rId181" Type="http://schemas.openxmlformats.org/officeDocument/2006/relationships/customXml" Target="../ink/ink2676.xml"/><Relationship Id="rId402" Type="http://schemas.openxmlformats.org/officeDocument/2006/relationships/image" Target="../media/image27144.png"/><Relationship Id="rId279" Type="http://schemas.openxmlformats.org/officeDocument/2006/relationships/customXml" Target="../ink/ink2725.xml"/><Relationship Id="rId486" Type="http://schemas.openxmlformats.org/officeDocument/2006/relationships/customXml" Target="../ink/ink2829.xml"/><Relationship Id="rId43" Type="http://schemas.openxmlformats.org/officeDocument/2006/relationships/customXml" Target="../ink/ink2607.xml"/><Relationship Id="rId139" Type="http://schemas.openxmlformats.org/officeDocument/2006/relationships/customXml" Target="../ink/ink2655.xml"/><Relationship Id="rId346" Type="http://schemas.openxmlformats.org/officeDocument/2006/relationships/image" Target="../media/image28610.png"/><Relationship Id="rId553" Type="http://schemas.openxmlformats.org/officeDocument/2006/relationships/image" Target="../media/image28710.png"/><Relationship Id="rId192" Type="http://schemas.openxmlformats.org/officeDocument/2006/relationships/image" Target="../media/image28534.png"/><Relationship Id="rId206" Type="http://schemas.openxmlformats.org/officeDocument/2006/relationships/image" Target="../media/image28541.png"/><Relationship Id="rId413" Type="http://schemas.openxmlformats.org/officeDocument/2006/relationships/customXml" Target="../ink/ink2792.xml"/><Relationship Id="rId497" Type="http://schemas.openxmlformats.org/officeDocument/2006/relationships/image" Target="../media/image28682.png"/><Relationship Id="rId357" Type="http://schemas.openxmlformats.org/officeDocument/2006/relationships/customXml" Target="../ink/ink2764.xml"/><Relationship Id="rId54" Type="http://schemas.openxmlformats.org/officeDocument/2006/relationships/image" Target="../media/image28466.png"/><Relationship Id="rId217" Type="http://schemas.openxmlformats.org/officeDocument/2006/relationships/customXml" Target="../ink/ink2694.xml"/><Relationship Id="rId259" Type="http://schemas.openxmlformats.org/officeDocument/2006/relationships/customXml" Target="../ink/ink2715.xml"/><Relationship Id="rId424" Type="http://schemas.openxmlformats.org/officeDocument/2006/relationships/image" Target="../media/image28647.png"/><Relationship Id="rId466" Type="http://schemas.openxmlformats.org/officeDocument/2006/relationships/customXml" Target="../ink/ink2819.xml"/><Relationship Id="rId23" Type="http://schemas.openxmlformats.org/officeDocument/2006/relationships/customXml" Target="../ink/ink2597.xml"/><Relationship Id="rId119" Type="http://schemas.openxmlformats.org/officeDocument/2006/relationships/customXml" Target="../ink/ink2645.xml"/><Relationship Id="rId270" Type="http://schemas.openxmlformats.org/officeDocument/2006/relationships/image" Target="../media/image28572.png"/><Relationship Id="rId326" Type="http://schemas.openxmlformats.org/officeDocument/2006/relationships/image" Target="../media/image28600.png"/><Relationship Id="rId533" Type="http://schemas.openxmlformats.org/officeDocument/2006/relationships/image" Target="../media/image28700.png"/><Relationship Id="rId65" Type="http://schemas.openxmlformats.org/officeDocument/2006/relationships/customXml" Target="../ink/ink2618.xml"/><Relationship Id="rId130" Type="http://schemas.openxmlformats.org/officeDocument/2006/relationships/image" Target="../media/image28504.png"/><Relationship Id="rId368" Type="http://schemas.openxmlformats.org/officeDocument/2006/relationships/image" Target="../media/image28621.png"/><Relationship Id="rId172" Type="http://schemas.openxmlformats.org/officeDocument/2006/relationships/image" Target="../media/image28524.png"/><Relationship Id="rId228" Type="http://schemas.openxmlformats.org/officeDocument/2006/relationships/image" Target="../media/image28552.png"/><Relationship Id="rId435" Type="http://schemas.openxmlformats.org/officeDocument/2006/relationships/customXml" Target="../ink/ink2803.xml"/><Relationship Id="rId477" Type="http://schemas.openxmlformats.org/officeDocument/2006/relationships/image" Target="../media/image28672.png"/><Relationship Id="rId281" Type="http://schemas.openxmlformats.org/officeDocument/2006/relationships/customXml" Target="../ink/ink2726.xml"/><Relationship Id="rId337" Type="http://schemas.openxmlformats.org/officeDocument/2006/relationships/customXml" Target="../ink/ink2754.xml"/><Relationship Id="rId502" Type="http://schemas.openxmlformats.org/officeDocument/2006/relationships/customXml" Target="../ink/ink2837.xml"/><Relationship Id="rId34" Type="http://schemas.openxmlformats.org/officeDocument/2006/relationships/image" Target="../media/image28457.png"/><Relationship Id="rId76" Type="http://schemas.openxmlformats.org/officeDocument/2006/relationships/image" Target="../media/image28477.png"/><Relationship Id="rId141" Type="http://schemas.openxmlformats.org/officeDocument/2006/relationships/customXml" Target="../ink/ink2656.xml"/><Relationship Id="rId379" Type="http://schemas.openxmlformats.org/officeDocument/2006/relationships/customXml" Target="../ink/ink2775.xml"/><Relationship Id="rId544" Type="http://schemas.openxmlformats.org/officeDocument/2006/relationships/customXml" Target="../ink/ink2858.xml"/><Relationship Id="rId7" Type="http://schemas.openxmlformats.org/officeDocument/2006/relationships/image" Target="../media/image27370.png"/><Relationship Id="rId183" Type="http://schemas.openxmlformats.org/officeDocument/2006/relationships/customXml" Target="../ink/ink2677.xml"/><Relationship Id="rId239" Type="http://schemas.openxmlformats.org/officeDocument/2006/relationships/customXml" Target="../ink/ink2705.xml"/><Relationship Id="rId390" Type="http://schemas.openxmlformats.org/officeDocument/2006/relationships/image" Target="../media/image28631.png"/><Relationship Id="rId404" Type="http://schemas.openxmlformats.org/officeDocument/2006/relationships/image" Target="../media/image28637.png"/><Relationship Id="rId446" Type="http://schemas.openxmlformats.org/officeDocument/2006/relationships/customXml" Target="../ink/ink2809.xml"/><Relationship Id="rId250" Type="http://schemas.openxmlformats.org/officeDocument/2006/relationships/image" Target="../media/image28563.png"/><Relationship Id="rId292" Type="http://schemas.openxmlformats.org/officeDocument/2006/relationships/image" Target="../media/image28583.png"/><Relationship Id="rId306" Type="http://schemas.openxmlformats.org/officeDocument/2006/relationships/image" Target="../media/image28590.png"/><Relationship Id="rId488" Type="http://schemas.openxmlformats.org/officeDocument/2006/relationships/customXml" Target="../ink/ink2830.xml"/><Relationship Id="rId45" Type="http://schemas.openxmlformats.org/officeDocument/2006/relationships/customXml" Target="../ink/ink2608.xml"/><Relationship Id="rId87" Type="http://schemas.openxmlformats.org/officeDocument/2006/relationships/customXml" Target="../ink/ink2629.xml"/><Relationship Id="rId110" Type="http://schemas.openxmlformats.org/officeDocument/2006/relationships/image" Target="../media/image28494.png"/><Relationship Id="rId348" Type="http://schemas.openxmlformats.org/officeDocument/2006/relationships/image" Target="../media/image28611.png"/><Relationship Id="rId513" Type="http://schemas.openxmlformats.org/officeDocument/2006/relationships/image" Target="../media/image28690.png"/><Relationship Id="rId555" Type="http://schemas.openxmlformats.org/officeDocument/2006/relationships/image" Target="../media/image28711.png"/><Relationship Id="rId152" Type="http://schemas.openxmlformats.org/officeDocument/2006/relationships/image" Target="../media/image28514.png"/><Relationship Id="rId194" Type="http://schemas.openxmlformats.org/officeDocument/2006/relationships/image" Target="../media/image28535.png"/><Relationship Id="rId208" Type="http://schemas.openxmlformats.org/officeDocument/2006/relationships/image" Target="../media/image28542.png"/><Relationship Id="rId415" Type="http://schemas.openxmlformats.org/officeDocument/2006/relationships/customXml" Target="../ink/ink2793.xml"/><Relationship Id="rId457" Type="http://schemas.openxmlformats.org/officeDocument/2006/relationships/image" Target="../media/image28662.png"/><Relationship Id="rId261" Type="http://schemas.openxmlformats.org/officeDocument/2006/relationships/customXml" Target="../ink/ink2716.xml"/><Relationship Id="rId499" Type="http://schemas.openxmlformats.org/officeDocument/2006/relationships/image" Target="../media/image28683.png"/><Relationship Id="rId14" Type="http://schemas.openxmlformats.org/officeDocument/2006/relationships/image" Target="../media/image28447.png"/><Relationship Id="rId56" Type="http://schemas.openxmlformats.org/officeDocument/2006/relationships/image" Target="../media/image28467.png"/><Relationship Id="rId317" Type="http://schemas.openxmlformats.org/officeDocument/2006/relationships/customXml" Target="../ink/ink2744.xml"/><Relationship Id="rId359" Type="http://schemas.openxmlformats.org/officeDocument/2006/relationships/customXml" Target="../ink/ink2765.xml"/><Relationship Id="rId524" Type="http://schemas.openxmlformats.org/officeDocument/2006/relationships/customXml" Target="../ink/ink2848.xml"/><Relationship Id="rId98" Type="http://schemas.openxmlformats.org/officeDocument/2006/relationships/image" Target="../media/image28488.png"/><Relationship Id="rId121" Type="http://schemas.openxmlformats.org/officeDocument/2006/relationships/customXml" Target="../ink/ink2646.xml"/><Relationship Id="rId163" Type="http://schemas.openxmlformats.org/officeDocument/2006/relationships/customXml" Target="../ink/ink2667.xml"/><Relationship Id="rId219" Type="http://schemas.openxmlformats.org/officeDocument/2006/relationships/customXml" Target="../ink/ink2695.xml"/><Relationship Id="rId370" Type="http://schemas.openxmlformats.org/officeDocument/2006/relationships/image" Target="../media/image28622.png"/><Relationship Id="rId426" Type="http://schemas.openxmlformats.org/officeDocument/2006/relationships/image" Target="../media/image28648.png"/><Relationship Id="rId230" Type="http://schemas.openxmlformats.org/officeDocument/2006/relationships/image" Target="../media/image28553.png"/><Relationship Id="rId468" Type="http://schemas.openxmlformats.org/officeDocument/2006/relationships/customXml" Target="../ink/ink2820.xml"/><Relationship Id="rId25" Type="http://schemas.openxmlformats.org/officeDocument/2006/relationships/customXml" Target="../ink/ink2598.xml"/><Relationship Id="rId67" Type="http://schemas.openxmlformats.org/officeDocument/2006/relationships/customXml" Target="../ink/ink2619.xml"/><Relationship Id="rId272" Type="http://schemas.openxmlformats.org/officeDocument/2006/relationships/image" Target="../media/image28573.png"/><Relationship Id="rId328" Type="http://schemas.openxmlformats.org/officeDocument/2006/relationships/image" Target="../media/image28601.png"/><Relationship Id="rId535" Type="http://schemas.openxmlformats.org/officeDocument/2006/relationships/image" Target="../media/image28701.png"/><Relationship Id="rId132" Type="http://schemas.openxmlformats.org/officeDocument/2006/relationships/image" Target="../media/image28505.png"/><Relationship Id="rId174" Type="http://schemas.openxmlformats.org/officeDocument/2006/relationships/image" Target="../media/image28525.png"/><Relationship Id="rId381" Type="http://schemas.openxmlformats.org/officeDocument/2006/relationships/customXml" Target="../ink/ink2776.xml"/><Relationship Id="rId241" Type="http://schemas.openxmlformats.org/officeDocument/2006/relationships/customXml" Target="../ink/ink2706.xml"/><Relationship Id="rId437" Type="http://schemas.openxmlformats.org/officeDocument/2006/relationships/customXml" Target="../ink/ink2804.xml"/><Relationship Id="rId479" Type="http://schemas.openxmlformats.org/officeDocument/2006/relationships/image" Target="../media/image28673.png"/><Relationship Id="rId36" Type="http://schemas.openxmlformats.org/officeDocument/2006/relationships/image" Target="../media/image28458.png"/><Relationship Id="rId283" Type="http://schemas.openxmlformats.org/officeDocument/2006/relationships/customXml" Target="../ink/ink2727.xml"/><Relationship Id="rId339" Type="http://schemas.openxmlformats.org/officeDocument/2006/relationships/customXml" Target="../ink/ink2755.xml"/><Relationship Id="rId490" Type="http://schemas.openxmlformats.org/officeDocument/2006/relationships/customXml" Target="../ink/ink2831.xml"/><Relationship Id="rId504" Type="http://schemas.openxmlformats.org/officeDocument/2006/relationships/customXml" Target="../ink/ink2838.xml"/><Relationship Id="rId546" Type="http://schemas.openxmlformats.org/officeDocument/2006/relationships/customXml" Target="../ink/ink2859.xml"/><Relationship Id="rId78" Type="http://schemas.openxmlformats.org/officeDocument/2006/relationships/image" Target="../media/image28478.png"/><Relationship Id="rId101" Type="http://schemas.openxmlformats.org/officeDocument/2006/relationships/customXml" Target="../ink/ink2636.xml"/><Relationship Id="rId143" Type="http://schemas.openxmlformats.org/officeDocument/2006/relationships/customXml" Target="../ink/ink2657.xml"/><Relationship Id="rId185" Type="http://schemas.openxmlformats.org/officeDocument/2006/relationships/customXml" Target="../ink/ink2678.xml"/><Relationship Id="rId350" Type="http://schemas.openxmlformats.org/officeDocument/2006/relationships/image" Target="../media/image28612.png"/><Relationship Id="rId406" Type="http://schemas.openxmlformats.org/officeDocument/2006/relationships/image" Target="../media/image28638.png"/><Relationship Id="rId9" Type="http://schemas.openxmlformats.org/officeDocument/2006/relationships/customXml" Target="../ink/ink2590.xml"/><Relationship Id="rId210" Type="http://schemas.openxmlformats.org/officeDocument/2006/relationships/image" Target="../media/image28543.png"/><Relationship Id="rId392" Type="http://schemas.openxmlformats.org/officeDocument/2006/relationships/image" Target="../media/image28632.png"/><Relationship Id="rId448" Type="http://schemas.openxmlformats.org/officeDocument/2006/relationships/customXml" Target="../ink/ink2810.xml"/><Relationship Id="rId252" Type="http://schemas.openxmlformats.org/officeDocument/2006/relationships/image" Target="../media/image28564.png"/><Relationship Id="rId294" Type="http://schemas.openxmlformats.org/officeDocument/2006/relationships/image" Target="../media/image28584.png"/><Relationship Id="rId308" Type="http://schemas.openxmlformats.org/officeDocument/2006/relationships/image" Target="../media/image28591.png"/><Relationship Id="rId515" Type="http://schemas.openxmlformats.org/officeDocument/2006/relationships/image" Target="../media/image28691.png"/><Relationship Id="rId47" Type="http://schemas.openxmlformats.org/officeDocument/2006/relationships/customXml" Target="../ink/ink2609.xml"/><Relationship Id="rId89" Type="http://schemas.openxmlformats.org/officeDocument/2006/relationships/customXml" Target="../ink/ink2630.xml"/><Relationship Id="rId112" Type="http://schemas.openxmlformats.org/officeDocument/2006/relationships/image" Target="../media/image28495.png"/><Relationship Id="rId154" Type="http://schemas.openxmlformats.org/officeDocument/2006/relationships/image" Target="../media/image28515.png"/><Relationship Id="rId361" Type="http://schemas.openxmlformats.org/officeDocument/2006/relationships/customXml" Target="../ink/ink2766.xml"/><Relationship Id="rId557" Type="http://schemas.openxmlformats.org/officeDocument/2006/relationships/image" Target="../media/image28712.png"/><Relationship Id="rId196" Type="http://schemas.openxmlformats.org/officeDocument/2006/relationships/image" Target="../media/image28536.png"/><Relationship Id="rId417" Type="http://schemas.openxmlformats.org/officeDocument/2006/relationships/customXml" Target="../ink/ink2794.xml"/><Relationship Id="rId459" Type="http://schemas.openxmlformats.org/officeDocument/2006/relationships/image" Target="../media/image28663.png"/><Relationship Id="rId16" Type="http://schemas.openxmlformats.org/officeDocument/2006/relationships/image" Target="../media/image28448.png"/><Relationship Id="rId221" Type="http://schemas.openxmlformats.org/officeDocument/2006/relationships/customXml" Target="../ink/ink2696.xml"/><Relationship Id="rId263" Type="http://schemas.openxmlformats.org/officeDocument/2006/relationships/customXml" Target="../ink/ink2717.xml"/><Relationship Id="rId319" Type="http://schemas.openxmlformats.org/officeDocument/2006/relationships/customXml" Target="../ink/ink2745.xml"/><Relationship Id="rId470" Type="http://schemas.openxmlformats.org/officeDocument/2006/relationships/customXml" Target="../ink/ink2821.xml"/><Relationship Id="rId526" Type="http://schemas.openxmlformats.org/officeDocument/2006/relationships/customXml" Target="../ink/ink2849.xml"/><Relationship Id="rId58" Type="http://schemas.openxmlformats.org/officeDocument/2006/relationships/image" Target="../media/image28468.png"/><Relationship Id="rId123" Type="http://schemas.openxmlformats.org/officeDocument/2006/relationships/customXml" Target="../ink/ink2647.xml"/><Relationship Id="rId330" Type="http://schemas.openxmlformats.org/officeDocument/2006/relationships/image" Target="../media/image28602.png"/><Relationship Id="rId165" Type="http://schemas.openxmlformats.org/officeDocument/2006/relationships/customXml" Target="../ink/ink2668.xml"/><Relationship Id="rId372" Type="http://schemas.openxmlformats.org/officeDocument/2006/relationships/image" Target="../media/image28623.png"/><Relationship Id="rId428" Type="http://schemas.openxmlformats.org/officeDocument/2006/relationships/image" Target="../media/image28649.png"/><Relationship Id="rId232" Type="http://schemas.openxmlformats.org/officeDocument/2006/relationships/image" Target="../media/image28554.png"/><Relationship Id="rId274" Type="http://schemas.openxmlformats.org/officeDocument/2006/relationships/image" Target="../media/image28574.png"/><Relationship Id="rId481" Type="http://schemas.openxmlformats.org/officeDocument/2006/relationships/image" Target="../media/image28674.png"/><Relationship Id="rId27" Type="http://schemas.openxmlformats.org/officeDocument/2006/relationships/customXml" Target="../ink/ink2599.xml"/><Relationship Id="rId69" Type="http://schemas.openxmlformats.org/officeDocument/2006/relationships/customXml" Target="../ink/ink2620.xml"/><Relationship Id="rId134" Type="http://schemas.openxmlformats.org/officeDocument/2006/relationships/image" Target="../media/image28506.png"/><Relationship Id="rId537" Type="http://schemas.openxmlformats.org/officeDocument/2006/relationships/image" Target="../media/image28702.png"/><Relationship Id="rId80" Type="http://schemas.openxmlformats.org/officeDocument/2006/relationships/image" Target="../media/image28479.png"/><Relationship Id="rId176" Type="http://schemas.openxmlformats.org/officeDocument/2006/relationships/image" Target="../media/image28526.png"/><Relationship Id="rId341" Type="http://schemas.openxmlformats.org/officeDocument/2006/relationships/customXml" Target="../ink/ink2756.xml"/><Relationship Id="rId383" Type="http://schemas.openxmlformats.org/officeDocument/2006/relationships/customXml" Target="../ink/ink2777.xml"/><Relationship Id="rId439" Type="http://schemas.openxmlformats.org/officeDocument/2006/relationships/image" Target="../media/image28653.png"/><Relationship Id="rId201" Type="http://schemas.openxmlformats.org/officeDocument/2006/relationships/customXml" Target="../ink/ink2686.xml"/><Relationship Id="rId243" Type="http://schemas.openxmlformats.org/officeDocument/2006/relationships/customXml" Target="../ink/ink2707.xml"/><Relationship Id="rId285" Type="http://schemas.openxmlformats.org/officeDocument/2006/relationships/customXml" Target="../ink/ink2728.xml"/><Relationship Id="rId450" Type="http://schemas.openxmlformats.org/officeDocument/2006/relationships/customXml" Target="../ink/ink2811.xml"/><Relationship Id="rId506" Type="http://schemas.openxmlformats.org/officeDocument/2006/relationships/customXml" Target="../ink/ink2839.xml"/><Relationship Id="rId38" Type="http://schemas.openxmlformats.org/officeDocument/2006/relationships/image" Target="../media/image28459.png"/><Relationship Id="rId103" Type="http://schemas.openxmlformats.org/officeDocument/2006/relationships/customXml" Target="../ink/ink2637.xml"/><Relationship Id="rId310" Type="http://schemas.openxmlformats.org/officeDocument/2006/relationships/image" Target="../media/image28592.png"/><Relationship Id="rId492" Type="http://schemas.openxmlformats.org/officeDocument/2006/relationships/customXml" Target="../ink/ink2832.xml"/><Relationship Id="rId548" Type="http://schemas.openxmlformats.org/officeDocument/2006/relationships/customXml" Target="../ink/ink2860.xml"/><Relationship Id="rId91" Type="http://schemas.openxmlformats.org/officeDocument/2006/relationships/customXml" Target="../ink/ink2631.xml"/><Relationship Id="rId145" Type="http://schemas.openxmlformats.org/officeDocument/2006/relationships/customXml" Target="../ink/ink2658.xml"/><Relationship Id="rId187" Type="http://schemas.openxmlformats.org/officeDocument/2006/relationships/customXml" Target="../ink/ink2679.xml"/><Relationship Id="rId352" Type="http://schemas.openxmlformats.org/officeDocument/2006/relationships/image" Target="../media/image28613.png"/><Relationship Id="rId394" Type="http://schemas.openxmlformats.org/officeDocument/2006/relationships/image" Target="../media/image28633.png"/><Relationship Id="rId408" Type="http://schemas.openxmlformats.org/officeDocument/2006/relationships/image" Target="../media/image28639.png"/><Relationship Id="rId212" Type="http://schemas.openxmlformats.org/officeDocument/2006/relationships/image" Target="../media/image28544.png"/><Relationship Id="rId254" Type="http://schemas.openxmlformats.org/officeDocument/2006/relationships/image" Target="../media/image28565.png"/><Relationship Id="rId49" Type="http://schemas.openxmlformats.org/officeDocument/2006/relationships/customXml" Target="../ink/ink2610.xml"/><Relationship Id="rId114" Type="http://schemas.openxmlformats.org/officeDocument/2006/relationships/image" Target="../media/image28496.png"/><Relationship Id="rId296" Type="http://schemas.openxmlformats.org/officeDocument/2006/relationships/image" Target="../media/image28585.png"/><Relationship Id="rId461" Type="http://schemas.openxmlformats.org/officeDocument/2006/relationships/image" Target="../media/image28664.png"/><Relationship Id="rId517" Type="http://schemas.openxmlformats.org/officeDocument/2006/relationships/image" Target="../media/image28692.png"/><Relationship Id="rId559" Type="http://schemas.openxmlformats.org/officeDocument/2006/relationships/image" Target="../media/image28713.png"/><Relationship Id="rId60" Type="http://schemas.openxmlformats.org/officeDocument/2006/relationships/image" Target="../media/image28469.png"/><Relationship Id="rId156" Type="http://schemas.openxmlformats.org/officeDocument/2006/relationships/image" Target="../media/image28516.png"/><Relationship Id="rId198" Type="http://schemas.openxmlformats.org/officeDocument/2006/relationships/image" Target="../media/image28537.png"/><Relationship Id="rId321" Type="http://schemas.openxmlformats.org/officeDocument/2006/relationships/customXml" Target="../ink/ink2746.xml"/><Relationship Id="rId363" Type="http://schemas.openxmlformats.org/officeDocument/2006/relationships/customXml" Target="../ink/ink2767.xml"/><Relationship Id="rId419" Type="http://schemas.openxmlformats.org/officeDocument/2006/relationships/customXml" Target="../ink/ink2795.xml"/><Relationship Id="rId223" Type="http://schemas.openxmlformats.org/officeDocument/2006/relationships/customXml" Target="../ink/ink2697.xml"/><Relationship Id="rId430" Type="http://schemas.openxmlformats.org/officeDocument/2006/relationships/image" Target="../media/image27146.png"/><Relationship Id="rId18" Type="http://schemas.openxmlformats.org/officeDocument/2006/relationships/image" Target="../media/image28449.png"/><Relationship Id="rId265" Type="http://schemas.openxmlformats.org/officeDocument/2006/relationships/customXml" Target="../ink/ink2718.xml"/><Relationship Id="rId472" Type="http://schemas.openxmlformats.org/officeDocument/2006/relationships/customXml" Target="../ink/ink2822.xml"/><Relationship Id="rId528" Type="http://schemas.openxmlformats.org/officeDocument/2006/relationships/customXml" Target="../ink/ink2850.xml"/><Relationship Id="rId125" Type="http://schemas.openxmlformats.org/officeDocument/2006/relationships/customXml" Target="../ink/ink2648.xml"/><Relationship Id="rId167" Type="http://schemas.openxmlformats.org/officeDocument/2006/relationships/customXml" Target="../ink/ink2669.xml"/><Relationship Id="rId332" Type="http://schemas.openxmlformats.org/officeDocument/2006/relationships/image" Target="../media/image28603.png"/><Relationship Id="rId374" Type="http://schemas.openxmlformats.org/officeDocument/2006/relationships/image" Target="../media/image28624.png"/><Relationship Id="rId71" Type="http://schemas.openxmlformats.org/officeDocument/2006/relationships/customXml" Target="../ink/ink2621.xml"/><Relationship Id="rId234" Type="http://schemas.openxmlformats.org/officeDocument/2006/relationships/image" Target="../media/image28555.png"/><Relationship Id="rId2" Type="http://schemas.openxmlformats.org/officeDocument/2006/relationships/customXml" Target="../ink/ink2586.xml"/><Relationship Id="rId29" Type="http://schemas.openxmlformats.org/officeDocument/2006/relationships/customXml" Target="../ink/ink2600.xml"/><Relationship Id="rId276" Type="http://schemas.openxmlformats.org/officeDocument/2006/relationships/image" Target="../media/image28575.png"/><Relationship Id="rId441" Type="http://schemas.openxmlformats.org/officeDocument/2006/relationships/image" Target="../media/image28654.png"/><Relationship Id="rId483" Type="http://schemas.openxmlformats.org/officeDocument/2006/relationships/image" Target="../media/image28675.png"/><Relationship Id="rId539" Type="http://schemas.openxmlformats.org/officeDocument/2006/relationships/image" Target="../media/image28703.png"/><Relationship Id="rId40" Type="http://schemas.openxmlformats.org/officeDocument/2006/relationships/image" Target="../media/image28460.png"/><Relationship Id="rId136" Type="http://schemas.openxmlformats.org/officeDocument/2006/relationships/image" Target="../media/image28257.png"/><Relationship Id="rId178" Type="http://schemas.openxmlformats.org/officeDocument/2006/relationships/image" Target="../media/image28527.png"/><Relationship Id="rId301" Type="http://schemas.openxmlformats.org/officeDocument/2006/relationships/customXml" Target="../ink/ink2736.xml"/><Relationship Id="rId343" Type="http://schemas.openxmlformats.org/officeDocument/2006/relationships/customXml" Target="../ink/ink2757.xml"/><Relationship Id="rId550" Type="http://schemas.openxmlformats.org/officeDocument/2006/relationships/customXml" Target="../ink/ink2861.xml"/><Relationship Id="rId82" Type="http://schemas.openxmlformats.org/officeDocument/2006/relationships/image" Target="../media/image28480.png"/><Relationship Id="rId203" Type="http://schemas.openxmlformats.org/officeDocument/2006/relationships/customXml" Target="../ink/ink2687.xml"/><Relationship Id="rId385" Type="http://schemas.openxmlformats.org/officeDocument/2006/relationships/customXml" Target="../ink/ink2778.xml"/><Relationship Id="rId245" Type="http://schemas.openxmlformats.org/officeDocument/2006/relationships/customXml" Target="../ink/ink2708.xml"/><Relationship Id="rId287" Type="http://schemas.openxmlformats.org/officeDocument/2006/relationships/customXml" Target="../ink/ink2729.xml"/><Relationship Id="rId410" Type="http://schemas.openxmlformats.org/officeDocument/2006/relationships/image" Target="../media/image28640.png"/><Relationship Id="rId452" Type="http://schemas.openxmlformats.org/officeDocument/2006/relationships/customXml" Target="../ink/ink2812.xml"/><Relationship Id="rId494" Type="http://schemas.openxmlformats.org/officeDocument/2006/relationships/customXml" Target="../ink/ink2833.xml"/><Relationship Id="rId508" Type="http://schemas.openxmlformats.org/officeDocument/2006/relationships/customXml" Target="../ink/ink2840.xml"/><Relationship Id="rId105" Type="http://schemas.openxmlformats.org/officeDocument/2006/relationships/customXml" Target="../ink/ink2638.xml"/><Relationship Id="rId147" Type="http://schemas.openxmlformats.org/officeDocument/2006/relationships/customXml" Target="../ink/ink2659.xml"/><Relationship Id="rId312" Type="http://schemas.openxmlformats.org/officeDocument/2006/relationships/image" Target="../media/image28593.png"/><Relationship Id="rId354" Type="http://schemas.openxmlformats.org/officeDocument/2006/relationships/image" Target="../media/image28614.png"/><Relationship Id="rId51" Type="http://schemas.openxmlformats.org/officeDocument/2006/relationships/customXml" Target="../ink/ink2611.xml"/><Relationship Id="rId93" Type="http://schemas.openxmlformats.org/officeDocument/2006/relationships/customXml" Target="../ink/ink2632.xml"/><Relationship Id="rId189" Type="http://schemas.openxmlformats.org/officeDocument/2006/relationships/customXml" Target="../ink/ink2680.xml"/><Relationship Id="rId396" Type="http://schemas.openxmlformats.org/officeDocument/2006/relationships/image" Target="../media/image28634.png"/><Relationship Id="rId214" Type="http://schemas.openxmlformats.org/officeDocument/2006/relationships/image" Target="../media/image28545.png"/><Relationship Id="rId256" Type="http://schemas.openxmlformats.org/officeDocument/2006/relationships/image" Target="../media/image28193.png"/><Relationship Id="rId298" Type="http://schemas.openxmlformats.org/officeDocument/2006/relationships/image" Target="../media/image28586.png"/><Relationship Id="rId421" Type="http://schemas.openxmlformats.org/officeDocument/2006/relationships/customXml" Target="../ink/ink2796.xml"/><Relationship Id="rId463" Type="http://schemas.openxmlformats.org/officeDocument/2006/relationships/image" Target="../media/image28665.png"/><Relationship Id="rId519" Type="http://schemas.openxmlformats.org/officeDocument/2006/relationships/image" Target="../media/image28693.png"/><Relationship Id="rId116" Type="http://schemas.openxmlformats.org/officeDocument/2006/relationships/image" Target="../media/image28497.png"/><Relationship Id="rId158" Type="http://schemas.openxmlformats.org/officeDocument/2006/relationships/image" Target="../media/image28517.png"/><Relationship Id="rId323" Type="http://schemas.openxmlformats.org/officeDocument/2006/relationships/customXml" Target="../ink/ink2747.xml"/><Relationship Id="rId530" Type="http://schemas.openxmlformats.org/officeDocument/2006/relationships/customXml" Target="../ink/ink2851.xml"/><Relationship Id="rId20" Type="http://schemas.openxmlformats.org/officeDocument/2006/relationships/image" Target="../media/image28450.png"/><Relationship Id="rId62" Type="http://schemas.openxmlformats.org/officeDocument/2006/relationships/image" Target="../media/image28470.png"/><Relationship Id="rId365" Type="http://schemas.openxmlformats.org/officeDocument/2006/relationships/customXml" Target="../ink/ink2768.xml"/><Relationship Id="rId225" Type="http://schemas.openxmlformats.org/officeDocument/2006/relationships/customXml" Target="../ink/ink2698.xml"/><Relationship Id="rId267" Type="http://schemas.openxmlformats.org/officeDocument/2006/relationships/customXml" Target="../ink/ink2719.xml"/><Relationship Id="rId432" Type="http://schemas.openxmlformats.org/officeDocument/2006/relationships/image" Target="../media/image28650.png"/><Relationship Id="rId474" Type="http://schemas.openxmlformats.org/officeDocument/2006/relationships/customXml" Target="../ink/ink2823.xml"/><Relationship Id="rId127" Type="http://schemas.openxmlformats.org/officeDocument/2006/relationships/customXml" Target="../ink/ink2649.xml"/><Relationship Id="rId31" Type="http://schemas.openxmlformats.org/officeDocument/2006/relationships/customXml" Target="../ink/ink2601.xml"/><Relationship Id="rId73" Type="http://schemas.openxmlformats.org/officeDocument/2006/relationships/customXml" Target="../ink/ink2622.xml"/><Relationship Id="rId169" Type="http://schemas.openxmlformats.org/officeDocument/2006/relationships/customXml" Target="../ink/ink2670.xml"/><Relationship Id="rId334" Type="http://schemas.openxmlformats.org/officeDocument/2006/relationships/image" Target="../media/image28604.png"/><Relationship Id="rId376" Type="http://schemas.openxmlformats.org/officeDocument/2006/relationships/image" Target="../media/image27732.png"/><Relationship Id="rId541" Type="http://schemas.openxmlformats.org/officeDocument/2006/relationships/image" Target="../media/image28704.png"/><Relationship Id="rId4" Type="http://schemas.openxmlformats.org/officeDocument/2006/relationships/customXml" Target="../ink/ink2587.xml"/><Relationship Id="rId180" Type="http://schemas.openxmlformats.org/officeDocument/2006/relationships/image" Target="../media/image28528.png"/><Relationship Id="rId236" Type="http://schemas.openxmlformats.org/officeDocument/2006/relationships/image" Target="../media/image28556.png"/><Relationship Id="rId278" Type="http://schemas.openxmlformats.org/officeDocument/2006/relationships/image" Target="../media/image28576.png"/><Relationship Id="rId401" Type="http://schemas.openxmlformats.org/officeDocument/2006/relationships/customXml" Target="../ink/ink2786.xml"/><Relationship Id="rId443" Type="http://schemas.openxmlformats.org/officeDocument/2006/relationships/image" Target="../media/image28655.png"/><Relationship Id="rId303" Type="http://schemas.openxmlformats.org/officeDocument/2006/relationships/customXml" Target="../ink/ink2737.xml"/><Relationship Id="rId485" Type="http://schemas.openxmlformats.org/officeDocument/2006/relationships/image" Target="../media/image28676.png"/><Relationship Id="rId42" Type="http://schemas.openxmlformats.org/officeDocument/2006/relationships/image" Target="../media/image28461.png"/><Relationship Id="rId84" Type="http://schemas.openxmlformats.org/officeDocument/2006/relationships/image" Target="../media/image28481.png"/><Relationship Id="rId138" Type="http://schemas.openxmlformats.org/officeDocument/2006/relationships/image" Target="../media/image28507.png"/><Relationship Id="rId345" Type="http://schemas.openxmlformats.org/officeDocument/2006/relationships/customXml" Target="../ink/ink2758.xml"/><Relationship Id="rId387" Type="http://schemas.openxmlformats.org/officeDocument/2006/relationships/customXml" Target="../ink/ink2779.xml"/><Relationship Id="rId510" Type="http://schemas.openxmlformats.org/officeDocument/2006/relationships/customXml" Target="../ink/ink2841.xml"/><Relationship Id="rId552" Type="http://schemas.openxmlformats.org/officeDocument/2006/relationships/customXml" Target="../ink/ink2862.xml"/><Relationship Id="rId191" Type="http://schemas.openxmlformats.org/officeDocument/2006/relationships/customXml" Target="../ink/ink2681.xml"/><Relationship Id="rId205" Type="http://schemas.openxmlformats.org/officeDocument/2006/relationships/customXml" Target="../ink/ink2688.xml"/><Relationship Id="rId247" Type="http://schemas.openxmlformats.org/officeDocument/2006/relationships/customXml" Target="../ink/ink2709.xml"/><Relationship Id="rId412" Type="http://schemas.openxmlformats.org/officeDocument/2006/relationships/image" Target="../media/image28641.png"/><Relationship Id="rId107" Type="http://schemas.openxmlformats.org/officeDocument/2006/relationships/customXml" Target="../ink/ink2639.xml"/><Relationship Id="rId289" Type="http://schemas.openxmlformats.org/officeDocument/2006/relationships/customXml" Target="../ink/ink2730.xml"/><Relationship Id="rId454" Type="http://schemas.openxmlformats.org/officeDocument/2006/relationships/customXml" Target="../ink/ink2813.xml"/><Relationship Id="rId496" Type="http://schemas.openxmlformats.org/officeDocument/2006/relationships/customXml" Target="../ink/ink2834.xml"/><Relationship Id="rId11" Type="http://schemas.openxmlformats.org/officeDocument/2006/relationships/customXml" Target="../ink/ink2591.xml"/><Relationship Id="rId53" Type="http://schemas.openxmlformats.org/officeDocument/2006/relationships/customXml" Target="../ink/ink2612.xml"/><Relationship Id="rId149" Type="http://schemas.openxmlformats.org/officeDocument/2006/relationships/customXml" Target="../ink/ink2660.xml"/><Relationship Id="rId314" Type="http://schemas.openxmlformats.org/officeDocument/2006/relationships/image" Target="../media/image28594.png"/><Relationship Id="rId356" Type="http://schemas.openxmlformats.org/officeDocument/2006/relationships/image" Target="../media/image28615.png"/><Relationship Id="rId398" Type="http://schemas.openxmlformats.org/officeDocument/2006/relationships/image" Target="../media/image28635.png"/><Relationship Id="rId521" Type="http://schemas.openxmlformats.org/officeDocument/2006/relationships/image" Target="../media/image28694.png"/><Relationship Id="rId95" Type="http://schemas.openxmlformats.org/officeDocument/2006/relationships/customXml" Target="../ink/ink2633.xml"/><Relationship Id="rId160" Type="http://schemas.openxmlformats.org/officeDocument/2006/relationships/image" Target="../media/image28518.png"/><Relationship Id="rId216" Type="http://schemas.openxmlformats.org/officeDocument/2006/relationships/image" Target="../media/image28546.png"/><Relationship Id="rId423" Type="http://schemas.openxmlformats.org/officeDocument/2006/relationships/customXml" Target="../ink/ink2797.xml"/><Relationship Id="rId258" Type="http://schemas.openxmlformats.org/officeDocument/2006/relationships/image" Target="../media/image28566.png"/><Relationship Id="rId465" Type="http://schemas.openxmlformats.org/officeDocument/2006/relationships/image" Target="../media/image28666.png"/><Relationship Id="rId22" Type="http://schemas.openxmlformats.org/officeDocument/2006/relationships/image" Target="../media/image28451.png"/><Relationship Id="rId64" Type="http://schemas.openxmlformats.org/officeDocument/2006/relationships/image" Target="../media/image28471.png"/><Relationship Id="rId118" Type="http://schemas.openxmlformats.org/officeDocument/2006/relationships/image" Target="../media/image28498.png"/><Relationship Id="rId325" Type="http://schemas.openxmlformats.org/officeDocument/2006/relationships/customXml" Target="../ink/ink2748.xml"/><Relationship Id="rId367" Type="http://schemas.openxmlformats.org/officeDocument/2006/relationships/customXml" Target="../ink/ink2769.xml"/><Relationship Id="rId532" Type="http://schemas.openxmlformats.org/officeDocument/2006/relationships/customXml" Target="../ink/ink2852.xml"/><Relationship Id="rId171" Type="http://schemas.openxmlformats.org/officeDocument/2006/relationships/customXml" Target="../ink/ink2671.xml"/><Relationship Id="rId227" Type="http://schemas.openxmlformats.org/officeDocument/2006/relationships/customXml" Target="../ink/ink2699.xml"/><Relationship Id="rId269" Type="http://schemas.openxmlformats.org/officeDocument/2006/relationships/customXml" Target="../ink/ink2720.xml"/><Relationship Id="rId434" Type="http://schemas.openxmlformats.org/officeDocument/2006/relationships/image" Target="../media/image28651.png"/><Relationship Id="rId476" Type="http://schemas.openxmlformats.org/officeDocument/2006/relationships/customXml" Target="../ink/ink2824.xml"/><Relationship Id="rId33" Type="http://schemas.openxmlformats.org/officeDocument/2006/relationships/customXml" Target="../ink/ink2602.xml"/><Relationship Id="rId129" Type="http://schemas.openxmlformats.org/officeDocument/2006/relationships/customXml" Target="../ink/ink2650.xml"/><Relationship Id="rId280" Type="http://schemas.openxmlformats.org/officeDocument/2006/relationships/image" Target="../media/image28577.png"/><Relationship Id="rId336" Type="http://schemas.openxmlformats.org/officeDocument/2006/relationships/image" Target="../media/image28605.png"/><Relationship Id="rId501" Type="http://schemas.openxmlformats.org/officeDocument/2006/relationships/image" Target="../media/image28684.png"/><Relationship Id="rId543" Type="http://schemas.openxmlformats.org/officeDocument/2006/relationships/image" Target="../media/image28705.png"/><Relationship Id="rId75" Type="http://schemas.openxmlformats.org/officeDocument/2006/relationships/customXml" Target="../ink/ink2623.xml"/><Relationship Id="rId140" Type="http://schemas.openxmlformats.org/officeDocument/2006/relationships/image" Target="../media/image28508.png"/><Relationship Id="rId182" Type="http://schemas.openxmlformats.org/officeDocument/2006/relationships/image" Target="../media/image28529.png"/><Relationship Id="rId378" Type="http://schemas.openxmlformats.org/officeDocument/2006/relationships/image" Target="../media/image28625.png"/><Relationship Id="rId403" Type="http://schemas.openxmlformats.org/officeDocument/2006/relationships/customXml" Target="../ink/ink2787.xml"/><Relationship Id="rId6" Type="http://schemas.openxmlformats.org/officeDocument/2006/relationships/customXml" Target="../ink/ink2588.xml"/><Relationship Id="rId238" Type="http://schemas.openxmlformats.org/officeDocument/2006/relationships/image" Target="../media/image28557.png"/><Relationship Id="rId445" Type="http://schemas.openxmlformats.org/officeDocument/2006/relationships/image" Target="../media/image28656.png"/><Relationship Id="rId487" Type="http://schemas.openxmlformats.org/officeDocument/2006/relationships/image" Target="../media/image28677.png"/><Relationship Id="rId291" Type="http://schemas.openxmlformats.org/officeDocument/2006/relationships/customXml" Target="../ink/ink2731.xml"/><Relationship Id="rId305" Type="http://schemas.openxmlformats.org/officeDocument/2006/relationships/customXml" Target="../ink/ink2738.xml"/><Relationship Id="rId347" Type="http://schemas.openxmlformats.org/officeDocument/2006/relationships/customXml" Target="../ink/ink2759.xml"/><Relationship Id="rId512" Type="http://schemas.openxmlformats.org/officeDocument/2006/relationships/customXml" Target="../ink/ink2842.xml"/><Relationship Id="rId44" Type="http://schemas.openxmlformats.org/officeDocument/2006/relationships/image" Target="../media/image28284.png"/><Relationship Id="rId86" Type="http://schemas.openxmlformats.org/officeDocument/2006/relationships/image" Target="../media/image28482.png"/><Relationship Id="rId151" Type="http://schemas.openxmlformats.org/officeDocument/2006/relationships/customXml" Target="../ink/ink2661.xml"/><Relationship Id="rId389" Type="http://schemas.openxmlformats.org/officeDocument/2006/relationships/customXml" Target="../ink/ink2780.xml"/><Relationship Id="rId554" Type="http://schemas.openxmlformats.org/officeDocument/2006/relationships/customXml" Target="../ink/ink2863.xml"/><Relationship Id="rId193" Type="http://schemas.openxmlformats.org/officeDocument/2006/relationships/customXml" Target="../ink/ink2682.xml"/><Relationship Id="rId207" Type="http://schemas.openxmlformats.org/officeDocument/2006/relationships/customXml" Target="../ink/ink2689.xml"/><Relationship Id="rId249" Type="http://schemas.openxmlformats.org/officeDocument/2006/relationships/customXml" Target="../ink/ink2710.xml"/><Relationship Id="rId414" Type="http://schemas.openxmlformats.org/officeDocument/2006/relationships/image" Target="../media/image28642.png"/><Relationship Id="rId456" Type="http://schemas.openxmlformats.org/officeDocument/2006/relationships/customXml" Target="../ink/ink2814.xml"/><Relationship Id="rId498" Type="http://schemas.openxmlformats.org/officeDocument/2006/relationships/customXml" Target="../ink/ink2835.xml"/><Relationship Id="rId13" Type="http://schemas.openxmlformats.org/officeDocument/2006/relationships/customXml" Target="../ink/ink2592.xml"/><Relationship Id="rId109" Type="http://schemas.openxmlformats.org/officeDocument/2006/relationships/customXml" Target="../ink/ink2640.xml"/><Relationship Id="rId260" Type="http://schemas.openxmlformats.org/officeDocument/2006/relationships/image" Target="../media/image28567.png"/><Relationship Id="rId316" Type="http://schemas.openxmlformats.org/officeDocument/2006/relationships/image" Target="../media/image28595.png"/><Relationship Id="rId523" Type="http://schemas.openxmlformats.org/officeDocument/2006/relationships/image" Target="../media/image28695.png"/><Relationship Id="rId55" Type="http://schemas.openxmlformats.org/officeDocument/2006/relationships/customXml" Target="../ink/ink2613.xml"/><Relationship Id="rId97" Type="http://schemas.openxmlformats.org/officeDocument/2006/relationships/customXml" Target="../ink/ink2634.xml"/><Relationship Id="rId120" Type="http://schemas.openxmlformats.org/officeDocument/2006/relationships/image" Target="../media/image28499.png"/><Relationship Id="rId358" Type="http://schemas.openxmlformats.org/officeDocument/2006/relationships/image" Target="../media/image28616.png"/><Relationship Id="rId162" Type="http://schemas.openxmlformats.org/officeDocument/2006/relationships/image" Target="../media/image28519.png"/><Relationship Id="rId218" Type="http://schemas.openxmlformats.org/officeDocument/2006/relationships/image" Target="../media/image28547.png"/><Relationship Id="rId425" Type="http://schemas.openxmlformats.org/officeDocument/2006/relationships/customXml" Target="../ink/ink2798.xml"/><Relationship Id="rId467" Type="http://schemas.openxmlformats.org/officeDocument/2006/relationships/image" Target="../media/image28667.png"/><Relationship Id="rId271" Type="http://schemas.openxmlformats.org/officeDocument/2006/relationships/customXml" Target="../ink/ink2721.xml"/><Relationship Id="rId24" Type="http://schemas.openxmlformats.org/officeDocument/2006/relationships/image" Target="../media/image28452.png"/><Relationship Id="rId66" Type="http://schemas.openxmlformats.org/officeDocument/2006/relationships/image" Target="../media/image28472.png"/><Relationship Id="rId131" Type="http://schemas.openxmlformats.org/officeDocument/2006/relationships/customXml" Target="../ink/ink2651.xml"/><Relationship Id="rId327" Type="http://schemas.openxmlformats.org/officeDocument/2006/relationships/customXml" Target="../ink/ink2749.xml"/><Relationship Id="rId369" Type="http://schemas.openxmlformats.org/officeDocument/2006/relationships/customXml" Target="../ink/ink2770.xml"/><Relationship Id="rId534" Type="http://schemas.openxmlformats.org/officeDocument/2006/relationships/customXml" Target="../ink/ink2853.xml"/><Relationship Id="rId173" Type="http://schemas.openxmlformats.org/officeDocument/2006/relationships/customXml" Target="../ink/ink2672.xml"/><Relationship Id="rId229" Type="http://schemas.openxmlformats.org/officeDocument/2006/relationships/customXml" Target="../ink/ink2700.xml"/><Relationship Id="rId380" Type="http://schemas.openxmlformats.org/officeDocument/2006/relationships/image" Target="../media/image28626.png"/><Relationship Id="rId436" Type="http://schemas.openxmlformats.org/officeDocument/2006/relationships/image" Target="../media/image28652.png"/><Relationship Id="rId240" Type="http://schemas.openxmlformats.org/officeDocument/2006/relationships/image" Target="../media/image28558.png"/><Relationship Id="rId478" Type="http://schemas.openxmlformats.org/officeDocument/2006/relationships/customXml" Target="../ink/ink2825.xml"/><Relationship Id="rId35" Type="http://schemas.openxmlformats.org/officeDocument/2006/relationships/customXml" Target="../ink/ink2603.xml"/><Relationship Id="rId77" Type="http://schemas.openxmlformats.org/officeDocument/2006/relationships/customXml" Target="../ink/ink2624.xml"/><Relationship Id="rId100" Type="http://schemas.openxmlformats.org/officeDocument/2006/relationships/image" Target="../media/image28489.png"/><Relationship Id="rId282" Type="http://schemas.openxmlformats.org/officeDocument/2006/relationships/image" Target="../media/image28578.png"/><Relationship Id="rId338" Type="http://schemas.openxmlformats.org/officeDocument/2006/relationships/image" Target="../media/image28606.png"/><Relationship Id="rId503" Type="http://schemas.openxmlformats.org/officeDocument/2006/relationships/image" Target="../media/image28685.png"/><Relationship Id="rId545" Type="http://schemas.openxmlformats.org/officeDocument/2006/relationships/image" Target="../media/image28706.png"/><Relationship Id="rId8" Type="http://schemas.openxmlformats.org/officeDocument/2006/relationships/customXml" Target="../ink/ink2589.xml"/><Relationship Id="rId142" Type="http://schemas.openxmlformats.org/officeDocument/2006/relationships/image" Target="../media/image28509.png"/><Relationship Id="rId184" Type="http://schemas.openxmlformats.org/officeDocument/2006/relationships/image" Target="../media/image28530.png"/><Relationship Id="rId391" Type="http://schemas.openxmlformats.org/officeDocument/2006/relationships/customXml" Target="../ink/ink2781.xml"/><Relationship Id="rId405" Type="http://schemas.openxmlformats.org/officeDocument/2006/relationships/customXml" Target="../ink/ink2788.xml"/><Relationship Id="rId447" Type="http://schemas.openxmlformats.org/officeDocument/2006/relationships/image" Target="../media/image28657.png"/><Relationship Id="rId251" Type="http://schemas.openxmlformats.org/officeDocument/2006/relationships/customXml" Target="../ink/ink2711.xml"/><Relationship Id="rId489" Type="http://schemas.openxmlformats.org/officeDocument/2006/relationships/image" Target="../media/image28678.png"/><Relationship Id="rId46" Type="http://schemas.openxmlformats.org/officeDocument/2006/relationships/image" Target="../media/image28462.png"/><Relationship Id="rId293" Type="http://schemas.openxmlformats.org/officeDocument/2006/relationships/customXml" Target="../ink/ink2732.xml"/><Relationship Id="rId307" Type="http://schemas.openxmlformats.org/officeDocument/2006/relationships/customXml" Target="../ink/ink2739.xml"/><Relationship Id="rId349" Type="http://schemas.openxmlformats.org/officeDocument/2006/relationships/customXml" Target="../ink/ink2760.xml"/><Relationship Id="rId514" Type="http://schemas.openxmlformats.org/officeDocument/2006/relationships/customXml" Target="../ink/ink2843.xml"/><Relationship Id="rId556" Type="http://schemas.openxmlformats.org/officeDocument/2006/relationships/customXml" Target="../ink/ink2864.xml"/><Relationship Id="rId88" Type="http://schemas.openxmlformats.org/officeDocument/2006/relationships/image" Target="../media/image28483.png"/><Relationship Id="rId111" Type="http://schemas.openxmlformats.org/officeDocument/2006/relationships/customXml" Target="../ink/ink2641.xml"/><Relationship Id="rId153" Type="http://schemas.openxmlformats.org/officeDocument/2006/relationships/customXml" Target="../ink/ink2662.xml"/><Relationship Id="rId195" Type="http://schemas.openxmlformats.org/officeDocument/2006/relationships/customXml" Target="../ink/ink2683.xml"/><Relationship Id="rId209" Type="http://schemas.openxmlformats.org/officeDocument/2006/relationships/customXml" Target="../ink/ink2690.xml"/><Relationship Id="rId360" Type="http://schemas.openxmlformats.org/officeDocument/2006/relationships/image" Target="../media/image28617.png"/><Relationship Id="rId416" Type="http://schemas.openxmlformats.org/officeDocument/2006/relationships/image" Target="../media/image28643.png"/><Relationship Id="rId220" Type="http://schemas.openxmlformats.org/officeDocument/2006/relationships/image" Target="../media/image28548.png"/><Relationship Id="rId458" Type="http://schemas.openxmlformats.org/officeDocument/2006/relationships/customXml" Target="../ink/ink2815.xml"/><Relationship Id="rId15" Type="http://schemas.openxmlformats.org/officeDocument/2006/relationships/customXml" Target="../ink/ink2593.xml"/><Relationship Id="rId57" Type="http://schemas.openxmlformats.org/officeDocument/2006/relationships/customXml" Target="../ink/ink2614.xml"/><Relationship Id="rId262" Type="http://schemas.openxmlformats.org/officeDocument/2006/relationships/image" Target="../media/image28568.png"/><Relationship Id="rId318" Type="http://schemas.openxmlformats.org/officeDocument/2006/relationships/image" Target="../media/image28596.png"/><Relationship Id="rId525" Type="http://schemas.openxmlformats.org/officeDocument/2006/relationships/image" Target="../media/image28696.png"/><Relationship Id="rId99" Type="http://schemas.openxmlformats.org/officeDocument/2006/relationships/customXml" Target="../ink/ink2635.xml"/><Relationship Id="rId122" Type="http://schemas.openxmlformats.org/officeDocument/2006/relationships/image" Target="../media/image28500.png"/><Relationship Id="rId164" Type="http://schemas.openxmlformats.org/officeDocument/2006/relationships/image" Target="../media/image28520.png"/><Relationship Id="rId371" Type="http://schemas.openxmlformats.org/officeDocument/2006/relationships/customXml" Target="../ink/ink2771.xml"/><Relationship Id="rId427" Type="http://schemas.openxmlformats.org/officeDocument/2006/relationships/customXml" Target="../ink/ink2799.xml"/><Relationship Id="rId469" Type="http://schemas.openxmlformats.org/officeDocument/2006/relationships/image" Target="../media/image28668.png"/><Relationship Id="rId26" Type="http://schemas.openxmlformats.org/officeDocument/2006/relationships/image" Target="../media/image28453.png"/><Relationship Id="rId231" Type="http://schemas.openxmlformats.org/officeDocument/2006/relationships/customXml" Target="../ink/ink2701.xml"/><Relationship Id="rId273" Type="http://schemas.openxmlformats.org/officeDocument/2006/relationships/customXml" Target="../ink/ink2722.xml"/><Relationship Id="rId329" Type="http://schemas.openxmlformats.org/officeDocument/2006/relationships/customXml" Target="../ink/ink2750.xml"/><Relationship Id="rId480" Type="http://schemas.openxmlformats.org/officeDocument/2006/relationships/customXml" Target="../ink/ink2826.xml"/><Relationship Id="rId536" Type="http://schemas.openxmlformats.org/officeDocument/2006/relationships/customXml" Target="../ink/ink2854.xml"/><Relationship Id="rId68" Type="http://schemas.openxmlformats.org/officeDocument/2006/relationships/image" Target="../media/image28473.png"/><Relationship Id="rId133" Type="http://schemas.openxmlformats.org/officeDocument/2006/relationships/customXml" Target="../ink/ink2652.xml"/><Relationship Id="rId175" Type="http://schemas.openxmlformats.org/officeDocument/2006/relationships/customXml" Target="../ink/ink2673.xml"/><Relationship Id="rId340" Type="http://schemas.openxmlformats.org/officeDocument/2006/relationships/image" Target="../media/image28607.png"/><Relationship Id="rId200" Type="http://schemas.openxmlformats.org/officeDocument/2006/relationships/image" Target="../media/image28538.png"/><Relationship Id="rId382" Type="http://schemas.openxmlformats.org/officeDocument/2006/relationships/image" Target="../media/image28627.png"/><Relationship Id="rId438" Type="http://schemas.openxmlformats.org/officeDocument/2006/relationships/customXml" Target="../ink/ink2805.xml"/><Relationship Id="rId242" Type="http://schemas.openxmlformats.org/officeDocument/2006/relationships/image" Target="../media/image28559.png"/><Relationship Id="rId284" Type="http://schemas.openxmlformats.org/officeDocument/2006/relationships/image" Target="../media/image28579.png"/><Relationship Id="rId491" Type="http://schemas.openxmlformats.org/officeDocument/2006/relationships/image" Target="../media/image28679.png"/><Relationship Id="rId505" Type="http://schemas.openxmlformats.org/officeDocument/2006/relationships/image" Target="../media/image28686.png"/><Relationship Id="rId37" Type="http://schemas.openxmlformats.org/officeDocument/2006/relationships/customXml" Target="../ink/ink2604.xml"/><Relationship Id="rId79" Type="http://schemas.openxmlformats.org/officeDocument/2006/relationships/customXml" Target="../ink/ink2625.xml"/><Relationship Id="rId102" Type="http://schemas.openxmlformats.org/officeDocument/2006/relationships/image" Target="../media/image28490.png"/><Relationship Id="rId144" Type="http://schemas.openxmlformats.org/officeDocument/2006/relationships/image" Target="../media/image28510.png"/><Relationship Id="rId547" Type="http://schemas.openxmlformats.org/officeDocument/2006/relationships/image" Target="../media/image28707.png"/><Relationship Id="rId90" Type="http://schemas.openxmlformats.org/officeDocument/2006/relationships/image" Target="../media/image28484.png"/><Relationship Id="rId186" Type="http://schemas.openxmlformats.org/officeDocument/2006/relationships/image" Target="../media/image28531.png"/><Relationship Id="rId351" Type="http://schemas.openxmlformats.org/officeDocument/2006/relationships/customXml" Target="../ink/ink2761.xml"/><Relationship Id="rId393" Type="http://schemas.openxmlformats.org/officeDocument/2006/relationships/customXml" Target="../ink/ink2782.xml"/><Relationship Id="rId407" Type="http://schemas.openxmlformats.org/officeDocument/2006/relationships/customXml" Target="../ink/ink2789.xml"/><Relationship Id="rId449" Type="http://schemas.openxmlformats.org/officeDocument/2006/relationships/image" Target="../media/image28658.png"/><Relationship Id="rId211" Type="http://schemas.openxmlformats.org/officeDocument/2006/relationships/customXml" Target="../ink/ink2691.xml"/><Relationship Id="rId253" Type="http://schemas.openxmlformats.org/officeDocument/2006/relationships/customXml" Target="../ink/ink2712.xml"/><Relationship Id="rId295" Type="http://schemas.openxmlformats.org/officeDocument/2006/relationships/customXml" Target="../ink/ink2733.xml"/><Relationship Id="rId309" Type="http://schemas.openxmlformats.org/officeDocument/2006/relationships/customXml" Target="../ink/ink2740.xml"/><Relationship Id="rId460" Type="http://schemas.openxmlformats.org/officeDocument/2006/relationships/customXml" Target="../ink/ink2816.xml"/><Relationship Id="rId516" Type="http://schemas.openxmlformats.org/officeDocument/2006/relationships/customXml" Target="../ink/ink2844.xml"/><Relationship Id="rId48" Type="http://schemas.openxmlformats.org/officeDocument/2006/relationships/image" Target="../media/image28463.png"/><Relationship Id="rId113" Type="http://schemas.openxmlformats.org/officeDocument/2006/relationships/customXml" Target="../ink/ink2642.xml"/><Relationship Id="rId320" Type="http://schemas.openxmlformats.org/officeDocument/2006/relationships/image" Target="../media/image28597.png"/><Relationship Id="rId558" Type="http://schemas.openxmlformats.org/officeDocument/2006/relationships/customXml" Target="../ink/ink2865.xml"/><Relationship Id="rId155" Type="http://schemas.openxmlformats.org/officeDocument/2006/relationships/customXml" Target="../ink/ink2663.xml"/><Relationship Id="rId197" Type="http://schemas.openxmlformats.org/officeDocument/2006/relationships/customXml" Target="../ink/ink2684.xml"/><Relationship Id="rId362" Type="http://schemas.openxmlformats.org/officeDocument/2006/relationships/image" Target="../media/image28618.png"/><Relationship Id="rId418" Type="http://schemas.openxmlformats.org/officeDocument/2006/relationships/image" Target="../media/image28644.png"/><Relationship Id="rId222" Type="http://schemas.openxmlformats.org/officeDocument/2006/relationships/image" Target="../media/image28549.png"/><Relationship Id="rId264" Type="http://schemas.openxmlformats.org/officeDocument/2006/relationships/image" Target="../media/image28569.png"/><Relationship Id="rId471" Type="http://schemas.openxmlformats.org/officeDocument/2006/relationships/image" Target="../media/image28669.png"/><Relationship Id="rId17" Type="http://schemas.openxmlformats.org/officeDocument/2006/relationships/customXml" Target="../ink/ink2594.xml"/><Relationship Id="rId59" Type="http://schemas.openxmlformats.org/officeDocument/2006/relationships/customXml" Target="../ink/ink2615.xml"/><Relationship Id="rId124" Type="http://schemas.openxmlformats.org/officeDocument/2006/relationships/image" Target="../media/image28501.png"/><Relationship Id="rId527" Type="http://schemas.openxmlformats.org/officeDocument/2006/relationships/image" Target="../media/image28697.png"/><Relationship Id="rId70" Type="http://schemas.openxmlformats.org/officeDocument/2006/relationships/image" Target="../media/image28474.png"/><Relationship Id="rId166" Type="http://schemas.openxmlformats.org/officeDocument/2006/relationships/image" Target="../media/image28521.png"/><Relationship Id="rId331" Type="http://schemas.openxmlformats.org/officeDocument/2006/relationships/customXml" Target="../ink/ink2751.xml"/><Relationship Id="rId373" Type="http://schemas.openxmlformats.org/officeDocument/2006/relationships/customXml" Target="../ink/ink2772.xml"/><Relationship Id="rId429" Type="http://schemas.openxmlformats.org/officeDocument/2006/relationships/customXml" Target="../ink/ink2800.xml"/><Relationship Id="rId1" Type="http://schemas.openxmlformats.org/officeDocument/2006/relationships/slideLayout" Target="../slideLayouts/slideLayout2.xml"/><Relationship Id="rId233" Type="http://schemas.openxmlformats.org/officeDocument/2006/relationships/customXml" Target="../ink/ink2702.xml"/><Relationship Id="rId440" Type="http://schemas.openxmlformats.org/officeDocument/2006/relationships/customXml" Target="../ink/ink2806.xml"/><Relationship Id="rId28" Type="http://schemas.openxmlformats.org/officeDocument/2006/relationships/image" Target="../media/image28454.png"/><Relationship Id="rId275" Type="http://schemas.openxmlformats.org/officeDocument/2006/relationships/customXml" Target="../ink/ink2723.xml"/><Relationship Id="rId300" Type="http://schemas.openxmlformats.org/officeDocument/2006/relationships/image" Target="../media/image28587.png"/><Relationship Id="rId482" Type="http://schemas.openxmlformats.org/officeDocument/2006/relationships/customXml" Target="../ink/ink2827.xml"/><Relationship Id="rId538" Type="http://schemas.openxmlformats.org/officeDocument/2006/relationships/customXml" Target="../ink/ink2855.xml"/><Relationship Id="rId81" Type="http://schemas.openxmlformats.org/officeDocument/2006/relationships/customXml" Target="../ink/ink2626.xml"/><Relationship Id="rId135" Type="http://schemas.openxmlformats.org/officeDocument/2006/relationships/customXml" Target="../ink/ink2653.xml"/><Relationship Id="rId177" Type="http://schemas.openxmlformats.org/officeDocument/2006/relationships/customXml" Target="../ink/ink2674.xml"/><Relationship Id="rId342" Type="http://schemas.openxmlformats.org/officeDocument/2006/relationships/image" Target="../media/image28608.png"/><Relationship Id="rId384" Type="http://schemas.openxmlformats.org/officeDocument/2006/relationships/image" Target="../media/image28628.png"/><Relationship Id="rId202" Type="http://schemas.openxmlformats.org/officeDocument/2006/relationships/image" Target="../media/image28539.png"/><Relationship Id="rId244" Type="http://schemas.openxmlformats.org/officeDocument/2006/relationships/image" Target="../media/image28560.png"/><Relationship Id="rId39" Type="http://schemas.openxmlformats.org/officeDocument/2006/relationships/customXml" Target="../ink/ink2605.xml"/><Relationship Id="rId286" Type="http://schemas.openxmlformats.org/officeDocument/2006/relationships/image" Target="../media/image28580.png"/><Relationship Id="rId451" Type="http://schemas.openxmlformats.org/officeDocument/2006/relationships/image" Target="../media/image28659.png"/><Relationship Id="rId493" Type="http://schemas.openxmlformats.org/officeDocument/2006/relationships/image" Target="../media/image28680.png"/><Relationship Id="rId507" Type="http://schemas.openxmlformats.org/officeDocument/2006/relationships/image" Target="../media/image28687.png"/><Relationship Id="rId549" Type="http://schemas.openxmlformats.org/officeDocument/2006/relationships/image" Target="../media/image28708.png"/><Relationship Id="rId50" Type="http://schemas.openxmlformats.org/officeDocument/2006/relationships/image" Target="../media/image28464.png"/><Relationship Id="rId104" Type="http://schemas.openxmlformats.org/officeDocument/2006/relationships/image" Target="../media/image28491.png"/><Relationship Id="rId146" Type="http://schemas.openxmlformats.org/officeDocument/2006/relationships/image" Target="../media/image28511.png"/><Relationship Id="rId188" Type="http://schemas.openxmlformats.org/officeDocument/2006/relationships/image" Target="../media/image28532.png"/><Relationship Id="rId311" Type="http://schemas.openxmlformats.org/officeDocument/2006/relationships/customXml" Target="../ink/ink2741.xml"/><Relationship Id="rId353" Type="http://schemas.openxmlformats.org/officeDocument/2006/relationships/customXml" Target="../ink/ink2762.xml"/><Relationship Id="rId395" Type="http://schemas.openxmlformats.org/officeDocument/2006/relationships/customXml" Target="../ink/ink2783.xml"/><Relationship Id="rId409" Type="http://schemas.openxmlformats.org/officeDocument/2006/relationships/customXml" Target="../ink/ink2790.xml"/><Relationship Id="rId92" Type="http://schemas.openxmlformats.org/officeDocument/2006/relationships/image" Target="../media/image28485.png"/><Relationship Id="rId213" Type="http://schemas.openxmlformats.org/officeDocument/2006/relationships/customXml" Target="../ink/ink2692.xml"/><Relationship Id="rId420" Type="http://schemas.openxmlformats.org/officeDocument/2006/relationships/image" Target="../media/image28645.png"/><Relationship Id="rId255" Type="http://schemas.openxmlformats.org/officeDocument/2006/relationships/customXml" Target="../ink/ink2713.xml"/><Relationship Id="rId297" Type="http://schemas.openxmlformats.org/officeDocument/2006/relationships/customXml" Target="../ink/ink2734.xml"/><Relationship Id="rId462" Type="http://schemas.openxmlformats.org/officeDocument/2006/relationships/customXml" Target="../ink/ink2817.xml"/><Relationship Id="rId518" Type="http://schemas.openxmlformats.org/officeDocument/2006/relationships/customXml" Target="../ink/ink2845.xml"/><Relationship Id="rId115" Type="http://schemas.openxmlformats.org/officeDocument/2006/relationships/customXml" Target="../ink/ink2643.xml"/><Relationship Id="rId157" Type="http://schemas.openxmlformats.org/officeDocument/2006/relationships/customXml" Target="../ink/ink2664.xml"/><Relationship Id="rId322" Type="http://schemas.openxmlformats.org/officeDocument/2006/relationships/image" Target="../media/image28598.png"/><Relationship Id="rId364" Type="http://schemas.openxmlformats.org/officeDocument/2006/relationships/image" Target="../media/image28619.png"/><Relationship Id="rId61" Type="http://schemas.openxmlformats.org/officeDocument/2006/relationships/customXml" Target="../ink/ink2616.xml"/><Relationship Id="rId199" Type="http://schemas.openxmlformats.org/officeDocument/2006/relationships/customXml" Target="../ink/ink2685.xml"/><Relationship Id="rId19" Type="http://schemas.openxmlformats.org/officeDocument/2006/relationships/customXml" Target="../ink/ink2595.xml"/><Relationship Id="rId224" Type="http://schemas.openxmlformats.org/officeDocument/2006/relationships/image" Target="../media/image28550.png"/><Relationship Id="rId266" Type="http://schemas.openxmlformats.org/officeDocument/2006/relationships/image" Target="../media/image28570.png"/><Relationship Id="rId431" Type="http://schemas.openxmlformats.org/officeDocument/2006/relationships/customXml" Target="../ink/ink2801.xml"/><Relationship Id="rId473" Type="http://schemas.openxmlformats.org/officeDocument/2006/relationships/image" Target="../media/image28670.png"/><Relationship Id="rId529" Type="http://schemas.openxmlformats.org/officeDocument/2006/relationships/image" Target="../media/image28698.png"/><Relationship Id="rId30" Type="http://schemas.openxmlformats.org/officeDocument/2006/relationships/image" Target="../media/image28455.png"/><Relationship Id="rId126" Type="http://schemas.openxmlformats.org/officeDocument/2006/relationships/image" Target="../media/image28502.png"/><Relationship Id="rId168" Type="http://schemas.openxmlformats.org/officeDocument/2006/relationships/image" Target="../media/image28522.png"/><Relationship Id="rId333" Type="http://schemas.openxmlformats.org/officeDocument/2006/relationships/customXml" Target="../ink/ink2752.xml"/><Relationship Id="rId540" Type="http://schemas.openxmlformats.org/officeDocument/2006/relationships/customXml" Target="../ink/ink2856.xml"/><Relationship Id="rId72" Type="http://schemas.openxmlformats.org/officeDocument/2006/relationships/image" Target="../media/image28475.png"/><Relationship Id="rId375" Type="http://schemas.openxmlformats.org/officeDocument/2006/relationships/customXml" Target="../ink/ink2773.xml"/><Relationship Id="rId3" Type="http://schemas.openxmlformats.org/officeDocument/2006/relationships/image" Target="../media/image26579.png"/><Relationship Id="rId235" Type="http://schemas.openxmlformats.org/officeDocument/2006/relationships/customXml" Target="../ink/ink2703.xml"/><Relationship Id="rId277" Type="http://schemas.openxmlformats.org/officeDocument/2006/relationships/customXml" Target="../ink/ink2724.xml"/><Relationship Id="rId400" Type="http://schemas.openxmlformats.org/officeDocument/2006/relationships/image" Target="../media/image28636.png"/><Relationship Id="rId442" Type="http://schemas.openxmlformats.org/officeDocument/2006/relationships/customXml" Target="../ink/ink2807.xml"/><Relationship Id="rId484" Type="http://schemas.openxmlformats.org/officeDocument/2006/relationships/customXml" Target="../ink/ink2828.xml"/><Relationship Id="rId137" Type="http://schemas.openxmlformats.org/officeDocument/2006/relationships/customXml" Target="../ink/ink2654.xml"/><Relationship Id="rId302" Type="http://schemas.openxmlformats.org/officeDocument/2006/relationships/image" Target="../media/image28588.png"/><Relationship Id="rId344" Type="http://schemas.openxmlformats.org/officeDocument/2006/relationships/image" Target="../media/image28609.png"/><Relationship Id="rId41" Type="http://schemas.openxmlformats.org/officeDocument/2006/relationships/customXml" Target="../ink/ink2606.xml"/><Relationship Id="rId83" Type="http://schemas.openxmlformats.org/officeDocument/2006/relationships/customXml" Target="../ink/ink2627.xml"/><Relationship Id="rId179" Type="http://schemas.openxmlformats.org/officeDocument/2006/relationships/customXml" Target="../ink/ink2675.xml"/><Relationship Id="rId386" Type="http://schemas.openxmlformats.org/officeDocument/2006/relationships/image" Target="../media/image28629.png"/><Relationship Id="rId551" Type="http://schemas.openxmlformats.org/officeDocument/2006/relationships/image" Target="../media/image28709.png"/><Relationship Id="rId190" Type="http://schemas.openxmlformats.org/officeDocument/2006/relationships/image" Target="../media/image28533.png"/><Relationship Id="rId204" Type="http://schemas.openxmlformats.org/officeDocument/2006/relationships/image" Target="../media/image28540.png"/><Relationship Id="rId246" Type="http://schemas.openxmlformats.org/officeDocument/2006/relationships/image" Target="../media/image28561.png"/><Relationship Id="rId288" Type="http://schemas.openxmlformats.org/officeDocument/2006/relationships/image" Target="../media/image28581.png"/><Relationship Id="rId411" Type="http://schemas.openxmlformats.org/officeDocument/2006/relationships/customXml" Target="../ink/ink2791.xml"/><Relationship Id="rId453" Type="http://schemas.openxmlformats.org/officeDocument/2006/relationships/image" Target="../media/image28660.png"/><Relationship Id="rId509" Type="http://schemas.openxmlformats.org/officeDocument/2006/relationships/image" Target="../media/image28688.png"/><Relationship Id="rId106" Type="http://schemas.openxmlformats.org/officeDocument/2006/relationships/image" Target="../media/image28492.png"/><Relationship Id="rId313" Type="http://schemas.openxmlformats.org/officeDocument/2006/relationships/customXml" Target="../ink/ink2742.xml"/><Relationship Id="rId495" Type="http://schemas.openxmlformats.org/officeDocument/2006/relationships/image" Target="../media/image28681.png"/><Relationship Id="rId10" Type="http://schemas.openxmlformats.org/officeDocument/2006/relationships/image" Target="../media/image28445.png"/><Relationship Id="rId52" Type="http://schemas.openxmlformats.org/officeDocument/2006/relationships/image" Target="../media/image28465.png"/><Relationship Id="rId94" Type="http://schemas.openxmlformats.org/officeDocument/2006/relationships/image" Target="../media/image28486.png"/><Relationship Id="rId148" Type="http://schemas.openxmlformats.org/officeDocument/2006/relationships/image" Target="../media/image28512.png"/><Relationship Id="rId355" Type="http://schemas.openxmlformats.org/officeDocument/2006/relationships/customXml" Target="../ink/ink2763.xml"/><Relationship Id="rId397" Type="http://schemas.openxmlformats.org/officeDocument/2006/relationships/customXml" Target="../ink/ink2784.xml"/><Relationship Id="rId520" Type="http://schemas.openxmlformats.org/officeDocument/2006/relationships/customXml" Target="../ink/ink2846.xml"/><Relationship Id="rId215" Type="http://schemas.openxmlformats.org/officeDocument/2006/relationships/customXml" Target="../ink/ink2693.xml"/><Relationship Id="rId257" Type="http://schemas.openxmlformats.org/officeDocument/2006/relationships/customXml" Target="../ink/ink2714.xml"/><Relationship Id="rId422" Type="http://schemas.openxmlformats.org/officeDocument/2006/relationships/image" Target="../media/image28646.png"/><Relationship Id="rId464" Type="http://schemas.openxmlformats.org/officeDocument/2006/relationships/customXml" Target="../ink/ink2818.xml"/><Relationship Id="rId299" Type="http://schemas.openxmlformats.org/officeDocument/2006/relationships/customXml" Target="../ink/ink2735.xml"/><Relationship Id="rId63" Type="http://schemas.openxmlformats.org/officeDocument/2006/relationships/customXml" Target="../ink/ink2617.xml"/><Relationship Id="rId159" Type="http://schemas.openxmlformats.org/officeDocument/2006/relationships/customXml" Target="../ink/ink2665.xml"/><Relationship Id="rId366" Type="http://schemas.openxmlformats.org/officeDocument/2006/relationships/image" Target="../media/image28620.png"/><Relationship Id="rId226" Type="http://schemas.openxmlformats.org/officeDocument/2006/relationships/image" Target="../media/image28551.png"/><Relationship Id="rId433" Type="http://schemas.openxmlformats.org/officeDocument/2006/relationships/customXml" Target="../ink/ink2802.xml"/><Relationship Id="rId74" Type="http://schemas.openxmlformats.org/officeDocument/2006/relationships/image" Target="../media/image28476.png"/><Relationship Id="rId377" Type="http://schemas.openxmlformats.org/officeDocument/2006/relationships/customXml" Target="../ink/ink2774.xml"/><Relationship Id="rId500" Type="http://schemas.openxmlformats.org/officeDocument/2006/relationships/customXml" Target="../ink/ink2836.xml"/><Relationship Id="rId5" Type="http://schemas.openxmlformats.org/officeDocument/2006/relationships/image" Target="../media/image27921.png"/><Relationship Id="rId237" Type="http://schemas.openxmlformats.org/officeDocument/2006/relationships/customXml" Target="../ink/ink2704.xml"/><Relationship Id="rId444" Type="http://schemas.openxmlformats.org/officeDocument/2006/relationships/customXml" Target="../ink/ink2808.xml"/><Relationship Id="rId290" Type="http://schemas.openxmlformats.org/officeDocument/2006/relationships/image" Target="../media/image28582.png"/><Relationship Id="rId304" Type="http://schemas.openxmlformats.org/officeDocument/2006/relationships/image" Target="../media/image28589.png"/><Relationship Id="rId388" Type="http://schemas.openxmlformats.org/officeDocument/2006/relationships/image" Target="../media/image28630.png"/><Relationship Id="rId511" Type="http://schemas.openxmlformats.org/officeDocument/2006/relationships/image" Target="../media/image28689.png"/><Relationship Id="rId85" Type="http://schemas.openxmlformats.org/officeDocument/2006/relationships/customXml" Target="../ink/ink2628.xml"/><Relationship Id="rId150" Type="http://schemas.openxmlformats.org/officeDocument/2006/relationships/image" Target="../media/image28513.png"/><Relationship Id="rId248" Type="http://schemas.openxmlformats.org/officeDocument/2006/relationships/image" Target="../media/image28562.png"/><Relationship Id="rId455" Type="http://schemas.openxmlformats.org/officeDocument/2006/relationships/image" Target="../media/image28661.png"/><Relationship Id="rId12" Type="http://schemas.openxmlformats.org/officeDocument/2006/relationships/image" Target="../media/image28446.png"/><Relationship Id="rId108" Type="http://schemas.openxmlformats.org/officeDocument/2006/relationships/image" Target="../media/image28493.png"/><Relationship Id="rId315" Type="http://schemas.openxmlformats.org/officeDocument/2006/relationships/customXml" Target="../ink/ink2743.xml"/><Relationship Id="rId522" Type="http://schemas.openxmlformats.org/officeDocument/2006/relationships/customXml" Target="../ink/ink2847.xml"/><Relationship Id="rId96" Type="http://schemas.openxmlformats.org/officeDocument/2006/relationships/image" Target="../media/image28487.png"/><Relationship Id="rId161" Type="http://schemas.openxmlformats.org/officeDocument/2006/relationships/customXml" Target="../ink/ink2666.xml"/><Relationship Id="rId399" Type="http://schemas.openxmlformats.org/officeDocument/2006/relationships/customXml" Target="../ink/ink2785.xml"/></Relationships>
</file>

<file path=ppt/slides/_rels/slide1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8721.png"/><Relationship Id="rId117" Type="http://schemas.openxmlformats.org/officeDocument/2006/relationships/customXml" Target="../ink/ink2925.xml"/><Relationship Id="rId21" Type="http://schemas.openxmlformats.org/officeDocument/2006/relationships/customXml" Target="../ink/ink2876.xml"/><Relationship Id="rId42" Type="http://schemas.openxmlformats.org/officeDocument/2006/relationships/image" Target="../media/image28729.png"/><Relationship Id="rId47" Type="http://schemas.openxmlformats.org/officeDocument/2006/relationships/customXml" Target="../ink/ink2889.xml"/><Relationship Id="rId63" Type="http://schemas.openxmlformats.org/officeDocument/2006/relationships/image" Target="../media/image28739.png"/><Relationship Id="rId68" Type="http://schemas.openxmlformats.org/officeDocument/2006/relationships/customXml" Target="../ink/ink2900.xml"/><Relationship Id="rId84" Type="http://schemas.openxmlformats.org/officeDocument/2006/relationships/customXml" Target="../ink/ink2908.xml"/><Relationship Id="rId89" Type="http://schemas.openxmlformats.org/officeDocument/2006/relationships/image" Target="../media/image28750.png"/><Relationship Id="rId112" Type="http://schemas.openxmlformats.org/officeDocument/2006/relationships/image" Target="../media/image28760.png"/><Relationship Id="rId16" Type="http://schemas.openxmlformats.org/officeDocument/2006/relationships/image" Target="../media/image27506.png"/><Relationship Id="rId107" Type="http://schemas.openxmlformats.org/officeDocument/2006/relationships/customXml" Target="../ink/ink2920.xml"/><Relationship Id="rId11" Type="http://schemas.openxmlformats.org/officeDocument/2006/relationships/customXml" Target="../ink/ink2871.xml"/><Relationship Id="rId32" Type="http://schemas.openxmlformats.org/officeDocument/2006/relationships/image" Target="../media/image28724.png"/><Relationship Id="rId37" Type="http://schemas.openxmlformats.org/officeDocument/2006/relationships/customXml" Target="../ink/ink2884.xml"/><Relationship Id="rId53" Type="http://schemas.openxmlformats.org/officeDocument/2006/relationships/customXml" Target="../ink/ink2892.xml"/><Relationship Id="rId58" Type="http://schemas.openxmlformats.org/officeDocument/2006/relationships/image" Target="../media/image28737.png"/><Relationship Id="rId74" Type="http://schemas.openxmlformats.org/officeDocument/2006/relationships/customXml" Target="../ink/ink2903.xml"/><Relationship Id="rId79" Type="http://schemas.openxmlformats.org/officeDocument/2006/relationships/image" Target="../media/image28747.png"/><Relationship Id="rId102" Type="http://schemas.openxmlformats.org/officeDocument/2006/relationships/customXml" Target="../ink/ink2917.xml"/><Relationship Id="rId123" Type="http://schemas.openxmlformats.org/officeDocument/2006/relationships/customXml" Target="../ink/ink2928.xml"/><Relationship Id="rId5" Type="http://schemas.openxmlformats.org/officeDocument/2006/relationships/image" Target="../media/image27921.png"/><Relationship Id="rId90" Type="http://schemas.openxmlformats.org/officeDocument/2006/relationships/customXml" Target="../ink/ink2911.xml"/><Relationship Id="rId95" Type="http://schemas.openxmlformats.org/officeDocument/2006/relationships/image" Target="../media/image28753.png"/><Relationship Id="rId22" Type="http://schemas.openxmlformats.org/officeDocument/2006/relationships/image" Target="../media/image28719.png"/><Relationship Id="rId27" Type="http://schemas.openxmlformats.org/officeDocument/2006/relationships/customXml" Target="../ink/ink2879.xml"/><Relationship Id="rId43" Type="http://schemas.openxmlformats.org/officeDocument/2006/relationships/customXml" Target="../ink/ink2887.xml"/><Relationship Id="rId48" Type="http://schemas.openxmlformats.org/officeDocument/2006/relationships/image" Target="../media/image28732.png"/><Relationship Id="rId64" Type="http://schemas.openxmlformats.org/officeDocument/2006/relationships/customXml" Target="../ink/ink2898.xml"/><Relationship Id="rId69" Type="http://schemas.openxmlformats.org/officeDocument/2006/relationships/image" Target="../media/image28742.png"/><Relationship Id="rId113" Type="http://schemas.openxmlformats.org/officeDocument/2006/relationships/customXml" Target="../ink/ink2923.xml"/><Relationship Id="rId118" Type="http://schemas.openxmlformats.org/officeDocument/2006/relationships/image" Target="../media/image28763.png"/><Relationship Id="rId80" Type="http://schemas.openxmlformats.org/officeDocument/2006/relationships/customXml" Target="../ink/ink2906.xml"/><Relationship Id="rId85" Type="http://schemas.openxmlformats.org/officeDocument/2006/relationships/image" Target="../media/image28749.png"/><Relationship Id="rId12" Type="http://schemas.openxmlformats.org/officeDocument/2006/relationships/image" Target="../media/image28715.png"/><Relationship Id="rId17" Type="http://schemas.openxmlformats.org/officeDocument/2006/relationships/customXml" Target="../ink/ink2874.xml"/><Relationship Id="rId33" Type="http://schemas.openxmlformats.org/officeDocument/2006/relationships/customXml" Target="../ink/ink2882.xml"/><Relationship Id="rId38" Type="http://schemas.openxmlformats.org/officeDocument/2006/relationships/image" Target="../media/image28727.png"/><Relationship Id="rId59" Type="http://schemas.openxmlformats.org/officeDocument/2006/relationships/customXml" Target="../ink/ink2895.xml"/><Relationship Id="rId103" Type="http://schemas.openxmlformats.org/officeDocument/2006/relationships/customXml" Target="../ink/ink2918.xml"/><Relationship Id="rId108" Type="http://schemas.openxmlformats.org/officeDocument/2006/relationships/image" Target="../media/image27144.png"/><Relationship Id="rId124" Type="http://schemas.openxmlformats.org/officeDocument/2006/relationships/image" Target="../media/image28765.png"/><Relationship Id="rId54" Type="http://schemas.openxmlformats.org/officeDocument/2006/relationships/image" Target="../media/image28735.png"/><Relationship Id="rId70" Type="http://schemas.openxmlformats.org/officeDocument/2006/relationships/customXml" Target="../ink/ink2901.xml"/><Relationship Id="rId75" Type="http://schemas.openxmlformats.org/officeDocument/2006/relationships/image" Target="../media/image28745.png"/><Relationship Id="rId91" Type="http://schemas.openxmlformats.org/officeDocument/2006/relationships/image" Target="../media/image28751.png"/><Relationship Id="rId96" Type="http://schemas.openxmlformats.org/officeDocument/2006/relationships/customXml" Target="../ink/ink291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868.xml"/><Relationship Id="rId23" Type="http://schemas.openxmlformats.org/officeDocument/2006/relationships/customXml" Target="../ink/ink2877.xml"/><Relationship Id="rId28" Type="http://schemas.openxmlformats.org/officeDocument/2006/relationships/image" Target="../media/image28722.png"/><Relationship Id="rId49" Type="http://schemas.openxmlformats.org/officeDocument/2006/relationships/customXml" Target="../ink/ink2890.xml"/><Relationship Id="rId114" Type="http://schemas.openxmlformats.org/officeDocument/2006/relationships/image" Target="../media/image28761.png"/><Relationship Id="rId119" Type="http://schemas.openxmlformats.org/officeDocument/2006/relationships/customXml" Target="../ink/ink2926.xml"/><Relationship Id="rId44" Type="http://schemas.openxmlformats.org/officeDocument/2006/relationships/image" Target="../media/image28730.png"/><Relationship Id="rId60" Type="http://schemas.openxmlformats.org/officeDocument/2006/relationships/image" Target="../media/image28738.png"/><Relationship Id="rId65" Type="http://schemas.openxmlformats.org/officeDocument/2006/relationships/image" Target="../media/image28740.png"/><Relationship Id="rId81" Type="http://schemas.openxmlformats.org/officeDocument/2006/relationships/image" Target="../media/image28748.png"/><Relationship Id="rId86" Type="http://schemas.openxmlformats.org/officeDocument/2006/relationships/customXml" Target="../ink/ink2909.xml"/><Relationship Id="rId13" Type="http://schemas.openxmlformats.org/officeDocument/2006/relationships/customXml" Target="../ink/ink2872.xml"/><Relationship Id="rId18" Type="http://schemas.openxmlformats.org/officeDocument/2006/relationships/image" Target="../media/image28717.png"/><Relationship Id="rId39" Type="http://schemas.openxmlformats.org/officeDocument/2006/relationships/customXml" Target="../ink/ink2885.xml"/><Relationship Id="rId109" Type="http://schemas.openxmlformats.org/officeDocument/2006/relationships/customXml" Target="../ink/ink2921.xml"/><Relationship Id="rId34" Type="http://schemas.openxmlformats.org/officeDocument/2006/relationships/image" Target="../media/image28725.png"/><Relationship Id="rId50" Type="http://schemas.openxmlformats.org/officeDocument/2006/relationships/image" Target="../media/image28733.png"/><Relationship Id="rId55" Type="http://schemas.openxmlformats.org/officeDocument/2006/relationships/customXml" Target="../ink/ink2893.xml"/><Relationship Id="rId76" Type="http://schemas.openxmlformats.org/officeDocument/2006/relationships/customXml" Target="../ink/ink2904.xml"/><Relationship Id="rId97" Type="http://schemas.openxmlformats.org/officeDocument/2006/relationships/image" Target="../media/image28754.png"/><Relationship Id="rId104" Type="http://schemas.openxmlformats.org/officeDocument/2006/relationships/image" Target="../media/image28757.png"/><Relationship Id="rId120" Type="http://schemas.openxmlformats.org/officeDocument/2006/relationships/image" Target="../media/image28764.png"/><Relationship Id="rId125" Type="http://schemas.openxmlformats.org/officeDocument/2006/relationships/customXml" Target="../ink/ink2929.xml"/><Relationship Id="rId7" Type="http://schemas.openxmlformats.org/officeDocument/2006/relationships/image" Target="../media/image27370.png"/><Relationship Id="rId71" Type="http://schemas.openxmlformats.org/officeDocument/2006/relationships/image" Target="../media/image28743.png"/><Relationship Id="rId92" Type="http://schemas.openxmlformats.org/officeDocument/2006/relationships/customXml" Target="../ink/ink2912.xml"/><Relationship Id="rId2" Type="http://schemas.openxmlformats.org/officeDocument/2006/relationships/customXml" Target="../ink/ink2866.xml"/><Relationship Id="rId29" Type="http://schemas.openxmlformats.org/officeDocument/2006/relationships/customXml" Target="../ink/ink2880.xml"/><Relationship Id="rId24" Type="http://schemas.openxmlformats.org/officeDocument/2006/relationships/image" Target="../media/image28720.png"/><Relationship Id="rId40" Type="http://schemas.openxmlformats.org/officeDocument/2006/relationships/image" Target="../media/image28728.png"/><Relationship Id="rId45" Type="http://schemas.openxmlformats.org/officeDocument/2006/relationships/customXml" Target="../ink/ink2888.xml"/><Relationship Id="rId66" Type="http://schemas.openxmlformats.org/officeDocument/2006/relationships/customXml" Target="../ink/ink2899.xml"/><Relationship Id="rId87" Type="http://schemas.openxmlformats.org/officeDocument/2006/relationships/image" Target="../media/image27968.png"/><Relationship Id="rId110" Type="http://schemas.openxmlformats.org/officeDocument/2006/relationships/image" Target="../media/image28759.png"/><Relationship Id="rId115" Type="http://schemas.openxmlformats.org/officeDocument/2006/relationships/customXml" Target="../ink/ink2924.xml"/><Relationship Id="rId61" Type="http://schemas.openxmlformats.org/officeDocument/2006/relationships/customXml" Target="../ink/ink2896.xml"/><Relationship Id="rId82" Type="http://schemas.openxmlformats.org/officeDocument/2006/relationships/customXml" Target="../ink/ink2907.xml"/><Relationship Id="rId19" Type="http://schemas.openxmlformats.org/officeDocument/2006/relationships/customXml" Target="../ink/ink2875.xml"/><Relationship Id="rId14" Type="http://schemas.openxmlformats.org/officeDocument/2006/relationships/image" Target="../media/image28716.png"/><Relationship Id="rId30" Type="http://schemas.openxmlformats.org/officeDocument/2006/relationships/image" Target="../media/image28723.png"/><Relationship Id="rId35" Type="http://schemas.openxmlformats.org/officeDocument/2006/relationships/customXml" Target="../ink/ink2883.xml"/><Relationship Id="rId56" Type="http://schemas.openxmlformats.org/officeDocument/2006/relationships/image" Target="../media/image28736.png"/><Relationship Id="rId77" Type="http://schemas.openxmlformats.org/officeDocument/2006/relationships/image" Target="../media/image28746.png"/><Relationship Id="rId100" Type="http://schemas.openxmlformats.org/officeDocument/2006/relationships/customXml" Target="../ink/ink2916.xml"/><Relationship Id="rId105" Type="http://schemas.openxmlformats.org/officeDocument/2006/relationships/customXml" Target="../ink/ink2919.xml"/><Relationship Id="rId126" Type="http://schemas.openxmlformats.org/officeDocument/2006/relationships/image" Target="../media/image28766.png"/><Relationship Id="rId8" Type="http://schemas.openxmlformats.org/officeDocument/2006/relationships/customXml" Target="../ink/ink2869.xml"/><Relationship Id="rId51" Type="http://schemas.openxmlformats.org/officeDocument/2006/relationships/customXml" Target="../ink/ink2891.xml"/><Relationship Id="rId72" Type="http://schemas.openxmlformats.org/officeDocument/2006/relationships/customXml" Target="../ink/ink2902.xml"/><Relationship Id="rId93" Type="http://schemas.openxmlformats.org/officeDocument/2006/relationships/image" Target="../media/image28752.png"/><Relationship Id="rId98" Type="http://schemas.openxmlformats.org/officeDocument/2006/relationships/customXml" Target="../ink/ink2915.xml"/><Relationship Id="rId121" Type="http://schemas.openxmlformats.org/officeDocument/2006/relationships/customXml" Target="../ink/ink2927.xml"/><Relationship Id="rId3" Type="http://schemas.openxmlformats.org/officeDocument/2006/relationships/image" Target="../media/image26579.png"/><Relationship Id="rId25" Type="http://schemas.openxmlformats.org/officeDocument/2006/relationships/customXml" Target="../ink/ink2878.xml"/><Relationship Id="rId46" Type="http://schemas.openxmlformats.org/officeDocument/2006/relationships/image" Target="../media/image28731.png"/><Relationship Id="rId67" Type="http://schemas.openxmlformats.org/officeDocument/2006/relationships/image" Target="../media/image28741.png"/><Relationship Id="rId116" Type="http://schemas.openxmlformats.org/officeDocument/2006/relationships/image" Target="../media/image28762.png"/><Relationship Id="rId20" Type="http://schemas.openxmlformats.org/officeDocument/2006/relationships/image" Target="../media/image28718.png"/><Relationship Id="rId41" Type="http://schemas.openxmlformats.org/officeDocument/2006/relationships/customXml" Target="../ink/ink2886.xml"/><Relationship Id="rId62" Type="http://schemas.openxmlformats.org/officeDocument/2006/relationships/customXml" Target="../ink/ink2897.xml"/><Relationship Id="rId83" Type="http://schemas.openxmlformats.org/officeDocument/2006/relationships/image" Target="../media/image27189.png"/><Relationship Id="rId88" Type="http://schemas.openxmlformats.org/officeDocument/2006/relationships/customXml" Target="../ink/ink2910.xml"/><Relationship Id="rId111" Type="http://schemas.openxmlformats.org/officeDocument/2006/relationships/customXml" Target="../ink/ink2922.xml"/><Relationship Id="rId15" Type="http://schemas.openxmlformats.org/officeDocument/2006/relationships/customXml" Target="../ink/ink2873.xml"/><Relationship Id="rId36" Type="http://schemas.openxmlformats.org/officeDocument/2006/relationships/image" Target="../media/image28726.png"/><Relationship Id="rId57" Type="http://schemas.openxmlformats.org/officeDocument/2006/relationships/customXml" Target="../ink/ink2894.xml"/><Relationship Id="rId106" Type="http://schemas.openxmlformats.org/officeDocument/2006/relationships/image" Target="../media/image28758.png"/><Relationship Id="rId127" Type="http://schemas.openxmlformats.org/officeDocument/2006/relationships/customXml" Target="../ink/ink2930.xml"/><Relationship Id="rId10" Type="http://schemas.openxmlformats.org/officeDocument/2006/relationships/image" Target="../media/image28714.png"/><Relationship Id="rId31" Type="http://schemas.openxmlformats.org/officeDocument/2006/relationships/customXml" Target="../ink/ink2881.xml"/><Relationship Id="rId52" Type="http://schemas.openxmlformats.org/officeDocument/2006/relationships/image" Target="../media/image28734.png"/><Relationship Id="rId73" Type="http://schemas.openxmlformats.org/officeDocument/2006/relationships/image" Target="../media/image28744.png"/><Relationship Id="rId78" Type="http://schemas.openxmlformats.org/officeDocument/2006/relationships/customXml" Target="../ink/ink2905.xml"/><Relationship Id="rId94" Type="http://schemas.openxmlformats.org/officeDocument/2006/relationships/customXml" Target="../ink/ink2913.xml"/><Relationship Id="rId99" Type="http://schemas.openxmlformats.org/officeDocument/2006/relationships/image" Target="../media/image28755.png"/><Relationship Id="rId101" Type="http://schemas.openxmlformats.org/officeDocument/2006/relationships/image" Target="../media/image28756.png"/><Relationship Id="rId122" Type="http://schemas.openxmlformats.org/officeDocument/2006/relationships/image" Target="../media/image28110.png"/><Relationship Id="rId4" Type="http://schemas.openxmlformats.org/officeDocument/2006/relationships/customXml" Target="../ink/ink2867.xml"/><Relationship Id="rId9" Type="http://schemas.openxmlformats.org/officeDocument/2006/relationships/customXml" Target="../ink/ink2870.xml"/></Relationships>
</file>

<file path=ppt/slides/_rels/slide1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990.xml"/><Relationship Id="rId21" Type="http://schemas.openxmlformats.org/officeDocument/2006/relationships/customXml" Target="../ink/ink2941.xml"/><Relationship Id="rId324" Type="http://schemas.openxmlformats.org/officeDocument/2006/relationships/customXml" Target="../ink/ink3094.xml"/><Relationship Id="rId531" Type="http://schemas.openxmlformats.org/officeDocument/2006/relationships/customXml" Target="../ink/ink3198.xml"/><Relationship Id="rId629" Type="http://schemas.openxmlformats.org/officeDocument/2006/relationships/image" Target="../media/image29074.png"/><Relationship Id="rId170" Type="http://schemas.openxmlformats.org/officeDocument/2006/relationships/image" Target="../media/image28846.png"/><Relationship Id="rId268" Type="http://schemas.openxmlformats.org/officeDocument/2006/relationships/customXml" Target="../ink/ink3066.xml"/><Relationship Id="rId475" Type="http://schemas.openxmlformats.org/officeDocument/2006/relationships/customXml" Target="../ink/ink3170.xml"/><Relationship Id="rId32" Type="http://schemas.openxmlformats.org/officeDocument/2006/relationships/image" Target="../media/image28778.png"/><Relationship Id="rId128" Type="http://schemas.openxmlformats.org/officeDocument/2006/relationships/image" Target="../media/image28825.png"/><Relationship Id="rId335" Type="http://schemas.openxmlformats.org/officeDocument/2006/relationships/image" Target="../media/image28928.png"/><Relationship Id="rId542" Type="http://schemas.openxmlformats.org/officeDocument/2006/relationships/image" Target="../media/image29031.png"/><Relationship Id="rId181" Type="http://schemas.openxmlformats.org/officeDocument/2006/relationships/customXml" Target="../ink/ink3022.xml"/><Relationship Id="rId402" Type="http://schemas.openxmlformats.org/officeDocument/2006/relationships/customXml" Target="../ink/ink3133.xml"/><Relationship Id="rId279" Type="http://schemas.openxmlformats.org/officeDocument/2006/relationships/image" Target="../media/image28900.png"/><Relationship Id="rId486" Type="http://schemas.openxmlformats.org/officeDocument/2006/relationships/image" Target="../media/image29003.png"/><Relationship Id="rId43" Type="http://schemas.openxmlformats.org/officeDocument/2006/relationships/customXml" Target="../ink/ink2952.xml"/><Relationship Id="rId139" Type="http://schemas.openxmlformats.org/officeDocument/2006/relationships/customXml" Target="../ink/ink3001.xml"/><Relationship Id="rId346" Type="http://schemas.openxmlformats.org/officeDocument/2006/relationships/customXml" Target="../ink/ink3105.xml"/><Relationship Id="rId553" Type="http://schemas.openxmlformats.org/officeDocument/2006/relationships/customXml" Target="../ink/ink3209.xml"/><Relationship Id="rId192" Type="http://schemas.openxmlformats.org/officeDocument/2006/relationships/image" Target="../media/image28857.png"/><Relationship Id="rId206" Type="http://schemas.openxmlformats.org/officeDocument/2006/relationships/image" Target="../media/image28864.png"/><Relationship Id="rId413" Type="http://schemas.openxmlformats.org/officeDocument/2006/relationships/image" Target="../media/image28967.png"/><Relationship Id="rId497" Type="http://schemas.openxmlformats.org/officeDocument/2006/relationships/customXml" Target="../ink/ink3181.xml"/><Relationship Id="rId620" Type="http://schemas.openxmlformats.org/officeDocument/2006/relationships/customXml" Target="../ink/ink3243.xml"/><Relationship Id="rId357" Type="http://schemas.openxmlformats.org/officeDocument/2006/relationships/image" Target="../media/image28939.png"/><Relationship Id="rId54" Type="http://schemas.openxmlformats.org/officeDocument/2006/relationships/image" Target="../media/image28789.png"/><Relationship Id="rId217" Type="http://schemas.openxmlformats.org/officeDocument/2006/relationships/customXml" Target="../ink/ink3040.xml"/><Relationship Id="rId564" Type="http://schemas.openxmlformats.org/officeDocument/2006/relationships/image" Target="../media/image29042.png"/><Relationship Id="rId424" Type="http://schemas.openxmlformats.org/officeDocument/2006/relationships/image" Target="../media/image28972.png"/><Relationship Id="rId631" Type="http://schemas.openxmlformats.org/officeDocument/2006/relationships/image" Target="../media/image29075.png"/><Relationship Id="rId270" Type="http://schemas.openxmlformats.org/officeDocument/2006/relationships/customXml" Target="../ink/ink3067.xml"/><Relationship Id="rId65" Type="http://schemas.openxmlformats.org/officeDocument/2006/relationships/customXml" Target="../ink/ink2963.xml"/><Relationship Id="rId130" Type="http://schemas.openxmlformats.org/officeDocument/2006/relationships/image" Target="../media/image28826.png"/><Relationship Id="rId368" Type="http://schemas.openxmlformats.org/officeDocument/2006/relationships/customXml" Target="../ink/ink3116.xml"/><Relationship Id="rId575" Type="http://schemas.openxmlformats.org/officeDocument/2006/relationships/image" Target="../media/image29047.png"/><Relationship Id="rId228" Type="http://schemas.openxmlformats.org/officeDocument/2006/relationships/image" Target="../media/image28875.png"/><Relationship Id="rId435" Type="http://schemas.openxmlformats.org/officeDocument/2006/relationships/customXml" Target="../ink/ink3150.xml"/><Relationship Id="rId281" Type="http://schemas.openxmlformats.org/officeDocument/2006/relationships/image" Target="../media/image28901.png"/><Relationship Id="rId502" Type="http://schemas.openxmlformats.org/officeDocument/2006/relationships/image" Target="../media/image29011.png"/><Relationship Id="rId76" Type="http://schemas.openxmlformats.org/officeDocument/2006/relationships/image" Target="../media/image28800.png"/><Relationship Id="rId141" Type="http://schemas.openxmlformats.org/officeDocument/2006/relationships/customXml" Target="../ink/ink3002.xml"/><Relationship Id="rId379" Type="http://schemas.openxmlformats.org/officeDocument/2006/relationships/image" Target="../media/image28950.png"/><Relationship Id="rId586" Type="http://schemas.openxmlformats.org/officeDocument/2006/relationships/customXml" Target="../ink/ink3226.xml"/><Relationship Id="rId7" Type="http://schemas.openxmlformats.org/officeDocument/2006/relationships/image" Target="../media/image27370.png"/><Relationship Id="rId239" Type="http://schemas.openxmlformats.org/officeDocument/2006/relationships/image" Target="../media/image28880.png"/><Relationship Id="rId446" Type="http://schemas.openxmlformats.org/officeDocument/2006/relationships/image" Target="../media/image28983.png"/><Relationship Id="rId292" Type="http://schemas.openxmlformats.org/officeDocument/2006/relationships/customXml" Target="../ink/ink3078.xml"/><Relationship Id="rId306" Type="http://schemas.openxmlformats.org/officeDocument/2006/relationships/customXml" Target="../ink/ink3085.xml"/><Relationship Id="rId87" Type="http://schemas.openxmlformats.org/officeDocument/2006/relationships/image" Target="../media/image28805.png"/><Relationship Id="rId513" Type="http://schemas.openxmlformats.org/officeDocument/2006/relationships/customXml" Target="../ink/ink3189.xml"/><Relationship Id="rId597" Type="http://schemas.openxmlformats.org/officeDocument/2006/relationships/image" Target="../media/image29058.png"/><Relationship Id="rId152" Type="http://schemas.openxmlformats.org/officeDocument/2006/relationships/image" Target="../media/image28837.png"/><Relationship Id="rId457" Type="http://schemas.openxmlformats.org/officeDocument/2006/relationships/customXml" Target="../ink/ink3161.xml"/><Relationship Id="rId14" Type="http://schemas.openxmlformats.org/officeDocument/2006/relationships/image" Target="../media/image28769.png"/><Relationship Id="rId317" Type="http://schemas.openxmlformats.org/officeDocument/2006/relationships/image" Target="../media/image28919.png"/><Relationship Id="rId524" Type="http://schemas.openxmlformats.org/officeDocument/2006/relationships/image" Target="../media/image29022.png"/><Relationship Id="rId98" Type="http://schemas.openxmlformats.org/officeDocument/2006/relationships/customXml" Target="../ink/ink2980.xml"/><Relationship Id="rId163" Type="http://schemas.openxmlformats.org/officeDocument/2006/relationships/customXml" Target="../ink/ink3013.xml"/><Relationship Id="rId370" Type="http://schemas.openxmlformats.org/officeDocument/2006/relationships/customXml" Target="../ink/ink3117.xml"/><Relationship Id="rId230" Type="http://schemas.openxmlformats.org/officeDocument/2006/relationships/image" Target="../media/image28876.png"/><Relationship Id="rId468" Type="http://schemas.openxmlformats.org/officeDocument/2006/relationships/image" Target="../media/image28994.png"/><Relationship Id="rId25" Type="http://schemas.openxmlformats.org/officeDocument/2006/relationships/customXml" Target="../ink/ink2943.xml"/><Relationship Id="rId328" Type="http://schemas.openxmlformats.org/officeDocument/2006/relationships/customXml" Target="../ink/ink3096.xml"/><Relationship Id="rId535" Type="http://schemas.openxmlformats.org/officeDocument/2006/relationships/customXml" Target="../ink/ink3200.xml"/><Relationship Id="rId174" Type="http://schemas.openxmlformats.org/officeDocument/2006/relationships/image" Target="../media/image28848.png"/><Relationship Id="rId381" Type="http://schemas.openxmlformats.org/officeDocument/2006/relationships/image" Target="../media/image28951.png"/><Relationship Id="rId602" Type="http://schemas.openxmlformats.org/officeDocument/2006/relationships/customXml" Target="../ink/ink3234.xml"/><Relationship Id="rId241" Type="http://schemas.openxmlformats.org/officeDocument/2006/relationships/image" Target="../media/image28881.png"/><Relationship Id="rId479" Type="http://schemas.openxmlformats.org/officeDocument/2006/relationships/customXml" Target="../ink/ink3172.xml"/><Relationship Id="rId36" Type="http://schemas.openxmlformats.org/officeDocument/2006/relationships/image" Target="../media/image28780.png"/><Relationship Id="rId339" Type="http://schemas.openxmlformats.org/officeDocument/2006/relationships/image" Target="../media/image28930.png"/><Relationship Id="rId546" Type="http://schemas.openxmlformats.org/officeDocument/2006/relationships/image" Target="../media/image29033.png"/><Relationship Id="rId101" Type="http://schemas.openxmlformats.org/officeDocument/2006/relationships/image" Target="../media/image28812.png"/><Relationship Id="rId185" Type="http://schemas.openxmlformats.org/officeDocument/2006/relationships/customXml" Target="../ink/ink3024.xml"/><Relationship Id="rId406" Type="http://schemas.openxmlformats.org/officeDocument/2006/relationships/customXml" Target="../ink/ink3135.xml"/><Relationship Id="rId392" Type="http://schemas.openxmlformats.org/officeDocument/2006/relationships/customXml" Target="../ink/ink3128.xml"/><Relationship Id="rId613" Type="http://schemas.openxmlformats.org/officeDocument/2006/relationships/image" Target="../media/image29066.png"/><Relationship Id="rId252" Type="http://schemas.openxmlformats.org/officeDocument/2006/relationships/customXml" Target="../ink/ink3058.xml"/><Relationship Id="rId294" Type="http://schemas.openxmlformats.org/officeDocument/2006/relationships/customXml" Target="../ink/ink3079.xml"/><Relationship Id="rId308" Type="http://schemas.openxmlformats.org/officeDocument/2006/relationships/customXml" Target="../ink/ink3086.xml"/><Relationship Id="rId515" Type="http://schemas.openxmlformats.org/officeDocument/2006/relationships/customXml" Target="../ink/ink3190.xml"/><Relationship Id="rId47" Type="http://schemas.openxmlformats.org/officeDocument/2006/relationships/customXml" Target="../ink/ink2954.xml"/><Relationship Id="rId89" Type="http://schemas.openxmlformats.org/officeDocument/2006/relationships/image" Target="../media/image28806.png"/><Relationship Id="rId112" Type="http://schemas.openxmlformats.org/officeDocument/2006/relationships/customXml" Target="../ink/ink2987.xml"/><Relationship Id="rId154" Type="http://schemas.openxmlformats.org/officeDocument/2006/relationships/image" Target="../media/image28838.png"/><Relationship Id="rId361" Type="http://schemas.openxmlformats.org/officeDocument/2006/relationships/image" Target="../media/image28941.png"/><Relationship Id="rId557" Type="http://schemas.openxmlformats.org/officeDocument/2006/relationships/customXml" Target="../ink/ink3211.xml"/><Relationship Id="rId599" Type="http://schemas.openxmlformats.org/officeDocument/2006/relationships/image" Target="../media/image29059.png"/><Relationship Id="rId196" Type="http://schemas.openxmlformats.org/officeDocument/2006/relationships/image" Target="../media/image28859.png"/><Relationship Id="rId417" Type="http://schemas.openxmlformats.org/officeDocument/2006/relationships/image" Target="../media/image28969.png"/><Relationship Id="rId459" Type="http://schemas.openxmlformats.org/officeDocument/2006/relationships/customXml" Target="../ink/ink3162.xml"/><Relationship Id="rId624" Type="http://schemas.openxmlformats.org/officeDocument/2006/relationships/customXml" Target="../ink/ink3245.xml"/><Relationship Id="rId16" Type="http://schemas.openxmlformats.org/officeDocument/2006/relationships/image" Target="../media/image28770.png"/><Relationship Id="rId221" Type="http://schemas.openxmlformats.org/officeDocument/2006/relationships/customXml" Target="../ink/ink3042.xml"/><Relationship Id="rId263" Type="http://schemas.openxmlformats.org/officeDocument/2006/relationships/image" Target="../media/image28892.png"/><Relationship Id="rId319" Type="http://schemas.openxmlformats.org/officeDocument/2006/relationships/image" Target="../media/image28920.png"/><Relationship Id="rId470" Type="http://schemas.openxmlformats.org/officeDocument/2006/relationships/image" Target="../media/image28995.png"/><Relationship Id="rId526" Type="http://schemas.openxmlformats.org/officeDocument/2006/relationships/image" Target="../media/image29023.png"/><Relationship Id="rId58" Type="http://schemas.openxmlformats.org/officeDocument/2006/relationships/image" Target="../media/image28791.png"/><Relationship Id="rId123" Type="http://schemas.openxmlformats.org/officeDocument/2006/relationships/customXml" Target="../ink/ink2993.xml"/><Relationship Id="rId330" Type="http://schemas.openxmlformats.org/officeDocument/2006/relationships/customXml" Target="../ink/ink3097.xml"/><Relationship Id="rId568" Type="http://schemas.openxmlformats.org/officeDocument/2006/relationships/image" Target="../media/image29044.png"/><Relationship Id="rId165" Type="http://schemas.openxmlformats.org/officeDocument/2006/relationships/customXml" Target="../ink/ink3014.xml"/><Relationship Id="rId372" Type="http://schemas.openxmlformats.org/officeDocument/2006/relationships/customXml" Target="../ink/ink3118.xml"/><Relationship Id="rId428" Type="http://schemas.openxmlformats.org/officeDocument/2006/relationships/image" Target="../media/image28974.png"/><Relationship Id="rId635" Type="http://schemas.openxmlformats.org/officeDocument/2006/relationships/image" Target="../media/image29077.png"/><Relationship Id="rId232" Type="http://schemas.openxmlformats.org/officeDocument/2006/relationships/image" Target="../media/image28877.png"/><Relationship Id="rId274" Type="http://schemas.openxmlformats.org/officeDocument/2006/relationships/customXml" Target="../ink/ink3069.xml"/><Relationship Id="rId481" Type="http://schemas.openxmlformats.org/officeDocument/2006/relationships/customXml" Target="../ink/ink3173.xml"/><Relationship Id="rId27" Type="http://schemas.openxmlformats.org/officeDocument/2006/relationships/customXml" Target="../ink/ink2944.xml"/><Relationship Id="rId69" Type="http://schemas.openxmlformats.org/officeDocument/2006/relationships/customXml" Target="../ink/ink2965.xml"/><Relationship Id="rId134" Type="http://schemas.openxmlformats.org/officeDocument/2006/relationships/image" Target="../media/image28828.png"/><Relationship Id="rId537" Type="http://schemas.openxmlformats.org/officeDocument/2006/relationships/customXml" Target="../ink/ink3201.xml"/><Relationship Id="rId579" Type="http://schemas.openxmlformats.org/officeDocument/2006/relationships/image" Target="../media/image29049.png"/><Relationship Id="rId80" Type="http://schemas.openxmlformats.org/officeDocument/2006/relationships/customXml" Target="../ink/ink2971.xml"/><Relationship Id="rId176" Type="http://schemas.openxmlformats.org/officeDocument/2006/relationships/image" Target="../media/image28849.png"/><Relationship Id="rId341" Type="http://schemas.openxmlformats.org/officeDocument/2006/relationships/image" Target="../media/image28931.png"/><Relationship Id="rId383" Type="http://schemas.openxmlformats.org/officeDocument/2006/relationships/image" Target="../media/image28952.png"/><Relationship Id="rId439" Type="http://schemas.openxmlformats.org/officeDocument/2006/relationships/customXml" Target="../ink/ink3152.xml"/><Relationship Id="rId590" Type="http://schemas.openxmlformats.org/officeDocument/2006/relationships/customXml" Target="../ink/ink3228.xml"/><Relationship Id="rId604" Type="http://schemas.openxmlformats.org/officeDocument/2006/relationships/customXml" Target="../ink/ink3235.xml"/><Relationship Id="rId201" Type="http://schemas.openxmlformats.org/officeDocument/2006/relationships/customXml" Target="../ink/ink3032.xml"/><Relationship Id="rId243" Type="http://schemas.openxmlformats.org/officeDocument/2006/relationships/image" Target="../media/image28882.png"/><Relationship Id="rId285" Type="http://schemas.openxmlformats.org/officeDocument/2006/relationships/image" Target="../media/image28903.png"/><Relationship Id="rId450" Type="http://schemas.openxmlformats.org/officeDocument/2006/relationships/image" Target="../media/image28985.png"/><Relationship Id="rId506" Type="http://schemas.openxmlformats.org/officeDocument/2006/relationships/image" Target="../media/image29013.png"/><Relationship Id="rId38" Type="http://schemas.openxmlformats.org/officeDocument/2006/relationships/image" Target="../media/image28781.png"/><Relationship Id="rId103" Type="http://schemas.openxmlformats.org/officeDocument/2006/relationships/image" Target="../media/image28813.png"/><Relationship Id="rId310" Type="http://schemas.openxmlformats.org/officeDocument/2006/relationships/customXml" Target="../ink/ink3087.xml"/><Relationship Id="rId492" Type="http://schemas.openxmlformats.org/officeDocument/2006/relationships/image" Target="../media/image29006.png"/><Relationship Id="rId548" Type="http://schemas.openxmlformats.org/officeDocument/2006/relationships/image" Target="../media/image29034.png"/><Relationship Id="rId91" Type="http://schemas.openxmlformats.org/officeDocument/2006/relationships/image" Target="../media/image28807.png"/><Relationship Id="rId145" Type="http://schemas.openxmlformats.org/officeDocument/2006/relationships/customXml" Target="../ink/ink3004.xml"/><Relationship Id="rId187" Type="http://schemas.openxmlformats.org/officeDocument/2006/relationships/customXml" Target="../ink/ink3025.xml"/><Relationship Id="rId352" Type="http://schemas.openxmlformats.org/officeDocument/2006/relationships/customXml" Target="../ink/ink3108.xml"/><Relationship Id="rId394" Type="http://schemas.openxmlformats.org/officeDocument/2006/relationships/customXml" Target="../ink/ink3129.xml"/><Relationship Id="rId408" Type="http://schemas.openxmlformats.org/officeDocument/2006/relationships/customXml" Target="../ink/ink3136.xml"/><Relationship Id="rId615" Type="http://schemas.openxmlformats.org/officeDocument/2006/relationships/image" Target="../media/image29067.png"/><Relationship Id="rId212" Type="http://schemas.openxmlformats.org/officeDocument/2006/relationships/image" Target="../media/image28867.png"/><Relationship Id="rId254" Type="http://schemas.openxmlformats.org/officeDocument/2006/relationships/customXml" Target="../ink/ink3059.xml"/><Relationship Id="rId49" Type="http://schemas.openxmlformats.org/officeDocument/2006/relationships/customXml" Target="../ink/ink2955.xml"/><Relationship Id="rId114" Type="http://schemas.openxmlformats.org/officeDocument/2006/relationships/customXml" Target="../ink/ink2988.xml"/><Relationship Id="rId296" Type="http://schemas.openxmlformats.org/officeDocument/2006/relationships/customXml" Target="../ink/ink3080.xml"/><Relationship Id="rId461" Type="http://schemas.openxmlformats.org/officeDocument/2006/relationships/customXml" Target="../ink/ink3163.xml"/><Relationship Id="rId517" Type="http://schemas.openxmlformats.org/officeDocument/2006/relationships/customXml" Target="../ink/ink3191.xml"/><Relationship Id="rId559" Type="http://schemas.openxmlformats.org/officeDocument/2006/relationships/customXml" Target="../ink/ink3212.xml"/><Relationship Id="rId60" Type="http://schemas.openxmlformats.org/officeDocument/2006/relationships/image" Target="../media/image28792.png"/><Relationship Id="rId156" Type="http://schemas.openxmlformats.org/officeDocument/2006/relationships/image" Target="../media/image28839.png"/><Relationship Id="rId198" Type="http://schemas.openxmlformats.org/officeDocument/2006/relationships/image" Target="../media/image28860.png"/><Relationship Id="rId321" Type="http://schemas.openxmlformats.org/officeDocument/2006/relationships/image" Target="../media/image28921.png"/><Relationship Id="rId363" Type="http://schemas.openxmlformats.org/officeDocument/2006/relationships/image" Target="../media/image28942.png"/><Relationship Id="rId419" Type="http://schemas.openxmlformats.org/officeDocument/2006/relationships/image" Target="../media/image28970.png"/><Relationship Id="rId570" Type="http://schemas.openxmlformats.org/officeDocument/2006/relationships/image" Target="../media/image29045.png"/><Relationship Id="rId626" Type="http://schemas.openxmlformats.org/officeDocument/2006/relationships/customXml" Target="../ink/ink3246.xml"/><Relationship Id="rId223" Type="http://schemas.openxmlformats.org/officeDocument/2006/relationships/customXml" Target="../ink/ink3043.xml"/><Relationship Id="rId430" Type="http://schemas.openxmlformats.org/officeDocument/2006/relationships/image" Target="../media/image28975.png"/><Relationship Id="rId18" Type="http://schemas.openxmlformats.org/officeDocument/2006/relationships/image" Target="../media/image28771.png"/><Relationship Id="rId265" Type="http://schemas.openxmlformats.org/officeDocument/2006/relationships/image" Target="../media/image28893.png"/><Relationship Id="rId472" Type="http://schemas.openxmlformats.org/officeDocument/2006/relationships/image" Target="../media/image28996.png"/><Relationship Id="rId528" Type="http://schemas.openxmlformats.org/officeDocument/2006/relationships/image" Target="../media/image29024.png"/><Relationship Id="rId125" Type="http://schemas.openxmlformats.org/officeDocument/2006/relationships/customXml" Target="../ink/ink2994.xml"/><Relationship Id="rId167" Type="http://schemas.openxmlformats.org/officeDocument/2006/relationships/customXml" Target="../ink/ink3015.xml"/><Relationship Id="rId332" Type="http://schemas.openxmlformats.org/officeDocument/2006/relationships/customXml" Target="../ink/ink3098.xml"/><Relationship Id="rId374" Type="http://schemas.openxmlformats.org/officeDocument/2006/relationships/customXml" Target="../ink/ink3119.xml"/><Relationship Id="rId581" Type="http://schemas.openxmlformats.org/officeDocument/2006/relationships/image" Target="../media/image29050.png"/><Relationship Id="rId71" Type="http://schemas.openxmlformats.org/officeDocument/2006/relationships/customXml" Target="../ink/ink2966.xml"/><Relationship Id="rId234" Type="http://schemas.openxmlformats.org/officeDocument/2006/relationships/image" Target="../media/image28878.png"/><Relationship Id="rId637" Type="http://schemas.openxmlformats.org/officeDocument/2006/relationships/image" Target="../media/image29078.png"/><Relationship Id="rId2" Type="http://schemas.openxmlformats.org/officeDocument/2006/relationships/customXml" Target="../ink/ink2931.xml"/><Relationship Id="rId29" Type="http://schemas.openxmlformats.org/officeDocument/2006/relationships/customXml" Target="../ink/ink2945.xml"/><Relationship Id="rId276" Type="http://schemas.openxmlformats.org/officeDocument/2006/relationships/customXml" Target="../ink/ink3070.xml"/><Relationship Id="rId441" Type="http://schemas.openxmlformats.org/officeDocument/2006/relationships/customXml" Target="../ink/ink3153.xml"/><Relationship Id="rId483" Type="http://schemas.openxmlformats.org/officeDocument/2006/relationships/customXml" Target="../ink/ink3174.xml"/><Relationship Id="rId539" Type="http://schemas.openxmlformats.org/officeDocument/2006/relationships/customXml" Target="../ink/ink3202.xml"/><Relationship Id="rId40" Type="http://schemas.openxmlformats.org/officeDocument/2006/relationships/image" Target="../media/image28782.png"/><Relationship Id="rId136" Type="http://schemas.openxmlformats.org/officeDocument/2006/relationships/image" Target="../media/image28829.png"/><Relationship Id="rId178" Type="http://schemas.openxmlformats.org/officeDocument/2006/relationships/image" Target="../media/image28850.png"/><Relationship Id="rId301" Type="http://schemas.openxmlformats.org/officeDocument/2006/relationships/image" Target="../media/image28911.png"/><Relationship Id="rId343" Type="http://schemas.openxmlformats.org/officeDocument/2006/relationships/image" Target="../media/image28932.png"/><Relationship Id="rId550" Type="http://schemas.openxmlformats.org/officeDocument/2006/relationships/image" Target="../media/image29035.png"/><Relationship Id="rId82" Type="http://schemas.openxmlformats.org/officeDocument/2006/relationships/customXml" Target="../ink/ink2972.xml"/><Relationship Id="rId203" Type="http://schemas.openxmlformats.org/officeDocument/2006/relationships/customXml" Target="../ink/ink3033.xml"/><Relationship Id="rId385" Type="http://schemas.openxmlformats.org/officeDocument/2006/relationships/image" Target="../media/image28953.png"/><Relationship Id="rId592" Type="http://schemas.openxmlformats.org/officeDocument/2006/relationships/customXml" Target="../ink/ink3229.xml"/><Relationship Id="rId606" Type="http://schemas.openxmlformats.org/officeDocument/2006/relationships/customXml" Target="../ink/ink3236.xml"/><Relationship Id="rId245" Type="http://schemas.openxmlformats.org/officeDocument/2006/relationships/image" Target="../media/image28883.png"/><Relationship Id="rId287" Type="http://schemas.openxmlformats.org/officeDocument/2006/relationships/image" Target="../media/image28904.png"/><Relationship Id="rId410" Type="http://schemas.openxmlformats.org/officeDocument/2006/relationships/customXml" Target="../ink/ink3137.xml"/><Relationship Id="rId452" Type="http://schemas.openxmlformats.org/officeDocument/2006/relationships/image" Target="../media/image28986.png"/><Relationship Id="rId494" Type="http://schemas.openxmlformats.org/officeDocument/2006/relationships/image" Target="../media/image29007.png"/><Relationship Id="rId508" Type="http://schemas.openxmlformats.org/officeDocument/2006/relationships/image" Target="../media/image29014.png"/><Relationship Id="rId105" Type="http://schemas.openxmlformats.org/officeDocument/2006/relationships/image" Target="../media/image28814.png"/><Relationship Id="rId147" Type="http://schemas.openxmlformats.org/officeDocument/2006/relationships/customXml" Target="../ink/ink3005.xml"/><Relationship Id="rId312" Type="http://schemas.openxmlformats.org/officeDocument/2006/relationships/customXml" Target="../ink/ink3088.xml"/><Relationship Id="rId354" Type="http://schemas.openxmlformats.org/officeDocument/2006/relationships/customXml" Target="../ink/ink3109.xml"/><Relationship Id="rId51" Type="http://schemas.openxmlformats.org/officeDocument/2006/relationships/customXml" Target="../ink/ink2956.xml"/><Relationship Id="rId93" Type="http://schemas.openxmlformats.org/officeDocument/2006/relationships/image" Target="../media/image28808.png"/><Relationship Id="rId189" Type="http://schemas.openxmlformats.org/officeDocument/2006/relationships/customXml" Target="../ink/ink3026.xml"/><Relationship Id="rId396" Type="http://schemas.openxmlformats.org/officeDocument/2006/relationships/customXml" Target="../ink/ink3130.xml"/><Relationship Id="rId561" Type="http://schemas.openxmlformats.org/officeDocument/2006/relationships/customXml" Target="../ink/ink3213.xml"/><Relationship Id="rId617" Type="http://schemas.openxmlformats.org/officeDocument/2006/relationships/image" Target="../media/image29068.png"/><Relationship Id="rId214" Type="http://schemas.openxmlformats.org/officeDocument/2006/relationships/image" Target="../media/image28868.png"/><Relationship Id="rId256" Type="http://schemas.openxmlformats.org/officeDocument/2006/relationships/customXml" Target="../ink/ink3060.xml"/><Relationship Id="rId298" Type="http://schemas.openxmlformats.org/officeDocument/2006/relationships/customXml" Target="../ink/ink3081.xml"/><Relationship Id="rId421" Type="http://schemas.openxmlformats.org/officeDocument/2006/relationships/customXml" Target="../ink/ink3143.xml"/><Relationship Id="rId463" Type="http://schemas.openxmlformats.org/officeDocument/2006/relationships/customXml" Target="../ink/ink3164.xml"/><Relationship Id="rId519" Type="http://schemas.openxmlformats.org/officeDocument/2006/relationships/customXml" Target="../ink/ink3192.xml"/><Relationship Id="rId116" Type="http://schemas.openxmlformats.org/officeDocument/2006/relationships/customXml" Target="../ink/ink2989.xml"/><Relationship Id="rId158" Type="http://schemas.openxmlformats.org/officeDocument/2006/relationships/image" Target="../media/image28840.png"/><Relationship Id="rId323" Type="http://schemas.openxmlformats.org/officeDocument/2006/relationships/image" Target="../media/image28922.png"/><Relationship Id="rId530" Type="http://schemas.openxmlformats.org/officeDocument/2006/relationships/image" Target="../media/image29025.png"/><Relationship Id="rId20" Type="http://schemas.openxmlformats.org/officeDocument/2006/relationships/image" Target="../media/image28772.png"/><Relationship Id="rId62" Type="http://schemas.openxmlformats.org/officeDocument/2006/relationships/image" Target="../media/image28793.png"/><Relationship Id="rId365" Type="http://schemas.openxmlformats.org/officeDocument/2006/relationships/image" Target="../media/image28943.png"/><Relationship Id="rId572" Type="http://schemas.openxmlformats.org/officeDocument/2006/relationships/image" Target="../media/image29046.png"/><Relationship Id="rId628" Type="http://schemas.openxmlformats.org/officeDocument/2006/relationships/customXml" Target="../ink/ink3247.xml"/><Relationship Id="rId225" Type="http://schemas.openxmlformats.org/officeDocument/2006/relationships/customXml" Target="../ink/ink3044.xml"/><Relationship Id="rId267" Type="http://schemas.openxmlformats.org/officeDocument/2006/relationships/image" Target="../media/image28894.png"/><Relationship Id="rId432" Type="http://schemas.openxmlformats.org/officeDocument/2006/relationships/image" Target="../media/image28976.png"/><Relationship Id="rId474" Type="http://schemas.openxmlformats.org/officeDocument/2006/relationships/image" Target="../media/image28997.png"/><Relationship Id="rId127" Type="http://schemas.openxmlformats.org/officeDocument/2006/relationships/customXml" Target="../ink/ink2995.xml"/><Relationship Id="rId31" Type="http://schemas.openxmlformats.org/officeDocument/2006/relationships/customXml" Target="../ink/ink2946.xml"/><Relationship Id="rId73" Type="http://schemas.openxmlformats.org/officeDocument/2006/relationships/customXml" Target="../ink/ink2967.xml"/><Relationship Id="rId169" Type="http://schemas.openxmlformats.org/officeDocument/2006/relationships/customXml" Target="../ink/ink3016.xml"/><Relationship Id="rId334" Type="http://schemas.openxmlformats.org/officeDocument/2006/relationships/customXml" Target="../ink/ink3099.xml"/><Relationship Id="rId376" Type="http://schemas.openxmlformats.org/officeDocument/2006/relationships/customXml" Target="../ink/ink3120.xml"/><Relationship Id="rId541" Type="http://schemas.openxmlformats.org/officeDocument/2006/relationships/customXml" Target="../ink/ink3203.xml"/><Relationship Id="rId583" Type="http://schemas.openxmlformats.org/officeDocument/2006/relationships/image" Target="../media/image29051.png"/><Relationship Id="rId639" Type="http://schemas.openxmlformats.org/officeDocument/2006/relationships/image" Target="../media/image29079.png"/><Relationship Id="rId4" Type="http://schemas.openxmlformats.org/officeDocument/2006/relationships/customXml" Target="../ink/ink2932.xml"/><Relationship Id="rId180" Type="http://schemas.openxmlformats.org/officeDocument/2006/relationships/image" Target="../media/image28851.png"/><Relationship Id="rId236" Type="http://schemas.openxmlformats.org/officeDocument/2006/relationships/customXml" Target="../ink/ink3050.xml"/><Relationship Id="rId278" Type="http://schemas.openxmlformats.org/officeDocument/2006/relationships/customXml" Target="../ink/ink3071.xml"/><Relationship Id="rId401" Type="http://schemas.openxmlformats.org/officeDocument/2006/relationships/image" Target="../media/image28961.png"/><Relationship Id="rId443" Type="http://schemas.openxmlformats.org/officeDocument/2006/relationships/customXml" Target="../ink/ink3154.xml"/><Relationship Id="rId303" Type="http://schemas.openxmlformats.org/officeDocument/2006/relationships/image" Target="../media/image28912.png"/><Relationship Id="rId485" Type="http://schemas.openxmlformats.org/officeDocument/2006/relationships/customXml" Target="../ink/ink3175.xml"/><Relationship Id="rId42" Type="http://schemas.openxmlformats.org/officeDocument/2006/relationships/image" Target="../media/image28783.png"/><Relationship Id="rId84" Type="http://schemas.openxmlformats.org/officeDocument/2006/relationships/customXml" Target="../ink/ink2973.xml"/><Relationship Id="rId138" Type="http://schemas.openxmlformats.org/officeDocument/2006/relationships/image" Target="../media/image28830.png"/><Relationship Id="rId345" Type="http://schemas.openxmlformats.org/officeDocument/2006/relationships/image" Target="../media/image28933.png"/><Relationship Id="rId387" Type="http://schemas.openxmlformats.org/officeDocument/2006/relationships/image" Target="../media/image28954.png"/><Relationship Id="rId510" Type="http://schemas.openxmlformats.org/officeDocument/2006/relationships/image" Target="../media/image29015.png"/><Relationship Id="rId552" Type="http://schemas.openxmlformats.org/officeDocument/2006/relationships/image" Target="../media/image29036.png"/><Relationship Id="rId594" Type="http://schemas.openxmlformats.org/officeDocument/2006/relationships/customXml" Target="../ink/ink3230.xml"/><Relationship Id="rId608" Type="http://schemas.openxmlformats.org/officeDocument/2006/relationships/customXml" Target="../ink/ink3237.xml"/><Relationship Id="rId191" Type="http://schemas.openxmlformats.org/officeDocument/2006/relationships/customXml" Target="../ink/ink3027.xml"/><Relationship Id="rId205" Type="http://schemas.openxmlformats.org/officeDocument/2006/relationships/customXml" Target="../ink/ink3034.xml"/><Relationship Id="rId247" Type="http://schemas.openxmlformats.org/officeDocument/2006/relationships/image" Target="../media/image28884.png"/><Relationship Id="rId412" Type="http://schemas.openxmlformats.org/officeDocument/2006/relationships/customXml" Target="../ink/ink3138.xml"/><Relationship Id="rId107" Type="http://schemas.openxmlformats.org/officeDocument/2006/relationships/image" Target="../media/image28815.png"/><Relationship Id="rId289" Type="http://schemas.openxmlformats.org/officeDocument/2006/relationships/image" Target="../media/image28905.png"/><Relationship Id="rId454" Type="http://schemas.openxmlformats.org/officeDocument/2006/relationships/image" Target="../media/image28987.png"/><Relationship Id="rId496" Type="http://schemas.openxmlformats.org/officeDocument/2006/relationships/image" Target="../media/image29008.png"/><Relationship Id="rId11" Type="http://schemas.openxmlformats.org/officeDocument/2006/relationships/customXml" Target="../ink/ink2936.xml"/><Relationship Id="rId53" Type="http://schemas.openxmlformats.org/officeDocument/2006/relationships/customXml" Target="../ink/ink2957.xml"/><Relationship Id="rId149" Type="http://schemas.openxmlformats.org/officeDocument/2006/relationships/customXml" Target="../ink/ink3006.xml"/><Relationship Id="rId314" Type="http://schemas.openxmlformats.org/officeDocument/2006/relationships/customXml" Target="../ink/ink3089.xml"/><Relationship Id="rId356" Type="http://schemas.openxmlformats.org/officeDocument/2006/relationships/customXml" Target="../ink/ink3110.xml"/><Relationship Id="rId398" Type="http://schemas.openxmlformats.org/officeDocument/2006/relationships/customXml" Target="../ink/ink3131.xml"/><Relationship Id="rId521" Type="http://schemas.openxmlformats.org/officeDocument/2006/relationships/customXml" Target="../ink/ink3193.xml"/><Relationship Id="rId563" Type="http://schemas.openxmlformats.org/officeDocument/2006/relationships/customXml" Target="../ink/ink3214.xml"/><Relationship Id="rId619" Type="http://schemas.openxmlformats.org/officeDocument/2006/relationships/image" Target="../media/image29069.png"/><Relationship Id="rId95" Type="http://schemas.openxmlformats.org/officeDocument/2006/relationships/image" Target="../media/image28809.png"/><Relationship Id="rId160" Type="http://schemas.openxmlformats.org/officeDocument/2006/relationships/image" Target="../media/image28841.png"/><Relationship Id="rId216" Type="http://schemas.openxmlformats.org/officeDocument/2006/relationships/image" Target="../media/image28869.png"/><Relationship Id="rId423" Type="http://schemas.openxmlformats.org/officeDocument/2006/relationships/customXml" Target="../ink/ink3144.xml"/><Relationship Id="rId258" Type="http://schemas.openxmlformats.org/officeDocument/2006/relationships/customXml" Target="../ink/ink3061.xml"/><Relationship Id="rId465" Type="http://schemas.openxmlformats.org/officeDocument/2006/relationships/customXml" Target="../ink/ink3165.xml"/><Relationship Id="rId630" Type="http://schemas.openxmlformats.org/officeDocument/2006/relationships/customXml" Target="../ink/ink3248.xml"/><Relationship Id="rId22" Type="http://schemas.openxmlformats.org/officeDocument/2006/relationships/image" Target="../media/image28773.png"/><Relationship Id="rId64" Type="http://schemas.openxmlformats.org/officeDocument/2006/relationships/image" Target="../media/image28794.png"/><Relationship Id="rId118" Type="http://schemas.openxmlformats.org/officeDocument/2006/relationships/image" Target="../media/image28820.png"/><Relationship Id="rId325" Type="http://schemas.openxmlformats.org/officeDocument/2006/relationships/image" Target="../media/image28923.png"/><Relationship Id="rId367" Type="http://schemas.openxmlformats.org/officeDocument/2006/relationships/image" Target="../media/image28944.png"/><Relationship Id="rId532" Type="http://schemas.openxmlformats.org/officeDocument/2006/relationships/image" Target="../media/image29026.png"/><Relationship Id="rId574" Type="http://schemas.openxmlformats.org/officeDocument/2006/relationships/customXml" Target="../ink/ink3220.xml"/><Relationship Id="rId171" Type="http://schemas.openxmlformats.org/officeDocument/2006/relationships/customXml" Target="../ink/ink3017.xml"/><Relationship Id="rId227" Type="http://schemas.openxmlformats.org/officeDocument/2006/relationships/customXml" Target="../ink/ink3045.xml"/><Relationship Id="rId269" Type="http://schemas.openxmlformats.org/officeDocument/2006/relationships/image" Target="../media/image28895.png"/><Relationship Id="rId434" Type="http://schemas.openxmlformats.org/officeDocument/2006/relationships/image" Target="../media/image28977.png"/><Relationship Id="rId476" Type="http://schemas.openxmlformats.org/officeDocument/2006/relationships/image" Target="../media/image28998.png"/><Relationship Id="rId33" Type="http://schemas.openxmlformats.org/officeDocument/2006/relationships/customXml" Target="../ink/ink2947.xml"/><Relationship Id="rId129" Type="http://schemas.openxmlformats.org/officeDocument/2006/relationships/customXml" Target="../ink/ink2996.xml"/><Relationship Id="rId280" Type="http://schemas.openxmlformats.org/officeDocument/2006/relationships/customXml" Target="../ink/ink3072.xml"/><Relationship Id="rId336" Type="http://schemas.openxmlformats.org/officeDocument/2006/relationships/customXml" Target="../ink/ink3100.xml"/><Relationship Id="rId501" Type="http://schemas.openxmlformats.org/officeDocument/2006/relationships/customXml" Target="../ink/ink3183.xml"/><Relationship Id="rId543" Type="http://schemas.openxmlformats.org/officeDocument/2006/relationships/customXml" Target="../ink/ink3204.xml"/><Relationship Id="rId75" Type="http://schemas.openxmlformats.org/officeDocument/2006/relationships/customXml" Target="../ink/ink2968.xml"/><Relationship Id="rId140" Type="http://schemas.openxmlformats.org/officeDocument/2006/relationships/image" Target="../media/image28831.png"/><Relationship Id="rId182" Type="http://schemas.openxmlformats.org/officeDocument/2006/relationships/image" Target="../media/image28852.png"/><Relationship Id="rId378" Type="http://schemas.openxmlformats.org/officeDocument/2006/relationships/customXml" Target="../ink/ink3121.xml"/><Relationship Id="rId403" Type="http://schemas.openxmlformats.org/officeDocument/2006/relationships/image" Target="../media/image28962.png"/><Relationship Id="rId585" Type="http://schemas.openxmlformats.org/officeDocument/2006/relationships/image" Target="../media/image29052.png"/><Relationship Id="rId6" Type="http://schemas.openxmlformats.org/officeDocument/2006/relationships/customXml" Target="../ink/ink2933.xml"/><Relationship Id="rId238" Type="http://schemas.openxmlformats.org/officeDocument/2006/relationships/customXml" Target="../ink/ink3051.xml"/><Relationship Id="rId445" Type="http://schemas.openxmlformats.org/officeDocument/2006/relationships/customXml" Target="../ink/ink3155.xml"/><Relationship Id="rId487" Type="http://schemas.openxmlformats.org/officeDocument/2006/relationships/customXml" Target="../ink/ink3176.xml"/><Relationship Id="rId610" Type="http://schemas.openxmlformats.org/officeDocument/2006/relationships/customXml" Target="../ink/ink3238.xml"/><Relationship Id="rId291" Type="http://schemas.openxmlformats.org/officeDocument/2006/relationships/image" Target="../media/image28906.png"/><Relationship Id="rId305" Type="http://schemas.openxmlformats.org/officeDocument/2006/relationships/image" Target="../media/image28913.png"/><Relationship Id="rId347" Type="http://schemas.openxmlformats.org/officeDocument/2006/relationships/image" Target="../media/image28934.png"/><Relationship Id="rId512" Type="http://schemas.openxmlformats.org/officeDocument/2006/relationships/image" Target="../media/image29016.png"/><Relationship Id="rId44" Type="http://schemas.openxmlformats.org/officeDocument/2006/relationships/image" Target="../media/image28784.png"/><Relationship Id="rId86" Type="http://schemas.openxmlformats.org/officeDocument/2006/relationships/customXml" Target="../ink/ink2974.xml"/><Relationship Id="rId151" Type="http://schemas.openxmlformats.org/officeDocument/2006/relationships/customXml" Target="../ink/ink3007.xml"/><Relationship Id="rId389" Type="http://schemas.openxmlformats.org/officeDocument/2006/relationships/image" Target="../media/image28955.png"/><Relationship Id="rId554" Type="http://schemas.openxmlformats.org/officeDocument/2006/relationships/image" Target="../media/image29037.png"/><Relationship Id="rId596" Type="http://schemas.openxmlformats.org/officeDocument/2006/relationships/customXml" Target="../ink/ink3231.xml"/><Relationship Id="rId193" Type="http://schemas.openxmlformats.org/officeDocument/2006/relationships/customXml" Target="../ink/ink3028.xml"/><Relationship Id="rId207" Type="http://schemas.openxmlformats.org/officeDocument/2006/relationships/customXml" Target="../ink/ink3035.xml"/><Relationship Id="rId249" Type="http://schemas.openxmlformats.org/officeDocument/2006/relationships/image" Target="../media/image28885.png"/><Relationship Id="rId414" Type="http://schemas.openxmlformats.org/officeDocument/2006/relationships/customXml" Target="../ink/ink3139.xml"/><Relationship Id="rId456" Type="http://schemas.openxmlformats.org/officeDocument/2006/relationships/image" Target="../media/image28988.png"/><Relationship Id="rId498" Type="http://schemas.openxmlformats.org/officeDocument/2006/relationships/image" Target="../media/image29009.png"/><Relationship Id="rId621" Type="http://schemas.openxmlformats.org/officeDocument/2006/relationships/image" Target="../media/image29070.png"/><Relationship Id="rId13" Type="http://schemas.openxmlformats.org/officeDocument/2006/relationships/customXml" Target="../ink/ink2937.xml"/><Relationship Id="rId109" Type="http://schemas.openxmlformats.org/officeDocument/2006/relationships/image" Target="../media/image28816.png"/><Relationship Id="rId260" Type="http://schemas.openxmlformats.org/officeDocument/2006/relationships/customXml" Target="../ink/ink3062.xml"/><Relationship Id="rId316" Type="http://schemas.openxmlformats.org/officeDocument/2006/relationships/customXml" Target="../ink/ink3090.xml"/><Relationship Id="rId523" Type="http://schemas.openxmlformats.org/officeDocument/2006/relationships/customXml" Target="../ink/ink3194.xml"/><Relationship Id="rId55" Type="http://schemas.openxmlformats.org/officeDocument/2006/relationships/customXml" Target="../ink/ink2958.xml"/><Relationship Id="rId97" Type="http://schemas.openxmlformats.org/officeDocument/2006/relationships/image" Target="../media/image28810.png"/><Relationship Id="rId120" Type="http://schemas.openxmlformats.org/officeDocument/2006/relationships/image" Target="../media/image28821.png"/><Relationship Id="rId358" Type="http://schemas.openxmlformats.org/officeDocument/2006/relationships/customXml" Target="../ink/ink3111.xml"/><Relationship Id="rId565" Type="http://schemas.openxmlformats.org/officeDocument/2006/relationships/customXml" Target="../ink/ink3215.xml"/><Relationship Id="rId162" Type="http://schemas.openxmlformats.org/officeDocument/2006/relationships/image" Target="../media/image28842.png"/><Relationship Id="rId218" Type="http://schemas.openxmlformats.org/officeDocument/2006/relationships/image" Target="../media/image28870.png"/><Relationship Id="rId425" Type="http://schemas.openxmlformats.org/officeDocument/2006/relationships/customXml" Target="../ink/ink3145.xml"/><Relationship Id="rId467" Type="http://schemas.openxmlformats.org/officeDocument/2006/relationships/customXml" Target="../ink/ink3166.xml"/><Relationship Id="rId632" Type="http://schemas.openxmlformats.org/officeDocument/2006/relationships/customXml" Target="../ink/ink3249.xml"/><Relationship Id="rId271" Type="http://schemas.openxmlformats.org/officeDocument/2006/relationships/image" Target="../media/image28896.png"/><Relationship Id="rId24" Type="http://schemas.openxmlformats.org/officeDocument/2006/relationships/image" Target="../media/image28774.png"/><Relationship Id="rId66" Type="http://schemas.openxmlformats.org/officeDocument/2006/relationships/image" Target="../media/image28795.png"/><Relationship Id="rId131" Type="http://schemas.openxmlformats.org/officeDocument/2006/relationships/customXml" Target="../ink/ink2997.xml"/><Relationship Id="rId327" Type="http://schemas.openxmlformats.org/officeDocument/2006/relationships/image" Target="../media/image28924.png"/><Relationship Id="rId369" Type="http://schemas.openxmlformats.org/officeDocument/2006/relationships/image" Target="../media/image28945.png"/><Relationship Id="rId534" Type="http://schemas.openxmlformats.org/officeDocument/2006/relationships/image" Target="../media/image29027.png"/><Relationship Id="rId576" Type="http://schemas.openxmlformats.org/officeDocument/2006/relationships/customXml" Target="../ink/ink3221.xml"/><Relationship Id="rId173" Type="http://schemas.openxmlformats.org/officeDocument/2006/relationships/customXml" Target="../ink/ink3018.xml"/><Relationship Id="rId229" Type="http://schemas.openxmlformats.org/officeDocument/2006/relationships/customXml" Target="../ink/ink3046.xml"/><Relationship Id="rId380" Type="http://schemas.openxmlformats.org/officeDocument/2006/relationships/customXml" Target="../ink/ink3122.xml"/><Relationship Id="rId436" Type="http://schemas.openxmlformats.org/officeDocument/2006/relationships/image" Target="../media/image28978.png"/><Relationship Id="rId601" Type="http://schemas.openxmlformats.org/officeDocument/2006/relationships/image" Target="../media/image29060.png"/><Relationship Id="rId240" Type="http://schemas.openxmlformats.org/officeDocument/2006/relationships/customXml" Target="../ink/ink3052.xml"/><Relationship Id="rId478" Type="http://schemas.openxmlformats.org/officeDocument/2006/relationships/image" Target="../media/image28999.png"/><Relationship Id="rId35" Type="http://schemas.openxmlformats.org/officeDocument/2006/relationships/customXml" Target="../ink/ink2948.xml"/><Relationship Id="rId77" Type="http://schemas.openxmlformats.org/officeDocument/2006/relationships/customXml" Target="../ink/ink2969.xml"/><Relationship Id="rId100" Type="http://schemas.openxmlformats.org/officeDocument/2006/relationships/customXml" Target="../ink/ink2981.xml"/><Relationship Id="rId282" Type="http://schemas.openxmlformats.org/officeDocument/2006/relationships/customXml" Target="../ink/ink3073.xml"/><Relationship Id="rId338" Type="http://schemas.openxmlformats.org/officeDocument/2006/relationships/customXml" Target="../ink/ink3101.xml"/><Relationship Id="rId503" Type="http://schemas.openxmlformats.org/officeDocument/2006/relationships/customXml" Target="../ink/ink3184.xml"/><Relationship Id="rId545" Type="http://schemas.openxmlformats.org/officeDocument/2006/relationships/customXml" Target="../ink/ink3205.xml"/><Relationship Id="rId587" Type="http://schemas.openxmlformats.org/officeDocument/2006/relationships/image" Target="../media/image29053.png"/><Relationship Id="rId8" Type="http://schemas.openxmlformats.org/officeDocument/2006/relationships/customXml" Target="../ink/ink2934.xml"/><Relationship Id="rId142" Type="http://schemas.openxmlformats.org/officeDocument/2006/relationships/image" Target="../media/image28832.png"/><Relationship Id="rId184" Type="http://schemas.openxmlformats.org/officeDocument/2006/relationships/image" Target="../media/image28853.png"/><Relationship Id="rId391" Type="http://schemas.openxmlformats.org/officeDocument/2006/relationships/image" Target="../media/image28956.png"/><Relationship Id="rId405" Type="http://schemas.openxmlformats.org/officeDocument/2006/relationships/image" Target="../media/image28963.png"/><Relationship Id="rId447" Type="http://schemas.openxmlformats.org/officeDocument/2006/relationships/customXml" Target="../ink/ink3156.xml"/><Relationship Id="rId612" Type="http://schemas.openxmlformats.org/officeDocument/2006/relationships/customXml" Target="../ink/ink3239.xml"/><Relationship Id="rId251" Type="http://schemas.openxmlformats.org/officeDocument/2006/relationships/image" Target="../media/image28886.png"/><Relationship Id="rId489" Type="http://schemas.openxmlformats.org/officeDocument/2006/relationships/customXml" Target="../ink/ink3177.xml"/><Relationship Id="rId46" Type="http://schemas.openxmlformats.org/officeDocument/2006/relationships/image" Target="../media/image28785.png"/><Relationship Id="rId293" Type="http://schemas.openxmlformats.org/officeDocument/2006/relationships/image" Target="../media/image28907.png"/><Relationship Id="rId307" Type="http://schemas.openxmlformats.org/officeDocument/2006/relationships/image" Target="../media/image28914.png"/><Relationship Id="rId349" Type="http://schemas.openxmlformats.org/officeDocument/2006/relationships/image" Target="../media/image28935.png"/><Relationship Id="rId514" Type="http://schemas.openxmlformats.org/officeDocument/2006/relationships/image" Target="../media/image29017.png"/><Relationship Id="rId556" Type="http://schemas.openxmlformats.org/officeDocument/2006/relationships/image" Target="../media/image29038.png"/><Relationship Id="rId88" Type="http://schemas.openxmlformats.org/officeDocument/2006/relationships/customXml" Target="../ink/ink2975.xml"/><Relationship Id="rId111" Type="http://schemas.openxmlformats.org/officeDocument/2006/relationships/image" Target="../media/image28817.png"/><Relationship Id="rId153" Type="http://schemas.openxmlformats.org/officeDocument/2006/relationships/customXml" Target="../ink/ink3008.xml"/><Relationship Id="rId195" Type="http://schemas.openxmlformats.org/officeDocument/2006/relationships/customXml" Target="../ink/ink3029.xml"/><Relationship Id="rId209" Type="http://schemas.openxmlformats.org/officeDocument/2006/relationships/customXml" Target="../ink/ink3036.xml"/><Relationship Id="rId360" Type="http://schemas.openxmlformats.org/officeDocument/2006/relationships/customXml" Target="../ink/ink3112.xml"/><Relationship Id="rId416" Type="http://schemas.openxmlformats.org/officeDocument/2006/relationships/customXml" Target="../ink/ink3140.xml"/><Relationship Id="rId598" Type="http://schemas.openxmlformats.org/officeDocument/2006/relationships/customXml" Target="../ink/ink3232.xml"/><Relationship Id="rId220" Type="http://schemas.openxmlformats.org/officeDocument/2006/relationships/image" Target="../media/image28871.png"/><Relationship Id="rId458" Type="http://schemas.openxmlformats.org/officeDocument/2006/relationships/image" Target="../media/image28989.png"/><Relationship Id="rId623" Type="http://schemas.openxmlformats.org/officeDocument/2006/relationships/image" Target="../media/image29071.png"/><Relationship Id="rId15" Type="http://schemas.openxmlformats.org/officeDocument/2006/relationships/customXml" Target="../ink/ink2938.xml"/><Relationship Id="rId57" Type="http://schemas.openxmlformats.org/officeDocument/2006/relationships/customXml" Target="../ink/ink2959.xml"/><Relationship Id="rId262" Type="http://schemas.openxmlformats.org/officeDocument/2006/relationships/customXml" Target="../ink/ink3063.xml"/><Relationship Id="rId318" Type="http://schemas.openxmlformats.org/officeDocument/2006/relationships/customXml" Target="../ink/ink3091.xml"/><Relationship Id="rId525" Type="http://schemas.openxmlformats.org/officeDocument/2006/relationships/customXml" Target="../ink/ink3195.xml"/><Relationship Id="rId567" Type="http://schemas.openxmlformats.org/officeDocument/2006/relationships/customXml" Target="../ink/ink3216.xml"/><Relationship Id="rId99" Type="http://schemas.openxmlformats.org/officeDocument/2006/relationships/image" Target="../media/image28811.png"/><Relationship Id="rId122" Type="http://schemas.openxmlformats.org/officeDocument/2006/relationships/image" Target="../media/image28822.png"/><Relationship Id="rId164" Type="http://schemas.openxmlformats.org/officeDocument/2006/relationships/image" Target="../media/image28843.png"/><Relationship Id="rId371" Type="http://schemas.openxmlformats.org/officeDocument/2006/relationships/image" Target="../media/image28946.png"/><Relationship Id="rId427" Type="http://schemas.openxmlformats.org/officeDocument/2006/relationships/customXml" Target="../ink/ink3146.xml"/><Relationship Id="rId469" Type="http://schemas.openxmlformats.org/officeDocument/2006/relationships/customXml" Target="../ink/ink3167.xml"/><Relationship Id="rId634" Type="http://schemas.openxmlformats.org/officeDocument/2006/relationships/customXml" Target="../ink/ink3250.xml"/><Relationship Id="rId26" Type="http://schemas.openxmlformats.org/officeDocument/2006/relationships/image" Target="../media/image28775.png"/><Relationship Id="rId231" Type="http://schemas.openxmlformats.org/officeDocument/2006/relationships/customXml" Target="../ink/ink3047.xml"/><Relationship Id="rId273" Type="http://schemas.openxmlformats.org/officeDocument/2006/relationships/image" Target="../media/image28897.png"/><Relationship Id="rId329" Type="http://schemas.openxmlformats.org/officeDocument/2006/relationships/image" Target="../media/image28925.png"/><Relationship Id="rId480" Type="http://schemas.openxmlformats.org/officeDocument/2006/relationships/image" Target="../media/image29000.png"/><Relationship Id="rId536" Type="http://schemas.openxmlformats.org/officeDocument/2006/relationships/image" Target="../media/image29028.png"/><Relationship Id="rId68" Type="http://schemas.openxmlformats.org/officeDocument/2006/relationships/image" Target="../media/image28796.png"/><Relationship Id="rId133" Type="http://schemas.openxmlformats.org/officeDocument/2006/relationships/customXml" Target="../ink/ink2998.xml"/><Relationship Id="rId175" Type="http://schemas.openxmlformats.org/officeDocument/2006/relationships/customXml" Target="../ink/ink3019.xml"/><Relationship Id="rId340" Type="http://schemas.openxmlformats.org/officeDocument/2006/relationships/customXml" Target="../ink/ink3102.xml"/><Relationship Id="rId578" Type="http://schemas.openxmlformats.org/officeDocument/2006/relationships/customXml" Target="../ink/ink3222.xml"/><Relationship Id="rId200" Type="http://schemas.openxmlformats.org/officeDocument/2006/relationships/image" Target="../media/image28861.png"/><Relationship Id="rId382" Type="http://schemas.openxmlformats.org/officeDocument/2006/relationships/customXml" Target="../ink/ink3123.xml"/><Relationship Id="rId438" Type="http://schemas.openxmlformats.org/officeDocument/2006/relationships/image" Target="../media/image28979.png"/><Relationship Id="rId603" Type="http://schemas.openxmlformats.org/officeDocument/2006/relationships/image" Target="../media/image29061.png"/><Relationship Id="rId242" Type="http://schemas.openxmlformats.org/officeDocument/2006/relationships/customXml" Target="../ink/ink3053.xml"/><Relationship Id="rId284" Type="http://schemas.openxmlformats.org/officeDocument/2006/relationships/customXml" Target="../ink/ink3074.xml"/><Relationship Id="rId491" Type="http://schemas.openxmlformats.org/officeDocument/2006/relationships/customXml" Target="../ink/ink3178.xml"/><Relationship Id="rId505" Type="http://schemas.openxmlformats.org/officeDocument/2006/relationships/customXml" Target="../ink/ink3185.xml"/><Relationship Id="rId37" Type="http://schemas.openxmlformats.org/officeDocument/2006/relationships/customXml" Target="../ink/ink2949.xml"/><Relationship Id="rId79" Type="http://schemas.openxmlformats.org/officeDocument/2006/relationships/customXml" Target="../ink/ink2970.xml"/><Relationship Id="rId102" Type="http://schemas.openxmlformats.org/officeDocument/2006/relationships/customXml" Target="../ink/ink2982.xml"/><Relationship Id="rId144" Type="http://schemas.openxmlformats.org/officeDocument/2006/relationships/image" Target="../media/image28833.png"/><Relationship Id="rId547" Type="http://schemas.openxmlformats.org/officeDocument/2006/relationships/customXml" Target="../ink/ink3206.xml"/><Relationship Id="rId589" Type="http://schemas.openxmlformats.org/officeDocument/2006/relationships/image" Target="../media/image29054.png"/><Relationship Id="rId90" Type="http://schemas.openxmlformats.org/officeDocument/2006/relationships/customXml" Target="../ink/ink2976.xml"/><Relationship Id="rId186" Type="http://schemas.openxmlformats.org/officeDocument/2006/relationships/image" Target="../media/image28854.png"/><Relationship Id="rId351" Type="http://schemas.openxmlformats.org/officeDocument/2006/relationships/image" Target="../media/image28936.png"/><Relationship Id="rId393" Type="http://schemas.openxmlformats.org/officeDocument/2006/relationships/image" Target="../media/image28957.png"/><Relationship Id="rId407" Type="http://schemas.openxmlformats.org/officeDocument/2006/relationships/image" Target="../media/image28964.png"/><Relationship Id="rId449" Type="http://schemas.openxmlformats.org/officeDocument/2006/relationships/customXml" Target="../ink/ink3157.xml"/><Relationship Id="rId614" Type="http://schemas.openxmlformats.org/officeDocument/2006/relationships/customXml" Target="../ink/ink3240.xml"/><Relationship Id="rId211" Type="http://schemas.openxmlformats.org/officeDocument/2006/relationships/customXml" Target="../ink/ink3037.xml"/><Relationship Id="rId253" Type="http://schemas.openxmlformats.org/officeDocument/2006/relationships/image" Target="../media/image28887.png"/><Relationship Id="rId295" Type="http://schemas.openxmlformats.org/officeDocument/2006/relationships/image" Target="../media/image28908.png"/><Relationship Id="rId309" Type="http://schemas.openxmlformats.org/officeDocument/2006/relationships/image" Target="../media/image28915.png"/><Relationship Id="rId460" Type="http://schemas.openxmlformats.org/officeDocument/2006/relationships/image" Target="../media/image28990.png"/><Relationship Id="rId516" Type="http://schemas.openxmlformats.org/officeDocument/2006/relationships/image" Target="../media/image29018.png"/><Relationship Id="rId48" Type="http://schemas.openxmlformats.org/officeDocument/2006/relationships/image" Target="../media/image28786.png"/><Relationship Id="rId113" Type="http://schemas.openxmlformats.org/officeDocument/2006/relationships/image" Target="../media/image28818.png"/><Relationship Id="rId320" Type="http://schemas.openxmlformats.org/officeDocument/2006/relationships/customXml" Target="../ink/ink3092.xml"/><Relationship Id="rId558" Type="http://schemas.openxmlformats.org/officeDocument/2006/relationships/image" Target="../media/image29039.png"/><Relationship Id="rId155" Type="http://schemas.openxmlformats.org/officeDocument/2006/relationships/customXml" Target="../ink/ink3009.xml"/><Relationship Id="rId197" Type="http://schemas.openxmlformats.org/officeDocument/2006/relationships/customXml" Target="../ink/ink3030.xml"/><Relationship Id="rId362" Type="http://schemas.openxmlformats.org/officeDocument/2006/relationships/customXml" Target="../ink/ink3113.xml"/><Relationship Id="rId418" Type="http://schemas.openxmlformats.org/officeDocument/2006/relationships/customXml" Target="../ink/ink3141.xml"/><Relationship Id="rId625" Type="http://schemas.openxmlformats.org/officeDocument/2006/relationships/image" Target="../media/image29072.png"/><Relationship Id="rId222" Type="http://schemas.openxmlformats.org/officeDocument/2006/relationships/image" Target="../media/image28872.png"/><Relationship Id="rId264" Type="http://schemas.openxmlformats.org/officeDocument/2006/relationships/customXml" Target="../ink/ink3064.xml"/><Relationship Id="rId471" Type="http://schemas.openxmlformats.org/officeDocument/2006/relationships/customXml" Target="../ink/ink3168.xml"/><Relationship Id="rId17" Type="http://schemas.openxmlformats.org/officeDocument/2006/relationships/customXml" Target="../ink/ink2939.xml"/><Relationship Id="rId59" Type="http://schemas.openxmlformats.org/officeDocument/2006/relationships/customXml" Target="../ink/ink2960.xml"/><Relationship Id="rId124" Type="http://schemas.openxmlformats.org/officeDocument/2006/relationships/image" Target="../media/image28823.png"/><Relationship Id="rId527" Type="http://schemas.openxmlformats.org/officeDocument/2006/relationships/customXml" Target="../ink/ink3196.xml"/><Relationship Id="rId569" Type="http://schemas.openxmlformats.org/officeDocument/2006/relationships/customXml" Target="../ink/ink3217.xml"/><Relationship Id="rId70" Type="http://schemas.openxmlformats.org/officeDocument/2006/relationships/image" Target="../media/image28797.png"/><Relationship Id="rId166" Type="http://schemas.openxmlformats.org/officeDocument/2006/relationships/image" Target="../media/image28844.png"/><Relationship Id="rId331" Type="http://schemas.openxmlformats.org/officeDocument/2006/relationships/image" Target="../media/image28926.png"/><Relationship Id="rId373" Type="http://schemas.openxmlformats.org/officeDocument/2006/relationships/image" Target="../media/image28947.png"/><Relationship Id="rId429" Type="http://schemas.openxmlformats.org/officeDocument/2006/relationships/customXml" Target="../ink/ink3147.xml"/><Relationship Id="rId580" Type="http://schemas.openxmlformats.org/officeDocument/2006/relationships/customXml" Target="../ink/ink3223.xml"/><Relationship Id="rId636" Type="http://schemas.openxmlformats.org/officeDocument/2006/relationships/customXml" Target="../ink/ink3251.xml"/><Relationship Id="rId1" Type="http://schemas.openxmlformats.org/officeDocument/2006/relationships/slideLayout" Target="../slideLayouts/slideLayout2.xml"/><Relationship Id="rId233" Type="http://schemas.openxmlformats.org/officeDocument/2006/relationships/customXml" Target="../ink/ink3048.xml"/><Relationship Id="rId440" Type="http://schemas.openxmlformats.org/officeDocument/2006/relationships/image" Target="../media/image28980.png"/><Relationship Id="rId28" Type="http://schemas.openxmlformats.org/officeDocument/2006/relationships/image" Target="../media/image28776.png"/><Relationship Id="rId275" Type="http://schemas.openxmlformats.org/officeDocument/2006/relationships/image" Target="../media/image28898.png"/><Relationship Id="rId300" Type="http://schemas.openxmlformats.org/officeDocument/2006/relationships/customXml" Target="../ink/ink3082.xml"/><Relationship Id="rId482" Type="http://schemas.openxmlformats.org/officeDocument/2006/relationships/image" Target="../media/image29001.png"/><Relationship Id="rId538" Type="http://schemas.openxmlformats.org/officeDocument/2006/relationships/image" Target="../media/image29029.png"/><Relationship Id="rId81" Type="http://schemas.openxmlformats.org/officeDocument/2006/relationships/image" Target="../media/image28802.png"/><Relationship Id="rId135" Type="http://schemas.openxmlformats.org/officeDocument/2006/relationships/customXml" Target="../ink/ink2999.xml"/><Relationship Id="rId177" Type="http://schemas.openxmlformats.org/officeDocument/2006/relationships/customXml" Target="../ink/ink3020.xml"/><Relationship Id="rId342" Type="http://schemas.openxmlformats.org/officeDocument/2006/relationships/customXml" Target="../ink/ink3103.xml"/><Relationship Id="rId384" Type="http://schemas.openxmlformats.org/officeDocument/2006/relationships/customXml" Target="../ink/ink3124.xml"/><Relationship Id="rId591" Type="http://schemas.openxmlformats.org/officeDocument/2006/relationships/image" Target="../media/image29055.png"/><Relationship Id="rId605" Type="http://schemas.openxmlformats.org/officeDocument/2006/relationships/image" Target="../media/image29062.png"/><Relationship Id="rId202" Type="http://schemas.openxmlformats.org/officeDocument/2006/relationships/image" Target="../media/image28862.png"/><Relationship Id="rId244" Type="http://schemas.openxmlformats.org/officeDocument/2006/relationships/customXml" Target="../ink/ink3054.xml"/><Relationship Id="rId39" Type="http://schemas.openxmlformats.org/officeDocument/2006/relationships/customXml" Target="../ink/ink2950.xml"/><Relationship Id="rId286" Type="http://schemas.openxmlformats.org/officeDocument/2006/relationships/customXml" Target="../ink/ink3075.xml"/><Relationship Id="rId451" Type="http://schemas.openxmlformats.org/officeDocument/2006/relationships/customXml" Target="../ink/ink3158.xml"/><Relationship Id="rId493" Type="http://schemas.openxmlformats.org/officeDocument/2006/relationships/customXml" Target="../ink/ink3179.xml"/><Relationship Id="rId507" Type="http://schemas.openxmlformats.org/officeDocument/2006/relationships/customXml" Target="../ink/ink3186.xml"/><Relationship Id="rId549" Type="http://schemas.openxmlformats.org/officeDocument/2006/relationships/customXml" Target="../ink/ink3207.xml"/><Relationship Id="rId50" Type="http://schemas.openxmlformats.org/officeDocument/2006/relationships/image" Target="../media/image28787.png"/><Relationship Id="rId104" Type="http://schemas.openxmlformats.org/officeDocument/2006/relationships/customXml" Target="../ink/ink2983.xml"/><Relationship Id="rId146" Type="http://schemas.openxmlformats.org/officeDocument/2006/relationships/image" Target="../media/image28834.png"/><Relationship Id="rId188" Type="http://schemas.openxmlformats.org/officeDocument/2006/relationships/image" Target="../media/image28855.png"/><Relationship Id="rId311" Type="http://schemas.openxmlformats.org/officeDocument/2006/relationships/image" Target="../media/image28916.png"/><Relationship Id="rId353" Type="http://schemas.openxmlformats.org/officeDocument/2006/relationships/image" Target="../media/image28937.png"/><Relationship Id="rId395" Type="http://schemas.openxmlformats.org/officeDocument/2006/relationships/image" Target="../media/image28958.png"/><Relationship Id="rId409" Type="http://schemas.openxmlformats.org/officeDocument/2006/relationships/image" Target="../media/image28965.png"/><Relationship Id="rId560" Type="http://schemas.openxmlformats.org/officeDocument/2006/relationships/image" Target="../media/image29040.png"/><Relationship Id="rId92" Type="http://schemas.openxmlformats.org/officeDocument/2006/relationships/customXml" Target="../ink/ink2977.xml"/><Relationship Id="rId213" Type="http://schemas.openxmlformats.org/officeDocument/2006/relationships/customXml" Target="../ink/ink3038.xml"/><Relationship Id="rId420" Type="http://schemas.openxmlformats.org/officeDocument/2006/relationships/customXml" Target="../ink/ink3142.xml"/><Relationship Id="rId616" Type="http://schemas.openxmlformats.org/officeDocument/2006/relationships/customXml" Target="../ink/ink3241.xml"/><Relationship Id="rId255" Type="http://schemas.openxmlformats.org/officeDocument/2006/relationships/image" Target="../media/image28888.png"/><Relationship Id="rId297" Type="http://schemas.openxmlformats.org/officeDocument/2006/relationships/image" Target="../media/image28909.png"/><Relationship Id="rId462" Type="http://schemas.openxmlformats.org/officeDocument/2006/relationships/image" Target="../media/image28991.png"/><Relationship Id="rId518" Type="http://schemas.openxmlformats.org/officeDocument/2006/relationships/image" Target="../media/image29019.png"/><Relationship Id="rId115" Type="http://schemas.openxmlformats.org/officeDocument/2006/relationships/image" Target="../media/image28819.png"/><Relationship Id="rId157" Type="http://schemas.openxmlformats.org/officeDocument/2006/relationships/customXml" Target="../ink/ink3010.xml"/><Relationship Id="rId322" Type="http://schemas.openxmlformats.org/officeDocument/2006/relationships/customXml" Target="../ink/ink3093.xml"/><Relationship Id="rId364" Type="http://schemas.openxmlformats.org/officeDocument/2006/relationships/customXml" Target="../ink/ink3114.xml"/><Relationship Id="rId61" Type="http://schemas.openxmlformats.org/officeDocument/2006/relationships/customXml" Target="../ink/ink2961.xml"/><Relationship Id="rId199" Type="http://schemas.openxmlformats.org/officeDocument/2006/relationships/customXml" Target="../ink/ink3031.xml"/><Relationship Id="rId571" Type="http://schemas.openxmlformats.org/officeDocument/2006/relationships/customXml" Target="../ink/ink3218.xml"/><Relationship Id="rId627" Type="http://schemas.openxmlformats.org/officeDocument/2006/relationships/image" Target="../media/image29073.png"/><Relationship Id="rId19" Type="http://schemas.openxmlformats.org/officeDocument/2006/relationships/customXml" Target="../ink/ink2940.xml"/><Relationship Id="rId224" Type="http://schemas.openxmlformats.org/officeDocument/2006/relationships/image" Target="../media/image28873.png"/><Relationship Id="rId266" Type="http://schemas.openxmlformats.org/officeDocument/2006/relationships/customXml" Target="../ink/ink3065.xml"/><Relationship Id="rId431" Type="http://schemas.openxmlformats.org/officeDocument/2006/relationships/customXml" Target="../ink/ink3148.xml"/><Relationship Id="rId473" Type="http://schemas.openxmlformats.org/officeDocument/2006/relationships/customXml" Target="../ink/ink3169.xml"/><Relationship Id="rId529" Type="http://schemas.openxmlformats.org/officeDocument/2006/relationships/customXml" Target="../ink/ink3197.xml"/><Relationship Id="rId30" Type="http://schemas.openxmlformats.org/officeDocument/2006/relationships/image" Target="../media/image28777.png"/><Relationship Id="rId126" Type="http://schemas.openxmlformats.org/officeDocument/2006/relationships/image" Target="../media/image28824.png"/><Relationship Id="rId168" Type="http://schemas.openxmlformats.org/officeDocument/2006/relationships/image" Target="../media/image28845.png"/><Relationship Id="rId333" Type="http://schemas.openxmlformats.org/officeDocument/2006/relationships/image" Target="../media/image28927.png"/><Relationship Id="rId540" Type="http://schemas.openxmlformats.org/officeDocument/2006/relationships/image" Target="../media/image29030.png"/><Relationship Id="rId72" Type="http://schemas.openxmlformats.org/officeDocument/2006/relationships/image" Target="../media/image28798.png"/><Relationship Id="rId375" Type="http://schemas.openxmlformats.org/officeDocument/2006/relationships/image" Target="../media/image28948.png"/><Relationship Id="rId582" Type="http://schemas.openxmlformats.org/officeDocument/2006/relationships/customXml" Target="../ink/ink3224.xml"/><Relationship Id="rId638" Type="http://schemas.openxmlformats.org/officeDocument/2006/relationships/customXml" Target="../ink/ink3252.xml"/><Relationship Id="rId3" Type="http://schemas.openxmlformats.org/officeDocument/2006/relationships/image" Target="../media/image26579.png"/><Relationship Id="rId235" Type="http://schemas.openxmlformats.org/officeDocument/2006/relationships/customXml" Target="../ink/ink3049.xml"/><Relationship Id="rId277" Type="http://schemas.openxmlformats.org/officeDocument/2006/relationships/image" Target="../media/image28899.png"/><Relationship Id="rId400" Type="http://schemas.openxmlformats.org/officeDocument/2006/relationships/customXml" Target="../ink/ink3132.xml"/><Relationship Id="rId442" Type="http://schemas.openxmlformats.org/officeDocument/2006/relationships/image" Target="../media/image28981.png"/><Relationship Id="rId484" Type="http://schemas.openxmlformats.org/officeDocument/2006/relationships/image" Target="../media/image29002.png"/><Relationship Id="rId137" Type="http://schemas.openxmlformats.org/officeDocument/2006/relationships/customXml" Target="../ink/ink3000.xml"/><Relationship Id="rId302" Type="http://schemas.openxmlformats.org/officeDocument/2006/relationships/customXml" Target="../ink/ink3083.xml"/><Relationship Id="rId344" Type="http://schemas.openxmlformats.org/officeDocument/2006/relationships/customXml" Target="../ink/ink3104.xml"/><Relationship Id="rId41" Type="http://schemas.openxmlformats.org/officeDocument/2006/relationships/customXml" Target="../ink/ink2951.xml"/><Relationship Id="rId83" Type="http://schemas.openxmlformats.org/officeDocument/2006/relationships/image" Target="../media/image28803.png"/><Relationship Id="rId179" Type="http://schemas.openxmlformats.org/officeDocument/2006/relationships/customXml" Target="../ink/ink3021.xml"/><Relationship Id="rId386" Type="http://schemas.openxmlformats.org/officeDocument/2006/relationships/customXml" Target="../ink/ink3125.xml"/><Relationship Id="rId551" Type="http://schemas.openxmlformats.org/officeDocument/2006/relationships/customXml" Target="../ink/ink3208.xml"/><Relationship Id="rId593" Type="http://schemas.openxmlformats.org/officeDocument/2006/relationships/image" Target="../media/image29056.png"/><Relationship Id="rId607" Type="http://schemas.openxmlformats.org/officeDocument/2006/relationships/image" Target="../media/image29063.png"/><Relationship Id="rId190" Type="http://schemas.openxmlformats.org/officeDocument/2006/relationships/image" Target="../media/image28856.png"/><Relationship Id="rId204" Type="http://schemas.openxmlformats.org/officeDocument/2006/relationships/image" Target="../media/image28863.png"/><Relationship Id="rId246" Type="http://schemas.openxmlformats.org/officeDocument/2006/relationships/customXml" Target="../ink/ink3055.xml"/><Relationship Id="rId288" Type="http://schemas.openxmlformats.org/officeDocument/2006/relationships/customXml" Target="../ink/ink3076.xml"/><Relationship Id="rId411" Type="http://schemas.openxmlformats.org/officeDocument/2006/relationships/image" Target="../media/image28966.png"/><Relationship Id="rId453" Type="http://schemas.openxmlformats.org/officeDocument/2006/relationships/customXml" Target="../ink/ink3159.xml"/><Relationship Id="rId509" Type="http://schemas.openxmlformats.org/officeDocument/2006/relationships/customXml" Target="../ink/ink3187.xml"/><Relationship Id="rId106" Type="http://schemas.openxmlformats.org/officeDocument/2006/relationships/customXml" Target="../ink/ink2984.xml"/><Relationship Id="rId313" Type="http://schemas.openxmlformats.org/officeDocument/2006/relationships/image" Target="../media/image28917.png"/><Relationship Id="rId495" Type="http://schemas.openxmlformats.org/officeDocument/2006/relationships/customXml" Target="../ink/ink3180.xml"/><Relationship Id="rId10" Type="http://schemas.openxmlformats.org/officeDocument/2006/relationships/image" Target="../media/image28767.png"/><Relationship Id="rId52" Type="http://schemas.openxmlformats.org/officeDocument/2006/relationships/image" Target="../media/image28788.png"/><Relationship Id="rId94" Type="http://schemas.openxmlformats.org/officeDocument/2006/relationships/customXml" Target="../ink/ink2978.xml"/><Relationship Id="rId148" Type="http://schemas.openxmlformats.org/officeDocument/2006/relationships/image" Target="../media/image28835.png"/><Relationship Id="rId355" Type="http://schemas.openxmlformats.org/officeDocument/2006/relationships/image" Target="../media/image28938.png"/><Relationship Id="rId397" Type="http://schemas.openxmlformats.org/officeDocument/2006/relationships/image" Target="../media/image28959.png"/><Relationship Id="rId520" Type="http://schemas.openxmlformats.org/officeDocument/2006/relationships/image" Target="../media/image29020.png"/><Relationship Id="rId562" Type="http://schemas.openxmlformats.org/officeDocument/2006/relationships/image" Target="../media/image29041.png"/><Relationship Id="rId618" Type="http://schemas.openxmlformats.org/officeDocument/2006/relationships/customXml" Target="../ink/ink3242.xml"/><Relationship Id="rId215" Type="http://schemas.openxmlformats.org/officeDocument/2006/relationships/customXml" Target="../ink/ink3039.xml"/><Relationship Id="rId257" Type="http://schemas.openxmlformats.org/officeDocument/2006/relationships/image" Target="../media/image28889.png"/><Relationship Id="rId422" Type="http://schemas.openxmlformats.org/officeDocument/2006/relationships/image" Target="../media/image28971.png"/><Relationship Id="rId464" Type="http://schemas.openxmlformats.org/officeDocument/2006/relationships/image" Target="../media/image28992.png"/><Relationship Id="rId299" Type="http://schemas.openxmlformats.org/officeDocument/2006/relationships/image" Target="../media/image28910.png"/><Relationship Id="rId63" Type="http://schemas.openxmlformats.org/officeDocument/2006/relationships/customXml" Target="../ink/ink2962.xml"/><Relationship Id="rId159" Type="http://schemas.openxmlformats.org/officeDocument/2006/relationships/customXml" Target="../ink/ink3011.xml"/><Relationship Id="rId366" Type="http://schemas.openxmlformats.org/officeDocument/2006/relationships/customXml" Target="../ink/ink3115.xml"/><Relationship Id="rId573" Type="http://schemas.openxmlformats.org/officeDocument/2006/relationships/customXml" Target="../ink/ink3219.xml"/><Relationship Id="rId226" Type="http://schemas.openxmlformats.org/officeDocument/2006/relationships/image" Target="../media/image28874.png"/><Relationship Id="rId433" Type="http://schemas.openxmlformats.org/officeDocument/2006/relationships/customXml" Target="../ink/ink3149.xml"/><Relationship Id="rId74" Type="http://schemas.openxmlformats.org/officeDocument/2006/relationships/image" Target="../media/image28799.png"/><Relationship Id="rId377" Type="http://schemas.openxmlformats.org/officeDocument/2006/relationships/image" Target="../media/image28949.png"/><Relationship Id="rId500" Type="http://schemas.openxmlformats.org/officeDocument/2006/relationships/image" Target="../media/image29010.png"/><Relationship Id="rId584" Type="http://schemas.openxmlformats.org/officeDocument/2006/relationships/customXml" Target="../ink/ink3225.xml"/><Relationship Id="rId5" Type="http://schemas.openxmlformats.org/officeDocument/2006/relationships/image" Target="../media/image27921.png"/><Relationship Id="rId237" Type="http://schemas.openxmlformats.org/officeDocument/2006/relationships/image" Target="../media/image28879.png"/><Relationship Id="rId444" Type="http://schemas.openxmlformats.org/officeDocument/2006/relationships/image" Target="../media/image28982.png"/><Relationship Id="rId290" Type="http://schemas.openxmlformats.org/officeDocument/2006/relationships/customXml" Target="../ink/ink3077.xml"/><Relationship Id="rId304" Type="http://schemas.openxmlformats.org/officeDocument/2006/relationships/customXml" Target="../ink/ink3084.xml"/><Relationship Id="rId388" Type="http://schemas.openxmlformats.org/officeDocument/2006/relationships/customXml" Target="../ink/ink3126.xml"/><Relationship Id="rId511" Type="http://schemas.openxmlformats.org/officeDocument/2006/relationships/customXml" Target="../ink/ink3188.xml"/><Relationship Id="rId609" Type="http://schemas.openxmlformats.org/officeDocument/2006/relationships/image" Target="../media/image29064.png"/><Relationship Id="rId85" Type="http://schemas.openxmlformats.org/officeDocument/2006/relationships/image" Target="../media/image28804.png"/><Relationship Id="rId150" Type="http://schemas.openxmlformats.org/officeDocument/2006/relationships/image" Target="../media/image28836.png"/><Relationship Id="rId595" Type="http://schemas.openxmlformats.org/officeDocument/2006/relationships/image" Target="../media/image29057.png"/><Relationship Id="rId248" Type="http://schemas.openxmlformats.org/officeDocument/2006/relationships/customXml" Target="../ink/ink3056.xml"/><Relationship Id="rId455" Type="http://schemas.openxmlformats.org/officeDocument/2006/relationships/customXml" Target="../ink/ink3160.xml"/><Relationship Id="rId12" Type="http://schemas.openxmlformats.org/officeDocument/2006/relationships/image" Target="../media/image28768.png"/><Relationship Id="rId108" Type="http://schemas.openxmlformats.org/officeDocument/2006/relationships/customXml" Target="../ink/ink2985.xml"/><Relationship Id="rId315" Type="http://schemas.openxmlformats.org/officeDocument/2006/relationships/image" Target="../media/image28918.png"/><Relationship Id="rId522" Type="http://schemas.openxmlformats.org/officeDocument/2006/relationships/image" Target="../media/image29021.png"/><Relationship Id="rId96" Type="http://schemas.openxmlformats.org/officeDocument/2006/relationships/customXml" Target="../ink/ink2979.xml"/><Relationship Id="rId161" Type="http://schemas.openxmlformats.org/officeDocument/2006/relationships/customXml" Target="../ink/ink3012.xml"/><Relationship Id="rId399" Type="http://schemas.openxmlformats.org/officeDocument/2006/relationships/image" Target="../media/image28960.png"/><Relationship Id="rId259" Type="http://schemas.openxmlformats.org/officeDocument/2006/relationships/image" Target="../media/image28890.png"/><Relationship Id="rId466" Type="http://schemas.openxmlformats.org/officeDocument/2006/relationships/image" Target="../media/image28993.png"/><Relationship Id="rId23" Type="http://schemas.openxmlformats.org/officeDocument/2006/relationships/customXml" Target="../ink/ink2942.xml"/><Relationship Id="rId119" Type="http://schemas.openxmlformats.org/officeDocument/2006/relationships/customXml" Target="../ink/ink2991.xml"/><Relationship Id="rId326" Type="http://schemas.openxmlformats.org/officeDocument/2006/relationships/customXml" Target="../ink/ink3095.xml"/><Relationship Id="rId533" Type="http://schemas.openxmlformats.org/officeDocument/2006/relationships/customXml" Target="../ink/ink3199.xml"/><Relationship Id="rId172" Type="http://schemas.openxmlformats.org/officeDocument/2006/relationships/image" Target="../media/image28847.png"/><Relationship Id="rId477" Type="http://schemas.openxmlformats.org/officeDocument/2006/relationships/customXml" Target="../ink/ink3171.xml"/><Relationship Id="rId600" Type="http://schemas.openxmlformats.org/officeDocument/2006/relationships/customXml" Target="../ink/ink3233.xml"/><Relationship Id="rId337" Type="http://schemas.openxmlformats.org/officeDocument/2006/relationships/image" Target="../media/image28929.png"/><Relationship Id="rId34" Type="http://schemas.openxmlformats.org/officeDocument/2006/relationships/image" Target="../media/image28779.png"/><Relationship Id="rId544" Type="http://schemas.openxmlformats.org/officeDocument/2006/relationships/image" Target="../media/image29032.png"/><Relationship Id="rId183" Type="http://schemas.openxmlformats.org/officeDocument/2006/relationships/customXml" Target="../ink/ink3023.xml"/><Relationship Id="rId390" Type="http://schemas.openxmlformats.org/officeDocument/2006/relationships/customXml" Target="../ink/ink3127.xml"/><Relationship Id="rId404" Type="http://schemas.openxmlformats.org/officeDocument/2006/relationships/customXml" Target="../ink/ink3134.xml"/><Relationship Id="rId611" Type="http://schemas.openxmlformats.org/officeDocument/2006/relationships/image" Target="../media/image29065.png"/><Relationship Id="rId250" Type="http://schemas.openxmlformats.org/officeDocument/2006/relationships/customXml" Target="../ink/ink3057.xml"/><Relationship Id="rId488" Type="http://schemas.openxmlformats.org/officeDocument/2006/relationships/image" Target="../media/image29004.png"/><Relationship Id="rId45" Type="http://schemas.openxmlformats.org/officeDocument/2006/relationships/customXml" Target="../ink/ink2953.xml"/><Relationship Id="rId110" Type="http://schemas.openxmlformats.org/officeDocument/2006/relationships/customXml" Target="../ink/ink2986.xml"/><Relationship Id="rId348" Type="http://schemas.openxmlformats.org/officeDocument/2006/relationships/customXml" Target="../ink/ink3106.xml"/><Relationship Id="rId555" Type="http://schemas.openxmlformats.org/officeDocument/2006/relationships/customXml" Target="../ink/ink3210.xml"/><Relationship Id="rId194" Type="http://schemas.openxmlformats.org/officeDocument/2006/relationships/image" Target="../media/image28858.png"/><Relationship Id="rId208" Type="http://schemas.openxmlformats.org/officeDocument/2006/relationships/image" Target="../media/image28865.png"/><Relationship Id="rId415" Type="http://schemas.openxmlformats.org/officeDocument/2006/relationships/image" Target="../media/image28968.png"/><Relationship Id="rId622" Type="http://schemas.openxmlformats.org/officeDocument/2006/relationships/customXml" Target="../ink/ink3244.xml"/><Relationship Id="rId261" Type="http://schemas.openxmlformats.org/officeDocument/2006/relationships/image" Target="../media/image28891.png"/><Relationship Id="rId499" Type="http://schemas.openxmlformats.org/officeDocument/2006/relationships/customXml" Target="../ink/ink3182.xml"/><Relationship Id="rId56" Type="http://schemas.openxmlformats.org/officeDocument/2006/relationships/image" Target="../media/image28790.png"/><Relationship Id="rId359" Type="http://schemas.openxmlformats.org/officeDocument/2006/relationships/image" Target="../media/image28940.png"/><Relationship Id="rId566" Type="http://schemas.openxmlformats.org/officeDocument/2006/relationships/image" Target="../media/image29043.png"/><Relationship Id="rId121" Type="http://schemas.openxmlformats.org/officeDocument/2006/relationships/customXml" Target="../ink/ink2992.xml"/><Relationship Id="rId219" Type="http://schemas.openxmlformats.org/officeDocument/2006/relationships/customXml" Target="../ink/ink3041.xml"/><Relationship Id="rId426" Type="http://schemas.openxmlformats.org/officeDocument/2006/relationships/image" Target="../media/image28973.png"/><Relationship Id="rId633" Type="http://schemas.openxmlformats.org/officeDocument/2006/relationships/image" Target="../media/image29076.png"/><Relationship Id="rId67" Type="http://schemas.openxmlformats.org/officeDocument/2006/relationships/customXml" Target="../ink/ink2964.xml"/><Relationship Id="rId272" Type="http://schemas.openxmlformats.org/officeDocument/2006/relationships/customXml" Target="../ink/ink3068.xml"/><Relationship Id="rId577" Type="http://schemas.openxmlformats.org/officeDocument/2006/relationships/image" Target="../media/image29048.png"/><Relationship Id="rId132" Type="http://schemas.openxmlformats.org/officeDocument/2006/relationships/image" Target="../media/image28827.png"/><Relationship Id="rId437" Type="http://schemas.openxmlformats.org/officeDocument/2006/relationships/customXml" Target="../ink/ink3151.xml"/><Relationship Id="rId283" Type="http://schemas.openxmlformats.org/officeDocument/2006/relationships/image" Target="../media/image28902.png"/><Relationship Id="rId490" Type="http://schemas.openxmlformats.org/officeDocument/2006/relationships/image" Target="../media/image29005.png"/><Relationship Id="rId504" Type="http://schemas.openxmlformats.org/officeDocument/2006/relationships/image" Target="../media/image29012.png"/><Relationship Id="rId78" Type="http://schemas.openxmlformats.org/officeDocument/2006/relationships/image" Target="../media/image28801.png"/><Relationship Id="rId143" Type="http://schemas.openxmlformats.org/officeDocument/2006/relationships/customXml" Target="../ink/ink3003.xml"/><Relationship Id="rId350" Type="http://schemas.openxmlformats.org/officeDocument/2006/relationships/customXml" Target="../ink/ink3107.xml"/><Relationship Id="rId588" Type="http://schemas.openxmlformats.org/officeDocument/2006/relationships/customXml" Target="../ink/ink3227.xml"/><Relationship Id="rId9" Type="http://schemas.openxmlformats.org/officeDocument/2006/relationships/customXml" Target="../ink/ink2935.xml"/><Relationship Id="rId210" Type="http://schemas.openxmlformats.org/officeDocument/2006/relationships/image" Target="../media/image28866.png"/><Relationship Id="rId448" Type="http://schemas.openxmlformats.org/officeDocument/2006/relationships/image" Target="../media/image28984.png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3311.xml"/><Relationship Id="rId299" Type="http://schemas.openxmlformats.org/officeDocument/2006/relationships/image" Target="../media/image29220.png"/><Relationship Id="rId21" Type="http://schemas.openxmlformats.org/officeDocument/2006/relationships/customXml" Target="../ink/ink3263.xml"/><Relationship Id="rId63" Type="http://schemas.openxmlformats.org/officeDocument/2006/relationships/customXml" Target="../ink/ink3284.xml"/><Relationship Id="rId159" Type="http://schemas.openxmlformats.org/officeDocument/2006/relationships/image" Target="../media/image29152.png"/><Relationship Id="rId324" Type="http://schemas.openxmlformats.org/officeDocument/2006/relationships/image" Target="../media/image29232.png"/><Relationship Id="rId366" Type="http://schemas.openxmlformats.org/officeDocument/2006/relationships/image" Target="../media/image29253.png"/><Relationship Id="rId170" Type="http://schemas.openxmlformats.org/officeDocument/2006/relationships/customXml" Target="../ink/ink3338.xml"/><Relationship Id="rId226" Type="http://schemas.openxmlformats.org/officeDocument/2006/relationships/customXml" Target="../ink/ink3366.xml"/><Relationship Id="rId268" Type="http://schemas.openxmlformats.org/officeDocument/2006/relationships/customXml" Target="../ink/ink3387.xml"/><Relationship Id="rId32" Type="http://schemas.openxmlformats.org/officeDocument/2006/relationships/image" Target="../media/image29091.png"/><Relationship Id="rId74" Type="http://schemas.openxmlformats.org/officeDocument/2006/relationships/image" Target="../media/image28768.png"/><Relationship Id="rId128" Type="http://schemas.openxmlformats.org/officeDocument/2006/relationships/image" Target="../media/image29137.png"/><Relationship Id="rId335" Type="http://schemas.openxmlformats.org/officeDocument/2006/relationships/customXml" Target="../ink/ink3421.xml"/><Relationship Id="rId377" Type="http://schemas.openxmlformats.org/officeDocument/2006/relationships/customXml" Target="../ink/ink3442.xml"/><Relationship Id="rId5" Type="http://schemas.openxmlformats.org/officeDocument/2006/relationships/image" Target="../media/image27921.png"/><Relationship Id="rId181" Type="http://schemas.openxmlformats.org/officeDocument/2006/relationships/image" Target="../media/image29163.png"/><Relationship Id="rId237" Type="http://schemas.openxmlformats.org/officeDocument/2006/relationships/image" Target="../media/image29190.png"/><Relationship Id="rId402" Type="http://schemas.openxmlformats.org/officeDocument/2006/relationships/image" Target="../media/image29270.png"/><Relationship Id="rId279" Type="http://schemas.openxmlformats.org/officeDocument/2006/relationships/image" Target="../media/image29211.png"/><Relationship Id="rId43" Type="http://schemas.openxmlformats.org/officeDocument/2006/relationships/customXml" Target="../ink/ink3274.xml"/><Relationship Id="rId139" Type="http://schemas.openxmlformats.org/officeDocument/2006/relationships/customXml" Target="../ink/ink3322.xml"/><Relationship Id="rId290" Type="http://schemas.openxmlformats.org/officeDocument/2006/relationships/customXml" Target="../ink/ink3398.xml"/><Relationship Id="rId304" Type="http://schemas.openxmlformats.org/officeDocument/2006/relationships/image" Target="../media/image29222.png"/><Relationship Id="rId346" Type="http://schemas.openxmlformats.org/officeDocument/2006/relationships/image" Target="../media/image29243.png"/><Relationship Id="rId388" Type="http://schemas.openxmlformats.org/officeDocument/2006/relationships/image" Target="../media/image29263.png"/><Relationship Id="rId85" Type="http://schemas.openxmlformats.org/officeDocument/2006/relationships/customXml" Target="../ink/ink3295.xml"/><Relationship Id="rId150" Type="http://schemas.openxmlformats.org/officeDocument/2006/relationships/customXml" Target="../ink/ink3328.xml"/><Relationship Id="rId192" Type="http://schemas.openxmlformats.org/officeDocument/2006/relationships/customXml" Target="../ink/ink3349.xml"/><Relationship Id="rId206" Type="http://schemas.openxmlformats.org/officeDocument/2006/relationships/customXml" Target="../ink/ink3356.xml"/><Relationship Id="rId248" Type="http://schemas.openxmlformats.org/officeDocument/2006/relationships/customXml" Target="../ink/ink3377.xml"/><Relationship Id="rId12" Type="http://schemas.openxmlformats.org/officeDocument/2006/relationships/image" Target="../media/image29081.png"/><Relationship Id="rId108" Type="http://schemas.openxmlformats.org/officeDocument/2006/relationships/image" Target="../media/image29127.png"/><Relationship Id="rId315" Type="http://schemas.openxmlformats.org/officeDocument/2006/relationships/customXml" Target="../ink/ink3411.xml"/><Relationship Id="rId357" Type="http://schemas.openxmlformats.org/officeDocument/2006/relationships/customXml" Target="../ink/ink3432.xml"/><Relationship Id="rId54" Type="http://schemas.openxmlformats.org/officeDocument/2006/relationships/image" Target="../media/image29102.png"/><Relationship Id="rId96" Type="http://schemas.openxmlformats.org/officeDocument/2006/relationships/image" Target="../media/image28836.png"/><Relationship Id="rId161" Type="http://schemas.openxmlformats.org/officeDocument/2006/relationships/image" Target="../media/image29153.png"/><Relationship Id="rId217" Type="http://schemas.openxmlformats.org/officeDocument/2006/relationships/image" Target="../media/image29180.png"/><Relationship Id="rId399" Type="http://schemas.openxmlformats.org/officeDocument/2006/relationships/customXml" Target="../ink/ink3453.xml"/><Relationship Id="rId259" Type="http://schemas.openxmlformats.org/officeDocument/2006/relationships/image" Target="../media/image29201.png"/><Relationship Id="rId23" Type="http://schemas.openxmlformats.org/officeDocument/2006/relationships/customXml" Target="../ink/ink3264.xml"/><Relationship Id="rId119" Type="http://schemas.openxmlformats.org/officeDocument/2006/relationships/customXml" Target="../ink/ink3312.xml"/><Relationship Id="rId270" Type="http://schemas.openxmlformats.org/officeDocument/2006/relationships/customXml" Target="../ink/ink3388.xml"/><Relationship Id="rId326" Type="http://schemas.openxmlformats.org/officeDocument/2006/relationships/image" Target="../media/image29233.png"/><Relationship Id="rId65" Type="http://schemas.openxmlformats.org/officeDocument/2006/relationships/customXml" Target="../ink/ink3285.xml"/><Relationship Id="rId130" Type="http://schemas.openxmlformats.org/officeDocument/2006/relationships/image" Target="../media/image29138.png"/><Relationship Id="rId368" Type="http://schemas.openxmlformats.org/officeDocument/2006/relationships/image" Target="../media/image29254.png"/><Relationship Id="rId172" Type="http://schemas.openxmlformats.org/officeDocument/2006/relationships/customXml" Target="../ink/ink3339.xml"/><Relationship Id="rId228" Type="http://schemas.openxmlformats.org/officeDocument/2006/relationships/customXml" Target="../ink/ink3367.xml"/><Relationship Id="rId281" Type="http://schemas.openxmlformats.org/officeDocument/2006/relationships/image" Target="../media/image29212.png"/><Relationship Id="rId337" Type="http://schemas.openxmlformats.org/officeDocument/2006/relationships/customXml" Target="../ink/ink3422.xml"/><Relationship Id="rId34" Type="http://schemas.openxmlformats.org/officeDocument/2006/relationships/image" Target="../media/image29092.png"/><Relationship Id="rId76" Type="http://schemas.openxmlformats.org/officeDocument/2006/relationships/image" Target="../media/image29112.png"/><Relationship Id="rId141" Type="http://schemas.openxmlformats.org/officeDocument/2006/relationships/customXml" Target="../ink/ink3323.xml"/><Relationship Id="rId379" Type="http://schemas.openxmlformats.org/officeDocument/2006/relationships/customXml" Target="../ink/ink3443.xml"/><Relationship Id="rId7" Type="http://schemas.openxmlformats.org/officeDocument/2006/relationships/image" Target="../media/image27370.png"/><Relationship Id="rId183" Type="http://schemas.openxmlformats.org/officeDocument/2006/relationships/image" Target="../media/image29164.png"/><Relationship Id="rId239" Type="http://schemas.openxmlformats.org/officeDocument/2006/relationships/image" Target="../media/image29191.png"/><Relationship Id="rId390" Type="http://schemas.openxmlformats.org/officeDocument/2006/relationships/image" Target="../media/image29264.png"/><Relationship Id="rId404" Type="http://schemas.openxmlformats.org/officeDocument/2006/relationships/image" Target="../media/image29271.png"/><Relationship Id="rId250" Type="http://schemas.openxmlformats.org/officeDocument/2006/relationships/customXml" Target="../ink/ink3378.xml"/><Relationship Id="rId292" Type="http://schemas.openxmlformats.org/officeDocument/2006/relationships/customXml" Target="../ink/ink3399.xml"/><Relationship Id="rId306" Type="http://schemas.openxmlformats.org/officeDocument/2006/relationships/image" Target="../media/image29223.png"/><Relationship Id="rId45" Type="http://schemas.openxmlformats.org/officeDocument/2006/relationships/customXml" Target="../ink/ink3275.xml"/><Relationship Id="rId87" Type="http://schemas.openxmlformats.org/officeDocument/2006/relationships/customXml" Target="../ink/ink3296.xml"/><Relationship Id="rId110" Type="http://schemas.openxmlformats.org/officeDocument/2006/relationships/image" Target="../media/image29128.png"/><Relationship Id="rId348" Type="http://schemas.openxmlformats.org/officeDocument/2006/relationships/image" Target="../media/image29244.png"/><Relationship Id="rId152" Type="http://schemas.openxmlformats.org/officeDocument/2006/relationships/customXml" Target="../ink/ink3329.xml"/><Relationship Id="rId194" Type="http://schemas.openxmlformats.org/officeDocument/2006/relationships/customXml" Target="../ink/ink3350.xml"/><Relationship Id="rId208" Type="http://schemas.openxmlformats.org/officeDocument/2006/relationships/customXml" Target="../ink/ink3357.xml"/><Relationship Id="rId261" Type="http://schemas.openxmlformats.org/officeDocument/2006/relationships/image" Target="../media/image29202.png"/><Relationship Id="rId14" Type="http://schemas.openxmlformats.org/officeDocument/2006/relationships/image" Target="../media/image29082.png"/><Relationship Id="rId56" Type="http://schemas.openxmlformats.org/officeDocument/2006/relationships/image" Target="../media/image29103.png"/><Relationship Id="rId317" Type="http://schemas.openxmlformats.org/officeDocument/2006/relationships/customXml" Target="../ink/ink3412.xml"/><Relationship Id="rId359" Type="http://schemas.openxmlformats.org/officeDocument/2006/relationships/customXml" Target="../ink/ink3433.xml"/><Relationship Id="rId98" Type="http://schemas.openxmlformats.org/officeDocument/2006/relationships/image" Target="../media/image29122.png"/><Relationship Id="rId121" Type="http://schemas.openxmlformats.org/officeDocument/2006/relationships/customXml" Target="../ink/ink3313.xml"/><Relationship Id="rId163" Type="http://schemas.openxmlformats.org/officeDocument/2006/relationships/image" Target="../media/image29154.png"/><Relationship Id="rId219" Type="http://schemas.openxmlformats.org/officeDocument/2006/relationships/image" Target="../media/image29181.png"/><Relationship Id="rId370" Type="http://schemas.openxmlformats.org/officeDocument/2006/relationships/image" Target="../media/image29255.png"/><Relationship Id="rId230" Type="http://schemas.openxmlformats.org/officeDocument/2006/relationships/customXml" Target="../ink/ink3368.xml"/><Relationship Id="rId25" Type="http://schemas.openxmlformats.org/officeDocument/2006/relationships/customXml" Target="../ink/ink3265.xml"/><Relationship Id="rId67" Type="http://schemas.openxmlformats.org/officeDocument/2006/relationships/customXml" Target="../ink/ink3286.xml"/><Relationship Id="rId272" Type="http://schemas.openxmlformats.org/officeDocument/2006/relationships/customXml" Target="../ink/ink3389.xml"/><Relationship Id="rId328" Type="http://schemas.openxmlformats.org/officeDocument/2006/relationships/image" Target="../media/image29234.png"/><Relationship Id="rId132" Type="http://schemas.openxmlformats.org/officeDocument/2006/relationships/image" Target="../media/image29139.png"/><Relationship Id="rId174" Type="http://schemas.openxmlformats.org/officeDocument/2006/relationships/customXml" Target="../ink/ink3340.xml"/><Relationship Id="rId381" Type="http://schemas.openxmlformats.org/officeDocument/2006/relationships/customXml" Target="../ink/ink3444.xml"/><Relationship Id="rId241" Type="http://schemas.openxmlformats.org/officeDocument/2006/relationships/image" Target="../media/image29192.png"/><Relationship Id="rId36" Type="http://schemas.openxmlformats.org/officeDocument/2006/relationships/image" Target="../media/image29093.png"/><Relationship Id="rId283" Type="http://schemas.openxmlformats.org/officeDocument/2006/relationships/image" Target="../media/image29213.png"/><Relationship Id="rId339" Type="http://schemas.openxmlformats.org/officeDocument/2006/relationships/customXml" Target="../ink/ink3423.xml"/><Relationship Id="rId78" Type="http://schemas.openxmlformats.org/officeDocument/2006/relationships/image" Target="../media/image29113.png"/><Relationship Id="rId101" Type="http://schemas.openxmlformats.org/officeDocument/2006/relationships/customXml" Target="../ink/ink3303.xml"/><Relationship Id="rId143" Type="http://schemas.openxmlformats.org/officeDocument/2006/relationships/image" Target="../media/image29144.png"/><Relationship Id="rId185" Type="http://schemas.openxmlformats.org/officeDocument/2006/relationships/image" Target="../media/image29165.png"/><Relationship Id="rId350" Type="http://schemas.openxmlformats.org/officeDocument/2006/relationships/image" Target="../media/image29245.png"/><Relationship Id="rId406" Type="http://schemas.openxmlformats.org/officeDocument/2006/relationships/image" Target="../media/image29272.png"/><Relationship Id="rId9" Type="http://schemas.openxmlformats.org/officeDocument/2006/relationships/customXml" Target="../ink/ink3257.xml"/><Relationship Id="rId210" Type="http://schemas.openxmlformats.org/officeDocument/2006/relationships/customXml" Target="../ink/ink3358.xml"/><Relationship Id="rId392" Type="http://schemas.openxmlformats.org/officeDocument/2006/relationships/image" Target="../media/image29265.png"/><Relationship Id="rId252" Type="http://schemas.openxmlformats.org/officeDocument/2006/relationships/customXml" Target="../ink/ink3379.xml"/><Relationship Id="rId294" Type="http://schemas.openxmlformats.org/officeDocument/2006/relationships/customXml" Target="../ink/ink3400.xml"/><Relationship Id="rId308" Type="http://schemas.openxmlformats.org/officeDocument/2006/relationships/image" Target="../media/image29224.png"/><Relationship Id="rId47" Type="http://schemas.openxmlformats.org/officeDocument/2006/relationships/customXml" Target="../ink/ink3276.xml"/><Relationship Id="rId89" Type="http://schemas.openxmlformats.org/officeDocument/2006/relationships/customXml" Target="../ink/ink3297.xml"/><Relationship Id="rId112" Type="http://schemas.openxmlformats.org/officeDocument/2006/relationships/image" Target="../media/image29129.png"/><Relationship Id="rId154" Type="http://schemas.openxmlformats.org/officeDocument/2006/relationships/customXml" Target="../ink/ink3330.xml"/><Relationship Id="rId361" Type="http://schemas.openxmlformats.org/officeDocument/2006/relationships/customXml" Target="../ink/ink3434.xml"/><Relationship Id="rId196" Type="http://schemas.openxmlformats.org/officeDocument/2006/relationships/customXml" Target="../ink/ink3351.xml"/><Relationship Id="rId16" Type="http://schemas.openxmlformats.org/officeDocument/2006/relationships/image" Target="../media/image29083.png"/><Relationship Id="rId221" Type="http://schemas.openxmlformats.org/officeDocument/2006/relationships/image" Target="../media/image29182.png"/><Relationship Id="rId263" Type="http://schemas.openxmlformats.org/officeDocument/2006/relationships/image" Target="../media/image29203.png"/><Relationship Id="rId319" Type="http://schemas.openxmlformats.org/officeDocument/2006/relationships/customXml" Target="../ink/ink3413.xml"/><Relationship Id="rId58" Type="http://schemas.openxmlformats.org/officeDocument/2006/relationships/image" Target="../media/image29104.png"/><Relationship Id="rId123" Type="http://schemas.openxmlformats.org/officeDocument/2006/relationships/customXml" Target="../ink/ink3314.xml"/><Relationship Id="rId330" Type="http://schemas.openxmlformats.org/officeDocument/2006/relationships/image" Target="../media/image29235.png"/><Relationship Id="rId165" Type="http://schemas.openxmlformats.org/officeDocument/2006/relationships/image" Target="../media/image29155.png"/><Relationship Id="rId372" Type="http://schemas.openxmlformats.org/officeDocument/2006/relationships/image" Target="../media/image29256.png"/><Relationship Id="rId211" Type="http://schemas.openxmlformats.org/officeDocument/2006/relationships/image" Target="../media/image29178.png"/><Relationship Id="rId232" Type="http://schemas.openxmlformats.org/officeDocument/2006/relationships/customXml" Target="../ink/ink3369.xml"/><Relationship Id="rId253" Type="http://schemas.openxmlformats.org/officeDocument/2006/relationships/image" Target="../media/image29198.png"/><Relationship Id="rId274" Type="http://schemas.openxmlformats.org/officeDocument/2006/relationships/customXml" Target="../ink/ink3390.xml"/><Relationship Id="rId295" Type="http://schemas.openxmlformats.org/officeDocument/2006/relationships/image" Target="../media/image29218.png"/><Relationship Id="rId309" Type="http://schemas.openxmlformats.org/officeDocument/2006/relationships/customXml" Target="../ink/ink3408.xml"/><Relationship Id="rId27" Type="http://schemas.openxmlformats.org/officeDocument/2006/relationships/customXml" Target="../ink/ink3266.xml"/><Relationship Id="rId48" Type="http://schemas.openxmlformats.org/officeDocument/2006/relationships/image" Target="../media/image29099.png"/><Relationship Id="rId69" Type="http://schemas.openxmlformats.org/officeDocument/2006/relationships/customXml" Target="../ink/ink3287.xml"/><Relationship Id="rId113" Type="http://schemas.openxmlformats.org/officeDocument/2006/relationships/customXml" Target="../ink/ink3309.xml"/><Relationship Id="rId134" Type="http://schemas.openxmlformats.org/officeDocument/2006/relationships/image" Target="../media/image29140.png"/><Relationship Id="rId320" Type="http://schemas.openxmlformats.org/officeDocument/2006/relationships/image" Target="../media/image29230.png"/><Relationship Id="rId80" Type="http://schemas.openxmlformats.org/officeDocument/2006/relationships/image" Target="../media/image29114.png"/><Relationship Id="rId155" Type="http://schemas.openxmlformats.org/officeDocument/2006/relationships/image" Target="../media/image29150.png"/><Relationship Id="rId176" Type="http://schemas.openxmlformats.org/officeDocument/2006/relationships/customXml" Target="../ink/ink3341.xml"/><Relationship Id="rId197" Type="http://schemas.openxmlformats.org/officeDocument/2006/relationships/image" Target="../media/image29171.png"/><Relationship Id="rId341" Type="http://schemas.openxmlformats.org/officeDocument/2006/relationships/customXml" Target="../ink/ink3424.xml"/><Relationship Id="rId362" Type="http://schemas.openxmlformats.org/officeDocument/2006/relationships/image" Target="../media/image29251.png"/><Relationship Id="rId383" Type="http://schemas.openxmlformats.org/officeDocument/2006/relationships/customXml" Target="../ink/ink3445.xml"/><Relationship Id="rId201" Type="http://schemas.openxmlformats.org/officeDocument/2006/relationships/image" Target="../media/image29173.png"/><Relationship Id="rId222" Type="http://schemas.openxmlformats.org/officeDocument/2006/relationships/customXml" Target="../ink/ink3364.xml"/><Relationship Id="rId243" Type="http://schemas.openxmlformats.org/officeDocument/2006/relationships/image" Target="../media/image29193.png"/><Relationship Id="rId264" Type="http://schemas.openxmlformats.org/officeDocument/2006/relationships/customXml" Target="../ink/ink3385.xml"/><Relationship Id="rId285" Type="http://schemas.openxmlformats.org/officeDocument/2006/relationships/image" Target="../media/image29214.png"/><Relationship Id="rId17" Type="http://schemas.openxmlformats.org/officeDocument/2006/relationships/customXml" Target="../ink/ink3261.xml"/><Relationship Id="rId38" Type="http://schemas.openxmlformats.org/officeDocument/2006/relationships/image" Target="../media/image29094.png"/><Relationship Id="rId59" Type="http://schemas.openxmlformats.org/officeDocument/2006/relationships/customXml" Target="../ink/ink3282.xml"/><Relationship Id="rId103" Type="http://schemas.openxmlformats.org/officeDocument/2006/relationships/customXml" Target="../ink/ink3304.xml"/><Relationship Id="rId124" Type="http://schemas.openxmlformats.org/officeDocument/2006/relationships/image" Target="../media/image29135.png"/><Relationship Id="rId310" Type="http://schemas.openxmlformats.org/officeDocument/2006/relationships/image" Target="../media/image29225.png"/><Relationship Id="rId70" Type="http://schemas.openxmlformats.org/officeDocument/2006/relationships/image" Target="../media/image29110.png"/><Relationship Id="rId91" Type="http://schemas.openxmlformats.org/officeDocument/2006/relationships/customXml" Target="../ink/ink3298.xml"/><Relationship Id="rId145" Type="http://schemas.openxmlformats.org/officeDocument/2006/relationships/image" Target="../media/image29145.png"/><Relationship Id="rId166" Type="http://schemas.openxmlformats.org/officeDocument/2006/relationships/customXml" Target="../ink/ink3336.xml"/><Relationship Id="rId187" Type="http://schemas.openxmlformats.org/officeDocument/2006/relationships/image" Target="../media/image29166.png"/><Relationship Id="rId331" Type="http://schemas.openxmlformats.org/officeDocument/2006/relationships/customXml" Target="../ink/ink3419.xml"/><Relationship Id="rId352" Type="http://schemas.openxmlformats.org/officeDocument/2006/relationships/image" Target="../media/image29246.png"/><Relationship Id="rId373" Type="http://schemas.openxmlformats.org/officeDocument/2006/relationships/customXml" Target="../ink/ink3440.xml"/><Relationship Id="rId394" Type="http://schemas.openxmlformats.org/officeDocument/2006/relationships/image" Target="../media/image29266.png"/><Relationship Id="rId408" Type="http://schemas.openxmlformats.org/officeDocument/2006/relationships/image" Target="../media/image29273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3359.xml"/><Relationship Id="rId233" Type="http://schemas.openxmlformats.org/officeDocument/2006/relationships/image" Target="../media/image29188.png"/><Relationship Id="rId254" Type="http://schemas.openxmlformats.org/officeDocument/2006/relationships/customXml" Target="../ink/ink3380.xml"/><Relationship Id="rId28" Type="http://schemas.openxmlformats.org/officeDocument/2006/relationships/image" Target="../media/image29089.png"/><Relationship Id="rId49" Type="http://schemas.openxmlformats.org/officeDocument/2006/relationships/customXml" Target="../ink/ink3277.xml"/><Relationship Id="rId114" Type="http://schemas.openxmlformats.org/officeDocument/2006/relationships/image" Target="../media/image29130.png"/><Relationship Id="rId275" Type="http://schemas.openxmlformats.org/officeDocument/2006/relationships/image" Target="../media/image29209.png"/><Relationship Id="rId296" Type="http://schemas.openxmlformats.org/officeDocument/2006/relationships/customXml" Target="../ink/ink3401.xml"/><Relationship Id="rId300" Type="http://schemas.openxmlformats.org/officeDocument/2006/relationships/customXml" Target="../ink/ink3403.xml"/><Relationship Id="rId60" Type="http://schemas.openxmlformats.org/officeDocument/2006/relationships/image" Target="../media/image29105.png"/><Relationship Id="rId81" Type="http://schemas.openxmlformats.org/officeDocument/2006/relationships/customXml" Target="../ink/ink3293.xml"/><Relationship Id="rId135" Type="http://schemas.openxmlformats.org/officeDocument/2006/relationships/customXml" Target="../ink/ink3320.xml"/><Relationship Id="rId156" Type="http://schemas.openxmlformats.org/officeDocument/2006/relationships/customXml" Target="../ink/ink3331.xml"/><Relationship Id="rId177" Type="http://schemas.openxmlformats.org/officeDocument/2006/relationships/image" Target="../media/image29161.png"/><Relationship Id="rId198" Type="http://schemas.openxmlformats.org/officeDocument/2006/relationships/customXml" Target="../ink/ink3352.xml"/><Relationship Id="rId321" Type="http://schemas.openxmlformats.org/officeDocument/2006/relationships/customXml" Target="../ink/ink3414.xml"/><Relationship Id="rId342" Type="http://schemas.openxmlformats.org/officeDocument/2006/relationships/image" Target="../media/image29241.png"/><Relationship Id="rId363" Type="http://schemas.openxmlformats.org/officeDocument/2006/relationships/customXml" Target="../ink/ink3435.xml"/><Relationship Id="rId384" Type="http://schemas.openxmlformats.org/officeDocument/2006/relationships/image" Target="../media/image29261.png"/><Relationship Id="rId202" Type="http://schemas.openxmlformats.org/officeDocument/2006/relationships/customXml" Target="../ink/ink3354.xml"/><Relationship Id="rId223" Type="http://schemas.openxmlformats.org/officeDocument/2006/relationships/image" Target="../media/image29183.png"/><Relationship Id="rId244" Type="http://schemas.openxmlformats.org/officeDocument/2006/relationships/customXml" Target="../ink/ink3375.xml"/><Relationship Id="rId18" Type="http://schemas.openxmlformats.org/officeDocument/2006/relationships/image" Target="../media/image29084.png"/><Relationship Id="rId39" Type="http://schemas.openxmlformats.org/officeDocument/2006/relationships/customXml" Target="../ink/ink3272.xml"/><Relationship Id="rId265" Type="http://schemas.openxmlformats.org/officeDocument/2006/relationships/image" Target="../media/image29204.png"/><Relationship Id="rId286" Type="http://schemas.openxmlformats.org/officeDocument/2006/relationships/customXml" Target="../ink/ink3396.xml"/><Relationship Id="rId50" Type="http://schemas.openxmlformats.org/officeDocument/2006/relationships/image" Target="../media/image29100.png"/><Relationship Id="rId104" Type="http://schemas.openxmlformats.org/officeDocument/2006/relationships/image" Target="../media/image29125.png"/><Relationship Id="rId125" Type="http://schemas.openxmlformats.org/officeDocument/2006/relationships/customXml" Target="../ink/ink3315.xml"/><Relationship Id="rId146" Type="http://schemas.openxmlformats.org/officeDocument/2006/relationships/customXml" Target="../ink/ink3326.xml"/><Relationship Id="rId167" Type="http://schemas.openxmlformats.org/officeDocument/2006/relationships/image" Target="../media/image29156.png"/><Relationship Id="rId188" Type="http://schemas.openxmlformats.org/officeDocument/2006/relationships/customXml" Target="../ink/ink3347.xml"/><Relationship Id="rId311" Type="http://schemas.openxmlformats.org/officeDocument/2006/relationships/customXml" Target="../ink/ink3409.xml"/><Relationship Id="rId332" Type="http://schemas.openxmlformats.org/officeDocument/2006/relationships/image" Target="../media/image29236.png"/><Relationship Id="rId353" Type="http://schemas.openxmlformats.org/officeDocument/2006/relationships/customXml" Target="../ink/ink3430.xml"/><Relationship Id="rId374" Type="http://schemas.openxmlformats.org/officeDocument/2006/relationships/image" Target="../media/image29257.png"/><Relationship Id="rId395" Type="http://schemas.openxmlformats.org/officeDocument/2006/relationships/customXml" Target="../ink/ink3451.xml"/><Relationship Id="rId71" Type="http://schemas.openxmlformats.org/officeDocument/2006/relationships/customXml" Target="../ink/ink3288.xml"/><Relationship Id="rId92" Type="http://schemas.openxmlformats.org/officeDocument/2006/relationships/image" Target="../media/image29120.png"/><Relationship Id="rId213" Type="http://schemas.openxmlformats.org/officeDocument/2006/relationships/image" Target="../media/image28870.png"/><Relationship Id="rId234" Type="http://schemas.openxmlformats.org/officeDocument/2006/relationships/customXml" Target="../ink/ink3370.xml"/><Relationship Id="rId2" Type="http://schemas.openxmlformats.org/officeDocument/2006/relationships/customXml" Target="../ink/ink3253.xml"/><Relationship Id="rId29" Type="http://schemas.openxmlformats.org/officeDocument/2006/relationships/customXml" Target="../ink/ink3267.xml"/><Relationship Id="rId255" Type="http://schemas.openxmlformats.org/officeDocument/2006/relationships/image" Target="../media/image29199.png"/><Relationship Id="rId276" Type="http://schemas.openxmlformats.org/officeDocument/2006/relationships/customXml" Target="../ink/ink3391.xml"/><Relationship Id="rId297" Type="http://schemas.openxmlformats.org/officeDocument/2006/relationships/image" Target="../media/image29219.png"/><Relationship Id="rId40" Type="http://schemas.openxmlformats.org/officeDocument/2006/relationships/image" Target="../media/image29095.png"/><Relationship Id="rId115" Type="http://schemas.openxmlformats.org/officeDocument/2006/relationships/customXml" Target="../ink/ink3310.xml"/><Relationship Id="rId136" Type="http://schemas.openxmlformats.org/officeDocument/2006/relationships/image" Target="../media/image29141.png"/><Relationship Id="rId157" Type="http://schemas.openxmlformats.org/officeDocument/2006/relationships/image" Target="../media/image29151.png"/><Relationship Id="rId178" Type="http://schemas.openxmlformats.org/officeDocument/2006/relationships/customXml" Target="../ink/ink3342.xml"/><Relationship Id="rId301" Type="http://schemas.openxmlformats.org/officeDocument/2006/relationships/customXml" Target="../ink/ink3404.xml"/><Relationship Id="rId322" Type="http://schemas.openxmlformats.org/officeDocument/2006/relationships/image" Target="../media/image29231.png"/><Relationship Id="rId343" Type="http://schemas.openxmlformats.org/officeDocument/2006/relationships/customXml" Target="../ink/ink3425.xml"/><Relationship Id="rId364" Type="http://schemas.openxmlformats.org/officeDocument/2006/relationships/image" Target="../media/image29252.png"/><Relationship Id="rId61" Type="http://schemas.openxmlformats.org/officeDocument/2006/relationships/customXml" Target="../ink/ink3283.xml"/><Relationship Id="rId82" Type="http://schemas.openxmlformats.org/officeDocument/2006/relationships/image" Target="../media/image29115.png"/><Relationship Id="rId199" Type="http://schemas.openxmlformats.org/officeDocument/2006/relationships/image" Target="../media/image29172.png"/><Relationship Id="rId203" Type="http://schemas.openxmlformats.org/officeDocument/2006/relationships/image" Target="../media/image29174.png"/><Relationship Id="rId385" Type="http://schemas.openxmlformats.org/officeDocument/2006/relationships/customXml" Target="../ink/ink3446.xml"/><Relationship Id="rId19" Type="http://schemas.openxmlformats.org/officeDocument/2006/relationships/customXml" Target="../ink/ink3262.xml"/><Relationship Id="rId224" Type="http://schemas.openxmlformats.org/officeDocument/2006/relationships/customXml" Target="../ink/ink3365.xml"/><Relationship Id="rId245" Type="http://schemas.openxmlformats.org/officeDocument/2006/relationships/image" Target="../media/image29194.png"/><Relationship Id="rId266" Type="http://schemas.openxmlformats.org/officeDocument/2006/relationships/customXml" Target="../ink/ink3386.xml"/><Relationship Id="rId287" Type="http://schemas.openxmlformats.org/officeDocument/2006/relationships/image" Target="../media/image29215.png"/><Relationship Id="rId30" Type="http://schemas.openxmlformats.org/officeDocument/2006/relationships/image" Target="../media/image29090.png"/><Relationship Id="rId105" Type="http://schemas.openxmlformats.org/officeDocument/2006/relationships/customXml" Target="../ink/ink3305.xml"/><Relationship Id="rId126" Type="http://schemas.openxmlformats.org/officeDocument/2006/relationships/image" Target="../media/image29136.png"/><Relationship Id="rId147" Type="http://schemas.openxmlformats.org/officeDocument/2006/relationships/image" Target="../media/image29146.png"/><Relationship Id="rId168" Type="http://schemas.openxmlformats.org/officeDocument/2006/relationships/customXml" Target="../ink/ink3337.xml"/><Relationship Id="rId312" Type="http://schemas.openxmlformats.org/officeDocument/2006/relationships/image" Target="../media/image29226.png"/><Relationship Id="rId333" Type="http://schemas.openxmlformats.org/officeDocument/2006/relationships/customXml" Target="../ink/ink3420.xml"/><Relationship Id="rId354" Type="http://schemas.openxmlformats.org/officeDocument/2006/relationships/image" Target="../media/image29247.png"/><Relationship Id="rId51" Type="http://schemas.openxmlformats.org/officeDocument/2006/relationships/customXml" Target="../ink/ink3278.xml"/><Relationship Id="rId72" Type="http://schemas.openxmlformats.org/officeDocument/2006/relationships/image" Target="../media/image29111.png"/><Relationship Id="rId93" Type="http://schemas.openxmlformats.org/officeDocument/2006/relationships/customXml" Target="../ink/ink3299.xml"/><Relationship Id="rId189" Type="http://schemas.openxmlformats.org/officeDocument/2006/relationships/image" Target="../media/image29167.png"/><Relationship Id="rId375" Type="http://schemas.openxmlformats.org/officeDocument/2006/relationships/customXml" Target="../ink/ink3441.xml"/><Relationship Id="rId396" Type="http://schemas.openxmlformats.org/officeDocument/2006/relationships/image" Target="../media/image29267.png"/><Relationship Id="rId3" Type="http://schemas.openxmlformats.org/officeDocument/2006/relationships/image" Target="../media/image26579.png"/><Relationship Id="rId214" Type="http://schemas.openxmlformats.org/officeDocument/2006/relationships/customXml" Target="../ink/ink3360.xml"/><Relationship Id="rId235" Type="http://schemas.openxmlformats.org/officeDocument/2006/relationships/image" Target="../media/image29189.png"/><Relationship Id="rId256" Type="http://schemas.openxmlformats.org/officeDocument/2006/relationships/customXml" Target="../ink/ink3381.xml"/><Relationship Id="rId277" Type="http://schemas.openxmlformats.org/officeDocument/2006/relationships/image" Target="../media/image29210.png"/><Relationship Id="rId298" Type="http://schemas.openxmlformats.org/officeDocument/2006/relationships/customXml" Target="../ink/ink3402.xml"/><Relationship Id="rId400" Type="http://schemas.openxmlformats.org/officeDocument/2006/relationships/image" Target="../media/image29269.png"/><Relationship Id="rId116" Type="http://schemas.openxmlformats.org/officeDocument/2006/relationships/image" Target="../media/image29131.png"/><Relationship Id="rId137" Type="http://schemas.openxmlformats.org/officeDocument/2006/relationships/customXml" Target="../ink/ink3321.xml"/><Relationship Id="rId158" Type="http://schemas.openxmlformats.org/officeDocument/2006/relationships/customXml" Target="../ink/ink3332.xml"/><Relationship Id="rId302" Type="http://schemas.openxmlformats.org/officeDocument/2006/relationships/image" Target="../media/image29221.png"/><Relationship Id="rId323" Type="http://schemas.openxmlformats.org/officeDocument/2006/relationships/customXml" Target="../ink/ink3415.xml"/><Relationship Id="rId344" Type="http://schemas.openxmlformats.org/officeDocument/2006/relationships/image" Target="../media/image29242.png"/><Relationship Id="rId20" Type="http://schemas.openxmlformats.org/officeDocument/2006/relationships/image" Target="../media/image29085.png"/><Relationship Id="rId41" Type="http://schemas.openxmlformats.org/officeDocument/2006/relationships/customXml" Target="../ink/ink3273.xml"/><Relationship Id="rId62" Type="http://schemas.openxmlformats.org/officeDocument/2006/relationships/image" Target="../media/image29106.png"/><Relationship Id="rId83" Type="http://schemas.openxmlformats.org/officeDocument/2006/relationships/customXml" Target="../ink/ink3294.xml"/><Relationship Id="rId179" Type="http://schemas.openxmlformats.org/officeDocument/2006/relationships/image" Target="../media/image29162.png"/><Relationship Id="rId365" Type="http://schemas.openxmlformats.org/officeDocument/2006/relationships/customXml" Target="../ink/ink3436.xml"/><Relationship Id="rId386" Type="http://schemas.openxmlformats.org/officeDocument/2006/relationships/image" Target="../media/image29262.png"/><Relationship Id="rId190" Type="http://schemas.openxmlformats.org/officeDocument/2006/relationships/customXml" Target="../ink/ink3348.xml"/><Relationship Id="rId204" Type="http://schemas.openxmlformats.org/officeDocument/2006/relationships/customXml" Target="../ink/ink3355.xml"/><Relationship Id="rId225" Type="http://schemas.openxmlformats.org/officeDocument/2006/relationships/image" Target="../media/image29184.png"/><Relationship Id="rId246" Type="http://schemas.openxmlformats.org/officeDocument/2006/relationships/customXml" Target="../ink/ink3376.xml"/><Relationship Id="rId267" Type="http://schemas.openxmlformats.org/officeDocument/2006/relationships/image" Target="../media/image29205.png"/><Relationship Id="rId288" Type="http://schemas.openxmlformats.org/officeDocument/2006/relationships/customXml" Target="../ink/ink3397.xml"/><Relationship Id="rId106" Type="http://schemas.openxmlformats.org/officeDocument/2006/relationships/image" Target="../media/image29126.png"/><Relationship Id="rId127" Type="http://schemas.openxmlformats.org/officeDocument/2006/relationships/customXml" Target="../ink/ink3316.xml"/><Relationship Id="rId313" Type="http://schemas.openxmlformats.org/officeDocument/2006/relationships/customXml" Target="../ink/ink3410.xml"/><Relationship Id="rId10" Type="http://schemas.openxmlformats.org/officeDocument/2006/relationships/image" Target="../media/image29080.png"/><Relationship Id="rId31" Type="http://schemas.openxmlformats.org/officeDocument/2006/relationships/customXml" Target="../ink/ink3268.xml"/><Relationship Id="rId52" Type="http://schemas.openxmlformats.org/officeDocument/2006/relationships/image" Target="../media/image29101.png"/><Relationship Id="rId73" Type="http://schemas.openxmlformats.org/officeDocument/2006/relationships/customXml" Target="../ink/ink3289.xml"/><Relationship Id="rId94" Type="http://schemas.openxmlformats.org/officeDocument/2006/relationships/image" Target="../media/image29121.png"/><Relationship Id="rId148" Type="http://schemas.openxmlformats.org/officeDocument/2006/relationships/customXml" Target="../ink/ink3327.xml"/><Relationship Id="rId169" Type="http://schemas.openxmlformats.org/officeDocument/2006/relationships/image" Target="../media/image29157.png"/><Relationship Id="rId334" Type="http://schemas.openxmlformats.org/officeDocument/2006/relationships/image" Target="../media/image29237.png"/><Relationship Id="rId355" Type="http://schemas.openxmlformats.org/officeDocument/2006/relationships/customXml" Target="../ink/ink3431.xml"/><Relationship Id="rId376" Type="http://schemas.openxmlformats.org/officeDocument/2006/relationships/image" Target="../media/image29258.png"/><Relationship Id="rId397" Type="http://schemas.openxmlformats.org/officeDocument/2006/relationships/customXml" Target="../ink/ink3452.xml"/><Relationship Id="rId4" Type="http://schemas.openxmlformats.org/officeDocument/2006/relationships/customXml" Target="../ink/ink3254.xml"/><Relationship Id="rId180" Type="http://schemas.openxmlformats.org/officeDocument/2006/relationships/customXml" Target="../ink/ink3343.xml"/><Relationship Id="rId215" Type="http://schemas.openxmlformats.org/officeDocument/2006/relationships/image" Target="../media/image29179.png"/><Relationship Id="rId236" Type="http://schemas.openxmlformats.org/officeDocument/2006/relationships/customXml" Target="../ink/ink3371.xml"/><Relationship Id="rId257" Type="http://schemas.openxmlformats.org/officeDocument/2006/relationships/image" Target="../media/image29200.png"/><Relationship Id="rId278" Type="http://schemas.openxmlformats.org/officeDocument/2006/relationships/customXml" Target="../ink/ink3392.xml"/><Relationship Id="rId401" Type="http://schemas.openxmlformats.org/officeDocument/2006/relationships/customXml" Target="../ink/ink3454.xml"/><Relationship Id="rId303" Type="http://schemas.openxmlformats.org/officeDocument/2006/relationships/customXml" Target="../ink/ink3405.xml"/><Relationship Id="rId42" Type="http://schemas.openxmlformats.org/officeDocument/2006/relationships/image" Target="../media/image29096.png"/><Relationship Id="rId84" Type="http://schemas.openxmlformats.org/officeDocument/2006/relationships/image" Target="../media/image29116.png"/><Relationship Id="rId138" Type="http://schemas.openxmlformats.org/officeDocument/2006/relationships/image" Target="../media/image29142.png"/><Relationship Id="rId345" Type="http://schemas.openxmlformats.org/officeDocument/2006/relationships/customXml" Target="../ink/ink3426.xml"/><Relationship Id="rId387" Type="http://schemas.openxmlformats.org/officeDocument/2006/relationships/customXml" Target="../ink/ink3447.xml"/><Relationship Id="rId191" Type="http://schemas.openxmlformats.org/officeDocument/2006/relationships/image" Target="../media/image29168.png"/><Relationship Id="rId205" Type="http://schemas.openxmlformats.org/officeDocument/2006/relationships/image" Target="../media/image29175.png"/><Relationship Id="rId247" Type="http://schemas.openxmlformats.org/officeDocument/2006/relationships/image" Target="../media/image29195.png"/><Relationship Id="rId107" Type="http://schemas.openxmlformats.org/officeDocument/2006/relationships/customXml" Target="../ink/ink3306.xml"/><Relationship Id="rId289" Type="http://schemas.openxmlformats.org/officeDocument/2006/relationships/image" Target="../media/image28777.png"/><Relationship Id="rId11" Type="http://schemas.openxmlformats.org/officeDocument/2006/relationships/customXml" Target="../ink/ink3258.xml"/><Relationship Id="rId53" Type="http://schemas.openxmlformats.org/officeDocument/2006/relationships/customXml" Target="../ink/ink3279.xml"/><Relationship Id="rId149" Type="http://schemas.openxmlformats.org/officeDocument/2006/relationships/image" Target="../media/image29147.png"/><Relationship Id="rId314" Type="http://schemas.openxmlformats.org/officeDocument/2006/relationships/image" Target="../media/image29227.png"/><Relationship Id="rId356" Type="http://schemas.openxmlformats.org/officeDocument/2006/relationships/image" Target="../media/image29248.png"/><Relationship Id="rId398" Type="http://schemas.openxmlformats.org/officeDocument/2006/relationships/image" Target="../media/image29268.png"/><Relationship Id="rId95" Type="http://schemas.openxmlformats.org/officeDocument/2006/relationships/customXml" Target="../ink/ink3300.xml"/><Relationship Id="rId160" Type="http://schemas.openxmlformats.org/officeDocument/2006/relationships/customXml" Target="../ink/ink3333.xml"/><Relationship Id="rId216" Type="http://schemas.openxmlformats.org/officeDocument/2006/relationships/customXml" Target="../ink/ink3361.xml"/><Relationship Id="rId258" Type="http://schemas.openxmlformats.org/officeDocument/2006/relationships/customXml" Target="../ink/ink3382.xml"/><Relationship Id="rId22" Type="http://schemas.openxmlformats.org/officeDocument/2006/relationships/image" Target="../media/image29086.png"/><Relationship Id="rId64" Type="http://schemas.openxmlformats.org/officeDocument/2006/relationships/image" Target="../media/image29107.png"/><Relationship Id="rId118" Type="http://schemas.openxmlformats.org/officeDocument/2006/relationships/image" Target="../media/image29132.png"/><Relationship Id="rId325" Type="http://schemas.openxmlformats.org/officeDocument/2006/relationships/customXml" Target="../ink/ink3416.xml"/><Relationship Id="rId367" Type="http://schemas.openxmlformats.org/officeDocument/2006/relationships/customXml" Target="../ink/ink3437.xml"/><Relationship Id="rId171" Type="http://schemas.openxmlformats.org/officeDocument/2006/relationships/image" Target="../media/image29158.png"/><Relationship Id="rId227" Type="http://schemas.openxmlformats.org/officeDocument/2006/relationships/image" Target="../media/image29185.png"/><Relationship Id="rId269" Type="http://schemas.openxmlformats.org/officeDocument/2006/relationships/image" Target="../media/image29206.png"/><Relationship Id="rId33" Type="http://schemas.openxmlformats.org/officeDocument/2006/relationships/customXml" Target="../ink/ink3269.xml"/><Relationship Id="rId129" Type="http://schemas.openxmlformats.org/officeDocument/2006/relationships/customXml" Target="../ink/ink3317.xml"/><Relationship Id="rId280" Type="http://schemas.openxmlformats.org/officeDocument/2006/relationships/customXml" Target="../ink/ink3393.xml"/><Relationship Id="rId336" Type="http://schemas.openxmlformats.org/officeDocument/2006/relationships/image" Target="../media/image29238.png"/><Relationship Id="rId75" Type="http://schemas.openxmlformats.org/officeDocument/2006/relationships/customXml" Target="../ink/ink3290.xml"/><Relationship Id="rId140" Type="http://schemas.openxmlformats.org/officeDocument/2006/relationships/image" Target="../media/image29143.png"/><Relationship Id="rId182" Type="http://schemas.openxmlformats.org/officeDocument/2006/relationships/customXml" Target="../ink/ink3344.xml"/><Relationship Id="rId378" Type="http://schemas.openxmlformats.org/officeDocument/2006/relationships/image" Target="../media/image29259.png"/><Relationship Id="rId403" Type="http://schemas.openxmlformats.org/officeDocument/2006/relationships/customXml" Target="../ink/ink3455.xml"/><Relationship Id="rId6" Type="http://schemas.openxmlformats.org/officeDocument/2006/relationships/customXml" Target="../ink/ink3255.xml"/><Relationship Id="rId238" Type="http://schemas.openxmlformats.org/officeDocument/2006/relationships/customXml" Target="../ink/ink3372.xml"/><Relationship Id="rId291" Type="http://schemas.openxmlformats.org/officeDocument/2006/relationships/image" Target="../media/image29216.png"/><Relationship Id="rId305" Type="http://schemas.openxmlformats.org/officeDocument/2006/relationships/customXml" Target="../ink/ink3406.xml"/><Relationship Id="rId347" Type="http://schemas.openxmlformats.org/officeDocument/2006/relationships/customXml" Target="../ink/ink3427.xml"/><Relationship Id="rId44" Type="http://schemas.openxmlformats.org/officeDocument/2006/relationships/image" Target="../media/image29097.png"/><Relationship Id="rId86" Type="http://schemas.openxmlformats.org/officeDocument/2006/relationships/image" Target="../media/image29117.png"/><Relationship Id="rId151" Type="http://schemas.openxmlformats.org/officeDocument/2006/relationships/image" Target="../media/image29148.png"/><Relationship Id="rId389" Type="http://schemas.openxmlformats.org/officeDocument/2006/relationships/customXml" Target="../ink/ink3448.xml"/><Relationship Id="rId193" Type="http://schemas.openxmlformats.org/officeDocument/2006/relationships/image" Target="../media/image29169.png"/><Relationship Id="rId207" Type="http://schemas.openxmlformats.org/officeDocument/2006/relationships/image" Target="../media/image29176.png"/><Relationship Id="rId249" Type="http://schemas.openxmlformats.org/officeDocument/2006/relationships/image" Target="../media/image29196.png"/><Relationship Id="rId13" Type="http://schemas.openxmlformats.org/officeDocument/2006/relationships/customXml" Target="../ink/ink3259.xml"/><Relationship Id="rId109" Type="http://schemas.openxmlformats.org/officeDocument/2006/relationships/customXml" Target="../ink/ink3307.xml"/><Relationship Id="rId260" Type="http://schemas.openxmlformats.org/officeDocument/2006/relationships/customXml" Target="../ink/ink3383.xml"/><Relationship Id="rId316" Type="http://schemas.openxmlformats.org/officeDocument/2006/relationships/image" Target="../media/image29228.png"/><Relationship Id="rId55" Type="http://schemas.openxmlformats.org/officeDocument/2006/relationships/customXml" Target="../ink/ink3280.xml"/><Relationship Id="rId97" Type="http://schemas.openxmlformats.org/officeDocument/2006/relationships/customXml" Target="../ink/ink3301.xml"/><Relationship Id="rId120" Type="http://schemas.openxmlformats.org/officeDocument/2006/relationships/image" Target="../media/image29133.png"/><Relationship Id="rId358" Type="http://schemas.openxmlformats.org/officeDocument/2006/relationships/image" Target="../media/image29249.png"/><Relationship Id="rId162" Type="http://schemas.openxmlformats.org/officeDocument/2006/relationships/customXml" Target="../ink/ink3334.xml"/><Relationship Id="rId218" Type="http://schemas.openxmlformats.org/officeDocument/2006/relationships/customXml" Target="../ink/ink3362.xml"/><Relationship Id="rId271" Type="http://schemas.openxmlformats.org/officeDocument/2006/relationships/image" Target="../media/image29207.png"/><Relationship Id="rId24" Type="http://schemas.openxmlformats.org/officeDocument/2006/relationships/image" Target="../media/image29087.png"/><Relationship Id="rId66" Type="http://schemas.openxmlformats.org/officeDocument/2006/relationships/image" Target="../media/image29108.png"/><Relationship Id="rId131" Type="http://schemas.openxmlformats.org/officeDocument/2006/relationships/customXml" Target="../ink/ink3318.xml"/><Relationship Id="rId327" Type="http://schemas.openxmlformats.org/officeDocument/2006/relationships/customXml" Target="../ink/ink3417.xml"/><Relationship Id="rId369" Type="http://schemas.openxmlformats.org/officeDocument/2006/relationships/customXml" Target="../ink/ink3438.xml"/><Relationship Id="rId173" Type="http://schemas.openxmlformats.org/officeDocument/2006/relationships/image" Target="../media/image29159.png"/><Relationship Id="rId229" Type="http://schemas.openxmlformats.org/officeDocument/2006/relationships/image" Target="../media/image29186.png"/><Relationship Id="rId380" Type="http://schemas.openxmlformats.org/officeDocument/2006/relationships/image" Target="../media/image29260.png"/><Relationship Id="rId240" Type="http://schemas.openxmlformats.org/officeDocument/2006/relationships/customXml" Target="../ink/ink3373.xml"/><Relationship Id="rId35" Type="http://schemas.openxmlformats.org/officeDocument/2006/relationships/customXml" Target="../ink/ink3270.xml"/><Relationship Id="rId77" Type="http://schemas.openxmlformats.org/officeDocument/2006/relationships/customXml" Target="../ink/ink3291.xml"/><Relationship Id="rId100" Type="http://schemas.openxmlformats.org/officeDocument/2006/relationships/image" Target="../media/image29123.png"/><Relationship Id="rId282" Type="http://schemas.openxmlformats.org/officeDocument/2006/relationships/customXml" Target="../ink/ink3394.xml"/><Relationship Id="rId338" Type="http://schemas.openxmlformats.org/officeDocument/2006/relationships/image" Target="../media/image29239.png"/><Relationship Id="rId8" Type="http://schemas.openxmlformats.org/officeDocument/2006/relationships/customXml" Target="../ink/ink3256.xml"/><Relationship Id="rId142" Type="http://schemas.openxmlformats.org/officeDocument/2006/relationships/customXml" Target="../ink/ink3324.xml"/><Relationship Id="rId184" Type="http://schemas.openxmlformats.org/officeDocument/2006/relationships/customXml" Target="../ink/ink3345.xml"/><Relationship Id="rId391" Type="http://schemas.openxmlformats.org/officeDocument/2006/relationships/customXml" Target="../ink/ink3449.xml"/><Relationship Id="rId405" Type="http://schemas.openxmlformats.org/officeDocument/2006/relationships/customXml" Target="../ink/ink3456.xml"/><Relationship Id="rId251" Type="http://schemas.openxmlformats.org/officeDocument/2006/relationships/image" Target="../media/image29197.png"/><Relationship Id="rId46" Type="http://schemas.openxmlformats.org/officeDocument/2006/relationships/image" Target="../media/image29098.png"/><Relationship Id="rId293" Type="http://schemas.openxmlformats.org/officeDocument/2006/relationships/image" Target="../media/image29217.png"/><Relationship Id="rId307" Type="http://schemas.openxmlformats.org/officeDocument/2006/relationships/customXml" Target="../ink/ink3407.xml"/><Relationship Id="rId349" Type="http://schemas.openxmlformats.org/officeDocument/2006/relationships/customXml" Target="../ink/ink3428.xml"/><Relationship Id="rId88" Type="http://schemas.openxmlformats.org/officeDocument/2006/relationships/image" Target="../media/image29118.png"/><Relationship Id="rId111" Type="http://schemas.openxmlformats.org/officeDocument/2006/relationships/customXml" Target="../ink/ink3308.xml"/><Relationship Id="rId153" Type="http://schemas.openxmlformats.org/officeDocument/2006/relationships/image" Target="../media/image29149.png"/><Relationship Id="rId195" Type="http://schemas.openxmlformats.org/officeDocument/2006/relationships/image" Target="../media/image29170.png"/><Relationship Id="rId209" Type="http://schemas.openxmlformats.org/officeDocument/2006/relationships/image" Target="../media/image29177.png"/><Relationship Id="rId360" Type="http://schemas.openxmlformats.org/officeDocument/2006/relationships/image" Target="../media/image29250.png"/><Relationship Id="rId220" Type="http://schemas.openxmlformats.org/officeDocument/2006/relationships/customXml" Target="../ink/ink3363.xml"/><Relationship Id="rId15" Type="http://schemas.openxmlformats.org/officeDocument/2006/relationships/customXml" Target="../ink/ink3260.xml"/><Relationship Id="rId57" Type="http://schemas.openxmlformats.org/officeDocument/2006/relationships/customXml" Target="../ink/ink3281.xml"/><Relationship Id="rId262" Type="http://schemas.openxmlformats.org/officeDocument/2006/relationships/customXml" Target="../ink/ink3384.xml"/><Relationship Id="rId318" Type="http://schemas.openxmlformats.org/officeDocument/2006/relationships/image" Target="../media/image29229.png"/><Relationship Id="rId99" Type="http://schemas.openxmlformats.org/officeDocument/2006/relationships/customXml" Target="../ink/ink3302.xml"/><Relationship Id="rId122" Type="http://schemas.openxmlformats.org/officeDocument/2006/relationships/image" Target="../media/image29134.png"/><Relationship Id="rId164" Type="http://schemas.openxmlformats.org/officeDocument/2006/relationships/customXml" Target="../ink/ink3335.xml"/><Relationship Id="rId371" Type="http://schemas.openxmlformats.org/officeDocument/2006/relationships/customXml" Target="../ink/ink3439.xml"/><Relationship Id="rId26" Type="http://schemas.openxmlformats.org/officeDocument/2006/relationships/image" Target="../media/image29088.png"/><Relationship Id="rId231" Type="http://schemas.openxmlformats.org/officeDocument/2006/relationships/image" Target="../media/image29187.png"/><Relationship Id="rId273" Type="http://schemas.openxmlformats.org/officeDocument/2006/relationships/image" Target="../media/image29208.png"/><Relationship Id="rId329" Type="http://schemas.openxmlformats.org/officeDocument/2006/relationships/customXml" Target="../ink/ink3418.xml"/><Relationship Id="rId68" Type="http://schemas.openxmlformats.org/officeDocument/2006/relationships/image" Target="../media/image29109.png"/><Relationship Id="rId133" Type="http://schemas.openxmlformats.org/officeDocument/2006/relationships/customXml" Target="../ink/ink3319.xml"/><Relationship Id="rId175" Type="http://schemas.openxmlformats.org/officeDocument/2006/relationships/image" Target="../media/image29160.png"/><Relationship Id="rId340" Type="http://schemas.openxmlformats.org/officeDocument/2006/relationships/image" Target="../media/image29240.png"/><Relationship Id="rId200" Type="http://schemas.openxmlformats.org/officeDocument/2006/relationships/customXml" Target="../ink/ink3353.xml"/><Relationship Id="rId382" Type="http://schemas.openxmlformats.org/officeDocument/2006/relationships/image" Target="../media/image28889.png"/><Relationship Id="rId242" Type="http://schemas.openxmlformats.org/officeDocument/2006/relationships/customXml" Target="../ink/ink3374.xml"/><Relationship Id="rId284" Type="http://schemas.openxmlformats.org/officeDocument/2006/relationships/customXml" Target="../ink/ink3395.xml"/><Relationship Id="rId37" Type="http://schemas.openxmlformats.org/officeDocument/2006/relationships/customXml" Target="../ink/ink3271.xml"/><Relationship Id="rId79" Type="http://schemas.openxmlformats.org/officeDocument/2006/relationships/customXml" Target="../ink/ink3292.xml"/><Relationship Id="rId102" Type="http://schemas.openxmlformats.org/officeDocument/2006/relationships/image" Target="../media/image29124.png"/><Relationship Id="rId144" Type="http://schemas.openxmlformats.org/officeDocument/2006/relationships/customXml" Target="../ink/ink3325.xml"/><Relationship Id="rId90" Type="http://schemas.openxmlformats.org/officeDocument/2006/relationships/image" Target="../media/image29119.png"/><Relationship Id="rId186" Type="http://schemas.openxmlformats.org/officeDocument/2006/relationships/customXml" Target="../ink/ink3346.xml"/><Relationship Id="rId351" Type="http://schemas.openxmlformats.org/officeDocument/2006/relationships/customXml" Target="../ink/ink3429.xml"/><Relationship Id="rId393" Type="http://schemas.openxmlformats.org/officeDocument/2006/relationships/customXml" Target="../ink/ink3450.xml"/><Relationship Id="rId407" Type="http://schemas.openxmlformats.org/officeDocument/2006/relationships/customXml" Target="../ink/ink3457.xml"/></Relationships>
</file>

<file path=ppt/slides/_rels/slide17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3517.xml"/><Relationship Id="rId21" Type="http://schemas.openxmlformats.org/officeDocument/2006/relationships/customXml" Target="../ink/ink3468.xml"/><Relationship Id="rId324" Type="http://schemas.openxmlformats.org/officeDocument/2006/relationships/customXml" Target="../ink/ink3621.xml"/><Relationship Id="rId531" Type="http://schemas.openxmlformats.org/officeDocument/2006/relationships/image" Target="../media/image29529.png"/><Relationship Id="rId170" Type="http://schemas.openxmlformats.org/officeDocument/2006/relationships/customXml" Target="../ink/ink3544.xml"/><Relationship Id="rId268" Type="http://schemas.openxmlformats.org/officeDocument/2006/relationships/customXml" Target="../ink/ink3593.xml"/><Relationship Id="rId475" Type="http://schemas.openxmlformats.org/officeDocument/2006/relationships/image" Target="../media/image29502.png"/><Relationship Id="rId32" Type="http://schemas.openxmlformats.org/officeDocument/2006/relationships/customXml" Target="../ink/ink3474.xml"/><Relationship Id="rId128" Type="http://schemas.openxmlformats.org/officeDocument/2006/relationships/image" Target="../media/image29333.png"/><Relationship Id="rId335" Type="http://schemas.openxmlformats.org/officeDocument/2006/relationships/image" Target="../media/image29434.png"/><Relationship Id="rId181" Type="http://schemas.openxmlformats.org/officeDocument/2006/relationships/image" Target="../media/image29358.png"/><Relationship Id="rId402" Type="http://schemas.openxmlformats.org/officeDocument/2006/relationships/image" Target="../media/image29467.png"/><Relationship Id="rId279" Type="http://schemas.openxmlformats.org/officeDocument/2006/relationships/image" Target="../media/image29407.png"/><Relationship Id="rId444" Type="http://schemas.openxmlformats.org/officeDocument/2006/relationships/image" Target="../media/image29097.png"/><Relationship Id="rId486" Type="http://schemas.openxmlformats.org/officeDocument/2006/relationships/image" Target="../media/image29507.png"/><Relationship Id="rId43" Type="http://schemas.openxmlformats.org/officeDocument/2006/relationships/image" Target="../media/image29291.png"/><Relationship Id="rId139" Type="http://schemas.openxmlformats.org/officeDocument/2006/relationships/customXml" Target="../ink/ink3528.xml"/><Relationship Id="rId290" Type="http://schemas.openxmlformats.org/officeDocument/2006/relationships/customXml" Target="../ink/ink3604.xml"/><Relationship Id="rId304" Type="http://schemas.openxmlformats.org/officeDocument/2006/relationships/customXml" Target="../ink/ink3611.xml"/><Relationship Id="rId346" Type="http://schemas.openxmlformats.org/officeDocument/2006/relationships/customXml" Target="../ink/ink3632.xml"/><Relationship Id="rId388" Type="http://schemas.openxmlformats.org/officeDocument/2006/relationships/image" Target="../media/image29460.png"/><Relationship Id="rId511" Type="http://schemas.openxmlformats.org/officeDocument/2006/relationships/image" Target="../media/image29519.png"/><Relationship Id="rId85" Type="http://schemas.openxmlformats.org/officeDocument/2006/relationships/image" Target="../media/image29312.png"/><Relationship Id="rId150" Type="http://schemas.openxmlformats.org/officeDocument/2006/relationships/customXml" Target="../ink/ink3534.xml"/><Relationship Id="rId192" Type="http://schemas.openxmlformats.org/officeDocument/2006/relationships/customXml" Target="../ink/ink3555.xml"/><Relationship Id="rId206" Type="http://schemas.openxmlformats.org/officeDocument/2006/relationships/customXml" Target="../ink/ink3562.xml"/><Relationship Id="rId413" Type="http://schemas.openxmlformats.org/officeDocument/2006/relationships/customXml" Target="../ink/ink3666.xml"/><Relationship Id="rId248" Type="http://schemas.openxmlformats.org/officeDocument/2006/relationships/customXml" Target="../ink/ink3583.xml"/><Relationship Id="rId455" Type="http://schemas.openxmlformats.org/officeDocument/2006/relationships/customXml" Target="../ink/ink3687.xml"/><Relationship Id="rId497" Type="http://schemas.openxmlformats.org/officeDocument/2006/relationships/image" Target="../media/image29512.png"/><Relationship Id="rId12" Type="http://schemas.openxmlformats.org/officeDocument/2006/relationships/image" Target="../media/image29277.png"/><Relationship Id="rId108" Type="http://schemas.openxmlformats.org/officeDocument/2006/relationships/customXml" Target="../ink/ink3512.xml"/><Relationship Id="rId315" Type="http://schemas.openxmlformats.org/officeDocument/2006/relationships/image" Target="../media/image29425.png"/><Relationship Id="rId357" Type="http://schemas.openxmlformats.org/officeDocument/2006/relationships/image" Target="../media/image29445.png"/><Relationship Id="rId522" Type="http://schemas.openxmlformats.org/officeDocument/2006/relationships/customXml" Target="../ink/ink3722.xml"/><Relationship Id="rId54" Type="http://schemas.openxmlformats.org/officeDocument/2006/relationships/customXml" Target="../ink/ink3485.xml"/><Relationship Id="rId96" Type="http://schemas.openxmlformats.org/officeDocument/2006/relationships/customXml" Target="../ink/ink3506.xml"/><Relationship Id="rId161" Type="http://schemas.openxmlformats.org/officeDocument/2006/relationships/image" Target="../media/image29349.png"/><Relationship Id="rId217" Type="http://schemas.openxmlformats.org/officeDocument/2006/relationships/image" Target="../media/image29376.png"/><Relationship Id="rId399" Type="http://schemas.openxmlformats.org/officeDocument/2006/relationships/customXml" Target="../ink/ink3659.xml"/><Relationship Id="rId259" Type="http://schemas.openxmlformats.org/officeDocument/2006/relationships/image" Target="../media/image29397.png"/><Relationship Id="rId424" Type="http://schemas.openxmlformats.org/officeDocument/2006/relationships/image" Target="../media/image29478.png"/><Relationship Id="rId466" Type="http://schemas.openxmlformats.org/officeDocument/2006/relationships/customXml" Target="../ink/ink3693.xml"/><Relationship Id="rId23" Type="http://schemas.openxmlformats.org/officeDocument/2006/relationships/image" Target="../media/image29282.png"/><Relationship Id="rId119" Type="http://schemas.openxmlformats.org/officeDocument/2006/relationships/customXml" Target="../ink/ink3518.xml"/><Relationship Id="rId270" Type="http://schemas.openxmlformats.org/officeDocument/2006/relationships/customXml" Target="../ink/ink3594.xml"/><Relationship Id="rId326" Type="http://schemas.openxmlformats.org/officeDocument/2006/relationships/customXml" Target="../ink/ink3622.xml"/><Relationship Id="rId533" Type="http://schemas.openxmlformats.org/officeDocument/2006/relationships/image" Target="../media/image29530.png"/><Relationship Id="rId65" Type="http://schemas.openxmlformats.org/officeDocument/2006/relationships/image" Target="../media/image29302.png"/><Relationship Id="rId130" Type="http://schemas.openxmlformats.org/officeDocument/2006/relationships/image" Target="../media/image29334.png"/><Relationship Id="rId368" Type="http://schemas.openxmlformats.org/officeDocument/2006/relationships/image" Target="../media/image29450.png"/><Relationship Id="rId172" Type="http://schemas.openxmlformats.org/officeDocument/2006/relationships/customXml" Target="../ink/ink3545.xml"/><Relationship Id="rId228" Type="http://schemas.openxmlformats.org/officeDocument/2006/relationships/customXml" Target="../ink/ink3573.xml"/><Relationship Id="rId435" Type="http://schemas.openxmlformats.org/officeDocument/2006/relationships/customXml" Target="../ink/ink3677.xml"/><Relationship Id="rId477" Type="http://schemas.openxmlformats.org/officeDocument/2006/relationships/image" Target="../media/image29503.png"/><Relationship Id="rId281" Type="http://schemas.openxmlformats.org/officeDocument/2006/relationships/image" Target="../media/image29408.png"/><Relationship Id="rId337" Type="http://schemas.openxmlformats.org/officeDocument/2006/relationships/image" Target="../media/image29435.png"/><Relationship Id="rId502" Type="http://schemas.openxmlformats.org/officeDocument/2006/relationships/customXml" Target="../ink/ink3712.xml"/><Relationship Id="rId34" Type="http://schemas.openxmlformats.org/officeDocument/2006/relationships/customXml" Target="../ink/ink3475.xml"/><Relationship Id="rId76" Type="http://schemas.openxmlformats.org/officeDocument/2006/relationships/customXml" Target="../ink/ink3496.xml"/><Relationship Id="rId141" Type="http://schemas.openxmlformats.org/officeDocument/2006/relationships/customXml" Target="../ink/ink3529.xml"/><Relationship Id="rId379" Type="http://schemas.openxmlformats.org/officeDocument/2006/relationships/customXml" Target="../ink/ink3649.xml"/><Relationship Id="rId7" Type="http://schemas.openxmlformats.org/officeDocument/2006/relationships/image" Target="../media/image29275.png"/><Relationship Id="rId183" Type="http://schemas.openxmlformats.org/officeDocument/2006/relationships/image" Target="../media/image29359.png"/><Relationship Id="rId239" Type="http://schemas.openxmlformats.org/officeDocument/2006/relationships/image" Target="../media/image29387.png"/><Relationship Id="rId390" Type="http://schemas.openxmlformats.org/officeDocument/2006/relationships/image" Target="../media/image29461.png"/><Relationship Id="rId404" Type="http://schemas.openxmlformats.org/officeDocument/2006/relationships/image" Target="../media/image29468.png"/><Relationship Id="rId446" Type="http://schemas.openxmlformats.org/officeDocument/2006/relationships/image" Target="../media/image29488.png"/><Relationship Id="rId250" Type="http://schemas.openxmlformats.org/officeDocument/2006/relationships/customXml" Target="../ink/ink3584.xml"/><Relationship Id="rId292" Type="http://schemas.openxmlformats.org/officeDocument/2006/relationships/customXml" Target="../ink/ink3605.xml"/><Relationship Id="rId306" Type="http://schemas.openxmlformats.org/officeDocument/2006/relationships/customXml" Target="../ink/ink3612.xml"/><Relationship Id="rId488" Type="http://schemas.openxmlformats.org/officeDocument/2006/relationships/image" Target="../media/image29508.png"/><Relationship Id="rId45" Type="http://schemas.openxmlformats.org/officeDocument/2006/relationships/image" Target="../media/image29292.png"/><Relationship Id="rId87" Type="http://schemas.openxmlformats.org/officeDocument/2006/relationships/image" Target="../media/image29313.png"/><Relationship Id="rId110" Type="http://schemas.openxmlformats.org/officeDocument/2006/relationships/customXml" Target="../ink/ink3513.xml"/><Relationship Id="rId348" Type="http://schemas.openxmlformats.org/officeDocument/2006/relationships/customXml" Target="../ink/ink3633.xml"/><Relationship Id="rId513" Type="http://schemas.openxmlformats.org/officeDocument/2006/relationships/image" Target="../media/image29520.png"/><Relationship Id="rId152" Type="http://schemas.openxmlformats.org/officeDocument/2006/relationships/customXml" Target="../ink/ink3535.xml"/><Relationship Id="rId194" Type="http://schemas.openxmlformats.org/officeDocument/2006/relationships/customXml" Target="../ink/ink3556.xml"/><Relationship Id="rId208" Type="http://schemas.openxmlformats.org/officeDocument/2006/relationships/customXml" Target="../ink/ink3563.xml"/><Relationship Id="rId415" Type="http://schemas.openxmlformats.org/officeDocument/2006/relationships/customXml" Target="../ink/ink3667.xml"/><Relationship Id="rId457" Type="http://schemas.openxmlformats.org/officeDocument/2006/relationships/customXml" Target="../ink/ink3688.xml"/><Relationship Id="rId261" Type="http://schemas.openxmlformats.org/officeDocument/2006/relationships/image" Target="../media/image29398.png"/><Relationship Id="rId499" Type="http://schemas.openxmlformats.org/officeDocument/2006/relationships/image" Target="../media/image29513.png"/><Relationship Id="rId14" Type="http://schemas.openxmlformats.org/officeDocument/2006/relationships/image" Target="../media/image29278.png"/><Relationship Id="rId56" Type="http://schemas.openxmlformats.org/officeDocument/2006/relationships/customXml" Target="../ink/ink3486.xml"/><Relationship Id="rId317" Type="http://schemas.openxmlformats.org/officeDocument/2006/relationships/image" Target="../media/image29426.png"/><Relationship Id="rId359" Type="http://schemas.openxmlformats.org/officeDocument/2006/relationships/image" Target="../media/image29446.png"/><Relationship Id="rId524" Type="http://schemas.openxmlformats.org/officeDocument/2006/relationships/customXml" Target="../ink/ink3723.xml"/><Relationship Id="rId98" Type="http://schemas.openxmlformats.org/officeDocument/2006/relationships/customXml" Target="../ink/ink3507.xml"/><Relationship Id="rId121" Type="http://schemas.openxmlformats.org/officeDocument/2006/relationships/customXml" Target="../ink/ink3519.xml"/><Relationship Id="rId163" Type="http://schemas.openxmlformats.org/officeDocument/2006/relationships/image" Target="../media/image29350.png"/><Relationship Id="rId219" Type="http://schemas.openxmlformats.org/officeDocument/2006/relationships/image" Target="../media/image29377.png"/><Relationship Id="rId370" Type="http://schemas.openxmlformats.org/officeDocument/2006/relationships/image" Target="../media/image29451.png"/><Relationship Id="rId426" Type="http://schemas.openxmlformats.org/officeDocument/2006/relationships/image" Target="../media/image29479.png"/><Relationship Id="rId230" Type="http://schemas.openxmlformats.org/officeDocument/2006/relationships/customXml" Target="../ink/ink3574.xml"/><Relationship Id="rId468" Type="http://schemas.openxmlformats.org/officeDocument/2006/relationships/customXml" Target="../ink/ink3694.xml"/><Relationship Id="rId25" Type="http://schemas.openxmlformats.org/officeDocument/2006/relationships/image" Target="../media/image28777.png"/><Relationship Id="rId67" Type="http://schemas.openxmlformats.org/officeDocument/2006/relationships/image" Target="../media/image29303.png"/><Relationship Id="rId272" Type="http://schemas.openxmlformats.org/officeDocument/2006/relationships/customXml" Target="../ink/ink3595.xml"/><Relationship Id="rId328" Type="http://schemas.openxmlformats.org/officeDocument/2006/relationships/customXml" Target="../ink/ink3623.xml"/><Relationship Id="rId132" Type="http://schemas.openxmlformats.org/officeDocument/2006/relationships/image" Target="../media/image29335.png"/><Relationship Id="rId174" Type="http://schemas.openxmlformats.org/officeDocument/2006/relationships/customXml" Target="../ink/ink3546.xml"/><Relationship Id="rId381" Type="http://schemas.openxmlformats.org/officeDocument/2006/relationships/customXml" Target="../ink/ink3650.xml"/><Relationship Id="rId241" Type="http://schemas.openxmlformats.org/officeDocument/2006/relationships/image" Target="../media/image29388.png"/><Relationship Id="rId437" Type="http://schemas.openxmlformats.org/officeDocument/2006/relationships/customXml" Target="../ink/ink3678.xml"/><Relationship Id="rId479" Type="http://schemas.openxmlformats.org/officeDocument/2006/relationships/image" Target="../media/image29504.png"/><Relationship Id="rId36" Type="http://schemas.openxmlformats.org/officeDocument/2006/relationships/customXml" Target="../ink/ink3476.xml"/><Relationship Id="rId283" Type="http://schemas.openxmlformats.org/officeDocument/2006/relationships/image" Target="../media/image29409.png"/><Relationship Id="rId339" Type="http://schemas.openxmlformats.org/officeDocument/2006/relationships/image" Target="../media/image29436.png"/><Relationship Id="rId490" Type="http://schemas.openxmlformats.org/officeDocument/2006/relationships/image" Target="../media/image29509.png"/><Relationship Id="rId504" Type="http://schemas.openxmlformats.org/officeDocument/2006/relationships/customXml" Target="../ink/ink3713.xml"/><Relationship Id="rId78" Type="http://schemas.openxmlformats.org/officeDocument/2006/relationships/customXml" Target="../ink/ink3497.xml"/><Relationship Id="rId101" Type="http://schemas.openxmlformats.org/officeDocument/2006/relationships/image" Target="../media/image29320.png"/><Relationship Id="rId143" Type="http://schemas.openxmlformats.org/officeDocument/2006/relationships/customXml" Target="../ink/ink3530.xml"/><Relationship Id="rId185" Type="http://schemas.openxmlformats.org/officeDocument/2006/relationships/image" Target="../media/image29360.png"/><Relationship Id="rId350" Type="http://schemas.openxmlformats.org/officeDocument/2006/relationships/customXml" Target="../ink/ink3634.xml"/><Relationship Id="rId406" Type="http://schemas.openxmlformats.org/officeDocument/2006/relationships/image" Target="../media/image29469.png"/><Relationship Id="rId9" Type="http://schemas.openxmlformats.org/officeDocument/2006/relationships/customXml" Target="../ink/ink3462.xml"/><Relationship Id="rId210" Type="http://schemas.openxmlformats.org/officeDocument/2006/relationships/customXml" Target="../ink/ink3564.xml"/><Relationship Id="rId392" Type="http://schemas.openxmlformats.org/officeDocument/2006/relationships/image" Target="../media/image29462.png"/><Relationship Id="rId448" Type="http://schemas.openxmlformats.org/officeDocument/2006/relationships/image" Target="../media/image29489.png"/><Relationship Id="rId252" Type="http://schemas.openxmlformats.org/officeDocument/2006/relationships/customXml" Target="../ink/ink3585.xml"/><Relationship Id="rId294" Type="http://schemas.openxmlformats.org/officeDocument/2006/relationships/customXml" Target="../ink/ink3606.xml"/><Relationship Id="rId308" Type="http://schemas.openxmlformats.org/officeDocument/2006/relationships/customXml" Target="../ink/ink3613.xml"/><Relationship Id="rId515" Type="http://schemas.openxmlformats.org/officeDocument/2006/relationships/image" Target="../media/image29521.png"/><Relationship Id="rId47" Type="http://schemas.openxmlformats.org/officeDocument/2006/relationships/image" Target="../media/image29293.png"/><Relationship Id="rId89" Type="http://schemas.openxmlformats.org/officeDocument/2006/relationships/image" Target="../media/image29314.png"/><Relationship Id="rId112" Type="http://schemas.openxmlformats.org/officeDocument/2006/relationships/image" Target="../media/image29325.png"/><Relationship Id="rId154" Type="http://schemas.openxmlformats.org/officeDocument/2006/relationships/customXml" Target="../ink/ink3536.xml"/><Relationship Id="rId361" Type="http://schemas.openxmlformats.org/officeDocument/2006/relationships/customXml" Target="../ink/ink3640.xml"/><Relationship Id="rId196" Type="http://schemas.openxmlformats.org/officeDocument/2006/relationships/customXml" Target="../ink/ink3557.xml"/><Relationship Id="rId417" Type="http://schemas.openxmlformats.org/officeDocument/2006/relationships/customXml" Target="../ink/ink3668.xml"/><Relationship Id="rId459" Type="http://schemas.openxmlformats.org/officeDocument/2006/relationships/image" Target="../media/image29494.png"/><Relationship Id="rId16" Type="http://schemas.openxmlformats.org/officeDocument/2006/relationships/image" Target="../media/image29279.png"/><Relationship Id="rId221" Type="http://schemas.openxmlformats.org/officeDocument/2006/relationships/image" Target="../media/image29378.png"/><Relationship Id="rId263" Type="http://schemas.openxmlformats.org/officeDocument/2006/relationships/image" Target="../media/image29399.png"/><Relationship Id="rId319" Type="http://schemas.openxmlformats.org/officeDocument/2006/relationships/image" Target="../media/image29427.png"/><Relationship Id="rId470" Type="http://schemas.openxmlformats.org/officeDocument/2006/relationships/customXml" Target="../ink/ink3695.xml"/><Relationship Id="rId526" Type="http://schemas.openxmlformats.org/officeDocument/2006/relationships/customXml" Target="../ink/ink3724.xml"/><Relationship Id="rId58" Type="http://schemas.openxmlformats.org/officeDocument/2006/relationships/customXml" Target="../ink/ink3487.xml"/><Relationship Id="rId123" Type="http://schemas.openxmlformats.org/officeDocument/2006/relationships/customXml" Target="../ink/ink3520.xml"/><Relationship Id="rId330" Type="http://schemas.openxmlformats.org/officeDocument/2006/relationships/customXml" Target="../ink/ink3624.xml"/><Relationship Id="rId165" Type="http://schemas.openxmlformats.org/officeDocument/2006/relationships/image" Target="../media/image29351.png"/><Relationship Id="rId372" Type="http://schemas.openxmlformats.org/officeDocument/2006/relationships/image" Target="../media/image29452.png"/><Relationship Id="rId428" Type="http://schemas.openxmlformats.org/officeDocument/2006/relationships/image" Target="../media/image29480.png"/><Relationship Id="rId232" Type="http://schemas.openxmlformats.org/officeDocument/2006/relationships/customXml" Target="../ink/ink3575.xml"/><Relationship Id="rId274" Type="http://schemas.openxmlformats.org/officeDocument/2006/relationships/customXml" Target="../ink/ink3596.xml"/><Relationship Id="rId481" Type="http://schemas.openxmlformats.org/officeDocument/2006/relationships/customXml" Target="../ink/ink3701.xml"/><Relationship Id="rId27" Type="http://schemas.openxmlformats.org/officeDocument/2006/relationships/image" Target="../media/image29283.png"/><Relationship Id="rId69" Type="http://schemas.openxmlformats.org/officeDocument/2006/relationships/image" Target="../media/image29304.png"/><Relationship Id="rId134" Type="http://schemas.openxmlformats.org/officeDocument/2006/relationships/image" Target="../media/image29336.png"/><Relationship Id="rId80" Type="http://schemas.openxmlformats.org/officeDocument/2006/relationships/customXml" Target="../ink/ink3498.xml"/><Relationship Id="rId176" Type="http://schemas.openxmlformats.org/officeDocument/2006/relationships/customXml" Target="../ink/ink3547.xml"/><Relationship Id="rId341" Type="http://schemas.openxmlformats.org/officeDocument/2006/relationships/image" Target="../media/image29437.png"/><Relationship Id="rId383" Type="http://schemas.openxmlformats.org/officeDocument/2006/relationships/customXml" Target="../ink/ink3651.xml"/><Relationship Id="rId439" Type="http://schemas.openxmlformats.org/officeDocument/2006/relationships/customXml" Target="../ink/ink3679.xml"/><Relationship Id="rId201" Type="http://schemas.openxmlformats.org/officeDocument/2006/relationships/image" Target="../media/image29368.png"/><Relationship Id="rId243" Type="http://schemas.openxmlformats.org/officeDocument/2006/relationships/image" Target="../media/image29389.png"/><Relationship Id="rId285" Type="http://schemas.openxmlformats.org/officeDocument/2006/relationships/image" Target="../media/image29410.png"/><Relationship Id="rId450" Type="http://schemas.openxmlformats.org/officeDocument/2006/relationships/image" Target="../media/image29490.png"/><Relationship Id="rId506" Type="http://schemas.openxmlformats.org/officeDocument/2006/relationships/customXml" Target="../ink/ink3714.xml"/><Relationship Id="rId38" Type="http://schemas.openxmlformats.org/officeDocument/2006/relationships/customXml" Target="../ink/ink3477.xml"/><Relationship Id="rId103" Type="http://schemas.openxmlformats.org/officeDocument/2006/relationships/image" Target="../media/image29321.png"/><Relationship Id="rId310" Type="http://schemas.openxmlformats.org/officeDocument/2006/relationships/customXml" Target="../ink/ink3614.xml"/><Relationship Id="rId492" Type="http://schemas.openxmlformats.org/officeDocument/2006/relationships/image" Target="../media/image29510.png"/><Relationship Id="rId91" Type="http://schemas.openxmlformats.org/officeDocument/2006/relationships/image" Target="../media/image29315.png"/><Relationship Id="rId145" Type="http://schemas.openxmlformats.org/officeDocument/2006/relationships/image" Target="../media/image29341.png"/><Relationship Id="rId187" Type="http://schemas.openxmlformats.org/officeDocument/2006/relationships/image" Target="../media/image29361.png"/><Relationship Id="rId352" Type="http://schemas.openxmlformats.org/officeDocument/2006/relationships/customXml" Target="../ink/ink3635.xml"/><Relationship Id="rId394" Type="http://schemas.openxmlformats.org/officeDocument/2006/relationships/image" Target="../media/image29463.png"/><Relationship Id="rId408" Type="http://schemas.openxmlformats.org/officeDocument/2006/relationships/image" Target="../media/image29470.png"/><Relationship Id="rId212" Type="http://schemas.openxmlformats.org/officeDocument/2006/relationships/customXml" Target="../ink/ink3565.xml"/><Relationship Id="rId254" Type="http://schemas.openxmlformats.org/officeDocument/2006/relationships/customXml" Target="../ink/ink3586.xml"/><Relationship Id="rId49" Type="http://schemas.openxmlformats.org/officeDocument/2006/relationships/image" Target="../media/image29294.png"/><Relationship Id="rId114" Type="http://schemas.openxmlformats.org/officeDocument/2006/relationships/image" Target="../media/image29326.png"/><Relationship Id="rId296" Type="http://schemas.openxmlformats.org/officeDocument/2006/relationships/customXml" Target="../ink/ink3607.xml"/><Relationship Id="rId461" Type="http://schemas.openxmlformats.org/officeDocument/2006/relationships/image" Target="../media/image29495.png"/><Relationship Id="rId517" Type="http://schemas.openxmlformats.org/officeDocument/2006/relationships/image" Target="../media/image29522.png"/><Relationship Id="rId60" Type="http://schemas.openxmlformats.org/officeDocument/2006/relationships/customXml" Target="../ink/ink3488.xml"/><Relationship Id="rId156" Type="http://schemas.openxmlformats.org/officeDocument/2006/relationships/customXml" Target="../ink/ink3537.xml"/><Relationship Id="rId198" Type="http://schemas.openxmlformats.org/officeDocument/2006/relationships/customXml" Target="../ink/ink3558.xml"/><Relationship Id="rId321" Type="http://schemas.openxmlformats.org/officeDocument/2006/relationships/image" Target="../media/image29428.png"/><Relationship Id="rId363" Type="http://schemas.openxmlformats.org/officeDocument/2006/relationships/customXml" Target="../ink/ink3641.xml"/><Relationship Id="rId419" Type="http://schemas.openxmlformats.org/officeDocument/2006/relationships/customXml" Target="../ink/ink3669.xml"/><Relationship Id="rId223" Type="http://schemas.openxmlformats.org/officeDocument/2006/relationships/image" Target="../media/image29379.png"/><Relationship Id="rId430" Type="http://schemas.openxmlformats.org/officeDocument/2006/relationships/image" Target="../media/image29481.png"/><Relationship Id="rId18" Type="http://schemas.openxmlformats.org/officeDocument/2006/relationships/image" Target="../media/image29280.png"/><Relationship Id="rId265" Type="http://schemas.openxmlformats.org/officeDocument/2006/relationships/image" Target="../media/image29400.png"/><Relationship Id="rId472" Type="http://schemas.openxmlformats.org/officeDocument/2006/relationships/customXml" Target="../ink/ink3696.xml"/><Relationship Id="rId528" Type="http://schemas.openxmlformats.org/officeDocument/2006/relationships/customXml" Target="../ink/ink3725.xml"/><Relationship Id="rId125" Type="http://schemas.openxmlformats.org/officeDocument/2006/relationships/customXml" Target="../ink/ink3521.xml"/><Relationship Id="rId167" Type="http://schemas.openxmlformats.org/officeDocument/2006/relationships/image" Target="../media/image29352.png"/><Relationship Id="rId332" Type="http://schemas.openxmlformats.org/officeDocument/2006/relationships/customXml" Target="../ink/ink3625.xml"/><Relationship Id="rId374" Type="http://schemas.openxmlformats.org/officeDocument/2006/relationships/image" Target="../media/image29453.png"/><Relationship Id="rId71" Type="http://schemas.openxmlformats.org/officeDocument/2006/relationships/image" Target="../media/image29305.png"/><Relationship Id="rId234" Type="http://schemas.openxmlformats.org/officeDocument/2006/relationships/customXml" Target="../ink/ink3576.xml"/><Relationship Id="rId2" Type="http://schemas.openxmlformats.org/officeDocument/2006/relationships/customXml" Target="../ink/ink3458.xml"/><Relationship Id="rId29" Type="http://schemas.openxmlformats.org/officeDocument/2006/relationships/image" Target="../media/image29284.png"/><Relationship Id="rId276" Type="http://schemas.openxmlformats.org/officeDocument/2006/relationships/customXml" Target="../ink/ink3597.xml"/><Relationship Id="rId441" Type="http://schemas.openxmlformats.org/officeDocument/2006/relationships/customXml" Target="../ink/ink3680.xml"/><Relationship Id="rId483" Type="http://schemas.openxmlformats.org/officeDocument/2006/relationships/customXml" Target="../ink/ink3702.xml"/><Relationship Id="rId40" Type="http://schemas.openxmlformats.org/officeDocument/2006/relationships/customXml" Target="../ink/ink3478.xml"/><Relationship Id="rId136" Type="http://schemas.openxmlformats.org/officeDocument/2006/relationships/image" Target="../media/image29337.png"/><Relationship Id="rId178" Type="http://schemas.openxmlformats.org/officeDocument/2006/relationships/customXml" Target="../ink/ink3548.xml"/><Relationship Id="rId301" Type="http://schemas.openxmlformats.org/officeDocument/2006/relationships/image" Target="../media/image29418.png"/><Relationship Id="rId343" Type="http://schemas.openxmlformats.org/officeDocument/2006/relationships/image" Target="../media/image29438.png"/><Relationship Id="rId82" Type="http://schemas.openxmlformats.org/officeDocument/2006/relationships/customXml" Target="../ink/ink3499.xml"/><Relationship Id="rId203" Type="http://schemas.openxmlformats.org/officeDocument/2006/relationships/image" Target="../media/image29369.png"/><Relationship Id="rId385" Type="http://schemas.openxmlformats.org/officeDocument/2006/relationships/customXml" Target="../ink/ink3652.xml"/><Relationship Id="rId245" Type="http://schemas.openxmlformats.org/officeDocument/2006/relationships/image" Target="../media/image29390.png"/><Relationship Id="rId287" Type="http://schemas.openxmlformats.org/officeDocument/2006/relationships/image" Target="../media/image29411.png"/><Relationship Id="rId410" Type="http://schemas.openxmlformats.org/officeDocument/2006/relationships/image" Target="../media/image29471.png"/><Relationship Id="rId452" Type="http://schemas.openxmlformats.org/officeDocument/2006/relationships/image" Target="../media/image29491.png"/><Relationship Id="rId494" Type="http://schemas.openxmlformats.org/officeDocument/2006/relationships/customXml" Target="../ink/ink3708.xml"/><Relationship Id="rId508" Type="http://schemas.openxmlformats.org/officeDocument/2006/relationships/customXml" Target="../ink/ink3715.xml"/><Relationship Id="rId105" Type="http://schemas.openxmlformats.org/officeDocument/2006/relationships/image" Target="../media/image29322.png"/><Relationship Id="rId147" Type="http://schemas.openxmlformats.org/officeDocument/2006/relationships/image" Target="../media/image29342.png"/><Relationship Id="rId312" Type="http://schemas.openxmlformats.org/officeDocument/2006/relationships/customXml" Target="../ink/ink3615.xml"/><Relationship Id="rId354" Type="http://schemas.openxmlformats.org/officeDocument/2006/relationships/customXml" Target="../ink/ink3636.xml"/><Relationship Id="rId51" Type="http://schemas.openxmlformats.org/officeDocument/2006/relationships/image" Target="../media/image29295.png"/><Relationship Id="rId93" Type="http://schemas.openxmlformats.org/officeDocument/2006/relationships/image" Target="../media/image29316.png"/><Relationship Id="rId189" Type="http://schemas.openxmlformats.org/officeDocument/2006/relationships/image" Target="../media/image29362.png"/><Relationship Id="rId396" Type="http://schemas.openxmlformats.org/officeDocument/2006/relationships/image" Target="../media/image29464.png"/><Relationship Id="rId214" Type="http://schemas.openxmlformats.org/officeDocument/2006/relationships/customXml" Target="../ink/ink3566.xml"/><Relationship Id="rId256" Type="http://schemas.openxmlformats.org/officeDocument/2006/relationships/customXml" Target="../ink/ink3587.xml"/><Relationship Id="rId298" Type="http://schemas.openxmlformats.org/officeDocument/2006/relationships/customXml" Target="../ink/ink3608.xml"/><Relationship Id="rId421" Type="http://schemas.openxmlformats.org/officeDocument/2006/relationships/customXml" Target="../ink/ink3670.xml"/><Relationship Id="rId463" Type="http://schemas.openxmlformats.org/officeDocument/2006/relationships/image" Target="../media/image29496.png"/><Relationship Id="rId519" Type="http://schemas.openxmlformats.org/officeDocument/2006/relationships/image" Target="../media/image29523.png"/><Relationship Id="rId116" Type="http://schemas.openxmlformats.org/officeDocument/2006/relationships/image" Target="../media/image29327.png"/><Relationship Id="rId158" Type="http://schemas.openxmlformats.org/officeDocument/2006/relationships/customXml" Target="../ink/ink3538.xml"/><Relationship Id="rId323" Type="http://schemas.openxmlformats.org/officeDocument/2006/relationships/image" Target="../media/image29429.png"/><Relationship Id="rId530" Type="http://schemas.openxmlformats.org/officeDocument/2006/relationships/customXml" Target="../ink/ink3726.xml"/><Relationship Id="rId20" Type="http://schemas.openxmlformats.org/officeDocument/2006/relationships/image" Target="../media/image29281.png"/><Relationship Id="rId62" Type="http://schemas.openxmlformats.org/officeDocument/2006/relationships/customXml" Target="../ink/ink3489.xml"/><Relationship Id="rId365" Type="http://schemas.openxmlformats.org/officeDocument/2006/relationships/customXml" Target="../ink/ink3642.xml"/><Relationship Id="rId225" Type="http://schemas.openxmlformats.org/officeDocument/2006/relationships/image" Target="../media/image29380.png"/><Relationship Id="rId267" Type="http://schemas.openxmlformats.org/officeDocument/2006/relationships/image" Target="../media/image29401.png"/><Relationship Id="rId432" Type="http://schemas.openxmlformats.org/officeDocument/2006/relationships/image" Target="../media/image29482.png"/><Relationship Id="rId474" Type="http://schemas.openxmlformats.org/officeDocument/2006/relationships/customXml" Target="../ink/ink3697.xml"/><Relationship Id="rId127" Type="http://schemas.openxmlformats.org/officeDocument/2006/relationships/customXml" Target="../ink/ink3522.xml"/><Relationship Id="rId31" Type="http://schemas.openxmlformats.org/officeDocument/2006/relationships/image" Target="../media/image29285.png"/><Relationship Id="rId73" Type="http://schemas.openxmlformats.org/officeDocument/2006/relationships/image" Target="../media/image29306.png"/><Relationship Id="rId169" Type="http://schemas.openxmlformats.org/officeDocument/2006/relationships/image" Target="../media/image28993.png"/><Relationship Id="rId334" Type="http://schemas.openxmlformats.org/officeDocument/2006/relationships/customXml" Target="../ink/ink3626.xml"/><Relationship Id="rId376" Type="http://schemas.openxmlformats.org/officeDocument/2006/relationships/image" Target="../media/image29454.png"/><Relationship Id="rId4" Type="http://schemas.openxmlformats.org/officeDocument/2006/relationships/customXml" Target="../ink/ink3459.xml"/><Relationship Id="rId180" Type="http://schemas.openxmlformats.org/officeDocument/2006/relationships/customXml" Target="../ink/ink3549.xml"/><Relationship Id="rId236" Type="http://schemas.openxmlformats.org/officeDocument/2006/relationships/customXml" Target="../ink/ink3577.xml"/><Relationship Id="rId278" Type="http://schemas.openxmlformats.org/officeDocument/2006/relationships/customXml" Target="../ink/ink3598.xml"/><Relationship Id="rId401" Type="http://schemas.openxmlformats.org/officeDocument/2006/relationships/customXml" Target="../ink/ink3660.xml"/><Relationship Id="rId443" Type="http://schemas.openxmlformats.org/officeDocument/2006/relationships/customXml" Target="../ink/ink3681.xml"/><Relationship Id="rId303" Type="http://schemas.openxmlformats.org/officeDocument/2006/relationships/image" Target="../media/image29419.png"/><Relationship Id="rId485" Type="http://schemas.openxmlformats.org/officeDocument/2006/relationships/customXml" Target="../ink/ink3703.xml"/><Relationship Id="rId42" Type="http://schemas.openxmlformats.org/officeDocument/2006/relationships/customXml" Target="../ink/ink3479.xml"/><Relationship Id="rId84" Type="http://schemas.openxmlformats.org/officeDocument/2006/relationships/customXml" Target="../ink/ink3500.xml"/><Relationship Id="rId138" Type="http://schemas.openxmlformats.org/officeDocument/2006/relationships/image" Target="../media/image29338.png"/><Relationship Id="rId345" Type="http://schemas.openxmlformats.org/officeDocument/2006/relationships/image" Target="../media/image29439.png"/><Relationship Id="rId387" Type="http://schemas.openxmlformats.org/officeDocument/2006/relationships/customXml" Target="../ink/ink3653.xml"/><Relationship Id="rId510" Type="http://schemas.openxmlformats.org/officeDocument/2006/relationships/customXml" Target="../ink/ink3716.xml"/><Relationship Id="rId191" Type="http://schemas.openxmlformats.org/officeDocument/2006/relationships/image" Target="../media/image29363.png"/><Relationship Id="rId205" Type="http://schemas.openxmlformats.org/officeDocument/2006/relationships/image" Target="../media/image29370.png"/><Relationship Id="rId247" Type="http://schemas.openxmlformats.org/officeDocument/2006/relationships/image" Target="../media/image29391.png"/><Relationship Id="rId412" Type="http://schemas.openxmlformats.org/officeDocument/2006/relationships/image" Target="../media/image29472.png"/><Relationship Id="rId107" Type="http://schemas.openxmlformats.org/officeDocument/2006/relationships/image" Target="../media/image29323.png"/><Relationship Id="rId289" Type="http://schemas.openxmlformats.org/officeDocument/2006/relationships/image" Target="../media/image29412.png"/><Relationship Id="rId454" Type="http://schemas.openxmlformats.org/officeDocument/2006/relationships/image" Target="../media/image29492.png"/><Relationship Id="rId496" Type="http://schemas.openxmlformats.org/officeDocument/2006/relationships/customXml" Target="../ink/ink3709.xml"/><Relationship Id="rId11" Type="http://schemas.openxmlformats.org/officeDocument/2006/relationships/customXml" Target="../ink/ink3463.xml"/><Relationship Id="rId53" Type="http://schemas.openxmlformats.org/officeDocument/2006/relationships/image" Target="../media/image29296.png"/><Relationship Id="rId149" Type="http://schemas.openxmlformats.org/officeDocument/2006/relationships/image" Target="../media/image29343.png"/><Relationship Id="rId314" Type="http://schemas.openxmlformats.org/officeDocument/2006/relationships/customXml" Target="../ink/ink3616.xml"/><Relationship Id="rId356" Type="http://schemas.openxmlformats.org/officeDocument/2006/relationships/customXml" Target="../ink/ink3637.xml"/><Relationship Id="rId398" Type="http://schemas.openxmlformats.org/officeDocument/2006/relationships/image" Target="../media/image29465.png"/><Relationship Id="rId521" Type="http://schemas.openxmlformats.org/officeDocument/2006/relationships/image" Target="../media/image29524.png"/><Relationship Id="rId95" Type="http://schemas.openxmlformats.org/officeDocument/2006/relationships/image" Target="../media/image29317.png"/><Relationship Id="rId160" Type="http://schemas.openxmlformats.org/officeDocument/2006/relationships/customXml" Target="../ink/ink3539.xml"/><Relationship Id="rId216" Type="http://schemas.openxmlformats.org/officeDocument/2006/relationships/customXml" Target="../ink/ink3567.xml"/><Relationship Id="rId423" Type="http://schemas.openxmlformats.org/officeDocument/2006/relationships/customXml" Target="../ink/ink3671.xml"/><Relationship Id="rId258" Type="http://schemas.openxmlformats.org/officeDocument/2006/relationships/customXml" Target="../ink/ink3588.xml"/><Relationship Id="rId465" Type="http://schemas.openxmlformats.org/officeDocument/2006/relationships/image" Target="../media/image29497.png"/><Relationship Id="rId22" Type="http://schemas.openxmlformats.org/officeDocument/2006/relationships/customXml" Target="../ink/ink3469.xml"/><Relationship Id="rId64" Type="http://schemas.openxmlformats.org/officeDocument/2006/relationships/customXml" Target="../ink/ink3490.xml"/><Relationship Id="rId118" Type="http://schemas.openxmlformats.org/officeDocument/2006/relationships/image" Target="../media/image29328.png"/><Relationship Id="rId325" Type="http://schemas.openxmlformats.org/officeDocument/2006/relationships/image" Target="../media/image29214.png"/><Relationship Id="rId367" Type="http://schemas.openxmlformats.org/officeDocument/2006/relationships/customXml" Target="../ink/ink3643.xml"/><Relationship Id="rId532" Type="http://schemas.openxmlformats.org/officeDocument/2006/relationships/customXml" Target="../ink/ink3727.xml"/><Relationship Id="rId171" Type="http://schemas.openxmlformats.org/officeDocument/2006/relationships/image" Target="../media/image29353.png"/><Relationship Id="rId227" Type="http://schemas.openxmlformats.org/officeDocument/2006/relationships/image" Target="../media/image29381.png"/><Relationship Id="rId269" Type="http://schemas.openxmlformats.org/officeDocument/2006/relationships/image" Target="../media/image29402.png"/><Relationship Id="rId434" Type="http://schemas.openxmlformats.org/officeDocument/2006/relationships/image" Target="../media/image29483.png"/><Relationship Id="rId476" Type="http://schemas.openxmlformats.org/officeDocument/2006/relationships/customXml" Target="../ink/ink3698.xml"/><Relationship Id="rId33" Type="http://schemas.openxmlformats.org/officeDocument/2006/relationships/image" Target="../media/image29286.png"/><Relationship Id="rId129" Type="http://schemas.openxmlformats.org/officeDocument/2006/relationships/customXml" Target="../ink/ink3523.xml"/><Relationship Id="rId280" Type="http://schemas.openxmlformats.org/officeDocument/2006/relationships/customXml" Target="../ink/ink3599.xml"/><Relationship Id="rId336" Type="http://schemas.openxmlformats.org/officeDocument/2006/relationships/customXml" Target="../ink/ink3627.xml"/><Relationship Id="rId501" Type="http://schemas.openxmlformats.org/officeDocument/2006/relationships/image" Target="../media/image29514.png"/><Relationship Id="rId75" Type="http://schemas.openxmlformats.org/officeDocument/2006/relationships/image" Target="../media/image29307.png"/><Relationship Id="rId140" Type="http://schemas.openxmlformats.org/officeDocument/2006/relationships/image" Target="../media/image29339.png"/><Relationship Id="rId182" Type="http://schemas.openxmlformats.org/officeDocument/2006/relationships/customXml" Target="../ink/ink3550.xml"/><Relationship Id="rId378" Type="http://schemas.openxmlformats.org/officeDocument/2006/relationships/image" Target="../media/image29455.png"/><Relationship Id="rId403" Type="http://schemas.openxmlformats.org/officeDocument/2006/relationships/customXml" Target="../ink/ink3661.xml"/><Relationship Id="rId6" Type="http://schemas.openxmlformats.org/officeDocument/2006/relationships/customXml" Target="../ink/ink3460.xml"/><Relationship Id="rId238" Type="http://schemas.openxmlformats.org/officeDocument/2006/relationships/customXml" Target="../ink/ink3578.xml"/><Relationship Id="rId445" Type="http://schemas.openxmlformats.org/officeDocument/2006/relationships/customXml" Target="../ink/ink3682.xml"/><Relationship Id="rId487" Type="http://schemas.openxmlformats.org/officeDocument/2006/relationships/customXml" Target="../ink/ink3704.xml"/><Relationship Id="rId291" Type="http://schemas.openxmlformats.org/officeDocument/2006/relationships/image" Target="../media/image29413.png"/><Relationship Id="rId305" Type="http://schemas.openxmlformats.org/officeDocument/2006/relationships/image" Target="../media/image29420.png"/><Relationship Id="rId347" Type="http://schemas.openxmlformats.org/officeDocument/2006/relationships/image" Target="../media/image29440.png"/><Relationship Id="rId512" Type="http://schemas.openxmlformats.org/officeDocument/2006/relationships/customXml" Target="../ink/ink3717.xml"/><Relationship Id="rId44" Type="http://schemas.openxmlformats.org/officeDocument/2006/relationships/customXml" Target="../ink/ink3480.xml"/><Relationship Id="rId86" Type="http://schemas.openxmlformats.org/officeDocument/2006/relationships/customXml" Target="../ink/ink3501.xml"/><Relationship Id="rId151" Type="http://schemas.openxmlformats.org/officeDocument/2006/relationships/image" Target="../media/image29344.png"/><Relationship Id="rId389" Type="http://schemas.openxmlformats.org/officeDocument/2006/relationships/customXml" Target="../ink/ink3654.xml"/><Relationship Id="rId193" Type="http://schemas.openxmlformats.org/officeDocument/2006/relationships/image" Target="../media/image29364.png"/><Relationship Id="rId207" Type="http://schemas.openxmlformats.org/officeDocument/2006/relationships/image" Target="../media/image29371.png"/><Relationship Id="rId249" Type="http://schemas.openxmlformats.org/officeDocument/2006/relationships/image" Target="../media/image29392.png"/><Relationship Id="rId414" Type="http://schemas.openxmlformats.org/officeDocument/2006/relationships/image" Target="../media/image29473.png"/><Relationship Id="rId456" Type="http://schemas.openxmlformats.org/officeDocument/2006/relationships/image" Target="../media/image29493.png"/><Relationship Id="rId498" Type="http://schemas.openxmlformats.org/officeDocument/2006/relationships/customXml" Target="../ink/ink3710.xml"/><Relationship Id="rId13" Type="http://schemas.openxmlformats.org/officeDocument/2006/relationships/customXml" Target="../ink/ink3464.xml"/><Relationship Id="rId109" Type="http://schemas.openxmlformats.org/officeDocument/2006/relationships/image" Target="../media/image29324.png"/><Relationship Id="rId260" Type="http://schemas.openxmlformats.org/officeDocument/2006/relationships/customXml" Target="../ink/ink3589.xml"/><Relationship Id="rId316" Type="http://schemas.openxmlformats.org/officeDocument/2006/relationships/customXml" Target="../ink/ink3617.xml"/><Relationship Id="rId523" Type="http://schemas.openxmlformats.org/officeDocument/2006/relationships/image" Target="../media/image29525.png"/><Relationship Id="rId55" Type="http://schemas.openxmlformats.org/officeDocument/2006/relationships/image" Target="../media/image29297.png"/><Relationship Id="rId97" Type="http://schemas.openxmlformats.org/officeDocument/2006/relationships/image" Target="../media/image29318.png"/><Relationship Id="rId120" Type="http://schemas.openxmlformats.org/officeDocument/2006/relationships/image" Target="../media/image29329.png"/><Relationship Id="rId358" Type="http://schemas.openxmlformats.org/officeDocument/2006/relationships/customXml" Target="../ink/ink3638.xml"/><Relationship Id="rId162" Type="http://schemas.openxmlformats.org/officeDocument/2006/relationships/customXml" Target="../ink/ink3540.xml"/><Relationship Id="rId218" Type="http://schemas.openxmlformats.org/officeDocument/2006/relationships/customXml" Target="../ink/ink3568.xml"/><Relationship Id="rId425" Type="http://schemas.openxmlformats.org/officeDocument/2006/relationships/customXml" Target="../ink/ink3672.xml"/><Relationship Id="rId467" Type="http://schemas.openxmlformats.org/officeDocument/2006/relationships/image" Target="../media/image29498.png"/><Relationship Id="rId271" Type="http://schemas.openxmlformats.org/officeDocument/2006/relationships/image" Target="../media/image29403.png"/><Relationship Id="rId24" Type="http://schemas.openxmlformats.org/officeDocument/2006/relationships/customXml" Target="../ink/ink3470.xml"/><Relationship Id="rId66" Type="http://schemas.openxmlformats.org/officeDocument/2006/relationships/customXml" Target="../ink/ink3491.xml"/><Relationship Id="rId131" Type="http://schemas.openxmlformats.org/officeDocument/2006/relationships/customXml" Target="../ink/ink3524.xml"/><Relationship Id="rId327" Type="http://schemas.openxmlformats.org/officeDocument/2006/relationships/image" Target="../media/image29430.png"/><Relationship Id="rId369" Type="http://schemas.openxmlformats.org/officeDocument/2006/relationships/customXml" Target="../ink/ink3644.xml"/><Relationship Id="rId173" Type="http://schemas.openxmlformats.org/officeDocument/2006/relationships/image" Target="../media/image29354.png"/><Relationship Id="rId229" Type="http://schemas.openxmlformats.org/officeDocument/2006/relationships/image" Target="../media/image29382.png"/><Relationship Id="rId380" Type="http://schemas.openxmlformats.org/officeDocument/2006/relationships/image" Target="../media/image29456.png"/><Relationship Id="rId436" Type="http://schemas.openxmlformats.org/officeDocument/2006/relationships/image" Target="../media/image29484.png"/><Relationship Id="rId240" Type="http://schemas.openxmlformats.org/officeDocument/2006/relationships/customXml" Target="../ink/ink3579.xml"/><Relationship Id="rId478" Type="http://schemas.openxmlformats.org/officeDocument/2006/relationships/customXml" Target="../ink/ink3699.xml"/><Relationship Id="rId35" Type="http://schemas.openxmlformats.org/officeDocument/2006/relationships/image" Target="../media/image29287.png"/><Relationship Id="rId77" Type="http://schemas.openxmlformats.org/officeDocument/2006/relationships/image" Target="../media/image29308.png"/><Relationship Id="rId100" Type="http://schemas.openxmlformats.org/officeDocument/2006/relationships/customXml" Target="../ink/ink3508.xml"/><Relationship Id="rId282" Type="http://schemas.openxmlformats.org/officeDocument/2006/relationships/customXml" Target="../ink/ink3600.xml"/><Relationship Id="rId338" Type="http://schemas.openxmlformats.org/officeDocument/2006/relationships/customXml" Target="../ink/ink3628.xml"/><Relationship Id="rId503" Type="http://schemas.openxmlformats.org/officeDocument/2006/relationships/image" Target="../media/image29515.png"/><Relationship Id="rId8" Type="http://schemas.openxmlformats.org/officeDocument/2006/relationships/customXml" Target="../ink/ink3461.xml"/><Relationship Id="rId142" Type="http://schemas.openxmlformats.org/officeDocument/2006/relationships/image" Target="../media/image29340.png"/><Relationship Id="rId184" Type="http://schemas.openxmlformats.org/officeDocument/2006/relationships/customXml" Target="../ink/ink3551.xml"/><Relationship Id="rId391" Type="http://schemas.openxmlformats.org/officeDocument/2006/relationships/customXml" Target="../ink/ink3655.xml"/><Relationship Id="rId405" Type="http://schemas.openxmlformats.org/officeDocument/2006/relationships/customXml" Target="../ink/ink3662.xml"/><Relationship Id="rId447" Type="http://schemas.openxmlformats.org/officeDocument/2006/relationships/customXml" Target="../ink/ink3683.xml"/><Relationship Id="rId251" Type="http://schemas.openxmlformats.org/officeDocument/2006/relationships/image" Target="../media/image29393.png"/><Relationship Id="rId489" Type="http://schemas.openxmlformats.org/officeDocument/2006/relationships/customXml" Target="../ink/ink3705.xml"/><Relationship Id="rId46" Type="http://schemas.openxmlformats.org/officeDocument/2006/relationships/customXml" Target="../ink/ink3481.xml"/><Relationship Id="rId293" Type="http://schemas.openxmlformats.org/officeDocument/2006/relationships/image" Target="../media/image29414.png"/><Relationship Id="rId307" Type="http://schemas.openxmlformats.org/officeDocument/2006/relationships/image" Target="../media/image29421.png"/><Relationship Id="rId349" Type="http://schemas.openxmlformats.org/officeDocument/2006/relationships/image" Target="../media/image29441.png"/><Relationship Id="rId514" Type="http://schemas.openxmlformats.org/officeDocument/2006/relationships/customXml" Target="../ink/ink3718.xml"/><Relationship Id="rId88" Type="http://schemas.openxmlformats.org/officeDocument/2006/relationships/customXml" Target="../ink/ink3502.xml"/><Relationship Id="rId111" Type="http://schemas.openxmlformats.org/officeDocument/2006/relationships/customXml" Target="../ink/ink3514.xml"/><Relationship Id="rId153" Type="http://schemas.openxmlformats.org/officeDocument/2006/relationships/image" Target="../media/image29345.png"/><Relationship Id="rId195" Type="http://schemas.openxmlformats.org/officeDocument/2006/relationships/image" Target="../media/image29365.png"/><Relationship Id="rId209" Type="http://schemas.openxmlformats.org/officeDocument/2006/relationships/image" Target="../media/image29372.png"/><Relationship Id="rId360" Type="http://schemas.openxmlformats.org/officeDocument/2006/relationships/customXml" Target="../ink/ink3639.xml"/><Relationship Id="rId416" Type="http://schemas.openxmlformats.org/officeDocument/2006/relationships/image" Target="../media/image29474.png"/><Relationship Id="rId220" Type="http://schemas.openxmlformats.org/officeDocument/2006/relationships/customXml" Target="../ink/ink3569.xml"/><Relationship Id="rId458" Type="http://schemas.openxmlformats.org/officeDocument/2006/relationships/customXml" Target="../ink/ink3689.xml"/><Relationship Id="rId15" Type="http://schemas.openxmlformats.org/officeDocument/2006/relationships/customXml" Target="../ink/ink3465.xml"/><Relationship Id="rId57" Type="http://schemas.openxmlformats.org/officeDocument/2006/relationships/image" Target="../media/image29298.png"/><Relationship Id="rId262" Type="http://schemas.openxmlformats.org/officeDocument/2006/relationships/customXml" Target="../ink/ink3590.xml"/><Relationship Id="rId318" Type="http://schemas.openxmlformats.org/officeDocument/2006/relationships/customXml" Target="../ink/ink3618.xml"/><Relationship Id="rId525" Type="http://schemas.openxmlformats.org/officeDocument/2006/relationships/image" Target="../media/image29526.png"/><Relationship Id="rId99" Type="http://schemas.openxmlformats.org/officeDocument/2006/relationships/image" Target="../media/image29319.png"/><Relationship Id="rId122" Type="http://schemas.openxmlformats.org/officeDocument/2006/relationships/image" Target="../media/image29330.png"/><Relationship Id="rId164" Type="http://schemas.openxmlformats.org/officeDocument/2006/relationships/customXml" Target="../ink/ink3541.xml"/><Relationship Id="rId371" Type="http://schemas.openxmlformats.org/officeDocument/2006/relationships/customXml" Target="../ink/ink3645.xml"/><Relationship Id="rId427" Type="http://schemas.openxmlformats.org/officeDocument/2006/relationships/customXml" Target="../ink/ink3673.xml"/><Relationship Id="rId469" Type="http://schemas.openxmlformats.org/officeDocument/2006/relationships/image" Target="../media/image29499.png"/><Relationship Id="rId26" Type="http://schemas.openxmlformats.org/officeDocument/2006/relationships/customXml" Target="../ink/ink3471.xml"/><Relationship Id="rId231" Type="http://schemas.openxmlformats.org/officeDocument/2006/relationships/image" Target="../media/image29383.png"/><Relationship Id="rId273" Type="http://schemas.openxmlformats.org/officeDocument/2006/relationships/image" Target="../media/image29404.png"/><Relationship Id="rId329" Type="http://schemas.openxmlformats.org/officeDocument/2006/relationships/image" Target="../media/image29431.png"/><Relationship Id="rId480" Type="http://schemas.openxmlformats.org/officeDocument/2006/relationships/customXml" Target="../ink/ink3700.xml"/><Relationship Id="rId68" Type="http://schemas.openxmlformats.org/officeDocument/2006/relationships/customXml" Target="../ink/ink3492.xml"/><Relationship Id="rId133" Type="http://schemas.openxmlformats.org/officeDocument/2006/relationships/customXml" Target="../ink/ink3525.xml"/><Relationship Id="rId175" Type="http://schemas.openxmlformats.org/officeDocument/2006/relationships/image" Target="../media/image29355.png"/><Relationship Id="rId340" Type="http://schemas.openxmlformats.org/officeDocument/2006/relationships/customXml" Target="../ink/ink3629.xml"/><Relationship Id="rId200" Type="http://schemas.openxmlformats.org/officeDocument/2006/relationships/customXml" Target="../ink/ink3559.xml"/><Relationship Id="rId382" Type="http://schemas.openxmlformats.org/officeDocument/2006/relationships/image" Target="../media/image29457.png"/><Relationship Id="rId438" Type="http://schemas.openxmlformats.org/officeDocument/2006/relationships/image" Target="../media/image29485.png"/><Relationship Id="rId242" Type="http://schemas.openxmlformats.org/officeDocument/2006/relationships/customXml" Target="../ink/ink3580.xml"/><Relationship Id="rId284" Type="http://schemas.openxmlformats.org/officeDocument/2006/relationships/customXml" Target="../ink/ink3601.xml"/><Relationship Id="rId491" Type="http://schemas.openxmlformats.org/officeDocument/2006/relationships/customXml" Target="../ink/ink3706.xml"/><Relationship Id="rId505" Type="http://schemas.openxmlformats.org/officeDocument/2006/relationships/image" Target="../media/image29516.png"/><Relationship Id="rId37" Type="http://schemas.openxmlformats.org/officeDocument/2006/relationships/image" Target="../media/image29288.png"/><Relationship Id="rId79" Type="http://schemas.openxmlformats.org/officeDocument/2006/relationships/image" Target="../media/image29309.png"/><Relationship Id="rId102" Type="http://schemas.openxmlformats.org/officeDocument/2006/relationships/customXml" Target="../ink/ink3509.xml"/><Relationship Id="rId144" Type="http://schemas.openxmlformats.org/officeDocument/2006/relationships/customXml" Target="../ink/ink3531.xml"/><Relationship Id="rId90" Type="http://schemas.openxmlformats.org/officeDocument/2006/relationships/customXml" Target="../ink/ink3503.xml"/><Relationship Id="rId186" Type="http://schemas.openxmlformats.org/officeDocument/2006/relationships/customXml" Target="../ink/ink3552.xml"/><Relationship Id="rId351" Type="http://schemas.openxmlformats.org/officeDocument/2006/relationships/image" Target="../media/image29442.png"/><Relationship Id="rId393" Type="http://schemas.openxmlformats.org/officeDocument/2006/relationships/customXml" Target="../ink/ink3656.xml"/><Relationship Id="rId407" Type="http://schemas.openxmlformats.org/officeDocument/2006/relationships/customXml" Target="../ink/ink3663.xml"/><Relationship Id="rId449" Type="http://schemas.openxmlformats.org/officeDocument/2006/relationships/customXml" Target="../ink/ink3684.xml"/><Relationship Id="rId211" Type="http://schemas.openxmlformats.org/officeDocument/2006/relationships/image" Target="../media/image29373.png"/><Relationship Id="rId253" Type="http://schemas.openxmlformats.org/officeDocument/2006/relationships/image" Target="../media/image29394.png"/><Relationship Id="rId295" Type="http://schemas.openxmlformats.org/officeDocument/2006/relationships/image" Target="../media/image29415.png"/><Relationship Id="rId309" Type="http://schemas.openxmlformats.org/officeDocument/2006/relationships/image" Target="../media/image29422.png"/><Relationship Id="rId460" Type="http://schemas.openxmlformats.org/officeDocument/2006/relationships/customXml" Target="../ink/ink3690.xml"/><Relationship Id="rId516" Type="http://schemas.openxmlformats.org/officeDocument/2006/relationships/customXml" Target="../ink/ink3719.xml"/><Relationship Id="rId48" Type="http://schemas.openxmlformats.org/officeDocument/2006/relationships/customXml" Target="../ink/ink3482.xml"/><Relationship Id="rId113" Type="http://schemas.openxmlformats.org/officeDocument/2006/relationships/customXml" Target="../ink/ink3515.xml"/><Relationship Id="rId320" Type="http://schemas.openxmlformats.org/officeDocument/2006/relationships/customXml" Target="../ink/ink3619.xml"/><Relationship Id="rId155" Type="http://schemas.openxmlformats.org/officeDocument/2006/relationships/image" Target="../media/image29346.png"/><Relationship Id="rId197" Type="http://schemas.openxmlformats.org/officeDocument/2006/relationships/image" Target="../media/image29366.png"/><Relationship Id="rId362" Type="http://schemas.openxmlformats.org/officeDocument/2006/relationships/image" Target="../media/image29447.png"/><Relationship Id="rId418" Type="http://schemas.openxmlformats.org/officeDocument/2006/relationships/image" Target="../media/image29475.png"/><Relationship Id="rId222" Type="http://schemas.openxmlformats.org/officeDocument/2006/relationships/customXml" Target="../ink/ink3570.xml"/><Relationship Id="rId264" Type="http://schemas.openxmlformats.org/officeDocument/2006/relationships/customXml" Target="../ink/ink3591.xml"/><Relationship Id="rId471" Type="http://schemas.openxmlformats.org/officeDocument/2006/relationships/image" Target="../media/image29500.png"/><Relationship Id="rId17" Type="http://schemas.openxmlformats.org/officeDocument/2006/relationships/customXml" Target="../ink/ink3466.xml"/><Relationship Id="rId59" Type="http://schemas.openxmlformats.org/officeDocument/2006/relationships/image" Target="../media/image29299.png"/><Relationship Id="rId124" Type="http://schemas.openxmlformats.org/officeDocument/2006/relationships/image" Target="../media/image29331.png"/><Relationship Id="rId527" Type="http://schemas.openxmlformats.org/officeDocument/2006/relationships/image" Target="../media/image29527.png"/><Relationship Id="rId70" Type="http://schemas.openxmlformats.org/officeDocument/2006/relationships/customXml" Target="../ink/ink3493.xml"/><Relationship Id="rId166" Type="http://schemas.openxmlformats.org/officeDocument/2006/relationships/customXml" Target="../ink/ink3542.xml"/><Relationship Id="rId331" Type="http://schemas.openxmlformats.org/officeDocument/2006/relationships/image" Target="../media/image29432.png"/><Relationship Id="rId373" Type="http://schemas.openxmlformats.org/officeDocument/2006/relationships/customXml" Target="../ink/ink3646.xml"/><Relationship Id="rId429" Type="http://schemas.openxmlformats.org/officeDocument/2006/relationships/customXml" Target="../ink/ink3674.xml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29384.png"/><Relationship Id="rId440" Type="http://schemas.openxmlformats.org/officeDocument/2006/relationships/image" Target="../media/image29486.png"/><Relationship Id="rId28" Type="http://schemas.openxmlformats.org/officeDocument/2006/relationships/customXml" Target="../ink/ink3472.xml"/><Relationship Id="rId275" Type="http://schemas.openxmlformats.org/officeDocument/2006/relationships/image" Target="../media/image29405.png"/><Relationship Id="rId300" Type="http://schemas.openxmlformats.org/officeDocument/2006/relationships/customXml" Target="../ink/ink3609.xml"/><Relationship Id="rId482" Type="http://schemas.openxmlformats.org/officeDocument/2006/relationships/image" Target="../media/image29505.png"/><Relationship Id="rId81" Type="http://schemas.openxmlformats.org/officeDocument/2006/relationships/image" Target="../media/image29310.png"/><Relationship Id="rId135" Type="http://schemas.openxmlformats.org/officeDocument/2006/relationships/customXml" Target="../ink/ink3526.xml"/><Relationship Id="rId177" Type="http://schemas.openxmlformats.org/officeDocument/2006/relationships/image" Target="../media/image29356.png"/><Relationship Id="rId342" Type="http://schemas.openxmlformats.org/officeDocument/2006/relationships/customXml" Target="../ink/ink3630.xml"/><Relationship Id="rId384" Type="http://schemas.openxmlformats.org/officeDocument/2006/relationships/image" Target="../media/image29458.png"/><Relationship Id="rId202" Type="http://schemas.openxmlformats.org/officeDocument/2006/relationships/customXml" Target="../ink/ink3560.xml"/><Relationship Id="rId244" Type="http://schemas.openxmlformats.org/officeDocument/2006/relationships/customXml" Target="../ink/ink3581.xml"/><Relationship Id="rId39" Type="http://schemas.openxmlformats.org/officeDocument/2006/relationships/image" Target="../media/image29289.png"/><Relationship Id="rId286" Type="http://schemas.openxmlformats.org/officeDocument/2006/relationships/customXml" Target="../ink/ink3602.xml"/><Relationship Id="rId451" Type="http://schemas.openxmlformats.org/officeDocument/2006/relationships/customXml" Target="../ink/ink3685.xml"/><Relationship Id="rId493" Type="http://schemas.openxmlformats.org/officeDocument/2006/relationships/customXml" Target="../ink/ink3707.xml"/><Relationship Id="rId507" Type="http://schemas.openxmlformats.org/officeDocument/2006/relationships/image" Target="../media/image29517.png"/><Relationship Id="rId50" Type="http://schemas.openxmlformats.org/officeDocument/2006/relationships/customXml" Target="../ink/ink3483.xml"/><Relationship Id="rId104" Type="http://schemas.openxmlformats.org/officeDocument/2006/relationships/customXml" Target="../ink/ink3510.xml"/><Relationship Id="rId146" Type="http://schemas.openxmlformats.org/officeDocument/2006/relationships/customXml" Target="../ink/ink3532.xml"/><Relationship Id="rId188" Type="http://schemas.openxmlformats.org/officeDocument/2006/relationships/customXml" Target="../ink/ink3553.xml"/><Relationship Id="rId311" Type="http://schemas.openxmlformats.org/officeDocument/2006/relationships/image" Target="../media/image29423.png"/><Relationship Id="rId353" Type="http://schemas.openxmlformats.org/officeDocument/2006/relationships/image" Target="../media/image29443.png"/><Relationship Id="rId395" Type="http://schemas.openxmlformats.org/officeDocument/2006/relationships/customXml" Target="../ink/ink3657.xml"/><Relationship Id="rId409" Type="http://schemas.openxmlformats.org/officeDocument/2006/relationships/customXml" Target="../ink/ink3664.xml"/><Relationship Id="rId92" Type="http://schemas.openxmlformats.org/officeDocument/2006/relationships/customXml" Target="../ink/ink3504.xml"/><Relationship Id="rId213" Type="http://schemas.openxmlformats.org/officeDocument/2006/relationships/image" Target="../media/image29374.png"/><Relationship Id="rId420" Type="http://schemas.openxmlformats.org/officeDocument/2006/relationships/image" Target="../media/image29476.png"/><Relationship Id="rId255" Type="http://schemas.openxmlformats.org/officeDocument/2006/relationships/image" Target="../media/image29395.png"/><Relationship Id="rId297" Type="http://schemas.openxmlformats.org/officeDocument/2006/relationships/image" Target="../media/image29416.png"/><Relationship Id="rId462" Type="http://schemas.openxmlformats.org/officeDocument/2006/relationships/customXml" Target="../ink/ink3691.xml"/><Relationship Id="rId518" Type="http://schemas.openxmlformats.org/officeDocument/2006/relationships/customXml" Target="../ink/ink3720.xml"/><Relationship Id="rId115" Type="http://schemas.openxmlformats.org/officeDocument/2006/relationships/customXml" Target="../ink/ink3516.xml"/><Relationship Id="rId157" Type="http://schemas.openxmlformats.org/officeDocument/2006/relationships/image" Target="../media/image29347.png"/><Relationship Id="rId322" Type="http://schemas.openxmlformats.org/officeDocument/2006/relationships/customXml" Target="../ink/ink3620.xml"/><Relationship Id="rId364" Type="http://schemas.openxmlformats.org/officeDocument/2006/relationships/image" Target="../media/image29448.png"/><Relationship Id="rId61" Type="http://schemas.openxmlformats.org/officeDocument/2006/relationships/image" Target="../media/image29300.png"/><Relationship Id="rId199" Type="http://schemas.openxmlformats.org/officeDocument/2006/relationships/image" Target="../media/image29367.png"/><Relationship Id="rId19" Type="http://schemas.openxmlformats.org/officeDocument/2006/relationships/customXml" Target="../ink/ink3467.xml"/><Relationship Id="rId224" Type="http://schemas.openxmlformats.org/officeDocument/2006/relationships/customXml" Target="../ink/ink3571.xml"/><Relationship Id="rId266" Type="http://schemas.openxmlformats.org/officeDocument/2006/relationships/customXml" Target="../ink/ink3592.xml"/><Relationship Id="rId431" Type="http://schemas.openxmlformats.org/officeDocument/2006/relationships/customXml" Target="../ink/ink3675.xml"/><Relationship Id="rId473" Type="http://schemas.openxmlformats.org/officeDocument/2006/relationships/image" Target="../media/image29501.png"/><Relationship Id="rId529" Type="http://schemas.openxmlformats.org/officeDocument/2006/relationships/image" Target="../media/image29528.png"/><Relationship Id="rId30" Type="http://schemas.openxmlformats.org/officeDocument/2006/relationships/customXml" Target="../ink/ink3473.xml"/><Relationship Id="rId126" Type="http://schemas.openxmlformats.org/officeDocument/2006/relationships/image" Target="../media/image29332.png"/><Relationship Id="rId168" Type="http://schemas.openxmlformats.org/officeDocument/2006/relationships/customXml" Target="../ink/ink3543.xml"/><Relationship Id="rId333" Type="http://schemas.openxmlformats.org/officeDocument/2006/relationships/image" Target="../media/image29433.png"/><Relationship Id="rId72" Type="http://schemas.openxmlformats.org/officeDocument/2006/relationships/customXml" Target="../ink/ink3494.xml"/><Relationship Id="rId375" Type="http://schemas.openxmlformats.org/officeDocument/2006/relationships/customXml" Target="../ink/ink3647.xml"/><Relationship Id="rId3" Type="http://schemas.openxmlformats.org/officeDocument/2006/relationships/image" Target="../media/image28768.png"/><Relationship Id="rId235" Type="http://schemas.openxmlformats.org/officeDocument/2006/relationships/image" Target="../media/image29385.png"/><Relationship Id="rId277" Type="http://schemas.openxmlformats.org/officeDocument/2006/relationships/image" Target="../media/image29406.png"/><Relationship Id="rId400" Type="http://schemas.openxmlformats.org/officeDocument/2006/relationships/image" Target="../media/image29466.png"/><Relationship Id="rId442" Type="http://schemas.openxmlformats.org/officeDocument/2006/relationships/image" Target="../media/image29487.png"/><Relationship Id="rId484" Type="http://schemas.openxmlformats.org/officeDocument/2006/relationships/image" Target="../media/image29506.png"/><Relationship Id="rId137" Type="http://schemas.openxmlformats.org/officeDocument/2006/relationships/customXml" Target="../ink/ink3527.xml"/><Relationship Id="rId302" Type="http://schemas.openxmlformats.org/officeDocument/2006/relationships/customXml" Target="../ink/ink3610.xml"/><Relationship Id="rId344" Type="http://schemas.openxmlformats.org/officeDocument/2006/relationships/customXml" Target="../ink/ink3631.xml"/><Relationship Id="rId41" Type="http://schemas.openxmlformats.org/officeDocument/2006/relationships/image" Target="../media/image29290.png"/><Relationship Id="rId83" Type="http://schemas.openxmlformats.org/officeDocument/2006/relationships/image" Target="../media/image29311.png"/><Relationship Id="rId179" Type="http://schemas.openxmlformats.org/officeDocument/2006/relationships/image" Target="../media/image29357.png"/><Relationship Id="rId386" Type="http://schemas.openxmlformats.org/officeDocument/2006/relationships/image" Target="../media/image29459.png"/><Relationship Id="rId190" Type="http://schemas.openxmlformats.org/officeDocument/2006/relationships/customXml" Target="../ink/ink3554.xml"/><Relationship Id="rId204" Type="http://schemas.openxmlformats.org/officeDocument/2006/relationships/customXml" Target="../ink/ink3561.xml"/><Relationship Id="rId246" Type="http://schemas.openxmlformats.org/officeDocument/2006/relationships/customXml" Target="../ink/ink3582.xml"/><Relationship Id="rId288" Type="http://schemas.openxmlformats.org/officeDocument/2006/relationships/customXml" Target="../ink/ink3603.xml"/><Relationship Id="rId411" Type="http://schemas.openxmlformats.org/officeDocument/2006/relationships/customXml" Target="../ink/ink3665.xml"/><Relationship Id="rId453" Type="http://schemas.openxmlformats.org/officeDocument/2006/relationships/customXml" Target="../ink/ink3686.xml"/><Relationship Id="rId509" Type="http://schemas.openxmlformats.org/officeDocument/2006/relationships/image" Target="../media/image29518.png"/><Relationship Id="rId106" Type="http://schemas.openxmlformats.org/officeDocument/2006/relationships/customXml" Target="../ink/ink3511.xml"/><Relationship Id="rId313" Type="http://schemas.openxmlformats.org/officeDocument/2006/relationships/image" Target="../media/image29424.png"/><Relationship Id="rId495" Type="http://schemas.openxmlformats.org/officeDocument/2006/relationships/image" Target="../media/image29511.png"/><Relationship Id="rId10" Type="http://schemas.openxmlformats.org/officeDocument/2006/relationships/image" Target="../media/image29276.png"/><Relationship Id="rId52" Type="http://schemas.openxmlformats.org/officeDocument/2006/relationships/customXml" Target="../ink/ink3484.xml"/><Relationship Id="rId94" Type="http://schemas.openxmlformats.org/officeDocument/2006/relationships/customXml" Target="../ink/ink3505.xml"/><Relationship Id="rId148" Type="http://schemas.openxmlformats.org/officeDocument/2006/relationships/customXml" Target="../ink/ink3533.xml"/><Relationship Id="rId355" Type="http://schemas.openxmlformats.org/officeDocument/2006/relationships/image" Target="../media/image29444.png"/><Relationship Id="rId397" Type="http://schemas.openxmlformats.org/officeDocument/2006/relationships/customXml" Target="../ink/ink3658.xml"/><Relationship Id="rId520" Type="http://schemas.openxmlformats.org/officeDocument/2006/relationships/customXml" Target="../ink/ink3721.xml"/><Relationship Id="rId215" Type="http://schemas.openxmlformats.org/officeDocument/2006/relationships/image" Target="../media/image29375.png"/><Relationship Id="rId257" Type="http://schemas.openxmlformats.org/officeDocument/2006/relationships/image" Target="../media/image29396.png"/><Relationship Id="rId422" Type="http://schemas.openxmlformats.org/officeDocument/2006/relationships/image" Target="../media/image29477.png"/><Relationship Id="rId464" Type="http://schemas.openxmlformats.org/officeDocument/2006/relationships/customXml" Target="../ink/ink3692.xml"/><Relationship Id="rId299" Type="http://schemas.openxmlformats.org/officeDocument/2006/relationships/image" Target="../media/image29417.png"/><Relationship Id="rId63" Type="http://schemas.openxmlformats.org/officeDocument/2006/relationships/image" Target="../media/image29301.png"/><Relationship Id="rId159" Type="http://schemas.openxmlformats.org/officeDocument/2006/relationships/image" Target="../media/image29348.png"/><Relationship Id="rId366" Type="http://schemas.openxmlformats.org/officeDocument/2006/relationships/image" Target="../media/image29449.png"/><Relationship Id="rId226" Type="http://schemas.openxmlformats.org/officeDocument/2006/relationships/customXml" Target="../ink/ink3572.xml"/><Relationship Id="rId433" Type="http://schemas.openxmlformats.org/officeDocument/2006/relationships/customXml" Target="../ink/ink3676.xml"/><Relationship Id="rId74" Type="http://schemas.openxmlformats.org/officeDocument/2006/relationships/customXml" Target="../ink/ink3495.xml"/><Relationship Id="rId377" Type="http://schemas.openxmlformats.org/officeDocument/2006/relationships/customXml" Target="../ink/ink3648.xml"/><Relationship Id="rId500" Type="http://schemas.openxmlformats.org/officeDocument/2006/relationships/customXml" Target="../ink/ink3711.xml"/><Relationship Id="rId5" Type="http://schemas.openxmlformats.org/officeDocument/2006/relationships/image" Target="../media/image29274.png"/><Relationship Id="rId237" Type="http://schemas.openxmlformats.org/officeDocument/2006/relationships/image" Target="../media/image29386.png"/></Relationships>
</file>

<file path=ppt/slides/_rels/slide1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9582.png"/><Relationship Id="rId671" Type="http://schemas.openxmlformats.org/officeDocument/2006/relationships/customXml" Target="../ink/ink4066.xml"/><Relationship Id="rId21" Type="http://schemas.openxmlformats.org/officeDocument/2006/relationships/image" Target="../media/image29536.png"/><Relationship Id="rId324" Type="http://schemas.openxmlformats.org/officeDocument/2006/relationships/customXml" Target="../ink/ink3890.xml"/><Relationship Id="rId531" Type="http://schemas.openxmlformats.org/officeDocument/2006/relationships/customXml" Target="../ink/ink3995.xml"/><Relationship Id="rId629" Type="http://schemas.openxmlformats.org/officeDocument/2006/relationships/image" Target="../media/image29827.png"/><Relationship Id="rId170" Type="http://schemas.openxmlformats.org/officeDocument/2006/relationships/customXml" Target="../ink/ink3813.xml"/><Relationship Id="rId268" Type="http://schemas.openxmlformats.org/officeDocument/2006/relationships/customXml" Target="../ink/ink3862.xml"/><Relationship Id="rId475" Type="http://schemas.openxmlformats.org/officeDocument/2006/relationships/customXml" Target="../ink/ink3967.xml"/><Relationship Id="rId682" Type="http://schemas.openxmlformats.org/officeDocument/2006/relationships/image" Target="../media/image29853.png"/><Relationship Id="rId32" Type="http://schemas.openxmlformats.org/officeDocument/2006/relationships/customXml" Target="../ink/ink3744.xml"/><Relationship Id="rId128" Type="http://schemas.openxmlformats.org/officeDocument/2006/relationships/customXml" Target="../ink/ink3792.xml"/><Relationship Id="rId335" Type="http://schemas.openxmlformats.org/officeDocument/2006/relationships/customXml" Target="../ink/ink3896.xml"/><Relationship Id="rId542" Type="http://schemas.openxmlformats.org/officeDocument/2006/relationships/image" Target="../media/image29785.png"/><Relationship Id="rId181" Type="http://schemas.openxmlformats.org/officeDocument/2006/relationships/image" Target="../media/image29614.png"/><Relationship Id="rId402" Type="http://schemas.openxmlformats.org/officeDocument/2006/relationships/image" Target="../media/image29720.png"/><Relationship Id="rId279" Type="http://schemas.openxmlformats.org/officeDocument/2006/relationships/image" Target="../media/image29662.png"/><Relationship Id="rId486" Type="http://schemas.openxmlformats.org/officeDocument/2006/relationships/image" Target="../media/image29760.png"/><Relationship Id="rId693" Type="http://schemas.openxmlformats.org/officeDocument/2006/relationships/customXml" Target="../ink/ink4077.xml"/><Relationship Id="rId707" Type="http://schemas.openxmlformats.org/officeDocument/2006/relationships/customXml" Target="../ink/ink4084.xml"/><Relationship Id="rId43" Type="http://schemas.openxmlformats.org/officeDocument/2006/relationships/image" Target="../media/image29546.png"/><Relationship Id="rId139" Type="http://schemas.openxmlformats.org/officeDocument/2006/relationships/image" Target="../media/image29593.png"/><Relationship Id="rId346" Type="http://schemas.openxmlformats.org/officeDocument/2006/relationships/image" Target="../media/image29693.png"/><Relationship Id="rId553" Type="http://schemas.openxmlformats.org/officeDocument/2006/relationships/customXml" Target="../ink/ink4006.xml"/><Relationship Id="rId192" Type="http://schemas.openxmlformats.org/officeDocument/2006/relationships/customXml" Target="../ink/ink3824.xml"/><Relationship Id="rId206" Type="http://schemas.openxmlformats.org/officeDocument/2006/relationships/customXml" Target="../ink/ink3831.xml"/><Relationship Id="rId413" Type="http://schemas.openxmlformats.org/officeDocument/2006/relationships/customXml" Target="../ink/ink3935.xml"/><Relationship Id="rId497" Type="http://schemas.openxmlformats.org/officeDocument/2006/relationships/customXml" Target="../ink/ink3978.xml"/><Relationship Id="rId620" Type="http://schemas.openxmlformats.org/officeDocument/2006/relationships/customXml" Target="../ink/ink4040.xml"/><Relationship Id="rId718" Type="http://schemas.openxmlformats.org/officeDocument/2006/relationships/image" Target="../media/image29871.png"/><Relationship Id="rId357" Type="http://schemas.openxmlformats.org/officeDocument/2006/relationships/customXml" Target="../ink/ink3907.xml"/><Relationship Id="rId54" Type="http://schemas.openxmlformats.org/officeDocument/2006/relationships/customXml" Target="../ink/ink3755.xml"/><Relationship Id="rId217" Type="http://schemas.openxmlformats.org/officeDocument/2006/relationships/image" Target="../media/image29632.png"/><Relationship Id="rId564" Type="http://schemas.openxmlformats.org/officeDocument/2006/relationships/image" Target="../media/image29795.png"/><Relationship Id="rId424" Type="http://schemas.openxmlformats.org/officeDocument/2006/relationships/image" Target="../media/image29731.png"/><Relationship Id="rId631" Type="http://schemas.openxmlformats.org/officeDocument/2006/relationships/image" Target="../media/image29828.png"/><Relationship Id="rId729" Type="http://schemas.openxmlformats.org/officeDocument/2006/relationships/image" Target="../media/image29876.png"/><Relationship Id="rId270" Type="http://schemas.openxmlformats.org/officeDocument/2006/relationships/customXml" Target="../ink/ink3863.xml"/><Relationship Id="rId65" Type="http://schemas.openxmlformats.org/officeDocument/2006/relationships/image" Target="../media/image29557.png"/><Relationship Id="rId130" Type="http://schemas.openxmlformats.org/officeDocument/2006/relationships/customXml" Target="../ink/ink3793.xml"/><Relationship Id="rId368" Type="http://schemas.openxmlformats.org/officeDocument/2006/relationships/image" Target="../media/image29703.png"/><Relationship Id="rId575" Type="http://schemas.openxmlformats.org/officeDocument/2006/relationships/image" Target="../media/image29800.png"/><Relationship Id="rId228" Type="http://schemas.openxmlformats.org/officeDocument/2006/relationships/customXml" Target="../ink/ink3842.xml"/><Relationship Id="rId435" Type="http://schemas.openxmlformats.org/officeDocument/2006/relationships/customXml" Target="../ink/ink3946.xml"/><Relationship Id="rId642" Type="http://schemas.openxmlformats.org/officeDocument/2006/relationships/image" Target="../media/image29833.png"/><Relationship Id="rId281" Type="http://schemas.openxmlformats.org/officeDocument/2006/relationships/image" Target="../media/image29663.png"/><Relationship Id="rId502" Type="http://schemas.openxmlformats.org/officeDocument/2006/relationships/image" Target="../media/image29768.png"/><Relationship Id="rId76" Type="http://schemas.openxmlformats.org/officeDocument/2006/relationships/customXml" Target="../ink/ink3766.xml"/><Relationship Id="rId141" Type="http://schemas.openxmlformats.org/officeDocument/2006/relationships/image" Target="../media/image29594.png"/><Relationship Id="rId379" Type="http://schemas.openxmlformats.org/officeDocument/2006/relationships/customXml" Target="../ink/ink3918.xml"/><Relationship Id="rId586" Type="http://schemas.openxmlformats.org/officeDocument/2006/relationships/customXml" Target="../ink/ink4023.xml"/><Relationship Id="rId7" Type="http://schemas.openxmlformats.org/officeDocument/2006/relationships/image" Target="../media/image29275.png"/><Relationship Id="rId239" Type="http://schemas.openxmlformats.org/officeDocument/2006/relationships/image" Target="../media/image29643.png"/><Relationship Id="rId446" Type="http://schemas.openxmlformats.org/officeDocument/2006/relationships/customXml" Target="../ink/ink3952.xml"/><Relationship Id="rId653" Type="http://schemas.openxmlformats.org/officeDocument/2006/relationships/customXml" Target="../ink/ink4057.xml"/><Relationship Id="rId292" Type="http://schemas.openxmlformats.org/officeDocument/2006/relationships/customXml" Target="../ink/ink3874.xml"/><Relationship Id="rId306" Type="http://schemas.openxmlformats.org/officeDocument/2006/relationships/customXml" Target="../ink/ink3881.xml"/><Relationship Id="rId87" Type="http://schemas.openxmlformats.org/officeDocument/2006/relationships/image" Target="../media/image29567.png"/><Relationship Id="rId513" Type="http://schemas.openxmlformats.org/officeDocument/2006/relationships/customXml" Target="../ink/ink3986.xml"/><Relationship Id="rId597" Type="http://schemas.openxmlformats.org/officeDocument/2006/relationships/image" Target="../media/image29811.png"/><Relationship Id="rId720" Type="http://schemas.openxmlformats.org/officeDocument/2006/relationships/image" Target="../media/image29872.png"/><Relationship Id="rId152" Type="http://schemas.openxmlformats.org/officeDocument/2006/relationships/customXml" Target="../ink/ink3804.xml"/><Relationship Id="rId457" Type="http://schemas.openxmlformats.org/officeDocument/2006/relationships/image" Target="../media/image29746.png"/><Relationship Id="rId664" Type="http://schemas.openxmlformats.org/officeDocument/2006/relationships/image" Target="../media/image29844.png"/><Relationship Id="rId14" Type="http://schemas.openxmlformats.org/officeDocument/2006/relationships/image" Target="../media/image29533.png"/><Relationship Id="rId317" Type="http://schemas.openxmlformats.org/officeDocument/2006/relationships/image" Target="../media/image29679.png"/><Relationship Id="rId524" Type="http://schemas.openxmlformats.org/officeDocument/2006/relationships/image" Target="../media/image29777.png"/><Relationship Id="rId731" Type="http://schemas.openxmlformats.org/officeDocument/2006/relationships/image" Target="../media/image29877.png"/><Relationship Id="rId98" Type="http://schemas.openxmlformats.org/officeDocument/2006/relationships/customXml" Target="../ink/ink3777.xml"/><Relationship Id="rId163" Type="http://schemas.openxmlformats.org/officeDocument/2006/relationships/image" Target="../media/image29605.png"/><Relationship Id="rId370" Type="http://schemas.openxmlformats.org/officeDocument/2006/relationships/image" Target="../media/image29704.png"/><Relationship Id="rId230" Type="http://schemas.openxmlformats.org/officeDocument/2006/relationships/customXml" Target="../ink/ink3843.xml"/><Relationship Id="rId468" Type="http://schemas.openxmlformats.org/officeDocument/2006/relationships/image" Target="../media/image29751.png"/><Relationship Id="rId675" Type="http://schemas.openxmlformats.org/officeDocument/2006/relationships/customXml" Target="../ink/ink4068.xml"/><Relationship Id="rId25" Type="http://schemas.openxmlformats.org/officeDocument/2006/relationships/image" Target="../media/image29280.png"/><Relationship Id="rId328" Type="http://schemas.openxmlformats.org/officeDocument/2006/relationships/customXml" Target="../ink/ink3892.xml"/><Relationship Id="rId535" Type="http://schemas.openxmlformats.org/officeDocument/2006/relationships/customXml" Target="../ink/ink3997.xml"/><Relationship Id="rId742" Type="http://schemas.openxmlformats.org/officeDocument/2006/relationships/customXml" Target="../ink/ink4102.xml"/><Relationship Id="rId174" Type="http://schemas.openxmlformats.org/officeDocument/2006/relationships/customXml" Target="../ink/ink3815.xml"/><Relationship Id="rId381" Type="http://schemas.openxmlformats.org/officeDocument/2006/relationships/customXml" Target="../ink/ink3919.xml"/><Relationship Id="rId602" Type="http://schemas.openxmlformats.org/officeDocument/2006/relationships/customXml" Target="../ink/ink4031.xml"/><Relationship Id="rId241" Type="http://schemas.openxmlformats.org/officeDocument/2006/relationships/image" Target="../media/image29644.png"/><Relationship Id="rId479" Type="http://schemas.openxmlformats.org/officeDocument/2006/relationships/customXml" Target="../ink/ink3969.xml"/><Relationship Id="rId686" Type="http://schemas.openxmlformats.org/officeDocument/2006/relationships/image" Target="../media/image29855.png"/><Relationship Id="rId36" Type="http://schemas.openxmlformats.org/officeDocument/2006/relationships/customXml" Target="../ink/ink3746.xml"/><Relationship Id="rId339" Type="http://schemas.openxmlformats.org/officeDocument/2006/relationships/customXml" Target="../ink/ink3898.xml"/><Relationship Id="rId546" Type="http://schemas.openxmlformats.org/officeDocument/2006/relationships/image" Target="../media/image29787.png"/><Relationship Id="rId753" Type="http://schemas.openxmlformats.org/officeDocument/2006/relationships/image" Target="../media/image29888.png"/><Relationship Id="rId101" Type="http://schemas.openxmlformats.org/officeDocument/2006/relationships/image" Target="../media/image29574.png"/><Relationship Id="rId185" Type="http://schemas.openxmlformats.org/officeDocument/2006/relationships/image" Target="../media/image29616.png"/><Relationship Id="rId406" Type="http://schemas.openxmlformats.org/officeDocument/2006/relationships/image" Target="../media/image29722.png"/><Relationship Id="rId392" Type="http://schemas.openxmlformats.org/officeDocument/2006/relationships/image" Target="../media/image29715.png"/><Relationship Id="rId613" Type="http://schemas.openxmlformats.org/officeDocument/2006/relationships/image" Target="../media/image29819.png"/><Relationship Id="rId697" Type="http://schemas.openxmlformats.org/officeDocument/2006/relationships/customXml" Target="../ink/ink4079.xml"/><Relationship Id="rId252" Type="http://schemas.openxmlformats.org/officeDocument/2006/relationships/customXml" Target="../ink/ink3854.xml"/><Relationship Id="rId47" Type="http://schemas.openxmlformats.org/officeDocument/2006/relationships/image" Target="../media/image29548.png"/><Relationship Id="rId112" Type="http://schemas.openxmlformats.org/officeDocument/2006/relationships/customXml" Target="../ink/ink3784.xml"/><Relationship Id="rId557" Type="http://schemas.openxmlformats.org/officeDocument/2006/relationships/customXml" Target="../ink/ink4008.xml"/><Relationship Id="rId196" Type="http://schemas.openxmlformats.org/officeDocument/2006/relationships/customXml" Target="../ink/ink3826.xml"/><Relationship Id="rId417" Type="http://schemas.openxmlformats.org/officeDocument/2006/relationships/customXml" Target="../ink/ink3937.xml"/><Relationship Id="rId624" Type="http://schemas.openxmlformats.org/officeDocument/2006/relationships/customXml" Target="../ink/ink4042.xml"/><Relationship Id="rId263" Type="http://schemas.openxmlformats.org/officeDocument/2006/relationships/image" Target="../media/image29654.png"/><Relationship Id="rId470" Type="http://schemas.openxmlformats.org/officeDocument/2006/relationships/image" Target="../media/image29752.png"/><Relationship Id="rId58" Type="http://schemas.openxmlformats.org/officeDocument/2006/relationships/customXml" Target="../ink/ink3757.xml"/><Relationship Id="rId123" Type="http://schemas.openxmlformats.org/officeDocument/2006/relationships/image" Target="../media/image29585.png"/><Relationship Id="rId330" Type="http://schemas.openxmlformats.org/officeDocument/2006/relationships/customXml" Target="../ink/ink3893.xml"/><Relationship Id="rId568" Type="http://schemas.openxmlformats.org/officeDocument/2006/relationships/image" Target="../media/image29797.png"/><Relationship Id="rId428" Type="http://schemas.openxmlformats.org/officeDocument/2006/relationships/image" Target="../media/image29733.png"/><Relationship Id="rId635" Type="http://schemas.openxmlformats.org/officeDocument/2006/relationships/customXml" Target="../ink/ink4048.xml"/><Relationship Id="rId274" Type="http://schemas.openxmlformats.org/officeDocument/2006/relationships/customXml" Target="../ink/ink3865.xml"/><Relationship Id="rId481" Type="http://schemas.openxmlformats.org/officeDocument/2006/relationships/customXml" Target="../ink/ink3970.xml"/><Relationship Id="rId702" Type="http://schemas.openxmlformats.org/officeDocument/2006/relationships/image" Target="../media/image29863.png"/><Relationship Id="rId69" Type="http://schemas.openxmlformats.org/officeDocument/2006/relationships/image" Target="../media/image29559.png"/><Relationship Id="rId134" Type="http://schemas.openxmlformats.org/officeDocument/2006/relationships/customXml" Target="../ink/ink3795.xml"/><Relationship Id="rId579" Type="http://schemas.openxmlformats.org/officeDocument/2006/relationships/image" Target="../media/image29802.png"/><Relationship Id="rId341" Type="http://schemas.openxmlformats.org/officeDocument/2006/relationships/customXml" Target="../ink/ink3899.xml"/><Relationship Id="rId439" Type="http://schemas.openxmlformats.org/officeDocument/2006/relationships/image" Target="../media/image29738.png"/><Relationship Id="rId646" Type="http://schemas.openxmlformats.org/officeDocument/2006/relationships/image" Target="../media/image29835.png"/><Relationship Id="rId201" Type="http://schemas.openxmlformats.org/officeDocument/2006/relationships/image" Target="../media/image29624.png"/><Relationship Id="rId285" Type="http://schemas.openxmlformats.org/officeDocument/2006/relationships/image" Target="../media/image28934.png"/><Relationship Id="rId506" Type="http://schemas.openxmlformats.org/officeDocument/2006/relationships/image" Target="../media/image29770.png"/><Relationship Id="rId492" Type="http://schemas.openxmlformats.org/officeDocument/2006/relationships/image" Target="../media/image29763.png"/><Relationship Id="rId713" Type="http://schemas.openxmlformats.org/officeDocument/2006/relationships/customXml" Target="../ink/ink4087.xml"/><Relationship Id="rId145" Type="http://schemas.openxmlformats.org/officeDocument/2006/relationships/image" Target="../media/image29596.png"/><Relationship Id="rId352" Type="http://schemas.openxmlformats.org/officeDocument/2006/relationships/image" Target="../media/image29695.png"/><Relationship Id="rId212" Type="http://schemas.openxmlformats.org/officeDocument/2006/relationships/customXml" Target="../ink/ink3834.xml"/><Relationship Id="rId657" Type="http://schemas.openxmlformats.org/officeDocument/2006/relationships/customXml" Target="../ink/ink4059.xml"/><Relationship Id="rId296" Type="http://schemas.openxmlformats.org/officeDocument/2006/relationships/customXml" Target="../ink/ink3876.xml"/><Relationship Id="rId517" Type="http://schemas.openxmlformats.org/officeDocument/2006/relationships/customXml" Target="../ink/ink3988.xml"/><Relationship Id="rId724" Type="http://schemas.openxmlformats.org/officeDocument/2006/relationships/customXml" Target="../ink/ink4093.xml"/><Relationship Id="rId60" Type="http://schemas.openxmlformats.org/officeDocument/2006/relationships/customXml" Target="../ink/ink3758.xml"/><Relationship Id="rId156" Type="http://schemas.openxmlformats.org/officeDocument/2006/relationships/customXml" Target="../ink/ink3806.xml"/><Relationship Id="rId363" Type="http://schemas.openxmlformats.org/officeDocument/2006/relationships/customXml" Target="../ink/ink3910.xml"/><Relationship Id="rId570" Type="http://schemas.openxmlformats.org/officeDocument/2006/relationships/customXml" Target="../ink/ink4015.xml"/><Relationship Id="rId223" Type="http://schemas.openxmlformats.org/officeDocument/2006/relationships/image" Target="../media/image29635.png"/><Relationship Id="rId430" Type="http://schemas.openxmlformats.org/officeDocument/2006/relationships/image" Target="../media/image29734.png"/><Relationship Id="rId668" Type="http://schemas.openxmlformats.org/officeDocument/2006/relationships/image" Target="../media/image29846.png"/><Relationship Id="rId18" Type="http://schemas.openxmlformats.org/officeDocument/2006/relationships/image" Target="../media/image29535.png"/><Relationship Id="rId528" Type="http://schemas.openxmlformats.org/officeDocument/2006/relationships/image" Target="../media/image29779.png"/><Relationship Id="rId735" Type="http://schemas.openxmlformats.org/officeDocument/2006/relationships/image" Target="../media/image29879.png"/><Relationship Id="rId167" Type="http://schemas.openxmlformats.org/officeDocument/2006/relationships/image" Target="../media/image29607.png"/><Relationship Id="rId374" Type="http://schemas.openxmlformats.org/officeDocument/2006/relationships/image" Target="../media/image29706.png"/><Relationship Id="rId581" Type="http://schemas.openxmlformats.org/officeDocument/2006/relationships/image" Target="../media/image29803.png"/><Relationship Id="rId71" Type="http://schemas.openxmlformats.org/officeDocument/2006/relationships/image" Target="../media/image29560.png"/><Relationship Id="rId234" Type="http://schemas.openxmlformats.org/officeDocument/2006/relationships/customXml" Target="../ink/ink3845.xml"/><Relationship Id="rId679" Type="http://schemas.openxmlformats.org/officeDocument/2006/relationships/customXml" Target="../ink/ink4070.xml"/><Relationship Id="rId2" Type="http://schemas.openxmlformats.org/officeDocument/2006/relationships/customXml" Target="../ink/ink3728.xml"/><Relationship Id="rId29" Type="http://schemas.openxmlformats.org/officeDocument/2006/relationships/image" Target="../media/image29539.png"/><Relationship Id="rId441" Type="http://schemas.openxmlformats.org/officeDocument/2006/relationships/image" Target="../media/image29739.png"/><Relationship Id="rId539" Type="http://schemas.openxmlformats.org/officeDocument/2006/relationships/customXml" Target="../ink/ink3999.xml"/><Relationship Id="rId746" Type="http://schemas.openxmlformats.org/officeDocument/2006/relationships/customXml" Target="../ink/ink4104.xml"/><Relationship Id="rId178" Type="http://schemas.openxmlformats.org/officeDocument/2006/relationships/customXml" Target="../ink/ink3817.xml"/><Relationship Id="rId301" Type="http://schemas.openxmlformats.org/officeDocument/2006/relationships/image" Target="../media/image29672.png"/><Relationship Id="rId82" Type="http://schemas.openxmlformats.org/officeDocument/2006/relationships/customXml" Target="../ink/ink3769.xml"/><Relationship Id="rId385" Type="http://schemas.openxmlformats.org/officeDocument/2006/relationships/customXml" Target="../ink/ink3921.xml"/><Relationship Id="rId592" Type="http://schemas.openxmlformats.org/officeDocument/2006/relationships/customXml" Target="../ink/ink4026.xml"/><Relationship Id="rId606" Type="http://schemas.openxmlformats.org/officeDocument/2006/relationships/customXml" Target="../ink/ink4033.xml"/><Relationship Id="rId245" Type="http://schemas.openxmlformats.org/officeDocument/2006/relationships/image" Target="../media/image29646.png"/><Relationship Id="rId452" Type="http://schemas.openxmlformats.org/officeDocument/2006/relationships/customXml" Target="../ink/ink3955.xml"/><Relationship Id="rId105" Type="http://schemas.openxmlformats.org/officeDocument/2006/relationships/image" Target="../media/image29576.png"/><Relationship Id="rId312" Type="http://schemas.openxmlformats.org/officeDocument/2006/relationships/customXml" Target="../ink/ink3884.xml"/><Relationship Id="rId93" Type="http://schemas.openxmlformats.org/officeDocument/2006/relationships/image" Target="../media/image29570.png"/><Relationship Id="rId189" Type="http://schemas.openxmlformats.org/officeDocument/2006/relationships/image" Target="../media/image29618.png"/><Relationship Id="rId396" Type="http://schemas.openxmlformats.org/officeDocument/2006/relationships/image" Target="../media/image29717.png"/><Relationship Id="rId617" Type="http://schemas.openxmlformats.org/officeDocument/2006/relationships/image" Target="../media/image29821.png"/><Relationship Id="rId256" Type="http://schemas.openxmlformats.org/officeDocument/2006/relationships/customXml" Target="../ink/ink3856.xml"/><Relationship Id="rId463" Type="http://schemas.openxmlformats.org/officeDocument/2006/relationships/image" Target="../media/image29749.png"/><Relationship Id="rId670" Type="http://schemas.openxmlformats.org/officeDocument/2006/relationships/image" Target="../media/image29847.png"/><Relationship Id="rId116" Type="http://schemas.openxmlformats.org/officeDocument/2006/relationships/customXml" Target="../ink/ink3786.xml"/><Relationship Id="rId323" Type="http://schemas.openxmlformats.org/officeDocument/2006/relationships/image" Target="../media/image29682.png"/><Relationship Id="rId530" Type="http://schemas.openxmlformats.org/officeDocument/2006/relationships/image" Target="../media/image29780.png"/><Relationship Id="rId20" Type="http://schemas.openxmlformats.org/officeDocument/2006/relationships/customXml" Target="../ink/ink3738.xml"/><Relationship Id="rId628" Type="http://schemas.openxmlformats.org/officeDocument/2006/relationships/customXml" Target="../ink/ink4044.xml"/><Relationship Id="rId267" Type="http://schemas.openxmlformats.org/officeDocument/2006/relationships/image" Target="../media/image29656.png"/><Relationship Id="rId474" Type="http://schemas.openxmlformats.org/officeDocument/2006/relationships/image" Target="../media/image29754.png"/><Relationship Id="rId127" Type="http://schemas.openxmlformats.org/officeDocument/2006/relationships/image" Target="../media/image29587.png"/><Relationship Id="rId681" Type="http://schemas.openxmlformats.org/officeDocument/2006/relationships/customXml" Target="../ink/ink4071.xml"/><Relationship Id="rId737" Type="http://schemas.openxmlformats.org/officeDocument/2006/relationships/image" Target="../media/image29880.png"/><Relationship Id="rId31" Type="http://schemas.openxmlformats.org/officeDocument/2006/relationships/image" Target="../media/image29540.png"/><Relationship Id="rId73" Type="http://schemas.openxmlformats.org/officeDocument/2006/relationships/image" Target="../media/image29561.png"/><Relationship Id="rId169" Type="http://schemas.openxmlformats.org/officeDocument/2006/relationships/image" Target="../media/image29608.png"/><Relationship Id="rId334" Type="http://schemas.openxmlformats.org/officeDocument/2006/relationships/image" Target="../media/image29687.png"/><Relationship Id="rId376" Type="http://schemas.openxmlformats.org/officeDocument/2006/relationships/image" Target="../media/image29707.png"/><Relationship Id="rId541" Type="http://schemas.openxmlformats.org/officeDocument/2006/relationships/customXml" Target="../ink/ink4000.xml"/><Relationship Id="rId583" Type="http://schemas.openxmlformats.org/officeDocument/2006/relationships/image" Target="../media/image29804.png"/><Relationship Id="rId639" Type="http://schemas.openxmlformats.org/officeDocument/2006/relationships/customXml" Target="../ink/ink4050.xml"/><Relationship Id="rId4" Type="http://schemas.openxmlformats.org/officeDocument/2006/relationships/customXml" Target="../ink/ink3729.xml"/><Relationship Id="rId180" Type="http://schemas.openxmlformats.org/officeDocument/2006/relationships/customXml" Target="../ink/ink3818.xml"/><Relationship Id="rId236" Type="http://schemas.openxmlformats.org/officeDocument/2006/relationships/customXml" Target="../ink/ink3846.xml"/><Relationship Id="rId278" Type="http://schemas.openxmlformats.org/officeDocument/2006/relationships/customXml" Target="../ink/ink3867.xml"/><Relationship Id="rId401" Type="http://schemas.openxmlformats.org/officeDocument/2006/relationships/customXml" Target="../ink/ink3929.xml"/><Relationship Id="rId443" Type="http://schemas.openxmlformats.org/officeDocument/2006/relationships/image" Target="../media/image29740.png"/><Relationship Id="rId650" Type="http://schemas.openxmlformats.org/officeDocument/2006/relationships/image" Target="../media/image29837.png"/><Relationship Id="rId303" Type="http://schemas.openxmlformats.org/officeDocument/2006/relationships/image" Target="../media/image29673.png"/><Relationship Id="rId485" Type="http://schemas.openxmlformats.org/officeDocument/2006/relationships/customXml" Target="../ink/ink3972.xml"/><Relationship Id="rId692" Type="http://schemas.openxmlformats.org/officeDocument/2006/relationships/image" Target="../media/image29858.png"/><Relationship Id="rId706" Type="http://schemas.openxmlformats.org/officeDocument/2006/relationships/image" Target="../media/image29865.png"/><Relationship Id="rId748" Type="http://schemas.openxmlformats.org/officeDocument/2006/relationships/customXml" Target="../ink/ink4105.xml"/><Relationship Id="rId42" Type="http://schemas.openxmlformats.org/officeDocument/2006/relationships/customXml" Target="../ink/ink3749.xml"/><Relationship Id="rId84" Type="http://schemas.openxmlformats.org/officeDocument/2006/relationships/customXml" Target="../ink/ink3770.xml"/><Relationship Id="rId138" Type="http://schemas.openxmlformats.org/officeDocument/2006/relationships/customXml" Target="../ink/ink3797.xml"/><Relationship Id="rId345" Type="http://schemas.openxmlformats.org/officeDocument/2006/relationships/customXml" Target="../ink/ink3901.xml"/><Relationship Id="rId387" Type="http://schemas.openxmlformats.org/officeDocument/2006/relationships/customXml" Target="../ink/ink3922.xml"/><Relationship Id="rId510" Type="http://schemas.openxmlformats.org/officeDocument/2006/relationships/image" Target="../media/image29772.png"/><Relationship Id="rId552" Type="http://schemas.openxmlformats.org/officeDocument/2006/relationships/image" Target="../media/image28777.png"/><Relationship Id="rId594" Type="http://schemas.openxmlformats.org/officeDocument/2006/relationships/customXml" Target="../ink/ink4027.xml"/><Relationship Id="rId608" Type="http://schemas.openxmlformats.org/officeDocument/2006/relationships/customXml" Target="../ink/ink4034.xml"/><Relationship Id="rId191" Type="http://schemas.openxmlformats.org/officeDocument/2006/relationships/image" Target="../media/image29619.png"/><Relationship Id="rId205" Type="http://schemas.openxmlformats.org/officeDocument/2006/relationships/image" Target="../media/image29626.png"/><Relationship Id="rId247" Type="http://schemas.openxmlformats.org/officeDocument/2006/relationships/image" Target="../media/image29647.png"/><Relationship Id="rId412" Type="http://schemas.openxmlformats.org/officeDocument/2006/relationships/image" Target="../media/image29725.png"/><Relationship Id="rId107" Type="http://schemas.openxmlformats.org/officeDocument/2006/relationships/image" Target="../media/image29577.png"/><Relationship Id="rId289" Type="http://schemas.openxmlformats.org/officeDocument/2006/relationships/image" Target="../media/image29666.png"/><Relationship Id="rId454" Type="http://schemas.openxmlformats.org/officeDocument/2006/relationships/customXml" Target="../ink/ink3956.xml"/><Relationship Id="rId496" Type="http://schemas.openxmlformats.org/officeDocument/2006/relationships/image" Target="../media/image29765.png"/><Relationship Id="rId661" Type="http://schemas.openxmlformats.org/officeDocument/2006/relationships/customXml" Target="../ink/ink4061.xml"/><Relationship Id="rId717" Type="http://schemas.openxmlformats.org/officeDocument/2006/relationships/customXml" Target="../ink/ink4089.xml"/><Relationship Id="rId11" Type="http://schemas.openxmlformats.org/officeDocument/2006/relationships/customXml" Target="../ink/ink3733.xml"/><Relationship Id="rId53" Type="http://schemas.openxmlformats.org/officeDocument/2006/relationships/image" Target="../media/image29551.png"/><Relationship Id="rId149" Type="http://schemas.openxmlformats.org/officeDocument/2006/relationships/image" Target="../media/image29598.png"/><Relationship Id="rId314" Type="http://schemas.openxmlformats.org/officeDocument/2006/relationships/customXml" Target="../ink/ink3885.xml"/><Relationship Id="rId356" Type="http://schemas.openxmlformats.org/officeDocument/2006/relationships/image" Target="../media/image29697.png"/><Relationship Id="rId398" Type="http://schemas.openxmlformats.org/officeDocument/2006/relationships/image" Target="../media/image29718.png"/><Relationship Id="rId521" Type="http://schemas.openxmlformats.org/officeDocument/2006/relationships/customXml" Target="../ink/ink3990.xml"/><Relationship Id="rId563" Type="http://schemas.openxmlformats.org/officeDocument/2006/relationships/customXml" Target="../ink/ink4011.xml"/><Relationship Id="rId619" Type="http://schemas.openxmlformats.org/officeDocument/2006/relationships/image" Target="../media/image29822.png"/><Relationship Id="rId95" Type="http://schemas.openxmlformats.org/officeDocument/2006/relationships/image" Target="../media/image29571.png"/><Relationship Id="rId160" Type="http://schemas.openxmlformats.org/officeDocument/2006/relationships/customXml" Target="../ink/ink3808.xml"/><Relationship Id="rId216" Type="http://schemas.openxmlformats.org/officeDocument/2006/relationships/customXml" Target="../ink/ink3836.xml"/><Relationship Id="rId423" Type="http://schemas.openxmlformats.org/officeDocument/2006/relationships/customXml" Target="../ink/ink3940.xml"/><Relationship Id="rId258" Type="http://schemas.openxmlformats.org/officeDocument/2006/relationships/customXml" Target="../ink/ink3857.xml"/><Relationship Id="rId465" Type="http://schemas.openxmlformats.org/officeDocument/2006/relationships/customXml" Target="../ink/ink3962.xml"/><Relationship Id="rId630" Type="http://schemas.openxmlformats.org/officeDocument/2006/relationships/customXml" Target="../ink/ink4045.xml"/><Relationship Id="rId672" Type="http://schemas.openxmlformats.org/officeDocument/2006/relationships/image" Target="../media/image29848.png"/><Relationship Id="rId728" Type="http://schemas.openxmlformats.org/officeDocument/2006/relationships/customXml" Target="../ink/ink4095.xml"/><Relationship Id="rId22" Type="http://schemas.openxmlformats.org/officeDocument/2006/relationships/customXml" Target="../ink/ink3739.xml"/><Relationship Id="rId64" Type="http://schemas.openxmlformats.org/officeDocument/2006/relationships/customXml" Target="../ink/ink3760.xml"/><Relationship Id="rId118" Type="http://schemas.openxmlformats.org/officeDocument/2006/relationships/customXml" Target="../ink/ink3787.xml"/><Relationship Id="rId325" Type="http://schemas.openxmlformats.org/officeDocument/2006/relationships/image" Target="../media/image29683.png"/><Relationship Id="rId367" Type="http://schemas.openxmlformats.org/officeDocument/2006/relationships/customXml" Target="../ink/ink3912.xml"/><Relationship Id="rId532" Type="http://schemas.openxmlformats.org/officeDocument/2006/relationships/image" Target="../media/image29781.png"/><Relationship Id="rId574" Type="http://schemas.openxmlformats.org/officeDocument/2006/relationships/customXml" Target="../ink/ink4017.xml"/><Relationship Id="rId171" Type="http://schemas.openxmlformats.org/officeDocument/2006/relationships/image" Target="../media/image29609.png"/><Relationship Id="rId227" Type="http://schemas.openxmlformats.org/officeDocument/2006/relationships/image" Target="../media/image29637.png"/><Relationship Id="rId269" Type="http://schemas.openxmlformats.org/officeDocument/2006/relationships/image" Target="../media/image29657.png"/><Relationship Id="rId434" Type="http://schemas.openxmlformats.org/officeDocument/2006/relationships/image" Target="../media/image29736.png"/><Relationship Id="rId476" Type="http://schemas.openxmlformats.org/officeDocument/2006/relationships/image" Target="../media/image29755.png"/><Relationship Id="rId641" Type="http://schemas.openxmlformats.org/officeDocument/2006/relationships/customXml" Target="../ink/ink4051.xml"/><Relationship Id="rId683" Type="http://schemas.openxmlformats.org/officeDocument/2006/relationships/customXml" Target="../ink/ink4072.xml"/><Relationship Id="rId739" Type="http://schemas.openxmlformats.org/officeDocument/2006/relationships/image" Target="../media/image29881.png"/><Relationship Id="rId33" Type="http://schemas.openxmlformats.org/officeDocument/2006/relationships/image" Target="../media/image29541.png"/><Relationship Id="rId129" Type="http://schemas.openxmlformats.org/officeDocument/2006/relationships/image" Target="../media/image29588.png"/><Relationship Id="rId280" Type="http://schemas.openxmlformats.org/officeDocument/2006/relationships/customXml" Target="../ink/ink3868.xml"/><Relationship Id="rId336" Type="http://schemas.openxmlformats.org/officeDocument/2006/relationships/image" Target="../media/image29688.png"/><Relationship Id="rId501" Type="http://schemas.openxmlformats.org/officeDocument/2006/relationships/customXml" Target="../ink/ink3980.xml"/><Relationship Id="rId543" Type="http://schemas.openxmlformats.org/officeDocument/2006/relationships/customXml" Target="../ink/ink4001.xml"/><Relationship Id="rId75" Type="http://schemas.openxmlformats.org/officeDocument/2006/relationships/image" Target="../media/image28843.png"/><Relationship Id="rId140" Type="http://schemas.openxmlformats.org/officeDocument/2006/relationships/customXml" Target="../ink/ink3798.xml"/><Relationship Id="rId182" Type="http://schemas.openxmlformats.org/officeDocument/2006/relationships/customXml" Target="../ink/ink3819.xml"/><Relationship Id="rId378" Type="http://schemas.openxmlformats.org/officeDocument/2006/relationships/image" Target="../media/image29708.png"/><Relationship Id="rId403" Type="http://schemas.openxmlformats.org/officeDocument/2006/relationships/customXml" Target="../ink/ink3930.xml"/><Relationship Id="rId585" Type="http://schemas.openxmlformats.org/officeDocument/2006/relationships/image" Target="../media/image29805.png"/><Relationship Id="rId750" Type="http://schemas.openxmlformats.org/officeDocument/2006/relationships/customXml" Target="../ink/ink4106.xml"/><Relationship Id="rId6" Type="http://schemas.openxmlformats.org/officeDocument/2006/relationships/customXml" Target="../ink/ink3730.xml"/><Relationship Id="rId238" Type="http://schemas.openxmlformats.org/officeDocument/2006/relationships/customXml" Target="../ink/ink3847.xml"/><Relationship Id="rId445" Type="http://schemas.openxmlformats.org/officeDocument/2006/relationships/image" Target="../media/image29741.png"/><Relationship Id="rId487" Type="http://schemas.openxmlformats.org/officeDocument/2006/relationships/customXml" Target="../ink/ink3973.xml"/><Relationship Id="rId610" Type="http://schemas.openxmlformats.org/officeDocument/2006/relationships/customXml" Target="../ink/ink4035.xml"/><Relationship Id="rId652" Type="http://schemas.openxmlformats.org/officeDocument/2006/relationships/image" Target="../media/image29838.png"/><Relationship Id="rId694" Type="http://schemas.openxmlformats.org/officeDocument/2006/relationships/image" Target="../media/image29859.png"/><Relationship Id="rId708" Type="http://schemas.openxmlformats.org/officeDocument/2006/relationships/image" Target="../media/image29866.png"/><Relationship Id="rId291" Type="http://schemas.openxmlformats.org/officeDocument/2006/relationships/image" Target="../media/image29667.png"/><Relationship Id="rId305" Type="http://schemas.openxmlformats.org/officeDocument/2006/relationships/image" Target="../media/image29674.png"/><Relationship Id="rId347" Type="http://schemas.openxmlformats.org/officeDocument/2006/relationships/customXml" Target="../ink/ink3902.xml"/><Relationship Id="rId512" Type="http://schemas.openxmlformats.org/officeDocument/2006/relationships/image" Target="../media/image29773.png"/><Relationship Id="rId44" Type="http://schemas.openxmlformats.org/officeDocument/2006/relationships/customXml" Target="../ink/ink3750.xml"/><Relationship Id="rId86" Type="http://schemas.openxmlformats.org/officeDocument/2006/relationships/customXml" Target="../ink/ink3771.xml"/><Relationship Id="rId151" Type="http://schemas.openxmlformats.org/officeDocument/2006/relationships/image" Target="../media/image29599.png"/><Relationship Id="rId389" Type="http://schemas.openxmlformats.org/officeDocument/2006/relationships/customXml" Target="../ink/ink3923.xml"/><Relationship Id="rId554" Type="http://schemas.openxmlformats.org/officeDocument/2006/relationships/image" Target="../media/image29790.png"/><Relationship Id="rId596" Type="http://schemas.openxmlformats.org/officeDocument/2006/relationships/customXml" Target="../ink/ink4028.xml"/><Relationship Id="rId193" Type="http://schemas.openxmlformats.org/officeDocument/2006/relationships/image" Target="../media/image29620.png"/><Relationship Id="rId207" Type="http://schemas.openxmlformats.org/officeDocument/2006/relationships/image" Target="../media/image29627.png"/><Relationship Id="rId249" Type="http://schemas.openxmlformats.org/officeDocument/2006/relationships/image" Target="../media/image29648.png"/><Relationship Id="rId414" Type="http://schemas.openxmlformats.org/officeDocument/2006/relationships/image" Target="../media/image29726.png"/><Relationship Id="rId456" Type="http://schemas.openxmlformats.org/officeDocument/2006/relationships/customXml" Target="../ink/ink3957.xml"/><Relationship Id="rId498" Type="http://schemas.openxmlformats.org/officeDocument/2006/relationships/image" Target="../media/image29766.png"/><Relationship Id="rId621" Type="http://schemas.openxmlformats.org/officeDocument/2006/relationships/image" Target="../media/image29823.png"/><Relationship Id="rId663" Type="http://schemas.openxmlformats.org/officeDocument/2006/relationships/customXml" Target="../ink/ink4062.xml"/><Relationship Id="rId13" Type="http://schemas.openxmlformats.org/officeDocument/2006/relationships/customXml" Target="../ink/ink3734.xml"/><Relationship Id="rId109" Type="http://schemas.openxmlformats.org/officeDocument/2006/relationships/image" Target="../media/image29578.png"/><Relationship Id="rId260" Type="http://schemas.openxmlformats.org/officeDocument/2006/relationships/customXml" Target="../ink/ink3858.xml"/><Relationship Id="rId316" Type="http://schemas.openxmlformats.org/officeDocument/2006/relationships/customXml" Target="../ink/ink3886.xml"/><Relationship Id="rId523" Type="http://schemas.openxmlformats.org/officeDocument/2006/relationships/customXml" Target="../ink/ink3991.xml"/><Relationship Id="rId719" Type="http://schemas.openxmlformats.org/officeDocument/2006/relationships/customXml" Target="../ink/ink4090.xml"/><Relationship Id="rId55" Type="http://schemas.openxmlformats.org/officeDocument/2006/relationships/image" Target="../media/image29552.png"/><Relationship Id="rId97" Type="http://schemas.openxmlformats.org/officeDocument/2006/relationships/image" Target="../media/image29572.png"/><Relationship Id="rId120" Type="http://schemas.openxmlformats.org/officeDocument/2006/relationships/customXml" Target="../ink/ink3788.xml"/><Relationship Id="rId358" Type="http://schemas.openxmlformats.org/officeDocument/2006/relationships/image" Target="../media/image29698.png"/><Relationship Id="rId565" Type="http://schemas.openxmlformats.org/officeDocument/2006/relationships/customXml" Target="../ink/ink4012.xml"/><Relationship Id="rId730" Type="http://schemas.openxmlformats.org/officeDocument/2006/relationships/customXml" Target="../ink/ink4096.xml"/><Relationship Id="rId162" Type="http://schemas.openxmlformats.org/officeDocument/2006/relationships/customXml" Target="../ink/ink3809.xml"/><Relationship Id="rId218" Type="http://schemas.openxmlformats.org/officeDocument/2006/relationships/customXml" Target="../ink/ink3837.xml"/><Relationship Id="rId425" Type="http://schemas.openxmlformats.org/officeDocument/2006/relationships/customXml" Target="../ink/ink3941.xml"/><Relationship Id="rId467" Type="http://schemas.openxmlformats.org/officeDocument/2006/relationships/customXml" Target="../ink/ink3963.xml"/><Relationship Id="rId632" Type="http://schemas.openxmlformats.org/officeDocument/2006/relationships/customXml" Target="../ink/ink4046.xml"/><Relationship Id="rId271" Type="http://schemas.openxmlformats.org/officeDocument/2006/relationships/image" Target="../media/image29658.png"/><Relationship Id="rId674" Type="http://schemas.openxmlformats.org/officeDocument/2006/relationships/image" Target="../media/image29849.png"/><Relationship Id="rId24" Type="http://schemas.openxmlformats.org/officeDocument/2006/relationships/customXml" Target="../ink/ink3740.xml"/><Relationship Id="rId66" Type="http://schemas.openxmlformats.org/officeDocument/2006/relationships/customXml" Target="../ink/ink3761.xml"/><Relationship Id="rId131" Type="http://schemas.openxmlformats.org/officeDocument/2006/relationships/image" Target="../media/image29589.png"/><Relationship Id="rId327" Type="http://schemas.openxmlformats.org/officeDocument/2006/relationships/image" Target="../media/image29684.png"/><Relationship Id="rId369" Type="http://schemas.openxmlformats.org/officeDocument/2006/relationships/customXml" Target="../ink/ink3913.xml"/><Relationship Id="rId534" Type="http://schemas.openxmlformats.org/officeDocument/2006/relationships/image" Target="../media/image29352.png"/><Relationship Id="rId576" Type="http://schemas.openxmlformats.org/officeDocument/2006/relationships/customXml" Target="../ink/ink4018.xml"/><Relationship Id="rId741" Type="http://schemas.openxmlformats.org/officeDocument/2006/relationships/image" Target="../media/image29882.png"/><Relationship Id="rId173" Type="http://schemas.openxmlformats.org/officeDocument/2006/relationships/image" Target="../media/image29610.png"/><Relationship Id="rId229" Type="http://schemas.openxmlformats.org/officeDocument/2006/relationships/image" Target="../media/image29638.png"/><Relationship Id="rId380" Type="http://schemas.openxmlformats.org/officeDocument/2006/relationships/image" Target="../media/image29709.png"/><Relationship Id="rId436" Type="http://schemas.openxmlformats.org/officeDocument/2006/relationships/image" Target="../media/image29737.png"/><Relationship Id="rId601" Type="http://schemas.openxmlformats.org/officeDocument/2006/relationships/image" Target="../media/image29813.png"/><Relationship Id="rId643" Type="http://schemas.openxmlformats.org/officeDocument/2006/relationships/customXml" Target="../ink/ink4052.xml"/><Relationship Id="rId240" Type="http://schemas.openxmlformats.org/officeDocument/2006/relationships/customXml" Target="../ink/ink3848.xml"/><Relationship Id="rId478" Type="http://schemas.openxmlformats.org/officeDocument/2006/relationships/image" Target="../media/image29756.png"/><Relationship Id="rId685" Type="http://schemas.openxmlformats.org/officeDocument/2006/relationships/customXml" Target="../ink/ink4073.xml"/><Relationship Id="rId35" Type="http://schemas.openxmlformats.org/officeDocument/2006/relationships/image" Target="../media/image29542.png"/><Relationship Id="rId77" Type="http://schemas.openxmlformats.org/officeDocument/2006/relationships/image" Target="../media/image29562.png"/><Relationship Id="rId100" Type="http://schemas.openxmlformats.org/officeDocument/2006/relationships/customXml" Target="../ink/ink3778.xml"/><Relationship Id="rId282" Type="http://schemas.openxmlformats.org/officeDocument/2006/relationships/customXml" Target="../ink/ink3869.xml"/><Relationship Id="rId338" Type="http://schemas.openxmlformats.org/officeDocument/2006/relationships/image" Target="../media/image29689.png"/><Relationship Id="rId503" Type="http://schemas.openxmlformats.org/officeDocument/2006/relationships/customXml" Target="../ink/ink3981.xml"/><Relationship Id="rId545" Type="http://schemas.openxmlformats.org/officeDocument/2006/relationships/customXml" Target="../ink/ink4002.xml"/><Relationship Id="rId587" Type="http://schemas.openxmlformats.org/officeDocument/2006/relationships/image" Target="../media/image29806.png"/><Relationship Id="rId710" Type="http://schemas.openxmlformats.org/officeDocument/2006/relationships/image" Target="../media/image29867.png"/><Relationship Id="rId752" Type="http://schemas.openxmlformats.org/officeDocument/2006/relationships/customXml" Target="../ink/ink4107.xml"/><Relationship Id="rId8" Type="http://schemas.openxmlformats.org/officeDocument/2006/relationships/customXml" Target="../ink/ink3731.xml"/><Relationship Id="rId142" Type="http://schemas.openxmlformats.org/officeDocument/2006/relationships/customXml" Target="../ink/ink3799.xml"/><Relationship Id="rId184" Type="http://schemas.openxmlformats.org/officeDocument/2006/relationships/customXml" Target="../ink/ink3820.xml"/><Relationship Id="rId391" Type="http://schemas.openxmlformats.org/officeDocument/2006/relationships/customXml" Target="../ink/ink3924.xml"/><Relationship Id="rId405" Type="http://schemas.openxmlformats.org/officeDocument/2006/relationships/customXml" Target="../ink/ink3931.xml"/><Relationship Id="rId447" Type="http://schemas.openxmlformats.org/officeDocument/2006/relationships/image" Target="../media/image29742.png"/><Relationship Id="rId612" Type="http://schemas.openxmlformats.org/officeDocument/2006/relationships/customXml" Target="../ink/ink4036.xml"/><Relationship Id="rId251" Type="http://schemas.openxmlformats.org/officeDocument/2006/relationships/image" Target="../media/image29649.png"/><Relationship Id="rId489" Type="http://schemas.openxmlformats.org/officeDocument/2006/relationships/customXml" Target="../ink/ink3974.xml"/><Relationship Id="rId654" Type="http://schemas.openxmlformats.org/officeDocument/2006/relationships/image" Target="../media/image29839.png"/><Relationship Id="rId696" Type="http://schemas.openxmlformats.org/officeDocument/2006/relationships/image" Target="../media/image29860.png"/><Relationship Id="rId46" Type="http://schemas.openxmlformats.org/officeDocument/2006/relationships/customXml" Target="../ink/ink3751.xml"/><Relationship Id="rId293" Type="http://schemas.openxmlformats.org/officeDocument/2006/relationships/image" Target="../media/image29668.png"/><Relationship Id="rId307" Type="http://schemas.openxmlformats.org/officeDocument/2006/relationships/image" Target="../media/image28876.png"/><Relationship Id="rId349" Type="http://schemas.openxmlformats.org/officeDocument/2006/relationships/customXml" Target="../ink/ink3903.xml"/><Relationship Id="rId514" Type="http://schemas.openxmlformats.org/officeDocument/2006/relationships/image" Target="../media/image29513.png"/><Relationship Id="rId556" Type="http://schemas.openxmlformats.org/officeDocument/2006/relationships/image" Target="../media/image29791.png"/><Relationship Id="rId721" Type="http://schemas.openxmlformats.org/officeDocument/2006/relationships/customXml" Target="../ink/ink4091.xml"/><Relationship Id="rId88" Type="http://schemas.openxmlformats.org/officeDocument/2006/relationships/customXml" Target="../ink/ink3772.xml"/><Relationship Id="rId111" Type="http://schemas.openxmlformats.org/officeDocument/2006/relationships/image" Target="../media/image29579.png"/><Relationship Id="rId153" Type="http://schemas.openxmlformats.org/officeDocument/2006/relationships/image" Target="../media/image29600.png"/><Relationship Id="rId195" Type="http://schemas.openxmlformats.org/officeDocument/2006/relationships/image" Target="../media/image29621.png"/><Relationship Id="rId209" Type="http://schemas.openxmlformats.org/officeDocument/2006/relationships/image" Target="../media/image29628.png"/><Relationship Id="rId360" Type="http://schemas.openxmlformats.org/officeDocument/2006/relationships/image" Target="../media/image29699.png"/><Relationship Id="rId416" Type="http://schemas.openxmlformats.org/officeDocument/2006/relationships/image" Target="../media/image29727.png"/><Relationship Id="rId598" Type="http://schemas.openxmlformats.org/officeDocument/2006/relationships/customXml" Target="../ink/ink4029.xml"/><Relationship Id="rId220" Type="http://schemas.openxmlformats.org/officeDocument/2006/relationships/customXml" Target="../ink/ink3838.xml"/><Relationship Id="rId458" Type="http://schemas.openxmlformats.org/officeDocument/2006/relationships/customXml" Target="../ink/ink3958.xml"/><Relationship Id="rId623" Type="http://schemas.openxmlformats.org/officeDocument/2006/relationships/image" Target="../media/image29824.png"/><Relationship Id="rId665" Type="http://schemas.openxmlformats.org/officeDocument/2006/relationships/customXml" Target="../ink/ink4063.xml"/><Relationship Id="rId15" Type="http://schemas.openxmlformats.org/officeDocument/2006/relationships/customXml" Target="../ink/ink3735.xml"/><Relationship Id="rId57" Type="http://schemas.openxmlformats.org/officeDocument/2006/relationships/image" Target="../media/image29553.png"/><Relationship Id="rId262" Type="http://schemas.openxmlformats.org/officeDocument/2006/relationships/customXml" Target="../ink/ink3859.xml"/><Relationship Id="rId318" Type="http://schemas.openxmlformats.org/officeDocument/2006/relationships/customXml" Target="../ink/ink3887.xml"/><Relationship Id="rId525" Type="http://schemas.openxmlformats.org/officeDocument/2006/relationships/customXml" Target="../ink/ink3992.xml"/><Relationship Id="rId567" Type="http://schemas.openxmlformats.org/officeDocument/2006/relationships/customXml" Target="../ink/ink4013.xml"/><Relationship Id="rId732" Type="http://schemas.openxmlformats.org/officeDocument/2006/relationships/customXml" Target="../ink/ink4097.xml"/><Relationship Id="rId99" Type="http://schemas.openxmlformats.org/officeDocument/2006/relationships/image" Target="../media/image29573.png"/><Relationship Id="rId122" Type="http://schemas.openxmlformats.org/officeDocument/2006/relationships/customXml" Target="../ink/ink3789.xml"/><Relationship Id="rId164" Type="http://schemas.openxmlformats.org/officeDocument/2006/relationships/customXml" Target="../ink/ink3810.xml"/><Relationship Id="rId371" Type="http://schemas.openxmlformats.org/officeDocument/2006/relationships/customXml" Target="../ink/ink3914.xml"/><Relationship Id="rId427" Type="http://schemas.openxmlformats.org/officeDocument/2006/relationships/customXml" Target="../ink/ink3942.xml"/><Relationship Id="rId469" Type="http://schemas.openxmlformats.org/officeDocument/2006/relationships/customXml" Target="../ink/ink3964.xml"/><Relationship Id="rId634" Type="http://schemas.openxmlformats.org/officeDocument/2006/relationships/image" Target="../media/image29829.png"/><Relationship Id="rId676" Type="http://schemas.openxmlformats.org/officeDocument/2006/relationships/image" Target="../media/image29850.png"/><Relationship Id="rId26" Type="http://schemas.openxmlformats.org/officeDocument/2006/relationships/customXml" Target="../ink/ink3741.xml"/><Relationship Id="rId231" Type="http://schemas.openxmlformats.org/officeDocument/2006/relationships/image" Target="../media/image29639.png"/><Relationship Id="rId273" Type="http://schemas.openxmlformats.org/officeDocument/2006/relationships/image" Target="../media/image29659.png"/><Relationship Id="rId329" Type="http://schemas.openxmlformats.org/officeDocument/2006/relationships/image" Target="../media/image29685.png"/><Relationship Id="rId480" Type="http://schemas.openxmlformats.org/officeDocument/2006/relationships/image" Target="../media/image29757.png"/><Relationship Id="rId536" Type="http://schemas.openxmlformats.org/officeDocument/2006/relationships/image" Target="../media/image29782.png"/><Relationship Id="rId701" Type="http://schemas.openxmlformats.org/officeDocument/2006/relationships/customXml" Target="../ink/ink4081.xml"/><Relationship Id="rId68" Type="http://schemas.openxmlformats.org/officeDocument/2006/relationships/customXml" Target="../ink/ink3762.xml"/><Relationship Id="rId133" Type="http://schemas.openxmlformats.org/officeDocument/2006/relationships/image" Target="../media/image29590.png"/><Relationship Id="rId175" Type="http://schemas.openxmlformats.org/officeDocument/2006/relationships/image" Target="../media/image29611.png"/><Relationship Id="rId340" Type="http://schemas.openxmlformats.org/officeDocument/2006/relationships/image" Target="../media/image29690.png"/><Relationship Id="rId578" Type="http://schemas.openxmlformats.org/officeDocument/2006/relationships/customXml" Target="../ink/ink4019.xml"/><Relationship Id="rId743" Type="http://schemas.openxmlformats.org/officeDocument/2006/relationships/image" Target="../media/image29883.png"/><Relationship Id="rId200" Type="http://schemas.openxmlformats.org/officeDocument/2006/relationships/customXml" Target="../ink/ink3828.xml"/><Relationship Id="rId382" Type="http://schemas.openxmlformats.org/officeDocument/2006/relationships/image" Target="../media/image29710.png"/><Relationship Id="rId438" Type="http://schemas.openxmlformats.org/officeDocument/2006/relationships/customXml" Target="../ink/ink3948.xml"/><Relationship Id="rId603" Type="http://schemas.openxmlformats.org/officeDocument/2006/relationships/image" Target="../media/image29814.png"/><Relationship Id="rId645" Type="http://schemas.openxmlformats.org/officeDocument/2006/relationships/customXml" Target="../ink/ink4053.xml"/><Relationship Id="rId687" Type="http://schemas.openxmlformats.org/officeDocument/2006/relationships/customXml" Target="../ink/ink4074.xml"/><Relationship Id="rId242" Type="http://schemas.openxmlformats.org/officeDocument/2006/relationships/customXml" Target="../ink/ink3849.xml"/><Relationship Id="rId284" Type="http://schemas.openxmlformats.org/officeDocument/2006/relationships/customXml" Target="../ink/ink3870.xml"/><Relationship Id="rId491" Type="http://schemas.openxmlformats.org/officeDocument/2006/relationships/customXml" Target="../ink/ink3975.xml"/><Relationship Id="rId505" Type="http://schemas.openxmlformats.org/officeDocument/2006/relationships/customXml" Target="../ink/ink3982.xml"/><Relationship Id="rId712" Type="http://schemas.openxmlformats.org/officeDocument/2006/relationships/image" Target="../media/image29868.png"/><Relationship Id="rId37" Type="http://schemas.openxmlformats.org/officeDocument/2006/relationships/image" Target="../media/image29543.png"/><Relationship Id="rId79" Type="http://schemas.openxmlformats.org/officeDocument/2006/relationships/image" Target="../media/image29563.png"/><Relationship Id="rId102" Type="http://schemas.openxmlformats.org/officeDocument/2006/relationships/customXml" Target="../ink/ink3779.xml"/><Relationship Id="rId144" Type="http://schemas.openxmlformats.org/officeDocument/2006/relationships/customXml" Target="../ink/ink3800.xml"/><Relationship Id="rId547" Type="http://schemas.openxmlformats.org/officeDocument/2006/relationships/customXml" Target="../ink/ink4003.xml"/><Relationship Id="rId589" Type="http://schemas.openxmlformats.org/officeDocument/2006/relationships/image" Target="../media/image29807.png"/><Relationship Id="rId90" Type="http://schemas.openxmlformats.org/officeDocument/2006/relationships/customXml" Target="../ink/ink3773.xml"/><Relationship Id="rId186" Type="http://schemas.openxmlformats.org/officeDocument/2006/relationships/customXml" Target="../ink/ink3821.xml"/><Relationship Id="rId351" Type="http://schemas.openxmlformats.org/officeDocument/2006/relationships/customXml" Target="../ink/ink3904.xml"/><Relationship Id="rId393" Type="http://schemas.openxmlformats.org/officeDocument/2006/relationships/customXml" Target="../ink/ink3925.xml"/><Relationship Id="rId407" Type="http://schemas.openxmlformats.org/officeDocument/2006/relationships/customXml" Target="../ink/ink3932.xml"/><Relationship Id="rId449" Type="http://schemas.openxmlformats.org/officeDocument/2006/relationships/image" Target="../media/image29743.png"/><Relationship Id="rId614" Type="http://schemas.openxmlformats.org/officeDocument/2006/relationships/customXml" Target="../ink/ink4037.xml"/><Relationship Id="rId656" Type="http://schemas.openxmlformats.org/officeDocument/2006/relationships/image" Target="../media/image29840.png"/><Relationship Id="rId211" Type="http://schemas.openxmlformats.org/officeDocument/2006/relationships/image" Target="../media/image29629.png"/><Relationship Id="rId253" Type="http://schemas.openxmlformats.org/officeDocument/2006/relationships/image" Target="../media/image29650.png"/><Relationship Id="rId295" Type="http://schemas.openxmlformats.org/officeDocument/2006/relationships/image" Target="../media/image29669.png"/><Relationship Id="rId309" Type="http://schemas.openxmlformats.org/officeDocument/2006/relationships/image" Target="../media/image29675.png"/><Relationship Id="rId460" Type="http://schemas.openxmlformats.org/officeDocument/2006/relationships/customXml" Target="../ink/ink3959.xml"/><Relationship Id="rId516" Type="http://schemas.openxmlformats.org/officeDocument/2006/relationships/image" Target="../media/image28785.png"/><Relationship Id="rId698" Type="http://schemas.openxmlformats.org/officeDocument/2006/relationships/image" Target="../media/image29861.png"/><Relationship Id="rId48" Type="http://schemas.openxmlformats.org/officeDocument/2006/relationships/customXml" Target="../ink/ink3752.xml"/><Relationship Id="rId113" Type="http://schemas.openxmlformats.org/officeDocument/2006/relationships/image" Target="../media/image29580.png"/><Relationship Id="rId320" Type="http://schemas.openxmlformats.org/officeDocument/2006/relationships/customXml" Target="../ink/ink3888.xml"/><Relationship Id="rId558" Type="http://schemas.openxmlformats.org/officeDocument/2006/relationships/image" Target="../media/image29792.png"/><Relationship Id="rId723" Type="http://schemas.openxmlformats.org/officeDocument/2006/relationships/customXml" Target="../ink/ink4092.xml"/><Relationship Id="rId155" Type="http://schemas.openxmlformats.org/officeDocument/2006/relationships/image" Target="../media/image29601.png"/><Relationship Id="rId197" Type="http://schemas.openxmlformats.org/officeDocument/2006/relationships/image" Target="../media/image29622.png"/><Relationship Id="rId362" Type="http://schemas.openxmlformats.org/officeDocument/2006/relationships/image" Target="../media/image29700.png"/><Relationship Id="rId418" Type="http://schemas.openxmlformats.org/officeDocument/2006/relationships/image" Target="../media/image29728.png"/><Relationship Id="rId625" Type="http://schemas.openxmlformats.org/officeDocument/2006/relationships/image" Target="../media/image29825.png"/><Relationship Id="rId222" Type="http://schemas.openxmlformats.org/officeDocument/2006/relationships/customXml" Target="../ink/ink3839.xml"/><Relationship Id="rId264" Type="http://schemas.openxmlformats.org/officeDocument/2006/relationships/customXml" Target="../ink/ink3860.xml"/><Relationship Id="rId471" Type="http://schemas.openxmlformats.org/officeDocument/2006/relationships/customXml" Target="../ink/ink3965.xml"/><Relationship Id="rId667" Type="http://schemas.openxmlformats.org/officeDocument/2006/relationships/customXml" Target="../ink/ink4064.xml"/><Relationship Id="rId17" Type="http://schemas.openxmlformats.org/officeDocument/2006/relationships/customXml" Target="../ink/ink3736.xml"/><Relationship Id="rId59" Type="http://schemas.openxmlformats.org/officeDocument/2006/relationships/image" Target="../media/image29554.png"/><Relationship Id="rId124" Type="http://schemas.openxmlformats.org/officeDocument/2006/relationships/customXml" Target="../ink/ink3790.xml"/><Relationship Id="rId527" Type="http://schemas.openxmlformats.org/officeDocument/2006/relationships/customXml" Target="../ink/ink3993.xml"/><Relationship Id="rId569" Type="http://schemas.openxmlformats.org/officeDocument/2006/relationships/customXml" Target="../ink/ink4014.xml"/><Relationship Id="rId734" Type="http://schemas.openxmlformats.org/officeDocument/2006/relationships/customXml" Target="../ink/ink4098.xml"/><Relationship Id="rId70" Type="http://schemas.openxmlformats.org/officeDocument/2006/relationships/customXml" Target="../ink/ink3763.xml"/><Relationship Id="rId166" Type="http://schemas.openxmlformats.org/officeDocument/2006/relationships/customXml" Target="../ink/ink3811.xml"/><Relationship Id="rId331" Type="http://schemas.openxmlformats.org/officeDocument/2006/relationships/customXml" Target="../ink/ink3894.xml"/><Relationship Id="rId373" Type="http://schemas.openxmlformats.org/officeDocument/2006/relationships/customXml" Target="../ink/ink3915.xml"/><Relationship Id="rId429" Type="http://schemas.openxmlformats.org/officeDocument/2006/relationships/customXml" Target="../ink/ink3943.xml"/><Relationship Id="rId580" Type="http://schemas.openxmlformats.org/officeDocument/2006/relationships/customXml" Target="../ink/ink4020.xml"/><Relationship Id="rId636" Type="http://schemas.openxmlformats.org/officeDocument/2006/relationships/image" Target="../media/image29830.png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29640.png"/><Relationship Id="rId440" Type="http://schemas.openxmlformats.org/officeDocument/2006/relationships/customXml" Target="../ink/ink3949.xml"/><Relationship Id="rId678" Type="http://schemas.openxmlformats.org/officeDocument/2006/relationships/image" Target="../media/image29851.png"/><Relationship Id="rId28" Type="http://schemas.openxmlformats.org/officeDocument/2006/relationships/customXml" Target="../ink/ink3742.xml"/><Relationship Id="rId275" Type="http://schemas.openxmlformats.org/officeDocument/2006/relationships/image" Target="../media/image29660.png"/><Relationship Id="rId300" Type="http://schemas.openxmlformats.org/officeDocument/2006/relationships/customXml" Target="../ink/ink3878.xml"/><Relationship Id="rId482" Type="http://schemas.openxmlformats.org/officeDocument/2006/relationships/image" Target="../media/image29758.png"/><Relationship Id="rId538" Type="http://schemas.openxmlformats.org/officeDocument/2006/relationships/image" Target="../media/image29783.png"/><Relationship Id="rId703" Type="http://schemas.openxmlformats.org/officeDocument/2006/relationships/customXml" Target="../ink/ink4082.xml"/><Relationship Id="rId745" Type="http://schemas.openxmlformats.org/officeDocument/2006/relationships/image" Target="../media/image29884.png"/><Relationship Id="rId81" Type="http://schemas.openxmlformats.org/officeDocument/2006/relationships/image" Target="../media/image29564.png"/><Relationship Id="rId135" Type="http://schemas.openxmlformats.org/officeDocument/2006/relationships/image" Target="../media/image29591.png"/><Relationship Id="rId177" Type="http://schemas.openxmlformats.org/officeDocument/2006/relationships/image" Target="../media/image29612.png"/><Relationship Id="rId342" Type="http://schemas.openxmlformats.org/officeDocument/2006/relationships/image" Target="../media/image29691.png"/><Relationship Id="rId384" Type="http://schemas.openxmlformats.org/officeDocument/2006/relationships/image" Target="../media/image29711.png"/><Relationship Id="rId591" Type="http://schemas.openxmlformats.org/officeDocument/2006/relationships/image" Target="../media/image29808.png"/><Relationship Id="rId605" Type="http://schemas.openxmlformats.org/officeDocument/2006/relationships/image" Target="../media/image29815.png"/><Relationship Id="rId202" Type="http://schemas.openxmlformats.org/officeDocument/2006/relationships/customXml" Target="../ink/ink3829.xml"/><Relationship Id="rId244" Type="http://schemas.openxmlformats.org/officeDocument/2006/relationships/customXml" Target="../ink/ink3850.xml"/><Relationship Id="rId647" Type="http://schemas.openxmlformats.org/officeDocument/2006/relationships/customXml" Target="../ink/ink4054.xml"/><Relationship Id="rId689" Type="http://schemas.openxmlformats.org/officeDocument/2006/relationships/customXml" Target="../ink/ink4075.xml"/><Relationship Id="rId39" Type="http://schemas.openxmlformats.org/officeDocument/2006/relationships/image" Target="../media/image29544.png"/><Relationship Id="rId286" Type="http://schemas.openxmlformats.org/officeDocument/2006/relationships/customXml" Target="../ink/ink3871.xml"/><Relationship Id="rId451" Type="http://schemas.openxmlformats.org/officeDocument/2006/relationships/image" Target="../media/image29744.png"/><Relationship Id="rId493" Type="http://schemas.openxmlformats.org/officeDocument/2006/relationships/customXml" Target="../ink/ink3976.xml"/><Relationship Id="rId507" Type="http://schemas.openxmlformats.org/officeDocument/2006/relationships/customXml" Target="../ink/ink3983.xml"/><Relationship Id="rId549" Type="http://schemas.openxmlformats.org/officeDocument/2006/relationships/customXml" Target="../ink/ink4004.xml"/><Relationship Id="rId714" Type="http://schemas.openxmlformats.org/officeDocument/2006/relationships/image" Target="../media/image29869.png"/><Relationship Id="rId50" Type="http://schemas.openxmlformats.org/officeDocument/2006/relationships/customXml" Target="../ink/ink3753.xml"/><Relationship Id="rId104" Type="http://schemas.openxmlformats.org/officeDocument/2006/relationships/customXml" Target="../ink/ink3780.xml"/><Relationship Id="rId146" Type="http://schemas.openxmlformats.org/officeDocument/2006/relationships/customXml" Target="../ink/ink3801.xml"/><Relationship Id="rId188" Type="http://schemas.openxmlformats.org/officeDocument/2006/relationships/customXml" Target="../ink/ink3822.xml"/><Relationship Id="rId311" Type="http://schemas.openxmlformats.org/officeDocument/2006/relationships/image" Target="../media/image29676.png"/><Relationship Id="rId353" Type="http://schemas.openxmlformats.org/officeDocument/2006/relationships/customXml" Target="../ink/ink3905.xml"/><Relationship Id="rId395" Type="http://schemas.openxmlformats.org/officeDocument/2006/relationships/customXml" Target="../ink/ink3926.xml"/><Relationship Id="rId409" Type="http://schemas.openxmlformats.org/officeDocument/2006/relationships/customXml" Target="../ink/ink3933.xml"/><Relationship Id="rId560" Type="http://schemas.openxmlformats.org/officeDocument/2006/relationships/image" Target="../media/image29793.png"/><Relationship Id="rId92" Type="http://schemas.openxmlformats.org/officeDocument/2006/relationships/customXml" Target="../ink/ink3774.xml"/><Relationship Id="rId213" Type="http://schemas.openxmlformats.org/officeDocument/2006/relationships/image" Target="../media/image29630.png"/><Relationship Id="rId420" Type="http://schemas.openxmlformats.org/officeDocument/2006/relationships/image" Target="../media/image29729.png"/><Relationship Id="rId616" Type="http://schemas.openxmlformats.org/officeDocument/2006/relationships/customXml" Target="../ink/ink4038.xml"/><Relationship Id="rId658" Type="http://schemas.openxmlformats.org/officeDocument/2006/relationships/image" Target="../media/image29841.png"/><Relationship Id="rId255" Type="http://schemas.openxmlformats.org/officeDocument/2006/relationships/image" Target="../media/image28805.png"/><Relationship Id="rId297" Type="http://schemas.openxmlformats.org/officeDocument/2006/relationships/image" Target="../media/image29670.png"/><Relationship Id="rId462" Type="http://schemas.openxmlformats.org/officeDocument/2006/relationships/customXml" Target="../ink/ink3960.xml"/><Relationship Id="rId518" Type="http://schemas.openxmlformats.org/officeDocument/2006/relationships/image" Target="../media/image29774.png"/><Relationship Id="rId725" Type="http://schemas.openxmlformats.org/officeDocument/2006/relationships/image" Target="../media/image29874.png"/><Relationship Id="rId115" Type="http://schemas.openxmlformats.org/officeDocument/2006/relationships/image" Target="../media/image29581.png"/><Relationship Id="rId157" Type="http://schemas.openxmlformats.org/officeDocument/2006/relationships/image" Target="../media/image29602.png"/><Relationship Id="rId322" Type="http://schemas.openxmlformats.org/officeDocument/2006/relationships/customXml" Target="../ink/ink3889.xml"/><Relationship Id="rId364" Type="http://schemas.openxmlformats.org/officeDocument/2006/relationships/image" Target="../media/image29701.png"/><Relationship Id="rId61" Type="http://schemas.openxmlformats.org/officeDocument/2006/relationships/image" Target="../media/image29555.png"/><Relationship Id="rId199" Type="http://schemas.openxmlformats.org/officeDocument/2006/relationships/image" Target="../media/image29623.png"/><Relationship Id="rId571" Type="http://schemas.openxmlformats.org/officeDocument/2006/relationships/image" Target="../media/image29798.png"/><Relationship Id="rId627" Type="http://schemas.openxmlformats.org/officeDocument/2006/relationships/image" Target="../media/image29826.png"/><Relationship Id="rId669" Type="http://schemas.openxmlformats.org/officeDocument/2006/relationships/customXml" Target="../ink/ink4065.xml"/><Relationship Id="rId19" Type="http://schemas.openxmlformats.org/officeDocument/2006/relationships/customXml" Target="../ink/ink3737.xml"/><Relationship Id="rId224" Type="http://schemas.openxmlformats.org/officeDocument/2006/relationships/customXml" Target="../ink/ink3840.xml"/><Relationship Id="rId266" Type="http://schemas.openxmlformats.org/officeDocument/2006/relationships/customXml" Target="../ink/ink3861.xml"/><Relationship Id="rId431" Type="http://schemas.openxmlformats.org/officeDocument/2006/relationships/customXml" Target="../ink/ink3944.xml"/><Relationship Id="rId473" Type="http://schemas.openxmlformats.org/officeDocument/2006/relationships/customXml" Target="../ink/ink3966.xml"/><Relationship Id="rId529" Type="http://schemas.openxmlformats.org/officeDocument/2006/relationships/customXml" Target="../ink/ink3994.xml"/><Relationship Id="rId680" Type="http://schemas.openxmlformats.org/officeDocument/2006/relationships/image" Target="../media/image29852.png"/><Relationship Id="rId736" Type="http://schemas.openxmlformats.org/officeDocument/2006/relationships/customXml" Target="../ink/ink4099.xml"/><Relationship Id="rId30" Type="http://schemas.openxmlformats.org/officeDocument/2006/relationships/customXml" Target="../ink/ink3743.xml"/><Relationship Id="rId126" Type="http://schemas.openxmlformats.org/officeDocument/2006/relationships/customXml" Target="../ink/ink3791.xml"/><Relationship Id="rId168" Type="http://schemas.openxmlformats.org/officeDocument/2006/relationships/customXml" Target="../ink/ink3812.xml"/><Relationship Id="rId333" Type="http://schemas.openxmlformats.org/officeDocument/2006/relationships/customXml" Target="../ink/ink3895.xml"/><Relationship Id="rId540" Type="http://schemas.openxmlformats.org/officeDocument/2006/relationships/image" Target="../media/image29784.png"/><Relationship Id="rId72" Type="http://schemas.openxmlformats.org/officeDocument/2006/relationships/customXml" Target="../ink/ink3764.xml"/><Relationship Id="rId375" Type="http://schemas.openxmlformats.org/officeDocument/2006/relationships/customXml" Target="../ink/ink3916.xml"/><Relationship Id="rId582" Type="http://schemas.openxmlformats.org/officeDocument/2006/relationships/customXml" Target="../ink/ink4021.xml"/><Relationship Id="rId638" Type="http://schemas.openxmlformats.org/officeDocument/2006/relationships/image" Target="../media/image29831.png"/><Relationship Id="rId3" Type="http://schemas.openxmlformats.org/officeDocument/2006/relationships/image" Target="../media/image28768.png"/><Relationship Id="rId235" Type="http://schemas.openxmlformats.org/officeDocument/2006/relationships/image" Target="../media/image29641.png"/><Relationship Id="rId277" Type="http://schemas.openxmlformats.org/officeDocument/2006/relationships/image" Target="../media/image29661.png"/><Relationship Id="rId400" Type="http://schemas.openxmlformats.org/officeDocument/2006/relationships/image" Target="../media/image29719.png"/><Relationship Id="rId442" Type="http://schemas.openxmlformats.org/officeDocument/2006/relationships/customXml" Target="../ink/ink3950.xml"/><Relationship Id="rId484" Type="http://schemas.openxmlformats.org/officeDocument/2006/relationships/image" Target="../media/image29759.png"/><Relationship Id="rId705" Type="http://schemas.openxmlformats.org/officeDocument/2006/relationships/customXml" Target="../ink/ink4083.xml"/><Relationship Id="rId137" Type="http://schemas.openxmlformats.org/officeDocument/2006/relationships/image" Target="../media/image29592.png"/><Relationship Id="rId302" Type="http://schemas.openxmlformats.org/officeDocument/2006/relationships/customXml" Target="../ink/ink3879.xml"/><Relationship Id="rId344" Type="http://schemas.openxmlformats.org/officeDocument/2006/relationships/image" Target="../media/image29692.png"/><Relationship Id="rId691" Type="http://schemas.openxmlformats.org/officeDocument/2006/relationships/customXml" Target="../ink/ink4076.xml"/><Relationship Id="rId747" Type="http://schemas.openxmlformats.org/officeDocument/2006/relationships/image" Target="../media/image29885.png"/><Relationship Id="rId41" Type="http://schemas.openxmlformats.org/officeDocument/2006/relationships/image" Target="../media/image29545.png"/><Relationship Id="rId83" Type="http://schemas.openxmlformats.org/officeDocument/2006/relationships/image" Target="../media/image29565.png"/><Relationship Id="rId179" Type="http://schemas.openxmlformats.org/officeDocument/2006/relationships/image" Target="../media/image29613.png"/><Relationship Id="rId386" Type="http://schemas.openxmlformats.org/officeDocument/2006/relationships/image" Target="../media/image29712.png"/><Relationship Id="rId551" Type="http://schemas.openxmlformats.org/officeDocument/2006/relationships/customXml" Target="../ink/ink4005.xml"/><Relationship Id="rId593" Type="http://schemas.openxmlformats.org/officeDocument/2006/relationships/image" Target="../media/image29809.png"/><Relationship Id="rId607" Type="http://schemas.openxmlformats.org/officeDocument/2006/relationships/image" Target="../media/image29816.png"/><Relationship Id="rId649" Type="http://schemas.openxmlformats.org/officeDocument/2006/relationships/customXml" Target="../ink/ink4055.xml"/><Relationship Id="rId190" Type="http://schemas.openxmlformats.org/officeDocument/2006/relationships/customXml" Target="../ink/ink3823.xml"/><Relationship Id="rId204" Type="http://schemas.openxmlformats.org/officeDocument/2006/relationships/customXml" Target="../ink/ink3830.xml"/><Relationship Id="rId246" Type="http://schemas.openxmlformats.org/officeDocument/2006/relationships/customXml" Target="../ink/ink3851.xml"/><Relationship Id="rId288" Type="http://schemas.openxmlformats.org/officeDocument/2006/relationships/customXml" Target="../ink/ink3872.xml"/><Relationship Id="rId411" Type="http://schemas.openxmlformats.org/officeDocument/2006/relationships/customXml" Target="../ink/ink3934.xml"/><Relationship Id="rId453" Type="http://schemas.openxmlformats.org/officeDocument/2006/relationships/image" Target="../media/image28836.png"/><Relationship Id="rId509" Type="http://schemas.openxmlformats.org/officeDocument/2006/relationships/customXml" Target="../ink/ink3984.xml"/><Relationship Id="rId660" Type="http://schemas.openxmlformats.org/officeDocument/2006/relationships/image" Target="../media/image29842.png"/><Relationship Id="rId106" Type="http://schemas.openxmlformats.org/officeDocument/2006/relationships/customXml" Target="../ink/ink3781.xml"/><Relationship Id="rId313" Type="http://schemas.openxmlformats.org/officeDocument/2006/relationships/image" Target="../media/image29677.png"/><Relationship Id="rId495" Type="http://schemas.openxmlformats.org/officeDocument/2006/relationships/customXml" Target="../ink/ink3977.xml"/><Relationship Id="rId716" Type="http://schemas.openxmlformats.org/officeDocument/2006/relationships/image" Target="../media/image29870.png"/><Relationship Id="rId10" Type="http://schemas.openxmlformats.org/officeDocument/2006/relationships/image" Target="../media/image29531.png"/><Relationship Id="rId52" Type="http://schemas.openxmlformats.org/officeDocument/2006/relationships/customXml" Target="../ink/ink3754.xml"/><Relationship Id="rId94" Type="http://schemas.openxmlformats.org/officeDocument/2006/relationships/customXml" Target="../ink/ink3775.xml"/><Relationship Id="rId148" Type="http://schemas.openxmlformats.org/officeDocument/2006/relationships/customXml" Target="../ink/ink3802.xml"/><Relationship Id="rId355" Type="http://schemas.openxmlformats.org/officeDocument/2006/relationships/customXml" Target="../ink/ink3906.xml"/><Relationship Id="rId397" Type="http://schemas.openxmlformats.org/officeDocument/2006/relationships/customXml" Target="../ink/ink3927.xml"/><Relationship Id="rId520" Type="http://schemas.openxmlformats.org/officeDocument/2006/relationships/image" Target="../media/image29775.png"/><Relationship Id="rId562" Type="http://schemas.openxmlformats.org/officeDocument/2006/relationships/image" Target="../media/image29794.png"/><Relationship Id="rId618" Type="http://schemas.openxmlformats.org/officeDocument/2006/relationships/customXml" Target="../ink/ink4039.xml"/><Relationship Id="rId215" Type="http://schemas.openxmlformats.org/officeDocument/2006/relationships/image" Target="../media/image29631.png"/><Relationship Id="rId257" Type="http://schemas.openxmlformats.org/officeDocument/2006/relationships/image" Target="../media/image29651.png"/><Relationship Id="rId422" Type="http://schemas.openxmlformats.org/officeDocument/2006/relationships/image" Target="../media/image29730.png"/><Relationship Id="rId464" Type="http://schemas.openxmlformats.org/officeDocument/2006/relationships/customXml" Target="../ink/ink3961.xml"/><Relationship Id="rId299" Type="http://schemas.openxmlformats.org/officeDocument/2006/relationships/image" Target="../media/image29671.png"/><Relationship Id="rId727" Type="http://schemas.openxmlformats.org/officeDocument/2006/relationships/image" Target="../media/image29875.png"/><Relationship Id="rId63" Type="http://schemas.openxmlformats.org/officeDocument/2006/relationships/image" Target="../media/image29556.png"/><Relationship Id="rId159" Type="http://schemas.openxmlformats.org/officeDocument/2006/relationships/image" Target="../media/image29603.png"/><Relationship Id="rId366" Type="http://schemas.openxmlformats.org/officeDocument/2006/relationships/image" Target="../media/image29702.png"/><Relationship Id="rId573" Type="http://schemas.openxmlformats.org/officeDocument/2006/relationships/image" Target="../media/image29799.png"/><Relationship Id="rId226" Type="http://schemas.openxmlformats.org/officeDocument/2006/relationships/customXml" Target="../ink/ink3841.xml"/><Relationship Id="rId433" Type="http://schemas.openxmlformats.org/officeDocument/2006/relationships/customXml" Target="../ink/ink3945.xml"/><Relationship Id="rId640" Type="http://schemas.openxmlformats.org/officeDocument/2006/relationships/image" Target="../media/image29832.png"/><Relationship Id="rId738" Type="http://schemas.openxmlformats.org/officeDocument/2006/relationships/customXml" Target="../ink/ink4100.xml"/><Relationship Id="rId74" Type="http://schemas.openxmlformats.org/officeDocument/2006/relationships/customXml" Target="../ink/ink3765.xml"/><Relationship Id="rId377" Type="http://schemas.openxmlformats.org/officeDocument/2006/relationships/customXml" Target="../ink/ink3917.xml"/><Relationship Id="rId500" Type="http://schemas.openxmlformats.org/officeDocument/2006/relationships/image" Target="../media/image29767.png"/><Relationship Id="rId584" Type="http://schemas.openxmlformats.org/officeDocument/2006/relationships/customXml" Target="../ink/ink4022.xml"/><Relationship Id="rId5" Type="http://schemas.openxmlformats.org/officeDocument/2006/relationships/image" Target="../media/image29274.png"/><Relationship Id="rId237" Type="http://schemas.openxmlformats.org/officeDocument/2006/relationships/image" Target="../media/image29642.png"/><Relationship Id="rId444" Type="http://schemas.openxmlformats.org/officeDocument/2006/relationships/customXml" Target="../ink/ink3951.xml"/><Relationship Id="rId651" Type="http://schemas.openxmlformats.org/officeDocument/2006/relationships/customXml" Target="../ink/ink4056.xml"/><Relationship Id="rId749" Type="http://schemas.openxmlformats.org/officeDocument/2006/relationships/image" Target="../media/image29886.png"/><Relationship Id="rId290" Type="http://schemas.openxmlformats.org/officeDocument/2006/relationships/customXml" Target="../ink/ink3873.xml"/><Relationship Id="rId304" Type="http://schemas.openxmlformats.org/officeDocument/2006/relationships/customXml" Target="../ink/ink3880.xml"/><Relationship Id="rId388" Type="http://schemas.openxmlformats.org/officeDocument/2006/relationships/image" Target="../media/image29713.png"/><Relationship Id="rId511" Type="http://schemas.openxmlformats.org/officeDocument/2006/relationships/customXml" Target="../ink/ink3985.xml"/><Relationship Id="rId609" Type="http://schemas.openxmlformats.org/officeDocument/2006/relationships/image" Target="../media/image29817.png"/><Relationship Id="rId85" Type="http://schemas.openxmlformats.org/officeDocument/2006/relationships/image" Target="../media/image29566.png"/><Relationship Id="rId150" Type="http://schemas.openxmlformats.org/officeDocument/2006/relationships/customXml" Target="../ink/ink3803.xml"/><Relationship Id="rId595" Type="http://schemas.openxmlformats.org/officeDocument/2006/relationships/image" Target="../media/image29810.png"/><Relationship Id="rId248" Type="http://schemas.openxmlformats.org/officeDocument/2006/relationships/customXml" Target="../ink/ink3852.xml"/><Relationship Id="rId455" Type="http://schemas.openxmlformats.org/officeDocument/2006/relationships/image" Target="../media/image29745.png"/><Relationship Id="rId662" Type="http://schemas.openxmlformats.org/officeDocument/2006/relationships/image" Target="../media/image29843.png"/><Relationship Id="rId12" Type="http://schemas.openxmlformats.org/officeDocument/2006/relationships/image" Target="../media/image29532.png"/><Relationship Id="rId108" Type="http://schemas.openxmlformats.org/officeDocument/2006/relationships/customXml" Target="../ink/ink3782.xml"/><Relationship Id="rId315" Type="http://schemas.openxmlformats.org/officeDocument/2006/relationships/image" Target="../media/image29678.png"/><Relationship Id="rId522" Type="http://schemas.openxmlformats.org/officeDocument/2006/relationships/image" Target="../media/image29776.png"/><Relationship Id="rId96" Type="http://schemas.openxmlformats.org/officeDocument/2006/relationships/customXml" Target="../ink/ink3776.xml"/><Relationship Id="rId161" Type="http://schemas.openxmlformats.org/officeDocument/2006/relationships/image" Target="../media/image29604.png"/><Relationship Id="rId399" Type="http://schemas.openxmlformats.org/officeDocument/2006/relationships/customXml" Target="../ink/ink3928.xml"/><Relationship Id="rId259" Type="http://schemas.openxmlformats.org/officeDocument/2006/relationships/image" Target="../media/image29652.png"/><Relationship Id="rId466" Type="http://schemas.openxmlformats.org/officeDocument/2006/relationships/image" Target="../media/image29750.png"/><Relationship Id="rId673" Type="http://schemas.openxmlformats.org/officeDocument/2006/relationships/customXml" Target="../ink/ink4067.xml"/><Relationship Id="rId23" Type="http://schemas.openxmlformats.org/officeDocument/2006/relationships/image" Target="../media/image29537.png"/><Relationship Id="rId119" Type="http://schemas.openxmlformats.org/officeDocument/2006/relationships/image" Target="../media/image29583.png"/><Relationship Id="rId326" Type="http://schemas.openxmlformats.org/officeDocument/2006/relationships/customXml" Target="../ink/ink3891.xml"/><Relationship Id="rId533" Type="http://schemas.openxmlformats.org/officeDocument/2006/relationships/customXml" Target="../ink/ink3996.xml"/><Relationship Id="rId740" Type="http://schemas.openxmlformats.org/officeDocument/2006/relationships/customXml" Target="../ink/ink4101.xml"/><Relationship Id="rId172" Type="http://schemas.openxmlformats.org/officeDocument/2006/relationships/customXml" Target="../ink/ink3814.xml"/><Relationship Id="rId477" Type="http://schemas.openxmlformats.org/officeDocument/2006/relationships/customXml" Target="../ink/ink3968.xml"/><Relationship Id="rId600" Type="http://schemas.openxmlformats.org/officeDocument/2006/relationships/customXml" Target="../ink/ink4030.xml"/><Relationship Id="rId684" Type="http://schemas.openxmlformats.org/officeDocument/2006/relationships/image" Target="../media/image29854.png"/><Relationship Id="rId337" Type="http://schemas.openxmlformats.org/officeDocument/2006/relationships/customXml" Target="../ink/ink3897.xml"/><Relationship Id="rId34" Type="http://schemas.openxmlformats.org/officeDocument/2006/relationships/customXml" Target="../ink/ink3745.xml"/><Relationship Id="rId544" Type="http://schemas.openxmlformats.org/officeDocument/2006/relationships/image" Target="../media/image29786.png"/><Relationship Id="rId751" Type="http://schemas.openxmlformats.org/officeDocument/2006/relationships/image" Target="../media/image29887.png"/><Relationship Id="rId183" Type="http://schemas.openxmlformats.org/officeDocument/2006/relationships/image" Target="../media/image29615.png"/><Relationship Id="rId390" Type="http://schemas.openxmlformats.org/officeDocument/2006/relationships/image" Target="../media/image29714.png"/><Relationship Id="rId404" Type="http://schemas.openxmlformats.org/officeDocument/2006/relationships/image" Target="../media/image29721.png"/><Relationship Id="rId611" Type="http://schemas.openxmlformats.org/officeDocument/2006/relationships/image" Target="../media/image29818.png"/><Relationship Id="rId250" Type="http://schemas.openxmlformats.org/officeDocument/2006/relationships/customXml" Target="../ink/ink3853.xml"/><Relationship Id="rId488" Type="http://schemas.openxmlformats.org/officeDocument/2006/relationships/image" Target="../media/image29761.png"/><Relationship Id="rId695" Type="http://schemas.openxmlformats.org/officeDocument/2006/relationships/customXml" Target="../ink/ink4078.xml"/><Relationship Id="rId709" Type="http://schemas.openxmlformats.org/officeDocument/2006/relationships/customXml" Target="../ink/ink4085.xml"/><Relationship Id="rId45" Type="http://schemas.openxmlformats.org/officeDocument/2006/relationships/image" Target="../media/image29547.png"/><Relationship Id="rId110" Type="http://schemas.openxmlformats.org/officeDocument/2006/relationships/customXml" Target="../ink/ink3783.xml"/><Relationship Id="rId348" Type="http://schemas.openxmlformats.org/officeDocument/2006/relationships/image" Target="../media/image29135.png"/><Relationship Id="rId555" Type="http://schemas.openxmlformats.org/officeDocument/2006/relationships/customXml" Target="../ink/ink4007.xml"/><Relationship Id="rId194" Type="http://schemas.openxmlformats.org/officeDocument/2006/relationships/customXml" Target="../ink/ink3825.xml"/><Relationship Id="rId208" Type="http://schemas.openxmlformats.org/officeDocument/2006/relationships/customXml" Target="../ink/ink3832.xml"/><Relationship Id="rId415" Type="http://schemas.openxmlformats.org/officeDocument/2006/relationships/customXml" Target="../ink/ink3936.xml"/><Relationship Id="rId622" Type="http://schemas.openxmlformats.org/officeDocument/2006/relationships/customXml" Target="../ink/ink4041.xml"/><Relationship Id="rId261" Type="http://schemas.openxmlformats.org/officeDocument/2006/relationships/image" Target="../media/image29653.png"/><Relationship Id="rId499" Type="http://schemas.openxmlformats.org/officeDocument/2006/relationships/customXml" Target="../ink/ink3979.xml"/><Relationship Id="rId56" Type="http://schemas.openxmlformats.org/officeDocument/2006/relationships/customXml" Target="../ink/ink3756.xml"/><Relationship Id="rId359" Type="http://schemas.openxmlformats.org/officeDocument/2006/relationships/customXml" Target="../ink/ink3908.xml"/><Relationship Id="rId566" Type="http://schemas.openxmlformats.org/officeDocument/2006/relationships/image" Target="../media/image29796.png"/><Relationship Id="rId121" Type="http://schemas.openxmlformats.org/officeDocument/2006/relationships/image" Target="../media/image29584.png"/><Relationship Id="rId219" Type="http://schemas.openxmlformats.org/officeDocument/2006/relationships/image" Target="../media/image29633.png"/><Relationship Id="rId426" Type="http://schemas.openxmlformats.org/officeDocument/2006/relationships/image" Target="../media/image29732.png"/><Relationship Id="rId633" Type="http://schemas.openxmlformats.org/officeDocument/2006/relationships/customXml" Target="../ink/ink4047.xml"/><Relationship Id="rId67" Type="http://schemas.openxmlformats.org/officeDocument/2006/relationships/image" Target="../media/image29558.png"/><Relationship Id="rId272" Type="http://schemas.openxmlformats.org/officeDocument/2006/relationships/customXml" Target="../ink/ink3864.xml"/><Relationship Id="rId577" Type="http://schemas.openxmlformats.org/officeDocument/2006/relationships/image" Target="../media/image29801.png"/><Relationship Id="rId700" Type="http://schemas.openxmlformats.org/officeDocument/2006/relationships/image" Target="../media/image29862.png"/><Relationship Id="rId132" Type="http://schemas.openxmlformats.org/officeDocument/2006/relationships/customXml" Target="../ink/ink3794.xml"/><Relationship Id="rId437" Type="http://schemas.openxmlformats.org/officeDocument/2006/relationships/customXml" Target="../ink/ink3947.xml"/><Relationship Id="rId644" Type="http://schemas.openxmlformats.org/officeDocument/2006/relationships/image" Target="../media/image29834.png"/><Relationship Id="rId283" Type="http://schemas.openxmlformats.org/officeDocument/2006/relationships/image" Target="../media/image29664.png"/><Relationship Id="rId490" Type="http://schemas.openxmlformats.org/officeDocument/2006/relationships/image" Target="../media/image29762.png"/><Relationship Id="rId504" Type="http://schemas.openxmlformats.org/officeDocument/2006/relationships/image" Target="../media/image29769.png"/><Relationship Id="rId711" Type="http://schemas.openxmlformats.org/officeDocument/2006/relationships/customXml" Target="../ink/ink4086.xml"/><Relationship Id="rId78" Type="http://schemas.openxmlformats.org/officeDocument/2006/relationships/customXml" Target="../ink/ink3767.xml"/><Relationship Id="rId143" Type="http://schemas.openxmlformats.org/officeDocument/2006/relationships/image" Target="../media/image29595.png"/><Relationship Id="rId350" Type="http://schemas.openxmlformats.org/officeDocument/2006/relationships/image" Target="../media/image29694.png"/><Relationship Id="rId588" Type="http://schemas.openxmlformats.org/officeDocument/2006/relationships/customXml" Target="../ink/ink4024.xml"/><Relationship Id="rId9" Type="http://schemas.openxmlformats.org/officeDocument/2006/relationships/customXml" Target="../ink/ink3732.xml"/><Relationship Id="rId210" Type="http://schemas.openxmlformats.org/officeDocument/2006/relationships/customXml" Target="../ink/ink3833.xml"/><Relationship Id="rId448" Type="http://schemas.openxmlformats.org/officeDocument/2006/relationships/customXml" Target="../ink/ink3953.xml"/><Relationship Id="rId655" Type="http://schemas.openxmlformats.org/officeDocument/2006/relationships/customXml" Target="../ink/ink4058.xml"/><Relationship Id="rId294" Type="http://schemas.openxmlformats.org/officeDocument/2006/relationships/customXml" Target="../ink/ink3875.xml"/><Relationship Id="rId308" Type="http://schemas.openxmlformats.org/officeDocument/2006/relationships/customXml" Target="../ink/ink3882.xml"/><Relationship Id="rId515" Type="http://schemas.openxmlformats.org/officeDocument/2006/relationships/customXml" Target="../ink/ink3987.xml"/><Relationship Id="rId722" Type="http://schemas.openxmlformats.org/officeDocument/2006/relationships/image" Target="../media/image29873.png"/><Relationship Id="rId89" Type="http://schemas.openxmlformats.org/officeDocument/2006/relationships/image" Target="../media/image29568.png"/><Relationship Id="rId154" Type="http://schemas.openxmlformats.org/officeDocument/2006/relationships/customXml" Target="../ink/ink3805.xml"/><Relationship Id="rId361" Type="http://schemas.openxmlformats.org/officeDocument/2006/relationships/customXml" Target="../ink/ink3909.xml"/><Relationship Id="rId599" Type="http://schemas.openxmlformats.org/officeDocument/2006/relationships/image" Target="../media/image29812.png"/><Relationship Id="rId459" Type="http://schemas.openxmlformats.org/officeDocument/2006/relationships/image" Target="../media/image29747.png"/><Relationship Id="rId666" Type="http://schemas.openxmlformats.org/officeDocument/2006/relationships/image" Target="../media/image29845.png"/><Relationship Id="rId16" Type="http://schemas.openxmlformats.org/officeDocument/2006/relationships/image" Target="../media/image29534.png"/><Relationship Id="rId221" Type="http://schemas.openxmlformats.org/officeDocument/2006/relationships/image" Target="../media/image29634.png"/><Relationship Id="rId319" Type="http://schemas.openxmlformats.org/officeDocument/2006/relationships/image" Target="../media/image29680.png"/><Relationship Id="rId526" Type="http://schemas.openxmlformats.org/officeDocument/2006/relationships/image" Target="../media/image29778.png"/><Relationship Id="rId733" Type="http://schemas.openxmlformats.org/officeDocument/2006/relationships/image" Target="../media/image29878.png"/><Relationship Id="rId165" Type="http://schemas.openxmlformats.org/officeDocument/2006/relationships/image" Target="../media/image29606.png"/><Relationship Id="rId372" Type="http://schemas.openxmlformats.org/officeDocument/2006/relationships/image" Target="../media/image29705.png"/><Relationship Id="rId677" Type="http://schemas.openxmlformats.org/officeDocument/2006/relationships/customXml" Target="../ink/ink4069.xml"/><Relationship Id="rId232" Type="http://schemas.openxmlformats.org/officeDocument/2006/relationships/customXml" Target="../ink/ink3844.xml"/><Relationship Id="rId27" Type="http://schemas.openxmlformats.org/officeDocument/2006/relationships/image" Target="../media/image29538.png"/><Relationship Id="rId537" Type="http://schemas.openxmlformats.org/officeDocument/2006/relationships/customXml" Target="../ink/ink3998.xml"/><Relationship Id="rId744" Type="http://schemas.openxmlformats.org/officeDocument/2006/relationships/customXml" Target="../ink/ink4103.xml"/><Relationship Id="rId80" Type="http://schemas.openxmlformats.org/officeDocument/2006/relationships/customXml" Target="../ink/ink3768.xml"/><Relationship Id="rId176" Type="http://schemas.openxmlformats.org/officeDocument/2006/relationships/customXml" Target="../ink/ink3816.xml"/><Relationship Id="rId383" Type="http://schemas.openxmlformats.org/officeDocument/2006/relationships/customXml" Target="../ink/ink3920.xml"/><Relationship Id="rId590" Type="http://schemas.openxmlformats.org/officeDocument/2006/relationships/customXml" Target="../ink/ink4025.xml"/><Relationship Id="rId604" Type="http://schemas.openxmlformats.org/officeDocument/2006/relationships/customXml" Target="../ink/ink4032.xml"/><Relationship Id="rId243" Type="http://schemas.openxmlformats.org/officeDocument/2006/relationships/image" Target="../media/image29645.png"/><Relationship Id="rId450" Type="http://schemas.openxmlformats.org/officeDocument/2006/relationships/customXml" Target="../ink/ink3954.xml"/><Relationship Id="rId688" Type="http://schemas.openxmlformats.org/officeDocument/2006/relationships/image" Target="../media/image29856.png"/><Relationship Id="rId38" Type="http://schemas.openxmlformats.org/officeDocument/2006/relationships/customXml" Target="../ink/ink3747.xml"/><Relationship Id="rId103" Type="http://schemas.openxmlformats.org/officeDocument/2006/relationships/image" Target="../media/image29575.png"/><Relationship Id="rId310" Type="http://schemas.openxmlformats.org/officeDocument/2006/relationships/customXml" Target="../ink/ink3883.xml"/><Relationship Id="rId548" Type="http://schemas.openxmlformats.org/officeDocument/2006/relationships/image" Target="../media/image29788.png"/><Relationship Id="rId91" Type="http://schemas.openxmlformats.org/officeDocument/2006/relationships/image" Target="../media/image29569.png"/><Relationship Id="rId187" Type="http://schemas.openxmlformats.org/officeDocument/2006/relationships/image" Target="../media/image29617.png"/><Relationship Id="rId394" Type="http://schemas.openxmlformats.org/officeDocument/2006/relationships/image" Target="../media/image29716.png"/><Relationship Id="rId408" Type="http://schemas.openxmlformats.org/officeDocument/2006/relationships/image" Target="../media/image29723.png"/><Relationship Id="rId615" Type="http://schemas.openxmlformats.org/officeDocument/2006/relationships/image" Target="../media/image29820.png"/><Relationship Id="rId254" Type="http://schemas.openxmlformats.org/officeDocument/2006/relationships/customXml" Target="../ink/ink3855.xml"/><Relationship Id="rId699" Type="http://schemas.openxmlformats.org/officeDocument/2006/relationships/customXml" Target="../ink/ink4080.xml"/><Relationship Id="rId49" Type="http://schemas.openxmlformats.org/officeDocument/2006/relationships/image" Target="../media/image29549.png"/><Relationship Id="rId114" Type="http://schemas.openxmlformats.org/officeDocument/2006/relationships/customXml" Target="../ink/ink3785.xml"/><Relationship Id="rId461" Type="http://schemas.openxmlformats.org/officeDocument/2006/relationships/image" Target="../media/image29748.png"/><Relationship Id="rId559" Type="http://schemas.openxmlformats.org/officeDocument/2006/relationships/customXml" Target="../ink/ink4009.xml"/><Relationship Id="rId198" Type="http://schemas.openxmlformats.org/officeDocument/2006/relationships/customXml" Target="../ink/ink3827.xml"/><Relationship Id="rId321" Type="http://schemas.openxmlformats.org/officeDocument/2006/relationships/image" Target="../media/image29681.png"/><Relationship Id="rId419" Type="http://schemas.openxmlformats.org/officeDocument/2006/relationships/customXml" Target="../ink/ink3938.xml"/><Relationship Id="rId626" Type="http://schemas.openxmlformats.org/officeDocument/2006/relationships/customXml" Target="../ink/ink4043.xml"/><Relationship Id="rId265" Type="http://schemas.openxmlformats.org/officeDocument/2006/relationships/image" Target="../media/image29655.png"/><Relationship Id="rId472" Type="http://schemas.openxmlformats.org/officeDocument/2006/relationships/image" Target="../media/image29753.png"/><Relationship Id="rId125" Type="http://schemas.openxmlformats.org/officeDocument/2006/relationships/image" Target="../media/image29586.png"/><Relationship Id="rId332" Type="http://schemas.openxmlformats.org/officeDocument/2006/relationships/image" Target="../media/image29686.png"/><Relationship Id="rId637" Type="http://schemas.openxmlformats.org/officeDocument/2006/relationships/customXml" Target="../ink/ink4049.xml"/><Relationship Id="rId276" Type="http://schemas.openxmlformats.org/officeDocument/2006/relationships/customXml" Target="../ink/ink3866.xml"/><Relationship Id="rId483" Type="http://schemas.openxmlformats.org/officeDocument/2006/relationships/customXml" Target="../ink/ink3971.xml"/><Relationship Id="rId690" Type="http://schemas.openxmlformats.org/officeDocument/2006/relationships/image" Target="../media/image29857.png"/><Relationship Id="rId704" Type="http://schemas.openxmlformats.org/officeDocument/2006/relationships/image" Target="../media/image29864.png"/><Relationship Id="rId40" Type="http://schemas.openxmlformats.org/officeDocument/2006/relationships/customXml" Target="../ink/ink3748.xml"/><Relationship Id="rId136" Type="http://schemas.openxmlformats.org/officeDocument/2006/relationships/customXml" Target="../ink/ink3796.xml"/><Relationship Id="rId343" Type="http://schemas.openxmlformats.org/officeDocument/2006/relationships/customXml" Target="../ink/ink3900.xml"/><Relationship Id="rId550" Type="http://schemas.openxmlformats.org/officeDocument/2006/relationships/image" Target="../media/image29789.png"/><Relationship Id="rId203" Type="http://schemas.openxmlformats.org/officeDocument/2006/relationships/image" Target="../media/image29625.png"/><Relationship Id="rId648" Type="http://schemas.openxmlformats.org/officeDocument/2006/relationships/image" Target="../media/image29836.png"/><Relationship Id="rId287" Type="http://schemas.openxmlformats.org/officeDocument/2006/relationships/image" Target="../media/image29665.png"/><Relationship Id="rId410" Type="http://schemas.openxmlformats.org/officeDocument/2006/relationships/image" Target="../media/image29724.png"/><Relationship Id="rId494" Type="http://schemas.openxmlformats.org/officeDocument/2006/relationships/image" Target="../media/image29764.png"/><Relationship Id="rId508" Type="http://schemas.openxmlformats.org/officeDocument/2006/relationships/image" Target="../media/image29771.png"/><Relationship Id="rId715" Type="http://schemas.openxmlformats.org/officeDocument/2006/relationships/customXml" Target="../ink/ink4088.xml"/><Relationship Id="rId147" Type="http://schemas.openxmlformats.org/officeDocument/2006/relationships/image" Target="../media/image29597.png"/><Relationship Id="rId354" Type="http://schemas.openxmlformats.org/officeDocument/2006/relationships/image" Target="../media/image29696.png"/><Relationship Id="rId51" Type="http://schemas.openxmlformats.org/officeDocument/2006/relationships/image" Target="../media/image29550.png"/><Relationship Id="rId561" Type="http://schemas.openxmlformats.org/officeDocument/2006/relationships/customXml" Target="../ink/ink4010.xml"/><Relationship Id="rId659" Type="http://schemas.openxmlformats.org/officeDocument/2006/relationships/customXml" Target="../ink/ink4060.xml"/><Relationship Id="rId214" Type="http://schemas.openxmlformats.org/officeDocument/2006/relationships/customXml" Target="../ink/ink3835.xml"/><Relationship Id="rId298" Type="http://schemas.openxmlformats.org/officeDocument/2006/relationships/customXml" Target="../ink/ink3877.xml"/><Relationship Id="rId421" Type="http://schemas.openxmlformats.org/officeDocument/2006/relationships/customXml" Target="../ink/ink3939.xml"/><Relationship Id="rId519" Type="http://schemas.openxmlformats.org/officeDocument/2006/relationships/customXml" Target="../ink/ink3989.xml"/><Relationship Id="rId158" Type="http://schemas.openxmlformats.org/officeDocument/2006/relationships/customXml" Target="../ink/ink3807.xml"/><Relationship Id="rId726" Type="http://schemas.openxmlformats.org/officeDocument/2006/relationships/customXml" Target="../ink/ink4094.xml"/><Relationship Id="rId62" Type="http://schemas.openxmlformats.org/officeDocument/2006/relationships/customXml" Target="../ink/ink3759.xml"/><Relationship Id="rId365" Type="http://schemas.openxmlformats.org/officeDocument/2006/relationships/customXml" Target="../ink/ink3911.xml"/><Relationship Id="rId572" Type="http://schemas.openxmlformats.org/officeDocument/2006/relationships/customXml" Target="../ink/ink4016.xml"/><Relationship Id="rId225" Type="http://schemas.openxmlformats.org/officeDocument/2006/relationships/image" Target="../media/image29636.png"/><Relationship Id="rId432" Type="http://schemas.openxmlformats.org/officeDocument/2006/relationships/image" Target="../media/image29735.png"/></Relationships>
</file>

<file path=ppt/slides/_rels/slide1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9941.png"/><Relationship Id="rId299" Type="http://schemas.openxmlformats.org/officeDocument/2006/relationships/image" Target="../media/image30029.png"/><Relationship Id="rId21" Type="http://schemas.openxmlformats.org/officeDocument/2006/relationships/customXml" Target="../ink/ink4118.xml"/><Relationship Id="rId63" Type="http://schemas.openxmlformats.org/officeDocument/2006/relationships/image" Target="../media/image29914.png"/><Relationship Id="rId159" Type="http://schemas.openxmlformats.org/officeDocument/2006/relationships/image" Target="../media/image29961.png"/><Relationship Id="rId324" Type="http://schemas.openxmlformats.org/officeDocument/2006/relationships/customXml" Target="../ink/ink4270.xml"/><Relationship Id="rId366" Type="http://schemas.openxmlformats.org/officeDocument/2006/relationships/customXml" Target="../ink/ink4291.xml"/><Relationship Id="rId170" Type="http://schemas.openxmlformats.org/officeDocument/2006/relationships/customXml" Target="../ink/ink4193.xml"/><Relationship Id="rId226" Type="http://schemas.openxmlformats.org/officeDocument/2006/relationships/customXml" Target="../ink/ink4221.xml"/><Relationship Id="rId433" Type="http://schemas.openxmlformats.org/officeDocument/2006/relationships/customXml" Target="../ink/ink4325.xml"/><Relationship Id="rId268" Type="http://schemas.openxmlformats.org/officeDocument/2006/relationships/customXml" Target="../ink/ink4242.xml"/><Relationship Id="rId32" Type="http://schemas.openxmlformats.org/officeDocument/2006/relationships/customXml" Target="../ink/ink4124.xml"/><Relationship Id="rId74" Type="http://schemas.openxmlformats.org/officeDocument/2006/relationships/customXml" Target="../ink/ink4145.xml"/><Relationship Id="rId128" Type="http://schemas.openxmlformats.org/officeDocument/2006/relationships/customXml" Target="../ink/ink4172.xml"/><Relationship Id="rId335" Type="http://schemas.openxmlformats.org/officeDocument/2006/relationships/image" Target="../media/image30047.png"/><Relationship Id="rId377" Type="http://schemas.openxmlformats.org/officeDocument/2006/relationships/customXml" Target="../ink/ink4297.xml"/><Relationship Id="rId5" Type="http://schemas.openxmlformats.org/officeDocument/2006/relationships/image" Target="../media/image29274.png"/><Relationship Id="rId181" Type="http://schemas.openxmlformats.org/officeDocument/2006/relationships/image" Target="../media/image29972.png"/><Relationship Id="rId237" Type="http://schemas.openxmlformats.org/officeDocument/2006/relationships/image" Target="../media/image29999.png"/><Relationship Id="rId402" Type="http://schemas.openxmlformats.org/officeDocument/2006/relationships/image" Target="../media/image30080.png"/><Relationship Id="rId279" Type="http://schemas.openxmlformats.org/officeDocument/2006/relationships/image" Target="../media/image30019.png"/><Relationship Id="rId43" Type="http://schemas.openxmlformats.org/officeDocument/2006/relationships/image" Target="../media/image29904.png"/><Relationship Id="rId139" Type="http://schemas.openxmlformats.org/officeDocument/2006/relationships/image" Target="../media/image29952.png"/><Relationship Id="rId290" Type="http://schemas.openxmlformats.org/officeDocument/2006/relationships/customXml" Target="../ink/ink4253.xml"/><Relationship Id="rId304" Type="http://schemas.openxmlformats.org/officeDocument/2006/relationships/customXml" Target="../ink/ink4260.xml"/><Relationship Id="rId346" Type="http://schemas.openxmlformats.org/officeDocument/2006/relationships/customXml" Target="../ink/ink4281.xml"/><Relationship Id="rId388" Type="http://schemas.openxmlformats.org/officeDocument/2006/relationships/image" Target="../media/image30073.png"/><Relationship Id="rId85" Type="http://schemas.openxmlformats.org/officeDocument/2006/relationships/image" Target="../media/image29925.png"/><Relationship Id="rId150" Type="http://schemas.openxmlformats.org/officeDocument/2006/relationships/customXml" Target="../ink/ink4183.xml"/><Relationship Id="rId192" Type="http://schemas.openxmlformats.org/officeDocument/2006/relationships/customXml" Target="../ink/ink4204.xml"/><Relationship Id="rId206" Type="http://schemas.openxmlformats.org/officeDocument/2006/relationships/customXml" Target="../ink/ink4211.xml"/><Relationship Id="rId413" Type="http://schemas.openxmlformats.org/officeDocument/2006/relationships/customXml" Target="../ink/ink4315.xml"/><Relationship Id="rId248" Type="http://schemas.openxmlformats.org/officeDocument/2006/relationships/customXml" Target="../ink/ink4232.xml"/><Relationship Id="rId12" Type="http://schemas.openxmlformats.org/officeDocument/2006/relationships/image" Target="../media/image29890.png"/><Relationship Id="rId108" Type="http://schemas.openxmlformats.org/officeDocument/2006/relationships/customXml" Target="../ink/ink4162.xml"/><Relationship Id="rId315" Type="http://schemas.openxmlformats.org/officeDocument/2006/relationships/image" Target="../media/image30037.png"/><Relationship Id="rId357" Type="http://schemas.openxmlformats.org/officeDocument/2006/relationships/image" Target="../media/image30058.png"/><Relationship Id="rId54" Type="http://schemas.openxmlformats.org/officeDocument/2006/relationships/customXml" Target="../ink/ink4135.xml"/><Relationship Id="rId96" Type="http://schemas.openxmlformats.org/officeDocument/2006/relationships/customXml" Target="../ink/ink4156.xml"/><Relationship Id="rId161" Type="http://schemas.openxmlformats.org/officeDocument/2006/relationships/image" Target="../media/image29962.png"/><Relationship Id="rId217" Type="http://schemas.openxmlformats.org/officeDocument/2006/relationships/image" Target="../media/image29990.png"/><Relationship Id="rId399" Type="http://schemas.openxmlformats.org/officeDocument/2006/relationships/customXml" Target="../ink/ink4308.xml"/><Relationship Id="rId259" Type="http://schemas.openxmlformats.org/officeDocument/2006/relationships/image" Target="../media/image30010.png"/><Relationship Id="rId424" Type="http://schemas.openxmlformats.org/officeDocument/2006/relationships/image" Target="../media/image30090.png"/><Relationship Id="rId23" Type="http://schemas.openxmlformats.org/officeDocument/2006/relationships/customXml" Target="../ink/ink4119.xml"/><Relationship Id="rId119" Type="http://schemas.openxmlformats.org/officeDocument/2006/relationships/image" Target="../media/image29942.png"/><Relationship Id="rId270" Type="http://schemas.openxmlformats.org/officeDocument/2006/relationships/customXml" Target="../ink/ink4243.xml"/><Relationship Id="rId326" Type="http://schemas.openxmlformats.org/officeDocument/2006/relationships/customXml" Target="../ink/ink4271.xml"/><Relationship Id="rId65" Type="http://schemas.openxmlformats.org/officeDocument/2006/relationships/image" Target="../media/image29915.png"/><Relationship Id="rId130" Type="http://schemas.openxmlformats.org/officeDocument/2006/relationships/customXml" Target="../ink/ink4173.xml"/><Relationship Id="rId368" Type="http://schemas.openxmlformats.org/officeDocument/2006/relationships/customXml" Target="../ink/ink4292.xml"/><Relationship Id="rId172" Type="http://schemas.openxmlformats.org/officeDocument/2006/relationships/customXml" Target="../ink/ink4194.xml"/><Relationship Id="rId228" Type="http://schemas.openxmlformats.org/officeDocument/2006/relationships/customXml" Target="../ink/ink4222.xml"/><Relationship Id="rId281" Type="http://schemas.openxmlformats.org/officeDocument/2006/relationships/image" Target="../media/image30020.png"/><Relationship Id="rId337" Type="http://schemas.openxmlformats.org/officeDocument/2006/relationships/image" Target="../media/image30048.png"/><Relationship Id="rId34" Type="http://schemas.openxmlformats.org/officeDocument/2006/relationships/customXml" Target="../ink/ink4125.xml"/><Relationship Id="rId76" Type="http://schemas.openxmlformats.org/officeDocument/2006/relationships/customXml" Target="../ink/ink4146.xml"/><Relationship Id="rId141" Type="http://schemas.openxmlformats.org/officeDocument/2006/relationships/image" Target="../media/image29953.png"/><Relationship Id="rId379" Type="http://schemas.openxmlformats.org/officeDocument/2006/relationships/customXml" Target="../ink/ink4298.xml"/><Relationship Id="rId7" Type="http://schemas.openxmlformats.org/officeDocument/2006/relationships/image" Target="../media/image29275.png"/><Relationship Id="rId183" Type="http://schemas.openxmlformats.org/officeDocument/2006/relationships/image" Target="../media/image29973.png"/><Relationship Id="rId239" Type="http://schemas.openxmlformats.org/officeDocument/2006/relationships/image" Target="../media/image30000.png"/><Relationship Id="rId390" Type="http://schemas.openxmlformats.org/officeDocument/2006/relationships/image" Target="../media/image30074.png"/><Relationship Id="rId404" Type="http://schemas.openxmlformats.org/officeDocument/2006/relationships/image" Target="../media/image30081.png"/><Relationship Id="rId250" Type="http://schemas.openxmlformats.org/officeDocument/2006/relationships/customXml" Target="../ink/ink4233.xml"/><Relationship Id="rId292" Type="http://schemas.openxmlformats.org/officeDocument/2006/relationships/customXml" Target="../ink/ink4254.xml"/><Relationship Id="rId306" Type="http://schemas.openxmlformats.org/officeDocument/2006/relationships/customXml" Target="../ink/ink4261.xml"/><Relationship Id="rId45" Type="http://schemas.openxmlformats.org/officeDocument/2006/relationships/image" Target="../media/image29905.png"/><Relationship Id="rId87" Type="http://schemas.openxmlformats.org/officeDocument/2006/relationships/image" Target="../media/image29926.png"/><Relationship Id="rId110" Type="http://schemas.openxmlformats.org/officeDocument/2006/relationships/customXml" Target="../ink/ink4163.xml"/><Relationship Id="rId348" Type="http://schemas.openxmlformats.org/officeDocument/2006/relationships/customXml" Target="../ink/ink4282.xml"/><Relationship Id="rId152" Type="http://schemas.openxmlformats.org/officeDocument/2006/relationships/customXml" Target="../ink/ink4184.xml"/><Relationship Id="rId194" Type="http://schemas.openxmlformats.org/officeDocument/2006/relationships/customXml" Target="../ink/ink4205.xml"/><Relationship Id="rId208" Type="http://schemas.openxmlformats.org/officeDocument/2006/relationships/customXml" Target="../ink/ink4212.xml"/><Relationship Id="rId415" Type="http://schemas.openxmlformats.org/officeDocument/2006/relationships/customXml" Target="../ink/ink4316.xml"/><Relationship Id="rId261" Type="http://schemas.openxmlformats.org/officeDocument/2006/relationships/image" Target="../media/image29637.png"/><Relationship Id="rId14" Type="http://schemas.openxmlformats.org/officeDocument/2006/relationships/image" Target="../media/image29891.png"/><Relationship Id="rId56" Type="http://schemas.openxmlformats.org/officeDocument/2006/relationships/customXml" Target="../ink/ink4136.xml"/><Relationship Id="rId317" Type="http://schemas.openxmlformats.org/officeDocument/2006/relationships/image" Target="../media/image30038.png"/><Relationship Id="rId359" Type="http://schemas.openxmlformats.org/officeDocument/2006/relationships/image" Target="../media/image30059.png"/><Relationship Id="rId98" Type="http://schemas.openxmlformats.org/officeDocument/2006/relationships/customXml" Target="../ink/ink4157.xml"/><Relationship Id="rId121" Type="http://schemas.openxmlformats.org/officeDocument/2006/relationships/image" Target="../media/image29943.png"/><Relationship Id="rId163" Type="http://schemas.openxmlformats.org/officeDocument/2006/relationships/image" Target="../media/image29963.png"/><Relationship Id="rId219" Type="http://schemas.openxmlformats.org/officeDocument/2006/relationships/image" Target="../media/image29991.png"/><Relationship Id="rId370" Type="http://schemas.openxmlformats.org/officeDocument/2006/relationships/image" Target="../media/image30064.png"/><Relationship Id="rId426" Type="http://schemas.openxmlformats.org/officeDocument/2006/relationships/image" Target="../media/image30091.png"/><Relationship Id="rId230" Type="http://schemas.openxmlformats.org/officeDocument/2006/relationships/customXml" Target="../ink/ink4223.xml"/><Relationship Id="rId25" Type="http://schemas.openxmlformats.org/officeDocument/2006/relationships/customXml" Target="../ink/ink4120.xml"/><Relationship Id="rId67" Type="http://schemas.openxmlformats.org/officeDocument/2006/relationships/image" Target="../media/image29916.png"/><Relationship Id="rId272" Type="http://schemas.openxmlformats.org/officeDocument/2006/relationships/customXml" Target="../ink/ink4244.xml"/><Relationship Id="rId328" Type="http://schemas.openxmlformats.org/officeDocument/2006/relationships/customXml" Target="../ink/ink4272.xml"/><Relationship Id="rId132" Type="http://schemas.openxmlformats.org/officeDocument/2006/relationships/customXml" Target="../ink/ink4174.xml"/><Relationship Id="rId174" Type="http://schemas.openxmlformats.org/officeDocument/2006/relationships/customXml" Target="../ink/ink4195.xml"/><Relationship Id="rId381" Type="http://schemas.openxmlformats.org/officeDocument/2006/relationships/customXml" Target="../ink/ink4299.xml"/><Relationship Id="rId241" Type="http://schemas.openxmlformats.org/officeDocument/2006/relationships/image" Target="../media/image30001.png"/><Relationship Id="rId36" Type="http://schemas.openxmlformats.org/officeDocument/2006/relationships/customXml" Target="../ink/ink4126.xml"/><Relationship Id="rId283" Type="http://schemas.openxmlformats.org/officeDocument/2006/relationships/image" Target="../media/image30021.png"/><Relationship Id="rId339" Type="http://schemas.openxmlformats.org/officeDocument/2006/relationships/image" Target="../media/image30049.png"/><Relationship Id="rId78" Type="http://schemas.openxmlformats.org/officeDocument/2006/relationships/customXml" Target="../ink/ink4147.xml"/><Relationship Id="rId101" Type="http://schemas.openxmlformats.org/officeDocument/2006/relationships/image" Target="../media/image29933.png"/><Relationship Id="rId143" Type="http://schemas.openxmlformats.org/officeDocument/2006/relationships/image" Target="../media/image29954.png"/><Relationship Id="rId185" Type="http://schemas.openxmlformats.org/officeDocument/2006/relationships/image" Target="../media/image29974.png"/><Relationship Id="rId350" Type="http://schemas.openxmlformats.org/officeDocument/2006/relationships/customXml" Target="../ink/ink4283.xml"/><Relationship Id="rId406" Type="http://schemas.openxmlformats.org/officeDocument/2006/relationships/image" Target="../media/image28777.png"/><Relationship Id="rId9" Type="http://schemas.openxmlformats.org/officeDocument/2006/relationships/customXml" Target="../ink/ink4112.xml"/><Relationship Id="rId210" Type="http://schemas.openxmlformats.org/officeDocument/2006/relationships/customXml" Target="../ink/ink4213.xml"/><Relationship Id="rId392" Type="http://schemas.openxmlformats.org/officeDocument/2006/relationships/image" Target="../media/image30075.png"/><Relationship Id="rId252" Type="http://schemas.openxmlformats.org/officeDocument/2006/relationships/customXml" Target="../ink/ink4234.xml"/><Relationship Id="rId294" Type="http://schemas.openxmlformats.org/officeDocument/2006/relationships/customXml" Target="../ink/ink4255.xml"/><Relationship Id="rId308" Type="http://schemas.openxmlformats.org/officeDocument/2006/relationships/customXml" Target="../ink/ink4262.xml"/><Relationship Id="rId47" Type="http://schemas.openxmlformats.org/officeDocument/2006/relationships/image" Target="../media/image29906.png"/><Relationship Id="rId89" Type="http://schemas.openxmlformats.org/officeDocument/2006/relationships/image" Target="../media/image29927.png"/><Relationship Id="rId112" Type="http://schemas.openxmlformats.org/officeDocument/2006/relationships/customXml" Target="../ink/ink4164.xml"/><Relationship Id="rId154" Type="http://schemas.openxmlformats.org/officeDocument/2006/relationships/customXml" Target="../ink/ink4185.xml"/><Relationship Id="rId361" Type="http://schemas.openxmlformats.org/officeDocument/2006/relationships/image" Target="../media/image30060.png"/><Relationship Id="rId196" Type="http://schemas.openxmlformats.org/officeDocument/2006/relationships/customXml" Target="../ink/ink4206.xml"/><Relationship Id="rId417" Type="http://schemas.openxmlformats.org/officeDocument/2006/relationships/customXml" Target="../ink/ink4317.xml"/><Relationship Id="rId16" Type="http://schemas.openxmlformats.org/officeDocument/2006/relationships/image" Target="../media/image29892.png"/><Relationship Id="rId221" Type="http://schemas.openxmlformats.org/officeDocument/2006/relationships/image" Target="../media/image29992.png"/><Relationship Id="rId263" Type="http://schemas.openxmlformats.org/officeDocument/2006/relationships/image" Target="../media/image30011.png"/><Relationship Id="rId319" Type="http://schemas.openxmlformats.org/officeDocument/2006/relationships/image" Target="../media/image30039.png"/><Relationship Id="rId58" Type="http://schemas.openxmlformats.org/officeDocument/2006/relationships/customXml" Target="../ink/ink4137.xml"/><Relationship Id="rId123" Type="http://schemas.openxmlformats.org/officeDocument/2006/relationships/image" Target="../media/image29944.png"/><Relationship Id="rId330" Type="http://schemas.openxmlformats.org/officeDocument/2006/relationships/customXml" Target="../ink/ink4273.xml"/><Relationship Id="rId165" Type="http://schemas.openxmlformats.org/officeDocument/2006/relationships/image" Target="../media/image29964.png"/><Relationship Id="rId372" Type="http://schemas.openxmlformats.org/officeDocument/2006/relationships/image" Target="../media/image30065.png"/><Relationship Id="rId428" Type="http://schemas.openxmlformats.org/officeDocument/2006/relationships/image" Target="../media/image30092.png"/><Relationship Id="rId232" Type="http://schemas.openxmlformats.org/officeDocument/2006/relationships/customXml" Target="../ink/ink4224.xml"/><Relationship Id="rId274" Type="http://schemas.openxmlformats.org/officeDocument/2006/relationships/customXml" Target="../ink/ink4245.xml"/><Relationship Id="rId27" Type="http://schemas.openxmlformats.org/officeDocument/2006/relationships/customXml" Target="../ink/ink4121.xml"/><Relationship Id="rId69" Type="http://schemas.openxmlformats.org/officeDocument/2006/relationships/image" Target="../media/image29917.png"/><Relationship Id="rId134" Type="http://schemas.openxmlformats.org/officeDocument/2006/relationships/customXml" Target="../ink/ink4175.xml"/><Relationship Id="rId80" Type="http://schemas.openxmlformats.org/officeDocument/2006/relationships/customXml" Target="../ink/ink4148.xml"/><Relationship Id="rId176" Type="http://schemas.openxmlformats.org/officeDocument/2006/relationships/customXml" Target="../ink/ink4196.xml"/><Relationship Id="rId341" Type="http://schemas.openxmlformats.org/officeDocument/2006/relationships/image" Target="../media/image30050.png"/><Relationship Id="rId383" Type="http://schemas.openxmlformats.org/officeDocument/2006/relationships/customXml" Target="../ink/ink4300.xml"/><Relationship Id="rId201" Type="http://schemas.openxmlformats.org/officeDocument/2006/relationships/image" Target="../media/image29982.png"/><Relationship Id="rId243" Type="http://schemas.openxmlformats.org/officeDocument/2006/relationships/image" Target="../media/image30002.png"/><Relationship Id="rId285" Type="http://schemas.openxmlformats.org/officeDocument/2006/relationships/image" Target="../media/image30022.png"/><Relationship Id="rId38" Type="http://schemas.openxmlformats.org/officeDocument/2006/relationships/customXml" Target="../ink/ink4127.xml"/><Relationship Id="rId103" Type="http://schemas.openxmlformats.org/officeDocument/2006/relationships/image" Target="../media/image29934.png"/><Relationship Id="rId310" Type="http://schemas.openxmlformats.org/officeDocument/2006/relationships/customXml" Target="../ink/ink4263.xml"/><Relationship Id="rId91" Type="http://schemas.openxmlformats.org/officeDocument/2006/relationships/image" Target="../media/image29928.png"/><Relationship Id="rId145" Type="http://schemas.openxmlformats.org/officeDocument/2006/relationships/image" Target="../media/image29097.png"/><Relationship Id="rId187" Type="http://schemas.openxmlformats.org/officeDocument/2006/relationships/image" Target="../media/image29975.png"/><Relationship Id="rId352" Type="http://schemas.openxmlformats.org/officeDocument/2006/relationships/customXml" Target="../ink/ink4284.xml"/><Relationship Id="rId394" Type="http://schemas.openxmlformats.org/officeDocument/2006/relationships/image" Target="../media/image30076.png"/><Relationship Id="rId408" Type="http://schemas.openxmlformats.org/officeDocument/2006/relationships/image" Target="../media/image30082.png"/><Relationship Id="rId212" Type="http://schemas.openxmlformats.org/officeDocument/2006/relationships/customXml" Target="../ink/ink4214.xml"/><Relationship Id="rId254" Type="http://schemas.openxmlformats.org/officeDocument/2006/relationships/customXml" Target="../ink/ink4235.xml"/><Relationship Id="rId28" Type="http://schemas.openxmlformats.org/officeDocument/2006/relationships/customXml" Target="../ink/ink4122.xml"/><Relationship Id="rId49" Type="http://schemas.openxmlformats.org/officeDocument/2006/relationships/image" Target="../media/image29907.png"/><Relationship Id="rId114" Type="http://schemas.openxmlformats.org/officeDocument/2006/relationships/customXml" Target="../ink/ink4165.xml"/><Relationship Id="rId275" Type="http://schemas.openxmlformats.org/officeDocument/2006/relationships/image" Target="../media/image30017.png"/><Relationship Id="rId296" Type="http://schemas.openxmlformats.org/officeDocument/2006/relationships/customXml" Target="../ink/ink4256.xml"/><Relationship Id="rId300" Type="http://schemas.openxmlformats.org/officeDocument/2006/relationships/customXml" Target="../ink/ink4258.xml"/><Relationship Id="rId60" Type="http://schemas.openxmlformats.org/officeDocument/2006/relationships/customXml" Target="../ink/ink4138.xml"/><Relationship Id="rId81" Type="http://schemas.openxmlformats.org/officeDocument/2006/relationships/image" Target="../media/image29923.png"/><Relationship Id="rId135" Type="http://schemas.openxmlformats.org/officeDocument/2006/relationships/image" Target="../media/image29950.png"/><Relationship Id="rId156" Type="http://schemas.openxmlformats.org/officeDocument/2006/relationships/customXml" Target="../ink/ink4186.xml"/><Relationship Id="rId177" Type="http://schemas.openxmlformats.org/officeDocument/2006/relationships/image" Target="../media/image29970.png"/><Relationship Id="rId198" Type="http://schemas.openxmlformats.org/officeDocument/2006/relationships/customXml" Target="../ink/ink4207.xml"/><Relationship Id="rId321" Type="http://schemas.openxmlformats.org/officeDocument/2006/relationships/image" Target="../media/image30040.png"/><Relationship Id="rId342" Type="http://schemas.openxmlformats.org/officeDocument/2006/relationships/customXml" Target="../ink/ink4279.xml"/><Relationship Id="rId363" Type="http://schemas.openxmlformats.org/officeDocument/2006/relationships/image" Target="../media/image30061.png"/><Relationship Id="rId384" Type="http://schemas.openxmlformats.org/officeDocument/2006/relationships/image" Target="../media/image30071.png"/><Relationship Id="rId419" Type="http://schemas.openxmlformats.org/officeDocument/2006/relationships/customXml" Target="../ink/ink4318.xml"/><Relationship Id="rId202" Type="http://schemas.openxmlformats.org/officeDocument/2006/relationships/customXml" Target="../ink/ink4209.xml"/><Relationship Id="rId223" Type="http://schemas.openxmlformats.org/officeDocument/2006/relationships/image" Target="../media/image28836.png"/><Relationship Id="rId244" Type="http://schemas.openxmlformats.org/officeDocument/2006/relationships/customXml" Target="../ink/ink4230.xml"/><Relationship Id="rId430" Type="http://schemas.openxmlformats.org/officeDocument/2006/relationships/image" Target="../media/image30093.png"/><Relationship Id="rId18" Type="http://schemas.openxmlformats.org/officeDocument/2006/relationships/image" Target="../media/image29893.png"/><Relationship Id="rId39" Type="http://schemas.openxmlformats.org/officeDocument/2006/relationships/image" Target="../media/image29902.png"/><Relationship Id="rId265" Type="http://schemas.openxmlformats.org/officeDocument/2006/relationships/image" Target="../media/image30012.png"/><Relationship Id="rId286" Type="http://schemas.openxmlformats.org/officeDocument/2006/relationships/customXml" Target="../ink/ink4251.xml"/><Relationship Id="rId50" Type="http://schemas.openxmlformats.org/officeDocument/2006/relationships/customXml" Target="../ink/ink4133.xml"/><Relationship Id="rId104" Type="http://schemas.openxmlformats.org/officeDocument/2006/relationships/customXml" Target="../ink/ink4160.xml"/><Relationship Id="rId125" Type="http://schemas.openxmlformats.org/officeDocument/2006/relationships/image" Target="../media/image29945.png"/><Relationship Id="rId146" Type="http://schemas.openxmlformats.org/officeDocument/2006/relationships/customXml" Target="../ink/ink4181.xml"/><Relationship Id="rId167" Type="http://schemas.openxmlformats.org/officeDocument/2006/relationships/image" Target="../media/image29965.png"/><Relationship Id="rId188" Type="http://schemas.openxmlformats.org/officeDocument/2006/relationships/customXml" Target="../ink/ink4202.xml"/><Relationship Id="rId311" Type="http://schemas.openxmlformats.org/officeDocument/2006/relationships/image" Target="../media/image30035.png"/><Relationship Id="rId332" Type="http://schemas.openxmlformats.org/officeDocument/2006/relationships/customXml" Target="../ink/ink4274.xml"/><Relationship Id="rId353" Type="http://schemas.openxmlformats.org/officeDocument/2006/relationships/image" Target="../media/image30056.png"/><Relationship Id="rId374" Type="http://schemas.openxmlformats.org/officeDocument/2006/relationships/image" Target="../media/image30066.png"/><Relationship Id="rId395" Type="http://schemas.openxmlformats.org/officeDocument/2006/relationships/customXml" Target="../ink/ink4306.xml"/><Relationship Id="rId409" Type="http://schemas.openxmlformats.org/officeDocument/2006/relationships/customXml" Target="../ink/ink4313.xml"/><Relationship Id="rId71" Type="http://schemas.openxmlformats.org/officeDocument/2006/relationships/image" Target="../media/image29918.png"/><Relationship Id="rId92" Type="http://schemas.openxmlformats.org/officeDocument/2006/relationships/customXml" Target="../ink/ink4154.xml"/><Relationship Id="rId213" Type="http://schemas.openxmlformats.org/officeDocument/2006/relationships/image" Target="../media/image29988.png"/><Relationship Id="rId234" Type="http://schemas.openxmlformats.org/officeDocument/2006/relationships/customXml" Target="../ink/ink4225.xml"/><Relationship Id="rId420" Type="http://schemas.openxmlformats.org/officeDocument/2006/relationships/image" Target="../media/image30088.png"/><Relationship Id="rId2" Type="http://schemas.openxmlformats.org/officeDocument/2006/relationships/customXml" Target="../ink/ink4108.xml"/><Relationship Id="rId29" Type="http://schemas.openxmlformats.org/officeDocument/2006/relationships/image" Target="../media/image29897.png"/><Relationship Id="rId255" Type="http://schemas.openxmlformats.org/officeDocument/2006/relationships/image" Target="../media/image30008.png"/><Relationship Id="rId276" Type="http://schemas.openxmlformats.org/officeDocument/2006/relationships/customXml" Target="../ink/ink4246.xml"/><Relationship Id="rId297" Type="http://schemas.openxmlformats.org/officeDocument/2006/relationships/image" Target="../media/image30028.png"/><Relationship Id="rId40" Type="http://schemas.openxmlformats.org/officeDocument/2006/relationships/customXml" Target="../ink/ink4128.xml"/><Relationship Id="rId115" Type="http://schemas.openxmlformats.org/officeDocument/2006/relationships/image" Target="../media/image29940.png"/><Relationship Id="rId136" Type="http://schemas.openxmlformats.org/officeDocument/2006/relationships/customXml" Target="../ink/ink4176.xml"/><Relationship Id="rId157" Type="http://schemas.openxmlformats.org/officeDocument/2006/relationships/image" Target="../media/image29960.png"/><Relationship Id="rId178" Type="http://schemas.openxmlformats.org/officeDocument/2006/relationships/customXml" Target="../ink/ink4197.xml"/><Relationship Id="rId301" Type="http://schemas.openxmlformats.org/officeDocument/2006/relationships/image" Target="../media/image30030.png"/><Relationship Id="rId322" Type="http://schemas.openxmlformats.org/officeDocument/2006/relationships/customXml" Target="../ink/ink4269.xml"/><Relationship Id="rId343" Type="http://schemas.openxmlformats.org/officeDocument/2006/relationships/image" Target="../media/image30051.png"/><Relationship Id="rId364" Type="http://schemas.openxmlformats.org/officeDocument/2006/relationships/customXml" Target="../ink/ink4290.xml"/><Relationship Id="rId61" Type="http://schemas.openxmlformats.org/officeDocument/2006/relationships/image" Target="../media/image29913.png"/><Relationship Id="rId82" Type="http://schemas.openxmlformats.org/officeDocument/2006/relationships/customXml" Target="../ink/ink4149.xml"/><Relationship Id="rId199" Type="http://schemas.openxmlformats.org/officeDocument/2006/relationships/image" Target="../media/image29981.png"/><Relationship Id="rId203" Type="http://schemas.openxmlformats.org/officeDocument/2006/relationships/image" Target="../media/image29983.png"/><Relationship Id="rId385" Type="http://schemas.openxmlformats.org/officeDocument/2006/relationships/customXml" Target="../ink/ink4301.xml"/><Relationship Id="rId19" Type="http://schemas.openxmlformats.org/officeDocument/2006/relationships/customXml" Target="../ink/ink4117.xml"/><Relationship Id="rId224" Type="http://schemas.openxmlformats.org/officeDocument/2006/relationships/customXml" Target="../ink/ink4220.xml"/><Relationship Id="rId245" Type="http://schemas.openxmlformats.org/officeDocument/2006/relationships/image" Target="../media/image30003.png"/><Relationship Id="rId266" Type="http://schemas.openxmlformats.org/officeDocument/2006/relationships/customXml" Target="../ink/ink4241.xml"/><Relationship Id="rId287" Type="http://schemas.openxmlformats.org/officeDocument/2006/relationships/image" Target="../media/image30023.png"/><Relationship Id="rId410" Type="http://schemas.openxmlformats.org/officeDocument/2006/relationships/image" Target="../media/image30083.png"/><Relationship Id="rId431" Type="http://schemas.openxmlformats.org/officeDocument/2006/relationships/customXml" Target="../ink/ink4324.xml"/><Relationship Id="rId30" Type="http://schemas.openxmlformats.org/officeDocument/2006/relationships/customXml" Target="../ink/ink4123.xml"/><Relationship Id="rId105" Type="http://schemas.openxmlformats.org/officeDocument/2006/relationships/image" Target="../media/image29935.png"/><Relationship Id="rId126" Type="http://schemas.openxmlformats.org/officeDocument/2006/relationships/customXml" Target="../ink/ink4171.xml"/><Relationship Id="rId147" Type="http://schemas.openxmlformats.org/officeDocument/2006/relationships/image" Target="../media/image29955.png"/><Relationship Id="rId168" Type="http://schemas.openxmlformats.org/officeDocument/2006/relationships/customXml" Target="../ink/ink4192.xml"/><Relationship Id="rId312" Type="http://schemas.openxmlformats.org/officeDocument/2006/relationships/customXml" Target="../ink/ink4264.xml"/><Relationship Id="rId333" Type="http://schemas.openxmlformats.org/officeDocument/2006/relationships/image" Target="../media/image30046.png"/><Relationship Id="rId354" Type="http://schemas.openxmlformats.org/officeDocument/2006/relationships/customXml" Target="../ink/ink4285.xml"/><Relationship Id="rId51" Type="http://schemas.openxmlformats.org/officeDocument/2006/relationships/image" Target="../media/image29908.png"/><Relationship Id="rId72" Type="http://schemas.openxmlformats.org/officeDocument/2006/relationships/customXml" Target="../ink/ink4144.xml"/><Relationship Id="rId93" Type="http://schemas.openxmlformats.org/officeDocument/2006/relationships/image" Target="../media/image29929.png"/><Relationship Id="rId189" Type="http://schemas.openxmlformats.org/officeDocument/2006/relationships/image" Target="../media/image29976.png"/><Relationship Id="rId375" Type="http://schemas.openxmlformats.org/officeDocument/2006/relationships/customXml" Target="../ink/ink4296.xml"/><Relationship Id="rId396" Type="http://schemas.openxmlformats.org/officeDocument/2006/relationships/image" Target="../media/image30077.png"/><Relationship Id="rId3" Type="http://schemas.openxmlformats.org/officeDocument/2006/relationships/image" Target="../media/image28768.png"/><Relationship Id="rId214" Type="http://schemas.openxmlformats.org/officeDocument/2006/relationships/customXml" Target="../ink/ink4215.xml"/><Relationship Id="rId235" Type="http://schemas.openxmlformats.org/officeDocument/2006/relationships/image" Target="../media/image29998.png"/><Relationship Id="rId256" Type="http://schemas.openxmlformats.org/officeDocument/2006/relationships/customXml" Target="../ink/ink4236.xml"/><Relationship Id="rId277" Type="http://schemas.openxmlformats.org/officeDocument/2006/relationships/image" Target="../media/image30018.png"/><Relationship Id="rId298" Type="http://schemas.openxmlformats.org/officeDocument/2006/relationships/customXml" Target="../ink/ink4257.xml"/><Relationship Id="rId400" Type="http://schemas.openxmlformats.org/officeDocument/2006/relationships/image" Target="../media/image30079.png"/><Relationship Id="rId421" Type="http://schemas.openxmlformats.org/officeDocument/2006/relationships/customXml" Target="../ink/ink4319.xml"/><Relationship Id="rId116" Type="http://schemas.openxmlformats.org/officeDocument/2006/relationships/customXml" Target="../ink/ink4166.xml"/><Relationship Id="rId137" Type="http://schemas.openxmlformats.org/officeDocument/2006/relationships/image" Target="../media/image29951.png"/><Relationship Id="rId158" Type="http://schemas.openxmlformats.org/officeDocument/2006/relationships/customXml" Target="../ink/ink4187.xml"/><Relationship Id="rId302" Type="http://schemas.openxmlformats.org/officeDocument/2006/relationships/customXml" Target="../ink/ink4259.xml"/><Relationship Id="rId323" Type="http://schemas.openxmlformats.org/officeDocument/2006/relationships/image" Target="../media/image30041.png"/><Relationship Id="rId344" Type="http://schemas.openxmlformats.org/officeDocument/2006/relationships/customXml" Target="../ink/ink4280.xml"/><Relationship Id="rId20" Type="http://schemas.openxmlformats.org/officeDocument/2006/relationships/image" Target="../media/image29894.png"/><Relationship Id="rId41" Type="http://schemas.openxmlformats.org/officeDocument/2006/relationships/image" Target="../media/image29903.png"/><Relationship Id="rId62" Type="http://schemas.openxmlformats.org/officeDocument/2006/relationships/customXml" Target="../ink/ink4139.xml"/><Relationship Id="rId83" Type="http://schemas.openxmlformats.org/officeDocument/2006/relationships/image" Target="../media/image29924.png"/><Relationship Id="rId179" Type="http://schemas.openxmlformats.org/officeDocument/2006/relationships/image" Target="../media/image29971.png"/><Relationship Id="rId365" Type="http://schemas.openxmlformats.org/officeDocument/2006/relationships/image" Target="../media/image30062.png"/><Relationship Id="rId386" Type="http://schemas.openxmlformats.org/officeDocument/2006/relationships/image" Target="../media/image30072.png"/><Relationship Id="rId190" Type="http://schemas.openxmlformats.org/officeDocument/2006/relationships/customXml" Target="../ink/ink4203.xml"/><Relationship Id="rId204" Type="http://schemas.openxmlformats.org/officeDocument/2006/relationships/customXml" Target="../ink/ink4210.xml"/><Relationship Id="rId225" Type="http://schemas.openxmlformats.org/officeDocument/2006/relationships/image" Target="../media/image29993.png"/><Relationship Id="rId246" Type="http://schemas.openxmlformats.org/officeDocument/2006/relationships/customXml" Target="../ink/ink4231.xml"/><Relationship Id="rId267" Type="http://schemas.openxmlformats.org/officeDocument/2006/relationships/image" Target="../media/image30013.png"/><Relationship Id="rId288" Type="http://schemas.openxmlformats.org/officeDocument/2006/relationships/customXml" Target="../ink/ink4252.xml"/><Relationship Id="rId411" Type="http://schemas.openxmlformats.org/officeDocument/2006/relationships/customXml" Target="../ink/ink4314.xml"/><Relationship Id="rId432" Type="http://schemas.openxmlformats.org/officeDocument/2006/relationships/image" Target="../media/image30094.png"/><Relationship Id="rId106" Type="http://schemas.openxmlformats.org/officeDocument/2006/relationships/customXml" Target="../ink/ink4161.xml"/><Relationship Id="rId127" Type="http://schemas.openxmlformats.org/officeDocument/2006/relationships/image" Target="../media/image29946.png"/><Relationship Id="rId313" Type="http://schemas.openxmlformats.org/officeDocument/2006/relationships/image" Target="../media/image30036.png"/><Relationship Id="rId10" Type="http://schemas.openxmlformats.org/officeDocument/2006/relationships/image" Target="../media/image29889.png"/><Relationship Id="rId31" Type="http://schemas.openxmlformats.org/officeDocument/2006/relationships/image" Target="../media/image29898.png"/><Relationship Id="rId52" Type="http://schemas.openxmlformats.org/officeDocument/2006/relationships/customXml" Target="../ink/ink4134.xml"/><Relationship Id="rId73" Type="http://schemas.openxmlformats.org/officeDocument/2006/relationships/image" Target="../media/image29919.png"/><Relationship Id="rId94" Type="http://schemas.openxmlformats.org/officeDocument/2006/relationships/customXml" Target="../ink/ink4155.xml"/><Relationship Id="rId148" Type="http://schemas.openxmlformats.org/officeDocument/2006/relationships/customXml" Target="../ink/ink4182.xml"/><Relationship Id="rId169" Type="http://schemas.openxmlformats.org/officeDocument/2006/relationships/image" Target="../media/image29966.png"/><Relationship Id="rId334" Type="http://schemas.openxmlformats.org/officeDocument/2006/relationships/customXml" Target="../ink/ink4275.xml"/><Relationship Id="rId355" Type="http://schemas.openxmlformats.org/officeDocument/2006/relationships/image" Target="../media/image30057.png"/><Relationship Id="rId376" Type="http://schemas.openxmlformats.org/officeDocument/2006/relationships/image" Target="../media/image30067.png"/><Relationship Id="rId397" Type="http://schemas.openxmlformats.org/officeDocument/2006/relationships/customXml" Target="../ink/ink4307.xml"/><Relationship Id="rId4" Type="http://schemas.openxmlformats.org/officeDocument/2006/relationships/customXml" Target="../ink/ink4109.xml"/><Relationship Id="rId180" Type="http://schemas.openxmlformats.org/officeDocument/2006/relationships/customXml" Target="../ink/ink4198.xml"/><Relationship Id="rId215" Type="http://schemas.openxmlformats.org/officeDocument/2006/relationships/image" Target="../media/image29989.png"/><Relationship Id="rId236" Type="http://schemas.openxmlformats.org/officeDocument/2006/relationships/customXml" Target="../ink/ink4226.xml"/><Relationship Id="rId257" Type="http://schemas.openxmlformats.org/officeDocument/2006/relationships/image" Target="../media/image30009.png"/><Relationship Id="rId278" Type="http://schemas.openxmlformats.org/officeDocument/2006/relationships/customXml" Target="../ink/ink4247.xml"/><Relationship Id="rId401" Type="http://schemas.openxmlformats.org/officeDocument/2006/relationships/customXml" Target="../ink/ink4309.xml"/><Relationship Id="rId422" Type="http://schemas.openxmlformats.org/officeDocument/2006/relationships/image" Target="../media/image30089.png"/><Relationship Id="rId303" Type="http://schemas.openxmlformats.org/officeDocument/2006/relationships/image" Target="../media/image30031.png"/><Relationship Id="rId42" Type="http://schemas.openxmlformats.org/officeDocument/2006/relationships/customXml" Target="../ink/ink4129.xml"/><Relationship Id="rId84" Type="http://schemas.openxmlformats.org/officeDocument/2006/relationships/customXml" Target="../ink/ink4150.xml"/><Relationship Id="rId138" Type="http://schemas.openxmlformats.org/officeDocument/2006/relationships/customXml" Target="../ink/ink4177.xml"/><Relationship Id="rId345" Type="http://schemas.openxmlformats.org/officeDocument/2006/relationships/image" Target="../media/image30052.png"/><Relationship Id="rId387" Type="http://schemas.openxmlformats.org/officeDocument/2006/relationships/customXml" Target="../ink/ink4302.xml"/><Relationship Id="rId191" Type="http://schemas.openxmlformats.org/officeDocument/2006/relationships/image" Target="../media/image29977.png"/><Relationship Id="rId205" Type="http://schemas.openxmlformats.org/officeDocument/2006/relationships/image" Target="../media/image29984.png"/><Relationship Id="rId247" Type="http://schemas.openxmlformats.org/officeDocument/2006/relationships/image" Target="../media/image30004.png"/><Relationship Id="rId412" Type="http://schemas.openxmlformats.org/officeDocument/2006/relationships/image" Target="../media/image30084.png"/><Relationship Id="rId107" Type="http://schemas.openxmlformats.org/officeDocument/2006/relationships/image" Target="../media/image29936.png"/><Relationship Id="rId289" Type="http://schemas.openxmlformats.org/officeDocument/2006/relationships/image" Target="../media/image30024.png"/><Relationship Id="rId11" Type="http://schemas.openxmlformats.org/officeDocument/2006/relationships/customXml" Target="../ink/ink4113.xml"/><Relationship Id="rId53" Type="http://schemas.openxmlformats.org/officeDocument/2006/relationships/image" Target="../media/image29909.png"/><Relationship Id="rId149" Type="http://schemas.openxmlformats.org/officeDocument/2006/relationships/image" Target="../media/image29956.png"/><Relationship Id="rId314" Type="http://schemas.openxmlformats.org/officeDocument/2006/relationships/customXml" Target="../ink/ink4265.xml"/><Relationship Id="rId356" Type="http://schemas.openxmlformats.org/officeDocument/2006/relationships/customXml" Target="../ink/ink4286.xml"/><Relationship Id="rId398" Type="http://schemas.openxmlformats.org/officeDocument/2006/relationships/image" Target="../media/image30078.png"/><Relationship Id="rId95" Type="http://schemas.openxmlformats.org/officeDocument/2006/relationships/image" Target="../media/image29930.png"/><Relationship Id="rId160" Type="http://schemas.openxmlformats.org/officeDocument/2006/relationships/customXml" Target="../ink/ink4188.xml"/><Relationship Id="rId216" Type="http://schemas.openxmlformats.org/officeDocument/2006/relationships/customXml" Target="../ink/ink4216.xml"/><Relationship Id="rId423" Type="http://schemas.openxmlformats.org/officeDocument/2006/relationships/customXml" Target="../ink/ink4320.xml"/><Relationship Id="rId258" Type="http://schemas.openxmlformats.org/officeDocument/2006/relationships/customXml" Target="../ink/ink4237.xml"/><Relationship Id="rId22" Type="http://schemas.openxmlformats.org/officeDocument/2006/relationships/image" Target="../media/image28942.png"/><Relationship Id="rId64" Type="http://schemas.openxmlformats.org/officeDocument/2006/relationships/customXml" Target="../ink/ink4140.xml"/><Relationship Id="rId118" Type="http://schemas.openxmlformats.org/officeDocument/2006/relationships/customXml" Target="../ink/ink4167.xml"/><Relationship Id="rId325" Type="http://schemas.openxmlformats.org/officeDocument/2006/relationships/image" Target="../media/image30042.png"/><Relationship Id="rId367" Type="http://schemas.openxmlformats.org/officeDocument/2006/relationships/image" Target="../media/image30063.png"/><Relationship Id="rId171" Type="http://schemas.openxmlformats.org/officeDocument/2006/relationships/image" Target="../media/image29967.png"/><Relationship Id="rId227" Type="http://schemas.openxmlformats.org/officeDocument/2006/relationships/image" Target="../media/image29994.png"/><Relationship Id="rId269" Type="http://schemas.openxmlformats.org/officeDocument/2006/relationships/image" Target="../media/image30014.png"/><Relationship Id="rId434" Type="http://schemas.openxmlformats.org/officeDocument/2006/relationships/image" Target="../media/image30095.png"/><Relationship Id="rId33" Type="http://schemas.openxmlformats.org/officeDocument/2006/relationships/image" Target="../media/image29899.png"/><Relationship Id="rId129" Type="http://schemas.openxmlformats.org/officeDocument/2006/relationships/image" Target="../media/image29947.png"/><Relationship Id="rId280" Type="http://schemas.openxmlformats.org/officeDocument/2006/relationships/customXml" Target="../ink/ink4248.xml"/><Relationship Id="rId336" Type="http://schemas.openxmlformats.org/officeDocument/2006/relationships/customXml" Target="../ink/ink4276.xml"/><Relationship Id="rId75" Type="http://schemas.openxmlformats.org/officeDocument/2006/relationships/image" Target="../media/image29920.png"/><Relationship Id="rId140" Type="http://schemas.openxmlformats.org/officeDocument/2006/relationships/customXml" Target="../ink/ink4178.xml"/><Relationship Id="rId182" Type="http://schemas.openxmlformats.org/officeDocument/2006/relationships/customXml" Target="../ink/ink4199.xml"/><Relationship Id="rId378" Type="http://schemas.openxmlformats.org/officeDocument/2006/relationships/image" Target="../media/image30068.png"/><Relationship Id="rId403" Type="http://schemas.openxmlformats.org/officeDocument/2006/relationships/customXml" Target="../ink/ink4310.xml"/><Relationship Id="rId6" Type="http://schemas.openxmlformats.org/officeDocument/2006/relationships/customXml" Target="../ink/ink4110.xml"/><Relationship Id="rId238" Type="http://schemas.openxmlformats.org/officeDocument/2006/relationships/customXml" Target="../ink/ink4227.xml"/><Relationship Id="rId291" Type="http://schemas.openxmlformats.org/officeDocument/2006/relationships/image" Target="../media/image30025.png"/><Relationship Id="rId305" Type="http://schemas.openxmlformats.org/officeDocument/2006/relationships/image" Target="../media/image30032.png"/><Relationship Id="rId347" Type="http://schemas.openxmlformats.org/officeDocument/2006/relationships/image" Target="../media/image30053.png"/><Relationship Id="rId44" Type="http://schemas.openxmlformats.org/officeDocument/2006/relationships/customXml" Target="../ink/ink4130.xml"/><Relationship Id="rId86" Type="http://schemas.openxmlformats.org/officeDocument/2006/relationships/customXml" Target="../ink/ink4151.xml"/><Relationship Id="rId151" Type="http://schemas.openxmlformats.org/officeDocument/2006/relationships/image" Target="../media/image29957.png"/><Relationship Id="rId389" Type="http://schemas.openxmlformats.org/officeDocument/2006/relationships/customXml" Target="../ink/ink4303.xml"/><Relationship Id="rId193" Type="http://schemas.openxmlformats.org/officeDocument/2006/relationships/image" Target="../media/image29978.png"/><Relationship Id="rId207" Type="http://schemas.openxmlformats.org/officeDocument/2006/relationships/image" Target="../media/image29985.png"/><Relationship Id="rId249" Type="http://schemas.openxmlformats.org/officeDocument/2006/relationships/image" Target="../media/image30005.png"/><Relationship Id="rId414" Type="http://schemas.openxmlformats.org/officeDocument/2006/relationships/image" Target="../media/image30085.png"/><Relationship Id="rId13" Type="http://schemas.openxmlformats.org/officeDocument/2006/relationships/customXml" Target="../ink/ink4114.xml"/><Relationship Id="rId109" Type="http://schemas.openxmlformats.org/officeDocument/2006/relationships/image" Target="../media/image29937.png"/><Relationship Id="rId260" Type="http://schemas.openxmlformats.org/officeDocument/2006/relationships/customXml" Target="../ink/ink4238.xml"/><Relationship Id="rId316" Type="http://schemas.openxmlformats.org/officeDocument/2006/relationships/customXml" Target="../ink/ink4266.xml"/><Relationship Id="rId55" Type="http://schemas.openxmlformats.org/officeDocument/2006/relationships/image" Target="../media/image29910.png"/><Relationship Id="rId97" Type="http://schemas.openxmlformats.org/officeDocument/2006/relationships/image" Target="../media/image29931.png"/><Relationship Id="rId120" Type="http://schemas.openxmlformats.org/officeDocument/2006/relationships/customXml" Target="../ink/ink4168.xml"/><Relationship Id="rId358" Type="http://schemas.openxmlformats.org/officeDocument/2006/relationships/customXml" Target="../ink/ink4287.xml"/><Relationship Id="rId162" Type="http://schemas.openxmlformats.org/officeDocument/2006/relationships/customXml" Target="../ink/ink4189.xml"/><Relationship Id="rId218" Type="http://schemas.openxmlformats.org/officeDocument/2006/relationships/customXml" Target="../ink/ink4217.xml"/><Relationship Id="rId425" Type="http://schemas.openxmlformats.org/officeDocument/2006/relationships/customXml" Target="../ink/ink4321.xml"/><Relationship Id="rId271" Type="http://schemas.openxmlformats.org/officeDocument/2006/relationships/image" Target="../media/image30015.png"/><Relationship Id="rId24" Type="http://schemas.openxmlformats.org/officeDocument/2006/relationships/image" Target="../media/image29895.png"/><Relationship Id="rId66" Type="http://schemas.openxmlformats.org/officeDocument/2006/relationships/customXml" Target="../ink/ink4141.xml"/><Relationship Id="rId131" Type="http://schemas.openxmlformats.org/officeDocument/2006/relationships/image" Target="../media/image29948.png"/><Relationship Id="rId327" Type="http://schemas.openxmlformats.org/officeDocument/2006/relationships/image" Target="../media/image30043.png"/><Relationship Id="rId369" Type="http://schemas.openxmlformats.org/officeDocument/2006/relationships/customXml" Target="../ink/ink4293.xml"/><Relationship Id="rId173" Type="http://schemas.openxmlformats.org/officeDocument/2006/relationships/image" Target="../media/image29968.png"/><Relationship Id="rId229" Type="http://schemas.openxmlformats.org/officeDocument/2006/relationships/image" Target="../media/image29995.png"/><Relationship Id="rId380" Type="http://schemas.openxmlformats.org/officeDocument/2006/relationships/image" Target="../media/image30069.png"/><Relationship Id="rId240" Type="http://schemas.openxmlformats.org/officeDocument/2006/relationships/customXml" Target="../ink/ink4228.xml"/><Relationship Id="rId35" Type="http://schemas.openxmlformats.org/officeDocument/2006/relationships/image" Target="../media/image29900.png"/><Relationship Id="rId77" Type="http://schemas.openxmlformats.org/officeDocument/2006/relationships/image" Target="../media/image29921.png"/><Relationship Id="rId100" Type="http://schemas.openxmlformats.org/officeDocument/2006/relationships/customXml" Target="../ink/ink4158.xml"/><Relationship Id="rId282" Type="http://schemas.openxmlformats.org/officeDocument/2006/relationships/customXml" Target="../ink/ink4249.xml"/><Relationship Id="rId338" Type="http://schemas.openxmlformats.org/officeDocument/2006/relationships/customXml" Target="../ink/ink4277.xml"/><Relationship Id="rId8" Type="http://schemas.openxmlformats.org/officeDocument/2006/relationships/customXml" Target="../ink/ink4111.xml"/><Relationship Id="rId142" Type="http://schemas.openxmlformats.org/officeDocument/2006/relationships/customXml" Target="../ink/ink4179.xml"/><Relationship Id="rId184" Type="http://schemas.openxmlformats.org/officeDocument/2006/relationships/customXml" Target="../ink/ink4200.xml"/><Relationship Id="rId391" Type="http://schemas.openxmlformats.org/officeDocument/2006/relationships/customXml" Target="../ink/ink4304.xml"/><Relationship Id="rId405" Type="http://schemas.openxmlformats.org/officeDocument/2006/relationships/customXml" Target="../ink/ink4311.xml"/><Relationship Id="rId251" Type="http://schemas.openxmlformats.org/officeDocument/2006/relationships/image" Target="../media/image30006.png"/><Relationship Id="rId46" Type="http://schemas.openxmlformats.org/officeDocument/2006/relationships/customXml" Target="../ink/ink4131.xml"/><Relationship Id="rId293" Type="http://schemas.openxmlformats.org/officeDocument/2006/relationships/image" Target="../media/image30026.png"/><Relationship Id="rId307" Type="http://schemas.openxmlformats.org/officeDocument/2006/relationships/image" Target="../media/image30033.png"/><Relationship Id="rId349" Type="http://schemas.openxmlformats.org/officeDocument/2006/relationships/image" Target="../media/image30054.png"/><Relationship Id="rId88" Type="http://schemas.openxmlformats.org/officeDocument/2006/relationships/customXml" Target="../ink/ink4152.xml"/><Relationship Id="rId111" Type="http://schemas.openxmlformats.org/officeDocument/2006/relationships/image" Target="../media/image29938.png"/><Relationship Id="rId153" Type="http://schemas.openxmlformats.org/officeDocument/2006/relationships/image" Target="../media/image29958.png"/><Relationship Id="rId195" Type="http://schemas.openxmlformats.org/officeDocument/2006/relationships/image" Target="../media/image29979.png"/><Relationship Id="rId209" Type="http://schemas.openxmlformats.org/officeDocument/2006/relationships/image" Target="../media/image29986.png"/><Relationship Id="rId360" Type="http://schemas.openxmlformats.org/officeDocument/2006/relationships/customXml" Target="../ink/ink4288.xml"/><Relationship Id="rId416" Type="http://schemas.openxmlformats.org/officeDocument/2006/relationships/image" Target="../media/image30086.png"/><Relationship Id="rId220" Type="http://schemas.openxmlformats.org/officeDocument/2006/relationships/customXml" Target="../ink/ink4218.xml"/><Relationship Id="rId15" Type="http://schemas.openxmlformats.org/officeDocument/2006/relationships/customXml" Target="../ink/ink4115.xml"/><Relationship Id="rId57" Type="http://schemas.openxmlformats.org/officeDocument/2006/relationships/image" Target="../media/image29911.png"/><Relationship Id="rId262" Type="http://schemas.openxmlformats.org/officeDocument/2006/relationships/customXml" Target="../ink/ink4239.xml"/><Relationship Id="rId318" Type="http://schemas.openxmlformats.org/officeDocument/2006/relationships/customXml" Target="../ink/ink4267.xml"/><Relationship Id="rId99" Type="http://schemas.openxmlformats.org/officeDocument/2006/relationships/image" Target="../media/image29932.png"/><Relationship Id="rId122" Type="http://schemas.openxmlformats.org/officeDocument/2006/relationships/customXml" Target="../ink/ink4169.xml"/><Relationship Id="rId164" Type="http://schemas.openxmlformats.org/officeDocument/2006/relationships/customXml" Target="../ink/ink4190.xml"/><Relationship Id="rId371" Type="http://schemas.openxmlformats.org/officeDocument/2006/relationships/customXml" Target="../ink/ink4294.xml"/><Relationship Id="rId427" Type="http://schemas.openxmlformats.org/officeDocument/2006/relationships/customXml" Target="../ink/ink4322.xml"/><Relationship Id="rId26" Type="http://schemas.openxmlformats.org/officeDocument/2006/relationships/image" Target="../media/image29896.png"/><Relationship Id="rId231" Type="http://schemas.openxmlformats.org/officeDocument/2006/relationships/image" Target="../media/image29996.png"/><Relationship Id="rId273" Type="http://schemas.openxmlformats.org/officeDocument/2006/relationships/image" Target="../media/image30016.png"/><Relationship Id="rId329" Type="http://schemas.openxmlformats.org/officeDocument/2006/relationships/image" Target="../media/image30044.png"/><Relationship Id="rId68" Type="http://schemas.openxmlformats.org/officeDocument/2006/relationships/customXml" Target="../ink/ink4142.xml"/><Relationship Id="rId133" Type="http://schemas.openxmlformats.org/officeDocument/2006/relationships/image" Target="../media/image29949.png"/><Relationship Id="rId175" Type="http://schemas.openxmlformats.org/officeDocument/2006/relationships/image" Target="../media/image29969.png"/><Relationship Id="rId340" Type="http://schemas.openxmlformats.org/officeDocument/2006/relationships/customXml" Target="../ink/ink4278.xml"/><Relationship Id="rId200" Type="http://schemas.openxmlformats.org/officeDocument/2006/relationships/customXml" Target="../ink/ink4208.xml"/><Relationship Id="rId382" Type="http://schemas.openxmlformats.org/officeDocument/2006/relationships/image" Target="../media/image30070.png"/><Relationship Id="rId242" Type="http://schemas.openxmlformats.org/officeDocument/2006/relationships/customXml" Target="../ink/ink4229.xml"/><Relationship Id="rId284" Type="http://schemas.openxmlformats.org/officeDocument/2006/relationships/customXml" Target="../ink/ink4250.xml"/><Relationship Id="rId37" Type="http://schemas.openxmlformats.org/officeDocument/2006/relationships/image" Target="../media/image29901.png"/><Relationship Id="rId79" Type="http://schemas.openxmlformats.org/officeDocument/2006/relationships/image" Target="../media/image29922.png"/><Relationship Id="rId102" Type="http://schemas.openxmlformats.org/officeDocument/2006/relationships/customXml" Target="../ink/ink4159.xml"/><Relationship Id="rId144" Type="http://schemas.openxmlformats.org/officeDocument/2006/relationships/customXml" Target="../ink/ink4180.xml"/><Relationship Id="rId90" Type="http://schemas.openxmlformats.org/officeDocument/2006/relationships/customXml" Target="../ink/ink4153.xml"/><Relationship Id="rId186" Type="http://schemas.openxmlformats.org/officeDocument/2006/relationships/customXml" Target="../ink/ink4201.xml"/><Relationship Id="rId351" Type="http://schemas.openxmlformats.org/officeDocument/2006/relationships/image" Target="../media/image30055.png"/><Relationship Id="rId393" Type="http://schemas.openxmlformats.org/officeDocument/2006/relationships/customXml" Target="../ink/ink4305.xml"/><Relationship Id="rId407" Type="http://schemas.openxmlformats.org/officeDocument/2006/relationships/customXml" Target="../ink/ink4312.xml"/><Relationship Id="rId211" Type="http://schemas.openxmlformats.org/officeDocument/2006/relationships/image" Target="../media/image29987.png"/><Relationship Id="rId253" Type="http://schemas.openxmlformats.org/officeDocument/2006/relationships/image" Target="../media/image30007.png"/><Relationship Id="rId295" Type="http://schemas.openxmlformats.org/officeDocument/2006/relationships/image" Target="../media/image30027.png"/><Relationship Id="rId309" Type="http://schemas.openxmlformats.org/officeDocument/2006/relationships/image" Target="../media/image30034.png"/><Relationship Id="rId48" Type="http://schemas.openxmlformats.org/officeDocument/2006/relationships/customXml" Target="../ink/ink4132.xml"/><Relationship Id="rId113" Type="http://schemas.openxmlformats.org/officeDocument/2006/relationships/image" Target="../media/image29939.png"/><Relationship Id="rId320" Type="http://schemas.openxmlformats.org/officeDocument/2006/relationships/customXml" Target="../ink/ink4268.xml"/><Relationship Id="rId155" Type="http://schemas.openxmlformats.org/officeDocument/2006/relationships/image" Target="../media/image29959.png"/><Relationship Id="rId197" Type="http://schemas.openxmlformats.org/officeDocument/2006/relationships/image" Target="../media/image29980.png"/><Relationship Id="rId362" Type="http://schemas.openxmlformats.org/officeDocument/2006/relationships/customXml" Target="../ink/ink4289.xml"/><Relationship Id="rId418" Type="http://schemas.openxmlformats.org/officeDocument/2006/relationships/image" Target="../media/image30087.png"/><Relationship Id="rId222" Type="http://schemas.openxmlformats.org/officeDocument/2006/relationships/customXml" Target="../ink/ink4219.xml"/><Relationship Id="rId264" Type="http://schemas.openxmlformats.org/officeDocument/2006/relationships/customXml" Target="../ink/ink4240.xml"/><Relationship Id="rId17" Type="http://schemas.openxmlformats.org/officeDocument/2006/relationships/customXml" Target="../ink/ink4116.xml"/><Relationship Id="rId59" Type="http://schemas.openxmlformats.org/officeDocument/2006/relationships/image" Target="../media/image29912.png"/><Relationship Id="rId124" Type="http://schemas.openxmlformats.org/officeDocument/2006/relationships/customXml" Target="../ink/ink4170.xml"/><Relationship Id="rId70" Type="http://schemas.openxmlformats.org/officeDocument/2006/relationships/customXml" Target="../ink/ink4143.xml"/><Relationship Id="rId166" Type="http://schemas.openxmlformats.org/officeDocument/2006/relationships/customXml" Target="../ink/ink4191.xml"/><Relationship Id="rId331" Type="http://schemas.openxmlformats.org/officeDocument/2006/relationships/image" Target="../media/image30045.png"/><Relationship Id="rId373" Type="http://schemas.openxmlformats.org/officeDocument/2006/relationships/customXml" Target="../ink/ink4295.xml"/><Relationship Id="rId429" Type="http://schemas.openxmlformats.org/officeDocument/2006/relationships/customXml" Target="../ink/ink4323.xml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29997.png"/></Relationships>
</file>

<file path=ppt/slides/_rels/slide2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0145.png"/><Relationship Id="rId21" Type="http://schemas.openxmlformats.org/officeDocument/2006/relationships/customXml" Target="../ink/ink4336.xml"/><Relationship Id="rId324" Type="http://schemas.openxmlformats.org/officeDocument/2006/relationships/image" Target="../media/image30245.png"/><Relationship Id="rId531" Type="http://schemas.openxmlformats.org/officeDocument/2006/relationships/customXml" Target="../ink/ink4595.xml"/><Relationship Id="rId629" Type="http://schemas.openxmlformats.org/officeDocument/2006/relationships/image" Target="../media/image30391.png"/><Relationship Id="rId170" Type="http://schemas.openxmlformats.org/officeDocument/2006/relationships/image" Target="../media/image28942.png"/><Relationship Id="rId268" Type="http://schemas.openxmlformats.org/officeDocument/2006/relationships/image" Target="../media/image30217.png"/><Relationship Id="rId475" Type="http://schemas.openxmlformats.org/officeDocument/2006/relationships/customXml" Target="../ink/ink4567.xml"/><Relationship Id="rId32" Type="http://schemas.openxmlformats.org/officeDocument/2006/relationships/image" Target="../media/image30106.png"/><Relationship Id="rId128" Type="http://schemas.openxmlformats.org/officeDocument/2006/relationships/image" Target="../media/image30150.png"/><Relationship Id="rId335" Type="http://schemas.openxmlformats.org/officeDocument/2006/relationships/customXml" Target="../ink/ink4495.xml"/><Relationship Id="rId542" Type="http://schemas.openxmlformats.org/officeDocument/2006/relationships/image" Target="../media/image29060.png"/><Relationship Id="rId181" Type="http://schemas.openxmlformats.org/officeDocument/2006/relationships/customXml" Target="../ink/ink4417.xml"/><Relationship Id="rId402" Type="http://schemas.openxmlformats.org/officeDocument/2006/relationships/customXml" Target="../ink/ink4530.xml"/><Relationship Id="rId279" Type="http://schemas.openxmlformats.org/officeDocument/2006/relationships/customXml" Target="../ink/ink4467.xml"/><Relationship Id="rId486" Type="http://schemas.openxmlformats.org/officeDocument/2006/relationships/image" Target="../media/image30323.png"/><Relationship Id="rId43" Type="http://schemas.openxmlformats.org/officeDocument/2006/relationships/customXml" Target="../ink/ink4347.xml"/><Relationship Id="rId139" Type="http://schemas.openxmlformats.org/officeDocument/2006/relationships/customXml" Target="../ink/ink4396.xml"/><Relationship Id="rId346" Type="http://schemas.openxmlformats.org/officeDocument/2006/relationships/image" Target="../media/image30256.png"/><Relationship Id="rId553" Type="http://schemas.openxmlformats.org/officeDocument/2006/relationships/customXml" Target="../ink/ink4606.xml"/><Relationship Id="rId192" Type="http://schemas.openxmlformats.org/officeDocument/2006/relationships/image" Target="../media/image30180.png"/><Relationship Id="rId206" Type="http://schemas.openxmlformats.org/officeDocument/2006/relationships/image" Target="../media/image30187.png"/><Relationship Id="rId413" Type="http://schemas.openxmlformats.org/officeDocument/2006/relationships/image" Target="../media/image30288.png"/><Relationship Id="rId497" Type="http://schemas.openxmlformats.org/officeDocument/2006/relationships/customXml" Target="../ink/ink4578.xml"/><Relationship Id="rId620" Type="http://schemas.openxmlformats.org/officeDocument/2006/relationships/customXml" Target="../ink/ink4640.xml"/><Relationship Id="rId357" Type="http://schemas.openxmlformats.org/officeDocument/2006/relationships/customXml" Target="../ink/ink4507.xml"/><Relationship Id="rId54" Type="http://schemas.openxmlformats.org/officeDocument/2006/relationships/image" Target="../media/image30116.png"/><Relationship Id="rId217" Type="http://schemas.openxmlformats.org/officeDocument/2006/relationships/customXml" Target="../ink/ink4436.xml"/><Relationship Id="rId564" Type="http://schemas.openxmlformats.org/officeDocument/2006/relationships/image" Target="../media/image30359.png"/><Relationship Id="rId424" Type="http://schemas.openxmlformats.org/officeDocument/2006/relationships/image" Target="../media/image30293.png"/><Relationship Id="rId270" Type="http://schemas.openxmlformats.org/officeDocument/2006/relationships/image" Target="../media/image30218.png"/><Relationship Id="rId65" Type="http://schemas.openxmlformats.org/officeDocument/2006/relationships/customXml" Target="../ink/ink4358.xml"/><Relationship Id="rId130" Type="http://schemas.openxmlformats.org/officeDocument/2006/relationships/image" Target="../media/image30151.png"/><Relationship Id="rId368" Type="http://schemas.openxmlformats.org/officeDocument/2006/relationships/image" Target="../media/image30266.png"/><Relationship Id="rId575" Type="http://schemas.openxmlformats.org/officeDocument/2006/relationships/image" Target="../media/image30364.png"/><Relationship Id="rId228" Type="http://schemas.openxmlformats.org/officeDocument/2006/relationships/image" Target="../media/image30197.png"/><Relationship Id="rId435" Type="http://schemas.openxmlformats.org/officeDocument/2006/relationships/customXml" Target="../ink/ink4547.xml"/><Relationship Id="rId281" Type="http://schemas.openxmlformats.org/officeDocument/2006/relationships/customXml" Target="../ink/ink4468.xml"/><Relationship Id="rId502" Type="http://schemas.openxmlformats.org/officeDocument/2006/relationships/image" Target="../media/image30331.png"/><Relationship Id="rId76" Type="http://schemas.openxmlformats.org/officeDocument/2006/relationships/image" Target="../media/image30125.png"/><Relationship Id="rId141" Type="http://schemas.openxmlformats.org/officeDocument/2006/relationships/customXml" Target="../ink/ink4397.xml"/><Relationship Id="rId379" Type="http://schemas.openxmlformats.org/officeDocument/2006/relationships/customXml" Target="../ink/ink4518.xml"/><Relationship Id="rId586" Type="http://schemas.openxmlformats.org/officeDocument/2006/relationships/customXml" Target="../ink/ink4623.xml"/><Relationship Id="rId7" Type="http://schemas.openxmlformats.org/officeDocument/2006/relationships/image" Target="../media/image29275.png"/><Relationship Id="rId239" Type="http://schemas.openxmlformats.org/officeDocument/2006/relationships/customXml" Target="../ink/ink4447.xml"/><Relationship Id="rId446" Type="http://schemas.openxmlformats.org/officeDocument/2006/relationships/image" Target="../media/image30304.png"/><Relationship Id="rId292" Type="http://schemas.openxmlformats.org/officeDocument/2006/relationships/image" Target="../media/image30229.png"/><Relationship Id="rId306" Type="http://schemas.openxmlformats.org/officeDocument/2006/relationships/image" Target="../media/image30236.png"/><Relationship Id="rId87" Type="http://schemas.openxmlformats.org/officeDocument/2006/relationships/customXml" Target="../ink/ink4369.xml"/><Relationship Id="rId513" Type="http://schemas.openxmlformats.org/officeDocument/2006/relationships/customXml" Target="../ink/ink4586.xml"/><Relationship Id="rId597" Type="http://schemas.openxmlformats.org/officeDocument/2006/relationships/image" Target="../media/image30375.png"/><Relationship Id="rId152" Type="http://schemas.openxmlformats.org/officeDocument/2006/relationships/image" Target="../media/image30162.png"/><Relationship Id="rId457" Type="http://schemas.openxmlformats.org/officeDocument/2006/relationships/customXml" Target="../ink/ink4558.xml"/><Relationship Id="rId14" Type="http://schemas.openxmlformats.org/officeDocument/2006/relationships/image" Target="../media/image30098.png"/><Relationship Id="rId317" Type="http://schemas.openxmlformats.org/officeDocument/2006/relationships/customXml" Target="../ink/ink4486.xml"/><Relationship Id="rId524" Type="http://schemas.openxmlformats.org/officeDocument/2006/relationships/image" Target="../media/image30342.png"/><Relationship Id="rId98" Type="http://schemas.openxmlformats.org/officeDocument/2006/relationships/customXml" Target="../ink/ink4375.xml"/><Relationship Id="rId163" Type="http://schemas.openxmlformats.org/officeDocument/2006/relationships/customXml" Target="../ink/ink4408.xml"/><Relationship Id="rId370" Type="http://schemas.openxmlformats.org/officeDocument/2006/relationships/image" Target="../media/image30267.png"/><Relationship Id="rId230" Type="http://schemas.openxmlformats.org/officeDocument/2006/relationships/image" Target="../media/image30198.png"/><Relationship Id="rId468" Type="http://schemas.openxmlformats.org/officeDocument/2006/relationships/image" Target="../media/image30315.png"/><Relationship Id="rId25" Type="http://schemas.openxmlformats.org/officeDocument/2006/relationships/customXml" Target="../ink/ink4338.xml"/><Relationship Id="rId328" Type="http://schemas.openxmlformats.org/officeDocument/2006/relationships/image" Target="../media/image30247.png"/><Relationship Id="rId535" Type="http://schemas.openxmlformats.org/officeDocument/2006/relationships/customXml" Target="../ink/ink4597.xml"/><Relationship Id="rId174" Type="http://schemas.openxmlformats.org/officeDocument/2006/relationships/image" Target="../media/image30172.png"/><Relationship Id="rId381" Type="http://schemas.openxmlformats.org/officeDocument/2006/relationships/image" Target="../media/image30272.png"/><Relationship Id="rId602" Type="http://schemas.openxmlformats.org/officeDocument/2006/relationships/customXml" Target="../ink/ink4631.xml"/><Relationship Id="rId241" Type="http://schemas.openxmlformats.org/officeDocument/2006/relationships/customXml" Target="../ink/ink4448.xml"/><Relationship Id="rId479" Type="http://schemas.openxmlformats.org/officeDocument/2006/relationships/customXml" Target="../ink/ink4569.xml"/><Relationship Id="rId36" Type="http://schemas.openxmlformats.org/officeDocument/2006/relationships/image" Target="../media/image30108.png"/><Relationship Id="rId339" Type="http://schemas.openxmlformats.org/officeDocument/2006/relationships/customXml" Target="../ink/ink4497.xml"/><Relationship Id="rId546" Type="http://schemas.openxmlformats.org/officeDocument/2006/relationships/image" Target="../media/image30350.png"/><Relationship Id="rId78" Type="http://schemas.openxmlformats.org/officeDocument/2006/relationships/image" Target="../media/image30126.png"/><Relationship Id="rId101" Type="http://schemas.openxmlformats.org/officeDocument/2006/relationships/image" Target="../media/image30137.png"/><Relationship Id="rId143" Type="http://schemas.openxmlformats.org/officeDocument/2006/relationships/customXml" Target="../ink/ink4398.xml"/><Relationship Id="rId185" Type="http://schemas.openxmlformats.org/officeDocument/2006/relationships/customXml" Target="../ink/ink4419.xml"/><Relationship Id="rId350" Type="http://schemas.openxmlformats.org/officeDocument/2006/relationships/customXml" Target="../ink/ink4503.xml"/><Relationship Id="rId406" Type="http://schemas.openxmlformats.org/officeDocument/2006/relationships/customXml" Target="../ink/ink4532.xml"/><Relationship Id="rId588" Type="http://schemas.openxmlformats.org/officeDocument/2006/relationships/customXml" Target="../ink/ink4624.xml"/><Relationship Id="rId9" Type="http://schemas.openxmlformats.org/officeDocument/2006/relationships/customXml" Target="../ink/ink4330.xml"/><Relationship Id="rId210" Type="http://schemas.openxmlformats.org/officeDocument/2006/relationships/customXml" Target="../ink/ink4432.xml"/><Relationship Id="rId392" Type="http://schemas.openxmlformats.org/officeDocument/2006/relationships/customXml" Target="../ink/ink4525.xml"/><Relationship Id="rId448" Type="http://schemas.openxmlformats.org/officeDocument/2006/relationships/image" Target="../media/image30305.png"/><Relationship Id="rId613" Type="http://schemas.openxmlformats.org/officeDocument/2006/relationships/image" Target="../media/image30383.png"/><Relationship Id="rId252" Type="http://schemas.openxmlformats.org/officeDocument/2006/relationships/image" Target="../media/image30209.png"/><Relationship Id="rId294" Type="http://schemas.openxmlformats.org/officeDocument/2006/relationships/image" Target="../media/image30230.png"/><Relationship Id="rId308" Type="http://schemas.openxmlformats.org/officeDocument/2006/relationships/image" Target="../media/image30237.png"/><Relationship Id="rId515" Type="http://schemas.openxmlformats.org/officeDocument/2006/relationships/customXml" Target="../ink/ink4587.xml"/><Relationship Id="rId47" Type="http://schemas.openxmlformats.org/officeDocument/2006/relationships/customXml" Target="../ink/ink4349.xml"/><Relationship Id="rId89" Type="http://schemas.openxmlformats.org/officeDocument/2006/relationships/customXml" Target="../ink/ink4370.xml"/><Relationship Id="rId112" Type="http://schemas.openxmlformats.org/officeDocument/2006/relationships/customXml" Target="../ink/ink4382.xml"/><Relationship Id="rId154" Type="http://schemas.openxmlformats.org/officeDocument/2006/relationships/image" Target="../media/image30163.png"/><Relationship Id="rId361" Type="http://schemas.openxmlformats.org/officeDocument/2006/relationships/customXml" Target="../ink/ink4509.xml"/><Relationship Id="rId557" Type="http://schemas.openxmlformats.org/officeDocument/2006/relationships/customXml" Target="../ink/ink4608.xml"/><Relationship Id="rId599" Type="http://schemas.openxmlformats.org/officeDocument/2006/relationships/image" Target="../media/image30376.png"/><Relationship Id="rId196" Type="http://schemas.openxmlformats.org/officeDocument/2006/relationships/image" Target="../media/image30182.png"/><Relationship Id="rId417" Type="http://schemas.openxmlformats.org/officeDocument/2006/relationships/image" Target="../media/image30290.png"/><Relationship Id="rId459" Type="http://schemas.openxmlformats.org/officeDocument/2006/relationships/customXml" Target="../ink/ink4559.xml"/><Relationship Id="rId624" Type="http://schemas.openxmlformats.org/officeDocument/2006/relationships/customXml" Target="../ink/ink4642.xml"/><Relationship Id="rId16" Type="http://schemas.openxmlformats.org/officeDocument/2006/relationships/image" Target="../media/image30099.png"/><Relationship Id="rId221" Type="http://schemas.openxmlformats.org/officeDocument/2006/relationships/customXml" Target="../ink/ink4438.xml"/><Relationship Id="rId263" Type="http://schemas.openxmlformats.org/officeDocument/2006/relationships/customXml" Target="../ink/ink4459.xml"/><Relationship Id="rId319" Type="http://schemas.openxmlformats.org/officeDocument/2006/relationships/customXml" Target="../ink/ink4487.xml"/><Relationship Id="rId470" Type="http://schemas.openxmlformats.org/officeDocument/2006/relationships/image" Target="../media/image30316.png"/><Relationship Id="rId526" Type="http://schemas.openxmlformats.org/officeDocument/2006/relationships/image" Target="../media/image30343.png"/><Relationship Id="rId58" Type="http://schemas.openxmlformats.org/officeDocument/2006/relationships/image" Target="../media/image30118.png"/><Relationship Id="rId123" Type="http://schemas.openxmlformats.org/officeDocument/2006/relationships/image" Target="../media/image30148.png"/><Relationship Id="rId330" Type="http://schemas.openxmlformats.org/officeDocument/2006/relationships/image" Target="../media/image30248.png"/><Relationship Id="rId568" Type="http://schemas.openxmlformats.org/officeDocument/2006/relationships/image" Target="../media/image30361.png"/><Relationship Id="rId165" Type="http://schemas.openxmlformats.org/officeDocument/2006/relationships/customXml" Target="../ink/ink4409.xml"/><Relationship Id="rId372" Type="http://schemas.openxmlformats.org/officeDocument/2006/relationships/image" Target="../media/image30268.png"/><Relationship Id="rId428" Type="http://schemas.openxmlformats.org/officeDocument/2006/relationships/image" Target="../media/image30295.png"/><Relationship Id="rId232" Type="http://schemas.openxmlformats.org/officeDocument/2006/relationships/image" Target="../media/image30199.png"/><Relationship Id="rId274" Type="http://schemas.openxmlformats.org/officeDocument/2006/relationships/image" Target="../media/image30220.png"/><Relationship Id="rId481" Type="http://schemas.openxmlformats.org/officeDocument/2006/relationships/customXml" Target="../ink/ink4570.xml"/><Relationship Id="rId27" Type="http://schemas.openxmlformats.org/officeDocument/2006/relationships/customXml" Target="../ink/ink4339.xml"/><Relationship Id="rId69" Type="http://schemas.openxmlformats.org/officeDocument/2006/relationships/customXml" Target="../ink/ink4360.xml"/><Relationship Id="rId134" Type="http://schemas.openxmlformats.org/officeDocument/2006/relationships/image" Target="../media/image30153.png"/><Relationship Id="rId537" Type="http://schemas.openxmlformats.org/officeDocument/2006/relationships/customXml" Target="../ink/ink4598.xml"/><Relationship Id="rId579" Type="http://schemas.openxmlformats.org/officeDocument/2006/relationships/image" Target="../media/image30366.png"/><Relationship Id="rId80" Type="http://schemas.openxmlformats.org/officeDocument/2006/relationships/image" Target="../media/image30127.png"/><Relationship Id="rId176" Type="http://schemas.openxmlformats.org/officeDocument/2006/relationships/image" Target="../media/image29214.png"/><Relationship Id="rId341" Type="http://schemas.openxmlformats.org/officeDocument/2006/relationships/customXml" Target="../ink/ink4498.xml"/><Relationship Id="rId383" Type="http://schemas.openxmlformats.org/officeDocument/2006/relationships/image" Target="../media/image30273.png"/><Relationship Id="rId439" Type="http://schemas.openxmlformats.org/officeDocument/2006/relationships/customXml" Target="../ink/ink4549.xml"/><Relationship Id="rId590" Type="http://schemas.openxmlformats.org/officeDocument/2006/relationships/customXml" Target="../ink/ink4625.xml"/><Relationship Id="rId604" Type="http://schemas.openxmlformats.org/officeDocument/2006/relationships/customXml" Target="../ink/ink4632.xml"/><Relationship Id="rId201" Type="http://schemas.openxmlformats.org/officeDocument/2006/relationships/customXml" Target="../ink/ink4427.xml"/><Relationship Id="rId243" Type="http://schemas.openxmlformats.org/officeDocument/2006/relationships/customXml" Target="../ink/ink4449.xml"/><Relationship Id="rId285" Type="http://schemas.openxmlformats.org/officeDocument/2006/relationships/customXml" Target="../ink/ink4470.xml"/><Relationship Id="rId450" Type="http://schemas.openxmlformats.org/officeDocument/2006/relationships/image" Target="../media/image30306.png"/><Relationship Id="rId506" Type="http://schemas.openxmlformats.org/officeDocument/2006/relationships/image" Target="../media/image30333.png"/><Relationship Id="rId38" Type="http://schemas.openxmlformats.org/officeDocument/2006/relationships/image" Target="../media/image30109.png"/><Relationship Id="rId103" Type="http://schemas.openxmlformats.org/officeDocument/2006/relationships/image" Target="../media/image30138.png"/><Relationship Id="rId310" Type="http://schemas.openxmlformats.org/officeDocument/2006/relationships/image" Target="../media/image30238.png"/><Relationship Id="rId492" Type="http://schemas.openxmlformats.org/officeDocument/2006/relationships/image" Target="../media/image30326.png"/><Relationship Id="rId548" Type="http://schemas.openxmlformats.org/officeDocument/2006/relationships/image" Target="../media/image30351.png"/><Relationship Id="rId91" Type="http://schemas.openxmlformats.org/officeDocument/2006/relationships/customXml" Target="../ink/ink4371.xml"/><Relationship Id="rId145" Type="http://schemas.openxmlformats.org/officeDocument/2006/relationships/customXml" Target="../ink/ink4399.xml"/><Relationship Id="rId187" Type="http://schemas.openxmlformats.org/officeDocument/2006/relationships/customXml" Target="../ink/ink4420.xml"/><Relationship Id="rId352" Type="http://schemas.openxmlformats.org/officeDocument/2006/relationships/customXml" Target="../ink/ink4504.xml"/><Relationship Id="rId394" Type="http://schemas.openxmlformats.org/officeDocument/2006/relationships/customXml" Target="../ink/ink4526.xml"/><Relationship Id="rId408" Type="http://schemas.openxmlformats.org/officeDocument/2006/relationships/customXml" Target="../ink/ink4533.xml"/><Relationship Id="rId615" Type="http://schemas.openxmlformats.org/officeDocument/2006/relationships/image" Target="../media/image30384.png"/><Relationship Id="rId212" Type="http://schemas.openxmlformats.org/officeDocument/2006/relationships/customXml" Target="../ink/ink4433.xml"/><Relationship Id="rId254" Type="http://schemas.openxmlformats.org/officeDocument/2006/relationships/image" Target="../media/image30210.png"/><Relationship Id="rId49" Type="http://schemas.openxmlformats.org/officeDocument/2006/relationships/customXml" Target="../ink/ink4350.xml"/><Relationship Id="rId114" Type="http://schemas.openxmlformats.org/officeDocument/2006/relationships/customXml" Target="../ink/ink4383.xml"/><Relationship Id="rId296" Type="http://schemas.openxmlformats.org/officeDocument/2006/relationships/image" Target="../media/image30231.png"/><Relationship Id="rId461" Type="http://schemas.openxmlformats.org/officeDocument/2006/relationships/customXml" Target="../ink/ink4560.xml"/><Relationship Id="rId517" Type="http://schemas.openxmlformats.org/officeDocument/2006/relationships/customXml" Target="../ink/ink4588.xml"/><Relationship Id="rId559" Type="http://schemas.openxmlformats.org/officeDocument/2006/relationships/customXml" Target="../ink/ink4609.xml"/><Relationship Id="rId60" Type="http://schemas.openxmlformats.org/officeDocument/2006/relationships/image" Target="../media/image30119.png"/><Relationship Id="rId156" Type="http://schemas.openxmlformats.org/officeDocument/2006/relationships/image" Target="../media/image30164.png"/><Relationship Id="rId198" Type="http://schemas.openxmlformats.org/officeDocument/2006/relationships/image" Target="../media/image30183.png"/><Relationship Id="rId321" Type="http://schemas.openxmlformats.org/officeDocument/2006/relationships/customXml" Target="../ink/ink4488.xml"/><Relationship Id="rId363" Type="http://schemas.openxmlformats.org/officeDocument/2006/relationships/customXml" Target="../ink/ink4510.xml"/><Relationship Id="rId419" Type="http://schemas.openxmlformats.org/officeDocument/2006/relationships/image" Target="../media/image30291.png"/><Relationship Id="rId570" Type="http://schemas.openxmlformats.org/officeDocument/2006/relationships/customXml" Target="../ink/ink4615.xml"/><Relationship Id="rId626" Type="http://schemas.openxmlformats.org/officeDocument/2006/relationships/customXml" Target="../ink/ink4643.xml"/><Relationship Id="rId223" Type="http://schemas.openxmlformats.org/officeDocument/2006/relationships/customXml" Target="../ink/ink4439.xml"/><Relationship Id="rId430" Type="http://schemas.openxmlformats.org/officeDocument/2006/relationships/image" Target="../media/image30296.png"/><Relationship Id="rId18" Type="http://schemas.openxmlformats.org/officeDocument/2006/relationships/image" Target="../media/image30100.png"/><Relationship Id="rId265" Type="http://schemas.openxmlformats.org/officeDocument/2006/relationships/customXml" Target="../ink/ink4460.xml"/><Relationship Id="rId472" Type="http://schemas.openxmlformats.org/officeDocument/2006/relationships/image" Target="../media/image30317.png"/><Relationship Id="rId528" Type="http://schemas.openxmlformats.org/officeDocument/2006/relationships/image" Target="../media/image30344.png"/><Relationship Id="rId125" Type="http://schemas.openxmlformats.org/officeDocument/2006/relationships/image" Target="../media/image30149.png"/><Relationship Id="rId167" Type="http://schemas.openxmlformats.org/officeDocument/2006/relationships/customXml" Target="../ink/ink4410.xml"/><Relationship Id="rId332" Type="http://schemas.openxmlformats.org/officeDocument/2006/relationships/image" Target="../media/image30249.png"/><Relationship Id="rId374" Type="http://schemas.openxmlformats.org/officeDocument/2006/relationships/image" Target="../media/image30269.png"/><Relationship Id="rId581" Type="http://schemas.openxmlformats.org/officeDocument/2006/relationships/image" Target="../media/image30367.png"/><Relationship Id="rId71" Type="http://schemas.openxmlformats.org/officeDocument/2006/relationships/customXml" Target="../ink/ink4361.xml"/><Relationship Id="rId234" Type="http://schemas.openxmlformats.org/officeDocument/2006/relationships/image" Target="../media/image30200.png"/><Relationship Id="rId2" Type="http://schemas.openxmlformats.org/officeDocument/2006/relationships/customXml" Target="../ink/ink4326.xml"/><Relationship Id="rId29" Type="http://schemas.openxmlformats.org/officeDocument/2006/relationships/customXml" Target="../ink/ink4340.xml"/><Relationship Id="rId276" Type="http://schemas.openxmlformats.org/officeDocument/2006/relationships/image" Target="../media/image30221.png"/><Relationship Id="rId441" Type="http://schemas.openxmlformats.org/officeDocument/2006/relationships/customXml" Target="../ink/ink4550.xml"/><Relationship Id="rId483" Type="http://schemas.openxmlformats.org/officeDocument/2006/relationships/customXml" Target="../ink/ink4571.xml"/><Relationship Id="rId539" Type="http://schemas.openxmlformats.org/officeDocument/2006/relationships/customXml" Target="../ink/ink4599.xml"/><Relationship Id="rId40" Type="http://schemas.openxmlformats.org/officeDocument/2006/relationships/image" Target="../media/image30110.png"/><Relationship Id="rId136" Type="http://schemas.openxmlformats.org/officeDocument/2006/relationships/image" Target="../media/image30154.png"/><Relationship Id="rId178" Type="http://schemas.openxmlformats.org/officeDocument/2006/relationships/image" Target="../media/image30173.png"/><Relationship Id="rId301" Type="http://schemas.openxmlformats.org/officeDocument/2006/relationships/customXml" Target="../ink/ink4478.xml"/><Relationship Id="rId343" Type="http://schemas.openxmlformats.org/officeDocument/2006/relationships/customXml" Target="../ink/ink4499.xml"/><Relationship Id="rId550" Type="http://schemas.openxmlformats.org/officeDocument/2006/relationships/image" Target="../media/image30352.png"/><Relationship Id="rId82" Type="http://schemas.openxmlformats.org/officeDocument/2006/relationships/image" Target="../media/image30128.png"/><Relationship Id="rId203" Type="http://schemas.openxmlformats.org/officeDocument/2006/relationships/customXml" Target="../ink/ink4428.xml"/><Relationship Id="rId385" Type="http://schemas.openxmlformats.org/officeDocument/2006/relationships/image" Target="../media/image30274.png"/><Relationship Id="rId592" Type="http://schemas.openxmlformats.org/officeDocument/2006/relationships/customXml" Target="../ink/ink4626.xml"/><Relationship Id="rId606" Type="http://schemas.openxmlformats.org/officeDocument/2006/relationships/customXml" Target="../ink/ink4633.xml"/><Relationship Id="rId245" Type="http://schemas.openxmlformats.org/officeDocument/2006/relationships/customXml" Target="../ink/ink4450.xml"/><Relationship Id="rId287" Type="http://schemas.openxmlformats.org/officeDocument/2006/relationships/customXml" Target="../ink/ink4471.xml"/><Relationship Id="rId410" Type="http://schemas.openxmlformats.org/officeDocument/2006/relationships/customXml" Target="../ink/ink4534.xml"/><Relationship Id="rId452" Type="http://schemas.openxmlformats.org/officeDocument/2006/relationships/image" Target="../media/image30307.png"/><Relationship Id="rId494" Type="http://schemas.openxmlformats.org/officeDocument/2006/relationships/image" Target="../media/image30327.png"/><Relationship Id="rId508" Type="http://schemas.openxmlformats.org/officeDocument/2006/relationships/image" Target="../media/image30334.png"/><Relationship Id="rId105" Type="http://schemas.openxmlformats.org/officeDocument/2006/relationships/image" Target="../media/image30139.png"/><Relationship Id="rId147" Type="http://schemas.openxmlformats.org/officeDocument/2006/relationships/customXml" Target="../ink/ink4400.xml"/><Relationship Id="rId312" Type="http://schemas.openxmlformats.org/officeDocument/2006/relationships/image" Target="../media/image30239.png"/><Relationship Id="rId354" Type="http://schemas.openxmlformats.org/officeDocument/2006/relationships/image" Target="../media/image30259.png"/><Relationship Id="rId51" Type="http://schemas.openxmlformats.org/officeDocument/2006/relationships/customXml" Target="../ink/ink4351.xml"/><Relationship Id="rId93" Type="http://schemas.openxmlformats.org/officeDocument/2006/relationships/customXml" Target="../ink/ink4372.xml"/><Relationship Id="rId189" Type="http://schemas.openxmlformats.org/officeDocument/2006/relationships/customXml" Target="../ink/ink4421.xml"/><Relationship Id="rId396" Type="http://schemas.openxmlformats.org/officeDocument/2006/relationships/customXml" Target="../ink/ink4527.xml"/><Relationship Id="rId561" Type="http://schemas.openxmlformats.org/officeDocument/2006/relationships/customXml" Target="../ink/ink4610.xml"/><Relationship Id="rId617" Type="http://schemas.openxmlformats.org/officeDocument/2006/relationships/image" Target="../media/image30385.png"/><Relationship Id="rId214" Type="http://schemas.openxmlformats.org/officeDocument/2006/relationships/image" Target="../media/image30190.png"/><Relationship Id="rId256" Type="http://schemas.openxmlformats.org/officeDocument/2006/relationships/image" Target="../media/image30211.png"/><Relationship Id="rId298" Type="http://schemas.openxmlformats.org/officeDocument/2006/relationships/image" Target="../media/image30232.png"/><Relationship Id="rId421" Type="http://schemas.openxmlformats.org/officeDocument/2006/relationships/customXml" Target="../ink/ink4540.xml"/><Relationship Id="rId463" Type="http://schemas.openxmlformats.org/officeDocument/2006/relationships/customXml" Target="../ink/ink4561.xml"/><Relationship Id="rId519" Type="http://schemas.openxmlformats.org/officeDocument/2006/relationships/customXml" Target="../ink/ink4589.xml"/><Relationship Id="rId116" Type="http://schemas.openxmlformats.org/officeDocument/2006/relationships/customXml" Target="../ink/ink4384.xml"/><Relationship Id="rId158" Type="http://schemas.openxmlformats.org/officeDocument/2006/relationships/image" Target="../media/image30165.png"/><Relationship Id="rId323" Type="http://schemas.openxmlformats.org/officeDocument/2006/relationships/customXml" Target="../ink/ink4489.xml"/><Relationship Id="rId530" Type="http://schemas.openxmlformats.org/officeDocument/2006/relationships/image" Target="../media/image30345.png"/><Relationship Id="rId20" Type="http://schemas.openxmlformats.org/officeDocument/2006/relationships/image" Target="../media/image30101.png"/><Relationship Id="rId62" Type="http://schemas.openxmlformats.org/officeDocument/2006/relationships/image" Target="../media/image30120.png"/><Relationship Id="rId365" Type="http://schemas.openxmlformats.org/officeDocument/2006/relationships/customXml" Target="../ink/ink4511.xml"/><Relationship Id="rId572" Type="http://schemas.openxmlformats.org/officeDocument/2006/relationships/customXml" Target="../ink/ink4616.xml"/><Relationship Id="rId628" Type="http://schemas.openxmlformats.org/officeDocument/2006/relationships/customXml" Target="../ink/ink4644.xml"/><Relationship Id="rId225" Type="http://schemas.openxmlformats.org/officeDocument/2006/relationships/customXml" Target="../ink/ink4440.xml"/><Relationship Id="rId267" Type="http://schemas.openxmlformats.org/officeDocument/2006/relationships/customXml" Target="../ink/ink4461.xml"/><Relationship Id="rId432" Type="http://schemas.openxmlformats.org/officeDocument/2006/relationships/image" Target="../media/image30297.png"/><Relationship Id="rId474" Type="http://schemas.openxmlformats.org/officeDocument/2006/relationships/image" Target="../media/image30318.png"/><Relationship Id="rId127" Type="http://schemas.openxmlformats.org/officeDocument/2006/relationships/customXml" Target="../ink/ink4390.xml"/><Relationship Id="rId31" Type="http://schemas.openxmlformats.org/officeDocument/2006/relationships/customXml" Target="../ink/ink4341.xml"/><Relationship Id="rId73" Type="http://schemas.openxmlformats.org/officeDocument/2006/relationships/customXml" Target="../ink/ink4362.xml"/><Relationship Id="rId169" Type="http://schemas.openxmlformats.org/officeDocument/2006/relationships/customXml" Target="../ink/ink4411.xml"/><Relationship Id="rId334" Type="http://schemas.openxmlformats.org/officeDocument/2006/relationships/image" Target="../media/image30250.png"/><Relationship Id="rId376" Type="http://schemas.openxmlformats.org/officeDocument/2006/relationships/image" Target="../media/image30270.png"/><Relationship Id="rId541" Type="http://schemas.openxmlformats.org/officeDocument/2006/relationships/customXml" Target="../ink/ink4600.xml"/><Relationship Id="rId583" Type="http://schemas.openxmlformats.org/officeDocument/2006/relationships/image" Target="../media/image30368.png"/><Relationship Id="rId4" Type="http://schemas.openxmlformats.org/officeDocument/2006/relationships/customXml" Target="../ink/ink4327.xml"/><Relationship Id="rId180" Type="http://schemas.openxmlformats.org/officeDocument/2006/relationships/image" Target="../media/image30174.png"/><Relationship Id="rId236" Type="http://schemas.openxmlformats.org/officeDocument/2006/relationships/image" Target="../media/image30201.png"/><Relationship Id="rId278" Type="http://schemas.openxmlformats.org/officeDocument/2006/relationships/image" Target="../media/image30222.png"/><Relationship Id="rId401" Type="http://schemas.openxmlformats.org/officeDocument/2006/relationships/image" Target="../media/image30282.png"/><Relationship Id="rId443" Type="http://schemas.openxmlformats.org/officeDocument/2006/relationships/customXml" Target="../ink/ink4551.xml"/><Relationship Id="rId303" Type="http://schemas.openxmlformats.org/officeDocument/2006/relationships/customXml" Target="../ink/ink4479.xml"/><Relationship Id="rId485" Type="http://schemas.openxmlformats.org/officeDocument/2006/relationships/customXml" Target="../ink/ink4572.xml"/><Relationship Id="rId42" Type="http://schemas.openxmlformats.org/officeDocument/2006/relationships/image" Target="../media/image30111.png"/><Relationship Id="rId84" Type="http://schemas.openxmlformats.org/officeDocument/2006/relationships/image" Target="../media/image30129.png"/><Relationship Id="rId138" Type="http://schemas.openxmlformats.org/officeDocument/2006/relationships/image" Target="../media/image30155.png"/><Relationship Id="rId345" Type="http://schemas.openxmlformats.org/officeDocument/2006/relationships/customXml" Target="../ink/ink4500.xml"/><Relationship Id="rId387" Type="http://schemas.openxmlformats.org/officeDocument/2006/relationships/image" Target="../media/image30275.png"/><Relationship Id="rId510" Type="http://schemas.openxmlformats.org/officeDocument/2006/relationships/image" Target="../media/image30335.png"/><Relationship Id="rId552" Type="http://schemas.openxmlformats.org/officeDocument/2006/relationships/image" Target="../media/image30353.png"/><Relationship Id="rId594" Type="http://schemas.openxmlformats.org/officeDocument/2006/relationships/customXml" Target="../ink/ink4627.xml"/><Relationship Id="rId608" Type="http://schemas.openxmlformats.org/officeDocument/2006/relationships/customXml" Target="../ink/ink4634.xml"/><Relationship Id="rId191" Type="http://schemas.openxmlformats.org/officeDocument/2006/relationships/customXml" Target="../ink/ink4422.xml"/><Relationship Id="rId205" Type="http://schemas.openxmlformats.org/officeDocument/2006/relationships/customXml" Target="../ink/ink4429.xml"/><Relationship Id="rId247" Type="http://schemas.openxmlformats.org/officeDocument/2006/relationships/customXml" Target="../ink/ink4451.xml"/><Relationship Id="rId412" Type="http://schemas.openxmlformats.org/officeDocument/2006/relationships/customXml" Target="../ink/ink4535.xml"/><Relationship Id="rId107" Type="http://schemas.openxmlformats.org/officeDocument/2006/relationships/image" Target="../media/image30140.png"/><Relationship Id="rId289" Type="http://schemas.openxmlformats.org/officeDocument/2006/relationships/customXml" Target="../ink/ink4472.xml"/><Relationship Id="rId454" Type="http://schemas.openxmlformats.org/officeDocument/2006/relationships/image" Target="../media/image30308.png"/><Relationship Id="rId496" Type="http://schemas.openxmlformats.org/officeDocument/2006/relationships/image" Target="../media/image30328.png"/><Relationship Id="rId11" Type="http://schemas.openxmlformats.org/officeDocument/2006/relationships/customXml" Target="../ink/ink4331.xml"/><Relationship Id="rId53" Type="http://schemas.openxmlformats.org/officeDocument/2006/relationships/customXml" Target="../ink/ink4352.xml"/><Relationship Id="rId149" Type="http://schemas.openxmlformats.org/officeDocument/2006/relationships/customXml" Target="../ink/ink4401.xml"/><Relationship Id="rId314" Type="http://schemas.openxmlformats.org/officeDocument/2006/relationships/image" Target="../media/image30240.png"/><Relationship Id="rId356" Type="http://schemas.openxmlformats.org/officeDocument/2006/relationships/image" Target="../media/image30260.png"/><Relationship Id="rId398" Type="http://schemas.openxmlformats.org/officeDocument/2006/relationships/customXml" Target="../ink/ink4528.xml"/><Relationship Id="rId521" Type="http://schemas.openxmlformats.org/officeDocument/2006/relationships/customXml" Target="../ink/ink4590.xml"/><Relationship Id="rId563" Type="http://schemas.openxmlformats.org/officeDocument/2006/relationships/customXml" Target="../ink/ink4611.xml"/><Relationship Id="rId619" Type="http://schemas.openxmlformats.org/officeDocument/2006/relationships/image" Target="../media/image30386.png"/><Relationship Id="rId95" Type="http://schemas.openxmlformats.org/officeDocument/2006/relationships/customXml" Target="../ink/ink4373.xml"/><Relationship Id="rId160" Type="http://schemas.openxmlformats.org/officeDocument/2006/relationships/image" Target="../media/image30166.png"/><Relationship Id="rId216" Type="http://schemas.openxmlformats.org/officeDocument/2006/relationships/image" Target="../media/image30191.png"/><Relationship Id="rId423" Type="http://schemas.openxmlformats.org/officeDocument/2006/relationships/customXml" Target="../ink/ink4541.xml"/><Relationship Id="rId258" Type="http://schemas.openxmlformats.org/officeDocument/2006/relationships/image" Target="../media/image30212.png"/><Relationship Id="rId465" Type="http://schemas.openxmlformats.org/officeDocument/2006/relationships/customXml" Target="../ink/ink4562.xml"/><Relationship Id="rId22" Type="http://schemas.openxmlformats.org/officeDocument/2006/relationships/image" Target="../media/image30102.png"/><Relationship Id="rId64" Type="http://schemas.openxmlformats.org/officeDocument/2006/relationships/image" Target="../media/image29280.png"/><Relationship Id="rId118" Type="http://schemas.openxmlformats.org/officeDocument/2006/relationships/customXml" Target="../ink/ink4385.xml"/><Relationship Id="rId325" Type="http://schemas.openxmlformats.org/officeDocument/2006/relationships/customXml" Target="../ink/ink4490.xml"/><Relationship Id="rId367" Type="http://schemas.openxmlformats.org/officeDocument/2006/relationships/customXml" Target="../ink/ink4512.xml"/><Relationship Id="rId532" Type="http://schemas.openxmlformats.org/officeDocument/2006/relationships/image" Target="../media/image30346.png"/><Relationship Id="rId574" Type="http://schemas.openxmlformats.org/officeDocument/2006/relationships/customXml" Target="../ink/ink4617.xml"/><Relationship Id="rId171" Type="http://schemas.openxmlformats.org/officeDocument/2006/relationships/customXml" Target="../ink/ink4412.xml"/><Relationship Id="rId227" Type="http://schemas.openxmlformats.org/officeDocument/2006/relationships/customXml" Target="../ink/ink4441.xml"/><Relationship Id="rId269" Type="http://schemas.openxmlformats.org/officeDocument/2006/relationships/customXml" Target="../ink/ink4462.xml"/><Relationship Id="rId434" Type="http://schemas.openxmlformats.org/officeDocument/2006/relationships/image" Target="../media/image30298.png"/><Relationship Id="rId476" Type="http://schemas.openxmlformats.org/officeDocument/2006/relationships/image" Target="../media/image30319.png"/><Relationship Id="rId33" Type="http://schemas.openxmlformats.org/officeDocument/2006/relationships/customXml" Target="../ink/ink4342.xml"/><Relationship Id="rId129" Type="http://schemas.openxmlformats.org/officeDocument/2006/relationships/customXml" Target="../ink/ink4391.xml"/><Relationship Id="rId280" Type="http://schemas.openxmlformats.org/officeDocument/2006/relationships/image" Target="../media/image30223.png"/><Relationship Id="rId336" Type="http://schemas.openxmlformats.org/officeDocument/2006/relationships/image" Target="../media/image30251.png"/><Relationship Id="rId501" Type="http://schemas.openxmlformats.org/officeDocument/2006/relationships/customXml" Target="../ink/ink4580.xml"/><Relationship Id="rId543" Type="http://schemas.openxmlformats.org/officeDocument/2006/relationships/customXml" Target="../ink/ink4601.xml"/><Relationship Id="rId75" Type="http://schemas.openxmlformats.org/officeDocument/2006/relationships/customXml" Target="../ink/ink4363.xml"/><Relationship Id="rId140" Type="http://schemas.openxmlformats.org/officeDocument/2006/relationships/image" Target="../media/image30156.png"/><Relationship Id="rId182" Type="http://schemas.openxmlformats.org/officeDocument/2006/relationships/image" Target="../media/image30175.png"/><Relationship Id="rId378" Type="http://schemas.openxmlformats.org/officeDocument/2006/relationships/image" Target="../media/image30271.png"/><Relationship Id="rId403" Type="http://schemas.openxmlformats.org/officeDocument/2006/relationships/image" Target="../media/image30283.png"/><Relationship Id="rId585" Type="http://schemas.openxmlformats.org/officeDocument/2006/relationships/image" Target="../media/image30369.png"/><Relationship Id="rId6" Type="http://schemas.openxmlformats.org/officeDocument/2006/relationships/customXml" Target="../ink/ink4328.xml"/><Relationship Id="rId238" Type="http://schemas.openxmlformats.org/officeDocument/2006/relationships/image" Target="../media/image30202.png"/><Relationship Id="rId445" Type="http://schemas.openxmlformats.org/officeDocument/2006/relationships/customXml" Target="../ink/ink4552.xml"/><Relationship Id="rId487" Type="http://schemas.openxmlformats.org/officeDocument/2006/relationships/customXml" Target="../ink/ink4573.xml"/><Relationship Id="rId610" Type="http://schemas.openxmlformats.org/officeDocument/2006/relationships/customXml" Target="../ink/ink4635.xml"/><Relationship Id="rId291" Type="http://schemas.openxmlformats.org/officeDocument/2006/relationships/customXml" Target="../ink/ink4473.xml"/><Relationship Id="rId305" Type="http://schemas.openxmlformats.org/officeDocument/2006/relationships/customXml" Target="../ink/ink4480.xml"/><Relationship Id="rId347" Type="http://schemas.openxmlformats.org/officeDocument/2006/relationships/customXml" Target="../ink/ink4501.xml"/><Relationship Id="rId512" Type="http://schemas.openxmlformats.org/officeDocument/2006/relationships/image" Target="../media/image30336.png"/><Relationship Id="rId44" Type="http://schemas.openxmlformats.org/officeDocument/2006/relationships/image" Target="../media/image28836.png"/><Relationship Id="rId86" Type="http://schemas.openxmlformats.org/officeDocument/2006/relationships/image" Target="../media/image30130.png"/><Relationship Id="rId151" Type="http://schemas.openxmlformats.org/officeDocument/2006/relationships/customXml" Target="../ink/ink4402.xml"/><Relationship Id="rId389" Type="http://schemas.openxmlformats.org/officeDocument/2006/relationships/image" Target="../media/image30276.png"/><Relationship Id="rId554" Type="http://schemas.openxmlformats.org/officeDocument/2006/relationships/image" Target="../media/image30354.png"/><Relationship Id="rId596" Type="http://schemas.openxmlformats.org/officeDocument/2006/relationships/customXml" Target="../ink/ink4628.xml"/><Relationship Id="rId193" Type="http://schemas.openxmlformats.org/officeDocument/2006/relationships/customXml" Target="../ink/ink4423.xml"/><Relationship Id="rId207" Type="http://schemas.openxmlformats.org/officeDocument/2006/relationships/customXml" Target="../ink/ink4430.xml"/><Relationship Id="rId249" Type="http://schemas.openxmlformats.org/officeDocument/2006/relationships/customXml" Target="../ink/ink4452.xml"/><Relationship Id="rId414" Type="http://schemas.openxmlformats.org/officeDocument/2006/relationships/customXml" Target="../ink/ink4536.xml"/><Relationship Id="rId456" Type="http://schemas.openxmlformats.org/officeDocument/2006/relationships/image" Target="../media/image30309.png"/><Relationship Id="rId498" Type="http://schemas.openxmlformats.org/officeDocument/2006/relationships/image" Target="../media/image30329.png"/><Relationship Id="rId621" Type="http://schemas.openxmlformats.org/officeDocument/2006/relationships/image" Target="../media/image30387.png"/><Relationship Id="rId13" Type="http://schemas.openxmlformats.org/officeDocument/2006/relationships/customXml" Target="../ink/ink4332.xml"/><Relationship Id="rId109" Type="http://schemas.openxmlformats.org/officeDocument/2006/relationships/image" Target="../media/image30141.png"/><Relationship Id="rId260" Type="http://schemas.openxmlformats.org/officeDocument/2006/relationships/image" Target="../media/image30213.png"/><Relationship Id="rId316" Type="http://schemas.openxmlformats.org/officeDocument/2006/relationships/image" Target="../media/image30241.png"/><Relationship Id="rId523" Type="http://schemas.openxmlformats.org/officeDocument/2006/relationships/customXml" Target="../ink/ink4591.xml"/><Relationship Id="rId55" Type="http://schemas.openxmlformats.org/officeDocument/2006/relationships/customXml" Target="../ink/ink4353.xml"/><Relationship Id="rId97" Type="http://schemas.openxmlformats.org/officeDocument/2006/relationships/customXml" Target="../ink/ink4374.xml"/><Relationship Id="rId120" Type="http://schemas.openxmlformats.org/officeDocument/2006/relationships/customXml" Target="../ink/ink4386.xml"/><Relationship Id="rId358" Type="http://schemas.openxmlformats.org/officeDocument/2006/relationships/image" Target="../media/image30261.png"/><Relationship Id="rId565" Type="http://schemas.openxmlformats.org/officeDocument/2006/relationships/customXml" Target="../ink/ink4612.xml"/><Relationship Id="rId162" Type="http://schemas.openxmlformats.org/officeDocument/2006/relationships/image" Target="../media/image30167.png"/><Relationship Id="rId218" Type="http://schemas.openxmlformats.org/officeDocument/2006/relationships/image" Target="../media/image30192.png"/><Relationship Id="rId425" Type="http://schemas.openxmlformats.org/officeDocument/2006/relationships/customXml" Target="../ink/ink4542.xml"/><Relationship Id="rId467" Type="http://schemas.openxmlformats.org/officeDocument/2006/relationships/customXml" Target="../ink/ink4563.xml"/><Relationship Id="rId271" Type="http://schemas.openxmlformats.org/officeDocument/2006/relationships/customXml" Target="../ink/ink4463.xml"/><Relationship Id="rId24" Type="http://schemas.openxmlformats.org/officeDocument/2006/relationships/image" Target="../media/image30103.png"/><Relationship Id="rId66" Type="http://schemas.openxmlformats.org/officeDocument/2006/relationships/image" Target="../media/image30121.png"/><Relationship Id="rId131" Type="http://schemas.openxmlformats.org/officeDocument/2006/relationships/customXml" Target="../ink/ink4392.xml"/><Relationship Id="rId327" Type="http://schemas.openxmlformats.org/officeDocument/2006/relationships/customXml" Target="../ink/ink4491.xml"/><Relationship Id="rId369" Type="http://schemas.openxmlformats.org/officeDocument/2006/relationships/customXml" Target="../ink/ink4513.xml"/><Relationship Id="rId534" Type="http://schemas.openxmlformats.org/officeDocument/2006/relationships/image" Target="../media/image30347.png"/><Relationship Id="rId576" Type="http://schemas.openxmlformats.org/officeDocument/2006/relationships/customXml" Target="../ink/ink4618.xml"/><Relationship Id="rId173" Type="http://schemas.openxmlformats.org/officeDocument/2006/relationships/customXml" Target="../ink/ink4413.xml"/><Relationship Id="rId229" Type="http://schemas.openxmlformats.org/officeDocument/2006/relationships/customXml" Target="../ink/ink4442.xml"/><Relationship Id="rId380" Type="http://schemas.openxmlformats.org/officeDocument/2006/relationships/customXml" Target="../ink/ink4519.xml"/><Relationship Id="rId436" Type="http://schemas.openxmlformats.org/officeDocument/2006/relationships/image" Target="../media/image30299.png"/><Relationship Id="rId601" Type="http://schemas.openxmlformats.org/officeDocument/2006/relationships/image" Target="../media/image30377.png"/><Relationship Id="rId240" Type="http://schemas.openxmlformats.org/officeDocument/2006/relationships/image" Target="../media/image30203.png"/><Relationship Id="rId478" Type="http://schemas.openxmlformats.org/officeDocument/2006/relationships/image" Target="../media/image30320.png"/><Relationship Id="rId35" Type="http://schemas.openxmlformats.org/officeDocument/2006/relationships/customXml" Target="../ink/ink4343.xml"/><Relationship Id="rId77" Type="http://schemas.openxmlformats.org/officeDocument/2006/relationships/customXml" Target="../ink/ink4364.xml"/><Relationship Id="rId100" Type="http://schemas.openxmlformats.org/officeDocument/2006/relationships/customXml" Target="../ink/ink4376.xml"/><Relationship Id="rId282" Type="http://schemas.openxmlformats.org/officeDocument/2006/relationships/image" Target="../media/image30224.png"/><Relationship Id="rId338" Type="http://schemas.openxmlformats.org/officeDocument/2006/relationships/image" Target="../media/image30252.png"/><Relationship Id="rId503" Type="http://schemas.openxmlformats.org/officeDocument/2006/relationships/customXml" Target="../ink/ink4581.xml"/><Relationship Id="rId545" Type="http://schemas.openxmlformats.org/officeDocument/2006/relationships/customXml" Target="../ink/ink4602.xml"/><Relationship Id="rId587" Type="http://schemas.openxmlformats.org/officeDocument/2006/relationships/image" Target="../media/image30370.png"/><Relationship Id="rId8" Type="http://schemas.openxmlformats.org/officeDocument/2006/relationships/customXml" Target="../ink/ink4329.xml"/><Relationship Id="rId142" Type="http://schemas.openxmlformats.org/officeDocument/2006/relationships/image" Target="../media/image30157.png"/><Relationship Id="rId184" Type="http://schemas.openxmlformats.org/officeDocument/2006/relationships/image" Target="../media/image30176.png"/><Relationship Id="rId391" Type="http://schemas.openxmlformats.org/officeDocument/2006/relationships/image" Target="../media/image30277.png"/><Relationship Id="rId405" Type="http://schemas.openxmlformats.org/officeDocument/2006/relationships/image" Target="../media/image30284.png"/><Relationship Id="rId447" Type="http://schemas.openxmlformats.org/officeDocument/2006/relationships/customXml" Target="../ink/ink4553.xml"/><Relationship Id="rId612" Type="http://schemas.openxmlformats.org/officeDocument/2006/relationships/customXml" Target="../ink/ink4636.xml"/><Relationship Id="rId251" Type="http://schemas.openxmlformats.org/officeDocument/2006/relationships/customXml" Target="../ink/ink4453.xml"/><Relationship Id="rId489" Type="http://schemas.openxmlformats.org/officeDocument/2006/relationships/customXml" Target="../ink/ink4574.xml"/><Relationship Id="rId46" Type="http://schemas.openxmlformats.org/officeDocument/2006/relationships/image" Target="../media/image30112.png"/><Relationship Id="rId293" Type="http://schemas.openxmlformats.org/officeDocument/2006/relationships/customXml" Target="../ink/ink4474.xml"/><Relationship Id="rId307" Type="http://schemas.openxmlformats.org/officeDocument/2006/relationships/customXml" Target="../ink/ink4481.xml"/><Relationship Id="rId349" Type="http://schemas.openxmlformats.org/officeDocument/2006/relationships/image" Target="../media/image30257.png"/><Relationship Id="rId514" Type="http://schemas.openxmlformats.org/officeDocument/2006/relationships/image" Target="../media/image30337.png"/><Relationship Id="rId556" Type="http://schemas.openxmlformats.org/officeDocument/2006/relationships/image" Target="../media/image30355.png"/><Relationship Id="rId88" Type="http://schemas.openxmlformats.org/officeDocument/2006/relationships/image" Target="../media/image30131.png"/><Relationship Id="rId111" Type="http://schemas.openxmlformats.org/officeDocument/2006/relationships/image" Target="../media/image30142.png"/><Relationship Id="rId153" Type="http://schemas.openxmlformats.org/officeDocument/2006/relationships/customXml" Target="../ink/ink4403.xml"/><Relationship Id="rId195" Type="http://schemas.openxmlformats.org/officeDocument/2006/relationships/customXml" Target="../ink/ink4424.xml"/><Relationship Id="rId209" Type="http://schemas.openxmlformats.org/officeDocument/2006/relationships/image" Target="../media/image30188.png"/><Relationship Id="rId360" Type="http://schemas.openxmlformats.org/officeDocument/2006/relationships/image" Target="../media/image30262.png"/><Relationship Id="rId416" Type="http://schemas.openxmlformats.org/officeDocument/2006/relationships/customXml" Target="../ink/ink4537.xml"/><Relationship Id="rId598" Type="http://schemas.openxmlformats.org/officeDocument/2006/relationships/customXml" Target="../ink/ink4629.xml"/><Relationship Id="rId220" Type="http://schemas.openxmlformats.org/officeDocument/2006/relationships/image" Target="../media/image30193.png"/><Relationship Id="rId458" Type="http://schemas.openxmlformats.org/officeDocument/2006/relationships/image" Target="../media/image30310.png"/><Relationship Id="rId623" Type="http://schemas.openxmlformats.org/officeDocument/2006/relationships/image" Target="../media/image30388.png"/><Relationship Id="rId15" Type="http://schemas.openxmlformats.org/officeDocument/2006/relationships/customXml" Target="../ink/ink4333.xml"/><Relationship Id="rId57" Type="http://schemas.openxmlformats.org/officeDocument/2006/relationships/customXml" Target="../ink/ink4354.xml"/><Relationship Id="rId262" Type="http://schemas.openxmlformats.org/officeDocument/2006/relationships/image" Target="../media/image30214.png"/><Relationship Id="rId318" Type="http://schemas.openxmlformats.org/officeDocument/2006/relationships/image" Target="../media/image30242.png"/><Relationship Id="rId525" Type="http://schemas.openxmlformats.org/officeDocument/2006/relationships/customXml" Target="../ink/ink4592.xml"/><Relationship Id="rId567" Type="http://schemas.openxmlformats.org/officeDocument/2006/relationships/customXml" Target="../ink/ink4613.xml"/><Relationship Id="rId99" Type="http://schemas.openxmlformats.org/officeDocument/2006/relationships/image" Target="../media/image30136.png"/><Relationship Id="rId122" Type="http://schemas.openxmlformats.org/officeDocument/2006/relationships/customXml" Target="../ink/ink4387.xml"/><Relationship Id="rId164" Type="http://schemas.openxmlformats.org/officeDocument/2006/relationships/image" Target="../media/image30168.png"/><Relationship Id="rId371" Type="http://schemas.openxmlformats.org/officeDocument/2006/relationships/customXml" Target="../ink/ink4514.xml"/><Relationship Id="rId427" Type="http://schemas.openxmlformats.org/officeDocument/2006/relationships/customXml" Target="../ink/ink4543.xml"/><Relationship Id="rId469" Type="http://schemas.openxmlformats.org/officeDocument/2006/relationships/customXml" Target="../ink/ink4564.xml"/><Relationship Id="rId26" Type="http://schemas.openxmlformats.org/officeDocument/2006/relationships/image" Target="../media/image29637.png"/><Relationship Id="rId231" Type="http://schemas.openxmlformats.org/officeDocument/2006/relationships/customXml" Target="../ink/ink4443.xml"/><Relationship Id="rId273" Type="http://schemas.openxmlformats.org/officeDocument/2006/relationships/customXml" Target="../ink/ink4464.xml"/><Relationship Id="rId329" Type="http://schemas.openxmlformats.org/officeDocument/2006/relationships/customXml" Target="../ink/ink4492.xml"/><Relationship Id="rId480" Type="http://schemas.openxmlformats.org/officeDocument/2006/relationships/image" Target="../media/image30321.png"/><Relationship Id="rId536" Type="http://schemas.openxmlformats.org/officeDocument/2006/relationships/image" Target="../media/image30348.png"/><Relationship Id="rId68" Type="http://schemas.openxmlformats.org/officeDocument/2006/relationships/image" Target="../media/image30122.png"/><Relationship Id="rId133" Type="http://schemas.openxmlformats.org/officeDocument/2006/relationships/customXml" Target="../ink/ink4393.xml"/><Relationship Id="rId175" Type="http://schemas.openxmlformats.org/officeDocument/2006/relationships/customXml" Target="../ink/ink4414.xml"/><Relationship Id="rId340" Type="http://schemas.openxmlformats.org/officeDocument/2006/relationships/image" Target="../media/image30253.png"/><Relationship Id="rId578" Type="http://schemas.openxmlformats.org/officeDocument/2006/relationships/customXml" Target="../ink/ink4619.xml"/><Relationship Id="rId200" Type="http://schemas.openxmlformats.org/officeDocument/2006/relationships/image" Target="../media/image30184.png"/><Relationship Id="rId382" Type="http://schemas.openxmlformats.org/officeDocument/2006/relationships/customXml" Target="../ink/ink4520.xml"/><Relationship Id="rId438" Type="http://schemas.openxmlformats.org/officeDocument/2006/relationships/image" Target="../media/image30300.png"/><Relationship Id="rId603" Type="http://schemas.openxmlformats.org/officeDocument/2006/relationships/image" Target="../media/image30378.png"/><Relationship Id="rId242" Type="http://schemas.openxmlformats.org/officeDocument/2006/relationships/image" Target="../media/image30204.png"/><Relationship Id="rId284" Type="http://schemas.openxmlformats.org/officeDocument/2006/relationships/image" Target="../media/image30225.png"/><Relationship Id="rId491" Type="http://schemas.openxmlformats.org/officeDocument/2006/relationships/customXml" Target="../ink/ink4575.xml"/><Relationship Id="rId505" Type="http://schemas.openxmlformats.org/officeDocument/2006/relationships/customXml" Target="../ink/ink4582.xml"/><Relationship Id="rId37" Type="http://schemas.openxmlformats.org/officeDocument/2006/relationships/customXml" Target="../ink/ink4344.xml"/><Relationship Id="rId79" Type="http://schemas.openxmlformats.org/officeDocument/2006/relationships/customXml" Target="../ink/ink4365.xml"/><Relationship Id="rId102" Type="http://schemas.openxmlformats.org/officeDocument/2006/relationships/customXml" Target="../ink/ink4377.xml"/><Relationship Id="rId144" Type="http://schemas.openxmlformats.org/officeDocument/2006/relationships/image" Target="../media/image30158.png"/><Relationship Id="rId547" Type="http://schemas.openxmlformats.org/officeDocument/2006/relationships/customXml" Target="../ink/ink4603.xml"/><Relationship Id="rId589" Type="http://schemas.openxmlformats.org/officeDocument/2006/relationships/image" Target="../media/image30371.png"/><Relationship Id="rId90" Type="http://schemas.openxmlformats.org/officeDocument/2006/relationships/image" Target="../media/image30132.png"/><Relationship Id="rId186" Type="http://schemas.openxmlformats.org/officeDocument/2006/relationships/image" Target="../media/image30177.png"/><Relationship Id="rId351" Type="http://schemas.openxmlformats.org/officeDocument/2006/relationships/image" Target="../media/image30258.png"/><Relationship Id="rId393" Type="http://schemas.openxmlformats.org/officeDocument/2006/relationships/image" Target="../media/image30278.png"/><Relationship Id="rId407" Type="http://schemas.openxmlformats.org/officeDocument/2006/relationships/image" Target="../media/image30285.png"/><Relationship Id="rId449" Type="http://schemas.openxmlformats.org/officeDocument/2006/relationships/customXml" Target="../ink/ink4554.xml"/><Relationship Id="rId614" Type="http://schemas.openxmlformats.org/officeDocument/2006/relationships/customXml" Target="../ink/ink4637.xml"/><Relationship Id="rId211" Type="http://schemas.openxmlformats.org/officeDocument/2006/relationships/image" Target="../media/image30189.png"/><Relationship Id="rId253" Type="http://schemas.openxmlformats.org/officeDocument/2006/relationships/customXml" Target="../ink/ink4454.xml"/><Relationship Id="rId295" Type="http://schemas.openxmlformats.org/officeDocument/2006/relationships/customXml" Target="../ink/ink4475.xml"/><Relationship Id="rId309" Type="http://schemas.openxmlformats.org/officeDocument/2006/relationships/customXml" Target="../ink/ink4482.xml"/><Relationship Id="rId460" Type="http://schemas.openxmlformats.org/officeDocument/2006/relationships/image" Target="../media/image30311.png"/><Relationship Id="rId516" Type="http://schemas.openxmlformats.org/officeDocument/2006/relationships/image" Target="../media/image30338.png"/><Relationship Id="rId48" Type="http://schemas.openxmlformats.org/officeDocument/2006/relationships/image" Target="../media/image30113.png"/><Relationship Id="rId113" Type="http://schemas.openxmlformats.org/officeDocument/2006/relationships/image" Target="../media/image30143.png"/><Relationship Id="rId320" Type="http://schemas.openxmlformats.org/officeDocument/2006/relationships/image" Target="../media/image30243.png"/><Relationship Id="rId558" Type="http://schemas.openxmlformats.org/officeDocument/2006/relationships/image" Target="../media/image30356.png"/><Relationship Id="rId155" Type="http://schemas.openxmlformats.org/officeDocument/2006/relationships/customXml" Target="../ink/ink4404.xml"/><Relationship Id="rId197" Type="http://schemas.openxmlformats.org/officeDocument/2006/relationships/customXml" Target="../ink/ink4425.xml"/><Relationship Id="rId362" Type="http://schemas.openxmlformats.org/officeDocument/2006/relationships/image" Target="../media/image30263.png"/><Relationship Id="rId418" Type="http://schemas.openxmlformats.org/officeDocument/2006/relationships/customXml" Target="../ink/ink4538.xml"/><Relationship Id="rId625" Type="http://schemas.openxmlformats.org/officeDocument/2006/relationships/image" Target="../media/image30389.png"/><Relationship Id="rId222" Type="http://schemas.openxmlformats.org/officeDocument/2006/relationships/image" Target="../media/image30194.png"/><Relationship Id="rId264" Type="http://schemas.openxmlformats.org/officeDocument/2006/relationships/image" Target="../media/image30215.png"/><Relationship Id="rId471" Type="http://schemas.openxmlformats.org/officeDocument/2006/relationships/customXml" Target="../ink/ink4565.xml"/><Relationship Id="rId17" Type="http://schemas.openxmlformats.org/officeDocument/2006/relationships/customXml" Target="../ink/ink4334.xml"/><Relationship Id="rId59" Type="http://schemas.openxmlformats.org/officeDocument/2006/relationships/customXml" Target="../ink/ink4355.xml"/><Relationship Id="rId124" Type="http://schemas.openxmlformats.org/officeDocument/2006/relationships/customXml" Target="../ink/ink4388.xml"/><Relationship Id="rId527" Type="http://schemas.openxmlformats.org/officeDocument/2006/relationships/customXml" Target="../ink/ink4593.xml"/><Relationship Id="rId569" Type="http://schemas.openxmlformats.org/officeDocument/2006/relationships/customXml" Target="../ink/ink4614.xml"/><Relationship Id="rId70" Type="http://schemas.openxmlformats.org/officeDocument/2006/relationships/image" Target="../media/image30123.png"/><Relationship Id="rId166" Type="http://schemas.openxmlformats.org/officeDocument/2006/relationships/image" Target="../media/image30169.png"/><Relationship Id="rId331" Type="http://schemas.openxmlformats.org/officeDocument/2006/relationships/customXml" Target="../ink/ink4493.xml"/><Relationship Id="rId373" Type="http://schemas.openxmlformats.org/officeDocument/2006/relationships/customXml" Target="../ink/ink4515.xml"/><Relationship Id="rId429" Type="http://schemas.openxmlformats.org/officeDocument/2006/relationships/customXml" Target="../ink/ink4544.xml"/><Relationship Id="rId580" Type="http://schemas.openxmlformats.org/officeDocument/2006/relationships/customXml" Target="../ink/ink4620.xml"/><Relationship Id="rId1" Type="http://schemas.openxmlformats.org/officeDocument/2006/relationships/slideLayout" Target="../slideLayouts/slideLayout2.xml"/><Relationship Id="rId233" Type="http://schemas.openxmlformats.org/officeDocument/2006/relationships/customXml" Target="../ink/ink4444.xml"/><Relationship Id="rId440" Type="http://schemas.openxmlformats.org/officeDocument/2006/relationships/image" Target="../media/image30301.png"/><Relationship Id="rId28" Type="http://schemas.openxmlformats.org/officeDocument/2006/relationships/image" Target="../media/image30104.png"/><Relationship Id="rId275" Type="http://schemas.openxmlformats.org/officeDocument/2006/relationships/customXml" Target="../ink/ink4465.xml"/><Relationship Id="rId300" Type="http://schemas.openxmlformats.org/officeDocument/2006/relationships/image" Target="../media/image30233.png"/><Relationship Id="rId482" Type="http://schemas.openxmlformats.org/officeDocument/2006/relationships/image" Target="../media/image30322.png"/><Relationship Id="rId538" Type="http://schemas.openxmlformats.org/officeDocument/2006/relationships/image" Target="../media/image30010.png"/><Relationship Id="rId81" Type="http://schemas.openxmlformats.org/officeDocument/2006/relationships/customXml" Target="../ink/ink4366.xml"/><Relationship Id="rId135" Type="http://schemas.openxmlformats.org/officeDocument/2006/relationships/customXml" Target="../ink/ink4394.xml"/><Relationship Id="rId177" Type="http://schemas.openxmlformats.org/officeDocument/2006/relationships/customXml" Target="../ink/ink4415.xml"/><Relationship Id="rId342" Type="http://schemas.openxmlformats.org/officeDocument/2006/relationships/image" Target="../media/image30254.png"/><Relationship Id="rId384" Type="http://schemas.openxmlformats.org/officeDocument/2006/relationships/customXml" Target="../ink/ink4521.xml"/><Relationship Id="rId591" Type="http://schemas.openxmlformats.org/officeDocument/2006/relationships/image" Target="../media/image30372.png"/><Relationship Id="rId605" Type="http://schemas.openxmlformats.org/officeDocument/2006/relationships/image" Target="../media/image30379.png"/><Relationship Id="rId202" Type="http://schemas.openxmlformats.org/officeDocument/2006/relationships/image" Target="../media/image30185.png"/><Relationship Id="rId244" Type="http://schemas.openxmlformats.org/officeDocument/2006/relationships/image" Target="../media/image30205.png"/><Relationship Id="rId39" Type="http://schemas.openxmlformats.org/officeDocument/2006/relationships/customXml" Target="../ink/ink4345.xml"/><Relationship Id="rId286" Type="http://schemas.openxmlformats.org/officeDocument/2006/relationships/image" Target="../media/image30226.png"/><Relationship Id="rId451" Type="http://schemas.openxmlformats.org/officeDocument/2006/relationships/customXml" Target="../ink/ink4555.xml"/><Relationship Id="rId493" Type="http://schemas.openxmlformats.org/officeDocument/2006/relationships/customXml" Target="../ink/ink4576.xml"/><Relationship Id="rId507" Type="http://schemas.openxmlformats.org/officeDocument/2006/relationships/customXml" Target="../ink/ink4583.xml"/><Relationship Id="rId549" Type="http://schemas.openxmlformats.org/officeDocument/2006/relationships/customXml" Target="../ink/ink4604.xml"/><Relationship Id="rId50" Type="http://schemas.openxmlformats.org/officeDocument/2006/relationships/image" Target="../media/image30114.png"/><Relationship Id="rId104" Type="http://schemas.openxmlformats.org/officeDocument/2006/relationships/customXml" Target="../ink/ink4378.xml"/><Relationship Id="rId146" Type="http://schemas.openxmlformats.org/officeDocument/2006/relationships/image" Target="../media/image30159.png"/><Relationship Id="rId188" Type="http://schemas.openxmlformats.org/officeDocument/2006/relationships/image" Target="../media/image30178.png"/><Relationship Id="rId311" Type="http://schemas.openxmlformats.org/officeDocument/2006/relationships/customXml" Target="../ink/ink4483.xml"/><Relationship Id="rId353" Type="http://schemas.openxmlformats.org/officeDocument/2006/relationships/customXml" Target="../ink/ink4505.xml"/><Relationship Id="rId395" Type="http://schemas.openxmlformats.org/officeDocument/2006/relationships/image" Target="../media/image30279.png"/><Relationship Id="rId409" Type="http://schemas.openxmlformats.org/officeDocument/2006/relationships/image" Target="../media/image30286.png"/><Relationship Id="rId560" Type="http://schemas.openxmlformats.org/officeDocument/2006/relationships/image" Target="../media/image30357.png"/><Relationship Id="rId92" Type="http://schemas.openxmlformats.org/officeDocument/2006/relationships/image" Target="../media/image30133.png"/><Relationship Id="rId213" Type="http://schemas.openxmlformats.org/officeDocument/2006/relationships/customXml" Target="../ink/ink4434.xml"/><Relationship Id="rId420" Type="http://schemas.openxmlformats.org/officeDocument/2006/relationships/customXml" Target="../ink/ink4539.xml"/><Relationship Id="rId616" Type="http://schemas.openxmlformats.org/officeDocument/2006/relationships/customXml" Target="../ink/ink4638.xml"/><Relationship Id="rId255" Type="http://schemas.openxmlformats.org/officeDocument/2006/relationships/customXml" Target="../ink/ink4455.xml"/><Relationship Id="rId297" Type="http://schemas.openxmlformats.org/officeDocument/2006/relationships/customXml" Target="../ink/ink4476.xml"/><Relationship Id="rId462" Type="http://schemas.openxmlformats.org/officeDocument/2006/relationships/image" Target="../media/image30312.png"/><Relationship Id="rId518" Type="http://schemas.openxmlformats.org/officeDocument/2006/relationships/image" Target="../media/image30339.png"/><Relationship Id="rId115" Type="http://schemas.openxmlformats.org/officeDocument/2006/relationships/image" Target="../media/image30144.png"/><Relationship Id="rId157" Type="http://schemas.openxmlformats.org/officeDocument/2006/relationships/customXml" Target="../ink/ink4405.xml"/><Relationship Id="rId322" Type="http://schemas.openxmlformats.org/officeDocument/2006/relationships/image" Target="../media/image30244.png"/><Relationship Id="rId364" Type="http://schemas.openxmlformats.org/officeDocument/2006/relationships/image" Target="../media/image30264.png"/><Relationship Id="rId61" Type="http://schemas.openxmlformats.org/officeDocument/2006/relationships/customXml" Target="../ink/ink4356.xml"/><Relationship Id="rId199" Type="http://schemas.openxmlformats.org/officeDocument/2006/relationships/customXml" Target="../ink/ink4426.xml"/><Relationship Id="rId571" Type="http://schemas.openxmlformats.org/officeDocument/2006/relationships/image" Target="../media/image30362.png"/><Relationship Id="rId627" Type="http://schemas.openxmlformats.org/officeDocument/2006/relationships/image" Target="../media/image30390.png"/><Relationship Id="rId19" Type="http://schemas.openxmlformats.org/officeDocument/2006/relationships/customXml" Target="../ink/ink4335.xml"/><Relationship Id="rId224" Type="http://schemas.openxmlformats.org/officeDocument/2006/relationships/image" Target="../media/image30195.png"/><Relationship Id="rId266" Type="http://schemas.openxmlformats.org/officeDocument/2006/relationships/image" Target="../media/image30216.png"/><Relationship Id="rId431" Type="http://schemas.openxmlformats.org/officeDocument/2006/relationships/customXml" Target="../ink/ink4545.xml"/><Relationship Id="rId473" Type="http://schemas.openxmlformats.org/officeDocument/2006/relationships/customXml" Target="../ink/ink4566.xml"/><Relationship Id="rId529" Type="http://schemas.openxmlformats.org/officeDocument/2006/relationships/customXml" Target="../ink/ink4594.xml"/><Relationship Id="rId30" Type="http://schemas.openxmlformats.org/officeDocument/2006/relationships/image" Target="../media/image30105.png"/><Relationship Id="rId126" Type="http://schemas.openxmlformats.org/officeDocument/2006/relationships/customXml" Target="../ink/ink4389.xml"/><Relationship Id="rId168" Type="http://schemas.openxmlformats.org/officeDocument/2006/relationships/image" Target="../media/image30170.png"/><Relationship Id="rId333" Type="http://schemas.openxmlformats.org/officeDocument/2006/relationships/customXml" Target="../ink/ink4494.xml"/><Relationship Id="rId540" Type="http://schemas.openxmlformats.org/officeDocument/2006/relationships/image" Target="../media/image30349.png"/><Relationship Id="rId72" Type="http://schemas.openxmlformats.org/officeDocument/2006/relationships/image" Target="../media/image30124.png"/><Relationship Id="rId375" Type="http://schemas.openxmlformats.org/officeDocument/2006/relationships/customXml" Target="../ink/ink4516.xml"/><Relationship Id="rId582" Type="http://schemas.openxmlformats.org/officeDocument/2006/relationships/customXml" Target="../ink/ink4621.xml"/><Relationship Id="rId3" Type="http://schemas.openxmlformats.org/officeDocument/2006/relationships/image" Target="../media/image28768.png"/><Relationship Id="rId235" Type="http://schemas.openxmlformats.org/officeDocument/2006/relationships/customXml" Target="../ink/ink4445.xml"/><Relationship Id="rId277" Type="http://schemas.openxmlformats.org/officeDocument/2006/relationships/customXml" Target="../ink/ink4466.xml"/><Relationship Id="rId400" Type="http://schemas.openxmlformats.org/officeDocument/2006/relationships/customXml" Target="../ink/ink4529.xml"/><Relationship Id="rId442" Type="http://schemas.openxmlformats.org/officeDocument/2006/relationships/image" Target="../media/image30302.png"/><Relationship Id="rId484" Type="http://schemas.openxmlformats.org/officeDocument/2006/relationships/image" Target="../media/image29097.png"/><Relationship Id="rId137" Type="http://schemas.openxmlformats.org/officeDocument/2006/relationships/customXml" Target="../ink/ink4395.xml"/><Relationship Id="rId302" Type="http://schemas.openxmlformats.org/officeDocument/2006/relationships/image" Target="../media/image30234.png"/><Relationship Id="rId344" Type="http://schemas.openxmlformats.org/officeDocument/2006/relationships/image" Target="../media/image30255.png"/><Relationship Id="rId41" Type="http://schemas.openxmlformats.org/officeDocument/2006/relationships/customXml" Target="../ink/ink4346.xml"/><Relationship Id="rId83" Type="http://schemas.openxmlformats.org/officeDocument/2006/relationships/customXml" Target="../ink/ink4367.xml"/><Relationship Id="rId179" Type="http://schemas.openxmlformats.org/officeDocument/2006/relationships/customXml" Target="../ink/ink4416.xml"/><Relationship Id="rId386" Type="http://schemas.openxmlformats.org/officeDocument/2006/relationships/customXml" Target="../ink/ink4522.xml"/><Relationship Id="rId551" Type="http://schemas.openxmlformats.org/officeDocument/2006/relationships/customXml" Target="../ink/ink4605.xml"/><Relationship Id="rId593" Type="http://schemas.openxmlformats.org/officeDocument/2006/relationships/image" Target="../media/image30373.png"/><Relationship Id="rId607" Type="http://schemas.openxmlformats.org/officeDocument/2006/relationships/image" Target="../media/image30380.png"/><Relationship Id="rId190" Type="http://schemas.openxmlformats.org/officeDocument/2006/relationships/image" Target="../media/image30179.png"/><Relationship Id="rId204" Type="http://schemas.openxmlformats.org/officeDocument/2006/relationships/image" Target="../media/image30186.png"/><Relationship Id="rId246" Type="http://schemas.openxmlformats.org/officeDocument/2006/relationships/image" Target="../media/image30206.png"/><Relationship Id="rId288" Type="http://schemas.openxmlformats.org/officeDocument/2006/relationships/image" Target="../media/image30227.png"/><Relationship Id="rId411" Type="http://schemas.openxmlformats.org/officeDocument/2006/relationships/image" Target="../media/image30287.png"/><Relationship Id="rId453" Type="http://schemas.openxmlformats.org/officeDocument/2006/relationships/customXml" Target="../ink/ink4556.xml"/><Relationship Id="rId509" Type="http://schemas.openxmlformats.org/officeDocument/2006/relationships/customXml" Target="../ink/ink4584.xml"/><Relationship Id="rId106" Type="http://schemas.openxmlformats.org/officeDocument/2006/relationships/customXml" Target="../ink/ink4379.xml"/><Relationship Id="rId313" Type="http://schemas.openxmlformats.org/officeDocument/2006/relationships/customXml" Target="../ink/ink4484.xml"/><Relationship Id="rId495" Type="http://schemas.openxmlformats.org/officeDocument/2006/relationships/customXml" Target="../ink/ink4577.xml"/><Relationship Id="rId10" Type="http://schemas.openxmlformats.org/officeDocument/2006/relationships/image" Target="../media/image30096.png"/><Relationship Id="rId52" Type="http://schemas.openxmlformats.org/officeDocument/2006/relationships/image" Target="../media/image30115.png"/><Relationship Id="rId94" Type="http://schemas.openxmlformats.org/officeDocument/2006/relationships/image" Target="../media/image30134.png"/><Relationship Id="rId148" Type="http://schemas.openxmlformats.org/officeDocument/2006/relationships/image" Target="../media/image30160.png"/><Relationship Id="rId355" Type="http://schemas.openxmlformats.org/officeDocument/2006/relationships/customXml" Target="../ink/ink4506.xml"/><Relationship Id="rId397" Type="http://schemas.openxmlformats.org/officeDocument/2006/relationships/image" Target="../media/image30280.png"/><Relationship Id="rId520" Type="http://schemas.openxmlformats.org/officeDocument/2006/relationships/image" Target="../media/image30340.png"/><Relationship Id="rId562" Type="http://schemas.openxmlformats.org/officeDocument/2006/relationships/image" Target="../media/image30358.png"/><Relationship Id="rId618" Type="http://schemas.openxmlformats.org/officeDocument/2006/relationships/customXml" Target="../ink/ink4639.xml"/><Relationship Id="rId215" Type="http://schemas.openxmlformats.org/officeDocument/2006/relationships/customXml" Target="../ink/ink4435.xml"/><Relationship Id="rId257" Type="http://schemas.openxmlformats.org/officeDocument/2006/relationships/customXml" Target="../ink/ink4456.xml"/><Relationship Id="rId422" Type="http://schemas.openxmlformats.org/officeDocument/2006/relationships/image" Target="../media/image30292.png"/><Relationship Id="rId464" Type="http://schemas.openxmlformats.org/officeDocument/2006/relationships/image" Target="../media/image30313.png"/><Relationship Id="rId299" Type="http://schemas.openxmlformats.org/officeDocument/2006/relationships/customXml" Target="../ink/ink4477.xml"/><Relationship Id="rId63" Type="http://schemas.openxmlformats.org/officeDocument/2006/relationships/customXml" Target="../ink/ink4357.xml"/><Relationship Id="rId159" Type="http://schemas.openxmlformats.org/officeDocument/2006/relationships/customXml" Target="../ink/ink4406.xml"/><Relationship Id="rId366" Type="http://schemas.openxmlformats.org/officeDocument/2006/relationships/image" Target="../media/image30265.png"/><Relationship Id="rId573" Type="http://schemas.openxmlformats.org/officeDocument/2006/relationships/image" Target="../media/image30363.png"/><Relationship Id="rId226" Type="http://schemas.openxmlformats.org/officeDocument/2006/relationships/image" Target="../media/image30196.png"/><Relationship Id="rId433" Type="http://schemas.openxmlformats.org/officeDocument/2006/relationships/customXml" Target="../ink/ink4546.xml"/><Relationship Id="rId74" Type="http://schemas.openxmlformats.org/officeDocument/2006/relationships/image" Target="../media/image28777.png"/><Relationship Id="rId377" Type="http://schemas.openxmlformats.org/officeDocument/2006/relationships/customXml" Target="../ink/ink4517.xml"/><Relationship Id="rId500" Type="http://schemas.openxmlformats.org/officeDocument/2006/relationships/image" Target="../media/image30330.png"/><Relationship Id="rId584" Type="http://schemas.openxmlformats.org/officeDocument/2006/relationships/customXml" Target="../ink/ink4622.xml"/><Relationship Id="rId5" Type="http://schemas.openxmlformats.org/officeDocument/2006/relationships/image" Target="../media/image29274.png"/><Relationship Id="rId237" Type="http://schemas.openxmlformats.org/officeDocument/2006/relationships/customXml" Target="../ink/ink4446.xml"/><Relationship Id="rId444" Type="http://schemas.openxmlformats.org/officeDocument/2006/relationships/image" Target="../media/image30303.png"/><Relationship Id="rId290" Type="http://schemas.openxmlformats.org/officeDocument/2006/relationships/image" Target="../media/image30228.png"/><Relationship Id="rId304" Type="http://schemas.openxmlformats.org/officeDocument/2006/relationships/image" Target="../media/image30235.png"/><Relationship Id="rId388" Type="http://schemas.openxmlformats.org/officeDocument/2006/relationships/customXml" Target="../ink/ink4523.xml"/><Relationship Id="rId511" Type="http://schemas.openxmlformats.org/officeDocument/2006/relationships/customXml" Target="../ink/ink4585.xml"/><Relationship Id="rId609" Type="http://schemas.openxmlformats.org/officeDocument/2006/relationships/image" Target="../media/image30381.png"/><Relationship Id="rId85" Type="http://schemas.openxmlformats.org/officeDocument/2006/relationships/customXml" Target="../ink/ink4368.xml"/><Relationship Id="rId150" Type="http://schemas.openxmlformats.org/officeDocument/2006/relationships/image" Target="../media/image30161.png"/><Relationship Id="rId595" Type="http://schemas.openxmlformats.org/officeDocument/2006/relationships/image" Target="../media/image30374.png"/><Relationship Id="rId248" Type="http://schemas.openxmlformats.org/officeDocument/2006/relationships/image" Target="../media/image30207.png"/><Relationship Id="rId455" Type="http://schemas.openxmlformats.org/officeDocument/2006/relationships/customXml" Target="../ink/ink4557.xml"/><Relationship Id="rId12" Type="http://schemas.openxmlformats.org/officeDocument/2006/relationships/image" Target="../media/image30097.png"/><Relationship Id="rId108" Type="http://schemas.openxmlformats.org/officeDocument/2006/relationships/customXml" Target="../ink/ink4380.xml"/><Relationship Id="rId315" Type="http://schemas.openxmlformats.org/officeDocument/2006/relationships/customXml" Target="../ink/ink4485.xml"/><Relationship Id="rId522" Type="http://schemas.openxmlformats.org/officeDocument/2006/relationships/image" Target="../media/image30341.png"/><Relationship Id="rId96" Type="http://schemas.openxmlformats.org/officeDocument/2006/relationships/image" Target="../media/image30135.png"/><Relationship Id="rId161" Type="http://schemas.openxmlformats.org/officeDocument/2006/relationships/customXml" Target="../ink/ink4407.xml"/><Relationship Id="rId399" Type="http://schemas.openxmlformats.org/officeDocument/2006/relationships/image" Target="../media/image30281.png"/><Relationship Id="rId259" Type="http://schemas.openxmlformats.org/officeDocument/2006/relationships/customXml" Target="../ink/ink4457.xml"/><Relationship Id="rId466" Type="http://schemas.openxmlformats.org/officeDocument/2006/relationships/image" Target="../media/image30314.png"/><Relationship Id="rId23" Type="http://schemas.openxmlformats.org/officeDocument/2006/relationships/customXml" Target="../ink/ink4337.xml"/><Relationship Id="rId119" Type="http://schemas.openxmlformats.org/officeDocument/2006/relationships/image" Target="../media/image30146.png"/><Relationship Id="rId326" Type="http://schemas.openxmlformats.org/officeDocument/2006/relationships/image" Target="../media/image30246.png"/><Relationship Id="rId533" Type="http://schemas.openxmlformats.org/officeDocument/2006/relationships/customXml" Target="../ink/ink4596.xml"/><Relationship Id="rId172" Type="http://schemas.openxmlformats.org/officeDocument/2006/relationships/image" Target="../media/image30171.png"/><Relationship Id="rId477" Type="http://schemas.openxmlformats.org/officeDocument/2006/relationships/customXml" Target="../ink/ink4568.xml"/><Relationship Id="rId600" Type="http://schemas.openxmlformats.org/officeDocument/2006/relationships/customXml" Target="../ink/ink4630.xml"/><Relationship Id="rId337" Type="http://schemas.openxmlformats.org/officeDocument/2006/relationships/customXml" Target="../ink/ink4496.xml"/><Relationship Id="rId34" Type="http://schemas.openxmlformats.org/officeDocument/2006/relationships/image" Target="../media/image30107.png"/><Relationship Id="rId544" Type="http://schemas.openxmlformats.org/officeDocument/2006/relationships/image" Target="../media/image29974.png"/><Relationship Id="rId183" Type="http://schemas.openxmlformats.org/officeDocument/2006/relationships/customXml" Target="../ink/ink4418.xml"/><Relationship Id="rId390" Type="http://schemas.openxmlformats.org/officeDocument/2006/relationships/customXml" Target="../ink/ink4524.xml"/><Relationship Id="rId404" Type="http://schemas.openxmlformats.org/officeDocument/2006/relationships/customXml" Target="../ink/ink4531.xml"/><Relationship Id="rId611" Type="http://schemas.openxmlformats.org/officeDocument/2006/relationships/image" Target="../media/image30382.png"/><Relationship Id="rId250" Type="http://schemas.openxmlformats.org/officeDocument/2006/relationships/image" Target="../media/image30208.png"/><Relationship Id="rId488" Type="http://schemas.openxmlformats.org/officeDocument/2006/relationships/image" Target="../media/image30324.png"/><Relationship Id="rId45" Type="http://schemas.openxmlformats.org/officeDocument/2006/relationships/customXml" Target="../ink/ink4348.xml"/><Relationship Id="rId110" Type="http://schemas.openxmlformats.org/officeDocument/2006/relationships/customXml" Target="../ink/ink4381.xml"/><Relationship Id="rId348" Type="http://schemas.openxmlformats.org/officeDocument/2006/relationships/customXml" Target="../ink/ink4502.xml"/><Relationship Id="rId555" Type="http://schemas.openxmlformats.org/officeDocument/2006/relationships/customXml" Target="../ink/ink4607.xml"/><Relationship Id="rId194" Type="http://schemas.openxmlformats.org/officeDocument/2006/relationships/image" Target="../media/image30181.png"/><Relationship Id="rId208" Type="http://schemas.openxmlformats.org/officeDocument/2006/relationships/customXml" Target="../ink/ink4431.xml"/><Relationship Id="rId415" Type="http://schemas.openxmlformats.org/officeDocument/2006/relationships/image" Target="../media/image30289.png"/><Relationship Id="rId622" Type="http://schemas.openxmlformats.org/officeDocument/2006/relationships/customXml" Target="../ink/ink4641.xml"/><Relationship Id="rId261" Type="http://schemas.openxmlformats.org/officeDocument/2006/relationships/customXml" Target="../ink/ink4458.xml"/><Relationship Id="rId499" Type="http://schemas.openxmlformats.org/officeDocument/2006/relationships/customXml" Target="../ink/ink4579.xml"/><Relationship Id="rId56" Type="http://schemas.openxmlformats.org/officeDocument/2006/relationships/image" Target="../media/image30117.png"/><Relationship Id="rId359" Type="http://schemas.openxmlformats.org/officeDocument/2006/relationships/customXml" Target="../ink/ink4508.xml"/><Relationship Id="rId566" Type="http://schemas.openxmlformats.org/officeDocument/2006/relationships/image" Target="../media/image30360.png"/><Relationship Id="rId121" Type="http://schemas.openxmlformats.org/officeDocument/2006/relationships/image" Target="../media/image30147.png"/><Relationship Id="rId219" Type="http://schemas.openxmlformats.org/officeDocument/2006/relationships/customXml" Target="../ink/ink4437.xml"/><Relationship Id="rId426" Type="http://schemas.openxmlformats.org/officeDocument/2006/relationships/image" Target="../media/image30294.png"/><Relationship Id="rId67" Type="http://schemas.openxmlformats.org/officeDocument/2006/relationships/customXml" Target="../ink/ink4359.xml"/><Relationship Id="rId272" Type="http://schemas.openxmlformats.org/officeDocument/2006/relationships/image" Target="../media/image30219.png"/><Relationship Id="rId577" Type="http://schemas.openxmlformats.org/officeDocument/2006/relationships/image" Target="../media/image30365.png"/><Relationship Id="rId132" Type="http://schemas.openxmlformats.org/officeDocument/2006/relationships/image" Target="../media/image30152.png"/><Relationship Id="rId437" Type="http://schemas.openxmlformats.org/officeDocument/2006/relationships/customXml" Target="../ink/ink4548.xml"/><Relationship Id="rId283" Type="http://schemas.openxmlformats.org/officeDocument/2006/relationships/customXml" Target="../ink/ink4469.xml"/><Relationship Id="rId490" Type="http://schemas.openxmlformats.org/officeDocument/2006/relationships/image" Target="../media/image30325.png"/><Relationship Id="rId504" Type="http://schemas.openxmlformats.org/officeDocument/2006/relationships/image" Target="../media/image30332.png"/></Relationships>
</file>

<file path=ppt/slides/_rels/slide2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0443.png"/><Relationship Id="rId21" Type="http://schemas.openxmlformats.org/officeDocument/2006/relationships/customXml" Target="../ink/ink4655.xml"/><Relationship Id="rId324" Type="http://schemas.openxmlformats.org/officeDocument/2006/relationships/image" Target="../media/image30538.png"/><Relationship Id="rId531" Type="http://schemas.openxmlformats.org/officeDocument/2006/relationships/customXml" Target="../ink/ink4915.xml"/><Relationship Id="rId629" Type="http://schemas.openxmlformats.org/officeDocument/2006/relationships/customXml" Target="../ink/ink4965.xml"/><Relationship Id="rId170" Type="http://schemas.openxmlformats.org/officeDocument/2006/relationships/customXml" Target="../ink/ink4732.xml"/><Relationship Id="rId268" Type="http://schemas.openxmlformats.org/officeDocument/2006/relationships/image" Target="../media/image30511.png"/><Relationship Id="rId475" Type="http://schemas.openxmlformats.org/officeDocument/2006/relationships/image" Target="../media/image30611.png"/><Relationship Id="rId32" Type="http://schemas.openxmlformats.org/officeDocument/2006/relationships/customXml" Target="../ink/ink4661.xml"/><Relationship Id="rId128" Type="http://schemas.openxmlformats.org/officeDocument/2006/relationships/customXml" Target="../ink/ink4709.xml"/><Relationship Id="rId335" Type="http://schemas.openxmlformats.org/officeDocument/2006/relationships/customXml" Target="../ink/ink4816.xml"/><Relationship Id="rId542" Type="http://schemas.openxmlformats.org/officeDocument/2006/relationships/image" Target="../media/image30643.png"/><Relationship Id="rId181" Type="http://schemas.openxmlformats.org/officeDocument/2006/relationships/image" Target="../media/image30471.png"/><Relationship Id="rId402" Type="http://schemas.openxmlformats.org/officeDocument/2006/relationships/image" Target="../media/image30577.png"/><Relationship Id="rId279" Type="http://schemas.openxmlformats.org/officeDocument/2006/relationships/customXml" Target="../ink/ink4788.xml"/><Relationship Id="rId486" Type="http://schemas.openxmlformats.org/officeDocument/2006/relationships/customXml" Target="../ink/ink4892.xml"/><Relationship Id="rId43" Type="http://schemas.openxmlformats.org/officeDocument/2006/relationships/image" Target="../media/image30408.png"/><Relationship Id="rId139" Type="http://schemas.openxmlformats.org/officeDocument/2006/relationships/image" Target="../media/image30451.png"/><Relationship Id="rId346" Type="http://schemas.openxmlformats.org/officeDocument/2006/relationships/image" Target="../media/image30549.png"/><Relationship Id="rId553" Type="http://schemas.openxmlformats.org/officeDocument/2006/relationships/customXml" Target="../ink/ink4926.xml"/><Relationship Id="rId192" Type="http://schemas.openxmlformats.org/officeDocument/2006/relationships/customXml" Target="../ink/ink4743.xml"/><Relationship Id="rId206" Type="http://schemas.openxmlformats.org/officeDocument/2006/relationships/customXml" Target="../ink/ink4750.xml"/><Relationship Id="rId413" Type="http://schemas.openxmlformats.org/officeDocument/2006/relationships/customXml" Target="../ink/ink4855.xml"/><Relationship Id="rId497" Type="http://schemas.openxmlformats.org/officeDocument/2006/relationships/image" Target="../media/image30621.png"/><Relationship Id="rId620" Type="http://schemas.openxmlformats.org/officeDocument/2006/relationships/image" Target="../media/image30679.png"/><Relationship Id="rId357" Type="http://schemas.openxmlformats.org/officeDocument/2006/relationships/customXml" Target="../ink/ink4827.xml"/><Relationship Id="rId54" Type="http://schemas.openxmlformats.org/officeDocument/2006/relationships/customXml" Target="../ink/ink4672.xml"/><Relationship Id="rId217" Type="http://schemas.openxmlformats.org/officeDocument/2006/relationships/customXml" Target="../ink/ink4756.xml"/><Relationship Id="rId564" Type="http://schemas.openxmlformats.org/officeDocument/2006/relationships/image" Target="../media/image30652.png"/><Relationship Id="rId424" Type="http://schemas.openxmlformats.org/officeDocument/2006/relationships/image" Target="../media/image30586.png"/><Relationship Id="rId631" Type="http://schemas.openxmlformats.org/officeDocument/2006/relationships/customXml" Target="../ink/ink4966.xml"/><Relationship Id="rId270" Type="http://schemas.openxmlformats.org/officeDocument/2006/relationships/image" Target="../media/image30512.png"/><Relationship Id="rId65" Type="http://schemas.openxmlformats.org/officeDocument/2006/relationships/image" Target="../media/image29352.png"/><Relationship Id="rId130" Type="http://schemas.openxmlformats.org/officeDocument/2006/relationships/customXml" Target="../ink/ink4710.xml"/><Relationship Id="rId368" Type="http://schemas.openxmlformats.org/officeDocument/2006/relationships/image" Target="../media/image30560.png"/><Relationship Id="rId575" Type="http://schemas.openxmlformats.org/officeDocument/2006/relationships/customXml" Target="../ink/ink4938.xml"/><Relationship Id="rId228" Type="http://schemas.openxmlformats.org/officeDocument/2006/relationships/image" Target="../media/image30494.png"/><Relationship Id="rId435" Type="http://schemas.openxmlformats.org/officeDocument/2006/relationships/customXml" Target="../ink/ink4866.xml"/><Relationship Id="rId642" Type="http://schemas.openxmlformats.org/officeDocument/2006/relationships/image" Target="../media/image30689.png"/><Relationship Id="rId281" Type="http://schemas.openxmlformats.org/officeDocument/2006/relationships/customXml" Target="../ink/ink4789.xml"/><Relationship Id="rId502" Type="http://schemas.openxmlformats.org/officeDocument/2006/relationships/customXml" Target="../ink/ink4900.xml"/><Relationship Id="rId76" Type="http://schemas.openxmlformats.org/officeDocument/2006/relationships/customXml" Target="../ink/ink4683.xml"/><Relationship Id="rId141" Type="http://schemas.openxmlformats.org/officeDocument/2006/relationships/customXml" Target="../ink/ink4717.xml"/><Relationship Id="rId379" Type="http://schemas.openxmlformats.org/officeDocument/2006/relationships/customXml" Target="../ink/ink4838.xml"/><Relationship Id="rId586" Type="http://schemas.openxmlformats.org/officeDocument/2006/relationships/image" Target="../media/image30662.png"/><Relationship Id="rId7" Type="http://schemas.openxmlformats.org/officeDocument/2006/relationships/image" Target="../media/image29275.png"/><Relationship Id="rId239" Type="http://schemas.openxmlformats.org/officeDocument/2006/relationships/customXml" Target="../ink/ink4767.xml"/><Relationship Id="rId446" Type="http://schemas.openxmlformats.org/officeDocument/2006/relationships/image" Target="../media/image30597.png"/><Relationship Id="rId653" Type="http://schemas.openxmlformats.org/officeDocument/2006/relationships/customXml" Target="../ink/ink4977.xml"/><Relationship Id="rId292" Type="http://schemas.openxmlformats.org/officeDocument/2006/relationships/image" Target="../media/image30523.png"/><Relationship Id="rId306" Type="http://schemas.openxmlformats.org/officeDocument/2006/relationships/image" Target="../media/image30529.png"/><Relationship Id="rId87" Type="http://schemas.openxmlformats.org/officeDocument/2006/relationships/image" Target="../media/image30428.png"/><Relationship Id="rId513" Type="http://schemas.openxmlformats.org/officeDocument/2006/relationships/customXml" Target="../ink/ink4906.xml"/><Relationship Id="rId597" Type="http://schemas.openxmlformats.org/officeDocument/2006/relationships/customXml" Target="../ink/ink4949.xml"/><Relationship Id="rId152" Type="http://schemas.openxmlformats.org/officeDocument/2006/relationships/image" Target="../media/image30457.png"/><Relationship Id="rId457" Type="http://schemas.openxmlformats.org/officeDocument/2006/relationships/customXml" Target="../ink/ink4877.xml"/><Relationship Id="rId664" Type="http://schemas.openxmlformats.org/officeDocument/2006/relationships/image" Target="../media/image30700.png"/><Relationship Id="rId14" Type="http://schemas.openxmlformats.org/officeDocument/2006/relationships/image" Target="../media/image30394.png"/><Relationship Id="rId317" Type="http://schemas.openxmlformats.org/officeDocument/2006/relationships/customXml" Target="../ink/ink4807.xml"/><Relationship Id="rId524" Type="http://schemas.openxmlformats.org/officeDocument/2006/relationships/image" Target="../media/image30634.png"/><Relationship Id="rId98" Type="http://schemas.openxmlformats.org/officeDocument/2006/relationships/customXml" Target="../ink/ink4694.xml"/><Relationship Id="rId163" Type="http://schemas.openxmlformats.org/officeDocument/2006/relationships/image" Target="../media/image30462.png"/><Relationship Id="rId370" Type="http://schemas.openxmlformats.org/officeDocument/2006/relationships/image" Target="../media/image30561.png"/><Relationship Id="rId230" Type="http://schemas.openxmlformats.org/officeDocument/2006/relationships/image" Target="../media/image30495.png"/><Relationship Id="rId468" Type="http://schemas.openxmlformats.org/officeDocument/2006/relationships/customXml" Target="../ink/ink4883.xml"/><Relationship Id="rId25" Type="http://schemas.openxmlformats.org/officeDocument/2006/relationships/customXml" Target="../ink/ink4657.xml"/><Relationship Id="rId328" Type="http://schemas.openxmlformats.org/officeDocument/2006/relationships/image" Target="../media/image30540.png"/><Relationship Id="rId535" Type="http://schemas.openxmlformats.org/officeDocument/2006/relationships/customXml" Target="../ink/ink4917.xml"/><Relationship Id="rId174" Type="http://schemas.openxmlformats.org/officeDocument/2006/relationships/customXml" Target="../ink/ink4734.xml"/><Relationship Id="rId381" Type="http://schemas.openxmlformats.org/officeDocument/2006/relationships/customXml" Target="../ink/ink4839.xml"/><Relationship Id="rId602" Type="http://schemas.openxmlformats.org/officeDocument/2006/relationships/image" Target="../media/image30670.png"/><Relationship Id="rId241" Type="http://schemas.openxmlformats.org/officeDocument/2006/relationships/customXml" Target="../ink/ink4768.xml"/><Relationship Id="rId479" Type="http://schemas.openxmlformats.org/officeDocument/2006/relationships/image" Target="../media/image30613.png"/><Relationship Id="rId36" Type="http://schemas.openxmlformats.org/officeDocument/2006/relationships/customXml" Target="../ink/ink4663.xml"/><Relationship Id="rId339" Type="http://schemas.openxmlformats.org/officeDocument/2006/relationships/customXml" Target="../ink/ink4818.xml"/><Relationship Id="rId546" Type="http://schemas.openxmlformats.org/officeDocument/2006/relationships/image" Target="../media/image30644.png"/><Relationship Id="rId101" Type="http://schemas.openxmlformats.org/officeDocument/2006/relationships/image" Target="../media/image30435.png"/><Relationship Id="rId185" Type="http://schemas.openxmlformats.org/officeDocument/2006/relationships/image" Target="../media/image30473.png"/><Relationship Id="rId406" Type="http://schemas.openxmlformats.org/officeDocument/2006/relationships/image" Target="../media/image30578.png"/><Relationship Id="rId392" Type="http://schemas.openxmlformats.org/officeDocument/2006/relationships/image" Target="../media/image30572.png"/><Relationship Id="rId613" Type="http://schemas.openxmlformats.org/officeDocument/2006/relationships/customXml" Target="../ink/ink4957.xml"/><Relationship Id="rId252" Type="http://schemas.openxmlformats.org/officeDocument/2006/relationships/customXml" Target="../ink/ink4774.xml"/><Relationship Id="rId47" Type="http://schemas.openxmlformats.org/officeDocument/2006/relationships/image" Target="../media/image30410.png"/><Relationship Id="rId112" Type="http://schemas.openxmlformats.org/officeDocument/2006/relationships/customXml" Target="../ink/ink4701.xml"/><Relationship Id="rId557" Type="http://schemas.openxmlformats.org/officeDocument/2006/relationships/customXml" Target="../ink/ink4928.xml"/><Relationship Id="rId196" Type="http://schemas.openxmlformats.org/officeDocument/2006/relationships/customXml" Target="../ink/ink4745.xml"/><Relationship Id="rId417" Type="http://schemas.openxmlformats.org/officeDocument/2006/relationships/customXml" Target="../ink/ink4857.xml"/><Relationship Id="rId624" Type="http://schemas.openxmlformats.org/officeDocument/2006/relationships/image" Target="../media/image30681.png"/><Relationship Id="rId263" Type="http://schemas.openxmlformats.org/officeDocument/2006/relationships/customXml" Target="../ink/ink4780.xml"/><Relationship Id="rId470" Type="http://schemas.openxmlformats.org/officeDocument/2006/relationships/customXml" Target="../ink/ink4884.xml"/><Relationship Id="rId58" Type="http://schemas.openxmlformats.org/officeDocument/2006/relationships/customXml" Target="../ink/ink4674.xml"/><Relationship Id="rId123" Type="http://schemas.openxmlformats.org/officeDocument/2006/relationships/image" Target="../media/image29280.png"/><Relationship Id="rId330" Type="http://schemas.openxmlformats.org/officeDocument/2006/relationships/image" Target="../media/image30541.png"/><Relationship Id="rId568" Type="http://schemas.openxmlformats.org/officeDocument/2006/relationships/customXml" Target="../ink/ink4934.xml"/><Relationship Id="rId428" Type="http://schemas.openxmlformats.org/officeDocument/2006/relationships/image" Target="../media/image30588.png"/><Relationship Id="rId635" Type="http://schemas.openxmlformats.org/officeDocument/2006/relationships/customXml" Target="../ink/ink4968.xml"/><Relationship Id="rId274" Type="http://schemas.openxmlformats.org/officeDocument/2006/relationships/image" Target="../media/image30514.png"/><Relationship Id="rId481" Type="http://schemas.openxmlformats.org/officeDocument/2006/relationships/image" Target="../media/image30614.png"/><Relationship Id="rId27" Type="http://schemas.openxmlformats.org/officeDocument/2006/relationships/image" Target="../media/image30400.png"/><Relationship Id="rId69" Type="http://schemas.openxmlformats.org/officeDocument/2006/relationships/image" Target="../media/image30420.png"/><Relationship Id="rId134" Type="http://schemas.openxmlformats.org/officeDocument/2006/relationships/customXml" Target="../ink/ink4713.xml"/><Relationship Id="rId537" Type="http://schemas.openxmlformats.org/officeDocument/2006/relationships/customXml" Target="../ink/ink4918.xml"/><Relationship Id="rId579" Type="http://schemas.openxmlformats.org/officeDocument/2006/relationships/customXml" Target="../ink/ink4940.xml"/><Relationship Id="rId80" Type="http://schemas.openxmlformats.org/officeDocument/2006/relationships/customXml" Target="../ink/ink4685.xml"/><Relationship Id="rId176" Type="http://schemas.openxmlformats.org/officeDocument/2006/relationships/customXml" Target="../ink/ink4735.xml"/><Relationship Id="rId341" Type="http://schemas.openxmlformats.org/officeDocument/2006/relationships/customXml" Target="../ink/ink4819.xml"/><Relationship Id="rId383" Type="http://schemas.openxmlformats.org/officeDocument/2006/relationships/customXml" Target="../ink/ink4840.xml"/><Relationship Id="rId439" Type="http://schemas.openxmlformats.org/officeDocument/2006/relationships/customXml" Target="../ink/ink4868.xml"/><Relationship Id="rId590" Type="http://schemas.openxmlformats.org/officeDocument/2006/relationships/image" Target="../media/image30664.png"/><Relationship Id="rId604" Type="http://schemas.openxmlformats.org/officeDocument/2006/relationships/image" Target="../media/image30671.png"/><Relationship Id="rId646" Type="http://schemas.openxmlformats.org/officeDocument/2006/relationships/image" Target="../media/image30691.png"/><Relationship Id="rId201" Type="http://schemas.openxmlformats.org/officeDocument/2006/relationships/image" Target="../media/image30481.png"/><Relationship Id="rId243" Type="http://schemas.openxmlformats.org/officeDocument/2006/relationships/customXml" Target="../ink/ink4769.xml"/><Relationship Id="rId285" Type="http://schemas.openxmlformats.org/officeDocument/2006/relationships/customXml" Target="../ink/ink4791.xml"/><Relationship Id="rId450" Type="http://schemas.openxmlformats.org/officeDocument/2006/relationships/image" Target="../media/image30599.png"/><Relationship Id="rId506" Type="http://schemas.openxmlformats.org/officeDocument/2006/relationships/customXml" Target="../ink/ink4902.xml"/><Relationship Id="rId38" Type="http://schemas.openxmlformats.org/officeDocument/2006/relationships/customXml" Target="../ink/ink4664.xml"/><Relationship Id="rId103" Type="http://schemas.openxmlformats.org/officeDocument/2006/relationships/image" Target="../media/image30436.png"/><Relationship Id="rId310" Type="http://schemas.openxmlformats.org/officeDocument/2006/relationships/image" Target="../media/image30531.png"/><Relationship Id="rId492" Type="http://schemas.openxmlformats.org/officeDocument/2006/relationships/customXml" Target="../ink/ink4895.xml"/><Relationship Id="rId548" Type="http://schemas.openxmlformats.org/officeDocument/2006/relationships/image" Target="../media/image30645.png"/><Relationship Id="rId91" Type="http://schemas.openxmlformats.org/officeDocument/2006/relationships/image" Target="../media/image30430.png"/><Relationship Id="rId145" Type="http://schemas.openxmlformats.org/officeDocument/2006/relationships/customXml" Target="../ink/ink4719.xml"/><Relationship Id="rId187" Type="http://schemas.openxmlformats.org/officeDocument/2006/relationships/image" Target="../media/image30474.png"/><Relationship Id="rId352" Type="http://schemas.openxmlformats.org/officeDocument/2006/relationships/image" Target="../media/image30552.png"/><Relationship Id="rId394" Type="http://schemas.openxmlformats.org/officeDocument/2006/relationships/image" Target="../media/image30573.png"/><Relationship Id="rId408" Type="http://schemas.openxmlformats.org/officeDocument/2006/relationships/image" Target="../media/image30579.png"/><Relationship Id="rId615" Type="http://schemas.openxmlformats.org/officeDocument/2006/relationships/customXml" Target="../ink/ink4958.xml"/><Relationship Id="rId212" Type="http://schemas.openxmlformats.org/officeDocument/2006/relationships/customXml" Target="../ink/ink4753.xml"/><Relationship Id="rId254" Type="http://schemas.openxmlformats.org/officeDocument/2006/relationships/customXml" Target="../ink/ink4775.xml"/><Relationship Id="rId657" Type="http://schemas.openxmlformats.org/officeDocument/2006/relationships/customXml" Target="../ink/ink4979.xml"/><Relationship Id="rId49" Type="http://schemas.openxmlformats.org/officeDocument/2006/relationships/image" Target="../media/image30411.png"/><Relationship Id="rId114" Type="http://schemas.openxmlformats.org/officeDocument/2006/relationships/customXml" Target="../ink/ink4702.xml"/><Relationship Id="rId296" Type="http://schemas.openxmlformats.org/officeDocument/2006/relationships/image" Target="../media/image30525.png"/><Relationship Id="rId461" Type="http://schemas.openxmlformats.org/officeDocument/2006/relationships/customXml" Target="../ink/ink4879.xml"/><Relationship Id="rId517" Type="http://schemas.openxmlformats.org/officeDocument/2006/relationships/customXml" Target="../ink/ink4908.xml"/><Relationship Id="rId559" Type="http://schemas.openxmlformats.org/officeDocument/2006/relationships/customXml" Target="../ink/ink4929.xml"/><Relationship Id="rId60" Type="http://schemas.openxmlformats.org/officeDocument/2006/relationships/customXml" Target="../ink/ink4675.xml"/><Relationship Id="rId156" Type="http://schemas.openxmlformats.org/officeDocument/2006/relationships/customXml" Target="../ink/ink4725.xml"/><Relationship Id="rId198" Type="http://schemas.openxmlformats.org/officeDocument/2006/relationships/customXml" Target="../ink/ink4746.xml"/><Relationship Id="rId321" Type="http://schemas.openxmlformats.org/officeDocument/2006/relationships/customXml" Target="../ink/ink4809.xml"/><Relationship Id="rId363" Type="http://schemas.openxmlformats.org/officeDocument/2006/relationships/customXml" Target="../ink/ink4830.xml"/><Relationship Id="rId419" Type="http://schemas.openxmlformats.org/officeDocument/2006/relationships/customXml" Target="../ink/ink4858.xml"/><Relationship Id="rId570" Type="http://schemas.openxmlformats.org/officeDocument/2006/relationships/customXml" Target="../ink/ink4935.xml"/><Relationship Id="rId626" Type="http://schemas.openxmlformats.org/officeDocument/2006/relationships/image" Target="../media/image30682.png"/><Relationship Id="rId223" Type="http://schemas.openxmlformats.org/officeDocument/2006/relationships/customXml" Target="../ink/ink4759.xml"/><Relationship Id="rId430" Type="http://schemas.openxmlformats.org/officeDocument/2006/relationships/image" Target="../media/image30589.png"/><Relationship Id="rId18" Type="http://schemas.openxmlformats.org/officeDocument/2006/relationships/image" Target="../media/image30396.png"/><Relationship Id="rId265" Type="http://schemas.openxmlformats.org/officeDocument/2006/relationships/customXml" Target="../ink/ink4781.xml"/><Relationship Id="rId472" Type="http://schemas.openxmlformats.org/officeDocument/2006/relationships/customXml" Target="../ink/ink4885.xml"/><Relationship Id="rId528" Type="http://schemas.openxmlformats.org/officeDocument/2006/relationships/image" Target="../media/image30636.png"/><Relationship Id="rId125" Type="http://schemas.openxmlformats.org/officeDocument/2006/relationships/image" Target="../media/image30446.png"/><Relationship Id="rId167" Type="http://schemas.openxmlformats.org/officeDocument/2006/relationships/image" Target="../media/image30464.png"/><Relationship Id="rId332" Type="http://schemas.openxmlformats.org/officeDocument/2006/relationships/image" Target="../media/image30542.png"/><Relationship Id="rId374" Type="http://schemas.openxmlformats.org/officeDocument/2006/relationships/image" Target="../media/image30563.png"/><Relationship Id="rId581" Type="http://schemas.openxmlformats.org/officeDocument/2006/relationships/customXml" Target="../ink/ink4941.xml"/><Relationship Id="rId71" Type="http://schemas.openxmlformats.org/officeDocument/2006/relationships/image" Target="../media/image30421.png"/><Relationship Id="rId234" Type="http://schemas.openxmlformats.org/officeDocument/2006/relationships/image" Target="../media/image30497.png"/><Relationship Id="rId637" Type="http://schemas.openxmlformats.org/officeDocument/2006/relationships/customXml" Target="../ink/ink4969.xml"/><Relationship Id="rId2" Type="http://schemas.openxmlformats.org/officeDocument/2006/relationships/customXml" Target="../ink/ink4645.xml"/><Relationship Id="rId29" Type="http://schemas.openxmlformats.org/officeDocument/2006/relationships/image" Target="../media/image30401.png"/><Relationship Id="rId276" Type="http://schemas.openxmlformats.org/officeDocument/2006/relationships/image" Target="../media/image30515.png"/><Relationship Id="rId441" Type="http://schemas.openxmlformats.org/officeDocument/2006/relationships/customXml" Target="../ink/ink4869.xml"/><Relationship Id="rId483" Type="http://schemas.openxmlformats.org/officeDocument/2006/relationships/image" Target="../media/image30084.png"/><Relationship Id="rId539" Type="http://schemas.openxmlformats.org/officeDocument/2006/relationships/customXml" Target="../ink/ink4919.xml"/><Relationship Id="rId40" Type="http://schemas.openxmlformats.org/officeDocument/2006/relationships/customXml" Target="../ink/ink4665.xml"/><Relationship Id="rId136" Type="http://schemas.openxmlformats.org/officeDocument/2006/relationships/customXml" Target="../ink/ink4714.xml"/><Relationship Id="rId178" Type="http://schemas.openxmlformats.org/officeDocument/2006/relationships/customXml" Target="../ink/ink4736.xml"/><Relationship Id="rId301" Type="http://schemas.openxmlformats.org/officeDocument/2006/relationships/customXml" Target="../ink/ink4799.xml"/><Relationship Id="rId343" Type="http://schemas.openxmlformats.org/officeDocument/2006/relationships/customXml" Target="../ink/ink4820.xml"/><Relationship Id="rId550" Type="http://schemas.openxmlformats.org/officeDocument/2006/relationships/image" Target="../media/image30646.png"/><Relationship Id="rId82" Type="http://schemas.openxmlformats.org/officeDocument/2006/relationships/customXml" Target="../ink/ink4686.xml"/><Relationship Id="rId203" Type="http://schemas.openxmlformats.org/officeDocument/2006/relationships/image" Target="../media/image30482.png"/><Relationship Id="rId385" Type="http://schemas.openxmlformats.org/officeDocument/2006/relationships/customXml" Target="../ink/ink4841.xml"/><Relationship Id="rId592" Type="http://schemas.openxmlformats.org/officeDocument/2006/relationships/image" Target="../media/image30665.png"/><Relationship Id="rId606" Type="http://schemas.openxmlformats.org/officeDocument/2006/relationships/image" Target="../media/image30672.png"/><Relationship Id="rId648" Type="http://schemas.openxmlformats.org/officeDocument/2006/relationships/image" Target="../media/image30692.png"/><Relationship Id="rId245" Type="http://schemas.openxmlformats.org/officeDocument/2006/relationships/customXml" Target="../ink/ink4770.xml"/><Relationship Id="rId287" Type="http://schemas.openxmlformats.org/officeDocument/2006/relationships/customXml" Target="../ink/ink4792.xml"/><Relationship Id="rId410" Type="http://schemas.openxmlformats.org/officeDocument/2006/relationships/image" Target="../media/image30580.png"/><Relationship Id="rId452" Type="http://schemas.openxmlformats.org/officeDocument/2006/relationships/image" Target="../media/image30600.png"/><Relationship Id="rId494" Type="http://schemas.openxmlformats.org/officeDocument/2006/relationships/customXml" Target="../ink/ink4896.xml"/><Relationship Id="rId508" Type="http://schemas.openxmlformats.org/officeDocument/2006/relationships/image" Target="../media/image30626.png"/><Relationship Id="rId105" Type="http://schemas.openxmlformats.org/officeDocument/2006/relationships/image" Target="../media/image30437.png"/><Relationship Id="rId147" Type="http://schemas.openxmlformats.org/officeDocument/2006/relationships/customXml" Target="../ink/ink4720.xml"/><Relationship Id="rId312" Type="http://schemas.openxmlformats.org/officeDocument/2006/relationships/image" Target="../media/image30532.png"/><Relationship Id="rId354" Type="http://schemas.openxmlformats.org/officeDocument/2006/relationships/image" Target="../media/image30553.png"/><Relationship Id="rId51" Type="http://schemas.openxmlformats.org/officeDocument/2006/relationships/image" Target="../media/image30412.png"/><Relationship Id="rId93" Type="http://schemas.openxmlformats.org/officeDocument/2006/relationships/image" Target="../media/image30431.png"/><Relationship Id="rId189" Type="http://schemas.openxmlformats.org/officeDocument/2006/relationships/image" Target="../media/image30475.png"/><Relationship Id="rId396" Type="http://schemas.openxmlformats.org/officeDocument/2006/relationships/image" Target="../media/image30574.png"/><Relationship Id="rId561" Type="http://schemas.openxmlformats.org/officeDocument/2006/relationships/customXml" Target="../ink/ink4930.xml"/><Relationship Id="rId617" Type="http://schemas.openxmlformats.org/officeDocument/2006/relationships/customXml" Target="../ink/ink4959.xml"/><Relationship Id="rId659" Type="http://schemas.openxmlformats.org/officeDocument/2006/relationships/customXml" Target="../ink/ink4980.xml"/><Relationship Id="rId214" Type="http://schemas.openxmlformats.org/officeDocument/2006/relationships/image" Target="../media/image30487.png"/><Relationship Id="rId256" Type="http://schemas.openxmlformats.org/officeDocument/2006/relationships/customXml" Target="../ink/ink4776.xml"/><Relationship Id="rId298" Type="http://schemas.openxmlformats.org/officeDocument/2006/relationships/image" Target="../media/image30526.png"/><Relationship Id="rId421" Type="http://schemas.openxmlformats.org/officeDocument/2006/relationships/customXml" Target="../ink/ink4859.xml"/><Relationship Id="rId463" Type="http://schemas.openxmlformats.org/officeDocument/2006/relationships/image" Target="../media/image30605.png"/><Relationship Id="rId519" Type="http://schemas.openxmlformats.org/officeDocument/2006/relationships/customXml" Target="../ink/ink4909.xml"/><Relationship Id="rId116" Type="http://schemas.openxmlformats.org/officeDocument/2006/relationships/customXml" Target="../ink/ink4703.xml"/><Relationship Id="rId158" Type="http://schemas.openxmlformats.org/officeDocument/2006/relationships/customXml" Target="../ink/ink4726.xml"/><Relationship Id="rId323" Type="http://schemas.openxmlformats.org/officeDocument/2006/relationships/customXml" Target="../ink/ink4810.xml"/><Relationship Id="rId530" Type="http://schemas.openxmlformats.org/officeDocument/2006/relationships/image" Target="../media/image30637.png"/><Relationship Id="rId20" Type="http://schemas.openxmlformats.org/officeDocument/2006/relationships/image" Target="../media/image30397.png"/><Relationship Id="rId62" Type="http://schemas.openxmlformats.org/officeDocument/2006/relationships/customXml" Target="../ink/ink4676.xml"/><Relationship Id="rId365" Type="http://schemas.openxmlformats.org/officeDocument/2006/relationships/customXml" Target="../ink/ink4831.xml"/><Relationship Id="rId572" Type="http://schemas.openxmlformats.org/officeDocument/2006/relationships/image" Target="../media/image30655.png"/><Relationship Id="rId628" Type="http://schemas.openxmlformats.org/officeDocument/2006/relationships/image" Target="../media/image30683.png"/><Relationship Id="rId225" Type="http://schemas.openxmlformats.org/officeDocument/2006/relationships/customXml" Target="../ink/ink4760.xml"/><Relationship Id="rId267" Type="http://schemas.openxmlformats.org/officeDocument/2006/relationships/customXml" Target="../ink/ink4782.xml"/><Relationship Id="rId432" Type="http://schemas.openxmlformats.org/officeDocument/2006/relationships/image" Target="../media/image30590.png"/><Relationship Id="rId474" Type="http://schemas.openxmlformats.org/officeDocument/2006/relationships/customXml" Target="../ink/ink4886.xml"/><Relationship Id="rId127" Type="http://schemas.openxmlformats.org/officeDocument/2006/relationships/image" Target="../media/image30447.png"/><Relationship Id="rId31" Type="http://schemas.openxmlformats.org/officeDocument/2006/relationships/image" Target="../media/image30402.png"/><Relationship Id="rId73" Type="http://schemas.openxmlformats.org/officeDocument/2006/relationships/image" Target="../media/image30422.png"/><Relationship Id="rId169" Type="http://schemas.openxmlformats.org/officeDocument/2006/relationships/image" Target="../media/image30465.png"/><Relationship Id="rId334" Type="http://schemas.openxmlformats.org/officeDocument/2006/relationships/image" Target="../media/image30543.png"/><Relationship Id="rId376" Type="http://schemas.openxmlformats.org/officeDocument/2006/relationships/image" Target="../media/image30564.png"/><Relationship Id="rId541" Type="http://schemas.openxmlformats.org/officeDocument/2006/relationships/customXml" Target="../ink/ink4920.xml"/><Relationship Id="rId583" Type="http://schemas.openxmlformats.org/officeDocument/2006/relationships/customXml" Target="../ink/ink4942.xml"/><Relationship Id="rId639" Type="http://schemas.openxmlformats.org/officeDocument/2006/relationships/customXml" Target="../ink/ink4970.xml"/><Relationship Id="rId4" Type="http://schemas.openxmlformats.org/officeDocument/2006/relationships/customXml" Target="../ink/ink4646.xml"/><Relationship Id="rId180" Type="http://schemas.openxmlformats.org/officeDocument/2006/relationships/customXml" Target="../ink/ink4737.xml"/><Relationship Id="rId236" Type="http://schemas.openxmlformats.org/officeDocument/2006/relationships/image" Target="../media/image30498.png"/><Relationship Id="rId278" Type="http://schemas.openxmlformats.org/officeDocument/2006/relationships/image" Target="../media/image30516.png"/><Relationship Id="rId401" Type="http://schemas.openxmlformats.org/officeDocument/2006/relationships/customXml" Target="../ink/ink4849.xml"/><Relationship Id="rId443" Type="http://schemas.openxmlformats.org/officeDocument/2006/relationships/customXml" Target="../ink/ink4870.xml"/><Relationship Id="rId650" Type="http://schemas.openxmlformats.org/officeDocument/2006/relationships/image" Target="../media/image30693.png"/><Relationship Id="rId303" Type="http://schemas.openxmlformats.org/officeDocument/2006/relationships/customXml" Target="../ink/ink4800.xml"/><Relationship Id="rId485" Type="http://schemas.openxmlformats.org/officeDocument/2006/relationships/image" Target="../media/image30615.png"/><Relationship Id="rId42" Type="http://schemas.openxmlformats.org/officeDocument/2006/relationships/customXml" Target="../ink/ink4666.xml"/><Relationship Id="rId84" Type="http://schemas.openxmlformats.org/officeDocument/2006/relationships/customXml" Target="../ink/ink4687.xml"/><Relationship Id="rId138" Type="http://schemas.openxmlformats.org/officeDocument/2006/relationships/customXml" Target="../ink/ink4715.xml"/><Relationship Id="rId345" Type="http://schemas.openxmlformats.org/officeDocument/2006/relationships/customXml" Target="../ink/ink4821.xml"/><Relationship Id="rId387" Type="http://schemas.openxmlformats.org/officeDocument/2006/relationships/customXml" Target="../ink/ink4842.xml"/><Relationship Id="rId510" Type="http://schemas.openxmlformats.org/officeDocument/2006/relationships/image" Target="../media/image30627.png"/><Relationship Id="rId552" Type="http://schemas.openxmlformats.org/officeDocument/2006/relationships/image" Target="../media/image30647.png"/><Relationship Id="rId594" Type="http://schemas.openxmlformats.org/officeDocument/2006/relationships/image" Target="../media/image30666.png"/><Relationship Id="rId608" Type="http://schemas.openxmlformats.org/officeDocument/2006/relationships/image" Target="../media/image30673.png"/><Relationship Id="rId191" Type="http://schemas.openxmlformats.org/officeDocument/2006/relationships/image" Target="../media/image30476.png"/><Relationship Id="rId205" Type="http://schemas.openxmlformats.org/officeDocument/2006/relationships/image" Target="../media/image30483.png"/><Relationship Id="rId247" Type="http://schemas.openxmlformats.org/officeDocument/2006/relationships/customXml" Target="../ink/ink4771.xml"/><Relationship Id="rId412" Type="http://schemas.openxmlformats.org/officeDocument/2006/relationships/image" Target="../media/image30581.png"/><Relationship Id="rId107" Type="http://schemas.openxmlformats.org/officeDocument/2006/relationships/image" Target="../media/image30438.png"/><Relationship Id="rId289" Type="http://schemas.openxmlformats.org/officeDocument/2006/relationships/customXml" Target="../ink/ink4793.xml"/><Relationship Id="rId454" Type="http://schemas.openxmlformats.org/officeDocument/2006/relationships/image" Target="../media/image30601.png"/><Relationship Id="rId496" Type="http://schemas.openxmlformats.org/officeDocument/2006/relationships/customXml" Target="../ink/ink4897.xml"/><Relationship Id="rId661" Type="http://schemas.openxmlformats.org/officeDocument/2006/relationships/customXml" Target="../ink/ink4981.xml"/><Relationship Id="rId11" Type="http://schemas.openxmlformats.org/officeDocument/2006/relationships/customXml" Target="../ink/ink4650.xml"/><Relationship Id="rId53" Type="http://schemas.openxmlformats.org/officeDocument/2006/relationships/image" Target="../media/image30413.png"/><Relationship Id="rId149" Type="http://schemas.openxmlformats.org/officeDocument/2006/relationships/customXml" Target="../ink/ink4721.xml"/><Relationship Id="rId314" Type="http://schemas.openxmlformats.org/officeDocument/2006/relationships/image" Target="../media/image30533.png"/><Relationship Id="rId356" Type="http://schemas.openxmlformats.org/officeDocument/2006/relationships/image" Target="../media/image30554.png"/><Relationship Id="rId398" Type="http://schemas.openxmlformats.org/officeDocument/2006/relationships/image" Target="../media/image30575.png"/><Relationship Id="rId521" Type="http://schemas.openxmlformats.org/officeDocument/2006/relationships/customXml" Target="../ink/ink4910.xml"/><Relationship Id="rId563" Type="http://schemas.openxmlformats.org/officeDocument/2006/relationships/customXml" Target="../ink/ink4931.xml"/><Relationship Id="rId619" Type="http://schemas.openxmlformats.org/officeDocument/2006/relationships/customXml" Target="../ink/ink4960.xml"/><Relationship Id="rId95" Type="http://schemas.openxmlformats.org/officeDocument/2006/relationships/image" Target="../media/image30432.png"/><Relationship Id="rId160" Type="http://schemas.openxmlformats.org/officeDocument/2006/relationships/customXml" Target="../ink/ink4727.xml"/><Relationship Id="rId216" Type="http://schemas.openxmlformats.org/officeDocument/2006/relationships/image" Target="../media/image30488.png"/><Relationship Id="rId423" Type="http://schemas.openxmlformats.org/officeDocument/2006/relationships/customXml" Target="../ink/ink4860.xml"/><Relationship Id="rId258" Type="http://schemas.openxmlformats.org/officeDocument/2006/relationships/customXml" Target="../ink/ink4777.xml"/><Relationship Id="rId465" Type="http://schemas.openxmlformats.org/officeDocument/2006/relationships/image" Target="../media/image30606.png"/><Relationship Id="rId630" Type="http://schemas.openxmlformats.org/officeDocument/2006/relationships/image" Target="../media/image30684.png"/><Relationship Id="rId22" Type="http://schemas.openxmlformats.org/officeDocument/2006/relationships/image" Target="../media/image30398.png"/><Relationship Id="rId64" Type="http://schemas.openxmlformats.org/officeDocument/2006/relationships/customXml" Target="../ink/ink4677.xml"/><Relationship Id="rId118" Type="http://schemas.openxmlformats.org/officeDocument/2006/relationships/customXml" Target="../ink/ink4704.xml"/><Relationship Id="rId325" Type="http://schemas.openxmlformats.org/officeDocument/2006/relationships/customXml" Target="../ink/ink4811.xml"/><Relationship Id="rId367" Type="http://schemas.openxmlformats.org/officeDocument/2006/relationships/customXml" Target="../ink/ink4832.xml"/><Relationship Id="rId532" Type="http://schemas.openxmlformats.org/officeDocument/2006/relationships/image" Target="../media/image30638.png"/><Relationship Id="rId574" Type="http://schemas.openxmlformats.org/officeDocument/2006/relationships/image" Target="../media/image30656.png"/><Relationship Id="rId171" Type="http://schemas.openxmlformats.org/officeDocument/2006/relationships/image" Target="../media/image30466.png"/><Relationship Id="rId227" Type="http://schemas.openxmlformats.org/officeDocument/2006/relationships/customXml" Target="../ink/ink4761.xml"/><Relationship Id="rId269" Type="http://schemas.openxmlformats.org/officeDocument/2006/relationships/customXml" Target="../ink/ink4783.xml"/><Relationship Id="rId434" Type="http://schemas.openxmlformats.org/officeDocument/2006/relationships/image" Target="../media/image30591.png"/><Relationship Id="rId476" Type="http://schemas.openxmlformats.org/officeDocument/2006/relationships/customXml" Target="../ink/ink4887.xml"/><Relationship Id="rId641" Type="http://schemas.openxmlformats.org/officeDocument/2006/relationships/customXml" Target="../ink/ink4971.xml"/><Relationship Id="rId33" Type="http://schemas.openxmlformats.org/officeDocument/2006/relationships/image" Target="../media/image30403.png"/><Relationship Id="rId129" Type="http://schemas.openxmlformats.org/officeDocument/2006/relationships/image" Target="../media/image30448.png"/><Relationship Id="rId280" Type="http://schemas.openxmlformats.org/officeDocument/2006/relationships/image" Target="../media/image30517.png"/><Relationship Id="rId336" Type="http://schemas.openxmlformats.org/officeDocument/2006/relationships/image" Target="../media/image30544.png"/><Relationship Id="rId501" Type="http://schemas.openxmlformats.org/officeDocument/2006/relationships/image" Target="../media/image30623.png"/><Relationship Id="rId543" Type="http://schemas.openxmlformats.org/officeDocument/2006/relationships/customXml" Target="../ink/ink4921.xml"/><Relationship Id="rId75" Type="http://schemas.openxmlformats.org/officeDocument/2006/relationships/image" Target="../media/image30423.png"/><Relationship Id="rId140" Type="http://schemas.openxmlformats.org/officeDocument/2006/relationships/customXml" Target="../ink/ink4716.xml"/><Relationship Id="rId182" Type="http://schemas.openxmlformats.org/officeDocument/2006/relationships/customXml" Target="../ink/ink4738.xml"/><Relationship Id="rId378" Type="http://schemas.openxmlformats.org/officeDocument/2006/relationships/image" Target="../media/image30565.png"/><Relationship Id="rId403" Type="http://schemas.openxmlformats.org/officeDocument/2006/relationships/customXml" Target="../ink/ink4850.xml"/><Relationship Id="rId585" Type="http://schemas.openxmlformats.org/officeDocument/2006/relationships/customXml" Target="../ink/ink4943.xml"/><Relationship Id="rId6" Type="http://schemas.openxmlformats.org/officeDocument/2006/relationships/customXml" Target="../ink/ink4647.xml"/><Relationship Id="rId238" Type="http://schemas.openxmlformats.org/officeDocument/2006/relationships/image" Target="../media/image30499.png"/><Relationship Id="rId445" Type="http://schemas.openxmlformats.org/officeDocument/2006/relationships/customXml" Target="../ink/ink4871.xml"/><Relationship Id="rId487" Type="http://schemas.openxmlformats.org/officeDocument/2006/relationships/image" Target="../media/image30616.png"/><Relationship Id="rId610" Type="http://schemas.openxmlformats.org/officeDocument/2006/relationships/image" Target="../media/image30674.png"/><Relationship Id="rId652" Type="http://schemas.openxmlformats.org/officeDocument/2006/relationships/image" Target="../media/image30694.png"/><Relationship Id="rId291" Type="http://schemas.openxmlformats.org/officeDocument/2006/relationships/customXml" Target="../ink/ink4794.xml"/><Relationship Id="rId305" Type="http://schemas.openxmlformats.org/officeDocument/2006/relationships/customXml" Target="../ink/ink4801.xml"/><Relationship Id="rId347" Type="http://schemas.openxmlformats.org/officeDocument/2006/relationships/customXml" Target="../ink/ink4822.xml"/><Relationship Id="rId512" Type="http://schemas.openxmlformats.org/officeDocument/2006/relationships/image" Target="../media/image30628.png"/><Relationship Id="rId44" Type="http://schemas.openxmlformats.org/officeDocument/2006/relationships/customXml" Target="../ink/ink4667.xml"/><Relationship Id="rId86" Type="http://schemas.openxmlformats.org/officeDocument/2006/relationships/customXml" Target="../ink/ink4688.xml"/><Relationship Id="rId151" Type="http://schemas.openxmlformats.org/officeDocument/2006/relationships/customXml" Target="../ink/ink4722.xml"/><Relationship Id="rId389" Type="http://schemas.openxmlformats.org/officeDocument/2006/relationships/customXml" Target="../ink/ink4843.xml"/><Relationship Id="rId554" Type="http://schemas.openxmlformats.org/officeDocument/2006/relationships/image" Target="../media/image30648.png"/><Relationship Id="rId596" Type="http://schemas.openxmlformats.org/officeDocument/2006/relationships/image" Target="../media/image30667.png"/><Relationship Id="rId193" Type="http://schemas.openxmlformats.org/officeDocument/2006/relationships/image" Target="../media/image30477.png"/><Relationship Id="rId207" Type="http://schemas.openxmlformats.org/officeDocument/2006/relationships/image" Target="../media/image30484.png"/><Relationship Id="rId249" Type="http://schemas.openxmlformats.org/officeDocument/2006/relationships/image" Target="../media/image30502.png"/><Relationship Id="rId414" Type="http://schemas.openxmlformats.org/officeDocument/2006/relationships/image" Target="../media/image30582.png"/><Relationship Id="rId456" Type="http://schemas.openxmlformats.org/officeDocument/2006/relationships/image" Target="../media/image30602.png"/><Relationship Id="rId498" Type="http://schemas.openxmlformats.org/officeDocument/2006/relationships/customXml" Target="../ink/ink4898.xml"/><Relationship Id="rId621" Type="http://schemas.openxmlformats.org/officeDocument/2006/relationships/customXml" Target="../ink/ink4961.xml"/><Relationship Id="rId663" Type="http://schemas.openxmlformats.org/officeDocument/2006/relationships/customXml" Target="../ink/ink4982.xml"/><Relationship Id="rId13" Type="http://schemas.openxmlformats.org/officeDocument/2006/relationships/customXml" Target="../ink/ink4651.xml"/><Relationship Id="rId109" Type="http://schemas.openxmlformats.org/officeDocument/2006/relationships/image" Target="../media/image30439.png"/><Relationship Id="rId260" Type="http://schemas.openxmlformats.org/officeDocument/2006/relationships/customXml" Target="../ink/ink4778.xml"/><Relationship Id="rId316" Type="http://schemas.openxmlformats.org/officeDocument/2006/relationships/image" Target="../media/image30534.png"/><Relationship Id="rId523" Type="http://schemas.openxmlformats.org/officeDocument/2006/relationships/customXml" Target="../ink/ink4911.xml"/><Relationship Id="rId55" Type="http://schemas.openxmlformats.org/officeDocument/2006/relationships/image" Target="../media/image30414.png"/><Relationship Id="rId97" Type="http://schemas.openxmlformats.org/officeDocument/2006/relationships/image" Target="../media/image30433.png"/><Relationship Id="rId120" Type="http://schemas.openxmlformats.org/officeDocument/2006/relationships/customXml" Target="../ink/ink4705.xml"/><Relationship Id="rId358" Type="http://schemas.openxmlformats.org/officeDocument/2006/relationships/image" Target="../media/image30555.png"/><Relationship Id="rId565" Type="http://schemas.openxmlformats.org/officeDocument/2006/relationships/customXml" Target="../ink/ink4932.xml"/><Relationship Id="rId162" Type="http://schemas.openxmlformats.org/officeDocument/2006/relationships/customXml" Target="../ink/ink4728.xml"/><Relationship Id="rId218" Type="http://schemas.openxmlformats.org/officeDocument/2006/relationships/image" Target="../media/image30489.png"/><Relationship Id="rId425" Type="http://schemas.openxmlformats.org/officeDocument/2006/relationships/customXml" Target="../ink/ink4861.xml"/><Relationship Id="rId467" Type="http://schemas.openxmlformats.org/officeDocument/2006/relationships/image" Target="../media/image30607.png"/><Relationship Id="rId632" Type="http://schemas.openxmlformats.org/officeDocument/2006/relationships/image" Target="../media/image29772.png"/><Relationship Id="rId271" Type="http://schemas.openxmlformats.org/officeDocument/2006/relationships/customXml" Target="../ink/ink4784.xml"/><Relationship Id="rId24" Type="http://schemas.openxmlformats.org/officeDocument/2006/relationships/image" Target="../media/image30399.png"/><Relationship Id="rId66" Type="http://schemas.openxmlformats.org/officeDocument/2006/relationships/customXml" Target="../ink/ink4678.xml"/><Relationship Id="rId131" Type="http://schemas.openxmlformats.org/officeDocument/2006/relationships/customXml" Target="../ink/ink4711.xml"/><Relationship Id="rId327" Type="http://schemas.openxmlformats.org/officeDocument/2006/relationships/customXml" Target="../ink/ink4812.xml"/><Relationship Id="rId369" Type="http://schemas.openxmlformats.org/officeDocument/2006/relationships/customXml" Target="../ink/ink4833.xml"/><Relationship Id="rId534" Type="http://schemas.openxmlformats.org/officeDocument/2006/relationships/image" Target="../media/image30639.png"/><Relationship Id="rId576" Type="http://schemas.openxmlformats.org/officeDocument/2006/relationships/image" Target="../media/image30657.png"/><Relationship Id="rId173" Type="http://schemas.openxmlformats.org/officeDocument/2006/relationships/image" Target="../media/image30467.png"/><Relationship Id="rId229" Type="http://schemas.openxmlformats.org/officeDocument/2006/relationships/customXml" Target="../ink/ink4762.xml"/><Relationship Id="rId380" Type="http://schemas.openxmlformats.org/officeDocument/2006/relationships/image" Target="../media/image30566.png"/><Relationship Id="rId436" Type="http://schemas.openxmlformats.org/officeDocument/2006/relationships/image" Target="../media/image30592.png"/><Relationship Id="rId601" Type="http://schemas.openxmlformats.org/officeDocument/2006/relationships/customXml" Target="../ink/ink4951.xml"/><Relationship Id="rId643" Type="http://schemas.openxmlformats.org/officeDocument/2006/relationships/customXml" Target="../ink/ink4972.xml"/><Relationship Id="rId240" Type="http://schemas.openxmlformats.org/officeDocument/2006/relationships/image" Target="../media/image30313.png"/><Relationship Id="rId478" Type="http://schemas.openxmlformats.org/officeDocument/2006/relationships/customXml" Target="../ink/ink4888.xml"/><Relationship Id="rId35" Type="http://schemas.openxmlformats.org/officeDocument/2006/relationships/image" Target="../media/image30404.png"/><Relationship Id="rId77" Type="http://schemas.openxmlformats.org/officeDocument/2006/relationships/image" Target="../media/image29637.png"/><Relationship Id="rId100" Type="http://schemas.openxmlformats.org/officeDocument/2006/relationships/customXml" Target="../ink/ink4695.xml"/><Relationship Id="rId282" Type="http://schemas.openxmlformats.org/officeDocument/2006/relationships/image" Target="../media/image30518.png"/><Relationship Id="rId338" Type="http://schemas.openxmlformats.org/officeDocument/2006/relationships/image" Target="../media/image30545.png"/><Relationship Id="rId503" Type="http://schemas.openxmlformats.org/officeDocument/2006/relationships/image" Target="../media/image30624.png"/><Relationship Id="rId545" Type="http://schemas.openxmlformats.org/officeDocument/2006/relationships/customXml" Target="../ink/ink4922.xml"/><Relationship Id="rId587" Type="http://schemas.openxmlformats.org/officeDocument/2006/relationships/customXml" Target="../ink/ink4944.xml"/><Relationship Id="rId8" Type="http://schemas.openxmlformats.org/officeDocument/2006/relationships/customXml" Target="../ink/ink4648.xml"/><Relationship Id="rId142" Type="http://schemas.openxmlformats.org/officeDocument/2006/relationships/image" Target="../media/image30452.png"/><Relationship Id="rId184" Type="http://schemas.openxmlformats.org/officeDocument/2006/relationships/customXml" Target="../ink/ink4739.xml"/><Relationship Id="rId391" Type="http://schemas.openxmlformats.org/officeDocument/2006/relationships/customXml" Target="../ink/ink4844.xml"/><Relationship Id="rId405" Type="http://schemas.openxmlformats.org/officeDocument/2006/relationships/customXml" Target="../ink/ink4851.xml"/><Relationship Id="rId447" Type="http://schemas.openxmlformats.org/officeDocument/2006/relationships/customXml" Target="../ink/ink4872.xml"/><Relationship Id="rId612" Type="http://schemas.openxmlformats.org/officeDocument/2006/relationships/image" Target="../media/image30675.png"/><Relationship Id="rId251" Type="http://schemas.openxmlformats.org/officeDocument/2006/relationships/image" Target="../media/image30503.png"/><Relationship Id="rId489" Type="http://schemas.openxmlformats.org/officeDocument/2006/relationships/image" Target="../media/image30617.png"/><Relationship Id="rId654" Type="http://schemas.openxmlformats.org/officeDocument/2006/relationships/image" Target="../media/image30695.png"/><Relationship Id="rId46" Type="http://schemas.openxmlformats.org/officeDocument/2006/relationships/customXml" Target="../ink/ink4668.xml"/><Relationship Id="rId293" Type="http://schemas.openxmlformats.org/officeDocument/2006/relationships/customXml" Target="../ink/ink4795.xml"/><Relationship Id="rId307" Type="http://schemas.openxmlformats.org/officeDocument/2006/relationships/customXml" Target="../ink/ink4802.xml"/><Relationship Id="rId349" Type="http://schemas.openxmlformats.org/officeDocument/2006/relationships/customXml" Target="../ink/ink4823.xml"/><Relationship Id="rId514" Type="http://schemas.openxmlformats.org/officeDocument/2006/relationships/image" Target="../media/image30629.png"/><Relationship Id="rId556" Type="http://schemas.openxmlformats.org/officeDocument/2006/relationships/image" Target="../media/image30226.png"/><Relationship Id="rId88" Type="http://schemas.openxmlformats.org/officeDocument/2006/relationships/customXml" Target="../ink/ink4689.xml"/><Relationship Id="rId111" Type="http://schemas.openxmlformats.org/officeDocument/2006/relationships/image" Target="../media/image30440.png"/><Relationship Id="rId153" Type="http://schemas.openxmlformats.org/officeDocument/2006/relationships/customXml" Target="../ink/ink4723.xml"/><Relationship Id="rId195" Type="http://schemas.openxmlformats.org/officeDocument/2006/relationships/image" Target="../media/image30478.png"/><Relationship Id="rId209" Type="http://schemas.openxmlformats.org/officeDocument/2006/relationships/image" Target="../media/image30485.png"/><Relationship Id="rId360" Type="http://schemas.openxmlformats.org/officeDocument/2006/relationships/image" Target="../media/image30556.png"/><Relationship Id="rId416" Type="http://schemas.openxmlformats.org/officeDocument/2006/relationships/image" Target="../media/image29097.png"/><Relationship Id="rId598" Type="http://schemas.openxmlformats.org/officeDocument/2006/relationships/image" Target="../media/image30668.png"/><Relationship Id="rId220" Type="http://schemas.openxmlformats.org/officeDocument/2006/relationships/image" Target="../media/image30490.png"/><Relationship Id="rId458" Type="http://schemas.openxmlformats.org/officeDocument/2006/relationships/image" Target="../media/image30603.png"/><Relationship Id="rId623" Type="http://schemas.openxmlformats.org/officeDocument/2006/relationships/customXml" Target="../ink/ink4962.xml"/><Relationship Id="rId665" Type="http://schemas.openxmlformats.org/officeDocument/2006/relationships/customXml" Target="../ink/ink4983.xml"/><Relationship Id="rId15" Type="http://schemas.openxmlformats.org/officeDocument/2006/relationships/customXml" Target="../ink/ink4652.xml"/><Relationship Id="rId57" Type="http://schemas.openxmlformats.org/officeDocument/2006/relationships/image" Target="../media/image30415.png"/><Relationship Id="rId262" Type="http://schemas.openxmlformats.org/officeDocument/2006/relationships/image" Target="../media/image30508.png"/><Relationship Id="rId318" Type="http://schemas.openxmlformats.org/officeDocument/2006/relationships/image" Target="../media/image30535.png"/><Relationship Id="rId525" Type="http://schemas.openxmlformats.org/officeDocument/2006/relationships/customXml" Target="../ink/ink4912.xml"/><Relationship Id="rId567" Type="http://schemas.openxmlformats.org/officeDocument/2006/relationships/customXml" Target="../ink/ink4933.xml"/><Relationship Id="rId99" Type="http://schemas.openxmlformats.org/officeDocument/2006/relationships/image" Target="../media/image30434.png"/><Relationship Id="rId122" Type="http://schemas.openxmlformats.org/officeDocument/2006/relationships/customXml" Target="../ink/ink4706.xml"/><Relationship Id="rId164" Type="http://schemas.openxmlformats.org/officeDocument/2006/relationships/customXml" Target="../ink/ink4729.xml"/><Relationship Id="rId371" Type="http://schemas.openxmlformats.org/officeDocument/2006/relationships/customXml" Target="../ink/ink4834.xml"/><Relationship Id="rId427" Type="http://schemas.openxmlformats.org/officeDocument/2006/relationships/customXml" Target="../ink/ink4862.xml"/><Relationship Id="rId469" Type="http://schemas.openxmlformats.org/officeDocument/2006/relationships/image" Target="../media/image30608.png"/><Relationship Id="rId634" Type="http://schemas.openxmlformats.org/officeDocument/2006/relationships/image" Target="../media/image30685.png"/><Relationship Id="rId26" Type="http://schemas.openxmlformats.org/officeDocument/2006/relationships/customXml" Target="../ink/ink4658.xml"/><Relationship Id="rId231" Type="http://schemas.openxmlformats.org/officeDocument/2006/relationships/customXml" Target="../ink/ink4763.xml"/><Relationship Id="rId273" Type="http://schemas.openxmlformats.org/officeDocument/2006/relationships/customXml" Target="../ink/ink4785.xml"/><Relationship Id="rId329" Type="http://schemas.openxmlformats.org/officeDocument/2006/relationships/customXml" Target="../ink/ink4813.xml"/><Relationship Id="rId480" Type="http://schemas.openxmlformats.org/officeDocument/2006/relationships/customXml" Target="../ink/ink4889.xml"/><Relationship Id="rId536" Type="http://schemas.openxmlformats.org/officeDocument/2006/relationships/image" Target="../media/image30640.png"/><Relationship Id="rId68" Type="http://schemas.openxmlformats.org/officeDocument/2006/relationships/customXml" Target="../ink/ink4679.xml"/><Relationship Id="rId133" Type="http://schemas.openxmlformats.org/officeDocument/2006/relationships/customXml" Target="../ink/ink4712.xml"/><Relationship Id="rId175" Type="http://schemas.openxmlformats.org/officeDocument/2006/relationships/image" Target="../media/image30468.png"/><Relationship Id="rId340" Type="http://schemas.openxmlformats.org/officeDocument/2006/relationships/image" Target="../media/image30546.png"/><Relationship Id="rId578" Type="http://schemas.openxmlformats.org/officeDocument/2006/relationships/image" Target="../media/image30658.png"/><Relationship Id="rId200" Type="http://schemas.openxmlformats.org/officeDocument/2006/relationships/customXml" Target="../ink/ink4747.xml"/><Relationship Id="rId382" Type="http://schemas.openxmlformats.org/officeDocument/2006/relationships/image" Target="../media/image30567.png"/><Relationship Id="rId438" Type="http://schemas.openxmlformats.org/officeDocument/2006/relationships/image" Target="../media/image30593.png"/><Relationship Id="rId603" Type="http://schemas.openxmlformats.org/officeDocument/2006/relationships/customXml" Target="../ink/ink4952.xml"/><Relationship Id="rId645" Type="http://schemas.openxmlformats.org/officeDocument/2006/relationships/customXml" Target="../ink/ink4973.xml"/><Relationship Id="rId242" Type="http://schemas.openxmlformats.org/officeDocument/2006/relationships/image" Target="../media/image30500.png"/><Relationship Id="rId284" Type="http://schemas.openxmlformats.org/officeDocument/2006/relationships/image" Target="../media/image30519.png"/><Relationship Id="rId491" Type="http://schemas.openxmlformats.org/officeDocument/2006/relationships/image" Target="../media/image30618.png"/><Relationship Id="rId505" Type="http://schemas.openxmlformats.org/officeDocument/2006/relationships/image" Target="../media/image30625.png"/><Relationship Id="rId37" Type="http://schemas.openxmlformats.org/officeDocument/2006/relationships/image" Target="../media/image30405.png"/><Relationship Id="rId79" Type="http://schemas.openxmlformats.org/officeDocument/2006/relationships/image" Target="../media/image30424.png"/><Relationship Id="rId102" Type="http://schemas.openxmlformats.org/officeDocument/2006/relationships/customXml" Target="../ink/ink4696.xml"/><Relationship Id="rId144" Type="http://schemas.openxmlformats.org/officeDocument/2006/relationships/image" Target="../media/image30453.png"/><Relationship Id="rId547" Type="http://schemas.openxmlformats.org/officeDocument/2006/relationships/customXml" Target="../ink/ink4923.xml"/><Relationship Id="rId589" Type="http://schemas.openxmlformats.org/officeDocument/2006/relationships/customXml" Target="../ink/ink4945.xml"/><Relationship Id="rId90" Type="http://schemas.openxmlformats.org/officeDocument/2006/relationships/customXml" Target="../ink/ink4690.xml"/><Relationship Id="rId186" Type="http://schemas.openxmlformats.org/officeDocument/2006/relationships/customXml" Target="../ink/ink4740.xml"/><Relationship Id="rId351" Type="http://schemas.openxmlformats.org/officeDocument/2006/relationships/customXml" Target="../ink/ink4824.xml"/><Relationship Id="rId393" Type="http://schemas.openxmlformats.org/officeDocument/2006/relationships/customXml" Target="../ink/ink4845.xml"/><Relationship Id="rId407" Type="http://schemas.openxmlformats.org/officeDocument/2006/relationships/customXml" Target="../ink/ink4852.xml"/><Relationship Id="rId449" Type="http://schemas.openxmlformats.org/officeDocument/2006/relationships/customXml" Target="../ink/ink4873.xml"/><Relationship Id="rId614" Type="http://schemas.openxmlformats.org/officeDocument/2006/relationships/image" Target="../media/image30676.png"/><Relationship Id="rId656" Type="http://schemas.openxmlformats.org/officeDocument/2006/relationships/image" Target="../media/image30696.png"/><Relationship Id="rId211" Type="http://schemas.openxmlformats.org/officeDocument/2006/relationships/image" Target="../media/image30486.png"/><Relationship Id="rId253" Type="http://schemas.openxmlformats.org/officeDocument/2006/relationships/image" Target="../media/image30504.png"/><Relationship Id="rId295" Type="http://schemas.openxmlformats.org/officeDocument/2006/relationships/customXml" Target="../ink/ink4796.xml"/><Relationship Id="rId309" Type="http://schemas.openxmlformats.org/officeDocument/2006/relationships/customXml" Target="../ink/ink4803.xml"/><Relationship Id="rId460" Type="http://schemas.openxmlformats.org/officeDocument/2006/relationships/image" Target="../media/image30604.png"/><Relationship Id="rId516" Type="http://schemas.openxmlformats.org/officeDocument/2006/relationships/image" Target="../media/image30630.png"/><Relationship Id="rId48" Type="http://schemas.openxmlformats.org/officeDocument/2006/relationships/customXml" Target="../ink/ink4669.xml"/><Relationship Id="rId113" Type="http://schemas.openxmlformats.org/officeDocument/2006/relationships/image" Target="../media/image30441.png"/><Relationship Id="rId320" Type="http://schemas.openxmlformats.org/officeDocument/2006/relationships/image" Target="../media/image30536.png"/><Relationship Id="rId558" Type="http://schemas.openxmlformats.org/officeDocument/2006/relationships/image" Target="../media/image30649.png"/><Relationship Id="rId155" Type="http://schemas.openxmlformats.org/officeDocument/2006/relationships/image" Target="../media/image30458.png"/><Relationship Id="rId197" Type="http://schemas.openxmlformats.org/officeDocument/2006/relationships/image" Target="../media/image30479.png"/><Relationship Id="rId362" Type="http://schemas.openxmlformats.org/officeDocument/2006/relationships/image" Target="../media/image30557.png"/><Relationship Id="rId418" Type="http://schemas.openxmlformats.org/officeDocument/2006/relationships/image" Target="../media/image30583.png"/><Relationship Id="rId625" Type="http://schemas.openxmlformats.org/officeDocument/2006/relationships/customXml" Target="../ink/ink4963.xml"/><Relationship Id="rId222" Type="http://schemas.openxmlformats.org/officeDocument/2006/relationships/image" Target="../media/image30491.png"/><Relationship Id="rId264" Type="http://schemas.openxmlformats.org/officeDocument/2006/relationships/image" Target="../media/image30509.png"/><Relationship Id="rId471" Type="http://schemas.openxmlformats.org/officeDocument/2006/relationships/image" Target="../media/image30609.png"/><Relationship Id="rId17" Type="http://schemas.openxmlformats.org/officeDocument/2006/relationships/customXml" Target="../ink/ink4653.xml"/><Relationship Id="rId59" Type="http://schemas.openxmlformats.org/officeDocument/2006/relationships/image" Target="../media/image30416.png"/><Relationship Id="rId124" Type="http://schemas.openxmlformats.org/officeDocument/2006/relationships/customXml" Target="../ink/ink4707.xml"/><Relationship Id="rId527" Type="http://schemas.openxmlformats.org/officeDocument/2006/relationships/customXml" Target="../ink/ink4913.xml"/><Relationship Id="rId569" Type="http://schemas.openxmlformats.org/officeDocument/2006/relationships/image" Target="../media/image30654.png"/><Relationship Id="rId70" Type="http://schemas.openxmlformats.org/officeDocument/2006/relationships/customXml" Target="../ink/ink4680.xml"/><Relationship Id="rId166" Type="http://schemas.openxmlformats.org/officeDocument/2006/relationships/customXml" Target="../ink/ink4730.xml"/><Relationship Id="rId331" Type="http://schemas.openxmlformats.org/officeDocument/2006/relationships/customXml" Target="../ink/ink4814.xml"/><Relationship Id="rId373" Type="http://schemas.openxmlformats.org/officeDocument/2006/relationships/customXml" Target="../ink/ink4835.xml"/><Relationship Id="rId429" Type="http://schemas.openxmlformats.org/officeDocument/2006/relationships/customXml" Target="../ink/ink4863.xml"/><Relationship Id="rId580" Type="http://schemas.openxmlformats.org/officeDocument/2006/relationships/image" Target="../media/image30659.png"/><Relationship Id="rId636" Type="http://schemas.openxmlformats.org/officeDocument/2006/relationships/image" Target="../media/image30686.png"/><Relationship Id="rId1" Type="http://schemas.openxmlformats.org/officeDocument/2006/relationships/slideLayout" Target="../slideLayouts/slideLayout2.xml"/><Relationship Id="rId233" Type="http://schemas.openxmlformats.org/officeDocument/2006/relationships/customXml" Target="../ink/ink4764.xml"/><Relationship Id="rId440" Type="http://schemas.openxmlformats.org/officeDocument/2006/relationships/image" Target="../media/image30594.png"/><Relationship Id="rId28" Type="http://schemas.openxmlformats.org/officeDocument/2006/relationships/customXml" Target="../ink/ink4659.xml"/><Relationship Id="rId275" Type="http://schemas.openxmlformats.org/officeDocument/2006/relationships/customXml" Target="../ink/ink4786.xml"/><Relationship Id="rId300" Type="http://schemas.openxmlformats.org/officeDocument/2006/relationships/image" Target="../media/image30527.png"/><Relationship Id="rId482" Type="http://schemas.openxmlformats.org/officeDocument/2006/relationships/customXml" Target="../ink/ink4890.xml"/><Relationship Id="rId538" Type="http://schemas.openxmlformats.org/officeDocument/2006/relationships/image" Target="../media/image30641.png"/><Relationship Id="rId81" Type="http://schemas.openxmlformats.org/officeDocument/2006/relationships/image" Target="../media/image30425.png"/><Relationship Id="rId135" Type="http://schemas.openxmlformats.org/officeDocument/2006/relationships/image" Target="../media/image30450.png"/><Relationship Id="rId177" Type="http://schemas.openxmlformats.org/officeDocument/2006/relationships/image" Target="../media/image30469.png"/><Relationship Id="rId342" Type="http://schemas.openxmlformats.org/officeDocument/2006/relationships/image" Target="../media/image30547.png"/><Relationship Id="rId384" Type="http://schemas.openxmlformats.org/officeDocument/2006/relationships/image" Target="../media/image30568.png"/><Relationship Id="rId591" Type="http://schemas.openxmlformats.org/officeDocument/2006/relationships/customXml" Target="../ink/ink4946.xml"/><Relationship Id="rId605" Type="http://schemas.openxmlformats.org/officeDocument/2006/relationships/customXml" Target="../ink/ink4953.xml"/><Relationship Id="rId202" Type="http://schemas.openxmlformats.org/officeDocument/2006/relationships/customXml" Target="../ink/ink4748.xml"/><Relationship Id="rId244" Type="http://schemas.openxmlformats.org/officeDocument/2006/relationships/image" Target="../media/image28805.png"/><Relationship Id="rId647" Type="http://schemas.openxmlformats.org/officeDocument/2006/relationships/customXml" Target="../ink/ink4974.xml"/><Relationship Id="rId39" Type="http://schemas.openxmlformats.org/officeDocument/2006/relationships/image" Target="../media/image30406.png"/><Relationship Id="rId286" Type="http://schemas.openxmlformats.org/officeDocument/2006/relationships/image" Target="../media/image30520.png"/><Relationship Id="rId451" Type="http://schemas.openxmlformats.org/officeDocument/2006/relationships/customXml" Target="../ink/ink4874.xml"/><Relationship Id="rId493" Type="http://schemas.openxmlformats.org/officeDocument/2006/relationships/image" Target="../media/image30619.png"/><Relationship Id="rId507" Type="http://schemas.openxmlformats.org/officeDocument/2006/relationships/customXml" Target="../ink/ink4903.xml"/><Relationship Id="rId549" Type="http://schemas.openxmlformats.org/officeDocument/2006/relationships/customXml" Target="../ink/ink4924.xml"/><Relationship Id="rId50" Type="http://schemas.openxmlformats.org/officeDocument/2006/relationships/customXml" Target="../ink/ink4670.xml"/><Relationship Id="rId104" Type="http://schemas.openxmlformats.org/officeDocument/2006/relationships/customXml" Target="../ink/ink4697.xml"/><Relationship Id="rId146" Type="http://schemas.openxmlformats.org/officeDocument/2006/relationships/image" Target="../media/image30454.png"/><Relationship Id="rId188" Type="http://schemas.openxmlformats.org/officeDocument/2006/relationships/customXml" Target="../ink/ink4741.xml"/><Relationship Id="rId311" Type="http://schemas.openxmlformats.org/officeDocument/2006/relationships/customXml" Target="../ink/ink4804.xml"/><Relationship Id="rId353" Type="http://schemas.openxmlformats.org/officeDocument/2006/relationships/customXml" Target="../ink/ink4825.xml"/><Relationship Id="rId395" Type="http://schemas.openxmlformats.org/officeDocument/2006/relationships/customXml" Target="../ink/ink4846.xml"/><Relationship Id="rId409" Type="http://schemas.openxmlformats.org/officeDocument/2006/relationships/customXml" Target="../ink/ink4853.xml"/><Relationship Id="rId560" Type="http://schemas.openxmlformats.org/officeDocument/2006/relationships/image" Target="../media/image30650.png"/><Relationship Id="rId92" Type="http://schemas.openxmlformats.org/officeDocument/2006/relationships/customXml" Target="../ink/ink4691.xml"/><Relationship Id="rId213" Type="http://schemas.openxmlformats.org/officeDocument/2006/relationships/customXml" Target="../ink/ink4754.xml"/><Relationship Id="rId420" Type="http://schemas.openxmlformats.org/officeDocument/2006/relationships/image" Target="../media/image30584.png"/><Relationship Id="rId616" Type="http://schemas.openxmlformats.org/officeDocument/2006/relationships/image" Target="../media/image30677.png"/><Relationship Id="rId658" Type="http://schemas.openxmlformats.org/officeDocument/2006/relationships/image" Target="../media/image30697.png"/><Relationship Id="rId255" Type="http://schemas.openxmlformats.org/officeDocument/2006/relationships/image" Target="../media/image30505.png"/><Relationship Id="rId297" Type="http://schemas.openxmlformats.org/officeDocument/2006/relationships/customXml" Target="../ink/ink4797.xml"/><Relationship Id="rId462" Type="http://schemas.openxmlformats.org/officeDocument/2006/relationships/customXml" Target="../ink/ink4880.xml"/><Relationship Id="rId518" Type="http://schemas.openxmlformats.org/officeDocument/2006/relationships/image" Target="../media/image30631.png"/><Relationship Id="rId115" Type="http://schemas.openxmlformats.org/officeDocument/2006/relationships/image" Target="../media/image30442.png"/><Relationship Id="rId157" Type="http://schemas.openxmlformats.org/officeDocument/2006/relationships/image" Target="../media/image30459.png"/><Relationship Id="rId322" Type="http://schemas.openxmlformats.org/officeDocument/2006/relationships/image" Target="../media/image30537.png"/><Relationship Id="rId364" Type="http://schemas.openxmlformats.org/officeDocument/2006/relationships/image" Target="../media/image30558.png"/><Relationship Id="rId61" Type="http://schemas.openxmlformats.org/officeDocument/2006/relationships/image" Target="../media/image30417.png"/><Relationship Id="rId199" Type="http://schemas.openxmlformats.org/officeDocument/2006/relationships/image" Target="../media/image30480.png"/><Relationship Id="rId571" Type="http://schemas.openxmlformats.org/officeDocument/2006/relationships/customXml" Target="../ink/ink4936.xml"/><Relationship Id="rId627" Type="http://schemas.openxmlformats.org/officeDocument/2006/relationships/customXml" Target="../ink/ink4964.xml"/><Relationship Id="rId19" Type="http://schemas.openxmlformats.org/officeDocument/2006/relationships/customXml" Target="../ink/ink4654.xml"/><Relationship Id="rId224" Type="http://schemas.openxmlformats.org/officeDocument/2006/relationships/image" Target="../media/image30492.png"/><Relationship Id="rId266" Type="http://schemas.openxmlformats.org/officeDocument/2006/relationships/image" Target="../media/image30510.png"/><Relationship Id="rId431" Type="http://schemas.openxmlformats.org/officeDocument/2006/relationships/customXml" Target="../ink/ink4864.xml"/><Relationship Id="rId473" Type="http://schemas.openxmlformats.org/officeDocument/2006/relationships/image" Target="../media/image30610.png"/><Relationship Id="rId529" Type="http://schemas.openxmlformats.org/officeDocument/2006/relationships/customXml" Target="../ink/ink4914.xml"/><Relationship Id="rId30" Type="http://schemas.openxmlformats.org/officeDocument/2006/relationships/customXml" Target="../ink/ink4660.xml"/><Relationship Id="rId126" Type="http://schemas.openxmlformats.org/officeDocument/2006/relationships/customXml" Target="../ink/ink4708.xml"/><Relationship Id="rId168" Type="http://schemas.openxmlformats.org/officeDocument/2006/relationships/customXml" Target="../ink/ink4731.xml"/><Relationship Id="rId333" Type="http://schemas.openxmlformats.org/officeDocument/2006/relationships/customXml" Target="../ink/ink4815.xml"/><Relationship Id="rId540" Type="http://schemas.openxmlformats.org/officeDocument/2006/relationships/image" Target="../media/image30642.png"/><Relationship Id="rId72" Type="http://schemas.openxmlformats.org/officeDocument/2006/relationships/customXml" Target="../ink/ink4681.xml"/><Relationship Id="rId375" Type="http://schemas.openxmlformats.org/officeDocument/2006/relationships/customXml" Target="../ink/ink4836.xml"/><Relationship Id="rId582" Type="http://schemas.openxmlformats.org/officeDocument/2006/relationships/image" Target="../media/image30660.png"/><Relationship Id="rId638" Type="http://schemas.openxmlformats.org/officeDocument/2006/relationships/image" Target="../media/image30687.png"/><Relationship Id="rId3" Type="http://schemas.openxmlformats.org/officeDocument/2006/relationships/image" Target="../media/image28768.png"/><Relationship Id="rId235" Type="http://schemas.openxmlformats.org/officeDocument/2006/relationships/customXml" Target="../ink/ink4765.xml"/><Relationship Id="rId277" Type="http://schemas.openxmlformats.org/officeDocument/2006/relationships/customXml" Target="../ink/ink4787.xml"/><Relationship Id="rId400" Type="http://schemas.openxmlformats.org/officeDocument/2006/relationships/image" Target="../media/image30576.png"/><Relationship Id="rId442" Type="http://schemas.openxmlformats.org/officeDocument/2006/relationships/image" Target="../media/image30595.png"/><Relationship Id="rId484" Type="http://schemas.openxmlformats.org/officeDocument/2006/relationships/customXml" Target="../ink/ink4891.xml"/><Relationship Id="rId137" Type="http://schemas.openxmlformats.org/officeDocument/2006/relationships/image" Target="../media/image28777.png"/><Relationship Id="rId302" Type="http://schemas.openxmlformats.org/officeDocument/2006/relationships/image" Target="../media/image30528.png"/><Relationship Id="rId344" Type="http://schemas.openxmlformats.org/officeDocument/2006/relationships/image" Target="../media/image30548.png"/><Relationship Id="rId41" Type="http://schemas.openxmlformats.org/officeDocument/2006/relationships/image" Target="../media/image30407.png"/><Relationship Id="rId83" Type="http://schemas.openxmlformats.org/officeDocument/2006/relationships/image" Target="../media/image30426.png"/><Relationship Id="rId179" Type="http://schemas.openxmlformats.org/officeDocument/2006/relationships/image" Target="../media/image30470.png"/><Relationship Id="rId386" Type="http://schemas.openxmlformats.org/officeDocument/2006/relationships/image" Target="../media/image30569.png"/><Relationship Id="rId551" Type="http://schemas.openxmlformats.org/officeDocument/2006/relationships/customXml" Target="../ink/ink4925.xml"/><Relationship Id="rId593" Type="http://schemas.openxmlformats.org/officeDocument/2006/relationships/customXml" Target="../ink/ink4947.xml"/><Relationship Id="rId607" Type="http://schemas.openxmlformats.org/officeDocument/2006/relationships/customXml" Target="../ink/ink4954.xml"/><Relationship Id="rId649" Type="http://schemas.openxmlformats.org/officeDocument/2006/relationships/customXml" Target="../ink/ink4975.xml"/><Relationship Id="rId190" Type="http://schemas.openxmlformats.org/officeDocument/2006/relationships/customXml" Target="../ink/ink4742.xml"/><Relationship Id="rId204" Type="http://schemas.openxmlformats.org/officeDocument/2006/relationships/customXml" Target="../ink/ink4749.xml"/><Relationship Id="rId246" Type="http://schemas.openxmlformats.org/officeDocument/2006/relationships/image" Target="../media/image30501.png"/><Relationship Id="rId288" Type="http://schemas.openxmlformats.org/officeDocument/2006/relationships/image" Target="../media/image30521.png"/><Relationship Id="rId411" Type="http://schemas.openxmlformats.org/officeDocument/2006/relationships/customXml" Target="../ink/ink4854.xml"/><Relationship Id="rId453" Type="http://schemas.openxmlformats.org/officeDocument/2006/relationships/customXml" Target="../ink/ink4875.xml"/><Relationship Id="rId509" Type="http://schemas.openxmlformats.org/officeDocument/2006/relationships/customXml" Target="../ink/ink4904.xml"/><Relationship Id="rId660" Type="http://schemas.openxmlformats.org/officeDocument/2006/relationships/image" Target="../media/image30698.png"/><Relationship Id="rId106" Type="http://schemas.openxmlformats.org/officeDocument/2006/relationships/customXml" Target="../ink/ink4698.xml"/><Relationship Id="rId313" Type="http://schemas.openxmlformats.org/officeDocument/2006/relationships/customXml" Target="../ink/ink4805.xml"/><Relationship Id="rId495" Type="http://schemas.openxmlformats.org/officeDocument/2006/relationships/image" Target="../media/image30620.png"/><Relationship Id="rId10" Type="http://schemas.openxmlformats.org/officeDocument/2006/relationships/image" Target="../media/image30392.png"/><Relationship Id="rId52" Type="http://schemas.openxmlformats.org/officeDocument/2006/relationships/customXml" Target="../ink/ink4671.xml"/><Relationship Id="rId94" Type="http://schemas.openxmlformats.org/officeDocument/2006/relationships/customXml" Target="../ink/ink4692.xml"/><Relationship Id="rId148" Type="http://schemas.openxmlformats.org/officeDocument/2006/relationships/image" Target="../media/image30455.png"/><Relationship Id="rId355" Type="http://schemas.openxmlformats.org/officeDocument/2006/relationships/customXml" Target="../ink/ink4826.xml"/><Relationship Id="rId397" Type="http://schemas.openxmlformats.org/officeDocument/2006/relationships/customXml" Target="../ink/ink4847.xml"/><Relationship Id="rId520" Type="http://schemas.openxmlformats.org/officeDocument/2006/relationships/image" Target="../media/image30632.png"/><Relationship Id="rId562" Type="http://schemas.openxmlformats.org/officeDocument/2006/relationships/image" Target="../media/image30651.png"/><Relationship Id="rId618" Type="http://schemas.openxmlformats.org/officeDocument/2006/relationships/image" Target="../media/image30678.png"/><Relationship Id="rId215" Type="http://schemas.openxmlformats.org/officeDocument/2006/relationships/customXml" Target="../ink/ink4755.xml"/><Relationship Id="rId257" Type="http://schemas.openxmlformats.org/officeDocument/2006/relationships/image" Target="../media/image30506.png"/><Relationship Id="rId422" Type="http://schemas.openxmlformats.org/officeDocument/2006/relationships/image" Target="../media/image30585.png"/><Relationship Id="rId464" Type="http://schemas.openxmlformats.org/officeDocument/2006/relationships/customXml" Target="../ink/ink4881.xml"/><Relationship Id="rId299" Type="http://schemas.openxmlformats.org/officeDocument/2006/relationships/customXml" Target="../ink/ink4798.xml"/><Relationship Id="rId63" Type="http://schemas.openxmlformats.org/officeDocument/2006/relationships/image" Target="../media/image30418.png"/><Relationship Id="rId159" Type="http://schemas.openxmlformats.org/officeDocument/2006/relationships/image" Target="../media/image30460.png"/><Relationship Id="rId366" Type="http://schemas.openxmlformats.org/officeDocument/2006/relationships/image" Target="../media/image30559.png"/><Relationship Id="rId573" Type="http://schemas.openxmlformats.org/officeDocument/2006/relationships/customXml" Target="../ink/ink4937.xml"/><Relationship Id="rId226" Type="http://schemas.openxmlformats.org/officeDocument/2006/relationships/image" Target="../media/image30493.png"/><Relationship Id="rId433" Type="http://schemas.openxmlformats.org/officeDocument/2006/relationships/customXml" Target="../ink/ink4865.xml"/><Relationship Id="rId640" Type="http://schemas.openxmlformats.org/officeDocument/2006/relationships/image" Target="../media/image30688.png"/><Relationship Id="rId74" Type="http://schemas.openxmlformats.org/officeDocument/2006/relationships/customXml" Target="../ink/ink4682.xml"/><Relationship Id="rId377" Type="http://schemas.openxmlformats.org/officeDocument/2006/relationships/customXml" Target="../ink/ink4837.xml"/><Relationship Id="rId500" Type="http://schemas.openxmlformats.org/officeDocument/2006/relationships/customXml" Target="../ink/ink4899.xml"/><Relationship Id="rId584" Type="http://schemas.openxmlformats.org/officeDocument/2006/relationships/image" Target="../media/image30661.png"/><Relationship Id="rId5" Type="http://schemas.openxmlformats.org/officeDocument/2006/relationships/image" Target="../media/image29274.png"/><Relationship Id="rId237" Type="http://schemas.openxmlformats.org/officeDocument/2006/relationships/customXml" Target="../ink/ink4766.xml"/><Relationship Id="rId444" Type="http://schemas.openxmlformats.org/officeDocument/2006/relationships/image" Target="../media/image30596.png"/><Relationship Id="rId651" Type="http://schemas.openxmlformats.org/officeDocument/2006/relationships/customXml" Target="../ink/ink4976.xml"/><Relationship Id="rId290" Type="http://schemas.openxmlformats.org/officeDocument/2006/relationships/image" Target="../media/image30522.png"/><Relationship Id="rId304" Type="http://schemas.openxmlformats.org/officeDocument/2006/relationships/image" Target="../media/image29273.png"/><Relationship Id="rId388" Type="http://schemas.openxmlformats.org/officeDocument/2006/relationships/image" Target="../media/image30570.png"/><Relationship Id="rId511" Type="http://schemas.openxmlformats.org/officeDocument/2006/relationships/customXml" Target="../ink/ink4905.xml"/><Relationship Id="rId609" Type="http://schemas.openxmlformats.org/officeDocument/2006/relationships/customXml" Target="../ink/ink4955.xml"/><Relationship Id="rId85" Type="http://schemas.openxmlformats.org/officeDocument/2006/relationships/image" Target="../media/image30427.png"/><Relationship Id="rId150" Type="http://schemas.openxmlformats.org/officeDocument/2006/relationships/image" Target="../media/image30456.png"/><Relationship Id="rId595" Type="http://schemas.openxmlformats.org/officeDocument/2006/relationships/customXml" Target="../ink/ink4948.xml"/><Relationship Id="rId248" Type="http://schemas.openxmlformats.org/officeDocument/2006/relationships/customXml" Target="../ink/ink4772.xml"/><Relationship Id="rId455" Type="http://schemas.openxmlformats.org/officeDocument/2006/relationships/customXml" Target="../ink/ink4876.xml"/><Relationship Id="rId662" Type="http://schemas.openxmlformats.org/officeDocument/2006/relationships/image" Target="../media/image30699.png"/><Relationship Id="rId12" Type="http://schemas.openxmlformats.org/officeDocument/2006/relationships/image" Target="../media/image30393.png"/><Relationship Id="rId108" Type="http://schemas.openxmlformats.org/officeDocument/2006/relationships/customXml" Target="../ink/ink4699.xml"/><Relationship Id="rId315" Type="http://schemas.openxmlformats.org/officeDocument/2006/relationships/customXml" Target="../ink/ink4806.xml"/><Relationship Id="rId522" Type="http://schemas.openxmlformats.org/officeDocument/2006/relationships/image" Target="../media/image30633.png"/><Relationship Id="rId96" Type="http://schemas.openxmlformats.org/officeDocument/2006/relationships/customXml" Target="../ink/ink4693.xml"/><Relationship Id="rId161" Type="http://schemas.openxmlformats.org/officeDocument/2006/relationships/image" Target="../media/image30461.png"/><Relationship Id="rId399" Type="http://schemas.openxmlformats.org/officeDocument/2006/relationships/customXml" Target="../ink/ink4848.xml"/><Relationship Id="rId259" Type="http://schemas.openxmlformats.org/officeDocument/2006/relationships/image" Target="../media/image30507.png"/><Relationship Id="rId466" Type="http://schemas.openxmlformats.org/officeDocument/2006/relationships/customXml" Target="../ink/ink4882.xml"/><Relationship Id="rId23" Type="http://schemas.openxmlformats.org/officeDocument/2006/relationships/customXml" Target="../ink/ink4656.xml"/><Relationship Id="rId119" Type="http://schemas.openxmlformats.org/officeDocument/2006/relationships/image" Target="../media/image30444.png"/><Relationship Id="rId326" Type="http://schemas.openxmlformats.org/officeDocument/2006/relationships/image" Target="../media/image30539.png"/><Relationship Id="rId533" Type="http://schemas.openxmlformats.org/officeDocument/2006/relationships/customXml" Target="../ink/ink4916.xml"/><Relationship Id="rId172" Type="http://schemas.openxmlformats.org/officeDocument/2006/relationships/customXml" Target="../ink/ink4733.xml"/><Relationship Id="rId477" Type="http://schemas.openxmlformats.org/officeDocument/2006/relationships/image" Target="../media/image30612.png"/><Relationship Id="rId600" Type="http://schemas.openxmlformats.org/officeDocument/2006/relationships/image" Target="../media/image30669.png"/><Relationship Id="rId337" Type="http://schemas.openxmlformats.org/officeDocument/2006/relationships/customXml" Target="../ink/ink4817.xml"/><Relationship Id="rId34" Type="http://schemas.openxmlformats.org/officeDocument/2006/relationships/customXml" Target="../ink/ink4662.xml"/><Relationship Id="rId544" Type="http://schemas.openxmlformats.org/officeDocument/2006/relationships/image" Target="../media/image29799.png"/><Relationship Id="rId183" Type="http://schemas.openxmlformats.org/officeDocument/2006/relationships/image" Target="../media/image30472.png"/><Relationship Id="rId390" Type="http://schemas.openxmlformats.org/officeDocument/2006/relationships/image" Target="../media/image30571.png"/><Relationship Id="rId404" Type="http://schemas.openxmlformats.org/officeDocument/2006/relationships/image" Target="../media/image28942.png"/><Relationship Id="rId611" Type="http://schemas.openxmlformats.org/officeDocument/2006/relationships/customXml" Target="../ink/ink4956.xml"/><Relationship Id="rId250" Type="http://schemas.openxmlformats.org/officeDocument/2006/relationships/customXml" Target="../ink/ink4773.xml"/><Relationship Id="rId488" Type="http://schemas.openxmlformats.org/officeDocument/2006/relationships/customXml" Target="../ink/ink4893.xml"/><Relationship Id="rId45" Type="http://schemas.openxmlformats.org/officeDocument/2006/relationships/image" Target="../media/image30409.png"/><Relationship Id="rId110" Type="http://schemas.openxmlformats.org/officeDocument/2006/relationships/customXml" Target="../ink/ink4700.xml"/><Relationship Id="rId348" Type="http://schemas.openxmlformats.org/officeDocument/2006/relationships/image" Target="../media/image30550.png"/><Relationship Id="rId555" Type="http://schemas.openxmlformats.org/officeDocument/2006/relationships/customXml" Target="../ink/ink4927.xml"/><Relationship Id="rId194" Type="http://schemas.openxmlformats.org/officeDocument/2006/relationships/customXml" Target="../ink/ink4744.xml"/><Relationship Id="rId208" Type="http://schemas.openxmlformats.org/officeDocument/2006/relationships/customXml" Target="../ink/ink4751.xml"/><Relationship Id="rId415" Type="http://schemas.openxmlformats.org/officeDocument/2006/relationships/customXml" Target="../ink/ink4856.xml"/><Relationship Id="rId622" Type="http://schemas.openxmlformats.org/officeDocument/2006/relationships/image" Target="../media/image30680.png"/><Relationship Id="rId261" Type="http://schemas.openxmlformats.org/officeDocument/2006/relationships/customXml" Target="../ink/ink4779.xml"/><Relationship Id="rId499" Type="http://schemas.openxmlformats.org/officeDocument/2006/relationships/image" Target="../media/image30622.png"/><Relationship Id="rId56" Type="http://schemas.openxmlformats.org/officeDocument/2006/relationships/customXml" Target="../ink/ink4673.xml"/><Relationship Id="rId359" Type="http://schemas.openxmlformats.org/officeDocument/2006/relationships/customXml" Target="../ink/ink4828.xml"/><Relationship Id="rId566" Type="http://schemas.openxmlformats.org/officeDocument/2006/relationships/image" Target="../media/image30653.png"/><Relationship Id="rId121" Type="http://schemas.openxmlformats.org/officeDocument/2006/relationships/image" Target="../media/image30445.png"/><Relationship Id="rId219" Type="http://schemas.openxmlformats.org/officeDocument/2006/relationships/customXml" Target="../ink/ink4757.xml"/><Relationship Id="rId426" Type="http://schemas.openxmlformats.org/officeDocument/2006/relationships/image" Target="../media/image30587.png"/><Relationship Id="rId633" Type="http://schemas.openxmlformats.org/officeDocument/2006/relationships/customXml" Target="../ink/ink4967.xml"/><Relationship Id="rId67" Type="http://schemas.openxmlformats.org/officeDocument/2006/relationships/image" Target="../media/image30419.png"/><Relationship Id="rId272" Type="http://schemas.openxmlformats.org/officeDocument/2006/relationships/image" Target="../media/image30513.png"/><Relationship Id="rId577" Type="http://schemas.openxmlformats.org/officeDocument/2006/relationships/customXml" Target="../ink/ink4939.xml"/><Relationship Id="rId132" Type="http://schemas.openxmlformats.org/officeDocument/2006/relationships/image" Target="../media/image30449.png"/><Relationship Id="rId437" Type="http://schemas.openxmlformats.org/officeDocument/2006/relationships/customXml" Target="../ink/ink4867.xml"/><Relationship Id="rId644" Type="http://schemas.openxmlformats.org/officeDocument/2006/relationships/image" Target="../media/image30690.png"/><Relationship Id="rId283" Type="http://schemas.openxmlformats.org/officeDocument/2006/relationships/customXml" Target="../ink/ink4790.xml"/><Relationship Id="rId490" Type="http://schemas.openxmlformats.org/officeDocument/2006/relationships/customXml" Target="../ink/ink4894.xml"/><Relationship Id="rId504" Type="http://schemas.openxmlformats.org/officeDocument/2006/relationships/customXml" Target="../ink/ink4901.xml"/><Relationship Id="rId78" Type="http://schemas.openxmlformats.org/officeDocument/2006/relationships/customXml" Target="../ink/ink4684.xml"/><Relationship Id="rId143" Type="http://schemas.openxmlformats.org/officeDocument/2006/relationships/customXml" Target="../ink/ink4718.xml"/><Relationship Id="rId350" Type="http://schemas.openxmlformats.org/officeDocument/2006/relationships/image" Target="../media/image30551.png"/><Relationship Id="rId588" Type="http://schemas.openxmlformats.org/officeDocument/2006/relationships/image" Target="../media/image30663.png"/><Relationship Id="rId9" Type="http://schemas.openxmlformats.org/officeDocument/2006/relationships/customXml" Target="../ink/ink4649.xml"/><Relationship Id="rId210" Type="http://schemas.openxmlformats.org/officeDocument/2006/relationships/customXml" Target="../ink/ink4752.xml"/><Relationship Id="rId448" Type="http://schemas.openxmlformats.org/officeDocument/2006/relationships/image" Target="../media/image30598.png"/><Relationship Id="rId655" Type="http://schemas.openxmlformats.org/officeDocument/2006/relationships/customXml" Target="../ink/ink4978.xml"/><Relationship Id="rId294" Type="http://schemas.openxmlformats.org/officeDocument/2006/relationships/image" Target="../media/image30524.png"/><Relationship Id="rId308" Type="http://schemas.openxmlformats.org/officeDocument/2006/relationships/image" Target="../media/image30530.png"/><Relationship Id="rId515" Type="http://schemas.openxmlformats.org/officeDocument/2006/relationships/customXml" Target="../ink/ink4907.xml"/><Relationship Id="rId89" Type="http://schemas.openxmlformats.org/officeDocument/2006/relationships/image" Target="../media/image30429.png"/><Relationship Id="rId154" Type="http://schemas.openxmlformats.org/officeDocument/2006/relationships/customXml" Target="../ink/ink4724.xml"/><Relationship Id="rId361" Type="http://schemas.openxmlformats.org/officeDocument/2006/relationships/customXml" Target="../ink/ink4829.xml"/><Relationship Id="rId599" Type="http://schemas.openxmlformats.org/officeDocument/2006/relationships/customXml" Target="../ink/ink4950.xml"/><Relationship Id="rId459" Type="http://schemas.openxmlformats.org/officeDocument/2006/relationships/customXml" Target="../ink/ink4878.xml"/><Relationship Id="rId666" Type="http://schemas.openxmlformats.org/officeDocument/2006/relationships/image" Target="../media/image30701.png"/><Relationship Id="rId16" Type="http://schemas.openxmlformats.org/officeDocument/2006/relationships/image" Target="../media/image30395.png"/><Relationship Id="rId221" Type="http://schemas.openxmlformats.org/officeDocument/2006/relationships/customXml" Target="../ink/ink4758.xml"/><Relationship Id="rId319" Type="http://schemas.openxmlformats.org/officeDocument/2006/relationships/customXml" Target="../ink/ink4808.xml"/><Relationship Id="rId526" Type="http://schemas.openxmlformats.org/officeDocument/2006/relationships/image" Target="../media/image30635.png"/><Relationship Id="rId165" Type="http://schemas.openxmlformats.org/officeDocument/2006/relationships/image" Target="../media/image30463.png"/><Relationship Id="rId372" Type="http://schemas.openxmlformats.org/officeDocument/2006/relationships/image" Target="../media/image30562.png"/><Relationship Id="rId232" Type="http://schemas.openxmlformats.org/officeDocument/2006/relationships/image" Target="../media/image30496.png"/></Relationships>
</file>

<file path=ppt/slides/_rels/slide2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9495.png"/><Relationship Id="rId299" Type="http://schemas.openxmlformats.org/officeDocument/2006/relationships/image" Target="../media/image30841.png"/><Relationship Id="rId21" Type="http://schemas.openxmlformats.org/officeDocument/2006/relationships/customXml" Target="../ink/ink4994.xml"/><Relationship Id="rId63" Type="http://schemas.openxmlformats.org/officeDocument/2006/relationships/image" Target="../media/image30726.png"/><Relationship Id="rId159" Type="http://schemas.openxmlformats.org/officeDocument/2006/relationships/image" Target="../media/image30771.png"/><Relationship Id="rId324" Type="http://schemas.openxmlformats.org/officeDocument/2006/relationships/customXml" Target="../ink/ink5146.xml"/><Relationship Id="rId366" Type="http://schemas.openxmlformats.org/officeDocument/2006/relationships/customXml" Target="../ink/ink5167.xml"/><Relationship Id="rId170" Type="http://schemas.openxmlformats.org/officeDocument/2006/relationships/customXml" Target="../ink/ink5069.xml"/><Relationship Id="rId226" Type="http://schemas.openxmlformats.org/officeDocument/2006/relationships/customXml" Target="../ink/ink5097.xml"/><Relationship Id="rId433" Type="http://schemas.openxmlformats.org/officeDocument/2006/relationships/image" Target="../media/image30908.png"/><Relationship Id="rId268" Type="http://schemas.openxmlformats.org/officeDocument/2006/relationships/customXml" Target="../ink/ink5118.xml"/><Relationship Id="rId475" Type="http://schemas.openxmlformats.org/officeDocument/2006/relationships/image" Target="../media/image30929.png"/><Relationship Id="rId32" Type="http://schemas.openxmlformats.org/officeDocument/2006/relationships/customXml" Target="../ink/ink5000.xml"/><Relationship Id="rId74" Type="http://schemas.openxmlformats.org/officeDocument/2006/relationships/customXml" Target="../ink/ink5021.xml"/><Relationship Id="rId128" Type="http://schemas.openxmlformats.org/officeDocument/2006/relationships/customXml" Target="../ink/ink5048.xml"/><Relationship Id="rId335" Type="http://schemas.openxmlformats.org/officeDocument/2006/relationships/image" Target="../media/image30859.png"/><Relationship Id="rId377" Type="http://schemas.openxmlformats.org/officeDocument/2006/relationships/image" Target="../media/image30880.png"/><Relationship Id="rId5" Type="http://schemas.openxmlformats.org/officeDocument/2006/relationships/image" Target="../media/image29274.png"/><Relationship Id="rId181" Type="http://schemas.openxmlformats.org/officeDocument/2006/relationships/image" Target="../media/image30782.png"/><Relationship Id="rId237" Type="http://schemas.openxmlformats.org/officeDocument/2006/relationships/image" Target="../media/image30810.png"/><Relationship Id="rId402" Type="http://schemas.openxmlformats.org/officeDocument/2006/relationships/customXml" Target="../ink/ink5185.xml"/><Relationship Id="rId279" Type="http://schemas.openxmlformats.org/officeDocument/2006/relationships/image" Target="../media/image30831.png"/><Relationship Id="rId444" Type="http://schemas.openxmlformats.org/officeDocument/2006/relationships/customXml" Target="../ink/ink5206.xml"/><Relationship Id="rId486" Type="http://schemas.openxmlformats.org/officeDocument/2006/relationships/customXml" Target="../ink/ink5227.xml"/><Relationship Id="rId43" Type="http://schemas.openxmlformats.org/officeDocument/2006/relationships/image" Target="../media/image30716.png"/><Relationship Id="rId139" Type="http://schemas.openxmlformats.org/officeDocument/2006/relationships/image" Target="../media/image30761.png"/><Relationship Id="rId290" Type="http://schemas.openxmlformats.org/officeDocument/2006/relationships/customXml" Target="../ink/ink5129.xml"/><Relationship Id="rId304" Type="http://schemas.openxmlformats.org/officeDocument/2006/relationships/customXml" Target="../ink/ink5136.xml"/><Relationship Id="rId346" Type="http://schemas.openxmlformats.org/officeDocument/2006/relationships/customXml" Target="../ink/ink5157.xml"/><Relationship Id="rId388" Type="http://schemas.openxmlformats.org/officeDocument/2006/relationships/customXml" Target="../ink/ink5178.xml"/><Relationship Id="rId85" Type="http://schemas.openxmlformats.org/officeDocument/2006/relationships/image" Target="../media/image30736.png"/><Relationship Id="rId150" Type="http://schemas.openxmlformats.org/officeDocument/2006/relationships/customXml" Target="../ink/ink5059.xml"/><Relationship Id="rId192" Type="http://schemas.openxmlformats.org/officeDocument/2006/relationships/customXml" Target="../ink/ink5080.xml"/><Relationship Id="rId206" Type="http://schemas.openxmlformats.org/officeDocument/2006/relationships/customXml" Target="../ink/ink5087.xml"/><Relationship Id="rId413" Type="http://schemas.openxmlformats.org/officeDocument/2006/relationships/image" Target="../media/image30898.png"/><Relationship Id="rId248" Type="http://schemas.openxmlformats.org/officeDocument/2006/relationships/customXml" Target="../ink/ink5108.xml"/><Relationship Id="rId455" Type="http://schemas.openxmlformats.org/officeDocument/2006/relationships/image" Target="../media/image30919.png"/><Relationship Id="rId12" Type="http://schemas.openxmlformats.org/officeDocument/2006/relationships/image" Target="../media/image29637.png"/><Relationship Id="rId108" Type="http://schemas.openxmlformats.org/officeDocument/2006/relationships/customXml" Target="../ink/ink5038.xml"/><Relationship Id="rId315" Type="http://schemas.openxmlformats.org/officeDocument/2006/relationships/image" Target="../media/image30849.png"/><Relationship Id="rId357" Type="http://schemas.openxmlformats.org/officeDocument/2006/relationships/image" Target="../media/image30870.png"/><Relationship Id="rId54" Type="http://schemas.openxmlformats.org/officeDocument/2006/relationships/customXml" Target="../ink/ink5011.xml"/><Relationship Id="rId96" Type="http://schemas.openxmlformats.org/officeDocument/2006/relationships/customXml" Target="../ink/ink5032.xml"/><Relationship Id="rId161" Type="http://schemas.openxmlformats.org/officeDocument/2006/relationships/image" Target="../media/image30772.png"/><Relationship Id="rId217" Type="http://schemas.openxmlformats.org/officeDocument/2006/relationships/image" Target="../media/image30800.png"/><Relationship Id="rId399" Type="http://schemas.openxmlformats.org/officeDocument/2006/relationships/image" Target="../media/image30891.png"/><Relationship Id="rId259" Type="http://schemas.openxmlformats.org/officeDocument/2006/relationships/image" Target="../media/image30821.png"/><Relationship Id="rId424" Type="http://schemas.openxmlformats.org/officeDocument/2006/relationships/customXml" Target="../ink/ink5196.xml"/><Relationship Id="rId466" Type="http://schemas.openxmlformats.org/officeDocument/2006/relationships/customXml" Target="../ink/ink5217.xml"/><Relationship Id="rId23" Type="http://schemas.openxmlformats.org/officeDocument/2006/relationships/customXml" Target="../ink/ink4995.xml"/><Relationship Id="rId119" Type="http://schemas.openxmlformats.org/officeDocument/2006/relationships/image" Target="../media/image30751.png"/><Relationship Id="rId270" Type="http://schemas.openxmlformats.org/officeDocument/2006/relationships/customXml" Target="../ink/ink5119.xml"/><Relationship Id="rId326" Type="http://schemas.openxmlformats.org/officeDocument/2006/relationships/customXml" Target="../ink/ink5147.xml"/><Relationship Id="rId65" Type="http://schemas.openxmlformats.org/officeDocument/2006/relationships/image" Target="../media/image30727.png"/><Relationship Id="rId130" Type="http://schemas.openxmlformats.org/officeDocument/2006/relationships/customXml" Target="../ink/ink5049.xml"/><Relationship Id="rId368" Type="http://schemas.openxmlformats.org/officeDocument/2006/relationships/customXml" Target="../ink/ink5168.xml"/><Relationship Id="rId172" Type="http://schemas.openxmlformats.org/officeDocument/2006/relationships/customXml" Target="../ink/ink5070.xml"/><Relationship Id="rId228" Type="http://schemas.openxmlformats.org/officeDocument/2006/relationships/customXml" Target="../ink/ink5098.xml"/><Relationship Id="rId435" Type="http://schemas.openxmlformats.org/officeDocument/2006/relationships/image" Target="../media/image30909.png"/><Relationship Id="rId477" Type="http://schemas.openxmlformats.org/officeDocument/2006/relationships/image" Target="../media/image30930.png"/><Relationship Id="rId281" Type="http://schemas.openxmlformats.org/officeDocument/2006/relationships/image" Target="../media/image30832.png"/><Relationship Id="rId337" Type="http://schemas.openxmlformats.org/officeDocument/2006/relationships/image" Target="../media/image30860.png"/><Relationship Id="rId34" Type="http://schemas.openxmlformats.org/officeDocument/2006/relationships/customXml" Target="../ink/ink5001.xml"/><Relationship Id="rId76" Type="http://schemas.openxmlformats.org/officeDocument/2006/relationships/customXml" Target="../ink/ink5022.xml"/><Relationship Id="rId141" Type="http://schemas.openxmlformats.org/officeDocument/2006/relationships/image" Target="../media/image30762.png"/><Relationship Id="rId379" Type="http://schemas.openxmlformats.org/officeDocument/2006/relationships/image" Target="../media/image30881.png"/><Relationship Id="rId7" Type="http://schemas.openxmlformats.org/officeDocument/2006/relationships/image" Target="../media/image29275.png"/><Relationship Id="rId183" Type="http://schemas.openxmlformats.org/officeDocument/2006/relationships/image" Target="../media/image30783.png"/><Relationship Id="rId239" Type="http://schemas.openxmlformats.org/officeDocument/2006/relationships/image" Target="../media/image30811.png"/><Relationship Id="rId390" Type="http://schemas.openxmlformats.org/officeDocument/2006/relationships/customXml" Target="../ink/ink5179.xml"/><Relationship Id="rId404" Type="http://schemas.openxmlformats.org/officeDocument/2006/relationships/customXml" Target="../ink/ink5186.xml"/><Relationship Id="rId446" Type="http://schemas.openxmlformats.org/officeDocument/2006/relationships/customXml" Target="../ink/ink5207.xml"/><Relationship Id="rId250" Type="http://schemas.openxmlformats.org/officeDocument/2006/relationships/customXml" Target="../ink/ink5109.xml"/><Relationship Id="rId292" Type="http://schemas.openxmlformats.org/officeDocument/2006/relationships/customXml" Target="../ink/ink5130.xml"/><Relationship Id="rId306" Type="http://schemas.openxmlformats.org/officeDocument/2006/relationships/customXml" Target="../ink/ink5137.xml"/><Relationship Id="rId45" Type="http://schemas.openxmlformats.org/officeDocument/2006/relationships/image" Target="../media/image30717.png"/><Relationship Id="rId87" Type="http://schemas.openxmlformats.org/officeDocument/2006/relationships/image" Target="../media/image30737.png"/><Relationship Id="rId110" Type="http://schemas.openxmlformats.org/officeDocument/2006/relationships/customXml" Target="../ink/ink5039.xml"/><Relationship Id="rId348" Type="http://schemas.openxmlformats.org/officeDocument/2006/relationships/customXml" Target="../ink/ink5158.xml"/><Relationship Id="rId152" Type="http://schemas.openxmlformats.org/officeDocument/2006/relationships/customXml" Target="../ink/ink5060.xml"/><Relationship Id="rId194" Type="http://schemas.openxmlformats.org/officeDocument/2006/relationships/customXml" Target="../ink/ink5081.xml"/><Relationship Id="rId208" Type="http://schemas.openxmlformats.org/officeDocument/2006/relationships/customXml" Target="../ink/ink5088.xml"/><Relationship Id="rId415" Type="http://schemas.openxmlformats.org/officeDocument/2006/relationships/image" Target="../media/image30899.png"/><Relationship Id="rId457" Type="http://schemas.openxmlformats.org/officeDocument/2006/relationships/image" Target="../media/image30920.png"/><Relationship Id="rId261" Type="http://schemas.openxmlformats.org/officeDocument/2006/relationships/image" Target="../media/image30822.png"/><Relationship Id="rId14" Type="http://schemas.openxmlformats.org/officeDocument/2006/relationships/image" Target="../media/image30703.png"/><Relationship Id="rId56" Type="http://schemas.openxmlformats.org/officeDocument/2006/relationships/customXml" Target="../ink/ink5012.xml"/><Relationship Id="rId317" Type="http://schemas.openxmlformats.org/officeDocument/2006/relationships/image" Target="../media/image30850.png"/><Relationship Id="rId359" Type="http://schemas.openxmlformats.org/officeDocument/2006/relationships/image" Target="../media/image30871.png"/><Relationship Id="rId98" Type="http://schemas.openxmlformats.org/officeDocument/2006/relationships/customXml" Target="../ink/ink5033.xml"/><Relationship Id="rId121" Type="http://schemas.openxmlformats.org/officeDocument/2006/relationships/image" Target="../media/image30752.png"/><Relationship Id="rId163" Type="http://schemas.openxmlformats.org/officeDocument/2006/relationships/image" Target="../media/image30773.png"/><Relationship Id="rId219" Type="http://schemas.openxmlformats.org/officeDocument/2006/relationships/image" Target="../media/image30801.png"/><Relationship Id="rId370" Type="http://schemas.openxmlformats.org/officeDocument/2006/relationships/customXml" Target="../ink/ink5169.xml"/><Relationship Id="rId426" Type="http://schemas.openxmlformats.org/officeDocument/2006/relationships/customXml" Target="../ink/ink5197.xml"/><Relationship Id="rId230" Type="http://schemas.openxmlformats.org/officeDocument/2006/relationships/customXml" Target="../ink/ink5099.xml"/><Relationship Id="rId468" Type="http://schemas.openxmlformats.org/officeDocument/2006/relationships/customXml" Target="../ink/ink5218.xml"/><Relationship Id="rId25" Type="http://schemas.openxmlformats.org/officeDocument/2006/relationships/customXml" Target="../ink/ink4996.xml"/><Relationship Id="rId67" Type="http://schemas.openxmlformats.org/officeDocument/2006/relationships/image" Target="../media/image30728.png"/><Relationship Id="rId272" Type="http://schemas.openxmlformats.org/officeDocument/2006/relationships/customXml" Target="../ink/ink5120.xml"/><Relationship Id="rId328" Type="http://schemas.openxmlformats.org/officeDocument/2006/relationships/customXml" Target="../ink/ink5148.xml"/><Relationship Id="rId132" Type="http://schemas.openxmlformats.org/officeDocument/2006/relationships/customXml" Target="../ink/ink5050.xml"/><Relationship Id="rId174" Type="http://schemas.openxmlformats.org/officeDocument/2006/relationships/customXml" Target="../ink/ink5071.xml"/><Relationship Id="rId381" Type="http://schemas.openxmlformats.org/officeDocument/2006/relationships/image" Target="../media/image30882.png"/><Relationship Id="rId241" Type="http://schemas.openxmlformats.org/officeDocument/2006/relationships/image" Target="../media/image30812.png"/><Relationship Id="rId437" Type="http://schemas.openxmlformats.org/officeDocument/2006/relationships/image" Target="../media/image30910.png"/><Relationship Id="rId479" Type="http://schemas.openxmlformats.org/officeDocument/2006/relationships/image" Target="../media/image30931.png"/><Relationship Id="rId36" Type="http://schemas.openxmlformats.org/officeDocument/2006/relationships/customXml" Target="../ink/ink5002.xml"/><Relationship Id="rId283" Type="http://schemas.openxmlformats.org/officeDocument/2006/relationships/image" Target="../media/image30833.png"/><Relationship Id="rId339" Type="http://schemas.openxmlformats.org/officeDocument/2006/relationships/image" Target="../media/image30861.png"/><Relationship Id="rId78" Type="http://schemas.openxmlformats.org/officeDocument/2006/relationships/customXml" Target="../ink/ink5023.xml"/><Relationship Id="rId101" Type="http://schemas.openxmlformats.org/officeDocument/2006/relationships/image" Target="../media/image30744.png"/><Relationship Id="rId143" Type="http://schemas.openxmlformats.org/officeDocument/2006/relationships/image" Target="../media/image30763.png"/><Relationship Id="rId185" Type="http://schemas.openxmlformats.org/officeDocument/2006/relationships/image" Target="../media/image30784.png"/><Relationship Id="rId350" Type="http://schemas.openxmlformats.org/officeDocument/2006/relationships/customXml" Target="../ink/ink5159.xml"/><Relationship Id="rId406" Type="http://schemas.openxmlformats.org/officeDocument/2006/relationships/customXml" Target="../ink/ink5187.xml"/><Relationship Id="rId9" Type="http://schemas.openxmlformats.org/officeDocument/2006/relationships/customXml" Target="../ink/ink4988.xml"/><Relationship Id="rId210" Type="http://schemas.openxmlformats.org/officeDocument/2006/relationships/customXml" Target="../ink/ink5089.xml"/><Relationship Id="rId392" Type="http://schemas.openxmlformats.org/officeDocument/2006/relationships/customXml" Target="../ink/ink5180.xml"/><Relationship Id="rId448" Type="http://schemas.openxmlformats.org/officeDocument/2006/relationships/customXml" Target="../ink/ink5208.xml"/><Relationship Id="rId252" Type="http://schemas.openxmlformats.org/officeDocument/2006/relationships/customXml" Target="../ink/ink5110.xml"/><Relationship Id="rId294" Type="http://schemas.openxmlformats.org/officeDocument/2006/relationships/customXml" Target="../ink/ink5131.xml"/><Relationship Id="rId308" Type="http://schemas.openxmlformats.org/officeDocument/2006/relationships/customXml" Target="../ink/ink5138.xml"/><Relationship Id="rId47" Type="http://schemas.openxmlformats.org/officeDocument/2006/relationships/image" Target="../media/image30718.png"/><Relationship Id="rId89" Type="http://schemas.openxmlformats.org/officeDocument/2006/relationships/image" Target="../media/image30738.png"/><Relationship Id="rId112" Type="http://schemas.openxmlformats.org/officeDocument/2006/relationships/customXml" Target="../ink/ink5040.xml"/><Relationship Id="rId154" Type="http://schemas.openxmlformats.org/officeDocument/2006/relationships/customXml" Target="../ink/ink5061.xml"/><Relationship Id="rId361" Type="http://schemas.openxmlformats.org/officeDocument/2006/relationships/image" Target="../media/image30872.png"/><Relationship Id="rId196" Type="http://schemas.openxmlformats.org/officeDocument/2006/relationships/customXml" Target="../ink/ink5082.xml"/><Relationship Id="rId417" Type="http://schemas.openxmlformats.org/officeDocument/2006/relationships/image" Target="../media/image30900.png"/><Relationship Id="rId459" Type="http://schemas.openxmlformats.org/officeDocument/2006/relationships/image" Target="../media/image30921.png"/><Relationship Id="rId16" Type="http://schemas.openxmlformats.org/officeDocument/2006/relationships/image" Target="../media/image30704.png"/><Relationship Id="rId221" Type="http://schemas.openxmlformats.org/officeDocument/2006/relationships/image" Target="../media/image30802.png"/><Relationship Id="rId263" Type="http://schemas.openxmlformats.org/officeDocument/2006/relationships/image" Target="../media/image30823.png"/><Relationship Id="rId319" Type="http://schemas.openxmlformats.org/officeDocument/2006/relationships/image" Target="../media/image30851.png"/><Relationship Id="rId470" Type="http://schemas.openxmlformats.org/officeDocument/2006/relationships/customXml" Target="../ink/ink5219.xml"/><Relationship Id="rId58" Type="http://schemas.openxmlformats.org/officeDocument/2006/relationships/customXml" Target="../ink/ink5013.xml"/><Relationship Id="rId123" Type="http://schemas.openxmlformats.org/officeDocument/2006/relationships/image" Target="../media/image30753.png"/><Relationship Id="rId330" Type="http://schemas.openxmlformats.org/officeDocument/2006/relationships/customXml" Target="../ink/ink5149.xml"/><Relationship Id="rId165" Type="http://schemas.openxmlformats.org/officeDocument/2006/relationships/image" Target="../media/image30774.png"/><Relationship Id="rId372" Type="http://schemas.openxmlformats.org/officeDocument/2006/relationships/customXml" Target="../ink/ink5170.xml"/><Relationship Id="rId428" Type="http://schemas.openxmlformats.org/officeDocument/2006/relationships/customXml" Target="../ink/ink5198.xml"/><Relationship Id="rId232" Type="http://schemas.openxmlformats.org/officeDocument/2006/relationships/customXml" Target="../ink/ink5100.xml"/><Relationship Id="rId274" Type="http://schemas.openxmlformats.org/officeDocument/2006/relationships/customXml" Target="../ink/ink5121.xml"/><Relationship Id="rId481" Type="http://schemas.openxmlformats.org/officeDocument/2006/relationships/image" Target="../media/image30932.png"/><Relationship Id="rId27" Type="http://schemas.openxmlformats.org/officeDocument/2006/relationships/customXml" Target="../ink/ink4997.xml"/><Relationship Id="rId69" Type="http://schemas.openxmlformats.org/officeDocument/2006/relationships/image" Target="../media/image30729.png"/><Relationship Id="rId134" Type="http://schemas.openxmlformats.org/officeDocument/2006/relationships/customXml" Target="../ink/ink5051.xml"/><Relationship Id="rId80" Type="http://schemas.openxmlformats.org/officeDocument/2006/relationships/customXml" Target="../ink/ink5024.xml"/><Relationship Id="rId176" Type="http://schemas.openxmlformats.org/officeDocument/2006/relationships/customXml" Target="../ink/ink5072.xml"/><Relationship Id="rId341" Type="http://schemas.openxmlformats.org/officeDocument/2006/relationships/image" Target="../media/image30862.png"/><Relationship Id="rId383" Type="http://schemas.openxmlformats.org/officeDocument/2006/relationships/image" Target="../media/image30883.png"/><Relationship Id="rId439" Type="http://schemas.openxmlformats.org/officeDocument/2006/relationships/image" Target="../media/image30911.png"/><Relationship Id="rId201" Type="http://schemas.openxmlformats.org/officeDocument/2006/relationships/image" Target="../media/image30792.png"/><Relationship Id="rId243" Type="http://schemas.openxmlformats.org/officeDocument/2006/relationships/image" Target="../media/image30813.png"/><Relationship Id="rId285" Type="http://schemas.openxmlformats.org/officeDocument/2006/relationships/image" Target="../media/image30834.png"/><Relationship Id="rId450" Type="http://schemas.openxmlformats.org/officeDocument/2006/relationships/customXml" Target="../ink/ink5209.xml"/><Relationship Id="rId38" Type="http://schemas.openxmlformats.org/officeDocument/2006/relationships/customXml" Target="../ink/ink5003.xml"/><Relationship Id="rId103" Type="http://schemas.openxmlformats.org/officeDocument/2006/relationships/image" Target="../media/image30745.png"/><Relationship Id="rId310" Type="http://schemas.openxmlformats.org/officeDocument/2006/relationships/customXml" Target="../ink/ink5139.xml"/><Relationship Id="rId91" Type="http://schemas.openxmlformats.org/officeDocument/2006/relationships/image" Target="../media/image30739.png"/><Relationship Id="rId145" Type="http://schemas.openxmlformats.org/officeDocument/2006/relationships/image" Target="../media/image30764.png"/><Relationship Id="rId187" Type="http://schemas.openxmlformats.org/officeDocument/2006/relationships/image" Target="../media/image30785.png"/><Relationship Id="rId352" Type="http://schemas.openxmlformats.org/officeDocument/2006/relationships/customXml" Target="../ink/ink5160.xml"/><Relationship Id="rId394" Type="http://schemas.openxmlformats.org/officeDocument/2006/relationships/customXml" Target="../ink/ink5181.xml"/><Relationship Id="rId408" Type="http://schemas.openxmlformats.org/officeDocument/2006/relationships/customXml" Target="../ink/ink5188.xml"/><Relationship Id="rId212" Type="http://schemas.openxmlformats.org/officeDocument/2006/relationships/customXml" Target="../ink/ink5090.xml"/><Relationship Id="rId254" Type="http://schemas.openxmlformats.org/officeDocument/2006/relationships/customXml" Target="../ink/ink5111.xml"/><Relationship Id="rId49" Type="http://schemas.openxmlformats.org/officeDocument/2006/relationships/image" Target="../media/image30719.png"/><Relationship Id="rId114" Type="http://schemas.openxmlformats.org/officeDocument/2006/relationships/customXml" Target="../ink/ink5041.xml"/><Relationship Id="rId296" Type="http://schemas.openxmlformats.org/officeDocument/2006/relationships/customXml" Target="../ink/ink5132.xml"/><Relationship Id="rId461" Type="http://schemas.openxmlformats.org/officeDocument/2006/relationships/image" Target="../media/image30922.png"/><Relationship Id="rId60" Type="http://schemas.openxmlformats.org/officeDocument/2006/relationships/customXml" Target="../ink/ink5014.xml"/><Relationship Id="rId156" Type="http://schemas.openxmlformats.org/officeDocument/2006/relationships/customXml" Target="../ink/ink5062.xml"/><Relationship Id="rId198" Type="http://schemas.openxmlformats.org/officeDocument/2006/relationships/customXml" Target="../ink/ink5083.xml"/><Relationship Id="rId321" Type="http://schemas.openxmlformats.org/officeDocument/2006/relationships/image" Target="../media/image30852.png"/><Relationship Id="rId363" Type="http://schemas.openxmlformats.org/officeDocument/2006/relationships/image" Target="../media/image30873.png"/><Relationship Id="rId419" Type="http://schemas.openxmlformats.org/officeDocument/2006/relationships/image" Target="../media/image30901.png"/><Relationship Id="rId223" Type="http://schemas.openxmlformats.org/officeDocument/2006/relationships/image" Target="../media/image30803.png"/><Relationship Id="rId430" Type="http://schemas.openxmlformats.org/officeDocument/2006/relationships/customXml" Target="../ink/ink5199.xml"/><Relationship Id="rId18" Type="http://schemas.openxmlformats.org/officeDocument/2006/relationships/image" Target="../media/image30705.png"/><Relationship Id="rId265" Type="http://schemas.openxmlformats.org/officeDocument/2006/relationships/image" Target="../media/image30824.png"/><Relationship Id="rId472" Type="http://schemas.openxmlformats.org/officeDocument/2006/relationships/customXml" Target="../ink/ink5220.xml"/><Relationship Id="rId125" Type="http://schemas.openxmlformats.org/officeDocument/2006/relationships/image" Target="../media/image30754.png"/><Relationship Id="rId167" Type="http://schemas.openxmlformats.org/officeDocument/2006/relationships/image" Target="../media/image30775.png"/><Relationship Id="rId332" Type="http://schemas.openxmlformats.org/officeDocument/2006/relationships/customXml" Target="../ink/ink5150.xml"/><Relationship Id="rId374" Type="http://schemas.openxmlformats.org/officeDocument/2006/relationships/customXml" Target="../ink/ink5171.xml"/><Relationship Id="rId71" Type="http://schemas.openxmlformats.org/officeDocument/2006/relationships/image" Target="../media/image30730.png"/><Relationship Id="rId234" Type="http://schemas.openxmlformats.org/officeDocument/2006/relationships/customXml" Target="../ink/ink5101.xml"/><Relationship Id="rId2" Type="http://schemas.openxmlformats.org/officeDocument/2006/relationships/customXml" Target="../ink/ink4984.xml"/><Relationship Id="rId29" Type="http://schemas.openxmlformats.org/officeDocument/2006/relationships/image" Target="../media/image30710.png"/><Relationship Id="rId276" Type="http://schemas.openxmlformats.org/officeDocument/2006/relationships/customXml" Target="../ink/ink5122.xml"/><Relationship Id="rId441" Type="http://schemas.openxmlformats.org/officeDocument/2006/relationships/image" Target="../media/image30912.png"/><Relationship Id="rId483" Type="http://schemas.openxmlformats.org/officeDocument/2006/relationships/image" Target="../media/image30933.png"/><Relationship Id="rId40" Type="http://schemas.openxmlformats.org/officeDocument/2006/relationships/customXml" Target="../ink/ink5004.xml"/><Relationship Id="rId136" Type="http://schemas.openxmlformats.org/officeDocument/2006/relationships/customXml" Target="../ink/ink5052.xml"/><Relationship Id="rId178" Type="http://schemas.openxmlformats.org/officeDocument/2006/relationships/customXml" Target="../ink/ink5073.xml"/><Relationship Id="rId301" Type="http://schemas.openxmlformats.org/officeDocument/2006/relationships/image" Target="../media/image30842.png"/><Relationship Id="rId343" Type="http://schemas.openxmlformats.org/officeDocument/2006/relationships/image" Target="../media/image30863.png"/><Relationship Id="rId82" Type="http://schemas.openxmlformats.org/officeDocument/2006/relationships/customXml" Target="../ink/ink5025.xml"/><Relationship Id="rId203" Type="http://schemas.openxmlformats.org/officeDocument/2006/relationships/image" Target="../media/image30793.png"/><Relationship Id="rId385" Type="http://schemas.openxmlformats.org/officeDocument/2006/relationships/image" Target="../media/image30884.png"/><Relationship Id="rId245" Type="http://schemas.openxmlformats.org/officeDocument/2006/relationships/image" Target="../media/image30814.png"/><Relationship Id="rId287" Type="http://schemas.openxmlformats.org/officeDocument/2006/relationships/image" Target="../media/image30835.png"/><Relationship Id="rId410" Type="http://schemas.openxmlformats.org/officeDocument/2006/relationships/customXml" Target="../ink/ink5189.xml"/><Relationship Id="rId452" Type="http://schemas.openxmlformats.org/officeDocument/2006/relationships/customXml" Target="../ink/ink5210.xml"/><Relationship Id="rId105" Type="http://schemas.openxmlformats.org/officeDocument/2006/relationships/image" Target="../media/image30746.png"/><Relationship Id="rId147" Type="http://schemas.openxmlformats.org/officeDocument/2006/relationships/image" Target="../media/image30765.png"/><Relationship Id="rId312" Type="http://schemas.openxmlformats.org/officeDocument/2006/relationships/customXml" Target="../ink/ink5140.xml"/><Relationship Id="rId354" Type="http://schemas.openxmlformats.org/officeDocument/2006/relationships/customXml" Target="../ink/ink5161.xml"/><Relationship Id="rId51" Type="http://schemas.openxmlformats.org/officeDocument/2006/relationships/image" Target="../media/image30720.png"/><Relationship Id="rId93" Type="http://schemas.openxmlformats.org/officeDocument/2006/relationships/image" Target="../media/image30740.png"/><Relationship Id="rId189" Type="http://schemas.openxmlformats.org/officeDocument/2006/relationships/image" Target="../media/image30786.png"/><Relationship Id="rId396" Type="http://schemas.openxmlformats.org/officeDocument/2006/relationships/customXml" Target="../ink/ink5182.xml"/><Relationship Id="rId214" Type="http://schemas.openxmlformats.org/officeDocument/2006/relationships/customXml" Target="../ink/ink5091.xml"/><Relationship Id="rId256" Type="http://schemas.openxmlformats.org/officeDocument/2006/relationships/customXml" Target="../ink/ink5112.xml"/><Relationship Id="rId298" Type="http://schemas.openxmlformats.org/officeDocument/2006/relationships/customXml" Target="../ink/ink5133.xml"/><Relationship Id="rId421" Type="http://schemas.openxmlformats.org/officeDocument/2006/relationships/image" Target="../media/image30902.png"/><Relationship Id="rId463" Type="http://schemas.openxmlformats.org/officeDocument/2006/relationships/image" Target="../media/image30923.png"/><Relationship Id="rId116" Type="http://schemas.openxmlformats.org/officeDocument/2006/relationships/customXml" Target="../ink/ink5042.xml"/><Relationship Id="rId137" Type="http://schemas.openxmlformats.org/officeDocument/2006/relationships/image" Target="../media/image30760.png"/><Relationship Id="rId158" Type="http://schemas.openxmlformats.org/officeDocument/2006/relationships/customXml" Target="../ink/ink5063.xml"/><Relationship Id="rId302" Type="http://schemas.openxmlformats.org/officeDocument/2006/relationships/customXml" Target="../ink/ink5135.xml"/><Relationship Id="rId323" Type="http://schemas.openxmlformats.org/officeDocument/2006/relationships/image" Target="../media/image30853.png"/><Relationship Id="rId344" Type="http://schemas.openxmlformats.org/officeDocument/2006/relationships/customXml" Target="../ink/ink5156.xml"/><Relationship Id="rId20" Type="http://schemas.openxmlformats.org/officeDocument/2006/relationships/image" Target="../media/image30706.png"/><Relationship Id="rId41" Type="http://schemas.openxmlformats.org/officeDocument/2006/relationships/image" Target="../media/image30715.png"/><Relationship Id="rId62" Type="http://schemas.openxmlformats.org/officeDocument/2006/relationships/customXml" Target="../ink/ink5015.xml"/><Relationship Id="rId83" Type="http://schemas.openxmlformats.org/officeDocument/2006/relationships/image" Target="../media/image30735.png"/><Relationship Id="rId179" Type="http://schemas.openxmlformats.org/officeDocument/2006/relationships/image" Target="../media/image30781.png"/><Relationship Id="rId365" Type="http://schemas.openxmlformats.org/officeDocument/2006/relationships/image" Target="../media/image30874.png"/><Relationship Id="rId386" Type="http://schemas.openxmlformats.org/officeDocument/2006/relationships/customXml" Target="../ink/ink5177.xml"/><Relationship Id="rId190" Type="http://schemas.openxmlformats.org/officeDocument/2006/relationships/customXml" Target="../ink/ink5079.xml"/><Relationship Id="rId204" Type="http://schemas.openxmlformats.org/officeDocument/2006/relationships/customXml" Target="../ink/ink5086.xml"/><Relationship Id="rId225" Type="http://schemas.openxmlformats.org/officeDocument/2006/relationships/image" Target="../media/image30804.png"/><Relationship Id="rId246" Type="http://schemas.openxmlformats.org/officeDocument/2006/relationships/customXml" Target="../ink/ink5107.xml"/><Relationship Id="rId267" Type="http://schemas.openxmlformats.org/officeDocument/2006/relationships/image" Target="../media/image30825.png"/><Relationship Id="rId288" Type="http://schemas.openxmlformats.org/officeDocument/2006/relationships/customXml" Target="../ink/ink5128.xml"/><Relationship Id="rId411" Type="http://schemas.openxmlformats.org/officeDocument/2006/relationships/image" Target="../media/image30897.png"/><Relationship Id="rId432" Type="http://schemas.openxmlformats.org/officeDocument/2006/relationships/customXml" Target="../ink/ink5200.xml"/><Relationship Id="rId453" Type="http://schemas.openxmlformats.org/officeDocument/2006/relationships/image" Target="../media/image30918.png"/><Relationship Id="rId474" Type="http://schemas.openxmlformats.org/officeDocument/2006/relationships/customXml" Target="../ink/ink5221.xml"/><Relationship Id="rId106" Type="http://schemas.openxmlformats.org/officeDocument/2006/relationships/customXml" Target="../ink/ink5037.xml"/><Relationship Id="rId127" Type="http://schemas.openxmlformats.org/officeDocument/2006/relationships/image" Target="../media/image30755.png"/><Relationship Id="rId313" Type="http://schemas.openxmlformats.org/officeDocument/2006/relationships/image" Target="../media/image30848.png"/><Relationship Id="rId10" Type="http://schemas.openxmlformats.org/officeDocument/2006/relationships/image" Target="../media/image30702.png"/><Relationship Id="rId31" Type="http://schemas.openxmlformats.org/officeDocument/2006/relationships/image" Target="../media/image30010.png"/><Relationship Id="rId52" Type="http://schemas.openxmlformats.org/officeDocument/2006/relationships/customXml" Target="../ink/ink5010.xml"/><Relationship Id="rId73" Type="http://schemas.openxmlformats.org/officeDocument/2006/relationships/image" Target="../media/image30731.png"/><Relationship Id="rId94" Type="http://schemas.openxmlformats.org/officeDocument/2006/relationships/customXml" Target="../ink/ink5031.xml"/><Relationship Id="rId148" Type="http://schemas.openxmlformats.org/officeDocument/2006/relationships/customXml" Target="../ink/ink5058.xml"/><Relationship Id="rId169" Type="http://schemas.openxmlformats.org/officeDocument/2006/relationships/image" Target="../media/image30776.png"/><Relationship Id="rId334" Type="http://schemas.openxmlformats.org/officeDocument/2006/relationships/customXml" Target="../ink/ink5151.xml"/><Relationship Id="rId355" Type="http://schemas.openxmlformats.org/officeDocument/2006/relationships/image" Target="../media/image30869.png"/><Relationship Id="rId376" Type="http://schemas.openxmlformats.org/officeDocument/2006/relationships/customXml" Target="../ink/ink5172.xml"/><Relationship Id="rId397" Type="http://schemas.openxmlformats.org/officeDocument/2006/relationships/image" Target="../media/image30890.png"/><Relationship Id="rId4" Type="http://schemas.openxmlformats.org/officeDocument/2006/relationships/customXml" Target="../ink/ink4985.xml"/><Relationship Id="rId180" Type="http://schemas.openxmlformats.org/officeDocument/2006/relationships/customXml" Target="../ink/ink5074.xml"/><Relationship Id="rId215" Type="http://schemas.openxmlformats.org/officeDocument/2006/relationships/image" Target="../media/image30799.png"/><Relationship Id="rId236" Type="http://schemas.openxmlformats.org/officeDocument/2006/relationships/customXml" Target="../ink/ink5102.xml"/><Relationship Id="rId257" Type="http://schemas.openxmlformats.org/officeDocument/2006/relationships/image" Target="../media/image30820.png"/><Relationship Id="rId278" Type="http://schemas.openxmlformats.org/officeDocument/2006/relationships/customXml" Target="../ink/ink5123.xml"/><Relationship Id="rId401" Type="http://schemas.openxmlformats.org/officeDocument/2006/relationships/image" Target="../media/image30892.png"/><Relationship Id="rId422" Type="http://schemas.openxmlformats.org/officeDocument/2006/relationships/customXml" Target="../ink/ink5195.xml"/><Relationship Id="rId443" Type="http://schemas.openxmlformats.org/officeDocument/2006/relationships/image" Target="../media/image30913.png"/><Relationship Id="rId464" Type="http://schemas.openxmlformats.org/officeDocument/2006/relationships/customXml" Target="../ink/ink5216.xml"/><Relationship Id="rId303" Type="http://schemas.openxmlformats.org/officeDocument/2006/relationships/image" Target="../media/image30843.png"/><Relationship Id="rId485" Type="http://schemas.openxmlformats.org/officeDocument/2006/relationships/image" Target="../media/image30934.png"/><Relationship Id="rId42" Type="http://schemas.openxmlformats.org/officeDocument/2006/relationships/customXml" Target="../ink/ink5005.xml"/><Relationship Id="rId84" Type="http://schemas.openxmlformats.org/officeDocument/2006/relationships/customXml" Target="../ink/ink5026.xml"/><Relationship Id="rId138" Type="http://schemas.openxmlformats.org/officeDocument/2006/relationships/customXml" Target="../ink/ink5053.xml"/><Relationship Id="rId345" Type="http://schemas.openxmlformats.org/officeDocument/2006/relationships/image" Target="../media/image30864.png"/><Relationship Id="rId387" Type="http://schemas.openxmlformats.org/officeDocument/2006/relationships/image" Target="../media/image30885.png"/><Relationship Id="rId191" Type="http://schemas.openxmlformats.org/officeDocument/2006/relationships/image" Target="../media/image30787.png"/><Relationship Id="rId205" Type="http://schemas.openxmlformats.org/officeDocument/2006/relationships/image" Target="../media/image30794.png"/><Relationship Id="rId247" Type="http://schemas.openxmlformats.org/officeDocument/2006/relationships/image" Target="../media/image30815.png"/><Relationship Id="rId412" Type="http://schemas.openxmlformats.org/officeDocument/2006/relationships/customXml" Target="../ink/ink5190.xml"/><Relationship Id="rId107" Type="http://schemas.openxmlformats.org/officeDocument/2006/relationships/image" Target="../media/image30747.png"/><Relationship Id="rId289" Type="http://schemas.openxmlformats.org/officeDocument/2006/relationships/image" Target="../media/image30836.png"/><Relationship Id="rId454" Type="http://schemas.openxmlformats.org/officeDocument/2006/relationships/customXml" Target="../ink/ink5211.xml"/><Relationship Id="rId11" Type="http://schemas.openxmlformats.org/officeDocument/2006/relationships/customXml" Target="../ink/ink4989.xml"/><Relationship Id="rId53" Type="http://schemas.openxmlformats.org/officeDocument/2006/relationships/image" Target="../media/image30721.png"/><Relationship Id="rId149" Type="http://schemas.openxmlformats.org/officeDocument/2006/relationships/image" Target="../media/image30766.png"/><Relationship Id="rId314" Type="http://schemas.openxmlformats.org/officeDocument/2006/relationships/customXml" Target="../ink/ink5141.xml"/><Relationship Id="rId356" Type="http://schemas.openxmlformats.org/officeDocument/2006/relationships/customXml" Target="../ink/ink5162.xml"/><Relationship Id="rId398" Type="http://schemas.openxmlformats.org/officeDocument/2006/relationships/customXml" Target="../ink/ink5183.xml"/><Relationship Id="rId95" Type="http://schemas.openxmlformats.org/officeDocument/2006/relationships/image" Target="../media/image30741.png"/><Relationship Id="rId160" Type="http://schemas.openxmlformats.org/officeDocument/2006/relationships/customXml" Target="../ink/ink5064.xml"/><Relationship Id="rId216" Type="http://schemas.openxmlformats.org/officeDocument/2006/relationships/customXml" Target="../ink/ink5092.xml"/><Relationship Id="rId423" Type="http://schemas.openxmlformats.org/officeDocument/2006/relationships/image" Target="../media/image30903.png"/><Relationship Id="rId258" Type="http://schemas.openxmlformats.org/officeDocument/2006/relationships/customXml" Target="../ink/ink5113.xml"/><Relationship Id="rId465" Type="http://schemas.openxmlformats.org/officeDocument/2006/relationships/image" Target="../media/image30924.png"/><Relationship Id="rId22" Type="http://schemas.openxmlformats.org/officeDocument/2006/relationships/image" Target="../media/image30707.png"/><Relationship Id="rId64" Type="http://schemas.openxmlformats.org/officeDocument/2006/relationships/customXml" Target="../ink/ink5016.xml"/><Relationship Id="rId118" Type="http://schemas.openxmlformats.org/officeDocument/2006/relationships/customXml" Target="../ink/ink5043.xml"/><Relationship Id="rId325" Type="http://schemas.openxmlformats.org/officeDocument/2006/relationships/image" Target="../media/image30854.png"/><Relationship Id="rId367" Type="http://schemas.openxmlformats.org/officeDocument/2006/relationships/image" Target="../media/image30875.png"/><Relationship Id="rId171" Type="http://schemas.openxmlformats.org/officeDocument/2006/relationships/image" Target="../media/image30777.png"/><Relationship Id="rId227" Type="http://schemas.openxmlformats.org/officeDocument/2006/relationships/image" Target="../media/image30805.png"/><Relationship Id="rId269" Type="http://schemas.openxmlformats.org/officeDocument/2006/relationships/image" Target="../media/image30826.png"/><Relationship Id="rId434" Type="http://schemas.openxmlformats.org/officeDocument/2006/relationships/customXml" Target="../ink/ink5201.xml"/><Relationship Id="rId476" Type="http://schemas.openxmlformats.org/officeDocument/2006/relationships/customXml" Target="../ink/ink5222.xml"/><Relationship Id="rId33" Type="http://schemas.openxmlformats.org/officeDocument/2006/relationships/image" Target="../media/image30711.png"/><Relationship Id="rId129" Type="http://schemas.openxmlformats.org/officeDocument/2006/relationships/image" Target="../media/image30756.png"/><Relationship Id="rId280" Type="http://schemas.openxmlformats.org/officeDocument/2006/relationships/customXml" Target="../ink/ink5124.xml"/><Relationship Id="rId336" Type="http://schemas.openxmlformats.org/officeDocument/2006/relationships/customXml" Target="../ink/ink5152.xml"/><Relationship Id="rId75" Type="http://schemas.openxmlformats.org/officeDocument/2006/relationships/image" Target="../media/image30732.png"/><Relationship Id="rId140" Type="http://schemas.openxmlformats.org/officeDocument/2006/relationships/customXml" Target="../ink/ink5054.xml"/><Relationship Id="rId182" Type="http://schemas.openxmlformats.org/officeDocument/2006/relationships/customXml" Target="../ink/ink5075.xml"/><Relationship Id="rId378" Type="http://schemas.openxmlformats.org/officeDocument/2006/relationships/customXml" Target="../ink/ink5173.xml"/><Relationship Id="rId403" Type="http://schemas.openxmlformats.org/officeDocument/2006/relationships/image" Target="../media/image30893.png"/><Relationship Id="rId6" Type="http://schemas.openxmlformats.org/officeDocument/2006/relationships/customXml" Target="../ink/ink4986.xml"/><Relationship Id="rId238" Type="http://schemas.openxmlformats.org/officeDocument/2006/relationships/customXml" Target="../ink/ink5103.xml"/><Relationship Id="rId445" Type="http://schemas.openxmlformats.org/officeDocument/2006/relationships/image" Target="../media/image30914.png"/><Relationship Id="rId487" Type="http://schemas.openxmlformats.org/officeDocument/2006/relationships/image" Target="../media/image30935.png"/><Relationship Id="rId291" Type="http://schemas.openxmlformats.org/officeDocument/2006/relationships/image" Target="../media/image30837.png"/><Relationship Id="rId305" Type="http://schemas.openxmlformats.org/officeDocument/2006/relationships/image" Target="../media/image30844.png"/><Relationship Id="rId347" Type="http://schemas.openxmlformats.org/officeDocument/2006/relationships/image" Target="../media/image30865.png"/><Relationship Id="rId44" Type="http://schemas.openxmlformats.org/officeDocument/2006/relationships/customXml" Target="../ink/ink5006.xml"/><Relationship Id="rId86" Type="http://schemas.openxmlformats.org/officeDocument/2006/relationships/customXml" Target="../ink/ink5027.xml"/><Relationship Id="rId151" Type="http://schemas.openxmlformats.org/officeDocument/2006/relationships/image" Target="../media/image30767.png"/><Relationship Id="rId389" Type="http://schemas.openxmlformats.org/officeDocument/2006/relationships/image" Target="../media/image30886.png"/><Relationship Id="rId193" Type="http://schemas.openxmlformats.org/officeDocument/2006/relationships/image" Target="../media/image30788.png"/><Relationship Id="rId207" Type="http://schemas.openxmlformats.org/officeDocument/2006/relationships/image" Target="../media/image30795.png"/><Relationship Id="rId249" Type="http://schemas.openxmlformats.org/officeDocument/2006/relationships/image" Target="../media/image30816.png"/><Relationship Id="rId414" Type="http://schemas.openxmlformats.org/officeDocument/2006/relationships/customXml" Target="../ink/ink5191.xml"/><Relationship Id="rId456" Type="http://schemas.openxmlformats.org/officeDocument/2006/relationships/customXml" Target="../ink/ink5212.xml"/><Relationship Id="rId13" Type="http://schemas.openxmlformats.org/officeDocument/2006/relationships/customXml" Target="../ink/ink4990.xml"/><Relationship Id="rId109" Type="http://schemas.openxmlformats.org/officeDocument/2006/relationships/image" Target="../media/image30748.png"/><Relationship Id="rId260" Type="http://schemas.openxmlformats.org/officeDocument/2006/relationships/customXml" Target="../ink/ink5114.xml"/><Relationship Id="rId316" Type="http://schemas.openxmlformats.org/officeDocument/2006/relationships/customXml" Target="../ink/ink5142.xml"/><Relationship Id="rId55" Type="http://schemas.openxmlformats.org/officeDocument/2006/relationships/image" Target="../media/image30722.png"/><Relationship Id="rId97" Type="http://schemas.openxmlformats.org/officeDocument/2006/relationships/image" Target="../media/image30742.png"/><Relationship Id="rId120" Type="http://schemas.openxmlformats.org/officeDocument/2006/relationships/customXml" Target="../ink/ink5044.xml"/><Relationship Id="rId358" Type="http://schemas.openxmlformats.org/officeDocument/2006/relationships/customXml" Target="../ink/ink5163.xml"/><Relationship Id="rId162" Type="http://schemas.openxmlformats.org/officeDocument/2006/relationships/customXml" Target="../ink/ink5065.xml"/><Relationship Id="rId218" Type="http://schemas.openxmlformats.org/officeDocument/2006/relationships/customXml" Target="../ink/ink5093.xml"/><Relationship Id="rId425" Type="http://schemas.openxmlformats.org/officeDocument/2006/relationships/image" Target="../media/image30904.png"/><Relationship Id="rId467" Type="http://schemas.openxmlformats.org/officeDocument/2006/relationships/image" Target="../media/image30925.png"/><Relationship Id="rId271" Type="http://schemas.openxmlformats.org/officeDocument/2006/relationships/image" Target="../media/image30827.png"/><Relationship Id="rId24" Type="http://schemas.openxmlformats.org/officeDocument/2006/relationships/image" Target="../media/image30708.png"/><Relationship Id="rId66" Type="http://schemas.openxmlformats.org/officeDocument/2006/relationships/customXml" Target="../ink/ink5017.xml"/><Relationship Id="rId131" Type="http://schemas.openxmlformats.org/officeDocument/2006/relationships/image" Target="../media/image30757.png"/><Relationship Id="rId327" Type="http://schemas.openxmlformats.org/officeDocument/2006/relationships/image" Target="../media/image30855.png"/><Relationship Id="rId369" Type="http://schemas.openxmlformats.org/officeDocument/2006/relationships/image" Target="../media/image30876.png"/><Relationship Id="rId173" Type="http://schemas.openxmlformats.org/officeDocument/2006/relationships/image" Target="../media/image30778.png"/><Relationship Id="rId229" Type="http://schemas.openxmlformats.org/officeDocument/2006/relationships/image" Target="../media/image30806.png"/><Relationship Id="rId380" Type="http://schemas.openxmlformats.org/officeDocument/2006/relationships/customXml" Target="../ink/ink5174.xml"/><Relationship Id="rId436" Type="http://schemas.openxmlformats.org/officeDocument/2006/relationships/customXml" Target="../ink/ink5202.xml"/><Relationship Id="rId240" Type="http://schemas.openxmlformats.org/officeDocument/2006/relationships/customXml" Target="../ink/ink5104.xml"/><Relationship Id="rId478" Type="http://schemas.openxmlformats.org/officeDocument/2006/relationships/customXml" Target="../ink/ink5223.xml"/><Relationship Id="rId35" Type="http://schemas.openxmlformats.org/officeDocument/2006/relationships/image" Target="../media/image30712.png"/><Relationship Id="rId77" Type="http://schemas.openxmlformats.org/officeDocument/2006/relationships/image" Target="../media/image28889.png"/><Relationship Id="rId100" Type="http://schemas.openxmlformats.org/officeDocument/2006/relationships/customXml" Target="../ink/ink5034.xml"/><Relationship Id="rId282" Type="http://schemas.openxmlformats.org/officeDocument/2006/relationships/customXml" Target="../ink/ink5125.xml"/><Relationship Id="rId338" Type="http://schemas.openxmlformats.org/officeDocument/2006/relationships/customXml" Target="../ink/ink5153.xml"/><Relationship Id="rId8" Type="http://schemas.openxmlformats.org/officeDocument/2006/relationships/customXml" Target="../ink/ink4987.xml"/><Relationship Id="rId142" Type="http://schemas.openxmlformats.org/officeDocument/2006/relationships/customXml" Target="../ink/ink5055.xml"/><Relationship Id="rId184" Type="http://schemas.openxmlformats.org/officeDocument/2006/relationships/customXml" Target="../ink/ink5076.xml"/><Relationship Id="rId391" Type="http://schemas.openxmlformats.org/officeDocument/2006/relationships/image" Target="../media/image30887.png"/><Relationship Id="rId405" Type="http://schemas.openxmlformats.org/officeDocument/2006/relationships/image" Target="../media/image30894.png"/><Relationship Id="rId447" Type="http://schemas.openxmlformats.org/officeDocument/2006/relationships/image" Target="../media/image30915.png"/><Relationship Id="rId251" Type="http://schemas.openxmlformats.org/officeDocument/2006/relationships/image" Target="../media/image30817.png"/><Relationship Id="rId46" Type="http://schemas.openxmlformats.org/officeDocument/2006/relationships/customXml" Target="../ink/ink5007.xml"/><Relationship Id="rId293" Type="http://schemas.openxmlformats.org/officeDocument/2006/relationships/image" Target="../media/image30838.png"/><Relationship Id="rId307" Type="http://schemas.openxmlformats.org/officeDocument/2006/relationships/image" Target="../media/image30845.png"/><Relationship Id="rId349" Type="http://schemas.openxmlformats.org/officeDocument/2006/relationships/image" Target="../media/image30866.png"/><Relationship Id="rId88" Type="http://schemas.openxmlformats.org/officeDocument/2006/relationships/customXml" Target="../ink/ink5028.xml"/><Relationship Id="rId111" Type="http://schemas.openxmlformats.org/officeDocument/2006/relationships/image" Target="../media/image30749.png"/><Relationship Id="rId153" Type="http://schemas.openxmlformats.org/officeDocument/2006/relationships/image" Target="../media/image30768.png"/><Relationship Id="rId195" Type="http://schemas.openxmlformats.org/officeDocument/2006/relationships/image" Target="../media/image30789.png"/><Relationship Id="rId209" Type="http://schemas.openxmlformats.org/officeDocument/2006/relationships/image" Target="../media/image30796.png"/><Relationship Id="rId360" Type="http://schemas.openxmlformats.org/officeDocument/2006/relationships/customXml" Target="../ink/ink5164.xml"/><Relationship Id="rId416" Type="http://schemas.openxmlformats.org/officeDocument/2006/relationships/customXml" Target="../ink/ink5192.xml"/><Relationship Id="rId220" Type="http://schemas.openxmlformats.org/officeDocument/2006/relationships/customXml" Target="../ink/ink5094.xml"/><Relationship Id="rId458" Type="http://schemas.openxmlformats.org/officeDocument/2006/relationships/customXml" Target="../ink/ink5213.xml"/><Relationship Id="rId15" Type="http://schemas.openxmlformats.org/officeDocument/2006/relationships/customXml" Target="../ink/ink4991.xml"/><Relationship Id="rId57" Type="http://schemas.openxmlformats.org/officeDocument/2006/relationships/image" Target="../media/image30723.png"/><Relationship Id="rId262" Type="http://schemas.openxmlformats.org/officeDocument/2006/relationships/customXml" Target="../ink/ink5115.xml"/><Relationship Id="rId318" Type="http://schemas.openxmlformats.org/officeDocument/2006/relationships/customXml" Target="../ink/ink5143.xml"/><Relationship Id="rId99" Type="http://schemas.openxmlformats.org/officeDocument/2006/relationships/image" Target="../media/image30743.png"/><Relationship Id="rId122" Type="http://schemas.openxmlformats.org/officeDocument/2006/relationships/customXml" Target="../ink/ink5045.xml"/><Relationship Id="rId164" Type="http://schemas.openxmlformats.org/officeDocument/2006/relationships/customXml" Target="../ink/ink5066.xml"/><Relationship Id="rId371" Type="http://schemas.openxmlformats.org/officeDocument/2006/relationships/image" Target="../media/image30877.png"/><Relationship Id="rId427" Type="http://schemas.openxmlformats.org/officeDocument/2006/relationships/image" Target="../media/image30905.png"/><Relationship Id="rId469" Type="http://schemas.openxmlformats.org/officeDocument/2006/relationships/image" Target="../media/image30926.png"/><Relationship Id="rId26" Type="http://schemas.openxmlformats.org/officeDocument/2006/relationships/image" Target="../media/image30709.png"/><Relationship Id="rId231" Type="http://schemas.openxmlformats.org/officeDocument/2006/relationships/image" Target="../media/image30807.png"/><Relationship Id="rId273" Type="http://schemas.openxmlformats.org/officeDocument/2006/relationships/image" Target="../media/image30828.png"/><Relationship Id="rId329" Type="http://schemas.openxmlformats.org/officeDocument/2006/relationships/image" Target="../media/image30856.png"/><Relationship Id="rId480" Type="http://schemas.openxmlformats.org/officeDocument/2006/relationships/customXml" Target="../ink/ink5224.xml"/><Relationship Id="rId68" Type="http://schemas.openxmlformats.org/officeDocument/2006/relationships/customXml" Target="../ink/ink5018.xml"/><Relationship Id="rId133" Type="http://schemas.openxmlformats.org/officeDocument/2006/relationships/image" Target="../media/image30758.png"/><Relationship Id="rId175" Type="http://schemas.openxmlformats.org/officeDocument/2006/relationships/image" Target="../media/image30779.png"/><Relationship Id="rId340" Type="http://schemas.openxmlformats.org/officeDocument/2006/relationships/customXml" Target="../ink/ink5154.xml"/><Relationship Id="rId200" Type="http://schemas.openxmlformats.org/officeDocument/2006/relationships/customXml" Target="../ink/ink5084.xml"/><Relationship Id="rId382" Type="http://schemas.openxmlformats.org/officeDocument/2006/relationships/customXml" Target="../ink/ink5175.xml"/><Relationship Id="rId438" Type="http://schemas.openxmlformats.org/officeDocument/2006/relationships/customXml" Target="../ink/ink5203.xml"/><Relationship Id="rId242" Type="http://schemas.openxmlformats.org/officeDocument/2006/relationships/customXml" Target="../ink/ink5105.xml"/><Relationship Id="rId284" Type="http://schemas.openxmlformats.org/officeDocument/2006/relationships/customXml" Target="../ink/ink5126.xml"/><Relationship Id="rId37" Type="http://schemas.openxmlformats.org/officeDocument/2006/relationships/image" Target="../media/image30713.png"/><Relationship Id="rId79" Type="http://schemas.openxmlformats.org/officeDocument/2006/relationships/image" Target="../media/image30733.png"/><Relationship Id="rId102" Type="http://schemas.openxmlformats.org/officeDocument/2006/relationships/customXml" Target="../ink/ink5035.xml"/><Relationship Id="rId144" Type="http://schemas.openxmlformats.org/officeDocument/2006/relationships/customXml" Target="../ink/ink5056.xml"/><Relationship Id="rId90" Type="http://schemas.openxmlformats.org/officeDocument/2006/relationships/customXml" Target="../ink/ink5029.xml"/><Relationship Id="rId186" Type="http://schemas.openxmlformats.org/officeDocument/2006/relationships/customXml" Target="../ink/ink5077.xml"/><Relationship Id="rId351" Type="http://schemas.openxmlformats.org/officeDocument/2006/relationships/image" Target="../media/image30867.png"/><Relationship Id="rId393" Type="http://schemas.openxmlformats.org/officeDocument/2006/relationships/image" Target="../media/image30888.png"/><Relationship Id="rId407" Type="http://schemas.openxmlformats.org/officeDocument/2006/relationships/image" Target="../media/image30895.png"/><Relationship Id="rId449" Type="http://schemas.openxmlformats.org/officeDocument/2006/relationships/image" Target="../media/image30916.png"/><Relationship Id="rId211" Type="http://schemas.openxmlformats.org/officeDocument/2006/relationships/image" Target="../media/image30797.png"/><Relationship Id="rId253" Type="http://schemas.openxmlformats.org/officeDocument/2006/relationships/image" Target="../media/image30818.png"/><Relationship Id="rId295" Type="http://schemas.openxmlformats.org/officeDocument/2006/relationships/image" Target="../media/image30839.png"/><Relationship Id="rId309" Type="http://schemas.openxmlformats.org/officeDocument/2006/relationships/image" Target="../media/image30846.png"/><Relationship Id="rId460" Type="http://schemas.openxmlformats.org/officeDocument/2006/relationships/customXml" Target="../ink/ink5214.xml"/><Relationship Id="rId48" Type="http://schemas.openxmlformats.org/officeDocument/2006/relationships/customXml" Target="../ink/ink5008.xml"/><Relationship Id="rId113" Type="http://schemas.openxmlformats.org/officeDocument/2006/relationships/image" Target="../media/image30697.png"/><Relationship Id="rId320" Type="http://schemas.openxmlformats.org/officeDocument/2006/relationships/customXml" Target="../ink/ink5144.xml"/><Relationship Id="rId155" Type="http://schemas.openxmlformats.org/officeDocument/2006/relationships/image" Target="../media/image30769.png"/><Relationship Id="rId197" Type="http://schemas.openxmlformats.org/officeDocument/2006/relationships/image" Target="../media/image30790.png"/><Relationship Id="rId362" Type="http://schemas.openxmlformats.org/officeDocument/2006/relationships/customXml" Target="../ink/ink5165.xml"/><Relationship Id="rId418" Type="http://schemas.openxmlformats.org/officeDocument/2006/relationships/customXml" Target="../ink/ink5193.xml"/><Relationship Id="rId222" Type="http://schemas.openxmlformats.org/officeDocument/2006/relationships/customXml" Target="../ink/ink5095.xml"/><Relationship Id="rId264" Type="http://schemas.openxmlformats.org/officeDocument/2006/relationships/customXml" Target="../ink/ink5116.xml"/><Relationship Id="rId471" Type="http://schemas.openxmlformats.org/officeDocument/2006/relationships/image" Target="../media/image30927.png"/><Relationship Id="rId17" Type="http://schemas.openxmlformats.org/officeDocument/2006/relationships/customXml" Target="../ink/ink4992.xml"/><Relationship Id="rId59" Type="http://schemas.openxmlformats.org/officeDocument/2006/relationships/image" Target="../media/image30724.png"/><Relationship Id="rId124" Type="http://schemas.openxmlformats.org/officeDocument/2006/relationships/customXml" Target="../ink/ink5046.xml"/><Relationship Id="rId70" Type="http://schemas.openxmlformats.org/officeDocument/2006/relationships/customXml" Target="../ink/ink5019.xml"/><Relationship Id="rId166" Type="http://schemas.openxmlformats.org/officeDocument/2006/relationships/customXml" Target="../ink/ink5067.xml"/><Relationship Id="rId331" Type="http://schemas.openxmlformats.org/officeDocument/2006/relationships/image" Target="../media/image30857.png"/><Relationship Id="rId373" Type="http://schemas.openxmlformats.org/officeDocument/2006/relationships/image" Target="../media/image30878.png"/><Relationship Id="rId429" Type="http://schemas.openxmlformats.org/officeDocument/2006/relationships/image" Target="../media/image30906.png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30808.png"/><Relationship Id="rId440" Type="http://schemas.openxmlformats.org/officeDocument/2006/relationships/customXml" Target="../ink/ink5204.xml"/><Relationship Id="rId28" Type="http://schemas.openxmlformats.org/officeDocument/2006/relationships/customXml" Target="../ink/ink4998.xml"/><Relationship Id="rId275" Type="http://schemas.openxmlformats.org/officeDocument/2006/relationships/image" Target="../media/image30829.png"/><Relationship Id="rId300" Type="http://schemas.openxmlformats.org/officeDocument/2006/relationships/customXml" Target="../ink/ink5134.xml"/><Relationship Id="rId482" Type="http://schemas.openxmlformats.org/officeDocument/2006/relationships/customXml" Target="../ink/ink5225.xml"/><Relationship Id="rId81" Type="http://schemas.openxmlformats.org/officeDocument/2006/relationships/image" Target="../media/image30734.png"/><Relationship Id="rId135" Type="http://schemas.openxmlformats.org/officeDocument/2006/relationships/image" Target="../media/image30759.png"/><Relationship Id="rId177" Type="http://schemas.openxmlformats.org/officeDocument/2006/relationships/image" Target="../media/image30780.png"/><Relationship Id="rId342" Type="http://schemas.openxmlformats.org/officeDocument/2006/relationships/customXml" Target="../ink/ink5155.xml"/><Relationship Id="rId384" Type="http://schemas.openxmlformats.org/officeDocument/2006/relationships/customXml" Target="../ink/ink5176.xml"/><Relationship Id="rId202" Type="http://schemas.openxmlformats.org/officeDocument/2006/relationships/customXml" Target="../ink/ink5085.xml"/><Relationship Id="rId244" Type="http://schemas.openxmlformats.org/officeDocument/2006/relationships/customXml" Target="../ink/ink5106.xml"/><Relationship Id="rId39" Type="http://schemas.openxmlformats.org/officeDocument/2006/relationships/image" Target="../media/image30714.png"/><Relationship Id="rId286" Type="http://schemas.openxmlformats.org/officeDocument/2006/relationships/customXml" Target="../ink/ink5127.xml"/><Relationship Id="rId451" Type="http://schemas.openxmlformats.org/officeDocument/2006/relationships/image" Target="../media/image30917.png"/><Relationship Id="rId50" Type="http://schemas.openxmlformats.org/officeDocument/2006/relationships/customXml" Target="../ink/ink5009.xml"/><Relationship Id="rId104" Type="http://schemas.openxmlformats.org/officeDocument/2006/relationships/customXml" Target="../ink/ink5036.xml"/><Relationship Id="rId146" Type="http://schemas.openxmlformats.org/officeDocument/2006/relationships/customXml" Target="../ink/ink5057.xml"/><Relationship Id="rId188" Type="http://schemas.openxmlformats.org/officeDocument/2006/relationships/customXml" Target="../ink/ink5078.xml"/><Relationship Id="rId311" Type="http://schemas.openxmlformats.org/officeDocument/2006/relationships/image" Target="../media/image30847.png"/><Relationship Id="rId353" Type="http://schemas.openxmlformats.org/officeDocument/2006/relationships/image" Target="../media/image30868.png"/><Relationship Id="rId395" Type="http://schemas.openxmlformats.org/officeDocument/2006/relationships/image" Target="../media/image30889.png"/><Relationship Id="rId409" Type="http://schemas.openxmlformats.org/officeDocument/2006/relationships/image" Target="../media/image30896.png"/><Relationship Id="rId92" Type="http://schemas.openxmlformats.org/officeDocument/2006/relationships/customXml" Target="../ink/ink5030.xml"/><Relationship Id="rId213" Type="http://schemas.openxmlformats.org/officeDocument/2006/relationships/image" Target="../media/image30798.png"/><Relationship Id="rId420" Type="http://schemas.openxmlformats.org/officeDocument/2006/relationships/customXml" Target="../ink/ink5194.xml"/><Relationship Id="rId255" Type="http://schemas.openxmlformats.org/officeDocument/2006/relationships/image" Target="../media/image30819.png"/><Relationship Id="rId297" Type="http://schemas.openxmlformats.org/officeDocument/2006/relationships/image" Target="../media/image30840.png"/><Relationship Id="rId462" Type="http://schemas.openxmlformats.org/officeDocument/2006/relationships/customXml" Target="../ink/ink5215.xml"/><Relationship Id="rId115" Type="http://schemas.openxmlformats.org/officeDocument/2006/relationships/image" Target="../media/image30750.png"/><Relationship Id="rId157" Type="http://schemas.openxmlformats.org/officeDocument/2006/relationships/image" Target="../media/image30770.png"/><Relationship Id="rId322" Type="http://schemas.openxmlformats.org/officeDocument/2006/relationships/customXml" Target="../ink/ink5145.xml"/><Relationship Id="rId364" Type="http://schemas.openxmlformats.org/officeDocument/2006/relationships/customXml" Target="../ink/ink5166.xml"/><Relationship Id="rId61" Type="http://schemas.openxmlformats.org/officeDocument/2006/relationships/image" Target="../media/image30725.png"/><Relationship Id="rId199" Type="http://schemas.openxmlformats.org/officeDocument/2006/relationships/image" Target="../media/image30791.png"/><Relationship Id="rId19" Type="http://schemas.openxmlformats.org/officeDocument/2006/relationships/customXml" Target="../ink/ink4993.xml"/><Relationship Id="rId224" Type="http://schemas.openxmlformats.org/officeDocument/2006/relationships/customXml" Target="../ink/ink5096.xml"/><Relationship Id="rId266" Type="http://schemas.openxmlformats.org/officeDocument/2006/relationships/customXml" Target="../ink/ink5117.xml"/><Relationship Id="rId431" Type="http://schemas.openxmlformats.org/officeDocument/2006/relationships/image" Target="../media/image30907.png"/><Relationship Id="rId473" Type="http://schemas.openxmlformats.org/officeDocument/2006/relationships/image" Target="../media/image30928.png"/><Relationship Id="rId30" Type="http://schemas.openxmlformats.org/officeDocument/2006/relationships/customXml" Target="../ink/ink4999.xml"/><Relationship Id="rId126" Type="http://schemas.openxmlformats.org/officeDocument/2006/relationships/customXml" Target="../ink/ink5047.xml"/><Relationship Id="rId168" Type="http://schemas.openxmlformats.org/officeDocument/2006/relationships/customXml" Target="../ink/ink5068.xml"/><Relationship Id="rId333" Type="http://schemas.openxmlformats.org/officeDocument/2006/relationships/image" Target="../media/image30858.png"/><Relationship Id="rId72" Type="http://schemas.openxmlformats.org/officeDocument/2006/relationships/customXml" Target="../ink/ink5020.xml"/><Relationship Id="rId375" Type="http://schemas.openxmlformats.org/officeDocument/2006/relationships/image" Target="../media/image30879.png"/><Relationship Id="rId3" Type="http://schemas.openxmlformats.org/officeDocument/2006/relationships/image" Target="../media/image28768.png"/><Relationship Id="rId235" Type="http://schemas.openxmlformats.org/officeDocument/2006/relationships/image" Target="../media/image30809.png"/><Relationship Id="rId277" Type="http://schemas.openxmlformats.org/officeDocument/2006/relationships/image" Target="../media/image30830.png"/><Relationship Id="rId400" Type="http://schemas.openxmlformats.org/officeDocument/2006/relationships/customXml" Target="../ink/ink5184.xml"/><Relationship Id="rId442" Type="http://schemas.openxmlformats.org/officeDocument/2006/relationships/customXml" Target="../ink/ink5205.xml"/><Relationship Id="rId484" Type="http://schemas.openxmlformats.org/officeDocument/2006/relationships/customXml" Target="../ink/ink5226.xml"/></Relationships>
</file>

<file path=ppt/slides/_rels/slide2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0985.png"/><Relationship Id="rId21" Type="http://schemas.openxmlformats.org/officeDocument/2006/relationships/customXml" Target="../ink/ink5238.xml"/><Relationship Id="rId63" Type="http://schemas.openxmlformats.org/officeDocument/2006/relationships/customXml" Target="../ink/ink5259.xml"/><Relationship Id="rId159" Type="http://schemas.openxmlformats.org/officeDocument/2006/relationships/image" Target="../media/image31003.png"/><Relationship Id="rId170" Type="http://schemas.openxmlformats.org/officeDocument/2006/relationships/customXml" Target="../ink/ink5313.xml"/><Relationship Id="rId226" Type="http://schemas.openxmlformats.org/officeDocument/2006/relationships/customXml" Target="../ink/ink5341.xml"/><Relationship Id="rId268" Type="http://schemas.openxmlformats.org/officeDocument/2006/relationships/customXml" Target="../ink/ink5362.xml"/><Relationship Id="rId32" Type="http://schemas.openxmlformats.org/officeDocument/2006/relationships/image" Target="../media/image30945.png"/><Relationship Id="rId74" Type="http://schemas.openxmlformats.org/officeDocument/2006/relationships/image" Target="../media/image30966.png"/><Relationship Id="rId128" Type="http://schemas.openxmlformats.org/officeDocument/2006/relationships/customXml" Target="../ink/ink5292.xml"/><Relationship Id="rId5" Type="http://schemas.openxmlformats.org/officeDocument/2006/relationships/image" Target="../media/image29274.png"/><Relationship Id="rId181" Type="http://schemas.openxmlformats.org/officeDocument/2006/relationships/image" Target="../media/image31014.png"/><Relationship Id="rId237" Type="http://schemas.openxmlformats.org/officeDocument/2006/relationships/image" Target="../media/image31041.png"/><Relationship Id="rId279" Type="http://schemas.openxmlformats.org/officeDocument/2006/relationships/image" Target="../media/image31062.png"/><Relationship Id="rId43" Type="http://schemas.openxmlformats.org/officeDocument/2006/relationships/customXml" Target="../ink/ink5249.xml"/><Relationship Id="rId139" Type="http://schemas.openxmlformats.org/officeDocument/2006/relationships/image" Target="../media/image30995.png"/><Relationship Id="rId290" Type="http://schemas.openxmlformats.org/officeDocument/2006/relationships/customXml" Target="../ink/ink5373.xml"/><Relationship Id="rId85" Type="http://schemas.openxmlformats.org/officeDocument/2006/relationships/customXml" Target="../ink/ink5270.xml"/><Relationship Id="rId150" Type="http://schemas.openxmlformats.org/officeDocument/2006/relationships/customXml" Target="../ink/ink5303.xml"/><Relationship Id="rId192" Type="http://schemas.openxmlformats.org/officeDocument/2006/relationships/customXml" Target="../ink/ink5324.xml"/><Relationship Id="rId206" Type="http://schemas.openxmlformats.org/officeDocument/2006/relationships/customXml" Target="../ink/ink5331.xml"/><Relationship Id="rId248" Type="http://schemas.openxmlformats.org/officeDocument/2006/relationships/customXml" Target="../ink/ink5352.xml"/><Relationship Id="rId12" Type="http://schemas.openxmlformats.org/officeDocument/2006/relationships/image" Target="../media/image30937.png"/><Relationship Id="rId33" Type="http://schemas.openxmlformats.org/officeDocument/2006/relationships/customXml" Target="../ink/ink5244.xml"/><Relationship Id="rId108" Type="http://schemas.openxmlformats.org/officeDocument/2006/relationships/customXml" Target="../ink/ink5282.xml"/><Relationship Id="rId129" Type="http://schemas.openxmlformats.org/officeDocument/2006/relationships/image" Target="../media/image30023.png"/><Relationship Id="rId280" Type="http://schemas.openxmlformats.org/officeDocument/2006/relationships/customXml" Target="../ink/ink5368.xml"/><Relationship Id="rId54" Type="http://schemas.openxmlformats.org/officeDocument/2006/relationships/image" Target="../media/image30956.png"/><Relationship Id="rId75" Type="http://schemas.openxmlformats.org/officeDocument/2006/relationships/customXml" Target="../ink/ink5265.xml"/><Relationship Id="rId96" Type="http://schemas.openxmlformats.org/officeDocument/2006/relationships/image" Target="../media/image30975.png"/><Relationship Id="rId140" Type="http://schemas.openxmlformats.org/officeDocument/2006/relationships/customXml" Target="../ink/ink5298.xml"/><Relationship Id="rId161" Type="http://schemas.openxmlformats.org/officeDocument/2006/relationships/image" Target="../media/image31004.png"/><Relationship Id="rId182" Type="http://schemas.openxmlformats.org/officeDocument/2006/relationships/customXml" Target="../ink/ink5319.xml"/><Relationship Id="rId217" Type="http://schemas.openxmlformats.org/officeDocument/2006/relationships/image" Target="../media/image31032.png"/><Relationship Id="rId6" Type="http://schemas.openxmlformats.org/officeDocument/2006/relationships/customXml" Target="../ink/ink5230.xml"/><Relationship Id="rId238" Type="http://schemas.openxmlformats.org/officeDocument/2006/relationships/customXml" Target="../ink/ink5347.xml"/><Relationship Id="rId259" Type="http://schemas.openxmlformats.org/officeDocument/2006/relationships/image" Target="../media/image31052.png"/><Relationship Id="rId23" Type="http://schemas.openxmlformats.org/officeDocument/2006/relationships/customXml" Target="../ink/ink5239.xml"/><Relationship Id="rId119" Type="http://schemas.openxmlformats.org/officeDocument/2006/relationships/image" Target="../media/image30986.png"/><Relationship Id="rId270" Type="http://schemas.openxmlformats.org/officeDocument/2006/relationships/customXml" Target="../ink/ink5363.xml"/><Relationship Id="rId291" Type="http://schemas.openxmlformats.org/officeDocument/2006/relationships/image" Target="../media/image31068.png"/><Relationship Id="rId44" Type="http://schemas.openxmlformats.org/officeDocument/2006/relationships/image" Target="../media/image30951.png"/><Relationship Id="rId65" Type="http://schemas.openxmlformats.org/officeDocument/2006/relationships/customXml" Target="../ink/ink5260.xml"/><Relationship Id="rId86" Type="http://schemas.openxmlformats.org/officeDocument/2006/relationships/image" Target="../media/image30971.png"/><Relationship Id="rId130" Type="http://schemas.openxmlformats.org/officeDocument/2006/relationships/customXml" Target="../ink/ink5293.xml"/><Relationship Id="rId151" Type="http://schemas.openxmlformats.org/officeDocument/2006/relationships/image" Target="../media/image30999.png"/><Relationship Id="rId172" Type="http://schemas.openxmlformats.org/officeDocument/2006/relationships/customXml" Target="../ink/ink5314.xml"/><Relationship Id="rId193" Type="http://schemas.openxmlformats.org/officeDocument/2006/relationships/image" Target="../media/image31020.png"/><Relationship Id="rId207" Type="http://schemas.openxmlformats.org/officeDocument/2006/relationships/image" Target="../media/image31027.png"/><Relationship Id="rId228" Type="http://schemas.openxmlformats.org/officeDocument/2006/relationships/customXml" Target="../ink/ink5342.xml"/><Relationship Id="rId249" Type="http://schemas.openxmlformats.org/officeDocument/2006/relationships/image" Target="../media/image31047.png"/><Relationship Id="rId13" Type="http://schemas.openxmlformats.org/officeDocument/2006/relationships/customXml" Target="../ink/ink5234.xml"/><Relationship Id="rId109" Type="http://schemas.openxmlformats.org/officeDocument/2006/relationships/image" Target="../media/image30981.png"/><Relationship Id="rId260" Type="http://schemas.openxmlformats.org/officeDocument/2006/relationships/customXml" Target="../ink/ink5358.xml"/><Relationship Id="rId281" Type="http://schemas.openxmlformats.org/officeDocument/2006/relationships/image" Target="../media/image31063.png"/><Relationship Id="rId34" Type="http://schemas.openxmlformats.org/officeDocument/2006/relationships/image" Target="../media/image30946.png"/><Relationship Id="rId55" Type="http://schemas.openxmlformats.org/officeDocument/2006/relationships/customXml" Target="../ink/ink5255.xml"/><Relationship Id="rId76" Type="http://schemas.openxmlformats.org/officeDocument/2006/relationships/image" Target="../media/image29135.png"/><Relationship Id="rId97" Type="http://schemas.openxmlformats.org/officeDocument/2006/relationships/customXml" Target="../ink/ink5276.xml"/><Relationship Id="rId120" Type="http://schemas.openxmlformats.org/officeDocument/2006/relationships/customXml" Target="../ink/ink5288.xml"/><Relationship Id="rId141" Type="http://schemas.openxmlformats.org/officeDocument/2006/relationships/image" Target="../media/image30996.png"/><Relationship Id="rId7" Type="http://schemas.openxmlformats.org/officeDocument/2006/relationships/image" Target="../media/image29275.png"/><Relationship Id="rId162" Type="http://schemas.openxmlformats.org/officeDocument/2006/relationships/customXml" Target="../ink/ink5309.xml"/><Relationship Id="rId183" Type="http://schemas.openxmlformats.org/officeDocument/2006/relationships/image" Target="../media/image31015.png"/><Relationship Id="rId218" Type="http://schemas.openxmlformats.org/officeDocument/2006/relationships/customXml" Target="../ink/ink5337.xml"/><Relationship Id="rId239" Type="http://schemas.openxmlformats.org/officeDocument/2006/relationships/image" Target="../media/image31042.png"/><Relationship Id="rId250" Type="http://schemas.openxmlformats.org/officeDocument/2006/relationships/customXml" Target="../ink/ink5353.xml"/><Relationship Id="rId271" Type="http://schemas.openxmlformats.org/officeDocument/2006/relationships/image" Target="../media/image31058.png"/><Relationship Id="rId292" Type="http://schemas.openxmlformats.org/officeDocument/2006/relationships/customXml" Target="../ink/ink5374.xml"/><Relationship Id="rId24" Type="http://schemas.openxmlformats.org/officeDocument/2006/relationships/image" Target="../media/image30941.png"/><Relationship Id="rId45" Type="http://schemas.openxmlformats.org/officeDocument/2006/relationships/customXml" Target="../ink/ink5250.xml"/><Relationship Id="rId66" Type="http://schemas.openxmlformats.org/officeDocument/2006/relationships/image" Target="../media/image30962.png"/><Relationship Id="rId87" Type="http://schemas.openxmlformats.org/officeDocument/2006/relationships/customXml" Target="../ink/ink5271.xml"/><Relationship Id="rId110" Type="http://schemas.openxmlformats.org/officeDocument/2006/relationships/customXml" Target="../ink/ink5283.xml"/><Relationship Id="rId131" Type="http://schemas.openxmlformats.org/officeDocument/2006/relationships/image" Target="../media/image30991.png"/><Relationship Id="rId152" Type="http://schemas.openxmlformats.org/officeDocument/2006/relationships/customXml" Target="../ink/ink5304.xml"/><Relationship Id="rId173" Type="http://schemas.openxmlformats.org/officeDocument/2006/relationships/image" Target="../media/image31010.png"/><Relationship Id="rId194" Type="http://schemas.openxmlformats.org/officeDocument/2006/relationships/customXml" Target="../ink/ink5325.xml"/><Relationship Id="rId208" Type="http://schemas.openxmlformats.org/officeDocument/2006/relationships/customXml" Target="../ink/ink5332.xml"/><Relationship Id="rId229" Type="http://schemas.openxmlformats.org/officeDocument/2006/relationships/image" Target="../media/image31037.png"/><Relationship Id="rId240" Type="http://schemas.openxmlformats.org/officeDocument/2006/relationships/customXml" Target="../ink/ink5348.xml"/><Relationship Id="rId261" Type="http://schemas.openxmlformats.org/officeDocument/2006/relationships/image" Target="../media/image31053.png"/><Relationship Id="rId14" Type="http://schemas.openxmlformats.org/officeDocument/2006/relationships/image" Target="../media/image30005.png"/><Relationship Id="rId35" Type="http://schemas.openxmlformats.org/officeDocument/2006/relationships/customXml" Target="../ink/ink5245.xml"/><Relationship Id="rId56" Type="http://schemas.openxmlformats.org/officeDocument/2006/relationships/image" Target="../media/image30957.png"/><Relationship Id="rId77" Type="http://schemas.openxmlformats.org/officeDocument/2006/relationships/customXml" Target="../ink/ink5266.xml"/><Relationship Id="rId100" Type="http://schemas.openxmlformats.org/officeDocument/2006/relationships/image" Target="../media/image30977.png"/><Relationship Id="rId282" Type="http://schemas.openxmlformats.org/officeDocument/2006/relationships/customXml" Target="../ink/ink5369.xml"/><Relationship Id="rId8" Type="http://schemas.openxmlformats.org/officeDocument/2006/relationships/customXml" Target="../ink/ink5231.xml"/><Relationship Id="rId98" Type="http://schemas.openxmlformats.org/officeDocument/2006/relationships/image" Target="../media/image30976.png"/><Relationship Id="rId121" Type="http://schemas.openxmlformats.org/officeDocument/2006/relationships/image" Target="../media/image30987.png"/><Relationship Id="rId142" Type="http://schemas.openxmlformats.org/officeDocument/2006/relationships/customXml" Target="../ink/ink5299.xml"/><Relationship Id="rId163" Type="http://schemas.openxmlformats.org/officeDocument/2006/relationships/image" Target="../media/image31005.png"/><Relationship Id="rId184" Type="http://schemas.openxmlformats.org/officeDocument/2006/relationships/customXml" Target="../ink/ink5320.xml"/><Relationship Id="rId219" Type="http://schemas.openxmlformats.org/officeDocument/2006/relationships/image" Target="../media/image30926.png"/><Relationship Id="rId230" Type="http://schemas.openxmlformats.org/officeDocument/2006/relationships/customXml" Target="../ink/ink5343.xml"/><Relationship Id="rId251" Type="http://schemas.openxmlformats.org/officeDocument/2006/relationships/image" Target="../media/image31048.png"/><Relationship Id="rId25" Type="http://schemas.openxmlformats.org/officeDocument/2006/relationships/customXml" Target="../ink/ink5240.xml"/><Relationship Id="rId46" Type="http://schemas.openxmlformats.org/officeDocument/2006/relationships/image" Target="../media/image30952.png"/><Relationship Id="rId67" Type="http://schemas.openxmlformats.org/officeDocument/2006/relationships/customXml" Target="../ink/ink5261.xml"/><Relationship Id="rId272" Type="http://schemas.openxmlformats.org/officeDocument/2006/relationships/customXml" Target="../ink/ink5364.xml"/><Relationship Id="rId293" Type="http://schemas.openxmlformats.org/officeDocument/2006/relationships/image" Target="../media/image31069.png"/><Relationship Id="rId88" Type="http://schemas.openxmlformats.org/officeDocument/2006/relationships/image" Target="../media/image30972.png"/><Relationship Id="rId111" Type="http://schemas.openxmlformats.org/officeDocument/2006/relationships/image" Target="../media/image30982.png"/><Relationship Id="rId132" Type="http://schemas.openxmlformats.org/officeDocument/2006/relationships/customXml" Target="../ink/ink5294.xml"/><Relationship Id="rId153" Type="http://schemas.openxmlformats.org/officeDocument/2006/relationships/image" Target="../media/image31000.png"/><Relationship Id="rId174" Type="http://schemas.openxmlformats.org/officeDocument/2006/relationships/customXml" Target="../ink/ink5315.xml"/><Relationship Id="rId195" Type="http://schemas.openxmlformats.org/officeDocument/2006/relationships/image" Target="../media/image31021.png"/><Relationship Id="rId209" Type="http://schemas.openxmlformats.org/officeDocument/2006/relationships/image" Target="../media/image31028.png"/><Relationship Id="rId220" Type="http://schemas.openxmlformats.org/officeDocument/2006/relationships/customXml" Target="../ink/ink5338.xml"/><Relationship Id="rId241" Type="http://schemas.openxmlformats.org/officeDocument/2006/relationships/image" Target="../media/image31043.png"/><Relationship Id="rId15" Type="http://schemas.openxmlformats.org/officeDocument/2006/relationships/customXml" Target="../ink/ink5235.xml"/><Relationship Id="rId36" Type="http://schemas.openxmlformats.org/officeDocument/2006/relationships/image" Target="../media/image30947.png"/><Relationship Id="rId57" Type="http://schemas.openxmlformats.org/officeDocument/2006/relationships/customXml" Target="../ink/ink5256.xml"/><Relationship Id="rId262" Type="http://schemas.openxmlformats.org/officeDocument/2006/relationships/customXml" Target="../ink/ink5359.xml"/><Relationship Id="rId283" Type="http://schemas.openxmlformats.org/officeDocument/2006/relationships/image" Target="../media/image31064.png"/><Relationship Id="rId78" Type="http://schemas.openxmlformats.org/officeDocument/2006/relationships/image" Target="../media/image30967.png"/><Relationship Id="rId99" Type="http://schemas.openxmlformats.org/officeDocument/2006/relationships/customXml" Target="../ink/ink5277.xml"/><Relationship Id="rId101" Type="http://schemas.openxmlformats.org/officeDocument/2006/relationships/customXml" Target="../ink/ink5278.xml"/><Relationship Id="rId122" Type="http://schemas.openxmlformats.org/officeDocument/2006/relationships/customXml" Target="../ink/ink5289.xml"/><Relationship Id="rId143" Type="http://schemas.openxmlformats.org/officeDocument/2006/relationships/image" Target="../media/image28777.png"/><Relationship Id="rId164" Type="http://schemas.openxmlformats.org/officeDocument/2006/relationships/customXml" Target="../ink/ink5310.xml"/><Relationship Id="rId185" Type="http://schemas.openxmlformats.org/officeDocument/2006/relationships/image" Target="../media/image31016.png"/><Relationship Id="rId9" Type="http://schemas.openxmlformats.org/officeDocument/2006/relationships/customXml" Target="../ink/ink5232.xml"/><Relationship Id="rId210" Type="http://schemas.openxmlformats.org/officeDocument/2006/relationships/customXml" Target="../ink/ink5333.xml"/><Relationship Id="rId26" Type="http://schemas.openxmlformats.org/officeDocument/2006/relationships/image" Target="../media/image30942.png"/><Relationship Id="rId231" Type="http://schemas.openxmlformats.org/officeDocument/2006/relationships/image" Target="../media/image31038.png"/><Relationship Id="rId252" Type="http://schemas.openxmlformats.org/officeDocument/2006/relationships/customXml" Target="../ink/ink5354.xml"/><Relationship Id="rId273" Type="http://schemas.openxmlformats.org/officeDocument/2006/relationships/image" Target="../media/image31059.png"/><Relationship Id="rId294" Type="http://schemas.openxmlformats.org/officeDocument/2006/relationships/customXml" Target="../ink/ink5375.xml"/><Relationship Id="rId47" Type="http://schemas.openxmlformats.org/officeDocument/2006/relationships/customXml" Target="../ink/ink5251.xml"/><Relationship Id="rId68" Type="http://schemas.openxmlformats.org/officeDocument/2006/relationships/image" Target="../media/image30963.png"/><Relationship Id="rId89" Type="http://schemas.openxmlformats.org/officeDocument/2006/relationships/customXml" Target="../ink/ink5272.xml"/><Relationship Id="rId112" Type="http://schemas.openxmlformats.org/officeDocument/2006/relationships/customXml" Target="../ink/ink5284.xml"/><Relationship Id="rId133" Type="http://schemas.openxmlformats.org/officeDocument/2006/relationships/image" Target="../media/image30992.png"/><Relationship Id="rId154" Type="http://schemas.openxmlformats.org/officeDocument/2006/relationships/customXml" Target="../ink/ink5305.xml"/><Relationship Id="rId175" Type="http://schemas.openxmlformats.org/officeDocument/2006/relationships/image" Target="../media/image31011.png"/><Relationship Id="rId196" Type="http://schemas.openxmlformats.org/officeDocument/2006/relationships/customXml" Target="../ink/ink5326.xml"/><Relationship Id="rId200" Type="http://schemas.openxmlformats.org/officeDocument/2006/relationships/customXml" Target="../ink/ink5328.xml"/><Relationship Id="rId16" Type="http://schemas.openxmlformats.org/officeDocument/2006/relationships/image" Target="../media/image30938.png"/><Relationship Id="rId221" Type="http://schemas.openxmlformats.org/officeDocument/2006/relationships/image" Target="../media/image31033.png"/><Relationship Id="rId242" Type="http://schemas.openxmlformats.org/officeDocument/2006/relationships/customXml" Target="../ink/ink5349.xml"/><Relationship Id="rId263" Type="http://schemas.openxmlformats.org/officeDocument/2006/relationships/image" Target="../media/image31054.png"/><Relationship Id="rId284" Type="http://schemas.openxmlformats.org/officeDocument/2006/relationships/customXml" Target="../ink/ink5370.xml"/><Relationship Id="rId37" Type="http://schemas.openxmlformats.org/officeDocument/2006/relationships/customXml" Target="../ink/ink5246.xml"/><Relationship Id="rId58" Type="http://schemas.openxmlformats.org/officeDocument/2006/relationships/image" Target="../media/image30958.png"/><Relationship Id="rId79" Type="http://schemas.openxmlformats.org/officeDocument/2006/relationships/customXml" Target="../ink/ink5267.xml"/><Relationship Id="rId102" Type="http://schemas.openxmlformats.org/officeDocument/2006/relationships/image" Target="../media/image30978.png"/><Relationship Id="rId123" Type="http://schemas.openxmlformats.org/officeDocument/2006/relationships/image" Target="../media/image30988.png"/><Relationship Id="rId144" Type="http://schemas.openxmlformats.org/officeDocument/2006/relationships/customXml" Target="../ink/ink5300.xml"/><Relationship Id="rId90" Type="http://schemas.openxmlformats.org/officeDocument/2006/relationships/image" Target="../media/image30973.png"/><Relationship Id="rId165" Type="http://schemas.openxmlformats.org/officeDocument/2006/relationships/image" Target="../media/image31006.png"/><Relationship Id="rId186" Type="http://schemas.openxmlformats.org/officeDocument/2006/relationships/customXml" Target="../ink/ink5321.xml"/><Relationship Id="rId211" Type="http://schemas.openxmlformats.org/officeDocument/2006/relationships/image" Target="../media/image31029.png"/><Relationship Id="rId232" Type="http://schemas.openxmlformats.org/officeDocument/2006/relationships/customXml" Target="../ink/ink5344.xml"/><Relationship Id="rId253" Type="http://schemas.openxmlformats.org/officeDocument/2006/relationships/image" Target="../media/image31049.png"/><Relationship Id="rId274" Type="http://schemas.openxmlformats.org/officeDocument/2006/relationships/customXml" Target="../ink/ink5365.xml"/><Relationship Id="rId295" Type="http://schemas.openxmlformats.org/officeDocument/2006/relationships/image" Target="../media/image31070.png"/><Relationship Id="rId27" Type="http://schemas.openxmlformats.org/officeDocument/2006/relationships/customXml" Target="../ink/ink5241.xml"/><Relationship Id="rId48" Type="http://schemas.openxmlformats.org/officeDocument/2006/relationships/image" Target="../media/image30953.png"/><Relationship Id="rId69" Type="http://schemas.openxmlformats.org/officeDocument/2006/relationships/customXml" Target="../ink/ink5262.xml"/><Relationship Id="rId113" Type="http://schemas.openxmlformats.org/officeDocument/2006/relationships/image" Target="../media/image30983.png"/><Relationship Id="rId134" Type="http://schemas.openxmlformats.org/officeDocument/2006/relationships/customXml" Target="../ink/ink5295.xml"/><Relationship Id="rId80" Type="http://schemas.openxmlformats.org/officeDocument/2006/relationships/image" Target="../media/image30968.png"/><Relationship Id="rId155" Type="http://schemas.openxmlformats.org/officeDocument/2006/relationships/image" Target="../media/image31001.png"/><Relationship Id="rId176" Type="http://schemas.openxmlformats.org/officeDocument/2006/relationships/customXml" Target="../ink/ink5316.xml"/><Relationship Id="rId197" Type="http://schemas.openxmlformats.org/officeDocument/2006/relationships/image" Target="../media/image31022.png"/><Relationship Id="rId201" Type="http://schemas.openxmlformats.org/officeDocument/2006/relationships/image" Target="../media/image31024.png"/><Relationship Id="rId222" Type="http://schemas.openxmlformats.org/officeDocument/2006/relationships/customXml" Target="../ink/ink5339.xml"/><Relationship Id="rId243" Type="http://schemas.openxmlformats.org/officeDocument/2006/relationships/image" Target="../media/image31044.png"/><Relationship Id="rId264" Type="http://schemas.openxmlformats.org/officeDocument/2006/relationships/customXml" Target="../ink/ink5360.xml"/><Relationship Id="rId285" Type="http://schemas.openxmlformats.org/officeDocument/2006/relationships/image" Target="../media/image31065.png"/><Relationship Id="rId17" Type="http://schemas.openxmlformats.org/officeDocument/2006/relationships/customXml" Target="../ink/ink5236.xml"/><Relationship Id="rId38" Type="http://schemas.openxmlformats.org/officeDocument/2006/relationships/image" Target="../media/image30948.png"/><Relationship Id="rId59" Type="http://schemas.openxmlformats.org/officeDocument/2006/relationships/customXml" Target="../ink/ink5257.xml"/><Relationship Id="rId103" Type="http://schemas.openxmlformats.org/officeDocument/2006/relationships/customXml" Target="../ink/ink5279.xml"/><Relationship Id="rId124" Type="http://schemas.openxmlformats.org/officeDocument/2006/relationships/customXml" Target="../ink/ink5290.xml"/><Relationship Id="rId70" Type="http://schemas.openxmlformats.org/officeDocument/2006/relationships/image" Target="../media/image30964.png"/><Relationship Id="rId91" Type="http://schemas.openxmlformats.org/officeDocument/2006/relationships/customXml" Target="../ink/ink5273.xml"/><Relationship Id="rId145" Type="http://schemas.openxmlformats.org/officeDocument/2006/relationships/image" Target="../media/image30997.png"/><Relationship Id="rId166" Type="http://schemas.openxmlformats.org/officeDocument/2006/relationships/customXml" Target="../ink/ink5311.xml"/><Relationship Id="rId187" Type="http://schemas.openxmlformats.org/officeDocument/2006/relationships/image" Target="../media/image31017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5334.xml"/><Relationship Id="rId233" Type="http://schemas.openxmlformats.org/officeDocument/2006/relationships/image" Target="../media/image31039.png"/><Relationship Id="rId254" Type="http://schemas.openxmlformats.org/officeDocument/2006/relationships/customXml" Target="../ink/ink5355.xml"/><Relationship Id="rId28" Type="http://schemas.openxmlformats.org/officeDocument/2006/relationships/image" Target="../media/image30943.png"/><Relationship Id="rId49" Type="http://schemas.openxmlformats.org/officeDocument/2006/relationships/customXml" Target="../ink/ink5252.xml"/><Relationship Id="rId114" Type="http://schemas.openxmlformats.org/officeDocument/2006/relationships/customXml" Target="../ink/ink5285.xml"/><Relationship Id="rId275" Type="http://schemas.openxmlformats.org/officeDocument/2006/relationships/image" Target="../media/image31060.png"/><Relationship Id="rId60" Type="http://schemas.openxmlformats.org/officeDocument/2006/relationships/image" Target="../media/image30959.png"/><Relationship Id="rId81" Type="http://schemas.openxmlformats.org/officeDocument/2006/relationships/customXml" Target="../ink/ink5268.xml"/><Relationship Id="rId135" Type="http://schemas.openxmlformats.org/officeDocument/2006/relationships/image" Target="../media/image30993.png"/><Relationship Id="rId156" Type="http://schemas.openxmlformats.org/officeDocument/2006/relationships/customXml" Target="../ink/ink5306.xml"/><Relationship Id="rId177" Type="http://schemas.openxmlformats.org/officeDocument/2006/relationships/image" Target="../media/image31012.png"/><Relationship Id="rId198" Type="http://schemas.openxmlformats.org/officeDocument/2006/relationships/customXml" Target="../ink/ink5327.xml"/><Relationship Id="rId202" Type="http://schemas.openxmlformats.org/officeDocument/2006/relationships/customXml" Target="../ink/ink5329.xml"/><Relationship Id="rId223" Type="http://schemas.openxmlformats.org/officeDocument/2006/relationships/image" Target="../media/image31034.png"/><Relationship Id="rId244" Type="http://schemas.openxmlformats.org/officeDocument/2006/relationships/customXml" Target="../ink/ink5350.xml"/><Relationship Id="rId18" Type="http://schemas.openxmlformats.org/officeDocument/2006/relationships/image" Target="../media/image30939.png"/><Relationship Id="rId39" Type="http://schemas.openxmlformats.org/officeDocument/2006/relationships/customXml" Target="../ink/ink5247.xml"/><Relationship Id="rId265" Type="http://schemas.openxmlformats.org/officeDocument/2006/relationships/image" Target="../media/image31055.png"/><Relationship Id="rId286" Type="http://schemas.openxmlformats.org/officeDocument/2006/relationships/customXml" Target="../ink/ink5371.xml"/><Relationship Id="rId50" Type="http://schemas.openxmlformats.org/officeDocument/2006/relationships/image" Target="../media/image30954.png"/><Relationship Id="rId104" Type="http://schemas.openxmlformats.org/officeDocument/2006/relationships/image" Target="../media/image30979.png"/><Relationship Id="rId125" Type="http://schemas.openxmlformats.org/officeDocument/2006/relationships/image" Target="../media/image30989.png"/><Relationship Id="rId146" Type="http://schemas.openxmlformats.org/officeDocument/2006/relationships/customXml" Target="../ink/ink5301.xml"/><Relationship Id="rId167" Type="http://schemas.openxmlformats.org/officeDocument/2006/relationships/image" Target="../media/image31007.png"/><Relationship Id="rId188" Type="http://schemas.openxmlformats.org/officeDocument/2006/relationships/customXml" Target="../ink/ink5322.xml"/><Relationship Id="rId71" Type="http://schemas.openxmlformats.org/officeDocument/2006/relationships/customXml" Target="../ink/ink5263.xml"/><Relationship Id="rId92" Type="http://schemas.openxmlformats.org/officeDocument/2006/relationships/image" Target="../media/image30974.png"/><Relationship Id="rId213" Type="http://schemas.openxmlformats.org/officeDocument/2006/relationships/image" Target="../media/image31030.png"/><Relationship Id="rId234" Type="http://schemas.openxmlformats.org/officeDocument/2006/relationships/customXml" Target="../ink/ink5345.xml"/><Relationship Id="rId2" Type="http://schemas.openxmlformats.org/officeDocument/2006/relationships/customXml" Target="../ink/ink5228.xml"/><Relationship Id="rId29" Type="http://schemas.openxmlformats.org/officeDocument/2006/relationships/customXml" Target="../ink/ink5242.xml"/><Relationship Id="rId255" Type="http://schemas.openxmlformats.org/officeDocument/2006/relationships/image" Target="../media/image31050.png"/><Relationship Id="rId276" Type="http://schemas.openxmlformats.org/officeDocument/2006/relationships/customXml" Target="../ink/ink5366.xml"/><Relationship Id="rId40" Type="http://schemas.openxmlformats.org/officeDocument/2006/relationships/image" Target="../media/image30949.png"/><Relationship Id="rId115" Type="http://schemas.openxmlformats.org/officeDocument/2006/relationships/image" Target="../media/image30984.png"/><Relationship Id="rId136" Type="http://schemas.openxmlformats.org/officeDocument/2006/relationships/customXml" Target="../ink/ink5296.xml"/><Relationship Id="rId157" Type="http://schemas.openxmlformats.org/officeDocument/2006/relationships/image" Target="../media/image31002.png"/><Relationship Id="rId178" Type="http://schemas.openxmlformats.org/officeDocument/2006/relationships/customXml" Target="../ink/ink5317.xml"/><Relationship Id="rId61" Type="http://schemas.openxmlformats.org/officeDocument/2006/relationships/customXml" Target="../ink/ink5258.xml"/><Relationship Id="rId82" Type="http://schemas.openxmlformats.org/officeDocument/2006/relationships/image" Target="../media/image30969.png"/><Relationship Id="rId199" Type="http://schemas.openxmlformats.org/officeDocument/2006/relationships/image" Target="../media/image31023.png"/><Relationship Id="rId203" Type="http://schemas.openxmlformats.org/officeDocument/2006/relationships/image" Target="../media/image31025.png"/><Relationship Id="rId19" Type="http://schemas.openxmlformats.org/officeDocument/2006/relationships/customXml" Target="../ink/ink5237.xml"/><Relationship Id="rId224" Type="http://schemas.openxmlformats.org/officeDocument/2006/relationships/customXml" Target="../ink/ink5340.xml"/><Relationship Id="rId245" Type="http://schemas.openxmlformats.org/officeDocument/2006/relationships/image" Target="../media/image31045.png"/><Relationship Id="rId266" Type="http://schemas.openxmlformats.org/officeDocument/2006/relationships/customXml" Target="../ink/ink5361.xml"/><Relationship Id="rId287" Type="http://schemas.openxmlformats.org/officeDocument/2006/relationships/image" Target="../media/image31066.png"/><Relationship Id="rId30" Type="http://schemas.openxmlformats.org/officeDocument/2006/relationships/image" Target="../media/image30944.png"/><Relationship Id="rId105" Type="http://schemas.openxmlformats.org/officeDocument/2006/relationships/customXml" Target="../ink/ink5280.xml"/><Relationship Id="rId126" Type="http://schemas.openxmlformats.org/officeDocument/2006/relationships/customXml" Target="../ink/ink5291.xml"/><Relationship Id="rId147" Type="http://schemas.openxmlformats.org/officeDocument/2006/relationships/image" Target="../media/image30998.png"/><Relationship Id="rId168" Type="http://schemas.openxmlformats.org/officeDocument/2006/relationships/customXml" Target="../ink/ink5312.xml"/><Relationship Id="rId51" Type="http://schemas.openxmlformats.org/officeDocument/2006/relationships/customXml" Target="../ink/ink5253.xml"/><Relationship Id="rId72" Type="http://schemas.openxmlformats.org/officeDocument/2006/relationships/image" Target="../media/image30965.png"/><Relationship Id="rId93" Type="http://schemas.openxmlformats.org/officeDocument/2006/relationships/customXml" Target="../ink/ink5274.xml"/><Relationship Id="rId189" Type="http://schemas.openxmlformats.org/officeDocument/2006/relationships/image" Target="../media/image31018.png"/><Relationship Id="rId3" Type="http://schemas.openxmlformats.org/officeDocument/2006/relationships/image" Target="../media/image28768.png"/><Relationship Id="rId214" Type="http://schemas.openxmlformats.org/officeDocument/2006/relationships/customXml" Target="../ink/ink5335.xml"/><Relationship Id="rId235" Type="http://schemas.openxmlformats.org/officeDocument/2006/relationships/image" Target="../media/image31040.png"/><Relationship Id="rId256" Type="http://schemas.openxmlformats.org/officeDocument/2006/relationships/customXml" Target="../ink/ink5356.xml"/><Relationship Id="rId277" Type="http://schemas.openxmlformats.org/officeDocument/2006/relationships/image" Target="../media/image31061.png"/><Relationship Id="rId116" Type="http://schemas.openxmlformats.org/officeDocument/2006/relationships/customXml" Target="../ink/ink5286.xml"/><Relationship Id="rId137" Type="http://schemas.openxmlformats.org/officeDocument/2006/relationships/image" Target="../media/image30994.png"/><Relationship Id="rId158" Type="http://schemas.openxmlformats.org/officeDocument/2006/relationships/customXml" Target="../ink/ink5307.xml"/><Relationship Id="rId20" Type="http://schemas.openxmlformats.org/officeDocument/2006/relationships/image" Target="../media/image29280.png"/><Relationship Id="rId41" Type="http://schemas.openxmlformats.org/officeDocument/2006/relationships/customXml" Target="../ink/ink5248.xml"/><Relationship Id="rId62" Type="http://schemas.openxmlformats.org/officeDocument/2006/relationships/image" Target="../media/image30960.png"/><Relationship Id="rId83" Type="http://schemas.openxmlformats.org/officeDocument/2006/relationships/customXml" Target="../ink/ink5269.xml"/><Relationship Id="rId179" Type="http://schemas.openxmlformats.org/officeDocument/2006/relationships/image" Target="../media/image31013.png"/><Relationship Id="rId190" Type="http://schemas.openxmlformats.org/officeDocument/2006/relationships/customXml" Target="../ink/ink5323.xml"/><Relationship Id="rId204" Type="http://schemas.openxmlformats.org/officeDocument/2006/relationships/customXml" Target="../ink/ink5330.xml"/><Relationship Id="rId225" Type="http://schemas.openxmlformats.org/officeDocument/2006/relationships/image" Target="../media/image31035.png"/><Relationship Id="rId246" Type="http://schemas.openxmlformats.org/officeDocument/2006/relationships/customXml" Target="../ink/ink5351.xml"/><Relationship Id="rId267" Type="http://schemas.openxmlformats.org/officeDocument/2006/relationships/image" Target="../media/image31056.png"/><Relationship Id="rId288" Type="http://schemas.openxmlformats.org/officeDocument/2006/relationships/customXml" Target="../ink/ink5372.xml"/><Relationship Id="rId106" Type="http://schemas.openxmlformats.org/officeDocument/2006/relationships/image" Target="../media/image30980.png"/><Relationship Id="rId127" Type="http://schemas.openxmlformats.org/officeDocument/2006/relationships/image" Target="../media/image30990.png"/><Relationship Id="rId10" Type="http://schemas.openxmlformats.org/officeDocument/2006/relationships/image" Target="../media/image30936.png"/><Relationship Id="rId31" Type="http://schemas.openxmlformats.org/officeDocument/2006/relationships/customXml" Target="../ink/ink5243.xml"/><Relationship Id="rId52" Type="http://schemas.openxmlformats.org/officeDocument/2006/relationships/image" Target="../media/image30955.png"/><Relationship Id="rId73" Type="http://schemas.openxmlformats.org/officeDocument/2006/relationships/customXml" Target="../ink/ink5264.xml"/><Relationship Id="rId94" Type="http://schemas.openxmlformats.org/officeDocument/2006/relationships/image" Target="../media/image29317.png"/><Relationship Id="rId148" Type="http://schemas.openxmlformats.org/officeDocument/2006/relationships/customXml" Target="../ink/ink5302.xml"/><Relationship Id="rId169" Type="http://schemas.openxmlformats.org/officeDocument/2006/relationships/image" Target="../media/image31008.png"/><Relationship Id="rId4" Type="http://schemas.openxmlformats.org/officeDocument/2006/relationships/customXml" Target="../ink/ink5229.xml"/><Relationship Id="rId180" Type="http://schemas.openxmlformats.org/officeDocument/2006/relationships/customXml" Target="../ink/ink5318.xml"/><Relationship Id="rId215" Type="http://schemas.openxmlformats.org/officeDocument/2006/relationships/image" Target="../media/image31031.png"/><Relationship Id="rId236" Type="http://schemas.openxmlformats.org/officeDocument/2006/relationships/customXml" Target="../ink/ink5346.xml"/><Relationship Id="rId257" Type="http://schemas.openxmlformats.org/officeDocument/2006/relationships/image" Target="../media/image31051.png"/><Relationship Id="rId278" Type="http://schemas.openxmlformats.org/officeDocument/2006/relationships/customXml" Target="../ink/ink5367.xml"/><Relationship Id="rId42" Type="http://schemas.openxmlformats.org/officeDocument/2006/relationships/image" Target="../media/image30950.png"/><Relationship Id="rId84" Type="http://schemas.openxmlformats.org/officeDocument/2006/relationships/image" Target="../media/image30970.png"/><Relationship Id="rId138" Type="http://schemas.openxmlformats.org/officeDocument/2006/relationships/customXml" Target="../ink/ink5297.xml"/><Relationship Id="rId191" Type="http://schemas.openxmlformats.org/officeDocument/2006/relationships/image" Target="../media/image31019.png"/><Relationship Id="rId205" Type="http://schemas.openxmlformats.org/officeDocument/2006/relationships/image" Target="../media/image31026.png"/><Relationship Id="rId247" Type="http://schemas.openxmlformats.org/officeDocument/2006/relationships/image" Target="../media/image31046.png"/><Relationship Id="rId107" Type="http://schemas.openxmlformats.org/officeDocument/2006/relationships/customXml" Target="../ink/ink5281.xml"/><Relationship Id="rId289" Type="http://schemas.openxmlformats.org/officeDocument/2006/relationships/image" Target="../media/image31067.png"/><Relationship Id="rId11" Type="http://schemas.openxmlformats.org/officeDocument/2006/relationships/customXml" Target="../ink/ink5233.xml"/><Relationship Id="rId53" Type="http://schemas.openxmlformats.org/officeDocument/2006/relationships/customXml" Target="../ink/ink5254.xml"/><Relationship Id="rId149" Type="http://schemas.openxmlformats.org/officeDocument/2006/relationships/image" Target="../media/image29352.png"/><Relationship Id="rId95" Type="http://schemas.openxmlformats.org/officeDocument/2006/relationships/customXml" Target="../ink/ink5275.xml"/><Relationship Id="rId160" Type="http://schemas.openxmlformats.org/officeDocument/2006/relationships/customXml" Target="../ink/ink5308.xml"/><Relationship Id="rId216" Type="http://schemas.openxmlformats.org/officeDocument/2006/relationships/customXml" Target="../ink/ink5336.xml"/><Relationship Id="rId258" Type="http://schemas.openxmlformats.org/officeDocument/2006/relationships/customXml" Target="../ink/ink5357.xml"/><Relationship Id="rId22" Type="http://schemas.openxmlformats.org/officeDocument/2006/relationships/image" Target="../media/image30940.png"/><Relationship Id="rId64" Type="http://schemas.openxmlformats.org/officeDocument/2006/relationships/image" Target="../media/image30961.png"/><Relationship Id="rId118" Type="http://schemas.openxmlformats.org/officeDocument/2006/relationships/customXml" Target="../ink/ink5287.xml"/><Relationship Id="rId171" Type="http://schemas.openxmlformats.org/officeDocument/2006/relationships/image" Target="../media/image31009.png"/><Relationship Id="rId227" Type="http://schemas.openxmlformats.org/officeDocument/2006/relationships/image" Target="../media/image31036.png"/><Relationship Id="rId269" Type="http://schemas.openxmlformats.org/officeDocument/2006/relationships/image" Target="../media/image310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6078E-F8EC-8694-DE9C-165583D76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The CYK Parser: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14:cNvPr>
              <p14:cNvContentPartPr/>
              <p14:nvPr/>
            </p14:nvContentPartPr>
            <p14:xfrm>
              <a:off x="9997848" y="1633824"/>
              <a:ext cx="3600" cy="10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87848" y="1620324"/>
                <a:ext cx="23200" cy="275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14:cNvPr>
              <p14:cNvContentPartPr/>
              <p14:nvPr/>
            </p14:nvContentPartPr>
            <p14:xfrm>
              <a:off x="10428408" y="2647584"/>
              <a:ext cx="28080" cy="324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419408" y="2638584"/>
                <a:ext cx="4572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14:cNvPr>
              <p14:cNvContentPartPr/>
              <p14:nvPr/>
            </p14:nvContentPartPr>
            <p14:xfrm>
              <a:off x="10763568" y="2771064"/>
              <a:ext cx="1800" cy="360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754568" y="2762064"/>
                <a:ext cx="1944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14:cNvPr>
              <p14:cNvContentPartPr/>
              <p14:nvPr/>
            </p14:nvContentPartPr>
            <p14:xfrm>
              <a:off x="3774888" y="6755904"/>
              <a:ext cx="360" cy="468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65888" y="6746904"/>
                <a:ext cx="1800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6BA6BF0-C5B5-77A6-999A-69E755BA6E87}"/>
                  </a:ext>
                </a:extLst>
              </p14:cNvPr>
              <p14:cNvContentPartPr/>
              <p14:nvPr/>
            </p14:nvContentPartPr>
            <p14:xfrm>
              <a:off x="3302208" y="246024"/>
              <a:ext cx="136080" cy="1497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6BA6BF0-C5B5-77A6-999A-69E755BA6E8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293568" y="237384"/>
                <a:ext cx="153720" cy="167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EF0E2CC4-299F-B705-AE4E-02D2473F31E8}"/>
              </a:ext>
            </a:extLst>
          </p:cNvPr>
          <p:cNvGrpSpPr/>
          <p:nvPr/>
        </p:nvGrpSpPr>
        <p:grpSpPr>
          <a:xfrm>
            <a:off x="3633048" y="221544"/>
            <a:ext cx="1181880" cy="254160"/>
            <a:chOff x="3633048" y="221544"/>
            <a:chExt cx="1181880" cy="25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937E8CC-F3A6-906D-1CCC-EDE9D2EFAE65}"/>
                    </a:ext>
                  </a:extLst>
                </p14:cNvPr>
                <p14:cNvContentPartPr/>
                <p14:nvPr/>
              </p14:nvContentPartPr>
              <p14:xfrm>
                <a:off x="3633048" y="319464"/>
                <a:ext cx="102960" cy="122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937E8CC-F3A6-906D-1CCC-EDE9D2EFAE6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624408" y="310824"/>
                  <a:ext cx="1206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09FFF94-F039-5336-E627-483D1DDAA887}"/>
                    </a:ext>
                  </a:extLst>
                </p14:cNvPr>
                <p14:cNvContentPartPr/>
                <p14:nvPr/>
              </p14:nvContentPartPr>
              <p14:xfrm>
                <a:off x="3833928" y="221544"/>
                <a:ext cx="167040" cy="2491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09FFF94-F039-5336-E627-483D1DDAA88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824928" y="212544"/>
                  <a:ext cx="18468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43B4A5D-5EE2-DD25-FD16-3D7DCB8CA1F0}"/>
                    </a:ext>
                  </a:extLst>
                </p14:cNvPr>
                <p14:cNvContentPartPr/>
                <p14:nvPr/>
              </p14:nvContentPartPr>
              <p14:xfrm>
                <a:off x="4052808" y="260784"/>
                <a:ext cx="73080" cy="1072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43B4A5D-5EE2-DD25-FD16-3D7DCB8CA1F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044168" y="251784"/>
                  <a:ext cx="9072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BBBEEBE-AD5D-2C5E-163E-5C993317D6E0}"/>
                    </a:ext>
                  </a:extLst>
                </p14:cNvPr>
                <p14:cNvContentPartPr/>
                <p14:nvPr/>
              </p14:nvContentPartPr>
              <p14:xfrm>
                <a:off x="4210488" y="264744"/>
                <a:ext cx="201960" cy="946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BBBEEBE-AD5D-2C5E-163E-5C993317D6E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201848" y="255744"/>
                  <a:ext cx="2196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EF8F2CD-D73F-C676-69F7-8DEB66F77D16}"/>
                    </a:ext>
                  </a:extLst>
                </p14:cNvPr>
                <p14:cNvContentPartPr/>
                <p14:nvPr/>
              </p14:nvContentPartPr>
              <p14:xfrm>
                <a:off x="4488408" y="289584"/>
                <a:ext cx="326520" cy="1861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EF8F2CD-D73F-C676-69F7-8DEB66F77D1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479768" y="280944"/>
                  <a:ext cx="344160" cy="20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31E4EAA-D0FA-A491-CA2D-1AC47AE47A72}"/>
              </a:ext>
            </a:extLst>
          </p:cNvPr>
          <p:cNvGrpSpPr/>
          <p:nvPr/>
        </p:nvGrpSpPr>
        <p:grpSpPr>
          <a:xfrm>
            <a:off x="4918608" y="185184"/>
            <a:ext cx="1413360" cy="419040"/>
            <a:chOff x="4918608" y="185184"/>
            <a:chExt cx="1413360" cy="41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889F8C6-5A6A-FDB5-7A0E-543DCC0343E7}"/>
                    </a:ext>
                  </a:extLst>
                </p14:cNvPr>
                <p14:cNvContentPartPr/>
                <p14:nvPr/>
              </p14:nvContentPartPr>
              <p14:xfrm>
                <a:off x="4918608" y="374184"/>
                <a:ext cx="96840" cy="190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889F8C6-5A6A-FDB5-7A0E-543DCC0343E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909968" y="365544"/>
                  <a:ext cx="11448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83934B3-9F6F-3F14-408B-5CA99554DD64}"/>
                    </a:ext>
                  </a:extLst>
                </p14:cNvPr>
                <p14:cNvContentPartPr/>
                <p14:nvPr/>
              </p14:nvContentPartPr>
              <p14:xfrm>
                <a:off x="5120208" y="287784"/>
                <a:ext cx="160920" cy="1213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83934B3-9F6F-3F14-408B-5CA99554DD6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111208" y="279144"/>
                  <a:ext cx="1785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03B1075-DF75-0B21-2A4E-9CD7D82406EC}"/>
                    </a:ext>
                  </a:extLst>
                </p14:cNvPr>
                <p14:cNvContentPartPr/>
                <p14:nvPr/>
              </p14:nvContentPartPr>
              <p14:xfrm>
                <a:off x="5362848" y="309024"/>
                <a:ext cx="198000" cy="90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03B1075-DF75-0B21-2A4E-9CD7D82406E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354208" y="300024"/>
                  <a:ext cx="21564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B07FF6A-1EFB-2D1A-E839-52436BFC7C27}"/>
                    </a:ext>
                  </a:extLst>
                </p14:cNvPr>
                <p14:cNvContentPartPr/>
                <p14:nvPr/>
              </p14:nvContentPartPr>
              <p14:xfrm>
                <a:off x="5637888" y="323424"/>
                <a:ext cx="94320" cy="608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B07FF6A-1EFB-2D1A-E839-52436BFC7C2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629248" y="314424"/>
                  <a:ext cx="11196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CBB63B3-1B2A-D15C-580C-0AD0D3DF0CC2}"/>
                    </a:ext>
                  </a:extLst>
                </p14:cNvPr>
                <p14:cNvContentPartPr/>
                <p14:nvPr/>
              </p14:nvContentPartPr>
              <p14:xfrm>
                <a:off x="5809248" y="330264"/>
                <a:ext cx="267120" cy="601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CBB63B3-1B2A-D15C-580C-0AD0D3DF0CC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800248" y="321264"/>
                  <a:ext cx="2847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9BFCAD2-C3D2-3C24-D134-0E9D225E1046}"/>
                    </a:ext>
                  </a:extLst>
                </p14:cNvPr>
                <p14:cNvContentPartPr/>
                <p14:nvPr/>
              </p14:nvContentPartPr>
              <p14:xfrm>
                <a:off x="6109128" y="274824"/>
                <a:ext cx="5760" cy="241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9BFCAD2-C3D2-3C24-D134-0E9D225E104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100488" y="265824"/>
                  <a:ext cx="234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763E09E-3DC8-C880-3DCD-6013B6402F28}"/>
                    </a:ext>
                  </a:extLst>
                </p14:cNvPr>
                <p14:cNvContentPartPr/>
                <p14:nvPr/>
              </p14:nvContentPartPr>
              <p14:xfrm>
                <a:off x="6167088" y="185184"/>
                <a:ext cx="164880" cy="4190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763E09E-3DC8-C880-3DCD-6013B6402F2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158088" y="176184"/>
                  <a:ext cx="182520" cy="43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22C51EA-542D-06E1-48C1-57C8DCF7851E}"/>
              </a:ext>
            </a:extLst>
          </p:cNvPr>
          <p:cNvGrpSpPr/>
          <p:nvPr/>
        </p:nvGrpSpPr>
        <p:grpSpPr>
          <a:xfrm>
            <a:off x="2413368" y="114624"/>
            <a:ext cx="1006560" cy="602640"/>
            <a:chOff x="2413368" y="114624"/>
            <a:chExt cx="1006560" cy="60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FCC1E56-372C-3F43-6DB6-38DD285BC179}"/>
                    </a:ext>
                  </a:extLst>
                </p14:cNvPr>
                <p14:cNvContentPartPr/>
                <p14:nvPr/>
              </p14:nvContentPartPr>
              <p14:xfrm>
                <a:off x="2413368" y="114624"/>
                <a:ext cx="33840" cy="208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FCC1E56-372C-3F43-6DB6-38DD285BC17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404728" y="105984"/>
                  <a:ext cx="514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E43C710-208F-EA78-3087-F9A89AE1B602}"/>
                    </a:ext>
                  </a:extLst>
                </p14:cNvPr>
                <p14:cNvContentPartPr/>
                <p14:nvPr/>
              </p14:nvContentPartPr>
              <p14:xfrm>
                <a:off x="2603808" y="147024"/>
                <a:ext cx="347400" cy="2300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E43C710-208F-EA78-3087-F9A89AE1B60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595168" y="138384"/>
                  <a:ext cx="36504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6861053-1D3B-B0BD-47C7-EC89970FF44E}"/>
                    </a:ext>
                  </a:extLst>
                </p14:cNvPr>
                <p14:cNvContentPartPr/>
                <p14:nvPr/>
              </p14:nvContentPartPr>
              <p14:xfrm>
                <a:off x="3020688" y="193824"/>
                <a:ext cx="399240" cy="1659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6861053-1D3B-B0BD-47C7-EC89970FF44E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012048" y="185184"/>
                  <a:ext cx="41688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D78BC68-82FB-E855-4AD4-82A9A072B5BF}"/>
                    </a:ext>
                  </a:extLst>
                </p14:cNvPr>
                <p14:cNvContentPartPr/>
                <p14:nvPr/>
              </p14:nvContentPartPr>
              <p14:xfrm>
                <a:off x="2421648" y="132264"/>
                <a:ext cx="356760" cy="5850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D78BC68-82FB-E855-4AD4-82A9A072B5BF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413008" y="123624"/>
                  <a:ext cx="374400" cy="602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2C4DED4B-5928-73B1-B29A-43E3B8EE230C}"/>
                  </a:ext>
                </a:extLst>
              </p14:cNvPr>
              <p14:cNvContentPartPr/>
              <p14:nvPr/>
            </p14:nvContentPartPr>
            <p14:xfrm>
              <a:off x="6704568" y="358704"/>
              <a:ext cx="183600" cy="784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2C4DED4B-5928-73B1-B29A-43E3B8EE230C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6695568" y="350064"/>
                <a:ext cx="201240" cy="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2B6D09B1-CE70-6234-4EE1-753EE12DC6B8}"/>
                  </a:ext>
                </a:extLst>
              </p14:cNvPr>
              <p14:cNvContentPartPr/>
              <p14:nvPr/>
            </p14:nvContentPartPr>
            <p14:xfrm>
              <a:off x="6791688" y="253584"/>
              <a:ext cx="5760" cy="172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2B6D09B1-CE70-6234-4EE1-753EE12DC6B8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6783048" y="244584"/>
                <a:ext cx="2340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E3F87F80-7BED-31FB-7A9D-8D384980EFFE}"/>
                  </a:ext>
                </a:extLst>
              </p14:cNvPr>
              <p14:cNvContentPartPr/>
              <p14:nvPr/>
            </p14:nvContentPartPr>
            <p14:xfrm>
              <a:off x="7327008" y="399744"/>
              <a:ext cx="91440" cy="500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E3F87F80-7BED-31FB-7A9D-8D384980EFFE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318008" y="390744"/>
                <a:ext cx="109080" cy="6768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E68A59B8-3377-37B8-8266-26FE48389081}"/>
              </a:ext>
            </a:extLst>
          </p:cNvPr>
          <p:cNvGrpSpPr/>
          <p:nvPr/>
        </p:nvGrpSpPr>
        <p:grpSpPr>
          <a:xfrm>
            <a:off x="7737768" y="289944"/>
            <a:ext cx="1262880" cy="254880"/>
            <a:chOff x="7737768" y="289944"/>
            <a:chExt cx="1262880" cy="25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AF428A6-040F-6FBB-830E-D261F415B177}"/>
                    </a:ext>
                  </a:extLst>
                </p14:cNvPr>
                <p14:cNvContentPartPr/>
                <p14:nvPr/>
              </p14:nvContentPartPr>
              <p14:xfrm>
                <a:off x="7737768" y="289944"/>
                <a:ext cx="172800" cy="1486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AF428A6-040F-6FBB-830E-D261F415B17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728768" y="281304"/>
                  <a:ext cx="19044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6449926-4256-0C4A-9F3A-14B829F3DCC7}"/>
                    </a:ext>
                  </a:extLst>
                </p14:cNvPr>
                <p14:cNvContentPartPr/>
                <p14:nvPr/>
              </p14:nvContentPartPr>
              <p14:xfrm>
                <a:off x="7991928" y="339264"/>
                <a:ext cx="335520" cy="2055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6449926-4256-0C4A-9F3A-14B829F3DCC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983288" y="330624"/>
                  <a:ext cx="35316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4AB9245-6D86-EDF8-E048-9BDD8D5C7FD4}"/>
                    </a:ext>
                  </a:extLst>
                </p14:cNvPr>
                <p14:cNvContentPartPr/>
                <p14:nvPr/>
              </p14:nvContentPartPr>
              <p14:xfrm>
                <a:off x="8374968" y="379944"/>
                <a:ext cx="78480" cy="464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4AB9245-6D86-EDF8-E048-9BDD8D5C7FD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365968" y="370944"/>
                  <a:ext cx="9612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EB5F654-808B-2D7F-DBA4-4D6F92F95EE3}"/>
                    </a:ext>
                  </a:extLst>
                </p14:cNvPr>
                <p14:cNvContentPartPr/>
                <p14:nvPr/>
              </p14:nvContentPartPr>
              <p14:xfrm>
                <a:off x="8521848" y="394344"/>
                <a:ext cx="193320" cy="25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EB5F654-808B-2D7F-DBA4-4D6F92F95EE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513208" y="385344"/>
                  <a:ext cx="2109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3D1D871-9942-5386-FEDA-32CC69252F0B}"/>
                    </a:ext>
                  </a:extLst>
                </p14:cNvPr>
                <p14:cNvContentPartPr/>
                <p14:nvPr/>
              </p14:nvContentPartPr>
              <p14:xfrm>
                <a:off x="8768448" y="339984"/>
                <a:ext cx="1440" cy="162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3D1D871-9942-5386-FEDA-32CC69252F0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759448" y="331344"/>
                  <a:ext cx="190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1371EEE-F100-2827-6EBB-B6210CD63BC6}"/>
                    </a:ext>
                  </a:extLst>
                </p14:cNvPr>
                <p14:cNvContentPartPr/>
                <p14:nvPr/>
              </p14:nvContentPartPr>
              <p14:xfrm>
                <a:off x="8836848" y="335304"/>
                <a:ext cx="163800" cy="1026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1371EEE-F100-2827-6EBB-B6210CD63BC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827848" y="326664"/>
                  <a:ext cx="181440" cy="12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815CB1EF-4538-9E93-1F6C-6342D00715BD}"/>
              </a:ext>
            </a:extLst>
          </p:cNvPr>
          <p:cNvGrpSpPr/>
          <p:nvPr/>
        </p:nvGrpSpPr>
        <p:grpSpPr>
          <a:xfrm>
            <a:off x="9500328" y="220824"/>
            <a:ext cx="1516680" cy="354600"/>
            <a:chOff x="9500328" y="220824"/>
            <a:chExt cx="1516680" cy="35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A39C89C-F3C1-1862-7803-91ACBEEABFFF}"/>
                    </a:ext>
                  </a:extLst>
                </p14:cNvPr>
                <p14:cNvContentPartPr/>
                <p14:nvPr/>
              </p14:nvContentPartPr>
              <p14:xfrm>
                <a:off x="9500328" y="220824"/>
                <a:ext cx="181080" cy="2818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A39C89C-F3C1-1862-7803-91ACBEEABFF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491328" y="212184"/>
                  <a:ext cx="19872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A30C2A2-9C00-AF91-B33C-F15980FFA6CB}"/>
                    </a:ext>
                  </a:extLst>
                </p14:cNvPr>
                <p14:cNvContentPartPr/>
                <p14:nvPr/>
              </p14:nvContentPartPr>
              <p14:xfrm>
                <a:off x="9748008" y="275904"/>
                <a:ext cx="159480" cy="1155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A30C2A2-9C00-AF91-B33C-F15980FFA6C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739368" y="266904"/>
                  <a:ext cx="1771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C804B85-C872-6E20-F301-F9C27B1F0A69}"/>
                    </a:ext>
                  </a:extLst>
                </p14:cNvPr>
                <p14:cNvContentPartPr/>
                <p14:nvPr/>
              </p14:nvContentPartPr>
              <p14:xfrm>
                <a:off x="10027368" y="322704"/>
                <a:ext cx="285480" cy="1897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C804B85-C872-6E20-F301-F9C27B1F0A6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018728" y="313704"/>
                  <a:ext cx="30312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928EE83-0F1C-BC3B-6035-0BF34CF6E27C}"/>
                    </a:ext>
                  </a:extLst>
                </p14:cNvPr>
                <p14:cNvContentPartPr/>
                <p14:nvPr/>
              </p14:nvContentPartPr>
              <p14:xfrm>
                <a:off x="10368288" y="327744"/>
                <a:ext cx="69840" cy="507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928EE83-0F1C-BC3B-6035-0BF34CF6E27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359648" y="319104"/>
                  <a:ext cx="8748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D8C729F-F5FD-954C-AAA3-0315297CBB45}"/>
                    </a:ext>
                  </a:extLst>
                </p14:cNvPr>
                <p14:cNvContentPartPr/>
                <p14:nvPr/>
              </p14:nvContentPartPr>
              <p14:xfrm>
                <a:off x="10498248" y="340704"/>
                <a:ext cx="157680" cy="500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D8C729F-F5FD-954C-AAA3-0315297CBB4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489608" y="331704"/>
                  <a:ext cx="17532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B359986-378B-083E-9126-7C6BDC851FAE}"/>
                    </a:ext>
                  </a:extLst>
                </p14:cNvPr>
                <p14:cNvContentPartPr/>
                <p14:nvPr/>
              </p14:nvContentPartPr>
              <p14:xfrm>
                <a:off x="10704888" y="366984"/>
                <a:ext cx="173160" cy="417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B359986-378B-083E-9126-7C6BDC851FA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696248" y="357984"/>
                  <a:ext cx="1908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D168D95-5B86-7867-7C9C-0F6DB4D057A6}"/>
                    </a:ext>
                  </a:extLst>
                </p14:cNvPr>
                <p14:cNvContentPartPr/>
                <p14:nvPr/>
              </p14:nvContentPartPr>
              <p14:xfrm>
                <a:off x="10895328" y="324504"/>
                <a:ext cx="6120" cy="111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D168D95-5B86-7867-7C9C-0F6DB4D057A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886328" y="315504"/>
                  <a:ext cx="237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B382679-33C1-7B1E-2A1E-36128C6CF89A}"/>
                    </a:ext>
                  </a:extLst>
                </p14:cNvPr>
                <p14:cNvContentPartPr/>
                <p14:nvPr/>
              </p14:nvContentPartPr>
              <p14:xfrm>
                <a:off x="10882008" y="366984"/>
                <a:ext cx="135000" cy="2084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B382679-33C1-7B1E-2A1E-36128C6CF89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873008" y="357984"/>
                  <a:ext cx="152640" cy="22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12AE1BD-0E07-E992-AF03-9B508A28F90D}"/>
              </a:ext>
            </a:extLst>
          </p:cNvPr>
          <p:cNvGrpSpPr/>
          <p:nvPr/>
        </p:nvGrpSpPr>
        <p:grpSpPr>
          <a:xfrm>
            <a:off x="11253528" y="264384"/>
            <a:ext cx="925200" cy="329760"/>
            <a:chOff x="11253528" y="264384"/>
            <a:chExt cx="925200" cy="32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505DFFF-0307-CBEE-0467-CB9C703983F0}"/>
                    </a:ext>
                  </a:extLst>
                </p14:cNvPr>
                <p14:cNvContentPartPr/>
                <p14:nvPr/>
              </p14:nvContentPartPr>
              <p14:xfrm>
                <a:off x="11253528" y="264384"/>
                <a:ext cx="117720" cy="2419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505DFFF-0307-CBEE-0467-CB9C703983F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244528" y="255744"/>
                  <a:ext cx="13536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822A5CA-57AC-CDAA-9716-3863AB723C27}"/>
                    </a:ext>
                  </a:extLst>
                </p14:cNvPr>
                <p14:cNvContentPartPr/>
                <p14:nvPr/>
              </p14:nvContentPartPr>
              <p14:xfrm>
                <a:off x="11483568" y="350784"/>
                <a:ext cx="423720" cy="878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822A5CA-57AC-CDAA-9716-3863AB723C2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474928" y="341784"/>
                  <a:ext cx="4413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DEC00CA-7912-A13B-41BF-615D927CBDFF}"/>
                    </a:ext>
                  </a:extLst>
                </p14:cNvPr>
                <p14:cNvContentPartPr/>
                <p14:nvPr/>
              </p14:nvContentPartPr>
              <p14:xfrm>
                <a:off x="11978568" y="321984"/>
                <a:ext cx="6840" cy="154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DEC00CA-7912-A13B-41BF-615D927CBDF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1969928" y="312984"/>
                  <a:ext cx="244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3D008A4-EC99-E422-74B6-27BCC49091BE}"/>
                    </a:ext>
                  </a:extLst>
                </p14:cNvPr>
                <p14:cNvContentPartPr/>
                <p14:nvPr/>
              </p14:nvContentPartPr>
              <p14:xfrm>
                <a:off x="11996208" y="389664"/>
                <a:ext cx="182520" cy="2044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3D008A4-EC99-E422-74B6-27BCC49091B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1987568" y="380664"/>
                  <a:ext cx="200160" cy="22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44D4050D-F1B4-CF1E-61BE-14A01AAE4FCC}"/>
              </a:ext>
            </a:extLst>
          </p:cNvPr>
          <p:cNvGrpSpPr/>
          <p:nvPr/>
        </p:nvGrpSpPr>
        <p:grpSpPr>
          <a:xfrm>
            <a:off x="2801808" y="778104"/>
            <a:ext cx="1550160" cy="468720"/>
            <a:chOff x="2801808" y="778104"/>
            <a:chExt cx="1550160" cy="46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F798670-79D6-399B-79A9-769746D6C470}"/>
                    </a:ext>
                  </a:extLst>
                </p14:cNvPr>
                <p14:cNvContentPartPr/>
                <p14:nvPr/>
              </p14:nvContentPartPr>
              <p14:xfrm>
                <a:off x="2801808" y="778104"/>
                <a:ext cx="652680" cy="4687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F798670-79D6-399B-79A9-769746D6C47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792808" y="769464"/>
                  <a:ext cx="670320" cy="48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F3351DA-7F22-0598-DE75-9A5E3AD48F0E}"/>
                    </a:ext>
                  </a:extLst>
                </p14:cNvPr>
                <p14:cNvContentPartPr/>
                <p14:nvPr/>
              </p14:nvContentPartPr>
              <p14:xfrm>
                <a:off x="3503088" y="942984"/>
                <a:ext cx="221400" cy="1054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F3351DA-7F22-0598-DE75-9A5E3AD48F0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494088" y="934344"/>
                  <a:ext cx="23904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0BC8F21-0485-790D-6836-21ED6782663E}"/>
                    </a:ext>
                  </a:extLst>
                </p14:cNvPr>
                <p14:cNvContentPartPr/>
                <p14:nvPr/>
              </p14:nvContentPartPr>
              <p14:xfrm>
                <a:off x="3773808" y="858384"/>
                <a:ext cx="36720" cy="2257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0BC8F21-0485-790D-6836-21ED6782663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764808" y="849384"/>
                  <a:ext cx="5436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493D7E9-76B3-EEC1-24B4-1A64A4FC5CC5}"/>
                    </a:ext>
                  </a:extLst>
                </p14:cNvPr>
                <p14:cNvContentPartPr/>
                <p14:nvPr/>
              </p14:nvContentPartPr>
              <p14:xfrm>
                <a:off x="3850848" y="830664"/>
                <a:ext cx="155520" cy="1724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493D7E9-76B3-EEC1-24B4-1A64A4FC5CC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842208" y="821664"/>
                  <a:ext cx="17316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5DA9B8F-A6A2-0F87-9FE2-1315B28281F9}"/>
                    </a:ext>
                  </a:extLst>
                </p14:cNvPr>
                <p14:cNvContentPartPr/>
                <p14:nvPr/>
              </p14:nvContentPartPr>
              <p14:xfrm>
                <a:off x="4054968" y="933624"/>
                <a:ext cx="107640" cy="270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5DA9B8F-A6A2-0F87-9FE2-1315B28281F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046328" y="924984"/>
                  <a:ext cx="1252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CB48C1F-FD2F-E8CB-9455-87DE7B26C662}"/>
                    </a:ext>
                  </a:extLst>
                </p14:cNvPr>
                <p14:cNvContentPartPr/>
                <p14:nvPr/>
              </p14:nvContentPartPr>
              <p14:xfrm>
                <a:off x="3836088" y="852984"/>
                <a:ext cx="19080" cy="39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CB48C1F-FD2F-E8CB-9455-87DE7B26C66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827088" y="844344"/>
                  <a:ext cx="3672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689A8DB-B086-5462-76B5-02CDD021BE75}"/>
                    </a:ext>
                  </a:extLst>
                </p14:cNvPr>
                <p14:cNvContentPartPr/>
                <p14:nvPr/>
              </p14:nvContentPartPr>
              <p14:xfrm>
                <a:off x="4332168" y="1056384"/>
                <a:ext cx="19800" cy="68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689A8DB-B086-5462-76B5-02CDD021BE7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323168" y="1047384"/>
                  <a:ext cx="37440" cy="2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1513B778-CCDF-F587-694D-371497D28059}"/>
              </a:ext>
            </a:extLst>
          </p:cNvPr>
          <p:cNvGrpSpPr/>
          <p:nvPr/>
        </p:nvGrpSpPr>
        <p:grpSpPr>
          <a:xfrm>
            <a:off x="4501368" y="757584"/>
            <a:ext cx="964800" cy="370080"/>
            <a:chOff x="4501368" y="757584"/>
            <a:chExt cx="964800" cy="37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F1AB04E-6FE4-51DD-668E-B245D4282E49}"/>
                    </a:ext>
                  </a:extLst>
                </p14:cNvPr>
                <p14:cNvContentPartPr/>
                <p14:nvPr/>
              </p14:nvContentPartPr>
              <p14:xfrm>
                <a:off x="4502448" y="774144"/>
                <a:ext cx="154080" cy="3535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F1AB04E-6FE4-51DD-668E-B245D4282E4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493808" y="765144"/>
                  <a:ext cx="17172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B4E59DB-F813-F3CF-1126-0DB192BE9A48}"/>
                    </a:ext>
                  </a:extLst>
                </p14:cNvPr>
                <p14:cNvContentPartPr/>
                <p14:nvPr/>
              </p14:nvContentPartPr>
              <p14:xfrm>
                <a:off x="4501368" y="885384"/>
                <a:ext cx="339120" cy="1303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B4E59DB-F813-F3CF-1126-0DB192BE9A4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492728" y="876384"/>
                  <a:ext cx="35676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B0626FD-25D7-6C5C-1A36-97A7BE80E1BE}"/>
                    </a:ext>
                  </a:extLst>
                </p14:cNvPr>
                <p14:cNvContentPartPr/>
                <p14:nvPr/>
              </p14:nvContentPartPr>
              <p14:xfrm>
                <a:off x="4936608" y="757584"/>
                <a:ext cx="306360" cy="2210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B0626FD-25D7-6C5C-1A36-97A7BE80E1B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927968" y="748944"/>
                  <a:ext cx="32400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028936A-57E4-78D5-8837-AA19139A54DA}"/>
                    </a:ext>
                  </a:extLst>
                </p14:cNvPr>
                <p14:cNvContentPartPr/>
                <p14:nvPr/>
              </p14:nvContentPartPr>
              <p14:xfrm>
                <a:off x="5326128" y="900864"/>
                <a:ext cx="140040" cy="612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028936A-57E4-78D5-8837-AA19139A54D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317128" y="891864"/>
                  <a:ext cx="157680" cy="7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8925D4C8-EEF4-F3D8-5EF6-06005AA18B29}"/>
              </a:ext>
            </a:extLst>
          </p:cNvPr>
          <p:cNvGrpSpPr/>
          <p:nvPr/>
        </p:nvGrpSpPr>
        <p:grpSpPr>
          <a:xfrm>
            <a:off x="5837328" y="819864"/>
            <a:ext cx="1389600" cy="281520"/>
            <a:chOff x="5837328" y="819864"/>
            <a:chExt cx="1389600" cy="28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F9ABA3C-E12B-2C39-0590-DD0C452E39A2}"/>
                    </a:ext>
                  </a:extLst>
                </p14:cNvPr>
                <p14:cNvContentPartPr/>
                <p14:nvPr/>
              </p14:nvContentPartPr>
              <p14:xfrm>
                <a:off x="5837328" y="820584"/>
                <a:ext cx="227160" cy="2098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F9ABA3C-E12B-2C39-0590-DD0C452E39A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828328" y="811944"/>
                  <a:ext cx="24480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2935C91-C242-336F-3961-A71FEDEDD964}"/>
                    </a:ext>
                  </a:extLst>
                </p14:cNvPr>
                <p14:cNvContentPartPr/>
                <p14:nvPr/>
              </p14:nvContentPartPr>
              <p14:xfrm>
                <a:off x="6166008" y="915624"/>
                <a:ext cx="26640" cy="662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2935C91-C242-336F-3961-A71FEDEDD96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157368" y="906624"/>
                  <a:ext cx="4428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7BB77BA-E1D7-1917-FCD9-0BB9991ABBD6}"/>
                    </a:ext>
                  </a:extLst>
                </p14:cNvPr>
                <p14:cNvContentPartPr/>
                <p14:nvPr/>
              </p14:nvContentPartPr>
              <p14:xfrm>
                <a:off x="6299568" y="819864"/>
                <a:ext cx="175320" cy="1832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7BB77BA-E1D7-1917-FCD9-0BB9991ABBD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290928" y="810864"/>
                  <a:ext cx="19296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E2BF0EC-D04E-4C98-77AA-A0DF6CB2EAF3}"/>
                    </a:ext>
                  </a:extLst>
                </p14:cNvPr>
                <p14:cNvContentPartPr/>
                <p14:nvPr/>
              </p14:nvContentPartPr>
              <p14:xfrm>
                <a:off x="6548688" y="937584"/>
                <a:ext cx="103680" cy="360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E2BF0EC-D04E-4C98-77AA-A0DF6CB2EAF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539688" y="928944"/>
                  <a:ext cx="12132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E1057B0-04BC-3D04-FEC6-1EE7D7C39993}"/>
                    </a:ext>
                  </a:extLst>
                </p14:cNvPr>
                <p14:cNvContentPartPr/>
                <p14:nvPr/>
              </p14:nvContentPartPr>
              <p14:xfrm>
                <a:off x="6738408" y="962784"/>
                <a:ext cx="50040" cy="115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E1057B0-04BC-3D04-FEC6-1EE7D7C3999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729408" y="954144"/>
                  <a:ext cx="676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C576F0ED-0D89-CB9B-C6B4-1398FB8FF844}"/>
                    </a:ext>
                  </a:extLst>
                </p14:cNvPr>
                <p14:cNvContentPartPr/>
                <p14:nvPr/>
              </p14:nvContentPartPr>
              <p14:xfrm>
                <a:off x="6912648" y="918144"/>
                <a:ext cx="314280" cy="1832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C576F0ED-0D89-CB9B-C6B4-1398FB8FF84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903648" y="909144"/>
                  <a:ext cx="331920" cy="20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5F88BCD7-5681-9B65-F325-052FB81C7856}"/>
              </a:ext>
            </a:extLst>
          </p:cNvPr>
          <p:cNvGrpSpPr/>
          <p:nvPr/>
        </p:nvGrpSpPr>
        <p:grpSpPr>
          <a:xfrm>
            <a:off x="7658928" y="864144"/>
            <a:ext cx="1281240" cy="299160"/>
            <a:chOff x="7658928" y="864144"/>
            <a:chExt cx="1281240" cy="29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80D2AE2-E4C2-B7BD-0DBD-70EBF1EAF8B4}"/>
                    </a:ext>
                  </a:extLst>
                </p14:cNvPr>
                <p14:cNvContentPartPr/>
                <p14:nvPr/>
              </p14:nvContentPartPr>
              <p14:xfrm>
                <a:off x="7658928" y="867744"/>
                <a:ext cx="361800" cy="2955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80D2AE2-E4C2-B7BD-0DBD-70EBF1EAF8B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649928" y="858744"/>
                  <a:ext cx="37944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C60AE12-665F-0623-84D5-B29489F38682}"/>
                    </a:ext>
                  </a:extLst>
                </p14:cNvPr>
                <p14:cNvContentPartPr/>
                <p14:nvPr/>
              </p14:nvContentPartPr>
              <p14:xfrm>
                <a:off x="8020008" y="873504"/>
                <a:ext cx="153720" cy="2808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C60AE12-665F-0623-84D5-B29489F38682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011008" y="864504"/>
                  <a:ext cx="17136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1375611-1EC1-1C1A-B546-F2AEF2F789DB}"/>
                    </a:ext>
                  </a:extLst>
                </p14:cNvPr>
                <p14:cNvContentPartPr/>
                <p14:nvPr/>
              </p14:nvContentPartPr>
              <p14:xfrm>
                <a:off x="8240688" y="935424"/>
                <a:ext cx="115560" cy="925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1375611-1EC1-1C1A-B546-F2AEF2F789D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231688" y="926784"/>
                  <a:ext cx="1332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59AE81C-3B2C-B149-EC22-57DF320ED8AB}"/>
                    </a:ext>
                  </a:extLst>
                </p14:cNvPr>
                <p14:cNvContentPartPr/>
                <p14:nvPr/>
              </p14:nvContentPartPr>
              <p14:xfrm>
                <a:off x="8388288" y="957024"/>
                <a:ext cx="69120" cy="777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59AE81C-3B2C-B149-EC22-57DF320ED8A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379648" y="948024"/>
                  <a:ext cx="8676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6F30062-6103-F1DB-A13F-3E66E98427F2}"/>
                    </a:ext>
                  </a:extLst>
                </p14:cNvPr>
                <p14:cNvContentPartPr/>
                <p14:nvPr/>
              </p14:nvContentPartPr>
              <p14:xfrm>
                <a:off x="8560368" y="967104"/>
                <a:ext cx="59040" cy="500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6F30062-6103-F1DB-A13F-3E66E98427F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551368" y="958104"/>
                  <a:ext cx="7668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C6B4825-85B4-3F09-E106-3CBDCA46F1F4}"/>
                    </a:ext>
                  </a:extLst>
                </p14:cNvPr>
                <p14:cNvContentPartPr/>
                <p14:nvPr/>
              </p14:nvContentPartPr>
              <p14:xfrm>
                <a:off x="8733168" y="864144"/>
                <a:ext cx="207000" cy="1825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C6B4825-85B4-3F09-E106-3CBDCA46F1F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724168" y="855504"/>
                  <a:ext cx="224640" cy="200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033E5DA6-2CD3-C4E1-EB49-3BBF576F9B17}"/>
                  </a:ext>
                </a:extLst>
              </p14:cNvPr>
              <p14:cNvContentPartPr/>
              <p14:nvPr/>
            </p14:nvContentPartPr>
            <p14:xfrm>
              <a:off x="9365328" y="842184"/>
              <a:ext cx="2520" cy="756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033E5DA6-2CD3-C4E1-EB49-3BBF576F9B17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9356328" y="833544"/>
                <a:ext cx="20160" cy="25200"/>
              </a:xfrm>
              <a:prstGeom prst="rect">
                <a:avLst/>
              </a:prstGeom>
            </p:spPr>
          </p:pic>
        </mc:Fallback>
      </mc:AlternateContent>
      <p:grpSp>
        <p:nvGrpSpPr>
          <p:cNvPr id="86" name="Group 85">
            <a:extLst>
              <a:ext uri="{FF2B5EF4-FFF2-40B4-BE49-F238E27FC236}">
                <a16:creationId xmlns:a16="http://schemas.microsoft.com/office/drawing/2014/main" id="{2F43B2FB-ACD7-9B43-BE9D-D10DC724E5AD}"/>
              </a:ext>
            </a:extLst>
          </p:cNvPr>
          <p:cNvGrpSpPr/>
          <p:nvPr/>
        </p:nvGrpSpPr>
        <p:grpSpPr>
          <a:xfrm>
            <a:off x="9305208" y="948744"/>
            <a:ext cx="257400" cy="59040"/>
            <a:chOff x="9305208" y="948744"/>
            <a:chExt cx="257400" cy="5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385797E-2359-772F-7837-FCD59196073F}"/>
                    </a:ext>
                  </a:extLst>
                </p14:cNvPr>
                <p14:cNvContentPartPr/>
                <p14:nvPr/>
              </p14:nvContentPartPr>
              <p14:xfrm>
                <a:off x="9305208" y="967824"/>
                <a:ext cx="13320" cy="399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385797E-2359-772F-7837-FCD59196073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296208" y="958824"/>
                  <a:ext cx="309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E604B50-5718-006F-67BA-33F630AC897E}"/>
                    </a:ext>
                  </a:extLst>
                </p14:cNvPr>
                <p14:cNvContentPartPr/>
                <p14:nvPr/>
              </p14:nvContentPartPr>
              <p14:xfrm>
                <a:off x="9448848" y="948744"/>
                <a:ext cx="113760" cy="190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9E604B50-5718-006F-67BA-33F630AC897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439848" y="939744"/>
                  <a:ext cx="131400" cy="3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D198AE4A-C1BB-B3A9-E228-DFF5CAAC08B1}"/>
              </a:ext>
            </a:extLst>
          </p:cNvPr>
          <p:cNvGrpSpPr/>
          <p:nvPr/>
        </p:nvGrpSpPr>
        <p:grpSpPr>
          <a:xfrm>
            <a:off x="9939168" y="860544"/>
            <a:ext cx="1049400" cy="328320"/>
            <a:chOff x="9939168" y="860544"/>
            <a:chExt cx="1049400" cy="32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826058F-C02A-4778-C8A2-030428D0A01C}"/>
                    </a:ext>
                  </a:extLst>
                </p14:cNvPr>
                <p14:cNvContentPartPr/>
                <p14:nvPr/>
              </p14:nvContentPartPr>
              <p14:xfrm>
                <a:off x="9939168" y="860544"/>
                <a:ext cx="139320" cy="2728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826058F-C02A-4778-C8A2-030428D0A01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930528" y="851904"/>
                  <a:ext cx="15696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B31EB65-184C-FF97-B707-4DC0620FF9F7}"/>
                    </a:ext>
                  </a:extLst>
                </p14:cNvPr>
                <p14:cNvContentPartPr/>
                <p14:nvPr/>
              </p14:nvContentPartPr>
              <p14:xfrm>
                <a:off x="10208808" y="924984"/>
                <a:ext cx="198720" cy="532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B31EB65-184C-FF97-B707-4DC0620FF9F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199808" y="915984"/>
                  <a:ext cx="2163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C3598649-E4C6-4F20-5736-943B230A70F9}"/>
                    </a:ext>
                  </a:extLst>
                </p14:cNvPr>
                <p14:cNvContentPartPr/>
                <p14:nvPr/>
              </p14:nvContentPartPr>
              <p14:xfrm>
                <a:off x="10496808" y="941184"/>
                <a:ext cx="123840" cy="734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C3598649-E4C6-4F20-5736-943B230A70F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488168" y="932184"/>
                  <a:ext cx="1414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414C0A8-7685-E596-F939-D1341CA2BCEB}"/>
                    </a:ext>
                  </a:extLst>
                </p14:cNvPr>
                <p14:cNvContentPartPr/>
                <p14:nvPr/>
              </p14:nvContentPartPr>
              <p14:xfrm>
                <a:off x="10719288" y="931104"/>
                <a:ext cx="10440" cy="180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414C0A8-7685-E596-F939-D1341CA2BCE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710288" y="922464"/>
                  <a:ext cx="2808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25E4178-B555-C9CC-D6B4-96E259954D27}"/>
                    </a:ext>
                  </a:extLst>
                </p14:cNvPr>
                <p14:cNvContentPartPr/>
                <p14:nvPr/>
              </p14:nvContentPartPr>
              <p14:xfrm>
                <a:off x="10740528" y="983304"/>
                <a:ext cx="248040" cy="2055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25E4178-B555-C9CC-D6B4-96E259954D27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731888" y="974664"/>
                  <a:ext cx="265680" cy="22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C1765A98-BB65-D611-82BF-C6625E5FC962}"/>
              </a:ext>
            </a:extLst>
          </p:cNvPr>
          <p:cNvGrpSpPr/>
          <p:nvPr/>
        </p:nvGrpSpPr>
        <p:grpSpPr>
          <a:xfrm>
            <a:off x="2900088" y="1341144"/>
            <a:ext cx="333000" cy="338040"/>
            <a:chOff x="2900088" y="1341144"/>
            <a:chExt cx="333000" cy="33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F28E623-6709-F1CC-99C6-C0F38B05887B}"/>
                    </a:ext>
                  </a:extLst>
                </p14:cNvPr>
                <p14:cNvContentPartPr/>
                <p14:nvPr/>
              </p14:nvContentPartPr>
              <p14:xfrm>
                <a:off x="2900088" y="1341144"/>
                <a:ext cx="111240" cy="3380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F28E623-6709-F1CC-99C6-C0F38B05887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891448" y="1332144"/>
                  <a:ext cx="12888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2A24B09-3408-5E61-016C-55F195ECBB1B}"/>
                    </a:ext>
                  </a:extLst>
                </p14:cNvPr>
                <p14:cNvContentPartPr/>
                <p14:nvPr/>
              </p14:nvContentPartPr>
              <p14:xfrm>
                <a:off x="3085848" y="1370664"/>
                <a:ext cx="30240" cy="2818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2A24B09-3408-5E61-016C-55F195ECBB1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076848" y="1362024"/>
                  <a:ext cx="4788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C31F93C-4DB8-2E24-7804-2A6929B18B9A}"/>
                    </a:ext>
                  </a:extLst>
                </p14:cNvPr>
                <p14:cNvContentPartPr/>
                <p14:nvPr/>
              </p14:nvContentPartPr>
              <p14:xfrm>
                <a:off x="3061728" y="1536984"/>
                <a:ext cx="171360" cy="500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C31F93C-4DB8-2E24-7804-2A6929B18B9A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052728" y="1528344"/>
                  <a:ext cx="189000" cy="6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2B79B848-727A-53BC-1F04-C8982B1A7614}"/>
              </a:ext>
            </a:extLst>
          </p:cNvPr>
          <p:cNvGrpSpPr/>
          <p:nvPr/>
        </p:nvGrpSpPr>
        <p:grpSpPr>
          <a:xfrm>
            <a:off x="3544488" y="1461024"/>
            <a:ext cx="994320" cy="109080"/>
            <a:chOff x="3544488" y="1461024"/>
            <a:chExt cx="994320" cy="10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00C6CF9-55FA-787E-9FCA-B2C173890BF2}"/>
                    </a:ext>
                  </a:extLst>
                </p14:cNvPr>
                <p14:cNvContentPartPr/>
                <p14:nvPr/>
              </p14:nvContentPartPr>
              <p14:xfrm>
                <a:off x="3544488" y="1462104"/>
                <a:ext cx="278640" cy="1080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00C6CF9-55FA-787E-9FCA-B2C173890BF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535488" y="1453104"/>
                  <a:ext cx="29628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AD5CED6-5592-3946-3A33-E2AD2EB7DC26}"/>
                    </a:ext>
                  </a:extLst>
                </p14:cNvPr>
                <p14:cNvContentPartPr/>
                <p14:nvPr/>
              </p14:nvContentPartPr>
              <p14:xfrm>
                <a:off x="3885768" y="1461024"/>
                <a:ext cx="70200" cy="925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AD5CED6-5592-3946-3A33-E2AD2EB7DC2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876768" y="1452384"/>
                  <a:ext cx="878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E0C46AD-A23E-A09A-275E-E446B5CBE7B7}"/>
                    </a:ext>
                  </a:extLst>
                </p14:cNvPr>
                <p14:cNvContentPartPr/>
                <p14:nvPr/>
              </p14:nvContentPartPr>
              <p14:xfrm>
                <a:off x="4034448" y="1475424"/>
                <a:ext cx="93240" cy="802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E0C46AD-A23E-A09A-275E-E446B5CBE7B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025808" y="1466784"/>
                  <a:ext cx="11088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2784125-CEC9-9AF7-38A9-6D8B61E67E66}"/>
                    </a:ext>
                  </a:extLst>
                </p14:cNvPr>
                <p14:cNvContentPartPr/>
                <p14:nvPr/>
              </p14:nvContentPartPr>
              <p14:xfrm>
                <a:off x="4200048" y="1466424"/>
                <a:ext cx="338760" cy="874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2784125-CEC9-9AF7-38A9-6D8B61E67E6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191408" y="1457424"/>
                  <a:ext cx="356400" cy="10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67E9D154-722C-0B37-D432-2D9952B159E6}"/>
              </a:ext>
            </a:extLst>
          </p:cNvPr>
          <p:cNvGrpSpPr/>
          <p:nvPr/>
        </p:nvGrpSpPr>
        <p:grpSpPr>
          <a:xfrm>
            <a:off x="4872528" y="1297944"/>
            <a:ext cx="483480" cy="306720"/>
            <a:chOff x="4872528" y="1297944"/>
            <a:chExt cx="483480" cy="30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52D3AE2-A592-A205-696E-7E31AE5ACC05}"/>
                    </a:ext>
                  </a:extLst>
                </p14:cNvPr>
                <p14:cNvContentPartPr/>
                <p14:nvPr/>
              </p14:nvContentPartPr>
              <p14:xfrm>
                <a:off x="4922568" y="1374624"/>
                <a:ext cx="70200" cy="2300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52D3AE2-A592-A205-696E-7E31AE5ACC0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913568" y="1365984"/>
                  <a:ext cx="8784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C44E2D9-B1DD-BEAD-07C6-EDBEC33C442F}"/>
                    </a:ext>
                  </a:extLst>
                </p14:cNvPr>
                <p14:cNvContentPartPr/>
                <p14:nvPr/>
              </p14:nvContentPartPr>
              <p14:xfrm>
                <a:off x="4872528" y="1297944"/>
                <a:ext cx="483480" cy="2448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C44E2D9-B1DD-BEAD-07C6-EDBEC33C442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863888" y="1289304"/>
                  <a:ext cx="501120" cy="26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456ACC6F-F6F4-88BF-626D-4B50EBB3E89D}"/>
              </a:ext>
            </a:extLst>
          </p:cNvPr>
          <p:cNvGrpSpPr/>
          <p:nvPr/>
        </p:nvGrpSpPr>
        <p:grpSpPr>
          <a:xfrm>
            <a:off x="5742288" y="1407024"/>
            <a:ext cx="1450800" cy="231120"/>
            <a:chOff x="5742288" y="1407024"/>
            <a:chExt cx="1450800" cy="23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678D469-6432-C0A2-742D-35CFCE988A9A}"/>
                    </a:ext>
                  </a:extLst>
                </p14:cNvPr>
                <p14:cNvContentPartPr/>
                <p14:nvPr/>
              </p14:nvContentPartPr>
              <p14:xfrm>
                <a:off x="5742288" y="1407024"/>
                <a:ext cx="315000" cy="2311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678D469-6432-C0A2-742D-35CFCE988A9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733288" y="1398384"/>
                  <a:ext cx="3326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D2246CD-9275-C7D0-64B6-F0DEBAD08F6E}"/>
                    </a:ext>
                  </a:extLst>
                </p14:cNvPr>
                <p14:cNvContentPartPr/>
                <p14:nvPr/>
              </p14:nvContentPartPr>
              <p14:xfrm>
                <a:off x="6139008" y="1431144"/>
                <a:ext cx="88560" cy="381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D2246CD-9275-C7D0-64B6-F0DEBAD08F6E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130368" y="1422504"/>
                  <a:ext cx="1062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324E36A-D265-0768-A4CF-333026A8A83F}"/>
                    </a:ext>
                  </a:extLst>
                </p14:cNvPr>
                <p14:cNvContentPartPr/>
                <p14:nvPr/>
              </p14:nvContentPartPr>
              <p14:xfrm>
                <a:off x="6305328" y="1434384"/>
                <a:ext cx="154080" cy="525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B324E36A-D265-0768-A4CF-333026A8A83F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296688" y="1425744"/>
                  <a:ext cx="1717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B9FCBF0A-44EF-BCC4-055E-EB0D608F5DD8}"/>
                    </a:ext>
                  </a:extLst>
                </p14:cNvPr>
                <p14:cNvContentPartPr/>
                <p14:nvPr/>
              </p14:nvContentPartPr>
              <p14:xfrm>
                <a:off x="6541128" y="1448784"/>
                <a:ext cx="124200" cy="385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B9FCBF0A-44EF-BCC4-055E-EB0D608F5DD8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532128" y="1440144"/>
                  <a:ext cx="1418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00CBAFA-492C-4015-9C55-91ECDCD9EB2F}"/>
                    </a:ext>
                  </a:extLst>
                </p14:cNvPr>
                <p14:cNvContentPartPr/>
                <p14:nvPr/>
              </p14:nvContentPartPr>
              <p14:xfrm>
                <a:off x="6729048" y="1451664"/>
                <a:ext cx="216720" cy="583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00CBAFA-492C-4015-9C55-91ECDCD9EB2F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720408" y="1443024"/>
                  <a:ext cx="23436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2F521CBF-B7B8-9F0B-E998-F3A461041D8C}"/>
                    </a:ext>
                  </a:extLst>
                </p14:cNvPr>
                <p14:cNvContentPartPr/>
                <p14:nvPr/>
              </p14:nvContentPartPr>
              <p14:xfrm>
                <a:off x="6748128" y="1447344"/>
                <a:ext cx="444960" cy="774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2F521CBF-B7B8-9F0B-E998-F3A461041D8C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739488" y="1438344"/>
                  <a:ext cx="462600" cy="9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90C0F86A-7BBB-45F6-E881-3EFD2243E570}"/>
              </a:ext>
            </a:extLst>
          </p:cNvPr>
          <p:cNvGrpSpPr/>
          <p:nvPr/>
        </p:nvGrpSpPr>
        <p:grpSpPr>
          <a:xfrm>
            <a:off x="7558128" y="1359144"/>
            <a:ext cx="373320" cy="221040"/>
            <a:chOff x="7558128" y="1359144"/>
            <a:chExt cx="373320" cy="22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C7A42006-B1E7-8CE3-E71A-6296E806A0CA}"/>
                    </a:ext>
                  </a:extLst>
                </p14:cNvPr>
                <p14:cNvContentPartPr/>
                <p14:nvPr/>
              </p14:nvContentPartPr>
              <p14:xfrm>
                <a:off x="7681248" y="1359144"/>
                <a:ext cx="84240" cy="2210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C7A42006-B1E7-8CE3-E71A-6296E806A0C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672608" y="1350504"/>
                  <a:ext cx="10188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709A902-9A1C-7FBB-D0FF-CFAE59E29729}"/>
                    </a:ext>
                  </a:extLst>
                </p14:cNvPr>
                <p14:cNvContentPartPr/>
                <p14:nvPr/>
              </p14:nvContentPartPr>
              <p14:xfrm>
                <a:off x="7558128" y="1453824"/>
                <a:ext cx="373320" cy="622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709A902-9A1C-7FBB-D0FF-CFAE59E2972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549128" y="1445184"/>
                  <a:ext cx="390960" cy="79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DE76F357-C82E-1701-2A84-7A9A5A09F5A5}"/>
                  </a:ext>
                </a:extLst>
              </p14:cNvPr>
              <p14:cNvContentPartPr/>
              <p14:nvPr/>
            </p14:nvContentPartPr>
            <p14:xfrm>
              <a:off x="8255808" y="1330344"/>
              <a:ext cx="273240" cy="19764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DE76F357-C82E-1701-2A84-7A9A5A09F5A5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8247168" y="1321344"/>
                <a:ext cx="290880" cy="21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8" name="Group 117">
            <a:extLst>
              <a:ext uri="{FF2B5EF4-FFF2-40B4-BE49-F238E27FC236}">
                <a16:creationId xmlns:a16="http://schemas.microsoft.com/office/drawing/2014/main" id="{C87BBD0F-EE0E-3784-E224-C2BEB4BD9D7F}"/>
              </a:ext>
            </a:extLst>
          </p:cNvPr>
          <p:cNvGrpSpPr/>
          <p:nvPr/>
        </p:nvGrpSpPr>
        <p:grpSpPr>
          <a:xfrm>
            <a:off x="8842608" y="1312344"/>
            <a:ext cx="1079640" cy="388080"/>
            <a:chOff x="8842608" y="1312344"/>
            <a:chExt cx="1079640" cy="38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F1367B4-0740-E8EC-C912-5FB79148560F}"/>
                    </a:ext>
                  </a:extLst>
                </p14:cNvPr>
                <p14:cNvContentPartPr/>
                <p14:nvPr/>
              </p14:nvContentPartPr>
              <p14:xfrm>
                <a:off x="8842608" y="1381824"/>
                <a:ext cx="199800" cy="1206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F1367B4-0740-E8EC-C912-5FB79148560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833968" y="1373184"/>
                  <a:ext cx="21744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55C63E7-D4A5-D6CB-2B79-F5F8125B5353}"/>
                    </a:ext>
                  </a:extLst>
                </p14:cNvPr>
                <p14:cNvContentPartPr/>
                <p14:nvPr/>
              </p14:nvContentPartPr>
              <p14:xfrm>
                <a:off x="9076968" y="1312344"/>
                <a:ext cx="259920" cy="2095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455C63E7-D4A5-D6CB-2B79-F5F8125B535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067968" y="1303704"/>
                  <a:ext cx="27756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E7D03099-9DAA-0D92-8523-022520C2B2A0}"/>
                    </a:ext>
                  </a:extLst>
                </p14:cNvPr>
                <p14:cNvContentPartPr/>
                <p14:nvPr/>
              </p14:nvContentPartPr>
              <p14:xfrm>
                <a:off x="9393408" y="1428264"/>
                <a:ext cx="145440" cy="669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E7D03099-9DAA-0D92-8523-022520C2B2A0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384768" y="1419264"/>
                  <a:ext cx="1630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750B83C-1ECB-DD99-5B49-0E6518CA2396}"/>
                    </a:ext>
                  </a:extLst>
                </p14:cNvPr>
                <p14:cNvContentPartPr/>
                <p14:nvPr/>
              </p14:nvContentPartPr>
              <p14:xfrm>
                <a:off x="9593928" y="1380744"/>
                <a:ext cx="169200" cy="1386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750B83C-1ECB-DD99-5B49-0E6518CA2396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585288" y="1372104"/>
                  <a:ext cx="18684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A19A0D93-2AA8-B13B-2FF7-098A0A8650DF}"/>
                    </a:ext>
                  </a:extLst>
                </p14:cNvPr>
                <p14:cNvContentPartPr/>
                <p14:nvPr/>
              </p14:nvContentPartPr>
              <p14:xfrm>
                <a:off x="9766368" y="1470384"/>
                <a:ext cx="155880" cy="2300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A19A0D93-2AA8-B13B-2FF7-098A0A8650DF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757728" y="1461384"/>
                  <a:ext cx="173520" cy="24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3C4E2F68-51AE-9004-8D2D-A49984560031}"/>
              </a:ext>
            </a:extLst>
          </p:cNvPr>
          <p:cNvGrpSpPr/>
          <p:nvPr/>
        </p:nvGrpSpPr>
        <p:grpSpPr>
          <a:xfrm>
            <a:off x="10146528" y="1247544"/>
            <a:ext cx="1884600" cy="519120"/>
            <a:chOff x="10146528" y="1247544"/>
            <a:chExt cx="1884600" cy="51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EA34D90E-0655-02E8-9BEC-994B5B4D7EB8}"/>
                    </a:ext>
                  </a:extLst>
                </p14:cNvPr>
                <p14:cNvContentPartPr/>
                <p14:nvPr/>
              </p14:nvContentPartPr>
              <p14:xfrm>
                <a:off x="10146528" y="1448424"/>
                <a:ext cx="355680" cy="1018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EA34D90E-0655-02E8-9BEC-994B5B4D7EB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137528" y="1439424"/>
                  <a:ext cx="37332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C2F5A796-5AE1-E56E-7D0A-AB7E58AA6CB4}"/>
                    </a:ext>
                  </a:extLst>
                </p14:cNvPr>
                <p14:cNvContentPartPr/>
                <p14:nvPr/>
              </p14:nvContentPartPr>
              <p14:xfrm>
                <a:off x="10589328" y="1443744"/>
                <a:ext cx="85680" cy="788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C2F5A796-5AE1-E56E-7D0A-AB7E58AA6CB4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580688" y="1435104"/>
                  <a:ext cx="10332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54F8F4F9-ABA2-A85E-5322-178A713D493E}"/>
                    </a:ext>
                  </a:extLst>
                </p14:cNvPr>
                <p14:cNvContentPartPr/>
                <p14:nvPr/>
              </p14:nvContentPartPr>
              <p14:xfrm>
                <a:off x="10704528" y="1387224"/>
                <a:ext cx="532080" cy="1346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54F8F4F9-ABA2-A85E-5322-178A713D493E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695528" y="1378224"/>
                  <a:ext cx="5497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25639E0-63B7-F573-05BA-35B79ED8C892}"/>
                    </a:ext>
                  </a:extLst>
                </p14:cNvPr>
                <p14:cNvContentPartPr/>
                <p14:nvPr/>
              </p14:nvContentPartPr>
              <p14:xfrm>
                <a:off x="11396448" y="1247544"/>
                <a:ext cx="218160" cy="5191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25639E0-63B7-F573-05BA-35B79ED8C892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1387808" y="1238904"/>
                  <a:ext cx="235800" cy="53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6487AC6E-0373-9266-3CB8-463A1D80D396}"/>
                    </a:ext>
                  </a:extLst>
                </p14:cNvPr>
                <p14:cNvContentPartPr/>
                <p14:nvPr/>
              </p14:nvContentPartPr>
              <p14:xfrm>
                <a:off x="11478168" y="1493064"/>
                <a:ext cx="198360" cy="622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6487AC6E-0373-9266-3CB8-463A1D80D396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1469528" y="1484064"/>
                  <a:ext cx="2160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03F8444-A231-9E53-6A65-A5B2EE603A0C}"/>
                    </a:ext>
                  </a:extLst>
                </p14:cNvPr>
                <p14:cNvContentPartPr/>
                <p14:nvPr/>
              </p14:nvContentPartPr>
              <p14:xfrm>
                <a:off x="11721528" y="1496664"/>
                <a:ext cx="52920" cy="435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03F8444-A231-9E53-6A65-A5B2EE603A0C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1712528" y="1487664"/>
                  <a:ext cx="7056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FCA015F-B178-D229-DAA5-DE0CB5CC75B0}"/>
                    </a:ext>
                  </a:extLst>
                </p14:cNvPr>
                <p14:cNvContentPartPr/>
                <p14:nvPr/>
              </p14:nvContentPartPr>
              <p14:xfrm>
                <a:off x="11847528" y="1502424"/>
                <a:ext cx="183600" cy="432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FCA015F-B178-D229-DAA5-DE0CB5CC75B0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1838528" y="1493424"/>
                  <a:ext cx="201240" cy="60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F3F86690-CCF3-3103-1AD2-DA1E32085F64}"/>
                  </a:ext>
                </a:extLst>
              </p14:cNvPr>
              <p14:cNvContentPartPr/>
              <p14:nvPr/>
            </p14:nvContentPartPr>
            <p14:xfrm>
              <a:off x="3233088" y="1831464"/>
              <a:ext cx="336240" cy="34452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F3F86690-CCF3-3103-1AD2-DA1E32085F64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3224088" y="1822464"/>
                <a:ext cx="353880" cy="362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0" name="Group 199">
            <a:extLst>
              <a:ext uri="{FF2B5EF4-FFF2-40B4-BE49-F238E27FC236}">
                <a16:creationId xmlns:a16="http://schemas.microsoft.com/office/drawing/2014/main" id="{2C9FD4C3-E091-51AC-3678-0BD4204ADC54}"/>
              </a:ext>
            </a:extLst>
          </p:cNvPr>
          <p:cNvGrpSpPr/>
          <p:nvPr/>
        </p:nvGrpSpPr>
        <p:grpSpPr>
          <a:xfrm>
            <a:off x="3811248" y="1738584"/>
            <a:ext cx="1026360" cy="351000"/>
            <a:chOff x="3811248" y="1738584"/>
            <a:chExt cx="1026360" cy="35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A3E19A11-42A7-075E-6081-3EA200D45835}"/>
                    </a:ext>
                  </a:extLst>
                </p14:cNvPr>
                <p14:cNvContentPartPr/>
                <p14:nvPr/>
              </p14:nvContentPartPr>
              <p14:xfrm>
                <a:off x="3811248" y="1875024"/>
                <a:ext cx="136080" cy="16164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A3E19A11-42A7-075E-6081-3EA200D4583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802608" y="1866384"/>
                  <a:ext cx="1537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9BB41133-4334-8D6C-1195-03F4144EBA14}"/>
                    </a:ext>
                  </a:extLst>
                </p14:cNvPr>
                <p14:cNvContentPartPr/>
                <p14:nvPr/>
              </p14:nvContentPartPr>
              <p14:xfrm>
                <a:off x="4091688" y="1887624"/>
                <a:ext cx="134640" cy="12636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9BB41133-4334-8D6C-1195-03F4144EBA1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082688" y="1878984"/>
                  <a:ext cx="15228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4D0ABD87-3903-A83A-DA7D-425E47B09EE7}"/>
                    </a:ext>
                  </a:extLst>
                </p14:cNvPr>
                <p14:cNvContentPartPr/>
                <p14:nvPr/>
              </p14:nvContentPartPr>
              <p14:xfrm>
                <a:off x="4413168" y="1866744"/>
                <a:ext cx="14760" cy="14652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4D0ABD87-3903-A83A-DA7D-425E47B09EE7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404168" y="1857744"/>
                  <a:ext cx="3240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D90E6070-805A-C091-DFAF-6F78A5E6CB67}"/>
                    </a:ext>
                  </a:extLst>
                </p14:cNvPr>
                <p14:cNvContentPartPr/>
                <p14:nvPr/>
              </p14:nvContentPartPr>
              <p14:xfrm>
                <a:off x="4436568" y="1812384"/>
                <a:ext cx="129960" cy="421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D90E6070-805A-C091-DFAF-6F78A5E6CB6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427568" y="1803744"/>
                  <a:ext cx="14760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85D17CEC-1529-AEC6-3165-CBB49622B26C}"/>
                    </a:ext>
                  </a:extLst>
                </p14:cNvPr>
                <p14:cNvContentPartPr/>
                <p14:nvPr/>
              </p14:nvContentPartPr>
              <p14:xfrm>
                <a:off x="4463208" y="1889784"/>
                <a:ext cx="123840" cy="4680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85D17CEC-1529-AEC6-3165-CBB49622B26C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454208" y="1881144"/>
                  <a:ext cx="1414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5CF48960-5DDF-4B56-0014-DF07EA22FC83}"/>
                    </a:ext>
                  </a:extLst>
                </p14:cNvPr>
                <p14:cNvContentPartPr/>
                <p14:nvPr/>
              </p14:nvContentPartPr>
              <p14:xfrm>
                <a:off x="4641408" y="1738584"/>
                <a:ext cx="196200" cy="35100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5CF48960-5DDF-4B56-0014-DF07EA22FC83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632408" y="1729944"/>
                  <a:ext cx="213840" cy="36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2F9A63F5-F565-8207-5486-7BA1793E8780}"/>
              </a:ext>
            </a:extLst>
          </p:cNvPr>
          <p:cNvGrpSpPr/>
          <p:nvPr/>
        </p:nvGrpSpPr>
        <p:grpSpPr>
          <a:xfrm>
            <a:off x="2748168" y="2365344"/>
            <a:ext cx="441360" cy="305280"/>
            <a:chOff x="2748168" y="2365344"/>
            <a:chExt cx="441360" cy="30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EAD598B9-C0D5-347E-BF34-5CB89C9E026C}"/>
                    </a:ext>
                  </a:extLst>
                </p14:cNvPr>
                <p14:cNvContentPartPr/>
                <p14:nvPr/>
              </p14:nvContentPartPr>
              <p14:xfrm>
                <a:off x="2748168" y="2365344"/>
                <a:ext cx="425520" cy="30528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EAD598B9-C0D5-347E-BF34-5CB89C9E026C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739168" y="2356344"/>
                  <a:ext cx="44316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49D2F13B-8A1B-7CDA-B281-8C9E451C15EE}"/>
                    </a:ext>
                  </a:extLst>
                </p14:cNvPr>
                <p14:cNvContentPartPr/>
                <p14:nvPr/>
              </p14:nvContentPartPr>
              <p14:xfrm>
                <a:off x="2942928" y="2507544"/>
                <a:ext cx="246600" cy="7452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49D2F13B-8A1B-7CDA-B281-8C9E451C15EE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933928" y="2498544"/>
                  <a:ext cx="264240" cy="9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01892E0B-836A-4B46-7C21-1F1A3A493196}"/>
              </a:ext>
            </a:extLst>
          </p:cNvPr>
          <p:cNvGrpSpPr/>
          <p:nvPr/>
        </p:nvGrpSpPr>
        <p:grpSpPr>
          <a:xfrm>
            <a:off x="3502368" y="2445984"/>
            <a:ext cx="750960" cy="272880"/>
            <a:chOff x="3502368" y="2445984"/>
            <a:chExt cx="750960" cy="27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A96D4010-86E0-5CBB-DEFA-68A7C13C4ACD}"/>
                    </a:ext>
                  </a:extLst>
                </p14:cNvPr>
                <p14:cNvContentPartPr/>
                <p14:nvPr/>
              </p14:nvContentPartPr>
              <p14:xfrm>
                <a:off x="3502368" y="2501784"/>
                <a:ext cx="195120" cy="1317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A96D4010-86E0-5CBB-DEFA-68A7C13C4ACD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493728" y="2493144"/>
                  <a:ext cx="21276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728F803E-6AA2-CCF2-0492-429A704AFE53}"/>
                    </a:ext>
                  </a:extLst>
                </p14:cNvPr>
                <p14:cNvContentPartPr/>
                <p14:nvPr/>
              </p14:nvContentPartPr>
              <p14:xfrm>
                <a:off x="3857328" y="2445984"/>
                <a:ext cx="196560" cy="20484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728F803E-6AA2-CCF2-0492-429A704AFE53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848328" y="2436984"/>
                  <a:ext cx="21420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5D216129-CA54-6AC8-6072-BE029CC7C842}"/>
                    </a:ext>
                  </a:extLst>
                </p14:cNvPr>
                <p14:cNvContentPartPr/>
                <p14:nvPr/>
              </p14:nvContentPartPr>
              <p14:xfrm>
                <a:off x="3919608" y="2536704"/>
                <a:ext cx="153720" cy="4428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5D216129-CA54-6AC8-6072-BE029CC7C842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910608" y="2527704"/>
                  <a:ext cx="17136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3F4DFF40-446F-2040-BB4E-B4645AF45E00}"/>
                    </a:ext>
                  </a:extLst>
                </p14:cNvPr>
                <p14:cNvContentPartPr/>
                <p14:nvPr/>
              </p14:nvContentPartPr>
              <p14:xfrm>
                <a:off x="4152528" y="2464704"/>
                <a:ext cx="100800" cy="25416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3F4DFF40-446F-2040-BB4E-B4645AF45E00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143888" y="2455704"/>
                  <a:ext cx="118440" cy="27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C04C3DE4-E4D5-153E-B393-9D04390D8FE5}"/>
              </a:ext>
            </a:extLst>
          </p:cNvPr>
          <p:cNvGrpSpPr/>
          <p:nvPr/>
        </p:nvGrpSpPr>
        <p:grpSpPr>
          <a:xfrm>
            <a:off x="4705488" y="2511504"/>
            <a:ext cx="165960" cy="157680"/>
            <a:chOff x="4705488" y="2511504"/>
            <a:chExt cx="165960" cy="15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32E22977-79B2-A810-680D-168D2BC0C876}"/>
                    </a:ext>
                  </a:extLst>
                </p14:cNvPr>
                <p14:cNvContentPartPr/>
                <p14:nvPr/>
              </p14:nvContentPartPr>
              <p14:xfrm>
                <a:off x="4705488" y="2608344"/>
                <a:ext cx="165960" cy="6084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32E22977-79B2-A810-680D-168D2BC0C876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696488" y="2599704"/>
                  <a:ext cx="18360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44013D42-A061-6626-DF97-B8F5DF0A5ED4}"/>
                    </a:ext>
                  </a:extLst>
                </p14:cNvPr>
                <p14:cNvContentPartPr/>
                <p14:nvPr/>
              </p14:nvContentPartPr>
              <p14:xfrm>
                <a:off x="4760568" y="2511504"/>
                <a:ext cx="19080" cy="1620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44013D42-A061-6626-DF97-B8F5DF0A5ED4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751928" y="2502504"/>
                  <a:ext cx="36720" cy="3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9CC7A671-8056-FECB-9066-5E9B39FCB10D}"/>
              </a:ext>
            </a:extLst>
          </p:cNvPr>
          <p:cNvGrpSpPr/>
          <p:nvPr/>
        </p:nvGrpSpPr>
        <p:grpSpPr>
          <a:xfrm>
            <a:off x="5244768" y="2477664"/>
            <a:ext cx="294480" cy="201240"/>
            <a:chOff x="5244768" y="2477664"/>
            <a:chExt cx="294480" cy="20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3693AAF7-72BA-6DF3-CA1B-4C3453AA613A}"/>
                    </a:ext>
                  </a:extLst>
                </p14:cNvPr>
                <p14:cNvContentPartPr/>
                <p14:nvPr/>
              </p14:nvContentPartPr>
              <p14:xfrm>
                <a:off x="5244768" y="2587464"/>
                <a:ext cx="33120" cy="9144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3693AAF7-72BA-6DF3-CA1B-4C3453AA613A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235768" y="2578464"/>
                  <a:ext cx="507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BAA4F6AA-BB17-8788-83F6-90C258022389}"/>
                    </a:ext>
                  </a:extLst>
                </p14:cNvPr>
                <p14:cNvContentPartPr/>
                <p14:nvPr/>
              </p14:nvContentPartPr>
              <p14:xfrm>
                <a:off x="5276088" y="2477664"/>
                <a:ext cx="2520" cy="3024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BAA4F6AA-BB17-8788-83F6-90C258022389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267448" y="2469024"/>
                  <a:ext cx="201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33F54B36-3169-EDC2-264B-9F58CECC9435}"/>
                    </a:ext>
                  </a:extLst>
                </p14:cNvPr>
                <p14:cNvContentPartPr/>
                <p14:nvPr/>
              </p14:nvContentPartPr>
              <p14:xfrm>
                <a:off x="5398848" y="2577024"/>
                <a:ext cx="79200" cy="1800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33F54B36-3169-EDC2-264B-9F58CECC9435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389848" y="2568384"/>
                  <a:ext cx="9684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73066DA3-FC8D-3FE7-F785-7E191BAC074B}"/>
                    </a:ext>
                  </a:extLst>
                </p14:cNvPr>
                <p14:cNvContentPartPr/>
                <p14:nvPr/>
              </p14:nvContentPartPr>
              <p14:xfrm>
                <a:off x="5378328" y="2579904"/>
                <a:ext cx="160920" cy="7020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73066DA3-FC8D-3FE7-F785-7E191BAC074B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369688" y="2571264"/>
                  <a:ext cx="178560" cy="8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9FFDAA0F-48D8-BC39-0991-FF760C5ACA84}"/>
              </a:ext>
            </a:extLst>
          </p:cNvPr>
          <p:cNvGrpSpPr/>
          <p:nvPr/>
        </p:nvGrpSpPr>
        <p:grpSpPr>
          <a:xfrm>
            <a:off x="6062328" y="2460744"/>
            <a:ext cx="745920" cy="298080"/>
            <a:chOff x="6062328" y="2460744"/>
            <a:chExt cx="745920" cy="29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28085366-0249-B1F9-9C9F-1B3766BD53E0}"/>
                    </a:ext>
                  </a:extLst>
                </p14:cNvPr>
                <p14:cNvContentPartPr/>
                <p14:nvPr/>
              </p14:nvContentPartPr>
              <p14:xfrm>
                <a:off x="6062328" y="2524824"/>
                <a:ext cx="195840" cy="15696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28085366-0249-B1F9-9C9F-1B3766BD53E0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053688" y="2516184"/>
                  <a:ext cx="21348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F412FEE9-C7B7-ACAC-F735-B6EEEE0C6599}"/>
                    </a:ext>
                  </a:extLst>
                </p14:cNvPr>
                <p14:cNvContentPartPr/>
                <p14:nvPr/>
              </p14:nvContentPartPr>
              <p14:xfrm>
                <a:off x="6380928" y="2506104"/>
                <a:ext cx="208080" cy="15372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F412FEE9-C7B7-ACAC-F735-B6EEEE0C6599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372288" y="2497464"/>
                  <a:ext cx="2257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79581729-8A51-ACD1-CC5B-A97817A6BF40}"/>
                    </a:ext>
                  </a:extLst>
                </p14:cNvPr>
                <p14:cNvContentPartPr/>
                <p14:nvPr/>
              </p14:nvContentPartPr>
              <p14:xfrm>
                <a:off x="6680808" y="2460744"/>
                <a:ext cx="127440" cy="18252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79581729-8A51-ACD1-CC5B-A97817A6BF40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672168" y="2452104"/>
                  <a:ext cx="14508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ACE222B7-01D4-55C1-CEAF-C45FA4C47853}"/>
                    </a:ext>
                  </a:extLst>
                </p14:cNvPr>
                <p14:cNvContentPartPr/>
                <p14:nvPr/>
              </p14:nvContentPartPr>
              <p14:xfrm>
                <a:off x="6672888" y="2612664"/>
                <a:ext cx="73080" cy="1656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ACE222B7-01D4-55C1-CEAF-C45FA4C47853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663888" y="2604024"/>
                  <a:ext cx="907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9F06B9F9-FFDA-B31E-5D61-31F9D87C61F0}"/>
                    </a:ext>
                  </a:extLst>
                </p14:cNvPr>
                <p14:cNvContentPartPr/>
                <p14:nvPr/>
              </p14:nvContentPartPr>
              <p14:xfrm>
                <a:off x="6676128" y="2541744"/>
                <a:ext cx="38520" cy="21708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9F06B9F9-FFDA-B31E-5D61-31F9D87C61F0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667128" y="2533104"/>
                  <a:ext cx="5616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10837887-5379-6A59-AF58-3AE9927A2301}"/>
                    </a:ext>
                  </a:extLst>
                </p14:cNvPr>
                <p14:cNvContentPartPr/>
                <p14:nvPr/>
              </p14:nvContentPartPr>
              <p14:xfrm>
                <a:off x="6718968" y="2672424"/>
                <a:ext cx="83880" cy="2016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10837887-5379-6A59-AF58-3AE9927A2301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710328" y="2663424"/>
                  <a:ext cx="101520" cy="37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6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3B5755CF-533F-E279-8412-CED934840445}"/>
                  </a:ext>
                </a:extLst>
              </p14:cNvPr>
              <p14:cNvContentPartPr/>
              <p14:nvPr/>
            </p14:nvContentPartPr>
            <p14:xfrm>
              <a:off x="7328808" y="2489544"/>
              <a:ext cx="201960" cy="341280"/>
            </p14:xfrm>
          </p:contentPart>
        </mc:Choice>
        <mc:Fallback xmlns=""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3B5755CF-533F-E279-8412-CED934840445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7319808" y="2480544"/>
                <a:ext cx="219600" cy="35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F1D7D1DD-A995-DB5E-F44D-09BB208FA0B1}"/>
                  </a:ext>
                </a:extLst>
              </p14:cNvPr>
              <p14:cNvContentPartPr/>
              <p14:nvPr/>
            </p14:nvContentPartPr>
            <p14:xfrm>
              <a:off x="7364448" y="2354544"/>
              <a:ext cx="22320" cy="55440"/>
            </p14:xfrm>
          </p:contentPart>
        </mc:Choice>
        <mc:Fallback xmlns=""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F1D7D1DD-A995-DB5E-F44D-09BB208FA0B1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7355808" y="2345544"/>
                <a:ext cx="39960" cy="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CC55045B-2B67-D945-CA47-0BE45849ED10}"/>
                  </a:ext>
                </a:extLst>
              </p14:cNvPr>
              <p14:cNvContentPartPr/>
              <p14:nvPr/>
            </p14:nvContentPartPr>
            <p14:xfrm>
              <a:off x="7922088" y="2396664"/>
              <a:ext cx="392760" cy="216720"/>
            </p14:xfrm>
          </p:contentPart>
        </mc:Choice>
        <mc:Fallback xmlns=""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CC55045B-2B67-D945-CA47-0BE45849ED10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7913088" y="2388024"/>
                <a:ext cx="410400" cy="234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29" name="Group 228">
            <a:extLst>
              <a:ext uri="{FF2B5EF4-FFF2-40B4-BE49-F238E27FC236}">
                <a16:creationId xmlns:a16="http://schemas.microsoft.com/office/drawing/2014/main" id="{F43D58D9-97AC-4BA7-1ADA-E06108BAD36B}"/>
              </a:ext>
            </a:extLst>
          </p:cNvPr>
          <p:cNvGrpSpPr/>
          <p:nvPr/>
        </p:nvGrpSpPr>
        <p:grpSpPr>
          <a:xfrm>
            <a:off x="8789688" y="2317464"/>
            <a:ext cx="468720" cy="311040"/>
            <a:chOff x="8789688" y="2317464"/>
            <a:chExt cx="468720" cy="31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E27E6D09-5DEB-BFBA-98F4-596510F9644C}"/>
                    </a:ext>
                  </a:extLst>
                </p14:cNvPr>
                <p14:cNvContentPartPr/>
                <p14:nvPr/>
              </p14:nvContentPartPr>
              <p14:xfrm>
                <a:off x="8827488" y="2385144"/>
                <a:ext cx="49320" cy="24336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E27E6D09-5DEB-BFBA-98F4-596510F9644C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818488" y="2376144"/>
                  <a:ext cx="6696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A6944276-E9E1-B82E-09A1-88FF7255C8EB}"/>
                    </a:ext>
                  </a:extLst>
                </p14:cNvPr>
                <p14:cNvContentPartPr/>
                <p14:nvPr/>
              </p14:nvContentPartPr>
              <p14:xfrm>
                <a:off x="8789688" y="2317464"/>
                <a:ext cx="468720" cy="26064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A6944276-E9E1-B82E-09A1-88FF7255C8EB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780688" y="2308464"/>
                  <a:ext cx="486360" cy="27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31112CC9-01B6-AA34-07D8-AE363AEB59F9}"/>
              </a:ext>
            </a:extLst>
          </p:cNvPr>
          <p:cNvGrpSpPr/>
          <p:nvPr/>
        </p:nvGrpSpPr>
        <p:grpSpPr>
          <a:xfrm>
            <a:off x="9623808" y="2381904"/>
            <a:ext cx="765360" cy="185400"/>
            <a:chOff x="9623808" y="2381904"/>
            <a:chExt cx="765360" cy="18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9D1454EE-7F07-2B9C-412E-1E91C9508F71}"/>
                    </a:ext>
                  </a:extLst>
                </p14:cNvPr>
                <p14:cNvContentPartPr/>
                <p14:nvPr/>
              </p14:nvContentPartPr>
              <p14:xfrm>
                <a:off x="9623808" y="2410704"/>
                <a:ext cx="348120" cy="15660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9D1454EE-7F07-2B9C-412E-1E91C9508F71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615168" y="2401704"/>
                  <a:ext cx="3657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6AFFD5D3-0BEB-2CA4-E71A-773079B73B41}"/>
                    </a:ext>
                  </a:extLst>
                </p14:cNvPr>
                <p14:cNvContentPartPr/>
                <p14:nvPr/>
              </p14:nvContentPartPr>
              <p14:xfrm>
                <a:off x="10031688" y="2381904"/>
                <a:ext cx="357480" cy="16776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6AFFD5D3-0BEB-2CA4-E71A-773079B73B41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0022688" y="2373264"/>
                  <a:ext cx="375120" cy="185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0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8596A567-CE99-951B-9D68-826DB8F0BCF5}"/>
                  </a:ext>
                </a:extLst>
              </p14:cNvPr>
              <p14:cNvContentPartPr/>
              <p14:nvPr/>
            </p14:nvContentPartPr>
            <p14:xfrm>
              <a:off x="10860048" y="2418264"/>
              <a:ext cx="459000" cy="97200"/>
            </p14:xfrm>
          </p:contentPart>
        </mc:Choice>
        <mc:Fallback xmlns=""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8596A567-CE99-951B-9D68-826DB8F0BCF5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10851048" y="2409264"/>
                <a:ext cx="47664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2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642E4D98-1875-2BC0-519B-9930E14038F5}"/>
                  </a:ext>
                </a:extLst>
              </p14:cNvPr>
              <p14:cNvContentPartPr/>
              <p14:nvPr/>
            </p14:nvContentPartPr>
            <p14:xfrm>
              <a:off x="11585088" y="2390544"/>
              <a:ext cx="299160" cy="389160"/>
            </p14:xfrm>
          </p:contentPart>
        </mc:Choice>
        <mc:Fallback xmlns=""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642E4D98-1875-2BC0-519B-9930E14038F5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11576448" y="2381544"/>
                <a:ext cx="316800" cy="40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1D60767C-6D44-9834-503E-1420EFBD0123}"/>
                  </a:ext>
                </a:extLst>
              </p14:cNvPr>
              <p14:cNvContentPartPr/>
              <p14:nvPr/>
            </p14:nvContentPartPr>
            <p14:xfrm>
              <a:off x="3552048" y="2801664"/>
              <a:ext cx="695520" cy="507240"/>
            </p14:xfrm>
          </p:contentPart>
        </mc:Choice>
        <mc:Fallback xmlns=""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1D60767C-6D44-9834-503E-1420EFBD0123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3543408" y="2793024"/>
                <a:ext cx="713160" cy="524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45" name="Group 244">
            <a:extLst>
              <a:ext uri="{FF2B5EF4-FFF2-40B4-BE49-F238E27FC236}">
                <a16:creationId xmlns:a16="http://schemas.microsoft.com/office/drawing/2014/main" id="{36F357DE-D274-F9FC-D7E6-1BDD651CE3B6}"/>
              </a:ext>
            </a:extLst>
          </p:cNvPr>
          <p:cNvGrpSpPr/>
          <p:nvPr/>
        </p:nvGrpSpPr>
        <p:grpSpPr>
          <a:xfrm>
            <a:off x="4587048" y="2861064"/>
            <a:ext cx="607680" cy="232920"/>
            <a:chOff x="4587048" y="2861064"/>
            <a:chExt cx="607680" cy="23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2234C069-B145-38BD-4C00-D5BC83193556}"/>
                    </a:ext>
                  </a:extLst>
                </p14:cNvPr>
                <p14:cNvContentPartPr/>
                <p14:nvPr/>
              </p14:nvContentPartPr>
              <p14:xfrm>
                <a:off x="4784688" y="2861064"/>
                <a:ext cx="39960" cy="23292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2234C069-B145-38BD-4C00-D5BC83193556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776048" y="2852064"/>
                  <a:ext cx="5760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6761B463-697D-484A-BDDA-C827528D93FE}"/>
                    </a:ext>
                  </a:extLst>
                </p14:cNvPr>
                <p14:cNvContentPartPr/>
                <p14:nvPr/>
              </p14:nvContentPartPr>
              <p14:xfrm>
                <a:off x="4587048" y="2937024"/>
                <a:ext cx="607680" cy="8784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6761B463-697D-484A-BDDA-C827528D93FE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4578048" y="2928384"/>
                  <a:ext cx="625320" cy="10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02461EA2-801B-FBFA-FB65-085C094BF7E2}"/>
              </a:ext>
            </a:extLst>
          </p:cNvPr>
          <p:cNvGrpSpPr/>
          <p:nvPr/>
        </p:nvGrpSpPr>
        <p:grpSpPr>
          <a:xfrm>
            <a:off x="5453928" y="2810304"/>
            <a:ext cx="1048680" cy="467640"/>
            <a:chOff x="5453928" y="2810304"/>
            <a:chExt cx="1048680" cy="46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54D2643E-43FF-35B3-8EA8-FFB3045E4401}"/>
                    </a:ext>
                  </a:extLst>
                </p14:cNvPr>
                <p14:cNvContentPartPr/>
                <p14:nvPr/>
              </p14:nvContentPartPr>
              <p14:xfrm>
                <a:off x="5521608" y="2810304"/>
                <a:ext cx="272880" cy="46764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54D2643E-43FF-35B3-8EA8-FFB3045E4401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5512608" y="2801664"/>
                  <a:ext cx="290520" cy="48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3A2A78DD-AA68-7E88-A06C-771D2FA9CCDC}"/>
                    </a:ext>
                  </a:extLst>
                </p14:cNvPr>
                <p14:cNvContentPartPr/>
                <p14:nvPr/>
              </p14:nvContentPartPr>
              <p14:xfrm>
                <a:off x="5453928" y="2975184"/>
                <a:ext cx="439920" cy="12348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3A2A78DD-AA68-7E88-A06C-771D2FA9CCDC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5445288" y="2966544"/>
                  <a:ext cx="45756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841B29BC-EFD8-F363-5093-EE867AB93C26}"/>
                    </a:ext>
                  </a:extLst>
                </p14:cNvPr>
                <p14:cNvContentPartPr/>
                <p14:nvPr/>
              </p14:nvContentPartPr>
              <p14:xfrm>
                <a:off x="5968368" y="2993184"/>
                <a:ext cx="100080" cy="8928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841B29BC-EFD8-F363-5093-EE867AB93C26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5959368" y="2984544"/>
                  <a:ext cx="11772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6F6DD665-D8CF-20FF-0513-487383678CCF}"/>
                    </a:ext>
                  </a:extLst>
                </p14:cNvPr>
                <p14:cNvContentPartPr/>
                <p14:nvPr/>
              </p14:nvContentPartPr>
              <p14:xfrm>
                <a:off x="6068448" y="3003984"/>
                <a:ext cx="185760" cy="6516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6F6DD665-D8CF-20FF-0513-487383678CCF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6059808" y="2994984"/>
                  <a:ext cx="2034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D68E84E2-C4BA-98E1-4B6D-9F3712C92484}"/>
                    </a:ext>
                  </a:extLst>
                </p14:cNvPr>
                <p14:cNvContentPartPr/>
                <p14:nvPr/>
              </p14:nvContentPartPr>
              <p14:xfrm>
                <a:off x="6466608" y="3094704"/>
                <a:ext cx="14400" cy="2340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D68E84E2-C4BA-98E1-4B6D-9F3712C92484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6457608" y="3085704"/>
                  <a:ext cx="320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2941E8FD-9ABF-6462-34EC-D021E4E14F43}"/>
                    </a:ext>
                  </a:extLst>
                </p14:cNvPr>
                <p14:cNvContentPartPr/>
                <p14:nvPr/>
              </p14:nvContentPartPr>
              <p14:xfrm>
                <a:off x="6467688" y="2964384"/>
                <a:ext cx="34920" cy="1152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2941E8FD-9ABF-6462-34EC-D021E4E14F43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6458688" y="2955744"/>
                  <a:ext cx="52560" cy="2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10E595BC-3FC4-E8F2-8D05-A862C80B48D9}"/>
              </a:ext>
            </a:extLst>
          </p:cNvPr>
          <p:cNvGrpSpPr/>
          <p:nvPr/>
        </p:nvGrpSpPr>
        <p:grpSpPr>
          <a:xfrm>
            <a:off x="4270968" y="3382704"/>
            <a:ext cx="1150560" cy="314640"/>
            <a:chOff x="4270968" y="3382704"/>
            <a:chExt cx="1150560" cy="31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E677AB0F-06F0-2462-B597-94D9DC864424}"/>
                    </a:ext>
                  </a:extLst>
                </p14:cNvPr>
                <p14:cNvContentPartPr/>
                <p14:nvPr/>
              </p14:nvContentPartPr>
              <p14:xfrm>
                <a:off x="4270968" y="3382704"/>
                <a:ext cx="272880" cy="31464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E677AB0F-06F0-2462-B597-94D9DC864424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4261968" y="3374064"/>
                  <a:ext cx="29052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5879120E-8110-9825-88E4-751439E68782}"/>
                    </a:ext>
                  </a:extLst>
                </p14:cNvPr>
                <p14:cNvContentPartPr/>
                <p14:nvPr/>
              </p14:nvContentPartPr>
              <p14:xfrm>
                <a:off x="4367088" y="3565584"/>
                <a:ext cx="226080" cy="3852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5879120E-8110-9825-88E4-751439E68782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4358448" y="3556584"/>
                  <a:ext cx="2437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F45392B7-5351-598C-CAD5-D57D47A93A07}"/>
                    </a:ext>
                  </a:extLst>
                </p14:cNvPr>
                <p14:cNvContentPartPr/>
                <p14:nvPr/>
              </p14:nvContentPartPr>
              <p14:xfrm>
                <a:off x="4816728" y="3513744"/>
                <a:ext cx="604800" cy="15264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F45392B7-5351-598C-CAD5-D57D47A93A07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4807728" y="3505104"/>
                  <a:ext cx="622440" cy="170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8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2E5879B4-83FD-FE47-83EE-C12BB4188346}"/>
                  </a:ext>
                </a:extLst>
              </p14:cNvPr>
              <p14:cNvContentPartPr/>
              <p14:nvPr/>
            </p14:nvContentPartPr>
            <p14:xfrm>
              <a:off x="5607288" y="3416544"/>
              <a:ext cx="171000" cy="210960"/>
            </p14:xfrm>
          </p:contentPart>
        </mc:Choice>
        <mc:Fallback xmlns=""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2E5879B4-83FD-FE47-83EE-C12BB4188346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5598648" y="3407904"/>
                <a:ext cx="188640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0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3F73980D-2210-7E36-78E1-32F15A4410D3}"/>
                  </a:ext>
                </a:extLst>
              </p14:cNvPr>
              <p14:cNvContentPartPr/>
              <p14:nvPr/>
            </p14:nvContentPartPr>
            <p14:xfrm>
              <a:off x="6021648" y="3491784"/>
              <a:ext cx="233640" cy="181440"/>
            </p14:xfrm>
          </p:contentPart>
        </mc:Choice>
        <mc:Fallback xmlns=""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3F73980D-2210-7E36-78E1-32F15A4410D3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6013008" y="3482784"/>
                <a:ext cx="251280" cy="19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57" name="Group 256">
            <a:extLst>
              <a:ext uri="{FF2B5EF4-FFF2-40B4-BE49-F238E27FC236}">
                <a16:creationId xmlns:a16="http://schemas.microsoft.com/office/drawing/2014/main" id="{9E33078B-25D0-1340-AB6C-9439E6B293B4}"/>
              </a:ext>
            </a:extLst>
          </p:cNvPr>
          <p:cNvGrpSpPr/>
          <p:nvPr/>
        </p:nvGrpSpPr>
        <p:grpSpPr>
          <a:xfrm>
            <a:off x="4360968" y="3875184"/>
            <a:ext cx="340560" cy="261360"/>
            <a:chOff x="4360968" y="3875184"/>
            <a:chExt cx="340560" cy="26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90DCCB31-1009-9776-09C0-533063AB7E19}"/>
                    </a:ext>
                  </a:extLst>
                </p14:cNvPr>
                <p14:cNvContentPartPr/>
                <p14:nvPr/>
              </p14:nvContentPartPr>
              <p14:xfrm>
                <a:off x="4360968" y="3875184"/>
                <a:ext cx="223200" cy="26136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90DCCB31-1009-9776-09C0-533063AB7E19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4352328" y="3866544"/>
                  <a:ext cx="24084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0BA94D25-2FCB-FFA3-C8B6-138530F69160}"/>
                    </a:ext>
                  </a:extLst>
                </p14:cNvPr>
                <p14:cNvContentPartPr/>
                <p14:nvPr/>
              </p14:nvContentPartPr>
              <p14:xfrm>
                <a:off x="4392648" y="4021704"/>
                <a:ext cx="308880" cy="2772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0BA94D25-2FCB-FFA3-C8B6-138530F69160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4383648" y="4012704"/>
                  <a:ext cx="326520" cy="4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E885458A-2B50-186A-F5E3-369EA168D150}"/>
              </a:ext>
            </a:extLst>
          </p:cNvPr>
          <p:cNvGrpSpPr/>
          <p:nvPr/>
        </p:nvGrpSpPr>
        <p:grpSpPr>
          <a:xfrm>
            <a:off x="4991328" y="4046904"/>
            <a:ext cx="971640" cy="225000"/>
            <a:chOff x="4991328" y="4046904"/>
            <a:chExt cx="971640" cy="22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12E295DE-1B5D-0506-C887-1A076BB521F4}"/>
                    </a:ext>
                  </a:extLst>
                </p14:cNvPr>
                <p14:cNvContentPartPr/>
                <p14:nvPr/>
              </p14:nvContentPartPr>
              <p14:xfrm>
                <a:off x="4991328" y="4058784"/>
                <a:ext cx="374040" cy="7236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12E295DE-1B5D-0506-C887-1A076BB521F4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4982688" y="4050144"/>
                  <a:ext cx="39168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C1F67E75-2AF7-C606-AF30-40BC05353717}"/>
                    </a:ext>
                  </a:extLst>
                </p14:cNvPr>
                <p14:cNvContentPartPr/>
                <p14:nvPr/>
              </p14:nvContentPartPr>
              <p14:xfrm>
                <a:off x="5546448" y="4046904"/>
                <a:ext cx="237960" cy="9900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C1F67E75-2AF7-C606-AF30-40BC05353717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5537448" y="4038264"/>
                  <a:ext cx="2556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2D458409-DA9D-A3B0-89FB-B1E6A54B7939}"/>
                    </a:ext>
                  </a:extLst>
                </p14:cNvPr>
                <p14:cNvContentPartPr/>
                <p14:nvPr/>
              </p14:nvContentPartPr>
              <p14:xfrm>
                <a:off x="5899608" y="4139424"/>
                <a:ext cx="63360" cy="13248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2D458409-DA9D-A3B0-89FB-B1E6A54B7939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5890968" y="4130784"/>
                  <a:ext cx="81000" cy="150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2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B9E1B18C-8C6F-57CE-931C-0C206370BA7C}"/>
                  </a:ext>
                </a:extLst>
              </p14:cNvPr>
              <p14:cNvContentPartPr/>
              <p14:nvPr/>
            </p14:nvContentPartPr>
            <p14:xfrm>
              <a:off x="6283728" y="3839184"/>
              <a:ext cx="773640" cy="316440"/>
            </p14:xfrm>
          </p:contentPart>
        </mc:Choice>
        <mc:Fallback xmlns=""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B9E1B18C-8C6F-57CE-931C-0C206370BA7C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6274728" y="3830184"/>
                <a:ext cx="791280" cy="33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4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6CBB768E-B230-37E8-F645-82DC41A8922E}"/>
                  </a:ext>
                </a:extLst>
              </p14:cNvPr>
              <p14:cNvContentPartPr/>
              <p14:nvPr/>
            </p14:nvContentPartPr>
            <p14:xfrm>
              <a:off x="7486128" y="3975264"/>
              <a:ext cx="252720" cy="124200"/>
            </p14:xfrm>
          </p:contentPart>
        </mc:Choice>
        <mc:Fallback xmlns=""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6CBB768E-B230-37E8-F645-82DC41A8922E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7477128" y="3966624"/>
                <a:ext cx="270360" cy="14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6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9250D8AF-8608-7B4C-0E94-5BE6E9C26AE9}"/>
                  </a:ext>
                </a:extLst>
              </p14:cNvPr>
              <p14:cNvContentPartPr/>
              <p14:nvPr/>
            </p14:nvContentPartPr>
            <p14:xfrm>
              <a:off x="8059248" y="4004784"/>
              <a:ext cx="117360" cy="78480"/>
            </p14:xfrm>
          </p:contentPart>
        </mc:Choice>
        <mc:Fallback xmlns=""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9250D8AF-8608-7B4C-0E94-5BE6E9C26AE9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8050608" y="3995784"/>
                <a:ext cx="135000" cy="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8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5086C628-DDB1-653E-2097-21EFA71BB335}"/>
                  </a:ext>
                </a:extLst>
              </p14:cNvPr>
              <p14:cNvContentPartPr/>
              <p14:nvPr/>
            </p14:nvContentPartPr>
            <p14:xfrm>
              <a:off x="8137368" y="3886344"/>
              <a:ext cx="41040" cy="24840"/>
            </p14:xfrm>
          </p:contentPart>
        </mc:Choice>
        <mc:Fallback xmlns=""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5086C628-DDB1-653E-2097-21EFA71BB335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8128368" y="3877704"/>
                <a:ext cx="5868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0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0B330E40-9ECD-50CC-AA76-D5258B475009}"/>
                  </a:ext>
                </a:extLst>
              </p14:cNvPr>
              <p14:cNvContentPartPr/>
              <p14:nvPr/>
            </p14:nvContentPartPr>
            <p14:xfrm>
              <a:off x="8542368" y="3981744"/>
              <a:ext cx="91800" cy="56880"/>
            </p14:xfrm>
          </p:contentPart>
        </mc:Choice>
        <mc:Fallback xmlns=""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0B330E40-9ECD-50CC-AA76-D5258B475009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8533368" y="3973104"/>
                <a:ext cx="109440" cy="74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69" name="Group 268">
            <a:extLst>
              <a:ext uri="{FF2B5EF4-FFF2-40B4-BE49-F238E27FC236}">
                <a16:creationId xmlns:a16="http://schemas.microsoft.com/office/drawing/2014/main" id="{FB48C611-AB91-0078-3D5F-E2C7A4EA58A9}"/>
              </a:ext>
            </a:extLst>
          </p:cNvPr>
          <p:cNvGrpSpPr/>
          <p:nvPr/>
        </p:nvGrpSpPr>
        <p:grpSpPr>
          <a:xfrm>
            <a:off x="8946648" y="3880584"/>
            <a:ext cx="643680" cy="187200"/>
            <a:chOff x="8946648" y="3880584"/>
            <a:chExt cx="643680" cy="18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BC241CC3-D89D-0313-9B17-28A24718C272}"/>
                    </a:ext>
                  </a:extLst>
                </p14:cNvPr>
                <p14:cNvContentPartPr/>
                <p14:nvPr/>
              </p14:nvContentPartPr>
              <p14:xfrm>
                <a:off x="8946648" y="3951144"/>
                <a:ext cx="337320" cy="10764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BC241CC3-D89D-0313-9B17-28A24718C272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8937648" y="3942504"/>
                  <a:ext cx="35496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2521323D-98FB-2AAC-5E05-291671A31E6F}"/>
                    </a:ext>
                  </a:extLst>
                </p14:cNvPr>
                <p14:cNvContentPartPr/>
                <p14:nvPr/>
              </p14:nvContentPartPr>
              <p14:xfrm>
                <a:off x="9324288" y="3993624"/>
                <a:ext cx="123120" cy="5472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2521323D-98FB-2AAC-5E05-291671A31E6F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9315648" y="3984984"/>
                  <a:ext cx="14076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9F94C34D-A14D-4ED7-DC85-78501338A19A}"/>
                    </a:ext>
                  </a:extLst>
                </p14:cNvPr>
                <p14:cNvContentPartPr/>
                <p14:nvPr/>
              </p14:nvContentPartPr>
              <p14:xfrm>
                <a:off x="9493128" y="3880584"/>
                <a:ext cx="97200" cy="18720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9F94C34D-A14D-4ED7-DC85-78501338A19A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9484128" y="3871944"/>
                  <a:ext cx="114840" cy="20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8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984E3CF7-7A00-928C-5325-2DAD71EE7CD3}"/>
                  </a:ext>
                </a:extLst>
              </p14:cNvPr>
              <p14:cNvContentPartPr/>
              <p14:nvPr/>
            </p14:nvContentPartPr>
            <p14:xfrm>
              <a:off x="9843768" y="4103784"/>
              <a:ext cx="9720" cy="4680"/>
            </p14:xfrm>
          </p:contentPart>
        </mc:Choice>
        <mc:Fallback xmlns=""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984E3CF7-7A00-928C-5325-2DAD71EE7CD3}"/>
                  </a:ext>
                </a:extLst>
              </p:cNvPr>
              <p:cNvPicPr/>
              <p:nvPr/>
            </p:nvPicPr>
            <p:blipFill>
              <a:blip r:embed="rId329"/>
              <a:stretch>
                <a:fillRect/>
              </a:stretch>
            </p:blipFill>
            <p:spPr>
              <a:xfrm>
                <a:off x="9834768" y="4094784"/>
                <a:ext cx="27360" cy="2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89" name="Group 288">
            <a:extLst>
              <a:ext uri="{FF2B5EF4-FFF2-40B4-BE49-F238E27FC236}">
                <a16:creationId xmlns:a16="http://schemas.microsoft.com/office/drawing/2014/main" id="{685C1055-79E3-1F9C-BC57-97E8C5E984A0}"/>
              </a:ext>
            </a:extLst>
          </p:cNvPr>
          <p:cNvGrpSpPr/>
          <p:nvPr/>
        </p:nvGrpSpPr>
        <p:grpSpPr>
          <a:xfrm>
            <a:off x="1378728" y="4621464"/>
            <a:ext cx="1955880" cy="273240"/>
            <a:chOff x="1378728" y="4621464"/>
            <a:chExt cx="1955880" cy="27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DE17F785-0027-8D27-C4E9-BC09AB24FBDD}"/>
                    </a:ext>
                  </a:extLst>
                </p14:cNvPr>
                <p14:cNvContentPartPr/>
                <p14:nvPr/>
              </p14:nvContentPartPr>
              <p14:xfrm>
                <a:off x="1378728" y="4621464"/>
                <a:ext cx="312480" cy="27324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DE17F785-0027-8D27-C4E9-BC09AB24FBDD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370088" y="4612464"/>
                  <a:ext cx="33012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83A260F0-FE45-C5CB-30DC-0E4A83623053}"/>
                    </a:ext>
                  </a:extLst>
                </p14:cNvPr>
                <p14:cNvContentPartPr/>
                <p14:nvPr/>
              </p14:nvContentPartPr>
              <p14:xfrm>
                <a:off x="1502928" y="4743144"/>
                <a:ext cx="281160" cy="6264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83A260F0-FE45-C5CB-30DC-0E4A83623053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494288" y="4734144"/>
                  <a:ext cx="29880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AFD31B4C-D4AA-A37A-D48A-42E11DCD2B64}"/>
                    </a:ext>
                  </a:extLst>
                </p14:cNvPr>
                <p14:cNvContentPartPr/>
                <p14:nvPr/>
              </p14:nvContentPartPr>
              <p14:xfrm>
                <a:off x="1974528" y="4756824"/>
                <a:ext cx="284040" cy="12924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AFD31B4C-D4AA-A37A-D48A-42E11DCD2B64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965528" y="4747824"/>
                  <a:ext cx="3016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A00F6F00-F4EC-8CE8-3F6B-3717DBFBE911}"/>
                    </a:ext>
                  </a:extLst>
                </p14:cNvPr>
                <p14:cNvContentPartPr/>
                <p14:nvPr/>
              </p14:nvContentPartPr>
              <p14:xfrm>
                <a:off x="2324448" y="4787424"/>
                <a:ext cx="88560" cy="6588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A00F6F00-F4EC-8CE8-3F6B-3717DBFBE911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2315808" y="4778424"/>
                  <a:ext cx="1062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E0EB6767-9211-FA4C-6E16-5C9F6F5E0656}"/>
                    </a:ext>
                  </a:extLst>
                </p14:cNvPr>
                <p14:cNvContentPartPr/>
                <p14:nvPr/>
              </p14:nvContentPartPr>
              <p14:xfrm>
                <a:off x="2494008" y="4822344"/>
                <a:ext cx="84960" cy="1584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E0EB6767-9211-FA4C-6E16-5C9F6F5E0656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2485008" y="4813704"/>
                  <a:ext cx="1026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1457FB5E-98CD-4AE7-C2F0-750FB882997B}"/>
                    </a:ext>
                  </a:extLst>
                </p14:cNvPr>
                <p14:cNvContentPartPr/>
                <p14:nvPr/>
              </p14:nvContentPartPr>
              <p14:xfrm>
                <a:off x="2562408" y="4718664"/>
                <a:ext cx="171360" cy="15912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1457FB5E-98CD-4AE7-C2F0-750FB882997B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2553408" y="4710024"/>
                  <a:ext cx="1890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E740C25B-25B3-E30A-2CB2-F9D2B474EEF1}"/>
                    </a:ext>
                  </a:extLst>
                </p14:cNvPr>
                <p14:cNvContentPartPr/>
                <p14:nvPr/>
              </p14:nvContentPartPr>
              <p14:xfrm>
                <a:off x="2722248" y="4791744"/>
                <a:ext cx="190800" cy="6804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E740C25B-25B3-E30A-2CB2-F9D2B474EEF1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2713248" y="4782744"/>
                  <a:ext cx="2084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B3452349-9204-9CFE-A170-C9E1E2258A69}"/>
                    </a:ext>
                  </a:extLst>
                </p14:cNvPr>
                <p14:cNvContentPartPr/>
                <p14:nvPr/>
              </p14:nvContentPartPr>
              <p14:xfrm>
                <a:off x="2964528" y="4811904"/>
                <a:ext cx="85320" cy="2160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B3452349-9204-9CFE-A170-C9E1E2258A69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2955528" y="4802904"/>
                  <a:ext cx="1029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C318C171-76AD-532F-C0E5-2E8A7C16A2F7}"/>
                    </a:ext>
                  </a:extLst>
                </p14:cNvPr>
                <p14:cNvContentPartPr/>
                <p14:nvPr/>
              </p14:nvContentPartPr>
              <p14:xfrm>
                <a:off x="3084768" y="4780584"/>
                <a:ext cx="4320" cy="1620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C318C171-76AD-532F-C0E5-2E8A7C16A2F7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3075768" y="4771584"/>
                  <a:ext cx="219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64F7981F-8476-F6FD-49E6-07B95F458DC4}"/>
                    </a:ext>
                  </a:extLst>
                </p14:cNvPr>
                <p14:cNvContentPartPr/>
                <p14:nvPr/>
              </p14:nvContentPartPr>
              <p14:xfrm>
                <a:off x="3126528" y="4695264"/>
                <a:ext cx="208080" cy="17712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64F7981F-8476-F6FD-49E6-07B95F458DC4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3117528" y="4686624"/>
                  <a:ext cx="225720" cy="19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6" name="Group 295">
            <a:extLst>
              <a:ext uri="{FF2B5EF4-FFF2-40B4-BE49-F238E27FC236}">
                <a16:creationId xmlns:a16="http://schemas.microsoft.com/office/drawing/2014/main" id="{4B52F0D7-F213-38C4-3136-AC3673291A6F}"/>
              </a:ext>
            </a:extLst>
          </p:cNvPr>
          <p:cNvGrpSpPr/>
          <p:nvPr/>
        </p:nvGrpSpPr>
        <p:grpSpPr>
          <a:xfrm>
            <a:off x="3565728" y="4684104"/>
            <a:ext cx="625680" cy="178920"/>
            <a:chOff x="3565728" y="4684104"/>
            <a:chExt cx="625680" cy="17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3184B013-30D3-43BD-15DF-FFE0E1D8C893}"/>
                    </a:ext>
                  </a:extLst>
                </p14:cNvPr>
                <p14:cNvContentPartPr/>
                <p14:nvPr/>
              </p14:nvContentPartPr>
              <p14:xfrm>
                <a:off x="3565728" y="4798584"/>
                <a:ext cx="90000" cy="5184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3184B013-30D3-43BD-15DF-FFE0E1D8C893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3556728" y="4789584"/>
                  <a:ext cx="10764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B2EC4A61-45C0-5956-6E17-6B33945BB3C5}"/>
                    </a:ext>
                  </a:extLst>
                </p14:cNvPr>
                <p14:cNvContentPartPr/>
                <p14:nvPr/>
              </p14:nvContentPartPr>
              <p14:xfrm>
                <a:off x="3623328" y="4693464"/>
                <a:ext cx="13320" cy="900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B2EC4A61-45C0-5956-6E17-6B33945BB3C5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3614328" y="4684464"/>
                  <a:ext cx="3096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2E8A1AB1-AC9D-0BBB-49C0-C57B085A89B8}"/>
                    </a:ext>
                  </a:extLst>
                </p14:cNvPr>
                <p14:cNvContentPartPr/>
                <p14:nvPr/>
              </p14:nvContentPartPr>
              <p14:xfrm>
                <a:off x="3821688" y="4748544"/>
                <a:ext cx="90360" cy="11376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2E8A1AB1-AC9D-0BBB-49C0-C57B085A89B8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3812688" y="4739544"/>
                  <a:ext cx="10800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8BA5CE09-ABD0-DE86-DA8F-97E2B3A46D7B}"/>
                    </a:ext>
                  </a:extLst>
                </p14:cNvPr>
                <p14:cNvContentPartPr/>
                <p14:nvPr/>
              </p14:nvContentPartPr>
              <p14:xfrm>
                <a:off x="3967128" y="4684104"/>
                <a:ext cx="21960" cy="17892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8BA5CE09-ABD0-DE86-DA8F-97E2B3A46D7B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3958128" y="4675104"/>
                  <a:ext cx="3960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5D83EAF5-DE0B-DF87-F12E-44431F50B334}"/>
                    </a:ext>
                  </a:extLst>
                </p14:cNvPr>
                <p14:cNvContentPartPr/>
                <p14:nvPr/>
              </p14:nvContentPartPr>
              <p14:xfrm>
                <a:off x="3954168" y="4808304"/>
                <a:ext cx="96120" cy="2736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5D83EAF5-DE0B-DF87-F12E-44431F50B334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3945528" y="4799304"/>
                  <a:ext cx="11376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A6129067-4B63-ECD0-C412-A9ECBC9DD03C}"/>
                    </a:ext>
                  </a:extLst>
                </p14:cNvPr>
                <p14:cNvContentPartPr/>
                <p14:nvPr/>
              </p14:nvContentPartPr>
              <p14:xfrm>
                <a:off x="4087728" y="4810104"/>
                <a:ext cx="103680" cy="3492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A6129067-4B63-ECD0-C412-A9ECBC9DD03C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4079088" y="4801464"/>
                  <a:ext cx="121320" cy="5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1" name="Group 310">
            <a:extLst>
              <a:ext uri="{FF2B5EF4-FFF2-40B4-BE49-F238E27FC236}">
                <a16:creationId xmlns:a16="http://schemas.microsoft.com/office/drawing/2014/main" id="{06B28A57-B0AB-F232-7D5C-83876DE392F2}"/>
              </a:ext>
            </a:extLst>
          </p:cNvPr>
          <p:cNvGrpSpPr/>
          <p:nvPr/>
        </p:nvGrpSpPr>
        <p:grpSpPr>
          <a:xfrm>
            <a:off x="4381848" y="4740624"/>
            <a:ext cx="198000" cy="154080"/>
            <a:chOff x="4381848" y="4740624"/>
            <a:chExt cx="198000" cy="15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CF342B30-0654-65D8-39FF-64D0B05D221B}"/>
                    </a:ext>
                  </a:extLst>
                </p14:cNvPr>
                <p14:cNvContentPartPr/>
                <p14:nvPr/>
              </p14:nvContentPartPr>
              <p14:xfrm>
                <a:off x="4381848" y="4811904"/>
                <a:ext cx="37800" cy="8280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CF342B30-0654-65D8-39FF-64D0B05D221B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4372848" y="4802904"/>
                  <a:ext cx="554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65C72EED-E7C0-BD73-60B4-D357187FD0CA}"/>
                    </a:ext>
                  </a:extLst>
                </p14:cNvPr>
                <p14:cNvContentPartPr/>
                <p14:nvPr/>
              </p14:nvContentPartPr>
              <p14:xfrm>
                <a:off x="4413168" y="4740624"/>
                <a:ext cx="12600" cy="1440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65C72EED-E7C0-BD73-60B4-D357187FD0CA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4404168" y="4731624"/>
                  <a:ext cx="302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979561CC-4A0B-E169-4E5F-94B2B758B0F2}"/>
                    </a:ext>
                  </a:extLst>
                </p14:cNvPr>
                <p14:cNvContentPartPr/>
                <p14:nvPr/>
              </p14:nvContentPartPr>
              <p14:xfrm>
                <a:off x="4499208" y="4837104"/>
                <a:ext cx="80640" cy="2808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979561CC-4A0B-E169-4E5F-94B2B758B0F2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4490568" y="4828104"/>
                  <a:ext cx="98280" cy="4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A6DF936E-16E8-F0C2-032D-A99A472BE5FF}"/>
              </a:ext>
            </a:extLst>
          </p:cNvPr>
          <p:cNvGrpSpPr/>
          <p:nvPr/>
        </p:nvGrpSpPr>
        <p:grpSpPr>
          <a:xfrm>
            <a:off x="4858848" y="4710384"/>
            <a:ext cx="223200" cy="185040"/>
            <a:chOff x="4858848" y="4710384"/>
            <a:chExt cx="223200" cy="18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A18BA1CE-750E-4820-4819-B5B97A62FA86}"/>
                    </a:ext>
                  </a:extLst>
                </p14:cNvPr>
                <p14:cNvContentPartPr/>
                <p14:nvPr/>
              </p14:nvContentPartPr>
              <p14:xfrm>
                <a:off x="4858848" y="4729824"/>
                <a:ext cx="55800" cy="16560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A18BA1CE-750E-4820-4819-B5B97A62FA86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4849848" y="4720824"/>
                  <a:ext cx="734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297A03F6-A971-F655-D12E-A368DE305FFA}"/>
                    </a:ext>
                  </a:extLst>
                </p14:cNvPr>
                <p14:cNvContentPartPr/>
                <p14:nvPr/>
              </p14:nvContentPartPr>
              <p14:xfrm>
                <a:off x="4861008" y="4710384"/>
                <a:ext cx="221040" cy="17568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297A03F6-A971-F655-D12E-A368DE305FFA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4852008" y="4701384"/>
                  <a:ext cx="238680" cy="19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9" name="Group 308">
            <a:extLst>
              <a:ext uri="{FF2B5EF4-FFF2-40B4-BE49-F238E27FC236}">
                <a16:creationId xmlns:a16="http://schemas.microsoft.com/office/drawing/2014/main" id="{7C1964DD-2463-C161-60DA-0F671B72C9ED}"/>
              </a:ext>
            </a:extLst>
          </p:cNvPr>
          <p:cNvGrpSpPr/>
          <p:nvPr/>
        </p:nvGrpSpPr>
        <p:grpSpPr>
          <a:xfrm>
            <a:off x="5781528" y="4682304"/>
            <a:ext cx="1173600" cy="417240"/>
            <a:chOff x="5781528" y="4682304"/>
            <a:chExt cx="1173600" cy="41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F420E6B1-343B-269F-686C-0A5372E0EAAB}"/>
                    </a:ext>
                  </a:extLst>
                </p14:cNvPr>
                <p14:cNvContentPartPr/>
                <p14:nvPr/>
              </p14:nvContentPartPr>
              <p14:xfrm>
                <a:off x="5781528" y="4748184"/>
                <a:ext cx="233280" cy="27864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F420E6B1-343B-269F-686C-0A5372E0EAAB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5772528" y="4739544"/>
                  <a:ext cx="25092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54E858C1-1EB9-E5CD-27F2-761901D505A6}"/>
                    </a:ext>
                  </a:extLst>
                </p14:cNvPr>
                <p14:cNvContentPartPr/>
                <p14:nvPr/>
              </p14:nvContentPartPr>
              <p14:xfrm>
                <a:off x="5836608" y="4700664"/>
                <a:ext cx="272880" cy="8136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54E858C1-1EB9-E5CD-27F2-761901D505A6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5827608" y="4691664"/>
                  <a:ext cx="29052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CDBBB13B-CDCD-67F9-540B-AFACBE5CB479}"/>
                    </a:ext>
                  </a:extLst>
                </p14:cNvPr>
                <p14:cNvContentPartPr/>
                <p14:nvPr/>
              </p14:nvContentPartPr>
              <p14:xfrm>
                <a:off x="6143328" y="4746384"/>
                <a:ext cx="101880" cy="16704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CDBBB13B-CDCD-67F9-540B-AFACBE5CB479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6134688" y="4737744"/>
                  <a:ext cx="1195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3699962F-9870-7178-3902-CE216DACDFCF}"/>
                    </a:ext>
                  </a:extLst>
                </p14:cNvPr>
                <p14:cNvContentPartPr/>
                <p14:nvPr/>
              </p14:nvContentPartPr>
              <p14:xfrm>
                <a:off x="6305688" y="4882104"/>
                <a:ext cx="78480" cy="16956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3699962F-9870-7178-3902-CE216DACDFCF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6297048" y="4873104"/>
                  <a:ext cx="9612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190BE356-C01E-5D7D-0B65-5174D027AE29}"/>
                    </a:ext>
                  </a:extLst>
                </p14:cNvPr>
                <p14:cNvContentPartPr/>
                <p14:nvPr/>
              </p14:nvContentPartPr>
              <p14:xfrm>
                <a:off x="6591528" y="4851504"/>
                <a:ext cx="78840" cy="19620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190BE356-C01E-5D7D-0B65-5174D027AE29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6582528" y="4842864"/>
                  <a:ext cx="9648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9B212875-7865-33BD-DE55-3A879DEB45CE}"/>
                    </a:ext>
                  </a:extLst>
                </p14:cNvPr>
                <p14:cNvContentPartPr/>
                <p14:nvPr/>
              </p14:nvContentPartPr>
              <p14:xfrm>
                <a:off x="6650208" y="4726584"/>
                <a:ext cx="5760" cy="2448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9B212875-7865-33BD-DE55-3A879DEB45C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641568" y="4717584"/>
                  <a:ext cx="2340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FE0DBF2B-AE89-CCF8-60B1-05882DB8BDC3}"/>
                    </a:ext>
                  </a:extLst>
                </p14:cNvPr>
                <p14:cNvContentPartPr/>
                <p14:nvPr/>
              </p14:nvContentPartPr>
              <p14:xfrm>
                <a:off x="6754968" y="4682304"/>
                <a:ext cx="200160" cy="41724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FE0DBF2B-AE89-CCF8-60B1-05882DB8BDC3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6745968" y="4673304"/>
                  <a:ext cx="217800" cy="43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7" name="Group 316">
            <a:extLst>
              <a:ext uri="{FF2B5EF4-FFF2-40B4-BE49-F238E27FC236}">
                <a16:creationId xmlns:a16="http://schemas.microsoft.com/office/drawing/2014/main" id="{C9F39C50-862B-39B2-A274-A357BE813C89}"/>
              </a:ext>
            </a:extLst>
          </p:cNvPr>
          <p:cNvGrpSpPr/>
          <p:nvPr/>
        </p:nvGrpSpPr>
        <p:grpSpPr>
          <a:xfrm>
            <a:off x="7136928" y="4635504"/>
            <a:ext cx="231840" cy="211680"/>
            <a:chOff x="7136928" y="4635504"/>
            <a:chExt cx="231840" cy="21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9F36F248-FD09-12D3-F8AB-85B42FFCD9D9}"/>
                    </a:ext>
                  </a:extLst>
                </p14:cNvPr>
                <p14:cNvContentPartPr/>
                <p14:nvPr/>
              </p14:nvContentPartPr>
              <p14:xfrm>
                <a:off x="7143408" y="4658904"/>
                <a:ext cx="64080" cy="18828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9F36F248-FD09-12D3-F8AB-85B42FFCD9D9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7134408" y="4650264"/>
                  <a:ext cx="8172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D71B28A7-B3FA-A781-6CB5-9C8077CE8042}"/>
                    </a:ext>
                  </a:extLst>
                </p14:cNvPr>
                <p14:cNvContentPartPr/>
                <p14:nvPr/>
              </p14:nvContentPartPr>
              <p14:xfrm>
                <a:off x="7136928" y="4635504"/>
                <a:ext cx="231840" cy="19404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D71B28A7-B3FA-A781-6CB5-9C8077CE8042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7127928" y="4626864"/>
                  <a:ext cx="249480" cy="21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6" name="Group 315">
            <a:extLst>
              <a:ext uri="{FF2B5EF4-FFF2-40B4-BE49-F238E27FC236}">
                <a16:creationId xmlns:a16="http://schemas.microsoft.com/office/drawing/2014/main" id="{6ED69F44-5EB3-16A7-E507-ECD95A9DC338}"/>
              </a:ext>
            </a:extLst>
          </p:cNvPr>
          <p:cNvGrpSpPr/>
          <p:nvPr/>
        </p:nvGrpSpPr>
        <p:grpSpPr>
          <a:xfrm>
            <a:off x="7754328" y="4663584"/>
            <a:ext cx="831600" cy="444240"/>
            <a:chOff x="7754328" y="4663584"/>
            <a:chExt cx="831600" cy="44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21094B72-0F78-02DA-92DE-46EFC64FEA29}"/>
                    </a:ext>
                  </a:extLst>
                </p14:cNvPr>
                <p14:cNvContentPartPr/>
                <p14:nvPr/>
              </p14:nvContentPartPr>
              <p14:xfrm>
                <a:off x="7754328" y="4663584"/>
                <a:ext cx="783000" cy="44424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21094B72-0F78-02DA-92DE-46EFC64FEA29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7745328" y="4654584"/>
                  <a:ext cx="800640" cy="46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5BCAD0CE-2F62-D0F4-86FF-474BDBF438A7}"/>
                    </a:ext>
                  </a:extLst>
                </p14:cNvPr>
                <p14:cNvContentPartPr/>
                <p14:nvPr/>
              </p14:nvContentPartPr>
              <p14:xfrm>
                <a:off x="8504568" y="4715784"/>
                <a:ext cx="81360" cy="2196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5BCAD0CE-2F62-D0F4-86FF-474BDBF438A7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8495928" y="4707144"/>
                  <a:ext cx="99000" cy="3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ABEEA997-A5DD-737F-D2B1-5B85ACD9BC4C}"/>
              </a:ext>
            </a:extLst>
          </p:cNvPr>
          <p:cNvGrpSpPr/>
          <p:nvPr/>
        </p:nvGrpSpPr>
        <p:grpSpPr>
          <a:xfrm>
            <a:off x="9096768" y="4610664"/>
            <a:ext cx="680760" cy="506520"/>
            <a:chOff x="9096768" y="4610664"/>
            <a:chExt cx="680760" cy="50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B733472D-00E0-019D-16AB-504212933A85}"/>
                    </a:ext>
                  </a:extLst>
                </p14:cNvPr>
                <p14:cNvContentPartPr/>
                <p14:nvPr/>
              </p14:nvContentPartPr>
              <p14:xfrm>
                <a:off x="9096768" y="4663944"/>
                <a:ext cx="499680" cy="45324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B733472D-00E0-019D-16AB-504212933A85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9087768" y="4655304"/>
                  <a:ext cx="517320" cy="47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E454A6DE-2391-E894-6BD6-F0A66D7DED62}"/>
                    </a:ext>
                  </a:extLst>
                </p14:cNvPr>
                <p14:cNvContentPartPr/>
                <p14:nvPr/>
              </p14:nvContentPartPr>
              <p14:xfrm>
                <a:off x="9647568" y="4610664"/>
                <a:ext cx="129960" cy="25344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E454A6DE-2391-E894-6BD6-F0A66D7DED62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9638568" y="4602024"/>
                  <a:ext cx="147600" cy="27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2" name="Group 321">
            <a:extLst>
              <a:ext uri="{FF2B5EF4-FFF2-40B4-BE49-F238E27FC236}">
                <a16:creationId xmlns:a16="http://schemas.microsoft.com/office/drawing/2014/main" id="{12F2C2B0-B4FA-1B34-4B28-D56672FE0878}"/>
              </a:ext>
            </a:extLst>
          </p:cNvPr>
          <p:cNvGrpSpPr/>
          <p:nvPr/>
        </p:nvGrpSpPr>
        <p:grpSpPr>
          <a:xfrm>
            <a:off x="10114128" y="4544784"/>
            <a:ext cx="725760" cy="322560"/>
            <a:chOff x="10114128" y="4544784"/>
            <a:chExt cx="725760" cy="32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6C20AC6B-332A-919F-31E5-5ACF0F13A9B1}"/>
                    </a:ext>
                  </a:extLst>
                </p14:cNvPr>
                <p14:cNvContentPartPr/>
                <p14:nvPr/>
              </p14:nvContentPartPr>
              <p14:xfrm>
                <a:off x="10114128" y="4544784"/>
                <a:ext cx="651960" cy="32256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6C20AC6B-332A-919F-31E5-5ACF0F13A9B1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10105128" y="4536144"/>
                  <a:ext cx="66960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F89BE98E-2DCE-9516-8E8C-B1ADF97FCEBF}"/>
                    </a:ext>
                  </a:extLst>
                </p14:cNvPr>
                <p14:cNvContentPartPr/>
                <p14:nvPr/>
              </p14:nvContentPartPr>
              <p14:xfrm>
                <a:off x="10729728" y="4756104"/>
                <a:ext cx="110160" cy="2016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F89BE98E-2DCE-9516-8E8C-B1ADF97FCEBF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10721088" y="4747464"/>
                  <a:ext cx="127800" cy="37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1">
            <p14:nvContentPartPr>
              <p14:cNvPr id="325" name="Ink 324">
                <a:extLst>
                  <a:ext uri="{FF2B5EF4-FFF2-40B4-BE49-F238E27FC236}">
                    <a16:creationId xmlns:a16="http://schemas.microsoft.com/office/drawing/2014/main" id="{38E4429F-6BDB-746F-03EF-A8718C76E6F6}"/>
                  </a:ext>
                </a:extLst>
              </p14:cNvPr>
              <p14:cNvContentPartPr/>
              <p14:nvPr/>
            </p14:nvContentPartPr>
            <p14:xfrm>
              <a:off x="10831248" y="4994784"/>
              <a:ext cx="134640" cy="120960"/>
            </p14:xfrm>
          </p:contentPart>
        </mc:Choice>
        <mc:Fallback xmlns="">
          <p:pic>
            <p:nvPicPr>
              <p:cNvPr id="325" name="Ink 324">
                <a:extLst>
                  <a:ext uri="{FF2B5EF4-FFF2-40B4-BE49-F238E27FC236}">
                    <a16:creationId xmlns:a16="http://schemas.microsoft.com/office/drawing/2014/main" id="{38E4429F-6BDB-746F-03EF-A8718C76E6F6}"/>
                  </a:ext>
                </a:extLst>
              </p:cNvPr>
              <p:cNvPicPr/>
              <p:nvPr/>
            </p:nvPicPr>
            <p:blipFill>
              <a:blip r:embed="rId402"/>
              <a:stretch>
                <a:fillRect/>
              </a:stretch>
            </p:blipFill>
            <p:spPr>
              <a:xfrm>
                <a:off x="10822248" y="4986144"/>
                <a:ext cx="152280" cy="138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49" name="Group 348">
            <a:extLst>
              <a:ext uri="{FF2B5EF4-FFF2-40B4-BE49-F238E27FC236}">
                <a16:creationId xmlns:a16="http://schemas.microsoft.com/office/drawing/2014/main" id="{462C7FA1-527F-E563-FD72-2576CC8D8EDA}"/>
              </a:ext>
            </a:extLst>
          </p:cNvPr>
          <p:cNvGrpSpPr/>
          <p:nvPr/>
        </p:nvGrpSpPr>
        <p:grpSpPr>
          <a:xfrm>
            <a:off x="3594168" y="5122584"/>
            <a:ext cx="616680" cy="451080"/>
            <a:chOff x="3594168" y="5122584"/>
            <a:chExt cx="616680" cy="45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CDA06591-D492-212B-01A7-F38E4A10DE90}"/>
                    </a:ext>
                  </a:extLst>
                </p14:cNvPr>
                <p14:cNvContentPartPr/>
                <p14:nvPr/>
              </p14:nvContentPartPr>
              <p14:xfrm>
                <a:off x="3979728" y="5249304"/>
                <a:ext cx="11160" cy="3348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CDA06591-D492-212B-01A7-F38E4A10DE90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3971088" y="5240664"/>
                  <a:ext cx="288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037A813A-E96D-9E48-D37F-1848EFE3C0F8}"/>
                    </a:ext>
                  </a:extLst>
                </p14:cNvPr>
                <p14:cNvContentPartPr/>
                <p14:nvPr/>
              </p14:nvContentPartPr>
              <p14:xfrm>
                <a:off x="3594168" y="5122584"/>
                <a:ext cx="430920" cy="45108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037A813A-E96D-9E48-D37F-1848EFE3C0F8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3585168" y="5113584"/>
                  <a:ext cx="448560" cy="46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8C8A4F75-8FF9-CDF3-BCCC-901636A6DF38}"/>
                    </a:ext>
                  </a:extLst>
                </p14:cNvPr>
                <p14:cNvContentPartPr/>
                <p14:nvPr/>
              </p14:nvContentPartPr>
              <p14:xfrm>
                <a:off x="3699648" y="5157144"/>
                <a:ext cx="29880" cy="2556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8C8A4F75-8FF9-CDF3-BCCC-901636A6DF38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3691008" y="5148504"/>
                  <a:ext cx="475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5FBD4F98-DF76-5EA6-E5A5-863A64D704C2}"/>
                    </a:ext>
                  </a:extLst>
                </p14:cNvPr>
                <p14:cNvContentPartPr/>
                <p14:nvPr/>
              </p14:nvContentPartPr>
              <p14:xfrm>
                <a:off x="4183848" y="5352984"/>
                <a:ext cx="27000" cy="11700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5FBD4F98-DF76-5EA6-E5A5-863A64D704C2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4175208" y="5344344"/>
                  <a:ext cx="44640" cy="13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8" name="Group 347">
            <a:extLst>
              <a:ext uri="{FF2B5EF4-FFF2-40B4-BE49-F238E27FC236}">
                <a16:creationId xmlns:a16="http://schemas.microsoft.com/office/drawing/2014/main" id="{29D3C22C-741D-F4EF-7A9C-9AB4D87EC470}"/>
              </a:ext>
            </a:extLst>
          </p:cNvPr>
          <p:cNvGrpSpPr/>
          <p:nvPr/>
        </p:nvGrpSpPr>
        <p:grpSpPr>
          <a:xfrm>
            <a:off x="4668048" y="5220144"/>
            <a:ext cx="317160" cy="251280"/>
            <a:chOff x="4668048" y="5220144"/>
            <a:chExt cx="317160" cy="25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3BBA2677-9FF7-B9C6-858D-08B5735E6991}"/>
                    </a:ext>
                  </a:extLst>
                </p14:cNvPr>
                <p14:cNvContentPartPr/>
                <p14:nvPr/>
              </p14:nvContentPartPr>
              <p14:xfrm>
                <a:off x="4668048" y="5220144"/>
                <a:ext cx="285840" cy="25128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3BBA2677-9FF7-B9C6-858D-08B5735E6991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4659408" y="5211504"/>
                  <a:ext cx="30348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1EFA3BB6-A5C2-7104-A127-4731DAF654C8}"/>
                    </a:ext>
                  </a:extLst>
                </p14:cNvPr>
                <p14:cNvContentPartPr/>
                <p14:nvPr/>
              </p14:nvContentPartPr>
              <p14:xfrm>
                <a:off x="4764528" y="5325984"/>
                <a:ext cx="220680" cy="5148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1EFA3BB6-A5C2-7104-A127-4731DAF654C8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4755528" y="5316984"/>
                  <a:ext cx="238320" cy="6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7" name="Group 346">
            <a:extLst>
              <a:ext uri="{FF2B5EF4-FFF2-40B4-BE49-F238E27FC236}">
                <a16:creationId xmlns:a16="http://schemas.microsoft.com/office/drawing/2014/main" id="{C12E4274-5595-1B62-0190-BFAC8452897F}"/>
              </a:ext>
            </a:extLst>
          </p:cNvPr>
          <p:cNvGrpSpPr/>
          <p:nvPr/>
        </p:nvGrpSpPr>
        <p:grpSpPr>
          <a:xfrm>
            <a:off x="5209128" y="5279904"/>
            <a:ext cx="379800" cy="295560"/>
            <a:chOff x="5209128" y="5279904"/>
            <a:chExt cx="379800" cy="29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C4B2C319-1ACA-62D6-508B-C755FEE67CB8}"/>
                    </a:ext>
                  </a:extLst>
                </p14:cNvPr>
                <p14:cNvContentPartPr/>
                <p14:nvPr/>
              </p14:nvContentPartPr>
              <p14:xfrm>
                <a:off x="5209128" y="5361984"/>
                <a:ext cx="338400" cy="3456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C4B2C319-1ACA-62D6-508B-C755FEE67CB8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5200128" y="5353344"/>
                  <a:ext cx="35604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0C4C678A-45FF-56CB-3260-5F560B8A2DDA}"/>
                    </a:ext>
                  </a:extLst>
                </p14:cNvPr>
                <p14:cNvContentPartPr/>
                <p14:nvPr/>
              </p14:nvContentPartPr>
              <p14:xfrm>
                <a:off x="5230368" y="5419224"/>
                <a:ext cx="352440" cy="1836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0C4C678A-45FF-56CB-3260-5F560B8A2DDA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5221728" y="5410584"/>
                  <a:ext cx="3700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A1DF162C-089C-89D7-DAC4-F5D2549ACB01}"/>
                    </a:ext>
                  </a:extLst>
                </p14:cNvPr>
                <p14:cNvContentPartPr/>
                <p14:nvPr/>
              </p14:nvContentPartPr>
              <p14:xfrm>
                <a:off x="5387328" y="5279904"/>
                <a:ext cx="201600" cy="29556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A1DF162C-089C-89D7-DAC4-F5D2549ACB01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5378328" y="5271264"/>
                  <a:ext cx="219240" cy="31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6" name="Group 345">
            <a:extLst>
              <a:ext uri="{FF2B5EF4-FFF2-40B4-BE49-F238E27FC236}">
                <a16:creationId xmlns:a16="http://schemas.microsoft.com/office/drawing/2014/main" id="{E784E179-F329-A41B-F3B2-655F3812B173}"/>
              </a:ext>
            </a:extLst>
          </p:cNvPr>
          <p:cNvGrpSpPr/>
          <p:nvPr/>
        </p:nvGrpSpPr>
        <p:grpSpPr>
          <a:xfrm>
            <a:off x="5849928" y="5345424"/>
            <a:ext cx="341640" cy="210240"/>
            <a:chOff x="5849928" y="5345424"/>
            <a:chExt cx="341640" cy="21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CAEEA85F-C296-0F29-03F4-8B15377C41BF}"/>
                    </a:ext>
                  </a:extLst>
                </p14:cNvPr>
                <p14:cNvContentPartPr/>
                <p14:nvPr/>
              </p14:nvContentPartPr>
              <p14:xfrm>
                <a:off x="5849928" y="5345424"/>
                <a:ext cx="207360" cy="15156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CAEEA85F-C296-0F29-03F4-8B15377C41BF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5841288" y="5336424"/>
                  <a:ext cx="2250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6A3F602A-DF78-D2F4-AE0B-FFD33340AC2F}"/>
                    </a:ext>
                  </a:extLst>
                </p14:cNvPr>
                <p14:cNvContentPartPr/>
                <p14:nvPr/>
              </p14:nvContentPartPr>
              <p14:xfrm>
                <a:off x="6149808" y="5491584"/>
                <a:ext cx="41760" cy="6408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6A3F602A-DF78-D2F4-AE0B-FFD33340AC2F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6141168" y="5482944"/>
                  <a:ext cx="5940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B9967E28-06BE-D3FD-ED28-1BD10F297BFC}"/>
                    </a:ext>
                  </a:extLst>
                </p14:cNvPr>
                <p14:cNvContentPartPr/>
                <p14:nvPr/>
              </p14:nvContentPartPr>
              <p14:xfrm>
                <a:off x="6162768" y="5399064"/>
                <a:ext cx="17280" cy="2772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B9967E28-06BE-D3FD-ED28-1BD10F297BFC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6154128" y="5390064"/>
                  <a:ext cx="34920" cy="4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5" name="Group 344">
            <a:extLst>
              <a:ext uri="{FF2B5EF4-FFF2-40B4-BE49-F238E27FC236}">
                <a16:creationId xmlns:a16="http://schemas.microsoft.com/office/drawing/2014/main" id="{9BD0E03D-998D-3523-6C2C-17B8EB37A9A4}"/>
              </a:ext>
            </a:extLst>
          </p:cNvPr>
          <p:cNvGrpSpPr/>
          <p:nvPr/>
        </p:nvGrpSpPr>
        <p:grpSpPr>
          <a:xfrm>
            <a:off x="6457968" y="5408064"/>
            <a:ext cx="1185120" cy="173520"/>
            <a:chOff x="6457968" y="5408064"/>
            <a:chExt cx="1185120" cy="17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9F7E4237-77F3-E535-259C-26083E12B619}"/>
                    </a:ext>
                  </a:extLst>
                </p14:cNvPr>
                <p14:cNvContentPartPr/>
                <p14:nvPr/>
              </p14:nvContentPartPr>
              <p14:xfrm>
                <a:off x="6457968" y="5408064"/>
                <a:ext cx="174600" cy="10944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9F7E4237-77F3-E535-259C-26083E12B619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6449328" y="5399424"/>
                  <a:ext cx="1922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18A6D231-DFF5-CE71-3AF3-59B0DF422FC3}"/>
                    </a:ext>
                  </a:extLst>
                </p14:cNvPr>
                <p14:cNvContentPartPr/>
                <p14:nvPr/>
              </p14:nvContentPartPr>
              <p14:xfrm>
                <a:off x="6711048" y="5500224"/>
                <a:ext cx="18360" cy="6156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18A6D231-DFF5-CE71-3AF3-59B0DF422FC3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6702408" y="5491224"/>
                  <a:ext cx="3600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4B64058F-8EF7-7E10-BA44-4FF70266AE1B}"/>
                    </a:ext>
                  </a:extLst>
                </p14:cNvPr>
                <p14:cNvContentPartPr/>
                <p14:nvPr/>
              </p14:nvContentPartPr>
              <p14:xfrm>
                <a:off x="6720048" y="5426424"/>
                <a:ext cx="11520" cy="2340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4B64058F-8EF7-7E10-BA44-4FF70266AE1B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6711408" y="5417424"/>
                  <a:ext cx="2916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69B52583-9B24-66C6-7D19-C1C7CF823288}"/>
                    </a:ext>
                  </a:extLst>
                </p14:cNvPr>
                <p14:cNvContentPartPr/>
                <p14:nvPr/>
              </p14:nvContentPartPr>
              <p14:xfrm>
                <a:off x="6794928" y="5506344"/>
                <a:ext cx="76680" cy="7020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69B52583-9B24-66C6-7D19-C1C7CF823288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6786288" y="5497344"/>
                  <a:ext cx="9432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05A1E86A-4F14-B4E1-37D6-938DF1A2C03D}"/>
                    </a:ext>
                  </a:extLst>
                </p14:cNvPr>
                <p14:cNvContentPartPr/>
                <p14:nvPr/>
              </p14:nvContentPartPr>
              <p14:xfrm>
                <a:off x="6907608" y="5484024"/>
                <a:ext cx="270360" cy="9756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05A1E86A-4F14-B4E1-37D6-938DF1A2C03D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6898968" y="5475384"/>
                  <a:ext cx="28800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E6E40504-37BB-2D5F-A42F-B090082AD619}"/>
                    </a:ext>
                  </a:extLst>
                </p14:cNvPr>
                <p14:cNvContentPartPr/>
                <p14:nvPr/>
              </p14:nvContentPartPr>
              <p14:xfrm>
                <a:off x="7342128" y="5483664"/>
                <a:ext cx="193320" cy="1584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E6E40504-37BB-2D5F-A42F-B090082AD619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7333488" y="5474664"/>
                  <a:ext cx="2109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266C85E5-5F65-38FF-8EF9-831494B12267}"/>
                    </a:ext>
                  </a:extLst>
                </p14:cNvPr>
                <p14:cNvContentPartPr/>
                <p14:nvPr/>
              </p14:nvContentPartPr>
              <p14:xfrm>
                <a:off x="7601688" y="5477184"/>
                <a:ext cx="41400" cy="540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266C85E5-5F65-38FF-8EF9-831494B12267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7593048" y="5468544"/>
                  <a:ext cx="59040" cy="2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7" name="Group 356">
            <a:extLst>
              <a:ext uri="{FF2B5EF4-FFF2-40B4-BE49-F238E27FC236}">
                <a16:creationId xmlns:a16="http://schemas.microsoft.com/office/drawing/2014/main" id="{E742D6FA-DBB8-F84A-46AE-19FBE52C59CD}"/>
              </a:ext>
            </a:extLst>
          </p:cNvPr>
          <p:cNvGrpSpPr/>
          <p:nvPr/>
        </p:nvGrpSpPr>
        <p:grpSpPr>
          <a:xfrm>
            <a:off x="7891128" y="5327424"/>
            <a:ext cx="978120" cy="385920"/>
            <a:chOff x="7891128" y="5327424"/>
            <a:chExt cx="978120" cy="38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60270A3B-7CFB-A638-97E4-FC6F99BA2554}"/>
                    </a:ext>
                  </a:extLst>
                </p14:cNvPr>
                <p14:cNvContentPartPr/>
                <p14:nvPr/>
              </p14:nvContentPartPr>
              <p14:xfrm>
                <a:off x="7891128" y="5327424"/>
                <a:ext cx="172080" cy="13716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60270A3B-7CFB-A638-97E4-FC6F99BA2554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7882488" y="5318784"/>
                  <a:ext cx="18972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70372E98-2C8F-4F04-661A-218B004FE3AA}"/>
                    </a:ext>
                  </a:extLst>
                </p14:cNvPr>
                <p14:cNvContentPartPr/>
                <p14:nvPr/>
              </p14:nvContentPartPr>
              <p14:xfrm>
                <a:off x="8194608" y="5489424"/>
                <a:ext cx="47880" cy="5184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70372E98-2C8F-4F04-661A-218B004FE3AA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8185608" y="5480784"/>
                  <a:ext cx="6552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C1F67643-68DE-FE73-5644-E845AD6AA111}"/>
                    </a:ext>
                  </a:extLst>
                </p14:cNvPr>
                <p14:cNvContentPartPr/>
                <p14:nvPr/>
              </p14:nvContentPartPr>
              <p14:xfrm>
                <a:off x="8242488" y="5396904"/>
                <a:ext cx="164880" cy="11052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C1F67643-68DE-FE73-5644-E845AD6AA111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8233848" y="5388264"/>
                  <a:ext cx="18252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603904E4-EBB2-B4A3-9111-F6FD4BBF2616}"/>
                    </a:ext>
                  </a:extLst>
                </p14:cNvPr>
                <p14:cNvContentPartPr/>
                <p14:nvPr/>
              </p14:nvContentPartPr>
              <p14:xfrm>
                <a:off x="8369928" y="5481144"/>
                <a:ext cx="15840" cy="6012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603904E4-EBB2-B4A3-9111-F6FD4BBF2616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8361288" y="5472144"/>
                  <a:ext cx="334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2BAFD461-1A60-8B2D-B944-F3FE2FE9AAF9}"/>
                    </a:ext>
                  </a:extLst>
                </p14:cNvPr>
                <p14:cNvContentPartPr/>
                <p14:nvPr/>
              </p14:nvContentPartPr>
              <p14:xfrm>
                <a:off x="8421048" y="5427504"/>
                <a:ext cx="106920" cy="28584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2BAFD461-1A60-8B2D-B944-F3FE2FE9AAF9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8412408" y="5418504"/>
                  <a:ext cx="12456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CB5B5526-6BB5-0996-B79F-AA5600699144}"/>
                    </a:ext>
                  </a:extLst>
                </p14:cNvPr>
                <p14:cNvContentPartPr/>
                <p14:nvPr/>
              </p14:nvContentPartPr>
              <p14:xfrm>
                <a:off x="8660088" y="5541984"/>
                <a:ext cx="129600" cy="2232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CB5B5526-6BB5-0996-B79F-AA5600699144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8651448" y="5532984"/>
                  <a:ext cx="1472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80C24B49-A12E-8E85-598A-7097B1CCAA83}"/>
                    </a:ext>
                  </a:extLst>
                </p14:cNvPr>
                <p14:cNvContentPartPr/>
                <p14:nvPr/>
              </p14:nvContentPartPr>
              <p14:xfrm>
                <a:off x="8856648" y="5509944"/>
                <a:ext cx="12600" cy="8280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80C24B49-A12E-8E85-598A-7097B1CCAA83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8848008" y="5501304"/>
                  <a:ext cx="30240" cy="100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46049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6078E-F8EC-8694-DE9C-165583D76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14:cNvPr>
              <p14:cNvContentPartPr/>
              <p14:nvPr/>
            </p14:nvContentPartPr>
            <p14:xfrm>
              <a:off x="9997848" y="1633824"/>
              <a:ext cx="3600" cy="10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87848" y="1620324"/>
                <a:ext cx="23200" cy="275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14:cNvPr>
              <p14:cNvContentPartPr/>
              <p14:nvPr/>
            </p14:nvContentPartPr>
            <p14:xfrm>
              <a:off x="10428408" y="2647584"/>
              <a:ext cx="28080" cy="324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419408" y="2638584"/>
                <a:ext cx="4572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14:cNvPr>
              <p14:cNvContentPartPr/>
              <p14:nvPr/>
            </p14:nvContentPartPr>
            <p14:xfrm>
              <a:off x="10763568" y="2771064"/>
              <a:ext cx="1800" cy="360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754568" y="2762064"/>
                <a:ext cx="1944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14:cNvPr>
              <p14:cNvContentPartPr/>
              <p14:nvPr/>
            </p14:nvContentPartPr>
            <p14:xfrm>
              <a:off x="3774888" y="6755904"/>
              <a:ext cx="360" cy="468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65888" y="6746904"/>
                <a:ext cx="18000" cy="2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26FC3FA8-6EAD-3D19-F474-4EA1C6710F50}"/>
              </a:ext>
            </a:extLst>
          </p:cNvPr>
          <p:cNvGrpSpPr/>
          <p:nvPr/>
        </p:nvGrpSpPr>
        <p:grpSpPr>
          <a:xfrm>
            <a:off x="2029248" y="704304"/>
            <a:ext cx="457920" cy="355320"/>
            <a:chOff x="2029248" y="704304"/>
            <a:chExt cx="457920" cy="35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51A2E98-CA9A-28BE-0F86-47924501641F}"/>
                    </a:ext>
                  </a:extLst>
                </p14:cNvPr>
                <p14:cNvContentPartPr/>
                <p14:nvPr/>
              </p14:nvContentPartPr>
              <p14:xfrm>
                <a:off x="2029248" y="704304"/>
                <a:ext cx="267120" cy="3553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51A2E98-CA9A-28BE-0F86-47924501641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020608" y="695304"/>
                  <a:ext cx="28476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FD1FA3C-D733-6BA0-E63E-B347E5167F87}"/>
                    </a:ext>
                  </a:extLst>
                </p14:cNvPr>
                <p14:cNvContentPartPr/>
                <p14:nvPr/>
              </p14:nvContentPartPr>
              <p14:xfrm>
                <a:off x="2126088" y="907344"/>
                <a:ext cx="167760" cy="658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FD1FA3C-D733-6BA0-E63E-B347E5167F8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117088" y="898344"/>
                  <a:ext cx="1854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BCB58A5-6F78-2497-5A9C-3A7D0736F877}"/>
                    </a:ext>
                  </a:extLst>
                </p14:cNvPr>
                <p14:cNvContentPartPr/>
                <p14:nvPr/>
              </p14:nvContentPartPr>
              <p14:xfrm>
                <a:off x="2343888" y="716904"/>
                <a:ext cx="143280" cy="1519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BCB58A5-6F78-2497-5A9C-3A7D0736F87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334888" y="708264"/>
                  <a:ext cx="160920" cy="16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3014B83-A031-69A0-7C4D-8E05C9F2EBB0}"/>
              </a:ext>
            </a:extLst>
          </p:cNvPr>
          <p:cNvGrpSpPr/>
          <p:nvPr/>
        </p:nvGrpSpPr>
        <p:grpSpPr>
          <a:xfrm>
            <a:off x="2740968" y="806184"/>
            <a:ext cx="507240" cy="276120"/>
            <a:chOff x="2740968" y="806184"/>
            <a:chExt cx="507240" cy="27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990B12D-64DB-AC98-0A85-3D60C62089AF}"/>
                    </a:ext>
                  </a:extLst>
                </p14:cNvPr>
                <p14:cNvContentPartPr/>
                <p14:nvPr/>
              </p14:nvContentPartPr>
              <p14:xfrm>
                <a:off x="2740968" y="915624"/>
                <a:ext cx="320400" cy="82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990B12D-64DB-AC98-0A85-3D60C62089A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732328" y="906624"/>
                  <a:ext cx="3380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2E0B44E-6AF4-2F08-98AD-A3713B199F74}"/>
                    </a:ext>
                  </a:extLst>
                </p14:cNvPr>
                <p14:cNvContentPartPr/>
                <p14:nvPr/>
              </p14:nvContentPartPr>
              <p14:xfrm>
                <a:off x="2844288" y="973224"/>
                <a:ext cx="250560" cy="403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2E0B44E-6AF4-2F08-98AD-A3713B199F7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835288" y="964224"/>
                  <a:ext cx="2682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D2D1465-83EE-2CC4-824B-9536D0B813C6}"/>
                    </a:ext>
                  </a:extLst>
                </p14:cNvPr>
                <p14:cNvContentPartPr/>
                <p14:nvPr/>
              </p14:nvContentPartPr>
              <p14:xfrm>
                <a:off x="3008448" y="806184"/>
                <a:ext cx="239760" cy="2761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D2D1465-83EE-2CC4-824B-9536D0B813C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999808" y="797544"/>
                  <a:ext cx="257400" cy="29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4F0E316-305D-C151-1CE9-4A3FB49EF341}"/>
              </a:ext>
            </a:extLst>
          </p:cNvPr>
          <p:cNvGrpSpPr/>
          <p:nvPr/>
        </p:nvGrpSpPr>
        <p:grpSpPr>
          <a:xfrm>
            <a:off x="3480408" y="840024"/>
            <a:ext cx="419760" cy="347040"/>
            <a:chOff x="3480408" y="840024"/>
            <a:chExt cx="419760" cy="34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39BE0B4-EA14-5593-A4F7-98D76C5682A8}"/>
                    </a:ext>
                  </a:extLst>
                </p14:cNvPr>
                <p14:cNvContentPartPr/>
                <p14:nvPr/>
              </p14:nvContentPartPr>
              <p14:xfrm>
                <a:off x="3480408" y="840024"/>
                <a:ext cx="178920" cy="1087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39BE0B4-EA14-5593-A4F7-98D76C5682A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471768" y="831384"/>
                  <a:ext cx="19656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FC21D2D-6764-1380-383C-EE6514A4B33C}"/>
                    </a:ext>
                  </a:extLst>
                </p14:cNvPr>
                <p14:cNvContentPartPr/>
                <p14:nvPr/>
              </p14:nvContentPartPr>
              <p14:xfrm>
                <a:off x="3741408" y="933624"/>
                <a:ext cx="14040" cy="921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FC21D2D-6764-1380-383C-EE6514A4B33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732408" y="924624"/>
                  <a:ext cx="316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2BE3C13-D7E3-AE9C-DA40-853A578605A5}"/>
                    </a:ext>
                  </a:extLst>
                </p14:cNvPr>
                <p14:cNvContentPartPr/>
                <p14:nvPr/>
              </p14:nvContentPartPr>
              <p14:xfrm>
                <a:off x="3787848" y="868104"/>
                <a:ext cx="7200" cy="104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2BE3C13-D7E3-AE9C-DA40-853A578605A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778848" y="859104"/>
                  <a:ext cx="248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453BA5F-CCC1-87E2-449C-764FE272FF9D}"/>
                    </a:ext>
                  </a:extLst>
                </p14:cNvPr>
                <p14:cNvContentPartPr/>
                <p14:nvPr/>
              </p14:nvContentPartPr>
              <p14:xfrm>
                <a:off x="3782088" y="910584"/>
                <a:ext cx="118080" cy="2764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453BA5F-CCC1-87E2-449C-764FE272FF9D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773088" y="901944"/>
                  <a:ext cx="135720" cy="29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CE916C8-9646-CFD5-3297-79B1582B7EB4}"/>
              </a:ext>
            </a:extLst>
          </p:cNvPr>
          <p:cNvGrpSpPr/>
          <p:nvPr/>
        </p:nvGrpSpPr>
        <p:grpSpPr>
          <a:xfrm>
            <a:off x="4326408" y="689904"/>
            <a:ext cx="387000" cy="545760"/>
            <a:chOff x="4326408" y="689904"/>
            <a:chExt cx="387000" cy="54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90A3C3B-3420-4B0C-E46B-EE8C3A00C11E}"/>
                    </a:ext>
                  </a:extLst>
                </p14:cNvPr>
                <p14:cNvContentPartPr/>
                <p14:nvPr/>
              </p14:nvContentPartPr>
              <p14:xfrm>
                <a:off x="4362048" y="764784"/>
                <a:ext cx="351360" cy="4708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90A3C3B-3420-4B0C-E46B-EE8C3A00C11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353048" y="756144"/>
                  <a:ext cx="369000" cy="48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A9BBD67-F896-D6D5-FF52-EE70A547E401}"/>
                    </a:ext>
                  </a:extLst>
                </p14:cNvPr>
                <p14:cNvContentPartPr/>
                <p14:nvPr/>
              </p14:nvContentPartPr>
              <p14:xfrm>
                <a:off x="4326408" y="689904"/>
                <a:ext cx="32400" cy="450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A9BBD67-F896-D6D5-FF52-EE70A547E40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317768" y="680904"/>
                  <a:ext cx="50040" cy="6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F6C7879-8571-932B-D4FF-B4A2FD8759C2}"/>
              </a:ext>
            </a:extLst>
          </p:cNvPr>
          <p:cNvGrpSpPr/>
          <p:nvPr/>
        </p:nvGrpSpPr>
        <p:grpSpPr>
          <a:xfrm>
            <a:off x="1431648" y="1351584"/>
            <a:ext cx="176760" cy="339840"/>
            <a:chOff x="1431648" y="1351584"/>
            <a:chExt cx="176760" cy="33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53025FE-DD9B-0870-22D4-46EF9C886904}"/>
                    </a:ext>
                  </a:extLst>
                </p14:cNvPr>
                <p14:cNvContentPartPr/>
                <p14:nvPr/>
              </p14:nvContentPartPr>
              <p14:xfrm>
                <a:off x="1431648" y="1351584"/>
                <a:ext cx="88920" cy="339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53025FE-DD9B-0870-22D4-46EF9C88690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422648" y="1342584"/>
                  <a:ext cx="10656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1FBEC53-A310-EAAE-18BF-C8D367B8D402}"/>
                    </a:ext>
                  </a:extLst>
                </p14:cNvPr>
                <p14:cNvContentPartPr/>
                <p14:nvPr/>
              </p14:nvContentPartPr>
              <p14:xfrm>
                <a:off x="1598328" y="1578384"/>
                <a:ext cx="10080" cy="100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1FBEC53-A310-EAAE-18BF-C8D367B8D402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589688" y="1569744"/>
                  <a:ext cx="27720" cy="2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492F508-D60B-8E12-F963-11D194C0A37C}"/>
              </a:ext>
            </a:extLst>
          </p:cNvPr>
          <p:cNvGrpSpPr/>
          <p:nvPr/>
        </p:nvGrpSpPr>
        <p:grpSpPr>
          <a:xfrm>
            <a:off x="1907568" y="1437264"/>
            <a:ext cx="1252080" cy="262440"/>
            <a:chOff x="1907568" y="1437264"/>
            <a:chExt cx="1252080" cy="26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6F3C12A-3EB5-51BD-9857-D6BA1404E515}"/>
                    </a:ext>
                  </a:extLst>
                </p14:cNvPr>
                <p14:cNvContentPartPr/>
                <p14:nvPr/>
              </p14:nvContentPartPr>
              <p14:xfrm>
                <a:off x="1907568" y="1437264"/>
                <a:ext cx="292320" cy="2494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6F3C12A-3EB5-51BD-9857-D6BA1404E51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898568" y="1428624"/>
                  <a:ext cx="30996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7FE395D-9CD1-24F7-79CC-2733785871B9}"/>
                    </a:ext>
                  </a:extLst>
                </p14:cNvPr>
                <p14:cNvContentPartPr/>
                <p14:nvPr/>
              </p14:nvContentPartPr>
              <p14:xfrm>
                <a:off x="2061288" y="1560024"/>
                <a:ext cx="204480" cy="392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7FE395D-9CD1-24F7-79CC-2733785871B9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052648" y="1551384"/>
                  <a:ext cx="22212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501443D-11CD-2F61-C47C-8AD431B18E87}"/>
                    </a:ext>
                  </a:extLst>
                </p14:cNvPr>
                <p14:cNvContentPartPr/>
                <p14:nvPr/>
              </p14:nvContentPartPr>
              <p14:xfrm>
                <a:off x="2452968" y="1543104"/>
                <a:ext cx="391320" cy="1314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501443D-11CD-2F61-C47C-8AD431B18E8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444328" y="1534104"/>
                  <a:ext cx="40896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BB386B2-5899-868D-EB58-4D196A83981F}"/>
                    </a:ext>
                  </a:extLst>
                </p14:cNvPr>
                <p14:cNvContentPartPr/>
                <p14:nvPr/>
              </p14:nvContentPartPr>
              <p14:xfrm>
                <a:off x="2961288" y="1457424"/>
                <a:ext cx="198360" cy="2422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BB386B2-5899-868D-EB58-4D196A83981F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952288" y="1448424"/>
                  <a:ext cx="216000" cy="259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948A9343-C72B-4DCA-8B63-BB10F5F03C94}"/>
                  </a:ext>
                </a:extLst>
              </p14:cNvPr>
              <p14:cNvContentPartPr/>
              <p14:nvPr/>
            </p14:nvContentPartPr>
            <p14:xfrm>
              <a:off x="3464568" y="1556424"/>
              <a:ext cx="336240" cy="1756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948A9343-C72B-4DCA-8B63-BB10F5F03C94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3455928" y="1547424"/>
                <a:ext cx="353880" cy="19332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D6F26304-D250-995B-3F2B-F22AC2FCE4A0}"/>
              </a:ext>
            </a:extLst>
          </p:cNvPr>
          <p:cNvGrpSpPr/>
          <p:nvPr/>
        </p:nvGrpSpPr>
        <p:grpSpPr>
          <a:xfrm>
            <a:off x="4541328" y="1470744"/>
            <a:ext cx="155160" cy="152280"/>
            <a:chOff x="4541328" y="1470744"/>
            <a:chExt cx="155160" cy="15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4F60F09-908A-EFE2-C802-C01D457B0BB4}"/>
                    </a:ext>
                  </a:extLst>
                </p14:cNvPr>
                <p14:cNvContentPartPr/>
                <p14:nvPr/>
              </p14:nvContentPartPr>
              <p14:xfrm>
                <a:off x="4565088" y="1581264"/>
                <a:ext cx="131400" cy="417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4F60F09-908A-EFE2-C802-C01D457B0BB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556448" y="1572624"/>
                  <a:ext cx="14904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084D3DA-8117-778D-662D-2FD89B0F0C32}"/>
                    </a:ext>
                  </a:extLst>
                </p14:cNvPr>
                <p14:cNvContentPartPr/>
                <p14:nvPr/>
              </p14:nvContentPartPr>
              <p14:xfrm>
                <a:off x="4541328" y="1470744"/>
                <a:ext cx="30240" cy="280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084D3DA-8117-778D-662D-2FD89B0F0C32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532688" y="1461744"/>
                  <a:ext cx="47880" cy="4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28DB46A4-A528-9706-19BF-896C7A1CC805}"/>
                  </a:ext>
                </a:extLst>
              </p14:cNvPr>
              <p14:cNvContentPartPr/>
              <p14:nvPr/>
            </p14:nvContentPartPr>
            <p14:xfrm>
              <a:off x="5085288" y="1555704"/>
              <a:ext cx="131400" cy="896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28DB46A4-A528-9706-19BF-896C7A1CC805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5076288" y="1547064"/>
                <a:ext cx="14904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7EAB13A0-C677-8401-DF89-F840D813183F}"/>
                  </a:ext>
                </a:extLst>
              </p14:cNvPr>
              <p14:cNvContentPartPr/>
              <p14:nvPr/>
            </p14:nvContentPartPr>
            <p14:xfrm>
              <a:off x="5497488" y="1375344"/>
              <a:ext cx="648000" cy="2790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7EAB13A0-C677-8401-DF89-F840D813183F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5488488" y="1366344"/>
                <a:ext cx="665640" cy="29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FEF098C0-F5D2-3A8A-B445-70C0086D2B83}"/>
              </a:ext>
            </a:extLst>
          </p:cNvPr>
          <p:cNvGrpSpPr/>
          <p:nvPr/>
        </p:nvGrpSpPr>
        <p:grpSpPr>
          <a:xfrm>
            <a:off x="6443208" y="1429704"/>
            <a:ext cx="246960" cy="180720"/>
            <a:chOff x="6443208" y="1429704"/>
            <a:chExt cx="246960" cy="18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2D09606-DA38-0854-5B8D-76C26C6E94CE}"/>
                    </a:ext>
                  </a:extLst>
                </p14:cNvPr>
                <p14:cNvContentPartPr/>
                <p14:nvPr/>
              </p14:nvContentPartPr>
              <p14:xfrm>
                <a:off x="6443208" y="1509624"/>
                <a:ext cx="11880" cy="1008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2D09606-DA38-0854-5B8D-76C26C6E94CE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434568" y="1500984"/>
                  <a:ext cx="2952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794C6BE-6E87-3088-7915-1CC5C41D11D4}"/>
                    </a:ext>
                  </a:extLst>
                </p14:cNvPr>
                <p14:cNvContentPartPr/>
                <p14:nvPr/>
              </p14:nvContentPartPr>
              <p14:xfrm>
                <a:off x="6511248" y="1429704"/>
                <a:ext cx="13320" cy="190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794C6BE-6E87-3088-7915-1CC5C41D11D4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502608" y="1421064"/>
                  <a:ext cx="3096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A5FBE16-4EFE-3E12-7744-65C248713160}"/>
                    </a:ext>
                  </a:extLst>
                </p14:cNvPr>
                <p14:cNvContentPartPr/>
                <p14:nvPr/>
              </p14:nvContentPartPr>
              <p14:xfrm>
                <a:off x="6598368" y="1552464"/>
                <a:ext cx="91800" cy="295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A5FBE16-4EFE-3E12-7744-65C248713160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589728" y="1543824"/>
                  <a:ext cx="109440" cy="4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6A3B98E-2BDC-D012-6C3B-EC9791705941}"/>
              </a:ext>
            </a:extLst>
          </p:cNvPr>
          <p:cNvGrpSpPr/>
          <p:nvPr/>
        </p:nvGrpSpPr>
        <p:grpSpPr>
          <a:xfrm>
            <a:off x="7068888" y="1494504"/>
            <a:ext cx="1278000" cy="304200"/>
            <a:chOff x="7068888" y="1494504"/>
            <a:chExt cx="1278000" cy="30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140F30F-6C2D-2F1E-E175-7EA9820F1926}"/>
                    </a:ext>
                  </a:extLst>
                </p14:cNvPr>
                <p14:cNvContentPartPr/>
                <p14:nvPr/>
              </p14:nvContentPartPr>
              <p14:xfrm>
                <a:off x="7068888" y="1494504"/>
                <a:ext cx="340560" cy="3042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140F30F-6C2D-2F1E-E175-7EA9820F192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059888" y="1485864"/>
                  <a:ext cx="35820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DF7930E-EE8A-0CBD-0036-EF00A6241A25}"/>
                    </a:ext>
                  </a:extLst>
                </p14:cNvPr>
                <p14:cNvContentPartPr/>
                <p14:nvPr/>
              </p14:nvContentPartPr>
              <p14:xfrm>
                <a:off x="7498368" y="1504584"/>
                <a:ext cx="73800" cy="500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DF7930E-EE8A-0CBD-0036-EF00A6241A25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489728" y="1495584"/>
                  <a:ext cx="9144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61F2196-D0D4-666D-E0DE-1D9BB782E96F}"/>
                    </a:ext>
                  </a:extLst>
                </p14:cNvPr>
                <p14:cNvContentPartPr/>
                <p14:nvPr/>
              </p14:nvContentPartPr>
              <p14:xfrm>
                <a:off x="7627608" y="1500624"/>
                <a:ext cx="177480" cy="705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61F2196-D0D4-666D-E0DE-1D9BB782E96F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618608" y="1491624"/>
                  <a:ext cx="19512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D847532-BB8A-BD29-D853-D437BD25BEF1}"/>
                    </a:ext>
                  </a:extLst>
                </p14:cNvPr>
                <p14:cNvContentPartPr/>
                <p14:nvPr/>
              </p14:nvContentPartPr>
              <p14:xfrm>
                <a:off x="7873488" y="1512864"/>
                <a:ext cx="158400" cy="540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D847532-BB8A-BD29-D853-D437BD25BEF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864848" y="1503864"/>
                  <a:ext cx="1760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8EC228E-E445-6976-1969-4CE4E7BF6016}"/>
                    </a:ext>
                  </a:extLst>
                </p14:cNvPr>
                <p14:cNvContentPartPr/>
                <p14:nvPr/>
              </p14:nvContentPartPr>
              <p14:xfrm>
                <a:off x="8140248" y="1512864"/>
                <a:ext cx="206640" cy="640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8EC228E-E445-6976-1969-4CE4E7BF6016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131608" y="1503864"/>
                  <a:ext cx="224280" cy="81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CF157DCD-1F57-9C63-3EE3-3803CB4E7768}"/>
                  </a:ext>
                </a:extLst>
              </p14:cNvPr>
              <p14:cNvContentPartPr/>
              <p14:nvPr/>
            </p14:nvContentPartPr>
            <p14:xfrm>
              <a:off x="1265328" y="1992024"/>
              <a:ext cx="162000" cy="23940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CF157DCD-1F57-9C63-3EE3-3803CB4E7768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1256688" y="1983384"/>
                <a:ext cx="179640" cy="25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F4395F7D-CB29-C96C-5BD9-F4CB2E97C7AC}"/>
                  </a:ext>
                </a:extLst>
              </p14:cNvPr>
              <p14:cNvContentPartPr/>
              <p14:nvPr/>
            </p14:nvContentPartPr>
            <p14:xfrm>
              <a:off x="1648368" y="2155824"/>
              <a:ext cx="29520" cy="3420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F4395F7D-CB29-C96C-5BD9-F4CB2E97C7AC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1639728" y="2146824"/>
                <a:ext cx="47160" cy="5184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9492B69F-A740-EDEC-FF2E-4822469806B4}"/>
              </a:ext>
            </a:extLst>
          </p:cNvPr>
          <p:cNvGrpSpPr/>
          <p:nvPr/>
        </p:nvGrpSpPr>
        <p:grpSpPr>
          <a:xfrm>
            <a:off x="1990368" y="1972944"/>
            <a:ext cx="316080" cy="245520"/>
            <a:chOff x="1990368" y="1972944"/>
            <a:chExt cx="316080" cy="24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6691928-BB9A-C423-C4A8-F02A6EBB3F4D}"/>
                    </a:ext>
                  </a:extLst>
                </p14:cNvPr>
                <p14:cNvContentPartPr/>
                <p14:nvPr/>
              </p14:nvContentPartPr>
              <p14:xfrm>
                <a:off x="1990368" y="2027664"/>
                <a:ext cx="145800" cy="1908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6691928-BB9A-C423-C4A8-F02A6EBB3F4D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981728" y="2019024"/>
                  <a:ext cx="16344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BA143E8-B064-C2D7-5DA2-1C7CE12CC43B}"/>
                    </a:ext>
                  </a:extLst>
                </p14:cNvPr>
                <p14:cNvContentPartPr/>
                <p14:nvPr/>
              </p14:nvContentPartPr>
              <p14:xfrm>
                <a:off x="2199168" y="1972944"/>
                <a:ext cx="101520" cy="1429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BA143E8-B064-C2D7-5DA2-1C7CE12CC43B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190528" y="1963944"/>
                  <a:ext cx="1191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C05674C-DEBC-6532-36C4-A61F006009A2}"/>
                    </a:ext>
                  </a:extLst>
                </p14:cNvPr>
                <p14:cNvContentPartPr/>
                <p14:nvPr/>
              </p14:nvContentPartPr>
              <p14:xfrm>
                <a:off x="2215008" y="1992024"/>
                <a:ext cx="91440" cy="1310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C05674C-DEBC-6532-36C4-A61F006009A2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2206368" y="1983384"/>
                  <a:ext cx="109080" cy="14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25B16E38-E9DC-258F-5363-88D23DDF72EE}"/>
              </a:ext>
            </a:extLst>
          </p:cNvPr>
          <p:cNvGrpSpPr/>
          <p:nvPr/>
        </p:nvGrpSpPr>
        <p:grpSpPr>
          <a:xfrm>
            <a:off x="2515248" y="2040624"/>
            <a:ext cx="1006920" cy="241920"/>
            <a:chOff x="2515248" y="2040624"/>
            <a:chExt cx="1006920" cy="24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4DA210C-48C9-01AC-3055-04E70A4EE401}"/>
                    </a:ext>
                  </a:extLst>
                </p14:cNvPr>
                <p14:cNvContentPartPr/>
                <p14:nvPr/>
              </p14:nvContentPartPr>
              <p14:xfrm>
                <a:off x="2515248" y="2119464"/>
                <a:ext cx="304200" cy="1033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4DA210C-48C9-01AC-3055-04E70A4EE401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2506248" y="2110824"/>
                  <a:ext cx="32184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165C748-C6BD-3307-268E-F3B3DE1ECD0B}"/>
                    </a:ext>
                  </a:extLst>
                </p14:cNvPr>
                <p14:cNvContentPartPr/>
                <p14:nvPr/>
              </p14:nvContentPartPr>
              <p14:xfrm>
                <a:off x="3002328" y="2040624"/>
                <a:ext cx="195120" cy="144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165C748-C6BD-3307-268E-F3B3DE1ECD0B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2993328" y="2031984"/>
                  <a:ext cx="2127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6B3542C-5CED-EB71-E637-56C9BD78E4D7}"/>
                    </a:ext>
                  </a:extLst>
                </p14:cNvPr>
                <p14:cNvContentPartPr/>
                <p14:nvPr/>
              </p14:nvContentPartPr>
              <p14:xfrm>
                <a:off x="3268368" y="2171664"/>
                <a:ext cx="40680" cy="838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6B3542C-5CED-EB71-E637-56C9BD78E4D7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3259728" y="2162664"/>
                  <a:ext cx="5832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BB1B540-FB57-23D2-2CE2-2434B6448294}"/>
                    </a:ext>
                  </a:extLst>
                </p14:cNvPr>
                <p14:cNvContentPartPr/>
                <p14:nvPr/>
              </p14:nvContentPartPr>
              <p14:xfrm>
                <a:off x="3283128" y="2114784"/>
                <a:ext cx="17280" cy="208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BB1B540-FB57-23D2-2CE2-2434B6448294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3274128" y="2106144"/>
                  <a:ext cx="349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575281A-B3EA-F807-8B10-600CCF389600}"/>
                    </a:ext>
                  </a:extLst>
                </p14:cNvPr>
                <p14:cNvContentPartPr/>
                <p14:nvPr/>
              </p14:nvContentPartPr>
              <p14:xfrm>
                <a:off x="3380328" y="2178864"/>
                <a:ext cx="141840" cy="103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575281A-B3EA-F807-8B10-600CCF389600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371688" y="2169864"/>
                  <a:ext cx="159480" cy="121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1362F648-4DC4-CADA-5990-C611A5D4F13D}"/>
                  </a:ext>
                </a:extLst>
              </p14:cNvPr>
              <p14:cNvContentPartPr/>
              <p14:nvPr/>
            </p14:nvContentPartPr>
            <p14:xfrm>
              <a:off x="3904488" y="2080584"/>
              <a:ext cx="435600" cy="17136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1362F648-4DC4-CADA-5990-C611A5D4F13D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3895488" y="2071944"/>
                <a:ext cx="453240" cy="18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E9EFB753-2183-5853-CF18-F2C19E597973}"/>
              </a:ext>
            </a:extLst>
          </p:cNvPr>
          <p:cNvGrpSpPr/>
          <p:nvPr/>
        </p:nvGrpSpPr>
        <p:grpSpPr>
          <a:xfrm>
            <a:off x="1268568" y="2558304"/>
            <a:ext cx="123120" cy="186840"/>
            <a:chOff x="1268568" y="2558304"/>
            <a:chExt cx="123120" cy="18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6A00F80-5308-2CB4-377C-4D2B51E07D3B}"/>
                    </a:ext>
                  </a:extLst>
                </p14:cNvPr>
                <p14:cNvContentPartPr/>
                <p14:nvPr/>
              </p14:nvContentPartPr>
              <p14:xfrm>
                <a:off x="1268568" y="2558304"/>
                <a:ext cx="109800" cy="1868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6A00F80-5308-2CB4-377C-4D2B51E07D3B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259568" y="2549304"/>
                  <a:ext cx="12744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67AEF74-F908-7457-1F8F-28DD92C235FC}"/>
                    </a:ext>
                  </a:extLst>
                </p14:cNvPr>
                <p14:cNvContentPartPr/>
                <p14:nvPr/>
              </p14:nvContentPartPr>
              <p14:xfrm>
                <a:off x="1377288" y="2705184"/>
                <a:ext cx="14400" cy="28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67AEF74-F908-7457-1F8F-28DD92C235FC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368288" y="2696544"/>
                  <a:ext cx="32040" cy="2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868E3DE-04C9-FB8A-9526-A3765F151046}"/>
              </a:ext>
            </a:extLst>
          </p:cNvPr>
          <p:cNvGrpSpPr/>
          <p:nvPr/>
        </p:nvGrpSpPr>
        <p:grpSpPr>
          <a:xfrm>
            <a:off x="1874808" y="2529504"/>
            <a:ext cx="346680" cy="304560"/>
            <a:chOff x="1874808" y="2529504"/>
            <a:chExt cx="346680" cy="30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892F65B-4F1D-B247-7603-2CB727F139B7}"/>
                    </a:ext>
                  </a:extLst>
                </p14:cNvPr>
                <p14:cNvContentPartPr/>
                <p14:nvPr/>
              </p14:nvContentPartPr>
              <p14:xfrm>
                <a:off x="1874808" y="2579904"/>
                <a:ext cx="195120" cy="2541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892F65B-4F1D-B247-7603-2CB727F139B7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865808" y="2570904"/>
                  <a:ext cx="21276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C6CA1F7-EE8C-D74F-C566-9F9FEB038FD2}"/>
                    </a:ext>
                  </a:extLst>
                </p14:cNvPr>
                <p14:cNvContentPartPr/>
                <p14:nvPr/>
              </p14:nvContentPartPr>
              <p14:xfrm>
                <a:off x="2138688" y="2529504"/>
                <a:ext cx="82800" cy="1627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C6CA1F7-EE8C-D74F-C566-9F9FEB038FD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2130048" y="2520864"/>
                  <a:ext cx="100440" cy="18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819C71A3-7C78-7A12-97C4-A1CAC3F999EA}"/>
              </a:ext>
            </a:extLst>
          </p:cNvPr>
          <p:cNvGrpSpPr/>
          <p:nvPr/>
        </p:nvGrpSpPr>
        <p:grpSpPr>
          <a:xfrm>
            <a:off x="2429208" y="2616984"/>
            <a:ext cx="995760" cy="358920"/>
            <a:chOff x="2429208" y="2616984"/>
            <a:chExt cx="995760" cy="35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07A08B9-3665-4AE0-598E-E25E3E210126}"/>
                    </a:ext>
                  </a:extLst>
                </p14:cNvPr>
                <p14:cNvContentPartPr/>
                <p14:nvPr/>
              </p14:nvContentPartPr>
              <p14:xfrm>
                <a:off x="2429208" y="2654064"/>
                <a:ext cx="352440" cy="1130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07A08B9-3665-4AE0-598E-E25E3E210126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2420568" y="2645424"/>
                  <a:ext cx="3700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395063A-84F1-8768-C297-013CC9A0BD04}"/>
                    </a:ext>
                  </a:extLst>
                </p14:cNvPr>
                <p14:cNvContentPartPr/>
                <p14:nvPr/>
              </p14:nvContentPartPr>
              <p14:xfrm>
                <a:off x="2944008" y="2616984"/>
                <a:ext cx="202680" cy="1450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395063A-84F1-8768-C297-013CC9A0BD04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2935368" y="2608344"/>
                  <a:ext cx="22032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3247789-2544-749B-0394-94938D700FD9}"/>
                    </a:ext>
                  </a:extLst>
                </p14:cNvPr>
                <p14:cNvContentPartPr/>
                <p14:nvPr/>
              </p14:nvContentPartPr>
              <p14:xfrm>
                <a:off x="3223008" y="2709504"/>
                <a:ext cx="66960" cy="1000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3247789-2544-749B-0394-94938D700FD9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3214368" y="2700504"/>
                  <a:ext cx="846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C36442A-AFF0-6039-6EA6-E32B6FBA3A31}"/>
                    </a:ext>
                  </a:extLst>
                </p14:cNvPr>
                <p14:cNvContentPartPr/>
                <p14:nvPr/>
              </p14:nvContentPartPr>
              <p14:xfrm>
                <a:off x="3320208" y="2787264"/>
                <a:ext cx="104760" cy="1886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C36442A-AFF0-6039-6EA6-E32B6FBA3A31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3311208" y="2778264"/>
                  <a:ext cx="1224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66C65D4-C53C-0842-ECAF-1F7AC2725E97}"/>
                    </a:ext>
                  </a:extLst>
                </p14:cNvPr>
                <p14:cNvContentPartPr/>
                <p14:nvPr/>
              </p14:nvContentPartPr>
              <p14:xfrm>
                <a:off x="3399768" y="2685384"/>
                <a:ext cx="3600" cy="82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66C65D4-C53C-0842-ECAF-1F7AC2725E97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3391128" y="2676384"/>
                  <a:ext cx="21240" cy="2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BA4EFC0B-BB00-384E-F63C-DC95F1A69C2B}"/>
              </a:ext>
            </a:extLst>
          </p:cNvPr>
          <p:cNvGrpSpPr/>
          <p:nvPr/>
        </p:nvGrpSpPr>
        <p:grpSpPr>
          <a:xfrm>
            <a:off x="3558888" y="1293624"/>
            <a:ext cx="366840" cy="28800"/>
            <a:chOff x="3558888" y="1293624"/>
            <a:chExt cx="366840" cy="2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2AF2D9B-BEAA-BDAD-5E05-E2A221FAAA27}"/>
                    </a:ext>
                  </a:extLst>
                </p14:cNvPr>
                <p14:cNvContentPartPr/>
                <p14:nvPr/>
              </p14:nvContentPartPr>
              <p14:xfrm>
                <a:off x="3591288" y="1293624"/>
                <a:ext cx="334440" cy="97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2AF2D9B-BEAA-BDAD-5E05-E2A221FAAA27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3582648" y="1284984"/>
                  <a:ext cx="3520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36B6A67-C6DF-AEC7-E67C-791056152926}"/>
                    </a:ext>
                  </a:extLst>
                </p14:cNvPr>
                <p14:cNvContentPartPr/>
                <p14:nvPr/>
              </p14:nvContentPartPr>
              <p14:xfrm>
                <a:off x="3558888" y="1316664"/>
                <a:ext cx="337320" cy="57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36B6A67-C6DF-AEC7-E67C-791056152926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3550248" y="1308024"/>
                  <a:ext cx="354960" cy="2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38C787D5-6EFC-CC53-AEE9-9BDE3C515CAF}"/>
              </a:ext>
            </a:extLst>
          </p:cNvPr>
          <p:cNvGrpSpPr/>
          <p:nvPr/>
        </p:nvGrpSpPr>
        <p:grpSpPr>
          <a:xfrm>
            <a:off x="3244968" y="2361024"/>
            <a:ext cx="289440" cy="24480"/>
            <a:chOff x="3244968" y="2361024"/>
            <a:chExt cx="289440" cy="2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2433F59-8BFB-508B-B808-3110EF8CDA44}"/>
                    </a:ext>
                  </a:extLst>
                </p14:cNvPr>
                <p14:cNvContentPartPr/>
                <p14:nvPr/>
              </p14:nvContentPartPr>
              <p14:xfrm>
                <a:off x="3244968" y="2361024"/>
                <a:ext cx="211320" cy="104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2433F59-8BFB-508B-B808-3110EF8CDA44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3236328" y="2352384"/>
                  <a:ext cx="2289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890E5B4-A7F3-F9E9-2BF9-BF51170B818B}"/>
                    </a:ext>
                  </a:extLst>
                </p14:cNvPr>
                <p14:cNvContentPartPr/>
                <p14:nvPr/>
              </p14:nvContentPartPr>
              <p14:xfrm>
                <a:off x="3266208" y="2376144"/>
                <a:ext cx="268200" cy="93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890E5B4-A7F3-F9E9-2BF9-BF51170B818B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3257568" y="2367504"/>
                  <a:ext cx="285840" cy="27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8F651939-15A9-12EA-7244-ED2696A990EC}"/>
                  </a:ext>
                </a:extLst>
              </p14:cNvPr>
              <p14:cNvContentPartPr/>
              <p14:nvPr/>
            </p14:nvContentPartPr>
            <p14:xfrm>
              <a:off x="3226248" y="2972664"/>
              <a:ext cx="135000" cy="2232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8F651939-15A9-12EA-7244-ED2696A990EC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3217608" y="2964024"/>
                <a:ext cx="152640" cy="3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79" name="Group 78">
            <a:extLst>
              <a:ext uri="{FF2B5EF4-FFF2-40B4-BE49-F238E27FC236}">
                <a16:creationId xmlns:a16="http://schemas.microsoft.com/office/drawing/2014/main" id="{154A2540-D8E7-E167-C3D9-59876AD403AE}"/>
              </a:ext>
            </a:extLst>
          </p:cNvPr>
          <p:cNvGrpSpPr/>
          <p:nvPr/>
        </p:nvGrpSpPr>
        <p:grpSpPr>
          <a:xfrm>
            <a:off x="4023288" y="251784"/>
            <a:ext cx="466200" cy="179280"/>
            <a:chOff x="4023288" y="251784"/>
            <a:chExt cx="466200" cy="17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145785C-4C2C-B460-1C25-FF2B1C7D3AD6}"/>
                    </a:ext>
                  </a:extLst>
                </p14:cNvPr>
                <p14:cNvContentPartPr/>
                <p14:nvPr/>
              </p14:nvContentPartPr>
              <p14:xfrm>
                <a:off x="4023288" y="251784"/>
                <a:ext cx="202320" cy="1792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145785C-4C2C-B460-1C25-FF2B1C7D3AD6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4014648" y="242784"/>
                  <a:ext cx="2199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BFD12EA2-69DC-CD75-02D6-146F19B0B393}"/>
                    </a:ext>
                  </a:extLst>
                </p14:cNvPr>
                <p14:cNvContentPartPr/>
                <p14:nvPr/>
              </p14:nvContentPartPr>
              <p14:xfrm>
                <a:off x="4270248" y="374184"/>
                <a:ext cx="172800" cy="291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BFD12EA2-69DC-CD75-02D6-146F19B0B393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4261608" y="365544"/>
                  <a:ext cx="1904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2EC7C30-4AAE-6006-A83E-73CD60E4488C}"/>
                    </a:ext>
                  </a:extLst>
                </p14:cNvPr>
                <p14:cNvContentPartPr/>
                <p14:nvPr/>
              </p14:nvContentPartPr>
              <p14:xfrm>
                <a:off x="4381488" y="410184"/>
                <a:ext cx="108000" cy="172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2EC7C30-4AAE-6006-A83E-73CD60E4488C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4372488" y="401544"/>
                  <a:ext cx="125640" cy="3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E4C645B8-4A13-E829-D5C7-C047C63E5CBD}"/>
              </a:ext>
            </a:extLst>
          </p:cNvPr>
          <p:cNvGrpSpPr/>
          <p:nvPr/>
        </p:nvGrpSpPr>
        <p:grpSpPr>
          <a:xfrm>
            <a:off x="4681368" y="294984"/>
            <a:ext cx="474120" cy="165960"/>
            <a:chOff x="4681368" y="294984"/>
            <a:chExt cx="474120" cy="16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6CAA8C9-D9D6-FD9C-5BFF-81D523418553}"/>
                    </a:ext>
                  </a:extLst>
                </p14:cNvPr>
                <p14:cNvContentPartPr/>
                <p14:nvPr/>
              </p14:nvContentPartPr>
              <p14:xfrm>
                <a:off x="4681368" y="294984"/>
                <a:ext cx="158400" cy="828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6CAA8C9-D9D6-FD9C-5BFF-81D523418553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4672368" y="285984"/>
                  <a:ext cx="1760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CF0688C-695D-441A-781B-5150284AD241}"/>
                    </a:ext>
                  </a:extLst>
                </p14:cNvPr>
                <p14:cNvContentPartPr/>
                <p14:nvPr/>
              </p14:nvContentPartPr>
              <p14:xfrm>
                <a:off x="4882608" y="367344"/>
                <a:ext cx="21240" cy="936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CF0688C-695D-441A-781B-5150284AD241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4873968" y="358704"/>
                  <a:ext cx="3888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0BD4838-2DCD-6E7B-FB07-06346B9D7C00}"/>
                    </a:ext>
                  </a:extLst>
                </p14:cNvPr>
                <p14:cNvContentPartPr/>
                <p14:nvPr/>
              </p14:nvContentPartPr>
              <p14:xfrm>
                <a:off x="5015808" y="382464"/>
                <a:ext cx="139680" cy="784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0BD4838-2DCD-6E7B-FB07-06346B9D7C00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5006808" y="373464"/>
                  <a:ext cx="157320" cy="9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FB16216F-1799-9BBA-533F-E42D44FF4251}"/>
              </a:ext>
            </a:extLst>
          </p:cNvPr>
          <p:cNvGrpSpPr/>
          <p:nvPr/>
        </p:nvGrpSpPr>
        <p:grpSpPr>
          <a:xfrm>
            <a:off x="1853928" y="3903984"/>
            <a:ext cx="1137240" cy="475920"/>
            <a:chOff x="1853928" y="3903984"/>
            <a:chExt cx="1137240" cy="47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D6CAC02-DFF6-61AD-39E4-89750A6D56FE}"/>
                    </a:ext>
                  </a:extLst>
                </p14:cNvPr>
                <p14:cNvContentPartPr/>
                <p14:nvPr/>
              </p14:nvContentPartPr>
              <p14:xfrm>
                <a:off x="1934568" y="3916944"/>
                <a:ext cx="74160" cy="1868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D6CAC02-DFF6-61AD-39E4-89750A6D56FE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925568" y="3907944"/>
                  <a:ext cx="918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016EF68-95FA-2E3C-62D2-3970322F9A70}"/>
                    </a:ext>
                  </a:extLst>
                </p14:cNvPr>
                <p14:cNvContentPartPr/>
                <p14:nvPr/>
              </p14:nvContentPartPr>
              <p14:xfrm>
                <a:off x="1921968" y="3921264"/>
                <a:ext cx="81360" cy="4586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016EF68-95FA-2E3C-62D2-3970322F9A70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913328" y="3912624"/>
                  <a:ext cx="99000" cy="47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9FA90EF-036C-0F9B-5A6D-2944D5B35C80}"/>
                    </a:ext>
                  </a:extLst>
                </p14:cNvPr>
                <p14:cNvContentPartPr/>
                <p14:nvPr/>
              </p14:nvContentPartPr>
              <p14:xfrm>
                <a:off x="1853928" y="4063104"/>
                <a:ext cx="298800" cy="1317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9FA90EF-036C-0F9B-5A6D-2944D5B35C80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845288" y="4054104"/>
                  <a:ext cx="31644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8404C5CB-6FDD-EF0E-A3CC-EFEF45DCD733}"/>
                    </a:ext>
                  </a:extLst>
                </p14:cNvPr>
                <p14:cNvContentPartPr/>
                <p14:nvPr/>
              </p14:nvContentPartPr>
              <p14:xfrm>
                <a:off x="2163528" y="4002624"/>
                <a:ext cx="9360" cy="172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8404C5CB-6FDD-EF0E-A3CC-EFEF45DCD733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2154888" y="3993984"/>
                  <a:ext cx="2700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F56C300-5DC7-4EF9-1EBF-1EA4DFCA6332}"/>
                    </a:ext>
                  </a:extLst>
                </p14:cNvPr>
                <p14:cNvContentPartPr/>
                <p14:nvPr/>
              </p14:nvContentPartPr>
              <p14:xfrm>
                <a:off x="2234088" y="3903984"/>
                <a:ext cx="757080" cy="4042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F56C300-5DC7-4EF9-1EBF-1EA4DFCA6332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2225088" y="3894984"/>
                  <a:ext cx="774720" cy="42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5743EFBB-FC90-5740-8E97-33F4DC4292F6}"/>
              </a:ext>
            </a:extLst>
          </p:cNvPr>
          <p:cNvGrpSpPr/>
          <p:nvPr/>
        </p:nvGrpSpPr>
        <p:grpSpPr>
          <a:xfrm>
            <a:off x="3496248" y="3730824"/>
            <a:ext cx="1653480" cy="351720"/>
            <a:chOff x="3496248" y="3730824"/>
            <a:chExt cx="1653480" cy="35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7377DC3-1526-BCB9-0BE6-287599D93629}"/>
                    </a:ext>
                  </a:extLst>
                </p14:cNvPr>
                <p14:cNvContentPartPr/>
                <p14:nvPr/>
              </p14:nvContentPartPr>
              <p14:xfrm>
                <a:off x="3496248" y="3842064"/>
                <a:ext cx="152640" cy="2116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7377DC3-1526-BCB9-0BE6-287599D93629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3487608" y="3833064"/>
                  <a:ext cx="17028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7364658-4F35-A4CA-5E78-1E430B1E243B}"/>
                    </a:ext>
                  </a:extLst>
                </p14:cNvPr>
                <p14:cNvContentPartPr/>
                <p14:nvPr/>
              </p14:nvContentPartPr>
              <p14:xfrm>
                <a:off x="3672288" y="3730824"/>
                <a:ext cx="95400" cy="1497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7364658-4F35-A4CA-5E78-1E430B1E243B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3663288" y="3722184"/>
                  <a:ext cx="1130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FD22E4B-2A52-86EB-1FF0-D60AE858A568}"/>
                    </a:ext>
                  </a:extLst>
                </p14:cNvPr>
                <p14:cNvContentPartPr/>
                <p14:nvPr/>
              </p14:nvContentPartPr>
              <p14:xfrm>
                <a:off x="3911328" y="3968784"/>
                <a:ext cx="315360" cy="583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FD22E4B-2A52-86EB-1FF0-D60AE858A568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3902688" y="3959784"/>
                  <a:ext cx="33300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DF93860-FEA6-3A51-0049-369257A642A2}"/>
                    </a:ext>
                  </a:extLst>
                </p14:cNvPr>
                <p14:cNvContentPartPr/>
                <p14:nvPr/>
              </p14:nvContentPartPr>
              <p14:xfrm>
                <a:off x="4360968" y="3885984"/>
                <a:ext cx="190080" cy="1216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DF93860-FEA6-3A51-0049-369257A642A2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4351968" y="3876984"/>
                  <a:ext cx="2077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3B6F7FF-C306-E376-401E-C2F9D2B19AC9}"/>
                    </a:ext>
                  </a:extLst>
                </p14:cNvPr>
                <p14:cNvContentPartPr/>
                <p14:nvPr/>
              </p14:nvContentPartPr>
              <p14:xfrm>
                <a:off x="4641048" y="3955824"/>
                <a:ext cx="7560" cy="759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3B6F7FF-C306-E376-401E-C2F9D2B19AC9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4632048" y="3947184"/>
                  <a:ext cx="2520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5515E3C2-D367-164A-C6C6-803F9B04E7BC}"/>
                    </a:ext>
                  </a:extLst>
                </p14:cNvPr>
                <p14:cNvContentPartPr/>
                <p14:nvPr/>
              </p14:nvContentPartPr>
              <p14:xfrm>
                <a:off x="4735008" y="4018824"/>
                <a:ext cx="27720" cy="637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5515E3C2-D367-164A-C6C6-803F9B04E7BC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4726008" y="4010184"/>
                  <a:ext cx="453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070CFFD-B428-6524-E11D-320C09265219}"/>
                    </a:ext>
                  </a:extLst>
                </p14:cNvPr>
                <p14:cNvContentPartPr/>
                <p14:nvPr/>
              </p14:nvContentPartPr>
              <p14:xfrm>
                <a:off x="4831488" y="3951144"/>
                <a:ext cx="189720" cy="730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070CFFD-B428-6524-E11D-320C09265219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4822488" y="3942144"/>
                  <a:ext cx="20736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9527AA9-C46A-94DE-2007-1AA909AD34B6}"/>
                    </a:ext>
                  </a:extLst>
                </p14:cNvPr>
                <p14:cNvContentPartPr/>
                <p14:nvPr/>
              </p14:nvContentPartPr>
              <p14:xfrm>
                <a:off x="5127048" y="4018824"/>
                <a:ext cx="22680" cy="108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9527AA9-C46A-94DE-2007-1AA909AD34B6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5118408" y="4010184"/>
                  <a:ext cx="4032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1147EC34-0A9A-9853-15B7-C21CCDFF3A28}"/>
              </a:ext>
            </a:extLst>
          </p:cNvPr>
          <p:cNvGrpSpPr/>
          <p:nvPr/>
        </p:nvGrpSpPr>
        <p:grpSpPr>
          <a:xfrm>
            <a:off x="3757968" y="4468824"/>
            <a:ext cx="1148760" cy="946440"/>
            <a:chOff x="3757968" y="4468824"/>
            <a:chExt cx="1148760" cy="94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4615AB51-BED7-16C7-28AF-32E545F823D4}"/>
                    </a:ext>
                  </a:extLst>
                </p14:cNvPr>
                <p14:cNvContentPartPr/>
                <p14:nvPr/>
              </p14:nvContentPartPr>
              <p14:xfrm>
                <a:off x="4148928" y="4468824"/>
                <a:ext cx="266760" cy="3297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4615AB51-BED7-16C7-28AF-32E545F823D4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4139928" y="4460184"/>
                  <a:ext cx="28440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63D2635-06F4-296F-2BFD-CE94FC3A3555}"/>
                    </a:ext>
                  </a:extLst>
                </p14:cNvPr>
                <p14:cNvContentPartPr/>
                <p14:nvPr/>
              </p14:nvContentPartPr>
              <p14:xfrm>
                <a:off x="4240008" y="4668984"/>
                <a:ext cx="146520" cy="302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63D2635-06F4-296F-2BFD-CE94FC3A3555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4231008" y="4659984"/>
                  <a:ext cx="1641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B3A04F5-5AFF-782E-9E9C-19D2B64E8A79}"/>
                    </a:ext>
                  </a:extLst>
                </p14:cNvPr>
                <p14:cNvContentPartPr/>
                <p14:nvPr/>
              </p14:nvContentPartPr>
              <p14:xfrm>
                <a:off x="3873888" y="4843584"/>
                <a:ext cx="391680" cy="3445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B3A04F5-5AFF-782E-9E9C-19D2B64E8A79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3864888" y="4834584"/>
                  <a:ext cx="40932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6715BAE2-579C-50A7-DD9A-9D6B0E54493E}"/>
                    </a:ext>
                  </a:extLst>
                </p14:cNvPr>
                <p14:cNvContentPartPr/>
                <p14:nvPr/>
              </p14:nvContentPartPr>
              <p14:xfrm>
                <a:off x="4280688" y="4893624"/>
                <a:ext cx="626040" cy="2638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6715BAE2-579C-50A7-DD9A-9D6B0E54493E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4271688" y="4884984"/>
                  <a:ext cx="64368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5724D8A-A05C-492A-BD79-65263D29A04D}"/>
                    </a:ext>
                  </a:extLst>
                </p14:cNvPr>
                <p14:cNvContentPartPr/>
                <p14:nvPr/>
              </p14:nvContentPartPr>
              <p14:xfrm>
                <a:off x="3757968" y="5184144"/>
                <a:ext cx="150480" cy="2311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5724D8A-A05C-492A-BD79-65263D29A04D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3749328" y="5175144"/>
                  <a:ext cx="168120" cy="248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1C415557-4CA7-F131-7F52-A108E2A6E883}"/>
                  </a:ext>
                </a:extLst>
              </p14:cNvPr>
              <p14:cNvContentPartPr/>
              <p14:nvPr/>
            </p14:nvContentPartPr>
            <p14:xfrm>
              <a:off x="4798368" y="5252544"/>
              <a:ext cx="356040" cy="27648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1C415557-4CA7-F131-7F52-A108E2A6E883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4789368" y="5243904"/>
                <a:ext cx="373680" cy="294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1" name="Group 120">
            <a:extLst>
              <a:ext uri="{FF2B5EF4-FFF2-40B4-BE49-F238E27FC236}">
                <a16:creationId xmlns:a16="http://schemas.microsoft.com/office/drawing/2014/main" id="{1CEEAC87-7614-B3B4-BB1F-EEF9A5F691DB}"/>
              </a:ext>
            </a:extLst>
          </p:cNvPr>
          <p:cNvGrpSpPr/>
          <p:nvPr/>
        </p:nvGrpSpPr>
        <p:grpSpPr>
          <a:xfrm>
            <a:off x="2807928" y="5482944"/>
            <a:ext cx="1392480" cy="737280"/>
            <a:chOff x="2807928" y="5482944"/>
            <a:chExt cx="1392480" cy="73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2374A25-D640-157A-A6A2-B08484430CA1}"/>
                    </a:ext>
                  </a:extLst>
                </p14:cNvPr>
                <p14:cNvContentPartPr/>
                <p14:nvPr/>
              </p14:nvContentPartPr>
              <p14:xfrm>
                <a:off x="3224088" y="5482944"/>
                <a:ext cx="552240" cy="4564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2374A25-D640-157A-A6A2-B08484430CA1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3215448" y="5474304"/>
                  <a:ext cx="569880" cy="47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4FBD1B8E-6950-E7FA-4A18-B65E62CC0252}"/>
                    </a:ext>
                  </a:extLst>
                </p14:cNvPr>
                <p14:cNvContentPartPr/>
                <p14:nvPr/>
              </p14:nvContentPartPr>
              <p14:xfrm>
                <a:off x="3763728" y="5496984"/>
                <a:ext cx="431640" cy="4561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4FBD1B8E-6950-E7FA-4A18-B65E62CC0252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3754728" y="5487984"/>
                  <a:ext cx="449280" cy="47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BB8231F3-CC46-BF3C-B98E-B92FD3842B33}"/>
                    </a:ext>
                  </a:extLst>
                </p14:cNvPr>
                <p14:cNvContentPartPr/>
                <p14:nvPr/>
              </p14:nvContentPartPr>
              <p14:xfrm>
                <a:off x="3171168" y="5980464"/>
                <a:ext cx="1029240" cy="540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BB8231F3-CC46-BF3C-B98E-B92FD3842B33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3162168" y="5971464"/>
                  <a:ext cx="104688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E6173E8-40A7-773A-E444-CDE2BA30FA38}"/>
                    </a:ext>
                  </a:extLst>
                </p14:cNvPr>
                <p14:cNvContentPartPr/>
                <p14:nvPr/>
              </p14:nvContentPartPr>
              <p14:xfrm>
                <a:off x="2807928" y="6015024"/>
                <a:ext cx="147960" cy="1371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E6173E8-40A7-773A-E444-CDE2BA30FA38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2799288" y="6006024"/>
                  <a:ext cx="16560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6EA138D3-1BA1-A766-2DDC-FDB437104348}"/>
                    </a:ext>
                  </a:extLst>
                </p14:cNvPr>
                <p14:cNvContentPartPr/>
                <p14:nvPr/>
              </p14:nvContentPartPr>
              <p14:xfrm>
                <a:off x="3020688" y="6125184"/>
                <a:ext cx="31680" cy="612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6EA138D3-1BA1-A766-2DDC-FDB437104348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3012048" y="6116544"/>
                  <a:ext cx="4932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BD04B4F5-7FBA-83F2-B855-86E0256F191B}"/>
                    </a:ext>
                  </a:extLst>
                </p14:cNvPr>
                <p14:cNvContentPartPr/>
                <p14:nvPr/>
              </p14:nvContentPartPr>
              <p14:xfrm>
                <a:off x="3039048" y="6015384"/>
                <a:ext cx="14760" cy="424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BD04B4F5-7FBA-83F2-B855-86E0256F191B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3030408" y="6006384"/>
                  <a:ext cx="324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F6A0EF0A-DFA6-E931-F84B-B2A15217A466}"/>
                    </a:ext>
                  </a:extLst>
                </p14:cNvPr>
                <p14:cNvContentPartPr/>
                <p14:nvPr/>
              </p14:nvContentPartPr>
              <p14:xfrm>
                <a:off x="3977208" y="6118344"/>
                <a:ext cx="163080" cy="1018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F6A0EF0A-DFA6-E931-F84B-B2A15217A466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3968568" y="6109344"/>
                  <a:ext cx="180720" cy="11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1151988F-960E-A9FA-2BDC-4EE010CA36AE}"/>
              </a:ext>
            </a:extLst>
          </p:cNvPr>
          <p:cNvGrpSpPr/>
          <p:nvPr/>
        </p:nvGrpSpPr>
        <p:grpSpPr>
          <a:xfrm>
            <a:off x="4221288" y="6138864"/>
            <a:ext cx="619200" cy="232920"/>
            <a:chOff x="4221288" y="6138864"/>
            <a:chExt cx="619200" cy="23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D529457-2EB8-0AD6-DCAD-194CD580DAC8}"/>
                    </a:ext>
                  </a:extLst>
                </p14:cNvPr>
                <p14:cNvContentPartPr/>
                <p14:nvPr/>
              </p14:nvContentPartPr>
              <p14:xfrm>
                <a:off x="4221288" y="6205104"/>
                <a:ext cx="48960" cy="1029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D529457-2EB8-0AD6-DCAD-194CD580DAC8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4212288" y="6196104"/>
                  <a:ext cx="666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62A4AB2B-FFE1-FFDD-9832-3BB4FEFE8C16}"/>
                    </a:ext>
                  </a:extLst>
                </p14:cNvPr>
                <p14:cNvContentPartPr/>
                <p14:nvPr/>
              </p14:nvContentPartPr>
              <p14:xfrm>
                <a:off x="4240728" y="6138864"/>
                <a:ext cx="3960" cy="295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62A4AB2B-FFE1-FFDD-9832-3BB4FEFE8C16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4231728" y="6129864"/>
                  <a:ext cx="216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9A7F3DE5-1EC7-2CA5-9C0F-6F8081449870}"/>
                    </a:ext>
                  </a:extLst>
                </p14:cNvPr>
                <p14:cNvContentPartPr/>
                <p14:nvPr/>
              </p14:nvContentPartPr>
              <p14:xfrm>
                <a:off x="4290408" y="6249744"/>
                <a:ext cx="137160" cy="302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9A7F3DE5-1EC7-2CA5-9C0F-6F8081449870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4281408" y="6240744"/>
                  <a:ext cx="1548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E0BDA87D-D971-0B34-E304-D78DCFD999C6}"/>
                    </a:ext>
                  </a:extLst>
                </p14:cNvPr>
                <p14:cNvContentPartPr/>
                <p14:nvPr/>
              </p14:nvContentPartPr>
              <p14:xfrm>
                <a:off x="4352328" y="6232824"/>
                <a:ext cx="7200" cy="993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E0BDA87D-D971-0B34-E304-D78DCFD999C6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4343688" y="6224184"/>
                  <a:ext cx="2484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2C18208-8D32-812D-E724-AD8099C2CCBD}"/>
                    </a:ext>
                  </a:extLst>
                </p14:cNvPr>
                <p14:cNvContentPartPr/>
                <p14:nvPr/>
              </p14:nvContentPartPr>
              <p14:xfrm>
                <a:off x="4458528" y="6227784"/>
                <a:ext cx="95760" cy="1148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2C18208-8D32-812D-E724-AD8099C2CCBD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4449888" y="6219144"/>
                  <a:ext cx="11340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5836EAF9-0023-AA6F-E4D7-A90DDCB48910}"/>
                    </a:ext>
                  </a:extLst>
                </p14:cNvPr>
                <p14:cNvContentPartPr/>
                <p14:nvPr/>
              </p14:nvContentPartPr>
              <p14:xfrm>
                <a:off x="4670208" y="6302304"/>
                <a:ext cx="86760" cy="82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5836EAF9-0023-AA6F-E4D7-A90DDCB48910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4661208" y="6293304"/>
                  <a:ext cx="10440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4FFE7F2D-C86B-FD85-2059-36C467D642BD}"/>
                    </a:ext>
                  </a:extLst>
                </p14:cNvPr>
                <p14:cNvContentPartPr/>
                <p14:nvPr/>
              </p14:nvContentPartPr>
              <p14:xfrm>
                <a:off x="4815288" y="6235344"/>
                <a:ext cx="25200" cy="13644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4FFE7F2D-C86B-FD85-2059-36C467D642BD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4806288" y="6226704"/>
                  <a:ext cx="42840" cy="15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617BE034-F291-306C-3821-55F74F96C2D0}"/>
              </a:ext>
            </a:extLst>
          </p:cNvPr>
          <p:cNvGrpSpPr/>
          <p:nvPr/>
        </p:nvGrpSpPr>
        <p:grpSpPr>
          <a:xfrm>
            <a:off x="5147208" y="6382584"/>
            <a:ext cx="439920" cy="203400"/>
            <a:chOff x="5147208" y="6382584"/>
            <a:chExt cx="439920" cy="20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67076DAD-617D-CE6E-3831-AA9BE5D8A668}"/>
                    </a:ext>
                  </a:extLst>
                </p14:cNvPr>
                <p14:cNvContentPartPr/>
                <p14:nvPr/>
              </p14:nvContentPartPr>
              <p14:xfrm>
                <a:off x="5147208" y="6382584"/>
                <a:ext cx="101160" cy="8748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67076DAD-617D-CE6E-3831-AA9BE5D8A668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5138568" y="6373944"/>
                  <a:ext cx="1188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1569CB0A-AF78-8467-D941-EFF54279A503}"/>
                    </a:ext>
                  </a:extLst>
                </p14:cNvPr>
                <p14:cNvContentPartPr/>
                <p14:nvPr/>
              </p14:nvContentPartPr>
              <p14:xfrm>
                <a:off x="5291568" y="6461064"/>
                <a:ext cx="20160" cy="6984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1569CB0A-AF78-8467-D941-EFF54279A503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5282568" y="6452064"/>
                  <a:ext cx="378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B4D04A85-DAB6-245D-DF06-9FF4AFE2B12B}"/>
                    </a:ext>
                  </a:extLst>
                </p14:cNvPr>
                <p14:cNvContentPartPr/>
                <p14:nvPr/>
              </p14:nvContentPartPr>
              <p14:xfrm>
                <a:off x="5323248" y="6393744"/>
                <a:ext cx="4320" cy="3240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B4D04A85-DAB6-245D-DF06-9FF4AFE2B12B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5314248" y="6385104"/>
                  <a:ext cx="219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AF775C88-293F-9090-8A2F-099B0250A657}"/>
                    </a:ext>
                  </a:extLst>
                </p14:cNvPr>
                <p14:cNvContentPartPr/>
                <p14:nvPr/>
              </p14:nvContentPartPr>
              <p14:xfrm>
                <a:off x="5377968" y="6503544"/>
                <a:ext cx="73440" cy="792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AF775C88-293F-9090-8A2F-099B0250A657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368968" y="6494544"/>
                  <a:ext cx="910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7AF0E9BE-B371-C6EC-5D9D-32C1DBC135C4}"/>
                    </a:ext>
                  </a:extLst>
                </p14:cNvPr>
                <p14:cNvContentPartPr/>
                <p14:nvPr/>
              </p14:nvContentPartPr>
              <p14:xfrm>
                <a:off x="5403168" y="6482304"/>
                <a:ext cx="13680" cy="7236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7AF0E9BE-B371-C6EC-5D9D-32C1DBC135C4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394528" y="6473304"/>
                  <a:ext cx="3132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F98ED92F-A129-37BC-9613-152E636286E3}"/>
                    </a:ext>
                  </a:extLst>
                </p14:cNvPr>
                <p14:cNvContentPartPr/>
                <p14:nvPr/>
              </p14:nvContentPartPr>
              <p14:xfrm>
                <a:off x="5478048" y="6477984"/>
                <a:ext cx="109080" cy="10800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F98ED92F-A129-37BC-9613-152E636286E3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469408" y="6468984"/>
                  <a:ext cx="126720" cy="12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E4E80849-97F9-B029-F194-CA3753C34591}"/>
              </a:ext>
            </a:extLst>
          </p:cNvPr>
          <p:cNvGrpSpPr/>
          <p:nvPr/>
        </p:nvGrpSpPr>
        <p:grpSpPr>
          <a:xfrm>
            <a:off x="5237928" y="5568984"/>
            <a:ext cx="1457280" cy="723240"/>
            <a:chOff x="5237928" y="5568984"/>
            <a:chExt cx="1457280" cy="72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689ABF19-57C1-452A-7B7D-6F291FE707CA}"/>
                    </a:ext>
                  </a:extLst>
                </p14:cNvPr>
                <p14:cNvContentPartPr/>
                <p14:nvPr/>
              </p14:nvContentPartPr>
              <p14:xfrm>
                <a:off x="5237928" y="5597424"/>
                <a:ext cx="42840" cy="63468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689ABF19-57C1-452A-7B7D-6F291FE707C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229288" y="5588784"/>
                  <a:ext cx="60480" cy="65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40922373-2156-32E1-2ACF-86097E797E03}"/>
                    </a:ext>
                  </a:extLst>
                </p14:cNvPr>
                <p14:cNvContentPartPr/>
                <p14:nvPr/>
              </p14:nvContentPartPr>
              <p14:xfrm>
                <a:off x="5417568" y="5568984"/>
                <a:ext cx="1086840" cy="56124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40922373-2156-32E1-2ACF-86097E797E0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408568" y="5559984"/>
                  <a:ext cx="1104480" cy="57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3975F909-08CA-DE3D-5C46-47E769FBDDA5}"/>
                    </a:ext>
                  </a:extLst>
                </p14:cNvPr>
                <p14:cNvContentPartPr/>
                <p14:nvPr/>
              </p14:nvContentPartPr>
              <p14:xfrm>
                <a:off x="5249448" y="6201144"/>
                <a:ext cx="1148040" cy="2448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3975F909-08CA-DE3D-5C46-47E769FBDDA5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240808" y="6192144"/>
                  <a:ext cx="11656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19BA90E5-EEF5-4AEC-C4EC-2BBF7111601A}"/>
                    </a:ext>
                  </a:extLst>
                </p14:cNvPr>
                <p14:cNvContentPartPr/>
                <p14:nvPr/>
              </p14:nvContentPartPr>
              <p14:xfrm>
                <a:off x="6408648" y="6256584"/>
                <a:ext cx="23400" cy="1620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19BA90E5-EEF5-4AEC-C4EC-2BBF7111601A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400008" y="6247584"/>
                  <a:ext cx="410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F551F545-E5DF-B5C4-EF4C-90BE6A1664F6}"/>
                    </a:ext>
                  </a:extLst>
                </p14:cNvPr>
                <p14:cNvContentPartPr/>
                <p14:nvPr/>
              </p14:nvContentPartPr>
              <p14:xfrm>
                <a:off x="6211368" y="6267744"/>
                <a:ext cx="286920" cy="2448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F551F545-E5DF-B5C4-EF4C-90BE6A1664F6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202728" y="6259104"/>
                  <a:ext cx="3045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4F089F39-4421-AFE2-8899-8915B03E0119}"/>
                    </a:ext>
                  </a:extLst>
                </p14:cNvPr>
                <p14:cNvContentPartPr/>
                <p14:nvPr/>
              </p14:nvContentPartPr>
              <p14:xfrm>
                <a:off x="6435648" y="6053544"/>
                <a:ext cx="178920" cy="14580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4F089F39-4421-AFE2-8899-8915B03E0119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427008" y="6044904"/>
                  <a:ext cx="1965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7CEAC084-CC19-3646-1F86-3EC8799D78CA}"/>
                    </a:ext>
                  </a:extLst>
                </p14:cNvPr>
                <p14:cNvContentPartPr/>
                <p14:nvPr/>
              </p14:nvContentPartPr>
              <p14:xfrm>
                <a:off x="6302808" y="6222744"/>
                <a:ext cx="392400" cy="4320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7CEAC084-CC19-3646-1F86-3EC8799D78CA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294168" y="6213744"/>
                  <a:ext cx="410040" cy="6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1186723A-9A35-54E4-4F01-B34456B1B9B1}"/>
              </a:ext>
            </a:extLst>
          </p:cNvPr>
          <p:cNvGrpSpPr/>
          <p:nvPr/>
        </p:nvGrpSpPr>
        <p:grpSpPr>
          <a:xfrm>
            <a:off x="6689088" y="6485544"/>
            <a:ext cx="290160" cy="313560"/>
            <a:chOff x="6689088" y="6485544"/>
            <a:chExt cx="290160" cy="31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F053B994-E8E7-19C4-030B-BF05477BA632}"/>
                    </a:ext>
                  </a:extLst>
                </p14:cNvPr>
                <p14:cNvContentPartPr/>
                <p14:nvPr/>
              </p14:nvContentPartPr>
              <p14:xfrm>
                <a:off x="6689088" y="6487704"/>
                <a:ext cx="180000" cy="12708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F053B994-E8E7-19C4-030B-BF05477BA632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680448" y="6479064"/>
                  <a:ext cx="19764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72E0FCEC-0A8E-CC77-CCAD-91968A2E11D1}"/>
                    </a:ext>
                  </a:extLst>
                </p14:cNvPr>
                <p14:cNvContentPartPr/>
                <p14:nvPr/>
              </p14:nvContentPartPr>
              <p14:xfrm>
                <a:off x="6867648" y="6617304"/>
                <a:ext cx="111600" cy="18180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72E0FCEC-0A8E-CC77-CCAD-91968A2E11D1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858648" y="6608664"/>
                  <a:ext cx="12924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D008C129-CBD5-3232-8196-8D6029DB1FC9}"/>
                    </a:ext>
                  </a:extLst>
                </p14:cNvPr>
                <p14:cNvContentPartPr/>
                <p14:nvPr/>
              </p14:nvContentPartPr>
              <p14:xfrm>
                <a:off x="6941088" y="6485544"/>
                <a:ext cx="3240" cy="7164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D008C129-CBD5-3232-8196-8D6029DB1FC9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932088" y="6476904"/>
                  <a:ext cx="20880" cy="8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7E6497EF-5C5E-157A-0B8B-15443AF41A34}"/>
              </a:ext>
            </a:extLst>
          </p:cNvPr>
          <p:cNvGrpSpPr/>
          <p:nvPr/>
        </p:nvGrpSpPr>
        <p:grpSpPr>
          <a:xfrm>
            <a:off x="3064968" y="6606504"/>
            <a:ext cx="1219320" cy="364680"/>
            <a:chOff x="3064968" y="6606504"/>
            <a:chExt cx="1219320" cy="36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BE85B1C6-4003-5EFC-12DC-43DFF2C4497E}"/>
                    </a:ext>
                  </a:extLst>
                </p14:cNvPr>
                <p14:cNvContentPartPr/>
                <p14:nvPr/>
              </p14:nvContentPartPr>
              <p14:xfrm>
                <a:off x="3064968" y="6606504"/>
                <a:ext cx="195480" cy="27000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BE85B1C6-4003-5EFC-12DC-43DFF2C4497E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055968" y="6597864"/>
                  <a:ext cx="21312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1725B67C-B0A1-8334-0FE0-3721912F4C23}"/>
                    </a:ext>
                  </a:extLst>
                </p14:cNvPr>
                <p14:cNvContentPartPr/>
                <p14:nvPr/>
              </p14:nvContentPartPr>
              <p14:xfrm>
                <a:off x="3485448" y="6612624"/>
                <a:ext cx="142920" cy="24444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1725B67C-B0A1-8334-0FE0-3721912F4C23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476448" y="6603624"/>
                  <a:ext cx="16056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9901A117-49A7-C63A-0A9C-0F238C9F16AF}"/>
                    </a:ext>
                  </a:extLst>
                </p14:cNvPr>
                <p14:cNvContentPartPr/>
                <p14:nvPr/>
              </p14:nvContentPartPr>
              <p14:xfrm>
                <a:off x="3666168" y="6764184"/>
                <a:ext cx="105120" cy="6192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9901A117-49A7-C63A-0A9C-0F238C9F16AF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657168" y="6755544"/>
                  <a:ext cx="1227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9293820D-2517-F42C-2F1D-C24DC857D09C}"/>
                    </a:ext>
                  </a:extLst>
                </p14:cNvPr>
                <p14:cNvContentPartPr/>
                <p14:nvPr/>
              </p14:nvContentPartPr>
              <p14:xfrm>
                <a:off x="3838608" y="6706224"/>
                <a:ext cx="353880" cy="9360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9293820D-2517-F42C-2F1D-C24DC857D09C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829968" y="6697224"/>
                  <a:ext cx="3715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209ABAD6-191A-26B1-9CDE-2D6F5E01A534}"/>
                    </a:ext>
                  </a:extLst>
                </p14:cNvPr>
                <p14:cNvContentPartPr/>
                <p14:nvPr/>
              </p14:nvContentPartPr>
              <p14:xfrm>
                <a:off x="4216968" y="6739344"/>
                <a:ext cx="67320" cy="23184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209ABAD6-191A-26B1-9CDE-2D6F5E01A534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207968" y="6730344"/>
                  <a:ext cx="84960" cy="249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ED7D4FA2-B77B-8558-857A-54F7E833AA2D}"/>
                  </a:ext>
                </a:extLst>
              </p14:cNvPr>
              <p14:cNvContentPartPr/>
              <p14:nvPr/>
            </p14:nvContentPartPr>
            <p14:xfrm>
              <a:off x="4597128" y="6757704"/>
              <a:ext cx="81000" cy="43920"/>
            </p14:xfrm>
          </p:contentPart>
        </mc:Choice>
        <mc:Fallback xmlns=""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ED7D4FA2-B77B-8558-857A-54F7E833AA2D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4588128" y="6749064"/>
                <a:ext cx="98640" cy="61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28" name="Group 227">
            <a:extLst>
              <a:ext uri="{FF2B5EF4-FFF2-40B4-BE49-F238E27FC236}">
                <a16:creationId xmlns:a16="http://schemas.microsoft.com/office/drawing/2014/main" id="{8676F90B-FC3C-389E-B713-E5746BD6D22A}"/>
              </a:ext>
            </a:extLst>
          </p:cNvPr>
          <p:cNvGrpSpPr/>
          <p:nvPr/>
        </p:nvGrpSpPr>
        <p:grpSpPr>
          <a:xfrm>
            <a:off x="4929408" y="6687864"/>
            <a:ext cx="541440" cy="328680"/>
            <a:chOff x="4929408" y="6687864"/>
            <a:chExt cx="541440" cy="32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DCF8C7CA-2341-5D13-14B6-FAD2050025B2}"/>
                    </a:ext>
                  </a:extLst>
                </p14:cNvPr>
                <p14:cNvContentPartPr/>
                <p14:nvPr/>
              </p14:nvContentPartPr>
              <p14:xfrm>
                <a:off x="4929408" y="6687864"/>
                <a:ext cx="93600" cy="13896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DCF8C7CA-2341-5D13-14B6-FAD2050025B2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920768" y="6678864"/>
                  <a:ext cx="11124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C9F6A47D-61FA-5386-A978-FA55299EB622}"/>
                    </a:ext>
                  </a:extLst>
                </p14:cNvPr>
                <p14:cNvContentPartPr/>
                <p14:nvPr/>
              </p14:nvContentPartPr>
              <p14:xfrm>
                <a:off x="5081688" y="6696864"/>
                <a:ext cx="7920" cy="12672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C9F6A47D-61FA-5386-A978-FA55299EB622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073048" y="6688224"/>
                  <a:ext cx="2556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52E5D73A-1674-60F9-893D-6E73027EE7A4}"/>
                    </a:ext>
                  </a:extLst>
                </p14:cNvPr>
                <p14:cNvContentPartPr/>
                <p14:nvPr/>
              </p14:nvContentPartPr>
              <p14:xfrm>
                <a:off x="5077368" y="6750864"/>
                <a:ext cx="57240" cy="3456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52E5D73A-1674-60F9-893D-6E73027EE7A4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068368" y="6742224"/>
                  <a:ext cx="748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5255223D-EFA2-37B9-2A9F-4C981E4389B1}"/>
                    </a:ext>
                  </a:extLst>
                </p14:cNvPr>
                <p14:cNvContentPartPr/>
                <p14:nvPr/>
              </p14:nvContentPartPr>
              <p14:xfrm>
                <a:off x="5179608" y="6772824"/>
                <a:ext cx="55080" cy="2376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5255223D-EFA2-37B9-2A9F-4C981E4389B1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170608" y="6764184"/>
                  <a:ext cx="727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FD8876CA-FD08-CB3B-1413-D382F505F495}"/>
                    </a:ext>
                  </a:extLst>
                </p14:cNvPr>
                <p14:cNvContentPartPr/>
                <p14:nvPr/>
              </p14:nvContentPartPr>
              <p14:xfrm>
                <a:off x="5262768" y="6769584"/>
                <a:ext cx="41040" cy="8856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FD8876CA-FD08-CB3B-1413-D382F505F495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253768" y="6760944"/>
                  <a:ext cx="586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E42AC9A6-85E7-25BB-4AB0-3AA49DE8AEA4}"/>
                    </a:ext>
                  </a:extLst>
                </p14:cNvPr>
                <p14:cNvContentPartPr/>
                <p14:nvPr/>
              </p14:nvContentPartPr>
              <p14:xfrm>
                <a:off x="5208408" y="6718104"/>
                <a:ext cx="262440" cy="29844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E42AC9A6-85E7-25BB-4AB0-3AA49DE8AEA4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5199768" y="6709104"/>
                  <a:ext cx="280080" cy="316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86722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6078E-F8EC-8694-DE9C-165583D76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14:cNvPr>
              <p14:cNvContentPartPr/>
              <p14:nvPr/>
            </p14:nvContentPartPr>
            <p14:xfrm>
              <a:off x="9997848" y="1633824"/>
              <a:ext cx="3600" cy="10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87848" y="1620324"/>
                <a:ext cx="23200" cy="275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14:cNvPr>
              <p14:cNvContentPartPr/>
              <p14:nvPr/>
            </p14:nvContentPartPr>
            <p14:xfrm>
              <a:off x="10428408" y="2647584"/>
              <a:ext cx="28080" cy="324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419408" y="2638584"/>
                <a:ext cx="4572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14:cNvPr>
              <p14:cNvContentPartPr/>
              <p14:nvPr/>
            </p14:nvContentPartPr>
            <p14:xfrm>
              <a:off x="10763568" y="2771064"/>
              <a:ext cx="1800" cy="360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754568" y="2762064"/>
                <a:ext cx="1944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14:cNvPr>
              <p14:cNvContentPartPr/>
              <p14:nvPr/>
            </p14:nvContentPartPr>
            <p14:xfrm>
              <a:off x="3774888" y="6755904"/>
              <a:ext cx="360" cy="468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65888" y="6746904"/>
                <a:ext cx="18000" cy="2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1006C600-FB16-B313-A35D-1750264C11E4}"/>
              </a:ext>
            </a:extLst>
          </p:cNvPr>
          <p:cNvGrpSpPr/>
          <p:nvPr/>
        </p:nvGrpSpPr>
        <p:grpSpPr>
          <a:xfrm>
            <a:off x="1527048" y="604944"/>
            <a:ext cx="748440" cy="228600"/>
            <a:chOff x="1527048" y="604944"/>
            <a:chExt cx="748440" cy="22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2D6EC8C7-D8F3-48D9-B4EA-CC4A4AFCC564}"/>
                    </a:ext>
                  </a:extLst>
                </p14:cNvPr>
                <p14:cNvContentPartPr/>
                <p14:nvPr/>
              </p14:nvContentPartPr>
              <p14:xfrm>
                <a:off x="1527048" y="604944"/>
                <a:ext cx="159480" cy="1461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2D6EC8C7-D8F3-48D9-B4EA-CC4A4AFCC56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518408" y="596304"/>
                  <a:ext cx="1771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CAF1FB4-E7AA-D0DB-D725-BF44A55D4809}"/>
                    </a:ext>
                  </a:extLst>
                </p14:cNvPr>
                <p14:cNvContentPartPr/>
                <p14:nvPr/>
              </p14:nvContentPartPr>
              <p14:xfrm>
                <a:off x="1812888" y="624744"/>
                <a:ext cx="87480" cy="630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CAF1FB4-E7AA-D0DB-D725-BF44A55D480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804248" y="616104"/>
                  <a:ext cx="1051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8C80177-D685-55F3-D8B0-3251852BDCD4}"/>
                    </a:ext>
                  </a:extLst>
                </p14:cNvPr>
                <p14:cNvContentPartPr/>
                <p14:nvPr/>
              </p14:nvContentPartPr>
              <p14:xfrm>
                <a:off x="1827648" y="622584"/>
                <a:ext cx="125280" cy="2109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8C80177-D685-55F3-D8B0-3251852BDCD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818648" y="613584"/>
                  <a:ext cx="14292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03CE5A8-CAE4-5B22-7537-C150E4D15593}"/>
                    </a:ext>
                  </a:extLst>
                </p14:cNvPr>
                <p14:cNvContentPartPr/>
                <p14:nvPr/>
              </p14:nvContentPartPr>
              <p14:xfrm>
                <a:off x="2046528" y="625104"/>
                <a:ext cx="228960" cy="1872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03CE5A8-CAE4-5B22-7537-C150E4D1559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037528" y="616104"/>
                  <a:ext cx="246600" cy="20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ADABFC6-BA6B-E410-392B-7589598B01CB}"/>
              </a:ext>
            </a:extLst>
          </p:cNvPr>
          <p:cNvGrpSpPr/>
          <p:nvPr/>
        </p:nvGrpSpPr>
        <p:grpSpPr>
          <a:xfrm>
            <a:off x="483768" y="564624"/>
            <a:ext cx="529200" cy="405000"/>
            <a:chOff x="483768" y="564624"/>
            <a:chExt cx="529200" cy="40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0238438-8111-C251-CC5A-B0870A761E86}"/>
                    </a:ext>
                  </a:extLst>
                </p14:cNvPr>
                <p14:cNvContentPartPr/>
                <p14:nvPr/>
              </p14:nvContentPartPr>
              <p14:xfrm>
                <a:off x="483768" y="600264"/>
                <a:ext cx="174240" cy="2293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0238438-8111-C251-CC5A-B0870A761E8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75128" y="591264"/>
                  <a:ext cx="19188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74DAFF4-3781-D83F-3342-5380ED1CFBAE}"/>
                    </a:ext>
                  </a:extLst>
                </p14:cNvPr>
                <p14:cNvContentPartPr/>
                <p14:nvPr/>
              </p14:nvContentPartPr>
              <p14:xfrm>
                <a:off x="561168" y="564624"/>
                <a:ext cx="451800" cy="4050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74DAFF4-3781-D83F-3342-5380ED1CFBA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52528" y="555984"/>
                  <a:ext cx="469440" cy="422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79E47F8-768E-E3D7-82D7-EC3BD7DED013}"/>
                  </a:ext>
                </a:extLst>
              </p14:cNvPr>
              <p14:cNvContentPartPr/>
              <p14:nvPr/>
            </p14:nvContentPartPr>
            <p14:xfrm>
              <a:off x="1263168" y="788904"/>
              <a:ext cx="5400" cy="385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79E47F8-768E-E3D7-82D7-EC3BD7DED013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254168" y="780264"/>
                <a:ext cx="2304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F91CD75-B9D5-B1FF-D81E-5528C7A82609}"/>
                  </a:ext>
                </a:extLst>
              </p14:cNvPr>
              <p14:cNvContentPartPr/>
              <p14:nvPr/>
            </p14:nvContentPartPr>
            <p14:xfrm>
              <a:off x="1289448" y="630864"/>
              <a:ext cx="3240" cy="381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F91CD75-B9D5-B1FF-D81E-5528C7A82609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280808" y="621864"/>
                <a:ext cx="2088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B9EB340-DB39-974D-77EE-9F2782B4C7A7}"/>
                  </a:ext>
                </a:extLst>
              </p14:cNvPr>
              <p14:cNvContentPartPr/>
              <p14:nvPr/>
            </p14:nvContentPartPr>
            <p14:xfrm>
              <a:off x="552168" y="971064"/>
              <a:ext cx="2055960" cy="216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B9EB340-DB39-974D-77EE-9F2782B4C7A7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43168" y="962424"/>
                <a:ext cx="2073600" cy="3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C1ABFCF8-044D-AEBC-7A1B-5EE0D1AC4D44}"/>
              </a:ext>
            </a:extLst>
          </p:cNvPr>
          <p:cNvGrpSpPr/>
          <p:nvPr/>
        </p:nvGrpSpPr>
        <p:grpSpPr>
          <a:xfrm>
            <a:off x="1169928" y="1212264"/>
            <a:ext cx="956880" cy="246600"/>
            <a:chOff x="1169928" y="1212264"/>
            <a:chExt cx="956880" cy="24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0C45E24-AF29-3895-1B17-689C3E33067F}"/>
                    </a:ext>
                  </a:extLst>
                </p14:cNvPr>
                <p14:cNvContentPartPr/>
                <p14:nvPr/>
              </p14:nvContentPartPr>
              <p14:xfrm>
                <a:off x="1169928" y="1212264"/>
                <a:ext cx="827640" cy="2466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0C45E24-AF29-3895-1B17-689C3E33067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161288" y="1203264"/>
                  <a:ext cx="84528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6DC2D6C-68B9-DBAF-3A06-7B3BA65029BB}"/>
                    </a:ext>
                  </a:extLst>
                </p14:cNvPr>
                <p14:cNvContentPartPr/>
                <p14:nvPr/>
              </p14:nvContentPartPr>
              <p14:xfrm>
                <a:off x="1997208" y="1325304"/>
                <a:ext cx="129600" cy="118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6DC2D6C-68B9-DBAF-3A06-7B3BA65029BB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988208" y="1316304"/>
                  <a:ext cx="147240" cy="29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54484D26-D6F3-62AB-ABB9-2F65F7535FAB}"/>
                  </a:ext>
                </a:extLst>
              </p14:cNvPr>
              <p14:cNvContentPartPr/>
              <p14:nvPr/>
            </p14:nvContentPartPr>
            <p14:xfrm>
              <a:off x="2756448" y="1253304"/>
              <a:ext cx="252000" cy="1411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54484D26-D6F3-62AB-ABB9-2F65F7535FAB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2747448" y="1244304"/>
                <a:ext cx="269640" cy="15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D7AFEE43-A2E8-86C1-AB26-990076520118}"/>
              </a:ext>
            </a:extLst>
          </p:cNvPr>
          <p:cNvGrpSpPr/>
          <p:nvPr/>
        </p:nvGrpSpPr>
        <p:grpSpPr>
          <a:xfrm>
            <a:off x="3379968" y="1251144"/>
            <a:ext cx="955080" cy="210600"/>
            <a:chOff x="3379968" y="1251144"/>
            <a:chExt cx="955080" cy="21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B5D3C10-18C2-5326-1258-C20A89B06182}"/>
                    </a:ext>
                  </a:extLst>
                </p14:cNvPr>
                <p14:cNvContentPartPr/>
                <p14:nvPr/>
              </p14:nvContentPartPr>
              <p14:xfrm>
                <a:off x="3379968" y="1317024"/>
                <a:ext cx="142560" cy="43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B5D3C10-18C2-5326-1258-C20A89B06182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371328" y="1308024"/>
                  <a:ext cx="16020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60CB712-191C-ADD3-ABE2-3866A48AAB50}"/>
                    </a:ext>
                  </a:extLst>
                </p14:cNvPr>
                <p14:cNvContentPartPr/>
                <p14:nvPr/>
              </p14:nvContentPartPr>
              <p14:xfrm>
                <a:off x="3449808" y="1379304"/>
                <a:ext cx="169560" cy="108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60CB712-191C-ADD3-ABE2-3866A48AAB5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440808" y="1370664"/>
                  <a:ext cx="1872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8585BD5-D498-DEBF-9CDD-EB6BB50247B0}"/>
                    </a:ext>
                  </a:extLst>
                </p14:cNvPr>
                <p14:cNvContentPartPr/>
                <p14:nvPr/>
              </p14:nvContentPartPr>
              <p14:xfrm>
                <a:off x="3958128" y="1251144"/>
                <a:ext cx="248400" cy="1310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8585BD5-D498-DEBF-9CDD-EB6BB50247B0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949488" y="1242144"/>
                  <a:ext cx="2660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CFC5398-7951-1737-0292-C6E3A41EC7E2}"/>
                    </a:ext>
                  </a:extLst>
                </p14:cNvPr>
                <p14:cNvContentPartPr/>
                <p14:nvPr/>
              </p14:nvContentPartPr>
              <p14:xfrm>
                <a:off x="4292568" y="1329624"/>
                <a:ext cx="42480" cy="1321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CFC5398-7951-1737-0292-C6E3A41EC7E2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283928" y="1320984"/>
                  <a:ext cx="60120" cy="14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873DB57-571F-CD68-84D3-719480EA29CE}"/>
              </a:ext>
            </a:extLst>
          </p:cNvPr>
          <p:cNvGrpSpPr/>
          <p:nvPr/>
        </p:nvGrpSpPr>
        <p:grpSpPr>
          <a:xfrm>
            <a:off x="4672368" y="1292184"/>
            <a:ext cx="468360" cy="200880"/>
            <a:chOff x="4672368" y="1292184"/>
            <a:chExt cx="468360" cy="20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E9C8241-A3CC-7146-4B91-B0A7F9F35033}"/>
                    </a:ext>
                  </a:extLst>
                </p14:cNvPr>
                <p14:cNvContentPartPr/>
                <p14:nvPr/>
              </p14:nvContentPartPr>
              <p14:xfrm>
                <a:off x="4672368" y="1292184"/>
                <a:ext cx="229320" cy="1162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E9C8241-A3CC-7146-4B91-B0A7F9F3503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663368" y="1283184"/>
                  <a:ext cx="2469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B61E9D0-8AC4-EED9-34B1-FA8EBC6FE812}"/>
                    </a:ext>
                  </a:extLst>
                </p14:cNvPr>
                <p14:cNvContentPartPr/>
                <p14:nvPr/>
              </p14:nvContentPartPr>
              <p14:xfrm>
                <a:off x="4999248" y="1381104"/>
                <a:ext cx="141480" cy="1119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B61E9D0-8AC4-EED9-34B1-FA8EBC6FE81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990248" y="1372464"/>
                  <a:ext cx="159120" cy="12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2F68998-3EF5-230A-219F-E58E9988DC72}"/>
              </a:ext>
            </a:extLst>
          </p:cNvPr>
          <p:cNvGrpSpPr/>
          <p:nvPr/>
        </p:nvGrpSpPr>
        <p:grpSpPr>
          <a:xfrm>
            <a:off x="5623128" y="1419264"/>
            <a:ext cx="455760" cy="27000"/>
            <a:chOff x="5623128" y="1419264"/>
            <a:chExt cx="455760" cy="2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C3187F3-10D8-3E9B-BE6E-159FCEBCD0E1}"/>
                    </a:ext>
                  </a:extLst>
                </p14:cNvPr>
                <p14:cNvContentPartPr/>
                <p14:nvPr/>
              </p14:nvContentPartPr>
              <p14:xfrm>
                <a:off x="5623128" y="1432944"/>
                <a:ext cx="2160" cy="46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C3187F3-10D8-3E9B-BE6E-159FCEBCD0E1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614488" y="1424304"/>
                  <a:ext cx="198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D72FCCD-DCCD-5D02-2B24-C99D4014C497}"/>
                    </a:ext>
                  </a:extLst>
                </p14:cNvPr>
                <p14:cNvContentPartPr/>
                <p14:nvPr/>
              </p14:nvContentPartPr>
              <p14:xfrm>
                <a:off x="5754528" y="1419264"/>
                <a:ext cx="22320" cy="115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D72FCCD-DCCD-5D02-2B24-C99D4014C49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745888" y="1410264"/>
                  <a:ext cx="399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95EFF56-9F32-BEC0-91D9-AEA5B2FE2720}"/>
                    </a:ext>
                  </a:extLst>
                </p14:cNvPr>
                <p14:cNvContentPartPr/>
                <p14:nvPr/>
              </p14:nvContentPartPr>
              <p14:xfrm>
                <a:off x="5932368" y="1433304"/>
                <a:ext cx="146520" cy="129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95EFF56-9F32-BEC0-91D9-AEA5B2FE2720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923728" y="1424304"/>
                  <a:ext cx="164160" cy="3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E10E426-5E89-9226-55DF-91D344A8BB2C}"/>
              </a:ext>
            </a:extLst>
          </p:cNvPr>
          <p:cNvGrpSpPr/>
          <p:nvPr/>
        </p:nvGrpSpPr>
        <p:grpSpPr>
          <a:xfrm>
            <a:off x="6423048" y="1319184"/>
            <a:ext cx="410040" cy="277920"/>
            <a:chOff x="6423048" y="1319184"/>
            <a:chExt cx="410040" cy="27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2831452-2D07-4741-758E-7EDCBB3132D4}"/>
                    </a:ext>
                  </a:extLst>
                </p14:cNvPr>
                <p14:cNvContentPartPr/>
                <p14:nvPr/>
              </p14:nvContentPartPr>
              <p14:xfrm>
                <a:off x="6423048" y="1319184"/>
                <a:ext cx="253800" cy="1141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2831452-2D07-4741-758E-7EDCBB3132D4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414048" y="1310184"/>
                  <a:ext cx="2714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1B4BBDB-3294-FEC9-336B-EE65277BD32D}"/>
                    </a:ext>
                  </a:extLst>
                </p14:cNvPr>
                <p14:cNvContentPartPr/>
                <p14:nvPr/>
              </p14:nvContentPartPr>
              <p14:xfrm>
                <a:off x="6713568" y="1458504"/>
                <a:ext cx="80280" cy="1386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1B4BBDB-3294-FEC9-336B-EE65277BD32D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704568" y="1449504"/>
                  <a:ext cx="9792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B5FD4B2-FF12-2C62-DDDB-672C300FC385}"/>
                    </a:ext>
                  </a:extLst>
                </p14:cNvPr>
                <p14:cNvContentPartPr/>
                <p14:nvPr/>
              </p14:nvContentPartPr>
              <p14:xfrm>
                <a:off x="6815448" y="1384344"/>
                <a:ext cx="17640" cy="16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B5FD4B2-FF12-2C62-DDDB-672C300FC385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806808" y="1375344"/>
                  <a:ext cx="35280" cy="34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B221D6EA-7322-FA65-7C69-2542C733898B}"/>
                  </a:ext>
                </a:extLst>
              </p14:cNvPr>
              <p14:cNvContentPartPr/>
              <p14:nvPr/>
            </p14:nvContentPartPr>
            <p14:xfrm>
              <a:off x="7031088" y="1457064"/>
              <a:ext cx="36720" cy="75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B221D6EA-7322-FA65-7C69-2542C733898B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7022448" y="1448424"/>
                <a:ext cx="54360" cy="2520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BECBA028-5ED6-F453-0BDD-5442529CF776}"/>
              </a:ext>
            </a:extLst>
          </p:cNvPr>
          <p:cNvGrpSpPr/>
          <p:nvPr/>
        </p:nvGrpSpPr>
        <p:grpSpPr>
          <a:xfrm>
            <a:off x="7259328" y="1463544"/>
            <a:ext cx="175320" cy="4680"/>
            <a:chOff x="7259328" y="1463544"/>
            <a:chExt cx="175320" cy="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E9E5A3E-0928-D95E-3005-2102E4850472}"/>
                    </a:ext>
                  </a:extLst>
                </p14:cNvPr>
                <p14:cNvContentPartPr/>
                <p14:nvPr/>
              </p14:nvContentPartPr>
              <p14:xfrm>
                <a:off x="7259328" y="1463544"/>
                <a:ext cx="49320" cy="32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E9E5A3E-0928-D95E-3005-2102E4850472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250688" y="1454904"/>
                  <a:ext cx="6696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B81B9BC-F788-E2D9-3DC2-31B2D4DD2C48}"/>
                    </a:ext>
                  </a:extLst>
                </p14:cNvPr>
                <p14:cNvContentPartPr/>
                <p14:nvPr/>
              </p14:nvContentPartPr>
              <p14:xfrm>
                <a:off x="7422048" y="1467144"/>
                <a:ext cx="12600" cy="10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B81B9BC-F788-E2D9-3DC2-31B2D4DD2C48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413048" y="1458504"/>
                  <a:ext cx="30240" cy="1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725FEE3-840C-C1BB-C4F6-0D3DC9DC230B}"/>
              </a:ext>
            </a:extLst>
          </p:cNvPr>
          <p:cNvGrpSpPr/>
          <p:nvPr/>
        </p:nvGrpSpPr>
        <p:grpSpPr>
          <a:xfrm>
            <a:off x="7620408" y="1352664"/>
            <a:ext cx="430200" cy="141120"/>
            <a:chOff x="7620408" y="1352664"/>
            <a:chExt cx="430200" cy="14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C10EC5D-424B-E243-525C-593AA4500198}"/>
                    </a:ext>
                  </a:extLst>
                </p14:cNvPr>
                <p14:cNvContentPartPr/>
                <p14:nvPr/>
              </p14:nvContentPartPr>
              <p14:xfrm>
                <a:off x="7620408" y="1352664"/>
                <a:ext cx="227880" cy="1029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C10EC5D-424B-E243-525C-593AA4500198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611768" y="1343664"/>
                  <a:ext cx="24552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A9430BC-1A52-E611-ABA6-63D25B3422DA}"/>
                    </a:ext>
                  </a:extLst>
                </p14:cNvPr>
                <p14:cNvContentPartPr/>
                <p14:nvPr/>
              </p14:nvContentPartPr>
              <p14:xfrm>
                <a:off x="7917408" y="1423224"/>
                <a:ext cx="133200" cy="705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A9430BC-1A52-E611-ABA6-63D25B3422D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908408" y="1414224"/>
                  <a:ext cx="150840" cy="8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A4F3223-76BF-A801-8541-34761D8352FE}"/>
              </a:ext>
            </a:extLst>
          </p:cNvPr>
          <p:cNvGrpSpPr/>
          <p:nvPr/>
        </p:nvGrpSpPr>
        <p:grpSpPr>
          <a:xfrm>
            <a:off x="8448048" y="1312344"/>
            <a:ext cx="463680" cy="174600"/>
            <a:chOff x="8448048" y="1312344"/>
            <a:chExt cx="463680" cy="17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25F167D-3562-86FD-4C6C-D606FCDBD5CC}"/>
                    </a:ext>
                  </a:extLst>
                </p14:cNvPr>
                <p14:cNvContentPartPr/>
                <p14:nvPr/>
              </p14:nvContentPartPr>
              <p14:xfrm>
                <a:off x="8448048" y="1362384"/>
                <a:ext cx="304560" cy="1044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25F167D-3562-86FD-4C6C-D606FCDBD5CC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439408" y="1353744"/>
                  <a:ext cx="32220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B6C3717-E085-8B24-1A55-216D3BB09375}"/>
                    </a:ext>
                  </a:extLst>
                </p14:cNvPr>
                <p14:cNvContentPartPr/>
                <p14:nvPr/>
              </p14:nvContentPartPr>
              <p14:xfrm>
                <a:off x="8808048" y="1312344"/>
                <a:ext cx="103680" cy="1746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B6C3717-E085-8B24-1A55-216D3BB09375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799048" y="1303344"/>
                  <a:ext cx="121320" cy="19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F0879CD3-0187-008A-8FA6-5E763F140CD8}"/>
              </a:ext>
            </a:extLst>
          </p:cNvPr>
          <p:cNvGrpSpPr/>
          <p:nvPr/>
        </p:nvGrpSpPr>
        <p:grpSpPr>
          <a:xfrm>
            <a:off x="9173808" y="1373544"/>
            <a:ext cx="409680" cy="363240"/>
            <a:chOff x="9173808" y="1373544"/>
            <a:chExt cx="409680" cy="36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66E22C2-3CFB-6C6F-308F-D06F46B2DE3D}"/>
                    </a:ext>
                  </a:extLst>
                </p14:cNvPr>
                <p14:cNvContentPartPr/>
                <p14:nvPr/>
              </p14:nvContentPartPr>
              <p14:xfrm>
                <a:off x="9173808" y="1373544"/>
                <a:ext cx="226080" cy="885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66E22C2-3CFB-6C6F-308F-D06F46B2DE3D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165168" y="1364544"/>
                  <a:ext cx="24372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3A2E85D-8735-CA7F-7F8A-5DEDE934FC10}"/>
                    </a:ext>
                  </a:extLst>
                </p14:cNvPr>
                <p14:cNvContentPartPr/>
                <p14:nvPr/>
              </p14:nvContentPartPr>
              <p14:xfrm>
                <a:off x="9428328" y="1492344"/>
                <a:ext cx="25560" cy="853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3A2E85D-8735-CA7F-7F8A-5DEDE934FC10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419328" y="1483344"/>
                  <a:ext cx="432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D7F1C5F-6994-A1FE-6AB7-5F30572FEB60}"/>
                    </a:ext>
                  </a:extLst>
                </p14:cNvPr>
                <p14:cNvContentPartPr/>
                <p14:nvPr/>
              </p14:nvContentPartPr>
              <p14:xfrm>
                <a:off x="9472248" y="1409904"/>
                <a:ext cx="2160" cy="82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D7F1C5F-6994-A1FE-6AB7-5F30572FEB60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463248" y="1401264"/>
                  <a:ext cx="1980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A060E91-5ABE-F36A-C94F-AEF9221A90AA}"/>
                    </a:ext>
                  </a:extLst>
                </p14:cNvPr>
                <p14:cNvContentPartPr/>
                <p14:nvPr/>
              </p14:nvContentPartPr>
              <p14:xfrm>
                <a:off x="9449568" y="1533384"/>
                <a:ext cx="91440" cy="2034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A060E91-5ABE-F36A-C94F-AEF9221A90AA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440928" y="1524384"/>
                  <a:ext cx="10908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D9EF96F-42F8-3BC6-84E2-D820985A36F3}"/>
                    </a:ext>
                  </a:extLst>
                </p14:cNvPr>
                <p14:cNvContentPartPr/>
                <p14:nvPr/>
              </p14:nvContentPartPr>
              <p14:xfrm>
                <a:off x="9572328" y="1500264"/>
                <a:ext cx="11160" cy="82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D9EF96F-42F8-3BC6-84E2-D820985A36F3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563688" y="1491624"/>
                  <a:ext cx="28800" cy="2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6CD69574-9471-9822-E1C8-5A90C72D5E22}"/>
              </a:ext>
            </a:extLst>
          </p:cNvPr>
          <p:cNvGrpSpPr/>
          <p:nvPr/>
        </p:nvGrpSpPr>
        <p:grpSpPr>
          <a:xfrm>
            <a:off x="9762768" y="1403784"/>
            <a:ext cx="143280" cy="57600"/>
            <a:chOff x="9762768" y="1403784"/>
            <a:chExt cx="143280" cy="5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EF32568-A53B-1C33-165D-6ED3E7804930}"/>
                    </a:ext>
                  </a:extLst>
                </p14:cNvPr>
                <p14:cNvContentPartPr/>
                <p14:nvPr/>
              </p14:nvContentPartPr>
              <p14:xfrm>
                <a:off x="9762768" y="1403784"/>
                <a:ext cx="104400" cy="133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EF32568-A53B-1C33-165D-6ED3E7804930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9753768" y="1395144"/>
                  <a:ext cx="1220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740C71D-8E0F-BB80-7334-F4FABCA2515F}"/>
                    </a:ext>
                  </a:extLst>
                </p14:cNvPr>
                <p14:cNvContentPartPr/>
                <p14:nvPr/>
              </p14:nvContentPartPr>
              <p14:xfrm>
                <a:off x="9827928" y="1454904"/>
                <a:ext cx="78120" cy="64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740C71D-8E0F-BB80-7334-F4FABCA2515F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9819288" y="1445904"/>
                  <a:ext cx="95760" cy="2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0FC63144-2B3E-3FE0-07F2-040466C782C4}"/>
              </a:ext>
            </a:extLst>
          </p:cNvPr>
          <p:cNvGrpSpPr/>
          <p:nvPr/>
        </p:nvGrpSpPr>
        <p:grpSpPr>
          <a:xfrm>
            <a:off x="10065528" y="1358424"/>
            <a:ext cx="294840" cy="171000"/>
            <a:chOff x="10065528" y="1358424"/>
            <a:chExt cx="294840" cy="17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AEC1D4D-DB51-3A29-17FC-A59287FFCC14}"/>
                    </a:ext>
                  </a:extLst>
                </p14:cNvPr>
                <p14:cNvContentPartPr/>
                <p14:nvPr/>
              </p14:nvContentPartPr>
              <p14:xfrm>
                <a:off x="10065528" y="1358424"/>
                <a:ext cx="186840" cy="824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AEC1D4D-DB51-3A29-17FC-A59287FFCC14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056528" y="1349424"/>
                  <a:ext cx="20448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706B60E-6ECA-362D-87EC-319C4236F3C1}"/>
                    </a:ext>
                  </a:extLst>
                </p14:cNvPr>
                <p14:cNvContentPartPr/>
                <p14:nvPr/>
              </p14:nvContentPartPr>
              <p14:xfrm>
                <a:off x="10329408" y="1456704"/>
                <a:ext cx="30960" cy="727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706B60E-6ECA-362D-87EC-319C4236F3C1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320408" y="1447704"/>
                  <a:ext cx="4860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C32ADCA-F8F2-EB5D-96BC-9430D9F4CC2E}"/>
                    </a:ext>
                  </a:extLst>
                </p14:cNvPr>
                <p14:cNvContentPartPr/>
                <p14:nvPr/>
              </p14:nvContentPartPr>
              <p14:xfrm>
                <a:off x="10357128" y="1392984"/>
                <a:ext cx="2520" cy="64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C32ADCA-F8F2-EB5D-96BC-9430D9F4CC2E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348128" y="1384344"/>
                  <a:ext cx="20160" cy="2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069DA38B-FE5C-EE48-855D-C0CF8A97687A}"/>
              </a:ext>
            </a:extLst>
          </p:cNvPr>
          <p:cNvGrpSpPr/>
          <p:nvPr/>
        </p:nvGrpSpPr>
        <p:grpSpPr>
          <a:xfrm>
            <a:off x="10574928" y="1422864"/>
            <a:ext cx="1246680" cy="309960"/>
            <a:chOff x="10574928" y="1422864"/>
            <a:chExt cx="1246680" cy="30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CB9D25B-D43D-D3D0-1447-4610917BE73A}"/>
                    </a:ext>
                  </a:extLst>
                </p14:cNvPr>
                <p14:cNvContentPartPr/>
                <p14:nvPr/>
              </p14:nvContentPartPr>
              <p14:xfrm>
                <a:off x="10574928" y="1466424"/>
                <a:ext cx="14400" cy="32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CB9D25B-D43D-D3D0-1447-4610917BE73A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566288" y="1457784"/>
                  <a:ext cx="3204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8E583E7-B98D-40E1-1CDC-93066B8FA098}"/>
                    </a:ext>
                  </a:extLst>
                </p14:cNvPr>
                <p14:cNvContentPartPr/>
                <p14:nvPr/>
              </p14:nvContentPartPr>
              <p14:xfrm>
                <a:off x="10689768" y="1477584"/>
                <a:ext cx="209880" cy="115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8E583E7-B98D-40E1-1CDC-93066B8FA09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680768" y="1468944"/>
                  <a:ext cx="2275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3824910-45F4-4718-52C7-6DC0F1E82F8F}"/>
                    </a:ext>
                  </a:extLst>
                </p14:cNvPr>
                <p14:cNvContentPartPr/>
                <p14:nvPr/>
              </p14:nvContentPartPr>
              <p14:xfrm>
                <a:off x="11010528" y="1490544"/>
                <a:ext cx="24480" cy="93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3824910-45F4-4718-52C7-6DC0F1E82F8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1001888" y="1481544"/>
                  <a:ext cx="421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80A53F5-2C56-7B20-ECBD-D5CDDBB7B6BF}"/>
                    </a:ext>
                  </a:extLst>
                </p14:cNvPr>
                <p14:cNvContentPartPr/>
                <p14:nvPr/>
              </p14:nvContentPartPr>
              <p14:xfrm>
                <a:off x="11116008" y="1422864"/>
                <a:ext cx="204480" cy="914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80A53F5-2C56-7B20-ECBD-D5CDDBB7B6B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1107008" y="1413864"/>
                  <a:ext cx="2221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3B8CB30-6F1C-12CF-2E5B-F9261A1BD631}"/>
                    </a:ext>
                  </a:extLst>
                </p14:cNvPr>
                <p14:cNvContentPartPr/>
                <p14:nvPr/>
              </p14:nvContentPartPr>
              <p14:xfrm>
                <a:off x="11361168" y="1530864"/>
                <a:ext cx="35280" cy="698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3B8CB30-6F1C-12CF-2E5B-F9261A1BD63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1352168" y="1521864"/>
                  <a:ext cx="5292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B07B14B-F712-B6AE-AEC3-17D266F1E4B7}"/>
                    </a:ext>
                  </a:extLst>
                </p14:cNvPr>
                <p14:cNvContentPartPr/>
                <p14:nvPr/>
              </p14:nvContentPartPr>
              <p14:xfrm>
                <a:off x="11433528" y="1468584"/>
                <a:ext cx="2520" cy="140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B07B14B-F712-B6AE-AEC3-17D266F1E4B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1424528" y="1459944"/>
                  <a:ext cx="201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B9BA109-BCF8-A16F-2184-1F64C2558B4D}"/>
                    </a:ext>
                  </a:extLst>
                </p14:cNvPr>
                <p14:cNvContentPartPr/>
                <p14:nvPr/>
              </p14:nvContentPartPr>
              <p14:xfrm>
                <a:off x="11435328" y="1575504"/>
                <a:ext cx="102240" cy="169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B9BA109-BCF8-A16F-2184-1F64C2558B4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1426328" y="1566504"/>
                  <a:ext cx="1198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38CECF5-5113-B8E3-D0FE-CD6F5ACD5516}"/>
                    </a:ext>
                  </a:extLst>
                </p14:cNvPr>
                <p14:cNvContentPartPr/>
                <p14:nvPr/>
              </p14:nvContentPartPr>
              <p14:xfrm>
                <a:off x="11489328" y="1552464"/>
                <a:ext cx="24480" cy="684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38CECF5-5113-B8E3-D0FE-CD6F5ACD551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1480688" y="1543824"/>
                  <a:ext cx="4212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A75D9F5-34B1-D992-068C-1B03BD541D03}"/>
                    </a:ext>
                  </a:extLst>
                </p14:cNvPr>
                <p14:cNvContentPartPr/>
                <p14:nvPr/>
              </p14:nvContentPartPr>
              <p14:xfrm>
                <a:off x="11486808" y="1583064"/>
                <a:ext cx="95040" cy="1497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A75D9F5-34B1-D992-068C-1B03BD541D0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1478168" y="1574064"/>
                  <a:ext cx="1126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C133CA1-548E-55D9-E1D9-D14E604A05C0}"/>
                    </a:ext>
                  </a:extLst>
                </p14:cNvPr>
                <p14:cNvContentPartPr/>
                <p14:nvPr/>
              </p14:nvContentPartPr>
              <p14:xfrm>
                <a:off x="11605968" y="1502784"/>
                <a:ext cx="12960" cy="57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C133CA1-548E-55D9-E1D9-D14E604A05C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1596968" y="1493784"/>
                  <a:ext cx="306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96AF2E8-A47B-F37B-BABB-2DD19FBA7AEC}"/>
                    </a:ext>
                  </a:extLst>
                </p14:cNvPr>
                <p14:cNvContentPartPr/>
                <p14:nvPr/>
              </p14:nvContentPartPr>
              <p14:xfrm>
                <a:off x="11656008" y="1588824"/>
                <a:ext cx="165600" cy="1108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96AF2E8-A47B-F37B-BABB-2DD19FBA7AE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1647368" y="1579824"/>
                  <a:ext cx="183240" cy="12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001E22FF-3AB8-E4BC-437D-B51FAB635DD7}"/>
              </a:ext>
            </a:extLst>
          </p:cNvPr>
          <p:cNvGrpSpPr/>
          <p:nvPr/>
        </p:nvGrpSpPr>
        <p:grpSpPr>
          <a:xfrm>
            <a:off x="660168" y="1670904"/>
            <a:ext cx="1863360" cy="459360"/>
            <a:chOff x="660168" y="1670904"/>
            <a:chExt cx="1863360" cy="45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25588DD-0085-3225-FC5C-4CCD012EDEE8}"/>
                    </a:ext>
                  </a:extLst>
                </p14:cNvPr>
                <p14:cNvContentPartPr/>
                <p14:nvPr/>
              </p14:nvContentPartPr>
              <p14:xfrm>
                <a:off x="660168" y="1745784"/>
                <a:ext cx="197280" cy="2800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25588DD-0085-3225-FC5C-4CCD012EDEE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51528" y="1736784"/>
                  <a:ext cx="21492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C022AE1-60E8-6FA1-F0BB-59E7DD43FF40}"/>
                    </a:ext>
                  </a:extLst>
                </p14:cNvPr>
                <p14:cNvContentPartPr/>
                <p14:nvPr/>
              </p14:nvContentPartPr>
              <p14:xfrm>
                <a:off x="857448" y="1730304"/>
                <a:ext cx="202680" cy="3214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C022AE1-60E8-6FA1-F0BB-59E7DD43FF4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48808" y="1721664"/>
                  <a:ext cx="22032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06603F0-2BDB-B519-23CB-CE5FFCAE08A4}"/>
                    </a:ext>
                  </a:extLst>
                </p14:cNvPr>
                <p14:cNvContentPartPr/>
                <p14:nvPr/>
              </p14:nvContentPartPr>
              <p14:xfrm>
                <a:off x="1212048" y="1670904"/>
                <a:ext cx="197640" cy="4435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06603F0-2BDB-B519-23CB-CE5FFCAE08A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203408" y="1662264"/>
                  <a:ext cx="215280" cy="46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FCF13B2-F480-A54F-C6E2-12D1FF1DD120}"/>
                    </a:ext>
                  </a:extLst>
                </p14:cNvPr>
                <p14:cNvContentPartPr/>
                <p14:nvPr/>
              </p14:nvContentPartPr>
              <p14:xfrm>
                <a:off x="1477368" y="1937664"/>
                <a:ext cx="239040" cy="1101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FCF13B2-F480-A54F-C6E2-12D1FF1DD12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468368" y="1928664"/>
                  <a:ext cx="25668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2A04A135-BF37-3159-DE54-00905EA1EBE9}"/>
                    </a:ext>
                  </a:extLst>
                </p14:cNvPr>
                <p14:cNvContentPartPr/>
                <p14:nvPr/>
              </p14:nvContentPartPr>
              <p14:xfrm>
                <a:off x="1726128" y="1904904"/>
                <a:ext cx="1440" cy="187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2A04A135-BF37-3159-DE54-00905EA1EBE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717128" y="1895904"/>
                  <a:ext cx="190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3FF4E72-73D6-7D14-1AE6-54FF85076AB4}"/>
                    </a:ext>
                  </a:extLst>
                </p14:cNvPr>
                <p14:cNvContentPartPr/>
                <p14:nvPr/>
              </p14:nvContentPartPr>
              <p14:xfrm>
                <a:off x="1793808" y="1758024"/>
                <a:ext cx="52560" cy="2775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3FF4E72-73D6-7D14-1AE6-54FF85076AB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785168" y="1749024"/>
                  <a:ext cx="7020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D9C850C-0E74-0290-5D49-FDCD3CC91716}"/>
                    </a:ext>
                  </a:extLst>
                </p14:cNvPr>
                <p14:cNvContentPartPr/>
                <p14:nvPr/>
              </p14:nvContentPartPr>
              <p14:xfrm>
                <a:off x="1872288" y="1932264"/>
                <a:ext cx="16560" cy="381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D9C850C-0E74-0290-5D49-FDCD3CC9171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863288" y="1923264"/>
                  <a:ext cx="342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0C50C9D-A319-E7C0-B472-2E7BE362D38C}"/>
                    </a:ext>
                  </a:extLst>
                </p14:cNvPr>
                <p14:cNvContentPartPr/>
                <p14:nvPr/>
              </p14:nvContentPartPr>
              <p14:xfrm>
                <a:off x="1962288" y="1834344"/>
                <a:ext cx="197640" cy="1879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0C50C9D-A319-E7C0-B472-2E7BE362D38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953648" y="1825344"/>
                  <a:ext cx="21528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97CD857-5D1F-F5CD-5CA0-DCA0536ED63E}"/>
                    </a:ext>
                  </a:extLst>
                </p14:cNvPr>
                <p14:cNvContentPartPr/>
                <p14:nvPr/>
              </p14:nvContentPartPr>
              <p14:xfrm>
                <a:off x="1881288" y="1836864"/>
                <a:ext cx="96840" cy="147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97CD857-5D1F-F5CD-5CA0-DCA0536ED63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872648" y="1827864"/>
                  <a:ext cx="1144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4C45F10-8524-C2F2-0438-A49087134421}"/>
                    </a:ext>
                  </a:extLst>
                </p14:cNvPr>
                <p14:cNvContentPartPr/>
                <p14:nvPr/>
              </p14:nvContentPartPr>
              <p14:xfrm>
                <a:off x="2246328" y="1951704"/>
                <a:ext cx="12600" cy="284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4C45F10-8524-C2F2-0438-A4908713442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237688" y="1943064"/>
                  <a:ext cx="302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2B91812-A1BA-A153-3881-8ACBAF252C2C}"/>
                    </a:ext>
                  </a:extLst>
                </p14:cNvPr>
                <p14:cNvContentPartPr/>
                <p14:nvPr/>
              </p14:nvContentPartPr>
              <p14:xfrm>
                <a:off x="2271888" y="1882944"/>
                <a:ext cx="11880" cy="226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2B91812-A1BA-A153-3881-8ACBAF252C2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263248" y="1873944"/>
                  <a:ext cx="295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DC8868A2-8791-3F1B-89F6-3C81E1465E42}"/>
                    </a:ext>
                  </a:extLst>
                </p14:cNvPr>
                <p14:cNvContentPartPr/>
                <p14:nvPr/>
              </p14:nvContentPartPr>
              <p14:xfrm>
                <a:off x="2333088" y="1906704"/>
                <a:ext cx="190440" cy="2235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DC8868A2-8791-3F1B-89F6-3C81E1465E4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324448" y="1897704"/>
                  <a:ext cx="208080" cy="24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EAAEFAB2-3889-4003-A202-A877CB260958}"/>
              </a:ext>
            </a:extLst>
          </p:cNvPr>
          <p:cNvGrpSpPr/>
          <p:nvPr/>
        </p:nvGrpSpPr>
        <p:grpSpPr>
          <a:xfrm>
            <a:off x="2906208" y="1871064"/>
            <a:ext cx="595800" cy="324360"/>
            <a:chOff x="2906208" y="1871064"/>
            <a:chExt cx="595800" cy="32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384410C-85D7-A563-B75D-6F527A611AB2}"/>
                    </a:ext>
                  </a:extLst>
                </p14:cNvPr>
                <p14:cNvContentPartPr/>
                <p14:nvPr/>
              </p14:nvContentPartPr>
              <p14:xfrm>
                <a:off x="2906208" y="1942344"/>
                <a:ext cx="152640" cy="1738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384410C-85D7-A563-B75D-6F527A611AB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897568" y="1933704"/>
                  <a:ext cx="1702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7104279-88CC-777E-3242-9B8AECC59335}"/>
                    </a:ext>
                  </a:extLst>
                </p14:cNvPr>
                <p14:cNvContentPartPr/>
                <p14:nvPr/>
              </p14:nvContentPartPr>
              <p14:xfrm>
                <a:off x="3145968" y="1871064"/>
                <a:ext cx="347760" cy="3243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7104279-88CC-777E-3242-9B8AECC59335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137328" y="1862064"/>
                  <a:ext cx="36540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5D502EC-BD47-21D7-E675-5459EB495830}"/>
                    </a:ext>
                  </a:extLst>
                </p14:cNvPr>
                <p14:cNvContentPartPr/>
                <p14:nvPr/>
              </p14:nvContentPartPr>
              <p14:xfrm>
                <a:off x="3397608" y="1922544"/>
                <a:ext cx="104400" cy="234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5D502EC-BD47-21D7-E675-5459EB49583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388608" y="1913904"/>
                  <a:ext cx="122040" cy="4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89F52ADF-8A09-F0A7-98FE-300EEC86FA2D}"/>
              </a:ext>
            </a:extLst>
          </p:cNvPr>
          <p:cNvGrpSpPr/>
          <p:nvPr/>
        </p:nvGrpSpPr>
        <p:grpSpPr>
          <a:xfrm>
            <a:off x="148608" y="2227824"/>
            <a:ext cx="589320" cy="588960"/>
            <a:chOff x="148608" y="2227824"/>
            <a:chExt cx="589320" cy="58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7D47280-F933-2E24-9847-3D0D261E2472}"/>
                    </a:ext>
                  </a:extLst>
                </p14:cNvPr>
                <p14:cNvContentPartPr/>
                <p14:nvPr/>
              </p14:nvContentPartPr>
              <p14:xfrm>
                <a:off x="281088" y="2227824"/>
                <a:ext cx="278280" cy="5889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7D47280-F933-2E24-9847-3D0D261E247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72448" y="2219184"/>
                  <a:ext cx="295920" cy="60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6A95ED2-4CBC-5CD2-BA4F-54D05FFAAB11}"/>
                    </a:ext>
                  </a:extLst>
                </p14:cNvPr>
                <p14:cNvContentPartPr/>
                <p14:nvPr/>
              </p14:nvContentPartPr>
              <p14:xfrm>
                <a:off x="148608" y="2496384"/>
                <a:ext cx="589320" cy="1314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6A95ED2-4CBC-5CD2-BA4F-54D05FFAAB1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39968" y="2487744"/>
                  <a:ext cx="606960" cy="149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A76B5315-CBA6-7380-0525-E1C402780710}"/>
                  </a:ext>
                </a:extLst>
              </p14:cNvPr>
              <p14:cNvContentPartPr/>
              <p14:nvPr/>
            </p14:nvContentPartPr>
            <p14:xfrm>
              <a:off x="1277928" y="2365704"/>
              <a:ext cx="18720" cy="2196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A76B5315-CBA6-7380-0525-E1C402780710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1268928" y="2356704"/>
                <a:ext cx="36360" cy="3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2" name="Group 101">
            <a:extLst>
              <a:ext uri="{FF2B5EF4-FFF2-40B4-BE49-F238E27FC236}">
                <a16:creationId xmlns:a16="http://schemas.microsoft.com/office/drawing/2014/main" id="{7A2E7462-549C-EF3E-2F60-C18EF5B3FA21}"/>
              </a:ext>
            </a:extLst>
          </p:cNvPr>
          <p:cNvGrpSpPr/>
          <p:nvPr/>
        </p:nvGrpSpPr>
        <p:grpSpPr>
          <a:xfrm>
            <a:off x="1178568" y="2491344"/>
            <a:ext cx="747000" cy="200520"/>
            <a:chOff x="1178568" y="2491344"/>
            <a:chExt cx="747000" cy="20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665201D-196C-6C41-A71B-0E20A15C90A2}"/>
                    </a:ext>
                  </a:extLst>
                </p14:cNvPr>
                <p14:cNvContentPartPr/>
                <p14:nvPr/>
              </p14:nvContentPartPr>
              <p14:xfrm>
                <a:off x="1178568" y="2491344"/>
                <a:ext cx="72360" cy="1530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665201D-196C-6C41-A71B-0E20A15C90A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69928" y="2482344"/>
                  <a:ext cx="9000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65BA111-8725-3B4F-B534-30DE796AAAA0}"/>
                    </a:ext>
                  </a:extLst>
                </p14:cNvPr>
                <p14:cNvContentPartPr/>
                <p14:nvPr/>
              </p14:nvContentPartPr>
              <p14:xfrm>
                <a:off x="1441368" y="2511864"/>
                <a:ext cx="2520" cy="320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65BA111-8725-3B4F-B534-30DE796AAAA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432728" y="2502864"/>
                  <a:ext cx="201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A1C84C6-DF74-7E19-679D-9C606EAE4610}"/>
                    </a:ext>
                  </a:extLst>
                </p14:cNvPr>
                <p14:cNvContentPartPr/>
                <p14:nvPr/>
              </p14:nvContentPartPr>
              <p14:xfrm>
                <a:off x="1412568" y="2658024"/>
                <a:ext cx="22320" cy="338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A1C84C6-DF74-7E19-679D-9C606EAE461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403928" y="2649024"/>
                  <a:ext cx="399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9A2736F3-AC59-C18F-C906-4E2ABE9B9237}"/>
                    </a:ext>
                  </a:extLst>
                </p14:cNvPr>
                <p14:cNvContentPartPr/>
                <p14:nvPr/>
              </p14:nvContentPartPr>
              <p14:xfrm>
                <a:off x="1586448" y="2550024"/>
                <a:ext cx="186480" cy="612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9A2736F3-AC59-C18F-C906-4E2ABE9B923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577808" y="2541384"/>
                  <a:ext cx="20412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DB57798-1E47-D1D9-5ACA-DA6620765606}"/>
                    </a:ext>
                  </a:extLst>
                </p14:cNvPr>
                <p14:cNvContentPartPr/>
                <p14:nvPr/>
              </p14:nvContentPartPr>
              <p14:xfrm>
                <a:off x="1867968" y="2497824"/>
                <a:ext cx="57600" cy="1645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DB57798-1E47-D1D9-5ACA-DA6620765606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859328" y="2489184"/>
                  <a:ext cx="75240" cy="18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BD26821B-56EB-D9C1-1099-8C0429488ECB}"/>
              </a:ext>
            </a:extLst>
          </p:cNvPr>
          <p:cNvGrpSpPr/>
          <p:nvPr/>
        </p:nvGrpSpPr>
        <p:grpSpPr>
          <a:xfrm>
            <a:off x="2276208" y="2464344"/>
            <a:ext cx="468720" cy="208440"/>
            <a:chOff x="2276208" y="2464344"/>
            <a:chExt cx="468720" cy="20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B3BD78D7-D007-384E-0A63-623E2281E633}"/>
                    </a:ext>
                  </a:extLst>
                </p14:cNvPr>
                <p14:cNvContentPartPr/>
                <p14:nvPr/>
              </p14:nvContentPartPr>
              <p14:xfrm>
                <a:off x="2422728" y="2464344"/>
                <a:ext cx="84600" cy="2084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B3BD78D7-D007-384E-0A63-623E2281E63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413728" y="2455704"/>
                  <a:ext cx="10224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D585BFC1-3739-80B2-5A0F-BD929804EA81}"/>
                    </a:ext>
                  </a:extLst>
                </p14:cNvPr>
                <p14:cNvContentPartPr/>
                <p14:nvPr/>
              </p14:nvContentPartPr>
              <p14:xfrm>
                <a:off x="2276208" y="2550024"/>
                <a:ext cx="468720" cy="774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D585BFC1-3739-80B2-5A0F-BD929804EA81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267568" y="2541384"/>
                  <a:ext cx="486360" cy="95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7F0E7195-7206-ACE4-964B-51E4094CECB1}"/>
                  </a:ext>
                </a:extLst>
              </p14:cNvPr>
              <p14:cNvContentPartPr/>
              <p14:nvPr/>
            </p14:nvContentPartPr>
            <p14:xfrm>
              <a:off x="3054168" y="2528424"/>
              <a:ext cx="280440" cy="16092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7F0E7195-7206-ACE4-964B-51E4094CECB1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3045528" y="2519424"/>
                <a:ext cx="29808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551F2B97-D21A-7017-E515-1841A7112074}"/>
                  </a:ext>
                </a:extLst>
              </p14:cNvPr>
              <p14:cNvContentPartPr/>
              <p14:nvPr/>
            </p14:nvContentPartPr>
            <p14:xfrm>
              <a:off x="3720528" y="2528064"/>
              <a:ext cx="650160" cy="24120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551F2B97-D21A-7017-E515-1841A7112074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3711888" y="2519424"/>
                <a:ext cx="667800" cy="258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5049D56A-ED8C-9EDB-894B-884F0C46FB0E}"/>
              </a:ext>
            </a:extLst>
          </p:cNvPr>
          <p:cNvGrpSpPr/>
          <p:nvPr/>
        </p:nvGrpSpPr>
        <p:grpSpPr>
          <a:xfrm>
            <a:off x="644328" y="2883744"/>
            <a:ext cx="601920" cy="502200"/>
            <a:chOff x="644328" y="2883744"/>
            <a:chExt cx="601920" cy="50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4416FE8-8B6D-73A7-8187-A24123C197F3}"/>
                    </a:ext>
                  </a:extLst>
                </p14:cNvPr>
                <p14:cNvContentPartPr/>
                <p14:nvPr/>
              </p14:nvContentPartPr>
              <p14:xfrm>
                <a:off x="824328" y="2883744"/>
                <a:ext cx="229320" cy="5022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4416FE8-8B6D-73A7-8187-A24123C197F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15328" y="2874744"/>
                  <a:ext cx="246960" cy="51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FE373B91-DD49-D960-A6DF-4D3CC93827BF}"/>
                    </a:ext>
                  </a:extLst>
                </p14:cNvPr>
                <p14:cNvContentPartPr/>
                <p14:nvPr/>
              </p14:nvContentPartPr>
              <p14:xfrm>
                <a:off x="644328" y="3105144"/>
                <a:ext cx="601920" cy="1155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FE373B91-DD49-D960-A6DF-4D3CC93827BF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35688" y="3096504"/>
                  <a:ext cx="619560" cy="13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982DF15A-E6A7-1013-0E7E-C5278317F8D2}"/>
              </a:ext>
            </a:extLst>
          </p:cNvPr>
          <p:cNvGrpSpPr/>
          <p:nvPr/>
        </p:nvGrpSpPr>
        <p:grpSpPr>
          <a:xfrm>
            <a:off x="1603368" y="3003984"/>
            <a:ext cx="1544400" cy="243000"/>
            <a:chOff x="1603368" y="3003984"/>
            <a:chExt cx="1544400" cy="24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0FF5C3B-3966-46DD-B2CD-B99A786D43E3}"/>
                    </a:ext>
                  </a:extLst>
                </p14:cNvPr>
                <p14:cNvContentPartPr/>
                <p14:nvPr/>
              </p14:nvContentPartPr>
              <p14:xfrm>
                <a:off x="1603368" y="3003984"/>
                <a:ext cx="475200" cy="2127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0FF5C3B-3966-46DD-B2CD-B99A786D43E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594368" y="2995344"/>
                  <a:ext cx="49284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1E902361-17E6-5BC9-4124-DFB1654D0826}"/>
                    </a:ext>
                  </a:extLst>
                </p14:cNvPr>
                <p14:cNvContentPartPr/>
                <p14:nvPr/>
              </p14:nvContentPartPr>
              <p14:xfrm>
                <a:off x="2335248" y="3051864"/>
                <a:ext cx="812520" cy="1951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1E902361-17E6-5BC9-4124-DFB1654D0826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326248" y="3042864"/>
                  <a:ext cx="830160" cy="21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3C0A32BA-CB77-BCC3-F2BC-0150DBEB17A1}"/>
              </a:ext>
            </a:extLst>
          </p:cNvPr>
          <p:cNvGrpSpPr/>
          <p:nvPr/>
        </p:nvGrpSpPr>
        <p:grpSpPr>
          <a:xfrm>
            <a:off x="3593448" y="2965464"/>
            <a:ext cx="1544400" cy="351360"/>
            <a:chOff x="3593448" y="2965464"/>
            <a:chExt cx="1544400" cy="35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C51ADAA2-0AFD-2ADF-9CD7-24D9EB32A093}"/>
                    </a:ext>
                  </a:extLst>
                </p14:cNvPr>
                <p14:cNvContentPartPr/>
                <p14:nvPr/>
              </p14:nvContentPartPr>
              <p14:xfrm>
                <a:off x="3593448" y="2965464"/>
                <a:ext cx="268560" cy="2890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C51ADAA2-0AFD-2ADF-9CD7-24D9EB32A09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584808" y="2956464"/>
                  <a:ext cx="28620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0F742030-E7ED-4B29-5187-9F3AEAC9DAB2}"/>
                    </a:ext>
                  </a:extLst>
                </p14:cNvPr>
                <p14:cNvContentPartPr/>
                <p14:nvPr/>
              </p14:nvContentPartPr>
              <p14:xfrm>
                <a:off x="3640968" y="3119544"/>
                <a:ext cx="193320" cy="151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0F742030-E7ED-4B29-5187-9F3AEAC9DAB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632328" y="3110544"/>
                  <a:ext cx="2109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4BDC2B64-8016-A7EA-2713-88F2861C61E0}"/>
                    </a:ext>
                  </a:extLst>
                </p14:cNvPr>
                <p14:cNvContentPartPr/>
                <p14:nvPr/>
              </p14:nvContentPartPr>
              <p14:xfrm>
                <a:off x="4053528" y="3132504"/>
                <a:ext cx="474480" cy="1004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4BDC2B64-8016-A7EA-2713-88F2861C61E0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044528" y="3123504"/>
                  <a:ext cx="49212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7EF5830C-6898-B27F-D918-67FE7DC5CD38}"/>
                    </a:ext>
                  </a:extLst>
                </p14:cNvPr>
                <p14:cNvContentPartPr/>
                <p14:nvPr/>
              </p14:nvContentPartPr>
              <p14:xfrm>
                <a:off x="4697568" y="3059784"/>
                <a:ext cx="264960" cy="1386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7EF5830C-6898-B27F-D918-67FE7DC5CD3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688568" y="3050784"/>
                  <a:ext cx="28260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7A35EDEF-3948-A3EB-F825-29F01EBB64EC}"/>
                    </a:ext>
                  </a:extLst>
                </p14:cNvPr>
                <p14:cNvContentPartPr/>
                <p14:nvPr/>
              </p14:nvContentPartPr>
              <p14:xfrm>
                <a:off x="5094288" y="3245184"/>
                <a:ext cx="24120" cy="716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7A35EDEF-3948-A3EB-F825-29F01EBB64EC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085648" y="3236184"/>
                  <a:ext cx="4176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941617CB-236F-B22C-CFEE-0446AAAF9D1C}"/>
                    </a:ext>
                  </a:extLst>
                </p14:cNvPr>
                <p14:cNvContentPartPr/>
                <p14:nvPr/>
              </p14:nvContentPartPr>
              <p14:xfrm>
                <a:off x="5126328" y="3141864"/>
                <a:ext cx="11520" cy="309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941617CB-236F-B22C-CFEE-0446AAAF9D1C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117688" y="3132864"/>
                  <a:ext cx="29160" cy="4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4DA941F0-5404-EC46-CC1A-F4A2B1C84A10}"/>
              </a:ext>
            </a:extLst>
          </p:cNvPr>
          <p:cNvGrpSpPr/>
          <p:nvPr/>
        </p:nvGrpSpPr>
        <p:grpSpPr>
          <a:xfrm>
            <a:off x="5407848" y="3041424"/>
            <a:ext cx="571320" cy="222840"/>
            <a:chOff x="5407848" y="3041424"/>
            <a:chExt cx="571320" cy="22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30A5ED8D-9223-C0A1-508D-0B5A1C275A80}"/>
                    </a:ext>
                  </a:extLst>
                </p14:cNvPr>
                <p14:cNvContentPartPr/>
                <p14:nvPr/>
              </p14:nvContentPartPr>
              <p14:xfrm>
                <a:off x="5534568" y="3046824"/>
                <a:ext cx="34200" cy="1695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30A5ED8D-9223-C0A1-508D-0B5A1C275A80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525568" y="3037824"/>
                  <a:ext cx="5184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333E229-C3FD-CF85-8D0A-B899CD0A34DD}"/>
                    </a:ext>
                  </a:extLst>
                </p14:cNvPr>
                <p14:cNvContentPartPr/>
                <p14:nvPr/>
              </p14:nvContentPartPr>
              <p14:xfrm>
                <a:off x="5407848" y="3041424"/>
                <a:ext cx="350640" cy="2228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333E229-C3FD-CF85-8D0A-B899CD0A34DD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399208" y="3032784"/>
                  <a:ext cx="3682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8F94220-C387-415D-F4C2-1AE40AD8B6BF}"/>
                    </a:ext>
                  </a:extLst>
                </p14:cNvPr>
                <p14:cNvContentPartPr/>
                <p14:nvPr/>
              </p14:nvContentPartPr>
              <p14:xfrm>
                <a:off x="5842368" y="3118464"/>
                <a:ext cx="136800" cy="1252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8F94220-C387-415D-F4C2-1AE40AD8B6BF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833728" y="3109824"/>
                  <a:ext cx="154440" cy="14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CB0595E8-4069-6F1D-EEB8-D95151FC159F}"/>
              </a:ext>
            </a:extLst>
          </p:cNvPr>
          <p:cNvGrpSpPr/>
          <p:nvPr/>
        </p:nvGrpSpPr>
        <p:grpSpPr>
          <a:xfrm>
            <a:off x="4354488" y="3584664"/>
            <a:ext cx="884880" cy="388800"/>
            <a:chOff x="4354488" y="3584664"/>
            <a:chExt cx="884880" cy="38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E0B9996E-D3C9-8654-42D0-BACF31D1AFE9}"/>
                    </a:ext>
                  </a:extLst>
                </p14:cNvPr>
                <p14:cNvContentPartPr/>
                <p14:nvPr/>
              </p14:nvContentPartPr>
              <p14:xfrm>
                <a:off x="4355568" y="3712104"/>
                <a:ext cx="142920" cy="576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E0B9996E-D3C9-8654-42D0-BACF31D1AFE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346928" y="3703104"/>
                  <a:ext cx="1605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E79AF0DF-E616-E6EE-BFE8-8A5427D3DC37}"/>
                    </a:ext>
                  </a:extLst>
                </p14:cNvPr>
                <p14:cNvContentPartPr/>
                <p14:nvPr/>
              </p14:nvContentPartPr>
              <p14:xfrm>
                <a:off x="4354488" y="3799224"/>
                <a:ext cx="193680" cy="432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E79AF0DF-E616-E6EE-BFE8-8A5427D3DC37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4345848" y="3790224"/>
                  <a:ext cx="21132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016A6A25-C91D-8421-6F3A-4EEFC18ACF9C}"/>
                    </a:ext>
                  </a:extLst>
                </p14:cNvPr>
                <p14:cNvContentPartPr/>
                <p14:nvPr/>
              </p14:nvContentPartPr>
              <p14:xfrm>
                <a:off x="4998888" y="3725424"/>
                <a:ext cx="9720" cy="648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016A6A25-C91D-8421-6F3A-4EEFC18ACF9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990248" y="3716424"/>
                  <a:ext cx="273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4076524F-95BF-5D9C-02E1-177566CD5B3D}"/>
                    </a:ext>
                  </a:extLst>
                </p14:cNvPr>
                <p14:cNvContentPartPr/>
                <p14:nvPr/>
              </p14:nvContentPartPr>
              <p14:xfrm>
                <a:off x="4653648" y="3584664"/>
                <a:ext cx="185760" cy="35928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4076524F-95BF-5D9C-02E1-177566CD5B3D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644648" y="3575664"/>
                  <a:ext cx="20340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7F3AE573-D25C-7DFF-CE46-FB8A9F38FDEC}"/>
                    </a:ext>
                  </a:extLst>
                </p14:cNvPr>
                <p14:cNvContentPartPr/>
                <p14:nvPr/>
              </p14:nvContentPartPr>
              <p14:xfrm>
                <a:off x="4899528" y="3675384"/>
                <a:ext cx="136080" cy="16848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7F3AE573-D25C-7DFF-CE46-FB8A9F38FDEC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890528" y="3666384"/>
                  <a:ext cx="15372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A456E484-D7DF-E71B-F4F5-6F5D9BD7399C}"/>
                    </a:ext>
                  </a:extLst>
                </p14:cNvPr>
                <p14:cNvContentPartPr/>
                <p14:nvPr/>
              </p14:nvContentPartPr>
              <p14:xfrm>
                <a:off x="4921128" y="3758904"/>
                <a:ext cx="123840" cy="4068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A456E484-D7DF-E71B-F4F5-6F5D9BD7399C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912128" y="3749904"/>
                  <a:ext cx="14148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3280D1AE-5397-C08A-1507-E57907037235}"/>
                    </a:ext>
                  </a:extLst>
                </p14:cNvPr>
                <p14:cNvContentPartPr/>
                <p14:nvPr/>
              </p14:nvContentPartPr>
              <p14:xfrm>
                <a:off x="5111568" y="3636504"/>
                <a:ext cx="127800" cy="33696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3280D1AE-5397-C08A-1507-E57907037235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102928" y="3627504"/>
                  <a:ext cx="145440" cy="35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FD614297-157F-1125-5BC9-A8B3ADE1459A}"/>
              </a:ext>
            </a:extLst>
          </p:cNvPr>
          <p:cNvGrpSpPr/>
          <p:nvPr/>
        </p:nvGrpSpPr>
        <p:grpSpPr>
          <a:xfrm>
            <a:off x="147888" y="4009824"/>
            <a:ext cx="1640520" cy="295200"/>
            <a:chOff x="147888" y="4009824"/>
            <a:chExt cx="1640520" cy="29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4BEF764C-09D9-3704-65C8-A948327AE9EA}"/>
                    </a:ext>
                  </a:extLst>
                </p14:cNvPr>
                <p14:cNvContentPartPr/>
                <p14:nvPr/>
              </p14:nvContentPartPr>
              <p14:xfrm>
                <a:off x="147888" y="4009824"/>
                <a:ext cx="187920" cy="25236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4BEF764C-09D9-3704-65C8-A948327AE9EA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39248" y="4001184"/>
                  <a:ext cx="20556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88A53FBA-0092-B038-4594-7F811A13DB7E}"/>
                    </a:ext>
                  </a:extLst>
                </p14:cNvPr>
                <p14:cNvContentPartPr/>
                <p14:nvPr/>
              </p14:nvContentPartPr>
              <p14:xfrm>
                <a:off x="288288" y="4024224"/>
                <a:ext cx="148680" cy="27360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88A53FBA-0092-B038-4594-7F811A13DB7E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79288" y="4015584"/>
                  <a:ext cx="16632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E9FA8006-8C1B-7187-9267-2077D3F08954}"/>
                    </a:ext>
                  </a:extLst>
                </p14:cNvPr>
                <p14:cNvContentPartPr/>
                <p14:nvPr/>
              </p14:nvContentPartPr>
              <p14:xfrm>
                <a:off x="574488" y="4012704"/>
                <a:ext cx="190800" cy="29232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E9FA8006-8C1B-7187-9267-2077D3F08954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65848" y="4004064"/>
                  <a:ext cx="20844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13AE42A6-E237-7F7A-BCEC-AA88744971E2}"/>
                    </a:ext>
                  </a:extLst>
                </p14:cNvPr>
                <p14:cNvContentPartPr/>
                <p14:nvPr/>
              </p14:nvContentPartPr>
              <p14:xfrm>
                <a:off x="785808" y="4154544"/>
                <a:ext cx="118800" cy="10800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13AE42A6-E237-7F7A-BCEC-AA88744971E2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76808" y="4145544"/>
                  <a:ext cx="13644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A837D9CE-2AD5-7719-6741-BD9426F19459}"/>
                    </a:ext>
                  </a:extLst>
                </p14:cNvPr>
                <p14:cNvContentPartPr/>
                <p14:nvPr/>
              </p14:nvContentPartPr>
              <p14:xfrm>
                <a:off x="962208" y="4164624"/>
                <a:ext cx="632880" cy="10080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A837D9CE-2AD5-7719-6741-BD9426F19459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53568" y="4155984"/>
                  <a:ext cx="65052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8FE10562-8354-85AA-FCAF-FABC6EBE7AE9}"/>
                    </a:ext>
                  </a:extLst>
                </p14:cNvPr>
                <p14:cNvContentPartPr/>
                <p14:nvPr/>
              </p14:nvContentPartPr>
              <p14:xfrm>
                <a:off x="1588968" y="4128984"/>
                <a:ext cx="17280" cy="2232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8FE10562-8354-85AA-FCAF-FABC6EBE7AE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579968" y="4119984"/>
                  <a:ext cx="349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167F97D9-F871-828A-1F97-7CE8D1540956}"/>
                    </a:ext>
                  </a:extLst>
                </p14:cNvPr>
                <p14:cNvContentPartPr/>
                <p14:nvPr/>
              </p14:nvContentPartPr>
              <p14:xfrm>
                <a:off x="1662768" y="4191264"/>
                <a:ext cx="125640" cy="4140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167F97D9-F871-828A-1F97-7CE8D1540956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653768" y="4182624"/>
                  <a:ext cx="143280" cy="5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D4392D91-FCEA-8F38-BEC2-0AAF42532EDC}"/>
              </a:ext>
            </a:extLst>
          </p:cNvPr>
          <p:cNvGrpSpPr/>
          <p:nvPr/>
        </p:nvGrpSpPr>
        <p:grpSpPr>
          <a:xfrm>
            <a:off x="2046888" y="4088304"/>
            <a:ext cx="466560" cy="295920"/>
            <a:chOff x="2046888" y="4088304"/>
            <a:chExt cx="466560" cy="29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60F09C9D-80C3-A6D5-E38C-4A12D116ADCA}"/>
                    </a:ext>
                  </a:extLst>
                </p14:cNvPr>
                <p14:cNvContentPartPr/>
                <p14:nvPr/>
              </p14:nvContentPartPr>
              <p14:xfrm>
                <a:off x="2046888" y="4162464"/>
                <a:ext cx="106920" cy="11268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60F09C9D-80C3-A6D5-E38C-4A12D116ADCA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037888" y="4153824"/>
                  <a:ext cx="12456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A4A341F7-424A-D1D7-EABD-FB5A1F5D107A}"/>
                    </a:ext>
                  </a:extLst>
                </p14:cNvPr>
                <p14:cNvContentPartPr/>
                <p14:nvPr/>
              </p14:nvContentPartPr>
              <p14:xfrm>
                <a:off x="2209248" y="4088304"/>
                <a:ext cx="304200" cy="29592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A4A341F7-424A-D1D7-EABD-FB5A1F5D107A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200608" y="4079664"/>
                  <a:ext cx="32184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EA16FD58-AD9E-0DFD-94D9-E34C10040D82}"/>
                    </a:ext>
                  </a:extLst>
                </p14:cNvPr>
                <p14:cNvContentPartPr/>
                <p14:nvPr/>
              </p14:nvContentPartPr>
              <p14:xfrm>
                <a:off x="2392128" y="4108464"/>
                <a:ext cx="79200" cy="1152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EA16FD58-AD9E-0DFD-94D9-E34C10040D82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383128" y="4099464"/>
                  <a:ext cx="96840" cy="2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D765A39E-3643-C705-2BDF-AE832FC05FFF}"/>
              </a:ext>
            </a:extLst>
          </p:cNvPr>
          <p:cNvGrpSpPr/>
          <p:nvPr/>
        </p:nvGrpSpPr>
        <p:grpSpPr>
          <a:xfrm>
            <a:off x="300168" y="4464864"/>
            <a:ext cx="1334520" cy="432720"/>
            <a:chOff x="300168" y="4464864"/>
            <a:chExt cx="1334520" cy="43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04648BE4-C45B-DE03-7B7B-C47BF01A0479}"/>
                    </a:ext>
                  </a:extLst>
                </p14:cNvPr>
                <p14:cNvContentPartPr/>
                <p14:nvPr/>
              </p14:nvContentPartPr>
              <p14:xfrm>
                <a:off x="413208" y="4464864"/>
                <a:ext cx="111960" cy="39168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04648BE4-C45B-DE03-7B7B-C47BF01A0479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04208" y="4455864"/>
                  <a:ext cx="129600" cy="40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2CFD8378-5D54-4F05-FE1F-100BB4EED8A7}"/>
                    </a:ext>
                  </a:extLst>
                </p14:cNvPr>
                <p14:cNvContentPartPr/>
                <p14:nvPr/>
              </p14:nvContentPartPr>
              <p14:xfrm>
                <a:off x="300168" y="4635144"/>
                <a:ext cx="609840" cy="11304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2CFD8378-5D54-4F05-FE1F-100BB4EED8A7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91528" y="4626504"/>
                  <a:ext cx="6274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9315615F-1568-1961-9FD7-543E814CE034}"/>
                    </a:ext>
                  </a:extLst>
                </p14:cNvPr>
                <p14:cNvContentPartPr/>
                <p14:nvPr/>
              </p14:nvContentPartPr>
              <p14:xfrm>
                <a:off x="1131408" y="4694544"/>
                <a:ext cx="108360" cy="20304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9315615F-1568-1961-9FD7-543E814CE034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122408" y="4685544"/>
                  <a:ext cx="12600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7744F6FE-2C6C-1E6B-01E4-A8E1D8590E15}"/>
                    </a:ext>
                  </a:extLst>
                </p14:cNvPr>
                <p14:cNvContentPartPr/>
                <p14:nvPr/>
              </p14:nvContentPartPr>
              <p14:xfrm>
                <a:off x="1254888" y="4538664"/>
                <a:ext cx="19800" cy="4068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7744F6FE-2C6C-1E6B-01E4-A8E1D8590E15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246248" y="4529664"/>
                  <a:ext cx="3744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F32B29A7-41EC-A6AA-5BD8-1226833EC7FF}"/>
                    </a:ext>
                  </a:extLst>
                </p14:cNvPr>
                <p14:cNvContentPartPr/>
                <p14:nvPr/>
              </p14:nvContentPartPr>
              <p14:xfrm>
                <a:off x="1491408" y="4733064"/>
                <a:ext cx="143280" cy="540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F32B29A7-41EC-A6AA-5BD8-1226833EC7FF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482408" y="4724064"/>
                  <a:ext cx="1609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03B13714-0FE1-B7A5-B214-F6DEFD25C550}"/>
                    </a:ext>
                  </a:extLst>
                </p14:cNvPr>
                <p14:cNvContentPartPr/>
                <p14:nvPr/>
              </p14:nvContentPartPr>
              <p14:xfrm>
                <a:off x="1502928" y="4829184"/>
                <a:ext cx="119880" cy="1188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03B13714-0FE1-B7A5-B214-F6DEFD25C550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494288" y="4820544"/>
                  <a:ext cx="137520" cy="2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38967180-C275-1163-6F7F-2D770E641FC8}"/>
              </a:ext>
            </a:extLst>
          </p:cNvPr>
          <p:cNvGrpSpPr/>
          <p:nvPr/>
        </p:nvGrpSpPr>
        <p:grpSpPr>
          <a:xfrm>
            <a:off x="2010888" y="4644144"/>
            <a:ext cx="927360" cy="230040"/>
            <a:chOff x="2010888" y="4644144"/>
            <a:chExt cx="927360" cy="23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DADB00BF-BA78-1A5E-791C-2D107D142D73}"/>
                    </a:ext>
                  </a:extLst>
                </p14:cNvPr>
                <p14:cNvContentPartPr/>
                <p14:nvPr/>
              </p14:nvContentPartPr>
              <p14:xfrm>
                <a:off x="2010888" y="4680864"/>
                <a:ext cx="250560" cy="19332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DADB00BF-BA78-1A5E-791C-2D107D142D73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2002248" y="4672224"/>
                  <a:ext cx="26820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A7FD2EAC-CBA8-4CE3-FD9F-8F530A3BA877}"/>
                    </a:ext>
                  </a:extLst>
                </p14:cNvPr>
                <p14:cNvContentPartPr/>
                <p14:nvPr/>
              </p14:nvContentPartPr>
              <p14:xfrm>
                <a:off x="2704248" y="4644144"/>
                <a:ext cx="29880" cy="17820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A7FD2EAC-CBA8-4CE3-FD9F-8F530A3BA877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2695608" y="4635504"/>
                  <a:ext cx="475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D4EE88A6-2B2F-8F9C-9515-31C48842B070}"/>
                    </a:ext>
                  </a:extLst>
                </p14:cNvPr>
                <p14:cNvContentPartPr/>
                <p14:nvPr/>
              </p14:nvContentPartPr>
              <p14:xfrm>
                <a:off x="2479248" y="4750704"/>
                <a:ext cx="459000" cy="5148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D4EE88A6-2B2F-8F9C-9515-31C48842B070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2470608" y="4742064"/>
                  <a:ext cx="476640" cy="69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1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7906E230-4894-C75D-B1EB-8D3BB0B4CDF0}"/>
                  </a:ext>
                </a:extLst>
              </p14:cNvPr>
              <p14:cNvContentPartPr/>
              <p14:nvPr/>
            </p14:nvContentPartPr>
            <p14:xfrm>
              <a:off x="3210768" y="4707504"/>
              <a:ext cx="285480" cy="108720"/>
            </p14:xfrm>
          </p:contentPart>
        </mc:Choice>
        <mc:Fallback xmlns=""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7906E230-4894-C75D-B1EB-8D3BB0B4CDF0}"/>
                  </a:ext>
                </a:extLst>
              </p:cNvPr>
              <p:cNvPicPr/>
              <p:nvPr/>
            </p:nvPicPr>
            <p:blipFill>
              <a:blip r:embed="rId242"/>
              <a:stretch>
                <a:fillRect/>
              </a:stretch>
            </p:blipFill>
            <p:spPr>
              <a:xfrm>
                <a:off x="3201768" y="4698864"/>
                <a:ext cx="303120" cy="126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44" name="Group 243">
            <a:extLst>
              <a:ext uri="{FF2B5EF4-FFF2-40B4-BE49-F238E27FC236}">
                <a16:creationId xmlns:a16="http://schemas.microsoft.com/office/drawing/2014/main" id="{492C237C-E214-8E50-F893-F2C2E6D4BBB3}"/>
              </a:ext>
            </a:extLst>
          </p:cNvPr>
          <p:cNvGrpSpPr/>
          <p:nvPr/>
        </p:nvGrpSpPr>
        <p:grpSpPr>
          <a:xfrm>
            <a:off x="4000968" y="4652784"/>
            <a:ext cx="508680" cy="212760"/>
            <a:chOff x="4000968" y="4652784"/>
            <a:chExt cx="508680" cy="21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743538C5-5404-E448-EFBA-93EC73436E79}"/>
                    </a:ext>
                  </a:extLst>
                </p14:cNvPr>
                <p14:cNvContentPartPr/>
                <p14:nvPr/>
              </p14:nvContentPartPr>
              <p14:xfrm>
                <a:off x="4052808" y="4674024"/>
                <a:ext cx="55440" cy="14112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743538C5-5404-E448-EFBA-93EC73436E79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4044168" y="4665024"/>
                  <a:ext cx="7308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0C31F2D8-5040-DA92-66E1-36E4F14DFEFD}"/>
                    </a:ext>
                  </a:extLst>
                </p14:cNvPr>
                <p14:cNvContentPartPr/>
                <p14:nvPr/>
              </p14:nvContentPartPr>
              <p14:xfrm>
                <a:off x="4000968" y="4652784"/>
                <a:ext cx="213480" cy="21276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0C31F2D8-5040-DA92-66E1-36E4F14DFEFD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3991968" y="4644144"/>
                  <a:ext cx="23112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9FC2D186-97A3-9925-CDA7-4B98F30F63E6}"/>
                    </a:ext>
                  </a:extLst>
                </p14:cNvPr>
                <p14:cNvContentPartPr/>
                <p14:nvPr/>
              </p14:nvContentPartPr>
              <p14:xfrm>
                <a:off x="4321728" y="4708224"/>
                <a:ext cx="187920" cy="11700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9FC2D186-97A3-9925-CDA7-4B98F30F63E6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4313088" y="4699224"/>
                  <a:ext cx="205560" cy="13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B135FD31-299C-4382-E13B-5137640519CC}"/>
              </a:ext>
            </a:extLst>
          </p:cNvPr>
          <p:cNvGrpSpPr/>
          <p:nvPr/>
        </p:nvGrpSpPr>
        <p:grpSpPr>
          <a:xfrm>
            <a:off x="842328" y="5011344"/>
            <a:ext cx="465480" cy="376920"/>
            <a:chOff x="842328" y="5011344"/>
            <a:chExt cx="465480" cy="37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15607046-CA73-B515-9288-8F37BC8B37F5}"/>
                    </a:ext>
                  </a:extLst>
                </p14:cNvPr>
                <p14:cNvContentPartPr/>
                <p14:nvPr/>
              </p14:nvContentPartPr>
              <p14:xfrm>
                <a:off x="1009368" y="5011344"/>
                <a:ext cx="94680" cy="37692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15607046-CA73-B515-9288-8F37BC8B37F5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000368" y="5002704"/>
                  <a:ext cx="11232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3DA9D082-6896-25CD-A0C5-6C068936E5AC}"/>
                    </a:ext>
                  </a:extLst>
                </p14:cNvPr>
                <p14:cNvContentPartPr/>
                <p14:nvPr/>
              </p14:nvContentPartPr>
              <p14:xfrm>
                <a:off x="842328" y="5213664"/>
                <a:ext cx="465480" cy="10692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3DA9D082-6896-25CD-A0C5-6C068936E5AC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833688" y="5204664"/>
                  <a:ext cx="483120" cy="124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3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2C3239DE-5F2B-EFDF-21E7-C18D83A4C9AA}"/>
                  </a:ext>
                </a:extLst>
              </p14:cNvPr>
              <p14:cNvContentPartPr/>
              <p14:nvPr/>
            </p14:nvContentPartPr>
            <p14:xfrm>
              <a:off x="1657728" y="5070024"/>
              <a:ext cx="10800" cy="19800"/>
            </p14:xfrm>
          </p:contentPart>
        </mc:Choice>
        <mc:Fallback xmlns=""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2C3239DE-5F2B-EFDF-21E7-C18D83A4C9AA}"/>
                  </a:ext>
                </a:extLst>
              </p:cNvPr>
              <p:cNvPicPr/>
              <p:nvPr/>
            </p:nvPicPr>
            <p:blipFill>
              <a:blip r:embed="rId254"/>
              <a:stretch>
                <a:fillRect/>
              </a:stretch>
            </p:blipFill>
            <p:spPr>
              <a:xfrm>
                <a:off x="1648728" y="5061384"/>
                <a:ext cx="28440" cy="37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2" name="Group 251">
            <a:extLst>
              <a:ext uri="{FF2B5EF4-FFF2-40B4-BE49-F238E27FC236}">
                <a16:creationId xmlns:a16="http://schemas.microsoft.com/office/drawing/2014/main" id="{0E6D5EEC-4109-1A7C-A283-8B1335A79B87}"/>
              </a:ext>
            </a:extLst>
          </p:cNvPr>
          <p:cNvGrpSpPr/>
          <p:nvPr/>
        </p:nvGrpSpPr>
        <p:grpSpPr>
          <a:xfrm>
            <a:off x="1586448" y="5206464"/>
            <a:ext cx="369360" cy="97200"/>
            <a:chOff x="1586448" y="5206464"/>
            <a:chExt cx="369360" cy="9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A8CE0476-FDBE-4BEE-E73A-4D3FF87C4D70}"/>
                    </a:ext>
                  </a:extLst>
                </p14:cNvPr>
                <p14:cNvContentPartPr/>
                <p14:nvPr/>
              </p14:nvContentPartPr>
              <p14:xfrm>
                <a:off x="1586448" y="5216904"/>
                <a:ext cx="26280" cy="8064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A8CE0476-FDBE-4BEE-E73A-4D3FF87C4D70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1577448" y="5207904"/>
                  <a:ext cx="4392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5A9CD6C8-1322-AACA-A4A1-7005D3DE63E8}"/>
                    </a:ext>
                  </a:extLst>
                </p14:cNvPr>
                <p14:cNvContentPartPr/>
                <p14:nvPr/>
              </p14:nvContentPartPr>
              <p14:xfrm>
                <a:off x="1782288" y="5206464"/>
                <a:ext cx="167400" cy="1512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5A9CD6C8-1322-AACA-A4A1-7005D3DE63E8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773648" y="5197464"/>
                  <a:ext cx="1850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3508A627-5508-345F-C2F7-0D51D83E757C}"/>
                    </a:ext>
                  </a:extLst>
                </p14:cNvPr>
                <p14:cNvContentPartPr/>
                <p14:nvPr/>
              </p14:nvContentPartPr>
              <p14:xfrm>
                <a:off x="1873728" y="5290344"/>
                <a:ext cx="82080" cy="1332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3508A627-5508-345F-C2F7-0D51D83E757C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864728" y="5281704"/>
                  <a:ext cx="99720" cy="30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1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DA0BD037-B84C-9F72-8C88-83968C7D14E3}"/>
                  </a:ext>
                </a:extLst>
              </p14:cNvPr>
              <p14:cNvContentPartPr/>
              <p14:nvPr/>
            </p14:nvContentPartPr>
            <p14:xfrm>
              <a:off x="2269728" y="5189544"/>
              <a:ext cx="14400" cy="134280"/>
            </p14:xfrm>
          </p:contentPart>
        </mc:Choice>
        <mc:Fallback xmlns=""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DA0BD037-B84C-9F72-8C88-83968C7D14E3}"/>
                  </a:ext>
                </a:extLst>
              </p:cNvPr>
              <p:cNvPicPr/>
              <p:nvPr/>
            </p:nvPicPr>
            <p:blipFill>
              <a:blip r:embed="rId262"/>
              <a:stretch>
                <a:fillRect/>
              </a:stretch>
            </p:blipFill>
            <p:spPr>
              <a:xfrm>
                <a:off x="2261088" y="5180904"/>
                <a:ext cx="32040" cy="151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63" name="Group 262">
            <a:extLst>
              <a:ext uri="{FF2B5EF4-FFF2-40B4-BE49-F238E27FC236}">
                <a16:creationId xmlns:a16="http://schemas.microsoft.com/office/drawing/2014/main" id="{F4195EC1-8FB1-CDAB-217C-0261FC90585D}"/>
              </a:ext>
            </a:extLst>
          </p:cNvPr>
          <p:cNvGrpSpPr/>
          <p:nvPr/>
        </p:nvGrpSpPr>
        <p:grpSpPr>
          <a:xfrm>
            <a:off x="2555568" y="5164344"/>
            <a:ext cx="358920" cy="173160"/>
            <a:chOff x="2555568" y="5164344"/>
            <a:chExt cx="358920" cy="17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5B835762-0662-E94E-1684-46760D7160D4}"/>
                    </a:ext>
                  </a:extLst>
                </p14:cNvPr>
                <p14:cNvContentPartPr/>
                <p14:nvPr/>
              </p14:nvContentPartPr>
              <p14:xfrm>
                <a:off x="2668248" y="5164344"/>
                <a:ext cx="30240" cy="17316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5B835762-0662-E94E-1684-46760D7160D4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2659248" y="5155704"/>
                  <a:ext cx="478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249400A3-39B4-5158-EF22-2739FDF89055}"/>
                    </a:ext>
                  </a:extLst>
                </p14:cNvPr>
                <p14:cNvContentPartPr/>
                <p14:nvPr/>
              </p14:nvContentPartPr>
              <p14:xfrm>
                <a:off x="2555568" y="5252544"/>
                <a:ext cx="358920" cy="4752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249400A3-39B4-5158-EF22-2739FDF89055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2546568" y="5243544"/>
                  <a:ext cx="376560" cy="65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7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EA198374-617A-2228-BBD9-DDC8CFF839D6}"/>
                  </a:ext>
                </a:extLst>
              </p14:cNvPr>
              <p14:cNvContentPartPr/>
              <p14:nvPr/>
            </p14:nvContentPartPr>
            <p14:xfrm>
              <a:off x="3220848" y="5227344"/>
              <a:ext cx="191160" cy="91080"/>
            </p14:xfrm>
          </p:contentPart>
        </mc:Choice>
        <mc:Fallback xmlns=""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EA198374-617A-2228-BBD9-DDC8CFF839D6}"/>
                  </a:ext>
                </a:extLst>
              </p:cNvPr>
              <p:cNvPicPr/>
              <p:nvPr/>
            </p:nvPicPr>
            <p:blipFill>
              <a:blip r:embed="rId268"/>
              <a:stretch>
                <a:fillRect/>
              </a:stretch>
            </p:blipFill>
            <p:spPr>
              <a:xfrm>
                <a:off x="3211848" y="5218704"/>
                <a:ext cx="208800" cy="108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69" name="Group 268">
            <a:extLst>
              <a:ext uri="{FF2B5EF4-FFF2-40B4-BE49-F238E27FC236}">
                <a16:creationId xmlns:a16="http://schemas.microsoft.com/office/drawing/2014/main" id="{614AC54A-6266-86D3-7B18-C9B4B579A6BB}"/>
              </a:ext>
            </a:extLst>
          </p:cNvPr>
          <p:cNvGrpSpPr/>
          <p:nvPr/>
        </p:nvGrpSpPr>
        <p:grpSpPr>
          <a:xfrm>
            <a:off x="3558168" y="5122584"/>
            <a:ext cx="798480" cy="378720"/>
            <a:chOff x="3558168" y="5122584"/>
            <a:chExt cx="798480" cy="37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C93222D6-B7C6-9F38-BE6F-A29776FF1A20}"/>
                    </a:ext>
                  </a:extLst>
                </p14:cNvPr>
                <p14:cNvContentPartPr/>
                <p14:nvPr/>
              </p14:nvContentPartPr>
              <p14:xfrm>
                <a:off x="3558168" y="5286024"/>
                <a:ext cx="188640" cy="936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C93222D6-B7C6-9F38-BE6F-A29776FF1A20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3549168" y="5277024"/>
                  <a:ext cx="2062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7BB12EF6-40EC-636E-C5C5-7E5D794DEBD4}"/>
                    </a:ext>
                  </a:extLst>
                </p14:cNvPr>
                <p14:cNvContentPartPr/>
                <p14:nvPr/>
              </p14:nvContentPartPr>
              <p14:xfrm>
                <a:off x="3771288" y="5255784"/>
                <a:ext cx="124200" cy="24552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7BB12EF6-40EC-636E-C5C5-7E5D794DEBD4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3762288" y="5247144"/>
                  <a:ext cx="14184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62B88316-E49E-C2FB-1103-0FABCF216C00}"/>
                    </a:ext>
                  </a:extLst>
                </p14:cNvPr>
                <p14:cNvContentPartPr/>
                <p14:nvPr/>
              </p14:nvContentPartPr>
              <p14:xfrm>
                <a:off x="3861648" y="5122584"/>
                <a:ext cx="50040" cy="4500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62B88316-E49E-C2FB-1103-0FABCF216C00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3852648" y="5113584"/>
                  <a:ext cx="6768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96DA5286-CE5B-CED6-E2D8-FD570197FB91}"/>
                    </a:ext>
                  </a:extLst>
                </p14:cNvPr>
                <p14:cNvContentPartPr/>
                <p14:nvPr/>
              </p14:nvContentPartPr>
              <p14:xfrm>
                <a:off x="4019688" y="5255064"/>
                <a:ext cx="183240" cy="1728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96DA5286-CE5B-CED6-E2D8-FD570197FB91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4010688" y="5246064"/>
                  <a:ext cx="20088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4E53BD60-BE6F-BA45-F5C2-465B6E0B201E}"/>
                    </a:ext>
                  </a:extLst>
                </p14:cNvPr>
                <p14:cNvContentPartPr/>
                <p14:nvPr/>
              </p14:nvContentPartPr>
              <p14:xfrm>
                <a:off x="4119768" y="5220864"/>
                <a:ext cx="236880" cy="18612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4E53BD60-BE6F-BA45-F5C2-465B6E0B201E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4111128" y="5211864"/>
                  <a:ext cx="254520" cy="20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7A5100E1-D857-4864-08AF-C6E79DD314D6}"/>
              </a:ext>
            </a:extLst>
          </p:cNvPr>
          <p:cNvGrpSpPr/>
          <p:nvPr/>
        </p:nvGrpSpPr>
        <p:grpSpPr>
          <a:xfrm>
            <a:off x="4837248" y="5106744"/>
            <a:ext cx="581760" cy="265680"/>
            <a:chOff x="4837248" y="5106744"/>
            <a:chExt cx="581760" cy="26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046138C0-AB74-B658-E399-9C6C429D4589}"/>
                    </a:ext>
                  </a:extLst>
                </p14:cNvPr>
                <p14:cNvContentPartPr/>
                <p14:nvPr/>
              </p14:nvContentPartPr>
              <p14:xfrm>
                <a:off x="4930848" y="5185944"/>
                <a:ext cx="37440" cy="15408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046138C0-AB74-B658-E399-9C6C429D4589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4922208" y="5177304"/>
                  <a:ext cx="550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4691818F-4161-FFC6-B734-2445228CED60}"/>
                    </a:ext>
                  </a:extLst>
                </p14:cNvPr>
                <p14:cNvContentPartPr/>
                <p14:nvPr/>
              </p14:nvContentPartPr>
              <p14:xfrm>
                <a:off x="4837248" y="5106744"/>
                <a:ext cx="369720" cy="26280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4691818F-4161-FFC6-B734-2445228CED60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4828248" y="5097744"/>
                  <a:ext cx="38736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5B7257F2-1B49-24CB-A39F-74BE6D0F49FC}"/>
                    </a:ext>
                  </a:extLst>
                </p14:cNvPr>
                <p14:cNvContentPartPr/>
                <p14:nvPr/>
              </p14:nvContentPartPr>
              <p14:xfrm>
                <a:off x="5315328" y="5264064"/>
                <a:ext cx="103680" cy="10836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5B7257F2-1B49-24CB-A39F-74BE6D0F49FC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5306328" y="5255424"/>
                  <a:ext cx="121320" cy="12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3FFACDB8-2157-231E-05D8-49661C8AEDBF}"/>
              </a:ext>
            </a:extLst>
          </p:cNvPr>
          <p:cNvGrpSpPr/>
          <p:nvPr/>
        </p:nvGrpSpPr>
        <p:grpSpPr>
          <a:xfrm>
            <a:off x="1475568" y="5570064"/>
            <a:ext cx="655200" cy="343800"/>
            <a:chOff x="1475568" y="5570064"/>
            <a:chExt cx="655200" cy="34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97C9DE59-A958-7DAF-6B50-B489D5760430}"/>
                    </a:ext>
                  </a:extLst>
                </p14:cNvPr>
                <p14:cNvContentPartPr/>
                <p14:nvPr/>
              </p14:nvContentPartPr>
              <p14:xfrm>
                <a:off x="1475568" y="5570064"/>
                <a:ext cx="150840" cy="19116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97C9DE59-A958-7DAF-6B50-B489D5760430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1466568" y="5561424"/>
                  <a:ext cx="16848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2D0638E9-699D-6C7F-CC3D-F569514B7989}"/>
                    </a:ext>
                  </a:extLst>
                </p14:cNvPr>
                <p14:cNvContentPartPr/>
                <p14:nvPr/>
              </p14:nvContentPartPr>
              <p14:xfrm>
                <a:off x="1689048" y="5679144"/>
                <a:ext cx="321480" cy="23472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2D0638E9-699D-6C7F-CC3D-F569514B7989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1680408" y="5670504"/>
                  <a:ext cx="33912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0744E6CE-2B6C-0440-AC95-D56B5AADA2F5}"/>
                    </a:ext>
                  </a:extLst>
                </p14:cNvPr>
                <p14:cNvContentPartPr/>
                <p14:nvPr/>
              </p14:nvContentPartPr>
              <p14:xfrm>
                <a:off x="1984248" y="5642424"/>
                <a:ext cx="15480" cy="2844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0744E6CE-2B6C-0440-AC95-D56B5AADA2F5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1975248" y="5633784"/>
                  <a:ext cx="331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0B212708-16AF-3C1F-D266-F40D89463C09}"/>
                    </a:ext>
                  </a:extLst>
                </p14:cNvPr>
                <p14:cNvContentPartPr/>
                <p14:nvPr/>
              </p14:nvContentPartPr>
              <p14:xfrm>
                <a:off x="2073168" y="5724144"/>
                <a:ext cx="57600" cy="1944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0B212708-16AF-3C1F-D266-F40D89463C09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2064528" y="5715144"/>
                  <a:ext cx="75240" cy="3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94126C62-7ADC-22BE-9FB3-8DDEC614E3EF}"/>
              </a:ext>
            </a:extLst>
          </p:cNvPr>
          <p:cNvGrpSpPr/>
          <p:nvPr/>
        </p:nvGrpSpPr>
        <p:grpSpPr>
          <a:xfrm>
            <a:off x="2331648" y="5743944"/>
            <a:ext cx="798840" cy="214200"/>
            <a:chOff x="2331648" y="5743944"/>
            <a:chExt cx="798840" cy="21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EE0DA38A-1C1E-43A5-D020-894818C9384B}"/>
                    </a:ext>
                  </a:extLst>
                </p14:cNvPr>
                <p14:cNvContentPartPr/>
                <p14:nvPr/>
              </p14:nvContentPartPr>
              <p14:xfrm>
                <a:off x="2331648" y="5743944"/>
                <a:ext cx="665640" cy="21420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EE0DA38A-1C1E-43A5-D020-894818C9384B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2323008" y="5735304"/>
                  <a:ext cx="68328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46480EB5-6CAC-90A0-7825-4252F1B2A3EE}"/>
                    </a:ext>
                  </a:extLst>
                </p14:cNvPr>
                <p14:cNvContentPartPr/>
                <p14:nvPr/>
              </p14:nvContentPartPr>
              <p14:xfrm>
                <a:off x="3075408" y="5797944"/>
                <a:ext cx="11880" cy="13644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46480EB5-6CAC-90A0-7825-4252F1B2A3EE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3066768" y="5789304"/>
                  <a:ext cx="2952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5B2A2859-46B2-BAF9-4AC9-93B8B2C73CE7}"/>
                    </a:ext>
                  </a:extLst>
                </p14:cNvPr>
                <p14:cNvContentPartPr/>
                <p14:nvPr/>
              </p14:nvContentPartPr>
              <p14:xfrm>
                <a:off x="3047688" y="5886504"/>
                <a:ext cx="82800" cy="1728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5B2A2859-46B2-BAF9-4AC9-93B8B2C73CE7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3039048" y="5877504"/>
                  <a:ext cx="100440" cy="3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6" name="Group 295">
            <a:extLst>
              <a:ext uri="{FF2B5EF4-FFF2-40B4-BE49-F238E27FC236}">
                <a16:creationId xmlns:a16="http://schemas.microsoft.com/office/drawing/2014/main" id="{A54D5870-E413-10C9-E6D6-BC38A139BE33}"/>
              </a:ext>
            </a:extLst>
          </p:cNvPr>
          <p:cNvGrpSpPr/>
          <p:nvPr/>
        </p:nvGrpSpPr>
        <p:grpSpPr>
          <a:xfrm>
            <a:off x="3377088" y="5746824"/>
            <a:ext cx="978480" cy="321120"/>
            <a:chOff x="3377088" y="5746824"/>
            <a:chExt cx="978480" cy="32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0613E274-65DE-76D5-E121-347CD7687832}"/>
                    </a:ext>
                  </a:extLst>
                </p14:cNvPr>
                <p14:cNvContentPartPr/>
                <p14:nvPr/>
              </p14:nvContentPartPr>
              <p14:xfrm>
                <a:off x="3377088" y="5790744"/>
                <a:ext cx="171360" cy="24156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0613E274-65DE-76D5-E121-347CD7687832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3368448" y="5781744"/>
                  <a:ext cx="18900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D2C57C80-5383-A149-7B80-EF9C5476E43E}"/>
                    </a:ext>
                  </a:extLst>
                </p14:cNvPr>
                <p14:cNvContentPartPr/>
                <p14:nvPr/>
              </p14:nvContentPartPr>
              <p14:xfrm>
                <a:off x="3428928" y="5746824"/>
                <a:ext cx="160560" cy="2376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D2C57C80-5383-A149-7B80-EF9C5476E43E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3419928" y="5737824"/>
                  <a:ext cx="1782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9B14C7D1-C061-4CF4-5CEF-4C9C67B37D5B}"/>
                    </a:ext>
                  </a:extLst>
                </p14:cNvPr>
                <p14:cNvContentPartPr/>
                <p14:nvPr/>
              </p14:nvContentPartPr>
              <p14:xfrm>
                <a:off x="3671928" y="5894784"/>
                <a:ext cx="43560" cy="7524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9B14C7D1-C061-4CF4-5CEF-4C9C67B37D5B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3662928" y="5885784"/>
                  <a:ext cx="612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30CFBA3E-1638-B9E2-F462-BD02E98E785B}"/>
                    </a:ext>
                  </a:extLst>
                </p14:cNvPr>
                <p14:cNvContentPartPr/>
                <p14:nvPr/>
              </p14:nvContentPartPr>
              <p14:xfrm>
                <a:off x="3735288" y="5805504"/>
                <a:ext cx="13680" cy="1620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30CFBA3E-1638-B9E2-F462-BD02E98E785B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3726288" y="5796864"/>
                  <a:ext cx="313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F749C8B3-72FC-A0AE-A905-A99E4D6468BA}"/>
                    </a:ext>
                  </a:extLst>
                </p14:cNvPr>
                <p14:cNvContentPartPr/>
                <p14:nvPr/>
              </p14:nvContentPartPr>
              <p14:xfrm>
                <a:off x="3809808" y="5951664"/>
                <a:ext cx="69840" cy="9540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F749C8B3-72FC-A0AE-A905-A99E4D6468BA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3800808" y="5943024"/>
                  <a:ext cx="8748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3B0D9C9E-602F-D716-290C-BA9F9D5AF528}"/>
                    </a:ext>
                  </a:extLst>
                </p14:cNvPr>
                <p14:cNvContentPartPr/>
                <p14:nvPr/>
              </p14:nvContentPartPr>
              <p14:xfrm>
                <a:off x="3991248" y="5779224"/>
                <a:ext cx="83160" cy="24444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3B0D9C9E-602F-D716-290C-BA9F9D5AF528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3982608" y="5770584"/>
                  <a:ext cx="10080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162CF774-0CF9-D528-B2B9-E8470B28D395}"/>
                    </a:ext>
                  </a:extLst>
                </p14:cNvPr>
                <p14:cNvContentPartPr/>
                <p14:nvPr/>
              </p14:nvContentPartPr>
              <p14:xfrm>
                <a:off x="4166568" y="5778864"/>
                <a:ext cx="189000" cy="28908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162CF774-0CF9-D528-B2B9-E8470B28D395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4157568" y="5770224"/>
                  <a:ext cx="206640" cy="30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751BBC46-BCC1-6AB9-3AAA-4F9FF8039FEE}"/>
              </a:ext>
            </a:extLst>
          </p:cNvPr>
          <p:cNvGrpSpPr/>
          <p:nvPr/>
        </p:nvGrpSpPr>
        <p:grpSpPr>
          <a:xfrm>
            <a:off x="4663728" y="5926104"/>
            <a:ext cx="200520" cy="81360"/>
            <a:chOff x="4663728" y="5926104"/>
            <a:chExt cx="200520" cy="8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B482CC79-E9E6-7CED-553B-76F0252A6347}"/>
                    </a:ext>
                  </a:extLst>
                </p14:cNvPr>
                <p14:cNvContentPartPr/>
                <p14:nvPr/>
              </p14:nvContentPartPr>
              <p14:xfrm>
                <a:off x="4663728" y="5926104"/>
                <a:ext cx="197280" cy="1872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B482CC79-E9E6-7CED-553B-76F0252A6347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4654728" y="5917464"/>
                  <a:ext cx="2149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0916250A-18EB-52B8-E728-EAB4D874781F}"/>
                    </a:ext>
                  </a:extLst>
                </p14:cNvPr>
                <p14:cNvContentPartPr/>
                <p14:nvPr/>
              </p14:nvContentPartPr>
              <p14:xfrm>
                <a:off x="4745808" y="5997744"/>
                <a:ext cx="118440" cy="972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0916250A-18EB-52B8-E728-EAB4D874781F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4736808" y="5989104"/>
                  <a:ext cx="136080" cy="2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9DBCFCF6-68B4-3140-E1D7-77376E2AB9C2}"/>
              </a:ext>
            </a:extLst>
          </p:cNvPr>
          <p:cNvGrpSpPr/>
          <p:nvPr/>
        </p:nvGrpSpPr>
        <p:grpSpPr>
          <a:xfrm>
            <a:off x="5103648" y="5790384"/>
            <a:ext cx="232560" cy="267840"/>
            <a:chOff x="5103648" y="5790384"/>
            <a:chExt cx="232560" cy="26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E269C3CA-1214-4AED-EC14-59DC4BD50FCF}"/>
                    </a:ext>
                  </a:extLst>
                </p14:cNvPr>
                <p14:cNvContentPartPr/>
                <p14:nvPr/>
              </p14:nvContentPartPr>
              <p14:xfrm>
                <a:off x="5133168" y="5820624"/>
                <a:ext cx="203040" cy="17964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E269C3CA-1214-4AED-EC14-59DC4BD50FCF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5124168" y="5811984"/>
                  <a:ext cx="22068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02F75DF3-3E97-C4EC-3D56-5AED8ACBCFF7}"/>
                    </a:ext>
                  </a:extLst>
                </p14:cNvPr>
                <p14:cNvContentPartPr/>
                <p14:nvPr/>
              </p14:nvContentPartPr>
              <p14:xfrm>
                <a:off x="5103648" y="5790384"/>
                <a:ext cx="199080" cy="26784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02F75DF3-3E97-C4EC-3D56-5AED8ACBCFF7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5094648" y="5781744"/>
                  <a:ext cx="216720" cy="28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3" name="Group 302">
            <a:extLst>
              <a:ext uri="{FF2B5EF4-FFF2-40B4-BE49-F238E27FC236}">
                <a16:creationId xmlns:a16="http://schemas.microsoft.com/office/drawing/2014/main" id="{A4AA8F89-2E9B-EFE3-B81B-981DF2320F92}"/>
              </a:ext>
            </a:extLst>
          </p:cNvPr>
          <p:cNvGrpSpPr/>
          <p:nvPr/>
        </p:nvGrpSpPr>
        <p:grpSpPr>
          <a:xfrm>
            <a:off x="2374128" y="6073704"/>
            <a:ext cx="403920" cy="293400"/>
            <a:chOff x="2374128" y="6073704"/>
            <a:chExt cx="403920" cy="29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84EE6CA6-88B3-CF27-D631-4DD0BF258A45}"/>
                    </a:ext>
                  </a:extLst>
                </p14:cNvPr>
                <p14:cNvContentPartPr/>
                <p14:nvPr/>
              </p14:nvContentPartPr>
              <p14:xfrm>
                <a:off x="2460528" y="6073704"/>
                <a:ext cx="151200" cy="29340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84EE6CA6-88B3-CF27-D631-4DD0BF258A45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2451888" y="6064704"/>
                  <a:ext cx="16884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C4E8263E-AA45-8C20-9B18-0F6727DCB453}"/>
                    </a:ext>
                  </a:extLst>
                </p14:cNvPr>
                <p14:cNvContentPartPr/>
                <p14:nvPr/>
              </p14:nvContentPartPr>
              <p14:xfrm>
                <a:off x="2374128" y="6232824"/>
                <a:ext cx="403920" cy="6192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C4E8263E-AA45-8C20-9B18-0F6727DCB453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2365488" y="6224184"/>
                  <a:ext cx="421560" cy="7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BBF5053A-BB32-D310-51A4-15D0E4AA32DF}"/>
              </a:ext>
            </a:extLst>
          </p:cNvPr>
          <p:cNvGrpSpPr/>
          <p:nvPr/>
        </p:nvGrpSpPr>
        <p:grpSpPr>
          <a:xfrm>
            <a:off x="3037248" y="6191784"/>
            <a:ext cx="396720" cy="191520"/>
            <a:chOff x="3037248" y="6191784"/>
            <a:chExt cx="396720" cy="19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E3FD2EE4-8D37-4B41-B604-13A6A96DBF23}"/>
                    </a:ext>
                  </a:extLst>
                </p14:cNvPr>
                <p14:cNvContentPartPr/>
                <p14:nvPr/>
              </p14:nvContentPartPr>
              <p14:xfrm>
                <a:off x="3037248" y="6191784"/>
                <a:ext cx="149040" cy="15768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E3FD2EE4-8D37-4B41-B604-13A6A96DBF23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3028248" y="6182784"/>
                  <a:ext cx="16668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2C770FC7-B291-250D-7C77-899E3630BC7B}"/>
                    </a:ext>
                  </a:extLst>
                </p14:cNvPr>
                <p14:cNvContentPartPr/>
                <p14:nvPr/>
              </p14:nvContentPartPr>
              <p14:xfrm>
                <a:off x="3321288" y="6304824"/>
                <a:ext cx="112680" cy="864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2C770FC7-B291-250D-7C77-899E3630BC7B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3312288" y="6296184"/>
                  <a:ext cx="1303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68BBC9DD-A40B-331D-9A51-D7F6A5EB02BE}"/>
                    </a:ext>
                  </a:extLst>
                </p14:cNvPr>
                <p14:cNvContentPartPr/>
                <p14:nvPr/>
              </p14:nvContentPartPr>
              <p14:xfrm>
                <a:off x="3332448" y="6376104"/>
                <a:ext cx="91080" cy="720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68BBC9DD-A40B-331D-9A51-D7F6A5EB02BE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3323808" y="6367104"/>
                  <a:ext cx="108720" cy="2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1">
            <p14:nvContentPartPr>
              <p14:cNvPr id="304" name="Ink 303">
                <a:extLst>
                  <a:ext uri="{FF2B5EF4-FFF2-40B4-BE49-F238E27FC236}">
                    <a16:creationId xmlns:a16="http://schemas.microsoft.com/office/drawing/2014/main" id="{61D3D4FA-DCC4-1EE3-FFD3-5738DA04D9D8}"/>
                  </a:ext>
                </a:extLst>
              </p14:cNvPr>
              <p14:cNvContentPartPr/>
              <p14:nvPr/>
            </p14:nvContentPartPr>
            <p14:xfrm>
              <a:off x="3752928" y="6223464"/>
              <a:ext cx="25560" cy="164160"/>
            </p14:xfrm>
          </p:contentPart>
        </mc:Choice>
        <mc:Fallback xmlns="">
          <p:pic>
            <p:nvPicPr>
              <p:cNvPr id="304" name="Ink 303">
                <a:extLst>
                  <a:ext uri="{FF2B5EF4-FFF2-40B4-BE49-F238E27FC236}">
                    <a16:creationId xmlns:a16="http://schemas.microsoft.com/office/drawing/2014/main" id="{61D3D4FA-DCC4-1EE3-FFD3-5738DA04D9D8}"/>
                  </a:ext>
                </a:extLst>
              </p:cNvPr>
              <p:cNvPicPr/>
              <p:nvPr/>
            </p:nvPicPr>
            <p:blipFill>
              <a:blip r:embed="rId332"/>
              <a:stretch>
                <a:fillRect/>
              </a:stretch>
            </p:blipFill>
            <p:spPr>
              <a:xfrm>
                <a:off x="3743928" y="6214824"/>
                <a:ext cx="43200" cy="181800"/>
              </a:xfrm>
              <a:prstGeom prst="rect">
                <a:avLst/>
              </a:prstGeom>
            </p:spPr>
          </p:pic>
        </mc:Fallback>
      </mc:AlternateContent>
      <p:grpSp>
        <p:nvGrpSpPr>
          <p:cNvPr id="312" name="Group 311">
            <a:extLst>
              <a:ext uri="{FF2B5EF4-FFF2-40B4-BE49-F238E27FC236}">
                <a16:creationId xmlns:a16="http://schemas.microsoft.com/office/drawing/2014/main" id="{773F9E2D-73B7-B42F-B144-6C5AF5760A43}"/>
              </a:ext>
            </a:extLst>
          </p:cNvPr>
          <p:cNvGrpSpPr/>
          <p:nvPr/>
        </p:nvGrpSpPr>
        <p:grpSpPr>
          <a:xfrm>
            <a:off x="4038408" y="6202944"/>
            <a:ext cx="465840" cy="204480"/>
            <a:chOff x="4038408" y="6202944"/>
            <a:chExt cx="465840" cy="20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632123F6-86C9-3980-C67D-D3337439FD95}"/>
                    </a:ext>
                  </a:extLst>
                </p14:cNvPr>
                <p14:cNvContentPartPr/>
                <p14:nvPr/>
              </p14:nvContentPartPr>
              <p14:xfrm>
                <a:off x="4187808" y="6202944"/>
                <a:ext cx="42120" cy="20448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632123F6-86C9-3980-C67D-D3337439FD95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4179168" y="6193944"/>
                  <a:ext cx="5976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11600400-6738-CF89-15A4-6A3326BA1DB3}"/>
                    </a:ext>
                  </a:extLst>
                </p14:cNvPr>
                <p14:cNvContentPartPr/>
                <p14:nvPr/>
              </p14:nvContentPartPr>
              <p14:xfrm>
                <a:off x="4038408" y="6276744"/>
                <a:ext cx="465840" cy="7776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11600400-6738-CF89-15A4-6A3326BA1DB3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4029408" y="6268104"/>
                  <a:ext cx="483480" cy="9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1" name="Group 310">
            <a:extLst>
              <a:ext uri="{FF2B5EF4-FFF2-40B4-BE49-F238E27FC236}">
                <a16:creationId xmlns:a16="http://schemas.microsoft.com/office/drawing/2014/main" id="{9E20092D-3478-382E-7068-B71D9205F339}"/>
              </a:ext>
            </a:extLst>
          </p:cNvPr>
          <p:cNvGrpSpPr/>
          <p:nvPr/>
        </p:nvGrpSpPr>
        <p:grpSpPr>
          <a:xfrm>
            <a:off x="4708728" y="6193224"/>
            <a:ext cx="395280" cy="229680"/>
            <a:chOff x="4708728" y="6193224"/>
            <a:chExt cx="395280" cy="22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4305C195-F30F-041A-B7C8-3624F1C9C479}"/>
                    </a:ext>
                  </a:extLst>
                </p14:cNvPr>
                <p14:cNvContentPartPr/>
                <p14:nvPr/>
              </p14:nvContentPartPr>
              <p14:xfrm>
                <a:off x="4708728" y="6287184"/>
                <a:ext cx="131040" cy="13572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4305C195-F30F-041A-B7C8-3624F1C9C479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4700088" y="6278184"/>
                  <a:ext cx="14868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460A6D22-0ACD-8F40-459F-F79C0D723EC2}"/>
                    </a:ext>
                  </a:extLst>
                </p14:cNvPr>
                <p14:cNvContentPartPr/>
                <p14:nvPr/>
              </p14:nvContentPartPr>
              <p14:xfrm>
                <a:off x="4772448" y="6193224"/>
                <a:ext cx="2520" cy="2304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460A6D22-0ACD-8F40-459F-F79C0D723EC2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4763808" y="6184584"/>
                  <a:ext cx="201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7E6A7B40-F621-88A6-7779-B8D2E56BAFBD}"/>
                    </a:ext>
                  </a:extLst>
                </p14:cNvPr>
                <p14:cNvContentPartPr/>
                <p14:nvPr/>
              </p14:nvContentPartPr>
              <p14:xfrm>
                <a:off x="4900968" y="6318504"/>
                <a:ext cx="155160" cy="576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7E6A7B40-F621-88A6-7779-B8D2E56BAFBD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4892328" y="6309504"/>
                  <a:ext cx="1728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24A97193-3BCB-E4C9-3D69-D329E33A57B8}"/>
                    </a:ext>
                  </a:extLst>
                </p14:cNvPr>
                <p14:cNvContentPartPr/>
                <p14:nvPr/>
              </p14:nvContentPartPr>
              <p14:xfrm>
                <a:off x="5048928" y="6253344"/>
                <a:ext cx="55080" cy="13716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24A97193-3BCB-E4C9-3D69-D329E33A57B8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5040288" y="6244704"/>
                  <a:ext cx="72720" cy="15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5" name="Group 314">
            <a:extLst>
              <a:ext uri="{FF2B5EF4-FFF2-40B4-BE49-F238E27FC236}">
                <a16:creationId xmlns:a16="http://schemas.microsoft.com/office/drawing/2014/main" id="{BABF084B-D343-1393-1C1A-AFC8612B1457}"/>
              </a:ext>
            </a:extLst>
          </p:cNvPr>
          <p:cNvGrpSpPr/>
          <p:nvPr/>
        </p:nvGrpSpPr>
        <p:grpSpPr>
          <a:xfrm>
            <a:off x="5535288" y="6159384"/>
            <a:ext cx="500400" cy="227880"/>
            <a:chOff x="5535288" y="6159384"/>
            <a:chExt cx="500400" cy="22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8346C043-379F-83CA-965A-77370897168B}"/>
                    </a:ext>
                  </a:extLst>
                </p14:cNvPr>
                <p14:cNvContentPartPr/>
                <p14:nvPr/>
              </p14:nvContentPartPr>
              <p14:xfrm>
                <a:off x="5580288" y="6159384"/>
                <a:ext cx="41040" cy="16092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8346C043-379F-83CA-965A-77370897168B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5571648" y="6150384"/>
                  <a:ext cx="5868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1CD76297-63E4-899A-D654-4BFC761ED32E}"/>
                    </a:ext>
                  </a:extLst>
                </p14:cNvPr>
                <p14:cNvContentPartPr/>
                <p14:nvPr/>
              </p14:nvContentPartPr>
              <p14:xfrm>
                <a:off x="5535288" y="6162624"/>
                <a:ext cx="500400" cy="22464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1CD76297-63E4-899A-D654-4BFC761ED32E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5526648" y="6153624"/>
                  <a:ext cx="518040" cy="24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9" name="Group 328">
            <a:extLst>
              <a:ext uri="{FF2B5EF4-FFF2-40B4-BE49-F238E27FC236}">
                <a16:creationId xmlns:a16="http://schemas.microsoft.com/office/drawing/2014/main" id="{BF356637-6AAD-105A-2A95-BCE106CD97DD}"/>
              </a:ext>
            </a:extLst>
          </p:cNvPr>
          <p:cNvGrpSpPr/>
          <p:nvPr/>
        </p:nvGrpSpPr>
        <p:grpSpPr>
          <a:xfrm>
            <a:off x="3001248" y="6503544"/>
            <a:ext cx="1838160" cy="364680"/>
            <a:chOff x="3001248" y="6503544"/>
            <a:chExt cx="1838160" cy="36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0D5E6007-A40C-15BB-4B77-610945415D29}"/>
                    </a:ext>
                  </a:extLst>
                </p14:cNvPr>
                <p14:cNvContentPartPr/>
                <p14:nvPr/>
              </p14:nvContentPartPr>
              <p14:xfrm>
                <a:off x="3001248" y="6503544"/>
                <a:ext cx="539640" cy="15408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0D5E6007-A40C-15BB-4B77-610945415D29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2992248" y="6494544"/>
                  <a:ext cx="5572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0ECA69D2-EEEC-BE7D-71D0-CF6D126582F2}"/>
                    </a:ext>
                  </a:extLst>
                </p14:cNvPr>
                <p14:cNvContentPartPr/>
                <p14:nvPr/>
              </p14:nvContentPartPr>
              <p14:xfrm>
                <a:off x="3608208" y="6557184"/>
                <a:ext cx="17640" cy="12564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0ECA69D2-EEEC-BE7D-71D0-CF6D126582F2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3599208" y="6548184"/>
                  <a:ext cx="3528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0C609F56-33EE-7342-54FA-90FA415D56B6}"/>
                    </a:ext>
                  </a:extLst>
                </p14:cNvPr>
                <p14:cNvContentPartPr/>
                <p14:nvPr/>
              </p14:nvContentPartPr>
              <p14:xfrm>
                <a:off x="3564648" y="6630264"/>
                <a:ext cx="104760" cy="1656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0C609F56-33EE-7342-54FA-90FA415D56B6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3556008" y="6621624"/>
                  <a:ext cx="1224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24592040-0FB7-D781-05EA-45F0587B2E27}"/>
                    </a:ext>
                  </a:extLst>
                </p14:cNvPr>
                <p14:cNvContentPartPr/>
                <p14:nvPr/>
              </p14:nvContentPartPr>
              <p14:xfrm>
                <a:off x="3732408" y="6596784"/>
                <a:ext cx="82800" cy="18720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24592040-0FB7-D781-05EA-45F0587B2E27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3723408" y="6587784"/>
                  <a:ext cx="10044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0C96DEF6-731D-E924-F23C-034CB3EE8B14}"/>
                    </a:ext>
                  </a:extLst>
                </p14:cNvPr>
                <p14:cNvContentPartPr/>
                <p14:nvPr/>
              </p14:nvContentPartPr>
              <p14:xfrm>
                <a:off x="3758328" y="6566904"/>
                <a:ext cx="165240" cy="15264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0C96DEF6-731D-E924-F23C-034CB3EE8B14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3749328" y="6558264"/>
                  <a:ext cx="1828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352D28A6-43E1-4069-797A-F1A1DB6D48AF}"/>
                    </a:ext>
                  </a:extLst>
                </p14:cNvPr>
                <p14:cNvContentPartPr/>
                <p14:nvPr/>
              </p14:nvContentPartPr>
              <p14:xfrm>
                <a:off x="3935808" y="6570144"/>
                <a:ext cx="720" cy="1944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352D28A6-43E1-4069-797A-F1A1DB6D48AF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3926808" y="6561144"/>
                  <a:ext cx="183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57A6F203-2A22-0DEC-CC21-79BA9A52A38A}"/>
                    </a:ext>
                  </a:extLst>
                </p14:cNvPr>
                <p14:cNvContentPartPr/>
                <p14:nvPr/>
              </p14:nvContentPartPr>
              <p14:xfrm>
                <a:off x="3949848" y="6693624"/>
                <a:ext cx="69480" cy="12996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57A6F203-2A22-0DEC-CC21-79BA9A52A38A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3940848" y="6684984"/>
                  <a:ext cx="871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DF412520-6D77-56E3-C771-C4455AA470AA}"/>
                    </a:ext>
                  </a:extLst>
                </p14:cNvPr>
                <p14:cNvContentPartPr/>
                <p14:nvPr/>
              </p14:nvContentPartPr>
              <p14:xfrm>
                <a:off x="4117248" y="6635304"/>
                <a:ext cx="70920" cy="18612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DF412520-6D77-56E3-C771-C4455AA470AA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4108608" y="6626304"/>
                  <a:ext cx="8856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ACCE4C9D-404C-D058-78C7-5B3543BE7D04}"/>
                    </a:ext>
                  </a:extLst>
                </p14:cNvPr>
                <p14:cNvContentPartPr/>
                <p14:nvPr/>
              </p14:nvContentPartPr>
              <p14:xfrm>
                <a:off x="4277088" y="6607944"/>
                <a:ext cx="157320" cy="26028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ACCE4C9D-404C-D058-78C7-5B3543BE7D04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4268088" y="6599304"/>
                  <a:ext cx="17496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9212E469-FD05-7A07-4945-052227FE0E00}"/>
                    </a:ext>
                  </a:extLst>
                </p14:cNvPr>
                <p14:cNvContentPartPr/>
                <p14:nvPr/>
              </p14:nvContentPartPr>
              <p14:xfrm>
                <a:off x="4584888" y="6609384"/>
                <a:ext cx="3600" cy="3420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9212E469-FD05-7A07-4945-052227FE0E0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575888" y="6600744"/>
                  <a:ext cx="212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78189C9E-E7EF-A050-198B-00BB46079BAE}"/>
                    </a:ext>
                  </a:extLst>
                </p14:cNvPr>
                <p14:cNvContentPartPr/>
                <p14:nvPr/>
              </p14:nvContentPartPr>
              <p14:xfrm>
                <a:off x="4578048" y="6755544"/>
                <a:ext cx="3600" cy="972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78189C9E-E7EF-A050-198B-00BB46079BAE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4569048" y="6746544"/>
                  <a:ext cx="212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74BDC4D7-6616-6E79-E1C0-A55598C71252}"/>
                    </a:ext>
                  </a:extLst>
                </p14:cNvPr>
                <p14:cNvContentPartPr/>
                <p14:nvPr/>
              </p14:nvContentPartPr>
              <p14:xfrm>
                <a:off x="4684968" y="6654024"/>
                <a:ext cx="154440" cy="7704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74BDC4D7-6616-6E79-E1C0-A55598C71252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4676328" y="6645024"/>
                  <a:ext cx="172080" cy="9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0" name="Group 339">
            <a:extLst>
              <a:ext uri="{FF2B5EF4-FFF2-40B4-BE49-F238E27FC236}">
                <a16:creationId xmlns:a16="http://schemas.microsoft.com/office/drawing/2014/main" id="{18340819-E5BD-8709-B367-183B01999735}"/>
              </a:ext>
            </a:extLst>
          </p:cNvPr>
          <p:cNvGrpSpPr/>
          <p:nvPr/>
        </p:nvGrpSpPr>
        <p:grpSpPr>
          <a:xfrm>
            <a:off x="5066208" y="6523344"/>
            <a:ext cx="1359000" cy="297720"/>
            <a:chOff x="5066208" y="6523344"/>
            <a:chExt cx="1359000" cy="29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BC406337-4B2C-7AD0-BECC-2EC23C9D2FCF}"/>
                    </a:ext>
                  </a:extLst>
                </p14:cNvPr>
                <p14:cNvContentPartPr/>
                <p14:nvPr/>
              </p14:nvContentPartPr>
              <p14:xfrm>
                <a:off x="5066208" y="6552504"/>
                <a:ext cx="547200" cy="19332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BC406337-4B2C-7AD0-BECC-2EC23C9D2FCF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5057208" y="6543864"/>
                  <a:ext cx="5648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2EAA0950-7269-F258-B568-1DEC73ACCB03}"/>
                    </a:ext>
                  </a:extLst>
                </p14:cNvPr>
                <p14:cNvContentPartPr/>
                <p14:nvPr/>
              </p14:nvContentPartPr>
              <p14:xfrm>
                <a:off x="5611608" y="6654384"/>
                <a:ext cx="51480" cy="720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2EAA0950-7269-F258-B568-1DEC73ACCB03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5602608" y="6645744"/>
                  <a:ext cx="691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6587EDBA-1694-E6D6-349A-D8B22098B4F5}"/>
                    </a:ext>
                  </a:extLst>
                </p14:cNvPr>
                <p14:cNvContentPartPr/>
                <p14:nvPr/>
              </p14:nvContentPartPr>
              <p14:xfrm>
                <a:off x="5770728" y="6542424"/>
                <a:ext cx="125280" cy="24048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6587EDBA-1694-E6D6-349A-D8B22098B4F5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5761728" y="6533424"/>
                  <a:ext cx="14292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A2D80479-EEE8-1306-B432-6ED85BF9455D}"/>
                    </a:ext>
                  </a:extLst>
                </p14:cNvPr>
                <p14:cNvContentPartPr/>
                <p14:nvPr/>
              </p14:nvContentPartPr>
              <p14:xfrm>
                <a:off x="5854968" y="6523344"/>
                <a:ext cx="99360" cy="2736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A2D80479-EEE8-1306-B432-6ED85BF9455D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5845968" y="6514344"/>
                  <a:ext cx="1170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7A06A47E-B38F-4EA1-59E3-D183F5ABE9AA}"/>
                    </a:ext>
                  </a:extLst>
                </p14:cNvPr>
                <p14:cNvContentPartPr/>
                <p14:nvPr/>
              </p14:nvContentPartPr>
              <p14:xfrm>
                <a:off x="5969088" y="6640344"/>
                <a:ext cx="33480" cy="5868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7A06A47E-B38F-4EA1-59E3-D183F5ABE9AA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5960088" y="6631344"/>
                  <a:ext cx="5112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B284C293-0B13-83A6-9CF5-DC5ABE5FD882}"/>
                    </a:ext>
                  </a:extLst>
                </p14:cNvPr>
                <p14:cNvContentPartPr/>
                <p14:nvPr/>
              </p14:nvContentPartPr>
              <p14:xfrm>
                <a:off x="6025968" y="6555024"/>
                <a:ext cx="7200" cy="1332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B284C293-0B13-83A6-9CF5-DC5ABE5FD882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6017328" y="6546384"/>
                  <a:ext cx="248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45567199-A5EE-200D-0791-C9608DEBBCD3}"/>
                    </a:ext>
                  </a:extLst>
                </p14:cNvPr>
                <p14:cNvContentPartPr/>
                <p14:nvPr/>
              </p14:nvContentPartPr>
              <p14:xfrm>
                <a:off x="6026688" y="6658704"/>
                <a:ext cx="191880" cy="12420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45567199-A5EE-200D-0791-C9608DEBBCD3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6018048" y="6650064"/>
                  <a:ext cx="20952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E5ADEA69-F666-6A01-C0B1-0D6D011E85D6}"/>
                    </a:ext>
                  </a:extLst>
                </p14:cNvPr>
                <p14:cNvContentPartPr/>
                <p14:nvPr/>
              </p14:nvContentPartPr>
              <p14:xfrm>
                <a:off x="6202008" y="6581304"/>
                <a:ext cx="8280" cy="1800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E5ADEA69-F666-6A01-C0B1-0D6D011E85D6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6193368" y="6572304"/>
                  <a:ext cx="259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2AB061B5-CD62-60C6-A60A-78D0F204F450}"/>
                    </a:ext>
                  </a:extLst>
                </p14:cNvPr>
                <p14:cNvContentPartPr/>
                <p14:nvPr/>
              </p14:nvContentPartPr>
              <p14:xfrm>
                <a:off x="6254928" y="6555384"/>
                <a:ext cx="170280" cy="26568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2AB061B5-CD62-60C6-A60A-78D0F204F450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6246288" y="6546744"/>
                  <a:ext cx="187920" cy="283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9">
            <p14:nvContentPartPr>
              <p14:cNvPr id="341" name="Ink 340">
                <a:extLst>
                  <a:ext uri="{FF2B5EF4-FFF2-40B4-BE49-F238E27FC236}">
                    <a16:creationId xmlns:a16="http://schemas.microsoft.com/office/drawing/2014/main" id="{246124A5-5682-80AC-190C-207B8FF49775}"/>
                  </a:ext>
                </a:extLst>
              </p14:cNvPr>
              <p14:cNvContentPartPr/>
              <p14:nvPr/>
            </p14:nvContentPartPr>
            <p14:xfrm>
              <a:off x="6613848" y="6571944"/>
              <a:ext cx="236160" cy="203400"/>
            </p14:xfrm>
          </p:contentPart>
        </mc:Choice>
        <mc:Fallback xmlns="">
          <p:pic>
            <p:nvPicPr>
              <p:cNvPr id="341" name="Ink 340">
                <a:extLst>
                  <a:ext uri="{FF2B5EF4-FFF2-40B4-BE49-F238E27FC236}">
                    <a16:creationId xmlns:a16="http://schemas.microsoft.com/office/drawing/2014/main" id="{246124A5-5682-80AC-190C-207B8FF49775}"/>
                  </a:ext>
                </a:extLst>
              </p:cNvPr>
              <p:cNvPicPr/>
              <p:nvPr/>
            </p:nvPicPr>
            <p:blipFill>
              <a:blip r:embed="rId390"/>
              <a:stretch>
                <a:fillRect/>
              </a:stretch>
            </p:blipFill>
            <p:spPr>
              <a:xfrm>
                <a:off x="6604848" y="6562944"/>
                <a:ext cx="253800" cy="221040"/>
              </a:xfrm>
              <a:prstGeom prst="rect">
                <a:avLst/>
              </a:prstGeom>
            </p:spPr>
          </p:pic>
        </mc:Fallback>
      </mc:AlternateContent>
      <p:grpSp>
        <p:nvGrpSpPr>
          <p:cNvPr id="346" name="Group 345">
            <a:extLst>
              <a:ext uri="{FF2B5EF4-FFF2-40B4-BE49-F238E27FC236}">
                <a16:creationId xmlns:a16="http://schemas.microsoft.com/office/drawing/2014/main" id="{10E13451-728A-A002-0531-6B578FA3396A}"/>
              </a:ext>
            </a:extLst>
          </p:cNvPr>
          <p:cNvGrpSpPr/>
          <p:nvPr/>
        </p:nvGrpSpPr>
        <p:grpSpPr>
          <a:xfrm>
            <a:off x="7006608" y="6484464"/>
            <a:ext cx="409320" cy="321120"/>
            <a:chOff x="7006608" y="6484464"/>
            <a:chExt cx="409320" cy="32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97834578-59AD-8561-32D1-F96270DDC5B1}"/>
                    </a:ext>
                  </a:extLst>
                </p14:cNvPr>
                <p14:cNvContentPartPr/>
                <p14:nvPr/>
              </p14:nvContentPartPr>
              <p14:xfrm>
                <a:off x="7006608" y="6484464"/>
                <a:ext cx="146160" cy="32112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97834578-59AD-8561-32D1-F96270DDC5B1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6997608" y="6475464"/>
                  <a:ext cx="16380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4512B273-2345-2B96-559B-FFE1D2071366}"/>
                    </a:ext>
                  </a:extLst>
                </p14:cNvPr>
                <p14:cNvContentPartPr/>
                <p14:nvPr/>
              </p14:nvContentPartPr>
              <p14:xfrm>
                <a:off x="7239888" y="6583464"/>
                <a:ext cx="137520" cy="17820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4512B273-2345-2B96-559B-FFE1D2071366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7230888" y="6574824"/>
                  <a:ext cx="15516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A6C9A5FC-18E1-0F88-3A5F-CC7B6C8F663C}"/>
                    </a:ext>
                  </a:extLst>
                </p14:cNvPr>
                <p14:cNvContentPartPr/>
                <p14:nvPr/>
              </p14:nvContentPartPr>
              <p14:xfrm>
                <a:off x="7303608" y="6668424"/>
                <a:ext cx="112320" cy="3384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A6C9A5FC-18E1-0F88-3A5F-CC7B6C8F663C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7294968" y="6659424"/>
                  <a:ext cx="129960" cy="5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3" name="Group 352">
            <a:extLst>
              <a:ext uri="{FF2B5EF4-FFF2-40B4-BE49-F238E27FC236}">
                <a16:creationId xmlns:a16="http://schemas.microsoft.com/office/drawing/2014/main" id="{71FAEB00-459A-4ACC-D583-BD917127C5C4}"/>
              </a:ext>
            </a:extLst>
          </p:cNvPr>
          <p:cNvGrpSpPr/>
          <p:nvPr/>
        </p:nvGrpSpPr>
        <p:grpSpPr>
          <a:xfrm>
            <a:off x="7577208" y="6510024"/>
            <a:ext cx="1052280" cy="352080"/>
            <a:chOff x="7577208" y="6510024"/>
            <a:chExt cx="1052280" cy="35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87A56CA9-7BE1-2864-C862-3C9936936A6D}"/>
                    </a:ext>
                  </a:extLst>
                </p14:cNvPr>
                <p14:cNvContentPartPr/>
                <p14:nvPr/>
              </p14:nvContentPartPr>
              <p14:xfrm>
                <a:off x="7577208" y="6510024"/>
                <a:ext cx="43920" cy="35208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87A56CA9-7BE1-2864-C862-3C9936936A6D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7568568" y="6501384"/>
                  <a:ext cx="6156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10694985-E824-B715-1495-5F3335B27440}"/>
                    </a:ext>
                  </a:extLst>
                </p14:cNvPr>
                <p14:cNvContentPartPr/>
                <p14:nvPr/>
              </p14:nvContentPartPr>
              <p14:xfrm>
                <a:off x="7788888" y="6573744"/>
                <a:ext cx="144360" cy="18900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10694985-E824-B715-1495-5F3335B27440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7780248" y="6565104"/>
                  <a:ext cx="16200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502D8F94-D481-7AF2-7CFC-1AE7F587C569}"/>
                    </a:ext>
                  </a:extLst>
                </p14:cNvPr>
                <p14:cNvContentPartPr/>
                <p14:nvPr/>
              </p14:nvContentPartPr>
              <p14:xfrm>
                <a:off x="7808688" y="6702984"/>
                <a:ext cx="127800" cy="684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502D8F94-D481-7AF2-7CFC-1AE7F587C569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7800048" y="6694344"/>
                  <a:ext cx="1454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6FF9A4FC-19CE-0A59-7CC7-B0B8EE096E45}"/>
                    </a:ext>
                  </a:extLst>
                </p14:cNvPr>
                <p14:cNvContentPartPr/>
                <p14:nvPr/>
              </p14:nvContentPartPr>
              <p14:xfrm>
                <a:off x="7995168" y="6657624"/>
                <a:ext cx="230760" cy="8820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6FF9A4FC-19CE-0A59-7CC7-B0B8EE096E45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7986528" y="6648984"/>
                  <a:ext cx="24840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2FFBC15F-6233-DC98-7D99-610DE55968D3}"/>
                    </a:ext>
                  </a:extLst>
                </p14:cNvPr>
                <p14:cNvContentPartPr/>
                <p14:nvPr/>
              </p14:nvContentPartPr>
              <p14:xfrm>
                <a:off x="8289288" y="6630264"/>
                <a:ext cx="117000" cy="14616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2FFBC15F-6233-DC98-7D99-610DE55968D3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8280288" y="6621624"/>
                  <a:ext cx="13464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FFE6F74D-95A5-158A-EADF-D6513FCE098A}"/>
                    </a:ext>
                  </a:extLst>
                </p14:cNvPr>
                <p14:cNvContentPartPr/>
                <p14:nvPr/>
              </p14:nvContentPartPr>
              <p14:xfrm>
                <a:off x="8495568" y="6641784"/>
                <a:ext cx="133920" cy="11340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FFE6F74D-95A5-158A-EADF-D6513FCE098A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8486928" y="6633144"/>
                  <a:ext cx="151560" cy="13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6" name="Group 365">
            <a:extLst>
              <a:ext uri="{FF2B5EF4-FFF2-40B4-BE49-F238E27FC236}">
                <a16:creationId xmlns:a16="http://schemas.microsoft.com/office/drawing/2014/main" id="{9D7FE4B4-0758-2E3D-D905-BA5C5FCD3B18}"/>
              </a:ext>
            </a:extLst>
          </p:cNvPr>
          <p:cNvGrpSpPr/>
          <p:nvPr/>
        </p:nvGrpSpPr>
        <p:grpSpPr>
          <a:xfrm>
            <a:off x="8866368" y="6564024"/>
            <a:ext cx="170280" cy="180720"/>
            <a:chOff x="8866368" y="6564024"/>
            <a:chExt cx="170280" cy="18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8B90B458-6F97-AD9A-98CA-863507659925}"/>
                    </a:ext>
                  </a:extLst>
                </p14:cNvPr>
                <p14:cNvContentPartPr/>
                <p14:nvPr/>
              </p14:nvContentPartPr>
              <p14:xfrm>
                <a:off x="8866368" y="6660144"/>
                <a:ext cx="131040" cy="8460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8B90B458-6F97-AD9A-98CA-863507659925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8857368" y="6651504"/>
                  <a:ext cx="14868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30167E10-6ECD-C3FB-9F82-BAD9F56073AA}"/>
                    </a:ext>
                  </a:extLst>
                </p14:cNvPr>
                <p14:cNvContentPartPr/>
                <p14:nvPr/>
              </p14:nvContentPartPr>
              <p14:xfrm>
                <a:off x="8994528" y="6564024"/>
                <a:ext cx="42120" cy="1980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30167E10-6ECD-C3FB-9F82-BAD9F56073AA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8985528" y="6555384"/>
                  <a:ext cx="59760" cy="37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13">
            <p14:nvContentPartPr>
              <p14:cNvPr id="356" name="Ink 355">
                <a:extLst>
                  <a:ext uri="{FF2B5EF4-FFF2-40B4-BE49-F238E27FC236}">
                    <a16:creationId xmlns:a16="http://schemas.microsoft.com/office/drawing/2014/main" id="{89FDDB2A-6497-510F-0273-51169346F91C}"/>
                  </a:ext>
                </a:extLst>
              </p14:cNvPr>
              <p14:cNvContentPartPr/>
              <p14:nvPr/>
            </p14:nvContentPartPr>
            <p14:xfrm>
              <a:off x="9272448" y="6688224"/>
              <a:ext cx="80280" cy="43200"/>
            </p14:xfrm>
          </p:contentPart>
        </mc:Choice>
        <mc:Fallback xmlns="">
          <p:pic>
            <p:nvPicPr>
              <p:cNvPr id="356" name="Ink 355">
                <a:extLst>
                  <a:ext uri="{FF2B5EF4-FFF2-40B4-BE49-F238E27FC236}">
                    <a16:creationId xmlns:a16="http://schemas.microsoft.com/office/drawing/2014/main" id="{89FDDB2A-6497-510F-0273-51169346F91C}"/>
                  </a:ext>
                </a:extLst>
              </p:cNvPr>
              <p:cNvPicPr/>
              <p:nvPr/>
            </p:nvPicPr>
            <p:blipFill>
              <a:blip r:embed="rId414"/>
              <a:stretch>
                <a:fillRect/>
              </a:stretch>
            </p:blipFill>
            <p:spPr>
              <a:xfrm>
                <a:off x="9263448" y="6679224"/>
                <a:ext cx="97920" cy="60840"/>
              </a:xfrm>
              <a:prstGeom prst="rect">
                <a:avLst/>
              </a:prstGeom>
            </p:spPr>
          </p:pic>
        </mc:Fallback>
      </mc:AlternateContent>
      <p:grpSp>
        <p:nvGrpSpPr>
          <p:cNvPr id="365" name="Group 364">
            <a:extLst>
              <a:ext uri="{FF2B5EF4-FFF2-40B4-BE49-F238E27FC236}">
                <a16:creationId xmlns:a16="http://schemas.microsoft.com/office/drawing/2014/main" id="{E7E2F527-AFB1-1947-BB52-EBD7719A664E}"/>
              </a:ext>
            </a:extLst>
          </p:cNvPr>
          <p:cNvGrpSpPr/>
          <p:nvPr/>
        </p:nvGrpSpPr>
        <p:grpSpPr>
          <a:xfrm>
            <a:off x="9586008" y="6469344"/>
            <a:ext cx="1177920" cy="308520"/>
            <a:chOff x="9586008" y="6469344"/>
            <a:chExt cx="1177920" cy="30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FC66410D-C6B7-D1AF-18FA-02429A1E4BEB}"/>
                    </a:ext>
                  </a:extLst>
                </p14:cNvPr>
                <p14:cNvContentPartPr/>
                <p14:nvPr/>
              </p14:nvContentPartPr>
              <p14:xfrm>
                <a:off x="9586008" y="6522624"/>
                <a:ext cx="168120" cy="25524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FC66410D-C6B7-D1AF-18FA-02429A1E4BEB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9577008" y="6513624"/>
                  <a:ext cx="18576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4DD25307-009A-90E6-BD16-8F23216AC033}"/>
                    </a:ext>
                  </a:extLst>
                </p14:cNvPr>
                <p14:cNvContentPartPr/>
                <p14:nvPr/>
              </p14:nvContentPartPr>
              <p14:xfrm>
                <a:off x="9793728" y="6623424"/>
                <a:ext cx="111240" cy="6048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4DD25307-009A-90E6-BD16-8F23216AC033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9784728" y="6614424"/>
                  <a:ext cx="1288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31FF4A64-8659-9873-B86D-BB2B4C128B23}"/>
                    </a:ext>
                  </a:extLst>
                </p14:cNvPr>
                <p14:cNvContentPartPr/>
                <p14:nvPr/>
              </p14:nvContentPartPr>
              <p14:xfrm>
                <a:off x="9997848" y="6542064"/>
                <a:ext cx="56160" cy="15660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31FF4A64-8659-9873-B86D-BB2B4C128B23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9989208" y="6533064"/>
                  <a:ext cx="7380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4A4C6814-31DE-300A-D455-3A46C975D457}"/>
                    </a:ext>
                  </a:extLst>
                </p14:cNvPr>
                <p14:cNvContentPartPr/>
                <p14:nvPr/>
              </p14:nvContentPartPr>
              <p14:xfrm>
                <a:off x="10174248" y="6629184"/>
                <a:ext cx="74880" cy="5472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4A4C6814-31DE-300A-D455-3A46C975D457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10165608" y="6620184"/>
                  <a:ext cx="925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FA939C0A-48E2-4A7E-65BF-1362BF456BF0}"/>
                    </a:ext>
                  </a:extLst>
                </p14:cNvPr>
                <p14:cNvContentPartPr/>
                <p14:nvPr/>
              </p14:nvContentPartPr>
              <p14:xfrm>
                <a:off x="10325448" y="6469344"/>
                <a:ext cx="200160" cy="21456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FA939C0A-48E2-4A7E-65BF-1362BF456BF0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10316448" y="6460344"/>
                  <a:ext cx="2178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93A89233-A720-73A6-FC04-D25377DB27EA}"/>
                    </a:ext>
                  </a:extLst>
                </p14:cNvPr>
                <p14:cNvContentPartPr/>
                <p14:nvPr/>
              </p14:nvContentPartPr>
              <p14:xfrm>
                <a:off x="10533168" y="6591744"/>
                <a:ext cx="14760" cy="3312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93A89233-A720-73A6-FC04-D25377DB27EA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10524168" y="6583104"/>
                  <a:ext cx="3240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75FBDD1F-E37B-AE53-8A35-2DBEB06A4C78}"/>
                    </a:ext>
                  </a:extLst>
                </p14:cNvPr>
                <p14:cNvContentPartPr/>
                <p14:nvPr/>
              </p14:nvContentPartPr>
              <p14:xfrm>
                <a:off x="10573488" y="6615504"/>
                <a:ext cx="190440" cy="5760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75FBDD1F-E37B-AE53-8A35-2DBEB06A4C78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10564488" y="6606504"/>
                  <a:ext cx="20808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592AF574-E6B4-FB67-EB68-73815A0ED113}"/>
                    </a:ext>
                  </a:extLst>
                </p14:cNvPr>
                <p14:cNvContentPartPr/>
                <p14:nvPr/>
              </p14:nvContentPartPr>
              <p14:xfrm>
                <a:off x="10678248" y="6528744"/>
                <a:ext cx="54000" cy="1296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592AF574-E6B4-FB67-EB68-73815A0ED113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10669608" y="6520104"/>
                  <a:ext cx="71640" cy="3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9" name="Group 368">
            <a:extLst>
              <a:ext uri="{FF2B5EF4-FFF2-40B4-BE49-F238E27FC236}">
                <a16:creationId xmlns:a16="http://schemas.microsoft.com/office/drawing/2014/main" id="{15C9DA00-B60B-DE24-61C9-861EBB5E6654}"/>
              </a:ext>
            </a:extLst>
          </p:cNvPr>
          <p:cNvGrpSpPr/>
          <p:nvPr/>
        </p:nvGrpSpPr>
        <p:grpSpPr>
          <a:xfrm>
            <a:off x="11065248" y="6467904"/>
            <a:ext cx="472320" cy="276840"/>
            <a:chOff x="11065248" y="6467904"/>
            <a:chExt cx="472320" cy="27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03081168-921C-4185-A63E-65174A429079}"/>
                    </a:ext>
                  </a:extLst>
                </p14:cNvPr>
                <p14:cNvContentPartPr/>
                <p14:nvPr/>
              </p14:nvContentPartPr>
              <p14:xfrm>
                <a:off x="11065248" y="6557544"/>
                <a:ext cx="286920" cy="9288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03081168-921C-4185-A63E-65174A429079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11056608" y="6548544"/>
                  <a:ext cx="30456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637EAA5A-DB0E-B433-8BA6-7B4447891E2A}"/>
                    </a:ext>
                  </a:extLst>
                </p14:cNvPr>
                <p14:cNvContentPartPr/>
                <p14:nvPr/>
              </p14:nvContentPartPr>
              <p14:xfrm>
                <a:off x="11447928" y="6467904"/>
                <a:ext cx="89640" cy="27684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637EAA5A-DB0E-B433-8BA6-7B4447891E2A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11438928" y="6459264"/>
                  <a:ext cx="107280" cy="29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1" name="Group 370">
            <a:extLst>
              <a:ext uri="{FF2B5EF4-FFF2-40B4-BE49-F238E27FC236}">
                <a16:creationId xmlns:a16="http://schemas.microsoft.com/office/drawing/2014/main" id="{95A6C661-A382-6F5C-3B10-67ABC2445386}"/>
              </a:ext>
            </a:extLst>
          </p:cNvPr>
          <p:cNvGrpSpPr/>
          <p:nvPr/>
        </p:nvGrpSpPr>
        <p:grpSpPr>
          <a:xfrm>
            <a:off x="2345328" y="3459384"/>
            <a:ext cx="1756800" cy="423000"/>
            <a:chOff x="2345328" y="3459384"/>
            <a:chExt cx="1756800" cy="42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BCB50646-8E83-2713-FFEF-BEBE4FEA8686}"/>
                    </a:ext>
                  </a:extLst>
                </p14:cNvPr>
                <p14:cNvContentPartPr/>
                <p14:nvPr/>
              </p14:nvContentPartPr>
              <p14:xfrm>
                <a:off x="2345328" y="3459384"/>
                <a:ext cx="676440" cy="2664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BCB50646-8E83-2713-FFEF-BEBE4FEA8686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2336688" y="3450744"/>
                  <a:ext cx="69408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00D86B9F-19F6-1079-7D6F-98B06709E1DD}"/>
                    </a:ext>
                  </a:extLst>
                </p14:cNvPr>
                <p14:cNvContentPartPr/>
                <p14:nvPr/>
              </p14:nvContentPartPr>
              <p14:xfrm>
                <a:off x="3059568" y="3547224"/>
                <a:ext cx="3960" cy="13248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00D86B9F-19F6-1079-7D6F-98B06709E1DD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3050928" y="3538584"/>
                  <a:ext cx="216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B5FFFECB-B5D6-7841-B382-25897D7A4E76}"/>
                    </a:ext>
                  </a:extLst>
                </p14:cNvPr>
                <p14:cNvContentPartPr/>
                <p14:nvPr/>
              </p14:nvContentPartPr>
              <p14:xfrm>
                <a:off x="3037608" y="3622464"/>
                <a:ext cx="88200" cy="1224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B5FFFECB-B5D6-7841-B382-25897D7A4E76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3028968" y="3613824"/>
                  <a:ext cx="1058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9E5A93F6-5541-0C8A-647C-B4A0CCC22A4A}"/>
                    </a:ext>
                  </a:extLst>
                </p14:cNvPr>
                <p14:cNvContentPartPr/>
                <p14:nvPr/>
              </p14:nvContentPartPr>
              <p14:xfrm>
                <a:off x="3208968" y="3543264"/>
                <a:ext cx="165600" cy="2527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9E5A93F6-5541-0C8A-647C-B4A0CCC22A4A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3199968" y="3534624"/>
                  <a:ext cx="18324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AF99D432-3154-71E5-D05B-259CC23D3EDF}"/>
                    </a:ext>
                  </a:extLst>
                </p14:cNvPr>
                <p14:cNvContentPartPr/>
                <p14:nvPr/>
              </p14:nvContentPartPr>
              <p14:xfrm>
                <a:off x="3316608" y="3556224"/>
                <a:ext cx="91440" cy="1224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AF99D432-3154-71E5-D05B-259CC23D3EDF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3307968" y="3547224"/>
                  <a:ext cx="1090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EC3BF9CA-51A0-388F-E2A2-3ABD79378A5F}"/>
                    </a:ext>
                  </a:extLst>
                </p14:cNvPr>
                <p14:cNvContentPartPr/>
                <p14:nvPr/>
              </p14:nvContentPartPr>
              <p14:xfrm>
                <a:off x="3505248" y="3630744"/>
                <a:ext cx="87120" cy="7020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EC3BF9CA-51A0-388F-E2A2-3ABD79378A5F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3496248" y="3622104"/>
                  <a:ext cx="1047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0FBB4858-B10C-D655-6819-9545A87AF82C}"/>
                    </a:ext>
                  </a:extLst>
                </p14:cNvPr>
                <p14:cNvContentPartPr/>
                <p14:nvPr/>
              </p14:nvContentPartPr>
              <p14:xfrm>
                <a:off x="3600288" y="3549384"/>
                <a:ext cx="6840" cy="2016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0FBB4858-B10C-D655-6819-9545A87AF82C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3591288" y="3540744"/>
                  <a:ext cx="2448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B6BB410C-1849-F5B5-8393-82DAFE3C39B1}"/>
                    </a:ext>
                  </a:extLst>
                </p14:cNvPr>
                <p14:cNvContentPartPr/>
                <p14:nvPr/>
              </p14:nvContentPartPr>
              <p14:xfrm>
                <a:off x="3606408" y="3707424"/>
                <a:ext cx="50400" cy="11556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B6BB410C-1849-F5B5-8393-82DAFE3C39B1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3597408" y="3698424"/>
                  <a:ext cx="680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FF8FBD96-5A53-8D52-513F-33512825D610}"/>
                    </a:ext>
                  </a:extLst>
                </p14:cNvPr>
                <p14:cNvContentPartPr/>
                <p14:nvPr/>
              </p14:nvContentPartPr>
              <p14:xfrm>
                <a:off x="3795408" y="3646584"/>
                <a:ext cx="19440" cy="10224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FF8FBD96-5A53-8D52-513F-33512825D610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3786408" y="3637584"/>
                  <a:ext cx="370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29F93BF8-C3C6-8CEF-0621-620F9A4CB9F1}"/>
                    </a:ext>
                  </a:extLst>
                </p14:cNvPr>
                <p14:cNvContentPartPr/>
                <p14:nvPr/>
              </p14:nvContentPartPr>
              <p14:xfrm>
                <a:off x="3923928" y="3565944"/>
                <a:ext cx="178200" cy="31644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29F93BF8-C3C6-8CEF-0621-620F9A4CB9F1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3914928" y="3557304"/>
                  <a:ext cx="19584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FAD3FCC7-48B5-3750-2F90-9909B2456F76}"/>
                    </a:ext>
                  </a:extLst>
                </p14:cNvPr>
                <p14:cNvContentPartPr/>
                <p14:nvPr/>
              </p14:nvContentPartPr>
              <p14:xfrm>
                <a:off x="3774888" y="3830184"/>
                <a:ext cx="32400" cy="1404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FAD3FCC7-48B5-3750-2F90-9909B2456F76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3765888" y="3821184"/>
                  <a:ext cx="50040" cy="3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3" name="Group 382">
            <a:extLst>
              <a:ext uri="{FF2B5EF4-FFF2-40B4-BE49-F238E27FC236}">
                <a16:creationId xmlns:a16="http://schemas.microsoft.com/office/drawing/2014/main" id="{264AAB2B-C70E-10F6-BEBB-0199A26226F0}"/>
              </a:ext>
            </a:extLst>
          </p:cNvPr>
          <p:cNvGrpSpPr/>
          <p:nvPr/>
        </p:nvGrpSpPr>
        <p:grpSpPr>
          <a:xfrm>
            <a:off x="7587288" y="374904"/>
            <a:ext cx="1605600" cy="637560"/>
            <a:chOff x="7587288" y="374904"/>
            <a:chExt cx="1605600" cy="63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7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77DD2E4B-F46B-C8FD-9331-C515B0C7C61B}"/>
                    </a:ext>
                  </a:extLst>
                </p14:cNvPr>
                <p14:cNvContentPartPr/>
                <p14:nvPr/>
              </p14:nvContentPartPr>
              <p14:xfrm>
                <a:off x="7650288" y="374904"/>
                <a:ext cx="218160" cy="27756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77DD2E4B-F46B-C8FD-9331-C515B0C7C61B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7641648" y="365904"/>
                  <a:ext cx="23580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9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16544946-A8D8-57E8-42B0-8F6F93867CBA}"/>
                    </a:ext>
                  </a:extLst>
                </p14:cNvPr>
                <p14:cNvContentPartPr/>
                <p14:nvPr/>
              </p14:nvContentPartPr>
              <p14:xfrm>
                <a:off x="7736688" y="560304"/>
                <a:ext cx="271800" cy="1476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16544946-A8D8-57E8-42B0-8F6F93867CBA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7728048" y="551664"/>
                  <a:ext cx="2894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1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EED917F7-5512-5FFD-075D-210EFE8CEB6B}"/>
                    </a:ext>
                  </a:extLst>
                </p14:cNvPr>
                <p14:cNvContentPartPr/>
                <p14:nvPr/>
              </p14:nvContentPartPr>
              <p14:xfrm>
                <a:off x="8092728" y="561384"/>
                <a:ext cx="376200" cy="8064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EED917F7-5512-5FFD-075D-210EFE8CEB6B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8083728" y="552384"/>
                  <a:ext cx="3938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3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8A390C29-E5A1-510C-30F4-5160F84AA011}"/>
                    </a:ext>
                  </a:extLst>
                </p14:cNvPr>
                <p14:cNvContentPartPr/>
                <p14:nvPr/>
              </p14:nvContentPartPr>
              <p14:xfrm>
                <a:off x="8686368" y="548064"/>
                <a:ext cx="155880" cy="9540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8A390C29-E5A1-510C-30F4-5160F84AA011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8677728" y="539424"/>
                  <a:ext cx="17352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5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840E30E5-3B43-0079-D040-A582B6355305}"/>
                    </a:ext>
                  </a:extLst>
                </p14:cNvPr>
                <p14:cNvContentPartPr/>
                <p14:nvPr/>
              </p14:nvContentPartPr>
              <p14:xfrm>
                <a:off x="8867448" y="669744"/>
                <a:ext cx="81360" cy="14472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840E30E5-3B43-0079-D040-A582B6355305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8858808" y="660744"/>
                  <a:ext cx="990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7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AEEA839A-0F6E-EF6C-45A7-1EF47296FA30}"/>
                    </a:ext>
                  </a:extLst>
                </p14:cNvPr>
                <p14:cNvContentPartPr/>
                <p14:nvPr/>
              </p14:nvContentPartPr>
              <p14:xfrm>
                <a:off x="8977968" y="601344"/>
                <a:ext cx="14760" cy="2340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AEEA839A-0F6E-EF6C-45A7-1EF47296FA30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8968968" y="592344"/>
                  <a:ext cx="324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9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9D70B476-4312-F23C-39EA-F95D61D1FD9D}"/>
                    </a:ext>
                  </a:extLst>
                </p14:cNvPr>
                <p14:cNvContentPartPr/>
                <p14:nvPr/>
              </p14:nvContentPartPr>
              <p14:xfrm>
                <a:off x="7587288" y="836784"/>
                <a:ext cx="1605600" cy="12096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9D70B476-4312-F23C-39EA-F95D61D1FD9D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7578288" y="828144"/>
                  <a:ext cx="162324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1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36671D5D-E2C5-443F-ABEF-DD2341BF2465}"/>
                    </a:ext>
                  </a:extLst>
                </p14:cNvPr>
                <p14:cNvContentPartPr/>
                <p14:nvPr/>
              </p14:nvContentPartPr>
              <p14:xfrm>
                <a:off x="8187768" y="962784"/>
                <a:ext cx="683280" cy="4968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36671D5D-E2C5-443F-ABEF-DD2341BF2465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8178768" y="953784"/>
                  <a:ext cx="70092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3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141C265B-8E72-F19B-CE72-CFF7F2666392}"/>
                    </a:ext>
                  </a:extLst>
                </p14:cNvPr>
                <p14:cNvContentPartPr/>
                <p14:nvPr/>
              </p14:nvContentPartPr>
              <p14:xfrm>
                <a:off x="8084808" y="960264"/>
                <a:ext cx="623520" cy="3564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141C265B-8E72-F19B-CE72-CFF7F2666392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8075808" y="951264"/>
                  <a:ext cx="641160" cy="5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6" name="Group 385">
            <a:extLst>
              <a:ext uri="{FF2B5EF4-FFF2-40B4-BE49-F238E27FC236}">
                <a16:creationId xmlns:a16="http://schemas.microsoft.com/office/drawing/2014/main" id="{60150252-E5B6-301E-0FF8-D013939909D4}"/>
              </a:ext>
            </a:extLst>
          </p:cNvPr>
          <p:cNvGrpSpPr/>
          <p:nvPr/>
        </p:nvGrpSpPr>
        <p:grpSpPr>
          <a:xfrm>
            <a:off x="3838248" y="3359304"/>
            <a:ext cx="1224360" cy="63720"/>
            <a:chOff x="3838248" y="3359304"/>
            <a:chExt cx="1224360" cy="6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5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6B127D1C-016B-E2D3-CA5A-470EDF0C2FE6}"/>
                    </a:ext>
                  </a:extLst>
                </p14:cNvPr>
                <p14:cNvContentPartPr/>
                <p14:nvPr/>
              </p14:nvContentPartPr>
              <p14:xfrm>
                <a:off x="3838248" y="3370824"/>
                <a:ext cx="1224360" cy="5220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6B127D1C-016B-E2D3-CA5A-470EDF0C2FE6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3829248" y="3361824"/>
                  <a:ext cx="124200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7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0D451375-93AD-06B2-D271-E6032E827B14}"/>
                    </a:ext>
                  </a:extLst>
                </p14:cNvPr>
                <p14:cNvContentPartPr/>
                <p14:nvPr/>
              </p14:nvContentPartPr>
              <p14:xfrm>
                <a:off x="3940488" y="3359304"/>
                <a:ext cx="1094400" cy="5760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0D451375-93AD-06B2-D271-E6032E827B14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3931848" y="3350664"/>
                  <a:ext cx="1112040" cy="75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79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4AFD12AF-CD08-3C9B-6751-E1EE5A797BA3}"/>
                  </a:ext>
                </a:extLst>
              </p14:cNvPr>
              <p14:cNvContentPartPr/>
              <p14:nvPr/>
            </p14:nvContentPartPr>
            <p14:xfrm>
              <a:off x="8189568" y="3779424"/>
              <a:ext cx="146880" cy="11498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4AFD12AF-CD08-3C9B-6751-E1EE5A797BA3}"/>
                  </a:ext>
                </a:extLst>
              </p:cNvPr>
              <p:cNvPicPr/>
              <p:nvPr/>
            </p:nvPicPr>
            <p:blipFill>
              <a:blip r:embed="rId480"/>
              <a:stretch>
                <a:fillRect/>
              </a:stretch>
            </p:blipFill>
            <p:spPr>
              <a:xfrm>
                <a:off x="8180568" y="3770784"/>
                <a:ext cx="164520" cy="1167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9" name="Group 218">
            <a:extLst>
              <a:ext uri="{FF2B5EF4-FFF2-40B4-BE49-F238E27FC236}">
                <a16:creationId xmlns:a16="http://schemas.microsoft.com/office/drawing/2014/main" id="{135F14E1-5049-45A5-3AF1-F5DBE9DD1C06}"/>
              </a:ext>
            </a:extLst>
          </p:cNvPr>
          <p:cNvGrpSpPr/>
          <p:nvPr/>
        </p:nvGrpSpPr>
        <p:grpSpPr>
          <a:xfrm>
            <a:off x="8856648" y="3649464"/>
            <a:ext cx="2124720" cy="369720"/>
            <a:chOff x="8856648" y="3649464"/>
            <a:chExt cx="2124720" cy="36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223C3BF-4DA4-6C2F-D8A5-15A7E4FBCC41}"/>
                    </a:ext>
                  </a:extLst>
                </p14:cNvPr>
                <p14:cNvContentPartPr/>
                <p14:nvPr/>
              </p14:nvContentPartPr>
              <p14:xfrm>
                <a:off x="9197568" y="3833424"/>
                <a:ext cx="3240" cy="68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223C3BF-4DA4-6C2F-D8A5-15A7E4FBCC41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9188568" y="3824424"/>
                  <a:ext cx="208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3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2A7F187-3B61-02E2-3B77-B6E83ADB036F}"/>
                    </a:ext>
                  </a:extLst>
                </p14:cNvPr>
                <p14:cNvContentPartPr/>
                <p14:nvPr/>
              </p14:nvContentPartPr>
              <p14:xfrm>
                <a:off x="9200088" y="3833424"/>
                <a:ext cx="360" cy="3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2A7F187-3B61-02E2-3B77-B6E83ADB036F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9191448" y="3824424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39F24EF-5E30-A2BA-2956-7D677BE8442D}"/>
                    </a:ext>
                  </a:extLst>
                </p14:cNvPr>
                <p14:cNvContentPartPr/>
                <p14:nvPr/>
              </p14:nvContentPartPr>
              <p14:xfrm>
                <a:off x="9152568" y="3730104"/>
                <a:ext cx="16920" cy="2055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39F24EF-5E30-A2BA-2956-7D677BE8442D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9143568" y="3721104"/>
                  <a:ext cx="3456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2FCD342B-0F5B-4005-7774-CA2999B1FE97}"/>
                    </a:ext>
                  </a:extLst>
                </p14:cNvPr>
                <p14:cNvContentPartPr/>
                <p14:nvPr/>
              </p14:nvContentPartPr>
              <p14:xfrm>
                <a:off x="9029448" y="3649464"/>
                <a:ext cx="293400" cy="626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2FCD342B-0F5B-4005-7774-CA2999B1FE97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9020448" y="3640824"/>
                  <a:ext cx="31104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094B68A-2E44-9418-E238-064FDB420841}"/>
                    </a:ext>
                  </a:extLst>
                </p14:cNvPr>
                <p14:cNvContentPartPr/>
                <p14:nvPr/>
              </p14:nvContentPartPr>
              <p14:xfrm>
                <a:off x="9326808" y="3773304"/>
                <a:ext cx="112320" cy="792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094B68A-2E44-9418-E238-064FDB420841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9317808" y="3764304"/>
                  <a:ext cx="12996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1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BE2F7DF-029C-25CC-7B1C-71D08A3EB608}"/>
                    </a:ext>
                  </a:extLst>
                </p14:cNvPr>
                <p14:cNvContentPartPr/>
                <p14:nvPr/>
              </p14:nvContentPartPr>
              <p14:xfrm>
                <a:off x="9486648" y="3768624"/>
                <a:ext cx="100440" cy="586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BE2F7DF-029C-25CC-7B1C-71D08A3EB608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9478008" y="3759624"/>
                  <a:ext cx="1180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3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EFF6D74F-ECF7-8BD1-D5C6-EFCBA766E222}"/>
                    </a:ext>
                  </a:extLst>
                </p14:cNvPr>
                <p14:cNvContentPartPr/>
                <p14:nvPr/>
              </p14:nvContentPartPr>
              <p14:xfrm>
                <a:off x="9682128" y="3765744"/>
                <a:ext cx="180360" cy="7200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EFF6D74F-ECF7-8BD1-D5C6-EFCBA766E222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9673488" y="3756744"/>
                  <a:ext cx="1980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5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7FA10E4F-CDE4-62E2-3B20-2BEB3F00BA94}"/>
                    </a:ext>
                  </a:extLst>
                </p14:cNvPr>
                <p14:cNvContentPartPr/>
                <p14:nvPr/>
              </p14:nvContentPartPr>
              <p14:xfrm>
                <a:off x="9888048" y="3717504"/>
                <a:ext cx="5040" cy="2880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7FA10E4F-CDE4-62E2-3B20-2BEB3F00BA94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9879048" y="3708864"/>
                  <a:ext cx="2268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7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1835C286-CC29-5AA7-EC41-386194A5E670}"/>
                    </a:ext>
                  </a:extLst>
                </p14:cNvPr>
                <p14:cNvContentPartPr/>
                <p14:nvPr/>
              </p14:nvContentPartPr>
              <p14:xfrm>
                <a:off x="9938448" y="3751704"/>
                <a:ext cx="270000" cy="12240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1835C286-CC29-5AA7-EC41-386194A5E670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9929448" y="3742704"/>
                  <a:ext cx="28764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9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3AD5001E-4659-81CA-8506-CB61BE90AE7D}"/>
                    </a:ext>
                  </a:extLst>
                </p14:cNvPr>
                <p14:cNvContentPartPr/>
                <p14:nvPr/>
              </p14:nvContentPartPr>
              <p14:xfrm>
                <a:off x="8856648" y="3928824"/>
                <a:ext cx="2120040" cy="9036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3AD5001E-4659-81CA-8506-CB61BE90AE7D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8847648" y="3920184"/>
                  <a:ext cx="21376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1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A4BAC9B1-AFBD-4370-C9BC-AF3108C3E6A8}"/>
                    </a:ext>
                  </a:extLst>
                </p14:cNvPr>
                <p14:cNvContentPartPr/>
                <p14:nvPr/>
              </p14:nvContentPartPr>
              <p14:xfrm>
                <a:off x="10973448" y="3938184"/>
                <a:ext cx="7920" cy="1440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A4BAC9B1-AFBD-4370-C9BC-AF3108C3E6A8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10964808" y="3929544"/>
                  <a:ext cx="25560" cy="32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03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D174218B-690E-3F19-9F88-085144E3EAE3}"/>
                  </a:ext>
                </a:extLst>
              </p14:cNvPr>
              <p14:cNvContentPartPr/>
              <p14:nvPr/>
            </p14:nvContentPartPr>
            <p14:xfrm>
              <a:off x="8162928" y="3748824"/>
              <a:ext cx="313920" cy="2354760"/>
            </p14:xfrm>
          </p:contentPart>
        </mc:Choice>
        <mc:Fallback xmlns=""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D174218B-690E-3F19-9F88-085144E3EAE3}"/>
                  </a:ext>
                </a:extLst>
              </p:cNvPr>
              <p:cNvPicPr/>
              <p:nvPr/>
            </p:nvPicPr>
            <p:blipFill>
              <a:blip r:embed="rId504"/>
              <a:stretch>
                <a:fillRect/>
              </a:stretch>
            </p:blipFill>
            <p:spPr>
              <a:xfrm>
                <a:off x="8154288" y="3739824"/>
                <a:ext cx="331560" cy="237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5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3793BB86-946F-FF31-3C2B-94B224385662}"/>
                  </a:ext>
                </a:extLst>
              </p14:cNvPr>
              <p14:cNvContentPartPr/>
              <p14:nvPr/>
            </p14:nvContentPartPr>
            <p14:xfrm>
              <a:off x="9043848" y="4185144"/>
              <a:ext cx="98280" cy="166680"/>
            </p14:xfrm>
          </p:contentPart>
        </mc:Choice>
        <mc:Fallback xmlns=""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3793BB86-946F-FF31-3C2B-94B224385662}"/>
                  </a:ext>
                </a:extLst>
              </p:cNvPr>
              <p:cNvPicPr/>
              <p:nvPr/>
            </p:nvPicPr>
            <p:blipFill>
              <a:blip r:embed="rId506"/>
              <a:stretch>
                <a:fillRect/>
              </a:stretch>
            </p:blipFill>
            <p:spPr>
              <a:xfrm>
                <a:off x="9026208" y="4149144"/>
                <a:ext cx="133920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7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220DE39E-77D6-AB94-953E-B61020878C6A}"/>
                  </a:ext>
                </a:extLst>
              </p14:cNvPr>
              <p14:cNvContentPartPr/>
              <p14:nvPr/>
            </p14:nvContentPartPr>
            <p14:xfrm>
              <a:off x="8980128" y="4151664"/>
              <a:ext cx="225360" cy="48960"/>
            </p14:xfrm>
          </p:contentPart>
        </mc:Choice>
        <mc:Fallback xmlns=""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220DE39E-77D6-AB94-953E-B61020878C6A}"/>
                  </a:ext>
                </a:extLst>
              </p:cNvPr>
              <p:cNvPicPr/>
              <p:nvPr/>
            </p:nvPicPr>
            <p:blipFill>
              <a:blip r:embed="rId508"/>
              <a:stretch>
                <a:fillRect/>
              </a:stretch>
            </p:blipFill>
            <p:spPr>
              <a:xfrm>
                <a:off x="8962488" y="4116024"/>
                <a:ext cx="26100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9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E618587B-D8C0-7514-8707-368B89270362}"/>
                  </a:ext>
                </a:extLst>
              </p14:cNvPr>
              <p14:cNvContentPartPr/>
              <p14:nvPr/>
            </p14:nvContentPartPr>
            <p14:xfrm>
              <a:off x="9383688" y="4221504"/>
              <a:ext cx="60480" cy="6480"/>
            </p14:xfrm>
          </p:contentPart>
        </mc:Choice>
        <mc:Fallback xmlns=""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E618587B-D8C0-7514-8707-368B89270362}"/>
                  </a:ext>
                </a:extLst>
              </p:cNvPr>
              <p:cNvPicPr/>
              <p:nvPr/>
            </p:nvPicPr>
            <p:blipFill>
              <a:blip r:embed="rId510"/>
              <a:stretch>
                <a:fillRect/>
              </a:stretch>
            </p:blipFill>
            <p:spPr>
              <a:xfrm>
                <a:off x="9366048" y="4185864"/>
                <a:ext cx="96120" cy="7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1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E5023189-70F4-55E7-7B5F-CF13D3EF6D0D}"/>
                  </a:ext>
                </a:extLst>
              </p14:cNvPr>
              <p14:cNvContentPartPr/>
              <p14:nvPr/>
            </p14:nvContentPartPr>
            <p14:xfrm>
              <a:off x="9393048" y="4299984"/>
              <a:ext cx="70560" cy="16920"/>
            </p14:xfrm>
          </p:contentPart>
        </mc:Choice>
        <mc:Fallback xmlns=""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E5023189-70F4-55E7-7B5F-CF13D3EF6D0D}"/>
                  </a:ext>
                </a:extLst>
              </p:cNvPr>
              <p:cNvPicPr/>
              <p:nvPr/>
            </p:nvPicPr>
            <p:blipFill>
              <a:blip r:embed="rId512"/>
              <a:stretch>
                <a:fillRect/>
              </a:stretch>
            </p:blipFill>
            <p:spPr>
              <a:xfrm>
                <a:off x="9375048" y="4263984"/>
                <a:ext cx="10620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3">
            <p14:nvContentPartPr>
              <p14:cNvPr id="325" name="Ink 324">
                <a:extLst>
                  <a:ext uri="{FF2B5EF4-FFF2-40B4-BE49-F238E27FC236}">
                    <a16:creationId xmlns:a16="http://schemas.microsoft.com/office/drawing/2014/main" id="{2D2F793B-5DD8-C456-0763-112154F81373}"/>
                  </a:ext>
                </a:extLst>
              </p14:cNvPr>
              <p14:cNvContentPartPr/>
              <p14:nvPr/>
            </p14:nvContentPartPr>
            <p14:xfrm>
              <a:off x="9650088" y="4189824"/>
              <a:ext cx="248040" cy="156240"/>
            </p14:xfrm>
          </p:contentPart>
        </mc:Choice>
        <mc:Fallback xmlns="">
          <p:pic>
            <p:nvPicPr>
              <p:cNvPr id="325" name="Ink 324">
                <a:extLst>
                  <a:ext uri="{FF2B5EF4-FFF2-40B4-BE49-F238E27FC236}">
                    <a16:creationId xmlns:a16="http://schemas.microsoft.com/office/drawing/2014/main" id="{2D2F793B-5DD8-C456-0763-112154F81373}"/>
                  </a:ext>
                </a:extLst>
              </p:cNvPr>
              <p:cNvPicPr/>
              <p:nvPr/>
            </p:nvPicPr>
            <p:blipFill>
              <a:blip r:embed="rId514"/>
              <a:stretch>
                <a:fillRect/>
              </a:stretch>
            </p:blipFill>
            <p:spPr>
              <a:xfrm>
                <a:off x="9632088" y="4153824"/>
                <a:ext cx="283680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5">
            <p14:nvContentPartPr>
              <p14:cNvPr id="332" name="Ink 331">
                <a:extLst>
                  <a:ext uri="{FF2B5EF4-FFF2-40B4-BE49-F238E27FC236}">
                    <a16:creationId xmlns:a16="http://schemas.microsoft.com/office/drawing/2014/main" id="{C2E1FAC5-49B6-49F9-813F-DB200DC3B8A3}"/>
                  </a:ext>
                </a:extLst>
              </p14:cNvPr>
              <p14:cNvContentPartPr/>
              <p14:nvPr/>
            </p14:nvContentPartPr>
            <p14:xfrm>
              <a:off x="10196568" y="4143024"/>
              <a:ext cx="60840" cy="190440"/>
            </p14:xfrm>
          </p:contentPart>
        </mc:Choice>
        <mc:Fallback xmlns="">
          <p:pic>
            <p:nvPicPr>
              <p:cNvPr id="332" name="Ink 331">
                <a:extLst>
                  <a:ext uri="{FF2B5EF4-FFF2-40B4-BE49-F238E27FC236}">
                    <a16:creationId xmlns:a16="http://schemas.microsoft.com/office/drawing/2014/main" id="{C2E1FAC5-49B6-49F9-813F-DB200DC3B8A3}"/>
                  </a:ext>
                </a:extLst>
              </p:cNvPr>
              <p:cNvPicPr/>
              <p:nvPr/>
            </p:nvPicPr>
            <p:blipFill>
              <a:blip r:embed="rId516"/>
              <a:stretch>
                <a:fillRect/>
              </a:stretch>
            </p:blipFill>
            <p:spPr>
              <a:xfrm>
                <a:off x="10178928" y="4107024"/>
                <a:ext cx="96480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7">
            <p14:nvContentPartPr>
              <p14:cNvPr id="345" name="Ink 344">
                <a:extLst>
                  <a:ext uri="{FF2B5EF4-FFF2-40B4-BE49-F238E27FC236}">
                    <a16:creationId xmlns:a16="http://schemas.microsoft.com/office/drawing/2014/main" id="{9930AAA7-5610-E31B-0824-57B8E265B15D}"/>
                  </a:ext>
                </a:extLst>
              </p14:cNvPr>
              <p14:cNvContentPartPr/>
              <p14:nvPr/>
            </p14:nvContentPartPr>
            <p14:xfrm>
              <a:off x="10090368" y="4144464"/>
              <a:ext cx="425160" cy="155880"/>
            </p14:xfrm>
          </p:contentPart>
        </mc:Choice>
        <mc:Fallback xmlns="">
          <p:pic>
            <p:nvPicPr>
              <p:cNvPr id="345" name="Ink 344">
                <a:extLst>
                  <a:ext uri="{FF2B5EF4-FFF2-40B4-BE49-F238E27FC236}">
                    <a16:creationId xmlns:a16="http://schemas.microsoft.com/office/drawing/2014/main" id="{9930AAA7-5610-E31B-0824-57B8E265B15D}"/>
                  </a:ext>
                </a:extLst>
              </p:cNvPr>
              <p:cNvPicPr/>
              <p:nvPr/>
            </p:nvPicPr>
            <p:blipFill>
              <a:blip r:embed="rId518"/>
              <a:stretch>
                <a:fillRect/>
              </a:stretch>
            </p:blipFill>
            <p:spPr>
              <a:xfrm>
                <a:off x="10072728" y="4108824"/>
                <a:ext cx="46080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9">
            <p14:nvContentPartPr>
              <p14:cNvPr id="378" name="Ink 377">
                <a:extLst>
                  <a:ext uri="{FF2B5EF4-FFF2-40B4-BE49-F238E27FC236}">
                    <a16:creationId xmlns:a16="http://schemas.microsoft.com/office/drawing/2014/main" id="{3D189643-BA02-BE12-505E-39676E9BF903}"/>
                  </a:ext>
                </a:extLst>
              </p14:cNvPr>
              <p14:cNvContentPartPr/>
              <p14:nvPr/>
            </p14:nvContentPartPr>
            <p14:xfrm>
              <a:off x="10923048" y="4104504"/>
              <a:ext cx="154440" cy="180360"/>
            </p14:xfrm>
          </p:contentPart>
        </mc:Choice>
        <mc:Fallback xmlns="">
          <p:pic>
            <p:nvPicPr>
              <p:cNvPr id="378" name="Ink 377">
                <a:extLst>
                  <a:ext uri="{FF2B5EF4-FFF2-40B4-BE49-F238E27FC236}">
                    <a16:creationId xmlns:a16="http://schemas.microsoft.com/office/drawing/2014/main" id="{3D189643-BA02-BE12-505E-39676E9BF903}"/>
                  </a:ext>
                </a:extLst>
              </p:cNvPr>
              <p:cNvPicPr/>
              <p:nvPr/>
            </p:nvPicPr>
            <p:blipFill>
              <a:blip r:embed="rId520"/>
              <a:stretch>
                <a:fillRect/>
              </a:stretch>
            </p:blipFill>
            <p:spPr>
              <a:xfrm>
                <a:off x="10905408" y="4068504"/>
                <a:ext cx="19008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1">
            <p14:nvContentPartPr>
              <p14:cNvPr id="379" name="Ink 378">
                <a:extLst>
                  <a:ext uri="{FF2B5EF4-FFF2-40B4-BE49-F238E27FC236}">
                    <a16:creationId xmlns:a16="http://schemas.microsoft.com/office/drawing/2014/main" id="{BE9B1E6E-7C4A-6299-BE85-C8EAD730D144}"/>
                  </a:ext>
                </a:extLst>
              </p14:cNvPr>
              <p14:cNvContentPartPr/>
              <p14:nvPr/>
            </p14:nvContentPartPr>
            <p14:xfrm>
              <a:off x="11014128" y="4081464"/>
              <a:ext cx="298440" cy="27000"/>
            </p14:xfrm>
          </p:contentPart>
        </mc:Choice>
        <mc:Fallback xmlns="">
          <p:pic>
            <p:nvPicPr>
              <p:cNvPr id="379" name="Ink 378">
                <a:extLst>
                  <a:ext uri="{FF2B5EF4-FFF2-40B4-BE49-F238E27FC236}">
                    <a16:creationId xmlns:a16="http://schemas.microsoft.com/office/drawing/2014/main" id="{BE9B1E6E-7C4A-6299-BE85-C8EAD730D144}"/>
                  </a:ext>
                </a:extLst>
              </p:cNvPr>
              <p:cNvPicPr/>
              <p:nvPr/>
            </p:nvPicPr>
            <p:blipFill>
              <a:blip r:embed="rId522"/>
              <a:stretch>
                <a:fillRect/>
              </a:stretch>
            </p:blipFill>
            <p:spPr>
              <a:xfrm>
                <a:off x="10996488" y="4045464"/>
                <a:ext cx="33408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3">
            <p14:nvContentPartPr>
              <p14:cNvPr id="387" name="Ink 386">
                <a:extLst>
                  <a:ext uri="{FF2B5EF4-FFF2-40B4-BE49-F238E27FC236}">
                    <a16:creationId xmlns:a16="http://schemas.microsoft.com/office/drawing/2014/main" id="{55BC36A2-A6BF-089A-2BDE-ACE751AF412D}"/>
                  </a:ext>
                </a:extLst>
              </p14:cNvPr>
              <p14:cNvContentPartPr/>
              <p14:nvPr/>
            </p14:nvContentPartPr>
            <p14:xfrm>
              <a:off x="9602928" y="4696704"/>
              <a:ext cx="33840" cy="141480"/>
            </p14:xfrm>
          </p:contentPart>
        </mc:Choice>
        <mc:Fallback xmlns="">
          <p:pic>
            <p:nvPicPr>
              <p:cNvPr id="387" name="Ink 386">
                <a:extLst>
                  <a:ext uri="{FF2B5EF4-FFF2-40B4-BE49-F238E27FC236}">
                    <a16:creationId xmlns:a16="http://schemas.microsoft.com/office/drawing/2014/main" id="{55BC36A2-A6BF-089A-2BDE-ACE751AF412D}"/>
                  </a:ext>
                </a:extLst>
              </p:cNvPr>
              <p:cNvPicPr/>
              <p:nvPr/>
            </p:nvPicPr>
            <p:blipFill>
              <a:blip r:embed="rId524"/>
              <a:stretch>
                <a:fillRect/>
              </a:stretch>
            </p:blipFill>
            <p:spPr>
              <a:xfrm>
                <a:off x="9585288" y="4661064"/>
                <a:ext cx="6948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5">
            <p14:nvContentPartPr>
              <p14:cNvPr id="388" name="Ink 387">
                <a:extLst>
                  <a:ext uri="{FF2B5EF4-FFF2-40B4-BE49-F238E27FC236}">
                    <a16:creationId xmlns:a16="http://schemas.microsoft.com/office/drawing/2014/main" id="{80D058AC-F120-D5B6-FEBB-3A876B172ED5}"/>
                  </a:ext>
                </a:extLst>
              </p14:cNvPr>
              <p14:cNvContentPartPr/>
              <p14:nvPr/>
            </p14:nvContentPartPr>
            <p14:xfrm>
              <a:off x="9511128" y="4661064"/>
              <a:ext cx="169920" cy="42120"/>
            </p14:xfrm>
          </p:contentPart>
        </mc:Choice>
        <mc:Fallback xmlns="">
          <p:pic>
            <p:nvPicPr>
              <p:cNvPr id="388" name="Ink 387">
                <a:extLst>
                  <a:ext uri="{FF2B5EF4-FFF2-40B4-BE49-F238E27FC236}">
                    <a16:creationId xmlns:a16="http://schemas.microsoft.com/office/drawing/2014/main" id="{80D058AC-F120-D5B6-FEBB-3A876B172ED5}"/>
                  </a:ext>
                </a:extLst>
              </p:cNvPr>
              <p:cNvPicPr/>
              <p:nvPr/>
            </p:nvPicPr>
            <p:blipFill>
              <a:blip r:embed="rId526"/>
              <a:stretch>
                <a:fillRect/>
              </a:stretch>
            </p:blipFill>
            <p:spPr>
              <a:xfrm>
                <a:off x="9493488" y="4625064"/>
                <a:ext cx="205560" cy="1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7">
            <p14:nvContentPartPr>
              <p14:cNvPr id="389" name="Ink 388">
                <a:extLst>
                  <a:ext uri="{FF2B5EF4-FFF2-40B4-BE49-F238E27FC236}">
                    <a16:creationId xmlns:a16="http://schemas.microsoft.com/office/drawing/2014/main" id="{208590FA-9096-D76B-6591-A72DF6D1DBF7}"/>
                  </a:ext>
                </a:extLst>
              </p14:cNvPr>
              <p14:cNvContentPartPr/>
              <p14:nvPr/>
            </p14:nvContentPartPr>
            <p14:xfrm>
              <a:off x="9538848" y="4854024"/>
              <a:ext cx="177480" cy="21240"/>
            </p14:xfrm>
          </p:contentPart>
        </mc:Choice>
        <mc:Fallback xmlns="">
          <p:pic>
            <p:nvPicPr>
              <p:cNvPr id="389" name="Ink 388">
                <a:extLst>
                  <a:ext uri="{FF2B5EF4-FFF2-40B4-BE49-F238E27FC236}">
                    <a16:creationId xmlns:a16="http://schemas.microsoft.com/office/drawing/2014/main" id="{208590FA-9096-D76B-6591-A72DF6D1DBF7}"/>
                  </a:ext>
                </a:extLst>
              </p:cNvPr>
              <p:cNvPicPr/>
              <p:nvPr/>
            </p:nvPicPr>
            <p:blipFill>
              <a:blip r:embed="rId528"/>
              <a:stretch>
                <a:fillRect/>
              </a:stretch>
            </p:blipFill>
            <p:spPr>
              <a:xfrm>
                <a:off x="9520848" y="4818384"/>
                <a:ext cx="21312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9">
            <p14:nvContentPartPr>
              <p14:cNvPr id="390" name="Ink 389">
                <a:extLst>
                  <a:ext uri="{FF2B5EF4-FFF2-40B4-BE49-F238E27FC236}">
                    <a16:creationId xmlns:a16="http://schemas.microsoft.com/office/drawing/2014/main" id="{F04DD139-B144-7CE3-2B57-AE9DF7D041E5}"/>
                  </a:ext>
                </a:extLst>
              </p14:cNvPr>
              <p14:cNvContentPartPr/>
              <p14:nvPr/>
            </p14:nvContentPartPr>
            <p14:xfrm>
              <a:off x="9871488" y="4729824"/>
              <a:ext cx="98640" cy="24480"/>
            </p14:xfrm>
          </p:contentPart>
        </mc:Choice>
        <mc:Fallback xmlns="">
          <p:pic>
            <p:nvPicPr>
              <p:cNvPr id="390" name="Ink 389">
                <a:extLst>
                  <a:ext uri="{FF2B5EF4-FFF2-40B4-BE49-F238E27FC236}">
                    <a16:creationId xmlns:a16="http://schemas.microsoft.com/office/drawing/2014/main" id="{F04DD139-B144-7CE3-2B57-AE9DF7D041E5}"/>
                  </a:ext>
                </a:extLst>
              </p:cNvPr>
              <p:cNvPicPr/>
              <p:nvPr/>
            </p:nvPicPr>
            <p:blipFill>
              <a:blip r:embed="rId530"/>
              <a:stretch>
                <a:fillRect/>
              </a:stretch>
            </p:blipFill>
            <p:spPr>
              <a:xfrm>
                <a:off x="9853848" y="4693824"/>
                <a:ext cx="134280" cy="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1">
            <p14:nvContentPartPr>
              <p14:cNvPr id="391" name="Ink 390">
                <a:extLst>
                  <a:ext uri="{FF2B5EF4-FFF2-40B4-BE49-F238E27FC236}">
                    <a16:creationId xmlns:a16="http://schemas.microsoft.com/office/drawing/2014/main" id="{AE2C688D-5A8B-1802-1F75-4D0AE387655B}"/>
                  </a:ext>
                </a:extLst>
              </p14:cNvPr>
              <p14:cNvContentPartPr/>
              <p14:nvPr/>
            </p14:nvContentPartPr>
            <p14:xfrm>
              <a:off x="9922248" y="4778064"/>
              <a:ext cx="118800" cy="19800"/>
            </p14:xfrm>
          </p:contentPart>
        </mc:Choice>
        <mc:Fallback xmlns="">
          <p:pic>
            <p:nvPicPr>
              <p:cNvPr id="391" name="Ink 390">
                <a:extLst>
                  <a:ext uri="{FF2B5EF4-FFF2-40B4-BE49-F238E27FC236}">
                    <a16:creationId xmlns:a16="http://schemas.microsoft.com/office/drawing/2014/main" id="{AE2C688D-5A8B-1802-1F75-4D0AE387655B}"/>
                  </a:ext>
                </a:extLst>
              </p:cNvPr>
              <p:cNvPicPr/>
              <p:nvPr/>
            </p:nvPicPr>
            <p:blipFill>
              <a:blip r:embed="rId532"/>
              <a:stretch>
                <a:fillRect/>
              </a:stretch>
            </p:blipFill>
            <p:spPr>
              <a:xfrm>
                <a:off x="9904608" y="4742424"/>
                <a:ext cx="15444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3">
            <p14:nvContentPartPr>
              <p14:cNvPr id="392" name="Ink 391">
                <a:extLst>
                  <a:ext uri="{FF2B5EF4-FFF2-40B4-BE49-F238E27FC236}">
                    <a16:creationId xmlns:a16="http://schemas.microsoft.com/office/drawing/2014/main" id="{8186800F-FA0E-71EB-5D12-08775442040F}"/>
                  </a:ext>
                </a:extLst>
              </p14:cNvPr>
              <p14:cNvContentPartPr/>
              <p14:nvPr/>
            </p14:nvContentPartPr>
            <p14:xfrm>
              <a:off x="10239048" y="4652064"/>
              <a:ext cx="29160" cy="183600"/>
            </p14:xfrm>
          </p:contentPart>
        </mc:Choice>
        <mc:Fallback xmlns="">
          <p:pic>
            <p:nvPicPr>
              <p:cNvPr id="392" name="Ink 391">
                <a:extLst>
                  <a:ext uri="{FF2B5EF4-FFF2-40B4-BE49-F238E27FC236}">
                    <a16:creationId xmlns:a16="http://schemas.microsoft.com/office/drawing/2014/main" id="{8186800F-FA0E-71EB-5D12-08775442040F}"/>
                  </a:ext>
                </a:extLst>
              </p:cNvPr>
              <p:cNvPicPr/>
              <p:nvPr/>
            </p:nvPicPr>
            <p:blipFill>
              <a:blip r:embed="rId534"/>
              <a:stretch>
                <a:fillRect/>
              </a:stretch>
            </p:blipFill>
            <p:spPr>
              <a:xfrm>
                <a:off x="10221048" y="4616424"/>
                <a:ext cx="6480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5">
            <p14:nvContentPartPr>
              <p14:cNvPr id="393" name="Ink 392">
                <a:extLst>
                  <a:ext uri="{FF2B5EF4-FFF2-40B4-BE49-F238E27FC236}">
                    <a16:creationId xmlns:a16="http://schemas.microsoft.com/office/drawing/2014/main" id="{992D885D-90E4-36B4-A24F-C12E6F25E16B}"/>
                  </a:ext>
                </a:extLst>
              </p14:cNvPr>
              <p14:cNvContentPartPr/>
              <p14:nvPr/>
            </p14:nvContentPartPr>
            <p14:xfrm>
              <a:off x="10598328" y="4649544"/>
              <a:ext cx="42840" cy="150840"/>
            </p14:xfrm>
          </p:contentPart>
        </mc:Choice>
        <mc:Fallback xmlns="">
          <p:pic>
            <p:nvPicPr>
              <p:cNvPr id="393" name="Ink 392">
                <a:extLst>
                  <a:ext uri="{FF2B5EF4-FFF2-40B4-BE49-F238E27FC236}">
                    <a16:creationId xmlns:a16="http://schemas.microsoft.com/office/drawing/2014/main" id="{992D885D-90E4-36B4-A24F-C12E6F25E16B}"/>
                  </a:ext>
                </a:extLst>
              </p:cNvPr>
              <p:cNvPicPr/>
              <p:nvPr/>
            </p:nvPicPr>
            <p:blipFill>
              <a:blip r:embed="rId536"/>
              <a:stretch>
                <a:fillRect/>
              </a:stretch>
            </p:blipFill>
            <p:spPr>
              <a:xfrm>
                <a:off x="10580328" y="4613904"/>
                <a:ext cx="7848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7">
            <p14:nvContentPartPr>
              <p14:cNvPr id="394" name="Ink 393">
                <a:extLst>
                  <a:ext uri="{FF2B5EF4-FFF2-40B4-BE49-F238E27FC236}">
                    <a16:creationId xmlns:a16="http://schemas.microsoft.com/office/drawing/2014/main" id="{C0B7298A-F1AC-3612-5B24-637FFCFB68E1}"/>
                  </a:ext>
                </a:extLst>
              </p14:cNvPr>
              <p14:cNvContentPartPr/>
              <p14:nvPr/>
            </p14:nvContentPartPr>
            <p14:xfrm>
              <a:off x="10521288" y="4716504"/>
              <a:ext cx="293040" cy="78480"/>
            </p14:xfrm>
          </p:contentPart>
        </mc:Choice>
        <mc:Fallback xmlns="">
          <p:pic>
            <p:nvPicPr>
              <p:cNvPr id="394" name="Ink 393">
                <a:extLst>
                  <a:ext uri="{FF2B5EF4-FFF2-40B4-BE49-F238E27FC236}">
                    <a16:creationId xmlns:a16="http://schemas.microsoft.com/office/drawing/2014/main" id="{C0B7298A-F1AC-3612-5B24-637FFCFB68E1}"/>
                  </a:ext>
                </a:extLst>
              </p:cNvPr>
              <p:cNvPicPr/>
              <p:nvPr/>
            </p:nvPicPr>
            <p:blipFill>
              <a:blip r:embed="rId538"/>
              <a:stretch>
                <a:fillRect/>
              </a:stretch>
            </p:blipFill>
            <p:spPr>
              <a:xfrm>
                <a:off x="10503648" y="4680504"/>
                <a:ext cx="328680" cy="15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9">
            <p14:nvContentPartPr>
              <p14:cNvPr id="395" name="Ink 394">
                <a:extLst>
                  <a:ext uri="{FF2B5EF4-FFF2-40B4-BE49-F238E27FC236}">
                    <a16:creationId xmlns:a16="http://schemas.microsoft.com/office/drawing/2014/main" id="{8D811BA9-55F0-A23E-7099-E549E9B883B4}"/>
                  </a:ext>
                </a:extLst>
              </p14:cNvPr>
              <p14:cNvContentPartPr/>
              <p14:nvPr/>
            </p14:nvContentPartPr>
            <p14:xfrm>
              <a:off x="11027088" y="4622904"/>
              <a:ext cx="114120" cy="292320"/>
            </p14:xfrm>
          </p:contentPart>
        </mc:Choice>
        <mc:Fallback xmlns="">
          <p:pic>
            <p:nvPicPr>
              <p:cNvPr id="395" name="Ink 394">
                <a:extLst>
                  <a:ext uri="{FF2B5EF4-FFF2-40B4-BE49-F238E27FC236}">
                    <a16:creationId xmlns:a16="http://schemas.microsoft.com/office/drawing/2014/main" id="{8D811BA9-55F0-A23E-7099-E549E9B883B4}"/>
                  </a:ext>
                </a:extLst>
              </p:cNvPr>
              <p:cNvPicPr/>
              <p:nvPr/>
            </p:nvPicPr>
            <p:blipFill>
              <a:blip r:embed="rId540"/>
              <a:stretch>
                <a:fillRect/>
              </a:stretch>
            </p:blipFill>
            <p:spPr>
              <a:xfrm>
                <a:off x="11009088" y="4586904"/>
                <a:ext cx="149760" cy="36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1">
            <p14:nvContentPartPr>
              <p14:cNvPr id="396" name="Ink 395">
                <a:extLst>
                  <a:ext uri="{FF2B5EF4-FFF2-40B4-BE49-F238E27FC236}">
                    <a16:creationId xmlns:a16="http://schemas.microsoft.com/office/drawing/2014/main" id="{913B8AB0-D63C-513C-47E4-944475CF2E70}"/>
                  </a:ext>
                </a:extLst>
              </p14:cNvPr>
              <p14:cNvContentPartPr/>
              <p14:nvPr/>
            </p14:nvContentPartPr>
            <p14:xfrm>
              <a:off x="11292408" y="4971024"/>
              <a:ext cx="282240" cy="59040"/>
            </p14:xfrm>
          </p:contentPart>
        </mc:Choice>
        <mc:Fallback xmlns="">
          <p:pic>
            <p:nvPicPr>
              <p:cNvPr id="396" name="Ink 395">
                <a:extLst>
                  <a:ext uri="{FF2B5EF4-FFF2-40B4-BE49-F238E27FC236}">
                    <a16:creationId xmlns:a16="http://schemas.microsoft.com/office/drawing/2014/main" id="{913B8AB0-D63C-513C-47E4-944475CF2E70}"/>
                  </a:ext>
                </a:extLst>
              </p:cNvPr>
              <p:cNvPicPr/>
              <p:nvPr/>
            </p:nvPicPr>
            <p:blipFill>
              <a:blip r:embed="rId542"/>
              <a:stretch>
                <a:fillRect/>
              </a:stretch>
            </p:blipFill>
            <p:spPr>
              <a:xfrm>
                <a:off x="11274768" y="4935384"/>
                <a:ext cx="31788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3">
            <p14:nvContentPartPr>
              <p14:cNvPr id="397" name="Ink 396">
                <a:extLst>
                  <a:ext uri="{FF2B5EF4-FFF2-40B4-BE49-F238E27FC236}">
                    <a16:creationId xmlns:a16="http://schemas.microsoft.com/office/drawing/2014/main" id="{A84ADF2A-13B6-F4D1-D140-87EA100857C8}"/>
                  </a:ext>
                </a:extLst>
              </p14:cNvPr>
              <p14:cNvContentPartPr/>
              <p14:nvPr/>
            </p14:nvContentPartPr>
            <p14:xfrm>
              <a:off x="11663568" y="4977144"/>
              <a:ext cx="65520" cy="135720"/>
            </p14:xfrm>
          </p:contentPart>
        </mc:Choice>
        <mc:Fallback xmlns="">
          <p:pic>
            <p:nvPicPr>
              <p:cNvPr id="397" name="Ink 396">
                <a:extLst>
                  <a:ext uri="{FF2B5EF4-FFF2-40B4-BE49-F238E27FC236}">
                    <a16:creationId xmlns:a16="http://schemas.microsoft.com/office/drawing/2014/main" id="{A84ADF2A-13B6-F4D1-D140-87EA100857C8}"/>
                  </a:ext>
                </a:extLst>
              </p:cNvPr>
              <p:cNvPicPr/>
              <p:nvPr/>
            </p:nvPicPr>
            <p:blipFill>
              <a:blip r:embed="rId544"/>
              <a:stretch>
                <a:fillRect/>
              </a:stretch>
            </p:blipFill>
            <p:spPr>
              <a:xfrm>
                <a:off x="11645568" y="4941504"/>
                <a:ext cx="101160" cy="20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5">
            <p14:nvContentPartPr>
              <p14:cNvPr id="398" name="Ink 397">
                <a:extLst>
                  <a:ext uri="{FF2B5EF4-FFF2-40B4-BE49-F238E27FC236}">
                    <a16:creationId xmlns:a16="http://schemas.microsoft.com/office/drawing/2014/main" id="{5C77B70F-FE17-9746-2F51-62FE308D5C0D}"/>
                  </a:ext>
                </a:extLst>
              </p14:cNvPr>
              <p14:cNvContentPartPr/>
              <p14:nvPr/>
            </p14:nvContentPartPr>
            <p14:xfrm>
              <a:off x="11797128" y="5088744"/>
              <a:ext cx="137880" cy="72360"/>
            </p14:xfrm>
          </p:contentPart>
        </mc:Choice>
        <mc:Fallback xmlns="">
          <p:pic>
            <p:nvPicPr>
              <p:cNvPr id="398" name="Ink 397">
                <a:extLst>
                  <a:ext uri="{FF2B5EF4-FFF2-40B4-BE49-F238E27FC236}">
                    <a16:creationId xmlns:a16="http://schemas.microsoft.com/office/drawing/2014/main" id="{5C77B70F-FE17-9746-2F51-62FE308D5C0D}"/>
                  </a:ext>
                </a:extLst>
              </p:cNvPr>
              <p:cNvPicPr/>
              <p:nvPr/>
            </p:nvPicPr>
            <p:blipFill>
              <a:blip r:embed="rId546"/>
              <a:stretch>
                <a:fillRect/>
              </a:stretch>
            </p:blipFill>
            <p:spPr>
              <a:xfrm>
                <a:off x="11779128" y="5052744"/>
                <a:ext cx="17352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7">
            <p14:nvContentPartPr>
              <p14:cNvPr id="399" name="Ink 398">
                <a:extLst>
                  <a:ext uri="{FF2B5EF4-FFF2-40B4-BE49-F238E27FC236}">
                    <a16:creationId xmlns:a16="http://schemas.microsoft.com/office/drawing/2014/main" id="{9C1F6F9C-8D7C-77D8-F217-2F325267A134}"/>
                  </a:ext>
                </a:extLst>
              </p14:cNvPr>
              <p14:cNvContentPartPr/>
              <p14:nvPr/>
            </p14:nvContentPartPr>
            <p14:xfrm>
              <a:off x="11565648" y="5008464"/>
              <a:ext cx="154440" cy="208800"/>
            </p14:xfrm>
          </p:contentPart>
        </mc:Choice>
        <mc:Fallback xmlns="">
          <p:pic>
            <p:nvPicPr>
              <p:cNvPr id="399" name="Ink 398">
                <a:extLst>
                  <a:ext uri="{FF2B5EF4-FFF2-40B4-BE49-F238E27FC236}">
                    <a16:creationId xmlns:a16="http://schemas.microsoft.com/office/drawing/2014/main" id="{9C1F6F9C-8D7C-77D8-F217-2F325267A134}"/>
                  </a:ext>
                </a:extLst>
              </p:cNvPr>
              <p:cNvPicPr/>
              <p:nvPr/>
            </p:nvPicPr>
            <p:blipFill>
              <a:blip r:embed="rId548"/>
              <a:stretch>
                <a:fillRect/>
              </a:stretch>
            </p:blipFill>
            <p:spPr>
              <a:xfrm>
                <a:off x="11547648" y="4972464"/>
                <a:ext cx="190080" cy="28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9">
            <p14:nvContentPartPr>
              <p14:cNvPr id="400" name="Ink 399">
                <a:extLst>
                  <a:ext uri="{FF2B5EF4-FFF2-40B4-BE49-F238E27FC236}">
                    <a16:creationId xmlns:a16="http://schemas.microsoft.com/office/drawing/2014/main" id="{10E055C5-DFF1-71BB-7127-3FA36A19BEAC}"/>
                  </a:ext>
                </a:extLst>
              </p14:cNvPr>
              <p14:cNvContentPartPr/>
              <p14:nvPr/>
            </p14:nvContentPartPr>
            <p14:xfrm>
              <a:off x="12017448" y="5140224"/>
              <a:ext cx="123840" cy="176040"/>
            </p14:xfrm>
          </p:contentPart>
        </mc:Choice>
        <mc:Fallback xmlns="">
          <p:pic>
            <p:nvPicPr>
              <p:cNvPr id="400" name="Ink 399">
                <a:extLst>
                  <a:ext uri="{FF2B5EF4-FFF2-40B4-BE49-F238E27FC236}">
                    <a16:creationId xmlns:a16="http://schemas.microsoft.com/office/drawing/2014/main" id="{10E055C5-DFF1-71BB-7127-3FA36A19BEAC}"/>
                  </a:ext>
                </a:extLst>
              </p:cNvPr>
              <p:cNvPicPr/>
              <p:nvPr/>
            </p:nvPicPr>
            <p:blipFill>
              <a:blip r:embed="rId550"/>
              <a:stretch>
                <a:fillRect/>
              </a:stretch>
            </p:blipFill>
            <p:spPr>
              <a:xfrm>
                <a:off x="11999808" y="5104224"/>
                <a:ext cx="15948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1">
            <p14:nvContentPartPr>
              <p14:cNvPr id="401" name="Ink 400">
                <a:extLst>
                  <a:ext uri="{FF2B5EF4-FFF2-40B4-BE49-F238E27FC236}">
                    <a16:creationId xmlns:a16="http://schemas.microsoft.com/office/drawing/2014/main" id="{C94E425A-1DC3-2191-24A4-8666BBAD783F}"/>
                  </a:ext>
                </a:extLst>
              </p14:cNvPr>
              <p14:cNvContentPartPr/>
              <p14:nvPr/>
            </p14:nvContentPartPr>
            <p14:xfrm>
              <a:off x="10956888" y="4558464"/>
              <a:ext cx="335160" cy="329040"/>
            </p14:xfrm>
          </p:contentPart>
        </mc:Choice>
        <mc:Fallback xmlns="">
          <p:pic>
            <p:nvPicPr>
              <p:cNvPr id="401" name="Ink 400">
                <a:extLst>
                  <a:ext uri="{FF2B5EF4-FFF2-40B4-BE49-F238E27FC236}">
                    <a16:creationId xmlns:a16="http://schemas.microsoft.com/office/drawing/2014/main" id="{C94E425A-1DC3-2191-24A4-8666BBAD783F}"/>
                  </a:ext>
                </a:extLst>
              </p:cNvPr>
              <p:cNvPicPr/>
              <p:nvPr/>
            </p:nvPicPr>
            <p:blipFill>
              <a:blip r:embed="rId552"/>
              <a:stretch>
                <a:fillRect/>
              </a:stretch>
            </p:blipFill>
            <p:spPr>
              <a:xfrm>
                <a:off x="10939248" y="4522824"/>
                <a:ext cx="370800" cy="400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62579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6078E-F8EC-8694-DE9C-165583D76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14:cNvPr>
              <p14:cNvContentPartPr/>
              <p14:nvPr/>
            </p14:nvContentPartPr>
            <p14:xfrm>
              <a:off x="9997848" y="1633824"/>
              <a:ext cx="3600" cy="10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87848" y="1620324"/>
                <a:ext cx="23200" cy="275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14:cNvPr>
              <p14:cNvContentPartPr/>
              <p14:nvPr/>
            </p14:nvContentPartPr>
            <p14:xfrm>
              <a:off x="10428408" y="2647584"/>
              <a:ext cx="28080" cy="324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419408" y="2638584"/>
                <a:ext cx="4572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14:cNvPr>
              <p14:cNvContentPartPr/>
              <p14:nvPr/>
            </p14:nvContentPartPr>
            <p14:xfrm>
              <a:off x="10763568" y="2771064"/>
              <a:ext cx="1800" cy="360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754568" y="2762064"/>
                <a:ext cx="1944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14:cNvPr>
              <p14:cNvContentPartPr/>
              <p14:nvPr/>
            </p14:nvContentPartPr>
            <p14:xfrm>
              <a:off x="3774888" y="6755904"/>
              <a:ext cx="360" cy="468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65888" y="6746904"/>
                <a:ext cx="18000" cy="2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EC6B9B87-EBC2-0CD6-C83E-A2A2F0A5119E}"/>
              </a:ext>
            </a:extLst>
          </p:cNvPr>
          <p:cNvGrpSpPr/>
          <p:nvPr/>
        </p:nvGrpSpPr>
        <p:grpSpPr>
          <a:xfrm>
            <a:off x="2453328" y="706104"/>
            <a:ext cx="734040" cy="333360"/>
            <a:chOff x="2453328" y="706104"/>
            <a:chExt cx="734040" cy="33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C3C8AFA-59FF-7EA2-E75A-C1BDEB5ED9F4}"/>
                    </a:ext>
                  </a:extLst>
                </p14:cNvPr>
                <p14:cNvContentPartPr/>
                <p14:nvPr/>
              </p14:nvContentPartPr>
              <p14:xfrm>
                <a:off x="2453328" y="706104"/>
                <a:ext cx="297360" cy="2952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C3C8AFA-59FF-7EA2-E75A-C1BDEB5ED9F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444688" y="697104"/>
                  <a:ext cx="31500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7178DBD-E978-7537-9AAE-12F1F3A21BD3}"/>
                    </a:ext>
                  </a:extLst>
                </p14:cNvPr>
                <p14:cNvContentPartPr/>
                <p14:nvPr/>
              </p14:nvContentPartPr>
              <p14:xfrm>
                <a:off x="2915208" y="730224"/>
                <a:ext cx="231480" cy="3092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7178DBD-E978-7537-9AAE-12F1F3A21BD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906568" y="721224"/>
                  <a:ext cx="24912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FA7B3B5-4F80-1451-C508-07442EECE8BF}"/>
                    </a:ext>
                  </a:extLst>
                </p14:cNvPr>
                <p14:cNvContentPartPr/>
                <p14:nvPr/>
              </p14:nvContentPartPr>
              <p14:xfrm>
                <a:off x="3017448" y="901944"/>
                <a:ext cx="169920" cy="86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FA7B3B5-4F80-1451-C508-07442EECE8B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008808" y="892944"/>
                  <a:ext cx="187560" cy="2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1084DCC-1BE0-4BA4-BD3E-CDA117A0D90D}"/>
              </a:ext>
            </a:extLst>
          </p:cNvPr>
          <p:cNvGrpSpPr/>
          <p:nvPr/>
        </p:nvGrpSpPr>
        <p:grpSpPr>
          <a:xfrm>
            <a:off x="3591648" y="574344"/>
            <a:ext cx="1895760" cy="387360"/>
            <a:chOff x="3591648" y="574344"/>
            <a:chExt cx="1895760" cy="38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F2A566E-97A5-1354-38C6-4E7D3F49840F}"/>
                    </a:ext>
                  </a:extLst>
                </p14:cNvPr>
                <p14:cNvContentPartPr/>
                <p14:nvPr/>
              </p14:nvContentPartPr>
              <p14:xfrm>
                <a:off x="3591648" y="649224"/>
                <a:ext cx="775440" cy="2761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F2A566E-97A5-1354-38C6-4E7D3F49840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583008" y="640584"/>
                  <a:ext cx="79308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2D6EFBA-CFDA-9F83-B30F-15C7DAF12B14}"/>
                    </a:ext>
                  </a:extLst>
                </p14:cNvPr>
                <p14:cNvContentPartPr/>
                <p14:nvPr/>
              </p14:nvContentPartPr>
              <p14:xfrm>
                <a:off x="4347648" y="776664"/>
                <a:ext cx="92520" cy="147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2D6EFBA-CFDA-9F83-B30F-15C7DAF12B1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338648" y="768024"/>
                  <a:ext cx="1101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7611BBD-2055-5779-AB0B-1FE065BDA377}"/>
                    </a:ext>
                  </a:extLst>
                </p14:cNvPr>
                <p14:cNvContentPartPr/>
                <p14:nvPr/>
              </p14:nvContentPartPr>
              <p14:xfrm>
                <a:off x="4601088" y="644904"/>
                <a:ext cx="169920" cy="2797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7611BBD-2055-5779-AB0B-1FE065BDA37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592088" y="635904"/>
                  <a:ext cx="18756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4C67236-CC4D-5F9E-D2EE-F52CBE567493}"/>
                    </a:ext>
                  </a:extLst>
                </p14:cNvPr>
                <p14:cNvContentPartPr/>
                <p14:nvPr/>
              </p14:nvContentPartPr>
              <p14:xfrm>
                <a:off x="4643208" y="574344"/>
                <a:ext cx="158040" cy="435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4C67236-CC4D-5F9E-D2EE-F52CBE56749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634568" y="565344"/>
                  <a:ext cx="17568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3C71324-6756-7E63-A8B3-37B4113D1384}"/>
                    </a:ext>
                  </a:extLst>
                </p14:cNvPr>
                <p14:cNvContentPartPr/>
                <p14:nvPr/>
              </p14:nvContentPartPr>
              <p14:xfrm>
                <a:off x="4860288" y="628344"/>
                <a:ext cx="77400" cy="1843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3C71324-6756-7E63-A8B3-37B4113D138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851288" y="619704"/>
                  <a:ext cx="9504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CFCC504-A43C-7913-7C4D-6D0E7C3A321D}"/>
                    </a:ext>
                  </a:extLst>
                </p14:cNvPr>
                <p14:cNvContentPartPr/>
                <p14:nvPr/>
              </p14:nvContentPartPr>
              <p14:xfrm>
                <a:off x="4918248" y="791064"/>
                <a:ext cx="77040" cy="1537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CFCC504-A43C-7913-7C4D-6D0E7C3A321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909248" y="782424"/>
                  <a:ext cx="946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B1A2A5B-1D60-6FB4-405C-357F039C6DB8}"/>
                    </a:ext>
                  </a:extLst>
                </p14:cNvPr>
                <p14:cNvContentPartPr/>
                <p14:nvPr/>
              </p14:nvContentPartPr>
              <p14:xfrm>
                <a:off x="5127048" y="763704"/>
                <a:ext cx="126000" cy="1278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B1A2A5B-1D60-6FB4-405C-357F039C6DB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118408" y="755064"/>
                  <a:ext cx="1436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782D1CE-AC47-BF31-A08D-8B41B313D1D3}"/>
                    </a:ext>
                  </a:extLst>
                </p14:cNvPr>
                <p14:cNvContentPartPr/>
                <p14:nvPr/>
              </p14:nvContentPartPr>
              <p14:xfrm>
                <a:off x="5356728" y="657504"/>
                <a:ext cx="130680" cy="3042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782D1CE-AC47-BF31-A08D-8B41B313D1D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347728" y="648504"/>
                  <a:ext cx="148320" cy="32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595F85E-A035-C782-FE18-370AD92ECB35}"/>
              </a:ext>
            </a:extLst>
          </p:cNvPr>
          <p:cNvGrpSpPr/>
          <p:nvPr/>
        </p:nvGrpSpPr>
        <p:grpSpPr>
          <a:xfrm>
            <a:off x="5777568" y="702504"/>
            <a:ext cx="434880" cy="150480"/>
            <a:chOff x="5777568" y="702504"/>
            <a:chExt cx="434880" cy="15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78C54A8-A912-E2C2-8E1E-94BE1D20ECD7}"/>
                    </a:ext>
                  </a:extLst>
                </p14:cNvPr>
                <p14:cNvContentPartPr/>
                <p14:nvPr/>
              </p14:nvContentPartPr>
              <p14:xfrm>
                <a:off x="5777568" y="768024"/>
                <a:ext cx="262440" cy="849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78C54A8-A912-E2C2-8E1E-94BE1D20ECD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768568" y="759384"/>
                  <a:ext cx="2800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74D43D4-2FF4-486C-34A2-DD1E6179AB2F}"/>
                    </a:ext>
                  </a:extLst>
                </p14:cNvPr>
                <p14:cNvContentPartPr/>
                <p14:nvPr/>
              </p14:nvContentPartPr>
              <p14:xfrm>
                <a:off x="6128928" y="702504"/>
                <a:ext cx="83520" cy="1306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74D43D4-2FF4-486C-34A2-DD1E6179AB2F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120288" y="693864"/>
                  <a:ext cx="101160" cy="148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AD9820A4-83B3-01D8-D4D4-52CF54526A96}"/>
                  </a:ext>
                </a:extLst>
              </p14:cNvPr>
              <p14:cNvContentPartPr/>
              <p14:nvPr/>
            </p14:nvContentPartPr>
            <p14:xfrm>
              <a:off x="6626088" y="746784"/>
              <a:ext cx="137160" cy="1566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AD9820A4-83B3-01D8-D4D4-52CF54526A96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6617448" y="737784"/>
                <a:ext cx="154800" cy="174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94E6EBD5-2FE3-3BCC-1271-F0FAB424FA56}"/>
              </a:ext>
            </a:extLst>
          </p:cNvPr>
          <p:cNvGrpSpPr/>
          <p:nvPr/>
        </p:nvGrpSpPr>
        <p:grpSpPr>
          <a:xfrm>
            <a:off x="7244568" y="734904"/>
            <a:ext cx="196920" cy="216720"/>
            <a:chOff x="7244568" y="734904"/>
            <a:chExt cx="196920" cy="21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F6CE4B6-E100-B0ED-EB94-2DBE4C290DF7}"/>
                    </a:ext>
                  </a:extLst>
                </p14:cNvPr>
                <p14:cNvContentPartPr/>
                <p14:nvPr/>
              </p14:nvContentPartPr>
              <p14:xfrm>
                <a:off x="7244568" y="734904"/>
                <a:ext cx="196200" cy="2167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F6CE4B6-E100-B0ED-EB94-2DBE4C290DF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235928" y="726264"/>
                  <a:ext cx="21384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159033C-B2E8-D328-83BD-F1848615D152}"/>
                    </a:ext>
                  </a:extLst>
                </p14:cNvPr>
                <p14:cNvContentPartPr/>
                <p14:nvPr/>
              </p14:nvContentPartPr>
              <p14:xfrm>
                <a:off x="7298568" y="871344"/>
                <a:ext cx="142920" cy="3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159033C-B2E8-D328-83BD-F1848615D152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289928" y="862704"/>
                  <a:ext cx="160560" cy="2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9B69B58-133D-B2D2-DBD3-9291D7C41DE7}"/>
              </a:ext>
            </a:extLst>
          </p:cNvPr>
          <p:cNvGrpSpPr/>
          <p:nvPr/>
        </p:nvGrpSpPr>
        <p:grpSpPr>
          <a:xfrm>
            <a:off x="7878528" y="613944"/>
            <a:ext cx="1915200" cy="434520"/>
            <a:chOff x="7878528" y="613944"/>
            <a:chExt cx="1915200" cy="43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31A49B5-816D-5FE1-3349-D9552A5A0916}"/>
                    </a:ext>
                  </a:extLst>
                </p14:cNvPr>
                <p14:cNvContentPartPr/>
                <p14:nvPr/>
              </p14:nvContentPartPr>
              <p14:xfrm>
                <a:off x="7878528" y="638784"/>
                <a:ext cx="723240" cy="2534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31A49B5-816D-5FE1-3349-D9552A5A0916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869888" y="629784"/>
                  <a:ext cx="74088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1496428-5E2C-F09B-6C06-E789D1D1D93D}"/>
                    </a:ext>
                  </a:extLst>
                </p14:cNvPr>
                <p14:cNvContentPartPr/>
                <p14:nvPr/>
              </p14:nvContentPartPr>
              <p14:xfrm>
                <a:off x="8571888" y="792144"/>
                <a:ext cx="70560" cy="162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1496428-5E2C-F09B-6C06-E789D1D1D93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562888" y="783144"/>
                  <a:ext cx="882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ADE103D-37E9-68D5-01AF-31EBC5DDBF6F}"/>
                    </a:ext>
                  </a:extLst>
                </p14:cNvPr>
                <p14:cNvContentPartPr/>
                <p14:nvPr/>
              </p14:nvContentPartPr>
              <p14:xfrm>
                <a:off x="8801928" y="651384"/>
                <a:ext cx="191160" cy="3970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ADE103D-37E9-68D5-01AF-31EBC5DDBF6F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792928" y="642744"/>
                  <a:ext cx="20880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1223DBE-5BB3-060F-2AFD-A024172C63A7}"/>
                    </a:ext>
                  </a:extLst>
                </p14:cNvPr>
                <p14:cNvContentPartPr/>
                <p14:nvPr/>
              </p14:nvContentPartPr>
              <p14:xfrm>
                <a:off x="8926848" y="613944"/>
                <a:ext cx="154440" cy="428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1223DBE-5BB3-060F-2AFD-A024172C63A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918208" y="605304"/>
                  <a:ext cx="1720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38F1141-2B92-A3D7-1F30-B7726202C9F7}"/>
                    </a:ext>
                  </a:extLst>
                </p14:cNvPr>
                <p14:cNvContentPartPr/>
                <p14:nvPr/>
              </p14:nvContentPartPr>
              <p14:xfrm>
                <a:off x="9136368" y="782784"/>
                <a:ext cx="61200" cy="1202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38F1141-2B92-A3D7-1F30-B7726202C9F7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127368" y="773784"/>
                  <a:ext cx="7884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97F153B-5CF3-DFB8-BBF7-0F3E50E2E8C5}"/>
                    </a:ext>
                  </a:extLst>
                </p14:cNvPr>
                <p14:cNvContentPartPr/>
                <p14:nvPr/>
              </p14:nvContentPartPr>
              <p14:xfrm>
                <a:off x="9251568" y="691344"/>
                <a:ext cx="12600" cy="133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97F153B-5CF3-DFB8-BBF7-0F3E50E2E8C5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242928" y="682344"/>
                  <a:ext cx="302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0761498-9ACE-F5A3-7CF2-342C38D72954}"/>
                    </a:ext>
                  </a:extLst>
                </p14:cNvPr>
                <p14:cNvContentPartPr/>
                <p14:nvPr/>
              </p14:nvContentPartPr>
              <p14:xfrm>
                <a:off x="9284328" y="823464"/>
                <a:ext cx="184320" cy="302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0761498-9ACE-F5A3-7CF2-342C38D7295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275328" y="814464"/>
                  <a:ext cx="2019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B14CAA5-54BA-CDFD-437B-92D18F4DDE53}"/>
                    </a:ext>
                  </a:extLst>
                </p14:cNvPr>
                <p14:cNvContentPartPr/>
                <p14:nvPr/>
              </p14:nvContentPartPr>
              <p14:xfrm>
                <a:off x="9385848" y="791424"/>
                <a:ext cx="24840" cy="1155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B14CAA5-54BA-CDFD-437B-92D18F4DDE53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376848" y="782784"/>
                  <a:ext cx="4248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B934577-0D28-4826-C3A9-1051EBBCD6C6}"/>
                    </a:ext>
                  </a:extLst>
                </p14:cNvPr>
                <p14:cNvContentPartPr/>
                <p14:nvPr/>
              </p14:nvContentPartPr>
              <p14:xfrm>
                <a:off x="9555768" y="743904"/>
                <a:ext cx="151560" cy="1425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B934577-0D28-4826-C3A9-1051EBBCD6C6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547128" y="735264"/>
                  <a:ext cx="16920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86846A6-61F7-0B75-3C03-3D9498B307A8}"/>
                    </a:ext>
                  </a:extLst>
                </p14:cNvPr>
                <p14:cNvContentPartPr/>
                <p14:nvPr/>
              </p14:nvContentPartPr>
              <p14:xfrm>
                <a:off x="9713448" y="876024"/>
                <a:ext cx="80280" cy="1490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86846A6-61F7-0B75-3C03-3D9498B307A8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704448" y="867384"/>
                  <a:ext cx="97920" cy="16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88ACE2F-8CAE-6FC2-6F29-72D4058F2321}"/>
              </a:ext>
            </a:extLst>
          </p:cNvPr>
          <p:cNvGrpSpPr/>
          <p:nvPr/>
        </p:nvGrpSpPr>
        <p:grpSpPr>
          <a:xfrm>
            <a:off x="10047168" y="631944"/>
            <a:ext cx="868320" cy="444960"/>
            <a:chOff x="10047168" y="631944"/>
            <a:chExt cx="868320" cy="44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E894778-7001-DA38-2211-81175FE13ACA}"/>
                    </a:ext>
                  </a:extLst>
                </p14:cNvPr>
                <p14:cNvContentPartPr/>
                <p14:nvPr/>
              </p14:nvContentPartPr>
              <p14:xfrm>
                <a:off x="10047168" y="781704"/>
                <a:ext cx="83160" cy="1796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E894778-7001-DA38-2211-81175FE13ACA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038168" y="773064"/>
                  <a:ext cx="1008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A5E13D8-C9AF-A801-4109-24EB90D0BA9B}"/>
                    </a:ext>
                  </a:extLst>
                </p14:cNvPr>
                <p14:cNvContentPartPr/>
                <p14:nvPr/>
              </p14:nvContentPartPr>
              <p14:xfrm>
                <a:off x="10112688" y="631944"/>
                <a:ext cx="21600" cy="291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A5E13D8-C9AF-A801-4109-24EB90D0BA9B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103688" y="623304"/>
                  <a:ext cx="392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DEBCDEA-F2C4-44C4-02A7-D4C20890EF7B}"/>
                    </a:ext>
                  </a:extLst>
                </p14:cNvPr>
                <p14:cNvContentPartPr/>
                <p14:nvPr/>
              </p14:nvContentPartPr>
              <p14:xfrm>
                <a:off x="10271808" y="828864"/>
                <a:ext cx="116640" cy="208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DEBCDEA-F2C4-44C4-02A7-D4C20890EF7B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0262808" y="820224"/>
                  <a:ext cx="1342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43C8529-DEAE-FC67-D1D8-7D0F150DE3BD}"/>
                    </a:ext>
                  </a:extLst>
                </p14:cNvPr>
                <p14:cNvContentPartPr/>
                <p14:nvPr/>
              </p14:nvContentPartPr>
              <p14:xfrm>
                <a:off x="10473408" y="753984"/>
                <a:ext cx="181440" cy="1515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43C8529-DEAE-FC67-D1D8-7D0F150DE3BD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464768" y="744984"/>
                  <a:ext cx="1990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53721D6-E573-B926-4EFF-C4BB8A0405FF}"/>
                    </a:ext>
                  </a:extLst>
                </p14:cNvPr>
                <p14:cNvContentPartPr/>
                <p14:nvPr/>
              </p14:nvContentPartPr>
              <p14:xfrm>
                <a:off x="10548648" y="636624"/>
                <a:ext cx="366840" cy="4402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53721D6-E573-B926-4EFF-C4BB8A0405FF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540008" y="627624"/>
                  <a:ext cx="384480" cy="45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0D00BB3-60D3-F28A-999C-EA04FAC5DAAC}"/>
              </a:ext>
            </a:extLst>
          </p:cNvPr>
          <p:cNvGrpSpPr/>
          <p:nvPr/>
        </p:nvGrpSpPr>
        <p:grpSpPr>
          <a:xfrm>
            <a:off x="1334448" y="1649664"/>
            <a:ext cx="514080" cy="200880"/>
            <a:chOff x="1334448" y="1649664"/>
            <a:chExt cx="514080" cy="20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E093B42-0174-E9AC-62FA-A53E42D9D984}"/>
                    </a:ext>
                  </a:extLst>
                </p14:cNvPr>
                <p14:cNvContentPartPr/>
                <p14:nvPr/>
              </p14:nvContentPartPr>
              <p14:xfrm>
                <a:off x="1334448" y="1725264"/>
                <a:ext cx="375480" cy="1249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E093B42-0174-E9AC-62FA-A53E42D9D984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325448" y="1716624"/>
                  <a:ext cx="39312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1A9196D-D5A4-20C3-09D1-765633DE76A7}"/>
                    </a:ext>
                  </a:extLst>
                </p14:cNvPr>
                <p14:cNvContentPartPr/>
                <p14:nvPr/>
              </p14:nvContentPartPr>
              <p14:xfrm>
                <a:off x="1812168" y="1649664"/>
                <a:ext cx="36360" cy="2008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1A9196D-D5A4-20C3-09D1-765633DE76A7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803528" y="1640664"/>
                  <a:ext cx="54000" cy="21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1F59832-C4BF-2634-B1A8-3821B68D3902}"/>
              </a:ext>
            </a:extLst>
          </p:cNvPr>
          <p:cNvGrpSpPr/>
          <p:nvPr/>
        </p:nvGrpSpPr>
        <p:grpSpPr>
          <a:xfrm>
            <a:off x="690408" y="1989144"/>
            <a:ext cx="828720" cy="534600"/>
            <a:chOff x="690408" y="1989144"/>
            <a:chExt cx="828720" cy="53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F5B4D3F-2285-12A5-B974-2A95F1D9978F}"/>
                    </a:ext>
                  </a:extLst>
                </p14:cNvPr>
                <p14:cNvContentPartPr/>
                <p14:nvPr/>
              </p14:nvContentPartPr>
              <p14:xfrm>
                <a:off x="690408" y="2178504"/>
                <a:ext cx="42840" cy="1746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F5B4D3F-2285-12A5-B974-2A95F1D9978F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81408" y="2169864"/>
                  <a:ext cx="604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F236522-4BF4-74AA-E24E-19502480A11A}"/>
                    </a:ext>
                  </a:extLst>
                </p14:cNvPr>
                <p14:cNvContentPartPr/>
                <p14:nvPr/>
              </p14:nvContentPartPr>
              <p14:xfrm>
                <a:off x="746568" y="1989144"/>
                <a:ext cx="20160" cy="21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F236522-4BF4-74AA-E24E-19502480A11A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37928" y="1980144"/>
                  <a:ext cx="378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5DAA730-51D8-87EE-5FE8-DF82D08DCEF6}"/>
                    </a:ext>
                  </a:extLst>
                </p14:cNvPr>
                <p14:cNvContentPartPr/>
                <p14:nvPr/>
              </p14:nvContentPartPr>
              <p14:xfrm>
                <a:off x="739728" y="2088864"/>
                <a:ext cx="199800" cy="4348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5DAA730-51D8-87EE-5FE8-DF82D08DCEF6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30728" y="2079864"/>
                  <a:ext cx="217440" cy="45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A022863-7F5A-AC52-A450-41118011EE8B}"/>
                    </a:ext>
                  </a:extLst>
                </p14:cNvPr>
                <p14:cNvContentPartPr/>
                <p14:nvPr/>
              </p14:nvContentPartPr>
              <p14:xfrm>
                <a:off x="1174968" y="2149704"/>
                <a:ext cx="344160" cy="3081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A022863-7F5A-AC52-A450-41118011EE8B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166328" y="2140704"/>
                  <a:ext cx="361800" cy="32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95B57C0-45DB-3B57-698F-62D8ACA30F5E}"/>
              </a:ext>
            </a:extLst>
          </p:cNvPr>
          <p:cNvGrpSpPr/>
          <p:nvPr/>
        </p:nvGrpSpPr>
        <p:grpSpPr>
          <a:xfrm>
            <a:off x="1780488" y="2168064"/>
            <a:ext cx="298800" cy="272880"/>
            <a:chOff x="1780488" y="2168064"/>
            <a:chExt cx="298800" cy="27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58FA75F-F849-00D4-2CD3-C03E40097924}"/>
                    </a:ext>
                  </a:extLst>
                </p14:cNvPr>
                <p14:cNvContentPartPr/>
                <p14:nvPr/>
              </p14:nvContentPartPr>
              <p14:xfrm>
                <a:off x="1780488" y="2168064"/>
                <a:ext cx="245520" cy="2728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58FA75F-F849-00D4-2CD3-C03E40097924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771848" y="2159064"/>
                  <a:ext cx="26316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8A581A5-0F4F-B136-B5C7-49615000F4B1}"/>
                    </a:ext>
                  </a:extLst>
                </p14:cNvPr>
                <p14:cNvContentPartPr/>
                <p14:nvPr/>
              </p14:nvContentPartPr>
              <p14:xfrm>
                <a:off x="1853568" y="2340504"/>
                <a:ext cx="225720" cy="133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8A581A5-0F4F-B136-B5C7-49615000F4B1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844568" y="2331864"/>
                  <a:ext cx="243360" cy="3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3DD8BFD-B0AC-5E8A-BFFA-9BB7B19A0645}"/>
              </a:ext>
            </a:extLst>
          </p:cNvPr>
          <p:cNvGrpSpPr/>
          <p:nvPr/>
        </p:nvGrpSpPr>
        <p:grpSpPr>
          <a:xfrm>
            <a:off x="2575368" y="2071224"/>
            <a:ext cx="1970640" cy="392760"/>
            <a:chOff x="2575368" y="2071224"/>
            <a:chExt cx="1970640" cy="39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EB7014B-E9B6-79AE-CD08-1BA7DC14623F}"/>
                    </a:ext>
                  </a:extLst>
                </p14:cNvPr>
                <p14:cNvContentPartPr/>
                <p14:nvPr/>
              </p14:nvContentPartPr>
              <p14:xfrm>
                <a:off x="2575368" y="2106144"/>
                <a:ext cx="690840" cy="2887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EB7014B-E9B6-79AE-CD08-1BA7DC14623F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2566368" y="2097504"/>
                  <a:ext cx="70848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B245826-8ECD-EB19-A01E-86B9E70A69CF}"/>
                    </a:ext>
                  </a:extLst>
                </p14:cNvPr>
                <p14:cNvContentPartPr/>
                <p14:nvPr/>
              </p14:nvContentPartPr>
              <p14:xfrm>
                <a:off x="3323448" y="2170944"/>
                <a:ext cx="15480" cy="1893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B245826-8ECD-EB19-A01E-86B9E70A69CF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314808" y="2162304"/>
                  <a:ext cx="3312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40AAAF3-5ADC-0116-A3F1-F83EA688789B}"/>
                    </a:ext>
                  </a:extLst>
                </p14:cNvPr>
                <p14:cNvContentPartPr/>
                <p14:nvPr/>
              </p14:nvContentPartPr>
              <p14:xfrm>
                <a:off x="3263328" y="2272824"/>
                <a:ext cx="156960" cy="471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40AAAF3-5ADC-0116-A3F1-F83EA688789B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254328" y="2263824"/>
                  <a:ext cx="17460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7EF5395-37C4-1243-B5F2-B7BBCE7E319A}"/>
                    </a:ext>
                  </a:extLst>
                </p14:cNvPr>
                <p14:cNvContentPartPr/>
                <p14:nvPr/>
              </p14:nvContentPartPr>
              <p14:xfrm>
                <a:off x="3508488" y="2117664"/>
                <a:ext cx="129600" cy="3294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7EF5395-37C4-1243-B5F2-B7BBCE7E319A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3499488" y="2108664"/>
                  <a:ext cx="14724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9BDB4BD-040E-417A-4502-35C7E9654F80}"/>
                    </a:ext>
                  </a:extLst>
                </p14:cNvPr>
                <p14:cNvContentPartPr/>
                <p14:nvPr/>
              </p14:nvContentPartPr>
              <p14:xfrm>
                <a:off x="3530448" y="2071224"/>
                <a:ext cx="232200" cy="2476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9BDB4BD-040E-417A-4502-35C7E9654F80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521448" y="2062584"/>
                  <a:ext cx="24984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8F8AAD4-DCBD-BB82-E7D7-99F9DD575D2A}"/>
                    </a:ext>
                  </a:extLst>
                </p14:cNvPr>
                <p14:cNvContentPartPr/>
                <p14:nvPr/>
              </p14:nvContentPartPr>
              <p14:xfrm>
                <a:off x="3903768" y="2297664"/>
                <a:ext cx="30600" cy="1022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8F8AAD4-DCBD-BB82-E7D7-99F9DD575D2A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3894768" y="2289024"/>
                  <a:ext cx="4824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7881F8B-179F-680F-26F0-A4FC031EB787}"/>
                    </a:ext>
                  </a:extLst>
                </p14:cNvPr>
                <p14:cNvContentPartPr/>
                <p14:nvPr/>
              </p14:nvContentPartPr>
              <p14:xfrm>
                <a:off x="4126248" y="2214144"/>
                <a:ext cx="170280" cy="1022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7881F8B-179F-680F-26F0-A4FC031EB787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4117608" y="2205504"/>
                  <a:ext cx="1879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380B75A-DEA6-4DCD-7A02-E8FA91EAF1BD}"/>
                    </a:ext>
                  </a:extLst>
                </p14:cNvPr>
                <p14:cNvContentPartPr/>
                <p14:nvPr/>
              </p14:nvContentPartPr>
              <p14:xfrm>
                <a:off x="4376808" y="2120184"/>
                <a:ext cx="169200" cy="3438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380B75A-DEA6-4DCD-7A02-E8FA91EAF1BD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368168" y="2111184"/>
                  <a:ext cx="186840" cy="36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44EE31A1-32F1-78DF-66CA-F3EB5D6303C7}"/>
              </a:ext>
            </a:extLst>
          </p:cNvPr>
          <p:cNvGrpSpPr/>
          <p:nvPr/>
        </p:nvGrpSpPr>
        <p:grpSpPr>
          <a:xfrm>
            <a:off x="1447488" y="2575224"/>
            <a:ext cx="833040" cy="320040"/>
            <a:chOff x="1447488" y="2575224"/>
            <a:chExt cx="833040" cy="32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DDFD656-4FB2-D591-3C66-FC33B499A5A6}"/>
                    </a:ext>
                  </a:extLst>
                </p14:cNvPr>
                <p14:cNvContentPartPr/>
                <p14:nvPr/>
              </p14:nvContentPartPr>
              <p14:xfrm>
                <a:off x="1609128" y="2641464"/>
                <a:ext cx="37080" cy="2538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DDFD656-4FB2-D591-3C66-FC33B499A5A6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600488" y="2632824"/>
                  <a:ext cx="5472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945FBE5-1C0D-05C5-B611-D622163E0274}"/>
                    </a:ext>
                  </a:extLst>
                </p14:cNvPr>
                <p14:cNvContentPartPr/>
                <p14:nvPr/>
              </p14:nvContentPartPr>
              <p14:xfrm>
                <a:off x="1447488" y="2575224"/>
                <a:ext cx="592920" cy="3124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945FBE5-1C0D-05C5-B611-D622163E0274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438488" y="2566584"/>
                  <a:ext cx="61056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DC977F3-E4ED-093E-861C-307B3231E4B4}"/>
                    </a:ext>
                  </a:extLst>
                </p14:cNvPr>
                <p14:cNvContentPartPr/>
                <p14:nvPr/>
              </p14:nvContentPartPr>
              <p14:xfrm>
                <a:off x="2123208" y="2812104"/>
                <a:ext cx="157320" cy="583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DC977F3-E4ED-093E-861C-307B3231E4B4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2114208" y="2803104"/>
                  <a:ext cx="174960" cy="7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F1B46A3A-FE8E-FDBB-CEA1-1D7463240501}"/>
              </a:ext>
            </a:extLst>
          </p:cNvPr>
          <p:cNvGrpSpPr/>
          <p:nvPr/>
        </p:nvGrpSpPr>
        <p:grpSpPr>
          <a:xfrm>
            <a:off x="2822688" y="2686104"/>
            <a:ext cx="1609920" cy="362520"/>
            <a:chOff x="2822688" y="2686104"/>
            <a:chExt cx="1609920" cy="36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D61ED0A-23AF-820D-FFFC-501F6D15DF76}"/>
                    </a:ext>
                  </a:extLst>
                </p14:cNvPr>
                <p14:cNvContentPartPr/>
                <p14:nvPr/>
              </p14:nvContentPartPr>
              <p14:xfrm>
                <a:off x="2822688" y="2686104"/>
                <a:ext cx="405720" cy="2800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D61ED0A-23AF-820D-FFFC-501F6D15DF76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2814048" y="2677104"/>
                  <a:ext cx="42336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C4C007F-2979-6385-65E6-86BFC945B032}"/>
                    </a:ext>
                  </a:extLst>
                </p14:cNvPr>
                <p14:cNvContentPartPr/>
                <p14:nvPr/>
              </p14:nvContentPartPr>
              <p14:xfrm>
                <a:off x="3013128" y="2870784"/>
                <a:ext cx="191160" cy="255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C4C007F-2979-6385-65E6-86BFC945B032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3004128" y="2862144"/>
                  <a:ext cx="2088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BAADFE2-1E3F-2474-AD31-87C0E06606AF}"/>
                    </a:ext>
                  </a:extLst>
                </p14:cNvPr>
                <p14:cNvContentPartPr/>
                <p14:nvPr/>
              </p14:nvContentPartPr>
              <p14:xfrm>
                <a:off x="3284208" y="2813544"/>
                <a:ext cx="88200" cy="957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BAADFE2-1E3F-2474-AD31-87C0E06606AF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3275208" y="2804544"/>
                  <a:ext cx="1058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989D0C6-4678-7FC3-E4CB-B53D953548B6}"/>
                    </a:ext>
                  </a:extLst>
                </p14:cNvPr>
                <p14:cNvContentPartPr/>
                <p14:nvPr/>
              </p14:nvContentPartPr>
              <p14:xfrm>
                <a:off x="3464928" y="2701224"/>
                <a:ext cx="795600" cy="3474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989D0C6-4678-7FC3-E4CB-B53D953548B6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3456288" y="2692584"/>
                  <a:ext cx="81324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0679692-88EE-0025-AB89-EB7FBB122E92}"/>
                    </a:ext>
                  </a:extLst>
                </p14:cNvPr>
                <p14:cNvContentPartPr/>
                <p14:nvPr/>
              </p14:nvContentPartPr>
              <p14:xfrm>
                <a:off x="4264128" y="2838744"/>
                <a:ext cx="168480" cy="183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0679692-88EE-0025-AB89-EB7FBB122E92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4255128" y="2830104"/>
                  <a:ext cx="18612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969C31F7-E798-9980-96BF-062C3AF79F36}"/>
                  </a:ext>
                </a:extLst>
              </p14:cNvPr>
              <p14:cNvContentPartPr/>
              <p14:nvPr/>
            </p14:nvContentPartPr>
            <p14:xfrm>
              <a:off x="1097568" y="3282264"/>
              <a:ext cx="640080" cy="36684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969C31F7-E798-9980-96BF-062C3AF79F36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1088568" y="3273264"/>
                <a:ext cx="657720" cy="384480"/>
              </a:xfrm>
              <a:prstGeom prst="rect">
                <a:avLst/>
              </a:prstGeom>
            </p:spPr>
          </p:pic>
        </mc:Fallback>
      </mc:AlternateContent>
      <p:grpSp>
        <p:nvGrpSpPr>
          <p:cNvPr id="85" name="Group 84">
            <a:extLst>
              <a:ext uri="{FF2B5EF4-FFF2-40B4-BE49-F238E27FC236}">
                <a16:creationId xmlns:a16="http://schemas.microsoft.com/office/drawing/2014/main" id="{6042E9FF-94F4-7B51-4205-0A5B430EA55D}"/>
              </a:ext>
            </a:extLst>
          </p:cNvPr>
          <p:cNvGrpSpPr/>
          <p:nvPr/>
        </p:nvGrpSpPr>
        <p:grpSpPr>
          <a:xfrm>
            <a:off x="2330568" y="3635064"/>
            <a:ext cx="1235160" cy="600840"/>
            <a:chOff x="2330568" y="3635064"/>
            <a:chExt cx="1235160" cy="60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5918936B-F790-A12C-3DE9-B8286BA5E51D}"/>
                    </a:ext>
                  </a:extLst>
                </p14:cNvPr>
                <p14:cNvContentPartPr/>
                <p14:nvPr/>
              </p14:nvContentPartPr>
              <p14:xfrm>
                <a:off x="2330568" y="3635064"/>
                <a:ext cx="266400" cy="3380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5918936B-F790-A12C-3DE9-B8286BA5E51D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2321568" y="3626064"/>
                  <a:ext cx="28404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1F55CED-C739-A873-E1BB-62DE4AB0C5A2}"/>
                    </a:ext>
                  </a:extLst>
                </p14:cNvPr>
                <p14:cNvContentPartPr/>
                <p14:nvPr/>
              </p14:nvContentPartPr>
              <p14:xfrm>
                <a:off x="2644848" y="3789864"/>
                <a:ext cx="240840" cy="4460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1F55CED-C739-A873-E1BB-62DE4AB0C5A2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2636208" y="3781224"/>
                  <a:ext cx="258480" cy="46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6AE831CC-4F2F-7287-B527-1F072341AC2C}"/>
                    </a:ext>
                  </a:extLst>
                </p14:cNvPr>
                <p14:cNvContentPartPr/>
                <p14:nvPr/>
              </p14:nvContentPartPr>
              <p14:xfrm>
                <a:off x="2858688" y="3658104"/>
                <a:ext cx="18000" cy="187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6AE831CC-4F2F-7287-B527-1F072341AC2C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2849688" y="3649104"/>
                  <a:ext cx="356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7C1D6A3-426E-CD36-8F68-371989D26C41}"/>
                    </a:ext>
                  </a:extLst>
                </p14:cNvPr>
                <p14:cNvContentPartPr/>
                <p14:nvPr/>
              </p14:nvContentPartPr>
              <p14:xfrm>
                <a:off x="2933208" y="3853584"/>
                <a:ext cx="118440" cy="388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7C1D6A3-426E-CD36-8F68-371989D26C41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2924208" y="3844584"/>
                  <a:ext cx="1360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2CDCA9D-14AF-658A-13BF-24F7A03BA11E}"/>
                    </a:ext>
                  </a:extLst>
                </p14:cNvPr>
                <p14:cNvContentPartPr/>
                <p14:nvPr/>
              </p14:nvContentPartPr>
              <p14:xfrm>
                <a:off x="3112128" y="3711744"/>
                <a:ext cx="193320" cy="1731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2CDCA9D-14AF-658A-13BF-24F7A03BA11E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3103488" y="3702744"/>
                  <a:ext cx="21096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D2AA0C42-1C4E-542B-7DE1-2424DE8341F4}"/>
                    </a:ext>
                  </a:extLst>
                </p14:cNvPr>
                <p14:cNvContentPartPr/>
                <p14:nvPr/>
              </p14:nvContentPartPr>
              <p14:xfrm>
                <a:off x="3286008" y="3846384"/>
                <a:ext cx="57600" cy="97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2AA0C42-1C4E-542B-7DE1-2424DE8341F4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3277368" y="3837744"/>
                  <a:ext cx="752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51629FE-0B5D-5D38-063E-5B08E0B99FB0}"/>
                    </a:ext>
                  </a:extLst>
                </p14:cNvPr>
                <p14:cNvContentPartPr/>
                <p14:nvPr/>
              </p14:nvContentPartPr>
              <p14:xfrm>
                <a:off x="3556008" y="3978144"/>
                <a:ext cx="9720" cy="162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51629FE-0B5D-5D38-063E-5B08E0B99FB0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3547368" y="3969144"/>
                  <a:ext cx="27360" cy="33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54074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6078E-F8EC-8694-DE9C-165583D76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14:cNvPr>
              <p14:cNvContentPartPr/>
              <p14:nvPr/>
            </p14:nvContentPartPr>
            <p14:xfrm>
              <a:off x="9997848" y="1633824"/>
              <a:ext cx="3600" cy="10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87848" y="1620324"/>
                <a:ext cx="23200" cy="275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14:cNvPr>
              <p14:cNvContentPartPr/>
              <p14:nvPr/>
            </p14:nvContentPartPr>
            <p14:xfrm>
              <a:off x="10428408" y="2647584"/>
              <a:ext cx="28080" cy="324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419408" y="2638584"/>
                <a:ext cx="4572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14:cNvPr>
              <p14:cNvContentPartPr/>
              <p14:nvPr/>
            </p14:nvContentPartPr>
            <p14:xfrm>
              <a:off x="10763568" y="2771064"/>
              <a:ext cx="1800" cy="360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754568" y="2762064"/>
                <a:ext cx="1944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14:cNvPr>
              <p14:cNvContentPartPr/>
              <p14:nvPr/>
            </p14:nvContentPartPr>
            <p14:xfrm>
              <a:off x="3774888" y="6755904"/>
              <a:ext cx="360" cy="468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65888" y="6746904"/>
                <a:ext cx="18000" cy="2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D3BCAE62-C587-C876-DDF5-5C2A1CC55D58}"/>
              </a:ext>
            </a:extLst>
          </p:cNvPr>
          <p:cNvGrpSpPr/>
          <p:nvPr/>
        </p:nvGrpSpPr>
        <p:grpSpPr>
          <a:xfrm>
            <a:off x="1747368" y="540144"/>
            <a:ext cx="1515960" cy="332640"/>
            <a:chOff x="1747368" y="540144"/>
            <a:chExt cx="1515960" cy="33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F2C3C81-F5C4-5816-5CDF-0B5618666719}"/>
                    </a:ext>
                  </a:extLst>
                </p14:cNvPr>
                <p14:cNvContentPartPr/>
                <p14:nvPr/>
              </p14:nvContentPartPr>
              <p14:xfrm>
                <a:off x="1747368" y="540144"/>
                <a:ext cx="628920" cy="3326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F2C3C81-F5C4-5816-5CDF-0B561866671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738728" y="531504"/>
                  <a:ext cx="64656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D845C22-9FFC-2AF0-02D6-A40BFB069C4C}"/>
                    </a:ext>
                  </a:extLst>
                </p14:cNvPr>
                <p14:cNvContentPartPr/>
                <p14:nvPr/>
              </p14:nvContentPartPr>
              <p14:xfrm>
                <a:off x="2497608" y="714744"/>
                <a:ext cx="383040" cy="1152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D845C22-9FFC-2AF0-02D6-A40BFB069C4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488608" y="705744"/>
                  <a:ext cx="4006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A973D5E-BF8D-6CEF-0E62-84398C5AFEAE}"/>
                    </a:ext>
                  </a:extLst>
                </p14:cNvPr>
                <p14:cNvContentPartPr/>
                <p14:nvPr/>
              </p14:nvContentPartPr>
              <p14:xfrm>
                <a:off x="2875968" y="678024"/>
                <a:ext cx="3960" cy="234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A973D5E-BF8D-6CEF-0E62-84398C5AFEA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866968" y="669024"/>
                  <a:ext cx="216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5A79825-956E-D491-29F2-F1C2C3AB6B29}"/>
                    </a:ext>
                  </a:extLst>
                </p14:cNvPr>
                <p14:cNvContentPartPr/>
                <p14:nvPr/>
              </p14:nvContentPartPr>
              <p14:xfrm>
                <a:off x="2944728" y="658584"/>
                <a:ext cx="49680" cy="1368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5A79825-956E-D491-29F2-F1C2C3AB6B2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936088" y="649584"/>
                  <a:ext cx="6732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45C3290-397B-AA71-1B40-7DA009FC4941}"/>
                    </a:ext>
                  </a:extLst>
                </p14:cNvPr>
                <p14:cNvContentPartPr/>
                <p14:nvPr/>
              </p14:nvContentPartPr>
              <p14:xfrm>
                <a:off x="3045528" y="748224"/>
                <a:ext cx="217800" cy="511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45C3290-397B-AA71-1B40-7DA009FC494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036888" y="739224"/>
                  <a:ext cx="235440" cy="6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0590EA1-B1C7-3E84-F23C-864ECEE7F8F6}"/>
              </a:ext>
            </a:extLst>
          </p:cNvPr>
          <p:cNvGrpSpPr/>
          <p:nvPr/>
        </p:nvGrpSpPr>
        <p:grpSpPr>
          <a:xfrm>
            <a:off x="6378048" y="448344"/>
            <a:ext cx="1545840" cy="497160"/>
            <a:chOff x="6378048" y="448344"/>
            <a:chExt cx="1545840" cy="49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FF6B5D1-9B23-DB8F-3379-21A6A2F46EC3}"/>
                    </a:ext>
                  </a:extLst>
                </p14:cNvPr>
                <p14:cNvContentPartPr/>
                <p14:nvPr/>
              </p14:nvContentPartPr>
              <p14:xfrm>
                <a:off x="6378048" y="448344"/>
                <a:ext cx="401760" cy="4251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FF6B5D1-9B23-DB8F-3379-21A6A2F46EC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369408" y="439704"/>
                  <a:ext cx="419400" cy="44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49FC31D-49F6-18A8-ED0E-14AC966E2DF4}"/>
                    </a:ext>
                  </a:extLst>
                </p14:cNvPr>
                <p14:cNvContentPartPr/>
                <p14:nvPr/>
              </p14:nvContentPartPr>
              <p14:xfrm>
                <a:off x="6828768" y="615024"/>
                <a:ext cx="7200" cy="147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49FC31D-49F6-18A8-ED0E-14AC966E2DF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819768" y="606024"/>
                  <a:ext cx="248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D1F304E-9ABB-89CA-20A7-E8380B97BB39}"/>
                    </a:ext>
                  </a:extLst>
                </p14:cNvPr>
                <p14:cNvContentPartPr/>
                <p14:nvPr/>
              </p14:nvContentPartPr>
              <p14:xfrm>
                <a:off x="6857568" y="507384"/>
                <a:ext cx="516960" cy="4381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D1F304E-9ABB-89CA-20A7-E8380B97BB3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848568" y="498384"/>
                  <a:ext cx="534600" cy="45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0F5019B-723A-D655-AAF7-58B765F30FE4}"/>
                    </a:ext>
                  </a:extLst>
                </p14:cNvPr>
                <p14:cNvContentPartPr/>
                <p14:nvPr/>
              </p14:nvContentPartPr>
              <p14:xfrm>
                <a:off x="7388208" y="678384"/>
                <a:ext cx="7920" cy="133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0F5019B-723A-D655-AAF7-58B765F30FE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379208" y="669744"/>
                  <a:ext cx="255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8896F2B-CC0B-31D5-AE84-05463D4ADF57}"/>
                    </a:ext>
                  </a:extLst>
                </p14:cNvPr>
                <p14:cNvContentPartPr/>
                <p14:nvPr/>
              </p14:nvContentPartPr>
              <p14:xfrm>
                <a:off x="7386048" y="468864"/>
                <a:ext cx="174600" cy="470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8896F2B-CC0B-31D5-AE84-05463D4ADF5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377048" y="460224"/>
                  <a:ext cx="192240" cy="48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664866E-3F61-A5BA-E501-E68FC2B67197}"/>
                    </a:ext>
                  </a:extLst>
                </p14:cNvPr>
                <p14:cNvContentPartPr/>
                <p14:nvPr/>
              </p14:nvContentPartPr>
              <p14:xfrm>
                <a:off x="7588368" y="672624"/>
                <a:ext cx="4320" cy="72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664866E-3F61-A5BA-E501-E68FC2B67197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579728" y="663984"/>
                  <a:ext cx="219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0247198-572A-7FDF-ED88-1BE0A5F99855}"/>
                    </a:ext>
                  </a:extLst>
                </p14:cNvPr>
                <p14:cNvContentPartPr/>
                <p14:nvPr/>
              </p14:nvContentPartPr>
              <p14:xfrm>
                <a:off x="7628328" y="623664"/>
                <a:ext cx="295560" cy="2120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0247198-572A-7FDF-ED88-1BE0A5F9985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619328" y="614664"/>
                  <a:ext cx="313200" cy="22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50BAEBE-8B63-8E6F-9993-74AA5235A4BD}"/>
              </a:ext>
            </a:extLst>
          </p:cNvPr>
          <p:cNvGrpSpPr/>
          <p:nvPr/>
        </p:nvGrpSpPr>
        <p:grpSpPr>
          <a:xfrm>
            <a:off x="8746128" y="635904"/>
            <a:ext cx="1198080" cy="369360"/>
            <a:chOff x="8746128" y="635904"/>
            <a:chExt cx="1198080" cy="36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6A8B230-D2DA-3724-1641-C5331B7B0D90}"/>
                    </a:ext>
                  </a:extLst>
                </p14:cNvPr>
                <p14:cNvContentPartPr/>
                <p14:nvPr/>
              </p14:nvContentPartPr>
              <p14:xfrm>
                <a:off x="8746128" y="635904"/>
                <a:ext cx="377280" cy="369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6A8B230-D2DA-3724-1641-C5331B7B0D90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737128" y="627264"/>
                  <a:ext cx="39492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29C4AD4-868D-4C32-9653-595E46B47654}"/>
                    </a:ext>
                  </a:extLst>
                </p14:cNvPr>
                <p14:cNvContentPartPr/>
                <p14:nvPr/>
              </p14:nvContentPartPr>
              <p14:xfrm>
                <a:off x="9161568" y="686664"/>
                <a:ext cx="123120" cy="691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29C4AD4-868D-4C32-9653-595E46B47654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152568" y="678024"/>
                  <a:ext cx="1407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983D127-2E32-156C-EBB2-D53FC91C37D9}"/>
                    </a:ext>
                  </a:extLst>
                </p14:cNvPr>
                <p14:cNvContentPartPr/>
                <p14:nvPr/>
              </p14:nvContentPartPr>
              <p14:xfrm>
                <a:off x="9319608" y="690624"/>
                <a:ext cx="165240" cy="846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983D127-2E32-156C-EBB2-D53FC91C37D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310968" y="681984"/>
                  <a:ext cx="18288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27400DA-F522-5F14-288E-CFD991C6A40B}"/>
                    </a:ext>
                  </a:extLst>
                </p14:cNvPr>
                <p14:cNvContentPartPr/>
                <p14:nvPr/>
              </p14:nvContentPartPr>
              <p14:xfrm>
                <a:off x="9555048" y="707184"/>
                <a:ext cx="167400" cy="532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27400DA-F522-5F14-288E-CFD991C6A40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546048" y="698184"/>
                  <a:ext cx="18504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A225A2E-0FB5-65C8-B169-199358B9FECB}"/>
                    </a:ext>
                  </a:extLst>
                </p14:cNvPr>
                <p14:cNvContentPartPr/>
                <p14:nvPr/>
              </p14:nvContentPartPr>
              <p14:xfrm>
                <a:off x="9785808" y="725184"/>
                <a:ext cx="158400" cy="493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A225A2E-0FB5-65C8-B169-199358B9FEC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776808" y="716544"/>
                  <a:ext cx="176040" cy="66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A32BEDB9-2E81-C8D0-2630-F142FAA17FAC}"/>
                  </a:ext>
                </a:extLst>
              </p14:cNvPr>
              <p14:cNvContentPartPr/>
              <p14:nvPr/>
            </p14:nvContentPartPr>
            <p14:xfrm>
              <a:off x="10306008" y="609624"/>
              <a:ext cx="1800" cy="144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A32BEDB9-2E81-C8D0-2630-F142FAA17FAC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0297368" y="600624"/>
                <a:ext cx="19440" cy="3204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2B7AD1D4-ADB7-6E47-6C7C-9E86260DC5FB}"/>
              </a:ext>
            </a:extLst>
          </p:cNvPr>
          <p:cNvGrpSpPr/>
          <p:nvPr/>
        </p:nvGrpSpPr>
        <p:grpSpPr>
          <a:xfrm>
            <a:off x="10239408" y="719424"/>
            <a:ext cx="178200" cy="59040"/>
            <a:chOff x="10239408" y="719424"/>
            <a:chExt cx="178200" cy="5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656BA79-60B3-D006-DF42-CF7BA1479E4D}"/>
                    </a:ext>
                  </a:extLst>
                </p14:cNvPr>
                <p14:cNvContentPartPr/>
                <p14:nvPr/>
              </p14:nvContentPartPr>
              <p14:xfrm>
                <a:off x="10239408" y="719424"/>
                <a:ext cx="22320" cy="590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656BA79-60B3-D006-DF42-CF7BA1479E4D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230768" y="710784"/>
                  <a:ext cx="3996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731EE28-4676-6755-0A43-EE94808435F9}"/>
                    </a:ext>
                  </a:extLst>
                </p14:cNvPr>
                <p14:cNvContentPartPr/>
                <p14:nvPr/>
              </p14:nvContentPartPr>
              <p14:xfrm>
                <a:off x="10367568" y="737064"/>
                <a:ext cx="50040" cy="212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731EE28-4676-6755-0A43-EE94808435F9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358928" y="728064"/>
                  <a:ext cx="67680" cy="38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62A0F4DA-2891-07D9-53BB-F6C0C13CED7B}"/>
                  </a:ext>
                </a:extLst>
              </p14:cNvPr>
              <p14:cNvContentPartPr/>
              <p14:nvPr/>
            </p14:nvContentPartPr>
            <p14:xfrm>
              <a:off x="10702008" y="677664"/>
              <a:ext cx="122040" cy="15228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62A0F4DA-2891-07D9-53BB-F6C0C13CED7B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0693008" y="669024"/>
                <a:ext cx="139680" cy="16992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0B693E60-72D5-77C3-B9FA-C078A50FA6E9}"/>
              </a:ext>
            </a:extLst>
          </p:cNvPr>
          <p:cNvGrpSpPr/>
          <p:nvPr/>
        </p:nvGrpSpPr>
        <p:grpSpPr>
          <a:xfrm>
            <a:off x="11016288" y="649584"/>
            <a:ext cx="472320" cy="204480"/>
            <a:chOff x="11016288" y="649584"/>
            <a:chExt cx="472320" cy="20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3556BBB-BEB3-5DA0-BF03-E746BEE8A481}"/>
                    </a:ext>
                  </a:extLst>
                </p14:cNvPr>
                <p14:cNvContentPartPr/>
                <p14:nvPr/>
              </p14:nvContentPartPr>
              <p14:xfrm>
                <a:off x="11016288" y="710784"/>
                <a:ext cx="218880" cy="1198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3556BBB-BEB3-5DA0-BF03-E746BEE8A481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1007288" y="701784"/>
                  <a:ext cx="2365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6A4DDBB-2975-3E51-41CD-4204B7F8F8AE}"/>
                    </a:ext>
                  </a:extLst>
                </p14:cNvPr>
                <p14:cNvContentPartPr/>
                <p14:nvPr/>
              </p14:nvContentPartPr>
              <p14:xfrm>
                <a:off x="11294208" y="649584"/>
                <a:ext cx="194400" cy="2044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6A4DDBB-2975-3E51-41CD-4204B7F8F8AE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1285208" y="640584"/>
                  <a:ext cx="21204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4AC3853-F293-D089-B4F8-39E130177662}"/>
                    </a:ext>
                  </a:extLst>
                </p14:cNvPr>
                <p14:cNvContentPartPr/>
                <p14:nvPr/>
              </p14:nvContentPartPr>
              <p14:xfrm>
                <a:off x="11350368" y="787104"/>
                <a:ext cx="76680" cy="90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4AC3853-F293-D089-B4F8-39E130177662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1341368" y="778464"/>
                  <a:ext cx="94320" cy="26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B53D3611-3382-2A93-8CFA-0A9E354AE9F9}"/>
                  </a:ext>
                </a:extLst>
              </p14:cNvPr>
              <p14:cNvContentPartPr/>
              <p14:nvPr/>
            </p14:nvContentPartPr>
            <p14:xfrm>
              <a:off x="11671488" y="941544"/>
              <a:ext cx="4680" cy="57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B53D3611-3382-2A93-8CFA-0A9E354AE9F9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11662488" y="932904"/>
                <a:ext cx="2232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12F28EA9-FEB9-3AF8-4376-4C996F089963}"/>
                  </a:ext>
                </a:extLst>
              </p14:cNvPr>
              <p14:cNvContentPartPr/>
              <p14:nvPr/>
            </p14:nvContentPartPr>
            <p14:xfrm>
              <a:off x="11778048" y="730584"/>
              <a:ext cx="5400" cy="97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12F28EA9-FEB9-3AF8-4376-4C996F089963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11769048" y="721944"/>
                <a:ext cx="23040" cy="27360"/>
              </a:xfrm>
              <a:prstGeom prst="rect">
                <a:avLst/>
              </a:prstGeom>
            </p:spPr>
          </p:pic>
        </mc:Fallback>
      </mc:AlternateContent>
      <p:grpSp>
        <p:nvGrpSpPr>
          <p:cNvPr id="54" name="Group 53">
            <a:extLst>
              <a:ext uri="{FF2B5EF4-FFF2-40B4-BE49-F238E27FC236}">
                <a16:creationId xmlns:a16="http://schemas.microsoft.com/office/drawing/2014/main" id="{2B58E58E-5EAD-A16A-353E-EC7A580A7E90}"/>
              </a:ext>
            </a:extLst>
          </p:cNvPr>
          <p:cNvGrpSpPr/>
          <p:nvPr/>
        </p:nvGrpSpPr>
        <p:grpSpPr>
          <a:xfrm>
            <a:off x="1187208" y="1791504"/>
            <a:ext cx="983160" cy="243000"/>
            <a:chOff x="1187208" y="1791504"/>
            <a:chExt cx="983160" cy="24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F0AF4CC-0737-CB37-C96A-337BE27660F5}"/>
                    </a:ext>
                  </a:extLst>
                </p14:cNvPr>
                <p14:cNvContentPartPr/>
                <p14:nvPr/>
              </p14:nvContentPartPr>
              <p14:xfrm>
                <a:off x="1187208" y="1791504"/>
                <a:ext cx="169920" cy="2430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F0AF4CC-0737-CB37-C96A-337BE27660F5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178568" y="1782504"/>
                  <a:ext cx="18756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2C6A286-19D1-17DA-2FB2-80525C1A5CF7}"/>
                    </a:ext>
                  </a:extLst>
                </p14:cNvPr>
                <p14:cNvContentPartPr/>
                <p14:nvPr/>
              </p14:nvContentPartPr>
              <p14:xfrm>
                <a:off x="1420848" y="1800864"/>
                <a:ext cx="144000" cy="2221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2C6A286-19D1-17DA-2FB2-80525C1A5CF7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411848" y="1792224"/>
                  <a:ext cx="16164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35225F8-9D12-97CE-B748-8D102B3525E6}"/>
                    </a:ext>
                  </a:extLst>
                </p14:cNvPr>
                <p14:cNvContentPartPr/>
                <p14:nvPr/>
              </p14:nvContentPartPr>
              <p14:xfrm>
                <a:off x="1835928" y="1910664"/>
                <a:ext cx="334440" cy="828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35225F8-9D12-97CE-B748-8D102B3525E6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827288" y="1902024"/>
                  <a:ext cx="352080" cy="10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3958460-570E-8727-A3B8-A6F236F35F77}"/>
              </a:ext>
            </a:extLst>
          </p:cNvPr>
          <p:cNvGrpSpPr/>
          <p:nvPr/>
        </p:nvGrpSpPr>
        <p:grpSpPr>
          <a:xfrm>
            <a:off x="2441448" y="1830744"/>
            <a:ext cx="1082160" cy="204840"/>
            <a:chOff x="2441448" y="1830744"/>
            <a:chExt cx="1082160" cy="20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7E7D104-B521-813F-4441-00E868ADB964}"/>
                    </a:ext>
                  </a:extLst>
                </p14:cNvPr>
                <p14:cNvContentPartPr/>
                <p14:nvPr/>
              </p14:nvContentPartPr>
              <p14:xfrm>
                <a:off x="2441448" y="1854144"/>
                <a:ext cx="136440" cy="1814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7E7D104-B521-813F-4441-00E868ADB964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432448" y="1845504"/>
                  <a:ext cx="15408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21559FD-0F54-E8AD-A35C-0DDBAE49D219}"/>
                    </a:ext>
                  </a:extLst>
                </p14:cNvPr>
                <p14:cNvContentPartPr/>
                <p14:nvPr/>
              </p14:nvContentPartPr>
              <p14:xfrm>
                <a:off x="2639088" y="1830744"/>
                <a:ext cx="312840" cy="1836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21559FD-0F54-E8AD-A35C-0DDBAE49D219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630088" y="1821744"/>
                  <a:ext cx="33048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070E23D-C9BF-1E8B-D6CC-C9E691B4795E}"/>
                    </a:ext>
                  </a:extLst>
                </p14:cNvPr>
                <p14:cNvContentPartPr/>
                <p14:nvPr/>
              </p14:nvContentPartPr>
              <p14:xfrm>
                <a:off x="3139848" y="1875384"/>
                <a:ext cx="186120" cy="1353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070E23D-C9BF-1E8B-D6CC-C9E691B4795E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131208" y="1866744"/>
                  <a:ext cx="20376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78BCAD5-6086-08E0-5C3F-382715EC7E8D}"/>
                    </a:ext>
                  </a:extLst>
                </p14:cNvPr>
                <p14:cNvContentPartPr/>
                <p14:nvPr/>
              </p14:nvContentPartPr>
              <p14:xfrm>
                <a:off x="3404448" y="1840104"/>
                <a:ext cx="119160" cy="1764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78BCAD5-6086-08E0-5C3F-382715EC7E8D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3395808" y="1831464"/>
                  <a:ext cx="136800" cy="19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04D6CD51-B0C5-5F47-3A86-D227826C1591}"/>
              </a:ext>
            </a:extLst>
          </p:cNvPr>
          <p:cNvGrpSpPr/>
          <p:nvPr/>
        </p:nvGrpSpPr>
        <p:grpSpPr>
          <a:xfrm>
            <a:off x="1186488" y="2291544"/>
            <a:ext cx="970200" cy="238320"/>
            <a:chOff x="1186488" y="2291544"/>
            <a:chExt cx="970200" cy="23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5560502-AF8E-A62A-04DF-3048D29600C2}"/>
                    </a:ext>
                  </a:extLst>
                </p14:cNvPr>
                <p14:cNvContentPartPr/>
                <p14:nvPr/>
              </p14:nvContentPartPr>
              <p14:xfrm>
                <a:off x="1186488" y="2338704"/>
                <a:ext cx="198720" cy="1911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5560502-AF8E-A62A-04DF-3048D29600C2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177848" y="2329704"/>
                  <a:ext cx="21636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2B22B26-CB51-326D-7CBB-E3590A50BDE5}"/>
                    </a:ext>
                  </a:extLst>
                </p14:cNvPr>
                <p14:cNvContentPartPr/>
                <p14:nvPr/>
              </p14:nvContentPartPr>
              <p14:xfrm>
                <a:off x="1474128" y="2291544"/>
                <a:ext cx="105120" cy="2008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2B22B26-CB51-326D-7CBB-E3590A50BDE5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465488" y="2282544"/>
                  <a:ext cx="12276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3826E59-2D37-3E37-DCA0-6CF821DAA71E}"/>
                    </a:ext>
                  </a:extLst>
                </p14:cNvPr>
                <p14:cNvContentPartPr/>
                <p14:nvPr/>
              </p14:nvContentPartPr>
              <p14:xfrm>
                <a:off x="1781208" y="2460384"/>
                <a:ext cx="375480" cy="655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3826E59-2D37-3E37-DCA0-6CF821DAA71E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772208" y="2451384"/>
                  <a:ext cx="393120" cy="8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1AFF7DF8-B326-2641-78FC-D8ADA85D1B8A}"/>
              </a:ext>
            </a:extLst>
          </p:cNvPr>
          <p:cNvGrpSpPr/>
          <p:nvPr/>
        </p:nvGrpSpPr>
        <p:grpSpPr>
          <a:xfrm>
            <a:off x="1131768" y="2739744"/>
            <a:ext cx="1231920" cy="260640"/>
            <a:chOff x="1131768" y="2739744"/>
            <a:chExt cx="1231920" cy="26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CE63326-7F0E-7A6E-D35B-2F46D3A73787}"/>
                    </a:ext>
                  </a:extLst>
                </p14:cNvPr>
                <p14:cNvContentPartPr/>
                <p14:nvPr/>
              </p14:nvContentPartPr>
              <p14:xfrm>
                <a:off x="1240488" y="2780424"/>
                <a:ext cx="59040" cy="2192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CE63326-7F0E-7A6E-D35B-2F46D3A73787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231848" y="2771424"/>
                  <a:ext cx="7668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C6872AF-A92D-4050-E92A-70FA0A722D6D}"/>
                    </a:ext>
                  </a:extLst>
                </p14:cNvPr>
                <p14:cNvContentPartPr/>
                <p14:nvPr/>
              </p14:nvContentPartPr>
              <p14:xfrm>
                <a:off x="1131768" y="2744784"/>
                <a:ext cx="259920" cy="2466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C6872AF-A92D-4050-E92A-70FA0A722D6D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123128" y="2736144"/>
                  <a:ext cx="27756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9C2BA25-D692-3F9F-55B6-1BB699E80AE6}"/>
                    </a:ext>
                  </a:extLst>
                </p14:cNvPr>
                <p14:cNvContentPartPr/>
                <p14:nvPr/>
              </p14:nvContentPartPr>
              <p14:xfrm>
                <a:off x="1394928" y="2739744"/>
                <a:ext cx="180720" cy="2606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9C2BA25-D692-3F9F-55B6-1BB699E80AE6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385928" y="2730744"/>
                  <a:ext cx="19836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F8C836D-EEB4-56E8-D00F-9D27868E8B28}"/>
                    </a:ext>
                  </a:extLst>
                </p14:cNvPr>
                <p14:cNvContentPartPr/>
                <p14:nvPr/>
              </p14:nvContentPartPr>
              <p14:xfrm>
                <a:off x="1545768" y="2888424"/>
                <a:ext cx="153720" cy="183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F8C836D-EEB4-56E8-D00F-9D27868E8B28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537128" y="2879784"/>
                  <a:ext cx="1713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40C0F43-051F-1BF2-751E-2376386940E1}"/>
                    </a:ext>
                  </a:extLst>
                </p14:cNvPr>
                <p14:cNvContentPartPr/>
                <p14:nvPr/>
              </p14:nvContentPartPr>
              <p14:xfrm>
                <a:off x="1939248" y="2870064"/>
                <a:ext cx="424440" cy="1198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40C0F43-051F-1BF2-751E-2376386940E1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930608" y="2861064"/>
                  <a:ext cx="442080" cy="13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D6EBE47F-584A-7890-06A8-F03C3DD9B71D}"/>
              </a:ext>
            </a:extLst>
          </p:cNvPr>
          <p:cNvGrpSpPr/>
          <p:nvPr/>
        </p:nvGrpSpPr>
        <p:grpSpPr>
          <a:xfrm>
            <a:off x="2739528" y="2743704"/>
            <a:ext cx="1067760" cy="303840"/>
            <a:chOff x="2739528" y="2743704"/>
            <a:chExt cx="1067760" cy="30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D8A1D52-63C4-8712-E361-C5D4BEA9F488}"/>
                    </a:ext>
                  </a:extLst>
                </p14:cNvPr>
                <p14:cNvContentPartPr/>
                <p14:nvPr/>
              </p14:nvContentPartPr>
              <p14:xfrm>
                <a:off x="2739528" y="2838384"/>
                <a:ext cx="330120" cy="1004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D8A1D52-63C4-8712-E361-C5D4BEA9F488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730528" y="2829384"/>
                  <a:ext cx="3477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E4665B8-F4C7-C2BE-B908-7C4CA32350E2}"/>
                    </a:ext>
                  </a:extLst>
                </p14:cNvPr>
                <p14:cNvContentPartPr/>
                <p14:nvPr/>
              </p14:nvContentPartPr>
              <p14:xfrm>
                <a:off x="3180528" y="2762424"/>
                <a:ext cx="49680" cy="2851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E4665B8-F4C7-C2BE-B908-7C4CA32350E2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3171888" y="2753784"/>
                  <a:ext cx="6732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81C68B1-2DD0-6BC4-CC9F-3A467BDD0EF7}"/>
                    </a:ext>
                  </a:extLst>
                </p14:cNvPr>
                <p14:cNvContentPartPr/>
                <p14:nvPr/>
              </p14:nvContentPartPr>
              <p14:xfrm>
                <a:off x="3426768" y="2759184"/>
                <a:ext cx="19080" cy="1807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81C68B1-2DD0-6BC4-CC9F-3A467BDD0EF7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417768" y="2750544"/>
                  <a:ext cx="3672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19F183C-7AD7-B015-8640-584C422E9DE0}"/>
                    </a:ext>
                  </a:extLst>
                </p14:cNvPr>
                <p14:cNvContentPartPr/>
                <p14:nvPr/>
              </p14:nvContentPartPr>
              <p14:xfrm>
                <a:off x="3457728" y="2743704"/>
                <a:ext cx="349560" cy="2037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19F183C-7AD7-B015-8640-584C422E9DE0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3448728" y="2735064"/>
                  <a:ext cx="367200" cy="22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D5D73487-5873-C6BF-7EAE-C963370199E7}"/>
              </a:ext>
            </a:extLst>
          </p:cNvPr>
          <p:cNvGrpSpPr/>
          <p:nvPr/>
        </p:nvGrpSpPr>
        <p:grpSpPr>
          <a:xfrm>
            <a:off x="5308848" y="1261584"/>
            <a:ext cx="1093320" cy="204120"/>
            <a:chOff x="5308848" y="1261584"/>
            <a:chExt cx="1093320" cy="20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DDE2B85-44E6-B0DC-9AF2-EE218CF1A94D}"/>
                    </a:ext>
                  </a:extLst>
                </p14:cNvPr>
                <p14:cNvContentPartPr/>
                <p14:nvPr/>
              </p14:nvContentPartPr>
              <p14:xfrm>
                <a:off x="5308848" y="1296504"/>
                <a:ext cx="161640" cy="1440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DDE2B85-44E6-B0DC-9AF2-EE218CF1A94D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5299848" y="1287864"/>
                  <a:ext cx="17928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85042792-49F3-85E6-D72D-FEB4E1C0180B}"/>
                    </a:ext>
                  </a:extLst>
                </p14:cNvPr>
                <p14:cNvContentPartPr/>
                <p14:nvPr/>
              </p14:nvContentPartPr>
              <p14:xfrm>
                <a:off x="5567328" y="1261584"/>
                <a:ext cx="325080" cy="1810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85042792-49F3-85E6-D72D-FEB4E1C0180B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558688" y="1252944"/>
                  <a:ext cx="3427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E91FF6F-8EEB-8C69-E539-46FFC0E1CFAD}"/>
                    </a:ext>
                  </a:extLst>
                </p14:cNvPr>
                <p14:cNvContentPartPr/>
                <p14:nvPr/>
              </p14:nvContentPartPr>
              <p14:xfrm>
                <a:off x="6059448" y="1418544"/>
                <a:ext cx="360" cy="3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E91FF6F-8EEB-8C69-E539-46FFC0E1CFA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050448" y="1409904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24ED1EC-AE43-9602-C853-8DD7B8C3EF6A}"/>
                    </a:ext>
                  </a:extLst>
                </p14:cNvPr>
                <p14:cNvContentPartPr/>
                <p14:nvPr/>
              </p14:nvContentPartPr>
              <p14:xfrm>
                <a:off x="6038208" y="1396224"/>
                <a:ext cx="363960" cy="694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24ED1EC-AE43-9602-C853-8DD7B8C3EF6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029208" y="1387224"/>
                  <a:ext cx="381600" cy="87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2F85D3D7-CABD-EF7F-40AB-95D4F9A86FAE}"/>
                  </a:ext>
                </a:extLst>
              </p14:cNvPr>
              <p14:cNvContentPartPr/>
              <p14:nvPr/>
            </p14:nvContentPartPr>
            <p14:xfrm>
              <a:off x="6667488" y="1302984"/>
              <a:ext cx="216360" cy="11376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2F85D3D7-CABD-EF7F-40AB-95D4F9A86FAE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6658848" y="1293984"/>
                <a:ext cx="23400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9C873152-5C4B-744B-9297-79D006635F80}"/>
                  </a:ext>
                </a:extLst>
              </p14:cNvPr>
              <p14:cNvContentPartPr/>
              <p14:nvPr/>
            </p14:nvContentPartPr>
            <p14:xfrm>
              <a:off x="3911328" y="216864"/>
              <a:ext cx="7200" cy="900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9C873152-5C4B-744B-9297-79D006635F80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3902688" y="207864"/>
                <a:ext cx="2484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85EED248-0CE4-5AAF-A2D0-E3ABF68A9DD6}"/>
                  </a:ext>
                </a:extLst>
              </p14:cNvPr>
              <p14:cNvContentPartPr/>
              <p14:nvPr/>
            </p14:nvContentPartPr>
            <p14:xfrm>
              <a:off x="3588768" y="106704"/>
              <a:ext cx="244800" cy="23040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85EED248-0CE4-5AAF-A2D0-E3ABF68A9DD6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3571128" y="71064"/>
                <a:ext cx="280440" cy="30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ECCB26EC-F6FE-FB7B-F3D9-8D0700D841DB}"/>
                  </a:ext>
                </a:extLst>
              </p14:cNvPr>
              <p14:cNvContentPartPr/>
              <p14:nvPr/>
            </p14:nvContentPartPr>
            <p14:xfrm>
              <a:off x="3873528" y="87984"/>
              <a:ext cx="790200" cy="220680"/>
            </p14:xfrm>
          </p:contentPart>
        </mc:Choice>
        <mc:Fallback xmlns=""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ECCB26EC-F6FE-FB7B-F3D9-8D0700D841DB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3855528" y="51984"/>
                <a:ext cx="825840" cy="29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43ACA431-5D7B-F757-1B18-6BCD254E3D54}"/>
                  </a:ext>
                </a:extLst>
              </p14:cNvPr>
              <p14:cNvContentPartPr/>
              <p14:nvPr/>
            </p14:nvContentPartPr>
            <p14:xfrm>
              <a:off x="4761288" y="197064"/>
              <a:ext cx="175320" cy="36000"/>
            </p14:xfrm>
          </p:contentPart>
        </mc:Choice>
        <mc:Fallback xmlns=""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43ACA431-5D7B-F757-1B18-6BCD254E3D54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4743648" y="161424"/>
                <a:ext cx="21096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5AC77B56-485E-9257-84D9-EB1059812C38}"/>
                  </a:ext>
                </a:extLst>
              </p14:cNvPr>
              <p14:cNvContentPartPr/>
              <p14:nvPr/>
            </p14:nvContentPartPr>
            <p14:xfrm>
              <a:off x="4654008" y="40104"/>
              <a:ext cx="69480" cy="14040"/>
            </p14:xfrm>
          </p:contentPart>
        </mc:Choice>
        <mc:Fallback xmlns=""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5AC77B56-485E-9257-84D9-EB1059812C38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4636368" y="4464"/>
                <a:ext cx="10512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9E64AA0C-DE26-58FB-A63A-DE9E3F8699F0}"/>
                  </a:ext>
                </a:extLst>
              </p14:cNvPr>
              <p14:cNvContentPartPr/>
              <p14:nvPr/>
            </p14:nvContentPartPr>
            <p14:xfrm>
              <a:off x="5232888" y="220464"/>
              <a:ext cx="113040" cy="5040"/>
            </p14:xfrm>
          </p:contentPart>
        </mc:Choice>
        <mc:Fallback xmlns=""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9E64AA0C-DE26-58FB-A63A-DE9E3F8699F0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5214888" y="184824"/>
                <a:ext cx="14868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B364298C-F970-AD90-3D1F-DA8D2B0197FC}"/>
                  </a:ext>
                </a:extLst>
              </p14:cNvPr>
              <p14:cNvContentPartPr/>
              <p14:nvPr/>
            </p14:nvContentPartPr>
            <p14:xfrm>
              <a:off x="5289408" y="283464"/>
              <a:ext cx="186840" cy="23760"/>
            </p14:xfrm>
          </p:contentPart>
        </mc:Choice>
        <mc:Fallback xmlns=""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B364298C-F970-AD90-3D1F-DA8D2B0197FC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5271768" y="247464"/>
                <a:ext cx="22248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33AE3DD9-9588-1E5A-1053-413536FCC212}"/>
                  </a:ext>
                </a:extLst>
              </p14:cNvPr>
              <p14:cNvContentPartPr/>
              <p14:nvPr/>
            </p14:nvContentPartPr>
            <p14:xfrm>
              <a:off x="5783328" y="153504"/>
              <a:ext cx="79920" cy="38520"/>
            </p14:xfrm>
          </p:contentPart>
        </mc:Choice>
        <mc:Fallback xmlns=""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33AE3DD9-9588-1E5A-1053-413536FCC212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5765688" y="117504"/>
                <a:ext cx="11556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89A69E48-3212-06CB-6707-7A5996E54008}"/>
                  </a:ext>
                </a:extLst>
              </p14:cNvPr>
              <p14:cNvContentPartPr/>
              <p14:nvPr/>
            </p14:nvContentPartPr>
            <p14:xfrm>
              <a:off x="6159528" y="147384"/>
              <a:ext cx="27000" cy="175680"/>
            </p14:xfrm>
          </p:contentPart>
        </mc:Choice>
        <mc:Fallback xmlns=""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89A69E48-3212-06CB-6707-7A5996E54008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6141888" y="111384"/>
                <a:ext cx="62640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07D3F41C-6000-354A-69D2-B87687680C69}"/>
                  </a:ext>
                </a:extLst>
              </p14:cNvPr>
              <p14:cNvContentPartPr/>
              <p14:nvPr/>
            </p14:nvContentPartPr>
            <p14:xfrm>
              <a:off x="6023448" y="25344"/>
              <a:ext cx="544320" cy="312840"/>
            </p14:xfrm>
          </p:contentPart>
        </mc:Choice>
        <mc:Fallback xmlns=""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07D3F41C-6000-354A-69D2-B87687680C69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6005808" y="-10296"/>
                <a:ext cx="579960" cy="38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8C7679EC-9E92-3876-CDF7-879270B5E627}"/>
                  </a:ext>
                </a:extLst>
              </p14:cNvPr>
              <p14:cNvContentPartPr/>
              <p14:nvPr/>
            </p14:nvContentPartPr>
            <p14:xfrm>
              <a:off x="7048008" y="84384"/>
              <a:ext cx="183960" cy="335880"/>
            </p14:xfrm>
          </p:contentPart>
        </mc:Choice>
        <mc:Fallback xmlns=""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8C7679EC-9E92-3876-CDF7-879270B5E627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7030368" y="48384"/>
                <a:ext cx="219600" cy="40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9821F254-0CDF-8ABF-CD12-590376C55248}"/>
                  </a:ext>
                </a:extLst>
              </p14:cNvPr>
              <p14:cNvContentPartPr/>
              <p14:nvPr/>
            </p14:nvContentPartPr>
            <p14:xfrm>
              <a:off x="7382808" y="222984"/>
              <a:ext cx="109080" cy="95760"/>
            </p14:xfrm>
          </p:contentPart>
        </mc:Choice>
        <mc:Fallback xmlns=""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9821F254-0CDF-8ABF-CD12-590376C55248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7365168" y="187344"/>
                <a:ext cx="144720" cy="16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9D143C4A-7905-10CC-962D-434B8B101323}"/>
                  </a:ext>
                </a:extLst>
              </p14:cNvPr>
              <p14:cNvContentPartPr/>
              <p14:nvPr/>
            </p14:nvContentPartPr>
            <p14:xfrm>
              <a:off x="7574688" y="248184"/>
              <a:ext cx="360" cy="360"/>
            </p14:xfrm>
          </p:contentPart>
        </mc:Choice>
        <mc:Fallback xmlns=""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9D143C4A-7905-10CC-962D-434B8B101323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7556688" y="212184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FC9EBEEF-238F-672A-0762-362DE6014A0E}"/>
                  </a:ext>
                </a:extLst>
              </p14:cNvPr>
              <p14:cNvContentPartPr/>
              <p14:nvPr/>
            </p14:nvContentPartPr>
            <p14:xfrm>
              <a:off x="7404408" y="232704"/>
              <a:ext cx="47520" cy="97560"/>
            </p14:xfrm>
          </p:contentPart>
        </mc:Choice>
        <mc:Fallback xmlns=""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FC9EBEEF-238F-672A-0762-362DE6014A0E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7386408" y="196704"/>
                <a:ext cx="83160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CF050088-A99D-DA50-44CE-223CB9A0E10A}"/>
                  </a:ext>
                </a:extLst>
              </p14:cNvPr>
              <p14:cNvContentPartPr/>
              <p14:nvPr/>
            </p14:nvContentPartPr>
            <p14:xfrm>
              <a:off x="7455168" y="104544"/>
              <a:ext cx="11160" cy="25200"/>
            </p14:xfrm>
          </p:contentPart>
        </mc:Choice>
        <mc:Fallback xmlns=""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CF050088-A99D-DA50-44CE-223CB9A0E10A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7437168" y="68544"/>
                <a:ext cx="4680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DD8387F0-DDAC-5EC2-41D6-E83D61611319}"/>
                  </a:ext>
                </a:extLst>
              </p14:cNvPr>
              <p14:cNvContentPartPr/>
              <p14:nvPr/>
            </p14:nvContentPartPr>
            <p14:xfrm>
              <a:off x="7575768" y="202104"/>
              <a:ext cx="140040" cy="117720"/>
            </p14:xfrm>
          </p:contentPart>
        </mc:Choice>
        <mc:Fallback xmlns=""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DD8387F0-DDAC-5EC2-41D6-E83D61611319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7557768" y="166104"/>
                <a:ext cx="17568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4D070656-E630-D16D-9F00-C63698A7919D}"/>
                  </a:ext>
                </a:extLst>
              </p14:cNvPr>
              <p14:cNvContentPartPr/>
              <p14:nvPr/>
            </p14:nvContentPartPr>
            <p14:xfrm>
              <a:off x="7792848" y="107784"/>
              <a:ext cx="70200" cy="244800"/>
            </p14:xfrm>
          </p:contentPart>
        </mc:Choice>
        <mc:Fallback xmlns=""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4D070656-E630-D16D-9F00-C63698A7919D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7774848" y="72144"/>
                <a:ext cx="105840" cy="31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03839409-1568-FC34-37BA-79B6ABAC1639}"/>
                  </a:ext>
                </a:extLst>
              </p14:cNvPr>
              <p14:cNvContentPartPr/>
              <p14:nvPr/>
            </p14:nvContentPartPr>
            <p14:xfrm>
              <a:off x="8258688" y="154584"/>
              <a:ext cx="226800" cy="149400"/>
            </p14:xfrm>
          </p:contentPart>
        </mc:Choice>
        <mc:Fallback xmlns=""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03839409-1568-FC34-37BA-79B6ABAC1639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8241048" y="118944"/>
                <a:ext cx="262440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9C688E27-86EF-8B5B-7637-96D4A64B5014}"/>
                  </a:ext>
                </a:extLst>
              </p14:cNvPr>
              <p14:cNvContentPartPr/>
              <p14:nvPr/>
            </p14:nvContentPartPr>
            <p14:xfrm>
              <a:off x="8602848" y="224424"/>
              <a:ext cx="115560" cy="10260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9C688E27-86EF-8B5B-7637-96D4A64B5014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8584848" y="188424"/>
                <a:ext cx="151200" cy="17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CC034CF3-7ED7-2EEE-2C30-89869EFE4AE8}"/>
                  </a:ext>
                </a:extLst>
              </p14:cNvPr>
              <p14:cNvContentPartPr/>
              <p14:nvPr/>
            </p14:nvContentPartPr>
            <p14:xfrm>
              <a:off x="8790408" y="76464"/>
              <a:ext cx="330840" cy="230400"/>
            </p14:xfrm>
          </p:contentPart>
        </mc:Choice>
        <mc:Fallback xmlns=""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CC034CF3-7ED7-2EEE-2C30-89869EFE4AE8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8772768" y="40464"/>
                <a:ext cx="366480" cy="30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D4A0F85A-51F5-DEB2-3D5D-ECD9F351F267}"/>
                  </a:ext>
                </a:extLst>
              </p14:cNvPr>
              <p14:cNvContentPartPr/>
              <p14:nvPr/>
            </p14:nvContentPartPr>
            <p14:xfrm>
              <a:off x="9040608" y="125424"/>
              <a:ext cx="136440" cy="31320"/>
            </p14:xfrm>
          </p:contentPart>
        </mc:Choice>
        <mc:Fallback xmlns=""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D4A0F85A-51F5-DEB2-3D5D-ECD9F351F267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9022608" y="89424"/>
                <a:ext cx="172080" cy="10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96F6AF7D-7136-7FF6-0542-80E7F26E05EA}"/>
                  </a:ext>
                </a:extLst>
              </p14:cNvPr>
              <p14:cNvContentPartPr/>
              <p14:nvPr/>
            </p14:nvContentPartPr>
            <p14:xfrm>
              <a:off x="9522648" y="213264"/>
              <a:ext cx="324000" cy="6984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96F6AF7D-7136-7FF6-0542-80E7F26E05EA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9505008" y="177264"/>
                <a:ext cx="359640" cy="14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755F8741-CEF6-F825-6FC8-815094B195B9}"/>
                  </a:ext>
                </a:extLst>
              </p14:cNvPr>
              <p14:cNvContentPartPr/>
              <p14:nvPr/>
            </p14:nvContentPartPr>
            <p14:xfrm>
              <a:off x="10235808" y="114984"/>
              <a:ext cx="197280" cy="26100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755F8741-CEF6-F825-6FC8-815094B195B9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10218168" y="78984"/>
                <a:ext cx="232920" cy="33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4FB81C53-6987-5C4F-F384-175A439BAEDF}"/>
                  </a:ext>
                </a:extLst>
              </p14:cNvPr>
              <p14:cNvContentPartPr/>
              <p14:nvPr/>
            </p14:nvContentPartPr>
            <p14:xfrm>
              <a:off x="10554768" y="191304"/>
              <a:ext cx="84240" cy="133920"/>
            </p14:xfrm>
          </p:contentPart>
        </mc:Choice>
        <mc:Fallback xmlns=""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4FB81C53-6987-5C4F-F384-175A439BAEDF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10536768" y="155304"/>
                <a:ext cx="11988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3901CF91-D26B-CC10-B8C6-A3170FC8C786}"/>
                  </a:ext>
                </a:extLst>
              </p14:cNvPr>
              <p14:cNvContentPartPr/>
              <p14:nvPr/>
            </p14:nvContentPartPr>
            <p14:xfrm>
              <a:off x="10705968" y="185544"/>
              <a:ext cx="123840" cy="124200"/>
            </p14:xfrm>
          </p:contentPart>
        </mc:Choice>
        <mc:Fallback xmlns=""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3901CF91-D26B-CC10-B8C6-A3170FC8C786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10688328" y="149904"/>
                <a:ext cx="15948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249A2673-92BB-E373-087E-1D30E0B3ADB6}"/>
                  </a:ext>
                </a:extLst>
              </p14:cNvPr>
              <p14:cNvContentPartPr/>
              <p14:nvPr/>
            </p14:nvContentPartPr>
            <p14:xfrm>
              <a:off x="10942128" y="203184"/>
              <a:ext cx="331200" cy="284400"/>
            </p14:xfrm>
          </p:contentPart>
        </mc:Choice>
        <mc:Fallback xmlns=""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249A2673-92BB-E373-087E-1D30E0B3ADB6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10924488" y="167544"/>
                <a:ext cx="366840" cy="35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7FB33A61-CF22-829C-61DC-CFD1E48ACD1F}"/>
                  </a:ext>
                </a:extLst>
              </p14:cNvPr>
              <p14:cNvContentPartPr/>
              <p14:nvPr/>
            </p14:nvContentPartPr>
            <p14:xfrm>
              <a:off x="11537928" y="141264"/>
              <a:ext cx="3600" cy="37440"/>
            </p14:xfrm>
          </p:contentPart>
        </mc:Choice>
        <mc:Fallback xmlns=""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7FB33A61-CF22-829C-61DC-CFD1E48ACD1F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11519928" y="105264"/>
                <a:ext cx="3924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05CE4F7F-0C9A-2345-8E27-F28DC015D161}"/>
                  </a:ext>
                </a:extLst>
              </p14:cNvPr>
              <p14:cNvContentPartPr/>
              <p14:nvPr/>
            </p14:nvContentPartPr>
            <p14:xfrm>
              <a:off x="11554848" y="159984"/>
              <a:ext cx="39240" cy="54720"/>
            </p14:xfrm>
          </p:contentPart>
        </mc:Choice>
        <mc:Fallback xmlns=""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05CE4F7F-0C9A-2345-8E27-F28DC015D161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11537208" y="124344"/>
                <a:ext cx="74880" cy="126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22" name="Group 221">
            <a:extLst>
              <a:ext uri="{FF2B5EF4-FFF2-40B4-BE49-F238E27FC236}">
                <a16:creationId xmlns:a16="http://schemas.microsoft.com/office/drawing/2014/main" id="{F287DDA6-7CDF-0D5B-7706-97111CE1679A}"/>
              </a:ext>
            </a:extLst>
          </p:cNvPr>
          <p:cNvGrpSpPr/>
          <p:nvPr/>
        </p:nvGrpSpPr>
        <p:grpSpPr>
          <a:xfrm>
            <a:off x="6981048" y="1206504"/>
            <a:ext cx="628200" cy="239400"/>
            <a:chOff x="6981048" y="1206504"/>
            <a:chExt cx="628200" cy="23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4368772E-CC9B-1461-FE5B-9EBF9B348CD5}"/>
                    </a:ext>
                  </a:extLst>
                </p14:cNvPr>
                <p14:cNvContentPartPr/>
                <p14:nvPr/>
              </p14:nvContentPartPr>
              <p14:xfrm>
                <a:off x="6981048" y="1344384"/>
                <a:ext cx="175320" cy="10152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4368772E-CC9B-1461-FE5B-9EBF9B348CD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972408" y="1335384"/>
                  <a:ext cx="19296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D9BA9FDD-CBE2-1F0F-49C2-D53024895A33}"/>
                    </a:ext>
                  </a:extLst>
                </p14:cNvPr>
                <p14:cNvContentPartPr/>
                <p14:nvPr/>
              </p14:nvContentPartPr>
              <p14:xfrm>
                <a:off x="7212168" y="1206504"/>
                <a:ext cx="256680" cy="19152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D9BA9FDD-CBE2-1F0F-49C2-D53024895A3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203168" y="1197504"/>
                  <a:ext cx="2743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7CED071B-5407-593E-8F09-79D3AD101751}"/>
                    </a:ext>
                  </a:extLst>
                </p14:cNvPr>
                <p14:cNvContentPartPr/>
                <p14:nvPr/>
              </p14:nvContentPartPr>
              <p14:xfrm>
                <a:off x="7542288" y="1244304"/>
                <a:ext cx="66960" cy="2160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7CED071B-5407-593E-8F09-79D3AD10175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533648" y="1235664"/>
                  <a:ext cx="8460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C44004F0-C32D-8CFC-0813-8C25C9AB3C45}"/>
              </a:ext>
            </a:extLst>
          </p:cNvPr>
          <p:cNvGrpSpPr/>
          <p:nvPr/>
        </p:nvGrpSpPr>
        <p:grpSpPr>
          <a:xfrm>
            <a:off x="5388408" y="1774584"/>
            <a:ext cx="642240" cy="147240"/>
            <a:chOff x="5388408" y="1774584"/>
            <a:chExt cx="642240" cy="14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9B66280C-7164-DDF6-76FB-BC7C2012EB1A}"/>
                    </a:ext>
                  </a:extLst>
                </p14:cNvPr>
                <p14:cNvContentPartPr/>
                <p14:nvPr/>
              </p14:nvContentPartPr>
              <p14:xfrm>
                <a:off x="5388408" y="1774584"/>
                <a:ext cx="215640" cy="14724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9B66280C-7164-DDF6-76FB-BC7C2012EB1A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379768" y="1765944"/>
                  <a:ext cx="2332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B74A4D8F-E760-325A-86A8-3565BA76E78F}"/>
                    </a:ext>
                  </a:extLst>
                </p14:cNvPr>
                <p14:cNvContentPartPr/>
                <p14:nvPr/>
              </p14:nvContentPartPr>
              <p14:xfrm>
                <a:off x="5673528" y="1813824"/>
                <a:ext cx="69840" cy="7740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B74A4D8F-E760-325A-86A8-3565BA76E78F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664528" y="1804824"/>
                  <a:ext cx="874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3EED677E-F88C-D30E-56EB-931AE250498F}"/>
                    </a:ext>
                  </a:extLst>
                </p14:cNvPr>
                <p14:cNvContentPartPr/>
                <p14:nvPr/>
              </p14:nvContentPartPr>
              <p14:xfrm>
                <a:off x="5804568" y="1849824"/>
                <a:ext cx="69840" cy="6192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3EED677E-F88C-D30E-56EB-931AE250498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795568" y="1841184"/>
                  <a:ext cx="8748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D41A2DB4-A6A8-FA28-1331-1F2B88ADBD02}"/>
                    </a:ext>
                  </a:extLst>
                </p14:cNvPr>
                <p14:cNvContentPartPr/>
                <p14:nvPr/>
              </p14:nvContentPartPr>
              <p14:xfrm>
                <a:off x="5929848" y="1859184"/>
                <a:ext cx="100800" cy="3528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D41A2DB4-A6A8-FA28-1331-1F2B88ADBD0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920848" y="1850544"/>
                  <a:ext cx="118440" cy="52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85BB8280-A480-4CAC-50C1-A4D46EC81BA4}"/>
                  </a:ext>
                </a:extLst>
              </p14:cNvPr>
              <p14:cNvContentPartPr/>
              <p14:nvPr/>
            </p14:nvContentPartPr>
            <p14:xfrm>
              <a:off x="6302088" y="1892664"/>
              <a:ext cx="345240" cy="18720"/>
            </p14:xfrm>
          </p:contentPart>
        </mc:Choice>
        <mc:Fallback xmlns=""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85BB8280-A480-4CAC-50C1-A4D46EC81BA4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6293448" y="1884024"/>
                <a:ext cx="362880" cy="36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32" name="Group 231">
            <a:extLst>
              <a:ext uri="{FF2B5EF4-FFF2-40B4-BE49-F238E27FC236}">
                <a16:creationId xmlns:a16="http://schemas.microsoft.com/office/drawing/2014/main" id="{4CE2B7A8-23E9-B896-86FE-837E6A15E2D0}"/>
              </a:ext>
            </a:extLst>
          </p:cNvPr>
          <p:cNvGrpSpPr/>
          <p:nvPr/>
        </p:nvGrpSpPr>
        <p:grpSpPr>
          <a:xfrm>
            <a:off x="6949368" y="1748304"/>
            <a:ext cx="682200" cy="354240"/>
            <a:chOff x="6949368" y="1748304"/>
            <a:chExt cx="682200" cy="35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FD0C84B6-DFDD-1FB4-5265-51256BA79EB8}"/>
                    </a:ext>
                  </a:extLst>
                </p14:cNvPr>
                <p14:cNvContentPartPr/>
                <p14:nvPr/>
              </p14:nvContentPartPr>
              <p14:xfrm>
                <a:off x="6949368" y="1797984"/>
                <a:ext cx="324000" cy="30456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FD0C84B6-DFDD-1FB4-5265-51256BA79EB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940368" y="1788984"/>
                  <a:ext cx="34164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1EB2E3A6-9649-D371-D126-86B6AF5F24B0}"/>
                    </a:ext>
                  </a:extLst>
                </p14:cNvPr>
                <p14:cNvContentPartPr/>
                <p14:nvPr/>
              </p14:nvContentPartPr>
              <p14:xfrm>
                <a:off x="7306128" y="1790064"/>
                <a:ext cx="3240" cy="792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1EB2E3A6-9649-D371-D126-86B6AF5F24B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297128" y="1781064"/>
                  <a:ext cx="208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05D3C853-DB91-37AA-ED95-BD4FD8D0B3C1}"/>
                    </a:ext>
                  </a:extLst>
                </p14:cNvPr>
                <p14:cNvContentPartPr/>
                <p14:nvPr/>
              </p14:nvContentPartPr>
              <p14:xfrm>
                <a:off x="7337448" y="1836504"/>
                <a:ext cx="157320" cy="8928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05D3C853-DB91-37AA-ED95-BD4FD8D0B3C1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7328808" y="1827864"/>
                  <a:ext cx="17496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24413A21-4595-21DB-6528-05D393FC7F66}"/>
                    </a:ext>
                  </a:extLst>
                </p14:cNvPr>
                <p14:cNvContentPartPr/>
                <p14:nvPr/>
              </p14:nvContentPartPr>
              <p14:xfrm>
                <a:off x="7591608" y="1748304"/>
                <a:ext cx="39960" cy="22860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24413A21-4595-21DB-6528-05D393FC7F66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7582968" y="1739664"/>
                  <a:ext cx="57600" cy="24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E0005467-5FA7-6249-E0A4-C8F63E32542E}"/>
              </a:ext>
            </a:extLst>
          </p:cNvPr>
          <p:cNvGrpSpPr/>
          <p:nvPr/>
        </p:nvGrpSpPr>
        <p:grpSpPr>
          <a:xfrm>
            <a:off x="5404608" y="2158344"/>
            <a:ext cx="1105200" cy="216360"/>
            <a:chOff x="5404608" y="2158344"/>
            <a:chExt cx="1105200" cy="21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09D0EC45-11F3-17E1-454A-D39315E0AC98}"/>
                    </a:ext>
                  </a:extLst>
                </p14:cNvPr>
                <p14:cNvContentPartPr/>
                <p14:nvPr/>
              </p14:nvContentPartPr>
              <p14:xfrm>
                <a:off x="5404608" y="2158344"/>
                <a:ext cx="255240" cy="21636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09D0EC45-11F3-17E1-454A-D39315E0AC98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5395968" y="2149704"/>
                  <a:ext cx="27288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43360FBD-EE2D-32B6-DA72-76AC628765F7}"/>
                    </a:ext>
                  </a:extLst>
                </p14:cNvPr>
                <p14:cNvContentPartPr/>
                <p14:nvPr/>
              </p14:nvContentPartPr>
              <p14:xfrm>
                <a:off x="5721408" y="2236104"/>
                <a:ext cx="72000" cy="9648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43360FBD-EE2D-32B6-DA72-76AC628765F7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5712768" y="2227464"/>
                  <a:ext cx="896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32EAA8A5-B119-CF23-CAA0-3E33D48F2B5A}"/>
                    </a:ext>
                  </a:extLst>
                </p14:cNvPr>
                <p14:cNvContentPartPr/>
                <p14:nvPr/>
              </p14:nvContentPartPr>
              <p14:xfrm>
                <a:off x="5889528" y="2231064"/>
                <a:ext cx="82080" cy="6660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32EAA8A5-B119-CF23-CAA0-3E33D48F2B5A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5880888" y="2222064"/>
                  <a:ext cx="9972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B1459AD3-1547-621F-0B6C-71BFA1897816}"/>
                    </a:ext>
                  </a:extLst>
                </p14:cNvPr>
                <p14:cNvContentPartPr/>
                <p14:nvPr/>
              </p14:nvContentPartPr>
              <p14:xfrm>
                <a:off x="6076368" y="2244024"/>
                <a:ext cx="94680" cy="1548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B1459AD3-1547-621F-0B6C-71BFA1897816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6067728" y="2235384"/>
                  <a:ext cx="1123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BCDBBE4F-07EB-5732-A3CE-2E058D897879}"/>
                    </a:ext>
                  </a:extLst>
                </p14:cNvPr>
                <p14:cNvContentPartPr/>
                <p14:nvPr/>
              </p14:nvContentPartPr>
              <p14:xfrm>
                <a:off x="6361128" y="2263464"/>
                <a:ext cx="148680" cy="1008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BCDBBE4F-07EB-5732-A3CE-2E058D897879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6352128" y="2254464"/>
                  <a:ext cx="166320" cy="2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A07FDE5D-44AC-72FB-66C3-49AAB83BA81C}"/>
              </a:ext>
            </a:extLst>
          </p:cNvPr>
          <p:cNvGrpSpPr/>
          <p:nvPr/>
        </p:nvGrpSpPr>
        <p:grpSpPr>
          <a:xfrm>
            <a:off x="6789168" y="2214864"/>
            <a:ext cx="864000" cy="356760"/>
            <a:chOff x="6789168" y="2214864"/>
            <a:chExt cx="864000" cy="35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DAF208A0-2D86-FB0B-E29D-2D496CA7A029}"/>
                    </a:ext>
                  </a:extLst>
                </p14:cNvPr>
                <p14:cNvContentPartPr/>
                <p14:nvPr/>
              </p14:nvContentPartPr>
              <p14:xfrm>
                <a:off x="6789168" y="2214864"/>
                <a:ext cx="280800" cy="9720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DAF208A0-2D86-FB0B-E29D-2D496CA7A029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6780168" y="2206224"/>
                  <a:ext cx="2984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A4EF6CF1-0C91-D7C1-2406-1C7AFD37A5A8}"/>
                    </a:ext>
                  </a:extLst>
                </p14:cNvPr>
                <p14:cNvContentPartPr/>
                <p14:nvPr/>
              </p14:nvContentPartPr>
              <p14:xfrm>
                <a:off x="7149888" y="2237904"/>
                <a:ext cx="46080" cy="8568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A4EF6CF1-0C91-D7C1-2406-1C7AFD37A5A8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7140888" y="2229264"/>
                  <a:ext cx="6372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175C18DF-7CCE-5F3F-E301-0B01D3EE5150}"/>
                    </a:ext>
                  </a:extLst>
                </p14:cNvPr>
                <p14:cNvContentPartPr/>
                <p14:nvPr/>
              </p14:nvContentPartPr>
              <p14:xfrm>
                <a:off x="7239528" y="2258424"/>
                <a:ext cx="60120" cy="8820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175C18DF-7CCE-5F3F-E301-0B01D3EE5150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7230888" y="2249424"/>
                  <a:ext cx="777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1290AD54-D246-4F71-6F66-FD0C5D38EBDE}"/>
                    </a:ext>
                  </a:extLst>
                </p14:cNvPr>
                <p14:cNvContentPartPr/>
                <p14:nvPr/>
              </p14:nvContentPartPr>
              <p14:xfrm>
                <a:off x="7388208" y="2280024"/>
                <a:ext cx="264960" cy="29160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1290AD54-D246-4F71-6F66-FD0C5D38EBDE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7379208" y="2271384"/>
                  <a:ext cx="282600" cy="30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0E752297-F0B1-B488-416A-C3F92478E186}"/>
              </a:ext>
            </a:extLst>
          </p:cNvPr>
          <p:cNvGrpSpPr/>
          <p:nvPr/>
        </p:nvGrpSpPr>
        <p:grpSpPr>
          <a:xfrm>
            <a:off x="3752208" y="405864"/>
            <a:ext cx="2178000" cy="601560"/>
            <a:chOff x="3752208" y="405864"/>
            <a:chExt cx="2178000" cy="60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6672707-19EC-041D-F05D-0B0E6DB11D02}"/>
                    </a:ext>
                  </a:extLst>
                </p14:cNvPr>
                <p14:cNvContentPartPr/>
                <p14:nvPr/>
              </p14:nvContentPartPr>
              <p14:xfrm>
                <a:off x="3752208" y="517104"/>
                <a:ext cx="518400" cy="2894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6672707-19EC-041D-F05D-0B0E6DB11D02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3743568" y="508464"/>
                  <a:ext cx="53604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7501B5D-FAFD-A717-2E2B-CAD02FE2DD06}"/>
                    </a:ext>
                  </a:extLst>
                </p14:cNvPr>
                <p14:cNvContentPartPr/>
                <p14:nvPr/>
              </p14:nvContentPartPr>
              <p14:xfrm>
                <a:off x="3876048" y="600264"/>
                <a:ext cx="191160" cy="234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7501B5D-FAFD-A717-2E2B-CAD02FE2DD06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3867408" y="591264"/>
                  <a:ext cx="2088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4C66A66-9927-6761-0293-00BC1F0E1029}"/>
                    </a:ext>
                  </a:extLst>
                </p14:cNvPr>
                <p14:cNvContentPartPr/>
                <p14:nvPr/>
              </p14:nvContentPartPr>
              <p14:xfrm>
                <a:off x="4584168" y="431784"/>
                <a:ext cx="281160" cy="5533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4C66A66-9927-6761-0293-00BC1F0E1029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4575528" y="423144"/>
                  <a:ext cx="298800" cy="57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AF11261-D40C-0DC9-7581-F380D72CB167}"/>
                    </a:ext>
                  </a:extLst>
                </p14:cNvPr>
                <p14:cNvContentPartPr/>
                <p14:nvPr/>
              </p14:nvContentPartPr>
              <p14:xfrm>
                <a:off x="4469688" y="668664"/>
                <a:ext cx="472320" cy="1792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AF11261-D40C-0DC9-7581-F380D72CB167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4461048" y="659664"/>
                  <a:ext cx="4899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22440CA-C636-4BD0-0136-86210261DFBB}"/>
                    </a:ext>
                  </a:extLst>
                </p14:cNvPr>
                <p14:cNvContentPartPr/>
                <p14:nvPr/>
              </p14:nvContentPartPr>
              <p14:xfrm>
                <a:off x="5060448" y="505584"/>
                <a:ext cx="389160" cy="2782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22440CA-C636-4BD0-0136-86210261DFBB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5051448" y="496584"/>
                  <a:ext cx="40680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DFDE959-D7A4-5A62-A899-F60587D3D48D}"/>
                    </a:ext>
                  </a:extLst>
                </p14:cNvPr>
                <p14:cNvContentPartPr/>
                <p14:nvPr/>
              </p14:nvContentPartPr>
              <p14:xfrm>
                <a:off x="5546808" y="673344"/>
                <a:ext cx="194760" cy="997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DFDE959-D7A4-5A62-A899-F60587D3D48D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5538168" y="664704"/>
                  <a:ext cx="2124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A1A81E8-3A86-56DF-4366-BD250877FB62}"/>
                    </a:ext>
                  </a:extLst>
                </p14:cNvPr>
                <p14:cNvContentPartPr/>
                <p14:nvPr/>
              </p14:nvContentPartPr>
              <p14:xfrm>
                <a:off x="5770728" y="617184"/>
                <a:ext cx="4320" cy="136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A1A81E8-3A86-56DF-4366-BD250877FB62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5761728" y="608544"/>
                  <a:ext cx="219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90BBE03-1639-E874-5EAE-A71DEAA91A34}"/>
                    </a:ext>
                  </a:extLst>
                </p14:cNvPr>
                <p14:cNvContentPartPr/>
                <p14:nvPr/>
              </p14:nvContentPartPr>
              <p14:xfrm>
                <a:off x="5750208" y="717624"/>
                <a:ext cx="180000" cy="2898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90BBE03-1639-E874-5EAE-A71DEAA91A34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5741208" y="708624"/>
                  <a:ext cx="19764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BC122E46-35A7-3136-9624-10D9B61B9376}"/>
                    </a:ext>
                  </a:extLst>
                </p14:cNvPr>
                <p14:cNvContentPartPr/>
                <p14:nvPr/>
              </p14:nvContentPartPr>
              <p14:xfrm>
                <a:off x="4188168" y="405864"/>
                <a:ext cx="720" cy="432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BC122E46-35A7-3136-9624-10D9B61B937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179168" y="397224"/>
                  <a:ext cx="1836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CF59EE18-8D3B-BA1D-5939-0AA529ED40BB}"/>
                    </a:ext>
                  </a:extLst>
                </p14:cNvPr>
                <p14:cNvContentPartPr/>
                <p14:nvPr/>
              </p14:nvContentPartPr>
              <p14:xfrm>
                <a:off x="4453848" y="469584"/>
                <a:ext cx="2520" cy="864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CF59EE18-8D3B-BA1D-5939-0AA529ED40BB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444848" y="460944"/>
                  <a:ext cx="20160" cy="2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0" name="Group 249">
            <a:extLst>
              <a:ext uri="{FF2B5EF4-FFF2-40B4-BE49-F238E27FC236}">
                <a16:creationId xmlns:a16="http://schemas.microsoft.com/office/drawing/2014/main" id="{CD0006C6-9389-248B-F0F2-A82293EBD7B6}"/>
              </a:ext>
            </a:extLst>
          </p:cNvPr>
          <p:cNvGrpSpPr/>
          <p:nvPr/>
        </p:nvGrpSpPr>
        <p:grpSpPr>
          <a:xfrm>
            <a:off x="2091528" y="3457584"/>
            <a:ext cx="618120" cy="344160"/>
            <a:chOff x="2091528" y="3457584"/>
            <a:chExt cx="618120" cy="34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FF5BE5E9-0630-77E5-5524-CF82A631A312}"/>
                    </a:ext>
                  </a:extLst>
                </p14:cNvPr>
                <p14:cNvContentPartPr/>
                <p14:nvPr/>
              </p14:nvContentPartPr>
              <p14:xfrm>
                <a:off x="2260728" y="3583944"/>
                <a:ext cx="95040" cy="21780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FF5BE5E9-0630-77E5-5524-CF82A631A312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252088" y="3575304"/>
                  <a:ext cx="11268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EA10F08C-23FE-BC26-C19A-05042486D0A1}"/>
                    </a:ext>
                  </a:extLst>
                </p14:cNvPr>
                <p14:cNvContentPartPr/>
                <p14:nvPr/>
              </p14:nvContentPartPr>
              <p14:xfrm>
                <a:off x="2091528" y="3457584"/>
                <a:ext cx="618120" cy="30528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EA10F08C-23FE-BC26-C19A-05042486D0A1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082528" y="3448584"/>
                  <a:ext cx="635760" cy="322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E9A56D43-0F5E-6129-FC90-51FC5DC1FE1C}"/>
                  </a:ext>
                </a:extLst>
              </p14:cNvPr>
              <p14:cNvContentPartPr/>
              <p14:nvPr/>
            </p14:nvContentPartPr>
            <p14:xfrm>
              <a:off x="4071168" y="3723624"/>
              <a:ext cx="10080" cy="16200"/>
            </p14:xfrm>
          </p:contentPart>
        </mc:Choice>
        <mc:Fallback xmlns=""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E9A56D43-0F5E-6129-FC90-51FC5DC1FE1C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4062168" y="3714624"/>
                <a:ext cx="27720" cy="33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75" name="Group 274">
            <a:extLst>
              <a:ext uri="{FF2B5EF4-FFF2-40B4-BE49-F238E27FC236}">
                <a16:creationId xmlns:a16="http://schemas.microsoft.com/office/drawing/2014/main" id="{9D6CDA5C-D460-49C4-3354-427C140DE25D}"/>
              </a:ext>
            </a:extLst>
          </p:cNvPr>
          <p:cNvGrpSpPr/>
          <p:nvPr/>
        </p:nvGrpSpPr>
        <p:grpSpPr>
          <a:xfrm>
            <a:off x="3165408" y="3582144"/>
            <a:ext cx="884880" cy="426960"/>
            <a:chOff x="3165408" y="3582144"/>
            <a:chExt cx="884880" cy="42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FCBFE5B8-2009-5809-0EB0-A49A6A211CA2}"/>
                    </a:ext>
                  </a:extLst>
                </p14:cNvPr>
                <p14:cNvContentPartPr/>
                <p14:nvPr/>
              </p14:nvContentPartPr>
              <p14:xfrm>
                <a:off x="3165408" y="3582144"/>
                <a:ext cx="240840" cy="42696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FCBFE5B8-2009-5809-0EB0-A49A6A211CA2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156768" y="3573144"/>
                  <a:ext cx="258480" cy="4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D15EE22A-19E2-0875-632B-82856C9D6141}"/>
                    </a:ext>
                  </a:extLst>
                </p14:cNvPr>
                <p14:cNvContentPartPr/>
                <p14:nvPr/>
              </p14:nvContentPartPr>
              <p14:xfrm>
                <a:off x="3511728" y="3751344"/>
                <a:ext cx="34560" cy="11448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D15EE22A-19E2-0875-632B-82856C9D6141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502728" y="3742344"/>
                  <a:ext cx="5220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07FE27D4-A423-647C-FBB4-2EA0FE7535D7}"/>
                    </a:ext>
                  </a:extLst>
                </p14:cNvPr>
                <p14:cNvContentPartPr/>
                <p14:nvPr/>
              </p14:nvContentPartPr>
              <p14:xfrm>
                <a:off x="3533328" y="3633624"/>
                <a:ext cx="2160" cy="3060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07FE27D4-A423-647C-FBB4-2EA0FE7535D7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524328" y="3624984"/>
                  <a:ext cx="198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CA94BC78-C398-8B5B-F795-44D9CA824903}"/>
                    </a:ext>
                  </a:extLst>
                </p14:cNvPr>
                <p14:cNvContentPartPr/>
                <p14:nvPr/>
              </p14:nvContentPartPr>
              <p14:xfrm>
                <a:off x="3648168" y="3771144"/>
                <a:ext cx="80280" cy="4896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CA94BC78-C398-8B5B-F795-44D9CA824903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639528" y="3762144"/>
                  <a:ext cx="9792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612132B9-76DD-6ACD-343B-840C679A5A2A}"/>
                    </a:ext>
                  </a:extLst>
                </p14:cNvPr>
                <p14:cNvContentPartPr/>
                <p14:nvPr/>
              </p14:nvContentPartPr>
              <p14:xfrm>
                <a:off x="3828888" y="3741264"/>
                <a:ext cx="221400" cy="8496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612132B9-76DD-6ACD-343B-840C679A5A2A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820248" y="3732624"/>
                  <a:ext cx="239040" cy="10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4" name="Group 273">
            <a:extLst>
              <a:ext uri="{FF2B5EF4-FFF2-40B4-BE49-F238E27FC236}">
                <a16:creationId xmlns:a16="http://schemas.microsoft.com/office/drawing/2014/main" id="{A13A68D1-7E91-D9E4-E9B4-0030427D1609}"/>
              </a:ext>
            </a:extLst>
          </p:cNvPr>
          <p:cNvGrpSpPr/>
          <p:nvPr/>
        </p:nvGrpSpPr>
        <p:grpSpPr>
          <a:xfrm>
            <a:off x="4390488" y="3474144"/>
            <a:ext cx="1316160" cy="326880"/>
            <a:chOff x="4390488" y="3474144"/>
            <a:chExt cx="1316160" cy="32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583C7E31-7D3C-A69F-0391-F05654A0BC09}"/>
                    </a:ext>
                  </a:extLst>
                </p14:cNvPr>
                <p14:cNvContentPartPr/>
                <p14:nvPr/>
              </p14:nvContentPartPr>
              <p14:xfrm>
                <a:off x="4390488" y="3545064"/>
                <a:ext cx="270360" cy="24084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583C7E31-7D3C-A69F-0391-F05654A0BC09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381848" y="3536424"/>
                  <a:ext cx="28800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1EF57343-72D1-42B9-6C1F-B6B22D4CF3D5}"/>
                    </a:ext>
                  </a:extLst>
                </p14:cNvPr>
                <p14:cNvContentPartPr/>
                <p14:nvPr/>
              </p14:nvContentPartPr>
              <p14:xfrm>
                <a:off x="4694328" y="3474144"/>
                <a:ext cx="1012320" cy="32688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1EF57343-72D1-42B9-6C1F-B6B22D4CF3D5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685328" y="3465144"/>
                  <a:ext cx="102996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301FDD9E-7392-DC8B-9A8F-9AC6AB716C6A}"/>
                    </a:ext>
                  </a:extLst>
                </p14:cNvPr>
                <p14:cNvContentPartPr/>
                <p14:nvPr/>
              </p14:nvContentPartPr>
              <p14:xfrm>
                <a:off x="5452488" y="3536784"/>
                <a:ext cx="70920" cy="1908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301FDD9E-7392-DC8B-9A8F-9AC6AB716C6A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443488" y="3527784"/>
                  <a:ext cx="88560" cy="3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E805111C-5D4A-D3EA-7D31-9C888B051312}"/>
              </a:ext>
            </a:extLst>
          </p:cNvPr>
          <p:cNvGrpSpPr/>
          <p:nvPr/>
        </p:nvGrpSpPr>
        <p:grpSpPr>
          <a:xfrm>
            <a:off x="6166728" y="3504384"/>
            <a:ext cx="173880" cy="189360"/>
            <a:chOff x="6166728" y="3504384"/>
            <a:chExt cx="173880" cy="18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B7983A8B-7D8C-C442-3E3B-F5FB3C50DE40}"/>
                    </a:ext>
                  </a:extLst>
                </p14:cNvPr>
                <p14:cNvContentPartPr/>
                <p14:nvPr/>
              </p14:nvContentPartPr>
              <p14:xfrm>
                <a:off x="6166728" y="3628944"/>
                <a:ext cx="168480" cy="6480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B7983A8B-7D8C-C442-3E3B-F5FB3C50DE40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158088" y="3619944"/>
                  <a:ext cx="1861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E126E280-0329-2A82-EDD5-B7D59C3A4D0B}"/>
                    </a:ext>
                  </a:extLst>
                </p14:cNvPr>
                <p14:cNvContentPartPr/>
                <p14:nvPr/>
              </p14:nvContentPartPr>
              <p14:xfrm>
                <a:off x="6263568" y="3504384"/>
                <a:ext cx="77040" cy="4320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E126E280-0329-2A82-EDD5-B7D59C3A4D0B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254928" y="3495744"/>
                  <a:ext cx="94680" cy="6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2" name="Group 271">
            <a:extLst>
              <a:ext uri="{FF2B5EF4-FFF2-40B4-BE49-F238E27FC236}">
                <a16:creationId xmlns:a16="http://schemas.microsoft.com/office/drawing/2014/main" id="{4E79D873-D10A-8A77-6B69-718C6775F1C0}"/>
              </a:ext>
            </a:extLst>
          </p:cNvPr>
          <p:cNvGrpSpPr/>
          <p:nvPr/>
        </p:nvGrpSpPr>
        <p:grpSpPr>
          <a:xfrm>
            <a:off x="6778008" y="3410064"/>
            <a:ext cx="216720" cy="279000"/>
            <a:chOff x="6778008" y="3410064"/>
            <a:chExt cx="216720" cy="27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B36E9861-EB4B-290C-C3B4-9454B66F7833}"/>
                    </a:ext>
                  </a:extLst>
                </p14:cNvPr>
                <p14:cNvContentPartPr/>
                <p14:nvPr/>
              </p14:nvContentPartPr>
              <p14:xfrm>
                <a:off x="6778008" y="3410064"/>
                <a:ext cx="154800" cy="27900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B36E9861-EB4B-290C-C3B4-9454B66F7833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769368" y="3401064"/>
                  <a:ext cx="17244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BEA9BDE0-5D67-A409-C08B-193E43A59C89}"/>
                    </a:ext>
                  </a:extLst>
                </p14:cNvPr>
                <p14:cNvContentPartPr/>
                <p14:nvPr/>
              </p14:nvContentPartPr>
              <p14:xfrm>
                <a:off x="6779448" y="3510864"/>
                <a:ext cx="215280" cy="2340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BEA9BDE0-5D67-A409-C08B-193E43A59C89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770808" y="3501864"/>
                  <a:ext cx="232920" cy="41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FA476370-7EC6-F446-C7C6-A0389AFC58CB}"/>
                  </a:ext>
                </a:extLst>
              </p14:cNvPr>
              <p14:cNvContentPartPr/>
              <p14:nvPr/>
            </p14:nvContentPartPr>
            <p14:xfrm>
              <a:off x="7346088" y="3408624"/>
              <a:ext cx="261720" cy="261000"/>
            </p14:xfrm>
          </p:contentPart>
        </mc:Choice>
        <mc:Fallback xmlns=""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FA476370-7EC6-F446-C7C6-A0389AFC58CB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7337448" y="3399984"/>
                <a:ext cx="279360" cy="278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71" name="Group 270">
            <a:extLst>
              <a:ext uri="{FF2B5EF4-FFF2-40B4-BE49-F238E27FC236}">
                <a16:creationId xmlns:a16="http://schemas.microsoft.com/office/drawing/2014/main" id="{4DB5C55A-8E68-E279-84E4-EBEC5E319B28}"/>
              </a:ext>
            </a:extLst>
          </p:cNvPr>
          <p:cNvGrpSpPr/>
          <p:nvPr/>
        </p:nvGrpSpPr>
        <p:grpSpPr>
          <a:xfrm>
            <a:off x="7933248" y="3380184"/>
            <a:ext cx="961560" cy="381960"/>
            <a:chOff x="7933248" y="3380184"/>
            <a:chExt cx="961560" cy="38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2E4F9B9A-3955-B2CC-A164-BE1C6CE06373}"/>
                    </a:ext>
                  </a:extLst>
                </p14:cNvPr>
                <p14:cNvContentPartPr/>
                <p14:nvPr/>
              </p14:nvContentPartPr>
              <p14:xfrm>
                <a:off x="7933248" y="3380184"/>
                <a:ext cx="238680" cy="38196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2E4F9B9A-3955-B2CC-A164-BE1C6CE06373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7924608" y="3371184"/>
                  <a:ext cx="256320" cy="39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32F636C1-A84D-27B2-A269-531646F4040A}"/>
                    </a:ext>
                  </a:extLst>
                </p14:cNvPr>
                <p14:cNvContentPartPr/>
                <p14:nvPr/>
              </p14:nvContentPartPr>
              <p14:xfrm>
                <a:off x="8236008" y="3466224"/>
                <a:ext cx="658800" cy="13788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32F636C1-A84D-27B2-A269-531646F4040A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227368" y="3457584"/>
                  <a:ext cx="676440" cy="155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276" name="Ink 275">
                <a:extLst>
                  <a:ext uri="{FF2B5EF4-FFF2-40B4-BE49-F238E27FC236}">
                    <a16:creationId xmlns:a16="http://schemas.microsoft.com/office/drawing/2014/main" id="{5845044E-4C59-0A72-8479-4C4F104F65B6}"/>
                  </a:ext>
                </a:extLst>
              </p14:cNvPr>
              <p14:cNvContentPartPr/>
              <p14:nvPr/>
            </p14:nvContentPartPr>
            <p14:xfrm>
              <a:off x="8657208" y="3624984"/>
              <a:ext cx="4680" cy="1080"/>
            </p14:xfrm>
          </p:contentPart>
        </mc:Choice>
        <mc:Fallback xmlns="">
          <p:pic>
            <p:nvPicPr>
              <p:cNvPr id="276" name="Ink 275">
                <a:extLst>
                  <a:ext uri="{FF2B5EF4-FFF2-40B4-BE49-F238E27FC236}">
                    <a16:creationId xmlns:a16="http://schemas.microsoft.com/office/drawing/2014/main" id="{5845044E-4C59-0A72-8479-4C4F104F65B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48568" y="3616344"/>
                <a:ext cx="2232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1">
            <p14:nvContentPartPr>
              <p14:cNvPr id="277" name="Ink 276">
                <a:extLst>
                  <a:ext uri="{FF2B5EF4-FFF2-40B4-BE49-F238E27FC236}">
                    <a16:creationId xmlns:a16="http://schemas.microsoft.com/office/drawing/2014/main" id="{FB9BC1E5-5F2A-4ADC-7D06-DE064DBBD20B}"/>
                  </a:ext>
                </a:extLst>
              </p14:cNvPr>
              <p14:cNvContentPartPr/>
              <p14:nvPr/>
            </p14:nvContentPartPr>
            <p14:xfrm>
              <a:off x="1079208" y="4411944"/>
              <a:ext cx="120960" cy="2282760"/>
            </p14:xfrm>
          </p:contentPart>
        </mc:Choice>
        <mc:Fallback xmlns="">
          <p:pic>
            <p:nvPicPr>
              <p:cNvPr id="277" name="Ink 276">
                <a:extLst>
                  <a:ext uri="{FF2B5EF4-FFF2-40B4-BE49-F238E27FC236}">
                    <a16:creationId xmlns:a16="http://schemas.microsoft.com/office/drawing/2014/main" id="{FB9BC1E5-5F2A-4ADC-7D06-DE064DBBD20B}"/>
                  </a:ext>
                </a:extLst>
              </p:cNvPr>
              <p:cNvPicPr/>
              <p:nvPr/>
            </p:nvPicPr>
            <p:blipFill>
              <a:blip r:embed="rId262"/>
              <a:stretch>
                <a:fillRect/>
              </a:stretch>
            </p:blipFill>
            <p:spPr>
              <a:xfrm>
                <a:off x="1070568" y="4402944"/>
                <a:ext cx="138600" cy="230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3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08DE99D2-ABA7-40ED-9D0A-506DAEBAAF3D}"/>
                  </a:ext>
                </a:extLst>
              </p14:cNvPr>
              <p14:cNvContentPartPr/>
              <p14:nvPr/>
            </p14:nvContentPartPr>
            <p14:xfrm>
              <a:off x="6148368" y="433944"/>
              <a:ext cx="423000" cy="55800"/>
            </p14:xfrm>
          </p:contentPart>
        </mc:Choice>
        <mc:Fallback xmlns=""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08DE99D2-ABA7-40ED-9D0A-506DAEBAAF3D}"/>
                  </a:ext>
                </a:extLst>
              </p:cNvPr>
              <p:cNvPicPr/>
              <p:nvPr/>
            </p:nvPicPr>
            <p:blipFill>
              <a:blip r:embed="rId264"/>
              <a:stretch>
                <a:fillRect/>
              </a:stretch>
            </p:blipFill>
            <p:spPr>
              <a:xfrm>
                <a:off x="6139368" y="425304"/>
                <a:ext cx="440640" cy="7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5">
            <p14:nvContentPartPr>
              <p14:cNvPr id="282" name="Ink 281">
                <a:extLst>
                  <a:ext uri="{FF2B5EF4-FFF2-40B4-BE49-F238E27FC236}">
                    <a16:creationId xmlns:a16="http://schemas.microsoft.com/office/drawing/2014/main" id="{714A3D74-2471-80CC-B6B2-D9B8015EA929}"/>
                  </a:ext>
                </a:extLst>
              </p14:cNvPr>
              <p14:cNvContentPartPr/>
              <p14:nvPr/>
            </p14:nvContentPartPr>
            <p14:xfrm>
              <a:off x="966888" y="4576104"/>
              <a:ext cx="23760" cy="199440"/>
            </p14:xfrm>
          </p:contentPart>
        </mc:Choice>
        <mc:Fallback xmlns="">
          <p:pic>
            <p:nvPicPr>
              <p:cNvPr id="282" name="Ink 281">
                <a:extLst>
                  <a:ext uri="{FF2B5EF4-FFF2-40B4-BE49-F238E27FC236}">
                    <a16:creationId xmlns:a16="http://schemas.microsoft.com/office/drawing/2014/main" id="{714A3D74-2471-80CC-B6B2-D9B8015EA929}"/>
                  </a:ext>
                </a:extLst>
              </p:cNvPr>
              <p:cNvPicPr/>
              <p:nvPr/>
            </p:nvPicPr>
            <p:blipFill>
              <a:blip r:embed="rId266"/>
              <a:stretch>
                <a:fillRect/>
              </a:stretch>
            </p:blipFill>
            <p:spPr>
              <a:xfrm>
                <a:off x="957888" y="4567104"/>
                <a:ext cx="41400" cy="2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7">
            <p14:nvContentPartPr>
              <p14:cNvPr id="283" name="Ink 282">
                <a:extLst>
                  <a:ext uri="{FF2B5EF4-FFF2-40B4-BE49-F238E27FC236}">
                    <a16:creationId xmlns:a16="http://schemas.microsoft.com/office/drawing/2014/main" id="{0BBCA824-6A40-0C2D-C06D-80E5BC5D9482}"/>
                  </a:ext>
                </a:extLst>
              </p14:cNvPr>
              <p14:cNvContentPartPr/>
              <p14:nvPr/>
            </p14:nvContentPartPr>
            <p14:xfrm>
              <a:off x="1123128" y="5053104"/>
              <a:ext cx="10293120" cy="271080"/>
            </p14:xfrm>
          </p:contentPart>
        </mc:Choice>
        <mc:Fallback xmlns="">
          <p:pic>
            <p:nvPicPr>
              <p:cNvPr id="283" name="Ink 282">
                <a:extLst>
                  <a:ext uri="{FF2B5EF4-FFF2-40B4-BE49-F238E27FC236}">
                    <a16:creationId xmlns:a16="http://schemas.microsoft.com/office/drawing/2014/main" id="{0BBCA824-6A40-0C2D-C06D-80E5BC5D9482}"/>
                  </a:ext>
                </a:extLst>
              </p:cNvPr>
              <p:cNvPicPr/>
              <p:nvPr/>
            </p:nvPicPr>
            <p:blipFill>
              <a:blip r:embed="rId268"/>
              <a:stretch>
                <a:fillRect/>
              </a:stretch>
            </p:blipFill>
            <p:spPr>
              <a:xfrm>
                <a:off x="1114488" y="5044104"/>
                <a:ext cx="10310760" cy="28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9">
            <p14:nvContentPartPr>
              <p14:cNvPr id="295" name="Ink 294">
                <a:extLst>
                  <a:ext uri="{FF2B5EF4-FFF2-40B4-BE49-F238E27FC236}">
                    <a16:creationId xmlns:a16="http://schemas.microsoft.com/office/drawing/2014/main" id="{BDE58594-A5EB-5AF3-03F3-43C869B24F13}"/>
                  </a:ext>
                </a:extLst>
              </p14:cNvPr>
              <p14:cNvContentPartPr/>
              <p14:nvPr/>
            </p14:nvContentPartPr>
            <p14:xfrm>
              <a:off x="3333888" y="4552704"/>
              <a:ext cx="138600" cy="2340000"/>
            </p14:xfrm>
          </p:contentPart>
        </mc:Choice>
        <mc:Fallback xmlns="">
          <p:pic>
            <p:nvPicPr>
              <p:cNvPr id="295" name="Ink 294">
                <a:extLst>
                  <a:ext uri="{FF2B5EF4-FFF2-40B4-BE49-F238E27FC236}">
                    <a16:creationId xmlns:a16="http://schemas.microsoft.com/office/drawing/2014/main" id="{BDE58594-A5EB-5AF3-03F3-43C869B24F13}"/>
                  </a:ext>
                </a:extLst>
              </p:cNvPr>
              <p:cNvPicPr/>
              <p:nvPr/>
            </p:nvPicPr>
            <p:blipFill>
              <a:blip r:embed="rId270"/>
              <a:stretch>
                <a:fillRect/>
              </a:stretch>
            </p:blipFill>
            <p:spPr>
              <a:xfrm>
                <a:off x="3324888" y="4544064"/>
                <a:ext cx="156240" cy="2357640"/>
              </a:xfrm>
              <a:prstGeom prst="rect">
                <a:avLst/>
              </a:prstGeom>
            </p:spPr>
          </p:pic>
        </mc:Fallback>
      </mc:AlternateContent>
      <p:grpSp>
        <p:nvGrpSpPr>
          <p:cNvPr id="304" name="Group 303">
            <a:extLst>
              <a:ext uri="{FF2B5EF4-FFF2-40B4-BE49-F238E27FC236}">
                <a16:creationId xmlns:a16="http://schemas.microsoft.com/office/drawing/2014/main" id="{81B6D607-5247-B5D0-EED7-E3711E6AB337}"/>
              </a:ext>
            </a:extLst>
          </p:cNvPr>
          <p:cNvGrpSpPr/>
          <p:nvPr/>
        </p:nvGrpSpPr>
        <p:grpSpPr>
          <a:xfrm>
            <a:off x="2544408" y="2313144"/>
            <a:ext cx="1414080" cy="306000"/>
            <a:chOff x="2544408" y="2313144"/>
            <a:chExt cx="1414080" cy="30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045D9DA-2D85-B90D-40A9-DA9961D4A372}"/>
                    </a:ext>
                  </a:extLst>
                </p14:cNvPr>
                <p14:cNvContentPartPr/>
                <p14:nvPr/>
              </p14:nvContentPartPr>
              <p14:xfrm>
                <a:off x="2544408" y="2313144"/>
                <a:ext cx="214920" cy="2300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045D9DA-2D85-B90D-40A9-DA9961D4A372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2535768" y="2304144"/>
                  <a:ext cx="23256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A9C6909-51A5-6DAE-98C5-C01B02A5DC4E}"/>
                    </a:ext>
                  </a:extLst>
                </p14:cNvPr>
                <p14:cNvContentPartPr/>
                <p14:nvPr/>
              </p14:nvContentPartPr>
              <p14:xfrm>
                <a:off x="2807208" y="2323224"/>
                <a:ext cx="180360" cy="1911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A9C6909-51A5-6DAE-98C5-C01B02A5DC4E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2798208" y="2314224"/>
                  <a:ext cx="1980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93EAC76-9459-36F2-2C60-05749021E115}"/>
                    </a:ext>
                  </a:extLst>
                </p14:cNvPr>
                <p14:cNvContentPartPr/>
                <p14:nvPr/>
              </p14:nvContentPartPr>
              <p14:xfrm>
                <a:off x="2996928" y="2402064"/>
                <a:ext cx="118800" cy="118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93EAC76-9459-36F2-2C60-05749021E115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2988288" y="2393064"/>
                  <a:ext cx="1364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AA6D151-68A8-4486-E540-DBF6109D1A87}"/>
                    </a:ext>
                  </a:extLst>
                </p14:cNvPr>
                <p14:cNvContentPartPr/>
                <p14:nvPr/>
              </p14:nvContentPartPr>
              <p14:xfrm>
                <a:off x="3279168" y="2317104"/>
                <a:ext cx="199080" cy="1908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AA6D151-68A8-4486-E540-DBF6109D1A87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3270528" y="2308104"/>
                  <a:ext cx="21672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3387DE0-57B9-9E41-BE8F-893731CD12E5}"/>
                    </a:ext>
                  </a:extLst>
                </p14:cNvPr>
                <p14:cNvContentPartPr/>
                <p14:nvPr/>
              </p14:nvContentPartPr>
              <p14:xfrm>
                <a:off x="3573288" y="2390544"/>
                <a:ext cx="55440" cy="1000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3387DE0-57B9-9E41-BE8F-893731CD12E5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3564648" y="2381904"/>
                  <a:ext cx="730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0358B14-5393-78B2-F474-A67595188B9F}"/>
                    </a:ext>
                  </a:extLst>
                </p14:cNvPr>
                <p14:cNvContentPartPr/>
                <p14:nvPr/>
              </p14:nvContentPartPr>
              <p14:xfrm>
                <a:off x="3710448" y="2410704"/>
                <a:ext cx="59040" cy="594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0358B14-5393-78B2-F474-A67595188B9F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3701808" y="2402064"/>
                  <a:ext cx="7668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798902B-ED51-5AAC-AA48-FB8769AAFFBA}"/>
                    </a:ext>
                  </a:extLst>
                </p14:cNvPr>
                <p14:cNvContentPartPr/>
                <p14:nvPr/>
              </p14:nvContentPartPr>
              <p14:xfrm>
                <a:off x="3836448" y="2413224"/>
                <a:ext cx="122040" cy="504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798902B-ED51-5AAC-AA48-FB8769AAFFBA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3827808" y="2404224"/>
                  <a:ext cx="1396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D82700C8-81DA-3EA8-9193-4F2E93B0D079}"/>
                    </a:ext>
                  </a:extLst>
                </p14:cNvPr>
                <p14:cNvContentPartPr/>
                <p14:nvPr/>
              </p14:nvContentPartPr>
              <p14:xfrm>
                <a:off x="2621088" y="2547504"/>
                <a:ext cx="1287360" cy="7164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D82700C8-81DA-3EA8-9193-4F2E93B0D079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2612448" y="2538864"/>
                  <a:ext cx="1305000" cy="89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7">
            <p14:nvContentPartPr>
              <p14:cNvPr id="313" name="Ink 312">
                <a:extLst>
                  <a:ext uri="{FF2B5EF4-FFF2-40B4-BE49-F238E27FC236}">
                    <a16:creationId xmlns:a16="http://schemas.microsoft.com/office/drawing/2014/main" id="{89D86DCA-E6E1-3BC8-A445-1A03AF9FAC96}"/>
                  </a:ext>
                </a:extLst>
              </p14:cNvPr>
              <p14:cNvContentPartPr/>
              <p14:nvPr/>
            </p14:nvContentPartPr>
            <p14:xfrm>
              <a:off x="6475248" y="4620384"/>
              <a:ext cx="80640" cy="2198160"/>
            </p14:xfrm>
          </p:contentPart>
        </mc:Choice>
        <mc:Fallback xmlns="">
          <p:pic>
            <p:nvPicPr>
              <p:cNvPr id="313" name="Ink 312">
                <a:extLst>
                  <a:ext uri="{FF2B5EF4-FFF2-40B4-BE49-F238E27FC236}">
                    <a16:creationId xmlns:a16="http://schemas.microsoft.com/office/drawing/2014/main" id="{89D86DCA-E6E1-3BC8-A445-1A03AF9FAC96}"/>
                  </a:ext>
                </a:extLst>
              </p:cNvPr>
              <p:cNvPicPr/>
              <p:nvPr/>
            </p:nvPicPr>
            <p:blipFill>
              <a:blip r:embed="rId288"/>
              <a:stretch>
                <a:fillRect/>
              </a:stretch>
            </p:blipFill>
            <p:spPr>
              <a:xfrm>
                <a:off x="6466608" y="4611384"/>
                <a:ext cx="98280" cy="221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9">
            <p14:nvContentPartPr>
              <p14:cNvPr id="342" name="Ink 341">
                <a:extLst>
                  <a:ext uri="{FF2B5EF4-FFF2-40B4-BE49-F238E27FC236}">
                    <a16:creationId xmlns:a16="http://schemas.microsoft.com/office/drawing/2014/main" id="{7E5C99DE-8FFA-54C5-5E4C-D2F915E646E7}"/>
                  </a:ext>
                </a:extLst>
              </p14:cNvPr>
              <p14:cNvContentPartPr/>
              <p14:nvPr/>
            </p14:nvContentPartPr>
            <p14:xfrm>
              <a:off x="3304008" y="6147504"/>
              <a:ext cx="7899840" cy="270000"/>
            </p14:xfrm>
          </p:contentPart>
        </mc:Choice>
        <mc:Fallback xmlns="">
          <p:pic>
            <p:nvPicPr>
              <p:cNvPr id="342" name="Ink 341">
                <a:extLst>
                  <a:ext uri="{FF2B5EF4-FFF2-40B4-BE49-F238E27FC236}">
                    <a16:creationId xmlns:a16="http://schemas.microsoft.com/office/drawing/2014/main" id="{7E5C99DE-8FFA-54C5-5E4C-D2F915E646E7}"/>
                  </a:ext>
                </a:extLst>
              </p:cNvPr>
              <p:cNvPicPr/>
              <p:nvPr/>
            </p:nvPicPr>
            <p:blipFill>
              <a:blip r:embed="rId290"/>
              <a:stretch>
                <a:fillRect/>
              </a:stretch>
            </p:blipFill>
            <p:spPr>
              <a:xfrm>
                <a:off x="3295008" y="6138864"/>
                <a:ext cx="7917480" cy="28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1">
            <p14:nvContentPartPr>
              <p14:cNvPr id="343" name="Ink 342">
                <a:extLst>
                  <a:ext uri="{FF2B5EF4-FFF2-40B4-BE49-F238E27FC236}">
                    <a16:creationId xmlns:a16="http://schemas.microsoft.com/office/drawing/2014/main" id="{63B7C799-1E83-2819-8EB9-262D554DDA4C}"/>
                  </a:ext>
                </a:extLst>
              </p14:cNvPr>
              <p14:cNvContentPartPr/>
              <p14:nvPr/>
            </p14:nvContentPartPr>
            <p14:xfrm>
              <a:off x="3149928" y="5625864"/>
              <a:ext cx="8229600" cy="368640"/>
            </p14:xfrm>
          </p:contentPart>
        </mc:Choice>
        <mc:Fallback xmlns="">
          <p:pic>
            <p:nvPicPr>
              <p:cNvPr id="343" name="Ink 342">
                <a:extLst>
                  <a:ext uri="{FF2B5EF4-FFF2-40B4-BE49-F238E27FC236}">
                    <a16:creationId xmlns:a16="http://schemas.microsoft.com/office/drawing/2014/main" id="{63B7C799-1E83-2819-8EB9-262D554DDA4C}"/>
                  </a:ext>
                </a:extLst>
              </p:cNvPr>
              <p:cNvPicPr/>
              <p:nvPr/>
            </p:nvPicPr>
            <p:blipFill>
              <a:blip r:embed="rId292"/>
              <a:stretch>
                <a:fillRect/>
              </a:stretch>
            </p:blipFill>
            <p:spPr>
              <a:xfrm>
                <a:off x="3141288" y="5617224"/>
                <a:ext cx="8247240" cy="38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3">
            <p14:nvContentPartPr>
              <p14:cNvPr id="345" name="Ink 344">
                <a:extLst>
                  <a:ext uri="{FF2B5EF4-FFF2-40B4-BE49-F238E27FC236}">
                    <a16:creationId xmlns:a16="http://schemas.microsoft.com/office/drawing/2014/main" id="{6EEFB9D5-A701-2F42-E19B-A5C705DD483D}"/>
                  </a:ext>
                </a:extLst>
              </p14:cNvPr>
              <p14:cNvContentPartPr/>
              <p14:nvPr/>
            </p14:nvContentPartPr>
            <p14:xfrm>
              <a:off x="7038648" y="4289184"/>
              <a:ext cx="204840" cy="163080"/>
            </p14:xfrm>
          </p:contentPart>
        </mc:Choice>
        <mc:Fallback xmlns="">
          <p:pic>
            <p:nvPicPr>
              <p:cNvPr id="345" name="Ink 344">
                <a:extLst>
                  <a:ext uri="{FF2B5EF4-FFF2-40B4-BE49-F238E27FC236}">
                    <a16:creationId xmlns:a16="http://schemas.microsoft.com/office/drawing/2014/main" id="{6EEFB9D5-A701-2F42-E19B-A5C705DD483D}"/>
                  </a:ext>
                </a:extLst>
              </p:cNvPr>
              <p:cNvPicPr/>
              <p:nvPr/>
            </p:nvPicPr>
            <p:blipFill>
              <a:blip r:embed="rId294"/>
              <a:stretch>
                <a:fillRect/>
              </a:stretch>
            </p:blipFill>
            <p:spPr>
              <a:xfrm>
                <a:off x="7030008" y="4280544"/>
                <a:ext cx="222480" cy="18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5">
            <p14:nvContentPartPr>
              <p14:cNvPr id="346" name="Ink 345">
                <a:extLst>
                  <a:ext uri="{FF2B5EF4-FFF2-40B4-BE49-F238E27FC236}">
                    <a16:creationId xmlns:a16="http://schemas.microsoft.com/office/drawing/2014/main" id="{DFDEBE9D-4E81-CFD2-6B82-9ECDC5FCF8D8}"/>
                  </a:ext>
                </a:extLst>
              </p14:cNvPr>
              <p14:cNvContentPartPr/>
              <p14:nvPr/>
            </p14:nvContentPartPr>
            <p14:xfrm>
              <a:off x="7954848" y="4601304"/>
              <a:ext cx="234720" cy="2278800"/>
            </p14:xfrm>
          </p:contentPart>
        </mc:Choice>
        <mc:Fallback xmlns="">
          <p:pic>
            <p:nvPicPr>
              <p:cNvPr id="346" name="Ink 345">
                <a:extLst>
                  <a:ext uri="{FF2B5EF4-FFF2-40B4-BE49-F238E27FC236}">
                    <a16:creationId xmlns:a16="http://schemas.microsoft.com/office/drawing/2014/main" id="{DFDEBE9D-4E81-CFD2-6B82-9ECDC5FCF8D8}"/>
                  </a:ext>
                </a:extLst>
              </p:cNvPr>
              <p:cNvPicPr/>
              <p:nvPr/>
            </p:nvPicPr>
            <p:blipFill>
              <a:blip r:embed="rId296"/>
              <a:stretch>
                <a:fillRect/>
              </a:stretch>
            </p:blipFill>
            <p:spPr>
              <a:xfrm>
                <a:off x="7946208" y="4592304"/>
                <a:ext cx="252360" cy="229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7">
            <p14:nvContentPartPr>
              <p14:cNvPr id="360" name="Ink 359">
                <a:extLst>
                  <a:ext uri="{FF2B5EF4-FFF2-40B4-BE49-F238E27FC236}">
                    <a16:creationId xmlns:a16="http://schemas.microsoft.com/office/drawing/2014/main" id="{6C5959A8-75EF-D319-64B6-A292D6C34E73}"/>
                  </a:ext>
                </a:extLst>
              </p14:cNvPr>
              <p14:cNvContentPartPr/>
              <p14:nvPr/>
            </p14:nvContentPartPr>
            <p14:xfrm>
              <a:off x="927648" y="6101064"/>
              <a:ext cx="100440" cy="172800"/>
            </p14:xfrm>
          </p:contentPart>
        </mc:Choice>
        <mc:Fallback xmlns="">
          <p:pic>
            <p:nvPicPr>
              <p:cNvPr id="360" name="Ink 359">
                <a:extLst>
                  <a:ext uri="{FF2B5EF4-FFF2-40B4-BE49-F238E27FC236}">
                    <a16:creationId xmlns:a16="http://schemas.microsoft.com/office/drawing/2014/main" id="{6C5959A8-75EF-D319-64B6-A292D6C34E73}"/>
                  </a:ext>
                </a:extLst>
              </p:cNvPr>
              <p:cNvPicPr/>
              <p:nvPr/>
            </p:nvPicPr>
            <p:blipFill>
              <a:blip r:embed="rId298"/>
              <a:stretch>
                <a:fillRect/>
              </a:stretch>
            </p:blipFill>
            <p:spPr>
              <a:xfrm>
                <a:off x="918648" y="6092424"/>
                <a:ext cx="11808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9">
            <p14:nvContentPartPr>
              <p14:cNvPr id="361" name="Ink 360">
                <a:extLst>
                  <a:ext uri="{FF2B5EF4-FFF2-40B4-BE49-F238E27FC236}">
                    <a16:creationId xmlns:a16="http://schemas.microsoft.com/office/drawing/2014/main" id="{91B80547-B561-C681-70BB-F81CAAE3C961}"/>
                  </a:ext>
                </a:extLst>
              </p14:cNvPr>
              <p14:cNvContentPartPr/>
              <p14:nvPr/>
            </p14:nvContentPartPr>
            <p14:xfrm>
              <a:off x="1111248" y="6412464"/>
              <a:ext cx="9894600" cy="230040"/>
            </p14:xfrm>
          </p:contentPart>
        </mc:Choice>
        <mc:Fallback xmlns="">
          <p:pic>
            <p:nvPicPr>
              <p:cNvPr id="361" name="Ink 360">
                <a:extLst>
                  <a:ext uri="{FF2B5EF4-FFF2-40B4-BE49-F238E27FC236}">
                    <a16:creationId xmlns:a16="http://schemas.microsoft.com/office/drawing/2014/main" id="{91B80547-B561-C681-70BB-F81CAAE3C961}"/>
                  </a:ext>
                </a:extLst>
              </p:cNvPr>
              <p:cNvPicPr/>
              <p:nvPr/>
            </p:nvPicPr>
            <p:blipFill>
              <a:blip r:embed="rId300"/>
              <a:stretch>
                <a:fillRect/>
              </a:stretch>
            </p:blipFill>
            <p:spPr>
              <a:xfrm>
                <a:off x="1102608" y="6403464"/>
                <a:ext cx="991224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1">
            <p14:nvContentPartPr>
              <p14:cNvPr id="362" name="Ink 361">
                <a:extLst>
                  <a:ext uri="{FF2B5EF4-FFF2-40B4-BE49-F238E27FC236}">
                    <a16:creationId xmlns:a16="http://schemas.microsoft.com/office/drawing/2014/main" id="{400A641F-3363-7D63-A3C7-00C5C3FDC04F}"/>
                  </a:ext>
                </a:extLst>
              </p14:cNvPr>
              <p14:cNvContentPartPr/>
              <p14:nvPr/>
            </p14:nvContentPartPr>
            <p14:xfrm>
              <a:off x="9584568" y="437904"/>
              <a:ext cx="327960" cy="84600"/>
            </p14:xfrm>
          </p:contentPart>
        </mc:Choice>
        <mc:Fallback xmlns="">
          <p:pic>
            <p:nvPicPr>
              <p:cNvPr id="362" name="Ink 361">
                <a:extLst>
                  <a:ext uri="{FF2B5EF4-FFF2-40B4-BE49-F238E27FC236}">
                    <a16:creationId xmlns:a16="http://schemas.microsoft.com/office/drawing/2014/main" id="{400A641F-3363-7D63-A3C7-00C5C3FDC04F}"/>
                  </a:ext>
                </a:extLst>
              </p:cNvPr>
              <p:cNvPicPr/>
              <p:nvPr/>
            </p:nvPicPr>
            <p:blipFill>
              <a:blip r:embed="rId302"/>
              <a:stretch>
                <a:fillRect/>
              </a:stretch>
            </p:blipFill>
            <p:spPr>
              <a:xfrm>
                <a:off x="9575568" y="429264"/>
                <a:ext cx="345600" cy="10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3">
            <p14:nvContentPartPr>
              <p14:cNvPr id="374" name="Ink 373">
                <a:extLst>
                  <a:ext uri="{FF2B5EF4-FFF2-40B4-BE49-F238E27FC236}">
                    <a16:creationId xmlns:a16="http://schemas.microsoft.com/office/drawing/2014/main" id="{4ED89041-28E9-274A-ED58-1C33B3F854B3}"/>
                  </a:ext>
                </a:extLst>
              </p14:cNvPr>
              <p14:cNvContentPartPr/>
              <p14:nvPr/>
            </p14:nvContentPartPr>
            <p14:xfrm>
              <a:off x="4906728" y="5093424"/>
              <a:ext cx="1382400" cy="113760"/>
            </p14:xfrm>
          </p:contentPart>
        </mc:Choice>
        <mc:Fallback xmlns="">
          <p:pic>
            <p:nvPicPr>
              <p:cNvPr id="374" name="Ink 373">
                <a:extLst>
                  <a:ext uri="{FF2B5EF4-FFF2-40B4-BE49-F238E27FC236}">
                    <a16:creationId xmlns:a16="http://schemas.microsoft.com/office/drawing/2014/main" id="{4ED89041-28E9-274A-ED58-1C33B3F854B3}"/>
                  </a:ext>
                </a:extLst>
              </p:cNvPr>
              <p:cNvPicPr/>
              <p:nvPr/>
            </p:nvPicPr>
            <p:blipFill>
              <a:blip r:embed="rId304"/>
              <a:stretch>
                <a:fillRect/>
              </a:stretch>
            </p:blipFill>
            <p:spPr>
              <a:xfrm>
                <a:off x="4897728" y="5084424"/>
                <a:ext cx="140004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5">
            <p14:nvContentPartPr>
              <p14:cNvPr id="375" name="Ink 374">
                <a:extLst>
                  <a:ext uri="{FF2B5EF4-FFF2-40B4-BE49-F238E27FC236}">
                    <a16:creationId xmlns:a16="http://schemas.microsoft.com/office/drawing/2014/main" id="{3CFD5674-D86A-52D1-60AC-60E29B263031}"/>
                  </a:ext>
                </a:extLst>
              </p14:cNvPr>
              <p14:cNvContentPartPr/>
              <p14:nvPr/>
            </p14:nvContentPartPr>
            <p14:xfrm>
              <a:off x="3610368" y="6304824"/>
              <a:ext cx="158760" cy="107280"/>
            </p14:xfrm>
          </p:contentPart>
        </mc:Choice>
        <mc:Fallback xmlns="">
          <p:pic>
            <p:nvPicPr>
              <p:cNvPr id="375" name="Ink 374">
                <a:extLst>
                  <a:ext uri="{FF2B5EF4-FFF2-40B4-BE49-F238E27FC236}">
                    <a16:creationId xmlns:a16="http://schemas.microsoft.com/office/drawing/2014/main" id="{3CFD5674-D86A-52D1-60AC-60E29B263031}"/>
                  </a:ext>
                </a:extLst>
              </p:cNvPr>
              <p:cNvPicPr/>
              <p:nvPr/>
            </p:nvPicPr>
            <p:blipFill>
              <a:blip r:embed="rId306"/>
              <a:stretch>
                <a:fillRect/>
              </a:stretch>
            </p:blipFill>
            <p:spPr>
              <a:xfrm>
                <a:off x="3601728" y="6295824"/>
                <a:ext cx="176400" cy="1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7">
            <p14:nvContentPartPr>
              <p14:cNvPr id="278" name="Ink 277">
                <a:extLst>
                  <a:ext uri="{FF2B5EF4-FFF2-40B4-BE49-F238E27FC236}">
                    <a16:creationId xmlns:a16="http://schemas.microsoft.com/office/drawing/2014/main" id="{ABA4498A-D3BF-F3C1-EAE0-A7D35F8ACDEB}"/>
                  </a:ext>
                </a:extLst>
              </p14:cNvPr>
              <p14:cNvContentPartPr/>
              <p14:nvPr/>
            </p14:nvContentPartPr>
            <p14:xfrm>
              <a:off x="1123128" y="4426344"/>
              <a:ext cx="9824040" cy="186120"/>
            </p14:xfrm>
          </p:contentPart>
        </mc:Choice>
        <mc:Fallback xmlns="">
          <p:pic>
            <p:nvPicPr>
              <p:cNvPr id="278" name="Ink 277">
                <a:extLst>
                  <a:ext uri="{FF2B5EF4-FFF2-40B4-BE49-F238E27FC236}">
                    <a16:creationId xmlns:a16="http://schemas.microsoft.com/office/drawing/2014/main" id="{ABA4498A-D3BF-F3C1-EAE0-A7D35F8ACDEB}"/>
                  </a:ext>
                </a:extLst>
              </p:cNvPr>
              <p:cNvPicPr/>
              <p:nvPr/>
            </p:nvPicPr>
            <p:blipFill>
              <a:blip r:embed="rId308"/>
              <a:stretch>
                <a:fillRect/>
              </a:stretch>
            </p:blipFill>
            <p:spPr>
              <a:xfrm>
                <a:off x="1114488" y="4417344"/>
                <a:ext cx="9841680" cy="20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9">
            <p14:nvContentPartPr>
              <p14:cNvPr id="279" name="Ink 278">
                <a:extLst>
                  <a:ext uri="{FF2B5EF4-FFF2-40B4-BE49-F238E27FC236}">
                    <a16:creationId xmlns:a16="http://schemas.microsoft.com/office/drawing/2014/main" id="{E6254997-D595-D58A-2906-A4FEF60AA128}"/>
                  </a:ext>
                </a:extLst>
              </p14:cNvPr>
              <p14:cNvContentPartPr/>
              <p14:nvPr/>
            </p14:nvContentPartPr>
            <p14:xfrm>
              <a:off x="10793448" y="4534344"/>
              <a:ext cx="517680" cy="2367000"/>
            </p14:xfrm>
          </p:contentPart>
        </mc:Choice>
        <mc:Fallback xmlns="">
          <p:pic>
            <p:nvPicPr>
              <p:cNvPr id="279" name="Ink 278">
                <a:extLst>
                  <a:ext uri="{FF2B5EF4-FFF2-40B4-BE49-F238E27FC236}">
                    <a16:creationId xmlns:a16="http://schemas.microsoft.com/office/drawing/2014/main" id="{E6254997-D595-D58A-2906-A4FEF60AA128}"/>
                  </a:ext>
                </a:extLst>
              </p:cNvPr>
              <p:cNvPicPr/>
              <p:nvPr/>
            </p:nvPicPr>
            <p:blipFill>
              <a:blip r:embed="rId310"/>
              <a:stretch>
                <a:fillRect/>
              </a:stretch>
            </p:blipFill>
            <p:spPr>
              <a:xfrm>
                <a:off x="10784808" y="4525344"/>
                <a:ext cx="535320" cy="238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1">
            <p14:nvContentPartPr>
              <p14:cNvPr id="296" name="Ink 295">
                <a:extLst>
                  <a:ext uri="{FF2B5EF4-FFF2-40B4-BE49-F238E27FC236}">
                    <a16:creationId xmlns:a16="http://schemas.microsoft.com/office/drawing/2014/main" id="{82D3654E-D1FD-6E53-746E-9E017A317C1D}"/>
                  </a:ext>
                </a:extLst>
              </p14:cNvPr>
              <p14:cNvContentPartPr/>
              <p14:nvPr/>
            </p14:nvContentPartPr>
            <p14:xfrm>
              <a:off x="4221648" y="4335624"/>
              <a:ext cx="393840" cy="119880"/>
            </p14:xfrm>
          </p:contentPart>
        </mc:Choice>
        <mc:Fallback xmlns="">
          <p:pic>
            <p:nvPicPr>
              <p:cNvPr id="296" name="Ink 295">
                <a:extLst>
                  <a:ext uri="{FF2B5EF4-FFF2-40B4-BE49-F238E27FC236}">
                    <a16:creationId xmlns:a16="http://schemas.microsoft.com/office/drawing/2014/main" id="{82D3654E-D1FD-6E53-746E-9E017A317C1D}"/>
                  </a:ext>
                </a:extLst>
              </p:cNvPr>
              <p:cNvPicPr/>
              <p:nvPr/>
            </p:nvPicPr>
            <p:blipFill>
              <a:blip r:embed="rId312"/>
              <a:stretch>
                <a:fillRect/>
              </a:stretch>
            </p:blipFill>
            <p:spPr>
              <a:xfrm>
                <a:off x="4213008" y="4326984"/>
                <a:ext cx="411480" cy="13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3">
            <p14:nvContentPartPr>
              <p14:cNvPr id="297" name="Ink 296">
                <a:extLst>
                  <a:ext uri="{FF2B5EF4-FFF2-40B4-BE49-F238E27FC236}">
                    <a16:creationId xmlns:a16="http://schemas.microsoft.com/office/drawing/2014/main" id="{128BC645-0DD2-93EC-D3B6-D9E46DA6F425}"/>
                  </a:ext>
                </a:extLst>
              </p14:cNvPr>
              <p14:cNvContentPartPr/>
              <p14:nvPr/>
            </p14:nvContentPartPr>
            <p14:xfrm>
              <a:off x="3742128" y="4754304"/>
              <a:ext cx="53280" cy="174600"/>
            </p14:xfrm>
          </p:contentPart>
        </mc:Choice>
        <mc:Fallback xmlns="">
          <p:pic>
            <p:nvPicPr>
              <p:cNvPr id="297" name="Ink 296">
                <a:extLst>
                  <a:ext uri="{FF2B5EF4-FFF2-40B4-BE49-F238E27FC236}">
                    <a16:creationId xmlns:a16="http://schemas.microsoft.com/office/drawing/2014/main" id="{128BC645-0DD2-93EC-D3B6-D9E46DA6F425}"/>
                  </a:ext>
                </a:extLst>
              </p:cNvPr>
              <p:cNvPicPr/>
              <p:nvPr/>
            </p:nvPicPr>
            <p:blipFill>
              <a:blip r:embed="rId314"/>
              <a:stretch>
                <a:fillRect/>
              </a:stretch>
            </p:blipFill>
            <p:spPr>
              <a:xfrm>
                <a:off x="3733128" y="4745664"/>
                <a:ext cx="70920" cy="19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5">
            <p14:nvContentPartPr>
              <p14:cNvPr id="298" name="Ink 297">
                <a:extLst>
                  <a:ext uri="{FF2B5EF4-FFF2-40B4-BE49-F238E27FC236}">
                    <a16:creationId xmlns:a16="http://schemas.microsoft.com/office/drawing/2014/main" id="{DDF9D8EE-A2F1-D53D-A92D-C48ECCF6DC49}"/>
                  </a:ext>
                </a:extLst>
              </p14:cNvPr>
              <p14:cNvContentPartPr/>
              <p14:nvPr/>
            </p14:nvContentPartPr>
            <p14:xfrm>
              <a:off x="3706848" y="4729824"/>
              <a:ext cx="222120" cy="188280"/>
            </p14:xfrm>
          </p:contentPart>
        </mc:Choice>
        <mc:Fallback xmlns="">
          <p:pic>
            <p:nvPicPr>
              <p:cNvPr id="298" name="Ink 297">
                <a:extLst>
                  <a:ext uri="{FF2B5EF4-FFF2-40B4-BE49-F238E27FC236}">
                    <a16:creationId xmlns:a16="http://schemas.microsoft.com/office/drawing/2014/main" id="{DDF9D8EE-A2F1-D53D-A92D-C48ECCF6DC49}"/>
                  </a:ext>
                </a:extLst>
              </p:cNvPr>
              <p:cNvPicPr/>
              <p:nvPr/>
            </p:nvPicPr>
            <p:blipFill>
              <a:blip r:embed="rId316"/>
              <a:stretch>
                <a:fillRect/>
              </a:stretch>
            </p:blipFill>
            <p:spPr>
              <a:xfrm>
                <a:off x="3697848" y="4720824"/>
                <a:ext cx="239760" cy="20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7">
            <p14:nvContentPartPr>
              <p14:cNvPr id="299" name="Ink 298">
                <a:extLst>
                  <a:ext uri="{FF2B5EF4-FFF2-40B4-BE49-F238E27FC236}">
                    <a16:creationId xmlns:a16="http://schemas.microsoft.com/office/drawing/2014/main" id="{8ED6CDDB-D03E-3611-DF5C-0AC38890DBB4}"/>
                  </a:ext>
                </a:extLst>
              </p14:cNvPr>
              <p14:cNvContentPartPr/>
              <p14:nvPr/>
            </p14:nvContentPartPr>
            <p14:xfrm>
              <a:off x="3922128" y="4753584"/>
              <a:ext cx="258480" cy="214920"/>
            </p14:xfrm>
          </p:contentPart>
        </mc:Choice>
        <mc:Fallback xmlns="">
          <p:pic>
            <p:nvPicPr>
              <p:cNvPr id="299" name="Ink 298">
                <a:extLst>
                  <a:ext uri="{FF2B5EF4-FFF2-40B4-BE49-F238E27FC236}">
                    <a16:creationId xmlns:a16="http://schemas.microsoft.com/office/drawing/2014/main" id="{8ED6CDDB-D03E-3611-DF5C-0AC38890DBB4}"/>
                  </a:ext>
                </a:extLst>
              </p:cNvPr>
              <p:cNvPicPr/>
              <p:nvPr/>
            </p:nvPicPr>
            <p:blipFill>
              <a:blip r:embed="rId318"/>
              <a:stretch>
                <a:fillRect/>
              </a:stretch>
            </p:blipFill>
            <p:spPr>
              <a:xfrm>
                <a:off x="3913488" y="4744944"/>
                <a:ext cx="276120" cy="2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9">
            <p14:nvContentPartPr>
              <p14:cNvPr id="300" name="Ink 299">
                <a:extLst>
                  <a:ext uri="{FF2B5EF4-FFF2-40B4-BE49-F238E27FC236}">
                    <a16:creationId xmlns:a16="http://schemas.microsoft.com/office/drawing/2014/main" id="{710A0442-C2C5-0A43-4C4C-0CB3FD6252A4}"/>
                  </a:ext>
                </a:extLst>
              </p14:cNvPr>
              <p14:cNvContentPartPr/>
              <p14:nvPr/>
            </p14:nvContentPartPr>
            <p14:xfrm>
              <a:off x="4145688" y="4895064"/>
              <a:ext cx="88920" cy="10800"/>
            </p14:xfrm>
          </p:contentPart>
        </mc:Choice>
        <mc:Fallback xmlns="">
          <p:pic>
            <p:nvPicPr>
              <p:cNvPr id="300" name="Ink 299">
                <a:extLst>
                  <a:ext uri="{FF2B5EF4-FFF2-40B4-BE49-F238E27FC236}">
                    <a16:creationId xmlns:a16="http://schemas.microsoft.com/office/drawing/2014/main" id="{710A0442-C2C5-0A43-4C4C-0CB3FD6252A4}"/>
                  </a:ext>
                </a:extLst>
              </p:cNvPr>
              <p:cNvPicPr/>
              <p:nvPr/>
            </p:nvPicPr>
            <p:blipFill>
              <a:blip r:embed="rId320"/>
              <a:stretch>
                <a:fillRect/>
              </a:stretch>
            </p:blipFill>
            <p:spPr>
              <a:xfrm>
                <a:off x="4136688" y="4886424"/>
                <a:ext cx="10656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1">
            <p14:nvContentPartPr>
              <p14:cNvPr id="301" name="Ink 300">
                <a:extLst>
                  <a:ext uri="{FF2B5EF4-FFF2-40B4-BE49-F238E27FC236}">
                    <a16:creationId xmlns:a16="http://schemas.microsoft.com/office/drawing/2014/main" id="{82615B7C-8E9A-5395-2C67-AC862ADDABE0}"/>
                  </a:ext>
                </a:extLst>
              </p14:cNvPr>
              <p14:cNvContentPartPr/>
              <p14:nvPr/>
            </p14:nvContentPartPr>
            <p14:xfrm>
              <a:off x="4395168" y="4901184"/>
              <a:ext cx="218520" cy="104400"/>
            </p14:xfrm>
          </p:contentPart>
        </mc:Choice>
        <mc:Fallback xmlns="">
          <p:pic>
            <p:nvPicPr>
              <p:cNvPr id="301" name="Ink 300">
                <a:extLst>
                  <a:ext uri="{FF2B5EF4-FFF2-40B4-BE49-F238E27FC236}">
                    <a16:creationId xmlns:a16="http://schemas.microsoft.com/office/drawing/2014/main" id="{82615B7C-8E9A-5395-2C67-AC862ADDABE0}"/>
                  </a:ext>
                </a:extLst>
              </p:cNvPr>
              <p:cNvPicPr/>
              <p:nvPr/>
            </p:nvPicPr>
            <p:blipFill>
              <a:blip r:embed="rId322"/>
              <a:stretch>
                <a:fillRect/>
              </a:stretch>
            </p:blipFill>
            <p:spPr>
              <a:xfrm>
                <a:off x="4386528" y="4892184"/>
                <a:ext cx="23616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3">
            <p14:nvContentPartPr>
              <p14:cNvPr id="305" name="Ink 304">
                <a:extLst>
                  <a:ext uri="{FF2B5EF4-FFF2-40B4-BE49-F238E27FC236}">
                    <a16:creationId xmlns:a16="http://schemas.microsoft.com/office/drawing/2014/main" id="{02C4CDAE-F205-537D-F624-43A6A0EA9B57}"/>
                  </a:ext>
                </a:extLst>
              </p14:cNvPr>
              <p14:cNvContentPartPr/>
              <p14:nvPr/>
            </p14:nvContentPartPr>
            <p14:xfrm>
              <a:off x="4740768" y="4802904"/>
              <a:ext cx="173880" cy="161640"/>
            </p14:xfrm>
          </p:contentPart>
        </mc:Choice>
        <mc:Fallback xmlns="">
          <p:pic>
            <p:nvPicPr>
              <p:cNvPr id="305" name="Ink 304">
                <a:extLst>
                  <a:ext uri="{FF2B5EF4-FFF2-40B4-BE49-F238E27FC236}">
                    <a16:creationId xmlns:a16="http://schemas.microsoft.com/office/drawing/2014/main" id="{02C4CDAE-F205-537D-F624-43A6A0EA9B57}"/>
                  </a:ext>
                </a:extLst>
              </p:cNvPr>
              <p:cNvPicPr/>
              <p:nvPr/>
            </p:nvPicPr>
            <p:blipFill>
              <a:blip r:embed="rId324"/>
              <a:stretch>
                <a:fillRect/>
              </a:stretch>
            </p:blipFill>
            <p:spPr>
              <a:xfrm>
                <a:off x="4732128" y="4794264"/>
                <a:ext cx="191520" cy="1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5">
            <p14:nvContentPartPr>
              <p14:cNvPr id="306" name="Ink 305">
                <a:extLst>
                  <a:ext uri="{FF2B5EF4-FFF2-40B4-BE49-F238E27FC236}">
                    <a16:creationId xmlns:a16="http://schemas.microsoft.com/office/drawing/2014/main" id="{F2DBC936-C169-8CAE-FD24-2A7E3AF90187}"/>
                  </a:ext>
                </a:extLst>
              </p14:cNvPr>
              <p14:cNvContentPartPr/>
              <p14:nvPr/>
            </p14:nvContentPartPr>
            <p14:xfrm>
              <a:off x="4969728" y="4765824"/>
              <a:ext cx="225720" cy="201960"/>
            </p14:xfrm>
          </p:contentPart>
        </mc:Choice>
        <mc:Fallback xmlns="">
          <p:pic>
            <p:nvPicPr>
              <p:cNvPr id="306" name="Ink 305">
                <a:extLst>
                  <a:ext uri="{FF2B5EF4-FFF2-40B4-BE49-F238E27FC236}">
                    <a16:creationId xmlns:a16="http://schemas.microsoft.com/office/drawing/2014/main" id="{F2DBC936-C169-8CAE-FD24-2A7E3AF90187}"/>
                  </a:ext>
                </a:extLst>
              </p:cNvPr>
              <p:cNvPicPr/>
              <p:nvPr/>
            </p:nvPicPr>
            <p:blipFill>
              <a:blip r:embed="rId326"/>
              <a:stretch>
                <a:fillRect/>
              </a:stretch>
            </p:blipFill>
            <p:spPr>
              <a:xfrm>
                <a:off x="4960728" y="4757184"/>
                <a:ext cx="24336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7">
            <p14:nvContentPartPr>
              <p14:cNvPr id="307" name="Ink 306">
                <a:extLst>
                  <a:ext uri="{FF2B5EF4-FFF2-40B4-BE49-F238E27FC236}">
                    <a16:creationId xmlns:a16="http://schemas.microsoft.com/office/drawing/2014/main" id="{80DBBA73-CB3A-916A-43C9-A8983C3649A6}"/>
                  </a:ext>
                </a:extLst>
              </p14:cNvPr>
              <p14:cNvContentPartPr/>
              <p14:nvPr/>
            </p14:nvContentPartPr>
            <p14:xfrm>
              <a:off x="5179248" y="4885704"/>
              <a:ext cx="153360" cy="14040"/>
            </p14:xfrm>
          </p:contentPart>
        </mc:Choice>
        <mc:Fallback xmlns="">
          <p:pic>
            <p:nvPicPr>
              <p:cNvPr id="307" name="Ink 306">
                <a:extLst>
                  <a:ext uri="{FF2B5EF4-FFF2-40B4-BE49-F238E27FC236}">
                    <a16:creationId xmlns:a16="http://schemas.microsoft.com/office/drawing/2014/main" id="{80DBBA73-CB3A-916A-43C9-A8983C3649A6}"/>
                  </a:ext>
                </a:extLst>
              </p:cNvPr>
              <p:cNvPicPr/>
              <p:nvPr/>
            </p:nvPicPr>
            <p:blipFill>
              <a:blip r:embed="rId328"/>
              <a:stretch>
                <a:fillRect/>
              </a:stretch>
            </p:blipFill>
            <p:spPr>
              <a:xfrm>
                <a:off x="5170248" y="4877064"/>
                <a:ext cx="171000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9">
            <p14:nvContentPartPr>
              <p14:cNvPr id="308" name="Ink 307">
                <a:extLst>
                  <a:ext uri="{FF2B5EF4-FFF2-40B4-BE49-F238E27FC236}">
                    <a16:creationId xmlns:a16="http://schemas.microsoft.com/office/drawing/2014/main" id="{09C3D5D6-D23C-5B5B-3268-C2A2AC9B8662}"/>
                  </a:ext>
                </a:extLst>
              </p14:cNvPr>
              <p14:cNvContentPartPr/>
              <p14:nvPr/>
            </p14:nvContentPartPr>
            <p14:xfrm>
              <a:off x="5427288" y="4841064"/>
              <a:ext cx="239400" cy="125280"/>
            </p14:xfrm>
          </p:contentPart>
        </mc:Choice>
        <mc:Fallback xmlns="">
          <p:pic>
            <p:nvPicPr>
              <p:cNvPr id="308" name="Ink 307">
                <a:extLst>
                  <a:ext uri="{FF2B5EF4-FFF2-40B4-BE49-F238E27FC236}">
                    <a16:creationId xmlns:a16="http://schemas.microsoft.com/office/drawing/2014/main" id="{09C3D5D6-D23C-5B5B-3268-C2A2AC9B8662}"/>
                  </a:ext>
                </a:extLst>
              </p:cNvPr>
              <p:cNvPicPr/>
              <p:nvPr/>
            </p:nvPicPr>
            <p:blipFill>
              <a:blip r:embed="rId330"/>
              <a:stretch>
                <a:fillRect/>
              </a:stretch>
            </p:blipFill>
            <p:spPr>
              <a:xfrm>
                <a:off x="5418288" y="4832064"/>
                <a:ext cx="25704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1">
            <p14:nvContentPartPr>
              <p14:cNvPr id="309" name="Ink 308">
                <a:extLst>
                  <a:ext uri="{FF2B5EF4-FFF2-40B4-BE49-F238E27FC236}">
                    <a16:creationId xmlns:a16="http://schemas.microsoft.com/office/drawing/2014/main" id="{14DC589B-7E30-631D-5D37-EAD55ECAB044}"/>
                  </a:ext>
                </a:extLst>
              </p14:cNvPr>
              <p14:cNvContentPartPr/>
              <p14:nvPr/>
            </p14:nvContentPartPr>
            <p14:xfrm>
              <a:off x="5795928" y="4866264"/>
              <a:ext cx="42480" cy="87120"/>
            </p14:xfrm>
          </p:contentPart>
        </mc:Choice>
        <mc:Fallback xmlns="">
          <p:pic>
            <p:nvPicPr>
              <p:cNvPr id="309" name="Ink 308">
                <a:extLst>
                  <a:ext uri="{FF2B5EF4-FFF2-40B4-BE49-F238E27FC236}">
                    <a16:creationId xmlns:a16="http://schemas.microsoft.com/office/drawing/2014/main" id="{14DC589B-7E30-631D-5D37-EAD55ECAB044}"/>
                  </a:ext>
                </a:extLst>
              </p:cNvPr>
              <p:cNvPicPr/>
              <p:nvPr/>
            </p:nvPicPr>
            <p:blipFill>
              <a:blip r:embed="rId332"/>
              <a:stretch>
                <a:fillRect/>
              </a:stretch>
            </p:blipFill>
            <p:spPr>
              <a:xfrm>
                <a:off x="5786928" y="4857264"/>
                <a:ext cx="60120" cy="10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3">
            <p14:nvContentPartPr>
              <p14:cNvPr id="310" name="Ink 309">
                <a:extLst>
                  <a:ext uri="{FF2B5EF4-FFF2-40B4-BE49-F238E27FC236}">
                    <a16:creationId xmlns:a16="http://schemas.microsoft.com/office/drawing/2014/main" id="{2819638B-F4C1-DBBB-1F1D-04D5C7E5AEED}"/>
                  </a:ext>
                </a:extLst>
              </p14:cNvPr>
              <p14:cNvContentPartPr/>
              <p14:nvPr/>
            </p14:nvContentPartPr>
            <p14:xfrm>
              <a:off x="5943168" y="4876704"/>
              <a:ext cx="88920" cy="78840"/>
            </p14:xfrm>
          </p:contentPart>
        </mc:Choice>
        <mc:Fallback xmlns="">
          <p:pic>
            <p:nvPicPr>
              <p:cNvPr id="310" name="Ink 309">
                <a:extLst>
                  <a:ext uri="{FF2B5EF4-FFF2-40B4-BE49-F238E27FC236}">
                    <a16:creationId xmlns:a16="http://schemas.microsoft.com/office/drawing/2014/main" id="{2819638B-F4C1-DBBB-1F1D-04D5C7E5AEED}"/>
                  </a:ext>
                </a:extLst>
              </p:cNvPr>
              <p:cNvPicPr/>
              <p:nvPr/>
            </p:nvPicPr>
            <p:blipFill>
              <a:blip r:embed="rId334"/>
              <a:stretch>
                <a:fillRect/>
              </a:stretch>
            </p:blipFill>
            <p:spPr>
              <a:xfrm>
                <a:off x="5934528" y="4868064"/>
                <a:ext cx="10656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5">
            <p14:nvContentPartPr>
              <p14:cNvPr id="311" name="Ink 310">
                <a:extLst>
                  <a:ext uri="{FF2B5EF4-FFF2-40B4-BE49-F238E27FC236}">
                    <a16:creationId xmlns:a16="http://schemas.microsoft.com/office/drawing/2014/main" id="{D924868F-CE03-6E7A-5607-667C9B2B1A24}"/>
                  </a:ext>
                </a:extLst>
              </p14:cNvPr>
              <p14:cNvContentPartPr/>
              <p14:nvPr/>
            </p14:nvContentPartPr>
            <p14:xfrm>
              <a:off x="6122808" y="4887144"/>
              <a:ext cx="144720" cy="65520"/>
            </p14:xfrm>
          </p:contentPart>
        </mc:Choice>
        <mc:Fallback xmlns="">
          <p:pic>
            <p:nvPicPr>
              <p:cNvPr id="311" name="Ink 310">
                <a:extLst>
                  <a:ext uri="{FF2B5EF4-FFF2-40B4-BE49-F238E27FC236}">
                    <a16:creationId xmlns:a16="http://schemas.microsoft.com/office/drawing/2014/main" id="{D924868F-CE03-6E7A-5607-667C9B2B1A24}"/>
                  </a:ext>
                </a:extLst>
              </p:cNvPr>
              <p:cNvPicPr/>
              <p:nvPr/>
            </p:nvPicPr>
            <p:blipFill>
              <a:blip r:embed="rId336"/>
              <a:stretch>
                <a:fillRect/>
              </a:stretch>
            </p:blipFill>
            <p:spPr>
              <a:xfrm>
                <a:off x="6113808" y="4878144"/>
                <a:ext cx="162360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7">
            <p14:nvContentPartPr>
              <p14:cNvPr id="314" name="Ink 313">
                <a:extLst>
                  <a:ext uri="{FF2B5EF4-FFF2-40B4-BE49-F238E27FC236}">
                    <a16:creationId xmlns:a16="http://schemas.microsoft.com/office/drawing/2014/main" id="{74DDC689-47DB-4043-4369-A29DF80D09E6}"/>
                  </a:ext>
                </a:extLst>
              </p14:cNvPr>
              <p14:cNvContentPartPr/>
              <p14:nvPr/>
            </p14:nvContentPartPr>
            <p14:xfrm>
              <a:off x="916128" y="5275584"/>
              <a:ext cx="113040" cy="154800"/>
            </p14:xfrm>
          </p:contentPart>
        </mc:Choice>
        <mc:Fallback xmlns="">
          <p:pic>
            <p:nvPicPr>
              <p:cNvPr id="314" name="Ink 313">
                <a:extLst>
                  <a:ext uri="{FF2B5EF4-FFF2-40B4-BE49-F238E27FC236}">
                    <a16:creationId xmlns:a16="http://schemas.microsoft.com/office/drawing/2014/main" id="{74DDC689-47DB-4043-4369-A29DF80D09E6}"/>
                  </a:ext>
                </a:extLst>
              </p:cNvPr>
              <p:cNvPicPr/>
              <p:nvPr/>
            </p:nvPicPr>
            <p:blipFill>
              <a:blip r:embed="rId338"/>
              <a:stretch>
                <a:fillRect/>
              </a:stretch>
            </p:blipFill>
            <p:spPr>
              <a:xfrm>
                <a:off x="907128" y="5266584"/>
                <a:ext cx="13068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9">
            <p14:nvContentPartPr>
              <p14:cNvPr id="315" name="Ink 314">
                <a:extLst>
                  <a:ext uri="{FF2B5EF4-FFF2-40B4-BE49-F238E27FC236}">
                    <a16:creationId xmlns:a16="http://schemas.microsoft.com/office/drawing/2014/main" id="{595684B4-80DE-996E-DFE7-2685F8D75DE4}"/>
                  </a:ext>
                </a:extLst>
              </p14:cNvPr>
              <p14:cNvContentPartPr/>
              <p14:nvPr/>
            </p14:nvContentPartPr>
            <p14:xfrm>
              <a:off x="1141488" y="5560704"/>
              <a:ext cx="2249640" cy="84960"/>
            </p14:xfrm>
          </p:contentPart>
        </mc:Choice>
        <mc:Fallback xmlns="">
          <p:pic>
            <p:nvPicPr>
              <p:cNvPr id="315" name="Ink 314">
                <a:extLst>
                  <a:ext uri="{FF2B5EF4-FFF2-40B4-BE49-F238E27FC236}">
                    <a16:creationId xmlns:a16="http://schemas.microsoft.com/office/drawing/2014/main" id="{595684B4-80DE-996E-DFE7-2685F8D75DE4}"/>
                  </a:ext>
                </a:extLst>
              </p:cNvPr>
              <p:cNvPicPr/>
              <p:nvPr/>
            </p:nvPicPr>
            <p:blipFill>
              <a:blip r:embed="rId340"/>
              <a:stretch>
                <a:fillRect/>
              </a:stretch>
            </p:blipFill>
            <p:spPr>
              <a:xfrm>
                <a:off x="1132848" y="5551704"/>
                <a:ext cx="2267280" cy="10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1">
            <p14:nvContentPartPr>
              <p14:cNvPr id="318" name="Ink 317">
                <a:extLst>
                  <a:ext uri="{FF2B5EF4-FFF2-40B4-BE49-F238E27FC236}">
                    <a16:creationId xmlns:a16="http://schemas.microsoft.com/office/drawing/2014/main" id="{1A88BF0F-08BD-9D55-E119-2FE2C4482E33}"/>
                  </a:ext>
                </a:extLst>
              </p14:cNvPr>
              <p14:cNvContentPartPr/>
              <p14:nvPr/>
            </p14:nvContentPartPr>
            <p14:xfrm>
              <a:off x="1321488" y="5229144"/>
              <a:ext cx="194040" cy="150840"/>
            </p14:xfrm>
          </p:contentPart>
        </mc:Choice>
        <mc:Fallback xmlns="">
          <p:pic>
            <p:nvPicPr>
              <p:cNvPr id="318" name="Ink 317">
                <a:extLst>
                  <a:ext uri="{FF2B5EF4-FFF2-40B4-BE49-F238E27FC236}">
                    <a16:creationId xmlns:a16="http://schemas.microsoft.com/office/drawing/2014/main" id="{1A88BF0F-08BD-9D55-E119-2FE2C4482E33}"/>
                  </a:ext>
                </a:extLst>
              </p:cNvPr>
              <p:cNvPicPr/>
              <p:nvPr/>
            </p:nvPicPr>
            <p:blipFill>
              <a:blip r:embed="rId342"/>
              <a:stretch>
                <a:fillRect/>
              </a:stretch>
            </p:blipFill>
            <p:spPr>
              <a:xfrm>
                <a:off x="1312488" y="5220144"/>
                <a:ext cx="211680" cy="1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3">
            <p14:nvContentPartPr>
              <p14:cNvPr id="319" name="Ink 318">
                <a:extLst>
                  <a:ext uri="{FF2B5EF4-FFF2-40B4-BE49-F238E27FC236}">
                    <a16:creationId xmlns:a16="http://schemas.microsoft.com/office/drawing/2014/main" id="{E8F0B9E2-43BE-EF29-FD4D-0E2317EA447A}"/>
                  </a:ext>
                </a:extLst>
              </p14:cNvPr>
              <p14:cNvContentPartPr/>
              <p14:nvPr/>
            </p14:nvContentPartPr>
            <p14:xfrm>
              <a:off x="1580688" y="5272344"/>
              <a:ext cx="60480" cy="91080"/>
            </p14:xfrm>
          </p:contentPart>
        </mc:Choice>
        <mc:Fallback xmlns="">
          <p:pic>
            <p:nvPicPr>
              <p:cNvPr id="319" name="Ink 318">
                <a:extLst>
                  <a:ext uri="{FF2B5EF4-FFF2-40B4-BE49-F238E27FC236}">
                    <a16:creationId xmlns:a16="http://schemas.microsoft.com/office/drawing/2014/main" id="{E8F0B9E2-43BE-EF29-FD4D-0E2317EA447A}"/>
                  </a:ext>
                </a:extLst>
              </p:cNvPr>
              <p:cNvPicPr/>
              <p:nvPr/>
            </p:nvPicPr>
            <p:blipFill>
              <a:blip r:embed="rId344"/>
              <a:stretch>
                <a:fillRect/>
              </a:stretch>
            </p:blipFill>
            <p:spPr>
              <a:xfrm>
                <a:off x="1572048" y="5263704"/>
                <a:ext cx="78120" cy="10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5">
            <p14:nvContentPartPr>
              <p14:cNvPr id="320" name="Ink 319">
                <a:extLst>
                  <a:ext uri="{FF2B5EF4-FFF2-40B4-BE49-F238E27FC236}">
                    <a16:creationId xmlns:a16="http://schemas.microsoft.com/office/drawing/2014/main" id="{56D45296-AA83-D4AF-D039-7B92BCD9E272}"/>
                  </a:ext>
                </a:extLst>
              </p14:cNvPr>
              <p14:cNvContentPartPr/>
              <p14:nvPr/>
            </p14:nvContentPartPr>
            <p14:xfrm>
              <a:off x="1736928" y="5278824"/>
              <a:ext cx="97920" cy="78840"/>
            </p14:xfrm>
          </p:contentPart>
        </mc:Choice>
        <mc:Fallback xmlns="">
          <p:pic>
            <p:nvPicPr>
              <p:cNvPr id="320" name="Ink 319">
                <a:extLst>
                  <a:ext uri="{FF2B5EF4-FFF2-40B4-BE49-F238E27FC236}">
                    <a16:creationId xmlns:a16="http://schemas.microsoft.com/office/drawing/2014/main" id="{56D45296-AA83-D4AF-D039-7B92BCD9E272}"/>
                  </a:ext>
                </a:extLst>
              </p:cNvPr>
              <p:cNvPicPr/>
              <p:nvPr/>
            </p:nvPicPr>
            <p:blipFill>
              <a:blip r:embed="rId346"/>
              <a:stretch>
                <a:fillRect/>
              </a:stretch>
            </p:blipFill>
            <p:spPr>
              <a:xfrm>
                <a:off x="1727928" y="5269824"/>
                <a:ext cx="11556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7">
            <p14:nvContentPartPr>
              <p14:cNvPr id="321" name="Ink 320">
                <a:extLst>
                  <a:ext uri="{FF2B5EF4-FFF2-40B4-BE49-F238E27FC236}">
                    <a16:creationId xmlns:a16="http://schemas.microsoft.com/office/drawing/2014/main" id="{23E0CBE1-F5F0-7715-E293-72E0AEBA2F12}"/>
                  </a:ext>
                </a:extLst>
              </p14:cNvPr>
              <p14:cNvContentPartPr/>
              <p14:nvPr/>
            </p14:nvContentPartPr>
            <p14:xfrm>
              <a:off x="1895688" y="5291784"/>
              <a:ext cx="87120" cy="67680"/>
            </p14:xfrm>
          </p:contentPart>
        </mc:Choice>
        <mc:Fallback xmlns="">
          <p:pic>
            <p:nvPicPr>
              <p:cNvPr id="321" name="Ink 320">
                <a:extLst>
                  <a:ext uri="{FF2B5EF4-FFF2-40B4-BE49-F238E27FC236}">
                    <a16:creationId xmlns:a16="http://schemas.microsoft.com/office/drawing/2014/main" id="{23E0CBE1-F5F0-7715-E293-72E0AEBA2F12}"/>
                  </a:ext>
                </a:extLst>
              </p:cNvPr>
              <p:cNvPicPr/>
              <p:nvPr/>
            </p:nvPicPr>
            <p:blipFill>
              <a:blip r:embed="rId348"/>
              <a:stretch>
                <a:fillRect/>
              </a:stretch>
            </p:blipFill>
            <p:spPr>
              <a:xfrm>
                <a:off x="1887048" y="5283144"/>
                <a:ext cx="104760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9">
            <p14:nvContentPartPr>
              <p14:cNvPr id="322" name="Ink 321">
                <a:extLst>
                  <a:ext uri="{FF2B5EF4-FFF2-40B4-BE49-F238E27FC236}">
                    <a16:creationId xmlns:a16="http://schemas.microsoft.com/office/drawing/2014/main" id="{31EF4061-B04F-AC28-5DFD-E78C2CDCBC37}"/>
                  </a:ext>
                </a:extLst>
              </p14:cNvPr>
              <p14:cNvContentPartPr/>
              <p14:nvPr/>
            </p14:nvContentPartPr>
            <p14:xfrm>
              <a:off x="2208168" y="5354064"/>
              <a:ext cx="366840" cy="96840"/>
            </p14:xfrm>
          </p:contentPart>
        </mc:Choice>
        <mc:Fallback xmlns="">
          <p:pic>
            <p:nvPicPr>
              <p:cNvPr id="322" name="Ink 321">
                <a:extLst>
                  <a:ext uri="{FF2B5EF4-FFF2-40B4-BE49-F238E27FC236}">
                    <a16:creationId xmlns:a16="http://schemas.microsoft.com/office/drawing/2014/main" id="{31EF4061-B04F-AC28-5DFD-E78C2CDCBC37}"/>
                  </a:ext>
                </a:extLst>
              </p:cNvPr>
              <p:cNvPicPr/>
              <p:nvPr/>
            </p:nvPicPr>
            <p:blipFill>
              <a:blip r:embed="rId350"/>
              <a:stretch>
                <a:fillRect/>
              </a:stretch>
            </p:blipFill>
            <p:spPr>
              <a:xfrm>
                <a:off x="2199528" y="5345064"/>
                <a:ext cx="384480" cy="11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1">
            <p14:nvContentPartPr>
              <p14:cNvPr id="323" name="Ink 322">
                <a:extLst>
                  <a:ext uri="{FF2B5EF4-FFF2-40B4-BE49-F238E27FC236}">
                    <a16:creationId xmlns:a16="http://schemas.microsoft.com/office/drawing/2014/main" id="{1A9A7274-F321-7A3D-9CD3-8AB9EE8EA7D2}"/>
                  </a:ext>
                </a:extLst>
              </p14:cNvPr>
              <p14:cNvContentPartPr/>
              <p14:nvPr/>
            </p14:nvContentPartPr>
            <p14:xfrm>
              <a:off x="2698848" y="5270904"/>
              <a:ext cx="111240" cy="259560"/>
            </p14:xfrm>
          </p:contentPart>
        </mc:Choice>
        <mc:Fallback xmlns="">
          <p:pic>
            <p:nvPicPr>
              <p:cNvPr id="323" name="Ink 322">
                <a:extLst>
                  <a:ext uri="{FF2B5EF4-FFF2-40B4-BE49-F238E27FC236}">
                    <a16:creationId xmlns:a16="http://schemas.microsoft.com/office/drawing/2014/main" id="{1A9A7274-F321-7A3D-9CD3-8AB9EE8EA7D2}"/>
                  </a:ext>
                </a:extLst>
              </p:cNvPr>
              <p:cNvPicPr/>
              <p:nvPr/>
            </p:nvPicPr>
            <p:blipFill>
              <a:blip r:embed="rId352"/>
              <a:stretch>
                <a:fillRect/>
              </a:stretch>
            </p:blipFill>
            <p:spPr>
              <a:xfrm>
                <a:off x="2690208" y="5262264"/>
                <a:ext cx="128880" cy="2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3">
            <p14:nvContentPartPr>
              <p14:cNvPr id="326" name="Ink 325">
                <a:extLst>
                  <a:ext uri="{FF2B5EF4-FFF2-40B4-BE49-F238E27FC236}">
                    <a16:creationId xmlns:a16="http://schemas.microsoft.com/office/drawing/2014/main" id="{51DBFF47-078D-6A80-BC74-E28156FD1355}"/>
                  </a:ext>
                </a:extLst>
              </p14:cNvPr>
              <p14:cNvContentPartPr/>
              <p14:nvPr/>
            </p14:nvContentPartPr>
            <p14:xfrm>
              <a:off x="2870928" y="5387544"/>
              <a:ext cx="6480" cy="57240"/>
            </p14:xfrm>
          </p:contentPart>
        </mc:Choice>
        <mc:Fallback xmlns="">
          <p:pic>
            <p:nvPicPr>
              <p:cNvPr id="326" name="Ink 325">
                <a:extLst>
                  <a:ext uri="{FF2B5EF4-FFF2-40B4-BE49-F238E27FC236}">
                    <a16:creationId xmlns:a16="http://schemas.microsoft.com/office/drawing/2014/main" id="{51DBFF47-078D-6A80-BC74-E28156FD1355}"/>
                  </a:ext>
                </a:extLst>
              </p:cNvPr>
              <p:cNvPicPr/>
              <p:nvPr/>
            </p:nvPicPr>
            <p:blipFill>
              <a:blip r:embed="rId354"/>
              <a:stretch>
                <a:fillRect/>
              </a:stretch>
            </p:blipFill>
            <p:spPr>
              <a:xfrm>
                <a:off x="2862288" y="5378904"/>
                <a:ext cx="2412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5">
            <p14:nvContentPartPr>
              <p14:cNvPr id="327" name="Ink 326">
                <a:extLst>
                  <a:ext uri="{FF2B5EF4-FFF2-40B4-BE49-F238E27FC236}">
                    <a16:creationId xmlns:a16="http://schemas.microsoft.com/office/drawing/2014/main" id="{1948E990-C5C4-F678-446A-A1737F3D964A}"/>
                  </a:ext>
                </a:extLst>
              </p14:cNvPr>
              <p14:cNvContentPartPr/>
              <p14:nvPr/>
            </p14:nvContentPartPr>
            <p14:xfrm>
              <a:off x="2899368" y="5298984"/>
              <a:ext cx="15480" cy="26280"/>
            </p14:xfrm>
          </p:contentPart>
        </mc:Choice>
        <mc:Fallback xmlns="">
          <p:pic>
            <p:nvPicPr>
              <p:cNvPr id="327" name="Ink 326">
                <a:extLst>
                  <a:ext uri="{FF2B5EF4-FFF2-40B4-BE49-F238E27FC236}">
                    <a16:creationId xmlns:a16="http://schemas.microsoft.com/office/drawing/2014/main" id="{1948E990-C5C4-F678-446A-A1737F3D964A}"/>
                  </a:ext>
                </a:extLst>
              </p:cNvPr>
              <p:cNvPicPr/>
              <p:nvPr/>
            </p:nvPicPr>
            <p:blipFill>
              <a:blip r:embed="rId356"/>
              <a:stretch>
                <a:fillRect/>
              </a:stretch>
            </p:blipFill>
            <p:spPr>
              <a:xfrm>
                <a:off x="2890368" y="5290344"/>
                <a:ext cx="3312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7">
            <p14:nvContentPartPr>
              <p14:cNvPr id="328" name="Ink 327">
                <a:extLst>
                  <a:ext uri="{FF2B5EF4-FFF2-40B4-BE49-F238E27FC236}">
                    <a16:creationId xmlns:a16="http://schemas.microsoft.com/office/drawing/2014/main" id="{4A70333D-8CD3-86DB-6A84-6DE69BD7AE3C}"/>
                  </a:ext>
                </a:extLst>
              </p14:cNvPr>
              <p14:cNvContentPartPr/>
              <p14:nvPr/>
            </p14:nvContentPartPr>
            <p14:xfrm>
              <a:off x="2966328" y="5365944"/>
              <a:ext cx="69840" cy="58680"/>
            </p14:xfrm>
          </p:contentPart>
        </mc:Choice>
        <mc:Fallback xmlns="">
          <p:pic>
            <p:nvPicPr>
              <p:cNvPr id="328" name="Ink 327">
                <a:extLst>
                  <a:ext uri="{FF2B5EF4-FFF2-40B4-BE49-F238E27FC236}">
                    <a16:creationId xmlns:a16="http://schemas.microsoft.com/office/drawing/2014/main" id="{4A70333D-8CD3-86DB-6A84-6DE69BD7AE3C}"/>
                  </a:ext>
                </a:extLst>
              </p:cNvPr>
              <p:cNvPicPr/>
              <p:nvPr/>
            </p:nvPicPr>
            <p:blipFill>
              <a:blip r:embed="rId358"/>
              <a:stretch>
                <a:fillRect/>
              </a:stretch>
            </p:blipFill>
            <p:spPr>
              <a:xfrm>
                <a:off x="2957688" y="5356944"/>
                <a:ext cx="8748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9">
            <p14:nvContentPartPr>
              <p14:cNvPr id="329" name="Ink 328">
                <a:extLst>
                  <a:ext uri="{FF2B5EF4-FFF2-40B4-BE49-F238E27FC236}">
                    <a16:creationId xmlns:a16="http://schemas.microsoft.com/office/drawing/2014/main" id="{8E79BDB1-1F47-3D47-360C-8F5294DB37A0}"/>
                  </a:ext>
                </a:extLst>
              </p14:cNvPr>
              <p14:cNvContentPartPr/>
              <p14:nvPr/>
            </p14:nvContentPartPr>
            <p14:xfrm>
              <a:off x="3106728" y="5292144"/>
              <a:ext cx="24480" cy="155160"/>
            </p14:xfrm>
          </p:contentPart>
        </mc:Choice>
        <mc:Fallback xmlns="">
          <p:pic>
            <p:nvPicPr>
              <p:cNvPr id="329" name="Ink 328">
                <a:extLst>
                  <a:ext uri="{FF2B5EF4-FFF2-40B4-BE49-F238E27FC236}">
                    <a16:creationId xmlns:a16="http://schemas.microsoft.com/office/drawing/2014/main" id="{8E79BDB1-1F47-3D47-360C-8F5294DB37A0}"/>
                  </a:ext>
                </a:extLst>
              </p:cNvPr>
              <p:cNvPicPr/>
              <p:nvPr/>
            </p:nvPicPr>
            <p:blipFill>
              <a:blip r:embed="rId360"/>
              <a:stretch>
                <a:fillRect/>
              </a:stretch>
            </p:blipFill>
            <p:spPr>
              <a:xfrm>
                <a:off x="3098088" y="5283144"/>
                <a:ext cx="42120" cy="1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1">
            <p14:nvContentPartPr>
              <p14:cNvPr id="316" name="Ink 315">
                <a:extLst>
                  <a:ext uri="{FF2B5EF4-FFF2-40B4-BE49-F238E27FC236}">
                    <a16:creationId xmlns:a16="http://schemas.microsoft.com/office/drawing/2014/main" id="{C5EEB6D4-FF1A-DA10-867E-095E85E5C7DE}"/>
                  </a:ext>
                </a:extLst>
              </p14:cNvPr>
              <p14:cNvContentPartPr/>
              <p14:nvPr/>
            </p14:nvContentPartPr>
            <p14:xfrm>
              <a:off x="3301128" y="5687424"/>
              <a:ext cx="360" cy="360"/>
            </p14:xfrm>
          </p:contentPart>
        </mc:Choice>
        <mc:Fallback xmlns="">
          <p:pic>
            <p:nvPicPr>
              <p:cNvPr id="316" name="Ink 315">
                <a:extLst>
                  <a:ext uri="{FF2B5EF4-FFF2-40B4-BE49-F238E27FC236}">
                    <a16:creationId xmlns:a16="http://schemas.microsoft.com/office/drawing/2014/main" id="{C5EEB6D4-FF1A-DA10-867E-095E85E5C7D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92488" y="5678784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2">
            <p14:nvContentPartPr>
              <p14:cNvPr id="317" name="Ink 316">
                <a:extLst>
                  <a:ext uri="{FF2B5EF4-FFF2-40B4-BE49-F238E27FC236}">
                    <a16:creationId xmlns:a16="http://schemas.microsoft.com/office/drawing/2014/main" id="{8B55559E-B437-EE90-BD6C-38F5F3FFE766}"/>
                  </a:ext>
                </a:extLst>
              </p14:cNvPr>
              <p14:cNvContentPartPr/>
              <p14:nvPr/>
            </p14:nvContentPartPr>
            <p14:xfrm>
              <a:off x="3299688" y="5670864"/>
              <a:ext cx="33480" cy="10080"/>
            </p14:xfrm>
          </p:contentPart>
        </mc:Choice>
        <mc:Fallback xmlns="">
          <p:pic>
            <p:nvPicPr>
              <p:cNvPr id="317" name="Ink 316">
                <a:extLst>
                  <a:ext uri="{FF2B5EF4-FFF2-40B4-BE49-F238E27FC236}">
                    <a16:creationId xmlns:a16="http://schemas.microsoft.com/office/drawing/2014/main" id="{8B55559E-B437-EE90-BD6C-38F5F3FFE766}"/>
                  </a:ext>
                </a:extLst>
              </p:cNvPr>
              <p:cNvPicPr/>
              <p:nvPr/>
            </p:nvPicPr>
            <p:blipFill>
              <a:blip r:embed="rId363"/>
              <a:stretch>
                <a:fillRect/>
              </a:stretch>
            </p:blipFill>
            <p:spPr>
              <a:xfrm>
                <a:off x="3290688" y="5662224"/>
                <a:ext cx="5112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4">
            <p14:nvContentPartPr>
              <p14:cNvPr id="331" name="Ink 330">
                <a:extLst>
                  <a:ext uri="{FF2B5EF4-FFF2-40B4-BE49-F238E27FC236}">
                    <a16:creationId xmlns:a16="http://schemas.microsoft.com/office/drawing/2014/main" id="{F42BE81A-8568-D9C0-1636-FACF818AAE47}"/>
                  </a:ext>
                </a:extLst>
              </p14:cNvPr>
              <p14:cNvContentPartPr/>
              <p14:nvPr/>
            </p14:nvContentPartPr>
            <p14:xfrm>
              <a:off x="869688" y="5737824"/>
              <a:ext cx="132840" cy="169560"/>
            </p14:xfrm>
          </p:contentPart>
        </mc:Choice>
        <mc:Fallback xmlns="">
          <p:pic>
            <p:nvPicPr>
              <p:cNvPr id="331" name="Ink 330">
                <a:extLst>
                  <a:ext uri="{FF2B5EF4-FFF2-40B4-BE49-F238E27FC236}">
                    <a16:creationId xmlns:a16="http://schemas.microsoft.com/office/drawing/2014/main" id="{F42BE81A-8568-D9C0-1636-FACF818AAE47}"/>
                  </a:ext>
                </a:extLst>
              </p:cNvPr>
              <p:cNvPicPr/>
              <p:nvPr/>
            </p:nvPicPr>
            <p:blipFill>
              <a:blip r:embed="rId365"/>
              <a:stretch>
                <a:fillRect/>
              </a:stretch>
            </p:blipFill>
            <p:spPr>
              <a:xfrm>
                <a:off x="861048" y="5729184"/>
                <a:ext cx="15048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6">
            <p14:nvContentPartPr>
              <p14:cNvPr id="332" name="Ink 331">
                <a:extLst>
                  <a:ext uri="{FF2B5EF4-FFF2-40B4-BE49-F238E27FC236}">
                    <a16:creationId xmlns:a16="http://schemas.microsoft.com/office/drawing/2014/main" id="{1DCBB6A2-7B58-6B3D-87D5-5B3F87FB61A1}"/>
                  </a:ext>
                </a:extLst>
              </p14:cNvPr>
              <p14:cNvContentPartPr/>
              <p14:nvPr/>
            </p14:nvContentPartPr>
            <p14:xfrm>
              <a:off x="1117008" y="6015384"/>
              <a:ext cx="2345040" cy="102600"/>
            </p14:xfrm>
          </p:contentPart>
        </mc:Choice>
        <mc:Fallback xmlns="">
          <p:pic>
            <p:nvPicPr>
              <p:cNvPr id="332" name="Ink 331">
                <a:extLst>
                  <a:ext uri="{FF2B5EF4-FFF2-40B4-BE49-F238E27FC236}">
                    <a16:creationId xmlns:a16="http://schemas.microsoft.com/office/drawing/2014/main" id="{1DCBB6A2-7B58-6B3D-87D5-5B3F87FB61A1}"/>
                  </a:ext>
                </a:extLst>
              </p:cNvPr>
              <p:cNvPicPr/>
              <p:nvPr/>
            </p:nvPicPr>
            <p:blipFill>
              <a:blip r:embed="rId367"/>
              <a:stretch>
                <a:fillRect/>
              </a:stretch>
            </p:blipFill>
            <p:spPr>
              <a:xfrm>
                <a:off x="1108008" y="6006744"/>
                <a:ext cx="236268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8">
            <p14:nvContentPartPr>
              <p14:cNvPr id="333" name="Ink 332">
                <a:extLst>
                  <a:ext uri="{FF2B5EF4-FFF2-40B4-BE49-F238E27FC236}">
                    <a16:creationId xmlns:a16="http://schemas.microsoft.com/office/drawing/2014/main" id="{89965122-34C9-ED8D-90BE-41D6162A388B}"/>
                  </a:ext>
                </a:extLst>
              </p14:cNvPr>
              <p14:cNvContentPartPr/>
              <p14:nvPr/>
            </p14:nvContentPartPr>
            <p14:xfrm>
              <a:off x="1281888" y="5744664"/>
              <a:ext cx="130680" cy="101520"/>
            </p14:xfrm>
          </p:contentPart>
        </mc:Choice>
        <mc:Fallback xmlns="">
          <p:pic>
            <p:nvPicPr>
              <p:cNvPr id="333" name="Ink 332">
                <a:extLst>
                  <a:ext uri="{FF2B5EF4-FFF2-40B4-BE49-F238E27FC236}">
                    <a16:creationId xmlns:a16="http://schemas.microsoft.com/office/drawing/2014/main" id="{89965122-34C9-ED8D-90BE-41D6162A388B}"/>
                  </a:ext>
                </a:extLst>
              </p:cNvPr>
              <p:cNvPicPr/>
              <p:nvPr/>
            </p:nvPicPr>
            <p:blipFill>
              <a:blip r:embed="rId369"/>
              <a:stretch>
                <a:fillRect/>
              </a:stretch>
            </p:blipFill>
            <p:spPr>
              <a:xfrm>
                <a:off x="1272888" y="5736024"/>
                <a:ext cx="148320" cy="11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0">
            <p14:nvContentPartPr>
              <p14:cNvPr id="334" name="Ink 333">
                <a:extLst>
                  <a:ext uri="{FF2B5EF4-FFF2-40B4-BE49-F238E27FC236}">
                    <a16:creationId xmlns:a16="http://schemas.microsoft.com/office/drawing/2014/main" id="{DB6C7B54-6097-7373-BC8A-27AAFC119BE4}"/>
                  </a:ext>
                </a:extLst>
              </p14:cNvPr>
              <p14:cNvContentPartPr/>
              <p14:nvPr/>
            </p14:nvContentPartPr>
            <p14:xfrm>
              <a:off x="1477008" y="5754024"/>
              <a:ext cx="258840" cy="121680"/>
            </p14:xfrm>
          </p:contentPart>
        </mc:Choice>
        <mc:Fallback xmlns="">
          <p:pic>
            <p:nvPicPr>
              <p:cNvPr id="334" name="Ink 333">
                <a:extLst>
                  <a:ext uri="{FF2B5EF4-FFF2-40B4-BE49-F238E27FC236}">
                    <a16:creationId xmlns:a16="http://schemas.microsoft.com/office/drawing/2014/main" id="{DB6C7B54-6097-7373-BC8A-27AAFC119BE4}"/>
                  </a:ext>
                </a:extLst>
              </p:cNvPr>
              <p:cNvPicPr/>
              <p:nvPr/>
            </p:nvPicPr>
            <p:blipFill>
              <a:blip r:embed="rId371"/>
              <a:stretch>
                <a:fillRect/>
              </a:stretch>
            </p:blipFill>
            <p:spPr>
              <a:xfrm>
                <a:off x="1468368" y="5745384"/>
                <a:ext cx="276480" cy="1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2">
            <p14:nvContentPartPr>
              <p14:cNvPr id="335" name="Ink 334">
                <a:extLst>
                  <a:ext uri="{FF2B5EF4-FFF2-40B4-BE49-F238E27FC236}">
                    <a16:creationId xmlns:a16="http://schemas.microsoft.com/office/drawing/2014/main" id="{AFBA8431-DF9B-3A73-31C1-868D90C166DD}"/>
                  </a:ext>
                </a:extLst>
              </p14:cNvPr>
              <p14:cNvContentPartPr/>
              <p14:nvPr/>
            </p14:nvContentPartPr>
            <p14:xfrm>
              <a:off x="1956888" y="5871384"/>
              <a:ext cx="267480" cy="47880"/>
            </p14:xfrm>
          </p:contentPart>
        </mc:Choice>
        <mc:Fallback xmlns="">
          <p:pic>
            <p:nvPicPr>
              <p:cNvPr id="335" name="Ink 334">
                <a:extLst>
                  <a:ext uri="{FF2B5EF4-FFF2-40B4-BE49-F238E27FC236}">
                    <a16:creationId xmlns:a16="http://schemas.microsoft.com/office/drawing/2014/main" id="{AFBA8431-DF9B-3A73-31C1-868D90C166DD}"/>
                  </a:ext>
                </a:extLst>
              </p:cNvPr>
              <p:cNvPicPr/>
              <p:nvPr/>
            </p:nvPicPr>
            <p:blipFill>
              <a:blip r:embed="rId373"/>
              <a:stretch>
                <a:fillRect/>
              </a:stretch>
            </p:blipFill>
            <p:spPr>
              <a:xfrm>
                <a:off x="1947888" y="5862744"/>
                <a:ext cx="28512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4">
            <p14:nvContentPartPr>
              <p14:cNvPr id="337" name="Ink 336">
                <a:extLst>
                  <a:ext uri="{FF2B5EF4-FFF2-40B4-BE49-F238E27FC236}">
                    <a16:creationId xmlns:a16="http://schemas.microsoft.com/office/drawing/2014/main" id="{D8686876-E654-94E4-C10C-22CF6DBFC151}"/>
                  </a:ext>
                </a:extLst>
              </p14:cNvPr>
              <p14:cNvContentPartPr/>
              <p14:nvPr/>
            </p14:nvContentPartPr>
            <p14:xfrm>
              <a:off x="2444328" y="5789304"/>
              <a:ext cx="201960" cy="96120"/>
            </p14:xfrm>
          </p:contentPart>
        </mc:Choice>
        <mc:Fallback xmlns="">
          <p:pic>
            <p:nvPicPr>
              <p:cNvPr id="337" name="Ink 336">
                <a:extLst>
                  <a:ext uri="{FF2B5EF4-FFF2-40B4-BE49-F238E27FC236}">
                    <a16:creationId xmlns:a16="http://schemas.microsoft.com/office/drawing/2014/main" id="{D8686876-E654-94E4-C10C-22CF6DBFC151}"/>
                  </a:ext>
                </a:extLst>
              </p:cNvPr>
              <p:cNvPicPr/>
              <p:nvPr/>
            </p:nvPicPr>
            <p:blipFill>
              <a:blip r:embed="rId375"/>
              <a:stretch>
                <a:fillRect/>
              </a:stretch>
            </p:blipFill>
            <p:spPr>
              <a:xfrm>
                <a:off x="2435688" y="5780304"/>
                <a:ext cx="219600" cy="1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6">
            <p14:nvContentPartPr>
              <p14:cNvPr id="338" name="Ink 337">
                <a:extLst>
                  <a:ext uri="{FF2B5EF4-FFF2-40B4-BE49-F238E27FC236}">
                    <a16:creationId xmlns:a16="http://schemas.microsoft.com/office/drawing/2014/main" id="{66A4CE41-60F6-5802-BBAA-191CBAA68D47}"/>
                  </a:ext>
                </a:extLst>
              </p14:cNvPr>
              <p14:cNvContentPartPr/>
              <p14:nvPr/>
            </p14:nvContentPartPr>
            <p14:xfrm>
              <a:off x="2726208" y="5858064"/>
              <a:ext cx="124200" cy="69840"/>
            </p14:xfrm>
          </p:contentPart>
        </mc:Choice>
        <mc:Fallback xmlns="">
          <p:pic>
            <p:nvPicPr>
              <p:cNvPr id="338" name="Ink 337">
                <a:extLst>
                  <a:ext uri="{FF2B5EF4-FFF2-40B4-BE49-F238E27FC236}">
                    <a16:creationId xmlns:a16="http://schemas.microsoft.com/office/drawing/2014/main" id="{66A4CE41-60F6-5802-BBAA-191CBAA68D47}"/>
                  </a:ext>
                </a:extLst>
              </p:cNvPr>
              <p:cNvPicPr/>
              <p:nvPr/>
            </p:nvPicPr>
            <p:blipFill>
              <a:blip r:embed="rId377"/>
              <a:stretch>
                <a:fillRect/>
              </a:stretch>
            </p:blipFill>
            <p:spPr>
              <a:xfrm>
                <a:off x="2717568" y="5849064"/>
                <a:ext cx="141840" cy="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8">
            <p14:nvContentPartPr>
              <p14:cNvPr id="339" name="Ink 338">
                <a:extLst>
                  <a:ext uri="{FF2B5EF4-FFF2-40B4-BE49-F238E27FC236}">
                    <a16:creationId xmlns:a16="http://schemas.microsoft.com/office/drawing/2014/main" id="{A48B54AC-2F89-8E05-017B-2348D4F08AED}"/>
                  </a:ext>
                </a:extLst>
              </p14:cNvPr>
              <p14:cNvContentPartPr/>
              <p14:nvPr/>
            </p14:nvContentPartPr>
            <p14:xfrm>
              <a:off x="2865888" y="5769144"/>
              <a:ext cx="231120" cy="166680"/>
            </p14:xfrm>
          </p:contentPart>
        </mc:Choice>
        <mc:Fallback xmlns="">
          <p:pic>
            <p:nvPicPr>
              <p:cNvPr id="339" name="Ink 338">
                <a:extLst>
                  <a:ext uri="{FF2B5EF4-FFF2-40B4-BE49-F238E27FC236}">
                    <a16:creationId xmlns:a16="http://schemas.microsoft.com/office/drawing/2014/main" id="{A48B54AC-2F89-8E05-017B-2348D4F08AED}"/>
                  </a:ext>
                </a:extLst>
              </p:cNvPr>
              <p:cNvPicPr/>
              <p:nvPr/>
            </p:nvPicPr>
            <p:blipFill>
              <a:blip r:embed="rId379"/>
              <a:stretch>
                <a:fillRect/>
              </a:stretch>
            </p:blipFill>
            <p:spPr>
              <a:xfrm>
                <a:off x="2856888" y="5760144"/>
                <a:ext cx="24876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0">
            <p14:nvContentPartPr>
              <p14:cNvPr id="340" name="Ink 339">
                <a:extLst>
                  <a:ext uri="{FF2B5EF4-FFF2-40B4-BE49-F238E27FC236}">
                    <a16:creationId xmlns:a16="http://schemas.microsoft.com/office/drawing/2014/main" id="{62357853-913F-BFEC-B5DC-71B2BC559100}"/>
                  </a:ext>
                </a:extLst>
              </p14:cNvPr>
              <p14:cNvContentPartPr/>
              <p14:nvPr/>
            </p14:nvContentPartPr>
            <p14:xfrm>
              <a:off x="3120048" y="5797944"/>
              <a:ext cx="60840" cy="19440"/>
            </p14:xfrm>
          </p:contentPart>
        </mc:Choice>
        <mc:Fallback xmlns="">
          <p:pic>
            <p:nvPicPr>
              <p:cNvPr id="340" name="Ink 339">
                <a:extLst>
                  <a:ext uri="{FF2B5EF4-FFF2-40B4-BE49-F238E27FC236}">
                    <a16:creationId xmlns:a16="http://schemas.microsoft.com/office/drawing/2014/main" id="{62357853-913F-BFEC-B5DC-71B2BC559100}"/>
                  </a:ext>
                </a:extLst>
              </p:cNvPr>
              <p:cNvPicPr/>
              <p:nvPr/>
            </p:nvPicPr>
            <p:blipFill>
              <a:blip r:embed="rId381"/>
              <a:stretch>
                <a:fillRect/>
              </a:stretch>
            </p:blipFill>
            <p:spPr>
              <a:xfrm>
                <a:off x="3111408" y="5788944"/>
                <a:ext cx="7848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2">
            <p14:nvContentPartPr>
              <p14:cNvPr id="363" name="Ink 362">
                <a:extLst>
                  <a:ext uri="{FF2B5EF4-FFF2-40B4-BE49-F238E27FC236}">
                    <a16:creationId xmlns:a16="http://schemas.microsoft.com/office/drawing/2014/main" id="{B049D920-6FED-5146-9950-FEECBF1577B8}"/>
                  </a:ext>
                </a:extLst>
              </p14:cNvPr>
              <p14:cNvContentPartPr/>
              <p14:nvPr/>
            </p14:nvContentPartPr>
            <p14:xfrm>
              <a:off x="1353168" y="6152184"/>
              <a:ext cx="92520" cy="115560"/>
            </p14:xfrm>
          </p:contentPart>
        </mc:Choice>
        <mc:Fallback xmlns="">
          <p:pic>
            <p:nvPicPr>
              <p:cNvPr id="363" name="Ink 362">
                <a:extLst>
                  <a:ext uri="{FF2B5EF4-FFF2-40B4-BE49-F238E27FC236}">
                    <a16:creationId xmlns:a16="http://schemas.microsoft.com/office/drawing/2014/main" id="{B049D920-6FED-5146-9950-FEECBF1577B8}"/>
                  </a:ext>
                </a:extLst>
              </p:cNvPr>
              <p:cNvPicPr/>
              <p:nvPr/>
            </p:nvPicPr>
            <p:blipFill>
              <a:blip r:embed="rId383"/>
              <a:stretch>
                <a:fillRect/>
              </a:stretch>
            </p:blipFill>
            <p:spPr>
              <a:xfrm>
                <a:off x="1344168" y="6143544"/>
                <a:ext cx="110160" cy="13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4">
            <p14:nvContentPartPr>
              <p14:cNvPr id="364" name="Ink 363">
                <a:extLst>
                  <a:ext uri="{FF2B5EF4-FFF2-40B4-BE49-F238E27FC236}">
                    <a16:creationId xmlns:a16="http://schemas.microsoft.com/office/drawing/2014/main" id="{B9DB3EFE-E1D4-0DE0-F075-FF70D7CE60BC}"/>
                  </a:ext>
                </a:extLst>
              </p14:cNvPr>
              <p14:cNvContentPartPr/>
              <p14:nvPr/>
            </p14:nvContentPartPr>
            <p14:xfrm>
              <a:off x="1394928" y="6166944"/>
              <a:ext cx="3600" cy="148680"/>
            </p14:xfrm>
          </p:contentPart>
        </mc:Choice>
        <mc:Fallback xmlns="">
          <p:pic>
            <p:nvPicPr>
              <p:cNvPr id="364" name="Ink 363">
                <a:extLst>
                  <a:ext uri="{FF2B5EF4-FFF2-40B4-BE49-F238E27FC236}">
                    <a16:creationId xmlns:a16="http://schemas.microsoft.com/office/drawing/2014/main" id="{B9DB3EFE-E1D4-0DE0-F075-FF70D7CE60BC}"/>
                  </a:ext>
                </a:extLst>
              </p:cNvPr>
              <p:cNvPicPr/>
              <p:nvPr/>
            </p:nvPicPr>
            <p:blipFill>
              <a:blip r:embed="rId385"/>
              <a:stretch>
                <a:fillRect/>
              </a:stretch>
            </p:blipFill>
            <p:spPr>
              <a:xfrm>
                <a:off x="1385928" y="6158304"/>
                <a:ext cx="21240" cy="16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6">
            <p14:nvContentPartPr>
              <p14:cNvPr id="365" name="Ink 364">
                <a:extLst>
                  <a:ext uri="{FF2B5EF4-FFF2-40B4-BE49-F238E27FC236}">
                    <a16:creationId xmlns:a16="http://schemas.microsoft.com/office/drawing/2014/main" id="{A1FE59F1-FB58-A84A-27DA-0D3371822243}"/>
                  </a:ext>
                </a:extLst>
              </p14:cNvPr>
              <p14:cNvContentPartPr/>
              <p14:nvPr/>
            </p14:nvContentPartPr>
            <p14:xfrm>
              <a:off x="1356408" y="6153624"/>
              <a:ext cx="221040" cy="177840"/>
            </p14:xfrm>
          </p:contentPart>
        </mc:Choice>
        <mc:Fallback xmlns="">
          <p:pic>
            <p:nvPicPr>
              <p:cNvPr id="365" name="Ink 364">
                <a:extLst>
                  <a:ext uri="{FF2B5EF4-FFF2-40B4-BE49-F238E27FC236}">
                    <a16:creationId xmlns:a16="http://schemas.microsoft.com/office/drawing/2014/main" id="{A1FE59F1-FB58-A84A-27DA-0D3371822243}"/>
                  </a:ext>
                </a:extLst>
              </p:cNvPr>
              <p:cNvPicPr/>
              <p:nvPr/>
            </p:nvPicPr>
            <p:blipFill>
              <a:blip r:embed="rId387"/>
              <a:stretch>
                <a:fillRect/>
              </a:stretch>
            </p:blipFill>
            <p:spPr>
              <a:xfrm>
                <a:off x="1347408" y="6144984"/>
                <a:ext cx="23868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8">
            <p14:nvContentPartPr>
              <p14:cNvPr id="366" name="Ink 365">
                <a:extLst>
                  <a:ext uri="{FF2B5EF4-FFF2-40B4-BE49-F238E27FC236}">
                    <a16:creationId xmlns:a16="http://schemas.microsoft.com/office/drawing/2014/main" id="{EE70208F-5260-8B8A-1416-75D16152DF35}"/>
                  </a:ext>
                </a:extLst>
              </p14:cNvPr>
              <p14:cNvContentPartPr/>
              <p14:nvPr/>
            </p14:nvContentPartPr>
            <p14:xfrm>
              <a:off x="1595088" y="6189624"/>
              <a:ext cx="222480" cy="148680"/>
            </p14:xfrm>
          </p:contentPart>
        </mc:Choice>
        <mc:Fallback xmlns="">
          <p:pic>
            <p:nvPicPr>
              <p:cNvPr id="366" name="Ink 365">
                <a:extLst>
                  <a:ext uri="{FF2B5EF4-FFF2-40B4-BE49-F238E27FC236}">
                    <a16:creationId xmlns:a16="http://schemas.microsoft.com/office/drawing/2014/main" id="{EE70208F-5260-8B8A-1416-75D16152DF35}"/>
                  </a:ext>
                </a:extLst>
              </p:cNvPr>
              <p:cNvPicPr/>
              <p:nvPr/>
            </p:nvPicPr>
            <p:blipFill>
              <a:blip r:embed="rId389"/>
              <a:stretch>
                <a:fillRect/>
              </a:stretch>
            </p:blipFill>
            <p:spPr>
              <a:xfrm>
                <a:off x="1586088" y="6180624"/>
                <a:ext cx="240120" cy="16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0">
            <p14:nvContentPartPr>
              <p14:cNvPr id="367" name="Ink 366">
                <a:extLst>
                  <a:ext uri="{FF2B5EF4-FFF2-40B4-BE49-F238E27FC236}">
                    <a16:creationId xmlns:a16="http://schemas.microsoft.com/office/drawing/2014/main" id="{699E29CB-A62A-5E2B-DB2C-7FB66D233B73}"/>
                  </a:ext>
                </a:extLst>
              </p14:cNvPr>
              <p14:cNvContentPartPr/>
              <p14:nvPr/>
            </p14:nvContentPartPr>
            <p14:xfrm>
              <a:off x="1822968" y="6250464"/>
              <a:ext cx="87120" cy="6120"/>
            </p14:xfrm>
          </p:contentPart>
        </mc:Choice>
        <mc:Fallback xmlns="">
          <p:pic>
            <p:nvPicPr>
              <p:cNvPr id="367" name="Ink 366">
                <a:extLst>
                  <a:ext uri="{FF2B5EF4-FFF2-40B4-BE49-F238E27FC236}">
                    <a16:creationId xmlns:a16="http://schemas.microsoft.com/office/drawing/2014/main" id="{699E29CB-A62A-5E2B-DB2C-7FB66D233B73}"/>
                  </a:ext>
                </a:extLst>
              </p:cNvPr>
              <p:cNvPicPr/>
              <p:nvPr/>
            </p:nvPicPr>
            <p:blipFill>
              <a:blip r:embed="rId391"/>
              <a:stretch>
                <a:fillRect/>
              </a:stretch>
            </p:blipFill>
            <p:spPr>
              <a:xfrm>
                <a:off x="1814328" y="6241464"/>
                <a:ext cx="10476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2">
            <p14:nvContentPartPr>
              <p14:cNvPr id="369" name="Ink 368">
                <a:extLst>
                  <a:ext uri="{FF2B5EF4-FFF2-40B4-BE49-F238E27FC236}">
                    <a16:creationId xmlns:a16="http://schemas.microsoft.com/office/drawing/2014/main" id="{4FEBB361-0F49-0F80-9DBE-F1948276FEBD}"/>
                  </a:ext>
                </a:extLst>
              </p14:cNvPr>
              <p14:cNvContentPartPr/>
              <p14:nvPr/>
            </p14:nvContentPartPr>
            <p14:xfrm>
              <a:off x="2172528" y="6275304"/>
              <a:ext cx="267840" cy="93600"/>
            </p14:xfrm>
          </p:contentPart>
        </mc:Choice>
        <mc:Fallback xmlns="">
          <p:pic>
            <p:nvPicPr>
              <p:cNvPr id="369" name="Ink 368">
                <a:extLst>
                  <a:ext uri="{FF2B5EF4-FFF2-40B4-BE49-F238E27FC236}">
                    <a16:creationId xmlns:a16="http://schemas.microsoft.com/office/drawing/2014/main" id="{4FEBB361-0F49-0F80-9DBE-F1948276FEBD}"/>
                  </a:ext>
                </a:extLst>
              </p:cNvPr>
              <p:cNvPicPr/>
              <p:nvPr/>
            </p:nvPicPr>
            <p:blipFill>
              <a:blip r:embed="rId393"/>
              <a:stretch>
                <a:fillRect/>
              </a:stretch>
            </p:blipFill>
            <p:spPr>
              <a:xfrm>
                <a:off x="2163528" y="6266664"/>
                <a:ext cx="285480" cy="1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4">
            <p14:nvContentPartPr>
              <p14:cNvPr id="371" name="Ink 370">
                <a:extLst>
                  <a:ext uri="{FF2B5EF4-FFF2-40B4-BE49-F238E27FC236}">
                    <a16:creationId xmlns:a16="http://schemas.microsoft.com/office/drawing/2014/main" id="{4443B1D0-30C1-5164-4432-C00F6B32BE54}"/>
                  </a:ext>
                </a:extLst>
              </p14:cNvPr>
              <p14:cNvContentPartPr/>
              <p14:nvPr/>
            </p14:nvContentPartPr>
            <p14:xfrm>
              <a:off x="2548008" y="6254784"/>
              <a:ext cx="150480" cy="119160"/>
            </p14:xfrm>
          </p:contentPart>
        </mc:Choice>
        <mc:Fallback xmlns="">
          <p:pic>
            <p:nvPicPr>
              <p:cNvPr id="371" name="Ink 370">
                <a:extLst>
                  <a:ext uri="{FF2B5EF4-FFF2-40B4-BE49-F238E27FC236}">
                    <a16:creationId xmlns:a16="http://schemas.microsoft.com/office/drawing/2014/main" id="{4443B1D0-30C1-5164-4432-C00F6B32BE54}"/>
                  </a:ext>
                </a:extLst>
              </p:cNvPr>
              <p:cNvPicPr/>
              <p:nvPr/>
            </p:nvPicPr>
            <p:blipFill>
              <a:blip r:embed="rId395"/>
              <a:stretch>
                <a:fillRect/>
              </a:stretch>
            </p:blipFill>
            <p:spPr>
              <a:xfrm>
                <a:off x="2539368" y="6246144"/>
                <a:ext cx="168120" cy="1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6">
            <p14:nvContentPartPr>
              <p14:cNvPr id="372" name="Ink 371">
                <a:extLst>
                  <a:ext uri="{FF2B5EF4-FFF2-40B4-BE49-F238E27FC236}">
                    <a16:creationId xmlns:a16="http://schemas.microsoft.com/office/drawing/2014/main" id="{43B7F7A5-1AEB-C51F-E5FA-4D00D31133FF}"/>
                  </a:ext>
                </a:extLst>
              </p14:cNvPr>
              <p14:cNvContentPartPr/>
              <p14:nvPr/>
            </p14:nvContentPartPr>
            <p14:xfrm>
              <a:off x="2726208" y="6290064"/>
              <a:ext cx="118800" cy="81360"/>
            </p14:xfrm>
          </p:contentPart>
        </mc:Choice>
        <mc:Fallback xmlns="">
          <p:pic>
            <p:nvPicPr>
              <p:cNvPr id="372" name="Ink 371">
                <a:extLst>
                  <a:ext uri="{FF2B5EF4-FFF2-40B4-BE49-F238E27FC236}">
                    <a16:creationId xmlns:a16="http://schemas.microsoft.com/office/drawing/2014/main" id="{43B7F7A5-1AEB-C51F-E5FA-4D00D31133FF}"/>
                  </a:ext>
                </a:extLst>
              </p:cNvPr>
              <p:cNvPicPr/>
              <p:nvPr/>
            </p:nvPicPr>
            <p:blipFill>
              <a:blip r:embed="rId397"/>
              <a:stretch>
                <a:fillRect/>
              </a:stretch>
            </p:blipFill>
            <p:spPr>
              <a:xfrm>
                <a:off x="2717568" y="6281064"/>
                <a:ext cx="136440" cy="9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8">
            <p14:nvContentPartPr>
              <p14:cNvPr id="376" name="Ink 375">
                <a:extLst>
                  <a:ext uri="{FF2B5EF4-FFF2-40B4-BE49-F238E27FC236}">
                    <a16:creationId xmlns:a16="http://schemas.microsoft.com/office/drawing/2014/main" id="{15F61F84-2765-0D66-B396-4DC7A425386F}"/>
                  </a:ext>
                </a:extLst>
              </p14:cNvPr>
              <p14:cNvContentPartPr/>
              <p14:nvPr/>
            </p14:nvContentPartPr>
            <p14:xfrm>
              <a:off x="3845448" y="6308784"/>
              <a:ext cx="114480" cy="153720"/>
            </p14:xfrm>
          </p:contentPart>
        </mc:Choice>
        <mc:Fallback xmlns="">
          <p:pic>
            <p:nvPicPr>
              <p:cNvPr id="376" name="Ink 375">
                <a:extLst>
                  <a:ext uri="{FF2B5EF4-FFF2-40B4-BE49-F238E27FC236}">
                    <a16:creationId xmlns:a16="http://schemas.microsoft.com/office/drawing/2014/main" id="{15F61F84-2765-0D66-B396-4DC7A425386F}"/>
                  </a:ext>
                </a:extLst>
              </p:cNvPr>
              <p:cNvPicPr/>
              <p:nvPr/>
            </p:nvPicPr>
            <p:blipFill>
              <a:blip r:embed="rId399"/>
              <a:stretch>
                <a:fillRect/>
              </a:stretch>
            </p:blipFill>
            <p:spPr>
              <a:xfrm>
                <a:off x="3836808" y="6300144"/>
                <a:ext cx="13212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0">
            <p14:nvContentPartPr>
              <p14:cNvPr id="377" name="Ink 376">
                <a:extLst>
                  <a:ext uri="{FF2B5EF4-FFF2-40B4-BE49-F238E27FC236}">
                    <a16:creationId xmlns:a16="http://schemas.microsoft.com/office/drawing/2014/main" id="{C51810E8-F59D-5148-9B57-094F588759C9}"/>
                  </a:ext>
                </a:extLst>
              </p14:cNvPr>
              <p14:cNvContentPartPr/>
              <p14:nvPr/>
            </p14:nvContentPartPr>
            <p14:xfrm>
              <a:off x="4128408" y="6390144"/>
              <a:ext cx="343440" cy="60120"/>
            </p14:xfrm>
          </p:contentPart>
        </mc:Choice>
        <mc:Fallback xmlns="">
          <p:pic>
            <p:nvPicPr>
              <p:cNvPr id="377" name="Ink 376">
                <a:extLst>
                  <a:ext uri="{FF2B5EF4-FFF2-40B4-BE49-F238E27FC236}">
                    <a16:creationId xmlns:a16="http://schemas.microsoft.com/office/drawing/2014/main" id="{C51810E8-F59D-5148-9B57-094F588759C9}"/>
                  </a:ext>
                </a:extLst>
              </p:cNvPr>
              <p:cNvPicPr/>
              <p:nvPr/>
            </p:nvPicPr>
            <p:blipFill>
              <a:blip r:embed="rId401"/>
              <a:stretch>
                <a:fillRect/>
              </a:stretch>
            </p:blipFill>
            <p:spPr>
              <a:xfrm>
                <a:off x="4119768" y="6381144"/>
                <a:ext cx="36108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2">
            <p14:nvContentPartPr>
              <p14:cNvPr id="379" name="Ink 378">
                <a:extLst>
                  <a:ext uri="{FF2B5EF4-FFF2-40B4-BE49-F238E27FC236}">
                    <a16:creationId xmlns:a16="http://schemas.microsoft.com/office/drawing/2014/main" id="{8F1B390E-B6FF-F25B-3D64-B4595E29A456}"/>
                  </a:ext>
                </a:extLst>
              </p14:cNvPr>
              <p14:cNvContentPartPr/>
              <p14:nvPr/>
            </p14:nvContentPartPr>
            <p14:xfrm>
              <a:off x="4639608" y="6327144"/>
              <a:ext cx="133560" cy="127800"/>
            </p14:xfrm>
          </p:contentPart>
        </mc:Choice>
        <mc:Fallback xmlns="">
          <p:pic>
            <p:nvPicPr>
              <p:cNvPr id="379" name="Ink 378">
                <a:extLst>
                  <a:ext uri="{FF2B5EF4-FFF2-40B4-BE49-F238E27FC236}">
                    <a16:creationId xmlns:a16="http://schemas.microsoft.com/office/drawing/2014/main" id="{8F1B390E-B6FF-F25B-3D64-B4595E29A456}"/>
                  </a:ext>
                </a:extLst>
              </p:cNvPr>
              <p:cNvPicPr/>
              <p:nvPr/>
            </p:nvPicPr>
            <p:blipFill>
              <a:blip r:embed="rId403"/>
              <a:stretch>
                <a:fillRect/>
              </a:stretch>
            </p:blipFill>
            <p:spPr>
              <a:xfrm>
                <a:off x="4630968" y="6318144"/>
                <a:ext cx="15120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4">
            <p14:nvContentPartPr>
              <p14:cNvPr id="380" name="Ink 379">
                <a:extLst>
                  <a:ext uri="{FF2B5EF4-FFF2-40B4-BE49-F238E27FC236}">
                    <a16:creationId xmlns:a16="http://schemas.microsoft.com/office/drawing/2014/main" id="{6F689C23-6E06-5A61-7248-16D5F3A3DDFD}"/>
                  </a:ext>
                </a:extLst>
              </p14:cNvPr>
              <p14:cNvContentPartPr/>
              <p14:nvPr/>
            </p14:nvContentPartPr>
            <p14:xfrm>
              <a:off x="4850568" y="6333624"/>
              <a:ext cx="137520" cy="131400"/>
            </p14:xfrm>
          </p:contentPart>
        </mc:Choice>
        <mc:Fallback xmlns="">
          <p:pic>
            <p:nvPicPr>
              <p:cNvPr id="380" name="Ink 379">
                <a:extLst>
                  <a:ext uri="{FF2B5EF4-FFF2-40B4-BE49-F238E27FC236}">
                    <a16:creationId xmlns:a16="http://schemas.microsoft.com/office/drawing/2014/main" id="{6F689C23-6E06-5A61-7248-16D5F3A3DDFD}"/>
                  </a:ext>
                </a:extLst>
              </p:cNvPr>
              <p:cNvPicPr/>
              <p:nvPr/>
            </p:nvPicPr>
            <p:blipFill>
              <a:blip r:embed="rId405"/>
              <a:stretch>
                <a:fillRect/>
              </a:stretch>
            </p:blipFill>
            <p:spPr>
              <a:xfrm>
                <a:off x="4841928" y="6324984"/>
                <a:ext cx="155160" cy="14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6">
            <p14:nvContentPartPr>
              <p14:cNvPr id="381" name="Ink 380">
                <a:extLst>
                  <a:ext uri="{FF2B5EF4-FFF2-40B4-BE49-F238E27FC236}">
                    <a16:creationId xmlns:a16="http://schemas.microsoft.com/office/drawing/2014/main" id="{D21C5C34-6AAD-DEE4-9021-9A2F7445AAB8}"/>
                  </a:ext>
                </a:extLst>
              </p14:cNvPr>
              <p14:cNvContentPartPr/>
              <p14:nvPr/>
            </p14:nvContentPartPr>
            <p14:xfrm>
              <a:off x="4964688" y="6408504"/>
              <a:ext cx="100440" cy="10440"/>
            </p14:xfrm>
          </p:contentPart>
        </mc:Choice>
        <mc:Fallback xmlns="">
          <p:pic>
            <p:nvPicPr>
              <p:cNvPr id="381" name="Ink 380">
                <a:extLst>
                  <a:ext uri="{FF2B5EF4-FFF2-40B4-BE49-F238E27FC236}">
                    <a16:creationId xmlns:a16="http://schemas.microsoft.com/office/drawing/2014/main" id="{D21C5C34-6AAD-DEE4-9021-9A2F7445AAB8}"/>
                  </a:ext>
                </a:extLst>
              </p:cNvPr>
              <p:cNvPicPr/>
              <p:nvPr/>
            </p:nvPicPr>
            <p:blipFill>
              <a:blip r:embed="rId407"/>
              <a:stretch>
                <a:fillRect/>
              </a:stretch>
            </p:blipFill>
            <p:spPr>
              <a:xfrm>
                <a:off x="4956048" y="6399864"/>
                <a:ext cx="11808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8">
            <p14:nvContentPartPr>
              <p14:cNvPr id="382" name="Ink 381">
                <a:extLst>
                  <a:ext uri="{FF2B5EF4-FFF2-40B4-BE49-F238E27FC236}">
                    <a16:creationId xmlns:a16="http://schemas.microsoft.com/office/drawing/2014/main" id="{D4261641-E413-1259-E338-9B7854F64776}"/>
                  </a:ext>
                </a:extLst>
              </p14:cNvPr>
              <p14:cNvContentPartPr/>
              <p14:nvPr/>
            </p14:nvContentPartPr>
            <p14:xfrm>
              <a:off x="5325048" y="6364944"/>
              <a:ext cx="132480" cy="109800"/>
            </p14:xfrm>
          </p:contentPart>
        </mc:Choice>
        <mc:Fallback xmlns="">
          <p:pic>
            <p:nvPicPr>
              <p:cNvPr id="382" name="Ink 381">
                <a:extLst>
                  <a:ext uri="{FF2B5EF4-FFF2-40B4-BE49-F238E27FC236}">
                    <a16:creationId xmlns:a16="http://schemas.microsoft.com/office/drawing/2014/main" id="{D4261641-E413-1259-E338-9B7854F64776}"/>
                  </a:ext>
                </a:extLst>
              </p:cNvPr>
              <p:cNvPicPr/>
              <p:nvPr/>
            </p:nvPicPr>
            <p:blipFill>
              <a:blip r:embed="rId409"/>
              <a:stretch>
                <a:fillRect/>
              </a:stretch>
            </p:blipFill>
            <p:spPr>
              <a:xfrm>
                <a:off x="5316408" y="6355944"/>
                <a:ext cx="15012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0">
            <p14:nvContentPartPr>
              <p14:cNvPr id="383" name="Ink 382">
                <a:extLst>
                  <a:ext uri="{FF2B5EF4-FFF2-40B4-BE49-F238E27FC236}">
                    <a16:creationId xmlns:a16="http://schemas.microsoft.com/office/drawing/2014/main" id="{FCC1C2D7-F52D-677B-0439-84C115D0C1D5}"/>
                  </a:ext>
                </a:extLst>
              </p14:cNvPr>
              <p14:cNvContentPartPr/>
              <p14:nvPr/>
            </p14:nvContentPartPr>
            <p14:xfrm>
              <a:off x="5553288" y="6400224"/>
              <a:ext cx="86760" cy="88560"/>
            </p14:xfrm>
          </p:contentPart>
        </mc:Choice>
        <mc:Fallback xmlns="">
          <p:pic>
            <p:nvPicPr>
              <p:cNvPr id="383" name="Ink 382">
                <a:extLst>
                  <a:ext uri="{FF2B5EF4-FFF2-40B4-BE49-F238E27FC236}">
                    <a16:creationId xmlns:a16="http://schemas.microsoft.com/office/drawing/2014/main" id="{FCC1C2D7-F52D-677B-0439-84C115D0C1D5}"/>
                  </a:ext>
                </a:extLst>
              </p:cNvPr>
              <p:cNvPicPr/>
              <p:nvPr/>
            </p:nvPicPr>
            <p:blipFill>
              <a:blip r:embed="rId411"/>
              <a:stretch>
                <a:fillRect/>
              </a:stretch>
            </p:blipFill>
            <p:spPr>
              <a:xfrm>
                <a:off x="5544288" y="6391584"/>
                <a:ext cx="10440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2">
            <p14:nvContentPartPr>
              <p14:cNvPr id="384" name="Ink 383">
                <a:extLst>
                  <a:ext uri="{FF2B5EF4-FFF2-40B4-BE49-F238E27FC236}">
                    <a16:creationId xmlns:a16="http://schemas.microsoft.com/office/drawing/2014/main" id="{0C6D863C-2AE8-54FE-E9D7-3AD6E592B00F}"/>
                  </a:ext>
                </a:extLst>
              </p14:cNvPr>
              <p14:cNvContentPartPr/>
              <p14:nvPr/>
            </p14:nvContentPartPr>
            <p14:xfrm>
              <a:off x="5707008" y="6411024"/>
              <a:ext cx="73800" cy="83520"/>
            </p14:xfrm>
          </p:contentPart>
        </mc:Choice>
        <mc:Fallback xmlns="">
          <p:pic>
            <p:nvPicPr>
              <p:cNvPr id="384" name="Ink 383">
                <a:extLst>
                  <a:ext uri="{FF2B5EF4-FFF2-40B4-BE49-F238E27FC236}">
                    <a16:creationId xmlns:a16="http://schemas.microsoft.com/office/drawing/2014/main" id="{0C6D863C-2AE8-54FE-E9D7-3AD6E592B00F}"/>
                  </a:ext>
                </a:extLst>
              </p:cNvPr>
              <p:cNvPicPr/>
              <p:nvPr/>
            </p:nvPicPr>
            <p:blipFill>
              <a:blip r:embed="rId413"/>
              <a:stretch>
                <a:fillRect/>
              </a:stretch>
            </p:blipFill>
            <p:spPr>
              <a:xfrm>
                <a:off x="5698008" y="6402384"/>
                <a:ext cx="91440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4">
            <p14:nvContentPartPr>
              <p14:cNvPr id="385" name="Ink 384">
                <a:extLst>
                  <a:ext uri="{FF2B5EF4-FFF2-40B4-BE49-F238E27FC236}">
                    <a16:creationId xmlns:a16="http://schemas.microsoft.com/office/drawing/2014/main" id="{6F1422BD-5BC2-DBFA-A339-29DABBD21C12}"/>
                  </a:ext>
                </a:extLst>
              </p14:cNvPr>
              <p14:cNvContentPartPr/>
              <p14:nvPr/>
            </p14:nvContentPartPr>
            <p14:xfrm>
              <a:off x="5870808" y="6358824"/>
              <a:ext cx="188640" cy="122760"/>
            </p14:xfrm>
          </p:contentPart>
        </mc:Choice>
        <mc:Fallback xmlns="">
          <p:pic>
            <p:nvPicPr>
              <p:cNvPr id="385" name="Ink 384">
                <a:extLst>
                  <a:ext uri="{FF2B5EF4-FFF2-40B4-BE49-F238E27FC236}">
                    <a16:creationId xmlns:a16="http://schemas.microsoft.com/office/drawing/2014/main" id="{6F1422BD-5BC2-DBFA-A339-29DABBD21C12}"/>
                  </a:ext>
                </a:extLst>
              </p:cNvPr>
              <p:cNvPicPr/>
              <p:nvPr/>
            </p:nvPicPr>
            <p:blipFill>
              <a:blip r:embed="rId415"/>
              <a:stretch>
                <a:fillRect/>
              </a:stretch>
            </p:blipFill>
            <p:spPr>
              <a:xfrm>
                <a:off x="5862168" y="6349824"/>
                <a:ext cx="20628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6">
            <p14:nvContentPartPr>
              <p14:cNvPr id="388" name="Ink 387">
                <a:extLst>
                  <a:ext uri="{FF2B5EF4-FFF2-40B4-BE49-F238E27FC236}">
                    <a16:creationId xmlns:a16="http://schemas.microsoft.com/office/drawing/2014/main" id="{1D7FCF01-64C5-14F1-928E-283267A36C7C}"/>
                  </a:ext>
                </a:extLst>
              </p14:cNvPr>
              <p14:cNvContentPartPr/>
              <p14:nvPr/>
            </p14:nvContentPartPr>
            <p14:xfrm>
              <a:off x="752688" y="6542424"/>
              <a:ext cx="89280" cy="148320"/>
            </p14:xfrm>
          </p:contentPart>
        </mc:Choice>
        <mc:Fallback xmlns="">
          <p:pic>
            <p:nvPicPr>
              <p:cNvPr id="388" name="Ink 387">
                <a:extLst>
                  <a:ext uri="{FF2B5EF4-FFF2-40B4-BE49-F238E27FC236}">
                    <a16:creationId xmlns:a16="http://schemas.microsoft.com/office/drawing/2014/main" id="{1D7FCF01-64C5-14F1-928E-283267A36C7C}"/>
                  </a:ext>
                </a:extLst>
              </p:cNvPr>
              <p:cNvPicPr/>
              <p:nvPr/>
            </p:nvPicPr>
            <p:blipFill>
              <a:blip r:embed="rId417"/>
              <a:stretch>
                <a:fillRect/>
              </a:stretch>
            </p:blipFill>
            <p:spPr>
              <a:xfrm>
                <a:off x="743688" y="6533784"/>
                <a:ext cx="106920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8">
            <p14:nvContentPartPr>
              <p14:cNvPr id="389" name="Ink 388">
                <a:extLst>
                  <a:ext uri="{FF2B5EF4-FFF2-40B4-BE49-F238E27FC236}">
                    <a16:creationId xmlns:a16="http://schemas.microsoft.com/office/drawing/2014/main" id="{CA072248-1ECE-9162-1192-6E0EB16965DD}"/>
                  </a:ext>
                </a:extLst>
              </p14:cNvPr>
              <p14:cNvContentPartPr/>
              <p14:nvPr/>
            </p14:nvContentPartPr>
            <p14:xfrm>
              <a:off x="872928" y="6527304"/>
              <a:ext cx="36360" cy="6120"/>
            </p14:xfrm>
          </p:contentPart>
        </mc:Choice>
        <mc:Fallback xmlns="">
          <p:pic>
            <p:nvPicPr>
              <p:cNvPr id="389" name="Ink 388">
                <a:extLst>
                  <a:ext uri="{FF2B5EF4-FFF2-40B4-BE49-F238E27FC236}">
                    <a16:creationId xmlns:a16="http://schemas.microsoft.com/office/drawing/2014/main" id="{CA072248-1ECE-9162-1192-6E0EB16965DD}"/>
                  </a:ext>
                </a:extLst>
              </p:cNvPr>
              <p:cNvPicPr/>
              <p:nvPr/>
            </p:nvPicPr>
            <p:blipFill>
              <a:blip r:embed="rId419"/>
              <a:stretch>
                <a:fillRect/>
              </a:stretch>
            </p:blipFill>
            <p:spPr>
              <a:xfrm>
                <a:off x="864288" y="6518664"/>
                <a:ext cx="5400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0">
            <p14:nvContentPartPr>
              <p14:cNvPr id="390" name="Ink 389">
                <a:extLst>
                  <a:ext uri="{FF2B5EF4-FFF2-40B4-BE49-F238E27FC236}">
                    <a16:creationId xmlns:a16="http://schemas.microsoft.com/office/drawing/2014/main" id="{5181A5FE-7928-0DC8-CE52-E554A9AAD819}"/>
                  </a:ext>
                </a:extLst>
              </p14:cNvPr>
              <p14:cNvContentPartPr/>
              <p14:nvPr/>
            </p14:nvContentPartPr>
            <p14:xfrm>
              <a:off x="1088928" y="6632784"/>
              <a:ext cx="44280" cy="200520"/>
            </p14:xfrm>
          </p:contentPart>
        </mc:Choice>
        <mc:Fallback xmlns="">
          <p:pic>
            <p:nvPicPr>
              <p:cNvPr id="390" name="Ink 389">
                <a:extLst>
                  <a:ext uri="{FF2B5EF4-FFF2-40B4-BE49-F238E27FC236}">
                    <a16:creationId xmlns:a16="http://schemas.microsoft.com/office/drawing/2014/main" id="{5181A5FE-7928-0DC8-CE52-E554A9AAD819}"/>
                  </a:ext>
                </a:extLst>
              </p:cNvPr>
              <p:cNvPicPr/>
              <p:nvPr/>
            </p:nvPicPr>
            <p:blipFill>
              <a:blip r:embed="rId421"/>
              <a:stretch>
                <a:fillRect/>
              </a:stretch>
            </p:blipFill>
            <p:spPr>
              <a:xfrm>
                <a:off x="1080288" y="6623784"/>
                <a:ext cx="61920" cy="21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2">
            <p14:nvContentPartPr>
              <p14:cNvPr id="392" name="Ink 391">
                <a:extLst>
                  <a:ext uri="{FF2B5EF4-FFF2-40B4-BE49-F238E27FC236}">
                    <a16:creationId xmlns:a16="http://schemas.microsoft.com/office/drawing/2014/main" id="{5F6510DE-2CE9-29DC-F575-84EE66D03533}"/>
                  </a:ext>
                </a:extLst>
              </p14:cNvPr>
              <p14:cNvContentPartPr/>
              <p14:nvPr/>
            </p14:nvContentPartPr>
            <p14:xfrm>
              <a:off x="1424808" y="6564024"/>
              <a:ext cx="216720" cy="143640"/>
            </p14:xfrm>
          </p:contentPart>
        </mc:Choice>
        <mc:Fallback xmlns="">
          <p:pic>
            <p:nvPicPr>
              <p:cNvPr id="392" name="Ink 391">
                <a:extLst>
                  <a:ext uri="{FF2B5EF4-FFF2-40B4-BE49-F238E27FC236}">
                    <a16:creationId xmlns:a16="http://schemas.microsoft.com/office/drawing/2014/main" id="{5F6510DE-2CE9-29DC-F575-84EE66D03533}"/>
                  </a:ext>
                </a:extLst>
              </p:cNvPr>
              <p:cNvPicPr/>
              <p:nvPr/>
            </p:nvPicPr>
            <p:blipFill>
              <a:blip r:embed="rId423"/>
              <a:stretch>
                <a:fillRect/>
              </a:stretch>
            </p:blipFill>
            <p:spPr>
              <a:xfrm>
                <a:off x="1416168" y="6555024"/>
                <a:ext cx="23436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4">
            <p14:nvContentPartPr>
              <p14:cNvPr id="393" name="Ink 392">
                <a:extLst>
                  <a:ext uri="{FF2B5EF4-FFF2-40B4-BE49-F238E27FC236}">
                    <a16:creationId xmlns:a16="http://schemas.microsoft.com/office/drawing/2014/main" id="{C18657D5-2EB7-CE04-64FD-DF3980CD4944}"/>
                  </a:ext>
                </a:extLst>
              </p14:cNvPr>
              <p14:cNvContentPartPr/>
              <p14:nvPr/>
            </p14:nvContentPartPr>
            <p14:xfrm>
              <a:off x="1694088" y="6608664"/>
              <a:ext cx="38520" cy="105840"/>
            </p14:xfrm>
          </p:contentPart>
        </mc:Choice>
        <mc:Fallback xmlns="">
          <p:pic>
            <p:nvPicPr>
              <p:cNvPr id="393" name="Ink 392">
                <a:extLst>
                  <a:ext uri="{FF2B5EF4-FFF2-40B4-BE49-F238E27FC236}">
                    <a16:creationId xmlns:a16="http://schemas.microsoft.com/office/drawing/2014/main" id="{C18657D5-2EB7-CE04-64FD-DF3980CD4944}"/>
                  </a:ext>
                </a:extLst>
              </p:cNvPr>
              <p:cNvPicPr/>
              <p:nvPr/>
            </p:nvPicPr>
            <p:blipFill>
              <a:blip r:embed="rId425"/>
              <a:stretch>
                <a:fillRect/>
              </a:stretch>
            </p:blipFill>
            <p:spPr>
              <a:xfrm>
                <a:off x="1685448" y="6599664"/>
                <a:ext cx="5616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6">
            <p14:nvContentPartPr>
              <p14:cNvPr id="394" name="Ink 393">
                <a:extLst>
                  <a:ext uri="{FF2B5EF4-FFF2-40B4-BE49-F238E27FC236}">
                    <a16:creationId xmlns:a16="http://schemas.microsoft.com/office/drawing/2014/main" id="{1765595B-36C8-BBE0-7D65-2DF6D3EACD38}"/>
                  </a:ext>
                </a:extLst>
              </p14:cNvPr>
              <p14:cNvContentPartPr/>
              <p14:nvPr/>
            </p14:nvContentPartPr>
            <p14:xfrm>
              <a:off x="1796328" y="6629184"/>
              <a:ext cx="44280" cy="78120"/>
            </p14:xfrm>
          </p:contentPart>
        </mc:Choice>
        <mc:Fallback xmlns="">
          <p:pic>
            <p:nvPicPr>
              <p:cNvPr id="394" name="Ink 393">
                <a:extLst>
                  <a:ext uri="{FF2B5EF4-FFF2-40B4-BE49-F238E27FC236}">
                    <a16:creationId xmlns:a16="http://schemas.microsoft.com/office/drawing/2014/main" id="{1765595B-36C8-BBE0-7D65-2DF6D3EACD38}"/>
                  </a:ext>
                </a:extLst>
              </p:cNvPr>
              <p:cNvPicPr/>
              <p:nvPr/>
            </p:nvPicPr>
            <p:blipFill>
              <a:blip r:embed="rId427"/>
              <a:stretch>
                <a:fillRect/>
              </a:stretch>
            </p:blipFill>
            <p:spPr>
              <a:xfrm>
                <a:off x="1787688" y="6620544"/>
                <a:ext cx="6192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8">
            <p14:nvContentPartPr>
              <p14:cNvPr id="395" name="Ink 394">
                <a:extLst>
                  <a:ext uri="{FF2B5EF4-FFF2-40B4-BE49-F238E27FC236}">
                    <a16:creationId xmlns:a16="http://schemas.microsoft.com/office/drawing/2014/main" id="{6554066C-7DDF-81BD-43BD-E0FA095AD34E}"/>
                  </a:ext>
                </a:extLst>
              </p14:cNvPr>
              <p14:cNvContentPartPr/>
              <p14:nvPr/>
            </p14:nvContentPartPr>
            <p14:xfrm>
              <a:off x="1888848" y="6654384"/>
              <a:ext cx="81720" cy="54720"/>
            </p14:xfrm>
          </p:contentPart>
        </mc:Choice>
        <mc:Fallback xmlns="">
          <p:pic>
            <p:nvPicPr>
              <p:cNvPr id="395" name="Ink 394">
                <a:extLst>
                  <a:ext uri="{FF2B5EF4-FFF2-40B4-BE49-F238E27FC236}">
                    <a16:creationId xmlns:a16="http://schemas.microsoft.com/office/drawing/2014/main" id="{6554066C-7DDF-81BD-43BD-E0FA095AD34E}"/>
                  </a:ext>
                </a:extLst>
              </p:cNvPr>
              <p:cNvPicPr/>
              <p:nvPr/>
            </p:nvPicPr>
            <p:blipFill>
              <a:blip r:embed="rId429"/>
              <a:stretch>
                <a:fillRect/>
              </a:stretch>
            </p:blipFill>
            <p:spPr>
              <a:xfrm>
                <a:off x="1880208" y="6645384"/>
                <a:ext cx="9936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0">
            <p14:nvContentPartPr>
              <p14:cNvPr id="396" name="Ink 395">
                <a:extLst>
                  <a:ext uri="{FF2B5EF4-FFF2-40B4-BE49-F238E27FC236}">
                    <a16:creationId xmlns:a16="http://schemas.microsoft.com/office/drawing/2014/main" id="{C4111E15-3FCB-02B8-89F3-ECE4A1303D3C}"/>
                  </a:ext>
                </a:extLst>
              </p14:cNvPr>
              <p14:cNvContentPartPr/>
              <p14:nvPr/>
            </p14:nvContentPartPr>
            <p14:xfrm>
              <a:off x="2085048" y="6675984"/>
              <a:ext cx="196200" cy="73440"/>
            </p14:xfrm>
          </p:contentPart>
        </mc:Choice>
        <mc:Fallback xmlns="">
          <p:pic>
            <p:nvPicPr>
              <p:cNvPr id="396" name="Ink 395">
                <a:extLst>
                  <a:ext uri="{FF2B5EF4-FFF2-40B4-BE49-F238E27FC236}">
                    <a16:creationId xmlns:a16="http://schemas.microsoft.com/office/drawing/2014/main" id="{C4111E15-3FCB-02B8-89F3-ECE4A1303D3C}"/>
                  </a:ext>
                </a:extLst>
              </p:cNvPr>
              <p:cNvPicPr/>
              <p:nvPr/>
            </p:nvPicPr>
            <p:blipFill>
              <a:blip r:embed="rId431"/>
              <a:stretch>
                <a:fillRect/>
              </a:stretch>
            </p:blipFill>
            <p:spPr>
              <a:xfrm>
                <a:off x="2076408" y="6666984"/>
                <a:ext cx="21384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2">
            <p14:nvContentPartPr>
              <p14:cNvPr id="398" name="Ink 397">
                <a:extLst>
                  <a:ext uri="{FF2B5EF4-FFF2-40B4-BE49-F238E27FC236}">
                    <a16:creationId xmlns:a16="http://schemas.microsoft.com/office/drawing/2014/main" id="{229A2635-C4AE-1B73-A9C1-6AE839CACABC}"/>
                  </a:ext>
                </a:extLst>
              </p14:cNvPr>
              <p14:cNvContentPartPr/>
              <p14:nvPr/>
            </p14:nvContentPartPr>
            <p14:xfrm>
              <a:off x="2451888" y="6661944"/>
              <a:ext cx="372960" cy="123120"/>
            </p14:xfrm>
          </p:contentPart>
        </mc:Choice>
        <mc:Fallback xmlns="">
          <p:pic>
            <p:nvPicPr>
              <p:cNvPr id="398" name="Ink 397">
                <a:extLst>
                  <a:ext uri="{FF2B5EF4-FFF2-40B4-BE49-F238E27FC236}">
                    <a16:creationId xmlns:a16="http://schemas.microsoft.com/office/drawing/2014/main" id="{229A2635-C4AE-1B73-A9C1-6AE839CACABC}"/>
                  </a:ext>
                </a:extLst>
              </p:cNvPr>
              <p:cNvPicPr/>
              <p:nvPr/>
            </p:nvPicPr>
            <p:blipFill>
              <a:blip r:embed="rId433"/>
              <a:stretch>
                <a:fillRect/>
              </a:stretch>
            </p:blipFill>
            <p:spPr>
              <a:xfrm>
                <a:off x="2443248" y="6652944"/>
                <a:ext cx="390600" cy="1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4">
            <p14:nvContentPartPr>
              <p14:cNvPr id="399" name="Ink 398">
                <a:extLst>
                  <a:ext uri="{FF2B5EF4-FFF2-40B4-BE49-F238E27FC236}">
                    <a16:creationId xmlns:a16="http://schemas.microsoft.com/office/drawing/2014/main" id="{BF6B7897-56FC-E54A-F1B6-7B1D69C1A361}"/>
                  </a:ext>
                </a:extLst>
              </p14:cNvPr>
              <p14:cNvContentPartPr/>
              <p14:nvPr/>
            </p14:nvContentPartPr>
            <p14:xfrm>
              <a:off x="2933928" y="6694704"/>
              <a:ext cx="245160" cy="204840"/>
            </p14:xfrm>
          </p:contentPart>
        </mc:Choice>
        <mc:Fallback xmlns="">
          <p:pic>
            <p:nvPicPr>
              <p:cNvPr id="399" name="Ink 398">
                <a:extLst>
                  <a:ext uri="{FF2B5EF4-FFF2-40B4-BE49-F238E27FC236}">
                    <a16:creationId xmlns:a16="http://schemas.microsoft.com/office/drawing/2014/main" id="{BF6B7897-56FC-E54A-F1B6-7B1D69C1A361}"/>
                  </a:ext>
                </a:extLst>
              </p:cNvPr>
              <p:cNvPicPr/>
              <p:nvPr/>
            </p:nvPicPr>
            <p:blipFill>
              <a:blip r:embed="rId435"/>
              <a:stretch>
                <a:fillRect/>
              </a:stretch>
            </p:blipFill>
            <p:spPr>
              <a:xfrm>
                <a:off x="2925288" y="6685704"/>
                <a:ext cx="26280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6">
            <p14:nvContentPartPr>
              <p14:cNvPr id="401" name="Ink 400">
                <a:extLst>
                  <a:ext uri="{FF2B5EF4-FFF2-40B4-BE49-F238E27FC236}">
                    <a16:creationId xmlns:a16="http://schemas.microsoft.com/office/drawing/2014/main" id="{A73A2496-5FBD-1A66-84B9-C6994BBFADC9}"/>
                  </a:ext>
                </a:extLst>
              </p14:cNvPr>
              <p14:cNvContentPartPr/>
              <p14:nvPr/>
            </p14:nvContentPartPr>
            <p14:xfrm>
              <a:off x="9260928" y="4587264"/>
              <a:ext cx="497520" cy="2248200"/>
            </p14:xfrm>
          </p:contentPart>
        </mc:Choice>
        <mc:Fallback xmlns="">
          <p:pic>
            <p:nvPicPr>
              <p:cNvPr id="401" name="Ink 400">
                <a:extLst>
                  <a:ext uri="{FF2B5EF4-FFF2-40B4-BE49-F238E27FC236}">
                    <a16:creationId xmlns:a16="http://schemas.microsoft.com/office/drawing/2014/main" id="{A73A2496-5FBD-1A66-84B9-C6994BBFADC9}"/>
                  </a:ext>
                </a:extLst>
              </p:cNvPr>
              <p:cNvPicPr/>
              <p:nvPr/>
            </p:nvPicPr>
            <p:blipFill>
              <a:blip r:embed="rId437"/>
              <a:stretch>
                <a:fillRect/>
              </a:stretch>
            </p:blipFill>
            <p:spPr>
              <a:xfrm>
                <a:off x="9251928" y="4578264"/>
                <a:ext cx="515160" cy="226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8">
            <p14:nvContentPartPr>
              <p14:cNvPr id="402" name="Ink 401">
                <a:extLst>
                  <a:ext uri="{FF2B5EF4-FFF2-40B4-BE49-F238E27FC236}">
                    <a16:creationId xmlns:a16="http://schemas.microsoft.com/office/drawing/2014/main" id="{E2F049A3-6ACA-2F13-65BD-9491DB7279C3}"/>
                  </a:ext>
                </a:extLst>
              </p14:cNvPr>
              <p14:cNvContentPartPr/>
              <p14:nvPr/>
            </p14:nvContentPartPr>
            <p14:xfrm>
              <a:off x="8985168" y="4198464"/>
              <a:ext cx="206280" cy="341280"/>
            </p14:xfrm>
          </p:contentPart>
        </mc:Choice>
        <mc:Fallback xmlns="">
          <p:pic>
            <p:nvPicPr>
              <p:cNvPr id="402" name="Ink 401">
                <a:extLst>
                  <a:ext uri="{FF2B5EF4-FFF2-40B4-BE49-F238E27FC236}">
                    <a16:creationId xmlns:a16="http://schemas.microsoft.com/office/drawing/2014/main" id="{E2F049A3-6ACA-2F13-65BD-9491DB7279C3}"/>
                  </a:ext>
                </a:extLst>
              </p:cNvPr>
              <p:cNvPicPr/>
              <p:nvPr/>
            </p:nvPicPr>
            <p:blipFill>
              <a:blip r:embed="rId439"/>
              <a:stretch>
                <a:fillRect/>
              </a:stretch>
            </p:blipFill>
            <p:spPr>
              <a:xfrm>
                <a:off x="8976168" y="4189464"/>
                <a:ext cx="223920" cy="35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0">
            <p14:nvContentPartPr>
              <p14:cNvPr id="403" name="Ink 402">
                <a:extLst>
                  <a:ext uri="{FF2B5EF4-FFF2-40B4-BE49-F238E27FC236}">
                    <a16:creationId xmlns:a16="http://schemas.microsoft.com/office/drawing/2014/main" id="{4BBFCF29-319A-8C2E-2603-454117ADEEEC}"/>
                  </a:ext>
                </a:extLst>
              </p14:cNvPr>
              <p14:cNvContentPartPr/>
              <p14:nvPr/>
            </p14:nvContentPartPr>
            <p14:xfrm>
              <a:off x="10281888" y="4325904"/>
              <a:ext cx="150480" cy="186840"/>
            </p14:xfrm>
          </p:contentPart>
        </mc:Choice>
        <mc:Fallback xmlns="">
          <p:pic>
            <p:nvPicPr>
              <p:cNvPr id="403" name="Ink 402">
                <a:extLst>
                  <a:ext uri="{FF2B5EF4-FFF2-40B4-BE49-F238E27FC236}">
                    <a16:creationId xmlns:a16="http://schemas.microsoft.com/office/drawing/2014/main" id="{4BBFCF29-319A-8C2E-2603-454117ADEEEC}"/>
                  </a:ext>
                </a:extLst>
              </p:cNvPr>
              <p:cNvPicPr/>
              <p:nvPr/>
            </p:nvPicPr>
            <p:blipFill>
              <a:blip r:embed="rId441"/>
              <a:stretch>
                <a:fillRect/>
              </a:stretch>
            </p:blipFill>
            <p:spPr>
              <a:xfrm>
                <a:off x="10272888" y="4317264"/>
                <a:ext cx="168120" cy="20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2">
            <p14:nvContentPartPr>
              <p14:cNvPr id="404" name="Ink 403">
                <a:extLst>
                  <a:ext uri="{FF2B5EF4-FFF2-40B4-BE49-F238E27FC236}">
                    <a16:creationId xmlns:a16="http://schemas.microsoft.com/office/drawing/2014/main" id="{37B4DD12-6D9D-1BE6-0DC3-6E77BCC08FFC}"/>
                  </a:ext>
                </a:extLst>
              </p14:cNvPr>
              <p14:cNvContentPartPr/>
              <p14:nvPr/>
            </p14:nvContentPartPr>
            <p14:xfrm>
              <a:off x="10485288" y="4327704"/>
              <a:ext cx="174240" cy="30600"/>
            </p14:xfrm>
          </p:contentPart>
        </mc:Choice>
        <mc:Fallback xmlns="">
          <p:pic>
            <p:nvPicPr>
              <p:cNvPr id="404" name="Ink 403">
                <a:extLst>
                  <a:ext uri="{FF2B5EF4-FFF2-40B4-BE49-F238E27FC236}">
                    <a16:creationId xmlns:a16="http://schemas.microsoft.com/office/drawing/2014/main" id="{37B4DD12-6D9D-1BE6-0DC3-6E77BCC08FFC}"/>
                  </a:ext>
                </a:extLst>
              </p:cNvPr>
              <p:cNvPicPr/>
              <p:nvPr/>
            </p:nvPicPr>
            <p:blipFill>
              <a:blip r:embed="rId443"/>
              <a:stretch>
                <a:fillRect/>
              </a:stretch>
            </p:blipFill>
            <p:spPr>
              <a:xfrm>
                <a:off x="10476648" y="4318704"/>
                <a:ext cx="19188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4">
            <p14:nvContentPartPr>
              <p14:cNvPr id="406" name="Ink 405">
                <a:extLst>
                  <a:ext uri="{FF2B5EF4-FFF2-40B4-BE49-F238E27FC236}">
                    <a16:creationId xmlns:a16="http://schemas.microsoft.com/office/drawing/2014/main" id="{1AE81E0C-6F95-BB44-62EF-D9F5744C3695}"/>
                  </a:ext>
                </a:extLst>
              </p14:cNvPr>
              <p14:cNvContentPartPr/>
              <p14:nvPr/>
            </p14:nvContentPartPr>
            <p14:xfrm>
              <a:off x="9866448" y="4867704"/>
              <a:ext cx="148680" cy="206280"/>
            </p14:xfrm>
          </p:contentPart>
        </mc:Choice>
        <mc:Fallback xmlns="">
          <p:pic>
            <p:nvPicPr>
              <p:cNvPr id="406" name="Ink 405">
                <a:extLst>
                  <a:ext uri="{FF2B5EF4-FFF2-40B4-BE49-F238E27FC236}">
                    <a16:creationId xmlns:a16="http://schemas.microsoft.com/office/drawing/2014/main" id="{1AE81E0C-6F95-BB44-62EF-D9F5744C3695}"/>
                  </a:ext>
                </a:extLst>
              </p:cNvPr>
              <p:cNvPicPr/>
              <p:nvPr/>
            </p:nvPicPr>
            <p:blipFill>
              <a:blip r:embed="rId445"/>
              <a:stretch>
                <a:fillRect/>
              </a:stretch>
            </p:blipFill>
            <p:spPr>
              <a:xfrm>
                <a:off x="9857448" y="4859064"/>
                <a:ext cx="166320" cy="223920"/>
              </a:xfrm>
              <a:prstGeom prst="rect">
                <a:avLst/>
              </a:prstGeom>
            </p:spPr>
          </p:pic>
        </mc:Fallback>
      </mc:AlternateContent>
      <p:grpSp>
        <p:nvGrpSpPr>
          <p:cNvPr id="412" name="Group 411">
            <a:extLst>
              <a:ext uri="{FF2B5EF4-FFF2-40B4-BE49-F238E27FC236}">
                <a16:creationId xmlns:a16="http://schemas.microsoft.com/office/drawing/2014/main" id="{D882E38A-C64C-3CE5-6A82-06102A16EBC8}"/>
              </a:ext>
            </a:extLst>
          </p:cNvPr>
          <p:cNvGrpSpPr/>
          <p:nvPr/>
        </p:nvGrpSpPr>
        <p:grpSpPr>
          <a:xfrm>
            <a:off x="10141848" y="4918104"/>
            <a:ext cx="1034640" cy="202680"/>
            <a:chOff x="10141848" y="4918104"/>
            <a:chExt cx="1034640" cy="20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7CEE7293-BA2E-EE19-B23D-975B088EC8D5}"/>
                    </a:ext>
                  </a:extLst>
                </p14:cNvPr>
                <p14:cNvContentPartPr/>
                <p14:nvPr/>
              </p14:nvContentPartPr>
              <p14:xfrm>
                <a:off x="10141848" y="4973904"/>
                <a:ext cx="192240" cy="8496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7CEE7293-BA2E-EE19-B23D-975B088EC8D5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10133208" y="4964904"/>
                  <a:ext cx="2098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68753601-86B9-428A-1530-F456FCBBAAE6}"/>
                    </a:ext>
                  </a:extLst>
                </p14:cNvPr>
                <p14:cNvContentPartPr/>
                <p14:nvPr/>
              </p14:nvContentPartPr>
              <p14:xfrm>
                <a:off x="10420128" y="4918104"/>
                <a:ext cx="167040" cy="16416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68753601-86B9-428A-1530-F456FCBBAAE6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10411488" y="4909104"/>
                  <a:ext cx="1846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3B31A150-8190-558F-A6CE-D1DCD6FC39E7}"/>
                    </a:ext>
                  </a:extLst>
                </p14:cNvPr>
                <p14:cNvContentPartPr/>
                <p14:nvPr/>
              </p14:nvContentPartPr>
              <p14:xfrm>
                <a:off x="10632888" y="4923864"/>
                <a:ext cx="125280" cy="14184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3B31A150-8190-558F-A6CE-D1DCD6FC39E7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10623888" y="4915224"/>
                  <a:ext cx="14292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AF23DBB9-1199-8863-E7D6-FA0069946AE5}"/>
                    </a:ext>
                  </a:extLst>
                </p14:cNvPr>
                <p14:cNvContentPartPr/>
                <p14:nvPr/>
              </p14:nvContentPartPr>
              <p14:xfrm>
                <a:off x="10849968" y="4970664"/>
                <a:ext cx="111240" cy="11088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AF23DBB9-1199-8863-E7D6-FA0069946AE5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10840968" y="4961664"/>
                  <a:ext cx="12888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060A0E70-0CF3-5D9C-EC5B-90C3CB2288A8}"/>
                    </a:ext>
                  </a:extLst>
                </p14:cNvPr>
                <p14:cNvContentPartPr/>
                <p14:nvPr/>
              </p14:nvContentPartPr>
              <p14:xfrm>
                <a:off x="10966248" y="4933944"/>
                <a:ext cx="210240" cy="18684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060A0E70-0CF3-5D9C-EC5B-90C3CB2288A8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10957248" y="4924944"/>
                  <a:ext cx="227880" cy="204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56">
            <p14:nvContentPartPr>
              <p14:cNvPr id="416" name="Ink 415">
                <a:extLst>
                  <a:ext uri="{FF2B5EF4-FFF2-40B4-BE49-F238E27FC236}">
                    <a16:creationId xmlns:a16="http://schemas.microsoft.com/office/drawing/2014/main" id="{DADFEC54-9012-4DB2-A600-115313C4ECB8}"/>
                  </a:ext>
                </a:extLst>
              </p14:cNvPr>
              <p14:cNvContentPartPr/>
              <p14:nvPr/>
            </p14:nvContentPartPr>
            <p14:xfrm>
              <a:off x="2256048" y="4173264"/>
              <a:ext cx="54360" cy="191520"/>
            </p14:xfrm>
          </p:contentPart>
        </mc:Choice>
        <mc:Fallback xmlns="">
          <p:pic>
            <p:nvPicPr>
              <p:cNvPr id="416" name="Ink 415">
                <a:extLst>
                  <a:ext uri="{FF2B5EF4-FFF2-40B4-BE49-F238E27FC236}">
                    <a16:creationId xmlns:a16="http://schemas.microsoft.com/office/drawing/2014/main" id="{DADFEC54-9012-4DB2-A600-115313C4ECB8}"/>
                  </a:ext>
                </a:extLst>
              </p:cNvPr>
              <p:cNvPicPr/>
              <p:nvPr/>
            </p:nvPicPr>
            <p:blipFill>
              <a:blip r:embed="rId457"/>
              <a:stretch>
                <a:fillRect/>
              </a:stretch>
            </p:blipFill>
            <p:spPr>
              <a:xfrm>
                <a:off x="2247048" y="4164264"/>
                <a:ext cx="72000" cy="209160"/>
              </a:xfrm>
              <a:prstGeom prst="rect">
                <a:avLst/>
              </a:prstGeom>
            </p:spPr>
          </p:pic>
        </mc:Fallback>
      </mc:AlternateContent>
      <p:grpSp>
        <p:nvGrpSpPr>
          <p:cNvPr id="419" name="Group 418">
            <a:extLst>
              <a:ext uri="{FF2B5EF4-FFF2-40B4-BE49-F238E27FC236}">
                <a16:creationId xmlns:a16="http://schemas.microsoft.com/office/drawing/2014/main" id="{76F0C28A-4BF8-05CA-1D4A-410D688380F4}"/>
              </a:ext>
            </a:extLst>
          </p:cNvPr>
          <p:cNvGrpSpPr/>
          <p:nvPr/>
        </p:nvGrpSpPr>
        <p:grpSpPr>
          <a:xfrm>
            <a:off x="1334088" y="4661784"/>
            <a:ext cx="1794960" cy="300240"/>
            <a:chOff x="1334088" y="4661784"/>
            <a:chExt cx="1794960" cy="30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4C80A11B-AF1B-2321-DE35-86D2809F1ADC}"/>
                    </a:ext>
                  </a:extLst>
                </p14:cNvPr>
                <p14:cNvContentPartPr/>
                <p14:nvPr/>
              </p14:nvContentPartPr>
              <p14:xfrm>
                <a:off x="1390608" y="4671144"/>
                <a:ext cx="21240" cy="15408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4C80A11B-AF1B-2321-DE35-86D2809F1ADC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1381968" y="4662504"/>
                  <a:ext cx="388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B29D4692-648B-2D94-1068-AF83810E401F}"/>
                    </a:ext>
                  </a:extLst>
                </p14:cNvPr>
                <p14:cNvContentPartPr/>
                <p14:nvPr/>
              </p14:nvContentPartPr>
              <p14:xfrm>
                <a:off x="1334088" y="4663224"/>
                <a:ext cx="225000" cy="19260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B29D4692-648B-2D94-1068-AF83810E401F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1325088" y="4654224"/>
                  <a:ext cx="2426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D35AB800-64C9-F2F7-EADD-727DC4B03E7D}"/>
                    </a:ext>
                  </a:extLst>
                </p14:cNvPr>
                <p14:cNvContentPartPr/>
                <p14:nvPr/>
              </p14:nvContentPartPr>
              <p14:xfrm>
                <a:off x="1612368" y="4661784"/>
                <a:ext cx="237600" cy="18000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D35AB800-64C9-F2F7-EADD-727DC4B03E7D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1603368" y="4652784"/>
                  <a:ext cx="25524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8C97099E-B906-9492-291C-38FC47D5ABAE}"/>
                    </a:ext>
                  </a:extLst>
                </p14:cNvPr>
                <p14:cNvContentPartPr/>
                <p14:nvPr/>
              </p14:nvContentPartPr>
              <p14:xfrm>
                <a:off x="1837008" y="4748904"/>
                <a:ext cx="106200" cy="360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8C97099E-B906-9492-291C-38FC47D5ABAE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1828008" y="4740264"/>
                  <a:ext cx="1238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8CD53FB9-9263-49D8-EDBD-66E63022A156}"/>
                    </a:ext>
                  </a:extLst>
                </p14:cNvPr>
                <p14:cNvContentPartPr/>
                <p14:nvPr/>
              </p14:nvContentPartPr>
              <p14:xfrm>
                <a:off x="2119968" y="4775904"/>
                <a:ext cx="383400" cy="8244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8CD53FB9-9263-49D8-EDBD-66E63022A156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2110968" y="4767264"/>
                  <a:ext cx="40104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11A4B544-A66E-2362-77F0-AE41F224351B}"/>
                    </a:ext>
                  </a:extLst>
                </p14:cNvPr>
                <p14:cNvContentPartPr/>
                <p14:nvPr/>
              </p14:nvContentPartPr>
              <p14:xfrm>
                <a:off x="2668968" y="4721184"/>
                <a:ext cx="34200" cy="15948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11A4B544-A66E-2362-77F0-AE41F224351B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2659968" y="4712184"/>
                  <a:ext cx="5184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1C39EE33-9AFB-48AB-E07F-5C50CD5FCF79}"/>
                    </a:ext>
                  </a:extLst>
                </p14:cNvPr>
                <p14:cNvContentPartPr/>
                <p14:nvPr/>
              </p14:nvContentPartPr>
              <p14:xfrm>
                <a:off x="2601288" y="4691304"/>
                <a:ext cx="481680" cy="17712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1C39EE33-9AFB-48AB-E07F-5C50CD5FCF79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2592648" y="4682304"/>
                  <a:ext cx="4993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806FD67F-69F8-758E-D758-857F74E6DFAE}"/>
                    </a:ext>
                  </a:extLst>
                </p14:cNvPr>
                <p14:cNvContentPartPr/>
                <p14:nvPr/>
              </p14:nvContentPartPr>
              <p14:xfrm>
                <a:off x="2807928" y="4912704"/>
                <a:ext cx="321120" cy="49320"/>
              </p14:xfrm>
            </p:contentPart>
          </mc:Choice>
          <mc:Fallback xmlns=""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806FD67F-69F8-758E-D758-857F74E6DFAE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2798928" y="4903704"/>
                  <a:ext cx="338760" cy="66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74">
            <p14:nvContentPartPr>
              <p14:cNvPr id="418" name="Ink 417">
                <a:extLst>
                  <a:ext uri="{FF2B5EF4-FFF2-40B4-BE49-F238E27FC236}">
                    <a16:creationId xmlns:a16="http://schemas.microsoft.com/office/drawing/2014/main" id="{AC46FD82-71AF-D7AA-CCF8-71B2D314EE2B}"/>
                  </a:ext>
                </a:extLst>
              </p14:cNvPr>
              <p14:cNvContentPartPr/>
              <p14:nvPr/>
            </p14:nvContentPartPr>
            <p14:xfrm>
              <a:off x="4822848" y="5069304"/>
              <a:ext cx="293400" cy="35640"/>
            </p14:xfrm>
          </p:contentPart>
        </mc:Choice>
        <mc:Fallback xmlns="">
          <p:pic>
            <p:nvPicPr>
              <p:cNvPr id="418" name="Ink 417">
                <a:extLst>
                  <a:ext uri="{FF2B5EF4-FFF2-40B4-BE49-F238E27FC236}">
                    <a16:creationId xmlns:a16="http://schemas.microsoft.com/office/drawing/2014/main" id="{AC46FD82-71AF-D7AA-CCF8-71B2D314EE2B}"/>
                  </a:ext>
                </a:extLst>
              </p:cNvPr>
              <p:cNvPicPr/>
              <p:nvPr/>
            </p:nvPicPr>
            <p:blipFill>
              <a:blip r:embed="rId475"/>
              <a:stretch>
                <a:fillRect/>
              </a:stretch>
            </p:blipFill>
            <p:spPr>
              <a:xfrm>
                <a:off x="4814208" y="5060664"/>
                <a:ext cx="311040" cy="53280"/>
              </a:xfrm>
              <a:prstGeom prst="rect">
                <a:avLst/>
              </a:prstGeom>
            </p:spPr>
          </p:pic>
        </mc:Fallback>
      </mc:AlternateContent>
      <p:grpSp>
        <p:nvGrpSpPr>
          <p:cNvPr id="421" name="Group 420">
            <a:extLst>
              <a:ext uri="{FF2B5EF4-FFF2-40B4-BE49-F238E27FC236}">
                <a16:creationId xmlns:a16="http://schemas.microsoft.com/office/drawing/2014/main" id="{D27CF751-7251-49E4-EA1C-87C6B92C11A5}"/>
              </a:ext>
            </a:extLst>
          </p:cNvPr>
          <p:cNvGrpSpPr/>
          <p:nvPr/>
        </p:nvGrpSpPr>
        <p:grpSpPr>
          <a:xfrm>
            <a:off x="6653808" y="5915664"/>
            <a:ext cx="1377360" cy="233280"/>
            <a:chOff x="6653808" y="5915664"/>
            <a:chExt cx="1377360" cy="23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7A752D02-FD56-A876-32C8-E467B5F2615A}"/>
                    </a:ext>
                  </a:extLst>
                </p14:cNvPr>
                <p14:cNvContentPartPr/>
                <p14:nvPr/>
              </p14:nvContentPartPr>
              <p14:xfrm>
                <a:off x="6653808" y="5917104"/>
                <a:ext cx="140760" cy="15228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7A752D02-FD56-A876-32C8-E467B5F2615A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6644808" y="5908464"/>
                  <a:ext cx="1584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2C9F4402-7364-D87D-7940-4ED911A17338}"/>
                    </a:ext>
                  </a:extLst>
                </p14:cNvPr>
                <p14:cNvContentPartPr/>
                <p14:nvPr/>
              </p14:nvContentPartPr>
              <p14:xfrm>
                <a:off x="6823728" y="5915664"/>
                <a:ext cx="101160" cy="15588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2C9F4402-7364-D87D-7940-4ED911A17338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6815088" y="5907024"/>
                  <a:ext cx="1188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1F33DE87-9046-CAE9-9327-FEB8F59B1934}"/>
                    </a:ext>
                  </a:extLst>
                </p14:cNvPr>
                <p14:cNvContentPartPr/>
                <p14:nvPr/>
              </p14:nvContentPartPr>
              <p14:xfrm>
                <a:off x="7023528" y="6025464"/>
                <a:ext cx="281880" cy="9648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1F33DE87-9046-CAE9-9327-FEB8F59B1934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7014528" y="6016824"/>
                  <a:ext cx="2995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7D49B327-FB18-52D7-EB09-5C8265A843E4}"/>
                    </a:ext>
                  </a:extLst>
                </p14:cNvPr>
                <p14:cNvContentPartPr/>
                <p14:nvPr/>
              </p14:nvContentPartPr>
              <p14:xfrm>
                <a:off x="7373448" y="5962104"/>
                <a:ext cx="109440" cy="12384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7D49B327-FB18-52D7-EB09-5C8265A843E4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7364448" y="5953104"/>
                  <a:ext cx="12708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5A4BFCED-5160-4DF6-5DB9-B53973AD87AE}"/>
                    </a:ext>
                  </a:extLst>
                </p14:cNvPr>
                <p14:cNvContentPartPr/>
                <p14:nvPr/>
              </p14:nvContentPartPr>
              <p14:xfrm>
                <a:off x="7498368" y="6009984"/>
                <a:ext cx="166320" cy="11772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5A4BFCED-5160-4DF6-5DB9-B53973AD87AE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7489368" y="6000984"/>
                  <a:ext cx="18396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EB7AF4F7-661E-9803-E952-0C37834459D5}"/>
                    </a:ext>
                  </a:extLst>
                </p14:cNvPr>
                <p14:cNvContentPartPr/>
                <p14:nvPr/>
              </p14:nvContentPartPr>
              <p14:xfrm>
                <a:off x="7625448" y="6075504"/>
                <a:ext cx="79200" cy="4644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EB7AF4F7-661E-9803-E952-0C37834459D5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7616808" y="6066864"/>
                  <a:ext cx="9684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36CD01BC-7861-7FA8-CD44-A802469CB99D}"/>
                    </a:ext>
                  </a:extLst>
                </p14:cNvPr>
                <p14:cNvContentPartPr/>
                <p14:nvPr/>
              </p14:nvContentPartPr>
              <p14:xfrm>
                <a:off x="7784208" y="5991984"/>
                <a:ext cx="124560" cy="11376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36CD01BC-7861-7FA8-CD44-A802469CB99D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7775208" y="5983344"/>
                  <a:ext cx="14220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89927804-C1A7-F71F-D057-D5AFCC521DF1}"/>
                    </a:ext>
                  </a:extLst>
                </p14:cNvPr>
                <p14:cNvContentPartPr/>
                <p14:nvPr/>
              </p14:nvContentPartPr>
              <p14:xfrm>
                <a:off x="7915968" y="5996304"/>
                <a:ext cx="115200" cy="11628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89927804-C1A7-F71F-D057-D5AFCC521DF1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7906968" y="5987304"/>
                  <a:ext cx="1328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F68C2CC3-0A54-2372-4E16-FD7F01909276}"/>
                    </a:ext>
                  </a:extLst>
                </p14:cNvPr>
                <p14:cNvContentPartPr/>
                <p14:nvPr/>
              </p14:nvContentPartPr>
              <p14:xfrm>
                <a:off x="7743888" y="6142824"/>
                <a:ext cx="21600" cy="612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F68C2CC3-0A54-2372-4E16-FD7F01909276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7735248" y="6134184"/>
                  <a:ext cx="39240" cy="23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94">
            <p14:nvContentPartPr>
              <p14:cNvPr id="422" name="Ink 421">
                <a:extLst>
                  <a:ext uri="{FF2B5EF4-FFF2-40B4-BE49-F238E27FC236}">
                    <a16:creationId xmlns:a16="http://schemas.microsoft.com/office/drawing/2014/main" id="{7A733448-95BD-5D12-EA95-710BA0C46833}"/>
                  </a:ext>
                </a:extLst>
              </p14:cNvPr>
              <p14:cNvContentPartPr/>
              <p14:nvPr/>
            </p14:nvContentPartPr>
            <p14:xfrm>
              <a:off x="5193648" y="6022944"/>
              <a:ext cx="1375560" cy="81720"/>
            </p14:xfrm>
          </p:contentPart>
        </mc:Choice>
        <mc:Fallback xmlns="">
          <p:pic>
            <p:nvPicPr>
              <p:cNvPr id="422" name="Ink 421">
                <a:extLst>
                  <a:ext uri="{FF2B5EF4-FFF2-40B4-BE49-F238E27FC236}">
                    <a16:creationId xmlns:a16="http://schemas.microsoft.com/office/drawing/2014/main" id="{7A733448-95BD-5D12-EA95-710BA0C46833}"/>
                  </a:ext>
                </a:extLst>
              </p:cNvPr>
              <p:cNvPicPr/>
              <p:nvPr/>
            </p:nvPicPr>
            <p:blipFill>
              <a:blip r:embed="rId495"/>
              <a:stretch>
                <a:fillRect/>
              </a:stretch>
            </p:blipFill>
            <p:spPr>
              <a:xfrm>
                <a:off x="5184648" y="6013944"/>
                <a:ext cx="139320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6">
            <p14:nvContentPartPr>
              <p14:cNvPr id="423" name="Ink 422">
                <a:extLst>
                  <a:ext uri="{FF2B5EF4-FFF2-40B4-BE49-F238E27FC236}">
                    <a16:creationId xmlns:a16="http://schemas.microsoft.com/office/drawing/2014/main" id="{9AF3AF16-B5C5-A8C7-1B2C-0569E4F53B57}"/>
                  </a:ext>
                </a:extLst>
              </p14:cNvPr>
              <p14:cNvContentPartPr/>
              <p14:nvPr/>
            </p14:nvContentPartPr>
            <p14:xfrm>
              <a:off x="919728" y="6840144"/>
              <a:ext cx="9000" cy="2160"/>
            </p14:xfrm>
          </p:contentPart>
        </mc:Choice>
        <mc:Fallback xmlns="">
          <p:pic>
            <p:nvPicPr>
              <p:cNvPr id="423" name="Ink 422">
                <a:extLst>
                  <a:ext uri="{FF2B5EF4-FFF2-40B4-BE49-F238E27FC236}">
                    <a16:creationId xmlns:a16="http://schemas.microsoft.com/office/drawing/2014/main" id="{9AF3AF16-B5C5-A8C7-1B2C-0569E4F53B57}"/>
                  </a:ext>
                </a:extLst>
              </p:cNvPr>
              <p:cNvPicPr/>
              <p:nvPr/>
            </p:nvPicPr>
            <p:blipFill>
              <a:blip r:embed="rId497"/>
              <a:stretch>
                <a:fillRect/>
              </a:stretch>
            </p:blipFill>
            <p:spPr>
              <a:xfrm>
                <a:off x="910728" y="6831504"/>
                <a:ext cx="26640" cy="19800"/>
              </a:xfrm>
              <a:prstGeom prst="rect">
                <a:avLst/>
              </a:prstGeom>
            </p:spPr>
          </p:pic>
        </mc:Fallback>
      </mc:AlternateContent>
      <p:grpSp>
        <p:nvGrpSpPr>
          <p:cNvPr id="426" name="Group 425">
            <a:extLst>
              <a:ext uri="{FF2B5EF4-FFF2-40B4-BE49-F238E27FC236}">
                <a16:creationId xmlns:a16="http://schemas.microsoft.com/office/drawing/2014/main" id="{BCF1D0A5-4904-4E6D-F4B3-AD790CE0DB0D}"/>
              </a:ext>
            </a:extLst>
          </p:cNvPr>
          <p:cNvGrpSpPr/>
          <p:nvPr/>
        </p:nvGrpSpPr>
        <p:grpSpPr>
          <a:xfrm>
            <a:off x="805608" y="1274184"/>
            <a:ext cx="2697480" cy="416520"/>
            <a:chOff x="805608" y="1274184"/>
            <a:chExt cx="2697480" cy="41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7871CF8-A9C1-38A7-FAA2-0A146448F802}"/>
                    </a:ext>
                  </a:extLst>
                </p14:cNvPr>
                <p14:cNvContentPartPr/>
                <p14:nvPr/>
              </p14:nvContentPartPr>
              <p14:xfrm>
                <a:off x="1266048" y="1288584"/>
                <a:ext cx="242640" cy="2437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7871CF8-A9C1-38A7-FAA2-0A146448F802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1257408" y="1279944"/>
                  <a:ext cx="26028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E2494A2-15E2-112E-6A62-5109DE2A2F4A}"/>
                    </a:ext>
                  </a:extLst>
                </p14:cNvPr>
                <p14:cNvContentPartPr/>
                <p14:nvPr/>
              </p14:nvContentPartPr>
              <p14:xfrm>
                <a:off x="1757088" y="1442664"/>
                <a:ext cx="485280" cy="1101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E2494A2-15E2-112E-6A62-5109DE2A2F4A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1748448" y="1434024"/>
                  <a:ext cx="5029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A0CD58B-9A13-9ED8-08B2-5AB813EB7139}"/>
                    </a:ext>
                  </a:extLst>
                </p14:cNvPr>
                <p14:cNvContentPartPr/>
                <p14:nvPr/>
              </p14:nvContentPartPr>
              <p14:xfrm>
                <a:off x="2512728" y="1330704"/>
                <a:ext cx="226800" cy="1875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A0CD58B-9A13-9ED8-08B2-5AB813EB7139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2503728" y="1322064"/>
                  <a:ext cx="24444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53E0125-DFD1-C11A-3A56-225378A162A9}"/>
                    </a:ext>
                  </a:extLst>
                </p14:cNvPr>
                <p14:cNvContentPartPr/>
                <p14:nvPr/>
              </p14:nvContentPartPr>
              <p14:xfrm>
                <a:off x="2777688" y="1306944"/>
                <a:ext cx="101880" cy="1810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53E0125-DFD1-C11A-3A56-225378A162A9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2769048" y="1298304"/>
                  <a:ext cx="1195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BB5A5FC-2813-3466-ACFB-A548D5B39152}"/>
                    </a:ext>
                  </a:extLst>
                </p14:cNvPr>
                <p14:cNvContentPartPr/>
                <p14:nvPr/>
              </p14:nvContentPartPr>
              <p14:xfrm>
                <a:off x="2939688" y="1331064"/>
                <a:ext cx="176760" cy="1555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BB5A5FC-2813-3466-ACFB-A548D5B39152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2930688" y="1322064"/>
                  <a:ext cx="1944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D2741E0-9333-79FA-574D-CEAEFAB3ADC2}"/>
                    </a:ext>
                  </a:extLst>
                </p14:cNvPr>
                <p14:cNvContentPartPr/>
                <p14:nvPr/>
              </p14:nvContentPartPr>
              <p14:xfrm>
                <a:off x="3244248" y="1274184"/>
                <a:ext cx="141840" cy="2084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D2741E0-9333-79FA-574D-CEAEFAB3ADC2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3235608" y="1265184"/>
                  <a:ext cx="1594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389C61D8-D5D2-127E-251F-B83E5E3C9125}"/>
                    </a:ext>
                  </a:extLst>
                </p14:cNvPr>
                <p14:cNvContentPartPr/>
                <p14:nvPr/>
              </p14:nvContentPartPr>
              <p14:xfrm>
                <a:off x="993528" y="1337544"/>
                <a:ext cx="38160" cy="3132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389C61D8-D5D2-127E-251F-B83E5E3C9125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984888" y="1328904"/>
                  <a:ext cx="5580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68999DE2-543F-F210-97ED-DE713603CC2B}"/>
                    </a:ext>
                  </a:extLst>
                </p14:cNvPr>
                <p14:cNvContentPartPr/>
                <p14:nvPr/>
              </p14:nvContentPartPr>
              <p14:xfrm>
                <a:off x="805608" y="1315584"/>
                <a:ext cx="299880" cy="15840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68999DE2-543F-F210-97ED-DE713603CC2B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796608" y="1306944"/>
                  <a:ext cx="31752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5A26EC99-B00B-843C-46DE-A081AC652F73}"/>
                    </a:ext>
                  </a:extLst>
                </p14:cNvPr>
                <p14:cNvContentPartPr/>
                <p14:nvPr/>
              </p14:nvContentPartPr>
              <p14:xfrm>
                <a:off x="1205208" y="1593504"/>
                <a:ext cx="2297880" cy="97200"/>
              </p14:xfrm>
            </p:contentPart>
          </mc:Choice>
          <mc:Fallback xmlns=""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5A26EC99-B00B-843C-46DE-A081AC652F73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1196568" y="1584504"/>
                  <a:ext cx="231552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A7E4CB04-25BA-813D-8AD6-6FD044EDE833}"/>
                    </a:ext>
                  </a:extLst>
                </p14:cNvPr>
                <p14:cNvContentPartPr/>
                <p14:nvPr/>
              </p14:nvContentPartPr>
              <p14:xfrm>
                <a:off x="1322568" y="1611504"/>
                <a:ext cx="2148120" cy="38160"/>
              </p14:xfrm>
            </p:contentPart>
          </mc:Choice>
          <mc:Fallback xmlns=""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A7E4CB04-25BA-813D-8AD6-6FD044EDE833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1313568" y="1602864"/>
                  <a:ext cx="2165760" cy="55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54644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6078E-F8EC-8694-DE9C-165583D76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14:cNvPr>
              <p14:cNvContentPartPr/>
              <p14:nvPr/>
            </p14:nvContentPartPr>
            <p14:xfrm>
              <a:off x="9997848" y="1633824"/>
              <a:ext cx="3600" cy="10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87848" y="1620324"/>
                <a:ext cx="23200" cy="275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14:cNvPr>
              <p14:cNvContentPartPr/>
              <p14:nvPr/>
            </p14:nvContentPartPr>
            <p14:xfrm>
              <a:off x="10428408" y="2647584"/>
              <a:ext cx="28080" cy="324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419408" y="2638584"/>
                <a:ext cx="4572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14:cNvPr>
              <p14:cNvContentPartPr/>
              <p14:nvPr/>
            </p14:nvContentPartPr>
            <p14:xfrm>
              <a:off x="10763568" y="2771064"/>
              <a:ext cx="1800" cy="360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754568" y="2762064"/>
                <a:ext cx="1944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14:cNvPr>
              <p14:cNvContentPartPr/>
              <p14:nvPr/>
            </p14:nvContentPartPr>
            <p14:xfrm>
              <a:off x="3774888" y="6755904"/>
              <a:ext cx="360" cy="468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65888" y="6746904"/>
                <a:ext cx="18000" cy="2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8A60E1FA-BD61-D294-48D7-8C59E5E04796}"/>
              </a:ext>
            </a:extLst>
          </p:cNvPr>
          <p:cNvGrpSpPr/>
          <p:nvPr/>
        </p:nvGrpSpPr>
        <p:grpSpPr>
          <a:xfrm>
            <a:off x="2603088" y="4481424"/>
            <a:ext cx="743760" cy="308880"/>
            <a:chOff x="2603088" y="4481424"/>
            <a:chExt cx="743760" cy="30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2C490B59-A96D-1F7B-43A7-792A308488BA}"/>
                    </a:ext>
                  </a:extLst>
                </p14:cNvPr>
                <p14:cNvContentPartPr/>
                <p14:nvPr/>
              </p14:nvContentPartPr>
              <p14:xfrm>
                <a:off x="2789568" y="4556664"/>
                <a:ext cx="16920" cy="2336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2C490B59-A96D-1F7B-43A7-792A308488B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780928" y="4547664"/>
                  <a:ext cx="3456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D40CF56-56D9-D20E-ADAD-8A8B81C2055D}"/>
                    </a:ext>
                  </a:extLst>
                </p14:cNvPr>
                <p14:cNvContentPartPr/>
                <p14:nvPr/>
              </p14:nvContentPartPr>
              <p14:xfrm>
                <a:off x="2603088" y="4481424"/>
                <a:ext cx="743760" cy="2714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D40CF56-56D9-D20E-ADAD-8A8B81C2055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594448" y="4472784"/>
                  <a:ext cx="761400" cy="289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77D5009-6E17-4A9B-1FB7-6CAC6420A638}"/>
                  </a:ext>
                </a:extLst>
              </p14:cNvPr>
              <p14:cNvContentPartPr/>
              <p14:nvPr/>
            </p14:nvContentPartPr>
            <p14:xfrm>
              <a:off x="3009168" y="4138344"/>
              <a:ext cx="17280" cy="2743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77D5009-6E17-4A9B-1FB7-6CAC6420A63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000528" y="4129344"/>
                <a:ext cx="3492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EF7B766-AF32-588B-5DDA-8FF9C4C2E1C0}"/>
                  </a:ext>
                </a:extLst>
              </p14:cNvPr>
              <p14:cNvContentPartPr/>
              <p14:nvPr/>
            </p14:nvContentPartPr>
            <p14:xfrm>
              <a:off x="2766528" y="3869784"/>
              <a:ext cx="21240" cy="1537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EF7B766-AF32-588B-5DDA-8FF9C4C2E1C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757528" y="3860784"/>
                <a:ext cx="3888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D51CCCB-614E-B5FE-040C-FA414279A4F9}"/>
                  </a:ext>
                </a:extLst>
              </p14:cNvPr>
              <p14:cNvContentPartPr/>
              <p14:nvPr/>
            </p14:nvContentPartPr>
            <p14:xfrm>
              <a:off x="2726208" y="3864384"/>
              <a:ext cx="246960" cy="1951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D51CCCB-614E-B5FE-040C-FA414279A4F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717568" y="3855384"/>
                <a:ext cx="264600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D3105D9-1C4D-25F3-03E2-14EC3E3C81B1}"/>
                  </a:ext>
                </a:extLst>
              </p14:cNvPr>
              <p14:cNvContentPartPr/>
              <p14:nvPr/>
            </p14:nvContentPartPr>
            <p14:xfrm>
              <a:off x="2971728" y="3833424"/>
              <a:ext cx="261000" cy="2448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D3105D9-1C4D-25F3-03E2-14EC3E3C81B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962728" y="3824424"/>
                <a:ext cx="27864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44AC5B4-B604-8697-213C-52C0ABF59B9D}"/>
                  </a:ext>
                </a:extLst>
              </p14:cNvPr>
              <p14:cNvContentPartPr/>
              <p14:nvPr/>
            </p14:nvContentPartPr>
            <p14:xfrm>
              <a:off x="3188088" y="3938544"/>
              <a:ext cx="173160" cy="266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44AC5B4-B604-8697-213C-52C0ABF59B9D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179088" y="3929904"/>
                <a:ext cx="19080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8E98AD8-64B2-3850-DDE3-94D1A7AAF4F3}"/>
                  </a:ext>
                </a:extLst>
              </p14:cNvPr>
              <p14:cNvContentPartPr/>
              <p14:nvPr/>
            </p14:nvContentPartPr>
            <p14:xfrm>
              <a:off x="3833208" y="3272904"/>
              <a:ext cx="245160" cy="2224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8E98AD8-64B2-3850-DDE3-94D1A7AAF4F3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824208" y="3264264"/>
                <a:ext cx="26280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2F387FF-E537-3CEF-FC7F-19E858673141}"/>
                  </a:ext>
                </a:extLst>
              </p14:cNvPr>
              <p14:cNvContentPartPr/>
              <p14:nvPr/>
            </p14:nvContentPartPr>
            <p14:xfrm>
              <a:off x="4136328" y="3194784"/>
              <a:ext cx="160560" cy="2318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2F387FF-E537-3CEF-FC7F-19E858673141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127688" y="3186144"/>
                <a:ext cx="178200" cy="24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945A464-C2A1-C7A5-4F7C-44513393AF0C}"/>
                  </a:ext>
                </a:extLst>
              </p14:cNvPr>
              <p14:cNvContentPartPr/>
              <p14:nvPr/>
            </p14:nvContentPartPr>
            <p14:xfrm>
              <a:off x="3416328" y="3546144"/>
              <a:ext cx="417960" cy="2671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945A464-C2A1-C7A5-4F7C-44513393AF0C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407328" y="3537144"/>
                <a:ext cx="435600" cy="284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767E5132-241D-984D-9E94-06F555E8D373}"/>
              </a:ext>
            </a:extLst>
          </p:cNvPr>
          <p:cNvGrpSpPr/>
          <p:nvPr/>
        </p:nvGrpSpPr>
        <p:grpSpPr>
          <a:xfrm>
            <a:off x="4183488" y="3554784"/>
            <a:ext cx="1096200" cy="520560"/>
            <a:chOff x="4183488" y="3554784"/>
            <a:chExt cx="1096200" cy="52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832051A-B368-2572-3121-962310AAEADF}"/>
                    </a:ext>
                  </a:extLst>
                </p14:cNvPr>
                <p14:cNvContentPartPr/>
                <p14:nvPr/>
              </p14:nvContentPartPr>
              <p14:xfrm>
                <a:off x="4183488" y="3554784"/>
                <a:ext cx="304560" cy="3110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832051A-B368-2572-3121-962310AAEAD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174488" y="3545784"/>
                  <a:ext cx="32220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7FBA13A-E3A4-6B71-CEB2-F9F2DDA542E7}"/>
                    </a:ext>
                  </a:extLst>
                </p14:cNvPr>
                <p14:cNvContentPartPr/>
                <p14:nvPr/>
              </p14:nvContentPartPr>
              <p14:xfrm>
                <a:off x="4508568" y="3959064"/>
                <a:ext cx="181800" cy="1162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7FBA13A-E3A4-6B71-CEB2-F9F2DDA542E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499928" y="3950424"/>
                  <a:ext cx="1994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AAFD0C8-0550-5320-6F27-2BE7579E9059}"/>
                    </a:ext>
                  </a:extLst>
                </p14:cNvPr>
                <p14:cNvContentPartPr/>
                <p14:nvPr/>
              </p14:nvContentPartPr>
              <p14:xfrm>
                <a:off x="4774608" y="3969864"/>
                <a:ext cx="69120" cy="964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AAFD0C8-0550-5320-6F27-2BE7579E905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765608" y="3960864"/>
                  <a:ext cx="867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3E5CBEA-F6A8-2BC8-E917-67211F8132F7}"/>
                    </a:ext>
                  </a:extLst>
                </p14:cNvPr>
                <p14:cNvContentPartPr/>
                <p14:nvPr/>
              </p14:nvContentPartPr>
              <p14:xfrm>
                <a:off x="4944528" y="3962664"/>
                <a:ext cx="89280" cy="741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3E5CBEA-F6A8-2BC8-E917-67211F8132F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935528" y="3954024"/>
                  <a:ext cx="1069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1122AB0-2842-ACBF-7454-4413219542DF}"/>
                    </a:ext>
                  </a:extLst>
                </p14:cNvPr>
                <p14:cNvContentPartPr/>
                <p14:nvPr/>
              </p14:nvContentPartPr>
              <p14:xfrm>
                <a:off x="5133888" y="3928824"/>
                <a:ext cx="145800" cy="986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1122AB0-2842-ACBF-7454-4413219542DF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125248" y="3920184"/>
                  <a:ext cx="163440" cy="116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36847826-BAC8-CDD1-998A-7357211779B7}"/>
                  </a:ext>
                </a:extLst>
              </p14:cNvPr>
              <p14:cNvContentPartPr/>
              <p14:nvPr/>
            </p14:nvContentPartPr>
            <p14:xfrm>
              <a:off x="4904208" y="4231224"/>
              <a:ext cx="41400" cy="2631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36847826-BAC8-CDD1-998A-7357211779B7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4895568" y="4222584"/>
                <a:ext cx="59040" cy="280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1B1F9B65-27E6-D9EC-E698-FF61206C755A}"/>
              </a:ext>
            </a:extLst>
          </p:cNvPr>
          <p:cNvGrpSpPr/>
          <p:nvPr/>
        </p:nvGrpSpPr>
        <p:grpSpPr>
          <a:xfrm>
            <a:off x="4663008" y="4605624"/>
            <a:ext cx="464040" cy="241560"/>
            <a:chOff x="4663008" y="4605624"/>
            <a:chExt cx="464040" cy="24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D8BC4E6-3B4A-DC28-03E8-C6C9323E7300}"/>
                    </a:ext>
                  </a:extLst>
                </p14:cNvPr>
                <p14:cNvContentPartPr/>
                <p14:nvPr/>
              </p14:nvContentPartPr>
              <p14:xfrm>
                <a:off x="4663008" y="4605624"/>
                <a:ext cx="166680" cy="241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D8BC4E6-3B4A-DC28-03E8-C6C9323E730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654008" y="4596624"/>
                  <a:ext cx="18432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48BCC7C-6D42-EE94-BBF8-F4854DB1A336}"/>
                    </a:ext>
                  </a:extLst>
                </p14:cNvPr>
                <p14:cNvContentPartPr/>
                <p14:nvPr/>
              </p14:nvContentPartPr>
              <p14:xfrm>
                <a:off x="4851648" y="4719744"/>
                <a:ext cx="27720" cy="810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48BCC7C-6D42-EE94-BBF8-F4854DB1A336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843008" y="4710744"/>
                  <a:ext cx="4536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A203215-4FAB-16B3-3BC5-AA15FF559A16}"/>
                    </a:ext>
                  </a:extLst>
                </p14:cNvPr>
                <p14:cNvContentPartPr/>
                <p14:nvPr/>
              </p14:nvContentPartPr>
              <p14:xfrm>
                <a:off x="4861008" y="4653864"/>
                <a:ext cx="6840" cy="154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A203215-4FAB-16B3-3BC5-AA15FF559A16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852008" y="4644864"/>
                  <a:ext cx="244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100BDA3-44DD-2A88-D518-8969E5E45275}"/>
                    </a:ext>
                  </a:extLst>
                </p14:cNvPr>
                <p14:cNvContentPartPr/>
                <p14:nvPr/>
              </p14:nvContentPartPr>
              <p14:xfrm>
                <a:off x="4926528" y="4712904"/>
                <a:ext cx="62640" cy="626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100BDA3-44DD-2A88-D518-8969E5E45275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917888" y="4703904"/>
                  <a:ext cx="8028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433E175-094C-41F7-B880-8FF935140202}"/>
                    </a:ext>
                  </a:extLst>
                </p14:cNvPr>
                <p14:cNvContentPartPr/>
                <p14:nvPr/>
              </p14:nvContentPartPr>
              <p14:xfrm>
                <a:off x="5041728" y="4614624"/>
                <a:ext cx="85320" cy="1663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433E175-094C-41F7-B880-8FF935140202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032728" y="4605624"/>
                  <a:ext cx="102960" cy="18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EEFAD70-D2EC-2663-2E85-A04DDE02C40A}"/>
              </a:ext>
            </a:extLst>
          </p:cNvPr>
          <p:cNvGrpSpPr/>
          <p:nvPr/>
        </p:nvGrpSpPr>
        <p:grpSpPr>
          <a:xfrm>
            <a:off x="6652728" y="3275424"/>
            <a:ext cx="600480" cy="196560"/>
            <a:chOff x="6652728" y="3275424"/>
            <a:chExt cx="600480" cy="19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82C945F-AA8B-CDDD-709D-F59E834D62BE}"/>
                    </a:ext>
                  </a:extLst>
                </p14:cNvPr>
                <p14:cNvContentPartPr/>
                <p14:nvPr/>
              </p14:nvContentPartPr>
              <p14:xfrm>
                <a:off x="6652728" y="3297384"/>
                <a:ext cx="231120" cy="1746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82C945F-AA8B-CDDD-709D-F59E834D62B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643728" y="3288384"/>
                  <a:ext cx="2487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C14F5AE-C3FA-20EC-5238-277AB2F54363}"/>
                    </a:ext>
                  </a:extLst>
                </p14:cNvPr>
                <p14:cNvContentPartPr/>
                <p14:nvPr/>
              </p14:nvContentPartPr>
              <p14:xfrm>
                <a:off x="7027128" y="3275424"/>
                <a:ext cx="226080" cy="1962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C14F5AE-C3FA-20EC-5238-277AB2F54363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018128" y="3266424"/>
                  <a:ext cx="243720" cy="213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A52C0F08-A4A8-EC51-EBD3-8FBD9F40B991}"/>
                  </a:ext>
                </a:extLst>
              </p14:cNvPr>
              <p14:cNvContentPartPr/>
              <p14:nvPr/>
            </p14:nvContentPartPr>
            <p14:xfrm>
              <a:off x="6569928" y="3624624"/>
              <a:ext cx="293400" cy="3135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A52C0F08-A4A8-EC51-EBD3-8FBD9F40B991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6560928" y="3615624"/>
                <a:ext cx="311040" cy="33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4510F518-624C-14BF-F0C7-4D1B98D53FFC}"/>
                  </a:ext>
                </a:extLst>
              </p14:cNvPr>
              <p14:cNvContentPartPr/>
              <p14:nvPr/>
            </p14:nvContentPartPr>
            <p14:xfrm>
              <a:off x="7006248" y="3601584"/>
              <a:ext cx="680760" cy="41400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4510F518-624C-14BF-F0C7-4D1B98D53FFC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6997248" y="3592584"/>
                <a:ext cx="698400" cy="43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9526ED32-3641-849B-D46C-6F2572BA4195}"/>
                  </a:ext>
                </a:extLst>
              </p14:cNvPr>
              <p14:cNvContentPartPr/>
              <p14:nvPr/>
            </p14:nvContentPartPr>
            <p14:xfrm>
              <a:off x="6396048" y="4040424"/>
              <a:ext cx="143640" cy="12168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9526ED32-3641-849B-D46C-6F2572BA4195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6387048" y="4031424"/>
                <a:ext cx="161280" cy="1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2997F0E2-9EB1-33CA-6AA8-6FA9557F70F3}"/>
                  </a:ext>
                </a:extLst>
              </p14:cNvPr>
              <p14:cNvContentPartPr/>
              <p14:nvPr/>
            </p14:nvContentPartPr>
            <p14:xfrm>
              <a:off x="6595128" y="4003704"/>
              <a:ext cx="261360" cy="1587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2997F0E2-9EB1-33CA-6AA8-6FA9557F70F3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6586488" y="3995064"/>
                <a:ext cx="27900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BFBEAF6F-CB61-23AB-6D0D-D713EFA5DD67}"/>
                  </a:ext>
                </a:extLst>
              </p14:cNvPr>
              <p14:cNvContentPartPr/>
              <p14:nvPr/>
            </p14:nvContentPartPr>
            <p14:xfrm>
              <a:off x="6617088" y="4261464"/>
              <a:ext cx="11880" cy="30600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BFBEAF6F-CB61-23AB-6D0D-D713EFA5DD67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6608448" y="4252464"/>
                <a:ext cx="29520" cy="323640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540BDB6E-2770-87EF-0331-C2D19F1F9111}"/>
              </a:ext>
            </a:extLst>
          </p:cNvPr>
          <p:cNvGrpSpPr/>
          <p:nvPr/>
        </p:nvGrpSpPr>
        <p:grpSpPr>
          <a:xfrm>
            <a:off x="6334128" y="4602744"/>
            <a:ext cx="526320" cy="180720"/>
            <a:chOff x="6334128" y="4602744"/>
            <a:chExt cx="526320" cy="18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B93E6DD-A707-FC0A-5C1E-C507F8851D26}"/>
                    </a:ext>
                  </a:extLst>
                </p14:cNvPr>
                <p14:cNvContentPartPr/>
                <p14:nvPr/>
              </p14:nvContentPartPr>
              <p14:xfrm>
                <a:off x="6334128" y="4614264"/>
                <a:ext cx="132480" cy="1558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B93E6DD-A707-FC0A-5C1E-C507F8851D26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325488" y="4605624"/>
                  <a:ext cx="15012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5FB7B0B-B0A0-F6A1-FFD1-4B783ECD4086}"/>
                    </a:ext>
                  </a:extLst>
                </p14:cNvPr>
                <p14:cNvContentPartPr/>
                <p14:nvPr/>
              </p14:nvContentPartPr>
              <p14:xfrm>
                <a:off x="6519168" y="4674384"/>
                <a:ext cx="57600" cy="885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5FB7B0B-B0A0-F6A1-FFD1-4B783ECD4086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510168" y="4665744"/>
                  <a:ext cx="7524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5487FFF-2A44-2C9C-8EDB-3C98DCD4CBD1}"/>
                    </a:ext>
                  </a:extLst>
                </p14:cNvPr>
                <p14:cNvContentPartPr/>
                <p14:nvPr/>
              </p14:nvContentPartPr>
              <p14:xfrm>
                <a:off x="6633648" y="4602744"/>
                <a:ext cx="195480" cy="1807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5487FFF-2A44-2C9C-8EDB-3C98DCD4CBD1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624648" y="4593744"/>
                  <a:ext cx="21312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8508415-788C-916D-F90A-0CDA03A4AAD4}"/>
                    </a:ext>
                  </a:extLst>
                </p14:cNvPr>
                <p14:cNvContentPartPr/>
                <p14:nvPr/>
              </p14:nvContentPartPr>
              <p14:xfrm>
                <a:off x="6821928" y="4656024"/>
                <a:ext cx="38520" cy="43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8508415-788C-916D-F90A-0CDA03A4AAD4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812928" y="4647384"/>
                  <a:ext cx="56160" cy="2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D404D864-3678-363F-479B-AE13ACE3187B}"/>
              </a:ext>
            </a:extLst>
          </p:cNvPr>
          <p:cNvGrpSpPr/>
          <p:nvPr/>
        </p:nvGrpSpPr>
        <p:grpSpPr>
          <a:xfrm>
            <a:off x="7645248" y="4110264"/>
            <a:ext cx="1036800" cy="764280"/>
            <a:chOff x="7645248" y="4110264"/>
            <a:chExt cx="1036800" cy="76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75E30BC-647D-67AB-15EC-F9338C65F77F}"/>
                    </a:ext>
                  </a:extLst>
                </p14:cNvPr>
                <p14:cNvContentPartPr/>
                <p14:nvPr/>
              </p14:nvContentPartPr>
              <p14:xfrm>
                <a:off x="7645248" y="4134384"/>
                <a:ext cx="170280" cy="131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75E30BC-647D-67AB-15EC-F9338C65F77F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636248" y="4125384"/>
                  <a:ext cx="18792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8093809-0B09-D4E2-BA63-BF52AFB78493}"/>
                    </a:ext>
                  </a:extLst>
                </p14:cNvPr>
                <p14:cNvContentPartPr/>
                <p14:nvPr/>
              </p14:nvContentPartPr>
              <p14:xfrm>
                <a:off x="7903368" y="4110264"/>
                <a:ext cx="169200" cy="1584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8093809-0B09-D4E2-BA63-BF52AFB78493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894728" y="4101624"/>
                  <a:ext cx="1868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63274FB-7F58-70F0-E68B-56389173AB75}"/>
                    </a:ext>
                  </a:extLst>
                </p14:cNvPr>
                <p14:cNvContentPartPr/>
                <p14:nvPr/>
              </p14:nvContentPartPr>
              <p14:xfrm>
                <a:off x="7685208" y="4395384"/>
                <a:ext cx="252720" cy="4237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63274FB-7F58-70F0-E68B-56389173AB75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676568" y="4386744"/>
                  <a:ext cx="270360" cy="44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34558C1-7D3E-13A9-4F1E-F35EFBDC7F48}"/>
                    </a:ext>
                  </a:extLst>
                </p14:cNvPr>
                <p14:cNvContentPartPr/>
                <p14:nvPr/>
              </p14:nvContentPartPr>
              <p14:xfrm>
                <a:off x="7910568" y="4370544"/>
                <a:ext cx="744840" cy="5040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34558C1-7D3E-13A9-4F1E-F35EFBDC7F48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901568" y="4361904"/>
                  <a:ext cx="762480" cy="52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76DF809-CF2C-21FB-6A2F-BA75B78B8956}"/>
                    </a:ext>
                  </a:extLst>
                </p14:cNvPr>
                <p14:cNvContentPartPr/>
                <p14:nvPr/>
              </p14:nvContentPartPr>
              <p14:xfrm>
                <a:off x="8668728" y="4857624"/>
                <a:ext cx="13320" cy="28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76DF809-CF2C-21FB-6A2F-BA75B78B8956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659728" y="4848984"/>
                  <a:ext cx="30960" cy="2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A4DC810-7613-E8D9-3CB0-A9821C522F22}"/>
              </a:ext>
            </a:extLst>
          </p:cNvPr>
          <p:cNvGrpSpPr/>
          <p:nvPr/>
        </p:nvGrpSpPr>
        <p:grpSpPr>
          <a:xfrm>
            <a:off x="7373088" y="4983264"/>
            <a:ext cx="519840" cy="210600"/>
            <a:chOff x="7373088" y="4983264"/>
            <a:chExt cx="519840" cy="21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5D5F8AC-E17D-038A-5052-BFE023E05E59}"/>
                    </a:ext>
                  </a:extLst>
                </p14:cNvPr>
                <p14:cNvContentPartPr/>
                <p14:nvPr/>
              </p14:nvContentPartPr>
              <p14:xfrm>
                <a:off x="7373088" y="4995504"/>
                <a:ext cx="204120" cy="1724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5D5F8AC-E17D-038A-5052-BFE023E05E59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364448" y="4986864"/>
                  <a:ext cx="22176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6B9EF09-591F-2003-AD53-1B55615D77C6}"/>
                    </a:ext>
                  </a:extLst>
                </p14:cNvPr>
                <p14:cNvContentPartPr/>
                <p14:nvPr/>
              </p14:nvContentPartPr>
              <p14:xfrm>
                <a:off x="7582608" y="4983264"/>
                <a:ext cx="198720" cy="2106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6B9EF09-591F-2003-AD53-1B55615D77C6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573968" y="4974264"/>
                  <a:ext cx="21636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E232D89-69C8-E065-8C8E-8606B109103E}"/>
                    </a:ext>
                  </a:extLst>
                </p14:cNvPr>
                <p14:cNvContentPartPr/>
                <p14:nvPr/>
              </p14:nvContentPartPr>
              <p14:xfrm>
                <a:off x="7769448" y="5089464"/>
                <a:ext cx="123480" cy="244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E232D89-69C8-E065-8C8E-8606B109103E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760808" y="5080464"/>
                  <a:ext cx="141120" cy="4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3D8AD74-662F-B979-4E70-C1C59D09AB3C}"/>
              </a:ext>
            </a:extLst>
          </p:cNvPr>
          <p:cNvGrpSpPr/>
          <p:nvPr/>
        </p:nvGrpSpPr>
        <p:grpSpPr>
          <a:xfrm>
            <a:off x="8681688" y="5027904"/>
            <a:ext cx="767520" cy="150840"/>
            <a:chOff x="8681688" y="5027904"/>
            <a:chExt cx="767520" cy="15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0226F7A-F8FE-4105-4329-C54BD44221BB}"/>
                    </a:ext>
                  </a:extLst>
                </p14:cNvPr>
                <p14:cNvContentPartPr/>
                <p14:nvPr/>
              </p14:nvContentPartPr>
              <p14:xfrm>
                <a:off x="8681688" y="5027904"/>
                <a:ext cx="159120" cy="1508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0226F7A-F8FE-4105-4329-C54BD44221BB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672688" y="5018904"/>
                  <a:ext cx="17676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0DB42B9-CF89-4DF1-769C-CCCBBF8D3963}"/>
                    </a:ext>
                  </a:extLst>
                </p14:cNvPr>
                <p14:cNvContentPartPr/>
                <p14:nvPr/>
              </p14:nvContentPartPr>
              <p14:xfrm>
                <a:off x="8931888" y="5065344"/>
                <a:ext cx="44640" cy="849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0DB42B9-CF89-4DF1-769C-CCCBBF8D3963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923248" y="5056704"/>
                  <a:ext cx="622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31CE4F0-EC46-09B8-7204-570368B075E5}"/>
                    </a:ext>
                  </a:extLst>
                </p14:cNvPr>
                <p14:cNvContentPartPr/>
                <p14:nvPr/>
              </p14:nvContentPartPr>
              <p14:xfrm>
                <a:off x="9061848" y="5079384"/>
                <a:ext cx="83160" cy="590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31CE4F0-EC46-09B8-7204-570368B075E5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053208" y="5070744"/>
                  <a:ext cx="10080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56050A0-3A06-8F62-D06F-B877EF702B40}"/>
                    </a:ext>
                  </a:extLst>
                </p14:cNvPr>
                <p14:cNvContentPartPr/>
                <p14:nvPr/>
              </p14:nvContentPartPr>
              <p14:xfrm>
                <a:off x="9254808" y="5029344"/>
                <a:ext cx="194400" cy="975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56050A0-3A06-8F62-D06F-B877EF702B40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245808" y="5020704"/>
                  <a:ext cx="212040" cy="115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FCC90255-B3AF-77EC-C1DA-48745701DDAE}"/>
                  </a:ext>
                </a:extLst>
              </p14:cNvPr>
              <p14:cNvContentPartPr/>
              <p14:nvPr/>
            </p14:nvContentPartPr>
            <p14:xfrm>
              <a:off x="7567128" y="5320224"/>
              <a:ext cx="36720" cy="22752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FCC90255-B3AF-77EC-C1DA-48745701DDAE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7558128" y="5311584"/>
                <a:ext cx="5436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54E5A865-9720-479D-D364-BB3186B4B320}"/>
                  </a:ext>
                </a:extLst>
              </p14:cNvPr>
              <p14:cNvContentPartPr/>
              <p14:nvPr/>
            </p14:nvContentPartPr>
            <p14:xfrm>
              <a:off x="7395768" y="5683104"/>
              <a:ext cx="338760" cy="9504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54E5A865-9720-479D-D364-BB3186B4B320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7387128" y="5674104"/>
                <a:ext cx="35640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9A202D15-0CC9-6967-8017-ABBEBB3EAE20}"/>
                  </a:ext>
                </a:extLst>
              </p14:cNvPr>
              <p14:cNvContentPartPr/>
              <p14:nvPr/>
            </p14:nvContentPartPr>
            <p14:xfrm>
              <a:off x="8976528" y="5324904"/>
              <a:ext cx="28080" cy="15840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9A202D15-0CC9-6967-8017-ABBEBB3EAE20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8967888" y="5316264"/>
                <a:ext cx="45720" cy="176040"/>
              </a:xfrm>
              <a:prstGeom prst="rect">
                <a:avLst/>
              </a:prstGeom>
            </p:spPr>
          </p:pic>
        </mc:Fallback>
      </mc:AlternateContent>
      <p:grpSp>
        <p:nvGrpSpPr>
          <p:cNvPr id="73" name="Group 72">
            <a:extLst>
              <a:ext uri="{FF2B5EF4-FFF2-40B4-BE49-F238E27FC236}">
                <a16:creationId xmlns:a16="http://schemas.microsoft.com/office/drawing/2014/main" id="{E8A06A39-D649-7C45-2D28-DC11F8E5ADFE}"/>
              </a:ext>
            </a:extLst>
          </p:cNvPr>
          <p:cNvGrpSpPr/>
          <p:nvPr/>
        </p:nvGrpSpPr>
        <p:grpSpPr>
          <a:xfrm>
            <a:off x="8691408" y="5658984"/>
            <a:ext cx="824400" cy="289440"/>
            <a:chOff x="8691408" y="5658984"/>
            <a:chExt cx="824400" cy="28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8B650BC-59F0-E152-7761-968D29A76A71}"/>
                    </a:ext>
                  </a:extLst>
                </p14:cNvPr>
                <p14:cNvContentPartPr/>
                <p14:nvPr/>
              </p14:nvContentPartPr>
              <p14:xfrm>
                <a:off x="8691408" y="5658984"/>
                <a:ext cx="397800" cy="943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8B650BC-59F0-E152-7761-968D29A76A71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8682408" y="5650344"/>
                  <a:ext cx="4154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96B38F7-489F-D17B-01CD-0EFA5D5F4898}"/>
                    </a:ext>
                  </a:extLst>
                </p14:cNvPr>
                <p14:cNvContentPartPr/>
                <p14:nvPr/>
              </p14:nvContentPartPr>
              <p14:xfrm>
                <a:off x="9192168" y="5708304"/>
                <a:ext cx="197280" cy="2167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96B38F7-489F-D17B-01CD-0EFA5D5F4898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183168" y="5699304"/>
                  <a:ext cx="21492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0B66DE4-50DD-E395-8045-91C54745DBBE}"/>
                    </a:ext>
                  </a:extLst>
                </p14:cNvPr>
                <p14:cNvContentPartPr/>
                <p14:nvPr/>
              </p14:nvContentPartPr>
              <p14:xfrm>
                <a:off x="9506088" y="5932224"/>
                <a:ext cx="9720" cy="162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0B66DE4-50DD-E395-8045-91C54745DBBE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9497088" y="5923224"/>
                  <a:ext cx="27360" cy="33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FE00BBF0-D65D-8208-66E9-CEC8ED46ECCF}"/>
                  </a:ext>
                </a:extLst>
              </p14:cNvPr>
              <p14:cNvContentPartPr/>
              <p14:nvPr/>
            </p14:nvContentPartPr>
            <p14:xfrm>
              <a:off x="5659128" y="1837944"/>
              <a:ext cx="321840" cy="31644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FE00BBF0-D65D-8208-66E9-CEC8ED46ECCF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5650488" y="1828944"/>
                <a:ext cx="339480" cy="334080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1FBAC9D9-7A4A-A11B-E92C-50C2EA4A7064}"/>
              </a:ext>
            </a:extLst>
          </p:cNvPr>
          <p:cNvGrpSpPr/>
          <p:nvPr/>
        </p:nvGrpSpPr>
        <p:grpSpPr>
          <a:xfrm>
            <a:off x="4365288" y="2332584"/>
            <a:ext cx="2597040" cy="831600"/>
            <a:chOff x="4365288" y="2332584"/>
            <a:chExt cx="2597040" cy="83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F62AA28-2C21-FEDB-CF3B-ECC7B70AF0DE}"/>
                    </a:ext>
                  </a:extLst>
                </p14:cNvPr>
                <p14:cNvContentPartPr/>
                <p14:nvPr/>
              </p14:nvContentPartPr>
              <p14:xfrm>
                <a:off x="4365288" y="2332584"/>
                <a:ext cx="1343160" cy="6580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F62AA28-2C21-FEDB-CF3B-ECC7B70AF0DE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4356648" y="2323584"/>
                  <a:ext cx="1360800" cy="67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F3E4710-C08E-A166-6610-5217BC075D9D}"/>
                    </a:ext>
                  </a:extLst>
                </p14:cNvPr>
                <p14:cNvContentPartPr/>
                <p14:nvPr/>
              </p14:nvContentPartPr>
              <p14:xfrm>
                <a:off x="5732928" y="2392704"/>
                <a:ext cx="1229400" cy="7714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F3E4710-C08E-A166-6610-5217BC075D9D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724288" y="2384064"/>
                  <a:ext cx="1247040" cy="78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F4BB085F-54EE-9E72-15AE-94FF9BC28EF5}"/>
              </a:ext>
            </a:extLst>
          </p:cNvPr>
          <p:cNvGrpSpPr/>
          <p:nvPr/>
        </p:nvGrpSpPr>
        <p:grpSpPr>
          <a:xfrm>
            <a:off x="2020248" y="4183344"/>
            <a:ext cx="180720" cy="230400"/>
            <a:chOff x="2020248" y="4183344"/>
            <a:chExt cx="180720" cy="23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919DAF7-FCB8-B8C8-150A-21292626B1F7}"/>
                    </a:ext>
                  </a:extLst>
                </p14:cNvPr>
                <p14:cNvContentPartPr/>
                <p14:nvPr/>
              </p14:nvContentPartPr>
              <p14:xfrm>
                <a:off x="2020248" y="4183344"/>
                <a:ext cx="16920" cy="2304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919DAF7-FCB8-B8C8-150A-21292626B1F7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2011248" y="4174704"/>
                  <a:ext cx="3456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5970B45-1A22-428B-FC0B-662FE8F78178}"/>
                    </a:ext>
                  </a:extLst>
                </p14:cNvPr>
                <p14:cNvContentPartPr/>
                <p14:nvPr/>
              </p14:nvContentPartPr>
              <p14:xfrm>
                <a:off x="2188728" y="4353984"/>
                <a:ext cx="12240" cy="270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5970B45-1A22-428B-FC0B-662FE8F78178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2180088" y="4344984"/>
                  <a:ext cx="2988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8CFC1863-E579-8126-A8F0-A3DEA0B03F64}"/>
              </a:ext>
            </a:extLst>
          </p:cNvPr>
          <p:cNvGrpSpPr/>
          <p:nvPr/>
        </p:nvGrpSpPr>
        <p:grpSpPr>
          <a:xfrm>
            <a:off x="3120048" y="3254184"/>
            <a:ext cx="334800" cy="155160"/>
            <a:chOff x="3120048" y="3254184"/>
            <a:chExt cx="334800" cy="15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E2850F7-1928-6D24-A49D-432E0AE2C298}"/>
                    </a:ext>
                  </a:extLst>
                </p14:cNvPr>
                <p14:cNvContentPartPr/>
                <p14:nvPr/>
              </p14:nvContentPartPr>
              <p14:xfrm>
                <a:off x="3120048" y="3254184"/>
                <a:ext cx="174960" cy="1551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E2850F7-1928-6D24-A49D-432E0AE2C298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3111408" y="3245184"/>
                  <a:ext cx="1926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31B2810-5064-D615-42EC-20CC80C6B51A}"/>
                    </a:ext>
                  </a:extLst>
                </p14:cNvPr>
                <p14:cNvContentPartPr/>
                <p14:nvPr/>
              </p14:nvContentPartPr>
              <p14:xfrm>
                <a:off x="3441888" y="3358224"/>
                <a:ext cx="12960" cy="86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31B2810-5064-D615-42EC-20CC80C6B51A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433248" y="3349224"/>
                  <a:ext cx="30600" cy="26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95E046DB-8B81-B473-F759-3D3D2932A435}"/>
                  </a:ext>
                </a:extLst>
              </p14:cNvPr>
              <p14:cNvContentPartPr/>
              <p14:nvPr/>
            </p14:nvContentPartPr>
            <p14:xfrm>
              <a:off x="6244848" y="3677904"/>
              <a:ext cx="129240" cy="21204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95E046DB-8B81-B473-F759-3D3D2932A435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6235848" y="3669264"/>
                <a:ext cx="146880" cy="229680"/>
              </a:xfrm>
              <a:prstGeom prst="rect">
                <a:avLst/>
              </a:prstGeom>
            </p:spPr>
          </p:pic>
        </mc:Fallback>
      </mc:AlternateContent>
      <p:grpSp>
        <p:nvGrpSpPr>
          <p:cNvPr id="87" name="Group 86">
            <a:extLst>
              <a:ext uri="{FF2B5EF4-FFF2-40B4-BE49-F238E27FC236}">
                <a16:creationId xmlns:a16="http://schemas.microsoft.com/office/drawing/2014/main" id="{EDB39D09-92F3-20E8-C0C4-CE0E3F65FC20}"/>
              </a:ext>
            </a:extLst>
          </p:cNvPr>
          <p:cNvGrpSpPr/>
          <p:nvPr/>
        </p:nvGrpSpPr>
        <p:grpSpPr>
          <a:xfrm>
            <a:off x="7442568" y="4129704"/>
            <a:ext cx="110520" cy="192240"/>
            <a:chOff x="7442568" y="4129704"/>
            <a:chExt cx="110520" cy="19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520C9B3-1419-6B51-67F2-816EA32D0E0D}"/>
                    </a:ext>
                  </a:extLst>
                </p14:cNvPr>
                <p14:cNvContentPartPr/>
                <p14:nvPr/>
              </p14:nvContentPartPr>
              <p14:xfrm>
                <a:off x="7442568" y="4129704"/>
                <a:ext cx="69120" cy="1753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520C9B3-1419-6B51-67F2-816EA32D0E0D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433568" y="4121064"/>
                  <a:ext cx="8676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6CD53DF-A6C3-674A-E3BB-C56FCBEFF100}"/>
                    </a:ext>
                  </a:extLst>
                </p14:cNvPr>
                <p14:cNvContentPartPr/>
                <p14:nvPr/>
              </p14:nvContentPartPr>
              <p14:xfrm>
                <a:off x="7552728" y="4321584"/>
                <a:ext cx="360" cy="3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6CD53DF-A6C3-674A-E3BB-C56FCBEFF10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543728" y="4312944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F76FB827-7C25-4304-5A56-CD8669891C8A}"/>
              </a:ext>
            </a:extLst>
          </p:cNvPr>
          <p:cNvGrpSpPr/>
          <p:nvPr/>
        </p:nvGrpSpPr>
        <p:grpSpPr>
          <a:xfrm>
            <a:off x="5037768" y="1650384"/>
            <a:ext cx="343080" cy="294480"/>
            <a:chOff x="5037768" y="1650384"/>
            <a:chExt cx="343080" cy="29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D6C8965-271D-5C7F-F335-AE7E882CA262}"/>
                    </a:ext>
                  </a:extLst>
                </p14:cNvPr>
                <p14:cNvContentPartPr/>
                <p14:nvPr/>
              </p14:nvContentPartPr>
              <p14:xfrm>
                <a:off x="5037768" y="1650384"/>
                <a:ext cx="155160" cy="2944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D6C8965-271D-5C7F-F335-AE7E882CA26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028768" y="1641744"/>
                  <a:ext cx="17280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3721A05C-E489-DAB1-86AC-46F71758E299}"/>
                    </a:ext>
                  </a:extLst>
                </p14:cNvPr>
                <p14:cNvContentPartPr/>
                <p14:nvPr/>
              </p14:nvContentPartPr>
              <p14:xfrm>
                <a:off x="5174568" y="1672344"/>
                <a:ext cx="120240" cy="306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3721A05C-E489-DAB1-86AC-46F71758E29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165928" y="1663704"/>
                  <a:ext cx="1378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56C58F0-9728-268F-A2AF-4C73CFB27AA4}"/>
                    </a:ext>
                  </a:extLst>
                </p14:cNvPr>
                <p14:cNvContentPartPr/>
                <p14:nvPr/>
              </p14:nvContentPartPr>
              <p14:xfrm>
                <a:off x="5332248" y="1919664"/>
                <a:ext cx="48600" cy="165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56C58F0-9728-268F-A2AF-4C73CFB27AA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323608" y="1911024"/>
                  <a:ext cx="66240" cy="34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24548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6078E-F8EC-8694-DE9C-165583D76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Probabilistic Parser: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14:cNvPr>
              <p14:cNvContentPartPr/>
              <p14:nvPr/>
            </p14:nvContentPartPr>
            <p14:xfrm>
              <a:off x="9997848" y="1633824"/>
              <a:ext cx="3600" cy="10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87848" y="1620324"/>
                <a:ext cx="23200" cy="275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14:cNvPr>
              <p14:cNvContentPartPr/>
              <p14:nvPr/>
            </p14:nvContentPartPr>
            <p14:xfrm>
              <a:off x="10428408" y="2647584"/>
              <a:ext cx="28080" cy="324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419408" y="2638584"/>
                <a:ext cx="4572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14:cNvPr>
              <p14:cNvContentPartPr/>
              <p14:nvPr/>
            </p14:nvContentPartPr>
            <p14:xfrm>
              <a:off x="10763568" y="2771064"/>
              <a:ext cx="1800" cy="360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754568" y="2762064"/>
                <a:ext cx="1944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14:cNvPr>
              <p14:cNvContentPartPr/>
              <p14:nvPr/>
            </p14:nvContentPartPr>
            <p14:xfrm>
              <a:off x="3774888" y="6755904"/>
              <a:ext cx="360" cy="468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65888" y="6746904"/>
                <a:ext cx="1800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055AD87-03B3-1DD1-7A28-D33A852D262B}"/>
                  </a:ext>
                </a:extLst>
              </p14:cNvPr>
              <p14:cNvContentPartPr/>
              <p14:nvPr/>
            </p14:nvContentPartPr>
            <p14:xfrm>
              <a:off x="2285568" y="733464"/>
              <a:ext cx="54000" cy="640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055AD87-03B3-1DD1-7A28-D33A852D262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267568" y="697824"/>
                <a:ext cx="89640" cy="13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321D22D7-141A-1449-54FB-AE6457BADB15}"/>
              </a:ext>
            </a:extLst>
          </p:cNvPr>
          <p:cNvGrpSpPr/>
          <p:nvPr/>
        </p:nvGrpSpPr>
        <p:grpSpPr>
          <a:xfrm>
            <a:off x="2019528" y="566784"/>
            <a:ext cx="2325240" cy="344160"/>
            <a:chOff x="2019528" y="566784"/>
            <a:chExt cx="2325240" cy="34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5A76007-6615-9ACF-1625-9413B93D3230}"/>
                    </a:ext>
                  </a:extLst>
                </p14:cNvPr>
                <p14:cNvContentPartPr/>
                <p14:nvPr/>
              </p14:nvContentPartPr>
              <p14:xfrm>
                <a:off x="2019528" y="587664"/>
                <a:ext cx="496440" cy="2977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5A76007-6615-9ACF-1625-9413B93D323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010888" y="578664"/>
                  <a:ext cx="51408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C2C8E99-EBA3-094F-BBD5-ACE9CA2EB226}"/>
                    </a:ext>
                  </a:extLst>
                </p14:cNvPr>
                <p14:cNvContentPartPr/>
                <p14:nvPr/>
              </p14:nvContentPartPr>
              <p14:xfrm>
                <a:off x="2158848" y="566784"/>
                <a:ext cx="757080" cy="2293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C2C8E99-EBA3-094F-BBD5-ACE9CA2EB22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150208" y="557784"/>
                  <a:ext cx="77472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20A5588-537E-825C-6BD0-DA53EAB00339}"/>
                    </a:ext>
                  </a:extLst>
                </p14:cNvPr>
                <p14:cNvContentPartPr/>
                <p14:nvPr/>
              </p14:nvContentPartPr>
              <p14:xfrm>
                <a:off x="2954088" y="608904"/>
                <a:ext cx="136080" cy="1360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20A5588-537E-825C-6BD0-DA53EAB0033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945088" y="600264"/>
                  <a:ext cx="15372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7A6E31B-5F76-D224-4D87-D7F23EB273CF}"/>
                    </a:ext>
                  </a:extLst>
                </p14:cNvPr>
                <p14:cNvContentPartPr/>
                <p14:nvPr/>
              </p14:nvContentPartPr>
              <p14:xfrm>
                <a:off x="3181968" y="646344"/>
                <a:ext cx="221040" cy="90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7A6E31B-5F76-D224-4D87-D7F23EB273C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173328" y="637704"/>
                  <a:ext cx="2386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E7BE55C-4076-D00A-2F7B-D006441432F7}"/>
                    </a:ext>
                  </a:extLst>
                </p14:cNvPr>
                <p14:cNvContentPartPr/>
                <p14:nvPr/>
              </p14:nvContentPartPr>
              <p14:xfrm>
                <a:off x="3493008" y="577224"/>
                <a:ext cx="41040" cy="200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E7BE55C-4076-D00A-2F7B-D006441432F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484368" y="568224"/>
                  <a:ext cx="5868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B545A2F-629A-8875-DB0F-FAB66AD29251}"/>
                    </a:ext>
                  </a:extLst>
                </p14:cNvPr>
                <p14:cNvContentPartPr/>
                <p14:nvPr/>
              </p14:nvContentPartPr>
              <p14:xfrm>
                <a:off x="3507048" y="636984"/>
                <a:ext cx="625680" cy="2739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B545A2F-629A-8875-DB0F-FAB66AD2925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498048" y="627984"/>
                  <a:ext cx="64332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2708AE4-1B0D-AD18-F655-7FE79A718869}"/>
                    </a:ext>
                  </a:extLst>
                </p14:cNvPr>
                <p14:cNvContentPartPr/>
                <p14:nvPr/>
              </p14:nvContentPartPr>
              <p14:xfrm>
                <a:off x="4246128" y="621864"/>
                <a:ext cx="98640" cy="943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2708AE4-1B0D-AD18-F655-7FE79A71886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237488" y="612864"/>
                  <a:ext cx="116280" cy="111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4E34817-38BE-21C8-A31A-86104EC1F1EB}"/>
                  </a:ext>
                </a:extLst>
              </p14:cNvPr>
              <p14:cNvContentPartPr/>
              <p14:nvPr/>
            </p14:nvContentPartPr>
            <p14:xfrm>
              <a:off x="4670208" y="699984"/>
              <a:ext cx="8640" cy="450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4E34817-38BE-21C8-A31A-86104EC1F1EB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661208" y="691344"/>
                <a:ext cx="26280" cy="6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082E135-9CD7-B109-985C-C6BABC3DDA19}"/>
                  </a:ext>
                </a:extLst>
              </p14:cNvPr>
              <p14:cNvContentPartPr/>
              <p14:nvPr/>
            </p14:nvContentPartPr>
            <p14:xfrm>
              <a:off x="4654008" y="553464"/>
              <a:ext cx="8280" cy="428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082E135-9CD7-B109-985C-C6BABC3DDA19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4645368" y="544464"/>
                <a:ext cx="2592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1DC8D1C5-B368-6670-3A58-C502805C35F3}"/>
                  </a:ext>
                </a:extLst>
              </p14:cNvPr>
              <p14:cNvContentPartPr/>
              <p14:nvPr/>
            </p14:nvContentPartPr>
            <p14:xfrm>
              <a:off x="5150088" y="1565064"/>
              <a:ext cx="671760" cy="51192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1DC8D1C5-B368-6670-3A58-C502805C35F3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5141448" y="1556064"/>
                <a:ext cx="689400" cy="529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0" name="Group 199">
            <a:extLst>
              <a:ext uri="{FF2B5EF4-FFF2-40B4-BE49-F238E27FC236}">
                <a16:creationId xmlns:a16="http://schemas.microsoft.com/office/drawing/2014/main" id="{4B84DA48-5F04-8566-58EF-137CB111D491}"/>
              </a:ext>
            </a:extLst>
          </p:cNvPr>
          <p:cNvGrpSpPr/>
          <p:nvPr/>
        </p:nvGrpSpPr>
        <p:grpSpPr>
          <a:xfrm>
            <a:off x="5082768" y="465624"/>
            <a:ext cx="6563880" cy="2919960"/>
            <a:chOff x="5082768" y="465624"/>
            <a:chExt cx="6563880" cy="291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A2303C5-8CF9-DF48-72A9-26A23311013F}"/>
                    </a:ext>
                  </a:extLst>
                </p14:cNvPr>
                <p14:cNvContentPartPr/>
                <p14:nvPr/>
              </p14:nvContentPartPr>
              <p14:xfrm>
                <a:off x="10789848" y="479664"/>
                <a:ext cx="517320" cy="4892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A2303C5-8CF9-DF48-72A9-26A23311013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780848" y="471024"/>
                  <a:ext cx="534960" cy="50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9A73B11-8D14-CDBE-5623-019755A57139}"/>
                    </a:ext>
                  </a:extLst>
                </p14:cNvPr>
                <p14:cNvContentPartPr/>
                <p14:nvPr/>
              </p14:nvContentPartPr>
              <p14:xfrm>
                <a:off x="10812888" y="1994904"/>
                <a:ext cx="33840" cy="2530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9A73B11-8D14-CDBE-5623-019755A5713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803888" y="1986264"/>
                  <a:ext cx="5148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20E9B9E1-8B08-0F21-9210-0AEAF39E3CC7}"/>
                    </a:ext>
                  </a:extLst>
                </p14:cNvPr>
                <p14:cNvContentPartPr/>
                <p14:nvPr/>
              </p14:nvContentPartPr>
              <p14:xfrm>
                <a:off x="10763928" y="1911024"/>
                <a:ext cx="426240" cy="2822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20E9B9E1-8B08-0F21-9210-0AEAF39E3CC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755288" y="1902024"/>
                  <a:ext cx="44388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8876B94-A931-5376-8729-97FD271EB5E3}"/>
                    </a:ext>
                  </a:extLst>
                </p14:cNvPr>
                <p14:cNvContentPartPr/>
                <p14:nvPr/>
              </p14:nvContentPartPr>
              <p14:xfrm>
                <a:off x="5227848" y="657504"/>
                <a:ext cx="6840" cy="846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8876B94-A931-5376-8729-97FD271EB5E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219208" y="648504"/>
                  <a:ext cx="2448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B1F4916-40D5-B042-9299-64A24DCE1E5D}"/>
                    </a:ext>
                  </a:extLst>
                </p14:cNvPr>
                <p14:cNvContentPartPr/>
                <p14:nvPr/>
              </p14:nvContentPartPr>
              <p14:xfrm>
                <a:off x="5082768" y="526464"/>
                <a:ext cx="428400" cy="3715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B1F4916-40D5-B042-9299-64A24DCE1E5D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073768" y="517824"/>
                  <a:ext cx="44604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6FC6808-7237-1DA1-801E-678BBE5B058D}"/>
                    </a:ext>
                  </a:extLst>
                </p14:cNvPr>
                <p14:cNvContentPartPr/>
                <p14:nvPr/>
              </p14:nvContentPartPr>
              <p14:xfrm>
                <a:off x="8723808" y="686304"/>
                <a:ext cx="136080" cy="51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6FC6808-7237-1DA1-801E-678BBE5B058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715168" y="677304"/>
                  <a:ext cx="1537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0472A56-530F-B0F9-2AE3-02B4A2B3C02A}"/>
                    </a:ext>
                  </a:extLst>
                </p14:cNvPr>
                <p14:cNvContentPartPr/>
                <p14:nvPr/>
              </p14:nvContentPartPr>
              <p14:xfrm>
                <a:off x="8758008" y="587664"/>
                <a:ext cx="52560" cy="198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0472A56-530F-B0F9-2AE3-02B4A2B3C02A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749008" y="578664"/>
                  <a:ext cx="702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6D54275-FB69-3C0C-96B0-F2B8DF15F2D4}"/>
                    </a:ext>
                  </a:extLst>
                </p14:cNvPr>
                <p14:cNvContentPartPr/>
                <p14:nvPr/>
              </p14:nvContentPartPr>
              <p14:xfrm>
                <a:off x="9198288" y="643824"/>
                <a:ext cx="327600" cy="1440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6D54275-FB69-3C0C-96B0-F2B8DF15F2D4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189648" y="635184"/>
                  <a:ext cx="3452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7FA99BF-A309-76A9-04E4-7218B0C00CFA}"/>
                    </a:ext>
                  </a:extLst>
                </p14:cNvPr>
                <p14:cNvContentPartPr/>
                <p14:nvPr/>
              </p14:nvContentPartPr>
              <p14:xfrm>
                <a:off x="9586368" y="669384"/>
                <a:ext cx="355680" cy="727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7FA99BF-A309-76A9-04E4-7218B0C00CFA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577368" y="660384"/>
                  <a:ext cx="37332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735F380-7508-2E34-2159-8F6DC0E818EA}"/>
                    </a:ext>
                  </a:extLst>
                </p14:cNvPr>
                <p14:cNvContentPartPr/>
                <p14:nvPr/>
              </p14:nvContentPartPr>
              <p14:xfrm>
                <a:off x="10005048" y="584064"/>
                <a:ext cx="333720" cy="2037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735F380-7508-2E34-2159-8F6DC0E818EA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996048" y="575424"/>
                  <a:ext cx="35136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FA2114D-E40C-F982-6F76-D7420C6C5C73}"/>
                    </a:ext>
                  </a:extLst>
                </p14:cNvPr>
                <p14:cNvContentPartPr/>
                <p14:nvPr/>
              </p14:nvContentPartPr>
              <p14:xfrm>
                <a:off x="5743728" y="577224"/>
                <a:ext cx="185040" cy="3877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FA2114D-E40C-F982-6F76-D7420C6C5C7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735088" y="568224"/>
                  <a:ext cx="202680" cy="40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3EBD512-100B-1175-7362-5AFBB7B0C3D8}"/>
                    </a:ext>
                  </a:extLst>
                </p14:cNvPr>
                <p14:cNvContentPartPr/>
                <p14:nvPr/>
              </p14:nvContentPartPr>
              <p14:xfrm>
                <a:off x="6104088" y="644184"/>
                <a:ext cx="317160" cy="1072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3EBD512-100B-1175-7362-5AFBB7B0C3D8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095448" y="635544"/>
                  <a:ext cx="33480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C935F60-EF0D-0B96-E724-F4F2090C4156}"/>
                    </a:ext>
                  </a:extLst>
                </p14:cNvPr>
                <p14:cNvContentPartPr/>
                <p14:nvPr/>
              </p14:nvContentPartPr>
              <p14:xfrm>
                <a:off x="6513048" y="646704"/>
                <a:ext cx="397440" cy="1029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C935F60-EF0D-0B96-E724-F4F2090C4156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504408" y="638064"/>
                  <a:ext cx="41508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8502AD7-140F-1150-60EC-BBB10AA464F1}"/>
                    </a:ext>
                  </a:extLst>
                </p14:cNvPr>
                <p14:cNvContentPartPr/>
                <p14:nvPr/>
              </p14:nvContentPartPr>
              <p14:xfrm>
                <a:off x="7256088" y="610704"/>
                <a:ext cx="65160" cy="979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8502AD7-140F-1150-60EC-BBB10AA464F1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247088" y="601704"/>
                  <a:ext cx="8280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8EF4DC0-56F6-DBFD-0472-C1A1A18A1C29}"/>
                    </a:ext>
                  </a:extLst>
                </p14:cNvPr>
                <p14:cNvContentPartPr/>
                <p14:nvPr/>
              </p14:nvContentPartPr>
              <p14:xfrm>
                <a:off x="7429968" y="477504"/>
                <a:ext cx="57240" cy="5227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8EF4DC0-56F6-DBFD-0472-C1A1A18A1C29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420968" y="468864"/>
                  <a:ext cx="74880" cy="54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A6F03F3-4009-E5D5-9AD8-A5566784686C}"/>
                    </a:ext>
                  </a:extLst>
                </p14:cNvPr>
                <p14:cNvContentPartPr/>
                <p14:nvPr/>
              </p14:nvContentPartPr>
              <p14:xfrm>
                <a:off x="7547688" y="465624"/>
                <a:ext cx="173520" cy="5256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A6F03F3-4009-E5D5-9AD8-A5566784686C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539048" y="456984"/>
                  <a:ext cx="191160" cy="54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AE55ABA-E263-0010-7EFC-F4AE2C062187}"/>
                    </a:ext>
                  </a:extLst>
                </p14:cNvPr>
                <p14:cNvContentPartPr/>
                <p14:nvPr/>
              </p14:nvContentPartPr>
              <p14:xfrm>
                <a:off x="7639848" y="627624"/>
                <a:ext cx="649440" cy="1915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AE55ABA-E263-0010-7EFC-F4AE2C062187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631208" y="618984"/>
                  <a:ext cx="6670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A42F010-C3D6-633E-5841-C251E8C672F9}"/>
                    </a:ext>
                  </a:extLst>
                </p14:cNvPr>
                <p14:cNvContentPartPr/>
                <p14:nvPr/>
              </p14:nvContentPartPr>
              <p14:xfrm>
                <a:off x="6062328" y="1106784"/>
                <a:ext cx="228240" cy="2034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A42F010-C3D6-633E-5841-C251E8C672F9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053688" y="1098144"/>
                  <a:ext cx="24588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AB4FB47-8926-428D-D08B-C3B32DFB7BCB}"/>
                    </a:ext>
                  </a:extLst>
                </p14:cNvPr>
                <p14:cNvContentPartPr/>
                <p14:nvPr/>
              </p14:nvContentPartPr>
              <p14:xfrm>
                <a:off x="6376968" y="1004904"/>
                <a:ext cx="475560" cy="2710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AB4FB47-8926-428D-D08B-C3B32DFB7BCB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368328" y="996264"/>
                  <a:ext cx="49320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42C985C-ACDF-536B-6D02-CD54463DFE06}"/>
                    </a:ext>
                  </a:extLst>
                </p14:cNvPr>
                <p14:cNvContentPartPr/>
                <p14:nvPr/>
              </p14:nvContentPartPr>
              <p14:xfrm>
                <a:off x="6941448" y="1167264"/>
                <a:ext cx="15840" cy="777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42C985C-ACDF-536B-6D02-CD54463DFE06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932448" y="1158264"/>
                  <a:ext cx="334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A8D7BED-1B85-F7DD-172B-E336717A3DBE}"/>
                    </a:ext>
                  </a:extLst>
                </p14:cNvPr>
                <p14:cNvContentPartPr/>
                <p14:nvPr/>
              </p14:nvContentPartPr>
              <p14:xfrm>
                <a:off x="6969528" y="1000224"/>
                <a:ext cx="10080" cy="82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A8D7BED-1B85-F7DD-172B-E336717A3DBE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960888" y="991224"/>
                  <a:ext cx="2772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48F4DD3-422B-AABE-2273-1F7FE6305710}"/>
                    </a:ext>
                  </a:extLst>
                </p14:cNvPr>
                <p14:cNvContentPartPr/>
                <p14:nvPr/>
              </p14:nvContentPartPr>
              <p14:xfrm>
                <a:off x="7053768" y="1131624"/>
                <a:ext cx="125280" cy="3517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48F4DD3-422B-AABE-2273-1F7FE6305710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045128" y="1122624"/>
                  <a:ext cx="14292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75AF47B-836D-6B93-C2B2-0F8F116B6506}"/>
                    </a:ext>
                  </a:extLst>
                </p14:cNvPr>
                <p14:cNvContentPartPr/>
                <p14:nvPr/>
              </p14:nvContentPartPr>
              <p14:xfrm>
                <a:off x="7291368" y="1143144"/>
                <a:ext cx="218880" cy="741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75AF47B-836D-6B93-C2B2-0F8F116B6506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282728" y="1134504"/>
                  <a:ext cx="2365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C774A6D-C8A6-DD7E-80A2-F4B53D14CF93}"/>
                    </a:ext>
                  </a:extLst>
                </p14:cNvPr>
                <p14:cNvContentPartPr/>
                <p14:nvPr/>
              </p14:nvContentPartPr>
              <p14:xfrm>
                <a:off x="7510968" y="1035144"/>
                <a:ext cx="9360" cy="727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C774A6D-C8A6-DD7E-80A2-F4B53D14CF93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501968" y="1026144"/>
                  <a:ext cx="2700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1AC0C77-B879-7AF6-0EAC-E1BDF0AD0228}"/>
                    </a:ext>
                  </a:extLst>
                </p14:cNvPr>
                <p14:cNvContentPartPr/>
                <p14:nvPr/>
              </p14:nvContentPartPr>
              <p14:xfrm>
                <a:off x="7575768" y="918144"/>
                <a:ext cx="205560" cy="5526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1AC0C77-B879-7AF6-0EAC-E1BDF0AD0228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566768" y="909504"/>
                  <a:ext cx="223200" cy="57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345122B-F190-3D72-F969-78AB060553B2}"/>
                    </a:ext>
                  </a:extLst>
                </p14:cNvPr>
                <p14:cNvContentPartPr/>
                <p14:nvPr/>
              </p14:nvContentPartPr>
              <p14:xfrm>
                <a:off x="7847208" y="986544"/>
                <a:ext cx="167760" cy="378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345122B-F190-3D72-F969-78AB060553B2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838568" y="977544"/>
                  <a:ext cx="1854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0CC4E3A-9E6C-8279-2812-30BEB53AEE8A}"/>
                    </a:ext>
                  </a:extLst>
                </p14:cNvPr>
                <p14:cNvContentPartPr/>
                <p14:nvPr/>
              </p14:nvContentPartPr>
              <p14:xfrm>
                <a:off x="8320608" y="776304"/>
                <a:ext cx="230040" cy="5803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0CC4E3A-9E6C-8279-2812-30BEB53AEE8A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311968" y="767304"/>
                  <a:ext cx="247680" cy="59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5F5D345-75BB-CE99-C965-13A05C691EB3}"/>
                    </a:ext>
                  </a:extLst>
                </p14:cNvPr>
                <p14:cNvContentPartPr/>
                <p14:nvPr/>
              </p14:nvContentPartPr>
              <p14:xfrm>
                <a:off x="8337888" y="1066464"/>
                <a:ext cx="369360" cy="147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5F5D345-75BB-CE99-C965-13A05C691EB3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328888" y="1057824"/>
                  <a:ext cx="38700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4C4510C-1DEC-B378-AFDB-D826507248FC}"/>
                    </a:ext>
                  </a:extLst>
                </p14:cNvPr>
                <p14:cNvContentPartPr/>
                <p14:nvPr/>
              </p14:nvContentPartPr>
              <p14:xfrm>
                <a:off x="8797968" y="1077624"/>
                <a:ext cx="200160" cy="572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4C4510C-1DEC-B378-AFDB-D826507248FC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788968" y="1068624"/>
                  <a:ext cx="21780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7F74A09-2943-953F-8DFC-62F786F1F5FC}"/>
                    </a:ext>
                  </a:extLst>
                </p14:cNvPr>
                <p14:cNvContentPartPr/>
                <p14:nvPr/>
              </p14:nvContentPartPr>
              <p14:xfrm>
                <a:off x="9212328" y="874944"/>
                <a:ext cx="233280" cy="4035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7F74A09-2943-953F-8DFC-62F786F1F5FC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203328" y="866304"/>
                  <a:ext cx="25092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9CE3777-0D73-53FC-5B2E-17313FCEB047}"/>
                    </a:ext>
                  </a:extLst>
                </p14:cNvPr>
                <p14:cNvContentPartPr/>
                <p14:nvPr/>
              </p14:nvContentPartPr>
              <p14:xfrm>
                <a:off x="9593208" y="993024"/>
                <a:ext cx="563040" cy="109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9CE3777-0D73-53FC-5B2E-17313FCEB047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584208" y="984024"/>
                  <a:ext cx="5806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FF36A52-8CA6-EF2C-3F55-5BC2A3F86916}"/>
                    </a:ext>
                  </a:extLst>
                </p14:cNvPr>
                <p14:cNvContentPartPr/>
                <p14:nvPr/>
              </p14:nvContentPartPr>
              <p14:xfrm>
                <a:off x="10174608" y="937944"/>
                <a:ext cx="9000" cy="367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FF36A52-8CA6-EF2C-3F55-5BC2A3F86916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0165968" y="929304"/>
                  <a:ext cx="266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44F4BA9-379C-E570-71B1-5A89EA3666E1}"/>
                    </a:ext>
                  </a:extLst>
                </p14:cNvPr>
                <p14:cNvContentPartPr/>
                <p14:nvPr/>
              </p14:nvContentPartPr>
              <p14:xfrm>
                <a:off x="10271808" y="1000224"/>
                <a:ext cx="244800" cy="4791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44F4BA9-379C-E570-71B1-5A89EA3666E1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0262808" y="991224"/>
                  <a:ext cx="262440" cy="49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D1094F9-E77F-006A-1652-AF56C24EF93E}"/>
                    </a:ext>
                  </a:extLst>
                </p14:cNvPr>
                <p14:cNvContentPartPr/>
                <p14:nvPr/>
              </p14:nvContentPartPr>
              <p14:xfrm>
                <a:off x="6093648" y="1617264"/>
                <a:ext cx="878400" cy="2646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D1094F9-E77F-006A-1652-AF56C24EF93E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085008" y="1608624"/>
                  <a:ext cx="89604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1742260-4C85-A576-67A8-B742EE455085}"/>
                    </a:ext>
                  </a:extLst>
                </p14:cNvPr>
                <p14:cNvContentPartPr/>
                <p14:nvPr/>
              </p14:nvContentPartPr>
              <p14:xfrm>
                <a:off x="6996528" y="1631304"/>
                <a:ext cx="182880" cy="1591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1742260-4C85-A576-67A8-B742EE455085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987528" y="1622304"/>
                  <a:ext cx="20052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14BFAE4-F23D-2BA4-E97F-401DE4D568BE}"/>
                    </a:ext>
                  </a:extLst>
                </p14:cNvPr>
                <p14:cNvContentPartPr/>
                <p14:nvPr/>
              </p14:nvContentPartPr>
              <p14:xfrm>
                <a:off x="6853248" y="1642464"/>
                <a:ext cx="211680" cy="313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14BFAE4-F23D-2BA4-E97F-401DE4D568BE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844608" y="1633464"/>
                  <a:ext cx="2293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B275644-319B-09AF-E046-E9A8E76955F4}"/>
                    </a:ext>
                  </a:extLst>
                </p14:cNvPr>
                <p14:cNvContentPartPr/>
                <p14:nvPr/>
              </p14:nvContentPartPr>
              <p14:xfrm>
                <a:off x="7683048" y="1603584"/>
                <a:ext cx="18360" cy="2106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B275644-319B-09AF-E046-E9A8E76955F4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674048" y="1594944"/>
                  <a:ext cx="3600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0588FBE-51A7-DCBC-64B7-A1BDF61C1580}"/>
                    </a:ext>
                  </a:extLst>
                </p14:cNvPr>
                <p14:cNvContentPartPr/>
                <p14:nvPr/>
              </p14:nvContentPartPr>
              <p14:xfrm>
                <a:off x="7384968" y="1689624"/>
                <a:ext cx="488520" cy="781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0588FBE-51A7-DCBC-64B7-A1BDF61C1580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376328" y="1680984"/>
                  <a:ext cx="50616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7F1BF1C-4F5D-F839-E98B-A9E5C641D0D1}"/>
                    </a:ext>
                  </a:extLst>
                </p14:cNvPr>
                <p14:cNvContentPartPr/>
                <p14:nvPr/>
              </p14:nvContentPartPr>
              <p14:xfrm>
                <a:off x="8481528" y="1653264"/>
                <a:ext cx="215640" cy="1141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7F1BF1C-4F5D-F839-E98B-A9E5C641D0D1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472888" y="1644264"/>
                  <a:ext cx="2332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6D55915-2FC8-7907-A87C-73039DC1A9EF}"/>
                    </a:ext>
                  </a:extLst>
                </p14:cNvPr>
                <p14:cNvContentPartPr/>
                <p14:nvPr/>
              </p14:nvContentPartPr>
              <p14:xfrm>
                <a:off x="8751888" y="1581984"/>
                <a:ext cx="90360" cy="3913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6D55915-2FC8-7907-A87C-73039DC1A9EF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743248" y="1572984"/>
                  <a:ext cx="108000" cy="40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B006FDC-554E-029A-194B-2FE8901D3FF9}"/>
                    </a:ext>
                  </a:extLst>
                </p14:cNvPr>
                <p14:cNvContentPartPr/>
                <p14:nvPr/>
              </p14:nvContentPartPr>
              <p14:xfrm>
                <a:off x="8774208" y="1493424"/>
                <a:ext cx="362160" cy="4611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B006FDC-554E-029A-194B-2FE8901D3FF9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8765568" y="1484424"/>
                  <a:ext cx="379800" cy="47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EF252D33-BD97-F3BE-7B1E-368F3A608CDC}"/>
                    </a:ext>
                  </a:extLst>
                </p14:cNvPr>
                <p14:cNvContentPartPr/>
                <p14:nvPr/>
              </p14:nvContentPartPr>
              <p14:xfrm>
                <a:off x="9171648" y="1651104"/>
                <a:ext cx="13320" cy="262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EF252D33-BD97-F3BE-7B1E-368F3A608CDC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9163008" y="1642464"/>
                  <a:ext cx="3096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8F14102-9C83-F968-3C4E-0A846FD499D9}"/>
                    </a:ext>
                  </a:extLst>
                </p14:cNvPr>
                <p14:cNvContentPartPr/>
                <p14:nvPr/>
              </p14:nvContentPartPr>
              <p14:xfrm>
                <a:off x="9265608" y="1729584"/>
                <a:ext cx="171360" cy="662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8F14102-9C83-F968-3C4E-0A846FD499D9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9256608" y="1720584"/>
                  <a:ext cx="18900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51D7143-3AE4-CEA7-66CC-D7F4B2A3D48C}"/>
                    </a:ext>
                  </a:extLst>
                </p14:cNvPr>
                <p14:cNvContentPartPr/>
                <p14:nvPr/>
              </p14:nvContentPartPr>
              <p14:xfrm>
                <a:off x="9456768" y="1645704"/>
                <a:ext cx="18360" cy="270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51D7143-3AE4-CEA7-66CC-D7F4B2A3D48C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9448128" y="1636704"/>
                  <a:ext cx="360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ABA0B9F-3FC7-6321-CEC0-2C38C2D615C5}"/>
                    </a:ext>
                  </a:extLst>
                </p14:cNvPr>
                <p14:cNvContentPartPr/>
                <p14:nvPr/>
              </p14:nvContentPartPr>
              <p14:xfrm>
                <a:off x="9514008" y="1671624"/>
                <a:ext cx="286560" cy="874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ABA0B9F-3FC7-6321-CEC0-2C38C2D615C5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505368" y="1662624"/>
                  <a:ext cx="3042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07C342F-E187-8C64-0871-53AB9675C474}"/>
                    </a:ext>
                  </a:extLst>
                </p14:cNvPr>
                <p14:cNvContentPartPr/>
                <p14:nvPr/>
              </p14:nvContentPartPr>
              <p14:xfrm>
                <a:off x="9902088" y="1674144"/>
                <a:ext cx="243000" cy="3571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07C342F-E187-8C64-0871-53AB9675C474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893088" y="1665144"/>
                  <a:ext cx="26064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6B1A02D5-5FB8-327B-F66A-08706E38D0DC}"/>
                    </a:ext>
                  </a:extLst>
                </p14:cNvPr>
                <p14:cNvContentPartPr/>
                <p14:nvPr/>
              </p14:nvContentPartPr>
              <p14:xfrm>
                <a:off x="6159168" y="2060424"/>
                <a:ext cx="504720" cy="1764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6B1A02D5-5FB8-327B-F66A-08706E38D0DC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150528" y="2051424"/>
                  <a:ext cx="52236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34A2728-2598-74B6-45C4-A33613BCFBC2}"/>
                    </a:ext>
                  </a:extLst>
                </p14:cNvPr>
                <p14:cNvContentPartPr/>
                <p14:nvPr/>
              </p14:nvContentPartPr>
              <p14:xfrm>
                <a:off x="6647688" y="2064024"/>
                <a:ext cx="2880" cy="284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34A2728-2598-74B6-45C4-A33613BCFBC2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639048" y="2055384"/>
                  <a:ext cx="205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5B18F21-A693-43F9-23FF-B0D940854DA8}"/>
                    </a:ext>
                  </a:extLst>
                </p14:cNvPr>
                <p14:cNvContentPartPr/>
                <p14:nvPr/>
              </p14:nvContentPartPr>
              <p14:xfrm>
                <a:off x="6737688" y="2097864"/>
                <a:ext cx="241920" cy="3434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5B18F21-A693-43F9-23FF-B0D940854DA8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6728688" y="2088864"/>
                  <a:ext cx="25956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C4C1F36-C95A-BA01-36AA-52BF370F0841}"/>
                    </a:ext>
                  </a:extLst>
                </p14:cNvPr>
                <p14:cNvContentPartPr/>
                <p14:nvPr/>
              </p14:nvContentPartPr>
              <p14:xfrm>
                <a:off x="7282368" y="2003904"/>
                <a:ext cx="161280" cy="3042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C4C1F36-C95A-BA01-36AA-52BF370F0841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273368" y="1994904"/>
                  <a:ext cx="17892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653FCCB-F120-729E-D0F4-B86590B1EFCA}"/>
                    </a:ext>
                  </a:extLst>
                </p14:cNvPr>
                <p14:cNvContentPartPr/>
                <p14:nvPr/>
              </p14:nvContentPartPr>
              <p14:xfrm>
                <a:off x="7490088" y="2064744"/>
                <a:ext cx="163800" cy="1090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653FCCB-F120-729E-D0F4-B86590B1EFCA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481088" y="2055744"/>
                  <a:ext cx="18144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0EE2AB2-8556-A8FB-64E5-41AE46406F17}"/>
                    </a:ext>
                  </a:extLst>
                </p14:cNvPr>
                <p14:cNvContentPartPr/>
                <p14:nvPr/>
              </p14:nvContentPartPr>
              <p14:xfrm>
                <a:off x="7694568" y="1974744"/>
                <a:ext cx="250920" cy="2289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0EE2AB2-8556-A8FB-64E5-41AE46406F17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685928" y="1966104"/>
                  <a:ext cx="26856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7FB6DF2-BE05-4F3C-85A8-AE81BFB17EF8}"/>
                    </a:ext>
                  </a:extLst>
                </p14:cNvPr>
                <p14:cNvContentPartPr/>
                <p14:nvPr/>
              </p14:nvContentPartPr>
              <p14:xfrm>
                <a:off x="8046288" y="1941264"/>
                <a:ext cx="282960" cy="2318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7FB6DF2-BE05-4F3C-85A8-AE81BFB17EF8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037288" y="1932624"/>
                  <a:ext cx="30060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D0AFE30-07EF-5247-1981-C247E8C7631D}"/>
                    </a:ext>
                  </a:extLst>
                </p14:cNvPr>
                <p14:cNvContentPartPr/>
                <p14:nvPr/>
              </p14:nvContentPartPr>
              <p14:xfrm>
                <a:off x="8391888" y="1987344"/>
                <a:ext cx="31320" cy="1882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D0AFE30-07EF-5247-1981-C247E8C7631D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383248" y="1978344"/>
                  <a:ext cx="4896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05A491E-469C-86B8-C7FC-8FD9B456A45C}"/>
                    </a:ext>
                  </a:extLst>
                </p14:cNvPr>
                <p14:cNvContentPartPr/>
                <p14:nvPr/>
              </p14:nvContentPartPr>
              <p14:xfrm>
                <a:off x="8507448" y="1914264"/>
                <a:ext cx="96480" cy="2440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05A491E-469C-86B8-C7FC-8FD9B456A45C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498448" y="1905264"/>
                  <a:ext cx="11412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829798F-A240-DC6B-E9E5-62241EBAE763}"/>
                    </a:ext>
                  </a:extLst>
                </p14:cNvPr>
                <p14:cNvContentPartPr/>
                <p14:nvPr/>
              </p14:nvContentPartPr>
              <p14:xfrm>
                <a:off x="8624088" y="2056464"/>
                <a:ext cx="6480" cy="259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829798F-A240-DC6B-E9E5-62241EBAE763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615448" y="2047824"/>
                  <a:ext cx="241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35DF9AB-11CC-6A88-5514-6468D5409D8A}"/>
                    </a:ext>
                  </a:extLst>
                </p14:cNvPr>
                <p14:cNvContentPartPr/>
                <p14:nvPr/>
              </p14:nvContentPartPr>
              <p14:xfrm>
                <a:off x="8673408" y="1944144"/>
                <a:ext cx="82440" cy="2300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35DF9AB-11CC-6A88-5514-6468D5409D8A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8664768" y="1935144"/>
                  <a:ext cx="1000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00D8444-B27F-F854-90DC-AD6CCA732943}"/>
                    </a:ext>
                  </a:extLst>
                </p14:cNvPr>
                <p14:cNvContentPartPr/>
                <p14:nvPr/>
              </p14:nvContentPartPr>
              <p14:xfrm>
                <a:off x="8759088" y="2092824"/>
                <a:ext cx="7920" cy="136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00D8444-B27F-F854-90DC-AD6CCA732943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750448" y="2083824"/>
                  <a:ext cx="255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8FBC30B-4074-9A89-2D85-9D378FF85D80}"/>
                    </a:ext>
                  </a:extLst>
                </p14:cNvPr>
                <p14:cNvContentPartPr/>
                <p14:nvPr/>
              </p14:nvContentPartPr>
              <p14:xfrm>
                <a:off x="8809128" y="2151864"/>
                <a:ext cx="93600" cy="514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8FBC30B-4074-9A89-2D85-9D378FF85D80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8800128" y="2143224"/>
                  <a:ext cx="11124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69EA615E-2DC6-A33C-A2CF-6B978AB6EE55}"/>
                    </a:ext>
                  </a:extLst>
                </p14:cNvPr>
                <p14:cNvContentPartPr/>
                <p14:nvPr/>
              </p14:nvContentPartPr>
              <p14:xfrm>
                <a:off x="8819928" y="2049264"/>
                <a:ext cx="70920" cy="270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69EA615E-2DC6-A33C-A2CF-6B978AB6EE55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8810928" y="2040624"/>
                  <a:ext cx="885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35FBFAD-F06E-73FB-C1FF-95E3219B08D6}"/>
                    </a:ext>
                  </a:extLst>
                </p14:cNvPr>
                <p14:cNvContentPartPr/>
                <p14:nvPr/>
              </p14:nvContentPartPr>
              <p14:xfrm>
                <a:off x="9258048" y="1950984"/>
                <a:ext cx="11880" cy="2610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35FBFAD-F06E-73FB-C1FF-95E3219B08D6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9249408" y="1942344"/>
                  <a:ext cx="2952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C9CE6CA-650B-AEAD-1433-CB5064FC62AF}"/>
                    </a:ext>
                  </a:extLst>
                </p14:cNvPr>
                <p14:cNvContentPartPr/>
                <p14:nvPr/>
              </p14:nvContentPartPr>
              <p14:xfrm>
                <a:off x="9047448" y="2077344"/>
                <a:ext cx="507960" cy="842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C9CE6CA-650B-AEAD-1433-CB5064FC62AF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9038448" y="2068344"/>
                  <a:ext cx="52560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89B2C19-F052-E454-3022-0E0E8646FC46}"/>
                    </a:ext>
                  </a:extLst>
                </p14:cNvPr>
                <p14:cNvContentPartPr/>
                <p14:nvPr/>
              </p14:nvContentPartPr>
              <p14:xfrm>
                <a:off x="9730728" y="2092464"/>
                <a:ext cx="162720" cy="3290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89B2C19-F052-E454-3022-0E0E8646FC46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9721728" y="2083824"/>
                  <a:ext cx="18036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DD0D2EA-2B4F-C66C-40A4-1BB4B98AAF87}"/>
                    </a:ext>
                  </a:extLst>
                </p14:cNvPr>
                <p14:cNvContentPartPr/>
                <p14:nvPr/>
              </p14:nvContentPartPr>
              <p14:xfrm>
                <a:off x="9989208" y="2163384"/>
                <a:ext cx="192240" cy="612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DD0D2EA-2B4F-C66C-40A4-1BB4B98AAF87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9980568" y="2154384"/>
                  <a:ext cx="2098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7F4CE802-F0C0-C552-8D86-1327E28E4C19}"/>
                    </a:ext>
                  </a:extLst>
                </p14:cNvPr>
                <p14:cNvContentPartPr/>
                <p14:nvPr/>
              </p14:nvContentPartPr>
              <p14:xfrm>
                <a:off x="10196568" y="2137104"/>
                <a:ext cx="4320" cy="262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7F4CE802-F0C0-C552-8D86-1327E28E4C19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0187568" y="2128464"/>
                  <a:ext cx="2196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6E3A1EE0-2B30-83ED-5738-B039006A1074}"/>
                    </a:ext>
                  </a:extLst>
                </p14:cNvPr>
                <p14:cNvContentPartPr/>
                <p14:nvPr/>
              </p14:nvContentPartPr>
              <p14:xfrm>
                <a:off x="10246608" y="2048544"/>
                <a:ext cx="169200" cy="1785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6E3A1EE0-2B30-83ED-5738-B039006A1074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0237608" y="2039904"/>
                  <a:ext cx="18684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673F5BA4-B30D-0997-CBAC-53F2113ABB44}"/>
                    </a:ext>
                  </a:extLst>
                </p14:cNvPr>
                <p14:cNvContentPartPr/>
                <p14:nvPr/>
              </p14:nvContentPartPr>
              <p14:xfrm>
                <a:off x="6009048" y="2410344"/>
                <a:ext cx="220320" cy="3985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673F5BA4-B30D-0997-CBAC-53F2113ABB44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6000048" y="2401344"/>
                  <a:ext cx="237960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8798B9A0-6200-FFB9-CD31-04DB5D682FC7}"/>
                    </a:ext>
                  </a:extLst>
                </p14:cNvPr>
                <p14:cNvContentPartPr/>
                <p14:nvPr/>
              </p14:nvContentPartPr>
              <p14:xfrm>
                <a:off x="6267168" y="2556144"/>
                <a:ext cx="222840" cy="1170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8798B9A0-6200-FFB9-CD31-04DB5D682FC7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6258528" y="2547144"/>
                  <a:ext cx="2404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E6F008BB-FE1B-5F0E-D202-CC06EBD4964A}"/>
                    </a:ext>
                  </a:extLst>
                </p14:cNvPr>
                <p14:cNvContentPartPr/>
                <p14:nvPr/>
              </p14:nvContentPartPr>
              <p14:xfrm>
                <a:off x="6576768" y="2553264"/>
                <a:ext cx="434520" cy="1015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E6F008BB-FE1B-5F0E-D202-CC06EBD4964A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6568128" y="2544264"/>
                  <a:ext cx="45216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994D634-B4BA-534C-2948-9D8283A6F1CA}"/>
                    </a:ext>
                  </a:extLst>
                </p14:cNvPr>
                <p14:cNvContentPartPr/>
                <p14:nvPr/>
              </p14:nvContentPartPr>
              <p14:xfrm>
                <a:off x="7065648" y="2660184"/>
                <a:ext cx="52920" cy="1047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994D634-B4BA-534C-2948-9D8283A6F1CA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7056648" y="2651184"/>
                  <a:ext cx="705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9862204C-79C4-EB41-6A0B-C2170817EB87}"/>
                    </a:ext>
                  </a:extLst>
                </p14:cNvPr>
                <p14:cNvContentPartPr/>
                <p14:nvPr/>
              </p14:nvContentPartPr>
              <p14:xfrm>
                <a:off x="7388208" y="2397384"/>
                <a:ext cx="421920" cy="2829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9862204C-79C4-EB41-6A0B-C2170817EB87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7379208" y="2388744"/>
                  <a:ext cx="43956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BE6E499-024E-EDE9-9883-A284CFCF7839}"/>
                    </a:ext>
                  </a:extLst>
                </p14:cNvPr>
                <p14:cNvContentPartPr/>
                <p14:nvPr/>
              </p14:nvContentPartPr>
              <p14:xfrm>
                <a:off x="7501968" y="2462904"/>
                <a:ext cx="199800" cy="367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BE6E499-024E-EDE9-9883-A284CFCF7839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7493328" y="2453904"/>
                  <a:ext cx="2174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5E1D2016-600F-C1D1-51A8-35F4432F2F83}"/>
                    </a:ext>
                  </a:extLst>
                </p14:cNvPr>
                <p14:cNvContentPartPr/>
                <p14:nvPr/>
              </p14:nvContentPartPr>
              <p14:xfrm>
                <a:off x="8122248" y="2461824"/>
                <a:ext cx="688320" cy="1728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5E1D2016-600F-C1D1-51A8-35F4432F2F83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8113248" y="2452824"/>
                  <a:ext cx="7059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1053BBAF-DD91-422C-729A-D2D67D220410}"/>
                    </a:ext>
                  </a:extLst>
                </p14:cNvPr>
                <p14:cNvContentPartPr/>
                <p14:nvPr/>
              </p14:nvContentPartPr>
              <p14:xfrm>
                <a:off x="8886168" y="2406384"/>
                <a:ext cx="191160" cy="1713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1053BBAF-DD91-422C-729A-D2D67D220410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8877168" y="2397744"/>
                  <a:ext cx="20880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D67A1872-5F80-A2AD-7D85-CC29AACCFD19}"/>
                    </a:ext>
                  </a:extLst>
                </p14:cNvPr>
                <p14:cNvContentPartPr/>
                <p14:nvPr/>
              </p14:nvContentPartPr>
              <p14:xfrm>
                <a:off x="9404568" y="2419344"/>
                <a:ext cx="155520" cy="2613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D67A1872-5F80-A2AD-7D85-CC29AACCFD19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9395928" y="2410344"/>
                  <a:ext cx="17316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F352BB92-5683-9851-1491-95EC6E6405DB}"/>
                    </a:ext>
                  </a:extLst>
                </p14:cNvPr>
                <p14:cNvContentPartPr/>
                <p14:nvPr/>
              </p14:nvContentPartPr>
              <p14:xfrm>
                <a:off x="9600768" y="2557944"/>
                <a:ext cx="140400" cy="1098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F352BB92-5683-9851-1491-95EC6E6405DB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9592128" y="2549304"/>
                  <a:ext cx="15804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6DCD93D2-0A6E-1B73-CBE9-AC2696B38415}"/>
                    </a:ext>
                  </a:extLst>
                </p14:cNvPr>
                <p14:cNvContentPartPr/>
                <p14:nvPr/>
              </p14:nvContentPartPr>
              <p14:xfrm>
                <a:off x="9838728" y="2546424"/>
                <a:ext cx="217080" cy="1062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6DCD93D2-0A6E-1B73-CBE9-AC2696B38415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9829728" y="2537424"/>
                  <a:ext cx="23472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D47E1320-2D69-FFFF-0C2F-BD3CF333656F}"/>
                    </a:ext>
                  </a:extLst>
                </p14:cNvPr>
                <p14:cNvContentPartPr/>
                <p14:nvPr/>
              </p14:nvContentPartPr>
              <p14:xfrm>
                <a:off x="10119528" y="2571624"/>
                <a:ext cx="415080" cy="712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D47E1320-2D69-FFFF-0C2F-BD3CF333656F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0110528" y="2562984"/>
                  <a:ext cx="4327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D35B5C02-A87C-7BD9-5402-E4FD91D59C48}"/>
                    </a:ext>
                  </a:extLst>
                </p14:cNvPr>
                <p14:cNvContentPartPr/>
                <p14:nvPr/>
              </p14:nvContentPartPr>
              <p14:xfrm>
                <a:off x="10809648" y="2516544"/>
                <a:ext cx="488520" cy="1141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D35B5C02-A87C-7BD9-5402-E4FD91D59C48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0800648" y="2507544"/>
                  <a:ext cx="5061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90743144-4F7E-2802-F3C1-9687CB84A8DE}"/>
                    </a:ext>
                  </a:extLst>
                </p14:cNvPr>
                <p14:cNvContentPartPr/>
                <p14:nvPr/>
              </p14:nvContentPartPr>
              <p14:xfrm>
                <a:off x="11360088" y="2549304"/>
                <a:ext cx="286560" cy="885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90743144-4F7E-2802-F3C1-9687CB84A8DE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1351088" y="2540304"/>
                  <a:ext cx="3042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AD8491BB-F747-6A9A-F9E2-84E3FF3193D0}"/>
                    </a:ext>
                  </a:extLst>
                </p14:cNvPr>
                <p14:cNvContentPartPr/>
                <p14:nvPr/>
              </p14:nvContentPartPr>
              <p14:xfrm>
                <a:off x="6442488" y="2761344"/>
                <a:ext cx="648000" cy="6242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AD8491BB-F747-6A9A-F9E2-84E3FF3193D0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6433488" y="2752344"/>
                  <a:ext cx="665640" cy="64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0393AFE2-2DA8-ECEF-424C-1F660124EDEA}"/>
                    </a:ext>
                  </a:extLst>
                </p14:cNvPr>
                <p14:cNvContentPartPr/>
                <p14:nvPr/>
              </p14:nvContentPartPr>
              <p14:xfrm>
                <a:off x="7121808" y="2975544"/>
                <a:ext cx="38160" cy="331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0393AFE2-2DA8-ECEF-424C-1F660124EDEA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7113168" y="2966544"/>
                  <a:ext cx="5580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25BED7EC-2CAE-B22F-1AB4-56D2EAE1FF86}"/>
                    </a:ext>
                  </a:extLst>
                </p14:cNvPr>
                <p14:cNvContentPartPr/>
                <p14:nvPr/>
              </p14:nvContentPartPr>
              <p14:xfrm>
                <a:off x="7227288" y="3012624"/>
                <a:ext cx="205200" cy="1180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25BED7EC-2CAE-B22F-1AB4-56D2EAE1FF86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7218288" y="3003624"/>
                  <a:ext cx="2228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3BA24F5C-BC45-D723-1C29-DCEF2AD6486D}"/>
                    </a:ext>
                  </a:extLst>
                </p14:cNvPr>
                <p14:cNvContentPartPr/>
                <p14:nvPr/>
              </p14:nvContentPartPr>
              <p14:xfrm>
                <a:off x="7426728" y="2921904"/>
                <a:ext cx="12600" cy="4032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3BA24F5C-BC45-D723-1C29-DCEF2AD6486D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7418088" y="2912904"/>
                  <a:ext cx="3024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A4D4DFE1-421A-7F51-F258-C2415C754AFC}"/>
                    </a:ext>
                  </a:extLst>
                </p14:cNvPr>
                <p14:cNvContentPartPr/>
                <p14:nvPr/>
              </p14:nvContentPartPr>
              <p14:xfrm>
                <a:off x="7516728" y="2837664"/>
                <a:ext cx="410040" cy="2394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A4D4DFE1-421A-7F51-F258-C2415C754AFC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7508088" y="2828664"/>
                  <a:ext cx="42768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68657467-0A0E-0257-4B1A-11641BB1DA95}"/>
                    </a:ext>
                  </a:extLst>
                </p14:cNvPr>
                <p14:cNvContentPartPr/>
                <p14:nvPr/>
              </p14:nvContentPartPr>
              <p14:xfrm>
                <a:off x="7949088" y="2991384"/>
                <a:ext cx="74520" cy="3168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68657467-0A0E-0257-4B1A-11641BB1DA95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7940088" y="2982744"/>
                  <a:ext cx="921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B56EF808-169D-D112-2BC7-82711591A979}"/>
                    </a:ext>
                  </a:extLst>
                </p14:cNvPr>
                <p14:cNvContentPartPr/>
                <p14:nvPr/>
              </p14:nvContentPartPr>
              <p14:xfrm>
                <a:off x="7418448" y="3047544"/>
                <a:ext cx="60480" cy="7992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B56EF808-169D-D112-2BC7-82711591A979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7409808" y="3038904"/>
                  <a:ext cx="7812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8B0E6B7C-6E51-96D5-45A7-0B3997EDEBE1}"/>
                    </a:ext>
                  </a:extLst>
                </p14:cNvPr>
                <p14:cNvContentPartPr/>
                <p14:nvPr/>
              </p14:nvContentPartPr>
              <p14:xfrm>
                <a:off x="8297568" y="3066624"/>
                <a:ext cx="21960" cy="1620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8B0E6B7C-6E51-96D5-45A7-0B3997EDEBE1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8288568" y="3057624"/>
                  <a:ext cx="39600" cy="3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B6CE1C2B-AC05-8DB4-BBEB-46A533CACBB7}"/>
              </a:ext>
            </a:extLst>
          </p:cNvPr>
          <p:cNvGrpSpPr/>
          <p:nvPr/>
        </p:nvGrpSpPr>
        <p:grpSpPr>
          <a:xfrm>
            <a:off x="862848" y="3453624"/>
            <a:ext cx="693000" cy="478440"/>
            <a:chOff x="862848" y="3453624"/>
            <a:chExt cx="693000" cy="47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1149723F-F006-7F19-FFFB-720BC9D198BE}"/>
                    </a:ext>
                  </a:extLst>
                </p14:cNvPr>
                <p14:cNvContentPartPr/>
                <p14:nvPr/>
              </p14:nvContentPartPr>
              <p14:xfrm>
                <a:off x="862848" y="3453624"/>
                <a:ext cx="223560" cy="47844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1149723F-F006-7F19-FFFB-720BC9D198BE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853848" y="3444984"/>
                  <a:ext cx="241200" cy="4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C920E5BB-5173-BC01-CB91-CF47019E9286}"/>
                    </a:ext>
                  </a:extLst>
                </p14:cNvPr>
                <p14:cNvContentPartPr/>
                <p14:nvPr/>
              </p14:nvContentPartPr>
              <p14:xfrm>
                <a:off x="1098288" y="3572064"/>
                <a:ext cx="372960" cy="29988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C920E5BB-5173-BC01-CB91-CF47019E9286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089648" y="3563064"/>
                  <a:ext cx="39060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537BAF18-92CB-E815-1338-625B45762F79}"/>
                    </a:ext>
                  </a:extLst>
                </p14:cNvPr>
                <p14:cNvContentPartPr/>
                <p14:nvPr/>
              </p14:nvContentPartPr>
              <p14:xfrm>
                <a:off x="1545768" y="3813264"/>
                <a:ext cx="10080" cy="252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537BAF18-92CB-E815-1338-625B45762F79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537128" y="3804624"/>
                  <a:ext cx="27720" cy="2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C2EB8994-8224-1E9E-EAF8-1D67F4C5FB48}"/>
              </a:ext>
            </a:extLst>
          </p:cNvPr>
          <p:cNvGrpSpPr/>
          <p:nvPr/>
        </p:nvGrpSpPr>
        <p:grpSpPr>
          <a:xfrm>
            <a:off x="1825128" y="3538224"/>
            <a:ext cx="1033200" cy="326520"/>
            <a:chOff x="1825128" y="3538224"/>
            <a:chExt cx="1033200" cy="32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1F4A7A25-5ACF-49E0-F7C6-4B7DA90E10B4}"/>
                    </a:ext>
                  </a:extLst>
                </p14:cNvPr>
                <p14:cNvContentPartPr/>
                <p14:nvPr/>
              </p14:nvContentPartPr>
              <p14:xfrm>
                <a:off x="1825128" y="3594024"/>
                <a:ext cx="235080" cy="27072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1F4A7A25-5ACF-49E0-F7C6-4B7DA90E10B4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816488" y="3585384"/>
                  <a:ext cx="25272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5BDD2856-729B-15A6-D872-F4C6DFBD4AA9}"/>
                    </a:ext>
                  </a:extLst>
                </p14:cNvPr>
                <p14:cNvContentPartPr/>
                <p14:nvPr/>
              </p14:nvContentPartPr>
              <p14:xfrm>
                <a:off x="2109888" y="3733344"/>
                <a:ext cx="60120" cy="8964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5BDD2856-729B-15A6-D872-F4C6DFBD4AA9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2100888" y="3724704"/>
                  <a:ext cx="7776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22E1AFD8-8936-1D1F-3DBB-04FB04BFA603}"/>
                    </a:ext>
                  </a:extLst>
                </p14:cNvPr>
                <p14:cNvContentPartPr/>
                <p14:nvPr/>
              </p14:nvContentPartPr>
              <p14:xfrm>
                <a:off x="2230128" y="3735504"/>
                <a:ext cx="118080" cy="4824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22E1AFD8-8936-1D1F-3DBB-04FB04BFA603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2221488" y="3726504"/>
                  <a:ext cx="13572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F4F826DA-BD0D-7C5B-A77B-F258B8BC52C6}"/>
                    </a:ext>
                  </a:extLst>
                </p14:cNvPr>
                <p14:cNvContentPartPr/>
                <p14:nvPr/>
              </p14:nvContentPartPr>
              <p14:xfrm>
                <a:off x="2353968" y="3538224"/>
                <a:ext cx="272160" cy="2577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F4F826DA-BD0D-7C5B-A77B-F258B8BC52C6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2345328" y="3529224"/>
                  <a:ext cx="28980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B9672251-D38C-E15D-F3BA-F8161D7660A7}"/>
                    </a:ext>
                  </a:extLst>
                </p14:cNvPr>
                <p14:cNvContentPartPr/>
                <p14:nvPr/>
              </p14:nvContentPartPr>
              <p14:xfrm>
                <a:off x="2690568" y="3586464"/>
                <a:ext cx="14400" cy="23292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B9672251-D38C-E15D-F3BA-F8161D7660A7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2681568" y="3577824"/>
                  <a:ext cx="3204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F12E9DB9-64FA-CCB3-0F94-D712ED19E168}"/>
                    </a:ext>
                  </a:extLst>
                </p14:cNvPr>
                <p14:cNvContentPartPr/>
                <p14:nvPr/>
              </p14:nvContentPartPr>
              <p14:xfrm>
                <a:off x="2323368" y="3606264"/>
                <a:ext cx="534960" cy="13716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F12E9DB9-64FA-CCB3-0F94-D712ED19E168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2314728" y="3597264"/>
                  <a:ext cx="552600" cy="15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39F68806-9DF4-9F2B-15B4-0C46B6B20202}"/>
              </a:ext>
            </a:extLst>
          </p:cNvPr>
          <p:cNvGrpSpPr/>
          <p:nvPr/>
        </p:nvGrpSpPr>
        <p:grpSpPr>
          <a:xfrm>
            <a:off x="3217248" y="3357504"/>
            <a:ext cx="554040" cy="596520"/>
            <a:chOff x="3217248" y="3357504"/>
            <a:chExt cx="554040" cy="59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C6F93B17-4B20-0F8E-562C-2585D34912E6}"/>
                    </a:ext>
                  </a:extLst>
                </p14:cNvPr>
                <p14:cNvContentPartPr/>
                <p14:nvPr/>
              </p14:nvContentPartPr>
              <p14:xfrm>
                <a:off x="3217248" y="3357504"/>
                <a:ext cx="200520" cy="59652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C6F93B17-4B20-0F8E-562C-2585D34912E6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3208608" y="3348864"/>
                  <a:ext cx="218160" cy="61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D9CC41EE-31A9-250D-C773-BCEE18FB3394}"/>
                    </a:ext>
                  </a:extLst>
                </p14:cNvPr>
                <p14:cNvContentPartPr/>
                <p14:nvPr/>
              </p14:nvContentPartPr>
              <p14:xfrm>
                <a:off x="3492288" y="3674664"/>
                <a:ext cx="279000" cy="9180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D9CC41EE-31A9-250D-C773-BCEE18FB3394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3483648" y="3665664"/>
                  <a:ext cx="296640" cy="10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4B302344-E6CE-BB0C-1E15-8981721EEA38}"/>
              </a:ext>
            </a:extLst>
          </p:cNvPr>
          <p:cNvGrpSpPr/>
          <p:nvPr/>
        </p:nvGrpSpPr>
        <p:grpSpPr>
          <a:xfrm>
            <a:off x="4100328" y="3462984"/>
            <a:ext cx="2902680" cy="604440"/>
            <a:chOff x="4100328" y="3462984"/>
            <a:chExt cx="2902680" cy="60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2D513DEC-2572-C0EE-CE05-72B17FAEC586}"/>
                    </a:ext>
                  </a:extLst>
                </p14:cNvPr>
                <p14:cNvContentPartPr/>
                <p14:nvPr/>
              </p14:nvContentPartPr>
              <p14:xfrm>
                <a:off x="4100328" y="3514464"/>
                <a:ext cx="196200" cy="55296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2D513DEC-2572-C0EE-CE05-72B17FAEC586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4091688" y="3505824"/>
                  <a:ext cx="213840" cy="57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B8EF1776-FE4F-FECC-622C-886B38581634}"/>
                    </a:ext>
                  </a:extLst>
                </p14:cNvPr>
                <p14:cNvContentPartPr/>
                <p14:nvPr/>
              </p14:nvContentPartPr>
              <p14:xfrm>
                <a:off x="4334688" y="3776904"/>
                <a:ext cx="160200" cy="7308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B8EF1776-FE4F-FECC-622C-886B38581634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4326048" y="3767904"/>
                  <a:ext cx="1778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4FCFF810-30CB-E4A0-43B8-797630877D2E}"/>
                    </a:ext>
                  </a:extLst>
                </p14:cNvPr>
                <p14:cNvContentPartPr/>
                <p14:nvPr/>
              </p14:nvContentPartPr>
              <p14:xfrm>
                <a:off x="4565088" y="3749184"/>
                <a:ext cx="70920" cy="4572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4FCFF810-30CB-E4A0-43B8-797630877D2E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4556088" y="3740184"/>
                  <a:ext cx="885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9E863DA3-36EB-F4E6-9E11-E47E39D2D092}"/>
                    </a:ext>
                  </a:extLst>
                </p14:cNvPr>
                <p14:cNvContentPartPr/>
                <p14:nvPr/>
              </p14:nvContentPartPr>
              <p14:xfrm>
                <a:off x="4700808" y="3729024"/>
                <a:ext cx="163080" cy="5292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9E863DA3-36EB-F4E6-9E11-E47E39D2D092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4691808" y="3720384"/>
                  <a:ext cx="1807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70ABCC0C-900B-9718-4936-245AEFC660B2}"/>
                    </a:ext>
                  </a:extLst>
                </p14:cNvPr>
                <p14:cNvContentPartPr/>
                <p14:nvPr/>
              </p14:nvContentPartPr>
              <p14:xfrm>
                <a:off x="4911408" y="3730104"/>
                <a:ext cx="158040" cy="4032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70ABCC0C-900B-9718-4936-245AEFC660B2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4902408" y="3721104"/>
                  <a:ext cx="17568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C429D58E-DF32-A89A-71D8-049EC36B7FB3}"/>
                    </a:ext>
                  </a:extLst>
                </p14:cNvPr>
                <p14:cNvContentPartPr/>
                <p14:nvPr/>
              </p14:nvContentPartPr>
              <p14:xfrm>
                <a:off x="5116608" y="3717144"/>
                <a:ext cx="146160" cy="5076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C429D58E-DF32-A89A-71D8-049EC36B7FB3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5107608" y="3708144"/>
                  <a:ext cx="16380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C83ADF00-3CCA-661C-1D50-D28BFC887F4E}"/>
                    </a:ext>
                  </a:extLst>
                </p14:cNvPr>
                <p14:cNvContentPartPr/>
                <p14:nvPr/>
              </p14:nvContentPartPr>
              <p14:xfrm>
                <a:off x="5449608" y="3462984"/>
                <a:ext cx="171720" cy="52488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C83ADF00-3CCA-661C-1D50-D28BFC887F4E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5440968" y="3454344"/>
                  <a:ext cx="189360" cy="54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CD8E06EA-33CF-50B1-23CD-DA7A9CF4B917}"/>
                    </a:ext>
                  </a:extLst>
                </p14:cNvPr>
                <p14:cNvContentPartPr/>
                <p14:nvPr/>
              </p14:nvContentPartPr>
              <p14:xfrm>
                <a:off x="5787288" y="3524904"/>
                <a:ext cx="137160" cy="31284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CD8E06EA-33CF-50B1-23CD-DA7A9CF4B917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5778648" y="3516264"/>
                  <a:ext cx="15480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1B17033D-A731-2BD7-6259-F9BB6BC1C753}"/>
                    </a:ext>
                  </a:extLst>
                </p14:cNvPr>
                <p14:cNvContentPartPr/>
                <p14:nvPr/>
              </p14:nvContentPartPr>
              <p14:xfrm>
                <a:off x="6030648" y="3601944"/>
                <a:ext cx="259920" cy="18720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1B17033D-A731-2BD7-6259-F9BB6BC1C753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022008" y="3593304"/>
                  <a:ext cx="27756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766AB743-6996-5A64-1ED5-2FA1CBECE656}"/>
                    </a:ext>
                  </a:extLst>
                </p14:cNvPr>
                <p14:cNvContentPartPr/>
                <p14:nvPr/>
              </p14:nvContentPartPr>
              <p14:xfrm>
                <a:off x="6347448" y="3624984"/>
                <a:ext cx="15840" cy="13536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766AB743-6996-5A64-1ED5-2FA1CBECE656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338808" y="3615984"/>
                  <a:ext cx="3348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2D33E143-6D71-654E-5BF1-E2C7E6F09DAE}"/>
                    </a:ext>
                  </a:extLst>
                </p14:cNvPr>
                <p14:cNvContentPartPr/>
                <p14:nvPr/>
              </p14:nvContentPartPr>
              <p14:xfrm>
                <a:off x="6351048" y="3560904"/>
                <a:ext cx="150120" cy="9396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2D33E143-6D71-654E-5BF1-E2C7E6F09DAE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6342048" y="3552264"/>
                  <a:ext cx="16776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582BDBB8-B902-E0B2-E5ED-18863C750A27}"/>
                    </a:ext>
                  </a:extLst>
                </p14:cNvPr>
                <p14:cNvContentPartPr/>
                <p14:nvPr/>
              </p14:nvContentPartPr>
              <p14:xfrm>
                <a:off x="6409008" y="3656664"/>
                <a:ext cx="163440" cy="2952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582BDBB8-B902-E0B2-E5ED-18863C750A27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6400368" y="3647664"/>
                  <a:ext cx="1810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595DECBB-0FF1-AEC5-D42D-0C0EF290F230}"/>
                    </a:ext>
                  </a:extLst>
                </p14:cNvPr>
                <p14:cNvContentPartPr/>
                <p14:nvPr/>
              </p14:nvContentPartPr>
              <p14:xfrm>
                <a:off x="6632928" y="3560184"/>
                <a:ext cx="184320" cy="20304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595DECBB-0FF1-AEC5-D42D-0C0EF290F230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6623928" y="3551184"/>
                  <a:ext cx="20196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0F064B4C-0A6F-1616-07F2-19EBD4AE8031}"/>
                    </a:ext>
                  </a:extLst>
                </p14:cNvPr>
                <p14:cNvContentPartPr/>
                <p14:nvPr/>
              </p14:nvContentPartPr>
              <p14:xfrm>
                <a:off x="6783048" y="3513744"/>
                <a:ext cx="219960" cy="44856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0F064B4C-0A6F-1616-07F2-19EBD4AE8031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6774408" y="3505104"/>
                  <a:ext cx="237600" cy="46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F4B6EABF-5EE9-C4EC-E622-D56DB0B27FE8}"/>
              </a:ext>
            </a:extLst>
          </p:cNvPr>
          <p:cNvGrpSpPr/>
          <p:nvPr/>
        </p:nvGrpSpPr>
        <p:grpSpPr>
          <a:xfrm>
            <a:off x="7262928" y="3610584"/>
            <a:ext cx="153360" cy="198360"/>
            <a:chOff x="7262928" y="3610584"/>
            <a:chExt cx="153360" cy="19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4CEB23E5-0474-3F38-011A-801A5211CEAB}"/>
                    </a:ext>
                  </a:extLst>
                </p14:cNvPr>
                <p14:cNvContentPartPr/>
                <p14:nvPr/>
              </p14:nvContentPartPr>
              <p14:xfrm>
                <a:off x="7262928" y="3692304"/>
                <a:ext cx="153360" cy="11664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4CEB23E5-0474-3F38-011A-801A5211CEAB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7253928" y="3683304"/>
                  <a:ext cx="17100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586BB55B-EA0D-0FA9-633D-E9AEEEF2C7E0}"/>
                    </a:ext>
                  </a:extLst>
                </p14:cNvPr>
                <p14:cNvContentPartPr/>
                <p14:nvPr/>
              </p14:nvContentPartPr>
              <p14:xfrm>
                <a:off x="7320888" y="3610584"/>
                <a:ext cx="42480" cy="4212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586BB55B-EA0D-0FA9-633D-E9AEEEF2C7E0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7312248" y="3601584"/>
                  <a:ext cx="60120" cy="59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1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0705FDD3-3963-ADAE-1D60-86D6AB3596DC}"/>
                  </a:ext>
                </a:extLst>
              </p14:cNvPr>
              <p14:cNvContentPartPr/>
              <p14:nvPr/>
            </p14:nvContentPartPr>
            <p14:xfrm>
              <a:off x="7809768" y="3690144"/>
              <a:ext cx="128160" cy="50040"/>
            </p14:xfrm>
          </p:contentPart>
        </mc:Choice>
        <mc:Fallback xmlns=""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0705FDD3-3963-ADAE-1D60-86D6AB3596DC}"/>
                  </a:ext>
                </a:extLst>
              </p:cNvPr>
              <p:cNvPicPr/>
              <p:nvPr/>
            </p:nvPicPr>
            <p:blipFill>
              <a:blip r:embed="rId262"/>
              <a:stretch>
                <a:fillRect/>
              </a:stretch>
            </p:blipFill>
            <p:spPr>
              <a:xfrm>
                <a:off x="7801128" y="3681504"/>
                <a:ext cx="145800" cy="67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38" name="Group 237">
            <a:extLst>
              <a:ext uri="{FF2B5EF4-FFF2-40B4-BE49-F238E27FC236}">
                <a16:creationId xmlns:a16="http://schemas.microsoft.com/office/drawing/2014/main" id="{6400A953-7AB5-0159-77EF-37231945E26E}"/>
              </a:ext>
            </a:extLst>
          </p:cNvPr>
          <p:cNvGrpSpPr/>
          <p:nvPr/>
        </p:nvGrpSpPr>
        <p:grpSpPr>
          <a:xfrm>
            <a:off x="8261928" y="3583584"/>
            <a:ext cx="752400" cy="333360"/>
            <a:chOff x="8261928" y="3583584"/>
            <a:chExt cx="752400" cy="33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F7BAB886-26A9-D04A-BB00-DA72E338DB4B}"/>
                    </a:ext>
                  </a:extLst>
                </p14:cNvPr>
                <p14:cNvContentPartPr/>
                <p14:nvPr/>
              </p14:nvContentPartPr>
              <p14:xfrm>
                <a:off x="8261928" y="3641184"/>
                <a:ext cx="164160" cy="13464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F7BAB886-26A9-D04A-BB00-DA72E338DB4B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8253288" y="3632544"/>
                  <a:ext cx="18180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6F0D117A-4F24-4BC4-C038-DE656F2543B8}"/>
                    </a:ext>
                  </a:extLst>
                </p14:cNvPr>
                <p14:cNvContentPartPr/>
                <p14:nvPr/>
              </p14:nvContentPartPr>
              <p14:xfrm>
                <a:off x="8620128" y="3583584"/>
                <a:ext cx="172800" cy="19296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6F0D117A-4F24-4BC4-C038-DE656F2543B8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8611488" y="3574584"/>
                  <a:ext cx="19044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564D140A-0BE0-781B-3093-6E3FFA7C695C}"/>
                    </a:ext>
                  </a:extLst>
                </p14:cNvPr>
                <p14:cNvContentPartPr/>
                <p14:nvPr/>
              </p14:nvContentPartPr>
              <p14:xfrm>
                <a:off x="8659008" y="3691584"/>
                <a:ext cx="143640" cy="2124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564D140A-0BE0-781B-3093-6E3FFA7C695C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8650368" y="3682584"/>
                  <a:ext cx="1612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5483E618-0917-38C6-829D-B39DF35DCF42}"/>
                    </a:ext>
                  </a:extLst>
                </p14:cNvPr>
                <p14:cNvContentPartPr/>
                <p14:nvPr/>
              </p14:nvContentPartPr>
              <p14:xfrm>
                <a:off x="8851608" y="3587904"/>
                <a:ext cx="162720" cy="32904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5483E618-0917-38C6-829D-B39DF35DCF42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8842608" y="3578904"/>
                  <a:ext cx="180360" cy="34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0A955BD1-9F5F-8779-B47C-C992DC0BF647}"/>
              </a:ext>
            </a:extLst>
          </p:cNvPr>
          <p:cNvGrpSpPr/>
          <p:nvPr/>
        </p:nvGrpSpPr>
        <p:grpSpPr>
          <a:xfrm>
            <a:off x="9393048" y="3611304"/>
            <a:ext cx="237240" cy="186120"/>
            <a:chOff x="9393048" y="3611304"/>
            <a:chExt cx="237240" cy="18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222D985E-8DE9-89A5-8C24-F03CEFDEED0B}"/>
                    </a:ext>
                  </a:extLst>
                </p14:cNvPr>
                <p14:cNvContentPartPr/>
                <p14:nvPr/>
              </p14:nvContentPartPr>
              <p14:xfrm>
                <a:off x="9393048" y="3710664"/>
                <a:ext cx="23760" cy="8676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222D985E-8DE9-89A5-8C24-F03CEFDEED0B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9384408" y="3702024"/>
                  <a:ext cx="4140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F6747532-C4A2-C3FB-5EB0-AE14D3FDB24D}"/>
                    </a:ext>
                  </a:extLst>
                </p14:cNvPr>
                <p14:cNvContentPartPr/>
                <p14:nvPr/>
              </p14:nvContentPartPr>
              <p14:xfrm>
                <a:off x="9431568" y="3611304"/>
                <a:ext cx="35280" cy="3528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F6747532-C4A2-C3FB-5EB0-AE14D3FDB24D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9422568" y="3602304"/>
                  <a:ext cx="529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03B9F06C-1208-D053-2FC6-76545615F025}"/>
                    </a:ext>
                  </a:extLst>
                </p14:cNvPr>
                <p14:cNvContentPartPr/>
                <p14:nvPr/>
              </p14:nvContentPartPr>
              <p14:xfrm>
                <a:off x="9535608" y="3717144"/>
                <a:ext cx="94680" cy="6372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03B9F06C-1208-D053-2FC6-76545615F025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9526608" y="3708144"/>
                  <a:ext cx="112320" cy="8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E49DA01D-E20C-60D0-4EBD-EB9E06B0D04D}"/>
              </a:ext>
            </a:extLst>
          </p:cNvPr>
          <p:cNvGrpSpPr/>
          <p:nvPr/>
        </p:nvGrpSpPr>
        <p:grpSpPr>
          <a:xfrm>
            <a:off x="9878328" y="3331584"/>
            <a:ext cx="760680" cy="450000"/>
            <a:chOff x="9878328" y="3331584"/>
            <a:chExt cx="760680" cy="45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8DBDD57A-B82F-5B86-3148-B2AED0D3D6DF}"/>
                    </a:ext>
                  </a:extLst>
                </p14:cNvPr>
                <p14:cNvContentPartPr/>
                <p14:nvPr/>
              </p14:nvContentPartPr>
              <p14:xfrm>
                <a:off x="9878328" y="3331584"/>
                <a:ext cx="488160" cy="45000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8DBDD57A-B82F-5B86-3148-B2AED0D3D6DF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9869328" y="3322584"/>
                  <a:ext cx="505800" cy="46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6610D54F-877A-D890-026E-2727114FD788}"/>
                    </a:ext>
                  </a:extLst>
                </p14:cNvPr>
                <p14:cNvContentPartPr/>
                <p14:nvPr/>
              </p14:nvContentPartPr>
              <p14:xfrm>
                <a:off x="10369008" y="3553344"/>
                <a:ext cx="270000" cy="22104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6610D54F-877A-D890-026E-2727114FD788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10360368" y="3544704"/>
                  <a:ext cx="287640" cy="23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7464C4B0-2CBC-BE43-FB93-CD773175B417}"/>
              </a:ext>
            </a:extLst>
          </p:cNvPr>
          <p:cNvGrpSpPr/>
          <p:nvPr/>
        </p:nvGrpSpPr>
        <p:grpSpPr>
          <a:xfrm>
            <a:off x="10895328" y="3595464"/>
            <a:ext cx="808560" cy="380880"/>
            <a:chOff x="10895328" y="3595464"/>
            <a:chExt cx="808560" cy="38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01A0A28B-72CE-F695-6997-A764980CE40A}"/>
                    </a:ext>
                  </a:extLst>
                </p14:cNvPr>
                <p14:cNvContentPartPr/>
                <p14:nvPr/>
              </p14:nvContentPartPr>
              <p14:xfrm>
                <a:off x="10895328" y="3595464"/>
                <a:ext cx="336240" cy="13248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01A0A28B-72CE-F695-6997-A764980CE40A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0886328" y="3586464"/>
                  <a:ext cx="35388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534E4718-104A-F9C9-E304-421FBC52A8B5}"/>
                    </a:ext>
                  </a:extLst>
                </p14:cNvPr>
                <p14:cNvContentPartPr/>
                <p14:nvPr/>
              </p14:nvContentPartPr>
              <p14:xfrm>
                <a:off x="11282688" y="3636144"/>
                <a:ext cx="421200" cy="34020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534E4718-104A-F9C9-E304-421FBC52A8B5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11274048" y="3627144"/>
                  <a:ext cx="438840" cy="35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94CA5283-9B36-E546-CD5D-D302CBB84ECF}"/>
              </a:ext>
            </a:extLst>
          </p:cNvPr>
          <p:cNvGrpSpPr/>
          <p:nvPr/>
        </p:nvGrpSpPr>
        <p:grpSpPr>
          <a:xfrm>
            <a:off x="1319688" y="4098744"/>
            <a:ext cx="1031400" cy="351360"/>
            <a:chOff x="1319688" y="4098744"/>
            <a:chExt cx="1031400" cy="35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8283E139-3FF3-1F7E-5200-112B36286560}"/>
                    </a:ext>
                  </a:extLst>
                </p14:cNvPr>
                <p14:cNvContentPartPr/>
                <p14:nvPr/>
              </p14:nvContentPartPr>
              <p14:xfrm>
                <a:off x="1319688" y="4098744"/>
                <a:ext cx="685800" cy="35136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8283E139-3FF3-1F7E-5200-112B36286560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1310688" y="4089744"/>
                  <a:ext cx="70344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BD0B71D1-E052-98F9-12D3-D31F10D7BEE9}"/>
                    </a:ext>
                  </a:extLst>
                </p14:cNvPr>
                <p14:cNvContentPartPr/>
                <p14:nvPr/>
              </p14:nvContentPartPr>
              <p14:xfrm>
                <a:off x="2186568" y="4237704"/>
                <a:ext cx="164520" cy="7992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BD0B71D1-E052-98F9-12D3-D31F10D7BEE9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2177928" y="4228704"/>
                  <a:ext cx="18216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0F099594-6820-3B74-EDB4-9BD41BAE74A1}"/>
                    </a:ext>
                  </a:extLst>
                </p14:cNvPr>
                <p14:cNvContentPartPr/>
                <p14:nvPr/>
              </p14:nvContentPartPr>
              <p14:xfrm>
                <a:off x="2231208" y="4134384"/>
                <a:ext cx="360" cy="36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0F099594-6820-3B74-EDB4-9BD41BAE74A1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2222568" y="4125744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0ECD6881-44C2-A7F2-E809-1E2496CB24C5}"/>
              </a:ext>
            </a:extLst>
          </p:cNvPr>
          <p:cNvGrpSpPr/>
          <p:nvPr/>
        </p:nvGrpSpPr>
        <p:grpSpPr>
          <a:xfrm>
            <a:off x="2898648" y="4154544"/>
            <a:ext cx="1309680" cy="347400"/>
            <a:chOff x="2898648" y="4154544"/>
            <a:chExt cx="1309680" cy="34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EBBB0E1E-AEAF-B50D-C383-FDB8F802E3A4}"/>
                    </a:ext>
                  </a:extLst>
                </p14:cNvPr>
                <p14:cNvContentPartPr/>
                <p14:nvPr/>
              </p14:nvContentPartPr>
              <p14:xfrm>
                <a:off x="2898648" y="4191984"/>
                <a:ext cx="551160" cy="17280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EBBB0E1E-AEAF-B50D-C383-FDB8F802E3A4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2890008" y="4182984"/>
                  <a:ext cx="56880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D5005006-FE74-1779-7FC0-74D03D8A9CAB}"/>
                    </a:ext>
                  </a:extLst>
                </p14:cNvPr>
                <p14:cNvContentPartPr/>
                <p14:nvPr/>
              </p14:nvContentPartPr>
              <p14:xfrm>
                <a:off x="3439728" y="4197384"/>
                <a:ext cx="24120" cy="1836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D5005006-FE74-1779-7FC0-74D03D8A9CAB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3430728" y="4188384"/>
                  <a:ext cx="417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435A2720-FDDA-09A6-25C3-6F9C088C3020}"/>
                    </a:ext>
                  </a:extLst>
                </p14:cNvPr>
                <p14:cNvContentPartPr/>
                <p14:nvPr/>
              </p14:nvContentPartPr>
              <p14:xfrm>
                <a:off x="3542328" y="4243104"/>
                <a:ext cx="497160" cy="25884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435A2720-FDDA-09A6-25C3-6F9C088C3020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3533328" y="4234104"/>
                  <a:ext cx="51480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8F4C72BA-072E-D80B-05C9-2EF8F1591F01}"/>
                    </a:ext>
                  </a:extLst>
                </p14:cNvPr>
                <p14:cNvContentPartPr/>
                <p14:nvPr/>
              </p14:nvContentPartPr>
              <p14:xfrm>
                <a:off x="4148568" y="4154544"/>
                <a:ext cx="59760" cy="18684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8F4C72BA-072E-D80B-05C9-2EF8F1591F01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4139928" y="4145544"/>
                  <a:ext cx="77400" cy="204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9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C48ABF93-F4C8-A549-A32C-4D9FD9C19CF8}"/>
                  </a:ext>
                </a:extLst>
              </p14:cNvPr>
              <p14:cNvContentPartPr/>
              <p14:nvPr/>
            </p14:nvContentPartPr>
            <p14:xfrm>
              <a:off x="4839048" y="4206024"/>
              <a:ext cx="125280" cy="86760"/>
            </p14:xfrm>
          </p:contentPart>
        </mc:Choice>
        <mc:Fallback xmlns=""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C48ABF93-F4C8-A549-A32C-4D9FD9C19CF8}"/>
                  </a:ext>
                </a:extLst>
              </p:cNvPr>
              <p:cNvPicPr/>
              <p:nvPr/>
            </p:nvPicPr>
            <p:blipFill>
              <a:blip r:embed="rId300"/>
              <a:stretch>
                <a:fillRect/>
              </a:stretch>
            </p:blipFill>
            <p:spPr>
              <a:xfrm>
                <a:off x="4830048" y="4197024"/>
                <a:ext cx="142920" cy="104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68" name="Group 267">
            <a:extLst>
              <a:ext uri="{FF2B5EF4-FFF2-40B4-BE49-F238E27FC236}">
                <a16:creationId xmlns:a16="http://schemas.microsoft.com/office/drawing/2014/main" id="{1CC82867-8D1B-F6C6-3112-DFA7133F4631}"/>
              </a:ext>
            </a:extLst>
          </p:cNvPr>
          <p:cNvGrpSpPr/>
          <p:nvPr/>
        </p:nvGrpSpPr>
        <p:grpSpPr>
          <a:xfrm>
            <a:off x="5245128" y="3988224"/>
            <a:ext cx="1424880" cy="449640"/>
            <a:chOff x="5245128" y="3988224"/>
            <a:chExt cx="1424880" cy="44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40B31796-B01B-8320-BA31-032E8F34D056}"/>
                    </a:ext>
                  </a:extLst>
                </p14:cNvPr>
                <p14:cNvContentPartPr/>
                <p14:nvPr/>
              </p14:nvContentPartPr>
              <p14:xfrm>
                <a:off x="5245128" y="4063464"/>
                <a:ext cx="132120" cy="31932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40B31796-B01B-8320-BA31-032E8F34D056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5236128" y="4054464"/>
                  <a:ext cx="14976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FEDF8FC4-292F-C668-65E2-F6724270961D}"/>
                    </a:ext>
                  </a:extLst>
                </p14:cNvPr>
                <p14:cNvContentPartPr/>
                <p14:nvPr/>
              </p14:nvContentPartPr>
              <p14:xfrm>
                <a:off x="5431968" y="4068144"/>
                <a:ext cx="325080" cy="20592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FEDF8FC4-292F-C668-65E2-F6724270961D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5422968" y="4059504"/>
                  <a:ext cx="34272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14BEEBD0-1B64-E175-EE66-1708445A6D25}"/>
                    </a:ext>
                  </a:extLst>
                </p14:cNvPr>
                <p14:cNvContentPartPr/>
                <p14:nvPr/>
              </p14:nvContentPartPr>
              <p14:xfrm>
                <a:off x="5822928" y="4064544"/>
                <a:ext cx="184320" cy="18360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14BEEBD0-1B64-E175-EE66-1708445A6D25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5813928" y="4055904"/>
                  <a:ext cx="20196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0991AE0A-6977-B598-5506-4967E72C1A75}"/>
                    </a:ext>
                  </a:extLst>
                </p14:cNvPr>
                <p14:cNvContentPartPr/>
                <p14:nvPr/>
              </p14:nvContentPartPr>
              <p14:xfrm>
                <a:off x="6057648" y="4176504"/>
                <a:ext cx="25920" cy="5580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0991AE0A-6977-B598-5506-4967E72C1A75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6049008" y="4167864"/>
                  <a:ext cx="435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737D68A4-A20C-F7A6-92D7-E090BD2E4773}"/>
                    </a:ext>
                  </a:extLst>
                </p14:cNvPr>
                <p14:cNvContentPartPr/>
                <p14:nvPr/>
              </p14:nvContentPartPr>
              <p14:xfrm>
                <a:off x="6074568" y="4109544"/>
                <a:ext cx="14400" cy="2340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737D68A4-A20C-F7A6-92D7-E090BD2E4773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6065568" y="4100544"/>
                  <a:ext cx="320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6F32F293-10BB-DBAD-10DE-9850FA2140C0}"/>
                    </a:ext>
                  </a:extLst>
                </p14:cNvPr>
                <p14:cNvContentPartPr/>
                <p14:nvPr/>
              </p14:nvContentPartPr>
              <p14:xfrm>
                <a:off x="6154128" y="3988224"/>
                <a:ext cx="127800" cy="20484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6F32F293-10BB-DBAD-10DE-9850FA2140C0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6145488" y="3979584"/>
                  <a:ext cx="14544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983739BA-DFD6-A29F-0E80-4A7F31EA9741}"/>
                    </a:ext>
                  </a:extLst>
                </p14:cNvPr>
                <p14:cNvContentPartPr/>
                <p14:nvPr/>
              </p14:nvContentPartPr>
              <p14:xfrm>
                <a:off x="6323688" y="3991824"/>
                <a:ext cx="198000" cy="44604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983739BA-DFD6-A29F-0E80-4A7F31EA9741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6314688" y="3983184"/>
                  <a:ext cx="215640" cy="46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659065E1-70CB-9FAF-A1AF-FA34A04D485F}"/>
                    </a:ext>
                  </a:extLst>
                </p14:cNvPr>
                <p14:cNvContentPartPr/>
                <p14:nvPr/>
              </p14:nvContentPartPr>
              <p14:xfrm>
                <a:off x="6591168" y="4017384"/>
                <a:ext cx="78840" cy="2088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659065E1-70CB-9FAF-A1AF-FA34A04D485F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6582168" y="4008384"/>
                  <a:ext cx="96480" cy="38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7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8380569B-0648-2502-C438-504B0EBF6D8A}"/>
                  </a:ext>
                </a:extLst>
              </p14:cNvPr>
              <p14:cNvContentPartPr/>
              <p14:nvPr/>
            </p14:nvContentPartPr>
            <p14:xfrm>
              <a:off x="6852528" y="4245984"/>
              <a:ext cx="26640" cy="15840"/>
            </p14:xfrm>
          </p:contentPart>
        </mc:Choice>
        <mc:Fallback xmlns=""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8380569B-0648-2502-C438-504B0EBF6D8A}"/>
                  </a:ext>
                </a:extLst>
              </p:cNvPr>
              <p:cNvPicPr/>
              <p:nvPr/>
            </p:nvPicPr>
            <p:blipFill>
              <a:blip r:embed="rId318"/>
              <a:stretch>
                <a:fillRect/>
              </a:stretch>
            </p:blipFill>
            <p:spPr>
              <a:xfrm>
                <a:off x="6843528" y="4236984"/>
                <a:ext cx="44280" cy="33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7" name="Group 276">
            <a:extLst>
              <a:ext uri="{FF2B5EF4-FFF2-40B4-BE49-F238E27FC236}">
                <a16:creationId xmlns:a16="http://schemas.microsoft.com/office/drawing/2014/main" id="{853E28FA-59F8-ADFB-7A56-7E5D241DEB4B}"/>
              </a:ext>
            </a:extLst>
          </p:cNvPr>
          <p:cNvGrpSpPr/>
          <p:nvPr/>
        </p:nvGrpSpPr>
        <p:grpSpPr>
          <a:xfrm>
            <a:off x="7240248" y="4001904"/>
            <a:ext cx="1674720" cy="363960"/>
            <a:chOff x="7240248" y="4001904"/>
            <a:chExt cx="1674720" cy="36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490B024B-8A14-89A3-2B1F-429B1D59C51B}"/>
                    </a:ext>
                  </a:extLst>
                </p14:cNvPr>
                <p14:cNvContentPartPr/>
                <p14:nvPr/>
              </p14:nvContentPartPr>
              <p14:xfrm>
                <a:off x="7240248" y="4068144"/>
                <a:ext cx="168840" cy="29772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490B024B-8A14-89A3-2B1F-429B1D59C51B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7231248" y="4059504"/>
                  <a:ext cx="18648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F788883B-AC02-DE3B-DE35-F5A027A5D0BD}"/>
                    </a:ext>
                  </a:extLst>
                </p14:cNvPr>
                <p14:cNvContentPartPr/>
                <p14:nvPr/>
              </p14:nvContentPartPr>
              <p14:xfrm>
                <a:off x="7487208" y="4074264"/>
                <a:ext cx="47880" cy="27900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F788883B-AC02-DE3B-DE35-F5A027A5D0BD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7478568" y="4065624"/>
                  <a:ext cx="6552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29F70E5A-F17B-E37C-BEB3-14FB9144355C}"/>
                    </a:ext>
                  </a:extLst>
                </p14:cNvPr>
                <p14:cNvContentPartPr/>
                <p14:nvPr/>
              </p14:nvContentPartPr>
              <p14:xfrm>
                <a:off x="7488288" y="4196664"/>
                <a:ext cx="174240" cy="5724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29F70E5A-F17B-E37C-BEB3-14FB9144355C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7479648" y="4187664"/>
                  <a:ext cx="1918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26C7F526-5E6B-0797-4C26-A9EC7F3F23C7}"/>
                    </a:ext>
                  </a:extLst>
                </p14:cNvPr>
                <p14:cNvContentPartPr/>
                <p14:nvPr/>
              </p14:nvContentPartPr>
              <p14:xfrm>
                <a:off x="7834608" y="4159944"/>
                <a:ext cx="386280" cy="15984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26C7F526-5E6B-0797-4C26-A9EC7F3F23C7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7825608" y="4150944"/>
                  <a:ext cx="4039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3BD16CAA-CF4C-4514-36D0-EBF0FFE0F18D}"/>
                    </a:ext>
                  </a:extLst>
                </p14:cNvPr>
                <p14:cNvContentPartPr/>
                <p14:nvPr/>
              </p14:nvContentPartPr>
              <p14:xfrm>
                <a:off x="8318808" y="4001904"/>
                <a:ext cx="358920" cy="27936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3BD16CAA-CF4C-4514-36D0-EBF0FFE0F18D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8310168" y="3992904"/>
                  <a:ext cx="37656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A63664E6-DF83-6BAF-6A8A-516774764333}"/>
                    </a:ext>
                  </a:extLst>
                </p14:cNvPr>
                <p14:cNvContentPartPr/>
                <p14:nvPr/>
              </p14:nvContentPartPr>
              <p14:xfrm>
                <a:off x="8717688" y="4049784"/>
                <a:ext cx="197280" cy="21240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A63664E6-DF83-6BAF-6A8A-516774764333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8709048" y="4041144"/>
                  <a:ext cx="21492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10DB102D-A17F-8831-D815-14D2AA0580B9}"/>
                    </a:ext>
                  </a:extLst>
                </p14:cNvPr>
                <p14:cNvContentPartPr/>
                <p14:nvPr/>
              </p14:nvContentPartPr>
              <p14:xfrm>
                <a:off x="8529408" y="4099464"/>
                <a:ext cx="73440" cy="396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10DB102D-A17F-8831-D815-14D2AA0580B9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8520408" y="4090824"/>
                  <a:ext cx="91080" cy="2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6" name="Group 285">
            <a:extLst>
              <a:ext uri="{FF2B5EF4-FFF2-40B4-BE49-F238E27FC236}">
                <a16:creationId xmlns:a16="http://schemas.microsoft.com/office/drawing/2014/main" id="{CEF362E6-E3DB-B853-7AF1-38F9BFA1F9C2}"/>
              </a:ext>
            </a:extLst>
          </p:cNvPr>
          <p:cNvGrpSpPr/>
          <p:nvPr/>
        </p:nvGrpSpPr>
        <p:grpSpPr>
          <a:xfrm>
            <a:off x="9336888" y="3973104"/>
            <a:ext cx="369000" cy="354240"/>
            <a:chOff x="9336888" y="3973104"/>
            <a:chExt cx="369000" cy="35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47C4D4AF-572F-669B-BE68-388A23A78037}"/>
                    </a:ext>
                  </a:extLst>
                </p14:cNvPr>
                <p14:cNvContentPartPr/>
                <p14:nvPr/>
              </p14:nvContentPartPr>
              <p14:xfrm>
                <a:off x="9336888" y="4246704"/>
                <a:ext cx="58680" cy="8064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47C4D4AF-572F-669B-BE68-388A23A78037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9327888" y="4238064"/>
                  <a:ext cx="7632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9A25CE47-8A4E-2DD5-69F7-093DD8E11D78}"/>
                    </a:ext>
                  </a:extLst>
                </p14:cNvPr>
                <p14:cNvContentPartPr/>
                <p14:nvPr/>
              </p14:nvContentPartPr>
              <p14:xfrm>
                <a:off x="9367488" y="4015224"/>
                <a:ext cx="88200" cy="30132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9A25CE47-8A4E-2DD5-69F7-093DD8E11D78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9358488" y="4006224"/>
                  <a:ext cx="10584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2AB343B4-A9DB-39EE-C338-427C1FC9614F}"/>
                    </a:ext>
                  </a:extLst>
                </p14:cNvPr>
                <p14:cNvContentPartPr/>
                <p14:nvPr/>
              </p14:nvContentPartPr>
              <p14:xfrm>
                <a:off x="9345528" y="3973104"/>
                <a:ext cx="360360" cy="31392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2AB343B4-A9DB-39EE-C338-427C1FC9614F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9336528" y="3964104"/>
                  <a:ext cx="378000" cy="33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983ADB4B-2931-3F93-4A70-9842A185F941}"/>
              </a:ext>
            </a:extLst>
          </p:cNvPr>
          <p:cNvGrpSpPr/>
          <p:nvPr/>
        </p:nvGrpSpPr>
        <p:grpSpPr>
          <a:xfrm>
            <a:off x="9993168" y="4023864"/>
            <a:ext cx="670680" cy="262080"/>
            <a:chOff x="9993168" y="4023864"/>
            <a:chExt cx="670680" cy="26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DD0C72F3-F502-150A-5DAD-5D00E6795AFF}"/>
                    </a:ext>
                  </a:extLst>
                </p14:cNvPr>
                <p14:cNvContentPartPr/>
                <p14:nvPr/>
              </p14:nvContentPartPr>
              <p14:xfrm>
                <a:off x="9993168" y="4078224"/>
                <a:ext cx="171720" cy="17208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DD0C72F3-F502-150A-5DAD-5D00E6795AFF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9984168" y="4069584"/>
                  <a:ext cx="18936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130CAF2A-7907-56E3-A025-0BF3C9D5B397}"/>
                    </a:ext>
                  </a:extLst>
                </p14:cNvPr>
                <p14:cNvContentPartPr/>
                <p14:nvPr/>
              </p14:nvContentPartPr>
              <p14:xfrm>
                <a:off x="10306368" y="4023864"/>
                <a:ext cx="168120" cy="22104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130CAF2A-7907-56E3-A025-0BF3C9D5B397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10297728" y="4014864"/>
                  <a:ext cx="18576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DD462BB0-34B3-99E9-5AC4-409AD773479D}"/>
                    </a:ext>
                  </a:extLst>
                </p14:cNvPr>
                <p14:cNvContentPartPr/>
                <p14:nvPr/>
              </p14:nvContentPartPr>
              <p14:xfrm>
                <a:off x="10344888" y="4152744"/>
                <a:ext cx="128520" cy="1476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DD462BB0-34B3-99E9-5AC4-409AD773479D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10336248" y="4144104"/>
                  <a:ext cx="1461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84CDE137-F805-221E-2304-B720E8DFB076}"/>
                    </a:ext>
                  </a:extLst>
                </p14:cNvPr>
                <p14:cNvContentPartPr/>
                <p14:nvPr/>
              </p14:nvContentPartPr>
              <p14:xfrm>
                <a:off x="10519128" y="4037544"/>
                <a:ext cx="144720" cy="24840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84CDE137-F805-221E-2304-B720E8DFB076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10510128" y="4028544"/>
                  <a:ext cx="162360" cy="26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D47D80A5-190F-F20F-E62E-E9C8D0042003}"/>
              </a:ext>
            </a:extLst>
          </p:cNvPr>
          <p:cNvGrpSpPr/>
          <p:nvPr/>
        </p:nvGrpSpPr>
        <p:grpSpPr>
          <a:xfrm>
            <a:off x="10911888" y="4022424"/>
            <a:ext cx="328680" cy="455760"/>
            <a:chOff x="10911888" y="4022424"/>
            <a:chExt cx="328680" cy="45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0CB34BEB-C0D4-E315-DC7E-ED07104ED97F}"/>
                    </a:ext>
                  </a:extLst>
                </p14:cNvPr>
                <p14:cNvContentPartPr/>
                <p14:nvPr/>
              </p14:nvContentPartPr>
              <p14:xfrm>
                <a:off x="10911888" y="4022424"/>
                <a:ext cx="91080" cy="23292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0CB34BEB-C0D4-E315-DC7E-ED07104ED97F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10903248" y="4013424"/>
                  <a:ext cx="10872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3B0C479C-D39A-63A8-99E5-040A4F60F2B9}"/>
                    </a:ext>
                  </a:extLst>
                </p14:cNvPr>
                <p14:cNvContentPartPr/>
                <p14:nvPr/>
              </p14:nvContentPartPr>
              <p14:xfrm>
                <a:off x="11061648" y="4155264"/>
                <a:ext cx="178920" cy="32292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3B0C479C-D39A-63A8-99E5-040A4F60F2B9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11052648" y="4146264"/>
                  <a:ext cx="196560" cy="34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1" name="Group 300">
            <a:extLst>
              <a:ext uri="{FF2B5EF4-FFF2-40B4-BE49-F238E27FC236}">
                <a16:creationId xmlns:a16="http://schemas.microsoft.com/office/drawing/2014/main" id="{DA84407E-1857-60E4-0235-EFB17D4BFEF7}"/>
              </a:ext>
            </a:extLst>
          </p:cNvPr>
          <p:cNvGrpSpPr/>
          <p:nvPr/>
        </p:nvGrpSpPr>
        <p:grpSpPr>
          <a:xfrm>
            <a:off x="1452168" y="4456224"/>
            <a:ext cx="1349640" cy="576360"/>
            <a:chOff x="1452168" y="4456224"/>
            <a:chExt cx="1349640" cy="57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F42164F1-B01C-FCA8-F67D-CBED8D55F62F}"/>
                    </a:ext>
                  </a:extLst>
                </p14:cNvPr>
                <p14:cNvContentPartPr/>
                <p14:nvPr/>
              </p14:nvContentPartPr>
              <p14:xfrm>
                <a:off x="1452168" y="4630464"/>
                <a:ext cx="363960" cy="17424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F42164F1-B01C-FCA8-F67D-CBED8D55F62F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1443168" y="4621824"/>
                  <a:ext cx="3816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B014C480-0277-F9AF-D779-3AD723438AFC}"/>
                    </a:ext>
                  </a:extLst>
                </p14:cNvPr>
                <p14:cNvContentPartPr/>
                <p14:nvPr/>
              </p14:nvContentPartPr>
              <p14:xfrm>
                <a:off x="1817208" y="4656744"/>
                <a:ext cx="106200" cy="37584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B014C480-0277-F9AF-D779-3AD723438AFC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1808208" y="4647744"/>
                  <a:ext cx="12384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7BE2902C-845C-804F-CCDD-A4A1326A4F04}"/>
                    </a:ext>
                  </a:extLst>
                </p14:cNvPr>
                <p14:cNvContentPartPr/>
                <p14:nvPr/>
              </p14:nvContentPartPr>
              <p14:xfrm>
                <a:off x="1990008" y="4468824"/>
                <a:ext cx="579600" cy="33300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7BE2902C-845C-804F-CCDD-A4A1326A4F04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1981368" y="4460184"/>
                  <a:ext cx="59724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A23D8DC0-5B82-D08A-2BB9-AC279438C29C}"/>
                    </a:ext>
                  </a:extLst>
                </p14:cNvPr>
                <p14:cNvContentPartPr/>
                <p14:nvPr/>
              </p14:nvContentPartPr>
              <p14:xfrm>
                <a:off x="2561688" y="4643064"/>
                <a:ext cx="6120" cy="1512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A23D8DC0-5B82-D08A-2BB9-AC279438C29C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2553048" y="4634424"/>
                  <a:ext cx="237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E4F71481-F6FB-F7DA-30E2-813DCA71BC97}"/>
                    </a:ext>
                  </a:extLst>
                </p14:cNvPr>
                <p14:cNvContentPartPr/>
                <p14:nvPr/>
              </p14:nvContentPartPr>
              <p14:xfrm>
                <a:off x="2630448" y="4644864"/>
                <a:ext cx="171360" cy="33912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E4F71481-F6FB-F7DA-30E2-813DCA71BC97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2621448" y="4635864"/>
                  <a:ext cx="18900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B68B97B1-97E3-C377-4907-99B448277CF4}"/>
                    </a:ext>
                  </a:extLst>
                </p14:cNvPr>
                <p14:cNvContentPartPr/>
                <p14:nvPr/>
              </p14:nvContentPartPr>
              <p14:xfrm>
                <a:off x="2635128" y="4456224"/>
                <a:ext cx="133920" cy="3132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B68B97B1-97E3-C377-4907-99B448277CF4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2626488" y="4447584"/>
                  <a:ext cx="151560" cy="4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9BF00AA0-441B-9E8A-97B1-45D0ACF7F205}"/>
              </a:ext>
            </a:extLst>
          </p:cNvPr>
          <p:cNvGrpSpPr/>
          <p:nvPr/>
        </p:nvGrpSpPr>
        <p:grpSpPr>
          <a:xfrm>
            <a:off x="5533488" y="4527504"/>
            <a:ext cx="1342440" cy="240840"/>
            <a:chOff x="5533488" y="4527504"/>
            <a:chExt cx="1342440" cy="24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603FF7C4-144E-7B2A-E01E-54F152DCFAE5}"/>
                    </a:ext>
                  </a:extLst>
                </p14:cNvPr>
                <p14:cNvContentPartPr/>
                <p14:nvPr/>
              </p14:nvContentPartPr>
              <p14:xfrm>
                <a:off x="5533488" y="4536144"/>
                <a:ext cx="273960" cy="23220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603FF7C4-144E-7B2A-E01E-54F152DCFAE5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5524848" y="4527504"/>
                  <a:ext cx="29160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5A6DC39E-ACFC-2141-653E-B0AA1923B182}"/>
                    </a:ext>
                  </a:extLst>
                </p14:cNvPr>
                <p14:cNvContentPartPr/>
                <p14:nvPr/>
              </p14:nvContentPartPr>
              <p14:xfrm>
                <a:off x="5620968" y="4645584"/>
                <a:ext cx="207360" cy="4824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5A6DC39E-ACFC-2141-653E-B0AA1923B182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5612328" y="4636944"/>
                  <a:ext cx="2250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31AEE8D8-2103-0544-70FB-DBD11EF3F42D}"/>
                    </a:ext>
                  </a:extLst>
                </p14:cNvPr>
                <p14:cNvContentPartPr/>
                <p14:nvPr/>
              </p14:nvContentPartPr>
              <p14:xfrm>
                <a:off x="5970168" y="4584024"/>
                <a:ext cx="535320" cy="10872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31AEE8D8-2103-0544-70FB-DBD11EF3F42D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5961528" y="4575384"/>
                  <a:ext cx="55296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44383B4B-D4F3-1321-E77C-E6D3CF8B6844}"/>
                    </a:ext>
                  </a:extLst>
                </p14:cNvPr>
                <p14:cNvContentPartPr/>
                <p14:nvPr/>
              </p14:nvContentPartPr>
              <p14:xfrm>
                <a:off x="6610248" y="4527504"/>
                <a:ext cx="265680" cy="16992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44383B4B-D4F3-1321-E77C-E6D3CF8B6844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6601608" y="4518504"/>
                  <a:ext cx="283320" cy="18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5" name="Group 314">
            <a:extLst>
              <a:ext uri="{FF2B5EF4-FFF2-40B4-BE49-F238E27FC236}">
                <a16:creationId xmlns:a16="http://schemas.microsoft.com/office/drawing/2014/main" id="{F6B6F012-124E-6C36-2F16-2F576568592D}"/>
              </a:ext>
            </a:extLst>
          </p:cNvPr>
          <p:cNvGrpSpPr/>
          <p:nvPr/>
        </p:nvGrpSpPr>
        <p:grpSpPr>
          <a:xfrm>
            <a:off x="7255368" y="4572864"/>
            <a:ext cx="248040" cy="162000"/>
            <a:chOff x="7255368" y="4572864"/>
            <a:chExt cx="248040" cy="16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AFD69CB4-65F8-BABA-C5B7-CC8B2A0A3CDE}"/>
                    </a:ext>
                  </a:extLst>
                </p14:cNvPr>
                <p14:cNvContentPartPr/>
                <p14:nvPr/>
              </p14:nvContentPartPr>
              <p14:xfrm>
                <a:off x="7255368" y="4631544"/>
                <a:ext cx="22320" cy="10332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AFD69CB4-65F8-BABA-C5B7-CC8B2A0A3CDE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7246368" y="4622904"/>
                  <a:ext cx="399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AE6A7268-A894-1BFE-F480-8FDE68594E42}"/>
                    </a:ext>
                  </a:extLst>
                </p14:cNvPr>
                <p14:cNvContentPartPr/>
                <p14:nvPr/>
              </p14:nvContentPartPr>
              <p14:xfrm>
                <a:off x="7286328" y="4572864"/>
                <a:ext cx="3600" cy="1620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AE6A7268-A894-1BFE-F480-8FDE68594E42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7277328" y="4564224"/>
                  <a:ext cx="212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69D8AC77-04D4-DEE3-9DD8-47658485C3F8}"/>
                    </a:ext>
                  </a:extLst>
                </p14:cNvPr>
                <p14:cNvContentPartPr/>
                <p14:nvPr/>
              </p14:nvContentPartPr>
              <p14:xfrm>
                <a:off x="7392888" y="4658904"/>
                <a:ext cx="110520" cy="6084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69D8AC77-04D4-DEE3-9DD8-47658485C3F8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7384248" y="4649904"/>
                  <a:ext cx="128160" cy="7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F97C1638-C251-1790-CA36-F11849F071F1}"/>
              </a:ext>
            </a:extLst>
          </p:cNvPr>
          <p:cNvGrpSpPr/>
          <p:nvPr/>
        </p:nvGrpSpPr>
        <p:grpSpPr>
          <a:xfrm>
            <a:off x="7766568" y="4527144"/>
            <a:ext cx="905760" cy="361080"/>
            <a:chOff x="7766568" y="4527144"/>
            <a:chExt cx="905760" cy="36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CF42215E-80AA-389B-E97B-AF4F078CFDA9}"/>
                    </a:ext>
                  </a:extLst>
                </p14:cNvPr>
                <p14:cNvContentPartPr/>
                <p14:nvPr/>
              </p14:nvContentPartPr>
              <p14:xfrm>
                <a:off x="7766568" y="4593384"/>
                <a:ext cx="151200" cy="16992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CF42215E-80AA-389B-E97B-AF4F078CFDA9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7757928" y="4584744"/>
                  <a:ext cx="1688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FBACCA1A-6C50-7320-9745-5ADE60EDF9AC}"/>
                    </a:ext>
                  </a:extLst>
                </p14:cNvPr>
                <p14:cNvContentPartPr/>
                <p14:nvPr/>
              </p14:nvContentPartPr>
              <p14:xfrm>
                <a:off x="7986528" y="4527144"/>
                <a:ext cx="232200" cy="23436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FBACCA1A-6C50-7320-9745-5ADE60EDF9AC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7977888" y="4518144"/>
                  <a:ext cx="24984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62E84B2A-1B60-2542-D6B0-6D6C4736EBC9}"/>
                    </a:ext>
                  </a:extLst>
                </p14:cNvPr>
                <p14:cNvContentPartPr/>
                <p14:nvPr/>
              </p14:nvContentPartPr>
              <p14:xfrm>
                <a:off x="8178408" y="4646664"/>
                <a:ext cx="138600" cy="3420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62E84B2A-1B60-2542-D6B0-6D6C4736EBC9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8169408" y="4638024"/>
                  <a:ext cx="1562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55A79D03-5518-50DA-0B6B-BD2CCB4AD643}"/>
                    </a:ext>
                  </a:extLst>
                </p14:cNvPr>
                <p14:cNvContentPartPr/>
                <p14:nvPr/>
              </p14:nvContentPartPr>
              <p14:xfrm>
                <a:off x="8482248" y="4538304"/>
                <a:ext cx="190080" cy="34992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55A79D03-5518-50DA-0B6B-BD2CCB4AD643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8473248" y="4529664"/>
                  <a:ext cx="207720" cy="36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4" name="Group 323">
            <a:extLst>
              <a:ext uri="{FF2B5EF4-FFF2-40B4-BE49-F238E27FC236}">
                <a16:creationId xmlns:a16="http://schemas.microsoft.com/office/drawing/2014/main" id="{00F3DEF8-4533-82A9-A22A-50FA9DF7B495}"/>
              </a:ext>
            </a:extLst>
          </p:cNvPr>
          <p:cNvGrpSpPr/>
          <p:nvPr/>
        </p:nvGrpSpPr>
        <p:grpSpPr>
          <a:xfrm>
            <a:off x="9155448" y="4438584"/>
            <a:ext cx="1198440" cy="523440"/>
            <a:chOff x="9155448" y="4438584"/>
            <a:chExt cx="1198440" cy="52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DEC7D502-5343-73AB-4B1C-3B27B8D213FB}"/>
                    </a:ext>
                  </a:extLst>
                </p14:cNvPr>
                <p14:cNvContentPartPr/>
                <p14:nvPr/>
              </p14:nvContentPartPr>
              <p14:xfrm>
                <a:off x="9155448" y="4640544"/>
                <a:ext cx="104040" cy="32148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DEC7D502-5343-73AB-4B1C-3B27B8D213FB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9146808" y="4631544"/>
                  <a:ext cx="12168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E080F402-B05B-7D2C-E1F5-B13597372DBA}"/>
                    </a:ext>
                  </a:extLst>
                </p14:cNvPr>
                <p14:cNvContentPartPr/>
                <p14:nvPr/>
              </p14:nvContentPartPr>
              <p14:xfrm>
                <a:off x="9314208" y="4672584"/>
                <a:ext cx="202680" cy="9396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E080F402-B05B-7D2C-E1F5-B13597372DBA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9305568" y="4663584"/>
                  <a:ext cx="2203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AF72C4FA-BC9C-2DCF-5469-E05B63D51B1F}"/>
                    </a:ext>
                  </a:extLst>
                </p14:cNvPr>
                <p14:cNvContentPartPr/>
                <p14:nvPr/>
              </p14:nvContentPartPr>
              <p14:xfrm>
                <a:off x="9509688" y="4579344"/>
                <a:ext cx="127080" cy="16992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AF72C4FA-BC9C-2DCF-5469-E05B63D51B1F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9501048" y="4570704"/>
                  <a:ext cx="14472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4183FCED-4F12-87A0-EB13-AB55B68D4953}"/>
                    </a:ext>
                  </a:extLst>
                </p14:cNvPr>
                <p14:cNvContentPartPr/>
                <p14:nvPr/>
              </p14:nvContentPartPr>
              <p14:xfrm>
                <a:off x="9694368" y="4679424"/>
                <a:ext cx="90360" cy="5616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4183FCED-4F12-87A0-EB13-AB55B68D4953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9685368" y="4670424"/>
                  <a:ext cx="1080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EC387F00-8645-B499-F7AE-531278F20920}"/>
                    </a:ext>
                  </a:extLst>
                </p14:cNvPr>
                <p14:cNvContentPartPr/>
                <p14:nvPr/>
              </p14:nvContentPartPr>
              <p14:xfrm>
                <a:off x="9864648" y="4438584"/>
                <a:ext cx="160920" cy="29556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EC387F00-8645-B499-F7AE-531278F20920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9855648" y="4429944"/>
                  <a:ext cx="17856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C940FD6B-078F-9072-D5CC-9CEFDB3646E7}"/>
                    </a:ext>
                  </a:extLst>
                </p14:cNvPr>
                <p14:cNvContentPartPr/>
                <p14:nvPr/>
              </p14:nvContentPartPr>
              <p14:xfrm>
                <a:off x="10036008" y="4639464"/>
                <a:ext cx="6120" cy="1764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C940FD6B-078F-9072-D5CC-9CEFDB3646E7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10027008" y="4630824"/>
                  <a:ext cx="237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6952CF57-D49F-E643-3C22-9CE8ADF6DB64}"/>
                    </a:ext>
                  </a:extLst>
                </p14:cNvPr>
                <p14:cNvContentPartPr/>
                <p14:nvPr/>
              </p14:nvContentPartPr>
              <p14:xfrm>
                <a:off x="10087128" y="4643784"/>
                <a:ext cx="266760" cy="6876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6952CF57-D49F-E643-3C22-9CE8ADF6DB64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10078128" y="4635144"/>
                  <a:ext cx="2844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321DED6D-19C2-2D25-86E2-8D125B356761}"/>
                    </a:ext>
                  </a:extLst>
                </p14:cNvPr>
                <p14:cNvContentPartPr/>
                <p14:nvPr/>
              </p14:nvContentPartPr>
              <p14:xfrm>
                <a:off x="10162728" y="4559904"/>
                <a:ext cx="91440" cy="1908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321DED6D-19C2-2D25-86E2-8D125B356761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10154088" y="4550904"/>
                  <a:ext cx="109080" cy="3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1" name="Group 330">
            <a:extLst>
              <a:ext uri="{FF2B5EF4-FFF2-40B4-BE49-F238E27FC236}">
                <a16:creationId xmlns:a16="http://schemas.microsoft.com/office/drawing/2014/main" id="{210DE048-5778-2134-52FD-DA41EB0BEECA}"/>
              </a:ext>
            </a:extLst>
          </p:cNvPr>
          <p:cNvGrpSpPr/>
          <p:nvPr/>
        </p:nvGrpSpPr>
        <p:grpSpPr>
          <a:xfrm>
            <a:off x="10613088" y="4480704"/>
            <a:ext cx="1162080" cy="488160"/>
            <a:chOff x="10613088" y="4480704"/>
            <a:chExt cx="1162080" cy="48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F22A62B4-091E-68E0-E065-0B00EB5F70DA}"/>
                    </a:ext>
                  </a:extLst>
                </p14:cNvPr>
                <p14:cNvContentPartPr/>
                <p14:nvPr/>
              </p14:nvContentPartPr>
              <p14:xfrm>
                <a:off x="10613088" y="4485384"/>
                <a:ext cx="164160" cy="32724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F22A62B4-091E-68E0-E065-0B00EB5F70DA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10604088" y="4476384"/>
                  <a:ext cx="18180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54FAA288-3011-7DFC-9ED9-650F8DA68262}"/>
                    </a:ext>
                  </a:extLst>
                </p14:cNvPr>
                <p14:cNvContentPartPr/>
                <p14:nvPr/>
              </p14:nvContentPartPr>
              <p14:xfrm>
                <a:off x="10749168" y="4798224"/>
                <a:ext cx="71280" cy="17064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54FAA288-3011-7DFC-9ED9-650F8DA68262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10740168" y="4789224"/>
                  <a:ext cx="8892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A114FB8E-42A3-C676-5B8D-0415EC7301AB}"/>
                    </a:ext>
                  </a:extLst>
                </p14:cNvPr>
                <p14:cNvContentPartPr/>
                <p14:nvPr/>
              </p14:nvContentPartPr>
              <p14:xfrm>
                <a:off x="10979208" y="4689144"/>
                <a:ext cx="209880" cy="11196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A114FB8E-42A3-C676-5B8D-0415EC7301AB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10970208" y="4680504"/>
                  <a:ext cx="2275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CF2CBF11-C666-F887-2BA0-D74F62F1DDB8}"/>
                    </a:ext>
                  </a:extLst>
                </p14:cNvPr>
                <p14:cNvContentPartPr/>
                <p14:nvPr/>
              </p14:nvContentPartPr>
              <p14:xfrm>
                <a:off x="11251008" y="4480704"/>
                <a:ext cx="203400" cy="28728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CF2CBF11-C666-F887-2BA0-D74F62F1DDB8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11242368" y="4471704"/>
                  <a:ext cx="22104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7A2F3142-63CC-13EC-A6CE-BBB5BE3C7A92}"/>
                    </a:ext>
                  </a:extLst>
                </p14:cNvPr>
                <p14:cNvContentPartPr/>
                <p14:nvPr/>
              </p14:nvContentPartPr>
              <p14:xfrm>
                <a:off x="11672208" y="4668264"/>
                <a:ext cx="102960" cy="4536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7A2F3142-63CC-13EC-A6CE-BBB5BE3C7A92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11663208" y="4659264"/>
                  <a:ext cx="120600" cy="6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2" name="Group 341">
            <a:extLst>
              <a:ext uri="{FF2B5EF4-FFF2-40B4-BE49-F238E27FC236}">
                <a16:creationId xmlns:a16="http://schemas.microsoft.com/office/drawing/2014/main" id="{9C4592EA-B19B-506E-2801-11DE49A1FC56}"/>
              </a:ext>
            </a:extLst>
          </p:cNvPr>
          <p:cNvGrpSpPr/>
          <p:nvPr/>
        </p:nvGrpSpPr>
        <p:grpSpPr>
          <a:xfrm>
            <a:off x="1835568" y="4987224"/>
            <a:ext cx="1218960" cy="384480"/>
            <a:chOff x="1835568" y="4987224"/>
            <a:chExt cx="1218960" cy="38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BA2C2B29-07ED-5FE6-1B1A-FEDD3E8F176C}"/>
                    </a:ext>
                  </a:extLst>
                </p14:cNvPr>
                <p14:cNvContentPartPr/>
                <p14:nvPr/>
              </p14:nvContentPartPr>
              <p14:xfrm>
                <a:off x="1835568" y="5068224"/>
                <a:ext cx="288720" cy="30348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BA2C2B29-07ED-5FE6-1B1A-FEDD3E8F176C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1826568" y="5059224"/>
                  <a:ext cx="30636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2E9B350C-27DB-3A43-D410-2B735CBB4F16}"/>
                    </a:ext>
                  </a:extLst>
                </p14:cNvPr>
                <p14:cNvContentPartPr/>
                <p14:nvPr/>
              </p14:nvContentPartPr>
              <p14:xfrm>
                <a:off x="2177208" y="5249664"/>
                <a:ext cx="90360" cy="5652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2E9B350C-27DB-3A43-D410-2B735CBB4F16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2168208" y="5240664"/>
                  <a:ext cx="1080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ABDCC079-D4A8-8DB3-DD96-39E8658EFEDA}"/>
                    </a:ext>
                  </a:extLst>
                </p14:cNvPr>
                <p14:cNvContentPartPr/>
                <p14:nvPr/>
              </p14:nvContentPartPr>
              <p14:xfrm>
                <a:off x="2349288" y="5044464"/>
                <a:ext cx="100800" cy="24048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ABDCC079-D4A8-8DB3-DD96-39E8658EFEDA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2340288" y="5035824"/>
                  <a:ext cx="11844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1707D232-6382-E9A8-2BDB-DDF0F3E504C2}"/>
                    </a:ext>
                  </a:extLst>
                </p14:cNvPr>
                <p14:cNvContentPartPr/>
                <p14:nvPr/>
              </p14:nvContentPartPr>
              <p14:xfrm>
                <a:off x="2479248" y="5124024"/>
                <a:ext cx="10440" cy="2844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1707D232-6382-E9A8-2BDB-DDF0F3E504C2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2470608" y="5115024"/>
                  <a:ext cx="280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2FA4033D-31FA-305D-0C1C-F49C2B10BDCA}"/>
                    </a:ext>
                  </a:extLst>
                </p14:cNvPr>
                <p14:cNvContentPartPr/>
                <p14:nvPr/>
              </p14:nvContentPartPr>
              <p14:xfrm>
                <a:off x="2506608" y="4987224"/>
                <a:ext cx="70560" cy="26316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2FA4033D-31FA-305D-0C1C-F49C2B10BDCA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2497968" y="4978584"/>
                  <a:ext cx="8820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4ABDDE44-D4AF-3E68-25E0-4F96E6EC4FF8}"/>
                    </a:ext>
                  </a:extLst>
                </p14:cNvPr>
                <p14:cNvContentPartPr/>
                <p14:nvPr/>
              </p14:nvContentPartPr>
              <p14:xfrm>
                <a:off x="2589048" y="5179464"/>
                <a:ext cx="1440" cy="2520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4ABDDE44-D4AF-3E68-25E0-4F96E6EC4FF8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2580408" y="5170464"/>
                  <a:ext cx="1908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B437B2FC-A5FD-866E-105E-C3451FFE5A1E}"/>
                    </a:ext>
                  </a:extLst>
                </p14:cNvPr>
                <p14:cNvContentPartPr/>
                <p14:nvPr/>
              </p14:nvContentPartPr>
              <p14:xfrm>
                <a:off x="2649168" y="5171904"/>
                <a:ext cx="137160" cy="6444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B437B2FC-A5FD-866E-105E-C3451FFE5A1E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2640168" y="5162904"/>
                  <a:ext cx="1548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3F2D1DE7-00F1-8A3B-D343-A152961952CB}"/>
                    </a:ext>
                  </a:extLst>
                </p14:cNvPr>
                <p14:cNvContentPartPr/>
                <p14:nvPr/>
              </p14:nvContentPartPr>
              <p14:xfrm>
                <a:off x="2680848" y="5120784"/>
                <a:ext cx="28800" cy="1260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3F2D1DE7-00F1-8A3B-D343-A152961952CB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2671848" y="5112144"/>
                  <a:ext cx="4644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863E4EAA-60A6-56DE-ED00-58943195BCBD}"/>
                    </a:ext>
                  </a:extLst>
                </p14:cNvPr>
                <p14:cNvContentPartPr/>
                <p14:nvPr/>
              </p14:nvContentPartPr>
              <p14:xfrm>
                <a:off x="2853288" y="5086584"/>
                <a:ext cx="201240" cy="20196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863E4EAA-60A6-56DE-ED00-58943195BCBD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2844648" y="5077944"/>
                  <a:ext cx="218880" cy="21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5" name="Group 354">
            <a:extLst>
              <a:ext uri="{FF2B5EF4-FFF2-40B4-BE49-F238E27FC236}">
                <a16:creationId xmlns:a16="http://schemas.microsoft.com/office/drawing/2014/main" id="{745B1843-D622-3921-6DDD-9886ECAC764C}"/>
              </a:ext>
            </a:extLst>
          </p:cNvPr>
          <p:cNvGrpSpPr/>
          <p:nvPr/>
        </p:nvGrpSpPr>
        <p:grpSpPr>
          <a:xfrm>
            <a:off x="3486888" y="4528224"/>
            <a:ext cx="1476720" cy="874800"/>
            <a:chOff x="3486888" y="4528224"/>
            <a:chExt cx="1476720" cy="87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63F7FF2E-5ECB-87C2-E134-949F553C3D58}"/>
                    </a:ext>
                  </a:extLst>
                </p14:cNvPr>
                <p14:cNvContentPartPr/>
                <p14:nvPr/>
              </p14:nvContentPartPr>
              <p14:xfrm>
                <a:off x="3486888" y="4673304"/>
                <a:ext cx="308520" cy="15156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63F7FF2E-5ECB-87C2-E134-949F553C3D58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3478248" y="4664304"/>
                  <a:ext cx="3261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E9FC8859-11B6-A704-483E-507A2EE55341}"/>
                    </a:ext>
                  </a:extLst>
                </p14:cNvPr>
                <p14:cNvContentPartPr/>
                <p14:nvPr/>
              </p14:nvContentPartPr>
              <p14:xfrm>
                <a:off x="3844368" y="4552344"/>
                <a:ext cx="183960" cy="22896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E9FC8859-11B6-A704-483E-507A2EE55341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3835728" y="4543704"/>
                  <a:ext cx="20160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A51ECB2A-BFD4-BC03-9318-A77D2B700645}"/>
                    </a:ext>
                  </a:extLst>
                </p14:cNvPr>
                <p14:cNvContentPartPr/>
                <p14:nvPr/>
              </p14:nvContentPartPr>
              <p14:xfrm>
                <a:off x="4432248" y="4528224"/>
                <a:ext cx="531360" cy="25488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A51ECB2A-BFD4-BC03-9318-A77D2B700645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4423248" y="4519584"/>
                  <a:ext cx="54900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1011B6C5-B392-8584-D88B-99A09B57B5C7}"/>
                    </a:ext>
                  </a:extLst>
                </p14:cNvPr>
                <p14:cNvContentPartPr/>
                <p14:nvPr/>
              </p14:nvContentPartPr>
              <p14:xfrm>
                <a:off x="3658248" y="4978944"/>
                <a:ext cx="121680" cy="42408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1011B6C5-B392-8584-D88B-99A09B57B5C7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3649248" y="4970304"/>
                  <a:ext cx="13932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D1346EE5-BCDF-18E8-C8C1-BADC08F6E505}"/>
                    </a:ext>
                  </a:extLst>
                </p14:cNvPr>
                <p14:cNvContentPartPr/>
                <p14:nvPr/>
              </p14:nvContentPartPr>
              <p14:xfrm>
                <a:off x="3854448" y="4976064"/>
                <a:ext cx="277560" cy="19908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D1346EE5-BCDF-18E8-C8C1-BADC08F6E505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3845808" y="4967424"/>
                  <a:ext cx="29520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6125B2A0-F05E-E9CA-CCD3-5E687726EA39}"/>
                    </a:ext>
                  </a:extLst>
                </p14:cNvPr>
                <p14:cNvContentPartPr/>
                <p14:nvPr/>
              </p14:nvContentPartPr>
              <p14:xfrm>
                <a:off x="4197528" y="4931784"/>
                <a:ext cx="152280" cy="17928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6125B2A0-F05E-E9CA-CCD3-5E687726EA39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4188888" y="4923144"/>
                  <a:ext cx="16992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84D1606B-BC72-0665-597E-979FC2B53F2B}"/>
                    </a:ext>
                  </a:extLst>
                </p14:cNvPr>
                <p14:cNvContentPartPr/>
                <p14:nvPr/>
              </p14:nvContentPartPr>
              <p14:xfrm>
                <a:off x="4403808" y="5042664"/>
                <a:ext cx="9720" cy="6912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84D1606B-BC72-0665-597E-979FC2B53F2B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4394808" y="5033664"/>
                  <a:ext cx="273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B3092404-402B-C30B-2A68-A5EFEB3D0F1C}"/>
                    </a:ext>
                  </a:extLst>
                </p14:cNvPr>
                <p14:cNvContentPartPr/>
                <p14:nvPr/>
              </p14:nvContentPartPr>
              <p14:xfrm>
                <a:off x="4435128" y="4946184"/>
                <a:ext cx="1440" cy="1836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B3092404-402B-C30B-2A68-A5EFEB3D0F1C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4426128" y="4937184"/>
                  <a:ext cx="190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6E12F466-BC00-054F-6B04-6E7A5909E7FA}"/>
                    </a:ext>
                  </a:extLst>
                </p14:cNvPr>
                <p14:cNvContentPartPr/>
                <p14:nvPr/>
              </p14:nvContentPartPr>
              <p14:xfrm>
                <a:off x="4482648" y="4804344"/>
                <a:ext cx="125640" cy="25704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6E12F466-BC00-054F-6B04-6E7A5909E7FA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4473648" y="4795704"/>
                  <a:ext cx="14328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62FF4033-20AF-9C79-4F42-6C946E6E117F}"/>
                    </a:ext>
                  </a:extLst>
                </p14:cNvPr>
                <p14:cNvContentPartPr/>
                <p14:nvPr/>
              </p14:nvContentPartPr>
              <p14:xfrm>
                <a:off x="4609728" y="4957344"/>
                <a:ext cx="8280" cy="3060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62FF4033-20AF-9C79-4F42-6C946E6E117F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4600728" y="4948344"/>
                  <a:ext cx="259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DBD17E43-4CCA-3C48-F6D7-4038B6ADEDFA}"/>
                    </a:ext>
                  </a:extLst>
                </p14:cNvPr>
                <p14:cNvContentPartPr/>
                <p14:nvPr/>
              </p14:nvContentPartPr>
              <p14:xfrm>
                <a:off x="4652928" y="4816944"/>
                <a:ext cx="147600" cy="45864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DBD17E43-4CCA-3C48-F6D7-4038B6ADEDFA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4644288" y="4807944"/>
                  <a:ext cx="165240" cy="47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16CE737C-2C4D-AC46-9094-553D23B53434}"/>
                    </a:ext>
                  </a:extLst>
                </p14:cNvPr>
                <p14:cNvContentPartPr/>
                <p14:nvPr/>
              </p14:nvContentPartPr>
              <p14:xfrm>
                <a:off x="4748328" y="4820544"/>
                <a:ext cx="129960" cy="3276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16CE737C-2C4D-AC46-9094-553D23B53434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4739688" y="4811544"/>
                  <a:ext cx="147600" cy="5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93401FC3-FCAB-6029-B8F3-DCE700488191}"/>
              </a:ext>
            </a:extLst>
          </p:cNvPr>
          <p:cNvGrpSpPr/>
          <p:nvPr/>
        </p:nvGrpSpPr>
        <p:grpSpPr>
          <a:xfrm>
            <a:off x="5199048" y="4863024"/>
            <a:ext cx="146880" cy="377280"/>
            <a:chOff x="5199048" y="4863024"/>
            <a:chExt cx="146880" cy="37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0F25EE11-E8F3-D7AC-0BEA-3589103D2484}"/>
                    </a:ext>
                  </a:extLst>
                </p14:cNvPr>
                <p14:cNvContentPartPr/>
                <p14:nvPr/>
              </p14:nvContentPartPr>
              <p14:xfrm>
                <a:off x="5199048" y="4863024"/>
                <a:ext cx="27000" cy="37728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0F25EE11-E8F3-D7AC-0BEA-3589103D2484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5190048" y="4854384"/>
                  <a:ext cx="4464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23D585F8-4F85-6A33-0E53-FB3B0E366ABB}"/>
                    </a:ext>
                  </a:extLst>
                </p14:cNvPr>
                <p14:cNvContentPartPr/>
                <p14:nvPr/>
              </p14:nvContentPartPr>
              <p14:xfrm>
                <a:off x="5213448" y="4986504"/>
                <a:ext cx="132480" cy="9144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23D585F8-4F85-6A33-0E53-FB3B0E366ABB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5204808" y="4977864"/>
                  <a:ext cx="150120" cy="109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56">
            <p14:nvContentPartPr>
              <p14:cNvPr id="356" name="Ink 355">
                <a:extLst>
                  <a:ext uri="{FF2B5EF4-FFF2-40B4-BE49-F238E27FC236}">
                    <a16:creationId xmlns:a16="http://schemas.microsoft.com/office/drawing/2014/main" id="{2C3E706E-221E-05A2-B6E1-1977DED8BCA7}"/>
                  </a:ext>
                </a:extLst>
              </p14:cNvPr>
              <p14:cNvContentPartPr/>
              <p14:nvPr/>
            </p14:nvContentPartPr>
            <p14:xfrm>
              <a:off x="5574168" y="5111424"/>
              <a:ext cx="4680" cy="360"/>
            </p14:xfrm>
          </p:contentPart>
        </mc:Choice>
        <mc:Fallback xmlns="">
          <p:pic>
            <p:nvPicPr>
              <p:cNvPr id="356" name="Ink 355">
                <a:extLst>
                  <a:ext uri="{FF2B5EF4-FFF2-40B4-BE49-F238E27FC236}">
                    <a16:creationId xmlns:a16="http://schemas.microsoft.com/office/drawing/2014/main" id="{2C3E706E-221E-05A2-B6E1-1977DED8BCA7}"/>
                  </a:ext>
                </a:extLst>
              </p:cNvPr>
              <p:cNvPicPr/>
              <p:nvPr/>
            </p:nvPicPr>
            <p:blipFill>
              <a:blip r:embed="rId290"/>
              <a:stretch>
                <a:fillRect/>
              </a:stretch>
            </p:blipFill>
            <p:spPr>
              <a:xfrm>
                <a:off x="5565168" y="5102784"/>
                <a:ext cx="2232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7">
            <p14:nvContentPartPr>
              <p14:cNvPr id="357" name="Ink 356">
                <a:extLst>
                  <a:ext uri="{FF2B5EF4-FFF2-40B4-BE49-F238E27FC236}">
                    <a16:creationId xmlns:a16="http://schemas.microsoft.com/office/drawing/2014/main" id="{BAFCDEC6-9D7B-604C-4308-BFCEE964B445}"/>
                  </a:ext>
                </a:extLst>
              </p14:cNvPr>
              <p14:cNvContentPartPr/>
              <p14:nvPr/>
            </p14:nvContentPartPr>
            <p14:xfrm>
              <a:off x="5556888" y="4900824"/>
              <a:ext cx="9000" cy="34560"/>
            </p14:xfrm>
          </p:contentPart>
        </mc:Choice>
        <mc:Fallback xmlns="">
          <p:pic>
            <p:nvPicPr>
              <p:cNvPr id="357" name="Ink 356">
                <a:extLst>
                  <a:ext uri="{FF2B5EF4-FFF2-40B4-BE49-F238E27FC236}">
                    <a16:creationId xmlns:a16="http://schemas.microsoft.com/office/drawing/2014/main" id="{BAFCDEC6-9D7B-604C-4308-BFCEE964B445}"/>
                  </a:ext>
                </a:extLst>
              </p:cNvPr>
              <p:cNvPicPr/>
              <p:nvPr/>
            </p:nvPicPr>
            <p:blipFill>
              <a:blip r:embed="rId458"/>
              <a:stretch>
                <a:fillRect/>
              </a:stretch>
            </p:blipFill>
            <p:spPr>
              <a:xfrm>
                <a:off x="5547888" y="4892184"/>
                <a:ext cx="26640" cy="52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68" name="Group 367">
            <a:extLst>
              <a:ext uri="{FF2B5EF4-FFF2-40B4-BE49-F238E27FC236}">
                <a16:creationId xmlns:a16="http://schemas.microsoft.com/office/drawing/2014/main" id="{EB96D181-A587-B267-48B5-C4FDDA2A5EFD}"/>
              </a:ext>
            </a:extLst>
          </p:cNvPr>
          <p:cNvGrpSpPr/>
          <p:nvPr/>
        </p:nvGrpSpPr>
        <p:grpSpPr>
          <a:xfrm>
            <a:off x="5012568" y="5372784"/>
            <a:ext cx="1929600" cy="432360"/>
            <a:chOff x="5012568" y="5372784"/>
            <a:chExt cx="1929600" cy="43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9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847F0B03-1E13-A908-F889-1C6A797F6037}"/>
                    </a:ext>
                  </a:extLst>
                </p14:cNvPr>
                <p14:cNvContentPartPr/>
                <p14:nvPr/>
              </p14:nvContentPartPr>
              <p14:xfrm>
                <a:off x="5012568" y="5507424"/>
                <a:ext cx="197280" cy="22752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847F0B03-1E13-A908-F889-1C6A797F6037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5003568" y="5498784"/>
                  <a:ext cx="2149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1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B7B115B7-897E-3A56-888D-6F06AC0006E7}"/>
                    </a:ext>
                  </a:extLst>
                </p14:cNvPr>
                <p14:cNvContentPartPr/>
                <p14:nvPr/>
              </p14:nvContentPartPr>
              <p14:xfrm>
                <a:off x="5120208" y="5614704"/>
                <a:ext cx="199080" cy="8064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B7B115B7-897E-3A56-888D-6F06AC0006E7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5111568" y="5606064"/>
                  <a:ext cx="21672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3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720BE31D-8A02-E2A9-57CC-EE83BD3AC0F5}"/>
                    </a:ext>
                  </a:extLst>
                </p14:cNvPr>
                <p14:cNvContentPartPr/>
                <p14:nvPr/>
              </p14:nvContentPartPr>
              <p14:xfrm>
                <a:off x="5474448" y="5571864"/>
                <a:ext cx="396720" cy="12456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720BE31D-8A02-E2A9-57CC-EE83BD3AC0F5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5465808" y="5563224"/>
                  <a:ext cx="41436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5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1167A858-256A-78A0-B222-77A91666EC9B}"/>
                    </a:ext>
                  </a:extLst>
                </p14:cNvPr>
                <p14:cNvContentPartPr/>
                <p14:nvPr/>
              </p14:nvContentPartPr>
              <p14:xfrm>
                <a:off x="6002208" y="5437944"/>
                <a:ext cx="177840" cy="21888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1167A858-256A-78A0-B222-77A91666EC9B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5993568" y="5428944"/>
                  <a:ext cx="19548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7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30416F21-EB1C-59DD-4981-544B2824552A}"/>
                    </a:ext>
                  </a:extLst>
                </p14:cNvPr>
                <p14:cNvContentPartPr/>
                <p14:nvPr/>
              </p14:nvContentPartPr>
              <p14:xfrm>
                <a:off x="6378768" y="5440104"/>
                <a:ext cx="165600" cy="27072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30416F21-EB1C-59DD-4981-544B2824552A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6369768" y="5431104"/>
                  <a:ext cx="18324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9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B52E9C96-208F-93DB-5706-25D50CA947D0}"/>
                    </a:ext>
                  </a:extLst>
                </p14:cNvPr>
                <p14:cNvContentPartPr/>
                <p14:nvPr/>
              </p14:nvContentPartPr>
              <p14:xfrm>
                <a:off x="6396408" y="5372784"/>
                <a:ext cx="144720" cy="6768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B52E9C96-208F-93DB-5706-25D50CA947D0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6387768" y="5364144"/>
                  <a:ext cx="1623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1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3C9DA4B4-156B-11E8-7554-E87053D51B34}"/>
                    </a:ext>
                  </a:extLst>
                </p14:cNvPr>
                <p14:cNvContentPartPr/>
                <p14:nvPr/>
              </p14:nvContentPartPr>
              <p14:xfrm>
                <a:off x="6618168" y="5447664"/>
                <a:ext cx="13320" cy="27576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3C9DA4B4-156B-11E8-7554-E87053D51B34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6609528" y="5438664"/>
                  <a:ext cx="309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3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864B6253-3C3F-4019-B904-E8FB24100214}"/>
                    </a:ext>
                  </a:extLst>
                </p14:cNvPr>
                <p14:cNvContentPartPr/>
                <p14:nvPr/>
              </p14:nvContentPartPr>
              <p14:xfrm>
                <a:off x="6618528" y="5556744"/>
                <a:ext cx="104760" cy="6300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864B6253-3C3F-4019-B904-E8FB24100214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6609528" y="5548104"/>
                  <a:ext cx="12240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5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17FA7780-04E1-CB44-82B8-EF60D0F025E8}"/>
                    </a:ext>
                  </a:extLst>
                </p14:cNvPr>
                <p14:cNvContentPartPr/>
                <p14:nvPr/>
              </p14:nvContentPartPr>
              <p14:xfrm>
                <a:off x="6756048" y="5386464"/>
                <a:ext cx="186120" cy="41868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17FA7780-04E1-CB44-82B8-EF60D0F025E8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6747048" y="5377464"/>
                  <a:ext cx="203760" cy="43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77">
            <p14:nvContentPartPr>
              <p14:cNvPr id="369" name="Ink 368">
                <a:extLst>
                  <a:ext uri="{FF2B5EF4-FFF2-40B4-BE49-F238E27FC236}">
                    <a16:creationId xmlns:a16="http://schemas.microsoft.com/office/drawing/2014/main" id="{AADFE444-7B17-7C1D-FF9C-5E1E545861EB}"/>
                  </a:ext>
                </a:extLst>
              </p14:cNvPr>
              <p14:cNvContentPartPr/>
              <p14:nvPr/>
            </p14:nvContentPartPr>
            <p14:xfrm>
              <a:off x="3598488" y="5723424"/>
              <a:ext cx="699840" cy="507600"/>
            </p14:xfrm>
          </p:contentPart>
        </mc:Choice>
        <mc:Fallback xmlns="">
          <p:pic>
            <p:nvPicPr>
              <p:cNvPr id="369" name="Ink 368">
                <a:extLst>
                  <a:ext uri="{FF2B5EF4-FFF2-40B4-BE49-F238E27FC236}">
                    <a16:creationId xmlns:a16="http://schemas.microsoft.com/office/drawing/2014/main" id="{AADFE444-7B17-7C1D-FF9C-5E1E545861EB}"/>
                  </a:ext>
                </a:extLst>
              </p:cNvPr>
              <p:cNvPicPr/>
              <p:nvPr/>
            </p:nvPicPr>
            <p:blipFill>
              <a:blip r:embed="rId478"/>
              <a:stretch>
                <a:fillRect/>
              </a:stretch>
            </p:blipFill>
            <p:spPr>
              <a:xfrm>
                <a:off x="3589848" y="5714424"/>
                <a:ext cx="717480" cy="52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9">
            <p14:nvContentPartPr>
              <p14:cNvPr id="370" name="Ink 369">
                <a:extLst>
                  <a:ext uri="{FF2B5EF4-FFF2-40B4-BE49-F238E27FC236}">
                    <a16:creationId xmlns:a16="http://schemas.microsoft.com/office/drawing/2014/main" id="{F1D1AFFC-AEF3-E3CD-BDFE-D0DAB3BED27C}"/>
                  </a:ext>
                </a:extLst>
              </p14:cNvPr>
              <p14:cNvContentPartPr/>
              <p14:nvPr/>
            </p14:nvContentPartPr>
            <p14:xfrm>
              <a:off x="4546008" y="5995944"/>
              <a:ext cx="136800" cy="361080"/>
            </p14:xfrm>
          </p:contentPart>
        </mc:Choice>
        <mc:Fallback xmlns="">
          <p:pic>
            <p:nvPicPr>
              <p:cNvPr id="370" name="Ink 369">
                <a:extLst>
                  <a:ext uri="{FF2B5EF4-FFF2-40B4-BE49-F238E27FC236}">
                    <a16:creationId xmlns:a16="http://schemas.microsoft.com/office/drawing/2014/main" id="{F1D1AFFC-AEF3-E3CD-BDFE-D0DAB3BED27C}"/>
                  </a:ext>
                </a:extLst>
              </p:cNvPr>
              <p:cNvPicPr/>
              <p:nvPr/>
            </p:nvPicPr>
            <p:blipFill>
              <a:blip r:embed="rId480"/>
              <a:stretch>
                <a:fillRect/>
              </a:stretch>
            </p:blipFill>
            <p:spPr>
              <a:xfrm>
                <a:off x="4537008" y="5986944"/>
                <a:ext cx="154440" cy="378720"/>
              </a:xfrm>
              <a:prstGeom prst="rect">
                <a:avLst/>
              </a:prstGeom>
            </p:spPr>
          </p:pic>
        </mc:Fallback>
      </mc:AlternateContent>
      <p:grpSp>
        <p:nvGrpSpPr>
          <p:cNvPr id="382" name="Group 381">
            <a:extLst>
              <a:ext uri="{FF2B5EF4-FFF2-40B4-BE49-F238E27FC236}">
                <a16:creationId xmlns:a16="http://schemas.microsoft.com/office/drawing/2014/main" id="{51C0F27E-F0DB-496F-53A0-16B13C4A3359}"/>
              </a:ext>
            </a:extLst>
          </p:cNvPr>
          <p:cNvGrpSpPr/>
          <p:nvPr/>
        </p:nvGrpSpPr>
        <p:grpSpPr>
          <a:xfrm>
            <a:off x="5033808" y="6053184"/>
            <a:ext cx="554760" cy="303480"/>
            <a:chOff x="5033808" y="6053184"/>
            <a:chExt cx="554760" cy="30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9CFA24F8-7D59-F52A-D5C7-7191291828D4}"/>
                    </a:ext>
                  </a:extLst>
                </p14:cNvPr>
                <p14:cNvContentPartPr/>
                <p14:nvPr/>
              </p14:nvContentPartPr>
              <p14:xfrm>
                <a:off x="5033808" y="6058584"/>
                <a:ext cx="237240" cy="29808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9CFA24F8-7D59-F52A-D5C7-7191291828D4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5025168" y="6049584"/>
                  <a:ext cx="25488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3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0EC58601-1624-7676-EF57-A10C913CF36E}"/>
                    </a:ext>
                  </a:extLst>
                </p14:cNvPr>
                <p14:cNvContentPartPr/>
                <p14:nvPr/>
              </p14:nvContentPartPr>
              <p14:xfrm>
                <a:off x="5227128" y="6053184"/>
                <a:ext cx="7920" cy="2160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0EC58601-1624-7676-EF57-A10C913CF36E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5218488" y="6044544"/>
                  <a:ext cx="255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5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120C851E-8F4E-7E19-D80D-2543429261DD}"/>
                    </a:ext>
                  </a:extLst>
                </p14:cNvPr>
                <p14:cNvContentPartPr/>
                <p14:nvPr/>
              </p14:nvContentPartPr>
              <p14:xfrm>
                <a:off x="5336568" y="6146064"/>
                <a:ext cx="63000" cy="5328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120C851E-8F4E-7E19-D80D-2543429261DD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5327928" y="6137424"/>
                  <a:ext cx="8064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7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00C796AA-7B53-F428-6522-BDD06C9CAA66}"/>
                    </a:ext>
                  </a:extLst>
                </p14:cNvPr>
                <p14:cNvContentPartPr/>
                <p14:nvPr/>
              </p14:nvContentPartPr>
              <p14:xfrm>
                <a:off x="5458968" y="6147864"/>
                <a:ext cx="129600" cy="6768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00C796AA-7B53-F428-6522-BDD06C9CAA66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5449968" y="6139224"/>
                  <a:ext cx="147240" cy="8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1" name="Group 380">
            <a:extLst>
              <a:ext uri="{FF2B5EF4-FFF2-40B4-BE49-F238E27FC236}">
                <a16:creationId xmlns:a16="http://schemas.microsoft.com/office/drawing/2014/main" id="{84D97DA8-84EA-AD71-7491-233422070A1D}"/>
              </a:ext>
            </a:extLst>
          </p:cNvPr>
          <p:cNvGrpSpPr/>
          <p:nvPr/>
        </p:nvGrpSpPr>
        <p:grpSpPr>
          <a:xfrm>
            <a:off x="5882688" y="5975064"/>
            <a:ext cx="262080" cy="264600"/>
            <a:chOff x="5882688" y="5975064"/>
            <a:chExt cx="262080" cy="26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9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C51AE93D-1A23-1E97-1904-8F917E91FCBA}"/>
                    </a:ext>
                  </a:extLst>
                </p14:cNvPr>
                <p14:cNvContentPartPr/>
                <p14:nvPr/>
              </p14:nvContentPartPr>
              <p14:xfrm>
                <a:off x="5882688" y="5983704"/>
                <a:ext cx="11160" cy="22896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C51AE93D-1A23-1E97-1904-8F917E91FCBA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5873688" y="5974704"/>
                  <a:ext cx="2880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1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B44A1FDB-4A28-9822-BE3B-34AFE364A7D9}"/>
                    </a:ext>
                  </a:extLst>
                </p14:cNvPr>
                <p14:cNvContentPartPr/>
                <p14:nvPr/>
              </p14:nvContentPartPr>
              <p14:xfrm>
                <a:off x="5896728" y="5975064"/>
                <a:ext cx="248040" cy="26460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B44A1FDB-4A28-9822-BE3B-34AFE364A7D9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5887728" y="5966064"/>
                  <a:ext cx="265680" cy="28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0" name="Group 379">
            <a:extLst>
              <a:ext uri="{FF2B5EF4-FFF2-40B4-BE49-F238E27FC236}">
                <a16:creationId xmlns:a16="http://schemas.microsoft.com/office/drawing/2014/main" id="{B1A3785E-46B2-5903-AEBF-DD3EA492ACA5}"/>
              </a:ext>
            </a:extLst>
          </p:cNvPr>
          <p:cNvGrpSpPr/>
          <p:nvPr/>
        </p:nvGrpSpPr>
        <p:grpSpPr>
          <a:xfrm>
            <a:off x="6664608" y="5988024"/>
            <a:ext cx="568800" cy="329040"/>
            <a:chOff x="6664608" y="5988024"/>
            <a:chExt cx="568800" cy="32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3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7D331387-5FAB-53DB-5C68-5C082EF90212}"/>
                    </a:ext>
                  </a:extLst>
                </p14:cNvPr>
                <p14:cNvContentPartPr/>
                <p14:nvPr/>
              </p14:nvContentPartPr>
              <p14:xfrm>
                <a:off x="6664608" y="5988024"/>
                <a:ext cx="155520" cy="32904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7D331387-5FAB-53DB-5C68-5C082EF90212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6655968" y="5979384"/>
                  <a:ext cx="17316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5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3C38E175-182B-1805-D011-8A3728DC3A3D}"/>
                    </a:ext>
                  </a:extLst>
                </p14:cNvPr>
                <p14:cNvContentPartPr/>
                <p14:nvPr/>
              </p14:nvContentPartPr>
              <p14:xfrm>
                <a:off x="6814728" y="6058224"/>
                <a:ext cx="320400" cy="19404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3C38E175-182B-1805-D011-8A3728DC3A3D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6806088" y="6049584"/>
                  <a:ext cx="33804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7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52238902-E735-6037-4874-ABF31BEF856F}"/>
                    </a:ext>
                  </a:extLst>
                </p14:cNvPr>
                <p14:cNvContentPartPr/>
                <p14:nvPr/>
              </p14:nvContentPartPr>
              <p14:xfrm>
                <a:off x="7226208" y="6197544"/>
                <a:ext cx="7200" cy="2088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52238902-E735-6037-4874-ABF31BEF856F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7217568" y="6188904"/>
                  <a:ext cx="24840" cy="38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99">
            <p14:nvContentPartPr>
              <p14:cNvPr id="383" name="Ink 382">
                <a:extLst>
                  <a:ext uri="{FF2B5EF4-FFF2-40B4-BE49-F238E27FC236}">
                    <a16:creationId xmlns:a16="http://schemas.microsoft.com/office/drawing/2014/main" id="{B73390EA-5254-CDDA-53E0-5B08A549A73F}"/>
                  </a:ext>
                </a:extLst>
              </p14:cNvPr>
              <p14:cNvContentPartPr/>
              <p14:nvPr/>
            </p14:nvContentPartPr>
            <p14:xfrm>
              <a:off x="7584768" y="5947344"/>
              <a:ext cx="224280" cy="416160"/>
            </p14:xfrm>
          </p:contentPart>
        </mc:Choice>
        <mc:Fallback xmlns="">
          <p:pic>
            <p:nvPicPr>
              <p:cNvPr id="383" name="Ink 382">
                <a:extLst>
                  <a:ext uri="{FF2B5EF4-FFF2-40B4-BE49-F238E27FC236}">
                    <a16:creationId xmlns:a16="http://schemas.microsoft.com/office/drawing/2014/main" id="{B73390EA-5254-CDDA-53E0-5B08A549A73F}"/>
                  </a:ext>
                </a:extLst>
              </p:cNvPr>
              <p:cNvPicPr/>
              <p:nvPr/>
            </p:nvPicPr>
            <p:blipFill>
              <a:blip r:embed="rId500"/>
              <a:stretch>
                <a:fillRect/>
              </a:stretch>
            </p:blipFill>
            <p:spPr>
              <a:xfrm>
                <a:off x="7575768" y="5938704"/>
                <a:ext cx="241920" cy="433800"/>
              </a:xfrm>
              <a:prstGeom prst="rect">
                <a:avLst/>
              </a:prstGeom>
            </p:spPr>
          </p:pic>
        </mc:Fallback>
      </mc:AlternateContent>
      <p:grpSp>
        <p:nvGrpSpPr>
          <p:cNvPr id="390" name="Group 389">
            <a:extLst>
              <a:ext uri="{FF2B5EF4-FFF2-40B4-BE49-F238E27FC236}">
                <a16:creationId xmlns:a16="http://schemas.microsoft.com/office/drawing/2014/main" id="{854A7758-F454-28E0-F07E-C643F224179C}"/>
              </a:ext>
            </a:extLst>
          </p:cNvPr>
          <p:cNvGrpSpPr/>
          <p:nvPr/>
        </p:nvGrpSpPr>
        <p:grpSpPr>
          <a:xfrm>
            <a:off x="8053488" y="5887944"/>
            <a:ext cx="1211040" cy="523080"/>
            <a:chOff x="8053488" y="5887944"/>
            <a:chExt cx="1211040" cy="52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1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41CFD2F5-66F9-EE10-45C8-63E49866973B}"/>
                    </a:ext>
                  </a:extLst>
                </p14:cNvPr>
                <p14:cNvContentPartPr/>
                <p14:nvPr/>
              </p14:nvContentPartPr>
              <p14:xfrm>
                <a:off x="8053488" y="6012864"/>
                <a:ext cx="313920" cy="15120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41CFD2F5-66F9-EE10-45C8-63E49866973B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8044848" y="6004224"/>
                  <a:ext cx="3315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3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651629B9-FF10-6918-7F38-F3F4E3B5ABFA}"/>
                    </a:ext>
                  </a:extLst>
                </p14:cNvPr>
                <p14:cNvContentPartPr/>
                <p14:nvPr/>
              </p14:nvContentPartPr>
              <p14:xfrm>
                <a:off x="8420688" y="5994504"/>
                <a:ext cx="167400" cy="33804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651629B9-FF10-6918-7F38-F3F4E3B5ABFA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8411688" y="5985504"/>
                  <a:ext cx="18504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5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01F52ECD-8D2F-7C10-A426-0994AD36E400}"/>
                    </a:ext>
                  </a:extLst>
                </p14:cNvPr>
                <p14:cNvContentPartPr/>
                <p14:nvPr/>
              </p14:nvContentPartPr>
              <p14:xfrm>
                <a:off x="8638128" y="6028704"/>
                <a:ext cx="241560" cy="5616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01F52ECD-8D2F-7C10-A426-0994AD36E400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8629488" y="6019704"/>
                  <a:ext cx="2592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7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3AD0E654-C4D9-60A9-65AB-DD07B54A06AA}"/>
                    </a:ext>
                  </a:extLst>
                </p14:cNvPr>
                <p14:cNvContentPartPr/>
                <p14:nvPr/>
              </p14:nvContentPartPr>
              <p14:xfrm>
                <a:off x="8933328" y="5887944"/>
                <a:ext cx="106200" cy="17784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3AD0E654-C4D9-60A9-65AB-DD07B54A06AA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8924328" y="5879304"/>
                  <a:ext cx="12384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9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11AF73E5-D274-AD1D-F518-EDC29E6B2F4F}"/>
                    </a:ext>
                  </a:extLst>
                </p14:cNvPr>
                <p14:cNvContentPartPr/>
                <p14:nvPr/>
              </p14:nvContentPartPr>
              <p14:xfrm>
                <a:off x="9057168" y="5935104"/>
                <a:ext cx="5040" cy="22680"/>
              </p14:xfrm>
            </p:contentPart>
          </mc:Choice>
          <mc:Fallback xmlns=""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11AF73E5-D274-AD1D-F518-EDC29E6B2F4F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9048168" y="5926464"/>
                  <a:ext cx="226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1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0E7FFAB0-DD50-4026-B02F-B4A89B742A59}"/>
                    </a:ext>
                  </a:extLst>
                </p14:cNvPr>
                <p14:cNvContentPartPr/>
                <p14:nvPr/>
              </p14:nvContentPartPr>
              <p14:xfrm>
                <a:off x="8998128" y="6006024"/>
                <a:ext cx="266400" cy="40500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0E7FFAB0-DD50-4026-B02F-B4A89B742A59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8989488" y="5997024"/>
                  <a:ext cx="284040" cy="422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13">
            <p14:nvContentPartPr>
              <p14:cNvPr id="391" name="Ink 390">
                <a:extLst>
                  <a:ext uri="{FF2B5EF4-FFF2-40B4-BE49-F238E27FC236}">
                    <a16:creationId xmlns:a16="http://schemas.microsoft.com/office/drawing/2014/main" id="{3FEE7BF1-62B5-3360-077C-1D244DE8ECB2}"/>
                  </a:ext>
                </a:extLst>
              </p14:cNvPr>
              <p14:cNvContentPartPr/>
              <p14:nvPr/>
            </p14:nvContentPartPr>
            <p14:xfrm>
              <a:off x="9604728" y="6001344"/>
              <a:ext cx="119880" cy="57960"/>
            </p14:xfrm>
          </p:contentPart>
        </mc:Choice>
        <mc:Fallback xmlns="">
          <p:pic>
            <p:nvPicPr>
              <p:cNvPr id="391" name="Ink 390">
                <a:extLst>
                  <a:ext uri="{FF2B5EF4-FFF2-40B4-BE49-F238E27FC236}">
                    <a16:creationId xmlns:a16="http://schemas.microsoft.com/office/drawing/2014/main" id="{3FEE7BF1-62B5-3360-077C-1D244DE8ECB2}"/>
                  </a:ext>
                </a:extLst>
              </p:cNvPr>
              <p:cNvPicPr/>
              <p:nvPr/>
            </p:nvPicPr>
            <p:blipFill>
              <a:blip r:embed="rId514"/>
              <a:stretch>
                <a:fillRect/>
              </a:stretch>
            </p:blipFill>
            <p:spPr>
              <a:xfrm>
                <a:off x="9596088" y="5992344"/>
                <a:ext cx="137520" cy="75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98" name="Group 397">
            <a:extLst>
              <a:ext uri="{FF2B5EF4-FFF2-40B4-BE49-F238E27FC236}">
                <a16:creationId xmlns:a16="http://schemas.microsoft.com/office/drawing/2014/main" id="{1074CEC9-F1A7-3C3A-DCB8-D04A7A4BD589}"/>
              </a:ext>
            </a:extLst>
          </p:cNvPr>
          <p:cNvGrpSpPr/>
          <p:nvPr/>
        </p:nvGrpSpPr>
        <p:grpSpPr>
          <a:xfrm>
            <a:off x="9977328" y="5791104"/>
            <a:ext cx="1464840" cy="283320"/>
            <a:chOff x="9977328" y="5791104"/>
            <a:chExt cx="1464840" cy="28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5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8D6A7AC0-8D5E-D569-0484-A449AD2CE3A2}"/>
                    </a:ext>
                  </a:extLst>
                </p14:cNvPr>
                <p14:cNvContentPartPr/>
                <p14:nvPr/>
              </p14:nvContentPartPr>
              <p14:xfrm>
                <a:off x="9977328" y="5889024"/>
                <a:ext cx="331920" cy="185400"/>
              </p14:xfrm>
            </p:contentPart>
          </mc:Choice>
          <mc:Fallback xmlns=""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8D6A7AC0-8D5E-D569-0484-A449AD2CE3A2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9968328" y="5880024"/>
                  <a:ext cx="3495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7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61118AEE-A1D1-679A-B5D1-9F0F76DB2934}"/>
                    </a:ext>
                  </a:extLst>
                </p14:cNvPr>
                <p14:cNvContentPartPr/>
                <p14:nvPr/>
              </p14:nvContentPartPr>
              <p14:xfrm>
                <a:off x="10403928" y="5791464"/>
                <a:ext cx="299160" cy="247320"/>
              </p14:xfrm>
            </p:contentPart>
          </mc:Choice>
          <mc:Fallback xmlns=""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61118AEE-A1D1-679A-B5D1-9F0F76DB2934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10395288" y="5782824"/>
                  <a:ext cx="31680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9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883957DE-EA62-8B45-EB2C-242BB537D323}"/>
                    </a:ext>
                  </a:extLst>
                </p14:cNvPr>
                <p14:cNvContentPartPr/>
                <p14:nvPr/>
              </p14:nvContentPartPr>
              <p14:xfrm>
                <a:off x="10599408" y="5838984"/>
                <a:ext cx="121680" cy="12816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883957DE-EA62-8B45-EB2C-242BB537D323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10590408" y="5830344"/>
                  <a:ext cx="1393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1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E41BC508-978F-2645-5476-86812652C00D}"/>
                    </a:ext>
                  </a:extLst>
                </p14:cNvPr>
                <p14:cNvContentPartPr/>
                <p14:nvPr/>
              </p14:nvContentPartPr>
              <p14:xfrm>
                <a:off x="10799928" y="5791104"/>
                <a:ext cx="536040" cy="22464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E41BC508-978F-2645-5476-86812652C00D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10790928" y="5782464"/>
                  <a:ext cx="55368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3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3330ED5F-2F91-A8CE-E1AF-17D46CBB4974}"/>
                    </a:ext>
                  </a:extLst>
                </p14:cNvPr>
                <p14:cNvContentPartPr/>
                <p14:nvPr/>
              </p14:nvContentPartPr>
              <p14:xfrm>
                <a:off x="11369448" y="5919624"/>
                <a:ext cx="72720" cy="3816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3330ED5F-2F91-A8CE-E1AF-17D46CBB4974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11360808" y="5910624"/>
                  <a:ext cx="903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5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645CA645-A294-A9D6-3A5C-F4394E45E970}"/>
                    </a:ext>
                  </a:extLst>
                </p14:cNvPr>
                <p14:cNvContentPartPr/>
                <p14:nvPr/>
              </p14:nvContentPartPr>
              <p14:xfrm>
                <a:off x="11027088" y="5877864"/>
                <a:ext cx="41760" cy="684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645CA645-A294-A9D6-3A5C-F4394E45E970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11018448" y="5869224"/>
                  <a:ext cx="59400" cy="2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3" name="Group 402">
            <a:extLst>
              <a:ext uri="{FF2B5EF4-FFF2-40B4-BE49-F238E27FC236}">
                <a16:creationId xmlns:a16="http://schemas.microsoft.com/office/drawing/2014/main" id="{0BEB1487-FAD8-3AAE-9247-A38143CB480B}"/>
              </a:ext>
            </a:extLst>
          </p:cNvPr>
          <p:cNvGrpSpPr/>
          <p:nvPr/>
        </p:nvGrpSpPr>
        <p:grpSpPr>
          <a:xfrm>
            <a:off x="6286968" y="6495264"/>
            <a:ext cx="774360" cy="375480"/>
            <a:chOff x="6286968" y="6495264"/>
            <a:chExt cx="774360" cy="37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7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63551612-D8BE-3D25-126D-A9799B0753C3}"/>
                    </a:ext>
                  </a:extLst>
                </p14:cNvPr>
                <p14:cNvContentPartPr/>
                <p14:nvPr/>
              </p14:nvContentPartPr>
              <p14:xfrm>
                <a:off x="6286968" y="6507504"/>
                <a:ext cx="466560" cy="19980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63551612-D8BE-3D25-126D-A9799B0753C3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6277968" y="6498504"/>
                  <a:ext cx="48420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9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8B97F17E-6B3F-32E1-3CAE-CCC4C7225478}"/>
                    </a:ext>
                  </a:extLst>
                </p14:cNvPr>
                <p14:cNvContentPartPr/>
                <p14:nvPr/>
              </p14:nvContentPartPr>
              <p14:xfrm>
                <a:off x="6749928" y="6495264"/>
                <a:ext cx="6120" cy="34920"/>
              </p14:xfrm>
            </p:contentPart>
          </mc:Choice>
          <mc:Fallback xmlns=""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8B97F17E-6B3F-32E1-3CAE-CCC4C7225478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741288" y="6486264"/>
                  <a:ext cx="237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82D5405A-0073-CEF5-A152-6A9F7E3105A4}"/>
                    </a:ext>
                  </a:extLst>
                </p14:cNvPr>
                <p14:cNvContentPartPr/>
                <p14:nvPr/>
              </p14:nvContentPartPr>
              <p14:xfrm>
                <a:off x="6834168" y="6553224"/>
                <a:ext cx="227160" cy="317520"/>
              </p14:xfrm>
            </p:contentPart>
          </mc:Choice>
          <mc:Fallback xmlns=""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82D5405A-0073-CEF5-A152-6A9F7E3105A4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6825528" y="6544224"/>
                  <a:ext cx="244800" cy="33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6" name="Group 405">
            <a:extLst>
              <a:ext uri="{FF2B5EF4-FFF2-40B4-BE49-F238E27FC236}">
                <a16:creationId xmlns:a16="http://schemas.microsoft.com/office/drawing/2014/main" id="{707B3337-79ED-D8C9-6DF4-E60186CD68D3}"/>
              </a:ext>
            </a:extLst>
          </p:cNvPr>
          <p:cNvGrpSpPr/>
          <p:nvPr/>
        </p:nvGrpSpPr>
        <p:grpSpPr>
          <a:xfrm>
            <a:off x="7322688" y="6402024"/>
            <a:ext cx="465480" cy="276840"/>
            <a:chOff x="7322688" y="6402024"/>
            <a:chExt cx="465480" cy="27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1322815D-F727-C506-8220-FC9EC1585402}"/>
                    </a:ext>
                  </a:extLst>
                </p14:cNvPr>
                <p14:cNvContentPartPr/>
                <p14:nvPr/>
              </p14:nvContentPartPr>
              <p14:xfrm>
                <a:off x="7446528" y="6461424"/>
                <a:ext cx="35280" cy="187920"/>
              </p14:xfrm>
            </p:contentPart>
          </mc:Choice>
          <mc:Fallback xmlns=""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1322815D-F727-C506-8220-FC9EC1585402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7437528" y="6452784"/>
                  <a:ext cx="5292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CE48B9C8-07B9-F8CB-5CF2-385285C36184}"/>
                    </a:ext>
                  </a:extLst>
                </p14:cNvPr>
                <p14:cNvContentPartPr/>
                <p14:nvPr/>
              </p14:nvContentPartPr>
              <p14:xfrm>
                <a:off x="7322688" y="6402024"/>
                <a:ext cx="465480" cy="276840"/>
              </p14:xfrm>
            </p:contentPart>
          </mc:Choice>
          <mc:Fallback xmlns=""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CE48B9C8-07B9-F8CB-5CF2-385285C36184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7314048" y="6393384"/>
                  <a:ext cx="483120" cy="294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36">
            <p14:nvContentPartPr>
              <p14:cNvPr id="407" name="Ink 406">
                <a:extLst>
                  <a:ext uri="{FF2B5EF4-FFF2-40B4-BE49-F238E27FC236}">
                    <a16:creationId xmlns:a16="http://schemas.microsoft.com/office/drawing/2014/main" id="{30A4BEFB-B3E2-5EF7-D3C7-C20B89D31404}"/>
                  </a:ext>
                </a:extLst>
              </p14:cNvPr>
              <p14:cNvContentPartPr/>
              <p14:nvPr/>
            </p14:nvContentPartPr>
            <p14:xfrm>
              <a:off x="8049888" y="6401304"/>
              <a:ext cx="550440" cy="236160"/>
            </p14:xfrm>
          </p:contentPart>
        </mc:Choice>
        <mc:Fallback xmlns="">
          <p:pic>
            <p:nvPicPr>
              <p:cNvPr id="407" name="Ink 406">
                <a:extLst>
                  <a:ext uri="{FF2B5EF4-FFF2-40B4-BE49-F238E27FC236}">
                    <a16:creationId xmlns:a16="http://schemas.microsoft.com/office/drawing/2014/main" id="{30A4BEFB-B3E2-5EF7-D3C7-C20B89D31404}"/>
                  </a:ext>
                </a:extLst>
              </p:cNvPr>
              <p:cNvPicPr/>
              <p:nvPr/>
            </p:nvPicPr>
            <p:blipFill>
              <a:blip r:embed="rId537"/>
              <a:stretch>
                <a:fillRect/>
              </a:stretch>
            </p:blipFill>
            <p:spPr>
              <a:xfrm>
                <a:off x="8040888" y="6392304"/>
                <a:ext cx="568080" cy="253800"/>
              </a:xfrm>
              <a:prstGeom prst="rect">
                <a:avLst/>
              </a:prstGeom>
            </p:spPr>
          </p:pic>
        </mc:Fallback>
      </mc:AlternateContent>
      <p:grpSp>
        <p:nvGrpSpPr>
          <p:cNvPr id="412" name="Group 411">
            <a:extLst>
              <a:ext uri="{FF2B5EF4-FFF2-40B4-BE49-F238E27FC236}">
                <a16:creationId xmlns:a16="http://schemas.microsoft.com/office/drawing/2014/main" id="{AD14A0AD-D864-D635-E26D-2B7D0B66A1D3}"/>
              </a:ext>
            </a:extLst>
          </p:cNvPr>
          <p:cNvGrpSpPr/>
          <p:nvPr/>
        </p:nvGrpSpPr>
        <p:grpSpPr>
          <a:xfrm>
            <a:off x="9123768" y="6414624"/>
            <a:ext cx="804240" cy="227160"/>
            <a:chOff x="9123768" y="6414624"/>
            <a:chExt cx="804240" cy="22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9084D388-7878-2FB2-6EDE-9B9887AD4DF9}"/>
                    </a:ext>
                  </a:extLst>
                </p14:cNvPr>
                <p14:cNvContentPartPr/>
                <p14:nvPr/>
              </p14:nvContentPartPr>
              <p14:xfrm>
                <a:off x="9123768" y="6426864"/>
                <a:ext cx="216000" cy="21492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9084D388-7878-2FB2-6EDE-9B9887AD4DF9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9114768" y="6418224"/>
                  <a:ext cx="23364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0F2A8CC1-16D8-BFE7-43A4-B832D5AA4E76}"/>
                    </a:ext>
                  </a:extLst>
                </p14:cNvPr>
                <p14:cNvContentPartPr/>
                <p14:nvPr/>
              </p14:nvContentPartPr>
              <p14:xfrm>
                <a:off x="9186768" y="6534144"/>
                <a:ext cx="182520" cy="4392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0F2A8CC1-16D8-BFE7-43A4-B832D5AA4E76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9177768" y="6525504"/>
                  <a:ext cx="2001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272B2678-5C97-8BAD-1DCF-503F5A6BBBDC}"/>
                    </a:ext>
                  </a:extLst>
                </p14:cNvPr>
                <p14:cNvContentPartPr/>
                <p14:nvPr/>
              </p14:nvContentPartPr>
              <p14:xfrm>
                <a:off x="9457848" y="6498864"/>
                <a:ext cx="282600" cy="10656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272B2678-5C97-8BAD-1DCF-503F5A6BBBDC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9449208" y="6490224"/>
                  <a:ext cx="3002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F181FCF9-5EB7-F12A-3348-7D364C66D790}"/>
                    </a:ext>
                  </a:extLst>
                </p14:cNvPr>
                <p14:cNvContentPartPr/>
                <p14:nvPr/>
              </p14:nvContentPartPr>
              <p14:xfrm>
                <a:off x="9783648" y="6414624"/>
                <a:ext cx="144360" cy="16596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F181FCF9-5EB7-F12A-3348-7D364C66D790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9775008" y="6405984"/>
                  <a:ext cx="162000" cy="183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4172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6078E-F8EC-8694-DE9C-165583D76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14:cNvPr>
              <p14:cNvContentPartPr/>
              <p14:nvPr/>
            </p14:nvContentPartPr>
            <p14:xfrm>
              <a:off x="9997848" y="1633824"/>
              <a:ext cx="3600" cy="10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87848" y="1620324"/>
                <a:ext cx="23200" cy="275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14:cNvPr>
              <p14:cNvContentPartPr/>
              <p14:nvPr/>
            </p14:nvContentPartPr>
            <p14:xfrm>
              <a:off x="10428408" y="2647584"/>
              <a:ext cx="28080" cy="324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419408" y="2638584"/>
                <a:ext cx="4572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14:cNvPr>
              <p14:cNvContentPartPr/>
              <p14:nvPr/>
            </p14:nvContentPartPr>
            <p14:xfrm>
              <a:off x="10763568" y="2771064"/>
              <a:ext cx="1800" cy="360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754568" y="2762064"/>
                <a:ext cx="1944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14:cNvPr>
              <p14:cNvContentPartPr/>
              <p14:nvPr/>
            </p14:nvContentPartPr>
            <p14:xfrm>
              <a:off x="3774888" y="6755904"/>
              <a:ext cx="360" cy="468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65888" y="6746904"/>
                <a:ext cx="18000" cy="2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A60374AB-904F-2368-A1AB-4EC695531243}"/>
              </a:ext>
            </a:extLst>
          </p:cNvPr>
          <p:cNvGrpSpPr/>
          <p:nvPr/>
        </p:nvGrpSpPr>
        <p:grpSpPr>
          <a:xfrm>
            <a:off x="348048" y="647424"/>
            <a:ext cx="447480" cy="297000"/>
            <a:chOff x="348048" y="647424"/>
            <a:chExt cx="447480" cy="29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8C1F7AE-00B7-D13C-E40B-80DBF0C88E26}"/>
                    </a:ext>
                  </a:extLst>
                </p14:cNvPr>
                <p14:cNvContentPartPr/>
                <p14:nvPr/>
              </p14:nvContentPartPr>
              <p14:xfrm>
                <a:off x="348048" y="647424"/>
                <a:ext cx="402840" cy="2970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8C1F7AE-00B7-D13C-E40B-80DBF0C88E2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39408" y="638424"/>
                  <a:ext cx="42048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5725FC0-B562-DD4A-0B51-E90C6E7C2C29}"/>
                    </a:ext>
                  </a:extLst>
                </p14:cNvPr>
                <p14:cNvContentPartPr/>
                <p14:nvPr/>
              </p14:nvContentPartPr>
              <p14:xfrm>
                <a:off x="550728" y="788904"/>
                <a:ext cx="244800" cy="918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5725FC0-B562-DD4A-0B51-E90C6E7C2C2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42088" y="779904"/>
                  <a:ext cx="262440" cy="109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4C76862F-1B2A-29B9-48B5-07B91D317F85}"/>
                  </a:ext>
                </a:extLst>
              </p14:cNvPr>
              <p14:cNvContentPartPr/>
              <p14:nvPr/>
            </p14:nvContentPartPr>
            <p14:xfrm>
              <a:off x="10214928" y="945144"/>
              <a:ext cx="709200" cy="34056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4C76862F-1B2A-29B9-48B5-07B91D317F8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206288" y="936144"/>
                <a:ext cx="726840" cy="35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FB44D74-F49D-E1C2-4A6B-C82ED6E87ADE}"/>
                  </a:ext>
                </a:extLst>
              </p14:cNvPr>
              <p14:cNvContentPartPr/>
              <p14:nvPr/>
            </p14:nvContentPartPr>
            <p14:xfrm>
              <a:off x="1181808" y="697464"/>
              <a:ext cx="17280" cy="2440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FB44D74-F49D-E1C2-4A6B-C82ED6E87ADE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173168" y="688824"/>
                <a:ext cx="34920" cy="26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9A90702-ED0D-C8CF-28AF-5F8CDC257E07}"/>
                  </a:ext>
                </a:extLst>
              </p14:cNvPr>
              <p14:cNvContentPartPr/>
              <p14:nvPr/>
            </p14:nvContentPartPr>
            <p14:xfrm>
              <a:off x="1143648" y="632664"/>
              <a:ext cx="268200" cy="1843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9A90702-ED0D-C8CF-28AF-5F8CDC257E07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135008" y="624024"/>
                <a:ext cx="285840" cy="20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2F5D87F-4889-DFF0-489B-F75C8F0BC387}"/>
                  </a:ext>
                </a:extLst>
              </p14:cNvPr>
              <p14:cNvContentPartPr/>
              <p14:nvPr/>
            </p14:nvContentPartPr>
            <p14:xfrm>
              <a:off x="1517328" y="716904"/>
              <a:ext cx="266760" cy="1850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2F5D87F-4889-DFF0-489B-F75C8F0BC387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508688" y="707904"/>
                <a:ext cx="28440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741640F-A9B6-9DC3-897F-84D20084FC2F}"/>
                  </a:ext>
                </a:extLst>
              </p14:cNvPr>
              <p14:cNvContentPartPr/>
              <p14:nvPr/>
            </p14:nvContentPartPr>
            <p14:xfrm>
              <a:off x="1913328" y="734904"/>
              <a:ext cx="5400" cy="1512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741640F-A9B6-9DC3-897F-84D20084FC2F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904688" y="726264"/>
                <a:ext cx="2304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6D38082-40A8-F4B8-2B66-2B3295F496E9}"/>
                  </a:ext>
                </a:extLst>
              </p14:cNvPr>
              <p14:cNvContentPartPr/>
              <p14:nvPr/>
            </p14:nvContentPartPr>
            <p14:xfrm>
              <a:off x="1909728" y="661464"/>
              <a:ext cx="158400" cy="612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6D38082-40A8-F4B8-2B66-2B3295F496E9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901088" y="652464"/>
                <a:ext cx="17604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53E31FC-6ADB-EE34-1C76-69613C1DDACA}"/>
                  </a:ext>
                </a:extLst>
              </p14:cNvPr>
              <p14:cNvContentPartPr/>
              <p14:nvPr/>
            </p14:nvContentPartPr>
            <p14:xfrm>
              <a:off x="1924848" y="782424"/>
              <a:ext cx="122400" cy="252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53E31FC-6ADB-EE34-1C76-69613C1DDACA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915848" y="773784"/>
                <a:ext cx="14004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29AB47C-481E-E1EF-D77C-99871D998F92}"/>
                  </a:ext>
                </a:extLst>
              </p14:cNvPr>
              <p14:cNvContentPartPr/>
              <p14:nvPr/>
            </p14:nvContentPartPr>
            <p14:xfrm>
              <a:off x="2171448" y="672984"/>
              <a:ext cx="171720" cy="2422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29AB47C-481E-E1EF-D77C-99871D998F92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162448" y="664344"/>
                <a:ext cx="18936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739EB07-CFDF-D80E-B1A2-2CA7EB772A28}"/>
                  </a:ext>
                </a:extLst>
              </p14:cNvPr>
              <p14:cNvContentPartPr/>
              <p14:nvPr/>
            </p14:nvContentPartPr>
            <p14:xfrm>
              <a:off x="2751048" y="788904"/>
              <a:ext cx="291960" cy="1382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739EB07-CFDF-D80E-B1A2-2CA7EB772A28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2742048" y="780264"/>
                <a:ext cx="309600" cy="1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59C4F79C-9768-442B-73D0-B84AFB4A6603}"/>
                  </a:ext>
                </a:extLst>
              </p14:cNvPr>
              <p14:cNvContentPartPr/>
              <p14:nvPr/>
            </p14:nvContentPartPr>
            <p14:xfrm>
              <a:off x="2834568" y="716184"/>
              <a:ext cx="48600" cy="169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59C4F79C-9768-442B-73D0-B84AFB4A6603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2825568" y="707544"/>
                <a:ext cx="6624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5261DD86-D27E-E707-FA8C-3576E3DECABF}"/>
                  </a:ext>
                </a:extLst>
              </p14:cNvPr>
              <p14:cNvContentPartPr/>
              <p14:nvPr/>
            </p14:nvContentPartPr>
            <p14:xfrm>
              <a:off x="9067608" y="342864"/>
              <a:ext cx="941040" cy="50580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5261DD86-D27E-E707-FA8C-3576E3DECABF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9058608" y="333864"/>
                <a:ext cx="958680" cy="52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005905AA-F7B9-7E55-C58B-35E7BF23BC8A}"/>
                  </a:ext>
                </a:extLst>
              </p14:cNvPr>
              <p14:cNvContentPartPr/>
              <p14:nvPr/>
            </p14:nvContentPartPr>
            <p14:xfrm>
              <a:off x="10339128" y="552744"/>
              <a:ext cx="189360" cy="34416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005905AA-F7B9-7E55-C58B-35E7BF23BC8A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0330488" y="543744"/>
                <a:ext cx="207000" cy="36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F53EC203-CECA-71D1-2545-E3AD91DD7D4A}"/>
                  </a:ext>
                </a:extLst>
              </p14:cNvPr>
              <p14:cNvContentPartPr/>
              <p14:nvPr/>
            </p14:nvContentPartPr>
            <p14:xfrm>
              <a:off x="10761768" y="735264"/>
              <a:ext cx="158400" cy="5760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F53EC203-CECA-71D1-2545-E3AD91DD7D4A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0753128" y="726264"/>
                <a:ext cx="17604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7F36900B-9B4F-1AC9-92E5-1C80DC59C2BE}"/>
                  </a:ext>
                </a:extLst>
              </p14:cNvPr>
              <p14:cNvContentPartPr/>
              <p14:nvPr/>
            </p14:nvContentPartPr>
            <p14:xfrm>
              <a:off x="10803168" y="620064"/>
              <a:ext cx="48600" cy="1620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7F36900B-9B4F-1AC9-92E5-1C80DC59C2BE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0794168" y="611064"/>
                <a:ext cx="66240" cy="3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AE0D8AD6-AB02-2E37-5CAF-AD84C2F37F29}"/>
                  </a:ext>
                </a:extLst>
              </p14:cNvPr>
              <p14:cNvContentPartPr/>
              <p14:nvPr/>
            </p14:nvContentPartPr>
            <p14:xfrm>
              <a:off x="11146968" y="677664"/>
              <a:ext cx="133920" cy="13248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AE0D8AD6-AB02-2E37-5CAF-AD84C2F37F29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1138328" y="669024"/>
                <a:ext cx="151560" cy="15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02312B39-A2F7-1154-2BA7-CA93640D7CA9}"/>
                  </a:ext>
                </a:extLst>
              </p14:cNvPr>
              <p14:cNvContentPartPr/>
              <p14:nvPr/>
            </p14:nvContentPartPr>
            <p14:xfrm>
              <a:off x="11395728" y="700704"/>
              <a:ext cx="10440" cy="10440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02312B39-A2F7-1154-2BA7-CA93640D7CA9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1387088" y="691704"/>
                <a:ext cx="2808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0E20FF60-2761-C3F2-3637-B6E1BCD41B7D}"/>
                  </a:ext>
                </a:extLst>
              </p14:cNvPr>
              <p14:cNvContentPartPr/>
              <p14:nvPr/>
            </p14:nvContentPartPr>
            <p14:xfrm>
              <a:off x="11400768" y="643824"/>
              <a:ext cx="130680" cy="10116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0E20FF60-2761-C3F2-3637-B6E1BCD41B7D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1391768" y="635184"/>
                <a:ext cx="14832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69B76C29-5B22-C279-C168-D6F664E2CC1B}"/>
                  </a:ext>
                </a:extLst>
              </p14:cNvPr>
              <p14:cNvContentPartPr/>
              <p14:nvPr/>
            </p14:nvContentPartPr>
            <p14:xfrm>
              <a:off x="11640528" y="624024"/>
              <a:ext cx="141480" cy="28908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69B76C29-5B22-C279-C168-D6F664E2CC1B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1631528" y="615024"/>
                <a:ext cx="159120" cy="30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DE07AA3C-5119-D44F-6512-F52191BDED22}"/>
                  </a:ext>
                </a:extLst>
              </p14:cNvPr>
              <p14:cNvContentPartPr/>
              <p14:nvPr/>
            </p14:nvContentPartPr>
            <p14:xfrm>
              <a:off x="9033768" y="1040544"/>
              <a:ext cx="458640" cy="25884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DE07AA3C-5119-D44F-6512-F52191BDED22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9024768" y="1031904"/>
                <a:ext cx="476280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8ABD7DC1-F57D-D63C-3451-D9B6BD14AE63}"/>
                  </a:ext>
                </a:extLst>
              </p14:cNvPr>
              <p14:cNvContentPartPr/>
              <p14:nvPr/>
            </p14:nvContentPartPr>
            <p14:xfrm>
              <a:off x="9451008" y="1165824"/>
              <a:ext cx="112320" cy="3132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8ABD7DC1-F57D-D63C-3451-D9B6BD14AE63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9442008" y="1157184"/>
                <a:ext cx="12996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953C6DF2-0BF3-35C0-B2E3-79FEA0C3BFA0}"/>
                  </a:ext>
                </a:extLst>
              </p14:cNvPr>
              <p14:cNvContentPartPr/>
              <p14:nvPr/>
            </p14:nvContentPartPr>
            <p14:xfrm>
              <a:off x="9784368" y="1068984"/>
              <a:ext cx="219960" cy="34740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953C6DF2-0BF3-35C0-B2E3-79FEA0C3BFA0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9775368" y="1059984"/>
                <a:ext cx="237600" cy="36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B4EDAD65-D9B6-5716-18EB-093EC2E02E0E}"/>
                  </a:ext>
                </a:extLst>
              </p14:cNvPr>
              <p14:cNvContentPartPr/>
              <p14:nvPr/>
            </p14:nvContentPartPr>
            <p14:xfrm>
              <a:off x="11086128" y="1093464"/>
              <a:ext cx="181800" cy="18792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B4EDAD65-D9B6-5716-18EB-093EC2E02E0E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11077488" y="1084824"/>
                <a:ext cx="19944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99C52710-4590-1605-F4F6-544EE677D437}"/>
                  </a:ext>
                </a:extLst>
              </p14:cNvPr>
              <p14:cNvContentPartPr/>
              <p14:nvPr/>
            </p14:nvContentPartPr>
            <p14:xfrm>
              <a:off x="11341368" y="1166904"/>
              <a:ext cx="114480" cy="6804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99C52710-4590-1605-F4F6-544EE677D437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11332368" y="1157904"/>
                <a:ext cx="13212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DAA2C5CF-55A9-C46F-5316-969726C1CA54}"/>
                  </a:ext>
                </a:extLst>
              </p14:cNvPr>
              <p14:cNvContentPartPr/>
              <p14:nvPr/>
            </p14:nvContentPartPr>
            <p14:xfrm>
              <a:off x="11549088" y="1067544"/>
              <a:ext cx="262080" cy="17280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DAA2C5CF-55A9-C46F-5316-969726C1CA54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11540088" y="1058904"/>
                <a:ext cx="27972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F31AA17-A1D9-2038-998A-4155645A8738}"/>
                  </a:ext>
                </a:extLst>
              </p14:cNvPr>
              <p14:cNvContentPartPr/>
              <p14:nvPr/>
            </p14:nvContentPartPr>
            <p14:xfrm>
              <a:off x="3382128" y="570024"/>
              <a:ext cx="622800" cy="4348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F31AA17-A1D9-2038-998A-4155645A8738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3373128" y="561384"/>
                <a:ext cx="640440" cy="45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D82E78E-5120-5E0C-D365-E17F31F71EF8}"/>
                  </a:ext>
                </a:extLst>
              </p14:cNvPr>
              <p14:cNvContentPartPr/>
              <p14:nvPr/>
            </p14:nvContentPartPr>
            <p14:xfrm>
              <a:off x="4056768" y="696384"/>
              <a:ext cx="3240" cy="374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D82E78E-5120-5E0C-D365-E17F31F71EF8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4047768" y="687384"/>
                <a:ext cx="2088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88019644-7CB3-05A7-976A-E59C23CCAE02}"/>
                  </a:ext>
                </a:extLst>
              </p14:cNvPr>
              <p14:cNvContentPartPr/>
              <p14:nvPr/>
            </p14:nvContentPartPr>
            <p14:xfrm>
              <a:off x="4103208" y="827784"/>
              <a:ext cx="181440" cy="460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88019644-7CB3-05A7-976A-E59C23CCAE02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4094568" y="819144"/>
                <a:ext cx="199080" cy="6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22C2E045-27E5-E04D-A897-561CEFA374A7}"/>
                  </a:ext>
                </a:extLst>
              </p14:cNvPr>
              <p14:cNvContentPartPr/>
              <p14:nvPr/>
            </p14:nvContentPartPr>
            <p14:xfrm>
              <a:off x="4377528" y="666144"/>
              <a:ext cx="116640" cy="2026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22C2E045-27E5-E04D-A897-561CEFA374A7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4368888" y="657144"/>
                <a:ext cx="134280" cy="2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5CF85024-93FE-6B9C-4489-73B7AB0D51DE}"/>
                  </a:ext>
                </a:extLst>
              </p14:cNvPr>
              <p14:cNvContentPartPr/>
              <p14:nvPr/>
            </p14:nvContentPartPr>
            <p14:xfrm>
              <a:off x="4975128" y="622224"/>
              <a:ext cx="114480" cy="2174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5CF85024-93FE-6B9C-4489-73B7AB0D51DE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4966128" y="613224"/>
                <a:ext cx="13212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A34E560B-49BF-9381-06FD-0F9972C5E1B8}"/>
                  </a:ext>
                </a:extLst>
              </p14:cNvPr>
              <p14:cNvContentPartPr/>
              <p14:nvPr/>
            </p14:nvContentPartPr>
            <p14:xfrm>
              <a:off x="5048568" y="744984"/>
              <a:ext cx="181080" cy="3783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A34E560B-49BF-9381-06FD-0F9972C5E1B8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5039928" y="735984"/>
                <a:ext cx="198720" cy="39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7328DDAD-7F72-C48D-B00E-78BB71671F49}"/>
                  </a:ext>
                </a:extLst>
              </p14:cNvPr>
              <p14:cNvContentPartPr/>
              <p14:nvPr/>
            </p14:nvContentPartPr>
            <p14:xfrm>
              <a:off x="5518368" y="651384"/>
              <a:ext cx="34200" cy="2570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7328DDAD-7F72-C48D-B00E-78BB71671F49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5509368" y="642744"/>
                <a:ext cx="51840" cy="27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FAD1499F-AD26-71EB-38A3-35E5391FA08B}"/>
                  </a:ext>
                </a:extLst>
              </p14:cNvPr>
              <p14:cNvContentPartPr/>
              <p14:nvPr/>
            </p14:nvContentPartPr>
            <p14:xfrm>
              <a:off x="5560488" y="621504"/>
              <a:ext cx="254160" cy="2480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FAD1499F-AD26-71EB-38A3-35E5391FA08B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5551848" y="612864"/>
                <a:ext cx="271800" cy="26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DC6BB481-83D2-40F4-58BD-48A9A99157F0}"/>
                  </a:ext>
                </a:extLst>
              </p14:cNvPr>
              <p14:cNvContentPartPr/>
              <p14:nvPr/>
            </p14:nvContentPartPr>
            <p14:xfrm>
              <a:off x="3970008" y="1275264"/>
              <a:ext cx="253080" cy="2736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DC6BB481-83D2-40F4-58BD-48A9A99157F0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3961008" y="1266264"/>
                <a:ext cx="27072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42561803-AF7D-E1F8-8575-08CE81A82F37}"/>
                  </a:ext>
                </a:extLst>
              </p14:cNvPr>
              <p14:cNvContentPartPr/>
              <p14:nvPr/>
            </p14:nvContentPartPr>
            <p14:xfrm>
              <a:off x="4089168" y="1241064"/>
              <a:ext cx="42840" cy="1587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42561803-AF7D-E1F8-8575-08CE81A82F37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4080528" y="1232424"/>
                <a:ext cx="6048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41972F09-234D-AFA0-0862-45607618CB18}"/>
                  </a:ext>
                </a:extLst>
              </p14:cNvPr>
              <p14:cNvContentPartPr/>
              <p14:nvPr/>
            </p14:nvContentPartPr>
            <p14:xfrm>
              <a:off x="4331088" y="1248984"/>
              <a:ext cx="255960" cy="11376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41972F09-234D-AFA0-0862-45607618CB18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4322088" y="1240344"/>
                <a:ext cx="27360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4CCAFA87-86E0-9EB4-F390-B6BB87E9EA79}"/>
                  </a:ext>
                </a:extLst>
              </p14:cNvPr>
              <p14:cNvContentPartPr/>
              <p14:nvPr/>
            </p14:nvContentPartPr>
            <p14:xfrm>
              <a:off x="4791888" y="1073304"/>
              <a:ext cx="60120" cy="48924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4CCAFA87-86E0-9EB4-F390-B6BB87E9EA79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4783248" y="1064304"/>
                <a:ext cx="77760" cy="50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230DA161-5F99-1960-F7B8-0B9B271A4ED1}"/>
                  </a:ext>
                </a:extLst>
              </p14:cNvPr>
              <p14:cNvContentPartPr/>
              <p14:nvPr/>
            </p14:nvContentPartPr>
            <p14:xfrm>
              <a:off x="4713768" y="1283904"/>
              <a:ext cx="475560" cy="14292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230DA161-5F99-1960-F7B8-0B9B271A4ED1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4704768" y="1275264"/>
                <a:ext cx="493200" cy="1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E911845F-35AA-A1D5-54E3-DEF5F6BB717F}"/>
                  </a:ext>
                </a:extLst>
              </p14:cNvPr>
              <p14:cNvContentPartPr/>
              <p14:nvPr/>
            </p14:nvContentPartPr>
            <p14:xfrm>
              <a:off x="5248008" y="1052064"/>
              <a:ext cx="237240" cy="29088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E911845F-35AA-A1D5-54E3-DEF5F6BB717F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5239368" y="1043064"/>
                <a:ext cx="254880" cy="30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525ABC82-3AE8-4DF2-A1DE-238C10679162}"/>
                  </a:ext>
                </a:extLst>
              </p14:cNvPr>
              <p14:cNvContentPartPr/>
              <p14:nvPr/>
            </p14:nvContentPartPr>
            <p14:xfrm>
              <a:off x="5502168" y="1268064"/>
              <a:ext cx="2880" cy="1512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525ABC82-3AE8-4DF2-A1DE-238C10679162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5493528" y="1259424"/>
                <a:ext cx="2052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21FE1689-87D4-F0FC-E570-48AF750F03CC}"/>
                  </a:ext>
                </a:extLst>
              </p14:cNvPr>
              <p14:cNvContentPartPr/>
              <p14:nvPr/>
            </p14:nvContentPartPr>
            <p14:xfrm>
              <a:off x="5581728" y="1271664"/>
              <a:ext cx="253080" cy="7200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21FE1689-87D4-F0FC-E570-48AF750F03CC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5572728" y="1262664"/>
                <a:ext cx="270720" cy="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0A89686F-D5CF-2B48-7BDE-9DFC5AC831EE}"/>
                  </a:ext>
                </a:extLst>
              </p14:cNvPr>
              <p14:cNvContentPartPr/>
              <p14:nvPr/>
            </p14:nvContentPartPr>
            <p14:xfrm>
              <a:off x="5677848" y="1182744"/>
              <a:ext cx="149760" cy="1872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0A89686F-D5CF-2B48-7BDE-9DFC5AC831EE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5668848" y="1174104"/>
                <a:ext cx="16740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59DEC64F-2CA9-E960-5ADB-999C8E688F96}"/>
                  </a:ext>
                </a:extLst>
              </p14:cNvPr>
              <p14:cNvContentPartPr/>
              <p14:nvPr/>
            </p14:nvContentPartPr>
            <p14:xfrm>
              <a:off x="6124608" y="605304"/>
              <a:ext cx="179640" cy="33588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59DEC64F-2CA9-E960-5ADB-999C8E688F96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6115608" y="596304"/>
                <a:ext cx="197280" cy="35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2D956CDC-275B-C0E1-9383-CF94FC70DA8B}"/>
                  </a:ext>
                </a:extLst>
              </p14:cNvPr>
              <p14:cNvContentPartPr/>
              <p14:nvPr/>
            </p14:nvContentPartPr>
            <p14:xfrm>
              <a:off x="6406488" y="690624"/>
              <a:ext cx="393840" cy="856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2D956CDC-275B-C0E1-9383-CF94FC70DA8B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6397848" y="681984"/>
                <a:ext cx="41148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6CE87F74-B2A0-2ED9-CE40-7B59360EEBD3}"/>
                  </a:ext>
                </a:extLst>
              </p14:cNvPr>
              <p14:cNvContentPartPr/>
              <p14:nvPr/>
            </p14:nvContentPartPr>
            <p14:xfrm>
              <a:off x="6612768" y="533304"/>
              <a:ext cx="16920" cy="3060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6CE87F74-B2A0-2ED9-CE40-7B59360EEBD3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6604128" y="524664"/>
                <a:ext cx="3456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29AB5BE6-7DDB-B7D0-0DB0-DFD50D08A116}"/>
                  </a:ext>
                </a:extLst>
              </p14:cNvPr>
              <p14:cNvContentPartPr/>
              <p14:nvPr/>
            </p14:nvContentPartPr>
            <p14:xfrm>
              <a:off x="6726888" y="726264"/>
              <a:ext cx="235080" cy="889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29AB5BE6-7DDB-B7D0-0DB0-DFD50D08A116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6718248" y="717264"/>
                <a:ext cx="252720" cy="10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4DA53C81-4540-3962-1726-F282E941982D}"/>
                  </a:ext>
                </a:extLst>
              </p14:cNvPr>
              <p14:cNvContentPartPr/>
              <p14:nvPr/>
            </p14:nvContentPartPr>
            <p14:xfrm>
              <a:off x="7095528" y="459504"/>
              <a:ext cx="277920" cy="62568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4DA53C81-4540-3962-1726-F282E941982D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7086528" y="450864"/>
                <a:ext cx="295560" cy="64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5E26E3FE-1D4D-51AD-A284-4D98EC990669}"/>
                  </a:ext>
                </a:extLst>
              </p14:cNvPr>
              <p14:cNvContentPartPr/>
              <p14:nvPr/>
            </p14:nvContentPartPr>
            <p14:xfrm>
              <a:off x="7461288" y="598104"/>
              <a:ext cx="186120" cy="29304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5E26E3FE-1D4D-51AD-A284-4D98EC990669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7452288" y="589464"/>
                <a:ext cx="203760" cy="31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EC35A9E6-78E7-74EA-455E-6AA4B36449FF}"/>
                  </a:ext>
                </a:extLst>
              </p14:cNvPr>
              <p14:cNvContentPartPr/>
              <p14:nvPr/>
            </p14:nvContentPartPr>
            <p14:xfrm>
              <a:off x="7741728" y="861624"/>
              <a:ext cx="42480" cy="12780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EC35A9E6-78E7-74EA-455E-6AA4B36449FF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7732728" y="852624"/>
                <a:ext cx="6012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758FC44C-0479-37EB-C7D7-E94E71B62EE3}"/>
                  </a:ext>
                </a:extLst>
              </p14:cNvPr>
              <p14:cNvContentPartPr/>
              <p14:nvPr/>
            </p14:nvContentPartPr>
            <p14:xfrm>
              <a:off x="8084088" y="587304"/>
              <a:ext cx="84600" cy="34668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758FC44C-0479-37EB-C7D7-E94E71B62EE3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8075088" y="578304"/>
                <a:ext cx="102240" cy="36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7EB9ECFE-139F-023F-0356-01381E76FDFD}"/>
                  </a:ext>
                </a:extLst>
              </p14:cNvPr>
              <p14:cNvContentPartPr/>
              <p14:nvPr/>
            </p14:nvContentPartPr>
            <p14:xfrm>
              <a:off x="8026848" y="784584"/>
              <a:ext cx="182520" cy="4932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7EB9ECFE-139F-023F-0356-01381E76FDFD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8018208" y="775944"/>
                <a:ext cx="200160" cy="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157F0866-FEBF-8D86-E601-ECB007FFB6D3}"/>
                  </a:ext>
                </a:extLst>
              </p14:cNvPr>
              <p14:cNvContentPartPr/>
              <p14:nvPr/>
            </p14:nvContentPartPr>
            <p14:xfrm>
              <a:off x="8182728" y="499824"/>
              <a:ext cx="307440" cy="53208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157F0866-FEBF-8D86-E601-ECB007FFB6D3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8174088" y="490824"/>
                <a:ext cx="325080" cy="54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A7780379-FB6A-4F82-743B-4B0BCBFA350B}"/>
                  </a:ext>
                </a:extLst>
              </p14:cNvPr>
              <p14:cNvContentPartPr/>
              <p14:nvPr/>
            </p14:nvContentPartPr>
            <p14:xfrm>
              <a:off x="8580888" y="937944"/>
              <a:ext cx="90720" cy="11124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A7780379-FB6A-4F82-743B-4B0BCBFA350B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8571888" y="929304"/>
                <a:ext cx="108360" cy="12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A27959FA-39F9-29C1-BAE4-8580FE4EB77D}"/>
                  </a:ext>
                </a:extLst>
              </p14:cNvPr>
              <p14:cNvContentPartPr/>
              <p14:nvPr/>
            </p14:nvContentPartPr>
            <p14:xfrm>
              <a:off x="6145128" y="1130904"/>
              <a:ext cx="98280" cy="19908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A27959FA-39F9-29C1-BAE4-8580FE4EB77D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6136128" y="1121904"/>
                <a:ext cx="11592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1A21D06C-9B98-4124-6779-3D1FB9E66AAB}"/>
                  </a:ext>
                </a:extLst>
              </p14:cNvPr>
              <p14:cNvContentPartPr/>
              <p14:nvPr/>
            </p14:nvContentPartPr>
            <p14:xfrm>
              <a:off x="6302808" y="998064"/>
              <a:ext cx="362160" cy="48312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1A21D06C-9B98-4124-6779-3D1FB9E66AAB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6293808" y="989064"/>
                <a:ext cx="379800" cy="50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CE713D00-679A-35C4-EA5F-BC2DAD8DC6F1}"/>
                  </a:ext>
                </a:extLst>
              </p14:cNvPr>
              <p14:cNvContentPartPr/>
              <p14:nvPr/>
            </p14:nvContentPartPr>
            <p14:xfrm>
              <a:off x="6656688" y="1190664"/>
              <a:ext cx="9360" cy="3780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CE713D00-679A-35C4-EA5F-BC2DAD8DC6F1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6648048" y="1182024"/>
                <a:ext cx="2700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DDEDBAC7-9227-D23B-9123-EA55A55192A8}"/>
                  </a:ext>
                </a:extLst>
              </p14:cNvPr>
              <p14:cNvContentPartPr/>
              <p14:nvPr/>
            </p14:nvContentPartPr>
            <p14:xfrm>
              <a:off x="6701688" y="1258344"/>
              <a:ext cx="251280" cy="6408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DDEDBAC7-9227-D23B-9123-EA55A55192A8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6693048" y="1249344"/>
                <a:ext cx="26892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CE87E026-613B-76AE-A0B7-4370A5E07773}"/>
                  </a:ext>
                </a:extLst>
              </p14:cNvPr>
              <p14:cNvContentPartPr/>
              <p14:nvPr/>
            </p14:nvContentPartPr>
            <p14:xfrm>
              <a:off x="7035408" y="1166904"/>
              <a:ext cx="94680" cy="15948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CE87E026-613B-76AE-A0B7-4370A5E07773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7026768" y="1158264"/>
                <a:ext cx="112320" cy="17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836C5890-4277-7C0E-1C09-9BB5BB06BCE6}"/>
                  </a:ext>
                </a:extLst>
              </p14:cNvPr>
              <p14:cNvContentPartPr/>
              <p14:nvPr/>
            </p14:nvContentPartPr>
            <p14:xfrm>
              <a:off x="7541208" y="1158624"/>
              <a:ext cx="156600" cy="16920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836C5890-4277-7C0E-1C09-9BB5BB06BCE6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7532208" y="1149624"/>
                <a:ext cx="17424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2747D3BF-1056-60ED-60B4-776FA6DA1FE9}"/>
                  </a:ext>
                </a:extLst>
              </p14:cNvPr>
              <p14:cNvContentPartPr/>
              <p14:nvPr/>
            </p14:nvContentPartPr>
            <p14:xfrm>
              <a:off x="7748208" y="1196784"/>
              <a:ext cx="106560" cy="9540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2747D3BF-1056-60ED-60B4-776FA6DA1FE9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7739568" y="1188144"/>
                <a:ext cx="12420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D3C0ECA0-57BA-3A5E-52FA-5C45388BBC62}"/>
                  </a:ext>
                </a:extLst>
              </p14:cNvPr>
              <p14:cNvContentPartPr/>
              <p14:nvPr/>
            </p14:nvContentPartPr>
            <p14:xfrm>
              <a:off x="7894368" y="1200744"/>
              <a:ext cx="174600" cy="7560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D3C0ECA0-57BA-3A5E-52FA-5C45388BBC62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7885728" y="1192104"/>
                <a:ext cx="192240" cy="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E5F01DA8-7451-A624-AD56-7AF96689FDC4}"/>
                  </a:ext>
                </a:extLst>
              </p14:cNvPr>
              <p14:cNvContentPartPr/>
              <p14:nvPr/>
            </p14:nvContentPartPr>
            <p14:xfrm>
              <a:off x="8393688" y="1075824"/>
              <a:ext cx="9720" cy="21564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E5F01DA8-7451-A624-AD56-7AF96689FDC4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8385048" y="1066824"/>
                <a:ext cx="2736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6DA1BE75-5BCB-EB69-C013-E7997F2487D3}"/>
                  </a:ext>
                </a:extLst>
              </p14:cNvPr>
              <p14:cNvContentPartPr/>
              <p14:nvPr/>
            </p14:nvContentPartPr>
            <p14:xfrm>
              <a:off x="8473608" y="988704"/>
              <a:ext cx="261720" cy="27000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6DA1BE75-5BCB-EB69-C013-E7997F2487D3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8464968" y="979704"/>
                <a:ext cx="279360" cy="28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BF7BB060-ACA7-53E6-797A-1AFF8A59CFC6}"/>
                  </a:ext>
                </a:extLst>
              </p14:cNvPr>
              <p14:cNvContentPartPr/>
              <p14:nvPr/>
            </p14:nvContentPartPr>
            <p14:xfrm>
              <a:off x="4095648" y="1602504"/>
              <a:ext cx="479520" cy="28260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BF7BB060-ACA7-53E6-797A-1AFF8A59CFC6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4087008" y="1593864"/>
                <a:ext cx="497160" cy="30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B1AC1160-F437-CBF2-7D0E-E61CC856D884}"/>
                  </a:ext>
                </a:extLst>
              </p14:cNvPr>
              <p14:cNvContentPartPr/>
              <p14:nvPr/>
            </p14:nvContentPartPr>
            <p14:xfrm>
              <a:off x="4628808" y="1717704"/>
              <a:ext cx="162000" cy="8496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B1AC1160-F437-CBF2-7D0E-E61CC856D884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4620168" y="1708704"/>
                <a:ext cx="179640" cy="10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510CC8ED-4339-9D71-658D-A4CBE4D498D8}"/>
                  </a:ext>
                </a:extLst>
              </p14:cNvPr>
              <p14:cNvContentPartPr/>
              <p14:nvPr/>
            </p14:nvContentPartPr>
            <p14:xfrm>
              <a:off x="5040288" y="1602144"/>
              <a:ext cx="685800" cy="54792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510CC8ED-4339-9D71-658D-A4CBE4D498D8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5031288" y="1593144"/>
                <a:ext cx="703440" cy="56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FC76503D-87F2-43BE-6EA7-193E9BCC0DA5}"/>
                  </a:ext>
                </a:extLst>
              </p14:cNvPr>
              <p14:cNvContentPartPr/>
              <p14:nvPr/>
            </p14:nvContentPartPr>
            <p14:xfrm>
              <a:off x="5673168" y="1533024"/>
              <a:ext cx="366840" cy="26604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FC76503D-87F2-43BE-6EA7-193E9BCC0DA5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5664528" y="1524384"/>
                <a:ext cx="384480" cy="28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B6A4FE0D-1B13-0D5F-160A-704B615DC961}"/>
                  </a:ext>
                </a:extLst>
              </p14:cNvPr>
              <p14:cNvContentPartPr/>
              <p14:nvPr/>
            </p14:nvContentPartPr>
            <p14:xfrm>
              <a:off x="10464768" y="1398024"/>
              <a:ext cx="387720" cy="32004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B6A4FE0D-1B13-0D5F-160A-704B615DC961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10455768" y="1389384"/>
                <a:ext cx="405360" cy="33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7AEE5F12-83D4-61AF-DAE8-617E6E97E862}"/>
                  </a:ext>
                </a:extLst>
              </p14:cNvPr>
              <p14:cNvContentPartPr/>
              <p14:nvPr/>
            </p14:nvContentPartPr>
            <p14:xfrm>
              <a:off x="10582488" y="1512504"/>
              <a:ext cx="90360" cy="468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7AEE5F12-83D4-61AF-DAE8-617E6E97E862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10573488" y="1503504"/>
                <a:ext cx="10800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AF5F8DB8-F8F9-9090-C25C-D8D2D551B622}"/>
                  </a:ext>
                </a:extLst>
              </p14:cNvPr>
              <p14:cNvContentPartPr/>
              <p14:nvPr/>
            </p14:nvContentPartPr>
            <p14:xfrm>
              <a:off x="11020608" y="1422504"/>
              <a:ext cx="641160" cy="244800"/>
            </p14:xfrm>
          </p:contentPart>
        </mc:Choice>
        <mc:Fallback xmlns=""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AF5F8DB8-F8F9-9090-C25C-D8D2D551B622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11011968" y="1413864"/>
                <a:ext cx="65880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4BDAAFF4-2547-5E42-ECA4-2142DB60BD2A}"/>
                  </a:ext>
                </a:extLst>
              </p14:cNvPr>
              <p14:cNvContentPartPr/>
              <p14:nvPr/>
            </p14:nvContentPartPr>
            <p14:xfrm>
              <a:off x="1798128" y="1117224"/>
              <a:ext cx="264960" cy="31536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4BDAAFF4-2547-5E42-ECA4-2142DB60BD2A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1789488" y="1108224"/>
                <a:ext cx="282600" cy="33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061F95D3-A679-D87E-C9FE-35FB8F0CC840}"/>
                  </a:ext>
                </a:extLst>
              </p14:cNvPr>
              <p14:cNvContentPartPr/>
              <p14:nvPr/>
            </p14:nvContentPartPr>
            <p14:xfrm>
              <a:off x="2407248" y="1101024"/>
              <a:ext cx="113760" cy="50904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061F95D3-A679-D87E-C9FE-35FB8F0CC840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2398248" y="1092384"/>
                <a:ext cx="131400" cy="52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3192678C-B0C4-9FD6-23DD-822277F3D634}"/>
                  </a:ext>
                </a:extLst>
              </p14:cNvPr>
              <p14:cNvContentPartPr/>
              <p14:nvPr/>
            </p14:nvContentPartPr>
            <p14:xfrm>
              <a:off x="2332368" y="1409544"/>
              <a:ext cx="171720" cy="7308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3192678C-B0C4-9FD6-23DD-822277F3D634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2323728" y="1400904"/>
                <a:ext cx="18936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B2C0FD8B-25FC-A431-F819-3C7D6AE45196}"/>
                  </a:ext>
                </a:extLst>
              </p14:cNvPr>
              <p14:cNvContentPartPr/>
              <p14:nvPr/>
            </p14:nvContentPartPr>
            <p14:xfrm>
              <a:off x="2844648" y="1287144"/>
              <a:ext cx="137160" cy="8820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B2C0FD8B-25FC-A431-F819-3C7D6AE45196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2836008" y="1278144"/>
                <a:ext cx="15480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5BAF067D-1AF7-5D09-C7BC-DCE51E2E62F3}"/>
                  </a:ext>
                </a:extLst>
              </p14:cNvPr>
              <p14:cNvContentPartPr/>
              <p14:nvPr/>
            </p14:nvContentPartPr>
            <p14:xfrm>
              <a:off x="2895048" y="1217664"/>
              <a:ext cx="28080" cy="1584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5BAF067D-1AF7-5D09-C7BC-DCE51E2E62F3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2886408" y="1209024"/>
                <a:ext cx="4572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056E9F3B-E23C-DF58-D289-6428BCEF9000}"/>
                  </a:ext>
                </a:extLst>
              </p14:cNvPr>
              <p14:cNvContentPartPr/>
              <p14:nvPr/>
            </p14:nvContentPartPr>
            <p14:xfrm>
              <a:off x="2149488" y="1581624"/>
              <a:ext cx="531720" cy="37404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056E9F3B-E23C-DF58-D289-6428BCEF9000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2140488" y="1572984"/>
                <a:ext cx="549360" cy="39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8EF7FA35-2BE4-9AC0-C0AD-04C65C5F1F7D}"/>
                  </a:ext>
                </a:extLst>
              </p14:cNvPr>
              <p14:cNvContentPartPr/>
              <p14:nvPr/>
            </p14:nvContentPartPr>
            <p14:xfrm>
              <a:off x="2708208" y="1733904"/>
              <a:ext cx="76320" cy="3708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8EF7FA35-2BE4-9AC0-C0AD-04C65C5F1F7D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2699208" y="1724904"/>
                <a:ext cx="9396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1E011CFE-8BE1-F8A5-C7F3-9DFA4DA4503F}"/>
                  </a:ext>
                </a:extLst>
              </p14:cNvPr>
              <p14:cNvContentPartPr/>
              <p14:nvPr/>
            </p14:nvContentPartPr>
            <p14:xfrm>
              <a:off x="2336328" y="1794384"/>
              <a:ext cx="58680" cy="2016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1E011CFE-8BE1-F8A5-C7F3-9DFA4DA4503F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2327328" y="1785384"/>
                <a:ext cx="7632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3F4E3372-9C7C-F082-A91E-F69C6AF4CA9C}"/>
                  </a:ext>
                </a:extLst>
              </p14:cNvPr>
              <p14:cNvContentPartPr/>
              <p14:nvPr/>
            </p14:nvContentPartPr>
            <p14:xfrm>
              <a:off x="2884608" y="1856664"/>
              <a:ext cx="12600" cy="11448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3F4E3372-9C7C-F082-A91E-F69C6AF4CA9C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2875968" y="1848024"/>
                <a:ext cx="3024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FD1EA939-F8E0-043C-A1BC-217E7F6F88CF}"/>
                  </a:ext>
                </a:extLst>
              </p14:cNvPr>
              <p14:cNvContentPartPr/>
              <p14:nvPr/>
            </p14:nvContentPartPr>
            <p14:xfrm>
              <a:off x="3373128" y="1272384"/>
              <a:ext cx="140760" cy="3132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FD1EA939-F8E0-043C-A1BC-217E7F6F88CF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3364128" y="1263384"/>
                <a:ext cx="15840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9CD47EE7-2AFB-7655-6F90-F3C9E4A651DD}"/>
                  </a:ext>
                </a:extLst>
              </p14:cNvPr>
              <p14:cNvContentPartPr/>
              <p14:nvPr/>
            </p14:nvContentPartPr>
            <p14:xfrm>
              <a:off x="3289248" y="1603224"/>
              <a:ext cx="9000" cy="22896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9CD47EE7-2AFB-7655-6F90-F3C9E4A651DD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3280608" y="1594584"/>
                <a:ext cx="2664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3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145546F7-BD6A-03F0-BA24-E8CDE6DB7AF5}"/>
                  </a:ext>
                </a:extLst>
              </p14:cNvPr>
              <p14:cNvContentPartPr/>
              <p14:nvPr/>
            </p14:nvContentPartPr>
            <p14:xfrm>
              <a:off x="3291048" y="1473984"/>
              <a:ext cx="407160" cy="31320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145546F7-BD6A-03F0-BA24-E8CDE6DB7AF5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3282048" y="1465344"/>
                <a:ext cx="424800" cy="33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5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B511123E-EA49-0A1B-DE19-0A3EB7D8B665}"/>
                  </a:ext>
                </a:extLst>
              </p14:cNvPr>
              <p14:cNvContentPartPr/>
              <p14:nvPr/>
            </p14:nvContentPartPr>
            <p14:xfrm>
              <a:off x="2146608" y="2122704"/>
              <a:ext cx="484920" cy="274320"/>
            </p14:xfrm>
          </p:contentPart>
        </mc:Choice>
        <mc:Fallback xmlns=""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B511123E-EA49-0A1B-DE19-0A3EB7D8B665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2137968" y="2114064"/>
                <a:ext cx="50256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7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31723C59-629F-4799-EB58-01ED39815F48}"/>
                  </a:ext>
                </a:extLst>
              </p14:cNvPr>
              <p14:cNvContentPartPr/>
              <p14:nvPr/>
            </p14:nvContentPartPr>
            <p14:xfrm>
              <a:off x="2768688" y="2133144"/>
              <a:ext cx="135360" cy="359280"/>
            </p14:xfrm>
          </p:contentPart>
        </mc:Choice>
        <mc:Fallback xmlns=""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31723C59-629F-4799-EB58-01ED39815F48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2759688" y="2124144"/>
                <a:ext cx="153000" cy="37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9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6381A58C-4B0F-B1AA-52BF-2253E6D04143}"/>
                  </a:ext>
                </a:extLst>
              </p14:cNvPr>
              <p14:cNvContentPartPr/>
              <p14:nvPr/>
            </p14:nvContentPartPr>
            <p14:xfrm>
              <a:off x="2985048" y="2187144"/>
              <a:ext cx="252000" cy="61200"/>
            </p14:xfrm>
          </p:contentPart>
        </mc:Choice>
        <mc:Fallback xmlns=""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6381A58C-4B0F-B1AA-52BF-2253E6D04143}"/>
                  </a:ext>
                </a:extLst>
              </p:cNvPr>
              <p:cNvPicPr/>
              <p:nvPr/>
            </p:nvPicPr>
            <p:blipFill>
              <a:blip r:embed="rId180"/>
              <a:stretch>
                <a:fillRect/>
              </a:stretch>
            </p:blipFill>
            <p:spPr>
              <a:xfrm>
                <a:off x="2976408" y="2178144"/>
                <a:ext cx="26964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1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A865DA45-F342-19A2-91B8-CC45638A849C}"/>
                  </a:ext>
                </a:extLst>
              </p14:cNvPr>
              <p14:cNvContentPartPr/>
              <p14:nvPr/>
            </p14:nvContentPartPr>
            <p14:xfrm>
              <a:off x="3295008" y="2047824"/>
              <a:ext cx="173520" cy="210960"/>
            </p14:xfrm>
          </p:contentPart>
        </mc:Choice>
        <mc:Fallback xmlns=""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A865DA45-F342-19A2-91B8-CC45638A849C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3286368" y="2039184"/>
                <a:ext cx="191160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3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77AA433D-FEB8-AC6B-BFB6-DA9F08BF98E0}"/>
                  </a:ext>
                </a:extLst>
              </p14:cNvPr>
              <p14:cNvContentPartPr/>
              <p14:nvPr/>
            </p14:nvContentPartPr>
            <p14:xfrm>
              <a:off x="3492288" y="2098944"/>
              <a:ext cx="1440" cy="12240"/>
            </p14:xfrm>
          </p:contentPart>
        </mc:Choice>
        <mc:Fallback xmlns=""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77AA433D-FEB8-AC6B-BFB6-DA9F08BF98E0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3483288" y="2089944"/>
                <a:ext cx="1908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3795F7F4-A7D5-8529-EF30-F96DE51D3896}"/>
                  </a:ext>
                </a:extLst>
              </p14:cNvPr>
              <p14:cNvContentPartPr/>
              <p14:nvPr/>
            </p14:nvContentPartPr>
            <p14:xfrm>
              <a:off x="3486168" y="2166624"/>
              <a:ext cx="174960" cy="432000"/>
            </p14:xfrm>
          </p:contentPart>
        </mc:Choice>
        <mc:Fallback xmlns=""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3795F7F4-A7D5-8529-EF30-F96DE51D3896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3477168" y="2157984"/>
                <a:ext cx="192600" cy="44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A3013DD9-CDF4-E79D-30E6-ADCDF42E398A}"/>
                  </a:ext>
                </a:extLst>
              </p14:cNvPr>
              <p14:cNvContentPartPr/>
              <p14:nvPr/>
            </p14:nvContentPartPr>
            <p14:xfrm>
              <a:off x="4171968" y="2183544"/>
              <a:ext cx="181440" cy="142200"/>
            </p14:xfrm>
          </p:contentPart>
        </mc:Choice>
        <mc:Fallback xmlns=""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A3013DD9-CDF4-E79D-30E6-ADCDF42E398A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4162968" y="2174904"/>
                <a:ext cx="199080" cy="15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68E559B8-32F5-FC4C-9C98-13797875C478}"/>
                  </a:ext>
                </a:extLst>
              </p14:cNvPr>
              <p14:cNvContentPartPr/>
              <p14:nvPr/>
            </p14:nvContentPartPr>
            <p14:xfrm>
              <a:off x="4972608" y="2120904"/>
              <a:ext cx="287640" cy="402840"/>
            </p14:xfrm>
          </p:contentPart>
        </mc:Choice>
        <mc:Fallback xmlns=""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68E559B8-32F5-FC4C-9C98-13797875C478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4963968" y="2112264"/>
                <a:ext cx="305280" cy="42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A05FE803-03C7-14ED-32F4-0758DA1DCE8B}"/>
                  </a:ext>
                </a:extLst>
              </p14:cNvPr>
              <p14:cNvContentPartPr/>
              <p14:nvPr/>
            </p14:nvContentPartPr>
            <p14:xfrm>
              <a:off x="5303088" y="1961424"/>
              <a:ext cx="369360" cy="294480"/>
            </p14:xfrm>
          </p:contentPart>
        </mc:Choice>
        <mc:Fallback xmlns=""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A05FE803-03C7-14ED-32F4-0758DA1DCE8B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5294448" y="1952784"/>
                <a:ext cx="387000" cy="3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4F336DC6-C220-8D60-BD2D-AFB22CFBDAD8}"/>
                  </a:ext>
                </a:extLst>
              </p14:cNvPr>
              <p14:cNvContentPartPr/>
              <p14:nvPr/>
            </p14:nvContentPartPr>
            <p14:xfrm>
              <a:off x="5692248" y="2119824"/>
              <a:ext cx="6840" cy="29880"/>
            </p14:xfrm>
          </p:contentPart>
        </mc:Choice>
        <mc:Fallback xmlns=""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4F336DC6-C220-8D60-BD2D-AFB22CFBDAD8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5683608" y="2110824"/>
                <a:ext cx="2448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CECD18D3-630C-F4DD-4105-25F87A260576}"/>
                  </a:ext>
                </a:extLst>
              </p14:cNvPr>
              <p14:cNvContentPartPr/>
              <p14:nvPr/>
            </p14:nvContentPartPr>
            <p14:xfrm>
              <a:off x="5513328" y="2013624"/>
              <a:ext cx="176040" cy="40320"/>
            </p14:xfrm>
          </p:contentPart>
        </mc:Choice>
        <mc:Fallback xmlns=""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CECD18D3-630C-F4DD-4105-25F87A260576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5504688" y="2004984"/>
                <a:ext cx="193680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B556D8D9-2EE7-AB8E-B05B-B3D09B53DB81}"/>
                  </a:ext>
                </a:extLst>
              </p14:cNvPr>
              <p14:cNvContentPartPr/>
              <p14:nvPr/>
            </p14:nvContentPartPr>
            <p14:xfrm>
              <a:off x="5757408" y="2039904"/>
              <a:ext cx="748800" cy="216360"/>
            </p14:xfrm>
          </p:contentPart>
        </mc:Choice>
        <mc:Fallback xmlns=""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B556D8D9-2EE7-AB8E-B05B-B3D09B53DB81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5748768" y="2030904"/>
                <a:ext cx="766440" cy="234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7" name="Group 216">
            <a:extLst>
              <a:ext uri="{FF2B5EF4-FFF2-40B4-BE49-F238E27FC236}">
                <a16:creationId xmlns:a16="http://schemas.microsoft.com/office/drawing/2014/main" id="{2AE4A004-3B1B-DD61-037F-72C9537074A6}"/>
              </a:ext>
            </a:extLst>
          </p:cNvPr>
          <p:cNvGrpSpPr/>
          <p:nvPr/>
        </p:nvGrpSpPr>
        <p:grpSpPr>
          <a:xfrm>
            <a:off x="6488928" y="1441224"/>
            <a:ext cx="3702960" cy="802800"/>
            <a:chOff x="6488928" y="1441224"/>
            <a:chExt cx="3702960" cy="80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4D73EA3A-A3DD-C5B8-5882-4C28E2B55F5D}"/>
                    </a:ext>
                  </a:extLst>
                </p14:cNvPr>
                <p14:cNvContentPartPr/>
                <p14:nvPr/>
              </p14:nvContentPartPr>
              <p14:xfrm>
                <a:off x="6488928" y="1494144"/>
                <a:ext cx="288000" cy="3949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4D73EA3A-A3DD-C5B8-5882-4C28E2B55F5D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480288" y="1485504"/>
                  <a:ext cx="305640" cy="4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A7110B1-02E4-D89E-D86B-2C7B2080F2F2}"/>
                    </a:ext>
                  </a:extLst>
                </p14:cNvPr>
                <p14:cNvContentPartPr/>
                <p14:nvPr/>
              </p14:nvContentPartPr>
              <p14:xfrm>
                <a:off x="6838488" y="1503144"/>
                <a:ext cx="399600" cy="2743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A7110B1-02E4-D89E-D86B-2C7B2080F2F2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829488" y="1494504"/>
                  <a:ext cx="41724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EFE9A1D8-7E9D-FF71-E046-5CBA3211201B}"/>
                    </a:ext>
                  </a:extLst>
                </p14:cNvPr>
                <p14:cNvContentPartPr/>
                <p14:nvPr/>
              </p14:nvContentPartPr>
              <p14:xfrm>
                <a:off x="7379568" y="1790424"/>
                <a:ext cx="1080" cy="39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FE9A1D8-7E9D-FF71-E046-5CBA3211201B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370568" y="1781424"/>
                  <a:ext cx="1872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43BE2067-1A96-110A-19DE-59526C6355DD}"/>
                    </a:ext>
                  </a:extLst>
                </p14:cNvPr>
                <p14:cNvContentPartPr/>
                <p14:nvPr/>
              </p14:nvContentPartPr>
              <p14:xfrm>
                <a:off x="7871688" y="1623384"/>
                <a:ext cx="506880" cy="1742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43BE2067-1A96-110A-19DE-59526C6355DD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863048" y="1614744"/>
                  <a:ext cx="5245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5B573B62-53FD-D205-5718-11DBD8E1A8B8}"/>
                    </a:ext>
                  </a:extLst>
                </p14:cNvPr>
                <p14:cNvContentPartPr/>
                <p14:nvPr/>
              </p14:nvContentPartPr>
              <p14:xfrm>
                <a:off x="8438688" y="1688904"/>
                <a:ext cx="57960" cy="554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5B573B62-53FD-D205-5718-11DBD8E1A8B8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8429688" y="1680264"/>
                  <a:ext cx="7560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D2E04115-5905-FC37-6640-7B0F123A678C}"/>
                    </a:ext>
                  </a:extLst>
                </p14:cNvPr>
                <p14:cNvContentPartPr/>
                <p14:nvPr/>
              </p14:nvContentPartPr>
              <p14:xfrm>
                <a:off x="8570448" y="1670904"/>
                <a:ext cx="92520" cy="612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D2E04115-5905-FC37-6640-7B0F123A678C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561448" y="1661904"/>
                  <a:ext cx="1101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8ADEC7F6-B870-BECA-2DC5-6CAC50D1C6CE}"/>
                    </a:ext>
                  </a:extLst>
                </p14:cNvPr>
                <p14:cNvContentPartPr/>
                <p14:nvPr/>
              </p14:nvContentPartPr>
              <p14:xfrm>
                <a:off x="8680968" y="1617624"/>
                <a:ext cx="11520" cy="262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8ADEC7F6-B870-BECA-2DC5-6CAC50D1C6CE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672328" y="1608624"/>
                  <a:ext cx="2916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AB8F3991-9708-E63B-86FA-9AE07B2988B9}"/>
                    </a:ext>
                  </a:extLst>
                </p14:cNvPr>
                <p14:cNvContentPartPr/>
                <p14:nvPr/>
              </p14:nvContentPartPr>
              <p14:xfrm>
                <a:off x="8768448" y="1568304"/>
                <a:ext cx="349200" cy="1436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AB8F3991-9708-E63B-86FA-9AE07B2988B9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759448" y="1559304"/>
                  <a:ext cx="36684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3AA0A035-9E66-CAB6-B0E7-0BA34133A113}"/>
                    </a:ext>
                  </a:extLst>
                </p14:cNvPr>
                <p14:cNvContentPartPr/>
                <p14:nvPr/>
              </p14:nvContentPartPr>
              <p14:xfrm>
                <a:off x="9185688" y="1597104"/>
                <a:ext cx="88200" cy="1202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3AA0A035-9E66-CAB6-B0E7-0BA34133A113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177048" y="1588104"/>
                  <a:ext cx="10584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05F3CB5-84FA-3C1F-5BAA-26D9574C226C}"/>
                    </a:ext>
                  </a:extLst>
                </p14:cNvPr>
                <p14:cNvContentPartPr/>
                <p14:nvPr/>
              </p14:nvContentPartPr>
              <p14:xfrm>
                <a:off x="8976888" y="1635624"/>
                <a:ext cx="71640" cy="194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05F3CB5-84FA-3C1F-5BAA-26D9574C226C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967888" y="1626624"/>
                  <a:ext cx="892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519974B9-CAFE-039B-3425-10A9124C1B73}"/>
                    </a:ext>
                  </a:extLst>
                </p14:cNvPr>
                <p14:cNvContentPartPr/>
                <p14:nvPr/>
              </p14:nvContentPartPr>
              <p14:xfrm>
                <a:off x="9677448" y="1620144"/>
                <a:ext cx="218160" cy="1213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519974B9-CAFE-039B-3425-10A9124C1B73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668448" y="1611144"/>
                  <a:ext cx="23580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581F3C82-6CE1-BB27-EC30-83BAC29E0AB6}"/>
                    </a:ext>
                  </a:extLst>
                </p14:cNvPr>
                <p14:cNvContentPartPr/>
                <p14:nvPr/>
              </p14:nvContentPartPr>
              <p14:xfrm>
                <a:off x="9961128" y="1441224"/>
                <a:ext cx="230760" cy="2962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581F3C82-6CE1-BB27-EC30-83BAC29E0AB6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952128" y="1432224"/>
                  <a:ext cx="24840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A9AA914A-E8B7-9C05-1B52-940DCEFD501D}"/>
                    </a:ext>
                  </a:extLst>
                </p14:cNvPr>
                <p14:cNvContentPartPr/>
                <p14:nvPr/>
              </p14:nvContentPartPr>
              <p14:xfrm>
                <a:off x="6994728" y="2075184"/>
                <a:ext cx="651600" cy="16884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A9AA914A-E8B7-9C05-1B52-940DCEFD501D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986088" y="2066184"/>
                  <a:ext cx="66924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D8FE4DEB-49AB-13A1-D6FF-36114B9DFE2A}"/>
                    </a:ext>
                  </a:extLst>
                </p14:cNvPr>
                <p14:cNvContentPartPr/>
                <p14:nvPr/>
              </p14:nvContentPartPr>
              <p14:xfrm>
                <a:off x="7734888" y="2150424"/>
                <a:ext cx="79200" cy="1476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D8FE4DEB-49AB-13A1-D6FF-36114B9DFE2A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725888" y="2141784"/>
                  <a:ext cx="968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E1968D43-9AE7-5A09-75C2-956CA17849D2}"/>
                    </a:ext>
                  </a:extLst>
                </p14:cNvPr>
                <p14:cNvContentPartPr/>
                <p14:nvPr/>
              </p14:nvContentPartPr>
              <p14:xfrm>
                <a:off x="7927128" y="1881504"/>
                <a:ext cx="525240" cy="32940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E1968D43-9AE7-5A09-75C2-956CA17849D2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918128" y="1872864"/>
                  <a:ext cx="54288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A48DAFEE-5E26-C50B-CC75-E4834D094223}"/>
                    </a:ext>
                  </a:extLst>
                </p14:cNvPr>
                <p14:cNvContentPartPr/>
                <p14:nvPr/>
              </p14:nvContentPartPr>
              <p14:xfrm>
                <a:off x="8188848" y="1976904"/>
                <a:ext cx="168480" cy="3816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A48DAFEE-5E26-C50B-CC75-E4834D094223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8179848" y="1967904"/>
                  <a:ext cx="1861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DB793719-38E2-9024-34E4-A559BF018463}"/>
                    </a:ext>
                  </a:extLst>
                </p14:cNvPr>
                <p14:cNvContentPartPr/>
                <p14:nvPr/>
              </p14:nvContentPartPr>
              <p14:xfrm>
                <a:off x="8507448" y="2053584"/>
                <a:ext cx="347760" cy="11052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DB793719-38E2-9024-34E4-A559BF018463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8498448" y="2044584"/>
                  <a:ext cx="3654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C2A1BC49-4317-2DE7-5F5E-E19EECD4F066}"/>
                    </a:ext>
                  </a:extLst>
                </p14:cNvPr>
                <p14:cNvContentPartPr/>
                <p14:nvPr/>
              </p14:nvContentPartPr>
              <p14:xfrm>
                <a:off x="8844408" y="1968624"/>
                <a:ext cx="3600" cy="2664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C2A1BC49-4317-2DE7-5F5E-E19EECD4F066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8835768" y="1959984"/>
                  <a:ext cx="212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66A7C42E-3324-F870-6994-D46A68BDA039}"/>
                    </a:ext>
                  </a:extLst>
                </p14:cNvPr>
                <p14:cNvContentPartPr/>
                <p14:nvPr/>
              </p14:nvContentPartPr>
              <p14:xfrm>
                <a:off x="8912808" y="1902024"/>
                <a:ext cx="528120" cy="27432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66A7C42E-3324-F870-6994-D46A68BDA039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904168" y="1893384"/>
                  <a:ext cx="545760" cy="29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153B397E-2369-93D3-5B18-A046E75B3279}"/>
              </a:ext>
            </a:extLst>
          </p:cNvPr>
          <p:cNvGrpSpPr/>
          <p:nvPr/>
        </p:nvGrpSpPr>
        <p:grpSpPr>
          <a:xfrm>
            <a:off x="9824328" y="1973304"/>
            <a:ext cx="291960" cy="257760"/>
            <a:chOff x="9824328" y="1973304"/>
            <a:chExt cx="291960" cy="25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AC5E07D7-0398-655C-C6AF-D3D07938EE9D}"/>
                    </a:ext>
                  </a:extLst>
                </p14:cNvPr>
                <p14:cNvContentPartPr/>
                <p14:nvPr/>
              </p14:nvContentPartPr>
              <p14:xfrm>
                <a:off x="9824328" y="2088144"/>
                <a:ext cx="291960" cy="14292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AC5E07D7-0398-655C-C6AF-D3D07938EE9D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815328" y="2079504"/>
                  <a:ext cx="30960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B2EC1088-FEA1-C246-A6AA-2A872FC5553A}"/>
                    </a:ext>
                  </a:extLst>
                </p14:cNvPr>
                <p14:cNvContentPartPr/>
                <p14:nvPr/>
              </p14:nvContentPartPr>
              <p14:xfrm>
                <a:off x="10006488" y="1973304"/>
                <a:ext cx="49680" cy="2880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B2EC1088-FEA1-C246-A6AA-2A872FC5553A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997848" y="1964664"/>
                  <a:ext cx="67320" cy="46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28222627-5D44-84CC-BC4B-DA2FFC3DB7ED}"/>
                  </a:ext>
                </a:extLst>
              </p14:cNvPr>
              <p14:cNvContentPartPr/>
              <p14:nvPr/>
            </p14:nvContentPartPr>
            <p14:xfrm>
              <a:off x="10529568" y="1963944"/>
              <a:ext cx="26280" cy="216720"/>
            </p14:xfrm>
          </p:contentPart>
        </mc:Choice>
        <mc:Fallback xmlns=""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28222627-5D44-84CC-BC4B-DA2FFC3DB7ED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10520568" y="1954944"/>
                <a:ext cx="4392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114968B4-304F-AD30-E899-0909F3704A64}"/>
                  </a:ext>
                </a:extLst>
              </p14:cNvPr>
              <p14:cNvContentPartPr/>
              <p14:nvPr/>
            </p14:nvContentPartPr>
            <p14:xfrm>
              <a:off x="10870488" y="2184264"/>
              <a:ext cx="15120" cy="27720"/>
            </p14:xfrm>
          </p:contentPart>
        </mc:Choice>
        <mc:Fallback xmlns=""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114968B4-304F-AD30-E899-0909F3704A64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10861488" y="2175624"/>
                <a:ext cx="32760" cy="4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26" name="Group 225">
            <a:extLst>
              <a:ext uri="{FF2B5EF4-FFF2-40B4-BE49-F238E27FC236}">
                <a16:creationId xmlns:a16="http://schemas.microsoft.com/office/drawing/2014/main" id="{3310440B-38E1-1C02-56F9-922D1454F534}"/>
              </a:ext>
            </a:extLst>
          </p:cNvPr>
          <p:cNvGrpSpPr/>
          <p:nvPr/>
        </p:nvGrpSpPr>
        <p:grpSpPr>
          <a:xfrm>
            <a:off x="3858408" y="2812464"/>
            <a:ext cx="775080" cy="571680"/>
            <a:chOff x="3858408" y="2812464"/>
            <a:chExt cx="775080" cy="57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5314C981-390A-17CC-A4A6-05F07103C131}"/>
                    </a:ext>
                  </a:extLst>
                </p14:cNvPr>
                <p14:cNvContentPartPr/>
                <p14:nvPr/>
              </p14:nvContentPartPr>
              <p14:xfrm>
                <a:off x="3958488" y="2812464"/>
                <a:ext cx="393480" cy="5040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5314C981-390A-17CC-A4A6-05F07103C131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949848" y="2803464"/>
                  <a:ext cx="41112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EE2FE82E-59B3-0781-3920-7CCA7D3F030A}"/>
                    </a:ext>
                  </a:extLst>
                </p14:cNvPr>
                <p14:cNvContentPartPr/>
                <p14:nvPr/>
              </p14:nvContentPartPr>
              <p14:xfrm>
                <a:off x="3858408" y="2872584"/>
                <a:ext cx="775080" cy="51156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EE2FE82E-59B3-0781-3920-7CCA7D3F030A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849768" y="2863584"/>
                  <a:ext cx="792720" cy="529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B1485D96-FCA3-C493-0A1A-81028E3A0FED}"/>
                  </a:ext>
                </a:extLst>
              </p14:cNvPr>
              <p14:cNvContentPartPr/>
              <p14:nvPr/>
            </p14:nvContentPartPr>
            <p14:xfrm>
              <a:off x="4061808" y="3518784"/>
              <a:ext cx="366840" cy="174240"/>
            </p14:xfrm>
          </p:contentPart>
        </mc:Choice>
        <mc:Fallback xmlns=""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B1485D96-FCA3-C493-0A1A-81028E3A0FED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4053168" y="3509784"/>
                <a:ext cx="384480" cy="191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35" name="Group 234">
            <a:extLst>
              <a:ext uri="{FF2B5EF4-FFF2-40B4-BE49-F238E27FC236}">
                <a16:creationId xmlns:a16="http://schemas.microsoft.com/office/drawing/2014/main" id="{FFC0EF0D-9DC2-9BB8-F82B-7EE564512B35}"/>
              </a:ext>
            </a:extLst>
          </p:cNvPr>
          <p:cNvGrpSpPr/>
          <p:nvPr/>
        </p:nvGrpSpPr>
        <p:grpSpPr>
          <a:xfrm>
            <a:off x="4853088" y="2596104"/>
            <a:ext cx="2487240" cy="663840"/>
            <a:chOff x="4853088" y="2596104"/>
            <a:chExt cx="2487240" cy="66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0A09800F-19AC-244E-DC0B-F89C52C6F4CD}"/>
                    </a:ext>
                  </a:extLst>
                </p14:cNvPr>
                <p14:cNvContentPartPr/>
                <p14:nvPr/>
              </p14:nvContentPartPr>
              <p14:xfrm>
                <a:off x="4969728" y="2714544"/>
                <a:ext cx="147240" cy="53208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0A09800F-19AC-244E-DC0B-F89C52C6F4CD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960728" y="2705904"/>
                  <a:ext cx="164880" cy="54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E7F45673-E7B8-7174-C9F4-575A01105F4A}"/>
                    </a:ext>
                  </a:extLst>
                </p14:cNvPr>
                <p14:cNvContentPartPr/>
                <p14:nvPr/>
              </p14:nvContentPartPr>
              <p14:xfrm>
                <a:off x="4853088" y="3060504"/>
                <a:ext cx="280080" cy="12024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E7F45673-E7B8-7174-C9F4-575A01105F4A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844448" y="3051864"/>
                  <a:ext cx="2977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D2843CF3-F99C-5493-DB31-9B69A65619E9}"/>
                    </a:ext>
                  </a:extLst>
                </p14:cNvPr>
                <p14:cNvContentPartPr/>
                <p14:nvPr/>
              </p14:nvContentPartPr>
              <p14:xfrm>
                <a:off x="5273208" y="2727864"/>
                <a:ext cx="174600" cy="53208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D2843CF3-F99C-5493-DB31-9B69A65619E9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5264568" y="2718864"/>
                  <a:ext cx="192240" cy="54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F19218F9-921D-9CB9-6C49-F790E25B1489}"/>
                    </a:ext>
                  </a:extLst>
                </p14:cNvPr>
                <p14:cNvContentPartPr/>
                <p14:nvPr/>
              </p14:nvContentPartPr>
              <p14:xfrm>
                <a:off x="5578128" y="2777904"/>
                <a:ext cx="226440" cy="36288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F19218F9-921D-9CB9-6C49-F790E25B1489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569488" y="2768904"/>
                  <a:ext cx="24408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4DB288F4-EB9D-4790-A3B8-F1D46A9D1116}"/>
                    </a:ext>
                  </a:extLst>
                </p14:cNvPr>
                <p14:cNvContentPartPr/>
                <p14:nvPr/>
              </p14:nvContentPartPr>
              <p14:xfrm>
                <a:off x="5602968" y="2989944"/>
                <a:ext cx="313200" cy="9864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4DB288F4-EB9D-4790-A3B8-F1D46A9D1116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593968" y="2980944"/>
                  <a:ext cx="3308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3912F100-C564-A8DB-D0C9-C4A15194DB1B}"/>
                    </a:ext>
                  </a:extLst>
                </p14:cNvPr>
                <p14:cNvContentPartPr/>
                <p14:nvPr/>
              </p14:nvContentPartPr>
              <p14:xfrm>
                <a:off x="5938128" y="2864664"/>
                <a:ext cx="592200" cy="18180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3912F100-C564-A8DB-D0C9-C4A15194DB1B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929488" y="2856024"/>
                  <a:ext cx="60984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91DDEF90-1AB1-2EE3-A6DF-E709EC9B2AE8}"/>
                    </a:ext>
                  </a:extLst>
                </p14:cNvPr>
                <p14:cNvContentPartPr/>
                <p14:nvPr/>
              </p14:nvContentPartPr>
              <p14:xfrm>
                <a:off x="6746328" y="2753784"/>
                <a:ext cx="323280" cy="22824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91DDEF90-1AB1-2EE3-A6DF-E709EC9B2AE8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6737688" y="2745144"/>
                  <a:ext cx="34092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35D327F4-ED8A-1B31-1E02-2FAEB68C4CAA}"/>
                    </a:ext>
                  </a:extLst>
                </p14:cNvPr>
                <p14:cNvContentPartPr/>
                <p14:nvPr/>
              </p14:nvContentPartPr>
              <p14:xfrm>
                <a:off x="6875928" y="2596104"/>
                <a:ext cx="464400" cy="64836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35D327F4-ED8A-1B31-1E02-2FAEB68C4CAA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6867288" y="2587464"/>
                  <a:ext cx="482040" cy="66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5F8A2315-36C0-F299-6DB1-E74E01E1731A}"/>
              </a:ext>
            </a:extLst>
          </p:cNvPr>
          <p:cNvGrpSpPr/>
          <p:nvPr/>
        </p:nvGrpSpPr>
        <p:grpSpPr>
          <a:xfrm>
            <a:off x="7789968" y="2751984"/>
            <a:ext cx="557280" cy="365040"/>
            <a:chOff x="7789968" y="2751984"/>
            <a:chExt cx="557280" cy="36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3A803396-A01C-036B-BC29-5E1D32AB7AFC}"/>
                    </a:ext>
                  </a:extLst>
                </p14:cNvPr>
                <p14:cNvContentPartPr/>
                <p14:nvPr/>
              </p14:nvContentPartPr>
              <p14:xfrm>
                <a:off x="7801848" y="2843784"/>
                <a:ext cx="186840" cy="2340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3A803396-A01C-036B-BC29-5E1D32AB7AFC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7793208" y="2835144"/>
                  <a:ext cx="20448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958C35F5-BFE0-2CB3-D263-02E639F1B07D}"/>
                    </a:ext>
                  </a:extLst>
                </p14:cNvPr>
                <p14:cNvContentPartPr/>
                <p14:nvPr/>
              </p14:nvContentPartPr>
              <p14:xfrm>
                <a:off x="7789968" y="2954304"/>
                <a:ext cx="283320" cy="4536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958C35F5-BFE0-2CB3-D263-02E639F1B07D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7781328" y="2945304"/>
                  <a:ext cx="30096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7E7C0AA7-F963-C77A-2EF3-A7180B4FB5B8}"/>
                    </a:ext>
                  </a:extLst>
                </p14:cNvPr>
                <p14:cNvContentPartPr/>
                <p14:nvPr/>
              </p14:nvContentPartPr>
              <p14:xfrm>
                <a:off x="8320968" y="2751984"/>
                <a:ext cx="26280" cy="36504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7E7C0AA7-F963-C77A-2EF3-A7180B4FB5B8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8311968" y="2743344"/>
                  <a:ext cx="43920" cy="38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6511934F-F777-D20C-C06B-50213BDE9560}"/>
              </a:ext>
            </a:extLst>
          </p:cNvPr>
          <p:cNvGrpSpPr/>
          <p:nvPr/>
        </p:nvGrpSpPr>
        <p:grpSpPr>
          <a:xfrm>
            <a:off x="386568" y="3912624"/>
            <a:ext cx="1218600" cy="435600"/>
            <a:chOff x="386568" y="3912624"/>
            <a:chExt cx="1218600" cy="43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6BD99762-8D17-6FF0-EF2A-5602DFB796AF}"/>
                    </a:ext>
                  </a:extLst>
                </p14:cNvPr>
                <p14:cNvContentPartPr/>
                <p14:nvPr/>
              </p14:nvContentPartPr>
              <p14:xfrm>
                <a:off x="386568" y="3912624"/>
                <a:ext cx="359640" cy="37692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6BD99762-8D17-6FF0-EF2A-5602DFB796AF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377568" y="3903984"/>
                  <a:ext cx="37728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D8A098F1-1ED7-FCED-45D8-063B555734AE}"/>
                    </a:ext>
                  </a:extLst>
                </p14:cNvPr>
                <p14:cNvContentPartPr/>
                <p14:nvPr/>
              </p14:nvContentPartPr>
              <p14:xfrm>
                <a:off x="779328" y="4059144"/>
                <a:ext cx="138600" cy="14832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D8A098F1-1ED7-FCED-45D8-063B555734AE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770688" y="4050504"/>
                  <a:ext cx="1562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E8A9AB93-2273-055D-3684-22614323397A}"/>
                    </a:ext>
                  </a:extLst>
                </p14:cNvPr>
                <p14:cNvContentPartPr/>
                <p14:nvPr/>
              </p14:nvContentPartPr>
              <p14:xfrm>
                <a:off x="930528" y="3913704"/>
                <a:ext cx="515520" cy="43452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E8A9AB93-2273-055D-3684-22614323397A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921528" y="3904704"/>
                  <a:ext cx="533160" cy="45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251F5EA8-2ACB-0854-74D9-00D8F94FA8DE}"/>
                    </a:ext>
                  </a:extLst>
                </p14:cNvPr>
                <p14:cNvContentPartPr/>
                <p14:nvPr/>
              </p14:nvContentPartPr>
              <p14:xfrm>
                <a:off x="1588968" y="4122504"/>
                <a:ext cx="16200" cy="6660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251F5EA8-2ACB-0854-74D9-00D8F94FA8DE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579968" y="4113504"/>
                  <a:ext cx="3384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367837D0-2190-BA6F-D8A8-72BDCF205438}"/>
                    </a:ext>
                  </a:extLst>
                </p14:cNvPr>
                <p14:cNvContentPartPr/>
                <p14:nvPr/>
              </p14:nvContentPartPr>
              <p14:xfrm>
                <a:off x="1567008" y="3959064"/>
                <a:ext cx="10440" cy="6660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367837D0-2190-BA6F-D8A8-72BDCF205438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558368" y="3950424"/>
                  <a:ext cx="28080" cy="8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02A06ECF-B32A-D1F2-6714-AA29ED68A022}"/>
              </a:ext>
            </a:extLst>
          </p:cNvPr>
          <p:cNvGrpSpPr/>
          <p:nvPr/>
        </p:nvGrpSpPr>
        <p:grpSpPr>
          <a:xfrm>
            <a:off x="8376768" y="3594384"/>
            <a:ext cx="792720" cy="332640"/>
            <a:chOff x="8376768" y="3594384"/>
            <a:chExt cx="792720" cy="33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5CE532D7-BE13-B0E1-9C1A-035408A51540}"/>
                    </a:ext>
                  </a:extLst>
                </p14:cNvPr>
                <p14:cNvContentPartPr/>
                <p14:nvPr/>
              </p14:nvContentPartPr>
              <p14:xfrm>
                <a:off x="8376768" y="3743784"/>
                <a:ext cx="385920" cy="18324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5CE532D7-BE13-B0E1-9C1A-035408A51540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367768" y="3735144"/>
                  <a:ext cx="40356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533AC824-6135-679D-7BA5-5FC6BF6049ED}"/>
                    </a:ext>
                  </a:extLst>
                </p14:cNvPr>
                <p14:cNvContentPartPr/>
                <p14:nvPr/>
              </p14:nvContentPartPr>
              <p14:xfrm>
                <a:off x="8840808" y="3594384"/>
                <a:ext cx="328680" cy="26568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533AC824-6135-679D-7BA5-5FC6BF6049ED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832168" y="3585384"/>
                  <a:ext cx="346320" cy="28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2" name="Group 271">
            <a:extLst>
              <a:ext uri="{FF2B5EF4-FFF2-40B4-BE49-F238E27FC236}">
                <a16:creationId xmlns:a16="http://schemas.microsoft.com/office/drawing/2014/main" id="{1A9E7AE3-A7F2-4048-BE89-16736881354F}"/>
              </a:ext>
            </a:extLst>
          </p:cNvPr>
          <p:cNvGrpSpPr/>
          <p:nvPr/>
        </p:nvGrpSpPr>
        <p:grpSpPr>
          <a:xfrm>
            <a:off x="9469008" y="3407184"/>
            <a:ext cx="2231640" cy="421560"/>
            <a:chOff x="9469008" y="3407184"/>
            <a:chExt cx="2231640" cy="42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9A3C94E4-F43E-BBEC-4994-51868B7BF9FA}"/>
                    </a:ext>
                  </a:extLst>
                </p14:cNvPr>
                <p14:cNvContentPartPr/>
                <p14:nvPr/>
              </p14:nvContentPartPr>
              <p14:xfrm>
                <a:off x="9469008" y="3669264"/>
                <a:ext cx="594720" cy="15948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9A3C94E4-F43E-BBEC-4994-51868B7BF9FA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9460368" y="3660264"/>
                  <a:ext cx="6123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0435F0B4-0AC0-3E92-44FC-E8124E6B9C18}"/>
                    </a:ext>
                  </a:extLst>
                </p14:cNvPr>
                <p14:cNvContentPartPr/>
                <p14:nvPr/>
              </p14:nvContentPartPr>
              <p14:xfrm>
                <a:off x="10120608" y="3713544"/>
                <a:ext cx="117000" cy="2160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0435F0B4-0AC0-3E92-44FC-E8124E6B9C18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0111968" y="3704904"/>
                  <a:ext cx="1346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9F2C329B-9791-7620-F9CF-C49430B0485D}"/>
                    </a:ext>
                  </a:extLst>
                </p14:cNvPr>
                <p14:cNvContentPartPr/>
                <p14:nvPr/>
              </p14:nvContentPartPr>
              <p14:xfrm>
                <a:off x="10323288" y="3407184"/>
                <a:ext cx="436320" cy="35352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9F2C329B-9791-7620-F9CF-C49430B0485D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0314288" y="3398544"/>
                  <a:ext cx="45396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3F5789E7-9DD2-E5DD-BD73-E5B2B7DFC31E}"/>
                    </a:ext>
                  </a:extLst>
                </p14:cNvPr>
                <p14:cNvContentPartPr/>
                <p14:nvPr/>
              </p14:nvContentPartPr>
              <p14:xfrm>
                <a:off x="10480608" y="3518064"/>
                <a:ext cx="223920" cy="4356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3F5789E7-9DD2-E5DD-BD73-E5B2B7DFC31E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0471608" y="3509424"/>
                  <a:ext cx="24156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6B0D8DFA-335E-14BF-5FEB-C000DD7E0A08}"/>
                    </a:ext>
                  </a:extLst>
                </p14:cNvPr>
                <p14:cNvContentPartPr/>
                <p14:nvPr/>
              </p14:nvContentPartPr>
              <p14:xfrm>
                <a:off x="10744488" y="3644424"/>
                <a:ext cx="318240" cy="8460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6B0D8DFA-335E-14BF-5FEB-C000DD7E0A08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0735488" y="3635424"/>
                  <a:ext cx="33588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C98DC05F-5698-867B-F912-C34CE8717259}"/>
                    </a:ext>
                  </a:extLst>
                </p14:cNvPr>
                <p14:cNvContentPartPr/>
                <p14:nvPr/>
              </p14:nvContentPartPr>
              <p14:xfrm>
                <a:off x="11068848" y="3578184"/>
                <a:ext cx="12240" cy="4536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C98DC05F-5698-867B-F912-C34CE8717259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1060208" y="3569184"/>
                  <a:ext cx="298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2EC1E4BD-5014-FCE7-9F1F-2A498D4137D7}"/>
                    </a:ext>
                  </a:extLst>
                </p14:cNvPr>
                <p14:cNvContentPartPr/>
                <p14:nvPr/>
              </p14:nvContentPartPr>
              <p14:xfrm>
                <a:off x="11139048" y="3462624"/>
                <a:ext cx="441000" cy="30672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2EC1E4BD-5014-FCE7-9F1F-2A498D4137D7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1130408" y="3453984"/>
                  <a:ext cx="45864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5ED55248-FB4E-D171-42B7-3B3E2342D08C}"/>
                    </a:ext>
                  </a:extLst>
                </p14:cNvPr>
                <p14:cNvContentPartPr/>
                <p14:nvPr/>
              </p14:nvContentPartPr>
              <p14:xfrm>
                <a:off x="11591928" y="3699144"/>
                <a:ext cx="108720" cy="12276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5ED55248-FB4E-D171-42B7-3B3E2342D08C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1582928" y="3690144"/>
                  <a:ext cx="126360" cy="14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CAB8D556-3B16-C880-0701-A2D07E22C09E}"/>
              </a:ext>
            </a:extLst>
          </p:cNvPr>
          <p:cNvGrpSpPr/>
          <p:nvPr/>
        </p:nvGrpSpPr>
        <p:grpSpPr>
          <a:xfrm>
            <a:off x="2292408" y="3542184"/>
            <a:ext cx="5447520" cy="1109520"/>
            <a:chOff x="2292408" y="3542184"/>
            <a:chExt cx="5447520" cy="110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BFB246EE-73AB-2A87-4DF8-1C91E080F141}"/>
                    </a:ext>
                  </a:extLst>
                </p14:cNvPr>
                <p14:cNvContentPartPr/>
                <p14:nvPr/>
              </p14:nvContentPartPr>
              <p14:xfrm>
                <a:off x="4455288" y="3968064"/>
                <a:ext cx="158040" cy="12672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BFB246EE-73AB-2A87-4DF8-1C91E080F141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4446288" y="3959424"/>
                  <a:ext cx="1756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086F88DB-3222-A72A-67A4-69915E49CB77}"/>
                    </a:ext>
                  </a:extLst>
                </p14:cNvPr>
                <p14:cNvContentPartPr/>
                <p14:nvPr/>
              </p14:nvContentPartPr>
              <p14:xfrm>
                <a:off x="4684248" y="3966624"/>
                <a:ext cx="404640" cy="8748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086F88DB-3222-A72A-67A4-69915E49CB77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4675248" y="3957984"/>
                  <a:ext cx="4222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C41FD67B-B246-5978-B974-E483C075B73A}"/>
                    </a:ext>
                  </a:extLst>
                </p14:cNvPr>
                <p14:cNvContentPartPr/>
                <p14:nvPr/>
              </p14:nvContentPartPr>
              <p14:xfrm>
                <a:off x="5093928" y="3690864"/>
                <a:ext cx="368280" cy="51444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C41FD67B-B246-5978-B974-E483C075B73A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5085288" y="3681864"/>
                  <a:ext cx="385920" cy="53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45C069D3-0B4C-9E30-FD3B-72B96C4D9DAB}"/>
                    </a:ext>
                  </a:extLst>
                </p14:cNvPr>
                <p14:cNvContentPartPr/>
                <p14:nvPr/>
              </p14:nvContentPartPr>
              <p14:xfrm>
                <a:off x="6147288" y="3820104"/>
                <a:ext cx="58320" cy="26856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45C069D3-0B4C-9E30-FD3B-72B96C4D9DAB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6138288" y="3811464"/>
                  <a:ext cx="7596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EBA3382E-75CC-6E40-8100-2A231C1DC122}"/>
                    </a:ext>
                  </a:extLst>
                </p14:cNvPr>
                <p14:cNvContentPartPr/>
                <p14:nvPr/>
              </p14:nvContentPartPr>
              <p14:xfrm>
                <a:off x="6039648" y="3759984"/>
                <a:ext cx="796320" cy="28764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EBA3382E-75CC-6E40-8100-2A231C1DC122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6030648" y="3751344"/>
                  <a:ext cx="81396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7464A004-B7F8-C747-D2F0-D731C563D87E}"/>
                    </a:ext>
                  </a:extLst>
                </p14:cNvPr>
                <p14:cNvContentPartPr/>
                <p14:nvPr/>
              </p14:nvContentPartPr>
              <p14:xfrm>
                <a:off x="6781248" y="3902904"/>
                <a:ext cx="236160" cy="7236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7464A004-B7F8-C747-D2F0-D731C563D87E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6772248" y="3894264"/>
                  <a:ext cx="25380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ED028F10-F2AE-98ED-D8D1-866F4F6ABBBF}"/>
                    </a:ext>
                  </a:extLst>
                </p14:cNvPr>
                <p14:cNvContentPartPr/>
                <p14:nvPr/>
              </p14:nvContentPartPr>
              <p14:xfrm>
                <a:off x="7248168" y="3542184"/>
                <a:ext cx="220320" cy="61128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ED028F10-F2AE-98ED-D8D1-866F4F6ABBBF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7239528" y="3533184"/>
                  <a:ext cx="237960" cy="62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6EC19FE3-D504-C1A6-B11C-CEB1763D6AB0}"/>
                    </a:ext>
                  </a:extLst>
                </p14:cNvPr>
                <p14:cNvContentPartPr/>
                <p14:nvPr/>
              </p14:nvContentPartPr>
              <p14:xfrm>
                <a:off x="7063848" y="3861144"/>
                <a:ext cx="676080" cy="16488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6EC19FE3-D504-C1A6-B11C-CEB1763D6AB0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7055208" y="3852504"/>
                  <a:ext cx="6937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C341ABF7-0964-3159-83D4-597968AE1E4B}"/>
                    </a:ext>
                  </a:extLst>
                </p14:cNvPr>
                <p14:cNvContentPartPr/>
                <p14:nvPr/>
              </p14:nvContentPartPr>
              <p14:xfrm>
                <a:off x="2292408" y="3960144"/>
                <a:ext cx="688320" cy="20448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C341ABF7-0964-3159-83D4-597968AE1E4B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2283768" y="3951504"/>
                  <a:ext cx="70596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62375B56-4C71-ECDB-8E36-BAEF1B714B50}"/>
                    </a:ext>
                  </a:extLst>
                </p14:cNvPr>
                <p14:cNvContentPartPr/>
                <p14:nvPr/>
              </p14:nvContentPartPr>
              <p14:xfrm>
                <a:off x="3283488" y="4004784"/>
                <a:ext cx="724680" cy="17460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62375B56-4C71-ECDB-8E36-BAEF1B714B50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3274488" y="3996144"/>
                  <a:ext cx="74232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23767A8D-3F09-7112-8DE7-6A798C9180CB}"/>
                    </a:ext>
                  </a:extLst>
                </p14:cNvPr>
                <p14:cNvContentPartPr/>
                <p14:nvPr/>
              </p14:nvContentPartPr>
              <p14:xfrm>
                <a:off x="3878208" y="4070304"/>
                <a:ext cx="236520" cy="7704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23767A8D-3F09-7112-8DE7-6A798C9180CB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3869568" y="4061664"/>
                  <a:ext cx="25416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CB49AA18-C45F-04DE-1569-6AF2D906F2D2}"/>
                    </a:ext>
                  </a:extLst>
                </p14:cNvPr>
                <p14:cNvContentPartPr/>
                <p14:nvPr/>
              </p14:nvContentPartPr>
              <p14:xfrm>
                <a:off x="2576448" y="4242384"/>
                <a:ext cx="134280" cy="29052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CB49AA18-C45F-04DE-1569-6AF2D906F2D2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2567808" y="4233744"/>
                  <a:ext cx="15192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D2B3FAEA-83C6-154D-0246-6703DC3A47FC}"/>
                    </a:ext>
                  </a:extLst>
                </p14:cNvPr>
                <p14:cNvContentPartPr/>
                <p14:nvPr/>
              </p14:nvContentPartPr>
              <p14:xfrm>
                <a:off x="2466288" y="4250664"/>
                <a:ext cx="567000" cy="25776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D2B3FAEA-83C6-154D-0246-6703DC3A47FC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2457648" y="4242024"/>
                  <a:ext cx="58464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71E88C7A-6060-867B-0371-6C44DF0F200D}"/>
                    </a:ext>
                  </a:extLst>
                </p14:cNvPr>
                <p14:cNvContentPartPr/>
                <p14:nvPr/>
              </p14:nvContentPartPr>
              <p14:xfrm>
                <a:off x="3798648" y="4259664"/>
                <a:ext cx="327960" cy="27432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71E88C7A-6060-867B-0371-6C44DF0F200D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3789648" y="4250664"/>
                  <a:ext cx="34560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BBDFDBA2-5DD5-3BF5-F211-2D62A4D1DE98}"/>
                    </a:ext>
                  </a:extLst>
                </p14:cNvPr>
                <p14:cNvContentPartPr/>
                <p14:nvPr/>
              </p14:nvContentPartPr>
              <p14:xfrm>
                <a:off x="4129848" y="4382784"/>
                <a:ext cx="165600" cy="7776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BBDFDBA2-5DD5-3BF5-F211-2D62A4D1DE98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4120848" y="4374144"/>
                  <a:ext cx="18324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09C2A262-DA08-889E-14CB-A378F276F04A}"/>
                    </a:ext>
                  </a:extLst>
                </p14:cNvPr>
                <p14:cNvContentPartPr/>
                <p14:nvPr/>
              </p14:nvContentPartPr>
              <p14:xfrm>
                <a:off x="4350888" y="4383504"/>
                <a:ext cx="216360" cy="5292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09C2A262-DA08-889E-14CB-A378F276F04A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4341888" y="4374864"/>
                  <a:ext cx="2340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483D0EC6-C062-F1DE-F7B3-41E6D24FEF7C}"/>
                    </a:ext>
                  </a:extLst>
                </p14:cNvPr>
                <p14:cNvContentPartPr/>
                <p14:nvPr/>
              </p14:nvContentPartPr>
              <p14:xfrm>
                <a:off x="4865688" y="4251384"/>
                <a:ext cx="163080" cy="40032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483D0EC6-C062-F1DE-F7B3-41E6D24FEF7C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4856688" y="4242744"/>
                  <a:ext cx="180720" cy="41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B34D5538-9F62-C86B-1486-AF46257D9AA8}"/>
                    </a:ext>
                  </a:extLst>
                </p14:cNvPr>
                <p14:cNvContentPartPr/>
                <p14:nvPr/>
              </p14:nvContentPartPr>
              <p14:xfrm>
                <a:off x="5521248" y="4192344"/>
                <a:ext cx="230400" cy="37404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B34D5538-9F62-C86B-1486-AF46257D9AA8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5512248" y="4183344"/>
                  <a:ext cx="24804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D64190E1-FF7D-B2F2-CC69-E8C2E9F3CE83}"/>
                    </a:ext>
                  </a:extLst>
                </p14:cNvPr>
                <p14:cNvContentPartPr/>
                <p14:nvPr/>
              </p14:nvContentPartPr>
              <p14:xfrm>
                <a:off x="5847408" y="4252824"/>
                <a:ext cx="325800" cy="21024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D64190E1-FF7D-B2F2-CC69-E8C2E9F3CE83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5838408" y="4243824"/>
                  <a:ext cx="34344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A785BC00-50F2-5FE6-6C23-BE4425BFF87C}"/>
                    </a:ext>
                  </a:extLst>
                </p14:cNvPr>
                <p14:cNvContentPartPr/>
                <p14:nvPr/>
              </p14:nvContentPartPr>
              <p14:xfrm>
                <a:off x="6297408" y="4447944"/>
                <a:ext cx="2160" cy="144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A785BC00-50F2-5FE6-6C23-BE4425BFF87C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6288408" y="4438944"/>
                  <a:ext cx="19800" cy="1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8" name="Group 287">
            <a:extLst>
              <a:ext uri="{FF2B5EF4-FFF2-40B4-BE49-F238E27FC236}">
                <a16:creationId xmlns:a16="http://schemas.microsoft.com/office/drawing/2014/main" id="{12FD61F4-FE10-F36E-9FA8-EF7A46B96B00}"/>
              </a:ext>
            </a:extLst>
          </p:cNvPr>
          <p:cNvGrpSpPr/>
          <p:nvPr/>
        </p:nvGrpSpPr>
        <p:grpSpPr>
          <a:xfrm>
            <a:off x="6605208" y="4226544"/>
            <a:ext cx="139680" cy="196560"/>
            <a:chOff x="6605208" y="4226544"/>
            <a:chExt cx="139680" cy="19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80189731-1800-F497-AF63-3774736AEB1B}"/>
                    </a:ext>
                  </a:extLst>
                </p14:cNvPr>
                <p14:cNvContentPartPr/>
                <p14:nvPr/>
              </p14:nvContentPartPr>
              <p14:xfrm>
                <a:off x="6605208" y="4356144"/>
                <a:ext cx="139680" cy="6696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80189731-1800-F497-AF63-3774736AEB1B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6596568" y="4347504"/>
                  <a:ext cx="15732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685C87D3-E407-EF68-97A8-24F0B24B3040}"/>
                    </a:ext>
                  </a:extLst>
                </p14:cNvPr>
                <p14:cNvContentPartPr/>
                <p14:nvPr/>
              </p14:nvContentPartPr>
              <p14:xfrm>
                <a:off x="6672168" y="4226544"/>
                <a:ext cx="59040" cy="5688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685C87D3-E407-EF68-97A8-24F0B24B3040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6663168" y="4217904"/>
                  <a:ext cx="76680" cy="74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6">
            <p14:nvContentPartPr>
              <p14:cNvPr id="287" name="Ink 286">
                <a:extLst>
                  <a:ext uri="{FF2B5EF4-FFF2-40B4-BE49-F238E27FC236}">
                    <a16:creationId xmlns:a16="http://schemas.microsoft.com/office/drawing/2014/main" id="{126C2106-2098-14C5-E28F-882D63EF07E1}"/>
                  </a:ext>
                </a:extLst>
              </p14:cNvPr>
              <p14:cNvContentPartPr/>
              <p14:nvPr/>
            </p14:nvContentPartPr>
            <p14:xfrm>
              <a:off x="7050168" y="4276944"/>
              <a:ext cx="11880" cy="275400"/>
            </p14:xfrm>
          </p:contentPart>
        </mc:Choice>
        <mc:Fallback xmlns="">
          <p:pic>
            <p:nvPicPr>
              <p:cNvPr id="287" name="Ink 286">
                <a:extLst>
                  <a:ext uri="{FF2B5EF4-FFF2-40B4-BE49-F238E27FC236}">
                    <a16:creationId xmlns:a16="http://schemas.microsoft.com/office/drawing/2014/main" id="{126C2106-2098-14C5-E28F-882D63EF07E1}"/>
                  </a:ext>
                </a:extLst>
              </p:cNvPr>
              <p:cNvPicPr/>
              <p:nvPr/>
            </p:nvPicPr>
            <p:blipFill>
              <a:blip r:embed="rId347"/>
              <a:stretch>
                <a:fillRect/>
              </a:stretch>
            </p:blipFill>
            <p:spPr>
              <a:xfrm>
                <a:off x="7041168" y="4267944"/>
                <a:ext cx="29520" cy="293040"/>
              </a:xfrm>
              <a:prstGeom prst="rect">
                <a:avLst/>
              </a:prstGeom>
            </p:spPr>
          </p:pic>
        </mc:Fallback>
      </mc:AlternateContent>
      <p:grpSp>
        <p:nvGrpSpPr>
          <p:cNvPr id="391" name="Group 390">
            <a:extLst>
              <a:ext uri="{FF2B5EF4-FFF2-40B4-BE49-F238E27FC236}">
                <a16:creationId xmlns:a16="http://schemas.microsoft.com/office/drawing/2014/main" id="{A13BCB5A-5BE5-66D5-84BE-48D2876E8B12}"/>
              </a:ext>
            </a:extLst>
          </p:cNvPr>
          <p:cNvGrpSpPr/>
          <p:nvPr/>
        </p:nvGrpSpPr>
        <p:grpSpPr>
          <a:xfrm>
            <a:off x="588528" y="4686264"/>
            <a:ext cx="10804680" cy="1479240"/>
            <a:chOff x="588528" y="4686264"/>
            <a:chExt cx="10804680" cy="147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BBEB6388-88E2-519E-B108-0F505B28B151}"/>
                    </a:ext>
                  </a:extLst>
                </p14:cNvPr>
                <p14:cNvContentPartPr/>
                <p14:nvPr/>
              </p14:nvContentPartPr>
              <p14:xfrm>
                <a:off x="704088" y="4805064"/>
                <a:ext cx="124200" cy="37512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BBEB6388-88E2-519E-B108-0F505B28B151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695448" y="4796064"/>
                  <a:ext cx="14184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E7384D08-A924-F840-ADCF-DE67FC2EAC2D}"/>
                    </a:ext>
                  </a:extLst>
                </p14:cNvPr>
                <p14:cNvContentPartPr/>
                <p14:nvPr/>
              </p14:nvContentPartPr>
              <p14:xfrm>
                <a:off x="621648" y="5023944"/>
                <a:ext cx="180360" cy="8064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E7384D08-A924-F840-ADCF-DE67FC2EAC2D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613008" y="5014944"/>
                  <a:ext cx="1980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17DE0432-BCD6-A914-AAD3-CEF18DC8DE92}"/>
                    </a:ext>
                  </a:extLst>
                </p14:cNvPr>
                <p14:cNvContentPartPr/>
                <p14:nvPr/>
              </p14:nvContentPartPr>
              <p14:xfrm>
                <a:off x="943488" y="4786344"/>
                <a:ext cx="233640" cy="54828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17DE0432-BCD6-A914-AAD3-CEF18DC8DE92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934848" y="4777344"/>
                  <a:ext cx="251280" cy="56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AE114B68-A6BD-ECDC-FC41-A8CDA425B35E}"/>
                    </a:ext>
                  </a:extLst>
                </p14:cNvPr>
                <p14:cNvContentPartPr/>
                <p14:nvPr/>
              </p14:nvContentPartPr>
              <p14:xfrm>
                <a:off x="1232928" y="4877424"/>
                <a:ext cx="181080" cy="24228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AE114B68-A6BD-ECDC-FC41-A8CDA425B35E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224288" y="4868424"/>
                  <a:ext cx="19872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549B7F0B-2928-4459-C4A6-34B04797AB1A}"/>
                    </a:ext>
                  </a:extLst>
                </p14:cNvPr>
                <p14:cNvContentPartPr/>
                <p14:nvPr/>
              </p14:nvContentPartPr>
              <p14:xfrm>
                <a:off x="1537128" y="4974264"/>
                <a:ext cx="409680" cy="20124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549B7F0B-2928-4459-C4A6-34B04797AB1A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528128" y="4965264"/>
                  <a:ext cx="4273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BA132271-1622-31AC-4DAD-039D2F3C780B}"/>
                    </a:ext>
                  </a:extLst>
                </p14:cNvPr>
                <p14:cNvContentPartPr/>
                <p14:nvPr/>
              </p14:nvContentPartPr>
              <p14:xfrm>
                <a:off x="2086488" y="4914144"/>
                <a:ext cx="198720" cy="19008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BA132271-1622-31AC-4DAD-039D2F3C780B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2077488" y="4905144"/>
                  <a:ext cx="21636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42DF802E-FA2F-5E8C-9ACD-4639139F371C}"/>
                    </a:ext>
                  </a:extLst>
                </p14:cNvPr>
                <p14:cNvContentPartPr/>
                <p14:nvPr/>
              </p14:nvContentPartPr>
              <p14:xfrm>
                <a:off x="2363328" y="4886064"/>
                <a:ext cx="77400" cy="19980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42DF802E-FA2F-5E8C-9ACD-4639139F371C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2354688" y="4877424"/>
                  <a:ext cx="9504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284248BA-50AE-1260-8E44-B88E7C4DFD4E}"/>
                    </a:ext>
                  </a:extLst>
                </p14:cNvPr>
                <p14:cNvContentPartPr/>
                <p14:nvPr/>
              </p14:nvContentPartPr>
              <p14:xfrm>
                <a:off x="2827728" y="4904424"/>
                <a:ext cx="134640" cy="15516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284248BA-50AE-1260-8E44-B88E7C4DFD4E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2818728" y="4895784"/>
                  <a:ext cx="15228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026A61E2-811A-7989-9009-B262BE569F0F}"/>
                    </a:ext>
                  </a:extLst>
                </p14:cNvPr>
                <p14:cNvContentPartPr/>
                <p14:nvPr/>
              </p14:nvContentPartPr>
              <p14:xfrm>
                <a:off x="3079368" y="4837464"/>
                <a:ext cx="90000" cy="21348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026A61E2-811A-7989-9009-B262BE569F0F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3070728" y="4828824"/>
                  <a:ext cx="10764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644C6E0E-E38E-727A-D27D-64DD10C5E5A5}"/>
                    </a:ext>
                  </a:extLst>
                </p14:cNvPr>
                <p14:cNvContentPartPr/>
                <p14:nvPr/>
              </p14:nvContentPartPr>
              <p14:xfrm>
                <a:off x="3256128" y="4732344"/>
                <a:ext cx="160920" cy="54180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644C6E0E-E38E-727A-D27D-64DD10C5E5A5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3247128" y="4723344"/>
                  <a:ext cx="178560" cy="55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026EF37A-8032-C331-CFD7-6AECB2564980}"/>
                    </a:ext>
                  </a:extLst>
                </p14:cNvPr>
                <p14:cNvContentPartPr/>
                <p14:nvPr/>
              </p14:nvContentPartPr>
              <p14:xfrm>
                <a:off x="3699288" y="4973544"/>
                <a:ext cx="312840" cy="4068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026EF37A-8032-C331-CFD7-6AECB2564980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3690288" y="4964904"/>
                  <a:ext cx="33048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A4664478-9CB5-1FA2-D1E1-AF00E02F4069}"/>
                    </a:ext>
                  </a:extLst>
                </p14:cNvPr>
                <p14:cNvContentPartPr/>
                <p14:nvPr/>
              </p14:nvContentPartPr>
              <p14:xfrm>
                <a:off x="3855168" y="4944024"/>
                <a:ext cx="38160" cy="20592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A4664478-9CB5-1FA2-D1E1-AF00E02F4069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3846528" y="4935024"/>
                  <a:ext cx="558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2F499C83-36DF-DC9B-23E8-303B81EB7101}"/>
                    </a:ext>
                  </a:extLst>
                </p14:cNvPr>
                <p14:cNvContentPartPr/>
                <p14:nvPr/>
              </p14:nvContentPartPr>
              <p14:xfrm>
                <a:off x="4368888" y="4814064"/>
                <a:ext cx="79200" cy="39384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2F499C83-36DF-DC9B-23E8-303B81EB7101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4360248" y="4805424"/>
                  <a:ext cx="9684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52B4F72A-EF3C-3481-550F-6F73E9AC49AB}"/>
                    </a:ext>
                  </a:extLst>
                </p14:cNvPr>
                <p14:cNvContentPartPr/>
                <p14:nvPr/>
              </p14:nvContentPartPr>
              <p14:xfrm>
                <a:off x="4234608" y="5048784"/>
                <a:ext cx="273600" cy="8460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52B4F72A-EF3C-3481-550F-6F73E9AC49AB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4225608" y="5040144"/>
                  <a:ext cx="29124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8A60DCC3-B297-46B7-180B-C45F1E1B4FB0}"/>
                    </a:ext>
                  </a:extLst>
                </p14:cNvPr>
                <p14:cNvContentPartPr/>
                <p14:nvPr/>
              </p14:nvContentPartPr>
              <p14:xfrm>
                <a:off x="4698648" y="4730904"/>
                <a:ext cx="191520" cy="45756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8A60DCC3-B297-46B7-180B-C45F1E1B4FB0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4689648" y="4721904"/>
                  <a:ext cx="209160" cy="47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0C11FBD0-58D3-897C-C8DC-D45D77D69D39}"/>
                    </a:ext>
                  </a:extLst>
                </p14:cNvPr>
                <p14:cNvContentPartPr/>
                <p14:nvPr/>
              </p14:nvContentPartPr>
              <p14:xfrm>
                <a:off x="4939128" y="4836384"/>
                <a:ext cx="145080" cy="19620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0C11FBD0-58D3-897C-C8DC-D45D77D69D39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4930488" y="4827744"/>
                  <a:ext cx="1627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7B1078EC-5F9E-97E2-7892-2591B8CDE0EC}"/>
                    </a:ext>
                  </a:extLst>
                </p14:cNvPr>
                <p14:cNvContentPartPr/>
                <p14:nvPr/>
              </p14:nvContentPartPr>
              <p14:xfrm>
                <a:off x="5249088" y="4924944"/>
                <a:ext cx="352800" cy="10908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7B1078EC-5F9E-97E2-7892-2591B8CDE0EC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5240088" y="4916304"/>
                  <a:ext cx="37044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313F509B-69DA-6877-0FB8-226B3A3CBFF4}"/>
                    </a:ext>
                  </a:extLst>
                </p14:cNvPr>
                <p14:cNvContentPartPr/>
                <p14:nvPr/>
              </p14:nvContentPartPr>
              <p14:xfrm>
                <a:off x="5775768" y="4875984"/>
                <a:ext cx="192600" cy="14832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313F509B-69DA-6877-0FB8-226B3A3CBFF4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5767128" y="4866984"/>
                  <a:ext cx="2102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D9913E0A-1EB6-F93A-4C2C-C0DE77D044D5}"/>
                    </a:ext>
                  </a:extLst>
                </p14:cNvPr>
                <p14:cNvContentPartPr/>
                <p14:nvPr/>
              </p14:nvContentPartPr>
              <p14:xfrm>
                <a:off x="6037848" y="4807224"/>
                <a:ext cx="105840" cy="21672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D9913E0A-1EB6-F93A-4C2C-C0DE77D044D5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6029208" y="4798584"/>
                  <a:ext cx="12348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7C32E615-3952-F740-7C13-0EC350A14544}"/>
                    </a:ext>
                  </a:extLst>
                </p14:cNvPr>
                <p14:cNvContentPartPr/>
                <p14:nvPr/>
              </p14:nvContentPartPr>
              <p14:xfrm>
                <a:off x="6209568" y="4686264"/>
                <a:ext cx="243360" cy="42768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7C32E615-3952-F740-7C13-0EC350A14544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6200568" y="4677264"/>
                  <a:ext cx="261000" cy="44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839FEF0C-26DA-F381-4F49-0135D8BDDF3F}"/>
                    </a:ext>
                  </a:extLst>
                </p14:cNvPr>
                <p14:cNvContentPartPr/>
                <p14:nvPr/>
              </p14:nvContentPartPr>
              <p14:xfrm>
                <a:off x="6736968" y="4872744"/>
                <a:ext cx="216000" cy="2520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839FEF0C-26DA-F381-4F49-0135D8BDDF3F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6728328" y="4864104"/>
                  <a:ext cx="2336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6662F80C-4300-D86A-3FA5-54B0BDEE69FD}"/>
                    </a:ext>
                  </a:extLst>
                </p14:cNvPr>
                <p14:cNvContentPartPr/>
                <p14:nvPr/>
              </p14:nvContentPartPr>
              <p14:xfrm>
                <a:off x="6778728" y="4963464"/>
                <a:ext cx="305280" cy="2808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6662F80C-4300-D86A-3FA5-54B0BDEE69FD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6769728" y="4954824"/>
                  <a:ext cx="3229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93685731-2AB6-8EDB-3B67-398FAE61F823}"/>
                    </a:ext>
                  </a:extLst>
                </p14:cNvPr>
                <p14:cNvContentPartPr/>
                <p14:nvPr/>
              </p14:nvContentPartPr>
              <p14:xfrm>
                <a:off x="7257528" y="4825584"/>
                <a:ext cx="32400" cy="28332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93685731-2AB6-8EDB-3B67-398FAE61F823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7248528" y="4816584"/>
                  <a:ext cx="5004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6BE87849-1883-60CE-175E-39EA00D02911}"/>
                    </a:ext>
                  </a:extLst>
                </p14:cNvPr>
                <p14:cNvContentPartPr/>
                <p14:nvPr/>
              </p14:nvContentPartPr>
              <p14:xfrm>
                <a:off x="698328" y="5503104"/>
                <a:ext cx="100080" cy="35280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6BE87849-1883-60CE-175E-39EA00D02911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689688" y="5494104"/>
                  <a:ext cx="11772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63BBF9D5-CC07-FB86-BA1F-35E077547E4A}"/>
                    </a:ext>
                  </a:extLst>
                </p14:cNvPr>
                <p14:cNvContentPartPr/>
                <p14:nvPr/>
              </p14:nvContentPartPr>
              <p14:xfrm>
                <a:off x="588528" y="5455584"/>
                <a:ext cx="559080" cy="40212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63BBF9D5-CC07-FB86-BA1F-35E077547E4A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579888" y="5446584"/>
                  <a:ext cx="576720" cy="41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B329D66A-2819-DE6F-04D2-9B7FB4D20665}"/>
                    </a:ext>
                  </a:extLst>
                </p14:cNvPr>
                <p14:cNvContentPartPr/>
                <p14:nvPr/>
              </p14:nvContentPartPr>
              <p14:xfrm>
                <a:off x="1233648" y="5563944"/>
                <a:ext cx="208440" cy="19692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B329D66A-2819-DE6F-04D2-9B7FB4D20665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1224648" y="5554944"/>
                  <a:ext cx="2260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9B9FA354-A248-31A3-C641-7A5EA6D0FE33}"/>
                    </a:ext>
                  </a:extLst>
                </p14:cNvPr>
                <p14:cNvContentPartPr/>
                <p14:nvPr/>
              </p14:nvContentPartPr>
              <p14:xfrm>
                <a:off x="1516608" y="5543424"/>
                <a:ext cx="106920" cy="20808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9B9FA354-A248-31A3-C641-7A5EA6D0FE33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1507608" y="5534424"/>
                  <a:ext cx="1245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1A51F288-D7C7-D2A6-E461-8381666AA47B}"/>
                    </a:ext>
                  </a:extLst>
                </p14:cNvPr>
                <p14:cNvContentPartPr/>
                <p14:nvPr/>
              </p14:nvContentPartPr>
              <p14:xfrm>
                <a:off x="1757088" y="5639544"/>
                <a:ext cx="316080" cy="11376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1A51F288-D7C7-D2A6-E461-8381666AA47B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1748088" y="5630544"/>
                  <a:ext cx="3337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2A3D8248-8F35-F17F-FF89-E917A525BBB4}"/>
                    </a:ext>
                  </a:extLst>
                </p14:cNvPr>
                <p14:cNvContentPartPr/>
                <p14:nvPr/>
              </p14:nvContentPartPr>
              <p14:xfrm>
                <a:off x="2247048" y="5576904"/>
                <a:ext cx="220680" cy="19008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2A3D8248-8F35-F17F-FF89-E917A525BBB4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2238048" y="5568264"/>
                  <a:ext cx="23832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039FC787-6CDA-6140-46C2-547A46F29E7E}"/>
                    </a:ext>
                  </a:extLst>
                </p14:cNvPr>
                <p14:cNvContentPartPr/>
                <p14:nvPr/>
              </p14:nvContentPartPr>
              <p14:xfrm>
                <a:off x="2526048" y="5463864"/>
                <a:ext cx="273960" cy="27504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039FC787-6CDA-6140-46C2-547A46F29E7E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2517048" y="5455224"/>
                  <a:ext cx="29160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3A720267-9948-BDBB-C7B2-A7668B478CFE}"/>
                    </a:ext>
                  </a:extLst>
                </p14:cNvPr>
                <p14:cNvContentPartPr/>
                <p14:nvPr/>
              </p14:nvContentPartPr>
              <p14:xfrm>
                <a:off x="2723688" y="5594184"/>
                <a:ext cx="145080" cy="5796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3A720267-9948-BDBB-C7B2-A7668B478CFE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2714688" y="5585184"/>
                  <a:ext cx="16272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880D8A29-7098-22F5-F1A6-18EA8D587019}"/>
                    </a:ext>
                  </a:extLst>
                </p14:cNvPr>
                <p14:cNvContentPartPr/>
                <p14:nvPr/>
              </p14:nvContentPartPr>
              <p14:xfrm>
                <a:off x="2965968" y="5503824"/>
                <a:ext cx="207720" cy="16740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880D8A29-7098-22F5-F1A6-18EA8D587019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2957328" y="5494824"/>
                  <a:ext cx="2253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1F157BE1-BCAA-AA9A-7001-96F994736168}"/>
                    </a:ext>
                  </a:extLst>
                </p14:cNvPr>
                <p14:cNvContentPartPr/>
                <p14:nvPr/>
              </p14:nvContentPartPr>
              <p14:xfrm>
                <a:off x="3245328" y="5585184"/>
                <a:ext cx="37440" cy="9468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1F157BE1-BCAA-AA9A-7001-96F994736168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3236328" y="5576184"/>
                  <a:ext cx="5508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39A60D61-7B65-5862-C04C-BBEC70AA36AC}"/>
                    </a:ext>
                  </a:extLst>
                </p14:cNvPr>
                <p14:cNvContentPartPr/>
                <p14:nvPr/>
              </p14:nvContentPartPr>
              <p14:xfrm>
                <a:off x="3359448" y="5594544"/>
                <a:ext cx="60120" cy="6228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39A60D61-7B65-5862-C04C-BBEC70AA36AC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3350808" y="5585904"/>
                  <a:ext cx="7776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B5C628D1-F0E5-9339-04CD-8A9D6BC2FF1E}"/>
                    </a:ext>
                  </a:extLst>
                </p14:cNvPr>
                <p14:cNvContentPartPr/>
                <p14:nvPr/>
              </p14:nvContentPartPr>
              <p14:xfrm>
                <a:off x="3487608" y="5577984"/>
                <a:ext cx="100440" cy="3456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B5C628D1-F0E5-9339-04CD-8A9D6BC2FF1E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3478968" y="5569344"/>
                  <a:ext cx="1180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B73B1286-3F1B-A4C2-B807-B91816B0AD86}"/>
                    </a:ext>
                  </a:extLst>
                </p14:cNvPr>
                <p14:cNvContentPartPr/>
                <p14:nvPr/>
              </p14:nvContentPartPr>
              <p14:xfrm>
                <a:off x="3630168" y="5349384"/>
                <a:ext cx="167400" cy="50832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B73B1286-3F1B-A4C2-B807-B91816B0AD86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3621528" y="5340744"/>
                  <a:ext cx="185040" cy="52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CE42249A-13E6-6221-ADB7-E13E2A6BFE6F}"/>
                    </a:ext>
                  </a:extLst>
                </p14:cNvPr>
                <p14:cNvContentPartPr/>
                <p14:nvPr/>
              </p14:nvContentPartPr>
              <p14:xfrm>
                <a:off x="4081968" y="5642424"/>
                <a:ext cx="264960" cy="4716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CE42249A-13E6-6221-ADB7-E13E2A6BFE6F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4072968" y="5633424"/>
                  <a:ext cx="28260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3A115448-8DEC-F309-DD9A-34A85E8AE53D}"/>
                    </a:ext>
                  </a:extLst>
                </p14:cNvPr>
                <p14:cNvContentPartPr/>
                <p14:nvPr/>
              </p14:nvContentPartPr>
              <p14:xfrm>
                <a:off x="4238928" y="5584464"/>
                <a:ext cx="43200" cy="17280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3A115448-8DEC-F309-DD9A-34A85E8AE53D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4229928" y="5575464"/>
                  <a:ext cx="608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65886129-5AB7-A91A-D372-ECDFD7ABABA6}"/>
                    </a:ext>
                  </a:extLst>
                </p14:cNvPr>
                <p14:cNvContentPartPr/>
                <p14:nvPr/>
              </p14:nvContentPartPr>
              <p14:xfrm>
                <a:off x="4662288" y="5375304"/>
                <a:ext cx="79200" cy="41112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65886129-5AB7-A91A-D372-ECDFD7ABABA6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4653288" y="5366304"/>
                  <a:ext cx="96840" cy="4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70302A86-2B72-3CE0-F423-11E11EDC0CDB}"/>
                    </a:ext>
                  </a:extLst>
                </p14:cNvPr>
                <p14:cNvContentPartPr/>
                <p14:nvPr/>
              </p14:nvContentPartPr>
              <p14:xfrm>
                <a:off x="4534128" y="5622264"/>
                <a:ext cx="252720" cy="9504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70302A86-2B72-3CE0-F423-11E11EDC0CDB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4525128" y="5613624"/>
                  <a:ext cx="2703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3380BDB5-89E2-9DF1-A177-891F6912028A}"/>
                    </a:ext>
                  </a:extLst>
                </p14:cNvPr>
                <p14:cNvContentPartPr/>
                <p14:nvPr/>
              </p14:nvContentPartPr>
              <p14:xfrm>
                <a:off x="4930128" y="5314104"/>
                <a:ext cx="127440" cy="51264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3380BDB5-89E2-9DF1-A177-891F6912028A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4921128" y="5305104"/>
                  <a:ext cx="145080" cy="53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CC07316A-DAF8-B844-7570-59CFEBF975C3}"/>
                    </a:ext>
                  </a:extLst>
                </p14:cNvPr>
                <p14:cNvContentPartPr/>
                <p14:nvPr/>
              </p14:nvContentPartPr>
              <p14:xfrm>
                <a:off x="5140368" y="5491584"/>
                <a:ext cx="214200" cy="17460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CC07316A-DAF8-B844-7570-59CFEBF975C3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5131728" y="5482584"/>
                  <a:ext cx="23184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B53A9DB9-D43A-2DAB-3721-D9F4FC9389CA}"/>
                    </a:ext>
                  </a:extLst>
                </p14:cNvPr>
                <p14:cNvContentPartPr/>
                <p14:nvPr/>
              </p14:nvContentPartPr>
              <p14:xfrm>
                <a:off x="5417568" y="5427504"/>
                <a:ext cx="99360" cy="24480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B53A9DB9-D43A-2DAB-3721-D9F4FC9389CA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5408568" y="5418504"/>
                  <a:ext cx="11700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81E293C1-382E-C827-0035-0DDAF1765FC1}"/>
                    </a:ext>
                  </a:extLst>
                </p14:cNvPr>
                <p14:cNvContentPartPr/>
                <p14:nvPr/>
              </p14:nvContentPartPr>
              <p14:xfrm>
                <a:off x="5680728" y="5566824"/>
                <a:ext cx="295200" cy="12564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81E293C1-382E-C827-0035-0DDAF1765FC1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5671728" y="5557824"/>
                  <a:ext cx="31284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3E5B63F4-8534-5003-4B2F-EDA873185B8E}"/>
                    </a:ext>
                  </a:extLst>
                </p14:cNvPr>
                <p14:cNvContentPartPr/>
                <p14:nvPr/>
              </p14:nvContentPartPr>
              <p14:xfrm>
                <a:off x="6189768" y="5486904"/>
                <a:ext cx="246960" cy="15192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3E5B63F4-8534-5003-4B2F-EDA873185B8E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6180768" y="5477904"/>
                  <a:ext cx="2646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7A73C29E-BE95-29CD-07E7-FC64BA41E1E9}"/>
                    </a:ext>
                  </a:extLst>
                </p14:cNvPr>
                <p14:cNvContentPartPr/>
                <p14:nvPr/>
              </p14:nvContentPartPr>
              <p14:xfrm>
                <a:off x="6588648" y="5527944"/>
                <a:ext cx="49320" cy="11340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7A73C29E-BE95-29CD-07E7-FC64BA41E1E9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6579648" y="5519304"/>
                  <a:ext cx="6696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F2F02116-5F96-160D-B848-8BBC03429181}"/>
                    </a:ext>
                  </a:extLst>
                </p14:cNvPr>
                <p14:cNvContentPartPr/>
                <p14:nvPr/>
              </p14:nvContentPartPr>
              <p14:xfrm>
                <a:off x="6750288" y="5523624"/>
                <a:ext cx="105840" cy="10908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F2F02116-5F96-160D-B848-8BBC03429181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6741648" y="5514624"/>
                  <a:ext cx="12348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45ADA63B-7709-80EC-5BB6-046171586045}"/>
                    </a:ext>
                  </a:extLst>
                </p14:cNvPr>
                <p14:cNvContentPartPr/>
                <p14:nvPr/>
              </p14:nvContentPartPr>
              <p14:xfrm>
                <a:off x="6945048" y="5529384"/>
                <a:ext cx="128880" cy="8208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45ADA63B-7709-80EC-5BB6-046171586045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6936048" y="5520744"/>
                  <a:ext cx="1465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C210C881-A347-C204-CEE2-EBD1A76B47C9}"/>
                    </a:ext>
                  </a:extLst>
                </p14:cNvPr>
                <p14:cNvContentPartPr/>
                <p14:nvPr/>
              </p14:nvContentPartPr>
              <p14:xfrm>
                <a:off x="7037208" y="5321304"/>
                <a:ext cx="235080" cy="54288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C210C881-A347-C204-CEE2-EBD1A76B47C9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7028208" y="5312304"/>
                  <a:ext cx="252720" cy="56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58932EB4-2881-B01D-470E-E73558DE763B}"/>
                    </a:ext>
                  </a:extLst>
                </p14:cNvPr>
                <p14:cNvContentPartPr/>
                <p14:nvPr/>
              </p14:nvContentPartPr>
              <p14:xfrm>
                <a:off x="7468128" y="5515344"/>
                <a:ext cx="283320" cy="4824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58932EB4-2881-B01D-470E-E73558DE763B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7459488" y="5506344"/>
                  <a:ext cx="30096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672825A9-F41D-04C6-34D4-AB021565D889}"/>
                    </a:ext>
                  </a:extLst>
                </p14:cNvPr>
                <p14:cNvContentPartPr/>
                <p14:nvPr/>
              </p14:nvContentPartPr>
              <p14:xfrm>
                <a:off x="7616088" y="5459184"/>
                <a:ext cx="43200" cy="18756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672825A9-F41D-04C6-34D4-AB021565D889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7607088" y="5450544"/>
                  <a:ext cx="6084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FA8F7623-91C6-585F-8A2D-9A8656D74706}"/>
                    </a:ext>
                  </a:extLst>
                </p14:cNvPr>
                <p14:cNvContentPartPr/>
                <p14:nvPr/>
              </p14:nvContentPartPr>
              <p14:xfrm>
                <a:off x="8005248" y="5235624"/>
                <a:ext cx="131760" cy="48492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FA8F7623-91C6-585F-8A2D-9A8656D74706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7996608" y="5226624"/>
                  <a:ext cx="149400" cy="50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9654E933-17DB-A26A-AFD7-2013401B0A79}"/>
                    </a:ext>
                  </a:extLst>
                </p14:cNvPr>
                <p14:cNvContentPartPr/>
                <p14:nvPr/>
              </p14:nvContentPartPr>
              <p14:xfrm>
                <a:off x="7898328" y="5560704"/>
                <a:ext cx="214200" cy="4896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9654E933-17DB-A26A-AFD7-2013401B0A79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7889328" y="5551704"/>
                  <a:ext cx="23184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30945828-2668-4202-271E-D882F706DC81}"/>
                    </a:ext>
                  </a:extLst>
                </p14:cNvPr>
                <p14:cNvContentPartPr/>
                <p14:nvPr/>
              </p14:nvContentPartPr>
              <p14:xfrm>
                <a:off x="8319168" y="5157864"/>
                <a:ext cx="155520" cy="60048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30945828-2668-4202-271E-D882F706DC81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8310168" y="5149224"/>
                  <a:ext cx="173160" cy="61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DD3C7100-491C-91F3-F676-9EDC1ED6098F}"/>
                    </a:ext>
                  </a:extLst>
                </p14:cNvPr>
                <p14:cNvContentPartPr/>
                <p14:nvPr/>
              </p14:nvContentPartPr>
              <p14:xfrm>
                <a:off x="8502768" y="5379984"/>
                <a:ext cx="176400" cy="17784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DD3C7100-491C-91F3-F676-9EDC1ED6098F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8493768" y="5371344"/>
                  <a:ext cx="19404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1646EC6F-7511-441D-6215-D2D33D5C9010}"/>
                    </a:ext>
                  </a:extLst>
                </p14:cNvPr>
                <p14:cNvContentPartPr/>
                <p14:nvPr/>
              </p14:nvContentPartPr>
              <p14:xfrm>
                <a:off x="8749008" y="5377464"/>
                <a:ext cx="96120" cy="22644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1646EC6F-7511-441D-6215-D2D33D5C9010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8740368" y="5368464"/>
                  <a:ext cx="11376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889BD0F9-4B6D-7819-DCB3-EA37BD804FF5}"/>
                    </a:ext>
                  </a:extLst>
                </p14:cNvPr>
                <p14:cNvContentPartPr/>
                <p14:nvPr/>
              </p14:nvContentPartPr>
              <p14:xfrm>
                <a:off x="8957088" y="5492664"/>
                <a:ext cx="318600" cy="8964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889BD0F9-4B6D-7819-DCB3-EA37BD804FF5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8948088" y="5484024"/>
                  <a:ext cx="33624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CCA6BB45-2B4B-F8F8-2BFF-10D2B25BD04A}"/>
                    </a:ext>
                  </a:extLst>
                </p14:cNvPr>
                <p14:cNvContentPartPr/>
                <p14:nvPr/>
              </p14:nvContentPartPr>
              <p14:xfrm>
                <a:off x="9409968" y="5225904"/>
                <a:ext cx="160920" cy="37764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CCA6BB45-2B4B-F8F8-2BFF-10D2B25BD04A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9401328" y="5217264"/>
                  <a:ext cx="17856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1CE4CF2A-7489-C36D-F2FB-13FC3455AC9C}"/>
                    </a:ext>
                  </a:extLst>
                </p14:cNvPr>
                <p14:cNvContentPartPr/>
                <p14:nvPr/>
              </p14:nvContentPartPr>
              <p14:xfrm>
                <a:off x="9557208" y="5449464"/>
                <a:ext cx="122400" cy="12708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1CE4CF2A-7489-C36D-F2FB-13FC3455AC9C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9548208" y="5440464"/>
                  <a:ext cx="14004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6A4B3E63-3E1D-E3F2-6FBE-72E319267FA1}"/>
                    </a:ext>
                  </a:extLst>
                </p14:cNvPr>
                <p14:cNvContentPartPr/>
                <p14:nvPr/>
              </p14:nvContentPartPr>
              <p14:xfrm>
                <a:off x="9731448" y="5500224"/>
                <a:ext cx="48600" cy="8028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6A4B3E63-3E1D-E3F2-6FBE-72E319267FA1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9722448" y="5491584"/>
                  <a:ext cx="6624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9161EF9B-1423-ADB7-1187-E89F56F26934}"/>
                    </a:ext>
                  </a:extLst>
                </p14:cNvPr>
                <p14:cNvContentPartPr/>
                <p14:nvPr/>
              </p14:nvContentPartPr>
              <p14:xfrm>
                <a:off x="9868248" y="5492304"/>
                <a:ext cx="111240" cy="9000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9161EF9B-1423-ADB7-1187-E89F56F26934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9859248" y="5483664"/>
                  <a:ext cx="1288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9516EB1E-8803-7185-F6F5-041CAD51D949}"/>
                    </a:ext>
                  </a:extLst>
                </p14:cNvPr>
                <p14:cNvContentPartPr/>
                <p14:nvPr/>
              </p14:nvContentPartPr>
              <p14:xfrm>
                <a:off x="10065168" y="5489424"/>
                <a:ext cx="55440" cy="7848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9516EB1E-8803-7185-F6F5-041CAD51D949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10056168" y="5480424"/>
                  <a:ext cx="7308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DFE36BD5-FB6F-1062-2BD9-6D4CD4D6ADA7}"/>
                    </a:ext>
                  </a:extLst>
                </p14:cNvPr>
                <p14:cNvContentPartPr/>
                <p14:nvPr/>
              </p14:nvContentPartPr>
              <p14:xfrm>
                <a:off x="10221768" y="5491224"/>
                <a:ext cx="76320" cy="5940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DFE36BD5-FB6F-1062-2BD9-6D4CD4D6ADA7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10213128" y="5482224"/>
                  <a:ext cx="939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A84F674A-4F24-DD1A-BF39-59FD7BB6AE72}"/>
                    </a:ext>
                  </a:extLst>
                </p14:cNvPr>
                <p14:cNvContentPartPr/>
                <p14:nvPr/>
              </p14:nvContentPartPr>
              <p14:xfrm>
                <a:off x="10375128" y="5497344"/>
                <a:ext cx="87840" cy="5652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A84F674A-4F24-DD1A-BF39-59FD7BB6AE72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10366128" y="5488704"/>
                  <a:ext cx="10548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AA384D4A-9FAF-A900-47F6-49F9DC9F465E}"/>
                    </a:ext>
                  </a:extLst>
                </p14:cNvPr>
                <p14:cNvContentPartPr/>
                <p14:nvPr/>
              </p14:nvContentPartPr>
              <p14:xfrm>
                <a:off x="10413648" y="5221224"/>
                <a:ext cx="236520" cy="52128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AA384D4A-9FAF-A900-47F6-49F9DC9F465E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10405008" y="5212584"/>
                  <a:ext cx="254160" cy="53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9C5AE929-6A63-A9C2-FCA4-96AD0418C13B}"/>
                    </a:ext>
                  </a:extLst>
                </p14:cNvPr>
                <p14:cNvContentPartPr/>
                <p14:nvPr/>
              </p14:nvContentPartPr>
              <p14:xfrm>
                <a:off x="7355088" y="6024744"/>
                <a:ext cx="353160" cy="5004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9C5AE929-6A63-A9C2-FCA4-96AD0418C13B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7346088" y="6015744"/>
                  <a:ext cx="37080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229E36D8-9918-1A00-433B-744EBBA814BE}"/>
                    </a:ext>
                  </a:extLst>
                </p14:cNvPr>
                <p14:cNvContentPartPr/>
                <p14:nvPr/>
              </p14:nvContentPartPr>
              <p14:xfrm>
                <a:off x="7552728" y="5936544"/>
                <a:ext cx="7560" cy="22896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229E36D8-9918-1A00-433B-744EBBA814BE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7544088" y="5927544"/>
                  <a:ext cx="2520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795D1558-3782-8CD2-946F-3E4DD6D143BF}"/>
                    </a:ext>
                  </a:extLst>
                </p14:cNvPr>
                <p14:cNvContentPartPr/>
                <p14:nvPr/>
              </p14:nvContentPartPr>
              <p14:xfrm>
                <a:off x="7989768" y="5774544"/>
                <a:ext cx="109080" cy="37044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795D1558-3782-8CD2-946F-3E4DD6D143BF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7980768" y="5765544"/>
                  <a:ext cx="12672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A3CC135E-0A1C-1D79-129A-C81D21D5FD66}"/>
                    </a:ext>
                  </a:extLst>
                </p14:cNvPr>
                <p14:cNvContentPartPr/>
                <p14:nvPr/>
              </p14:nvContentPartPr>
              <p14:xfrm>
                <a:off x="7941168" y="5982624"/>
                <a:ext cx="255960" cy="4716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A3CC135E-0A1C-1D79-129A-C81D21D5FD66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7932168" y="5973624"/>
                  <a:ext cx="27360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BBC869EB-0CE9-6735-3904-272BDB50120F}"/>
                    </a:ext>
                  </a:extLst>
                </p14:cNvPr>
                <p14:cNvContentPartPr/>
                <p14:nvPr/>
              </p14:nvContentPartPr>
              <p14:xfrm>
                <a:off x="8398728" y="5806584"/>
                <a:ext cx="148680" cy="32328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BBC869EB-0CE9-6735-3904-272BDB50120F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8390088" y="5797584"/>
                  <a:ext cx="16632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60FB989B-08D1-20E9-4BCA-1203FAE79A11}"/>
                    </a:ext>
                  </a:extLst>
                </p14:cNvPr>
                <p14:cNvContentPartPr/>
                <p14:nvPr/>
              </p14:nvContentPartPr>
              <p14:xfrm>
                <a:off x="8556768" y="5890824"/>
                <a:ext cx="186120" cy="13860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60FB989B-08D1-20E9-4BCA-1203FAE79A11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8547768" y="5882184"/>
                  <a:ext cx="2037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FACB2772-D8DE-66E4-E745-AE50C60157D2}"/>
                    </a:ext>
                  </a:extLst>
                </p14:cNvPr>
                <p14:cNvContentPartPr/>
                <p14:nvPr/>
              </p14:nvContentPartPr>
              <p14:xfrm>
                <a:off x="8799408" y="5842944"/>
                <a:ext cx="96120" cy="17676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FACB2772-D8DE-66E4-E745-AE50C60157D2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8790408" y="5833944"/>
                  <a:ext cx="11376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A64D3918-74B8-E9CE-7747-6A045D087EA6}"/>
                    </a:ext>
                  </a:extLst>
                </p14:cNvPr>
                <p14:cNvContentPartPr/>
                <p14:nvPr/>
              </p14:nvContentPartPr>
              <p14:xfrm>
                <a:off x="9007848" y="5948064"/>
                <a:ext cx="325800" cy="9288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A64D3918-74B8-E9CE-7747-6A045D087EA6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8998848" y="5939064"/>
                  <a:ext cx="34344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ACE3AFFE-8B1F-3AF3-F4D9-C80B143CFC07}"/>
                    </a:ext>
                  </a:extLst>
                </p14:cNvPr>
                <p14:cNvContentPartPr/>
                <p14:nvPr/>
              </p14:nvContentPartPr>
              <p14:xfrm>
                <a:off x="9474408" y="5844744"/>
                <a:ext cx="176400" cy="19548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ACE3AFFE-8B1F-3AF3-F4D9-C80B143CFC07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9465768" y="5836104"/>
                  <a:ext cx="1940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697AF721-9747-6358-0422-7B65ECFDB6E1}"/>
                    </a:ext>
                  </a:extLst>
                </p14:cNvPr>
                <p14:cNvContentPartPr/>
                <p14:nvPr/>
              </p14:nvContentPartPr>
              <p14:xfrm>
                <a:off x="9691128" y="5841144"/>
                <a:ext cx="245520" cy="21672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697AF721-9747-6358-0422-7B65ECFDB6E1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9682128" y="5832504"/>
                  <a:ext cx="26316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0413868E-3857-B99D-F736-856E2C8DB987}"/>
                    </a:ext>
                  </a:extLst>
                </p14:cNvPr>
                <p14:cNvContentPartPr/>
                <p14:nvPr/>
              </p14:nvContentPartPr>
              <p14:xfrm>
                <a:off x="9891648" y="5964264"/>
                <a:ext cx="162000" cy="1872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0413868E-3857-B99D-F736-856E2C8DB987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9883008" y="5955624"/>
                  <a:ext cx="1796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5D414132-7670-9E0A-F041-FBF66A99C257}"/>
                    </a:ext>
                  </a:extLst>
                </p14:cNvPr>
                <p14:cNvContentPartPr/>
                <p14:nvPr/>
              </p14:nvContentPartPr>
              <p14:xfrm>
                <a:off x="10168488" y="5844384"/>
                <a:ext cx="199440" cy="15192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5D414132-7670-9E0A-F041-FBF66A99C257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10159848" y="5835744"/>
                  <a:ext cx="21708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468D9353-2D6C-ECCD-FD81-802A72D15395}"/>
                    </a:ext>
                  </a:extLst>
                </p14:cNvPr>
                <p14:cNvContentPartPr/>
                <p14:nvPr/>
              </p14:nvContentPartPr>
              <p14:xfrm>
                <a:off x="10457928" y="5919984"/>
                <a:ext cx="31680" cy="8676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468D9353-2D6C-ECCD-FD81-802A72D15395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10449288" y="5911344"/>
                  <a:ext cx="4932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819F3FE2-0332-DC92-818F-E2F4AD54C49B}"/>
                    </a:ext>
                  </a:extLst>
                </p14:cNvPr>
                <p14:cNvContentPartPr/>
                <p14:nvPr/>
              </p14:nvContentPartPr>
              <p14:xfrm>
                <a:off x="10575288" y="5920344"/>
                <a:ext cx="65160" cy="7848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819F3FE2-0332-DC92-818F-E2F4AD54C49B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10566288" y="5911344"/>
                  <a:ext cx="8280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FD812901-9DF3-3ED2-69C6-628EB26D2B88}"/>
                    </a:ext>
                  </a:extLst>
                </p14:cNvPr>
                <p14:cNvContentPartPr/>
                <p14:nvPr/>
              </p14:nvContentPartPr>
              <p14:xfrm>
                <a:off x="10717488" y="5926464"/>
                <a:ext cx="115560" cy="4356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FD812901-9DF3-3ED2-69C6-628EB26D2B88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10708488" y="5917464"/>
                  <a:ext cx="13320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0981DF5B-0D01-A868-47EF-294CFD692117}"/>
                    </a:ext>
                  </a:extLst>
                </p14:cNvPr>
                <p14:cNvContentPartPr/>
                <p14:nvPr/>
              </p14:nvContentPartPr>
              <p14:xfrm>
                <a:off x="10968768" y="5703624"/>
                <a:ext cx="72720" cy="250920"/>
              </p14:xfrm>
            </p:contentPart>
          </mc:Choice>
          <mc:Fallback xmlns=""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0981DF5B-0D01-A868-47EF-294CFD692117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10959768" y="5694984"/>
                  <a:ext cx="9036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D25F8CDB-C2AE-85DF-19C0-CA38794A34CE}"/>
                    </a:ext>
                  </a:extLst>
                </p14:cNvPr>
                <p14:cNvContentPartPr/>
                <p14:nvPr/>
              </p14:nvContentPartPr>
              <p14:xfrm>
                <a:off x="11131128" y="5738904"/>
                <a:ext cx="125640" cy="21096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D25F8CDB-C2AE-85DF-19C0-CA38794A34CE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11122128" y="5729904"/>
                  <a:ext cx="14328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B470F600-008B-73CA-DD8A-D7DFEF76839E}"/>
                    </a:ext>
                  </a:extLst>
                </p14:cNvPr>
                <p14:cNvContentPartPr/>
                <p14:nvPr/>
              </p14:nvContentPartPr>
              <p14:xfrm>
                <a:off x="11192328" y="5616504"/>
                <a:ext cx="200880" cy="471960"/>
              </p14:xfrm>
            </p:contentPart>
          </mc:Choice>
          <mc:Fallback xmlns=""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B470F600-008B-73CA-DD8A-D7DFEF76839E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11183328" y="5607864"/>
                  <a:ext cx="218520" cy="48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5" name="Group 394">
            <a:extLst>
              <a:ext uri="{FF2B5EF4-FFF2-40B4-BE49-F238E27FC236}">
                <a16:creationId xmlns:a16="http://schemas.microsoft.com/office/drawing/2014/main" id="{BF66E11C-EC52-C922-A928-1499F3C99E2F}"/>
              </a:ext>
            </a:extLst>
          </p:cNvPr>
          <p:cNvGrpSpPr/>
          <p:nvPr/>
        </p:nvGrpSpPr>
        <p:grpSpPr>
          <a:xfrm>
            <a:off x="11619288" y="5828904"/>
            <a:ext cx="340920" cy="210600"/>
            <a:chOff x="11619288" y="5828904"/>
            <a:chExt cx="340920" cy="21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0093A964-ED6F-A515-6FC9-0F76FDB6C51C}"/>
                    </a:ext>
                  </a:extLst>
                </p14:cNvPr>
                <p14:cNvContentPartPr/>
                <p14:nvPr/>
              </p14:nvContentPartPr>
              <p14:xfrm>
                <a:off x="11619288" y="5876064"/>
                <a:ext cx="162360" cy="40680"/>
              </p14:xfrm>
            </p:contentPart>
          </mc:Choice>
          <mc:Fallback xmlns=""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0093A964-ED6F-A515-6FC9-0F76FDB6C51C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11610288" y="5867424"/>
                  <a:ext cx="18000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01305A42-71BC-F5D5-1ECB-6417A52169AD}"/>
                    </a:ext>
                  </a:extLst>
                </p14:cNvPr>
                <p14:cNvContentPartPr/>
                <p14:nvPr/>
              </p14:nvContentPartPr>
              <p14:xfrm>
                <a:off x="11654568" y="5969664"/>
                <a:ext cx="156240" cy="12240"/>
              </p14:xfrm>
            </p:contentPart>
          </mc:Choice>
          <mc:Fallback xmlns=""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01305A42-71BC-F5D5-1ECB-6417A52169AD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11645928" y="5960664"/>
                  <a:ext cx="1738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A4BCDACD-6BEC-A72B-90E2-C47E49980E2D}"/>
                    </a:ext>
                  </a:extLst>
                </p14:cNvPr>
                <p14:cNvContentPartPr/>
                <p14:nvPr/>
              </p14:nvContentPartPr>
              <p14:xfrm>
                <a:off x="11941128" y="5828904"/>
                <a:ext cx="19080" cy="21060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A4BCDACD-6BEC-A72B-90E2-C47E49980E2D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11932128" y="5820264"/>
                  <a:ext cx="36720" cy="22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3" name="Group 402">
            <a:extLst>
              <a:ext uri="{FF2B5EF4-FFF2-40B4-BE49-F238E27FC236}">
                <a16:creationId xmlns:a16="http://schemas.microsoft.com/office/drawing/2014/main" id="{2EFD9B7C-B622-A89A-E5C1-EE1C566FE5CD}"/>
              </a:ext>
            </a:extLst>
          </p:cNvPr>
          <p:cNvGrpSpPr/>
          <p:nvPr/>
        </p:nvGrpSpPr>
        <p:grpSpPr>
          <a:xfrm>
            <a:off x="360648" y="6305904"/>
            <a:ext cx="1362240" cy="401040"/>
            <a:chOff x="360648" y="6305904"/>
            <a:chExt cx="1362240" cy="40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69BCD0A7-3953-D7D6-7F42-E8857F3D16EE}"/>
                    </a:ext>
                  </a:extLst>
                </p14:cNvPr>
                <p14:cNvContentPartPr/>
                <p14:nvPr/>
              </p14:nvContentPartPr>
              <p14:xfrm>
                <a:off x="431928" y="6371424"/>
                <a:ext cx="120600" cy="30600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69BCD0A7-3953-D7D6-7F42-E8857F3D16EE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422928" y="6362784"/>
                  <a:ext cx="13824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A7191035-803F-79E2-6D91-9287F3431693}"/>
                    </a:ext>
                  </a:extLst>
                </p14:cNvPr>
                <p14:cNvContentPartPr/>
                <p14:nvPr/>
              </p14:nvContentPartPr>
              <p14:xfrm>
                <a:off x="360648" y="6561864"/>
                <a:ext cx="173160" cy="6480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A7191035-803F-79E2-6D91-9287F3431693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352008" y="6552864"/>
                  <a:ext cx="19080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C1322631-1583-3A5B-1EE6-8D2F81C82818}"/>
                    </a:ext>
                  </a:extLst>
                </p14:cNvPr>
                <p14:cNvContentPartPr/>
                <p14:nvPr/>
              </p14:nvContentPartPr>
              <p14:xfrm>
                <a:off x="711288" y="6305904"/>
                <a:ext cx="135720" cy="40104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C1322631-1583-3A5B-1EE6-8D2F81C82818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702648" y="6296904"/>
                  <a:ext cx="15336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F033CB44-96B7-4989-2D0D-127165E10DC9}"/>
                    </a:ext>
                  </a:extLst>
                </p14:cNvPr>
                <p14:cNvContentPartPr/>
                <p14:nvPr/>
              </p14:nvContentPartPr>
              <p14:xfrm>
                <a:off x="909288" y="6384384"/>
                <a:ext cx="141480" cy="17568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F033CB44-96B7-4989-2D0D-127165E10DC9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900648" y="6375384"/>
                  <a:ext cx="15912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B5515B6F-967E-3BB6-9CBC-1924470972CE}"/>
                    </a:ext>
                  </a:extLst>
                </p14:cNvPr>
                <p14:cNvContentPartPr/>
                <p14:nvPr/>
              </p14:nvContentPartPr>
              <p14:xfrm>
                <a:off x="1146168" y="6364584"/>
                <a:ext cx="86400" cy="232200"/>
              </p14:xfrm>
            </p:contentPart>
          </mc:Choice>
          <mc:Fallback xmlns=""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B5515B6F-967E-3BB6-9CBC-1924470972CE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1137528" y="6355584"/>
                  <a:ext cx="10404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2185FE77-518E-3951-0DBD-E7AE367FE2D1}"/>
                    </a:ext>
                  </a:extLst>
                </p14:cNvPr>
                <p14:cNvContentPartPr/>
                <p14:nvPr/>
              </p14:nvContentPartPr>
              <p14:xfrm>
                <a:off x="1390968" y="6464664"/>
                <a:ext cx="331920" cy="159480"/>
              </p14:xfrm>
            </p:contentPart>
          </mc:Choice>
          <mc:Fallback xmlns=""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2185FE77-518E-3951-0DBD-E7AE367FE2D1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1381968" y="6456024"/>
                  <a:ext cx="349560" cy="17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4" name="Group 413">
            <a:extLst>
              <a:ext uri="{FF2B5EF4-FFF2-40B4-BE49-F238E27FC236}">
                <a16:creationId xmlns:a16="http://schemas.microsoft.com/office/drawing/2014/main" id="{256CD9EF-974C-88C1-F791-AEA873295F21}"/>
              </a:ext>
            </a:extLst>
          </p:cNvPr>
          <p:cNvGrpSpPr/>
          <p:nvPr/>
        </p:nvGrpSpPr>
        <p:grpSpPr>
          <a:xfrm>
            <a:off x="1891368" y="6289704"/>
            <a:ext cx="2286000" cy="508320"/>
            <a:chOff x="1891368" y="6289704"/>
            <a:chExt cx="2286000" cy="50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4186AE06-8A3D-12C7-6449-2E2CD32D9798}"/>
                    </a:ext>
                  </a:extLst>
                </p14:cNvPr>
                <p14:cNvContentPartPr/>
                <p14:nvPr/>
              </p14:nvContentPartPr>
              <p14:xfrm>
                <a:off x="1891368" y="6429384"/>
                <a:ext cx="83520" cy="156240"/>
              </p14:xfrm>
            </p:contentPart>
          </mc:Choice>
          <mc:Fallback xmlns=""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4186AE06-8A3D-12C7-6449-2E2CD32D9798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1882728" y="6420384"/>
                  <a:ext cx="10116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9AB95C08-0831-213F-A0E4-250D7B889876}"/>
                    </a:ext>
                  </a:extLst>
                </p14:cNvPr>
                <p14:cNvContentPartPr/>
                <p14:nvPr/>
              </p14:nvContentPartPr>
              <p14:xfrm>
                <a:off x="2058408" y="6424704"/>
                <a:ext cx="298440" cy="150120"/>
              </p14:xfrm>
            </p:contentPart>
          </mc:Choice>
          <mc:Fallback xmlns=""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9AB95C08-0831-213F-A0E4-250D7B889876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2049408" y="6415704"/>
                  <a:ext cx="3160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4B4E7087-E86A-7FBC-AA7F-D1258E80C7D1}"/>
                    </a:ext>
                  </a:extLst>
                </p14:cNvPr>
                <p14:cNvContentPartPr/>
                <p14:nvPr/>
              </p14:nvContentPartPr>
              <p14:xfrm>
                <a:off x="2492568" y="6445224"/>
                <a:ext cx="131760" cy="157680"/>
              </p14:xfrm>
            </p:contentPart>
          </mc:Choice>
          <mc:Fallback xmlns=""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4B4E7087-E86A-7FBC-AA7F-D1258E80C7D1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2483568" y="6436584"/>
                  <a:ext cx="14940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F533083F-1146-22A6-7D9F-BD5C24E8B7C2}"/>
                    </a:ext>
                  </a:extLst>
                </p14:cNvPr>
                <p14:cNvContentPartPr/>
                <p14:nvPr/>
              </p14:nvContentPartPr>
              <p14:xfrm>
                <a:off x="2740608" y="6412104"/>
                <a:ext cx="76320" cy="15444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F533083F-1146-22A6-7D9F-BD5C24E8B7C2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2731608" y="6403104"/>
                  <a:ext cx="9396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90A14D74-66C4-2494-6B46-EB1FFFB08CA7}"/>
                    </a:ext>
                  </a:extLst>
                </p14:cNvPr>
                <p14:cNvContentPartPr/>
                <p14:nvPr/>
              </p14:nvContentPartPr>
              <p14:xfrm>
                <a:off x="2930688" y="6316344"/>
                <a:ext cx="231840" cy="44100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90A14D74-66C4-2494-6B46-EB1FFFB08CA7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2922048" y="6307704"/>
                  <a:ext cx="249480" cy="45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15025D0E-72DE-39A3-47DA-E3FB40A11339}"/>
                    </a:ext>
                  </a:extLst>
                </p14:cNvPr>
                <p14:cNvContentPartPr/>
                <p14:nvPr/>
              </p14:nvContentPartPr>
              <p14:xfrm>
                <a:off x="3342888" y="6561144"/>
                <a:ext cx="221760" cy="5616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15025D0E-72DE-39A3-47DA-E3FB40A11339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3334248" y="6552144"/>
                  <a:ext cx="2394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CC9057C4-983B-2B23-8F58-44CB066CBD98}"/>
                    </a:ext>
                  </a:extLst>
                </p14:cNvPr>
                <p14:cNvContentPartPr/>
                <p14:nvPr/>
              </p14:nvContentPartPr>
              <p14:xfrm>
                <a:off x="3451608" y="6507144"/>
                <a:ext cx="44280" cy="17496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CC9057C4-983B-2B23-8F58-44CB066CBD98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3442608" y="6498504"/>
                  <a:ext cx="6192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CFA242AA-07B4-43C4-8926-7BF3B0408895}"/>
                    </a:ext>
                  </a:extLst>
                </p14:cNvPr>
                <p14:cNvContentPartPr/>
                <p14:nvPr/>
              </p14:nvContentPartPr>
              <p14:xfrm>
                <a:off x="3611808" y="6355224"/>
                <a:ext cx="188640" cy="43740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CFA242AA-07B4-43C4-8926-7BF3B0408895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3603168" y="6346584"/>
                  <a:ext cx="206280" cy="45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D779B31F-09B5-7AEF-FB9A-C4009C6757A9}"/>
                    </a:ext>
                  </a:extLst>
                </p14:cNvPr>
                <p14:cNvContentPartPr/>
                <p14:nvPr/>
              </p14:nvContentPartPr>
              <p14:xfrm>
                <a:off x="3947688" y="6289704"/>
                <a:ext cx="229680" cy="50832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D779B31F-09B5-7AEF-FB9A-C4009C6757A9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3938688" y="6281064"/>
                  <a:ext cx="247320" cy="52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6" name="Group 435">
            <a:extLst>
              <a:ext uri="{FF2B5EF4-FFF2-40B4-BE49-F238E27FC236}">
                <a16:creationId xmlns:a16="http://schemas.microsoft.com/office/drawing/2014/main" id="{72DE0590-BA9D-97E0-42D9-04530963C888}"/>
              </a:ext>
            </a:extLst>
          </p:cNvPr>
          <p:cNvGrpSpPr/>
          <p:nvPr/>
        </p:nvGrpSpPr>
        <p:grpSpPr>
          <a:xfrm>
            <a:off x="4202928" y="6346224"/>
            <a:ext cx="4266360" cy="469440"/>
            <a:chOff x="4202928" y="6346224"/>
            <a:chExt cx="4266360" cy="46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55505C74-0706-30CC-3886-1AF3F763C53E}"/>
                    </a:ext>
                  </a:extLst>
                </p14:cNvPr>
                <p14:cNvContentPartPr/>
                <p14:nvPr/>
              </p14:nvContentPartPr>
              <p14:xfrm>
                <a:off x="4202928" y="6447744"/>
                <a:ext cx="167400" cy="173880"/>
              </p14:xfrm>
            </p:contentPart>
          </mc:Choice>
          <mc:Fallback xmlns=""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55505C74-0706-30CC-3886-1AF3F763C53E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4194288" y="6438744"/>
                  <a:ext cx="18504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A58BBE09-407A-725C-8589-D0EDB10FD522}"/>
                    </a:ext>
                  </a:extLst>
                </p14:cNvPr>
                <p14:cNvContentPartPr/>
                <p14:nvPr/>
              </p14:nvContentPartPr>
              <p14:xfrm>
                <a:off x="4459608" y="6447744"/>
                <a:ext cx="120600" cy="21348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A58BBE09-407A-725C-8589-D0EDB10FD522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4450968" y="6438744"/>
                  <a:ext cx="13824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F8B67380-969A-D6E2-5C2C-7B6350967079}"/>
                    </a:ext>
                  </a:extLst>
                </p14:cNvPr>
                <p14:cNvContentPartPr/>
                <p14:nvPr/>
              </p14:nvContentPartPr>
              <p14:xfrm>
                <a:off x="4710888" y="6544944"/>
                <a:ext cx="321120" cy="121320"/>
              </p14:xfrm>
            </p:contentPart>
          </mc:Choice>
          <mc:Fallback xmlns=""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F8B67380-969A-D6E2-5C2C-7B6350967079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4701888" y="6535944"/>
                  <a:ext cx="3387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0B9BF3F5-9005-9183-C68A-B6A4C41B8EF4}"/>
                    </a:ext>
                  </a:extLst>
                </p14:cNvPr>
                <p14:cNvContentPartPr/>
                <p14:nvPr/>
              </p14:nvContentPartPr>
              <p14:xfrm>
                <a:off x="5182848" y="6483024"/>
                <a:ext cx="149400" cy="165240"/>
              </p14:xfrm>
            </p:contentPart>
          </mc:Choice>
          <mc:Fallback xmlns=""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0B9BF3F5-9005-9183-C68A-B6A4C41B8EF4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5174208" y="6474384"/>
                  <a:ext cx="16704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35D5D1C5-1F19-A8A4-074F-3801304181FF}"/>
                    </a:ext>
                  </a:extLst>
                </p14:cNvPr>
                <p14:cNvContentPartPr/>
                <p14:nvPr/>
              </p14:nvContentPartPr>
              <p14:xfrm>
                <a:off x="5375088" y="6423264"/>
                <a:ext cx="340560" cy="21024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35D5D1C5-1F19-A8A4-074F-3801304181FF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5366448" y="6414264"/>
                  <a:ext cx="35820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21C89D02-A767-4C5F-B281-BD3C01DA185D}"/>
                    </a:ext>
                  </a:extLst>
                </p14:cNvPr>
                <p14:cNvContentPartPr/>
                <p14:nvPr/>
              </p14:nvContentPartPr>
              <p14:xfrm>
                <a:off x="5789808" y="6346224"/>
                <a:ext cx="135000" cy="46944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21C89D02-A767-4C5F-B281-BD3C01DA185D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5781168" y="6337584"/>
                  <a:ext cx="152640" cy="48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8CD156D2-0B8E-3240-26F0-B9D1600481AA}"/>
                    </a:ext>
                  </a:extLst>
                </p14:cNvPr>
                <p14:cNvContentPartPr/>
                <p14:nvPr/>
              </p14:nvContentPartPr>
              <p14:xfrm>
                <a:off x="6102648" y="6546024"/>
                <a:ext cx="239760" cy="25200"/>
              </p14:xfrm>
            </p:contentPart>
          </mc:Choice>
          <mc:Fallback xmlns=""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8CD156D2-0B8E-3240-26F0-B9D1600481AA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6093648" y="6537384"/>
                  <a:ext cx="2574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59A2D8DB-7193-3617-829D-85FE5D691AA7}"/>
                    </a:ext>
                  </a:extLst>
                </p14:cNvPr>
                <p14:cNvContentPartPr/>
                <p14:nvPr/>
              </p14:nvContentPartPr>
              <p14:xfrm>
                <a:off x="6238728" y="6538824"/>
                <a:ext cx="45720" cy="127440"/>
              </p14:xfrm>
            </p:contentPart>
          </mc:Choice>
          <mc:Fallback xmlns=""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59A2D8DB-7193-3617-829D-85FE5D691AA7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6229728" y="6530184"/>
                  <a:ext cx="6336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41F98167-C184-4B70-E2B3-563F5E1DCDDE}"/>
                    </a:ext>
                  </a:extLst>
                </p14:cNvPr>
                <p14:cNvContentPartPr/>
                <p14:nvPr/>
              </p14:nvContentPartPr>
              <p14:xfrm>
                <a:off x="6542928" y="6380784"/>
                <a:ext cx="56520" cy="361080"/>
              </p14:xfrm>
            </p:contentPart>
          </mc:Choice>
          <mc:Fallback xmlns=""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41F98167-C184-4B70-E2B3-563F5E1DCDDE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6534288" y="6371784"/>
                  <a:ext cx="7416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E003F1DC-3FD3-16A9-AA8D-4ED8EABD185F}"/>
                    </a:ext>
                  </a:extLst>
                </p14:cNvPr>
                <p14:cNvContentPartPr/>
                <p14:nvPr/>
              </p14:nvContentPartPr>
              <p14:xfrm>
                <a:off x="6477768" y="6370704"/>
                <a:ext cx="341640" cy="382320"/>
              </p14:xfrm>
            </p:contentPart>
          </mc:Choice>
          <mc:Fallback xmlns=""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E003F1DC-3FD3-16A9-AA8D-4ED8EABD185F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6469128" y="6361704"/>
                  <a:ext cx="35928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8E201A6D-8E22-1A41-B65A-96D749537BDD}"/>
                    </a:ext>
                  </a:extLst>
                </p14:cNvPr>
                <p14:cNvContentPartPr/>
                <p14:nvPr/>
              </p14:nvContentPartPr>
              <p14:xfrm>
                <a:off x="6896088" y="6481944"/>
                <a:ext cx="120600" cy="144000"/>
              </p14:xfrm>
            </p:contentPart>
          </mc:Choice>
          <mc:Fallback xmlns=""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8E201A6D-8E22-1A41-B65A-96D749537BDD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6887088" y="6473304"/>
                  <a:ext cx="1382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7D9CC003-F166-0CFE-4418-1963502B3A6D}"/>
                    </a:ext>
                  </a:extLst>
                </p14:cNvPr>
                <p14:cNvContentPartPr/>
                <p14:nvPr/>
              </p14:nvContentPartPr>
              <p14:xfrm>
                <a:off x="7073568" y="6453144"/>
                <a:ext cx="74520" cy="199080"/>
              </p14:xfrm>
            </p:contentPart>
          </mc:Choice>
          <mc:Fallback xmlns=""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7D9CC003-F166-0CFE-4418-1963502B3A6D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7064568" y="6444504"/>
                  <a:ext cx="9216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8CAB9ACF-A974-453D-7A73-05C013F886D5}"/>
                    </a:ext>
                  </a:extLst>
                </p14:cNvPr>
                <p14:cNvContentPartPr/>
                <p14:nvPr/>
              </p14:nvContentPartPr>
              <p14:xfrm>
                <a:off x="7258248" y="6549624"/>
                <a:ext cx="252000" cy="101880"/>
              </p14:xfrm>
            </p:contentPart>
          </mc:Choice>
          <mc:Fallback xmlns=""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8CAB9ACF-A974-453D-7A73-05C013F886D5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7249608" y="6540984"/>
                  <a:ext cx="2696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1B091052-83DE-D3FE-EA0B-66194F1F10E8}"/>
                    </a:ext>
                  </a:extLst>
                </p14:cNvPr>
                <p14:cNvContentPartPr/>
                <p14:nvPr/>
              </p14:nvContentPartPr>
              <p14:xfrm>
                <a:off x="7651008" y="6529824"/>
                <a:ext cx="134280" cy="152280"/>
              </p14:xfrm>
            </p:contentPart>
          </mc:Choice>
          <mc:Fallback xmlns=""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1B091052-83DE-D3FE-EA0B-66194F1F10E8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7642368" y="6521184"/>
                  <a:ext cx="15192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E50FF5BD-FCB5-C7BB-DB02-0AEE5ADEAB1F}"/>
                    </a:ext>
                  </a:extLst>
                </p14:cNvPr>
                <p14:cNvContentPartPr/>
                <p14:nvPr/>
              </p14:nvContentPartPr>
              <p14:xfrm>
                <a:off x="7845048" y="6498504"/>
                <a:ext cx="60840" cy="185400"/>
              </p14:xfrm>
            </p:contentPart>
          </mc:Choice>
          <mc:Fallback xmlns=""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E50FF5BD-FCB5-C7BB-DB02-0AEE5ADEAB1F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7836408" y="6489504"/>
                  <a:ext cx="7848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EC5D844C-86DB-51B8-B1A7-54468B2345A6}"/>
                    </a:ext>
                  </a:extLst>
                </p14:cNvPr>
                <p14:cNvContentPartPr/>
                <p14:nvPr/>
              </p14:nvContentPartPr>
              <p14:xfrm>
                <a:off x="8033328" y="6479424"/>
                <a:ext cx="80640" cy="180720"/>
              </p14:xfrm>
            </p:contentPart>
          </mc:Choice>
          <mc:Fallback xmlns=""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EC5D844C-86DB-51B8-B1A7-54468B2345A6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8024328" y="6470424"/>
                  <a:ext cx="982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09AB040B-A99C-A962-FF65-2785402FEF5C}"/>
                    </a:ext>
                  </a:extLst>
                </p14:cNvPr>
                <p14:cNvContentPartPr/>
                <p14:nvPr/>
              </p14:nvContentPartPr>
              <p14:xfrm>
                <a:off x="8169768" y="6467904"/>
                <a:ext cx="97920" cy="185040"/>
              </p14:xfrm>
            </p:contentPart>
          </mc:Choice>
          <mc:Fallback xmlns=""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09AB040B-A99C-A962-FF65-2785402FEF5C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8160768" y="6459264"/>
                  <a:ext cx="1155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8D2389BB-5790-3038-640C-06354E532945}"/>
                    </a:ext>
                  </a:extLst>
                </p14:cNvPr>
                <p14:cNvContentPartPr/>
                <p14:nvPr/>
              </p14:nvContentPartPr>
              <p14:xfrm>
                <a:off x="8274528" y="6368184"/>
                <a:ext cx="194760" cy="412560"/>
              </p14:xfrm>
            </p:contentPart>
          </mc:Choice>
          <mc:Fallback xmlns=""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8D2389BB-5790-3038-640C-06354E532945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8265528" y="6359544"/>
                  <a:ext cx="212400" cy="43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0" name="Group 439">
            <a:extLst>
              <a:ext uri="{FF2B5EF4-FFF2-40B4-BE49-F238E27FC236}">
                <a16:creationId xmlns:a16="http://schemas.microsoft.com/office/drawing/2014/main" id="{2F4B3060-F1E6-E593-0118-7F538EF05219}"/>
              </a:ext>
            </a:extLst>
          </p:cNvPr>
          <p:cNvGrpSpPr/>
          <p:nvPr/>
        </p:nvGrpSpPr>
        <p:grpSpPr>
          <a:xfrm>
            <a:off x="8767728" y="6485544"/>
            <a:ext cx="454680" cy="183600"/>
            <a:chOff x="8767728" y="6485544"/>
            <a:chExt cx="454680" cy="18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4BC2363D-8863-086F-E80F-7EF375F64ABE}"/>
                    </a:ext>
                  </a:extLst>
                </p14:cNvPr>
                <p14:cNvContentPartPr/>
                <p14:nvPr/>
              </p14:nvContentPartPr>
              <p14:xfrm>
                <a:off x="8767728" y="6502464"/>
                <a:ext cx="206640" cy="26280"/>
              </p14:xfrm>
            </p:contentPart>
          </mc:Choice>
          <mc:Fallback xmlns=""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4BC2363D-8863-086F-E80F-7EF375F64ABE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8759088" y="6493824"/>
                  <a:ext cx="2242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81E74B4D-14C3-F1E2-4BC4-9A1D81AE8B91}"/>
                    </a:ext>
                  </a:extLst>
                </p14:cNvPr>
                <p14:cNvContentPartPr/>
                <p14:nvPr/>
              </p14:nvContentPartPr>
              <p14:xfrm>
                <a:off x="8804808" y="6634584"/>
                <a:ext cx="243000" cy="6480"/>
              </p14:xfrm>
            </p:contentPart>
          </mc:Choice>
          <mc:Fallback xmlns=""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81E74B4D-14C3-F1E2-4BC4-9A1D81AE8B91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8796168" y="6625944"/>
                  <a:ext cx="2606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2466CBDD-1AEC-546A-EA23-D980E8D785C4}"/>
                    </a:ext>
                  </a:extLst>
                </p14:cNvPr>
                <p14:cNvContentPartPr/>
                <p14:nvPr/>
              </p14:nvContentPartPr>
              <p14:xfrm>
                <a:off x="9192888" y="6485544"/>
                <a:ext cx="29520" cy="183600"/>
              </p14:xfrm>
            </p:contentPart>
          </mc:Choice>
          <mc:Fallback xmlns=""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2466CBDD-1AEC-546A-EA23-D980E8D785C4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9183888" y="6476544"/>
                  <a:ext cx="47160" cy="201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095825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6078E-F8EC-8694-DE9C-165583D76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14:cNvPr>
              <p14:cNvContentPartPr/>
              <p14:nvPr/>
            </p14:nvContentPartPr>
            <p14:xfrm>
              <a:off x="9997848" y="1633824"/>
              <a:ext cx="3600" cy="10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87848" y="1620324"/>
                <a:ext cx="23200" cy="275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14:cNvPr>
              <p14:cNvContentPartPr/>
              <p14:nvPr/>
            </p14:nvContentPartPr>
            <p14:xfrm>
              <a:off x="10428408" y="2647584"/>
              <a:ext cx="28080" cy="324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419408" y="2638584"/>
                <a:ext cx="4572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14:cNvPr>
              <p14:cNvContentPartPr/>
              <p14:nvPr/>
            </p14:nvContentPartPr>
            <p14:xfrm>
              <a:off x="10763568" y="2771064"/>
              <a:ext cx="1800" cy="360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754568" y="2762064"/>
                <a:ext cx="1944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14:cNvPr>
              <p14:cNvContentPartPr/>
              <p14:nvPr/>
            </p14:nvContentPartPr>
            <p14:xfrm>
              <a:off x="3774888" y="6755904"/>
              <a:ext cx="360" cy="468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65888" y="6746904"/>
                <a:ext cx="1800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7F5CDCF7-0213-EAA4-2E63-4F95CB9E0C13}"/>
                  </a:ext>
                </a:extLst>
              </p14:cNvPr>
              <p14:cNvContentPartPr/>
              <p14:nvPr/>
            </p14:nvContentPartPr>
            <p14:xfrm>
              <a:off x="1434528" y="4087584"/>
              <a:ext cx="4680" cy="6480"/>
            </p14:xfrm>
          </p:contentPart>
        </mc:Choice>
        <mc:Fallback xmlns=""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7F5CDCF7-0213-EAA4-2E63-4F95CB9E0C1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425528" y="4078944"/>
                <a:ext cx="22320" cy="24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02" name="Group 201">
            <a:extLst>
              <a:ext uri="{FF2B5EF4-FFF2-40B4-BE49-F238E27FC236}">
                <a16:creationId xmlns:a16="http://schemas.microsoft.com/office/drawing/2014/main" id="{E7297D9D-F540-4517-3ED6-E0AC1638C3B2}"/>
              </a:ext>
            </a:extLst>
          </p:cNvPr>
          <p:cNvGrpSpPr/>
          <p:nvPr/>
        </p:nvGrpSpPr>
        <p:grpSpPr>
          <a:xfrm>
            <a:off x="-13032" y="470304"/>
            <a:ext cx="12307680" cy="1750320"/>
            <a:chOff x="-13032" y="470304"/>
            <a:chExt cx="12307680" cy="175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1BD863ED-709F-CA5D-5CC7-465F07FB8055}"/>
                    </a:ext>
                  </a:extLst>
                </p14:cNvPr>
                <p14:cNvContentPartPr/>
                <p14:nvPr/>
              </p14:nvContentPartPr>
              <p14:xfrm>
                <a:off x="490968" y="680184"/>
                <a:ext cx="111240" cy="6040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1BD863ED-709F-CA5D-5CC7-465F07FB805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82328" y="671544"/>
                  <a:ext cx="128880" cy="62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5D10B9A-4D5D-21C9-68DD-E8D0A5D06BE1}"/>
                    </a:ext>
                  </a:extLst>
                </p14:cNvPr>
                <p14:cNvContentPartPr/>
                <p14:nvPr/>
              </p14:nvContentPartPr>
              <p14:xfrm>
                <a:off x="365688" y="1030104"/>
                <a:ext cx="260640" cy="1386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5D10B9A-4D5D-21C9-68DD-E8D0A5D06BE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56688" y="1021464"/>
                  <a:ext cx="2782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A533186-CB1E-DE82-B802-8E32968C9F2E}"/>
                    </a:ext>
                  </a:extLst>
                </p14:cNvPr>
                <p14:cNvContentPartPr/>
                <p14:nvPr/>
              </p14:nvContentPartPr>
              <p14:xfrm>
                <a:off x="789048" y="603504"/>
                <a:ext cx="178560" cy="6638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A533186-CB1E-DE82-B802-8E32968C9F2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80048" y="594864"/>
                  <a:ext cx="196200" cy="68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35A999C-4957-8BAA-06A9-B6EB17160F73}"/>
                    </a:ext>
                  </a:extLst>
                </p14:cNvPr>
                <p14:cNvContentPartPr/>
                <p14:nvPr/>
              </p14:nvContentPartPr>
              <p14:xfrm>
                <a:off x="1012608" y="830304"/>
                <a:ext cx="160200" cy="3337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35A999C-4957-8BAA-06A9-B6EB17160F7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03968" y="821664"/>
                  <a:ext cx="17784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A3C705B-4B0E-0CB6-6E1B-2E46B953D1B5}"/>
                    </a:ext>
                  </a:extLst>
                </p14:cNvPr>
                <p14:cNvContentPartPr/>
                <p14:nvPr/>
              </p14:nvContentPartPr>
              <p14:xfrm>
                <a:off x="1250928" y="841104"/>
                <a:ext cx="194760" cy="2595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A3C705B-4B0E-0CB6-6E1B-2E46B953D1B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241928" y="832104"/>
                  <a:ext cx="21240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369D135-D837-D23A-09AA-5A34EA19E3D1}"/>
                    </a:ext>
                  </a:extLst>
                </p14:cNvPr>
                <p14:cNvContentPartPr/>
                <p14:nvPr/>
              </p14:nvContentPartPr>
              <p14:xfrm>
                <a:off x="1421208" y="966744"/>
                <a:ext cx="130680" cy="428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369D135-D837-D23A-09AA-5A34EA19E3D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412568" y="957744"/>
                  <a:ext cx="14832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C065C35-AF00-7EE4-74AD-EA8EC3E2F1AE}"/>
                    </a:ext>
                  </a:extLst>
                </p14:cNvPr>
                <p14:cNvContentPartPr/>
                <p14:nvPr/>
              </p14:nvContentPartPr>
              <p14:xfrm>
                <a:off x="1614168" y="940104"/>
                <a:ext cx="386280" cy="1458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C065C35-AF00-7EE4-74AD-EA8EC3E2F1A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605168" y="931464"/>
                  <a:ext cx="40392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86C9756-ECDA-A833-5D0F-0957CA3D4B16}"/>
                    </a:ext>
                  </a:extLst>
                </p14:cNvPr>
                <p14:cNvContentPartPr/>
                <p14:nvPr/>
              </p14:nvContentPartPr>
              <p14:xfrm>
                <a:off x="2217168" y="813744"/>
                <a:ext cx="42840" cy="2725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86C9756-ECDA-A833-5D0F-0957CA3D4B16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208528" y="805104"/>
                  <a:ext cx="6048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3D4910F-75F7-A580-E74E-AFDA8E9B54E4}"/>
                    </a:ext>
                  </a:extLst>
                </p14:cNvPr>
                <p14:cNvContentPartPr/>
                <p14:nvPr/>
              </p14:nvContentPartPr>
              <p14:xfrm>
                <a:off x="2116008" y="786384"/>
                <a:ext cx="597240" cy="2538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3D4910F-75F7-A580-E74E-AFDA8E9B54E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107368" y="777744"/>
                  <a:ext cx="61488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DEA2A59-4765-BEFA-F0A2-36F70A6E105B}"/>
                    </a:ext>
                  </a:extLst>
                </p14:cNvPr>
                <p14:cNvContentPartPr/>
                <p14:nvPr/>
              </p14:nvContentPartPr>
              <p14:xfrm>
                <a:off x="2595168" y="870264"/>
                <a:ext cx="5040" cy="309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DEA2A59-4765-BEFA-F0A2-36F70A6E105B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586168" y="861624"/>
                  <a:ext cx="2268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C7671BB-5B5F-90E8-BAE2-8BF3E7EA1EC8}"/>
                    </a:ext>
                  </a:extLst>
                </p14:cNvPr>
                <p14:cNvContentPartPr/>
                <p14:nvPr/>
              </p14:nvContentPartPr>
              <p14:xfrm>
                <a:off x="2779128" y="715104"/>
                <a:ext cx="123840" cy="5472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C7671BB-5B5F-90E8-BAE2-8BF3E7EA1EC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770488" y="706104"/>
                  <a:ext cx="141480" cy="56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3A3D83B-7FCA-F9B5-DF1F-74A17D8A330C}"/>
                    </a:ext>
                  </a:extLst>
                </p14:cNvPr>
                <p14:cNvContentPartPr/>
                <p14:nvPr/>
              </p14:nvContentPartPr>
              <p14:xfrm>
                <a:off x="3189888" y="953784"/>
                <a:ext cx="235080" cy="576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3A3D83B-7FCA-F9B5-DF1F-74A17D8A330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180888" y="944784"/>
                  <a:ext cx="25272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B5CE3B1-9EE3-6453-EB3E-4011B00F84C5}"/>
                    </a:ext>
                  </a:extLst>
                </p14:cNvPr>
                <p14:cNvContentPartPr/>
                <p14:nvPr/>
              </p14:nvContentPartPr>
              <p14:xfrm>
                <a:off x="3307968" y="912744"/>
                <a:ext cx="64440" cy="1933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B5CE3B1-9EE3-6453-EB3E-4011B00F84C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298968" y="903744"/>
                  <a:ext cx="8208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53CEB8C-C808-D3E0-F21E-8AC4845D019B}"/>
                    </a:ext>
                  </a:extLst>
                </p14:cNvPr>
                <p14:cNvContentPartPr/>
                <p14:nvPr/>
              </p14:nvContentPartPr>
              <p14:xfrm>
                <a:off x="3663288" y="690264"/>
                <a:ext cx="61560" cy="4885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53CEB8C-C808-D3E0-F21E-8AC4845D019B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654288" y="681624"/>
                  <a:ext cx="79200" cy="50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2019702-56CA-DD7F-DAEA-D0D511EAFF78}"/>
                    </a:ext>
                  </a:extLst>
                </p14:cNvPr>
                <p14:cNvContentPartPr/>
                <p14:nvPr/>
              </p14:nvContentPartPr>
              <p14:xfrm>
                <a:off x="3582648" y="971784"/>
                <a:ext cx="224640" cy="1098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2019702-56CA-DD7F-DAEA-D0D511EAFF7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573648" y="963144"/>
                  <a:ext cx="2422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3DFA38C-B96C-16B6-A214-BCBC43CDFB11}"/>
                    </a:ext>
                  </a:extLst>
                </p14:cNvPr>
                <p14:cNvContentPartPr/>
                <p14:nvPr/>
              </p14:nvContentPartPr>
              <p14:xfrm>
                <a:off x="3863448" y="554904"/>
                <a:ext cx="208800" cy="5997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3DFA38C-B96C-16B6-A214-BCBC43CDFB1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854808" y="546264"/>
                  <a:ext cx="226440" cy="61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B00E2B0-39DD-13C3-72CC-47B9B708CDD6}"/>
                    </a:ext>
                  </a:extLst>
                </p14:cNvPr>
                <p14:cNvContentPartPr/>
                <p14:nvPr/>
              </p14:nvContentPartPr>
              <p14:xfrm>
                <a:off x="4127688" y="715824"/>
                <a:ext cx="181440" cy="2674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B00E2B0-39DD-13C3-72CC-47B9B708CDD6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119048" y="706824"/>
                  <a:ext cx="19908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5744D63-4632-03A0-275A-DFF087C1BF68}"/>
                    </a:ext>
                  </a:extLst>
                </p14:cNvPr>
                <p14:cNvContentPartPr/>
                <p14:nvPr/>
              </p14:nvContentPartPr>
              <p14:xfrm>
                <a:off x="4372848" y="674424"/>
                <a:ext cx="224640" cy="2710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5744D63-4632-03A0-275A-DFF087C1BF6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363848" y="665424"/>
                  <a:ext cx="24228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6B71D04-B05F-DA6D-6E08-56D0C5FB6455}"/>
                    </a:ext>
                  </a:extLst>
                </p14:cNvPr>
                <p14:cNvContentPartPr/>
                <p14:nvPr/>
              </p14:nvContentPartPr>
              <p14:xfrm>
                <a:off x="4525488" y="824544"/>
                <a:ext cx="185760" cy="331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6B71D04-B05F-DA6D-6E08-56D0C5FB6455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516488" y="815544"/>
                  <a:ext cx="20340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6CA989A-2E69-AD67-E153-B87DE0B1DCF9}"/>
                    </a:ext>
                  </a:extLst>
                </p14:cNvPr>
                <p14:cNvContentPartPr/>
                <p14:nvPr/>
              </p14:nvContentPartPr>
              <p14:xfrm>
                <a:off x="4806288" y="828504"/>
                <a:ext cx="235080" cy="216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6CA989A-2E69-AD67-E153-B87DE0B1DCF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797288" y="819864"/>
                  <a:ext cx="2527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D7AB0CE-7CFE-EF38-D721-AB90D7515938}"/>
                    </a:ext>
                  </a:extLst>
                </p14:cNvPr>
                <p14:cNvContentPartPr/>
                <p14:nvPr/>
              </p14:nvContentPartPr>
              <p14:xfrm>
                <a:off x="4969728" y="745704"/>
                <a:ext cx="151560" cy="1854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D7AB0CE-7CFE-EF38-D721-AB90D7515938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960728" y="736704"/>
                  <a:ext cx="16920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CA9C2F3-B10F-17AA-0DF3-C8D756DB481E}"/>
                    </a:ext>
                  </a:extLst>
                </p14:cNvPr>
                <p14:cNvContentPartPr/>
                <p14:nvPr/>
              </p14:nvContentPartPr>
              <p14:xfrm>
                <a:off x="5260608" y="705384"/>
                <a:ext cx="31320" cy="2152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CA9C2F3-B10F-17AA-0DF3-C8D756DB481E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251608" y="696744"/>
                  <a:ext cx="4896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B8AA10D-6072-3D20-82A2-6C743BCF597B}"/>
                    </a:ext>
                  </a:extLst>
                </p14:cNvPr>
                <p14:cNvContentPartPr/>
                <p14:nvPr/>
              </p14:nvContentPartPr>
              <p14:xfrm>
                <a:off x="5245128" y="679464"/>
                <a:ext cx="288720" cy="2430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B8AA10D-6072-3D20-82A2-6C743BCF597B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236128" y="670824"/>
                  <a:ext cx="30636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E7EBA5F-8D10-850E-A45E-4D4E8C06B169}"/>
                    </a:ext>
                  </a:extLst>
                </p14:cNvPr>
                <p14:cNvContentPartPr/>
                <p14:nvPr/>
              </p14:nvContentPartPr>
              <p14:xfrm>
                <a:off x="5600448" y="733464"/>
                <a:ext cx="166680" cy="1555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E7EBA5F-8D10-850E-A45E-4D4E8C06B169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591808" y="724464"/>
                  <a:ext cx="1843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A7858A7-C5D9-936C-F198-77C4672E6442}"/>
                    </a:ext>
                  </a:extLst>
                </p14:cNvPr>
                <p14:cNvContentPartPr/>
                <p14:nvPr/>
              </p14:nvContentPartPr>
              <p14:xfrm>
                <a:off x="5725008" y="773784"/>
                <a:ext cx="122040" cy="309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A7858A7-C5D9-936C-F198-77C4672E6442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716368" y="765144"/>
                  <a:ext cx="13968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89B894D-20F7-F02B-5BED-BFE070781017}"/>
                    </a:ext>
                  </a:extLst>
                </p14:cNvPr>
                <p14:cNvContentPartPr/>
                <p14:nvPr/>
              </p14:nvContentPartPr>
              <p14:xfrm>
                <a:off x="5583168" y="651384"/>
                <a:ext cx="366840" cy="4755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89B894D-20F7-F02B-5BED-BFE070781017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574168" y="642744"/>
                  <a:ext cx="384480" cy="49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32B8CED-5A3B-20EC-68EA-E94B8A25FBF9}"/>
                    </a:ext>
                  </a:extLst>
                </p14:cNvPr>
                <p14:cNvContentPartPr/>
                <p14:nvPr/>
              </p14:nvContentPartPr>
              <p14:xfrm>
                <a:off x="6130368" y="907344"/>
                <a:ext cx="288360" cy="54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32B8CED-5A3B-20EC-68EA-E94B8A25FBF9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121728" y="898344"/>
                  <a:ext cx="306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F06C3FB-4E1F-EFE6-55B5-0C98739E2901}"/>
                    </a:ext>
                  </a:extLst>
                </p14:cNvPr>
                <p14:cNvContentPartPr/>
                <p14:nvPr/>
              </p14:nvContentPartPr>
              <p14:xfrm>
                <a:off x="6298488" y="841464"/>
                <a:ext cx="51480" cy="1681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F06C3FB-4E1F-EFE6-55B5-0C98739E2901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289848" y="832824"/>
                  <a:ext cx="691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5DF12C5-1173-6824-2955-3F0F74D9B14E}"/>
                    </a:ext>
                  </a:extLst>
                </p14:cNvPr>
                <p14:cNvContentPartPr/>
                <p14:nvPr/>
              </p14:nvContentPartPr>
              <p14:xfrm>
                <a:off x="6579648" y="648504"/>
                <a:ext cx="113400" cy="4687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5DF12C5-1173-6824-2955-3F0F74D9B14E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570648" y="639504"/>
                  <a:ext cx="131040" cy="48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3881961-9F9D-CA30-8654-311178DB3CC3}"/>
                    </a:ext>
                  </a:extLst>
                </p14:cNvPr>
                <p14:cNvContentPartPr/>
                <p14:nvPr/>
              </p14:nvContentPartPr>
              <p14:xfrm>
                <a:off x="6482448" y="924984"/>
                <a:ext cx="246240" cy="936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3881961-9F9D-CA30-8654-311178DB3CC3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473808" y="916344"/>
                  <a:ext cx="26388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893445E-27BF-32DA-CA85-2BE2D36DE13B}"/>
                    </a:ext>
                  </a:extLst>
                </p14:cNvPr>
                <p14:cNvContentPartPr/>
                <p14:nvPr/>
              </p14:nvContentPartPr>
              <p14:xfrm>
                <a:off x="6874848" y="542664"/>
                <a:ext cx="124200" cy="5886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893445E-27BF-32DA-CA85-2BE2D36DE13B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865848" y="534024"/>
                  <a:ext cx="141840" cy="60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759FD77-A46D-4FA3-7074-CFD4796026A6}"/>
                    </a:ext>
                  </a:extLst>
                </p14:cNvPr>
                <p14:cNvContentPartPr/>
                <p14:nvPr/>
              </p14:nvContentPartPr>
              <p14:xfrm>
                <a:off x="7091928" y="719784"/>
                <a:ext cx="204480" cy="2685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759FD77-A46D-4FA3-7074-CFD4796026A6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082928" y="710784"/>
                  <a:ext cx="2221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1435B6F-2279-8A69-F788-D99EC8EF59F6}"/>
                    </a:ext>
                  </a:extLst>
                </p14:cNvPr>
                <p14:cNvContentPartPr/>
                <p14:nvPr/>
              </p14:nvContentPartPr>
              <p14:xfrm>
                <a:off x="7367688" y="644904"/>
                <a:ext cx="236520" cy="2721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1435B6F-2279-8A69-F788-D99EC8EF59F6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358688" y="636264"/>
                  <a:ext cx="25416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6B159E0-F042-057A-FAE4-28D3C92BB263}"/>
                    </a:ext>
                  </a:extLst>
                </p14:cNvPr>
                <p14:cNvContentPartPr/>
                <p14:nvPr/>
              </p14:nvContentPartPr>
              <p14:xfrm>
                <a:off x="7529688" y="825264"/>
                <a:ext cx="119160" cy="187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6B159E0-F042-057A-FAE4-28D3C92BB263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520688" y="816624"/>
                  <a:ext cx="1368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F2D6115-56AA-AC83-BFBA-D7B63E2312AD}"/>
                    </a:ext>
                  </a:extLst>
                </p14:cNvPr>
                <p14:cNvContentPartPr/>
                <p14:nvPr/>
              </p14:nvContentPartPr>
              <p14:xfrm>
                <a:off x="7791048" y="787464"/>
                <a:ext cx="334080" cy="1206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F2D6115-56AA-AC83-BFBA-D7B63E2312AD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782048" y="778464"/>
                  <a:ext cx="3517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EAE441F-0875-726C-C211-07E321515299}"/>
                    </a:ext>
                  </a:extLst>
                </p14:cNvPr>
                <p14:cNvContentPartPr/>
                <p14:nvPr/>
              </p14:nvContentPartPr>
              <p14:xfrm>
                <a:off x="8283888" y="731664"/>
                <a:ext cx="195120" cy="1598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EAE441F-0875-726C-C211-07E321515299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274888" y="722664"/>
                  <a:ext cx="21276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010F3D1-D277-453A-0173-EB352EAD8837}"/>
                    </a:ext>
                  </a:extLst>
                </p14:cNvPr>
                <p14:cNvContentPartPr/>
                <p14:nvPr/>
              </p14:nvContentPartPr>
              <p14:xfrm>
                <a:off x="8300088" y="657504"/>
                <a:ext cx="371880" cy="5857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010F3D1-D277-453A-0173-EB352EAD8837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291088" y="648864"/>
                  <a:ext cx="389520" cy="60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D02D56E-5E89-3359-325C-D44494F9F918}"/>
                    </a:ext>
                  </a:extLst>
                </p14:cNvPr>
                <p14:cNvContentPartPr/>
                <p14:nvPr/>
              </p14:nvContentPartPr>
              <p14:xfrm>
                <a:off x="8876088" y="896184"/>
                <a:ext cx="241200" cy="356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D02D56E-5E89-3359-325C-D44494F9F918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867088" y="887184"/>
                  <a:ext cx="2588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CF1948C-ABD9-C5B8-0B27-CBF373FD8CF8}"/>
                    </a:ext>
                  </a:extLst>
                </p14:cNvPr>
                <p14:cNvContentPartPr/>
                <p14:nvPr/>
              </p14:nvContentPartPr>
              <p14:xfrm>
                <a:off x="9015768" y="832464"/>
                <a:ext cx="23040" cy="1706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CF1948C-ABD9-C5B8-0B27-CBF373FD8CF8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9006768" y="823824"/>
                  <a:ext cx="4068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A576F21-6099-1C8C-F5C0-A542CE5692E5}"/>
                    </a:ext>
                  </a:extLst>
                </p14:cNvPr>
                <p14:cNvContentPartPr/>
                <p14:nvPr/>
              </p14:nvContentPartPr>
              <p14:xfrm>
                <a:off x="9363528" y="607464"/>
                <a:ext cx="116280" cy="4215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A576F21-6099-1C8C-F5C0-A542CE5692E5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354528" y="598464"/>
                  <a:ext cx="133920" cy="43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F076847-9A60-0990-BBC3-4CCBFC3F19EA}"/>
                    </a:ext>
                  </a:extLst>
                </p14:cNvPr>
                <p14:cNvContentPartPr/>
                <p14:nvPr/>
              </p14:nvContentPartPr>
              <p14:xfrm>
                <a:off x="9267768" y="862344"/>
                <a:ext cx="246600" cy="957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F076847-9A60-0990-BBC3-4CCBFC3F19EA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258768" y="853704"/>
                  <a:ext cx="2642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CE9AFC7-EE0A-9F70-AD48-F71893015425}"/>
                    </a:ext>
                  </a:extLst>
                </p14:cNvPr>
                <p14:cNvContentPartPr/>
                <p14:nvPr/>
              </p14:nvContentPartPr>
              <p14:xfrm>
                <a:off x="9625248" y="510624"/>
                <a:ext cx="105120" cy="6206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CE9AFC7-EE0A-9F70-AD48-F71893015425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616248" y="501984"/>
                  <a:ext cx="122760" cy="63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B3C62BF-9760-5E3C-3161-E9BC3F37B35E}"/>
                    </a:ext>
                  </a:extLst>
                </p14:cNvPr>
                <p14:cNvContentPartPr/>
                <p14:nvPr/>
              </p14:nvContentPartPr>
              <p14:xfrm>
                <a:off x="9840528" y="669744"/>
                <a:ext cx="215280" cy="3196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B3C62BF-9760-5E3C-3161-E9BC3F37B35E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831528" y="661104"/>
                  <a:ext cx="23292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51D6DE2-B11B-1C7D-09B2-81C7FC2AC8F7}"/>
                    </a:ext>
                  </a:extLst>
                </p14:cNvPr>
                <p14:cNvContentPartPr/>
                <p14:nvPr/>
              </p14:nvContentPartPr>
              <p14:xfrm>
                <a:off x="10137168" y="607104"/>
                <a:ext cx="285120" cy="3358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51D6DE2-B11B-1C7D-09B2-81C7FC2AC8F7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0128168" y="598104"/>
                  <a:ext cx="30276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1D3BC09-F50D-6318-2F1B-E5973814AC7D}"/>
                    </a:ext>
                  </a:extLst>
                </p14:cNvPr>
                <p14:cNvContentPartPr/>
                <p14:nvPr/>
              </p14:nvContentPartPr>
              <p14:xfrm>
                <a:off x="10381608" y="831024"/>
                <a:ext cx="120960" cy="64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1D3BC09-F50D-6318-2F1B-E5973814AC7D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0372968" y="822384"/>
                  <a:ext cx="1386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CAC2612-6C94-1DDD-AC9B-3C6CE3FABE17}"/>
                    </a:ext>
                  </a:extLst>
                </p14:cNvPr>
                <p14:cNvContentPartPr/>
                <p14:nvPr/>
              </p14:nvContentPartPr>
              <p14:xfrm>
                <a:off x="10587168" y="803304"/>
                <a:ext cx="269640" cy="1227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CAC2612-6C94-1DDD-AC9B-3C6CE3FABE17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0578168" y="794664"/>
                  <a:ext cx="28728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D806C21-D2CA-A47F-895A-8F36A9CC4D2A}"/>
                    </a:ext>
                  </a:extLst>
                </p14:cNvPr>
                <p14:cNvContentPartPr/>
                <p14:nvPr/>
              </p14:nvContentPartPr>
              <p14:xfrm>
                <a:off x="10956888" y="681984"/>
                <a:ext cx="39240" cy="2271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D806C21-D2CA-A47F-895A-8F36A9CC4D2A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948248" y="672984"/>
                  <a:ext cx="5688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C87C9E4-6F37-6C55-4263-95FFC8B92BCC}"/>
                    </a:ext>
                  </a:extLst>
                </p14:cNvPr>
                <p14:cNvContentPartPr/>
                <p14:nvPr/>
              </p14:nvContentPartPr>
              <p14:xfrm>
                <a:off x="10915848" y="632304"/>
                <a:ext cx="417240" cy="2275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C87C9E4-6F37-6C55-4263-95FFC8B92BCC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0906848" y="623664"/>
                  <a:ext cx="43488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86792C5-C987-3EB4-FE2E-DBDE3ECFEAE6}"/>
                    </a:ext>
                  </a:extLst>
                </p14:cNvPr>
                <p14:cNvContentPartPr/>
                <p14:nvPr/>
              </p14:nvContentPartPr>
              <p14:xfrm>
                <a:off x="11335248" y="470304"/>
                <a:ext cx="202680" cy="6148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86792C5-C987-3EB4-FE2E-DBDE3ECFEAE6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1326608" y="461304"/>
                  <a:ext cx="220320" cy="63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0013758-E152-1FEA-2D8F-8FE5C7F36774}"/>
                    </a:ext>
                  </a:extLst>
                </p14:cNvPr>
                <p14:cNvContentPartPr/>
                <p14:nvPr/>
              </p14:nvContentPartPr>
              <p14:xfrm>
                <a:off x="11685528" y="813024"/>
                <a:ext cx="109080" cy="118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0013758-E152-1FEA-2D8F-8FE5C7F36774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1676888" y="804024"/>
                  <a:ext cx="1267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85A1C08-5BE3-628B-0543-49249E2EFE32}"/>
                    </a:ext>
                  </a:extLst>
                </p14:cNvPr>
                <p14:cNvContentPartPr/>
                <p14:nvPr/>
              </p14:nvContentPartPr>
              <p14:xfrm>
                <a:off x="11702448" y="888984"/>
                <a:ext cx="90360" cy="158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85A1C08-5BE3-628B-0543-49249E2EFE32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1693448" y="879984"/>
                  <a:ext cx="1080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5AE019C-1E5E-9C42-F2E9-AAB94EDA2ED3}"/>
                    </a:ext>
                  </a:extLst>
                </p14:cNvPr>
                <p14:cNvContentPartPr/>
                <p14:nvPr/>
              </p14:nvContentPartPr>
              <p14:xfrm>
                <a:off x="11853648" y="757584"/>
                <a:ext cx="8640" cy="1785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5AE019C-1E5E-9C42-F2E9-AAB94EDA2ED3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1844648" y="748584"/>
                  <a:ext cx="2628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BADE2A2-60E2-909F-10C5-B0DC18059C13}"/>
                    </a:ext>
                  </a:extLst>
                </p14:cNvPr>
                <p14:cNvContentPartPr/>
                <p14:nvPr/>
              </p14:nvContentPartPr>
              <p14:xfrm>
                <a:off x="11928168" y="850824"/>
                <a:ext cx="17640" cy="230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BADE2A2-60E2-909F-10C5-B0DC18059C13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1919528" y="842184"/>
                  <a:ext cx="352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BCBF57A-4232-0746-6C31-228CC3F445CA}"/>
                    </a:ext>
                  </a:extLst>
                </p14:cNvPr>
                <p14:cNvContentPartPr/>
                <p14:nvPr/>
              </p14:nvContentPartPr>
              <p14:xfrm>
                <a:off x="11955528" y="808344"/>
                <a:ext cx="140400" cy="817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BCBF57A-4232-0746-6C31-228CC3F445CA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1946888" y="799344"/>
                  <a:ext cx="1580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5920D16-1901-2CBB-3520-D9AD83A1D2BA}"/>
                    </a:ext>
                  </a:extLst>
                </p14:cNvPr>
                <p14:cNvContentPartPr/>
                <p14:nvPr/>
              </p14:nvContentPartPr>
              <p14:xfrm>
                <a:off x="519408" y="1529424"/>
                <a:ext cx="75240" cy="4442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5920D16-1901-2CBB-3520-D9AD83A1D2BA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10408" y="1520424"/>
                  <a:ext cx="92880" cy="46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8A9A00E-7438-FFCA-FE08-89CFAB837D8E}"/>
                    </a:ext>
                  </a:extLst>
                </p14:cNvPr>
                <p14:cNvContentPartPr/>
                <p14:nvPr/>
              </p14:nvContentPartPr>
              <p14:xfrm>
                <a:off x="400968" y="1818864"/>
                <a:ext cx="222840" cy="1080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8A9A00E-7438-FFCA-FE08-89CFAB837D8E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92328" y="1810224"/>
                  <a:ext cx="24048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D4D6F15-DB1D-B81D-7A03-9B50A23685F3}"/>
                    </a:ext>
                  </a:extLst>
                </p14:cNvPr>
                <p14:cNvContentPartPr/>
                <p14:nvPr/>
              </p14:nvContentPartPr>
              <p14:xfrm>
                <a:off x="766008" y="1535544"/>
                <a:ext cx="203400" cy="5670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D4D6F15-DB1D-B81D-7A03-9B50A23685F3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57008" y="1526544"/>
                  <a:ext cx="221040" cy="58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ACEC0F8-6D32-D6D5-FBF4-2E2E317A0EA0}"/>
                    </a:ext>
                  </a:extLst>
                </p14:cNvPr>
                <p14:cNvContentPartPr/>
                <p14:nvPr/>
              </p14:nvContentPartPr>
              <p14:xfrm>
                <a:off x="981648" y="1677024"/>
                <a:ext cx="167040" cy="1915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ACEC0F8-6D32-D6D5-FBF4-2E2E317A0EA0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973008" y="1668024"/>
                  <a:ext cx="1846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BCF9FBF-A0C8-B3A2-DAFF-BAA14A7042B3}"/>
                    </a:ext>
                  </a:extLst>
                </p14:cNvPr>
                <p14:cNvContentPartPr/>
                <p14:nvPr/>
              </p14:nvContentPartPr>
              <p14:xfrm>
                <a:off x="1243368" y="1700424"/>
                <a:ext cx="77760" cy="1123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BCF9FBF-A0C8-B3A2-DAFF-BAA14A7042B3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234728" y="1691424"/>
                  <a:ext cx="954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5447136-AFC6-3751-A10B-41E45F464B94}"/>
                    </a:ext>
                  </a:extLst>
                </p14:cNvPr>
                <p14:cNvContentPartPr/>
                <p14:nvPr/>
              </p14:nvContentPartPr>
              <p14:xfrm>
                <a:off x="1398528" y="1675224"/>
                <a:ext cx="122760" cy="1141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5447136-AFC6-3751-A10B-41E45F464B94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389888" y="1666584"/>
                  <a:ext cx="14040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E02EBF7-62DE-9885-000D-23129CF845DF}"/>
                    </a:ext>
                  </a:extLst>
                </p14:cNvPr>
                <p14:cNvContentPartPr/>
                <p14:nvPr/>
              </p14:nvContentPartPr>
              <p14:xfrm>
                <a:off x="1587168" y="1681704"/>
                <a:ext cx="131760" cy="874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E02EBF7-62DE-9885-000D-23129CF845DF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578528" y="1672704"/>
                  <a:ext cx="1494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9933813-B671-40F2-58A2-AA4D38635CD0}"/>
                    </a:ext>
                  </a:extLst>
                </p14:cNvPr>
                <p14:cNvContentPartPr/>
                <p14:nvPr/>
              </p14:nvContentPartPr>
              <p14:xfrm>
                <a:off x="1866888" y="1696464"/>
                <a:ext cx="310320" cy="961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9933813-B671-40F2-58A2-AA4D38635CD0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858248" y="1687464"/>
                  <a:ext cx="32796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C80A319-4402-0305-C48E-58AE547BCB93}"/>
                    </a:ext>
                  </a:extLst>
                </p14:cNvPr>
                <p14:cNvContentPartPr/>
                <p14:nvPr/>
              </p14:nvContentPartPr>
              <p14:xfrm>
                <a:off x="2365128" y="1606104"/>
                <a:ext cx="124560" cy="3106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C80A319-4402-0305-C48E-58AE547BCB93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2356488" y="1597464"/>
                  <a:ext cx="14220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13E9118-0E8D-892F-82FE-61E03A27063A}"/>
                    </a:ext>
                  </a:extLst>
                </p14:cNvPr>
                <p14:cNvContentPartPr/>
                <p14:nvPr/>
              </p14:nvContentPartPr>
              <p14:xfrm>
                <a:off x="2583288" y="1571544"/>
                <a:ext cx="375840" cy="1713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E13E9118-0E8D-892F-82FE-61E03A27063A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2574288" y="1562904"/>
                  <a:ext cx="39348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A54A5CC-BEEB-25B6-4D31-A83DD3C4558A}"/>
                    </a:ext>
                  </a:extLst>
                </p14:cNvPr>
                <p14:cNvContentPartPr/>
                <p14:nvPr/>
              </p14:nvContentPartPr>
              <p14:xfrm>
                <a:off x="2966688" y="1633464"/>
                <a:ext cx="73080" cy="266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A54A5CC-BEEB-25B6-4D31-A83DD3C4558A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2958048" y="1624824"/>
                  <a:ext cx="907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90E076D-D275-4615-BD46-5C99B545D7AC}"/>
                    </a:ext>
                  </a:extLst>
                </p14:cNvPr>
                <p14:cNvContentPartPr/>
                <p14:nvPr/>
              </p14:nvContentPartPr>
              <p14:xfrm>
                <a:off x="2665008" y="1548504"/>
                <a:ext cx="56880" cy="230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90E076D-D275-4615-BD46-5C99B545D7AC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2656008" y="1539504"/>
                  <a:ext cx="745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978A771-DBD1-AAC2-78EC-F506E18CC42C}"/>
                    </a:ext>
                  </a:extLst>
                </p14:cNvPr>
                <p14:cNvContentPartPr/>
                <p14:nvPr/>
              </p14:nvContentPartPr>
              <p14:xfrm>
                <a:off x="3018888" y="1493424"/>
                <a:ext cx="151920" cy="4849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978A771-DBD1-AAC2-78EC-F506E18CC42C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3010248" y="1484424"/>
                  <a:ext cx="169560" cy="50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ED98A39-796B-0F48-DEB9-69CCFF97C8BD}"/>
                    </a:ext>
                  </a:extLst>
                </p14:cNvPr>
                <p14:cNvContentPartPr/>
                <p14:nvPr/>
              </p14:nvContentPartPr>
              <p14:xfrm>
                <a:off x="3359808" y="1698984"/>
                <a:ext cx="194040" cy="219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ED98A39-796B-0F48-DEB9-69CCFF97C8BD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3351168" y="1690344"/>
                  <a:ext cx="2116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1479194-CD59-BD12-B658-497E4C93AE30}"/>
                    </a:ext>
                  </a:extLst>
                </p14:cNvPr>
                <p14:cNvContentPartPr/>
                <p14:nvPr/>
              </p14:nvContentPartPr>
              <p14:xfrm>
                <a:off x="3457008" y="1652184"/>
                <a:ext cx="33120" cy="1036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1479194-CD59-BD12-B658-497E4C93AE30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3448008" y="1643544"/>
                  <a:ext cx="5076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9A8AC75-A53E-6288-F8F6-F65F9A2CC73D}"/>
                    </a:ext>
                  </a:extLst>
                </p14:cNvPr>
                <p14:cNvContentPartPr/>
                <p14:nvPr/>
              </p14:nvContentPartPr>
              <p14:xfrm>
                <a:off x="3745008" y="1463904"/>
                <a:ext cx="63360" cy="3646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9A8AC75-A53E-6288-F8F6-F65F9A2CC73D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3736368" y="1455264"/>
                  <a:ext cx="8100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AD5D67A-3CB8-EB1F-0559-E6A94778B048}"/>
                    </a:ext>
                  </a:extLst>
                </p14:cNvPr>
                <p14:cNvContentPartPr/>
                <p14:nvPr/>
              </p14:nvContentPartPr>
              <p14:xfrm>
                <a:off x="3683088" y="1682784"/>
                <a:ext cx="124200" cy="604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AD5D67A-3CB8-EB1F-0559-E6A94778B048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3674448" y="1673784"/>
                  <a:ext cx="14184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C4B284A-3F5C-A184-E32B-83A7608B7378}"/>
                    </a:ext>
                  </a:extLst>
                </p14:cNvPr>
                <p14:cNvContentPartPr/>
                <p14:nvPr/>
              </p14:nvContentPartPr>
              <p14:xfrm>
                <a:off x="3988368" y="1337544"/>
                <a:ext cx="164160" cy="5223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C4B284A-3F5C-A184-E32B-83A7608B7378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3979368" y="1328904"/>
                  <a:ext cx="181800" cy="54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26D48EA-00F1-3B4F-8409-AB28BE70B773}"/>
                    </a:ext>
                  </a:extLst>
                </p14:cNvPr>
                <p14:cNvContentPartPr/>
                <p14:nvPr/>
              </p14:nvContentPartPr>
              <p14:xfrm>
                <a:off x="4183128" y="1522944"/>
                <a:ext cx="184680" cy="1490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26D48EA-00F1-3B4F-8409-AB28BE70B773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4174488" y="1514304"/>
                  <a:ext cx="20232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7AB41E8-2B70-FEAC-CBCC-92ADD78631E6}"/>
                    </a:ext>
                  </a:extLst>
                </p14:cNvPr>
                <p14:cNvContentPartPr/>
                <p14:nvPr/>
              </p14:nvContentPartPr>
              <p14:xfrm>
                <a:off x="4455288" y="1544184"/>
                <a:ext cx="59400" cy="1062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7AB41E8-2B70-FEAC-CBCC-92ADD78631E6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4446648" y="1535184"/>
                  <a:ext cx="770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1032DE7-29A8-B0B7-7A24-F98EC2B1045A}"/>
                    </a:ext>
                  </a:extLst>
                </p14:cNvPr>
                <p14:cNvContentPartPr/>
                <p14:nvPr/>
              </p14:nvContentPartPr>
              <p14:xfrm>
                <a:off x="4565808" y="1564704"/>
                <a:ext cx="79560" cy="817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1032DE7-29A8-B0B7-7A24-F98EC2B1045A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4556808" y="1555704"/>
                  <a:ext cx="972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CE6B303-42CF-955A-8629-8599AC7AA341}"/>
                    </a:ext>
                  </a:extLst>
                </p14:cNvPr>
                <p14:cNvContentPartPr/>
                <p14:nvPr/>
              </p14:nvContentPartPr>
              <p14:xfrm>
                <a:off x="4701168" y="1564704"/>
                <a:ext cx="112320" cy="752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CE6B303-42CF-955A-8629-8599AC7AA341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4692168" y="1555704"/>
                  <a:ext cx="1299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DC3DAA6-0842-F442-866D-3A5F0A7F3E4C}"/>
                    </a:ext>
                  </a:extLst>
                </p14:cNvPr>
                <p14:cNvContentPartPr/>
                <p14:nvPr/>
              </p14:nvContentPartPr>
              <p14:xfrm>
                <a:off x="4945608" y="1579824"/>
                <a:ext cx="267840" cy="550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DC3DAA6-0842-F442-866D-3A5F0A7F3E4C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4936608" y="1571184"/>
                  <a:ext cx="28548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20FF06C-744F-1DD4-84BF-4BDF62FEF964}"/>
                    </a:ext>
                  </a:extLst>
                </p14:cNvPr>
                <p14:cNvContentPartPr/>
                <p14:nvPr/>
              </p14:nvContentPartPr>
              <p14:xfrm>
                <a:off x="5396688" y="1461024"/>
                <a:ext cx="157680" cy="1490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20FF06C-744F-1DD4-84BF-4BDF62FEF964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5388048" y="1452384"/>
                  <a:ext cx="17532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702630C-4346-71D2-25A2-E8BC5B3007F7}"/>
                    </a:ext>
                  </a:extLst>
                </p14:cNvPr>
                <p14:cNvContentPartPr/>
                <p14:nvPr/>
              </p14:nvContentPartPr>
              <p14:xfrm>
                <a:off x="5633568" y="1524384"/>
                <a:ext cx="65880" cy="633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702630C-4346-71D2-25A2-E8BC5B3007F7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5624928" y="1515384"/>
                  <a:ext cx="835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0E3016A8-B066-E4CD-460B-D94B980A7664}"/>
                    </a:ext>
                  </a:extLst>
                </p14:cNvPr>
                <p14:cNvContentPartPr/>
                <p14:nvPr/>
              </p14:nvContentPartPr>
              <p14:xfrm>
                <a:off x="5803128" y="1516824"/>
                <a:ext cx="42480" cy="734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0E3016A8-B066-E4CD-460B-D94B980A7664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5794488" y="1507824"/>
                  <a:ext cx="601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229F6CD0-8575-02CC-BCE9-6758ED842A27}"/>
                    </a:ext>
                  </a:extLst>
                </p14:cNvPr>
                <p14:cNvContentPartPr/>
                <p14:nvPr/>
              </p14:nvContentPartPr>
              <p14:xfrm>
                <a:off x="5889528" y="1507464"/>
                <a:ext cx="112320" cy="889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229F6CD0-8575-02CC-BCE9-6758ED842A27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5880888" y="1498464"/>
                  <a:ext cx="12996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09091F20-98B3-9E0C-CE3D-0D6BE4A6A2E8}"/>
                    </a:ext>
                  </a:extLst>
                </p14:cNvPr>
                <p14:cNvContentPartPr/>
                <p14:nvPr/>
              </p14:nvContentPartPr>
              <p14:xfrm>
                <a:off x="5928768" y="1422864"/>
                <a:ext cx="147600" cy="3225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09091F20-98B3-9E0C-CE3D-0D6BE4A6A2E8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5919768" y="1413864"/>
                  <a:ext cx="16524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6E5A43A-BA64-143F-A687-1FA70C5B2B34}"/>
                    </a:ext>
                  </a:extLst>
                </p14:cNvPr>
                <p14:cNvContentPartPr/>
                <p14:nvPr/>
              </p14:nvContentPartPr>
              <p14:xfrm>
                <a:off x="6365088" y="1576224"/>
                <a:ext cx="150480" cy="154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6E5A43A-BA64-143F-A687-1FA70C5B2B34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6356088" y="1567584"/>
                  <a:ext cx="1681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0A18A11-9922-C04B-94A8-89DFD4D93066}"/>
                    </a:ext>
                  </a:extLst>
                </p14:cNvPr>
                <p14:cNvContentPartPr/>
                <p14:nvPr/>
              </p14:nvContentPartPr>
              <p14:xfrm>
                <a:off x="6449328" y="1526184"/>
                <a:ext cx="30240" cy="1530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0A18A11-9922-C04B-94A8-89DFD4D93066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6440688" y="1517184"/>
                  <a:ext cx="4788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BAD5970-7D7E-B073-BF4B-0C0AD1A55B75}"/>
                    </a:ext>
                  </a:extLst>
                </p14:cNvPr>
                <p14:cNvContentPartPr/>
                <p14:nvPr/>
              </p14:nvContentPartPr>
              <p14:xfrm>
                <a:off x="6763608" y="1355544"/>
                <a:ext cx="43560" cy="4914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BAD5970-7D7E-B073-BF4B-0C0AD1A55B75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6754968" y="1346544"/>
                  <a:ext cx="61200" cy="50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90394054-660D-BBF0-3580-25345A1A71F4}"/>
                    </a:ext>
                  </a:extLst>
                </p14:cNvPr>
                <p14:cNvContentPartPr/>
                <p14:nvPr/>
              </p14:nvContentPartPr>
              <p14:xfrm>
                <a:off x="6683328" y="1610784"/>
                <a:ext cx="218880" cy="1191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90394054-660D-BBF0-3580-25345A1A71F4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6674688" y="1601784"/>
                  <a:ext cx="23652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BC64301D-88A4-4912-FFF7-6BBD6679E808}"/>
                    </a:ext>
                  </a:extLst>
                </p14:cNvPr>
                <p14:cNvContentPartPr/>
                <p14:nvPr/>
              </p14:nvContentPartPr>
              <p14:xfrm>
                <a:off x="7031808" y="1285704"/>
                <a:ext cx="141480" cy="5529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BC64301D-88A4-4912-FFF7-6BBD6679E808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7022808" y="1277064"/>
                  <a:ext cx="159120" cy="57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4253AC6-FCAC-2BFE-D497-D5BF703B3E1B}"/>
                    </a:ext>
                  </a:extLst>
                </p14:cNvPr>
                <p14:cNvContentPartPr/>
                <p14:nvPr/>
              </p14:nvContentPartPr>
              <p14:xfrm>
                <a:off x="7276608" y="1444104"/>
                <a:ext cx="236160" cy="2152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4253AC6-FCAC-2BFE-D497-D5BF703B3E1B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7267608" y="1435104"/>
                  <a:ext cx="25380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527C36B-BBAE-A09A-256E-B7189F963347}"/>
                    </a:ext>
                  </a:extLst>
                </p14:cNvPr>
                <p14:cNvContentPartPr/>
                <p14:nvPr/>
              </p14:nvContentPartPr>
              <p14:xfrm>
                <a:off x="7651368" y="1491264"/>
                <a:ext cx="40680" cy="1162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527C36B-BBAE-A09A-256E-B7189F963347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7642728" y="1482264"/>
                  <a:ext cx="583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3495C86-D0A0-9AF8-9DDB-A41DB606B64F}"/>
                    </a:ext>
                  </a:extLst>
                </p14:cNvPr>
                <p14:cNvContentPartPr/>
                <p14:nvPr/>
              </p14:nvContentPartPr>
              <p14:xfrm>
                <a:off x="7755048" y="1512144"/>
                <a:ext cx="239760" cy="957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3495C86-D0A0-9AF8-9DDB-A41DB606B64F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7746408" y="1503144"/>
                  <a:ext cx="2574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EB953EDE-990E-2A80-F413-B834A7D01E12}"/>
                    </a:ext>
                  </a:extLst>
                </p14:cNvPr>
                <p14:cNvContentPartPr/>
                <p14:nvPr/>
              </p14:nvContentPartPr>
              <p14:xfrm>
                <a:off x="8115768" y="1515384"/>
                <a:ext cx="248040" cy="849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EB953EDE-990E-2A80-F413-B834A7D01E12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8106768" y="1506744"/>
                  <a:ext cx="2656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23CB7357-969A-D44F-C5F6-B5EE7261F187}"/>
                    </a:ext>
                  </a:extLst>
                </p14:cNvPr>
                <p14:cNvContentPartPr/>
                <p14:nvPr/>
              </p14:nvContentPartPr>
              <p14:xfrm>
                <a:off x="8504568" y="1390464"/>
                <a:ext cx="129600" cy="2728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23CB7357-969A-D44F-C5F6-B5EE7261F187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8495928" y="1381824"/>
                  <a:ext cx="14724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EC27242-ADE9-E664-54A9-F45D49BE62E7}"/>
                    </a:ext>
                  </a:extLst>
                </p14:cNvPr>
                <p14:cNvContentPartPr/>
                <p14:nvPr/>
              </p14:nvContentPartPr>
              <p14:xfrm>
                <a:off x="8670168" y="1580904"/>
                <a:ext cx="39240" cy="730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EC27242-ADE9-E664-54A9-F45D49BE62E7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8661528" y="1572264"/>
                  <a:ext cx="5688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3389AC3-FB48-87C1-ADE3-EA994D96C5F9}"/>
                    </a:ext>
                  </a:extLst>
                </p14:cNvPr>
                <p14:cNvContentPartPr/>
                <p14:nvPr/>
              </p14:nvContentPartPr>
              <p14:xfrm>
                <a:off x="8704008" y="1506744"/>
                <a:ext cx="7200" cy="237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3389AC3-FB48-87C1-ADE3-EA994D96C5F9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8695008" y="1498104"/>
                  <a:ext cx="248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2A4D1739-07C4-7AA2-D418-E909C2AD7766}"/>
                    </a:ext>
                  </a:extLst>
                </p14:cNvPr>
                <p14:cNvContentPartPr/>
                <p14:nvPr/>
              </p14:nvContentPartPr>
              <p14:xfrm>
                <a:off x="8768808" y="1577664"/>
                <a:ext cx="69120" cy="673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2A4D1739-07C4-7AA2-D418-E909C2AD7766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8759808" y="1568664"/>
                  <a:ext cx="8676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7DD991E-E647-EA0D-6AD9-FA8882A617E5}"/>
                    </a:ext>
                  </a:extLst>
                </p14:cNvPr>
                <p14:cNvContentPartPr/>
                <p14:nvPr/>
              </p14:nvContentPartPr>
              <p14:xfrm>
                <a:off x="8899848" y="1516464"/>
                <a:ext cx="62640" cy="1436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7DD991E-E647-EA0D-6AD9-FA8882A617E5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8891208" y="1507824"/>
                  <a:ext cx="8028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59E94AB0-A63A-308B-270F-F66ACBDC0AD2}"/>
                    </a:ext>
                  </a:extLst>
                </p14:cNvPr>
                <p14:cNvContentPartPr/>
                <p14:nvPr/>
              </p14:nvContentPartPr>
              <p14:xfrm>
                <a:off x="8920008" y="1353744"/>
                <a:ext cx="210960" cy="5166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59E94AB0-A63A-308B-270F-F66ACBDC0AD2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8911008" y="1344744"/>
                  <a:ext cx="228600" cy="53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89A3701-88C2-4FA6-C3D7-2DF98D51E244}"/>
                    </a:ext>
                  </a:extLst>
                </p14:cNvPr>
                <p14:cNvContentPartPr/>
                <p14:nvPr/>
              </p14:nvContentPartPr>
              <p14:xfrm>
                <a:off x="9236088" y="1612584"/>
                <a:ext cx="136440" cy="266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89A3701-88C2-4FA6-C3D7-2DF98D51E244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9227088" y="1603944"/>
                  <a:ext cx="1540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0F724A18-CDD4-7E02-6ACE-6F2C8CBD0E8B}"/>
                    </a:ext>
                  </a:extLst>
                </p14:cNvPr>
                <p14:cNvContentPartPr/>
                <p14:nvPr/>
              </p14:nvContentPartPr>
              <p14:xfrm>
                <a:off x="9316728" y="1601064"/>
                <a:ext cx="18720" cy="1069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0F724A18-CDD4-7E02-6ACE-6F2C8CBD0E8B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9308088" y="1592424"/>
                  <a:ext cx="363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33356D30-D0AF-7E5F-0042-F956D4F53C30}"/>
                    </a:ext>
                  </a:extLst>
                </p14:cNvPr>
                <p14:cNvContentPartPr/>
                <p14:nvPr/>
              </p14:nvContentPartPr>
              <p14:xfrm>
                <a:off x="9445968" y="1413864"/>
                <a:ext cx="120960" cy="4060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33356D30-D0AF-7E5F-0042-F956D4F53C30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9437328" y="1404864"/>
                  <a:ext cx="138600" cy="42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EAABE10B-D063-D386-B26C-90FFF58A7211}"/>
                    </a:ext>
                  </a:extLst>
                </p14:cNvPr>
                <p14:cNvContentPartPr/>
                <p14:nvPr/>
              </p14:nvContentPartPr>
              <p14:xfrm>
                <a:off x="9696168" y="1319544"/>
                <a:ext cx="129240" cy="4838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EAABE10B-D063-D386-B26C-90FFF58A7211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9687168" y="1310904"/>
                  <a:ext cx="146880" cy="50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61F45A58-AD74-781B-CA07-2B0610C416A7}"/>
                    </a:ext>
                  </a:extLst>
                </p14:cNvPr>
                <p14:cNvContentPartPr/>
                <p14:nvPr/>
              </p14:nvContentPartPr>
              <p14:xfrm>
                <a:off x="9870768" y="1485144"/>
                <a:ext cx="129960" cy="1508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61F45A58-AD74-781B-CA07-2B0610C416A7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9862128" y="1476504"/>
                  <a:ext cx="14760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DC530E84-E5D0-662C-6FC8-3910D37798C5}"/>
                    </a:ext>
                  </a:extLst>
                </p14:cNvPr>
                <p14:cNvContentPartPr/>
                <p14:nvPr/>
              </p14:nvContentPartPr>
              <p14:xfrm>
                <a:off x="10109808" y="1528344"/>
                <a:ext cx="43560" cy="864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DC530E84-E5D0-662C-6FC8-3910D37798C5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0101168" y="1519704"/>
                  <a:ext cx="612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FF28F732-2DD9-3C92-12F1-70296C798255}"/>
                    </a:ext>
                  </a:extLst>
                </p14:cNvPr>
                <p14:cNvContentPartPr/>
                <p14:nvPr/>
              </p14:nvContentPartPr>
              <p14:xfrm>
                <a:off x="10248048" y="1524744"/>
                <a:ext cx="72720" cy="781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FF28F732-2DD9-3C92-12F1-70296C798255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0239408" y="1516104"/>
                  <a:ext cx="9036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953947FD-3844-300F-E3E3-DE88F7FB42EE}"/>
                    </a:ext>
                  </a:extLst>
                </p14:cNvPr>
                <p14:cNvContentPartPr/>
                <p14:nvPr/>
              </p14:nvContentPartPr>
              <p14:xfrm>
                <a:off x="10386648" y="1506384"/>
                <a:ext cx="104760" cy="619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953947FD-3844-300F-E3E3-DE88F7FB42EE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0377648" y="1497384"/>
                  <a:ext cx="12240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6122EB0-F747-9F3D-76DB-A7761D1BD1C4}"/>
                    </a:ext>
                  </a:extLst>
                </p14:cNvPr>
                <p14:cNvContentPartPr/>
                <p14:nvPr/>
              </p14:nvContentPartPr>
              <p14:xfrm>
                <a:off x="10640088" y="1473624"/>
                <a:ext cx="247680" cy="1148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6122EB0-F747-9F3D-76DB-A7761D1BD1C4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0631448" y="1464984"/>
                  <a:ext cx="2653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898D4CC3-4242-5523-8770-D6D53D10998C}"/>
                    </a:ext>
                  </a:extLst>
                </p14:cNvPr>
                <p14:cNvContentPartPr/>
                <p14:nvPr/>
              </p14:nvContentPartPr>
              <p14:xfrm>
                <a:off x="10969128" y="1287864"/>
                <a:ext cx="444600" cy="3128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898D4CC3-4242-5523-8770-D6D53D10998C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0960488" y="1278864"/>
                  <a:ext cx="46224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AA20B4A9-CE9D-B6B6-FC7E-16DFD0A965E5}"/>
                    </a:ext>
                  </a:extLst>
                </p14:cNvPr>
                <p14:cNvContentPartPr/>
                <p14:nvPr/>
              </p14:nvContentPartPr>
              <p14:xfrm>
                <a:off x="11317968" y="1270584"/>
                <a:ext cx="187560" cy="55512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AA20B4A9-CE9D-B6B6-FC7E-16DFD0A965E5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1309328" y="1261584"/>
                  <a:ext cx="205200" cy="57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8CE9C558-FF82-1BEE-791B-E62901CF4D02}"/>
                    </a:ext>
                  </a:extLst>
                </p14:cNvPr>
                <p14:cNvContentPartPr/>
                <p14:nvPr/>
              </p14:nvContentPartPr>
              <p14:xfrm>
                <a:off x="11674368" y="1510704"/>
                <a:ext cx="114480" cy="327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8CE9C558-FF82-1BEE-791B-E62901CF4D02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1665368" y="1501704"/>
                  <a:ext cx="1321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ED15899E-7E65-F8F7-3261-86D1A313FCD7}"/>
                    </a:ext>
                  </a:extLst>
                </p14:cNvPr>
                <p14:cNvContentPartPr/>
                <p14:nvPr/>
              </p14:nvContentPartPr>
              <p14:xfrm>
                <a:off x="11711088" y="1606104"/>
                <a:ext cx="82440" cy="1152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ED15899E-7E65-F8F7-3261-86D1A313FCD7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1702448" y="1597464"/>
                  <a:ext cx="1000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C3065139-50B9-DA94-351C-B395995F8627}"/>
                    </a:ext>
                  </a:extLst>
                </p14:cNvPr>
                <p14:cNvContentPartPr/>
                <p14:nvPr/>
              </p14:nvContentPartPr>
              <p14:xfrm>
                <a:off x="11866248" y="1472904"/>
                <a:ext cx="81360" cy="18900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C3065139-50B9-DA94-351C-B395995F8627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1857608" y="1463904"/>
                  <a:ext cx="9900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FDA69BE4-17E2-6E4B-8D7C-E96659527BFE}"/>
                    </a:ext>
                  </a:extLst>
                </p14:cNvPr>
                <p14:cNvContentPartPr/>
                <p14:nvPr/>
              </p14:nvContentPartPr>
              <p14:xfrm>
                <a:off x="12034008" y="1515384"/>
                <a:ext cx="82440" cy="10764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FDA69BE4-17E2-6E4B-8D7C-E96659527BFE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2025368" y="1506744"/>
                  <a:ext cx="1000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3492A7F9-5517-A58B-A309-6AD53DB19759}"/>
                    </a:ext>
                  </a:extLst>
                </p14:cNvPr>
                <p14:cNvContentPartPr/>
                <p14:nvPr/>
              </p14:nvContentPartPr>
              <p14:xfrm>
                <a:off x="-13032" y="1866744"/>
                <a:ext cx="12307680" cy="35388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3492A7F9-5517-A58B-A309-6AD53DB19759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-22032" y="1858104"/>
                  <a:ext cx="12325320" cy="37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FBCE12DB-51A7-A3CF-40C2-EA0B4D64BFB7}"/>
              </a:ext>
            </a:extLst>
          </p:cNvPr>
          <p:cNvGrpSpPr/>
          <p:nvPr/>
        </p:nvGrpSpPr>
        <p:grpSpPr>
          <a:xfrm>
            <a:off x="318528" y="2318544"/>
            <a:ext cx="1450080" cy="270000"/>
            <a:chOff x="318528" y="2318544"/>
            <a:chExt cx="1450080" cy="27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390EAC50-C8BA-1F2E-ABB2-96C58CE0EB1A}"/>
                    </a:ext>
                  </a:extLst>
                </p14:cNvPr>
                <p14:cNvContentPartPr/>
                <p14:nvPr/>
              </p14:nvContentPartPr>
              <p14:xfrm>
                <a:off x="318528" y="2349144"/>
                <a:ext cx="171360" cy="21312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390EAC50-C8BA-1F2E-ABB2-96C58CE0EB1A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309528" y="2340144"/>
                  <a:ext cx="18900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96A6C3B5-143C-72F3-8796-8E29A7F25F30}"/>
                    </a:ext>
                  </a:extLst>
                </p14:cNvPr>
                <p14:cNvContentPartPr/>
                <p14:nvPr/>
              </p14:nvContentPartPr>
              <p14:xfrm>
                <a:off x="564408" y="2449584"/>
                <a:ext cx="257400" cy="1389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96A6C3B5-143C-72F3-8796-8E29A7F25F30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555408" y="2440944"/>
                  <a:ext cx="27504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83EA466F-B6BD-ED49-87CA-DD13A206D12E}"/>
                    </a:ext>
                  </a:extLst>
                </p14:cNvPr>
                <p14:cNvContentPartPr/>
                <p14:nvPr/>
              </p14:nvContentPartPr>
              <p14:xfrm>
                <a:off x="976608" y="2338344"/>
                <a:ext cx="180720" cy="15372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83EA466F-B6BD-ED49-87CA-DD13A206D12E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967968" y="2329344"/>
                  <a:ext cx="1983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15C9A080-3295-FAB0-9078-17777D74EAF0}"/>
                    </a:ext>
                  </a:extLst>
                </p14:cNvPr>
                <p14:cNvContentPartPr/>
                <p14:nvPr/>
              </p14:nvContentPartPr>
              <p14:xfrm>
                <a:off x="1258848" y="2318544"/>
                <a:ext cx="62280" cy="17532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15C9A080-3295-FAB0-9078-17777D74EAF0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250208" y="2309904"/>
                  <a:ext cx="7992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D178B9CA-4833-3B85-9484-2405544FDA09}"/>
                    </a:ext>
                  </a:extLst>
                </p14:cNvPr>
                <p14:cNvContentPartPr/>
                <p14:nvPr/>
              </p14:nvContentPartPr>
              <p14:xfrm>
                <a:off x="1460808" y="2350944"/>
                <a:ext cx="113760" cy="13500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D178B9CA-4833-3B85-9484-2405544FDA09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451808" y="2342304"/>
                  <a:ext cx="13140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7F4DC573-7948-2DF2-5870-8DD4AF57BE68}"/>
                    </a:ext>
                  </a:extLst>
                </p14:cNvPr>
                <p14:cNvContentPartPr/>
                <p14:nvPr/>
              </p14:nvContentPartPr>
              <p14:xfrm>
                <a:off x="1634328" y="2319624"/>
                <a:ext cx="134280" cy="17424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7F4DC573-7948-2DF2-5870-8DD4AF57BE68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625328" y="2310624"/>
                  <a:ext cx="151920" cy="19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29D6C96C-AD14-FF55-B546-30F907AB9434}"/>
              </a:ext>
            </a:extLst>
          </p:cNvPr>
          <p:cNvGrpSpPr/>
          <p:nvPr/>
        </p:nvGrpSpPr>
        <p:grpSpPr>
          <a:xfrm>
            <a:off x="2214288" y="2346624"/>
            <a:ext cx="396720" cy="173160"/>
            <a:chOff x="2214288" y="2346624"/>
            <a:chExt cx="396720" cy="17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E4136BDE-E4A9-BD3B-1814-CFC9766B4290}"/>
                    </a:ext>
                  </a:extLst>
                </p14:cNvPr>
                <p14:cNvContentPartPr/>
                <p14:nvPr/>
              </p14:nvContentPartPr>
              <p14:xfrm>
                <a:off x="2214288" y="2365704"/>
                <a:ext cx="138600" cy="15408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E4136BDE-E4A9-BD3B-1814-CFC9766B4290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2205288" y="2357064"/>
                  <a:ext cx="1562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0D82CAAF-F783-5C13-1FA2-D72734DA9EAC}"/>
                    </a:ext>
                  </a:extLst>
                </p14:cNvPr>
                <p14:cNvContentPartPr/>
                <p14:nvPr/>
              </p14:nvContentPartPr>
              <p14:xfrm>
                <a:off x="2417688" y="2422944"/>
                <a:ext cx="12600" cy="4284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0D82CAAF-F783-5C13-1FA2-D72734DA9EAC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2409048" y="2414304"/>
                  <a:ext cx="3024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8A066453-08B9-33BD-4F0F-1ED59E37B8DC}"/>
                    </a:ext>
                  </a:extLst>
                </p14:cNvPr>
                <p14:cNvContentPartPr/>
                <p14:nvPr/>
              </p14:nvContentPartPr>
              <p14:xfrm>
                <a:off x="2483208" y="2346624"/>
                <a:ext cx="127800" cy="16560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8A066453-08B9-33BD-4F0F-1ED59E37B8DC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2474568" y="2337624"/>
                  <a:ext cx="145440" cy="18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FAE75EEC-9926-A602-CB7D-0C0AE938E528}"/>
              </a:ext>
            </a:extLst>
          </p:cNvPr>
          <p:cNvGrpSpPr/>
          <p:nvPr/>
        </p:nvGrpSpPr>
        <p:grpSpPr>
          <a:xfrm>
            <a:off x="359928" y="2705904"/>
            <a:ext cx="1063440" cy="166320"/>
            <a:chOff x="359928" y="2705904"/>
            <a:chExt cx="1063440" cy="16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90A4F9F4-1FB8-7FDD-7181-1A6BC4DA5F45}"/>
                    </a:ext>
                  </a:extLst>
                </p14:cNvPr>
                <p14:cNvContentPartPr/>
                <p14:nvPr/>
              </p14:nvContentPartPr>
              <p14:xfrm>
                <a:off x="359928" y="2728584"/>
                <a:ext cx="160920" cy="12888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90A4F9F4-1FB8-7FDD-7181-1A6BC4DA5F45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351288" y="2719944"/>
                  <a:ext cx="1785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30E56085-B281-DC0A-65A8-9BDBFCDF2379}"/>
                    </a:ext>
                  </a:extLst>
                </p14:cNvPr>
                <p14:cNvContentPartPr/>
                <p14:nvPr/>
              </p14:nvContentPartPr>
              <p14:xfrm>
                <a:off x="682128" y="2762064"/>
                <a:ext cx="228240" cy="11016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30E56085-B281-DC0A-65A8-9BDBFCDF2379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673488" y="2753064"/>
                  <a:ext cx="24588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5CBD0469-E160-F77B-2E70-8F0DFC340A1D}"/>
                    </a:ext>
                  </a:extLst>
                </p14:cNvPr>
                <p14:cNvContentPartPr/>
                <p14:nvPr/>
              </p14:nvContentPartPr>
              <p14:xfrm>
                <a:off x="1095408" y="2715264"/>
                <a:ext cx="106200" cy="10332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5CBD0469-E160-F77B-2E70-8F0DFC340A1D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086408" y="2706624"/>
                  <a:ext cx="12384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66E3FF12-6EAF-48E4-6832-36DD824A01EC}"/>
                    </a:ext>
                  </a:extLst>
                </p14:cNvPr>
                <p14:cNvContentPartPr/>
                <p14:nvPr/>
              </p14:nvContentPartPr>
              <p14:xfrm>
                <a:off x="1303488" y="2705904"/>
                <a:ext cx="119880" cy="16020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66E3FF12-6EAF-48E4-6832-36DD824A01EC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294488" y="2697264"/>
                  <a:ext cx="137520" cy="17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1711F729-0B61-01EA-6569-C0EA5A5936A4}"/>
              </a:ext>
            </a:extLst>
          </p:cNvPr>
          <p:cNvGrpSpPr/>
          <p:nvPr/>
        </p:nvGrpSpPr>
        <p:grpSpPr>
          <a:xfrm>
            <a:off x="2259648" y="2722464"/>
            <a:ext cx="508680" cy="135720"/>
            <a:chOff x="2259648" y="2722464"/>
            <a:chExt cx="508680" cy="13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8739C006-109D-8327-08EC-4302AB3F8D1B}"/>
                    </a:ext>
                  </a:extLst>
                </p14:cNvPr>
                <p14:cNvContentPartPr/>
                <p14:nvPr/>
              </p14:nvContentPartPr>
              <p14:xfrm>
                <a:off x="2259648" y="2741544"/>
                <a:ext cx="126360" cy="11664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8739C006-109D-8327-08EC-4302AB3F8D1B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2250648" y="2732904"/>
                  <a:ext cx="14400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3079849D-F7B1-E132-CED0-51537B63B82F}"/>
                    </a:ext>
                  </a:extLst>
                </p14:cNvPr>
                <p14:cNvContentPartPr/>
                <p14:nvPr/>
              </p14:nvContentPartPr>
              <p14:xfrm>
                <a:off x="2498328" y="2778984"/>
                <a:ext cx="5040" cy="2952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3079849D-F7B1-E132-CED0-51537B63B82F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2489688" y="2769984"/>
                  <a:ext cx="226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F59AD29B-C877-B996-66BA-8E3F2C2F80B7}"/>
                    </a:ext>
                  </a:extLst>
                </p14:cNvPr>
                <p14:cNvContentPartPr/>
                <p14:nvPr/>
              </p14:nvContentPartPr>
              <p14:xfrm>
                <a:off x="2570328" y="2722464"/>
                <a:ext cx="198000" cy="13464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F59AD29B-C877-B996-66BA-8E3F2C2F80B7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2561688" y="2713824"/>
                  <a:ext cx="215640" cy="15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B440A593-D22C-2882-9E17-0033447DAC98}"/>
              </a:ext>
            </a:extLst>
          </p:cNvPr>
          <p:cNvGrpSpPr/>
          <p:nvPr/>
        </p:nvGrpSpPr>
        <p:grpSpPr>
          <a:xfrm>
            <a:off x="287928" y="3056544"/>
            <a:ext cx="252000" cy="154800"/>
            <a:chOff x="287928" y="3056544"/>
            <a:chExt cx="252000" cy="15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2CFBD69D-3A3F-7349-A882-A16EE364F55E}"/>
                    </a:ext>
                  </a:extLst>
                </p14:cNvPr>
                <p14:cNvContentPartPr/>
                <p14:nvPr/>
              </p14:nvContentPartPr>
              <p14:xfrm>
                <a:off x="287928" y="3072384"/>
                <a:ext cx="133920" cy="13896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2CFBD69D-3A3F-7349-A882-A16EE364F55E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278928" y="3063744"/>
                  <a:ext cx="1515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11DDFE19-765D-D06D-95E9-C6EDA2E462DC}"/>
                    </a:ext>
                  </a:extLst>
                </p14:cNvPr>
                <p14:cNvContentPartPr/>
                <p14:nvPr/>
              </p14:nvContentPartPr>
              <p14:xfrm>
                <a:off x="483768" y="3056544"/>
                <a:ext cx="56160" cy="13896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11DDFE19-765D-D06D-95E9-C6EDA2E462DC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474768" y="3047544"/>
                  <a:ext cx="73800" cy="156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3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E27058F3-A742-A193-BCF4-8F9F7E54A60E}"/>
                  </a:ext>
                </a:extLst>
              </p14:cNvPr>
              <p14:cNvContentPartPr/>
              <p14:nvPr/>
            </p14:nvContentPartPr>
            <p14:xfrm>
              <a:off x="695808" y="3069864"/>
              <a:ext cx="290880" cy="120240"/>
            </p14:xfrm>
          </p:contentPart>
        </mc:Choice>
        <mc:Fallback xmlns=""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E27058F3-A742-A193-BCF4-8F9F7E54A60E}"/>
                  </a:ext>
                </a:extLst>
              </p:cNvPr>
              <p:cNvPicPr/>
              <p:nvPr/>
            </p:nvPicPr>
            <p:blipFill>
              <a:blip r:embed="rId274"/>
              <a:stretch>
                <a:fillRect/>
              </a:stretch>
            </p:blipFill>
            <p:spPr>
              <a:xfrm>
                <a:off x="687168" y="3061224"/>
                <a:ext cx="308520" cy="137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35" name="Group 234">
            <a:extLst>
              <a:ext uri="{FF2B5EF4-FFF2-40B4-BE49-F238E27FC236}">
                <a16:creationId xmlns:a16="http://schemas.microsoft.com/office/drawing/2014/main" id="{9BBF4C00-5587-7B1E-CF65-F852320D75E1}"/>
              </a:ext>
            </a:extLst>
          </p:cNvPr>
          <p:cNvGrpSpPr/>
          <p:nvPr/>
        </p:nvGrpSpPr>
        <p:grpSpPr>
          <a:xfrm>
            <a:off x="1044648" y="2988144"/>
            <a:ext cx="972720" cy="212760"/>
            <a:chOff x="1044648" y="2988144"/>
            <a:chExt cx="972720" cy="21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80D3361D-EE49-284B-D12A-7D0FCC9DEB25}"/>
                    </a:ext>
                  </a:extLst>
                </p14:cNvPr>
                <p14:cNvContentPartPr/>
                <p14:nvPr/>
              </p14:nvContentPartPr>
              <p14:xfrm>
                <a:off x="1044648" y="3061224"/>
                <a:ext cx="140040" cy="13968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80D3361D-EE49-284B-D12A-7D0FCC9DEB25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1036008" y="3052584"/>
                  <a:ext cx="15768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895AB726-2FA6-D6DB-2EB2-6CB3C95F1E8C}"/>
                    </a:ext>
                  </a:extLst>
                </p14:cNvPr>
                <p14:cNvContentPartPr/>
                <p14:nvPr/>
              </p14:nvContentPartPr>
              <p14:xfrm>
                <a:off x="1219608" y="2988144"/>
                <a:ext cx="171720" cy="18828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895AB726-2FA6-D6DB-2EB2-6CB3C95F1E8C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1210968" y="2979504"/>
                  <a:ext cx="18936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76EDDB53-F837-ED9F-45CF-DA74EEA22B99}"/>
                    </a:ext>
                  </a:extLst>
                </p14:cNvPr>
                <p14:cNvContentPartPr/>
                <p14:nvPr/>
              </p14:nvContentPartPr>
              <p14:xfrm>
                <a:off x="1361808" y="3074184"/>
                <a:ext cx="89640" cy="2592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76EDDB53-F837-ED9F-45CF-DA74EEA22B99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1352808" y="3065184"/>
                  <a:ext cx="1072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CEF77B0A-0EFB-4F04-0EAC-BCE3026B85D1}"/>
                    </a:ext>
                  </a:extLst>
                </p14:cNvPr>
                <p14:cNvContentPartPr/>
                <p14:nvPr/>
              </p14:nvContentPartPr>
              <p14:xfrm>
                <a:off x="1531728" y="3050784"/>
                <a:ext cx="131400" cy="11664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CEF77B0A-0EFB-4F04-0EAC-BCE3026B85D1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522728" y="3041784"/>
                  <a:ext cx="14904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E073AAF8-EAE5-B938-7C96-9C3C3400F106}"/>
                    </a:ext>
                  </a:extLst>
                </p14:cNvPr>
                <p14:cNvContentPartPr/>
                <p14:nvPr/>
              </p14:nvContentPartPr>
              <p14:xfrm>
                <a:off x="1727928" y="3054744"/>
                <a:ext cx="42120" cy="8100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E073AAF8-EAE5-B938-7C96-9C3C3400F106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1718928" y="3046104"/>
                  <a:ext cx="5976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0F4564D4-612D-DEC7-95A0-E404A7CE9683}"/>
                    </a:ext>
                  </a:extLst>
                </p14:cNvPr>
                <p14:cNvContentPartPr/>
                <p14:nvPr/>
              </p14:nvContentPartPr>
              <p14:xfrm>
                <a:off x="1817568" y="3069504"/>
                <a:ext cx="58320" cy="5652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0F4564D4-612D-DEC7-95A0-E404A7CE9683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1808928" y="3060504"/>
                  <a:ext cx="7596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CAE6CB0F-44D7-EC31-CD34-403FB193E517}"/>
                    </a:ext>
                  </a:extLst>
                </p14:cNvPr>
                <p14:cNvContentPartPr/>
                <p14:nvPr/>
              </p14:nvContentPartPr>
              <p14:xfrm>
                <a:off x="1931688" y="3073104"/>
                <a:ext cx="85680" cy="4392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CAE6CB0F-44D7-EC31-CD34-403FB193E517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1923048" y="3064104"/>
                  <a:ext cx="103320" cy="6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0" name="Group 239">
            <a:extLst>
              <a:ext uri="{FF2B5EF4-FFF2-40B4-BE49-F238E27FC236}">
                <a16:creationId xmlns:a16="http://schemas.microsoft.com/office/drawing/2014/main" id="{26EBECEE-74E1-027F-79E3-29BC8771200D}"/>
              </a:ext>
            </a:extLst>
          </p:cNvPr>
          <p:cNvGrpSpPr/>
          <p:nvPr/>
        </p:nvGrpSpPr>
        <p:grpSpPr>
          <a:xfrm>
            <a:off x="2356488" y="2987064"/>
            <a:ext cx="373680" cy="235800"/>
            <a:chOff x="2356488" y="2987064"/>
            <a:chExt cx="373680" cy="23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098B6669-85AC-EB0D-52A5-25E81F2A5BE3}"/>
                    </a:ext>
                  </a:extLst>
                </p14:cNvPr>
                <p14:cNvContentPartPr/>
                <p14:nvPr/>
              </p14:nvContentPartPr>
              <p14:xfrm>
                <a:off x="2356488" y="3015864"/>
                <a:ext cx="91800" cy="13500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098B6669-85AC-EB0D-52A5-25E81F2A5BE3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2347848" y="3006864"/>
                  <a:ext cx="1094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91E04FB1-B6D1-5B37-CE87-83439871146A}"/>
                    </a:ext>
                  </a:extLst>
                </p14:cNvPr>
                <p14:cNvContentPartPr/>
                <p14:nvPr/>
              </p14:nvContentPartPr>
              <p14:xfrm>
                <a:off x="2509128" y="3091104"/>
                <a:ext cx="2160" cy="2772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91E04FB1-B6D1-5B37-CE87-83439871146A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2500488" y="3082464"/>
                  <a:ext cx="198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F0909846-C46E-33A1-B9E0-E8A438A6E758}"/>
                    </a:ext>
                  </a:extLst>
                </p14:cNvPr>
                <p14:cNvContentPartPr/>
                <p14:nvPr/>
              </p14:nvContentPartPr>
              <p14:xfrm>
                <a:off x="2609208" y="2987064"/>
                <a:ext cx="120960" cy="23580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F0909846-C46E-33A1-B9E0-E8A438A6E758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2600208" y="2978424"/>
                  <a:ext cx="138600" cy="25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FAB7E095-8FE7-2EFB-A3A9-0019D42BF569}"/>
              </a:ext>
            </a:extLst>
          </p:cNvPr>
          <p:cNvGrpSpPr/>
          <p:nvPr/>
        </p:nvGrpSpPr>
        <p:grpSpPr>
          <a:xfrm>
            <a:off x="281088" y="3352464"/>
            <a:ext cx="668880" cy="221400"/>
            <a:chOff x="281088" y="3352464"/>
            <a:chExt cx="668880" cy="22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1C639C36-CE5B-F7C8-DC68-0E376E4337D7}"/>
                    </a:ext>
                  </a:extLst>
                </p14:cNvPr>
                <p14:cNvContentPartPr/>
                <p14:nvPr/>
              </p14:nvContentPartPr>
              <p14:xfrm>
                <a:off x="281088" y="3392784"/>
                <a:ext cx="164520" cy="18108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1C639C36-CE5B-F7C8-DC68-0E376E4337D7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272088" y="3384144"/>
                  <a:ext cx="18216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CF89A86B-4412-657B-54C1-5305D08E4A7C}"/>
                    </a:ext>
                  </a:extLst>
                </p14:cNvPr>
                <p14:cNvContentPartPr/>
                <p14:nvPr/>
              </p14:nvContentPartPr>
              <p14:xfrm>
                <a:off x="502848" y="3352464"/>
                <a:ext cx="82080" cy="20520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CF89A86B-4412-657B-54C1-5305D08E4A7C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493848" y="3343464"/>
                  <a:ext cx="9972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BE4F4E34-5774-603A-F215-BA7AEDA7C50D}"/>
                    </a:ext>
                  </a:extLst>
                </p14:cNvPr>
                <p14:cNvContentPartPr/>
                <p14:nvPr/>
              </p14:nvContentPartPr>
              <p14:xfrm>
                <a:off x="693648" y="3462264"/>
                <a:ext cx="256320" cy="9396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BE4F4E34-5774-603A-F215-BA7AEDA7C50D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684648" y="3453264"/>
                  <a:ext cx="273960" cy="11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7E23E0D7-0E9F-9713-29B1-DA651AC02CB4}"/>
              </a:ext>
            </a:extLst>
          </p:cNvPr>
          <p:cNvGrpSpPr/>
          <p:nvPr/>
        </p:nvGrpSpPr>
        <p:grpSpPr>
          <a:xfrm>
            <a:off x="1136808" y="3380544"/>
            <a:ext cx="568440" cy="134280"/>
            <a:chOff x="1136808" y="3380544"/>
            <a:chExt cx="568440" cy="13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A3A4B878-C557-F86E-1143-B5A8549A0E5E}"/>
                    </a:ext>
                  </a:extLst>
                </p14:cNvPr>
                <p14:cNvContentPartPr/>
                <p14:nvPr/>
              </p14:nvContentPartPr>
              <p14:xfrm>
                <a:off x="1136808" y="3380544"/>
                <a:ext cx="157680" cy="13428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A3A4B878-C557-F86E-1143-B5A8549A0E5E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1127808" y="3371544"/>
                  <a:ext cx="1753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31C31F19-5E56-7AEB-9201-ED04FC219A48}"/>
                    </a:ext>
                  </a:extLst>
                </p14:cNvPr>
                <p14:cNvContentPartPr/>
                <p14:nvPr/>
              </p14:nvContentPartPr>
              <p14:xfrm>
                <a:off x="1372248" y="3393864"/>
                <a:ext cx="54360" cy="9252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31C31F19-5E56-7AEB-9201-ED04FC219A48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1363608" y="3384864"/>
                  <a:ext cx="720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8DC46B83-765A-1E0C-AB79-73C73D27E403}"/>
                    </a:ext>
                  </a:extLst>
                </p14:cNvPr>
                <p14:cNvContentPartPr/>
                <p14:nvPr/>
              </p14:nvContentPartPr>
              <p14:xfrm>
                <a:off x="1486368" y="3402144"/>
                <a:ext cx="62640" cy="8244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8DC46B83-765A-1E0C-AB79-73C73D27E403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1477728" y="3393504"/>
                  <a:ext cx="8028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24FEEC9A-1860-9C6B-FB6D-964D58C8CC82}"/>
                    </a:ext>
                  </a:extLst>
                </p14:cNvPr>
                <p14:cNvContentPartPr/>
                <p14:nvPr/>
              </p14:nvContentPartPr>
              <p14:xfrm>
                <a:off x="1588248" y="3407544"/>
                <a:ext cx="117000" cy="5472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24FEEC9A-1860-9C6B-FB6D-964D58C8CC82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1579608" y="3398544"/>
                  <a:ext cx="134640" cy="7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BBBDBECD-3E63-BD20-79D3-0F3EA608B54E}"/>
              </a:ext>
            </a:extLst>
          </p:cNvPr>
          <p:cNvGrpSpPr/>
          <p:nvPr/>
        </p:nvGrpSpPr>
        <p:grpSpPr>
          <a:xfrm>
            <a:off x="2417328" y="3358224"/>
            <a:ext cx="428400" cy="153720"/>
            <a:chOff x="2417328" y="3358224"/>
            <a:chExt cx="428400" cy="15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499CAFCF-EFAF-2B37-ACAB-DDA4133994B1}"/>
                    </a:ext>
                  </a:extLst>
                </p14:cNvPr>
                <p14:cNvContentPartPr/>
                <p14:nvPr/>
              </p14:nvContentPartPr>
              <p14:xfrm>
                <a:off x="2417328" y="3361824"/>
                <a:ext cx="90360" cy="15012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499CAFCF-EFAF-2B37-ACAB-DDA4133994B1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2408688" y="3353184"/>
                  <a:ext cx="10800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A55B279A-B726-8B00-5ED5-71E3BA02C2B3}"/>
                    </a:ext>
                  </a:extLst>
                </p14:cNvPr>
                <p14:cNvContentPartPr/>
                <p14:nvPr/>
              </p14:nvContentPartPr>
              <p14:xfrm>
                <a:off x="2618208" y="3426624"/>
                <a:ext cx="12240" cy="3816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A55B279A-B726-8B00-5ED5-71E3BA02C2B3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2609208" y="3417624"/>
                  <a:ext cx="298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A24595AA-943C-A86D-6E8D-8C916FC46DB6}"/>
                    </a:ext>
                  </a:extLst>
                </p14:cNvPr>
                <p14:cNvContentPartPr/>
                <p14:nvPr/>
              </p14:nvContentPartPr>
              <p14:xfrm>
                <a:off x="2680848" y="3358224"/>
                <a:ext cx="164880" cy="13392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A24595AA-943C-A86D-6E8D-8C916FC46DB6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2671848" y="3349224"/>
                  <a:ext cx="182520" cy="15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1EEB6519-0998-FC35-5888-E8C66EE71B53}"/>
              </a:ext>
            </a:extLst>
          </p:cNvPr>
          <p:cNvGrpSpPr/>
          <p:nvPr/>
        </p:nvGrpSpPr>
        <p:grpSpPr>
          <a:xfrm>
            <a:off x="311328" y="3699864"/>
            <a:ext cx="272160" cy="145440"/>
            <a:chOff x="311328" y="3699864"/>
            <a:chExt cx="272160" cy="14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9484458C-22DA-211B-31CF-CF3CAD83C2D1}"/>
                    </a:ext>
                  </a:extLst>
                </p14:cNvPr>
                <p14:cNvContentPartPr/>
                <p14:nvPr/>
              </p14:nvContentPartPr>
              <p14:xfrm>
                <a:off x="311328" y="3738384"/>
                <a:ext cx="136440" cy="10692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9484458C-22DA-211B-31CF-CF3CAD83C2D1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302328" y="3729744"/>
                  <a:ext cx="1540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B9DDC6B1-432D-1F9A-9ADF-2D718BED0696}"/>
                    </a:ext>
                  </a:extLst>
                </p14:cNvPr>
                <p14:cNvContentPartPr/>
                <p14:nvPr/>
              </p14:nvContentPartPr>
              <p14:xfrm>
                <a:off x="516888" y="3699864"/>
                <a:ext cx="66600" cy="14220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B9DDC6B1-432D-1F9A-9ADF-2D718BED0696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508248" y="3691224"/>
                  <a:ext cx="84240" cy="15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657A8781-CF0A-2BCC-6476-379800104AD0}"/>
              </a:ext>
            </a:extLst>
          </p:cNvPr>
          <p:cNvGrpSpPr/>
          <p:nvPr/>
        </p:nvGrpSpPr>
        <p:grpSpPr>
          <a:xfrm>
            <a:off x="791208" y="3623544"/>
            <a:ext cx="1199880" cy="242640"/>
            <a:chOff x="791208" y="3623544"/>
            <a:chExt cx="1199880" cy="24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2D389BED-7DDC-92C2-1856-B21DB9463F5F}"/>
                    </a:ext>
                  </a:extLst>
                </p14:cNvPr>
                <p14:cNvContentPartPr/>
                <p14:nvPr/>
              </p14:nvContentPartPr>
              <p14:xfrm>
                <a:off x="791208" y="3756744"/>
                <a:ext cx="318600" cy="10152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2D389BED-7DDC-92C2-1856-B21DB9463F5F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782208" y="3748104"/>
                  <a:ext cx="33624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B2A69F32-0F3A-DE09-DBD3-CD5F55ECA10B}"/>
                    </a:ext>
                  </a:extLst>
                </p14:cNvPr>
                <p14:cNvContentPartPr/>
                <p14:nvPr/>
              </p14:nvContentPartPr>
              <p14:xfrm>
                <a:off x="1195128" y="3623544"/>
                <a:ext cx="57240" cy="24264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B2A69F32-0F3A-DE09-DBD3-CD5F55ECA10B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1186128" y="3614544"/>
                  <a:ext cx="7488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E132D5E4-3A46-256C-0FA3-447BCF5DBF2A}"/>
                    </a:ext>
                  </a:extLst>
                </p14:cNvPr>
                <p14:cNvContentPartPr/>
                <p14:nvPr/>
              </p14:nvContentPartPr>
              <p14:xfrm>
                <a:off x="1303488" y="3761784"/>
                <a:ext cx="78480" cy="8316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E132D5E4-3A46-256C-0FA3-447BCF5DBF2A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1294488" y="3752784"/>
                  <a:ext cx="9612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262BCD83-8E05-29D6-4D80-63D9D34B1521}"/>
                    </a:ext>
                  </a:extLst>
                </p14:cNvPr>
                <p14:cNvContentPartPr/>
                <p14:nvPr/>
              </p14:nvContentPartPr>
              <p14:xfrm>
                <a:off x="1426608" y="3760344"/>
                <a:ext cx="55080" cy="8244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262BCD83-8E05-29D6-4D80-63D9D34B1521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1417968" y="3751704"/>
                  <a:ext cx="727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F8BB7039-80C1-0AC0-CC7B-525D1D15A9E3}"/>
                    </a:ext>
                  </a:extLst>
                </p14:cNvPr>
                <p14:cNvContentPartPr/>
                <p14:nvPr/>
              </p14:nvContentPartPr>
              <p14:xfrm>
                <a:off x="1503648" y="3776904"/>
                <a:ext cx="95760" cy="5832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F8BB7039-80C1-0AC0-CC7B-525D1D15A9E3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1495008" y="3767904"/>
                  <a:ext cx="11340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3AACE45C-C5DB-F621-9AB5-242F64E41113}"/>
                    </a:ext>
                  </a:extLst>
                </p14:cNvPr>
                <p14:cNvContentPartPr/>
                <p14:nvPr/>
              </p14:nvContentPartPr>
              <p14:xfrm>
                <a:off x="1671768" y="3757104"/>
                <a:ext cx="49320" cy="5652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3AACE45C-C5DB-F621-9AB5-242F64E41113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1663128" y="3748104"/>
                  <a:ext cx="6696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C330CD76-EEE9-3EDF-2FE6-091AE54A99F0}"/>
                    </a:ext>
                  </a:extLst>
                </p14:cNvPr>
                <p14:cNvContentPartPr/>
                <p14:nvPr/>
              </p14:nvContentPartPr>
              <p14:xfrm>
                <a:off x="1767168" y="3763224"/>
                <a:ext cx="66240" cy="5292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C330CD76-EEE9-3EDF-2FE6-091AE54A99F0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1758528" y="3754584"/>
                  <a:ext cx="8388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F17B49E9-2351-04AB-C274-016BCA5C99F9}"/>
                    </a:ext>
                  </a:extLst>
                </p14:cNvPr>
                <p14:cNvContentPartPr/>
                <p14:nvPr/>
              </p14:nvContentPartPr>
              <p14:xfrm>
                <a:off x="1888128" y="3763584"/>
                <a:ext cx="102960" cy="3096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F17B49E9-2351-04AB-C274-016BCA5C99F9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1879488" y="3754584"/>
                  <a:ext cx="120600" cy="4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9" name="Group 268">
            <a:extLst>
              <a:ext uri="{FF2B5EF4-FFF2-40B4-BE49-F238E27FC236}">
                <a16:creationId xmlns:a16="http://schemas.microsoft.com/office/drawing/2014/main" id="{1B831977-3DA4-F2F0-76DE-41F302B6C9FB}"/>
              </a:ext>
            </a:extLst>
          </p:cNvPr>
          <p:cNvGrpSpPr/>
          <p:nvPr/>
        </p:nvGrpSpPr>
        <p:grpSpPr>
          <a:xfrm>
            <a:off x="2481768" y="3684744"/>
            <a:ext cx="494640" cy="135720"/>
            <a:chOff x="2481768" y="3684744"/>
            <a:chExt cx="494640" cy="13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88B56BBB-90C8-9984-D73D-52B8F3D4D5C5}"/>
                    </a:ext>
                  </a:extLst>
                </p14:cNvPr>
                <p14:cNvContentPartPr/>
                <p14:nvPr/>
              </p14:nvContentPartPr>
              <p14:xfrm>
                <a:off x="2481768" y="3684744"/>
                <a:ext cx="98640" cy="13284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88B56BBB-90C8-9984-D73D-52B8F3D4D5C5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2472768" y="3675744"/>
                  <a:ext cx="1162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6A7D8AD7-88E8-2B8A-1DD1-595F8E617EC0}"/>
                    </a:ext>
                  </a:extLst>
                </p14:cNvPr>
                <p14:cNvContentPartPr/>
                <p14:nvPr/>
              </p14:nvContentPartPr>
              <p14:xfrm>
                <a:off x="2647728" y="3734064"/>
                <a:ext cx="20520" cy="4356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6A7D8AD7-88E8-2B8A-1DD1-595F8E617EC0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2638728" y="3725424"/>
                  <a:ext cx="3816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C5E3A0F1-999D-3397-A547-7E36DC7837D3}"/>
                    </a:ext>
                  </a:extLst>
                </p14:cNvPr>
                <p14:cNvContentPartPr/>
                <p14:nvPr/>
              </p14:nvContentPartPr>
              <p14:xfrm>
                <a:off x="2769048" y="3692304"/>
                <a:ext cx="207360" cy="12816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C5E3A0F1-999D-3397-A547-7E36DC7837D3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2760408" y="3683304"/>
                  <a:ext cx="225000" cy="14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1A85EE08-B651-8363-684D-6AE786FD7BFC}"/>
              </a:ext>
            </a:extLst>
          </p:cNvPr>
          <p:cNvGrpSpPr/>
          <p:nvPr/>
        </p:nvGrpSpPr>
        <p:grpSpPr>
          <a:xfrm>
            <a:off x="291528" y="4014864"/>
            <a:ext cx="646560" cy="164160"/>
            <a:chOff x="291528" y="4014864"/>
            <a:chExt cx="646560" cy="16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B8D6A336-81A4-6B73-AB66-1B6B361228B6}"/>
                    </a:ext>
                  </a:extLst>
                </p14:cNvPr>
                <p14:cNvContentPartPr/>
                <p14:nvPr/>
              </p14:nvContentPartPr>
              <p14:xfrm>
                <a:off x="291528" y="4035384"/>
                <a:ext cx="107640" cy="14364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B8D6A336-81A4-6B73-AB66-1B6B361228B6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282528" y="4026384"/>
                  <a:ext cx="12528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08F75129-FA37-EC78-D77B-51B44309C4EF}"/>
                    </a:ext>
                  </a:extLst>
                </p14:cNvPr>
                <p14:cNvContentPartPr/>
                <p14:nvPr/>
              </p14:nvContentPartPr>
              <p14:xfrm>
                <a:off x="471528" y="4014864"/>
                <a:ext cx="81000" cy="13644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08F75129-FA37-EC78-D77B-51B44309C4EF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462528" y="4005864"/>
                  <a:ext cx="9864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6BEF066E-BE06-619C-C241-7B85FFBF6918}"/>
                    </a:ext>
                  </a:extLst>
                </p14:cNvPr>
                <p14:cNvContentPartPr/>
                <p14:nvPr/>
              </p14:nvContentPartPr>
              <p14:xfrm>
                <a:off x="682128" y="4101984"/>
                <a:ext cx="255960" cy="7272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6BEF066E-BE06-619C-C241-7B85FFBF6918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673488" y="4092984"/>
                  <a:ext cx="273600" cy="9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CFBB9F60-A8EE-EFA6-8CE5-0B61659F2035}"/>
              </a:ext>
            </a:extLst>
          </p:cNvPr>
          <p:cNvGrpSpPr/>
          <p:nvPr/>
        </p:nvGrpSpPr>
        <p:grpSpPr>
          <a:xfrm>
            <a:off x="1133568" y="3960504"/>
            <a:ext cx="985680" cy="235800"/>
            <a:chOff x="1133568" y="3960504"/>
            <a:chExt cx="985680" cy="23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7DC1FCB6-2D77-3836-2AD7-B87FF9F1352A}"/>
                    </a:ext>
                  </a:extLst>
                </p14:cNvPr>
                <p14:cNvContentPartPr/>
                <p14:nvPr/>
              </p14:nvContentPartPr>
              <p14:xfrm>
                <a:off x="1133568" y="4025664"/>
                <a:ext cx="114120" cy="12780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7DC1FCB6-2D77-3836-2AD7-B87FF9F1352A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1124568" y="4017024"/>
                  <a:ext cx="1317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5CFD7438-FE46-A19F-02DA-EC1F873DE800}"/>
                    </a:ext>
                  </a:extLst>
                </p14:cNvPr>
                <p14:cNvContentPartPr/>
                <p14:nvPr/>
              </p14:nvContentPartPr>
              <p14:xfrm>
                <a:off x="1289448" y="4008744"/>
                <a:ext cx="138600" cy="15300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5CFD7438-FE46-A19F-02DA-EC1F873DE800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1280448" y="3999744"/>
                  <a:ext cx="15624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4781137D-537D-6A68-6105-BEBF14AB95FB}"/>
                    </a:ext>
                  </a:extLst>
                </p14:cNvPr>
                <p14:cNvContentPartPr/>
                <p14:nvPr/>
              </p14:nvContentPartPr>
              <p14:xfrm>
                <a:off x="1400688" y="4078224"/>
                <a:ext cx="70920" cy="2448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4781137D-537D-6A68-6105-BEBF14AB95FB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1392048" y="4069584"/>
                  <a:ext cx="885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2A1EDDA0-D5FD-9C5A-13C8-E67CBD778EB6}"/>
                    </a:ext>
                  </a:extLst>
                </p14:cNvPr>
                <p14:cNvContentPartPr/>
                <p14:nvPr/>
              </p14:nvContentPartPr>
              <p14:xfrm>
                <a:off x="1563768" y="4048704"/>
                <a:ext cx="79200" cy="14760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2A1EDDA0-D5FD-9C5A-13C8-E67CBD778EB6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1555128" y="4040064"/>
                  <a:ext cx="968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80FFA629-3CEE-CD3D-2A2F-77944E92B7B2}"/>
                    </a:ext>
                  </a:extLst>
                </p14:cNvPr>
                <p14:cNvContentPartPr/>
                <p14:nvPr/>
              </p14:nvContentPartPr>
              <p14:xfrm>
                <a:off x="1703808" y="4076064"/>
                <a:ext cx="43920" cy="7128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80FFA629-3CEE-CD3D-2A2F-77944E92B7B2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1694808" y="4067064"/>
                  <a:ext cx="6156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907CFE9E-DFEE-0426-1F92-8CFB5716269F}"/>
                    </a:ext>
                  </a:extLst>
                </p14:cNvPr>
                <p14:cNvContentPartPr/>
                <p14:nvPr/>
              </p14:nvContentPartPr>
              <p14:xfrm>
                <a:off x="1777608" y="4077144"/>
                <a:ext cx="52200" cy="5220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907CFE9E-DFEE-0426-1F92-8CFB5716269F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1768608" y="4068144"/>
                  <a:ext cx="6984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DFD26237-3F2C-7D4B-26A1-D8F208550A70}"/>
                    </a:ext>
                  </a:extLst>
                </p14:cNvPr>
                <p14:cNvContentPartPr/>
                <p14:nvPr/>
              </p14:nvContentPartPr>
              <p14:xfrm>
                <a:off x="1870128" y="4070304"/>
                <a:ext cx="84600" cy="4788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DFD26237-3F2C-7D4B-26A1-D8F208550A70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1861128" y="4061304"/>
                  <a:ext cx="10224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8534C971-7407-1235-0BED-EE451C18B4CB}"/>
                    </a:ext>
                  </a:extLst>
                </p14:cNvPr>
                <p14:cNvContentPartPr/>
                <p14:nvPr/>
              </p14:nvContentPartPr>
              <p14:xfrm>
                <a:off x="1982088" y="3991824"/>
                <a:ext cx="36360" cy="15984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8534C971-7407-1235-0BED-EE451C18B4CB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1973448" y="3982824"/>
                  <a:ext cx="5400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A669193B-395F-BAE4-A002-75414B4B8BAF}"/>
                    </a:ext>
                  </a:extLst>
                </p14:cNvPr>
                <p14:cNvContentPartPr/>
                <p14:nvPr/>
              </p14:nvContentPartPr>
              <p14:xfrm>
                <a:off x="2007288" y="3960504"/>
                <a:ext cx="111960" cy="18684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A669193B-395F-BAE4-A002-75414B4B8BAF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1998288" y="3951864"/>
                  <a:ext cx="129600" cy="20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9" name="Group 288">
            <a:extLst>
              <a:ext uri="{FF2B5EF4-FFF2-40B4-BE49-F238E27FC236}">
                <a16:creationId xmlns:a16="http://schemas.microsoft.com/office/drawing/2014/main" id="{9BD2967F-582C-1C5A-87B6-9187E0AF1E82}"/>
              </a:ext>
            </a:extLst>
          </p:cNvPr>
          <p:cNvGrpSpPr/>
          <p:nvPr/>
        </p:nvGrpSpPr>
        <p:grpSpPr>
          <a:xfrm>
            <a:off x="2521368" y="4013424"/>
            <a:ext cx="543600" cy="155880"/>
            <a:chOff x="2521368" y="4013424"/>
            <a:chExt cx="543600" cy="15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583192E5-E26C-BE29-59C5-09BB29B7BF7D}"/>
                    </a:ext>
                  </a:extLst>
                </p14:cNvPr>
                <p14:cNvContentPartPr/>
                <p14:nvPr/>
              </p14:nvContentPartPr>
              <p14:xfrm>
                <a:off x="2521368" y="4013424"/>
                <a:ext cx="89280" cy="14148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583192E5-E26C-BE29-59C5-09BB29B7BF7D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2512728" y="4004784"/>
                  <a:ext cx="1069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40AEFA66-D6FF-5F52-9F9E-8DCA5A9BC3E4}"/>
                    </a:ext>
                  </a:extLst>
                </p14:cNvPr>
                <p14:cNvContentPartPr/>
                <p14:nvPr/>
              </p14:nvContentPartPr>
              <p14:xfrm>
                <a:off x="2681928" y="4087224"/>
                <a:ext cx="5760" cy="1944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40AEFA66-D6FF-5F52-9F9E-8DCA5A9BC3E4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2672928" y="4078584"/>
                  <a:ext cx="234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13837E5C-4E16-B86D-8182-70622A3FAAA3}"/>
                    </a:ext>
                  </a:extLst>
                </p14:cNvPr>
                <p14:cNvContentPartPr/>
                <p14:nvPr/>
              </p14:nvContentPartPr>
              <p14:xfrm>
                <a:off x="2810808" y="4015944"/>
                <a:ext cx="254160" cy="15336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13837E5C-4E16-B86D-8182-70622A3FAAA3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2802168" y="4006944"/>
                  <a:ext cx="271800" cy="17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3" name="Group 292">
            <a:extLst>
              <a:ext uri="{FF2B5EF4-FFF2-40B4-BE49-F238E27FC236}">
                <a16:creationId xmlns:a16="http://schemas.microsoft.com/office/drawing/2014/main" id="{EB8289A4-0870-E418-4924-8CF213DEC887}"/>
              </a:ext>
            </a:extLst>
          </p:cNvPr>
          <p:cNvGrpSpPr/>
          <p:nvPr/>
        </p:nvGrpSpPr>
        <p:grpSpPr>
          <a:xfrm>
            <a:off x="208368" y="4310064"/>
            <a:ext cx="325080" cy="180000"/>
            <a:chOff x="208368" y="4310064"/>
            <a:chExt cx="325080" cy="18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C4663A0B-BB98-F1AA-DCB8-6E53740248C3}"/>
                    </a:ext>
                  </a:extLst>
                </p14:cNvPr>
                <p14:cNvContentPartPr/>
                <p14:nvPr/>
              </p14:nvContentPartPr>
              <p14:xfrm>
                <a:off x="208368" y="4359744"/>
                <a:ext cx="127080" cy="13032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C4663A0B-BB98-F1AA-DCB8-6E53740248C3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99368" y="4350744"/>
                  <a:ext cx="14472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A9322B92-34C8-8293-E7D3-EC2B454BB63F}"/>
                    </a:ext>
                  </a:extLst>
                </p14:cNvPr>
                <p14:cNvContentPartPr/>
                <p14:nvPr/>
              </p14:nvContentPartPr>
              <p14:xfrm>
                <a:off x="449208" y="4310064"/>
                <a:ext cx="84240" cy="14652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A9322B92-34C8-8293-E7D3-EC2B454BB63F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440208" y="4301424"/>
                  <a:ext cx="101880" cy="164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75">
            <p14:nvContentPartPr>
              <p14:cNvPr id="292" name="Ink 291">
                <a:extLst>
                  <a:ext uri="{FF2B5EF4-FFF2-40B4-BE49-F238E27FC236}">
                    <a16:creationId xmlns:a16="http://schemas.microsoft.com/office/drawing/2014/main" id="{0B1F77B4-27CE-86B9-158B-57BC6FAC0852}"/>
                  </a:ext>
                </a:extLst>
              </p14:cNvPr>
              <p14:cNvContentPartPr/>
              <p14:nvPr/>
            </p14:nvContentPartPr>
            <p14:xfrm>
              <a:off x="733608" y="4420584"/>
              <a:ext cx="244800" cy="77760"/>
            </p14:xfrm>
          </p:contentPart>
        </mc:Choice>
        <mc:Fallback xmlns="">
          <p:pic>
            <p:nvPicPr>
              <p:cNvPr id="292" name="Ink 291">
                <a:extLst>
                  <a:ext uri="{FF2B5EF4-FFF2-40B4-BE49-F238E27FC236}">
                    <a16:creationId xmlns:a16="http://schemas.microsoft.com/office/drawing/2014/main" id="{0B1F77B4-27CE-86B9-158B-57BC6FAC0852}"/>
                  </a:ext>
                </a:extLst>
              </p:cNvPr>
              <p:cNvPicPr/>
              <p:nvPr/>
            </p:nvPicPr>
            <p:blipFill>
              <a:blip r:embed="rId376"/>
              <a:stretch>
                <a:fillRect/>
              </a:stretch>
            </p:blipFill>
            <p:spPr>
              <a:xfrm>
                <a:off x="724968" y="4411584"/>
                <a:ext cx="262440" cy="95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99" name="Group 298">
            <a:extLst>
              <a:ext uri="{FF2B5EF4-FFF2-40B4-BE49-F238E27FC236}">
                <a16:creationId xmlns:a16="http://schemas.microsoft.com/office/drawing/2014/main" id="{BC8000CA-0340-52D7-E345-153C78095692}"/>
              </a:ext>
            </a:extLst>
          </p:cNvPr>
          <p:cNvGrpSpPr/>
          <p:nvPr/>
        </p:nvGrpSpPr>
        <p:grpSpPr>
          <a:xfrm>
            <a:off x="1153368" y="4339224"/>
            <a:ext cx="915840" cy="194400"/>
            <a:chOff x="1153368" y="4339224"/>
            <a:chExt cx="915840" cy="19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C425F79F-3355-E01A-4061-F2B1C5A6B2F0}"/>
                    </a:ext>
                  </a:extLst>
                </p14:cNvPr>
                <p14:cNvContentPartPr/>
                <p14:nvPr/>
              </p14:nvContentPartPr>
              <p14:xfrm>
                <a:off x="1153368" y="4382424"/>
                <a:ext cx="95760" cy="15120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C425F79F-3355-E01A-4061-F2B1C5A6B2F0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1144728" y="4373784"/>
                  <a:ext cx="11340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78A09797-75A9-5065-B65F-AFB25F18156A}"/>
                    </a:ext>
                  </a:extLst>
                </p14:cNvPr>
                <p14:cNvContentPartPr/>
                <p14:nvPr/>
              </p14:nvContentPartPr>
              <p14:xfrm>
                <a:off x="1322208" y="4345704"/>
                <a:ext cx="289080" cy="15480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78A09797-75A9-5065-B65F-AFB25F18156A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1313208" y="4337064"/>
                  <a:ext cx="30672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DBC57BDD-1614-4A02-87FF-ABABA498B131}"/>
                    </a:ext>
                  </a:extLst>
                </p14:cNvPr>
                <p14:cNvContentPartPr/>
                <p14:nvPr/>
              </p14:nvContentPartPr>
              <p14:xfrm>
                <a:off x="1774728" y="4371984"/>
                <a:ext cx="122400" cy="11412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DBC57BDD-1614-4A02-87FF-ABABA498B131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1766088" y="4362984"/>
                  <a:ext cx="1400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909C53AA-54D1-6F4F-E7CC-3352D0E68DD5}"/>
                    </a:ext>
                  </a:extLst>
                </p14:cNvPr>
                <p14:cNvContentPartPr/>
                <p14:nvPr/>
              </p14:nvContentPartPr>
              <p14:xfrm>
                <a:off x="1933488" y="4339224"/>
                <a:ext cx="135720" cy="16236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909C53AA-54D1-6F4F-E7CC-3352D0E68DD5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1924488" y="4330584"/>
                  <a:ext cx="153360" cy="18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4" name="Group 303">
            <a:extLst>
              <a:ext uri="{FF2B5EF4-FFF2-40B4-BE49-F238E27FC236}">
                <a16:creationId xmlns:a16="http://schemas.microsoft.com/office/drawing/2014/main" id="{D6F2ACFD-EBE0-68BF-56A6-FECA3A49B5F3}"/>
              </a:ext>
            </a:extLst>
          </p:cNvPr>
          <p:cNvGrpSpPr/>
          <p:nvPr/>
        </p:nvGrpSpPr>
        <p:grpSpPr>
          <a:xfrm>
            <a:off x="2538648" y="4325904"/>
            <a:ext cx="494640" cy="141840"/>
            <a:chOff x="2538648" y="4325904"/>
            <a:chExt cx="494640" cy="14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1FF26079-4459-F404-81E0-C64ECA8E5171}"/>
                    </a:ext>
                  </a:extLst>
                </p14:cNvPr>
                <p14:cNvContentPartPr/>
                <p14:nvPr/>
              </p14:nvContentPartPr>
              <p14:xfrm>
                <a:off x="2538648" y="4333824"/>
                <a:ext cx="105840" cy="13392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1FF26079-4459-F404-81E0-C64ECA8E5171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2530008" y="4325184"/>
                  <a:ext cx="12348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0098CD52-23B3-4DCD-21A8-FEC9F2FADCB9}"/>
                    </a:ext>
                  </a:extLst>
                </p14:cNvPr>
                <p14:cNvContentPartPr/>
                <p14:nvPr/>
              </p14:nvContentPartPr>
              <p14:xfrm>
                <a:off x="2744928" y="4398984"/>
                <a:ext cx="4320" cy="3168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0098CD52-23B3-4DCD-21A8-FEC9F2FADCB9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2736288" y="4389984"/>
                  <a:ext cx="219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67516F97-A48F-DFDE-7488-5258E48022C0}"/>
                    </a:ext>
                  </a:extLst>
                </p14:cNvPr>
                <p14:cNvContentPartPr/>
                <p14:nvPr/>
              </p14:nvContentPartPr>
              <p14:xfrm>
                <a:off x="2865528" y="4360104"/>
                <a:ext cx="92520" cy="10476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67516F97-A48F-DFDE-7488-5258E48022C0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2856888" y="4351464"/>
                  <a:ext cx="1101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6D328BF3-EF21-86F2-E425-3B4C213B92DE}"/>
                    </a:ext>
                  </a:extLst>
                </p14:cNvPr>
                <p14:cNvContentPartPr/>
                <p14:nvPr/>
              </p14:nvContentPartPr>
              <p14:xfrm>
                <a:off x="2897568" y="4325904"/>
                <a:ext cx="135720" cy="1512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6D328BF3-EF21-86F2-E425-3B4C213B92DE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2888568" y="4317264"/>
                  <a:ext cx="153360" cy="3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C654BE59-39BF-1CFA-FB5D-E9B7D2B02D56}"/>
              </a:ext>
            </a:extLst>
          </p:cNvPr>
          <p:cNvGrpSpPr/>
          <p:nvPr/>
        </p:nvGrpSpPr>
        <p:grpSpPr>
          <a:xfrm>
            <a:off x="197928" y="4643064"/>
            <a:ext cx="279720" cy="184680"/>
            <a:chOff x="197928" y="4643064"/>
            <a:chExt cx="279720" cy="18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CCAC3F16-6D30-5526-5272-CA97AA2F5808}"/>
                    </a:ext>
                  </a:extLst>
                </p14:cNvPr>
                <p14:cNvContentPartPr/>
                <p14:nvPr/>
              </p14:nvContentPartPr>
              <p14:xfrm>
                <a:off x="197928" y="4688784"/>
                <a:ext cx="83520" cy="13536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CCAC3F16-6D30-5526-5272-CA97AA2F5808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188928" y="4679784"/>
                  <a:ext cx="10116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09274953-C275-C696-BE98-6233AA0B947D}"/>
                    </a:ext>
                  </a:extLst>
                </p14:cNvPr>
                <p14:cNvContentPartPr/>
                <p14:nvPr/>
              </p14:nvContentPartPr>
              <p14:xfrm>
                <a:off x="384408" y="4643064"/>
                <a:ext cx="93240" cy="18468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09274953-C275-C696-BE98-6233AA0B947D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375768" y="4634064"/>
                  <a:ext cx="110880" cy="202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97">
            <p14:nvContentPartPr>
              <p14:cNvPr id="307" name="Ink 306">
                <a:extLst>
                  <a:ext uri="{FF2B5EF4-FFF2-40B4-BE49-F238E27FC236}">
                    <a16:creationId xmlns:a16="http://schemas.microsoft.com/office/drawing/2014/main" id="{715814DC-989E-BEE5-CA94-0C440B95EFC0}"/>
                  </a:ext>
                </a:extLst>
              </p14:cNvPr>
              <p14:cNvContentPartPr/>
              <p14:nvPr/>
            </p14:nvContentPartPr>
            <p14:xfrm>
              <a:off x="659808" y="4711464"/>
              <a:ext cx="297000" cy="121320"/>
            </p14:xfrm>
          </p:contentPart>
        </mc:Choice>
        <mc:Fallback xmlns="">
          <p:pic>
            <p:nvPicPr>
              <p:cNvPr id="307" name="Ink 306">
                <a:extLst>
                  <a:ext uri="{FF2B5EF4-FFF2-40B4-BE49-F238E27FC236}">
                    <a16:creationId xmlns:a16="http://schemas.microsoft.com/office/drawing/2014/main" id="{715814DC-989E-BEE5-CA94-0C440B95EFC0}"/>
                  </a:ext>
                </a:extLst>
              </p:cNvPr>
              <p:cNvPicPr/>
              <p:nvPr/>
            </p:nvPicPr>
            <p:blipFill>
              <a:blip r:embed="rId398"/>
              <a:stretch>
                <a:fillRect/>
              </a:stretch>
            </p:blipFill>
            <p:spPr>
              <a:xfrm>
                <a:off x="650808" y="4702464"/>
                <a:ext cx="314640" cy="138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11" name="Group 310">
            <a:extLst>
              <a:ext uri="{FF2B5EF4-FFF2-40B4-BE49-F238E27FC236}">
                <a16:creationId xmlns:a16="http://schemas.microsoft.com/office/drawing/2014/main" id="{8600E17E-5010-A1F1-0E29-187948A59BD7}"/>
              </a:ext>
            </a:extLst>
          </p:cNvPr>
          <p:cNvGrpSpPr/>
          <p:nvPr/>
        </p:nvGrpSpPr>
        <p:grpSpPr>
          <a:xfrm>
            <a:off x="1192968" y="4672944"/>
            <a:ext cx="545040" cy="167400"/>
            <a:chOff x="1192968" y="4672944"/>
            <a:chExt cx="545040" cy="16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A6FE2129-75B3-8E68-A34B-44A874A7A40A}"/>
                    </a:ext>
                  </a:extLst>
                </p14:cNvPr>
                <p14:cNvContentPartPr/>
                <p14:nvPr/>
              </p14:nvContentPartPr>
              <p14:xfrm>
                <a:off x="1192968" y="4701744"/>
                <a:ext cx="149760" cy="13860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A6FE2129-75B3-8E68-A34B-44A874A7A40A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1183968" y="4692744"/>
                  <a:ext cx="16740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2C13679D-4602-81BF-2A20-308D9CFC9C3D}"/>
                    </a:ext>
                  </a:extLst>
                </p14:cNvPr>
                <p14:cNvContentPartPr/>
                <p14:nvPr/>
              </p14:nvContentPartPr>
              <p14:xfrm>
                <a:off x="1414368" y="4672944"/>
                <a:ext cx="323640" cy="13896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2C13679D-4602-81BF-2A20-308D9CFC9C3D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1405368" y="4664304"/>
                  <a:ext cx="341280" cy="15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5" name="Group 314">
            <a:extLst>
              <a:ext uri="{FF2B5EF4-FFF2-40B4-BE49-F238E27FC236}">
                <a16:creationId xmlns:a16="http://schemas.microsoft.com/office/drawing/2014/main" id="{8EDD6D2D-B093-1DD1-77AA-C06215BDEE08}"/>
              </a:ext>
            </a:extLst>
          </p:cNvPr>
          <p:cNvGrpSpPr/>
          <p:nvPr/>
        </p:nvGrpSpPr>
        <p:grpSpPr>
          <a:xfrm>
            <a:off x="2583288" y="4656024"/>
            <a:ext cx="389160" cy="174600"/>
            <a:chOff x="2583288" y="4656024"/>
            <a:chExt cx="389160" cy="17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E07DE95E-A71C-8B48-570E-1BAFE4AE5AE6}"/>
                    </a:ext>
                  </a:extLst>
                </p14:cNvPr>
                <p14:cNvContentPartPr/>
                <p14:nvPr/>
              </p14:nvContentPartPr>
              <p14:xfrm>
                <a:off x="2583288" y="4689144"/>
                <a:ext cx="100800" cy="12312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E07DE95E-A71C-8B48-570E-1BAFE4AE5AE6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2574288" y="4680504"/>
                  <a:ext cx="1184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CA1B4E55-BCFA-E14D-652D-006F1D7B9FD0}"/>
                    </a:ext>
                  </a:extLst>
                </p14:cNvPr>
                <p14:cNvContentPartPr/>
                <p14:nvPr/>
              </p14:nvContentPartPr>
              <p14:xfrm>
                <a:off x="2751408" y="4749984"/>
                <a:ext cx="12240" cy="2880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CA1B4E55-BCFA-E14D-652D-006F1D7B9FD0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2742768" y="4740984"/>
                  <a:ext cx="2988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5C989A29-5EF3-DC85-7FA0-A1E4FF22BEC3}"/>
                    </a:ext>
                  </a:extLst>
                </p14:cNvPr>
                <p14:cNvContentPartPr/>
                <p14:nvPr/>
              </p14:nvContentPartPr>
              <p14:xfrm>
                <a:off x="2828808" y="4656024"/>
                <a:ext cx="143640" cy="17460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5C989A29-5EF3-DC85-7FA0-A1E4FF22BEC3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2819808" y="4647384"/>
                  <a:ext cx="161280" cy="19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72A9170A-C9FE-2AC8-5734-488643F7B47D}"/>
              </a:ext>
            </a:extLst>
          </p:cNvPr>
          <p:cNvGrpSpPr/>
          <p:nvPr/>
        </p:nvGrpSpPr>
        <p:grpSpPr>
          <a:xfrm>
            <a:off x="255528" y="5005224"/>
            <a:ext cx="265320" cy="160920"/>
            <a:chOff x="255528" y="5005224"/>
            <a:chExt cx="265320" cy="16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C918FA60-1714-5A45-7A8B-2CE2A5EE89D5}"/>
                    </a:ext>
                  </a:extLst>
                </p14:cNvPr>
                <p14:cNvContentPartPr/>
                <p14:nvPr/>
              </p14:nvContentPartPr>
              <p14:xfrm>
                <a:off x="255528" y="5021424"/>
                <a:ext cx="100800" cy="14472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C918FA60-1714-5A45-7A8B-2CE2A5EE89D5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246888" y="5012424"/>
                  <a:ext cx="11844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62AEF122-670A-F9D0-C4D5-FA85B04B7BC7}"/>
                    </a:ext>
                  </a:extLst>
                </p14:cNvPr>
                <p14:cNvContentPartPr/>
                <p14:nvPr/>
              </p14:nvContentPartPr>
              <p14:xfrm>
                <a:off x="429048" y="5005224"/>
                <a:ext cx="91800" cy="16020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62AEF122-670A-F9D0-C4D5-FA85B04B7BC7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420048" y="4996584"/>
                  <a:ext cx="109440" cy="17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4" name="Group 323">
            <a:extLst>
              <a:ext uri="{FF2B5EF4-FFF2-40B4-BE49-F238E27FC236}">
                <a16:creationId xmlns:a16="http://schemas.microsoft.com/office/drawing/2014/main" id="{F19612B2-9580-D13D-B78A-41A07C4BC0AA}"/>
              </a:ext>
            </a:extLst>
          </p:cNvPr>
          <p:cNvGrpSpPr/>
          <p:nvPr/>
        </p:nvGrpSpPr>
        <p:grpSpPr>
          <a:xfrm>
            <a:off x="723528" y="5020344"/>
            <a:ext cx="1130040" cy="205560"/>
            <a:chOff x="723528" y="5020344"/>
            <a:chExt cx="1130040" cy="20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69658B80-F9EE-4CC5-627D-FDED6A3CE74C}"/>
                    </a:ext>
                  </a:extLst>
                </p14:cNvPr>
                <p14:cNvContentPartPr/>
                <p14:nvPr/>
              </p14:nvContentPartPr>
              <p14:xfrm>
                <a:off x="723528" y="5099544"/>
                <a:ext cx="320760" cy="12636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69658B80-F9EE-4CC5-627D-FDED6A3CE74C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714888" y="5090904"/>
                  <a:ext cx="3384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2686C28F-835B-88BC-0C39-CFCE3BADC758}"/>
                    </a:ext>
                  </a:extLst>
                </p14:cNvPr>
                <p14:cNvContentPartPr/>
                <p14:nvPr/>
              </p14:nvContentPartPr>
              <p14:xfrm>
                <a:off x="1191528" y="5068224"/>
                <a:ext cx="119520" cy="15228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2686C28F-835B-88BC-0C39-CFCE3BADC758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1182528" y="5059584"/>
                  <a:ext cx="13716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CF050C72-2B81-0F8E-67C1-994488310B06}"/>
                    </a:ext>
                  </a:extLst>
                </p14:cNvPr>
                <p14:cNvContentPartPr/>
                <p14:nvPr/>
              </p14:nvContentPartPr>
              <p14:xfrm>
                <a:off x="1408248" y="5020344"/>
                <a:ext cx="90360" cy="16380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CF050C72-2B81-0F8E-67C1-994488310B06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1399608" y="5011344"/>
                  <a:ext cx="10800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52C231F7-F131-CC75-4163-49F0C8866143}"/>
                    </a:ext>
                  </a:extLst>
                </p14:cNvPr>
                <p14:cNvContentPartPr/>
                <p14:nvPr/>
              </p14:nvContentPartPr>
              <p14:xfrm>
                <a:off x="1633968" y="5035464"/>
                <a:ext cx="74160" cy="16344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52C231F7-F131-CC75-4163-49F0C8866143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1624968" y="5026824"/>
                  <a:ext cx="9180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BE0B87AC-98DC-D3EA-6338-3F4951652F6A}"/>
                    </a:ext>
                  </a:extLst>
                </p14:cNvPr>
                <p14:cNvContentPartPr/>
                <p14:nvPr/>
              </p14:nvContentPartPr>
              <p14:xfrm>
                <a:off x="1758888" y="5039784"/>
                <a:ext cx="94680" cy="15048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BE0B87AC-98DC-D3EA-6338-3F4951652F6A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1750248" y="5030784"/>
                  <a:ext cx="112320" cy="16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DAAE84A0-9D61-4F8D-B225-7BD29AEA63E0}"/>
              </a:ext>
            </a:extLst>
          </p:cNvPr>
          <p:cNvGrpSpPr/>
          <p:nvPr/>
        </p:nvGrpSpPr>
        <p:grpSpPr>
          <a:xfrm>
            <a:off x="2616048" y="5004144"/>
            <a:ext cx="459360" cy="160560"/>
            <a:chOff x="2616048" y="5004144"/>
            <a:chExt cx="459360" cy="16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B3EE3CB9-E8A2-99CC-36EA-608EE58CD8EF}"/>
                    </a:ext>
                  </a:extLst>
                </p14:cNvPr>
                <p14:cNvContentPartPr/>
                <p14:nvPr/>
              </p14:nvContentPartPr>
              <p14:xfrm>
                <a:off x="2616048" y="5038704"/>
                <a:ext cx="62640" cy="10476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B3EE3CB9-E8A2-99CC-36EA-608EE58CD8EF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2607048" y="5030064"/>
                  <a:ext cx="8028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46580AE7-0B4C-0320-3440-2E39F73E382B}"/>
                    </a:ext>
                  </a:extLst>
                </p14:cNvPr>
                <p14:cNvContentPartPr/>
                <p14:nvPr/>
              </p14:nvContentPartPr>
              <p14:xfrm>
                <a:off x="2771208" y="5073624"/>
                <a:ext cx="21960" cy="4284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46580AE7-0B4C-0320-3440-2E39F73E382B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2762568" y="5064624"/>
                  <a:ext cx="396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C268939F-AA78-48CB-F5C6-CDBA330AF93C}"/>
                    </a:ext>
                  </a:extLst>
                </p14:cNvPr>
                <p14:cNvContentPartPr/>
                <p14:nvPr/>
              </p14:nvContentPartPr>
              <p14:xfrm>
                <a:off x="2878128" y="5004144"/>
                <a:ext cx="197280" cy="16056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C268939F-AA78-48CB-F5C6-CDBA330AF93C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2869128" y="4995504"/>
                  <a:ext cx="214920" cy="17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1" name="Group 350">
            <a:extLst>
              <a:ext uri="{FF2B5EF4-FFF2-40B4-BE49-F238E27FC236}">
                <a16:creationId xmlns:a16="http://schemas.microsoft.com/office/drawing/2014/main" id="{E6F5F191-2C6D-3226-A05C-524A77A5791B}"/>
              </a:ext>
            </a:extLst>
          </p:cNvPr>
          <p:cNvGrpSpPr/>
          <p:nvPr/>
        </p:nvGrpSpPr>
        <p:grpSpPr>
          <a:xfrm>
            <a:off x="2674728" y="5372064"/>
            <a:ext cx="123840" cy="120600"/>
            <a:chOff x="2674728" y="5372064"/>
            <a:chExt cx="123840" cy="12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8A991E9F-3BD2-17E7-5B64-E45120D7C5C4}"/>
                    </a:ext>
                  </a:extLst>
                </p14:cNvPr>
                <p14:cNvContentPartPr/>
                <p14:nvPr/>
              </p14:nvContentPartPr>
              <p14:xfrm>
                <a:off x="2674728" y="5372064"/>
                <a:ext cx="26640" cy="12060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8A991E9F-3BD2-17E7-5B64-E45120D7C5C4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2666088" y="5363424"/>
                  <a:ext cx="4428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E0D12ED1-5C87-3E50-025E-F2210577835C}"/>
                    </a:ext>
                  </a:extLst>
                </p14:cNvPr>
                <p14:cNvContentPartPr/>
                <p14:nvPr/>
              </p14:nvContentPartPr>
              <p14:xfrm>
                <a:off x="2777688" y="5430384"/>
                <a:ext cx="20880" cy="2340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E0D12ED1-5C87-3E50-025E-F2210577835C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2769048" y="5421384"/>
                  <a:ext cx="38520" cy="41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33">
            <p14:nvContentPartPr>
              <p14:cNvPr id="350" name="Ink 349">
                <a:extLst>
                  <a:ext uri="{FF2B5EF4-FFF2-40B4-BE49-F238E27FC236}">
                    <a16:creationId xmlns:a16="http://schemas.microsoft.com/office/drawing/2014/main" id="{2C512B04-93E9-BD16-D117-EE3ED89784D6}"/>
                  </a:ext>
                </a:extLst>
              </p14:cNvPr>
              <p14:cNvContentPartPr/>
              <p14:nvPr/>
            </p14:nvContentPartPr>
            <p14:xfrm>
              <a:off x="2950128" y="5381064"/>
              <a:ext cx="141840" cy="105840"/>
            </p14:xfrm>
          </p:contentPart>
        </mc:Choice>
        <mc:Fallback xmlns="">
          <p:pic>
            <p:nvPicPr>
              <p:cNvPr id="350" name="Ink 349">
                <a:extLst>
                  <a:ext uri="{FF2B5EF4-FFF2-40B4-BE49-F238E27FC236}">
                    <a16:creationId xmlns:a16="http://schemas.microsoft.com/office/drawing/2014/main" id="{2C512B04-93E9-BD16-D117-EE3ED89784D6}"/>
                  </a:ext>
                </a:extLst>
              </p:cNvPr>
              <p:cNvPicPr/>
              <p:nvPr/>
            </p:nvPicPr>
            <p:blipFill>
              <a:blip r:embed="rId434"/>
              <a:stretch>
                <a:fillRect/>
              </a:stretch>
            </p:blipFill>
            <p:spPr>
              <a:xfrm>
                <a:off x="2941128" y="5372064"/>
                <a:ext cx="159480" cy="123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60" name="Group 359">
            <a:extLst>
              <a:ext uri="{FF2B5EF4-FFF2-40B4-BE49-F238E27FC236}">
                <a16:creationId xmlns:a16="http://schemas.microsoft.com/office/drawing/2014/main" id="{D656E0C1-C168-7E3D-F12E-B7FA2FC73A94}"/>
              </a:ext>
            </a:extLst>
          </p:cNvPr>
          <p:cNvGrpSpPr/>
          <p:nvPr/>
        </p:nvGrpSpPr>
        <p:grpSpPr>
          <a:xfrm>
            <a:off x="238248" y="5311944"/>
            <a:ext cx="1978560" cy="573840"/>
            <a:chOff x="238248" y="5311944"/>
            <a:chExt cx="1978560" cy="57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A9A36289-F562-CE10-FA02-55A7A9B5E56F}"/>
                    </a:ext>
                  </a:extLst>
                </p14:cNvPr>
                <p14:cNvContentPartPr/>
                <p14:nvPr/>
              </p14:nvContentPartPr>
              <p14:xfrm>
                <a:off x="238248" y="5341824"/>
                <a:ext cx="76320" cy="23544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A9A36289-F562-CE10-FA02-55A7A9B5E56F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229608" y="5333184"/>
                  <a:ext cx="9396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D8C6F091-3011-824F-DD5A-F354A332424A}"/>
                    </a:ext>
                  </a:extLst>
                </p14:cNvPr>
                <p14:cNvContentPartPr/>
                <p14:nvPr/>
              </p14:nvContentPartPr>
              <p14:xfrm>
                <a:off x="383328" y="5403024"/>
                <a:ext cx="68040" cy="17172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D8C6F091-3011-824F-DD5A-F354A332424A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374328" y="5394024"/>
                  <a:ext cx="856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CA2BE3CD-B1FD-E1FE-5177-6E9E5096E4AB}"/>
                    </a:ext>
                  </a:extLst>
                </p14:cNvPr>
                <p14:cNvContentPartPr/>
                <p14:nvPr/>
              </p14:nvContentPartPr>
              <p14:xfrm>
                <a:off x="579888" y="5513544"/>
                <a:ext cx="223200" cy="9360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CA2BE3CD-B1FD-E1FE-5177-6E9E5096E4AB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571248" y="5504904"/>
                  <a:ext cx="24084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D7D6DE4C-1132-7B41-4EBF-C8F303F04635}"/>
                    </a:ext>
                  </a:extLst>
                </p14:cNvPr>
                <p14:cNvContentPartPr/>
                <p14:nvPr/>
              </p14:nvContentPartPr>
              <p14:xfrm>
                <a:off x="980208" y="5338944"/>
                <a:ext cx="80280" cy="26388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D7D6DE4C-1132-7B41-4EBF-C8F303F04635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971208" y="5329944"/>
                  <a:ext cx="9792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795585B9-23AF-B901-299F-8660B12E76F4}"/>
                    </a:ext>
                  </a:extLst>
                </p14:cNvPr>
                <p14:cNvContentPartPr/>
                <p14:nvPr/>
              </p14:nvContentPartPr>
              <p14:xfrm>
                <a:off x="1097928" y="5471784"/>
                <a:ext cx="58320" cy="7812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795585B9-23AF-B901-299F-8660B12E76F4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1089288" y="5462784"/>
                  <a:ext cx="7596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A6B4EF00-62B1-51EB-FAF6-A0C589000783}"/>
                    </a:ext>
                  </a:extLst>
                </p14:cNvPr>
                <p14:cNvContentPartPr/>
                <p14:nvPr/>
              </p14:nvContentPartPr>
              <p14:xfrm>
                <a:off x="1203048" y="5484384"/>
                <a:ext cx="98280" cy="6156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A6B4EF00-62B1-51EB-FAF6-A0C589000783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1194408" y="5475384"/>
                  <a:ext cx="11592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5DA60F4C-5419-3AB7-DA3F-56531F47C2A8}"/>
                    </a:ext>
                  </a:extLst>
                </p14:cNvPr>
                <p14:cNvContentPartPr/>
                <p14:nvPr/>
              </p14:nvContentPartPr>
              <p14:xfrm>
                <a:off x="1336608" y="5478624"/>
                <a:ext cx="58680" cy="13248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5DA60F4C-5419-3AB7-DA3F-56531F47C2A8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1327608" y="5469624"/>
                  <a:ext cx="7632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1F5DA40D-10E0-9CA1-2E04-49B07FD1F5D4}"/>
                    </a:ext>
                  </a:extLst>
                </p14:cNvPr>
                <p14:cNvContentPartPr/>
                <p14:nvPr/>
              </p14:nvContentPartPr>
              <p14:xfrm>
                <a:off x="1443528" y="5499144"/>
                <a:ext cx="27720" cy="2700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1F5DA40D-10E0-9CA1-2E04-49B07FD1F5D4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1434528" y="5490144"/>
                  <a:ext cx="453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690148B4-51C3-F01A-6551-77F74267DA21}"/>
                    </a:ext>
                  </a:extLst>
                </p14:cNvPr>
                <p14:cNvContentPartPr/>
                <p14:nvPr/>
              </p14:nvContentPartPr>
              <p14:xfrm>
                <a:off x="1525248" y="5482584"/>
                <a:ext cx="85320" cy="7596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690148B4-51C3-F01A-6551-77F74267DA21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1516248" y="5473944"/>
                  <a:ext cx="1029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A9299973-D59F-A62C-A09C-CA02C3BC6662}"/>
                    </a:ext>
                  </a:extLst>
                </p14:cNvPr>
                <p14:cNvContentPartPr/>
                <p14:nvPr/>
              </p14:nvContentPartPr>
              <p14:xfrm>
                <a:off x="1636128" y="5373504"/>
                <a:ext cx="79920" cy="14616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A9299973-D59F-A62C-A09C-CA02C3BC6662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1627128" y="5364504"/>
                  <a:ext cx="9756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59304A4B-A7C0-1E85-F093-0CD4FF189C19}"/>
                    </a:ext>
                  </a:extLst>
                </p14:cNvPr>
                <p14:cNvContentPartPr/>
                <p14:nvPr/>
              </p14:nvContentPartPr>
              <p14:xfrm>
                <a:off x="1727568" y="5454144"/>
                <a:ext cx="8640" cy="3420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59304A4B-A7C0-1E85-F093-0CD4FF189C19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1718568" y="5445504"/>
                  <a:ext cx="262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7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8549256C-3E91-EEEE-E1A3-8EF13035EFC1}"/>
                    </a:ext>
                  </a:extLst>
                </p14:cNvPr>
                <p14:cNvContentPartPr/>
                <p14:nvPr/>
              </p14:nvContentPartPr>
              <p14:xfrm>
                <a:off x="1785168" y="5478624"/>
                <a:ext cx="70920" cy="2808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8549256C-3E91-EEEE-E1A3-8EF13035EFC1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1776168" y="5469624"/>
                  <a:ext cx="885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9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BC74C48F-3D6B-5D9F-B288-9121512E04E6}"/>
                    </a:ext>
                  </a:extLst>
                </p14:cNvPr>
                <p14:cNvContentPartPr/>
                <p14:nvPr/>
              </p14:nvContentPartPr>
              <p14:xfrm>
                <a:off x="1819368" y="5374224"/>
                <a:ext cx="24120" cy="3060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BC74C48F-3D6B-5D9F-B288-9121512E04E6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1810368" y="5365224"/>
                  <a:ext cx="417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1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E0402E23-2B9A-0B9F-0E10-DCB76BF5D9EB}"/>
                    </a:ext>
                  </a:extLst>
                </p14:cNvPr>
                <p14:cNvContentPartPr/>
                <p14:nvPr/>
              </p14:nvContentPartPr>
              <p14:xfrm>
                <a:off x="1971288" y="5347944"/>
                <a:ext cx="125640" cy="18000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E0402E23-2B9A-0B9F-0E10-DCB76BF5D9EB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1962288" y="5339304"/>
                  <a:ext cx="14328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3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40C4D716-E526-7047-BB8B-5F005998D09A}"/>
                    </a:ext>
                  </a:extLst>
                </p14:cNvPr>
                <p14:cNvContentPartPr/>
                <p14:nvPr/>
              </p14:nvContentPartPr>
              <p14:xfrm>
                <a:off x="2145528" y="5311944"/>
                <a:ext cx="71280" cy="20880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40C4D716-E526-7047-BB8B-5F005998D09A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2136888" y="5303304"/>
                  <a:ext cx="8892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5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46C405A0-D8C8-BC20-1CA3-6335C9D6454C}"/>
                    </a:ext>
                  </a:extLst>
                </p14:cNvPr>
                <p14:cNvContentPartPr/>
                <p14:nvPr/>
              </p14:nvContentPartPr>
              <p14:xfrm>
                <a:off x="279648" y="5712624"/>
                <a:ext cx="133920" cy="17100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46C405A0-D8C8-BC20-1CA3-6335C9D6454C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271008" y="5703984"/>
                  <a:ext cx="15156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7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8776A0C7-DADB-D8B9-A9E1-9B455524BC21}"/>
                    </a:ext>
                  </a:extLst>
                </p14:cNvPr>
                <p14:cNvContentPartPr/>
                <p14:nvPr/>
              </p14:nvContentPartPr>
              <p14:xfrm>
                <a:off x="463248" y="5728104"/>
                <a:ext cx="188280" cy="14904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8776A0C7-DADB-D8B9-A9E1-9B455524BC21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454248" y="5719464"/>
                  <a:ext cx="20592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9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E76D04EB-966B-78C7-64DA-3B22C6A96F88}"/>
                    </a:ext>
                  </a:extLst>
                </p14:cNvPr>
                <p14:cNvContentPartPr/>
                <p14:nvPr/>
              </p14:nvContentPartPr>
              <p14:xfrm>
                <a:off x="625608" y="5799024"/>
                <a:ext cx="77400" cy="2340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E76D04EB-966B-78C7-64DA-3B22C6A96F88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616608" y="5790024"/>
                  <a:ext cx="950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1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710D7F77-4B35-B380-278E-A0FD8A3441B7}"/>
                    </a:ext>
                  </a:extLst>
                </p14:cNvPr>
                <p14:cNvContentPartPr/>
                <p14:nvPr/>
              </p14:nvContentPartPr>
              <p14:xfrm>
                <a:off x="846648" y="5786424"/>
                <a:ext cx="196920" cy="9936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710D7F77-4B35-B380-278E-A0FD8A3441B7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837648" y="5777424"/>
                  <a:ext cx="2145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3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D73430B2-D829-079F-0E0B-4A6CA3831242}"/>
                    </a:ext>
                  </a:extLst>
                </p14:cNvPr>
                <p14:cNvContentPartPr/>
                <p14:nvPr/>
              </p14:nvContentPartPr>
              <p14:xfrm>
                <a:off x="1195488" y="5723424"/>
                <a:ext cx="47160" cy="13824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D73430B2-D829-079F-0E0B-4A6CA3831242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1186848" y="5714424"/>
                  <a:ext cx="6480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5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333CFDB1-2217-2896-6757-4F80004C4BC9}"/>
                    </a:ext>
                  </a:extLst>
                </p14:cNvPr>
                <p14:cNvContentPartPr/>
                <p14:nvPr/>
              </p14:nvContentPartPr>
              <p14:xfrm>
                <a:off x="1262448" y="5669424"/>
                <a:ext cx="257400" cy="17028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333CFDB1-2217-2896-6757-4F80004C4BC9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1253808" y="5660424"/>
                  <a:ext cx="27504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7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CCF90007-8374-50BD-11F6-F4D8B91B71A4}"/>
                    </a:ext>
                  </a:extLst>
                </p14:cNvPr>
                <p14:cNvContentPartPr/>
                <p14:nvPr/>
              </p14:nvContentPartPr>
              <p14:xfrm>
                <a:off x="1528848" y="5715504"/>
                <a:ext cx="15480" cy="3276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CCF90007-8374-50BD-11F6-F4D8B91B71A4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1519848" y="5706864"/>
                  <a:ext cx="331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9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C90F0B6B-3695-CEB7-C4C7-FB14621E7432}"/>
                    </a:ext>
                  </a:extLst>
                </p14:cNvPr>
                <p14:cNvContentPartPr/>
                <p14:nvPr/>
              </p14:nvContentPartPr>
              <p14:xfrm>
                <a:off x="1576008" y="5755104"/>
                <a:ext cx="62640" cy="11664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C90F0B6B-3695-CEB7-C4C7-FB14621E7432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1567368" y="5746464"/>
                  <a:ext cx="80280" cy="13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4" name="Group 363">
            <a:extLst>
              <a:ext uri="{FF2B5EF4-FFF2-40B4-BE49-F238E27FC236}">
                <a16:creationId xmlns:a16="http://schemas.microsoft.com/office/drawing/2014/main" id="{A6DD5860-6BCA-CB7B-E974-089A2B6B7683}"/>
              </a:ext>
            </a:extLst>
          </p:cNvPr>
          <p:cNvGrpSpPr/>
          <p:nvPr/>
        </p:nvGrpSpPr>
        <p:grpSpPr>
          <a:xfrm>
            <a:off x="2726208" y="5684544"/>
            <a:ext cx="528120" cy="127800"/>
            <a:chOff x="2726208" y="5684544"/>
            <a:chExt cx="528120" cy="12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BC2032D0-C921-FB13-88F7-753138161D89}"/>
                    </a:ext>
                  </a:extLst>
                </p14:cNvPr>
                <p14:cNvContentPartPr/>
                <p14:nvPr/>
              </p14:nvContentPartPr>
              <p14:xfrm>
                <a:off x="2726208" y="5719464"/>
                <a:ext cx="120600" cy="9288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BC2032D0-C921-FB13-88F7-753138161D89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2717568" y="5710464"/>
                  <a:ext cx="13824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3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20A73B77-2B87-76C3-B456-A09065427927}"/>
                    </a:ext>
                  </a:extLst>
                </p14:cNvPr>
                <p14:cNvContentPartPr/>
                <p14:nvPr/>
              </p14:nvContentPartPr>
              <p14:xfrm>
                <a:off x="2897208" y="5733144"/>
                <a:ext cx="10440" cy="3060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20A73B77-2B87-76C3-B456-A09065427927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2888208" y="5724504"/>
                  <a:ext cx="280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5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8BF9EF41-7762-5336-F7CF-1ED08A457781}"/>
                    </a:ext>
                  </a:extLst>
                </p14:cNvPr>
                <p14:cNvContentPartPr/>
                <p14:nvPr/>
              </p14:nvContentPartPr>
              <p14:xfrm>
                <a:off x="2999448" y="5684544"/>
                <a:ext cx="254880" cy="11520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8BF9EF41-7762-5336-F7CF-1ED08A457781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2990808" y="5675544"/>
                  <a:ext cx="272520" cy="13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7" name="Group 376">
            <a:extLst>
              <a:ext uri="{FF2B5EF4-FFF2-40B4-BE49-F238E27FC236}">
                <a16:creationId xmlns:a16="http://schemas.microsoft.com/office/drawing/2014/main" id="{D24BFE42-2C00-270E-0136-A3515AAC6958}"/>
              </a:ext>
            </a:extLst>
          </p:cNvPr>
          <p:cNvGrpSpPr/>
          <p:nvPr/>
        </p:nvGrpSpPr>
        <p:grpSpPr>
          <a:xfrm>
            <a:off x="282168" y="6012504"/>
            <a:ext cx="774360" cy="145080"/>
            <a:chOff x="282168" y="6012504"/>
            <a:chExt cx="774360" cy="14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7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D0EAB2BE-A2E2-03DB-4824-BDED4BC72D0D}"/>
                    </a:ext>
                  </a:extLst>
                </p14:cNvPr>
                <p14:cNvContentPartPr/>
                <p14:nvPr/>
              </p14:nvContentPartPr>
              <p14:xfrm>
                <a:off x="282168" y="6012504"/>
                <a:ext cx="154080" cy="14508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D0EAB2BE-A2E2-03DB-4824-BDED4BC72D0D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273528" y="6003864"/>
                  <a:ext cx="17172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9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00FFD316-5B48-F0C9-4633-0D069BD0C53F}"/>
                    </a:ext>
                  </a:extLst>
                </p14:cNvPr>
                <p14:cNvContentPartPr/>
                <p14:nvPr/>
              </p14:nvContentPartPr>
              <p14:xfrm>
                <a:off x="480168" y="6012504"/>
                <a:ext cx="188640" cy="11772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00FFD316-5B48-F0C9-4633-0D069BD0C53F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471528" y="6003504"/>
                  <a:ext cx="2062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1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31FC5776-2650-66B4-E431-A6502D14031C}"/>
                    </a:ext>
                  </a:extLst>
                </p14:cNvPr>
                <p14:cNvContentPartPr/>
                <p14:nvPr/>
              </p14:nvContentPartPr>
              <p14:xfrm>
                <a:off x="628128" y="6062544"/>
                <a:ext cx="68040" cy="1836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31FC5776-2650-66B4-E431-A6502D14031C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619128" y="6053904"/>
                  <a:ext cx="856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3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A08200CD-C1D1-BBA7-CBDC-88FD795474DF}"/>
                    </a:ext>
                  </a:extLst>
                </p14:cNvPr>
                <p14:cNvContentPartPr/>
                <p14:nvPr/>
              </p14:nvContentPartPr>
              <p14:xfrm>
                <a:off x="841968" y="6054984"/>
                <a:ext cx="214560" cy="5544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A08200CD-C1D1-BBA7-CBDC-88FD795474DF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833328" y="6045984"/>
                  <a:ext cx="232200" cy="7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6" name="Group 375">
            <a:extLst>
              <a:ext uri="{FF2B5EF4-FFF2-40B4-BE49-F238E27FC236}">
                <a16:creationId xmlns:a16="http://schemas.microsoft.com/office/drawing/2014/main" id="{B52EFB5A-88EF-7253-49D5-98988442992A}"/>
              </a:ext>
            </a:extLst>
          </p:cNvPr>
          <p:cNvGrpSpPr/>
          <p:nvPr/>
        </p:nvGrpSpPr>
        <p:grpSpPr>
          <a:xfrm>
            <a:off x="1232928" y="5988024"/>
            <a:ext cx="591480" cy="172080"/>
            <a:chOff x="1232928" y="5988024"/>
            <a:chExt cx="591480" cy="17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5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258E3471-061B-FFDD-39C4-C31230B63410}"/>
                    </a:ext>
                  </a:extLst>
                </p14:cNvPr>
                <p14:cNvContentPartPr/>
                <p14:nvPr/>
              </p14:nvContentPartPr>
              <p14:xfrm>
                <a:off x="1289448" y="6033384"/>
                <a:ext cx="36360" cy="12672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258E3471-061B-FFDD-39C4-C31230B63410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1280448" y="6024744"/>
                  <a:ext cx="540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7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82EB9ECD-8F24-AA90-B4E2-89033A33920C}"/>
                    </a:ext>
                  </a:extLst>
                </p14:cNvPr>
                <p14:cNvContentPartPr/>
                <p14:nvPr/>
              </p14:nvContentPartPr>
              <p14:xfrm>
                <a:off x="1232928" y="5988024"/>
                <a:ext cx="518400" cy="13140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82EB9ECD-8F24-AA90-B4E2-89033A33920C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1224288" y="5979384"/>
                  <a:ext cx="53604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9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4F12231F-A25E-FB79-CAC9-911CC4666077}"/>
                    </a:ext>
                  </a:extLst>
                </p14:cNvPr>
                <p14:cNvContentPartPr/>
                <p14:nvPr/>
              </p14:nvContentPartPr>
              <p14:xfrm>
                <a:off x="1722168" y="6020424"/>
                <a:ext cx="102240" cy="4068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4F12231F-A25E-FB79-CAC9-911CC4666077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1713528" y="6011784"/>
                  <a:ext cx="119880" cy="5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9" name="Group 388">
            <a:extLst>
              <a:ext uri="{FF2B5EF4-FFF2-40B4-BE49-F238E27FC236}">
                <a16:creationId xmlns:a16="http://schemas.microsoft.com/office/drawing/2014/main" id="{482BA8E1-E29A-BA2A-E74F-51C8757F1BF6}"/>
              </a:ext>
            </a:extLst>
          </p:cNvPr>
          <p:cNvGrpSpPr/>
          <p:nvPr/>
        </p:nvGrpSpPr>
        <p:grpSpPr>
          <a:xfrm>
            <a:off x="2814048" y="6000264"/>
            <a:ext cx="821880" cy="355320"/>
            <a:chOff x="2814048" y="6000264"/>
            <a:chExt cx="821880" cy="35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1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2E93A739-F24B-7886-F283-4CAA1E6ECDF5}"/>
                    </a:ext>
                  </a:extLst>
                </p14:cNvPr>
                <p14:cNvContentPartPr/>
                <p14:nvPr/>
              </p14:nvContentPartPr>
              <p14:xfrm>
                <a:off x="2814048" y="6034824"/>
                <a:ext cx="64800" cy="7560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2E93A739-F24B-7886-F283-4CAA1E6ECDF5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2805048" y="6025824"/>
                  <a:ext cx="8244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3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8B4D7E21-848B-D05E-A118-40619B9B4DA4}"/>
                    </a:ext>
                  </a:extLst>
                </p14:cNvPr>
                <p14:cNvContentPartPr/>
                <p14:nvPr/>
              </p14:nvContentPartPr>
              <p14:xfrm>
                <a:off x="2943648" y="6057864"/>
                <a:ext cx="39960" cy="3132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8B4D7E21-848B-D05E-A118-40619B9B4DA4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2935008" y="6049224"/>
                  <a:ext cx="5760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5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92D3CEB2-4ABC-0E12-4E71-A73DA8F567F5}"/>
                    </a:ext>
                  </a:extLst>
                </p14:cNvPr>
                <p14:cNvContentPartPr/>
                <p14:nvPr/>
              </p14:nvContentPartPr>
              <p14:xfrm>
                <a:off x="3089448" y="6000264"/>
                <a:ext cx="259200" cy="11160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92D3CEB2-4ABC-0E12-4E71-A73DA8F567F5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3080808" y="5991624"/>
                  <a:ext cx="2768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7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16E4F974-37B6-A020-B07D-DDF75DAC16F3}"/>
                    </a:ext>
                  </a:extLst>
                </p14:cNvPr>
                <p14:cNvContentPartPr/>
                <p14:nvPr/>
              </p14:nvContentPartPr>
              <p14:xfrm>
                <a:off x="2855448" y="6264504"/>
                <a:ext cx="72720" cy="9108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16E4F974-37B6-A020-B07D-DDF75DAC16F3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2846448" y="6255864"/>
                  <a:ext cx="9036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9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7E7D9DF9-D899-098B-C2D8-F042C22D8C74}"/>
                    </a:ext>
                  </a:extLst>
                </p14:cNvPr>
                <p14:cNvContentPartPr/>
                <p14:nvPr/>
              </p14:nvContentPartPr>
              <p14:xfrm>
                <a:off x="3034368" y="6286104"/>
                <a:ext cx="5760" cy="1836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7E7D9DF9-D899-098B-C2D8-F042C22D8C74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3025368" y="6277104"/>
                  <a:ext cx="234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1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4100C996-D1FA-98D0-B126-4282F0AAB0B4}"/>
                    </a:ext>
                  </a:extLst>
                </p14:cNvPr>
                <p14:cNvContentPartPr/>
                <p14:nvPr/>
              </p14:nvContentPartPr>
              <p14:xfrm>
                <a:off x="3164688" y="6238224"/>
                <a:ext cx="120240" cy="10728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4100C996-D1FA-98D0-B126-4282F0AAB0B4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3155688" y="6229584"/>
                  <a:ext cx="13788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3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14ACF1A0-60EF-94C8-27D0-68C8C2C3B22A}"/>
                    </a:ext>
                  </a:extLst>
                </p14:cNvPr>
                <p14:cNvContentPartPr/>
                <p14:nvPr/>
              </p14:nvContentPartPr>
              <p14:xfrm>
                <a:off x="3409128" y="6227424"/>
                <a:ext cx="91440" cy="10872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14ACF1A0-60EF-94C8-27D0-68C8C2C3B22A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3400128" y="6218424"/>
                  <a:ext cx="10908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5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7C8A7B81-C532-E053-1C6E-4A5328C0632C}"/>
                    </a:ext>
                  </a:extLst>
                </p14:cNvPr>
                <p14:cNvContentPartPr/>
                <p14:nvPr/>
              </p14:nvContentPartPr>
              <p14:xfrm>
                <a:off x="3511368" y="6168384"/>
                <a:ext cx="124560" cy="56880"/>
              </p14:xfrm>
            </p:contentPart>
          </mc:Choice>
          <mc:Fallback xmlns=""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7C8A7B81-C532-E053-1C6E-4A5328C0632C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3502368" y="6159744"/>
                  <a:ext cx="142200" cy="7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3" name="Group 402">
            <a:extLst>
              <a:ext uri="{FF2B5EF4-FFF2-40B4-BE49-F238E27FC236}">
                <a16:creationId xmlns:a16="http://schemas.microsoft.com/office/drawing/2014/main" id="{F7508A13-BC65-EB79-09CB-5BACA14D28AB}"/>
              </a:ext>
            </a:extLst>
          </p:cNvPr>
          <p:cNvGrpSpPr/>
          <p:nvPr/>
        </p:nvGrpSpPr>
        <p:grpSpPr>
          <a:xfrm>
            <a:off x="2964888" y="6426144"/>
            <a:ext cx="699840" cy="143280"/>
            <a:chOff x="2964888" y="6426144"/>
            <a:chExt cx="699840" cy="14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7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9778E143-E481-560F-44D1-1AB2BD7F9F51}"/>
                    </a:ext>
                  </a:extLst>
                </p14:cNvPr>
                <p14:cNvContentPartPr/>
                <p14:nvPr/>
              </p14:nvContentPartPr>
              <p14:xfrm>
                <a:off x="2964888" y="6451704"/>
                <a:ext cx="77760" cy="9900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9778E143-E481-560F-44D1-1AB2BD7F9F51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2956248" y="6443064"/>
                  <a:ext cx="954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9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78FEDD46-D5AA-E64C-95B7-A9E33CC2B0F7}"/>
                    </a:ext>
                  </a:extLst>
                </p14:cNvPr>
                <p14:cNvContentPartPr/>
                <p14:nvPr/>
              </p14:nvContentPartPr>
              <p14:xfrm>
                <a:off x="3128328" y="6485184"/>
                <a:ext cx="12600" cy="2268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78FEDD46-D5AA-E64C-95B7-A9E33CC2B0F7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3119328" y="6476184"/>
                  <a:ext cx="302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1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B09E9A9D-C0A3-3A8F-38D5-2000C3ACE601}"/>
                    </a:ext>
                  </a:extLst>
                </p14:cNvPr>
                <p14:cNvContentPartPr/>
                <p14:nvPr/>
              </p14:nvContentPartPr>
              <p14:xfrm>
                <a:off x="3262608" y="6441264"/>
                <a:ext cx="94320" cy="10692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B09E9A9D-C0A3-3A8F-38D5-2000C3ACE601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3253968" y="6432624"/>
                  <a:ext cx="1119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3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BE09BB08-C264-17FF-6910-A9A605788A18}"/>
                    </a:ext>
                  </a:extLst>
                </p14:cNvPr>
                <p14:cNvContentPartPr/>
                <p14:nvPr/>
              </p14:nvContentPartPr>
              <p14:xfrm>
                <a:off x="3491208" y="6476544"/>
                <a:ext cx="59040" cy="92880"/>
              </p14:xfrm>
            </p:contentPart>
          </mc:Choice>
          <mc:Fallback xmlns=""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BE09BB08-C264-17FF-6910-A9A605788A18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3482208" y="6467904"/>
                  <a:ext cx="7668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5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FFDC9AD5-63ED-F4C7-5568-5B2DC30C1DCE}"/>
                    </a:ext>
                  </a:extLst>
                </p14:cNvPr>
                <p14:cNvContentPartPr/>
                <p14:nvPr/>
              </p14:nvContentPartPr>
              <p14:xfrm>
                <a:off x="3563928" y="6426144"/>
                <a:ext cx="100800" cy="41760"/>
              </p14:xfrm>
            </p:contentPart>
          </mc:Choice>
          <mc:Fallback xmlns=""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FFDC9AD5-63ED-F4C7-5568-5B2DC30C1DCE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3554928" y="6417504"/>
                  <a:ext cx="118440" cy="5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5" name="Group 414">
            <a:extLst>
              <a:ext uri="{FF2B5EF4-FFF2-40B4-BE49-F238E27FC236}">
                <a16:creationId xmlns:a16="http://schemas.microsoft.com/office/drawing/2014/main" id="{C8AB8E6D-C144-47BB-E100-CA8359F86E51}"/>
              </a:ext>
            </a:extLst>
          </p:cNvPr>
          <p:cNvGrpSpPr/>
          <p:nvPr/>
        </p:nvGrpSpPr>
        <p:grpSpPr>
          <a:xfrm>
            <a:off x="348048" y="6239664"/>
            <a:ext cx="1797840" cy="590040"/>
            <a:chOff x="348048" y="6239664"/>
            <a:chExt cx="1797840" cy="59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7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34D363E3-02E1-D96C-8F1B-0B532B69552A}"/>
                    </a:ext>
                  </a:extLst>
                </p14:cNvPr>
                <p14:cNvContentPartPr/>
                <p14:nvPr/>
              </p14:nvContentPartPr>
              <p14:xfrm>
                <a:off x="348048" y="6259104"/>
                <a:ext cx="141480" cy="14004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34D363E3-02E1-D96C-8F1B-0B532B69552A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339048" y="6250104"/>
                  <a:ext cx="15912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9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7E6B9573-F896-0379-598D-F148D155B5BF}"/>
                    </a:ext>
                  </a:extLst>
                </p14:cNvPr>
                <p14:cNvContentPartPr/>
                <p14:nvPr/>
              </p14:nvContentPartPr>
              <p14:xfrm>
                <a:off x="543168" y="6247944"/>
                <a:ext cx="204480" cy="12564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7E6B9573-F896-0379-598D-F148D155B5BF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534168" y="6239304"/>
                  <a:ext cx="22212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1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EBCD4AC9-2881-2B69-9503-B9147DDF8A0B}"/>
                    </a:ext>
                  </a:extLst>
                </p14:cNvPr>
                <p14:cNvContentPartPr/>
                <p14:nvPr/>
              </p14:nvContentPartPr>
              <p14:xfrm>
                <a:off x="742248" y="6295464"/>
                <a:ext cx="122760" cy="3816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EBCD4AC9-2881-2B69-9503-B9147DDF8A0B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733248" y="6286464"/>
                  <a:ext cx="1404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3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B03990DD-9858-17CF-1B37-C897E3BA124A}"/>
                    </a:ext>
                  </a:extLst>
                </p14:cNvPr>
                <p14:cNvContentPartPr/>
                <p14:nvPr/>
              </p14:nvContentPartPr>
              <p14:xfrm>
                <a:off x="1005408" y="6279624"/>
                <a:ext cx="231120" cy="7956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B03990DD-9858-17CF-1B37-C897E3BA124A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996768" y="6270984"/>
                  <a:ext cx="24876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5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605CB4AA-CAEC-CD8C-4048-8D008C30505F}"/>
                    </a:ext>
                  </a:extLst>
                </p14:cNvPr>
                <p14:cNvContentPartPr/>
                <p14:nvPr/>
              </p14:nvContentPartPr>
              <p14:xfrm>
                <a:off x="1506168" y="6239664"/>
                <a:ext cx="153720" cy="9396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605CB4AA-CAEC-CD8C-4048-8D008C30505F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1497528" y="6230664"/>
                  <a:ext cx="17136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7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CD0EB3EF-504A-745E-FD53-D13A7F4B3274}"/>
                    </a:ext>
                  </a:extLst>
                </p14:cNvPr>
                <p14:cNvContentPartPr/>
                <p14:nvPr/>
              </p14:nvContentPartPr>
              <p14:xfrm>
                <a:off x="465048" y="6490584"/>
                <a:ext cx="66600" cy="86040"/>
              </p14:xfrm>
            </p:contentPart>
          </mc:Choice>
          <mc:Fallback xmlns=""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CD0EB3EF-504A-745E-FD53-D13A7F4B3274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456048" y="6481944"/>
                  <a:ext cx="8424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9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C20F52F4-1B50-15A0-2597-2B4D0E255464}"/>
                    </a:ext>
                  </a:extLst>
                </p14:cNvPr>
                <p14:cNvContentPartPr/>
                <p14:nvPr/>
              </p14:nvContentPartPr>
              <p14:xfrm>
                <a:off x="584928" y="6473304"/>
                <a:ext cx="195120" cy="104760"/>
              </p14:xfrm>
            </p:contentPart>
          </mc:Choice>
          <mc:Fallback xmlns=""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C20F52F4-1B50-15A0-2597-2B4D0E255464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575928" y="6464664"/>
                  <a:ext cx="2127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1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01A825C6-B591-BC98-18B2-E36B23E6919E}"/>
                    </a:ext>
                  </a:extLst>
                </p14:cNvPr>
                <p14:cNvContentPartPr/>
                <p14:nvPr/>
              </p14:nvContentPartPr>
              <p14:xfrm>
                <a:off x="734688" y="6515784"/>
                <a:ext cx="68040" cy="30240"/>
              </p14:xfrm>
            </p:contentPart>
          </mc:Choice>
          <mc:Fallback xmlns=""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01A825C6-B591-BC98-18B2-E36B23E6919E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726048" y="6506784"/>
                  <a:ext cx="8568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3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E8E8E19A-1564-6953-A395-EE88170582E6}"/>
                    </a:ext>
                  </a:extLst>
                </p14:cNvPr>
                <p14:cNvContentPartPr/>
                <p14:nvPr/>
              </p14:nvContentPartPr>
              <p14:xfrm>
                <a:off x="997128" y="6485544"/>
                <a:ext cx="160920" cy="67680"/>
              </p14:xfrm>
            </p:contentPart>
          </mc:Choice>
          <mc:Fallback xmlns=""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E8E8E19A-1564-6953-A395-EE88170582E6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988488" y="6476904"/>
                  <a:ext cx="1785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5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EE8BAB9D-7F48-DB1B-F8B7-C8FFE0C03CA7}"/>
                    </a:ext>
                  </a:extLst>
                </p14:cNvPr>
                <p14:cNvContentPartPr/>
                <p14:nvPr/>
              </p14:nvContentPartPr>
              <p14:xfrm>
                <a:off x="1378368" y="6442704"/>
                <a:ext cx="46800" cy="10404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EE8BAB9D-7F48-DB1B-F8B7-C8FFE0C03CA7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1369368" y="6433704"/>
                  <a:ext cx="6444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7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F3D7087B-1875-C265-512F-A7FDF23494CE}"/>
                    </a:ext>
                  </a:extLst>
                </p14:cNvPr>
                <p14:cNvContentPartPr/>
                <p14:nvPr/>
              </p14:nvContentPartPr>
              <p14:xfrm>
                <a:off x="1387728" y="6411024"/>
                <a:ext cx="303840" cy="12420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F3D7087B-1875-C265-512F-A7FDF23494CE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1379088" y="6402384"/>
                  <a:ext cx="32148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9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B742CBDB-1867-531E-1003-E9B763E6CA74}"/>
                    </a:ext>
                  </a:extLst>
                </p14:cNvPr>
                <p14:cNvContentPartPr/>
                <p14:nvPr/>
              </p14:nvContentPartPr>
              <p14:xfrm>
                <a:off x="390528" y="6721704"/>
                <a:ext cx="175320" cy="99360"/>
              </p14:xfrm>
            </p:contentPart>
          </mc:Choice>
          <mc:Fallback xmlns=""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B742CBDB-1867-531E-1003-E9B763E6CA74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381888" y="6713064"/>
                  <a:ext cx="1929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1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7D18E35B-51ED-E628-2D0D-AD36259D119F}"/>
                    </a:ext>
                  </a:extLst>
                </p14:cNvPr>
                <p14:cNvContentPartPr/>
                <p14:nvPr/>
              </p14:nvContentPartPr>
              <p14:xfrm>
                <a:off x="642168" y="6749424"/>
                <a:ext cx="36720" cy="56520"/>
              </p14:xfrm>
            </p:contentPart>
          </mc:Choice>
          <mc:Fallback xmlns=""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7D18E35B-51ED-E628-2D0D-AD36259D119F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633528" y="6740784"/>
                  <a:ext cx="5436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3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E1E9CA44-A5FA-AC03-EE33-76126FA36FDB}"/>
                    </a:ext>
                  </a:extLst>
                </p14:cNvPr>
                <p14:cNvContentPartPr/>
                <p14:nvPr/>
              </p14:nvContentPartPr>
              <p14:xfrm>
                <a:off x="735768" y="6758424"/>
                <a:ext cx="64800" cy="5436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E1E9CA44-A5FA-AC03-EE33-76126FA36FDB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727128" y="6749784"/>
                  <a:ext cx="824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5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59136651-0D9E-61B6-0E41-98D394E5ACA9}"/>
                    </a:ext>
                  </a:extLst>
                </p14:cNvPr>
                <p14:cNvContentPartPr/>
                <p14:nvPr/>
              </p14:nvContentPartPr>
              <p14:xfrm>
                <a:off x="858528" y="6750144"/>
                <a:ext cx="91440" cy="2304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59136651-0D9E-61B6-0E41-98D394E5ACA9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849888" y="6741144"/>
                  <a:ext cx="1090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7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F04C265F-C5CC-7DBF-0B8A-42C158A3F884}"/>
                    </a:ext>
                  </a:extLst>
                </p14:cNvPr>
                <p14:cNvContentPartPr/>
                <p14:nvPr/>
              </p14:nvContentPartPr>
              <p14:xfrm>
                <a:off x="1105128" y="6753744"/>
                <a:ext cx="218160" cy="5652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F04C265F-C5CC-7DBF-0B8A-42C158A3F884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1096128" y="6745104"/>
                  <a:ext cx="2358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9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F52A8AC1-60E2-A112-3295-4046D0352656}"/>
                    </a:ext>
                  </a:extLst>
                </p14:cNvPr>
                <p14:cNvContentPartPr/>
                <p14:nvPr/>
              </p14:nvContentPartPr>
              <p14:xfrm>
                <a:off x="1507608" y="6607944"/>
                <a:ext cx="122760" cy="22176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F52A8AC1-60E2-A112-3295-4046D0352656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1498968" y="6598944"/>
                  <a:ext cx="14040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1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60234178-63B1-3369-2811-CFD8265FCDF0}"/>
                    </a:ext>
                  </a:extLst>
                </p14:cNvPr>
                <p14:cNvContentPartPr/>
                <p14:nvPr/>
              </p14:nvContentPartPr>
              <p14:xfrm>
                <a:off x="1729728" y="6670944"/>
                <a:ext cx="348840" cy="12456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60234178-63B1-3369-2811-CFD8265FCDF0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1720728" y="6662304"/>
                  <a:ext cx="36648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3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BC30E599-1D20-2478-9594-88F791D646AA}"/>
                    </a:ext>
                  </a:extLst>
                </p14:cNvPr>
                <p14:cNvContentPartPr/>
                <p14:nvPr/>
              </p14:nvContentPartPr>
              <p14:xfrm>
                <a:off x="2069928" y="6708024"/>
                <a:ext cx="75960" cy="2628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BC30E599-1D20-2478-9594-88F791D646AA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2060928" y="6699024"/>
                  <a:ext cx="9360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5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898BC431-FBDF-BC41-84B1-CC5B4C8AE07B}"/>
                    </a:ext>
                  </a:extLst>
                </p14:cNvPr>
                <p14:cNvContentPartPr/>
                <p14:nvPr/>
              </p14:nvContentPartPr>
              <p14:xfrm>
                <a:off x="1784448" y="6621984"/>
                <a:ext cx="52200" cy="4176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898BC431-FBDF-BC41-84B1-CC5B4C8AE07B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1775808" y="6613344"/>
                  <a:ext cx="69840" cy="5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1" name="Group 420">
            <a:extLst>
              <a:ext uri="{FF2B5EF4-FFF2-40B4-BE49-F238E27FC236}">
                <a16:creationId xmlns:a16="http://schemas.microsoft.com/office/drawing/2014/main" id="{FB72E18A-549D-0EE5-BACC-A540E5E15DC8}"/>
              </a:ext>
            </a:extLst>
          </p:cNvPr>
          <p:cNvGrpSpPr/>
          <p:nvPr/>
        </p:nvGrpSpPr>
        <p:grpSpPr>
          <a:xfrm>
            <a:off x="2997288" y="6692184"/>
            <a:ext cx="673920" cy="158400"/>
            <a:chOff x="2997288" y="6692184"/>
            <a:chExt cx="673920" cy="15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7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3684A27B-968D-7570-B93F-E2ECAD39F319}"/>
                    </a:ext>
                  </a:extLst>
                </p14:cNvPr>
                <p14:cNvContentPartPr/>
                <p14:nvPr/>
              </p14:nvContentPartPr>
              <p14:xfrm>
                <a:off x="2997288" y="6723504"/>
                <a:ext cx="104760" cy="11340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3684A27B-968D-7570-B93F-E2ECAD39F319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2988288" y="6714504"/>
                  <a:ext cx="12240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9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B07A5B60-C6AC-BF94-EDD7-B0FD2F40B492}"/>
                    </a:ext>
                  </a:extLst>
                </p14:cNvPr>
                <p14:cNvContentPartPr/>
                <p14:nvPr/>
              </p14:nvContentPartPr>
              <p14:xfrm>
                <a:off x="3192408" y="6781824"/>
                <a:ext cx="12600" cy="13680"/>
              </p14:xfrm>
            </p:contentPart>
          </mc:Choice>
          <mc:Fallback xmlns=""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B07A5B60-C6AC-BF94-EDD7-B0FD2F40B492}"/>
                    </a:ext>
                  </a:extLst>
                </p:cNvPr>
                <p:cNvPicPr/>
                <p:nvPr/>
              </p:nvPicPr>
              <p:blipFill>
                <a:blip r:embed="rId570"/>
                <a:stretch>
                  <a:fillRect/>
                </a:stretch>
              </p:blipFill>
              <p:spPr>
                <a:xfrm>
                  <a:off x="3183768" y="6772824"/>
                  <a:ext cx="302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1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216FB600-75FB-776E-38C9-9BF5B3FB2471}"/>
                    </a:ext>
                  </a:extLst>
                </p14:cNvPr>
                <p14:cNvContentPartPr/>
                <p14:nvPr/>
              </p14:nvContentPartPr>
              <p14:xfrm>
                <a:off x="3318768" y="6711624"/>
                <a:ext cx="105840" cy="134280"/>
              </p14:xfrm>
            </p:contentPart>
          </mc:Choice>
          <mc:Fallback xmlns=""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216FB600-75FB-776E-38C9-9BF5B3FB2471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3310128" y="6702984"/>
                  <a:ext cx="1234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3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3AF2D183-18B1-F415-11E7-59E1A8AAA116}"/>
                    </a:ext>
                  </a:extLst>
                </p14:cNvPr>
                <p14:cNvContentPartPr/>
                <p14:nvPr/>
              </p14:nvContentPartPr>
              <p14:xfrm>
                <a:off x="3509568" y="6742944"/>
                <a:ext cx="87840" cy="10764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3AF2D183-18B1-F415-11E7-59E1A8AAA116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3500568" y="6734304"/>
                  <a:ext cx="1054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5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03E9C40C-1997-336C-9564-AC8642A50941}"/>
                    </a:ext>
                  </a:extLst>
                </p14:cNvPr>
                <p14:cNvContentPartPr/>
                <p14:nvPr/>
              </p14:nvContentPartPr>
              <p14:xfrm>
                <a:off x="3611448" y="6692184"/>
                <a:ext cx="59760" cy="2448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03E9C40C-1997-336C-9564-AC8642A50941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3602448" y="6683544"/>
                  <a:ext cx="77400" cy="4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3" name="Group 432">
            <a:extLst>
              <a:ext uri="{FF2B5EF4-FFF2-40B4-BE49-F238E27FC236}">
                <a16:creationId xmlns:a16="http://schemas.microsoft.com/office/drawing/2014/main" id="{83EAD6D6-381C-A906-0BD0-2C27D892281A}"/>
              </a:ext>
            </a:extLst>
          </p:cNvPr>
          <p:cNvGrpSpPr/>
          <p:nvPr/>
        </p:nvGrpSpPr>
        <p:grpSpPr>
          <a:xfrm>
            <a:off x="3163968" y="2292624"/>
            <a:ext cx="1878840" cy="152280"/>
            <a:chOff x="3163968" y="2292624"/>
            <a:chExt cx="1878840" cy="15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7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38580B33-5DA0-60F0-94E4-16B5EF87C64F}"/>
                    </a:ext>
                  </a:extLst>
                </p14:cNvPr>
                <p14:cNvContentPartPr/>
                <p14:nvPr/>
              </p14:nvContentPartPr>
              <p14:xfrm>
                <a:off x="3163968" y="2346624"/>
                <a:ext cx="217800" cy="98280"/>
              </p14:xfrm>
            </p:contentPart>
          </mc:Choice>
          <mc:Fallback xmlns=""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38580B33-5DA0-60F0-94E4-16B5EF87C64F}"/>
                    </a:ext>
                  </a:extLst>
                </p:cNvPr>
                <p:cNvPicPr/>
                <p:nvPr/>
              </p:nvPicPr>
              <p:blipFill>
                <a:blip r:embed="rId578"/>
                <a:stretch>
                  <a:fillRect/>
                </a:stretch>
              </p:blipFill>
              <p:spPr>
                <a:xfrm>
                  <a:off x="3155328" y="2337984"/>
                  <a:ext cx="23544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9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4D95B504-5B0E-B8E2-71A0-0E967C401FB6}"/>
                    </a:ext>
                  </a:extLst>
                </p14:cNvPr>
                <p14:cNvContentPartPr/>
                <p14:nvPr/>
              </p14:nvContentPartPr>
              <p14:xfrm>
                <a:off x="3494448" y="2349144"/>
                <a:ext cx="65880" cy="81720"/>
              </p14:xfrm>
            </p:contentPart>
          </mc:Choice>
          <mc:Fallback xmlns=""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4D95B504-5B0E-B8E2-71A0-0E967C401FB6}"/>
                    </a:ext>
                  </a:extLst>
                </p:cNvPr>
                <p:cNvPicPr/>
                <p:nvPr/>
              </p:nvPicPr>
              <p:blipFill>
                <a:blip r:embed="rId580"/>
                <a:stretch>
                  <a:fillRect/>
                </a:stretch>
              </p:blipFill>
              <p:spPr>
                <a:xfrm>
                  <a:off x="3485808" y="2340144"/>
                  <a:ext cx="835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1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94F53AE0-F6A4-5261-A83F-17E69253EFCA}"/>
                    </a:ext>
                  </a:extLst>
                </p14:cNvPr>
                <p14:cNvContentPartPr/>
                <p14:nvPr/>
              </p14:nvContentPartPr>
              <p14:xfrm>
                <a:off x="3656448" y="2339064"/>
                <a:ext cx="108720" cy="66600"/>
              </p14:xfrm>
            </p:contentPart>
          </mc:Choice>
          <mc:Fallback xmlns=""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94F53AE0-F6A4-5261-A83F-17E69253EFCA}"/>
                    </a:ext>
                  </a:extLst>
                </p:cNvPr>
                <p:cNvPicPr/>
                <p:nvPr/>
              </p:nvPicPr>
              <p:blipFill>
                <a:blip r:embed="rId582"/>
                <a:stretch>
                  <a:fillRect/>
                </a:stretch>
              </p:blipFill>
              <p:spPr>
                <a:xfrm>
                  <a:off x="3647448" y="2330424"/>
                  <a:ext cx="1263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3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AB96E2BC-9CEA-9558-BC95-1578E41A417E}"/>
                    </a:ext>
                  </a:extLst>
                </p14:cNvPr>
                <p14:cNvContentPartPr/>
                <p14:nvPr/>
              </p14:nvContentPartPr>
              <p14:xfrm>
                <a:off x="3854088" y="2305584"/>
                <a:ext cx="137880" cy="88920"/>
              </p14:xfrm>
            </p:contentPart>
          </mc:Choice>
          <mc:Fallback xmlns=""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AB96E2BC-9CEA-9558-BC95-1578E41A417E}"/>
                    </a:ext>
                  </a:extLst>
                </p:cNvPr>
                <p:cNvPicPr/>
                <p:nvPr/>
              </p:nvPicPr>
              <p:blipFill>
                <a:blip r:embed="rId584"/>
                <a:stretch>
                  <a:fillRect/>
                </a:stretch>
              </p:blipFill>
              <p:spPr>
                <a:xfrm>
                  <a:off x="3845088" y="2296584"/>
                  <a:ext cx="15552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5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60E0979B-8DEE-5FD7-0F6C-429430B66037}"/>
                    </a:ext>
                  </a:extLst>
                </p14:cNvPr>
                <p14:cNvContentPartPr/>
                <p14:nvPr/>
              </p14:nvContentPartPr>
              <p14:xfrm>
                <a:off x="4107888" y="2333304"/>
                <a:ext cx="287640" cy="96120"/>
              </p14:xfrm>
            </p:contentPart>
          </mc:Choice>
          <mc:Fallback xmlns=""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60E0979B-8DEE-5FD7-0F6C-429430B66037}"/>
                    </a:ext>
                  </a:extLst>
                </p:cNvPr>
                <p:cNvPicPr/>
                <p:nvPr/>
              </p:nvPicPr>
              <p:blipFill>
                <a:blip r:embed="rId586"/>
                <a:stretch>
                  <a:fillRect/>
                </a:stretch>
              </p:blipFill>
              <p:spPr>
                <a:xfrm>
                  <a:off x="4099248" y="2324664"/>
                  <a:ext cx="3052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7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6548F5C6-4509-2CBC-2011-F5734C3C51F1}"/>
                    </a:ext>
                  </a:extLst>
                </p14:cNvPr>
                <p14:cNvContentPartPr/>
                <p14:nvPr/>
              </p14:nvContentPartPr>
              <p14:xfrm>
                <a:off x="4560768" y="2292624"/>
                <a:ext cx="101520" cy="126720"/>
              </p14:xfrm>
            </p:contentPart>
          </mc:Choice>
          <mc:Fallback xmlns=""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6548F5C6-4509-2CBC-2011-F5734C3C51F1}"/>
                    </a:ext>
                  </a:extLst>
                </p:cNvPr>
                <p:cNvPicPr/>
                <p:nvPr/>
              </p:nvPicPr>
              <p:blipFill>
                <a:blip r:embed="rId588"/>
                <a:stretch>
                  <a:fillRect/>
                </a:stretch>
              </p:blipFill>
              <p:spPr>
                <a:xfrm>
                  <a:off x="4552128" y="2283984"/>
                  <a:ext cx="11916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9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D4ED743C-7623-B2D5-AFAC-F1F4507F47A8}"/>
                    </a:ext>
                  </a:extLst>
                </p14:cNvPr>
                <p14:cNvContentPartPr/>
                <p14:nvPr/>
              </p14:nvContentPartPr>
              <p14:xfrm>
                <a:off x="4723128" y="2346984"/>
                <a:ext cx="60840" cy="55440"/>
              </p14:xfrm>
            </p:contentPart>
          </mc:Choice>
          <mc:Fallback xmlns=""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D4ED743C-7623-B2D5-AFAC-F1F4507F47A8}"/>
                    </a:ext>
                  </a:extLst>
                </p:cNvPr>
                <p:cNvPicPr/>
                <p:nvPr/>
              </p:nvPicPr>
              <p:blipFill>
                <a:blip r:embed="rId590"/>
                <a:stretch>
                  <a:fillRect/>
                </a:stretch>
              </p:blipFill>
              <p:spPr>
                <a:xfrm>
                  <a:off x="4714488" y="2337984"/>
                  <a:ext cx="7848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1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C5AE80F2-C52D-9AE4-E917-C65EECCD9912}"/>
                    </a:ext>
                  </a:extLst>
                </p14:cNvPr>
                <p14:cNvContentPartPr/>
                <p14:nvPr/>
              </p14:nvContentPartPr>
              <p14:xfrm>
                <a:off x="4878648" y="2345184"/>
                <a:ext cx="22680" cy="34200"/>
              </p14:xfrm>
            </p:contentPart>
          </mc:Choice>
          <mc:Fallback xmlns=""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C5AE80F2-C52D-9AE4-E917-C65EECCD9912}"/>
                    </a:ext>
                  </a:extLst>
                </p:cNvPr>
                <p:cNvPicPr/>
                <p:nvPr/>
              </p:nvPicPr>
              <p:blipFill>
                <a:blip r:embed="rId592"/>
                <a:stretch>
                  <a:fillRect/>
                </a:stretch>
              </p:blipFill>
              <p:spPr>
                <a:xfrm>
                  <a:off x="4870008" y="2336184"/>
                  <a:ext cx="403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3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E10250E8-EB30-B12F-F020-B0F6E9CFE4B8}"/>
                    </a:ext>
                  </a:extLst>
                </p14:cNvPr>
                <p14:cNvContentPartPr/>
                <p14:nvPr/>
              </p14:nvContentPartPr>
              <p14:xfrm>
                <a:off x="4979088" y="2326104"/>
                <a:ext cx="63720" cy="69120"/>
              </p14:xfrm>
            </p:contentPart>
          </mc:Choice>
          <mc:Fallback xmlns=""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E10250E8-EB30-B12F-F020-B0F6E9CFE4B8}"/>
                    </a:ext>
                  </a:extLst>
                </p:cNvPr>
                <p:cNvPicPr/>
                <p:nvPr/>
              </p:nvPicPr>
              <p:blipFill>
                <a:blip r:embed="rId594"/>
                <a:stretch>
                  <a:fillRect/>
                </a:stretch>
              </p:blipFill>
              <p:spPr>
                <a:xfrm>
                  <a:off x="4970448" y="2317104"/>
                  <a:ext cx="81360" cy="8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1" name="Group 440">
            <a:extLst>
              <a:ext uri="{FF2B5EF4-FFF2-40B4-BE49-F238E27FC236}">
                <a16:creationId xmlns:a16="http://schemas.microsoft.com/office/drawing/2014/main" id="{EBF8245C-3E04-D731-B4B2-97B92C41937E}"/>
              </a:ext>
            </a:extLst>
          </p:cNvPr>
          <p:cNvGrpSpPr/>
          <p:nvPr/>
        </p:nvGrpSpPr>
        <p:grpSpPr>
          <a:xfrm>
            <a:off x="5200848" y="2265984"/>
            <a:ext cx="546120" cy="228960"/>
            <a:chOff x="5200848" y="2265984"/>
            <a:chExt cx="546120" cy="22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5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1E5E3C3A-7C22-89CB-B0A9-A303BFBBCC59}"/>
                    </a:ext>
                  </a:extLst>
                </p14:cNvPr>
                <p14:cNvContentPartPr/>
                <p14:nvPr/>
              </p14:nvContentPartPr>
              <p14:xfrm>
                <a:off x="5200848" y="2265984"/>
                <a:ext cx="31320" cy="228960"/>
              </p14:xfrm>
            </p:contentPart>
          </mc:Choice>
          <mc:Fallback xmlns=""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1E5E3C3A-7C22-89CB-B0A9-A303BFBBCC59}"/>
                    </a:ext>
                  </a:extLst>
                </p:cNvPr>
                <p:cNvPicPr/>
                <p:nvPr/>
              </p:nvPicPr>
              <p:blipFill>
                <a:blip r:embed="rId596"/>
                <a:stretch>
                  <a:fillRect/>
                </a:stretch>
              </p:blipFill>
              <p:spPr>
                <a:xfrm>
                  <a:off x="5192208" y="2257344"/>
                  <a:ext cx="4896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7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AA94080D-2B79-EFC6-0EAB-80526DBC779F}"/>
                    </a:ext>
                  </a:extLst>
                </p14:cNvPr>
                <p14:cNvContentPartPr/>
                <p14:nvPr/>
              </p14:nvContentPartPr>
              <p14:xfrm>
                <a:off x="5323608" y="2282544"/>
                <a:ext cx="97920" cy="169920"/>
              </p14:xfrm>
            </p:contentPart>
          </mc:Choice>
          <mc:Fallback xmlns=""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AA94080D-2B79-EFC6-0EAB-80526DBC779F}"/>
                    </a:ext>
                  </a:extLst>
                </p:cNvPr>
                <p:cNvPicPr/>
                <p:nvPr/>
              </p:nvPicPr>
              <p:blipFill>
                <a:blip r:embed="rId598"/>
                <a:stretch>
                  <a:fillRect/>
                </a:stretch>
              </p:blipFill>
              <p:spPr>
                <a:xfrm>
                  <a:off x="5314608" y="2273904"/>
                  <a:ext cx="11556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9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7BCAF3E8-3A47-DB44-B9F2-9EC7ABC12742}"/>
                    </a:ext>
                  </a:extLst>
                </p14:cNvPr>
                <p14:cNvContentPartPr/>
                <p14:nvPr/>
              </p14:nvContentPartPr>
              <p14:xfrm>
                <a:off x="5462928" y="2382624"/>
                <a:ext cx="17280" cy="55800"/>
              </p14:xfrm>
            </p:contentPart>
          </mc:Choice>
          <mc:Fallback xmlns=""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7BCAF3E8-3A47-DB44-B9F2-9EC7ABC12742}"/>
                    </a:ext>
                  </a:extLst>
                </p:cNvPr>
                <p:cNvPicPr/>
                <p:nvPr/>
              </p:nvPicPr>
              <p:blipFill>
                <a:blip r:embed="rId600"/>
                <a:stretch>
                  <a:fillRect/>
                </a:stretch>
              </p:blipFill>
              <p:spPr>
                <a:xfrm>
                  <a:off x="5454288" y="2373624"/>
                  <a:ext cx="349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1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6067486D-B888-A51D-3404-C55B99750FC8}"/>
                    </a:ext>
                  </a:extLst>
                </p14:cNvPr>
                <p14:cNvContentPartPr/>
                <p14:nvPr/>
              </p14:nvContentPartPr>
              <p14:xfrm>
                <a:off x="5471208" y="2345904"/>
                <a:ext cx="2520" cy="23400"/>
              </p14:xfrm>
            </p:contentPart>
          </mc:Choice>
          <mc:Fallback xmlns=""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6067486D-B888-A51D-3404-C55B99750FC8}"/>
                    </a:ext>
                  </a:extLst>
                </p:cNvPr>
                <p:cNvPicPr/>
                <p:nvPr/>
              </p:nvPicPr>
              <p:blipFill>
                <a:blip r:embed="rId602"/>
                <a:stretch>
                  <a:fillRect/>
                </a:stretch>
              </p:blipFill>
              <p:spPr>
                <a:xfrm>
                  <a:off x="5462208" y="2336904"/>
                  <a:ext cx="2016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3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9858CEF8-1B6B-0971-5BD6-23FA5D9F6326}"/>
                    </a:ext>
                  </a:extLst>
                </p14:cNvPr>
                <p14:cNvContentPartPr/>
                <p14:nvPr/>
              </p14:nvContentPartPr>
              <p14:xfrm>
                <a:off x="5555808" y="2360664"/>
                <a:ext cx="62640" cy="54720"/>
              </p14:xfrm>
            </p:contentPart>
          </mc:Choice>
          <mc:Fallback xmlns=""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9858CEF8-1B6B-0971-5BD6-23FA5D9F6326}"/>
                    </a:ext>
                  </a:extLst>
                </p:cNvPr>
                <p:cNvPicPr/>
                <p:nvPr/>
              </p:nvPicPr>
              <p:blipFill>
                <a:blip r:embed="rId604"/>
                <a:stretch>
                  <a:fillRect/>
                </a:stretch>
              </p:blipFill>
              <p:spPr>
                <a:xfrm>
                  <a:off x="5546808" y="2352024"/>
                  <a:ext cx="8028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5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DB0A7B28-658C-CFFB-C213-690687AD6787}"/>
                    </a:ext>
                  </a:extLst>
                </p14:cNvPr>
                <p14:cNvContentPartPr/>
                <p14:nvPr/>
              </p14:nvContentPartPr>
              <p14:xfrm>
                <a:off x="5688288" y="2321784"/>
                <a:ext cx="58680" cy="81360"/>
              </p14:xfrm>
            </p:contentPart>
          </mc:Choice>
          <mc:Fallback xmlns=""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DB0A7B28-658C-CFFB-C213-690687AD6787}"/>
                    </a:ext>
                  </a:extLst>
                </p:cNvPr>
                <p:cNvPicPr/>
                <p:nvPr/>
              </p:nvPicPr>
              <p:blipFill>
                <a:blip r:embed="rId606"/>
                <a:stretch>
                  <a:fillRect/>
                </a:stretch>
              </p:blipFill>
              <p:spPr>
                <a:xfrm>
                  <a:off x="5679288" y="2313144"/>
                  <a:ext cx="76320" cy="9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4" name="Group 443">
            <a:extLst>
              <a:ext uri="{FF2B5EF4-FFF2-40B4-BE49-F238E27FC236}">
                <a16:creationId xmlns:a16="http://schemas.microsoft.com/office/drawing/2014/main" id="{F744C44D-9274-BB62-65B1-BCF6882A74E9}"/>
              </a:ext>
            </a:extLst>
          </p:cNvPr>
          <p:cNvGrpSpPr/>
          <p:nvPr/>
        </p:nvGrpSpPr>
        <p:grpSpPr>
          <a:xfrm>
            <a:off x="5925528" y="2224224"/>
            <a:ext cx="567720" cy="273600"/>
            <a:chOff x="5925528" y="2224224"/>
            <a:chExt cx="567720" cy="27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7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131203A6-B75B-B49D-AC27-3A6C69D54BE9}"/>
                    </a:ext>
                  </a:extLst>
                </p14:cNvPr>
                <p14:cNvContentPartPr/>
                <p14:nvPr/>
              </p14:nvContentPartPr>
              <p14:xfrm>
                <a:off x="5925528" y="2224224"/>
                <a:ext cx="40320" cy="273600"/>
              </p14:xfrm>
            </p:contentPart>
          </mc:Choice>
          <mc:Fallback xmlns=""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131203A6-B75B-B49D-AC27-3A6C69D54BE9}"/>
                    </a:ext>
                  </a:extLst>
                </p:cNvPr>
                <p:cNvPicPr/>
                <p:nvPr/>
              </p:nvPicPr>
              <p:blipFill>
                <a:blip r:embed="rId608"/>
                <a:stretch>
                  <a:fillRect/>
                </a:stretch>
              </p:blipFill>
              <p:spPr>
                <a:xfrm>
                  <a:off x="5916528" y="2215584"/>
                  <a:ext cx="5796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9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AD8401E3-6EE4-FE28-E5C6-2C2185E7AB01}"/>
                    </a:ext>
                  </a:extLst>
                </p14:cNvPr>
                <p14:cNvContentPartPr/>
                <p14:nvPr/>
              </p14:nvContentPartPr>
              <p14:xfrm>
                <a:off x="6061608" y="2271384"/>
                <a:ext cx="112680" cy="167760"/>
              </p14:xfrm>
            </p:contentPart>
          </mc:Choice>
          <mc:Fallback xmlns=""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AD8401E3-6EE4-FE28-E5C6-2C2185E7AB01}"/>
                    </a:ext>
                  </a:extLst>
                </p:cNvPr>
                <p:cNvPicPr/>
                <p:nvPr/>
              </p:nvPicPr>
              <p:blipFill>
                <a:blip r:embed="rId610"/>
                <a:stretch>
                  <a:fillRect/>
                </a:stretch>
              </p:blipFill>
              <p:spPr>
                <a:xfrm>
                  <a:off x="6052968" y="2262384"/>
                  <a:ext cx="1303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1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4232B886-D25F-7A66-685E-065B1FDE0208}"/>
                    </a:ext>
                  </a:extLst>
                </p14:cNvPr>
                <p14:cNvContentPartPr/>
                <p14:nvPr/>
              </p14:nvContentPartPr>
              <p14:xfrm>
                <a:off x="6254928" y="2240064"/>
                <a:ext cx="238320" cy="18180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4232B886-D25F-7A66-685E-065B1FDE0208}"/>
                    </a:ext>
                  </a:extLst>
                </p:cNvPr>
                <p:cNvPicPr/>
                <p:nvPr/>
              </p:nvPicPr>
              <p:blipFill>
                <a:blip r:embed="rId612"/>
                <a:stretch>
                  <a:fillRect/>
                </a:stretch>
              </p:blipFill>
              <p:spPr>
                <a:xfrm>
                  <a:off x="6245928" y="2231424"/>
                  <a:ext cx="255960" cy="19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5" name="Group 454">
            <a:extLst>
              <a:ext uri="{FF2B5EF4-FFF2-40B4-BE49-F238E27FC236}">
                <a16:creationId xmlns:a16="http://schemas.microsoft.com/office/drawing/2014/main" id="{A21CEFCC-4CD7-71D4-2630-FAB34CBB6A01}"/>
              </a:ext>
            </a:extLst>
          </p:cNvPr>
          <p:cNvGrpSpPr/>
          <p:nvPr/>
        </p:nvGrpSpPr>
        <p:grpSpPr>
          <a:xfrm>
            <a:off x="3366288" y="2609784"/>
            <a:ext cx="561960" cy="212760"/>
            <a:chOff x="3366288" y="2609784"/>
            <a:chExt cx="561960" cy="21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3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02B30B3B-15AA-000C-185A-A5FFDD1CB231}"/>
                    </a:ext>
                  </a:extLst>
                </p14:cNvPr>
                <p14:cNvContentPartPr/>
                <p14:nvPr/>
              </p14:nvContentPartPr>
              <p14:xfrm>
                <a:off x="3366288" y="2688264"/>
                <a:ext cx="126000" cy="134280"/>
              </p14:xfrm>
            </p:contentPart>
          </mc:Choice>
          <mc:Fallback xmlns=""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02B30B3B-15AA-000C-185A-A5FFDD1CB231}"/>
                    </a:ext>
                  </a:extLst>
                </p:cNvPr>
                <p:cNvPicPr/>
                <p:nvPr/>
              </p:nvPicPr>
              <p:blipFill>
                <a:blip r:embed="rId614"/>
                <a:stretch>
                  <a:fillRect/>
                </a:stretch>
              </p:blipFill>
              <p:spPr>
                <a:xfrm>
                  <a:off x="3357288" y="2679624"/>
                  <a:ext cx="14364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5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12AB3ECE-48F9-3D17-CF1C-3289048899D3}"/>
                    </a:ext>
                  </a:extLst>
                </p14:cNvPr>
                <p14:cNvContentPartPr/>
                <p14:nvPr/>
              </p14:nvContentPartPr>
              <p14:xfrm>
                <a:off x="3554208" y="2704824"/>
                <a:ext cx="208440" cy="75240"/>
              </p14:xfrm>
            </p:contentPart>
          </mc:Choice>
          <mc:Fallback xmlns=""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12AB3ECE-48F9-3D17-CF1C-3289048899D3}"/>
                    </a:ext>
                  </a:extLst>
                </p:cNvPr>
                <p:cNvPicPr/>
                <p:nvPr/>
              </p:nvPicPr>
              <p:blipFill>
                <a:blip r:embed="rId616"/>
                <a:stretch>
                  <a:fillRect/>
                </a:stretch>
              </p:blipFill>
              <p:spPr>
                <a:xfrm>
                  <a:off x="3545208" y="2695824"/>
                  <a:ext cx="2260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7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E74D620B-531D-6C1B-DB60-60B4C02CAEAF}"/>
                    </a:ext>
                  </a:extLst>
                </p14:cNvPr>
                <p14:cNvContentPartPr/>
                <p14:nvPr/>
              </p14:nvContentPartPr>
              <p14:xfrm>
                <a:off x="3842928" y="2609784"/>
                <a:ext cx="85320" cy="150480"/>
              </p14:xfrm>
            </p:contentPart>
          </mc:Choice>
          <mc:Fallback xmlns=""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E74D620B-531D-6C1B-DB60-60B4C02CAEAF}"/>
                    </a:ext>
                  </a:extLst>
                </p:cNvPr>
                <p:cNvPicPr/>
                <p:nvPr/>
              </p:nvPicPr>
              <p:blipFill>
                <a:blip r:embed="rId618"/>
                <a:stretch>
                  <a:fillRect/>
                </a:stretch>
              </p:blipFill>
              <p:spPr>
                <a:xfrm>
                  <a:off x="3834288" y="2601144"/>
                  <a:ext cx="102960" cy="168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19">
            <p14:nvContentPartPr>
              <p14:cNvPr id="454" name="Ink 453">
                <a:extLst>
                  <a:ext uri="{FF2B5EF4-FFF2-40B4-BE49-F238E27FC236}">
                    <a16:creationId xmlns:a16="http://schemas.microsoft.com/office/drawing/2014/main" id="{D454B967-1382-F435-654A-B289708FE3EF}"/>
                  </a:ext>
                </a:extLst>
              </p14:cNvPr>
              <p14:cNvContentPartPr/>
              <p14:nvPr/>
            </p14:nvContentPartPr>
            <p14:xfrm>
              <a:off x="4119048" y="2673144"/>
              <a:ext cx="291960" cy="75600"/>
            </p14:xfrm>
          </p:contentPart>
        </mc:Choice>
        <mc:Fallback xmlns="">
          <p:pic>
            <p:nvPicPr>
              <p:cNvPr id="454" name="Ink 453">
                <a:extLst>
                  <a:ext uri="{FF2B5EF4-FFF2-40B4-BE49-F238E27FC236}">
                    <a16:creationId xmlns:a16="http://schemas.microsoft.com/office/drawing/2014/main" id="{D454B967-1382-F435-654A-B289708FE3EF}"/>
                  </a:ext>
                </a:extLst>
              </p:cNvPr>
              <p:cNvPicPr/>
              <p:nvPr/>
            </p:nvPicPr>
            <p:blipFill>
              <a:blip r:embed="rId620"/>
              <a:stretch>
                <a:fillRect/>
              </a:stretch>
            </p:blipFill>
            <p:spPr>
              <a:xfrm>
                <a:off x="4110408" y="2664504"/>
                <a:ext cx="309600" cy="93240"/>
              </a:xfrm>
              <a:prstGeom prst="rect">
                <a:avLst/>
              </a:prstGeom>
            </p:spPr>
          </p:pic>
        </mc:Fallback>
      </mc:AlternateContent>
      <p:grpSp>
        <p:nvGrpSpPr>
          <p:cNvPr id="458" name="Group 457">
            <a:extLst>
              <a:ext uri="{FF2B5EF4-FFF2-40B4-BE49-F238E27FC236}">
                <a16:creationId xmlns:a16="http://schemas.microsoft.com/office/drawing/2014/main" id="{08CADBFD-298F-C910-0BA6-8A2E537410A7}"/>
              </a:ext>
            </a:extLst>
          </p:cNvPr>
          <p:cNvGrpSpPr/>
          <p:nvPr/>
        </p:nvGrpSpPr>
        <p:grpSpPr>
          <a:xfrm>
            <a:off x="4652928" y="2649744"/>
            <a:ext cx="717480" cy="256680"/>
            <a:chOff x="4652928" y="2649744"/>
            <a:chExt cx="717480" cy="25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1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74F30939-130D-427C-B85C-D6F0290C1D1B}"/>
                    </a:ext>
                  </a:extLst>
                </p14:cNvPr>
                <p14:cNvContentPartPr/>
                <p14:nvPr/>
              </p14:nvContentPartPr>
              <p14:xfrm>
                <a:off x="4652928" y="2696904"/>
                <a:ext cx="123120" cy="120240"/>
              </p14:xfrm>
            </p:contentPart>
          </mc:Choice>
          <mc:Fallback xmlns=""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74F30939-130D-427C-B85C-D6F0290C1D1B}"/>
                    </a:ext>
                  </a:extLst>
                </p:cNvPr>
                <p:cNvPicPr/>
                <p:nvPr/>
              </p:nvPicPr>
              <p:blipFill>
                <a:blip r:embed="rId622"/>
                <a:stretch>
                  <a:fillRect/>
                </a:stretch>
              </p:blipFill>
              <p:spPr>
                <a:xfrm>
                  <a:off x="4644288" y="2687904"/>
                  <a:ext cx="14076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3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8840C697-8980-68EA-ABCE-D5BAD4371A2E}"/>
                    </a:ext>
                  </a:extLst>
                </p14:cNvPr>
                <p14:cNvContentPartPr/>
                <p14:nvPr/>
              </p14:nvContentPartPr>
              <p14:xfrm>
                <a:off x="4841568" y="2649744"/>
                <a:ext cx="528840" cy="256680"/>
              </p14:xfrm>
            </p:contentPart>
          </mc:Choice>
          <mc:Fallback xmlns=""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8840C697-8980-68EA-ABCE-D5BAD4371A2E}"/>
                    </a:ext>
                  </a:extLst>
                </p:cNvPr>
                <p:cNvPicPr/>
                <p:nvPr/>
              </p:nvPicPr>
              <p:blipFill>
                <a:blip r:embed="rId624"/>
                <a:stretch>
                  <a:fillRect/>
                </a:stretch>
              </p:blipFill>
              <p:spPr>
                <a:xfrm>
                  <a:off x="4832568" y="2640744"/>
                  <a:ext cx="546480" cy="27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8" name="Group 477">
            <a:extLst>
              <a:ext uri="{FF2B5EF4-FFF2-40B4-BE49-F238E27FC236}">
                <a16:creationId xmlns:a16="http://schemas.microsoft.com/office/drawing/2014/main" id="{D0FA1C80-05F3-51F7-52DF-6C15A563E5F7}"/>
              </a:ext>
            </a:extLst>
          </p:cNvPr>
          <p:cNvGrpSpPr/>
          <p:nvPr/>
        </p:nvGrpSpPr>
        <p:grpSpPr>
          <a:xfrm>
            <a:off x="6946848" y="2593584"/>
            <a:ext cx="1391760" cy="384480"/>
            <a:chOff x="6946848" y="2593584"/>
            <a:chExt cx="1391760" cy="38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5">
              <p14:nvContentPartPr>
                <p14:cNvPr id="469" name="Ink 468">
                  <a:extLst>
                    <a:ext uri="{FF2B5EF4-FFF2-40B4-BE49-F238E27FC236}">
                      <a16:creationId xmlns:a16="http://schemas.microsoft.com/office/drawing/2014/main" id="{BA26A757-365E-8C9D-4F4B-818477D3E072}"/>
                    </a:ext>
                  </a:extLst>
                </p14:cNvPr>
                <p14:cNvContentPartPr/>
                <p14:nvPr/>
              </p14:nvContentPartPr>
              <p14:xfrm>
                <a:off x="6946848" y="2664864"/>
                <a:ext cx="54360" cy="313200"/>
              </p14:xfrm>
            </p:contentPart>
          </mc:Choice>
          <mc:Fallback xmlns="">
            <p:pic>
              <p:nvPicPr>
                <p:cNvPr id="469" name="Ink 468">
                  <a:extLst>
                    <a:ext uri="{FF2B5EF4-FFF2-40B4-BE49-F238E27FC236}">
                      <a16:creationId xmlns:a16="http://schemas.microsoft.com/office/drawing/2014/main" id="{BA26A757-365E-8C9D-4F4B-818477D3E072}"/>
                    </a:ext>
                  </a:extLst>
                </p:cNvPr>
                <p:cNvPicPr/>
                <p:nvPr/>
              </p:nvPicPr>
              <p:blipFill>
                <a:blip r:embed="rId626"/>
                <a:stretch>
                  <a:fillRect/>
                </a:stretch>
              </p:blipFill>
              <p:spPr>
                <a:xfrm>
                  <a:off x="6937848" y="2656224"/>
                  <a:ext cx="7200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7">
              <p14:nvContentPartPr>
                <p14:cNvPr id="470" name="Ink 469">
                  <a:extLst>
                    <a:ext uri="{FF2B5EF4-FFF2-40B4-BE49-F238E27FC236}">
                      <a16:creationId xmlns:a16="http://schemas.microsoft.com/office/drawing/2014/main" id="{85F21A2A-042A-6205-3DA6-0D8D69C3D5B5}"/>
                    </a:ext>
                  </a:extLst>
                </p14:cNvPr>
                <p14:cNvContentPartPr/>
                <p14:nvPr/>
              </p14:nvContentPartPr>
              <p14:xfrm>
                <a:off x="7077888" y="2703744"/>
                <a:ext cx="96120" cy="113400"/>
              </p14:xfrm>
            </p:contentPart>
          </mc:Choice>
          <mc:Fallback xmlns="">
            <p:pic>
              <p:nvPicPr>
                <p:cNvPr id="470" name="Ink 469">
                  <a:extLst>
                    <a:ext uri="{FF2B5EF4-FFF2-40B4-BE49-F238E27FC236}">
                      <a16:creationId xmlns:a16="http://schemas.microsoft.com/office/drawing/2014/main" id="{85F21A2A-042A-6205-3DA6-0D8D69C3D5B5}"/>
                    </a:ext>
                  </a:extLst>
                </p:cNvPr>
                <p:cNvPicPr/>
                <p:nvPr/>
              </p:nvPicPr>
              <p:blipFill>
                <a:blip r:embed="rId628"/>
                <a:stretch>
                  <a:fillRect/>
                </a:stretch>
              </p:blipFill>
              <p:spPr>
                <a:xfrm>
                  <a:off x="7068888" y="2695104"/>
                  <a:ext cx="11376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9">
              <p14:nvContentPartPr>
                <p14:cNvPr id="471" name="Ink 470">
                  <a:extLst>
                    <a:ext uri="{FF2B5EF4-FFF2-40B4-BE49-F238E27FC236}">
                      <a16:creationId xmlns:a16="http://schemas.microsoft.com/office/drawing/2014/main" id="{4BF6A7D9-747E-3F39-205E-F0689E54983D}"/>
                    </a:ext>
                  </a:extLst>
                </p14:cNvPr>
                <p14:cNvContentPartPr/>
                <p14:nvPr/>
              </p14:nvContentPartPr>
              <p14:xfrm>
                <a:off x="7213608" y="2724984"/>
                <a:ext cx="273240" cy="92160"/>
              </p14:xfrm>
            </p:contentPart>
          </mc:Choice>
          <mc:Fallback xmlns="">
            <p:pic>
              <p:nvPicPr>
                <p:cNvPr id="471" name="Ink 470">
                  <a:extLst>
                    <a:ext uri="{FF2B5EF4-FFF2-40B4-BE49-F238E27FC236}">
                      <a16:creationId xmlns:a16="http://schemas.microsoft.com/office/drawing/2014/main" id="{4BF6A7D9-747E-3F39-205E-F0689E54983D}"/>
                    </a:ext>
                  </a:extLst>
                </p:cNvPr>
                <p:cNvPicPr/>
                <p:nvPr/>
              </p:nvPicPr>
              <p:blipFill>
                <a:blip r:embed="rId630"/>
                <a:stretch>
                  <a:fillRect/>
                </a:stretch>
              </p:blipFill>
              <p:spPr>
                <a:xfrm>
                  <a:off x="7204608" y="2716344"/>
                  <a:ext cx="2908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1">
              <p14:nvContentPartPr>
                <p14:cNvPr id="472" name="Ink 471">
                  <a:extLst>
                    <a:ext uri="{FF2B5EF4-FFF2-40B4-BE49-F238E27FC236}">
                      <a16:creationId xmlns:a16="http://schemas.microsoft.com/office/drawing/2014/main" id="{0E6F6C73-E03E-B5DF-24B9-1E14311F5F87}"/>
                    </a:ext>
                  </a:extLst>
                </p14:cNvPr>
                <p14:cNvContentPartPr/>
                <p14:nvPr/>
              </p14:nvContentPartPr>
              <p14:xfrm>
                <a:off x="7603488" y="2621304"/>
                <a:ext cx="43920" cy="353880"/>
              </p14:xfrm>
            </p:contentPart>
          </mc:Choice>
          <mc:Fallback xmlns="">
            <p:pic>
              <p:nvPicPr>
                <p:cNvPr id="472" name="Ink 471">
                  <a:extLst>
                    <a:ext uri="{FF2B5EF4-FFF2-40B4-BE49-F238E27FC236}">
                      <a16:creationId xmlns:a16="http://schemas.microsoft.com/office/drawing/2014/main" id="{0E6F6C73-E03E-B5DF-24B9-1E14311F5F87}"/>
                    </a:ext>
                  </a:extLst>
                </p:cNvPr>
                <p:cNvPicPr/>
                <p:nvPr/>
              </p:nvPicPr>
              <p:blipFill>
                <a:blip r:embed="rId632"/>
                <a:stretch>
                  <a:fillRect/>
                </a:stretch>
              </p:blipFill>
              <p:spPr>
                <a:xfrm>
                  <a:off x="7594488" y="2612304"/>
                  <a:ext cx="6156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3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A84A6A50-1A8F-1F7E-56C3-0031D0324D2F}"/>
                    </a:ext>
                  </a:extLst>
                </p14:cNvPr>
                <p14:cNvContentPartPr/>
                <p14:nvPr/>
              </p14:nvContentPartPr>
              <p14:xfrm>
                <a:off x="7718688" y="2639664"/>
                <a:ext cx="107640" cy="212760"/>
              </p14:xfrm>
            </p:contentPart>
          </mc:Choice>
          <mc:Fallback xmlns=""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A84A6A50-1A8F-1F7E-56C3-0031D0324D2F}"/>
                    </a:ext>
                  </a:extLst>
                </p:cNvPr>
                <p:cNvPicPr/>
                <p:nvPr/>
              </p:nvPicPr>
              <p:blipFill>
                <a:blip r:embed="rId634"/>
                <a:stretch>
                  <a:fillRect/>
                </a:stretch>
              </p:blipFill>
              <p:spPr>
                <a:xfrm>
                  <a:off x="7709688" y="2631024"/>
                  <a:ext cx="12528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5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33989E2E-9B6E-6E50-4B77-7B8D343DAD78}"/>
                    </a:ext>
                  </a:extLst>
                </p14:cNvPr>
                <p14:cNvContentPartPr/>
                <p14:nvPr/>
              </p14:nvContentPartPr>
              <p14:xfrm>
                <a:off x="7873128" y="2633904"/>
                <a:ext cx="354960" cy="125280"/>
              </p14:xfrm>
            </p:contentPart>
          </mc:Choice>
          <mc:Fallback xmlns=""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33989E2E-9B6E-6E50-4B77-7B8D343DAD78}"/>
                    </a:ext>
                  </a:extLst>
                </p:cNvPr>
                <p:cNvPicPr/>
                <p:nvPr/>
              </p:nvPicPr>
              <p:blipFill>
                <a:blip r:embed="rId636"/>
                <a:stretch>
                  <a:fillRect/>
                </a:stretch>
              </p:blipFill>
              <p:spPr>
                <a:xfrm>
                  <a:off x="7864128" y="2625264"/>
                  <a:ext cx="37260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7">
              <p14:nvContentPartPr>
                <p14:cNvPr id="476" name="Ink 475">
                  <a:extLst>
                    <a:ext uri="{FF2B5EF4-FFF2-40B4-BE49-F238E27FC236}">
                      <a16:creationId xmlns:a16="http://schemas.microsoft.com/office/drawing/2014/main" id="{D4855F98-49A6-480C-A214-685ED9B5B370}"/>
                    </a:ext>
                  </a:extLst>
                </p14:cNvPr>
                <p14:cNvContentPartPr/>
                <p14:nvPr/>
              </p14:nvContentPartPr>
              <p14:xfrm>
                <a:off x="8251488" y="2690064"/>
                <a:ext cx="87120" cy="23760"/>
              </p14:xfrm>
            </p:contentPart>
          </mc:Choice>
          <mc:Fallback xmlns="">
            <p:pic>
              <p:nvPicPr>
                <p:cNvPr id="476" name="Ink 475">
                  <a:extLst>
                    <a:ext uri="{FF2B5EF4-FFF2-40B4-BE49-F238E27FC236}">
                      <a16:creationId xmlns:a16="http://schemas.microsoft.com/office/drawing/2014/main" id="{D4855F98-49A6-480C-A214-685ED9B5B370}"/>
                    </a:ext>
                  </a:extLst>
                </p:cNvPr>
                <p:cNvPicPr/>
                <p:nvPr/>
              </p:nvPicPr>
              <p:blipFill>
                <a:blip r:embed="rId638"/>
                <a:stretch>
                  <a:fillRect/>
                </a:stretch>
              </p:blipFill>
              <p:spPr>
                <a:xfrm>
                  <a:off x="8242488" y="2681064"/>
                  <a:ext cx="1047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9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30C6FFEF-6856-5140-8C94-724137B50208}"/>
                    </a:ext>
                  </a:extLst>
                </p14:cNvPr>
                <p14:cNvContentPartPr/>
                <p14:nvPr/>
              </p14:nvContentPartPr>
              <p14:xfrm>
                <a:off x="8020008" y="2593584"/>
                <a:ext cx="33480" cy="17280"/>
              </p14:xfrm>
            </p:contentPart>
          </mc:Choice>
          <mc:Fallback xmlns=""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30C6FFEF-6856-5140-8C94-724137B50208}"/>
                    </a:ext>
                  </a:extLst>
                </p:cNvPr>
                <p:cNvPicPr/>
                <p:nvPr/>
              </p:nvPicPr>
              <p:blipFill>
                <a:blip r:embed="rId640"/>
                <a:stretch>
                  <a:fillRect/>
                </a:stretch>
              </p:blipFill>
              <p:spPr>
                <a:xfrm>
                  <a:off x="8011008" y="2584584"/>
                  <a:ext cx="51120" cy="3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2" name="Group 481">
            <a:extLst>
              <a:ext uri="{FF2B5EF4-FFF2-40B4-BE49-F238E27FC236}">
                <a16:creationId xmlns:a16="http://schemas.microsoft.com/office/drawing/2014/main" id="{F2B4C925-BFBC-348A-1F48-6403622E52F5}"/>
              </a:ext>
            </a:extLst>
          </p:cNvPr>
          <p:cNvGrpSpPr/>
          <p:nvPr/>
        </p:nvGrpSpPr>
        <p:grpSpPr>
          <a:xfrm>
            <a:off x="8751888" y="2620944"/>
            <a:ext cx="524160" cy="161280"/>
            <a:chOff x="8751888" y="2620944"/>
            <a:chExt cx="524160" cy="16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1">
              <p14:nvContentPartPr>
                <p14:cNvPr id="479" name="Ink 478">
                  <a:extLst>
                    <a:ext uri="{FF2B5EF4-FFF2-40B4-BE49-F238E27FC236}">
                      <a16:creationId xmlns:a16="http://schemas.microsoft.com/office/drawing/2014/main" id="{E80F4972-7D4F-58C0-2A58-F4395E6059D0}"/>
                    </a:ext>
                  </a:extLst>
                </p14:cNvPr>
                <p14:cNvContentPartPr/>
                <p14:nvPr/>
              </p14:nvContentPartPr>
              <p14:xfrm>
                <a:off x="8751888" y="2635704"/>
                <a:ext cx="136440" cy="146520"/>
              </p14:xfrm>
            </p:contentPart>
          </mc:Choice>
          <mc:Fallback xmlns="">
            <p:pic>
              <p:nvPicPr>
                <p:cNvPr id="479" name="Ink 478">
                  <a:extLst>
                    <a:ext uri="{FF2B5EF4-FFF2-40B4-BE49-F238E27FC236}">
                      <a16:creationId xmlns:a16="http://schemas.microsoft.com/office/drawing/2014/main" id="{E80F4972-7D4F-58C0-2A58-F4395E6059D0}"/>
                    </a:ext>
                  </a:extLst>
                </p:cNvPr>
                <p:cNvPicPr/>
                <p:nvPr/>
              </p:nvPicPr>
              <p:blipFill>
                <a:blip r:embed="rId642"/>
                <a:stretch>
                  <a:fillRect/>
                </a:stretch>
              </p:blipFill>
              <p:spPr>
                <a:xfrm>
                  <a:off x="8743248" y="2626704"/>
                  <a:ext cx="1540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3">
              <p14:nvContentPartPr>
                <p14:cNvPr id="480" name="Ink 479">
                  <a:extLst>
                    <a:ext uri="{FF2B5EF4-FFF2-40B4-BE49-F238E27FC236}">
                      <a16:creationId xmlns:a16="http://schemas.microsoft.com/office/drawing/2014/main" id="{316FBF20-DC88-EB9A-5325-80D2013F6D1D}"/>
                    </a:ext>
                  </a:extLst>
                </p14:cNvPr>
                <p14:cNvContentPartPr/>
                <p14:nvPr/>
              </p14:nvContentPartPr>
              <p14:xfrm>
                <a:off x="8999568" y="2650464"/>
                <a:ext cx="12960" cy="48240"/>
              </p14:xfrm>
            </p:contentPart>
          </mc:Choice>
          <mc:Fallback xmlns="">
            <p:pic>
              <p:nvPicPr>
                <p:cNvPr id="480" name="Ink 479">
                  <a:extLst>
                    <a:ext uri="{FF2B5EF4-FFF2-40B4-BE49-F238E27FC236}">
                      <a16:creationId xmlns:a16="http://schemas.microsoft.com/office/drawing/2014/main" id="{316FBF20-DC88-EB9A-5325-80D2013F6D1D}"/>
                    </a:ext>
                  </a:extLst>
                </p:cNvPr>
                <p:cNvPicPr/>
                <p:nvPr/>
              </p:nvPicPr>
              <p:blipFill>
                <a:blip r:embed="rId644"/>
                <a:stretch>
                  <a:fillRect/>
                </a:stretch>
              </p:blipFill>
              <p:spPr>
                <a:xfrm>
                  <a:off x="8990928" y="2641464"/>
                  <a:ext cx="306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5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8F43E7CA-AC03-BBDB-47B2-A9605E96EE88}"/>
                    </a:ext>
                  </a:extLst>
                </p14:cNvPr>
                <p14:cNvContentPartPr/>
                <p14:nvPr/>
              </p14:nvContentPartPr>
              <p14:xfrm>
                <a:off x="9076968" y="2620944"/>
                <a:ext cx="199080" cy="132120"/>
              </p14:xfrm>
            </p:contentPart>
          </mc:Choice>
          <mc:Fallback xmlns=""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8F43E7CA-AC03-BBDB-47B2-A9605E96EE88}"/>
                    </a:ext>
                  </a:extLst>
                </p:cNvPr>
                <p:cNvPicPr/>
                <p:nvPr/>
              </p:nvPicPr>
              <p:blipFill>
                <a:blip r:embed="rId646"/>
                <a:stretch>
                  <a:fillRect/>
                </a:stretch>
              </p:blipFill>
              <p:spPr>
                <a:xfrm>
                  <a:off x="9067968" y="2611944"/>
                  <a:ext cx="216720" cy="14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9" name="Group 488">
            <a:extLst>
              <a:ext uri="{FF2B5EF4-FFF2-40B4-BE49-F238E27FC236}">
                <a16:creationId xmlns:a16="http://schemas.microsoft.com/office/drawing/2014/main" id="{C5A4ABE2-E25C-53CE-3531-BB9A6B11D762}"/>
              </a:ext>
            </a:extLst>
          </p:cNvPr>
          <p:cNvGrpSpPr/>
          <p:nvPr/>
        </p:nvGrpSpPr>
        <p:grpSpPr>
          <a:xfrm>
            <a:off x="8665488" y="2208384"/>
            <a:ext cx="968040" cy="170280"/>
            <a:chOff x="8665488" y="2208384"/>
            <a:chExt cx="968040" cy="17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7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927D7972-9035-5CFD-5150-884F569DB5C9}"/>
                    </a:ext>
                  </a:extLst>
                </p14:cNvPr>
                <p14:cNvContentPartPr/>
                <p14:nvPr/>
              </p14:nvContentPartPr>
              <p14:xfrm>
                <a:off x="8665488" y="2225304"/>
                <a:ext cx="108000" cy="151920"/>
              </p14:xfrm>
            </p:contentPart>
          </mc:Choice>
          <mc:Fallback xmlns=""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927D7972-9035-5CFD-5150-884F569DB5C9}"/>
                    </a:ext>
                  </a:extLst>
                </p:cNvPr>
                <p:cNvPicPr/>
                <p:nvPr/>
              </p:nvPicPr>
              <p:blipFill>
                <a:blip r:embed="rId648"/>
                <a:stretch>
                  <a:fillRect/>
                </a:stretch>
              </p:blipFill>
              <p:spPr>
                <a:xfrm>
                  <a:off x="8656488" y="2216304"/>
                  <a:ext cx="12564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9">
              <p14:nvContentPartPr>
                <p14:cNvPr id="484" name="Ink 483">
                  <a:extLst>
                    <a:ext uri="{FF2B5EF4-FFF2-40B4-BE49-F238E27FC236}">
                      <a16:creationId xmlns:a16="http://schemas.microsoft.com/office/drawing/2014/main" id="{DFE9EDC5-ADE8-4808-01A3-BFF247C178F1}"/>
                    </a:ext>
                  </a:extLst>
                </p14:cNvPr>
                <p14:cNvContentPartPr/>
                <p14:nvPr/>
              </p14:nvContentPartPr>
              <p14:xfrm>
                <a:off x="8912448" y="2298384"/>
                <a:ext cx="6480" cy="2880"/>
              </p14:xfrm>
            </p:contentPart>
          </mc:Choice>
          <mc:Fallback xmlns="">
            <p:pic>
              <p:nvPicPr>
                <p:cNvPr id="484" name="Ink 483">
                  <a:extLst>
                    <a:ext uri="{FF2B5EF4-FFF2-40B4-BE49-F238E27FC236}">
                      <a16:creationId xmlns:a16="http://schemas.microsoft.com/office/drawing/2014/main" id="{DFE9EDC5-ADE8-4808-01A3-BFF247C178F1}"/>
                    </a:ext>
                  </a:extLst>
                </p:cNvPr>
                <p:cNvPicPr/>
                <p:nvPr/>
              </p:nvPicPr>
              <p:blipFill>
                <a:blip r:embed="rId650"/>
                <a:stretch>
                  <a:fillRect/>
                </a:stretch>
              </p:blipFill>
              <p:spPr>
                <a:xfrm>
                  <a:off x="8903448" y="2289744"/>
                  <a:ext cx="2412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1">
              <p14:nvContentPartPr>
                <p14:cNvPr id="486" name="Ink 485">
                  <a:extLst>
                    <a:ext uri="{FF2B5EF4-FFF2-40B4-BE49-F238E27FC236}">
                      <a16:creationId xmlns:a16="http://schemas.microsoft.com/office/drawing/2014/main" id="{F490770A-310B-A79C-E261-9C4E09C1BFD6}"/>
                    </a:ext>
                  </a:extLst>
                </p14:cNvPr>
                <p14:cNvContentPartPr/>
                <p14:nvPr/>
              </p14:nvContentPartPr>
              <p14:xfrm>
                <a:off x="9062208" y="2248704"/>
                <a:ext cx="174960" cy="119880"/>
              </p14:xfrm>
            </p:contentPart>
          </mc:Choice>
          <mc:Fallback xmlns="">
            <p:pic>
              <p:nvPicPr>
                <p:cNvPr id="486" name="Ink 485">
                  <a:extLst>
                    <a:ext uri="{FF2B5EF4-FFF2-40B4-BE49-F238E27FC236}">
                      <a16:creationId xmlns:a16="http://schemas.microsoft.com/office/drawing/2014/main" id="{F490770A-310B-A79C-E261-9C4E09C1BFD6}"/>
                    </a:ext>
                  </a:extLst>
                </p:cNvPr>
                <p:cNvPicPr/>
                <p:nvPr/>
              </p:nvPicPr>
              <p:blipFill>
                <a:blip r:embed="rId652"/>
                <a:stretch>
                  <a:fillRect/>
                </a:stretch>
              </p:blipFill>
              <p:spPr>
                <a:xfrm>
                  <a:off x="9053568" y="2240064"/>
                  <a:ext cx="1926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3">
              <p14:nvContentPartPr>
                <p14:cNvPr id="487" name="Ink 486">
                  <a:extLst>
                    <a:ext uri="{FF2B5EF4-FFF2-40B4-BE49-F238E27FC236}">
                      <a16:creationId xmlns:a16="http://schemas.microsoft.com/office/drawing/2014/main" id="{8521BB2A-286E-5627-68F2-9A50C8AA7748}"/>
                    </a:ext>
                  </a:extLst>
                </p14:cNvPr>
                <p14:cNvContentPartPr/>
                <p14:nvPr/>
              </p14:nvContentPartPr>
              <p14:xfrm>
                <a:off x="9334008" y="2241864"/>
                <a:ext cx="117360" cy="136800"/>
              </p14:xfrm>
            </p:contentPart>
          </mc:Choice>
          <mc:Fallback xmlns="">
            <p:pic>
              <p:nvPicPr>
                <p:cNvPr id="487" name="Ink 486">
                  <a:extLst>
                    <a:ext uri="{FF2B5EF4-FFF2-40B4-BE49-F238E27FC236}">
                      <a16:creationId xmlns:a16="http://schemas.microsoft.com/office/drawing/2014/main" id="{8521BB2A-286E-5627-68F2-9A50C8AA7748}"/>
                    </a:ext>
                  </a:extLst>
                </p:cNvPr>
                <p:cNvPicPr/>
                <p:nvPr/>
              </p:nvPicPr>
              <p:blipFill>
                <a:blip r:embed="rId654"/>
                <a:stretch>
                  <a:fillRect/>
                </a:stretch>
              </p:blipFill>
              <p:spPr>
                <a:xfrm>
                  <a:off x="9325008" y="2233224"/>
                  <a:ext cx="13500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5">
              <p14:nvContentPartPr>
                <p14:cNvPr id="488" name="Ink 487">
                  <a:extLst>
                    <a:ext uri="{FF2B5EF4-FFF2-40B4-BE49-F238E27FC236}">
                      <a16:creationId xmlns:a16="http://schemas.microsoft.com/office/drawing/2014/main" id="{C7708365-A651-B6B0-462A-238DE46BC361}"/>
                    </a:ext>
                  </a:extLst>
                </p14:cNvPr>
                <p14:cNvContentPartPr/>
                <p14:nvPr/>
              </p14:nvContentPartPr>
              <p14:xfrm>
                <a:off x="9447768" y="2208384"/>
                <a:ext cx="185760" cy="39600"/>
              </p14:xfrm>
            </p:contentPart>
          </mc:Choice>
          <mc:Fallback xmlns="">
            <p:pic>
              <p:nvPicPr>
                <p:cNvPr id="488" name="Ink 487">
                  <a:extLst>
                    <a:ext uri="{FF2B5EF4-FFF2-40B4-BE49-F238E27FC236}">
                      <a16:creationId xmlns:a16="http://schemas.microsoft.com/office/drawing/2014/main" id="{C7708365-A651-B6B0-462A-238DE46BC361}"/>
                    </a:ext>
                  </a:extLst>
                </p:cNvPr>
                <p:cNvPicPr/>
                <p:nvPr/>
              </p:nvPicPr>
              <p:blipFill>
                <a:blip r:embed="rId656"/>
                <a:stretch>
                  <a:fillRect/>
                </a:stretch>
              </p:blipFill>
              <p:spPr>
                <a:xfrm>
                  <a:off x="9439128" y="2199384"/>
                  <a:ext cx="203400" cy="5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0" name="Group 499">
            <a:extLst>
              <a:ext uri="{FF2B5EF4-FFF2-40B4-BE49-F238E27FC236}">
                <a16:creationId xmlns:a16="http://schemas.microsoft.com/office/drawing/2014/main" id="{7508FADC-91C0-F650-B4F6-C657A4739237}"/>
              </a:ext>
            </a:extLst>
          </p:cNvPr>
          <p:cNvGrpSpPr/>
          <p:nvPr/>
        </p:nvGrpSpPr>
        <p:grpSpPr>
          <a:xfrm>
            <a:off x="3421728" y="2973024"/>
            <a:ext cx="1403280" cy="469080"/>
            <a:chOff x="3421728" y="2973024"/>
            <a:chExt cx="1403280" cy="46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7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E54330F1-487F-93D6-5468-91BC531F7515}"/>
                    </a:ext>
                  </a:extLst>
                </p14:cNvPr>
                <p14:cNvContentPartPr/>
                <p14:nvPr/>
              </p14:nvContentPartPr>
              <p14:xfrm>
                <a:off x="3421728" y="3059424"/>
                <a:ext cx="123120" cy="273240"/>
              </p14:xfrm>
            </p:contentPart>
          </mc:Choice>
          <mc:Fallback xmlns=""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E54330F1-487F-93D6-5468-91BC531F7515}"/>
                    </a:ext>
                  </a:extLst>
                </p:cNvPr>
                <p:cNvPicPr/>
                <p:nvPr/>
              </p:nvPicPr>
              <p:blipFill>
                <a:blip r:embed="rId658"/>
                <a:stretch>
                  <a:fillRect/>
                </a:stretch>
              </p:blipFill>
              <p:spPr>
                <a:xfrm>
                  <a:off x="3412728" y="3050424"/>
                  <a:ext cx="14076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9">
              <p14:nvContentPartPr>
                <p14:cNvPr id="491" name="Ink 490">
                  <a:extLst>
                    <a:ext uri="{FF2B5EF4-FFF2-40B4-BE49-F238E27FC236}">
                      <a16:creationId xmlns:a16="http://schemas.microsoft.com/office/drawing/2014/main" id="{00BC58C4-3232-4909-5222-2084FB5CA020}"/>
                    </a:ext>
                  </a:extLst>
                </p14:cNvPr>
                <p14:cNvContentPartPr/>
                <p14:nvPr/>
              </p14:nvContentPartPr>
              <p14:xfrm>
                <a:off x="3594888" y="3178944"/>
                <a:ext cx="98280" cy="83520"/>
              </p14:xfrm>
            </p:contentPart>
          </mc:Choice>
          <mc:Fallback xmlns="">
            <p:pic>
              <p:nvPicPr>
                <p:cNvPr id="491" name="Ink 490">
                  <a:extLst>
                    <a:ext uri="{FF2B5EF4-FFF2-40B4-BE49-F238E27FC236}">
                      <a16:creationId xmlns:a16="http://schemas.microsoft.com/office/drawing/2014/main" id="{00BC58C4-3232-4909-5222-2084FB5CA020}"/>
                    </a:ext>
                  </a:extLst>
                </p:cNvPr>
                <p:cNvPicPr/>
                <p:nvPr/>
              </p:nvPicPr>
              <p:blipFill>
                <a:blip r:embed="rId660"/>
                <a:stretch>
                  <a:fillRect/>
                </a:stretch>
              </p:blipFill>
              <p:spPr>
                <a:xfrm>
                  <a:off x="3585888" y="3169944"/>
                  <a:ext cx="11592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1">
              <p14:nvContentPartPr>
                <p14:cNvPr id="492" name="Ink 491">
                  <a:extLst>
                    <a:ext uri="{FF2B5EF4-FFF2-40B4-BE49-F238E27FC236}">
                      <a16:creationId xmlns:a16="http://schemas.microsoft.com/office/drawing/2014/main" id="{BD2C25AE-E562-F015-8324-4CF6FBA27502}"/>
                    </a:ext>
                  </a:extLst>
                </p14:cNvPr>
                <p14:cNvContentPartPr/>
                <p14:nvPr/>
              </p14:nvContentPartPr>
              <p14:xfrm>
                <a:off x="3750408" y="3121704"/>
                <a:ext cx="273600" cy="320400"/>
              </p14:xfrm>
            </p:contentPart>
          </mc:Choice>
          <mc:Fallback xmlns="">
            <p:pic>
              <p:nvPicPr>
                <p:cNvPr id="492" name="Ink 491">
                  <a:extLst>
                    <a:ext uri="{FF2B5EF4-FFF2-40B4-BE49-F238E27FC236}">
                      <a16:creationId xmlns:a16="http://schemas.microsoft.com/office/drawing/2014/main" id="{BD2C25AE-E562-F015-8324-4CF6FBA27502}"/>
                    </a:ext>
                  </a:extLst>
                </p:cNvPr>
                <p:cNvPicPr/>
                <p:nvPr/>
              </p:nvPicPr>
              <p:blipFill>
                <a:blip r:embed="rId662"/>
                <a:stretch>
                  <a:fillRect/>
                </a:stretch>
              </p:blipFill>
              <p:spPr>
                <a:xfrm>
                  <a:off x="3741408" y="3113064"/>
                  <a:ext cx="29124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3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95A13391-9965-223C-2244-87B444922344}"/>
                    </a:ext>
                  </a:extLst>
                </p14:cNvPr>
                <p14:cNvContentPartPr/>
                <p14:nvPr/>
              </p14:nvContentPartPr>
              <p14:xfrm>
                <a:off x="4092768" y="3164904"/>
                <a:ext cx="55080" cy="67680"/>
              </p14:xfrm>
            </p:contentPart>
          </mc:Choice>
          <mc:Fallback xmlns=""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95A13391-9965-223C-2244-87B444922344}"/>
                    </a:ext>
                  </a:extLst>
                </p:cNvPr>
                <p:cNvPicPr/>
                <p:nvPr/>
              </p:nvPicPr>
              <p:blipFill>
                <a:blip r:embed="rId664"/>
                <a:stretch>
                  <a:fillRect/>
                </a:stretch>
              </p:blipFill>
              <p:spPr>
                <a:xfrm>
                  <a:off x="4083768" y="3155904"/>
                  <a:ext cx="727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5">
              <p14:nvContentPartPr>
                <p14:cNvPr id="494" name="Ink 493">
                  <a:extLst>
                    <a:ext uri="{FF2B5EF4-FFF2-40B4-BE49-F238E27FC236}">
                      <a16:creationId xmlns:a16="http://schemas.microsoft.com/office/drawing/2014/main" id="{06D03F0B-843A-682E-DFE6-382641EAAB78}"/>
                    </a:ext>
                  </a:extLst>
                </p14:cNvPr>
                <p14:cNvContentPartPr/>
                <p14:nvPr/>
              </p14:nvContentPartPr>
              <p14:xfrm>
                <a:off x="4254048" y="3143304"/>
                <a:ext cx="135000" cy="103680"/>
              </p14:xfrm>
            </p:contentPart>
          </mc:Choice>
          <mc:Fallback xmlns="">
            <p:pic>
              <p:nvPicPr>
                <p:cNvPr id="494" name="Ink 493">
                  <a:extLst>
                    <a:ext uri="{FF2B5EF4-FFF2-40B4-BE49-F238E27FC236}">
                      <a16:creationId xmlns:a16="http://schemas.microsoft.com/office/drawing/2014/main" id="{06D03F0B-843A-682E-DFE6-382641EAAB78}"/>
                    </a:ext>
                  </a:extLst>
                </p:cNvPr>
                <p:cNvPicPr/>
                <p:nvPr/>
              </p:nvPicPr>
              <p:blipFill>
                <a:blip r:embed="rId666"/>
                <a:stretch>
                  <a:fillRect/>
                </a:stretch>
              </p:blipFill>
              <p:spPr>
                <a:xfrm>
                  <a:off x="4245048" y="3134664"/>
                  <a:ext cx="1526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7">
              <p14:nvContentPartPr>
                <p14:cNvPr id="495" name="Ink 494">
                  <a:extLst>
                    <a:ext uri="{FF2B5EF4-FFF2-40B4-BE49-F238E27FC236}">
                      <a16:creationId xmlns:a16="http://schemas.microsoft.com/office/drawing/2014/main" id="{AD11A61A-0B73-0556-C851-B2ECAF0C2C86}"/>
                    </a:ext>
                  </a:extLst>
                </p14:cNvPr>
                <p14:cNvContentPartPr/>
                <p14:nvPr/>
              </p14:nvContentPartPr>
              <p14:xfrm>
                <a:off x="4420368" y="3101184"/>
                <a:ext cx="3600" cy="30960"/>
              </p14:xfrm>
            </p:contentPart>
          </mc:Choice>
          <mc:Fallback xmlns="">
            <p:pic>
              <p:nvPicPr>
                <p:cNvPr id="495" name="Ink 494">
                  <a:extLst>
                    <a:ext uri="{FF2B5EF4-FFF2-40B4-BE49-F238E27FC236}">
                      <a16:creationId xmlns:a16="http://schemas.microsoft.com/office/drawing/2014/main" id="{AD11A61A-0B73-0556-C851-B2ECAF0C2C8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411728" y="3092544"/>
                  <a:ext cx="212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8">
              <p14:nvContentPartPr>
                <p14:cNvPr id="496" name="Ink 495">
                  <a:extLst>
                    <a:ext uri="{FF2B5EF4-FFF2-40B4-BE49-F238E27FC236}">
                      <a16:creationId xmlns:a16="http://schemas.microsoft.com/office/drawing/2014/main" id="{69249B75-0F17-54BB-435A-52A62F45672A}"/>
                    </a:ext>
                  </a:extLst>
                </p14:cNvPr>
                <p14:cNvContentPartPr/>
                <p14:nvPr/>
              </p14:nvContentPartPr>
              <p14:xfrm>
                <a:off x="4471848" y="2973024"/>
                <a:ext cx="101520" cy="245880"/>
              </p14:xfrm>
            </p:contentPart>
          </mc:Choice>
          <mc:Fallback xmlns="">
            <p:pic>
              <p:nvPicPr>
                <p:cNvPr id="496" name="Ink 495">
                  <a:extLst>
                    <a:ext uri="{FF2B5EF4-FFF2-40B4-BE49-F238E27FC236}">
                      <a16:creationId xmlns:a16="http://schemas.microsoft.com/office/drawing/2014/main" id="{69249B75-0F17-54BB-435A-52A62F45672A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4463208" y="2964024"/>
                  <a:ext cx="11916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0">
              <p14:nvContentPartPr>
                <p14:cNvPr id="497" name="Ink 496">
                  <a:extLst>
                    <a:ext uri="{FF2B5EF4-FFF2-40B4-BE49-F238E27FC236}">
                      <a16:creationId xmlns:a16="http://schemas.microsoft.com/office/drawing/2014/main" id="{BFB55E6E-B37E-A649-5AD8-F2A3816260F0}"/>
                    </a:ext>
                  </a:extLst>
                </p14:cNvPr>
                <p14:cNvContentPartPr/>
                <p14:nvPr/>
              </p14:nvContentPartPr>
              <p14:xfrm>
                <a:off x="4589208" y="3141864"/>
                <a:ext cx="5760" cy="26640"/>
              </p14:xfrm>
            </p:contentPart>
          </mc:Choice>
          <mc:Fallback xmlns="">
            <p:pic>
              <p:nvPicPr>
                <p:cNvPr id="497" name="Ink 496">
                  <a:extLst>
                    <a:ext uri="{FF2B5EF4-FFF2-40B4-BE49-F238E27FC236}">
                      <a16:creationId xmlns:a16="http://schemas.microsoft.com/office/drawing/2014/main" id="{BFB55E6E-B37E-A649-5AD8-F2A3816260F0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4580208" y="3132864"/>
                  <a:ext cx="234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2">
              <p14:nvContentPartPr>
                <p14:cNvPr id="498" name="Ink 497">
                  <a:extLst>
                    <a:ext uri="{FF2B5EF4-FFF2-40B4-BE49-F238E27FC236}">
                      <a16:creationId xmlns:a16="http://schemas.microsoft.com/office/drawing/2014/main" id="{EAF442F6-0CAA-FCB6-FD5D-337B889C75F6}"/>
                    </a:ext>
                  </a:extLst>
                </p14:cNvPr>
                <p14:cNvContentPartPr/>
                <p14:nvPr/>
              </p14:nvContentPartPr>
              <p14:xfrm>
                <a:off x="4652928" y="3155184"/>
                <a:ext cx="172080" cy="56520"/>
              </p14:xfrm>
            </p:contentPart>
          </mc:Choice>
          <mc:Fallback xmlns="">
            <p:pic>
              <p:nvPicPr>
                <p:cNvPr id="498" name="Ink 497">
                  <a:extLst>
                    <a:ext uri="{FF2B5EF4-FFF2-40B4-BE49-F238E27FC236}">
                      <a16:creationId xmlns:a16="http://schemas.microsoft.com/office/drawing/2014/main" id="{EAF442F6-0CAA-FCB6-FD5D-337B889C75F6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4644288" y="3146544"/>
                  <a:ext cx="18972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4">
              <p14:nvContentPartPr>
                <p14:cNvPr id="499" name="Ink 498">
                  <a:extLst>
                    <a:ext uri="{FF2B5EF4-FFF2-40B4-BE49-F238E27FC236}">
                      <a16:creationId xmlns:a16="http://schemas.microsoft.com/office/drawing/2014/main" id="{8E0C6CED-13D1-78DE-CC55-2B6E4AA161BC}"/>
                    </a:ext>
                  </a:extLst>
                </p14:cNvPr>
                <p14:cNvContentPartPr/>
                <p14:nvPr/>
              </p14:nvContentPartPr>
              <p14:xfrm>
                <a:off x="4726368" y="3070584"/>
                <a:ext cx="31320" cy="15480"/>
              </p14:xfrm>
            </p:contentPart>
          </mc:Choice>
          <mc:Fallback xmlns="">
            <p:pic>
              <p:nvPicPr>
                <p:cNvPr id="499" name="Ink 498">
                  <a:extLst>
                    <a:ext uri="{FF2B5EF4-FFF2-40B4-BE49-F238E27FC236}">
                      <a16:creationId xmlns:a16="http://schemas.microsoft.com/office/drawing/2014/main" id="{8E0C6CED-13D1-78DE-CC55-2B6E4AA161BC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4717728" y="3061944"/>
                  <a:ext cx="48960" cy="3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9" name="Group 508">
            <a:extLst>
              <a:ext uri="{FF2B5EF4-FFF2-40B4-BE49-F238E27FC236}">
                <a16:creationId xmlns:a16="http://schemas.microsoft.com/office/drawing/2014/main" id="{AAB49F20-9505-8333-2D11-25EF23B8A7AB}"/>
              </a:ext>
            </a:extLst>
          </p:cNvPr>
          <p:cNvGrpSpPr/>
          <p:nvPr/>
        </p:nvGrpSpPr>
        <p:grpSpPr>
          <a:xfrm>
            <a:off x="8827128" y="3129984"/>
            <a:ext cx="471600" cy="166680"/>
            <a:chOff x="8827128" y="3129984"/>
            <a:chExt cx="471600" cy="16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6">
              <p14:nvContentPartPr>
                <p14:cNvPr id="506" name="Ink 505">
                  <a:extLst>
                    <a:ext uri="{FF2B5EF4-FFF2-40B4-BE49-F238E27FC236}">
                      <a16:creationId xmlns:a16="http://schemas.microsoft.com/office/drawing/2014/main" id="{5DDF1AA5-F70F-74A9-8757-1997288930E5}"/>
                    </a:ext>
                  </a:extLst>
                </p14:cNvPr>
                <p14:cNvContentPartPr/>
                <p14:nvPr/>
              </p14:nvContentPartPr>
              <p14:xfrm>
                <a:off x="8827128" y="3165624"/>
                <a:ext cx="140400" cy="109440"/>
              </p14:xfrm>
            </p:contentPart>
          </mc:Choice>
          <mc:Fallback xmlns="">
            <p:pic>
              <p:nvPicPr>
                <p:cNvPr id="506" name="Ink 505">
                  <a:extLst>
                    <a:ext uri="{FF2B5EF4-FFF2-40B4-BE49-F238E27FC236}">
                      <a16:creationId xmlns:a16="http://schemas.microsoft.com/office/drawing/2014/main" id="{5DDF1AA5-F70F-74A9-8757-1997288930E5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8818488" y="3156984"/>
                  <a:ext cx="1580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8">
              <p14:nvContentPartPr>
                <p14:cNvPr id="507" name="Ink 506">
                  <a:extLst>
                    <a:ext uri="{FF2B5EF4-FFF2-40B4-BE49-F238E27FC236}">
                      <a16:creationId xmlns:a16="http://schemas.microsoft.com/office/drawing/2014/main" id="{DE823910-1700-E768-16AC-29C506BF56DD}"/>
                    </a:ext>
                  </a:extLst>
                </p14:cNvPr>
                <p14:cNvContentPartPr/>
                <p14:nvPr/>
              </p14:nvContentPartPr>
              <p14:xfrm>
                <a:off x="9055368" y="3200544"/>
                <a:ext cx="23040" cy="23040"/>
              </p14:xfrm>
            </p:contentPart>
          </mc:Choice>
          <mc:Fallback xmlns="">
            <p:pic>
              <p:nvPicPr>
                <p:cNvPr id="507" name="Ink 506">
                  <a:extLst>
                    <a:ext uri="{FF2B5EF4-FFF2-40B4-BE49-F238E27FC236}">
                      <a16:creationId xmlns:a16="http://schemas.microsoft.com/office/drawing/2014/main" id="{DE823910-1700-E768-16AC-29C506BF56DD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9046728" y="3191544"/>
                  <a:ext cx="406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0">
              <p14:nvContentPartPr>
                <p14:cNvPr id="508" name="Ink 507">
                  <a:extLst>
                    <a:ext uri="{FF2B5EF4-FFF2-40B4-BE49-F238E27FC236}">
                      <a16:creationId xmlns:a16="http://schemas.microsoft.com/office/drawing/2014/main" id="{E67D99B7-0EDC-B855-CC35-027D4F2F4CCB}"/>
                    </a:ext>
                  </a:extLst>
                </p14:cNvPr>
                <p14:cNvContentPartPr/>
                <p14:nvPr/>
              </p14:nvContentPartPr>
              <p14:xfrm>
                <a:off x="9188928" y="3129984"/>
                <a:ext cx="109800" cy="166680"/>
              </p14:xfrm>
            </p:contentPart>
          </mc:Choice>
          <mc:Fallback xmlns="">
            <p:pic>
              <p:nvPicPr>
                <p:cNvPr id="508" name="Ink 507">
                  <a:extLst>
                    <a:ext uri="{FF2B5EF4-FFF2-40B4-BE49-F238E27FC236}">
                      <a16:creationId xmlns:a16="http://schemas.microsoft.com/office/drawing/2014/main" id="{E67D99B7-0EDC-B855-CC35-027D4F2F4CCB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9180288" y="3121344"/>
                  <a:ext cx="127440" cy="18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0" name="Group 519">
            <a:extLst>
              <a:ext uri="{FF2B5EF4-FFF2-40B4-BE49-F238E27FC236}">
                <a16:creationId xmlns:a16="http://schemas.microsoft.com/office/drawing/2014/main" id="{33ED25B3-55B5-15D7-328F-F8F41AEA2CFD}"/>
              </a:ext>
            </a:extLst>
          </p:cNvPr>
          <p:cNvGrpSpPr/>
          <p:nvPr/>
        </p:nvGrpSpPr>
        <p:grpSpPr>
          <a:xfrm>
            <a:off x="3528648" y="3473424"/>
            <a:ext cx="1162440" cy="399240"/>
            <a:chOff x="3528648" y="3473424"/>
            <a:chExt cx="1162440" cy="39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2">
              <p14:nvContentPartPr>
                <p14:cNvPr id="510" name="Ink 509">
                  <a:extLst>
                    <a:ext uri="{FF2B5EF4-FFF2-40B4-BE49-F238E27FC236}">
                      <a16:creationId xmlns:a16="http://schemas.microsoft.com/office/drawing/2014/main" id="{15BA5138-0B9F-AAC7-B74E-2898171CF872}"/>
                    </a:ext>
                  </a:extLst>
                </p14:cNvPr>
                <p14:cNvContentPartPr/>
                <p14:nvPr/>
              </p14:nvContentPartPr>
              <p14:xfrm>
                <a:off x="3528648" y="3505824"/>
                <a:ext cx="92160" cy="250920"/>
              </p14:xfrm>
            </p:contentPart>
          </mc:Choice>
          <mc:Fallback xmlns="">
            <p:pic>
              <p:nvPicPr>
                <p:cNvPr id="510" name="Ink 509">
                  <a:extLst>
                    <a:ext uri="{FF2B5EF4-FFF2-40B4-BE49-F238E27FC236}">
                      <a16:creationId xmlns:a16="http://schemas.microsoft.com/office/drawing/2014/main" id="{15BA5138-0B9F-AAC7-B74E-2898171CF872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3520008" y="3496824"/>
                  <a:ext cx="10980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4">
              <p14:nvContentPartPr>
                <p14:cNvPr id="511" name="Ink 510">
                  <a:extLst>
                    <a:ext uri="{FF2B5EF4-FFF2-40B4-BE49-F238E27FC236}">
                      <a16:creationId xmlns:a16="http://schemas.microsoft.com/office/drawing/2014/main" id="{1F70F84C-C039-A9AB-E943-C1DDAD295BF0}"/>
                    </a:ext>
                  </a:extLst>
                </p14:cNvPr>
                <p14:cNvContentPartPr/>
                <p14:nvPr/>
              </p14:nvContentPartPr>
              <p14:xfrm>
                <a:off x="3628368" y="3576744"/>
                <a:ext cx="63000" cy="82080"/>
              </p14:xfrm>
            </p:contentPart>
          </mc:Choice>
          <mc:Fallback xmlns="">
            <p:pic>
              <p:nvPicPr>
                <p:cNvPr id="511" name="Ink 510">
                  <a:extLst>
                    <a:ext uri="{FF2B5EF4-FFF2-40B4-BE49-F238E27FC236}">
                      <a16:creationId xmlns:a16="http://schemas.microsoft.com/office/drawing/2014/main" id="{1F70F84C-C039-A9AB-E943-C1DDAD295BF0}"/>
                    </a:ext>
                  </a:extLst>
                </p:cNvPr>
                <p:cNvPicPr/>
                <p:nvPr/>
              </p:nvPicPr>
              <p:blipFill>
                <a:blip r:embed="rId685"/>
                <a:stretch>
                  <a:fillRect/>
                </a:stretch>
              </p:blipFill>
              <p:spPr>
                <a:xfrm>
                  <a:off x="3619728" y="3568104"/>
                  <a:ext cx="8064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6">
              <p14:nvContentPartPr>
                <p14:cNvPr id="512" name="Ink 511">
                  <a:extLst>
                    <a:ext uri="{FF2B5EF4-FFF2-40B4-BE49-F238E27FC236}">
                      <a16:creationId xmlns:a16="http://schemas.microsoft.com/office/drawing/2014/main" id="{EBABFB1B-B215-30EA-1606-18EC3716ECE6}"/>
                    </a:ext>
                  </a:extLst>
                </p14:cNvPr>
                <p14:cNvContentPartPr/>
                <p14:nvPr/>
              </p14:nvContentPartPr>
              <p14:xfrm>
                <a:off x="3752208" y="3588624"/>
                <a:ext cx="258840" cy="284040"/>
              </p14:xfrm>
            </p:contentPart>
          </mc:Choice>
          <mc:Fallback xmlns="">
            <p:pic>
              <p:nvPicPr>
                <p:cNvPr id="512" name="Ink 511">
                  <a:extLst>
                    <a:ext uri="{FF2B5EF4-FFF2-40B4-BE49-F238E27FC236}">
                      <a16:creationId xmlns:a16="http://schemas.microsoft.com/office/drawing/2014/main" id="{EBABFB1B-B215-30EA-1606-18EC3716ECE6}"/>
                    </a:ext>
                  </a:extLst>
                </p:cNvPr>
                <p:cNvPicPr/>
                <p:nvPr/>
              </p:nvPicPr>
              <p:blipFill>
                <a:blip r:embed="rId687"/>
                <a:stretch>
                  <a:fillRect/>
                </a:stretch>
              </p:blipFill>
              <p:spPr>
                <a:xfrm>
                  <a:off x="3743568" y="3579624"/>
                  <a:ext cx="27648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8">
              <p14:nvContentPartPr>
                <p14:cNvPr id="513" name="Ink 512">
                  <a:extLst>
                    <a:ext uri="{FF2B5EF4-FFF2-40B4-BE49-F238E27FC236}">
                      <a16:creationId xmlns:a16="http://schemas.microsoft.com/office/drawing/2014/main" id="{F7B076BA-2D7E-1C10-1C78-64B841D5208E}"/>
                    </a:ext>
                  </a:extLst>
                </p14:cNvPr>
                <p14:cNvContentPartPr/>
                <p14:nvPr/>
              </p14:nvContentPartPr>
              <p14:xfrm>
                <a:off x="4070088" y="3600864"/>
                <a:ext cx="33480" cy="50760"/>
              </p14:xfrm>
            </p:contentPart>
          </mc:Choice>
          <mc:Fallback xmlns="">
            <p:pic>
              <p:nvPicPr>
                <p:cNvPr id="513" name="Ink 512">
                  <a:extLst>
                    <a:ext uri="{FF2B5EF4-FFF2-40B4-BE49-F238E27FC236}">
                      <a16:creationId xmlns:a16="http://schemas.microsoft.com/office/drawing/2014/main" id="{F7B076BA-2D7E-1C10-1C78-64B841D5208E}"/>
                    </a:ext>
                  </a:extLst>
                </p:cNvPr>
                <p:cNvPicPr/>
                <p:nvPr/>
              </p:nvPicPr>
              <p:blipFill>
                <a:blip r:embed="rId689"/>
                <a:stretch>
                  <a:fillRect/>
                </a:stretch>
              </p:blipFill>
              <p:spPr>
                <a:xfrm>
                  <a:off x="4061448" y="3591864"/>
                  <a:ext cx="5112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0">
              <p14:nvContentPartPr>
                <p14:cNvPr id="514" name="Ink 513">
                  <a:extLst>
                    <a:ext uri="{FF2B5EF4-FFF2-40B4-BE49-F238E27FC236}">
                      <a16:creationId xmlns:a16="http://schemas.microsoft.com/office/drawing/2014/main" id="{B9EEA0E6-CB76-65FD-70BF-128421EFCEAB}"/>
                    </a:ext>
                  </a:extLst>
                </p14:cNvPr>
                <p14:cNvContentPartPr/>
                <p14:nvPr/>
              </p14:nvContentPartPr>
              <p14:xfrm>
                <a:off x="4188168" y="3582504"/>
                <a:ext cx="117000" cy="101880"/>
              </p14:xfrm>
            </p:contentPart>
          </mc:Choice>
          <mc:Fallback xmlns="">
            <p:pic>
              <p:nvPicPr>
                <p:cNvPr id="514" name="Ink 513">
                  <a:extLst>
                    <a:ext uri="{FF2B5EF4-FFF2-40B4-BE49-F238E27FC236}">
                      <a16:creationId xmlns:a16="http://schemas.microsoft.com/office/drawing/2014/main" id="{B9EEA0E6-CB76-65FD-70BF-128421EFCEAB}"/>
                    </a:ext>
                  </a:extLst>
                </p:cNvPr>
                <p:cNvPicPr/>
                <p:nvPr/>
              </p:nvPicPr>
              <p:blipFill>
                <a:blip r:embed="rId691"/>
                <a:stretch>
                  <a:fillRect/>
                </a:stretch>
              </p:blipFill>
              <p:spPr>
                <a:xfrm>
                  <a:off x="4179528" y="3573864"/>
                  <a:ext cx="1346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2">
              <p14:nvContentPartPr>
                <p14:cNvPr id="515" name="Ink 514">
                  <a:extLst>
                    <a:ext uri="{FF2B5EF4-FFF2-40B4-BE49-F238E27FC236}">
                      <a16:creationId xmlns:a16="http://schemas.microsoft.com/office/drawing/2014/main" id="{0509A298-8D01-519B-2B41-BD76862DA5C3}"/>
                    </a:ext>
                  </a:extLst>
                </p14:cNvPr>
                <p14:cNvContentPartPr/>
                <p14:nvPr/>
              </p14:nvContentPartPr>
              <p14:xfrm>
                <a:off x="4358448" y="3473424"/>
                <a:ext cx="122760" cy="186840"/>
              </p14:xfrm>
            </p:contentPart>
          </mc:Choice>
          <mc:Fallback xmlns="">
            <p:pic>
              <p:nvPicPr>
                <p:cNvPr id="515" name="Ink 514">
                  <a:extLst>
                    <a:ext uri="{FF2B5EF4-FFF2-40B4-BE49-F238E27FC236}">
                      <a16:creationId xmlns:a16="http://schemas.microsoft.com/office/drawing/2014/main" id="{0509A298-8D01-519B-2B41-BD76862DA5C3}"/>
                    </a:ext>
                  </a:extLst>
                </p:cNvPr>
                <p:cNvPicPr/>
                <p:nvPr/>
              </p:nvPicPr>
              <p:blipFill>
                <a:blip r:embed="rId693"/>
                <a:stretch>
                  <a:fillRect/>
                </a:stretch>
              </p:blipFill>
              <p:spPr>
                <a:xfrm>
                  <a:off x="4349448" y="3464784"/>
                  <a:ext cx="1404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4">
              <p14:nvContentPartPr>
                <p14:cNvPr id="516" name="Ink 515">
                  <a:extLst>
                    <a:ext uri="{FF2B5EF4-FFF2-40B4-BE49-F238E27FC236}">
                      <a16:creationId xmlns:a16="http://schemas.microsoft.com/office/drawing/2014/main" id="{DE159A13-E0E5-E4A9-A069-ECF14FE3FF69}"/>
                    </a:ext>
                  </a:extLst>
                </p14:cNvPr>
                <p14:cNvContentPartPr/>
                <p14:nvPr/>
              </p14:nvContentPartPr>
              <p14:xfrm>
                <a:off x="4516848" y="3576744"/>
                <a:ext cx="16920" cy="32400"/>
              </p14:xfrm>
            </p:contentPart>
          </mc:Choice>
          <mc:Fallback xmlns="">
            <p:pic>
              <p:nvPicPr>
                <p:cNvPr id="516" name="Ink 515">
                  <a:extLst>
                    <a:ext uri="{FF2B5EF4-FFF2-40B4-BE49-F238E27FC236}">
                      <a16:creationId xmlns:a16="http://schemas.microsoft.com/office/drawing/2014/main" id="{DE159A13-E0E5-E4A9-A069-ECF14FE3FF69}"/>
                    </a:ext>
                  </a:extLst>
                </p:cNvPr>
                <p:cNvPicPr/>
                <p:nvPr/>
              </p:nvPicPr>
              <p:blipFill>
                <a:blip r:embed="rId695"/>
                <a:stretch>
                  <a:fillRect/>
                </a:stretch>
              </p:blipFill>
              <p:spPr>
                <a:xfrm>
                  <a:off x="4507848" y="3567744"/>
                  <a:ext cx="345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6">
              <p14:nvContentPartPr>
                <p14:cNvPr id="517" name="Ink 516">
                  <a:extLst>
                    <a:ext uri="{FF2B5EF4-FFF2-40B4-BE49-F238E27FC236}">
                      <a16:creationId xmlns:a16="http://schemas.microsoft.com/office/drawing/2014/main" id="{254D3C30-1A65-87A0-73A7-0DF41C5C7682}"/>
                    </a:ext>
                  </a:extLst>
                </p14:cNvPr>
                <p14:cNvContentPartPr/>
                <p14:nvPr/>
              </p14:nvContentPartPr>
              <p14:xfrm>
                <a:off x="4557168" y="3599064"/>
                <a:ext cx="133920" cy="58680"/>
              </p14:xfrm>
            </p:contentPart>
          </mc:Choice>
          <mc:Fallback xmlns="">
            <p:pic>
              <p:nvPicPr>
                <p:cNvPr id="517" name="Ink 516">
                  <a:extLst>
                    <a:ext uri="{FF2B5EF4-FFF2-40B4-BE49-F238E27FC236}">
                      <a16:creationId xmlns:a16="http://schemas.microsoft.com/office/drawing/2014/main" id="{254D3C30-1A65-87A0-73A7-0DF41C5C7682}"/>
                    </a:ext>
                  </a:extLst>
                </p:cNvPr>
                <p:cNvPicPr/>
                <p:nvPr/>
              </p:nvPicPr>
              <p:blipFill>
                <a:blip r:embed="rId697"/>
                <a:stretch>
                  <a:fillRect/>
                </a:stretch>
              </p:blipFill>
              <p:spPr>
                <a:xfrm>
                  <a:off x="4548168" y="3590424"/>
                  <a:ext cx="15156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8">
              <p14:nvContentPartPr>
                <p14:cNvPr id="518" name="Ink 517">
                  <a:extLst>
                    <a:ext uri="{FF2B5EF4-FFF2-40B4-BE49-F238E27FC236}">
                      <a16:creationId xmlns:a16="http://schemas.microsoft.com/office/drawing/2014/main" id="{C81C0EDB-C532-508C-AFF2-CC2CB9360A11}"/>
                    </a:ext>
                  </a:extLst>
                </p14:cNvPr>
                <p14:cNvContentPartPr/>
                <p14:nvPr/>
              </p14:nvContentPartPr>
              <p14:xfrm>
                <a:off x="4592448" y="3511224"/>
                <a:ext cx="82080" cy="9000"/>
              </p14:xfrm>
            </p:contentPart>
          </mc:Choice>
          <mc:Fallback xmlns="">
            <p:pic>
              <p:nvPicPr>
                <p:cNvPr id="518" name="Ink 517">
                  <a:extLst>
                    <a:ext uri="{FF2B5EF4-FFF2-40B4-BE49-F238E27FC236}">
                      <a16:creationId xmlns:a16="http://schemas.microsoft.com/office/drawing/2014/main" id="{C81C0EDB-C532-508C-AFF2-CC2CB9360A11}"/>
                    </a:ext>
                  </a:extLst>
                </p:cNvPr>
                <p:cNvPicPr/>
                <p:nvPr/>
              </p:nvPicPr>
              <p:blipFill>
                <a:blip r:embed="rId699"/>
                <a:stretch>
                  <a:fillRect/>
                </a:stretch>
              </p:blipFill>
              <p:spPr>
                <a:xfrm>
                  <a:off x="4583448" y="3502224"/>
                  <a:ext cx="99720" cy="26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00">
            <p14:nvContentPartPr>
              <p14:cNvPr id="519" name="Ink 518">
                <a:extLst>
                  <a:ext uri="{FF2B5EF4-FFF2-40B4-BE49-F238E27FC236}">
                    <a16:creationId xmlns:a16="http://schemas.microsoft.com/office/drawing/2014/main" id="{EB590033-4806-07FC-E8F0-75947AEA72F7}"/>
                  </a:ext>
                </a:extLst>
              </p14:cNvPr>
              <p14:cNvContentPartPr/>
              <p14:nvPr/>
            </p14:nvContentPartPr>
            <p14:xfrm>
              <a:off x="5103648" y="3524544"/>
              <a:ext cx="489600" cy="82080"/>
            </p14:xfrm>
          </p:contentPart>
        </mc:Choice>
        <mc:Fallback xmlns="">
          <p:pic>
            <p:nvPicPr>
              <p:cNvPr id="519" name="Ink 518">
                <a:extLst>
                  <a:ext uri="{FF2B5EF4-FFF2-40B4-BE49-F238E27FC236}">
                    <a16:creationId xmlns:a16="http://schemas.microsoft.com/office/drawing/2014/main" id="{EB590033-4806-07FC-E8F0-75947AEA72F7}"/>
                  </a:ext>
                </a:extLst>
              </p:cNvPr>
              <p:cNvPicPr/>
              <p:nvPr/>
            </p:nvPicPr>
            <p:blipFill>
              <a:blip r:embed="rId701"/>
              <a:stretch>
                <a:fillRect/>
              </a:stretch>
            </p:blipFill>
            <p:spPr>
              <a:xfrm>
                <a:off x="5094648" y="3515544"/>
                <a:ext cx="507240" cy="99720"/>
              </a:xfrm>
              <a:prstGeom prst="rect">
                <a:avLst/>
              </a:prstGeom>
            </p:spPr>
          </p:pic>
        </mc:Fallback>
      </mc:AlternateContent>
      <p:grpSp>
        <p:nvGrpSpPr>
          <p:cNvPr id="526" name="Group 525">
            <a:extLst>
              <a:ext uri="{FF2B5EF4-FFF2-40B4-BE49-F238E27FC236}">
                <a16:creationId xmlns:a16="http://schemas.microsoft.com/office/drawing/2014/main" id="{728D1B13-3990-7692-0E3F-FE41B0F02EE3}"/>
              </a:ext>
            </a:extLst>
          </p:cNvPr>
          <p:cNvGrpSpPr/>
          <p:nvPr/>
        </p:nvGrpSpPr>
        <p:grpSpPr>
          <a:xfrm>
            <a:off x="5077008" y="2657304"/>
            <a:ext cx="1808640" cy="951120"/>
            <a:chOff x="5077008" y="2657304"/>
            <a:chExt cx="1808640" cy="95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2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06C0C244-A81E-2398-58EF-D4A52EC38767}"/>
                    </a:ext>
                  </a:extLst>
                </p14:cNvPr>
                <p14:cNvContentPartPr/>
                <p14:nvPr/>
              </p14:nvContentPartPr>
              <p14:xfrm>
                <a:off x="6447888" y="2691864"/>
                <a:ext cx="230040" cy="197280"/>
              </p14:xfrm>
            </p:contentPart>
          </mc:Choice>
          <mc:Fallback xmlns=""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06C0C244-A81E-2398-58EF-D4A52EC38767}"/>
                    </a:ext>
                  </a:extLst>
                </p:cNvPr>
                <p:cNvPicPr/>
                <p:nvPr/>
              </p:nvPicPr>
              <p:blipFill>
                <a:blip r:embed="rId703"/>
                <a:stretch>
                  <a:fillRect/>
                </a:stretch>
              </p:blipFill>
              <p:spPr>
                <a:xfrm>
                  <a:off x="6438888" y="2683224"/>
                  <a:ext cx="24768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4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7A9012B8-CC8E-E7F6-7B30-7024BEA0B498}"/>
                    </a:ext>
                  </a:extLst>
                </p14:cNvPr>
                <p14:cNvContentPartPr/>
                <p14:nvPr/>
              </p14:nvContentPartPr>
              <p14:xfrm>
                <a:off x="6709608" y="2771424"/>
                <a:ext cx="176040" cy="36360"/>
              </p14:xfrm>
            </p:contentPart>
          </mc:Choice>
          <mc:Fallback xmlns=""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7A9012B8-CC8E-E7F6-7B30-7024BEA0B498}"/>
                    </a:ext>
                  </a:extLst>
                </p:cNvPr>
                <p:cNvPicPr/>
                <p:nvPr/>
              </p:nvPicPr>
              <p:blipFill>
                <a:blip r:embed="rId705"/>
                <a:stretch>
                  <a:fillRect/>
                </a:stretch>
              </p:blipFill>
              <p:spPr>
                <a:xfrm>
                  <a:off x="6700968" y="2762784"/>
                  <a:ext cx="1936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6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2A8DD242-E7DF-C915-6152-E89355BAD8EC}"/>
                    </a:ext>
                  </a:extLst>
                </p14:cNvPr>
                <p14:cNvContentPartPr/>
                <p14:nvPr/>
              </p14:nvContentPartPr>
              <p14:xfrm>
                <a:off x="5500008" y="2657304"/>
                <a:ext cx="20880" cy="268200"/>
              </p14:xfrm>
            </p:contentPart>
          </mc:Choice>
          <mc:Fallback xmlns=""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2A8DD242-E7DF-C915-6152-E89355BAD8EC}"/>
                    </a:ext>
                  </a:extLst>
                </p:cNvPr>
                <p:cNvPicPr/>
                <p:nvPr/>
              </p:nvPicPr>
              <p:blipFill>
                <a:blip r:embed="rId707"/>
                <a:stretch>
                  <a:fillRect/>
                </a:stretch>
              </p:blipFill>
              <p:spPr>
                <a:xfrm>
                  <a:off x="5491008" y="2648304"/>
                  <a:ext cx="3852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8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73CA6446-0BE1-370F-E961-E8943639BC57}"/>
                    </a:ext>
                  </a:extLst>
                </p14:cNvPr>
                <p14:cNvContentPartPr/>
                <p14:nvPr/>
              </p14:nvContentPartPr>
              <p14:xfrm>
                <a:off x="5608368" y="2691504"/>
                <a:ext cx="71280" cy="140400"/>
              </p14:xfrm>
            </p:contentPart>
          </mc:Choice>
          <mc:Fallback xmlns=""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73CA6446-0BE1-370F-E961-E8943639BC57}"/>
                    </a:ext>
                  </a:extLst>
                </p:cNvPr>
                <p:cNvPicPr/>
                <p:nvPr/>
              </p:nvPicPr>
              <p:blipFill>
                <a:blip r:embed="rId709"/>
                <a:stretch>
                  <a:fillRect/>
                </a:stretch>
              </p:blipFill>
              <p:spPr>
                <a:xfrm>
                  <a:off x="5599368" y="2682864"/>
                  <a:ext cx="8892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0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396AF495-980E-5F45-ED60-EF95C9556373}"/>
                    </a:ext>
                  </a:extLst>
                </p14:cNvPr>
                <p14:cNvContentPartPr/>
                <p14:nvPr/>
              </p14:nvContentPartPr>
              <p14:xfrm>
                <a:off x="5765688" y="2737224"/>
                <a:ext cx="9360" cy="70560"/>
              </p14:xfrm>
            </p:contentPart>
          </mc:Choice>
          <mc:Fallback xmlns=""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396AF495-980E-5F45-ED60-EF95C9556373}"/>
                    </a:ext>
                  </a:extLst>
                </p:cNvPr>
                <p:cNvPicPr/>
                <p:nvPr/>
              </p:nvPicPr>
              <p:blipFill>
                <a:blip r:embed="rId711"/>
                <a:stretch>
                  <a:fillRect/>
                </a:stretch>
              </p:blipFill>
              <p:spPr>
                <a:xfrm>
                  <a:off x="5757048" y="2728224"/>
                  <a:ext cx="270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2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8B4217C9-CA4C-AD7E-2A55-C49B2C9B9330}"/>
                    </a:ext>
                  </a:extLst>
                </p14:cNvPr>
                <p14:cNvContentPartPr/>
                <p14:nvPr/>
              </p14:nvContentPartPr>
              <p14:xfrm>
                <a:off x="5763528" y="2683224"/>
                <a:ext cx="720" cy="12600"/>
              </p14:xfrm>
            </p:contentPart>
          </mc:Choice>
          <mc:Fallback xmlns=""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8B4217C9-CA4C-AD7E-2A55-C49B2C9B9330}"/>
                    </a:ext>
                  </a:extLst>
                </p:cNvPr>
                <p:cNvPicPr/>
                <p:nvPr/>
              </p:nvPicPr>
              <p:blipFill>
                <a:blip r:embed="rId713"/>
                <a:stretch>
                  <a:fillRect/>
                </a:stretch>
              </p:blipFill>
              <p:spPr>
                <a:xfrm>
                  <a:off x="5754528" y="2674224"/>
                  <a:ext cx="183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4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FB998132-595C-CAD0-0C4E-2124A9DD49B4}"/>
                    </a:ext>
                  </a:extLst>
                </p14:cNvPr>
                <p14:cNvContentPartPr/>
                <p14:nvPr/>
              </p14:nvContentPartPr>
              <p14:xfrm>
                <a:off x="5845248" y="2737944"/>
                <a:ext cx="308160" cy="199440"/>
              </p14:xfrm>
            </p:contentPart>
          </mc:Choice>
          <mc:Fallback xmlns=""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FB998132-595C-CAD0-0C4E-2124A9DD49B4}"/>
                    </a:ext>
                  </a:extLst>
                </p:cNvPr>
                <p:cNvPicPr/>
                <p:nvPr/>
              </p:nvPicPr>
              <p:blipFill>
                <a:blip r:embed="rId715"/>
                <a:stretch>
                  <a:fillRect/>
                </a:stretch>
              </p:blipFill>
              <p:spPr>
                <a:xfrm>
                  <a:off x="5836248" y="2728944"/>
                  <a:ext cx="32580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6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D5BCF0F6-B002-9BE9-1737-7C4E04B74569}"/>
                    </a:ext>
                  </a:extLst>
                </p14:cNvPr>
                <p14:cNvContentPartPr/>
                <p14:nvPr/>
              </p14:nvContentPartPr>
              <p14:xfrm>
                <a:off x="6234048" y="2663784"/>
                <a:ext cx="60480" cy="253080"/>
              </p14:xfrm>
            </p:contentPart>
          </mc:Choice>
          <mc:Fallback xmlns=""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D5BCF0F6-B002-9BE9-1737-7C4E04B74569}"/>
                    </a:ext>
                  </a:extLst>
                </p:cNvPr>
                <p:cNvPicPr/>
                <p:nvPr/>
              </p:nvPicPr>
              <p:blipFill>
                <a:blip r:embed="rId717"/>
                <a:stretch>
                  <a:fillRect/>
                </a:stretch>
              </p:blipFill>
              <p:spPr>
                <a:xfrm>
                  <a:off x="6225408" y="2654784"/>
                  <a:ext cx="7812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8">
              <p14:nvContentPartPr>
                <p14:cNvPr id="501" name="Ink 500">
                  <a:extLst>
                    <a:ext uri="{FF2B5EF4-FFF2-40B4-BE49-F238E27FC236}">
                      <a16:creationId xmlns:a16="http://schemas.microsoft.com/office/drawing/2014/main" id="{9024799A-AA7C-32D2-63DD-6F99F4E12CA3}"/>
                    </a:ext>
                  </a:extLst>
                </p14:cNvPr>
                <p14:cNvContentPartPr/>
                <p14:nvPr/>
              </p14:nvContentPartPr>
              <p14:xfrm>
                <a:off x="5077008" y="3129624"/>
                <a:ext cx="516240" cy="91440"/>
              </p14:xfrm>
            </p:contentPart>
          </mc:Choice>
          <mc:Fallback xmlns="">
            <p:pic>
              <p:nvPicPr>
                <p:cNvPr id="501" name="Ink 500">
                  <a:extLst>
                    <a:ext uri="{FF2B5EF4-FFF2-40B4-BE49-F238E27FC236}">
                      <a16:creationId xmlns:a16="http://schemas.microsoft.com/office/drawing/2014/main" id="{9024799A-AA7C-32D2-63DD-6F99F4E12CA3}"/>
                    </a:ext>
                  </a:extLst>
                </p:cNvPr>
                <p:cNvPicPr/>
                <p:nvPr/>
              </p:nvPicPr>
              <p:blipFill>
                <a:blip r:embed="rId719"/>
                <a:stretch>
                  <a:fillRect/>
                </a:stretch>
              </p:blipFill>
              <p:spPr>
                <a:xfrm>
                  <a:off x="5068008" y="3120984"/>
                  <a:ext cx="53388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0">
              <p14:nvContentPartPr>
                <p14:cNvPr id="502" name="Ink 501">
                  <a:extLst>
                    <a:ext uri="{FF2B5EF4-FFF2-40B4-BE49-F238E27FC236}">
                      <a16:creationId xmlns:a16="http://schemas.microsoft.com/office/drawing/2014/main" id="{BDC89AEF-B8C6-E944-E0FA-C00201AA0616}"/>
                    </a:ext>
                  </a:extLst>
                </p14:cNvPr>
                <p14:cNvContentPartPr/>
                <p14:nvPr/>
              </p14:nvContentPartPr>
              <p14:xfrm>
                <a:off x="5791968" y="2925864"/>
                <a:ext cx="131760" cy="428760"/>
              </p14:xfrm>
            </p:contentPart>
          </mc:Choice>
          <mc:Fallback xmlns="">
            <p:pic>
              <p:nvPicPr>
                <p:cNvPr id="502" name="Ink 501">
                  <a:extLst>
                    <a:ext uri="{FF2B5EF4-FFF2-40B4-BE49-F238E27FC236}">
                      <a16:creationId xmlns:a16="http://schemas.microsoft.com/office/drawing/2014/main" id="{BDC89AEF-B8C6-E944-E0FA-C00201AA0616}"/>
                    </a:ext>
                  </a:extLst>
                </p:cNvPr>
                <p:cNvPicPr/>
                <p:nvPr/>
              </p:nvPicPr>
              <p:blipFill>
                <a:blip r:embed="rId721"/>
                <a:stretch>
                  <a:fillRect/>
                </a:stretch>
              </p:blipFill>
              <p:spPr>
                <a:xfrm>
                  <a:off x="5782968" y="2917224"/>
                  <a:ext cx="149400" cy="44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2">
              <p14:nvContentPartPr>
                <p14:cNvPr id="503" name="Ink 502">
                  <a:extLst>
                    <a:ext uri="{FF2B5EF4-FFF2-40B4-BE49-F238E27FC236}">
                      <a16:creationId xmlns:a16="http://schemas.microsoft.com/office/drawing/2014/main" id="{01F0D019-9BD2-48ED-5786-D31A21625F07}"/>
                    </a:ext>
                  </a:extLst>
                </p14:cNvPr>
                <p14:cNvContentPartPr/>
                <p14:nvPr/>
              </p14:nvContentPartPr>
              <p14:xfrm>
                <a:off x="5821488" y="3138984"/>
                <a:ext cx="362520" cy="99360"/>
              </p14:xfrm>
            </p:contentPart>
          </mc:Choice>
          <mc:Fallback xmlns="">
            <p:pic>
              <p:nvPicPr>
                <p:cNvPr id="503" name="Ink 502">
                  <a:extLst>
                    <a:ext uri="{FF2B5EF4-FFF2-40B4-BE49-F238E27FC236}">
                      <a16:creationId xmlns:a16="http://schemas.microsoft.com/office/drawing/2014/main" id="{01F0D019-9BD2-48ED-5786-D31A21625F07}"/>
                    </a:ext>
                  </a:extLst>
                </p:cNvPr>
                <p:cNvPicPr/>
                <p:nvPr/>
              </p:nvPicPr>
              <p:blipFill>
                <a:blip r:embed="rId723"/>
                <a:stretch>
                  <a:fillRect/>
                </a:stretch>
              </p:blipFill>
              <p:spPr>
                <a:xfrm>
                  <a:off x="5812848" y="3130344"/>
                  <a:ext cx="3801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4">
              <p14:nvContentPartPr>
                <p14:cNvPr id="504" name="Ink 503">
                  <a:extLst>
                    <a:ext uri="{FF2B5EF4-FFF2-40B4-BE49-F238E27FC236}">
                      <a16:creationId xmlns:a16="http://schemas.microsoft.com/office/drawing/2014/main" id="{091095A3-A9B4-79F3-11EC-03C8147C0F42}"/>
                    </a:ext>
                  </a:extLst>
                </p14:cNvPr>
                <p14:cNvContentPartPr/>
                <p14:nvPr/>
              </p14:nvContentPartPr>
              <p14:xfrm>
                <a:off x="6258888" y="3123504"/>
                <a:ext cx="252720" cy="49320"/>
              </p14:xfrm>
            </p:contentPart>
          </mc:Choice>
          <mc:Fallback xmlns="">
            <p:pic>
              <p:nvPicPr>
                <p:cNvPr id="504" name="Ink 503">
                  <a:extLst>
                    <a:ext uri="{FF2B5EF4-FFF2-40B4-BE49-F238E27FC236}">
                      <a16:creationId xmlns:a16="http://schemas.microsoft.com/office/drawing/2014/main" id="{091095A3-A9B4-79F3-11EC-03C8147C0F42}"/>
                    </a:ext>
                  </a:extLst>
                </p:cNvPr>
                <p:cNvPicPr/>
                <p:nvPr/>
              </p:nvPicPr>
              <p:blipFill>
                <a:blip r:embed="rId725"/>
                <a:stretch>
                  <a:fillRect/>
                </a:stretch>
              </p:blipFill>
              <p:spPr>
                <a:xfrm>
                  <a:off x="6249888" y="3114864"/>
                  <a:ext cx="2703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6">
              <p14:nvContentPartPr>
                <p14:cNvPr id="521" name="Ink 520">
                  <a:extLst>
                    <a:ext uri="{FF2B5EF4-FFF2-40B4-BE49-F238E27FC236}">
                      <a16:creationId xmlns:a16="http://schemas.microsoft.com/office/drawing/2014/main" id="{62E9AB92-973F-30A6-BE03-3DCBBD9F68B2}"/>
                    </a:ext>
                  </a:extLst>
                </p14:cNvPr>
                <p14:cNvContentPartPr/>
                <p14:nvPr/>
              </p14:nvContentPartPr>
              <p14:xfrm>
                <a:off x="5827968" y="3477744"/>
                <a:ext cx="193680" cy="108720"/>
              </p14:xfrm>
            </p:contentPart>
          </mc:Choice>
          <mc:Fallback xmlns="">
            <p:pic>
              <p:nvPicPr>
                <p:cNvPr id="521" name="Ink 520">
                  <a:extLst>
                    <a:ext uri="{FF2B5EF4-FFF2-40B4-BE49-F238E27FC236}">
                      <a16:creationId xmlns:a16="http://schemas.microsoft.com/office/drawing/2014/main" id="{62E9AB92-973F-30A6-BE03-3DCBBD9F68B2}"/>
                    </a:ext>
                  </a:extLst>
                </p:cNvPr>
                <p:cNvPicPr/>
                <p:nvPr/>
              </p:nvPicPr>
              <p:blipFill>
                <a:blip r:embed="rId727"/>
                <a:stretch>
                  <a:fillRect/>
                </a:stretch>
              </p:blipFill>
              <p:spPr>
                <a:xfrm>
                  <a:off x="5819328" y="3469104"/>
                  <a:ext cx="2113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8">
              <p14:nvContentPartPr>
                <p14:cNvPr id="522" name="Ink 521">
                  <a:extLst>
                    <a:ext uri="{FF2B5EF4-FFF2-40B4-BE49-F238E27FC236}">
                      <a16:creationId xmlns:a16="http://schemas.microsoft.com/office/drawing/2014/main" id="{0722E834-3DCC-FB62-A15C-A8D9F344E1EF}"/>
                    </a:ext>
                  </a:extLst>
                </p14:cNvPr>
                <p14:cNvContentPartPr/>
                <p14:nvPr/>
              </p14:nvContentPartPr>
              <p14:xfrm>
                <a:off x="6161688" y="3466584"/>
                <a:ext cx="8280" cy="141840"/>
              </p14:xfrm>
            </p:contentPart>
          </mc:Choice>
          <mc:Fallback xmlns="">
            <p:pic>
              <p:nvPicPr>
                <p:cNvPr id="522" name="Ink 521">
                  <a:extLst>
                    <a:ext uri="{FF2B5EF4-FFF2-40B4-BE49-F238E27FC236}">
                      <a16:creationId xmlns:a16="http://schemas.microsoft.com/office/drawing/2014/main" id="{0722E834-3DCC-FB62-A15C-A8D9F344E1EF}"/>
                    </a:ext>
                  </a:extLst>
                </p:cNvPr>
                <p:cNvPicPr/>
                <p:nvPr/>
              </p:nvPicPr>
              <p:blipFill>
                <a:blip r:embed="rId729"/>
                <a:stretch>
                  <a:fillRect/>
                </a:stretch>
              </p:blipFill>
              <p:spPr>
                <a:xfrm>
                  <a:off x="6153048" y="3457584"/>
                  <a:ext cx="2592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0">
              <p14:nvContentPartPr>
                <p14:cNvPr id="523" name="Ink 522">
                  <a:extLst>
                    <a:ext uri="{FF2B5EF4-FFF2-40B4-BE49-F238E27FC236}">
                      <a16:creationId xmlns:a16="http://schemas.microsoft.com/office/drawing/2014/main" id="{0B55092E-7FE8-D3C2-C7DE-C5B304E5F8E3}"/>
                    </a:ext>
                  </a:extLst>
                </p14:cNvPr>
                <p14:cNvContentPartPr/>
                <p14:nvPr/>
              </p14:nvContentPartPr>
              <p14:xfrm>
                <a:off x="6173568" y="3348864"/>
                <a:ext cx="16920" cy="24840"/>
              </p14:xfrm>
            </p:contentPart>
          </mc:Choice>
          <mc:Fallback xmlns="">
            <p:pic>
              <p:nvPicPr>
                <p:cNvPr id="523" name="Ink 522">
                  <a:extLst>
                    <a:ext uri="{FF2B5EF4-FFF2-40B4-BE49-F238E27FC236}">
                      <a16:creationId xmlns:a16="http://schemas.microsoft.com/office/drawing/2014/main" id="{0B55092E-7FE8-D3C2-C7DE-C5B304E5F8E3}"/>
                    </a:ext>
                  </a:extLst>
                </p:cNvPr>
                <p:cNvPicPr/>
                <p:nvPr/>
              </p:nvPicPr>
              <p:blipFill>
                <a:blip r:embed="rId731"/>
                <a:stretch>
                  <a:fillRect/>
                </a:stretch>
              </p:blipFill>
              <p:spPr>
                <a:xfrm>
                  <a:off x="6164568" y="3340224"/>
                  <a:ext cx="345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2">
              <p14:nvContentPartPr>
                <p14:cNvPr id="524" name="Ink 523">
                  <a:extLst>
                    <a:ext uri="{FF2B5EF4-FFF2-40B4-BE49-F238E27FC236}">
                      <a16:creationId xmlns:a16="http://schemas.microsoft.com/office/drawing/2014/main" id="{19B6AC5F-C5D1-A619-1B51-7208C7C5AA52}"/>
                    </a:ext>
                  </a:extLst>
                </p14:cNvPr>
                <p14:cNvContentPartPr/>
                <p14:nvPr/>
              </p14:nvContentPartPr>
              <p14:xfrm>
                <a:off x="6316128" y="3342024"/>
                <a:ext cx="15840" cy="252720"/>
              </p14:xfrm>
            </p:contentPart>
          </mc:Choice>
          <mc:Fallback xmlns="">
            <p:pic>
              <p:nvPicPr>
                <p:cNvPr id="524" name="Ink 523">
                  <a:extLst>
                    <a:ext uri="{FF2B5EF4-FFF2-40B4-BE49-F238E27FC236}">
                      <a16:creationId xmlns:a16="http://schemas.microsoft.com/office/drawing/2014/main" id="{19B6AC5F-C5D1-A619-1B51-7208C7C5AA52}"/>
                    </a:ext>
                  </a:extLst>
                </p:cNvPr>
                <p:cNvPicPr/>
                <p:nvPr/>
              </p:nvPicPr>
              <p:blipFill>
                <a:blip r:embed="rId733"/>
                <a:stretch>
                  <a:fillRect/>
                </a:stretch>
              </p:blipFill>
              <p:spPr>
                <a:xfrm>
                  <a:off x="6307488" y="3333024"/>
                  <a:ext cx="3348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4">
              <p14:nvContentPartPr>
                <p14:cNvPr id="525" name="Ink 524">
                  <a:extLst>
                    <a:ext uri="{FF2B5EF4-FFF2-40B4-BE49-F238E27FC236}">
                      <a16:creationId xmlns:a16="http://schemas.microsoft.com/office/drawing/2014/main" id="{7197501A-C087-AD23-0CE3-2C2C9FC8A541}"/>
                    </a:ext>
                  </a:extLst>
                </p14:cNvPr>
                <p14:cNvContentPartPr/>
                <p14:nvPr/>
              </p14:nvContentPartPr>
              <p14:xfrm>
                <a:off x="6324048" y="3299904"/>
                <a:ext cx="244800" cy="256320"/>
              </p14:xfrm>
            </p:contentPart>
          </mc:Choice>
          <mc:Fallback xmlns="">
            <p:pic>
              <p:nvPicPr>
                <p:cNvPr id="525" name="Ink 524">
                  <a:extLst>
                    <a:ext uri="{FF2B5EF4-FFF2-40B4-BE49-F238E27FC236}">
                      <a16:creationId xmlns:a16="http://schemas.microsoft.com/office/drawing/2014/main" id="{7197501A-C087-AD23-0CE3-2C2C9FC8A541}"/>
                    </a:ext>
                  </a:extLst>
                </p:cNvPr>
                <p:cNvPicPr/>
                <p:nvPr/>
              </p:nvPicPr>
              <p:blipFill>
                <a:blip r:embed="rId735"/>
                <a:stretch>
                  <a:fillRect/>
                </a:stretch>
              </p:blipFill>
              <p:spPr>
                <a:xfrm>
                  <a:off x="6315408" y="3290904"/>
                  <a:ext cx="262440" cy="27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2" name="Group 531">
            <a:extLst>
              <a:ext uri="{FF2B5EF4-FFF2-40B4-BE49-F238E27FC236}">
                <a16:creationId xmlns:a16="http://schemas.microsoft.com/office/drawing/2014/main" id="{AED9AA7E-AC1D-9AEA-0823-290B11591BAA}"/>
              </a:ext>
            </a:extLst>
          </p:cNvPr>
          <p:cNvGrpSpPr/>
          <p:nvPr/>
        </p:nvGrpSpPr>
        <p:grpSpPr>
          <a:xfrm>
            <a:off x="8800488" y="3507624"/>
            <a:ext cx="1006560" cy="153720"/>
            <a:chOff x="8800488" y="3507624"/>
            <a:chExt cx="1006560" cy="15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36">
              <p14:nvContentPartPr>
                <p14:cNvPr id="527" name="Ink 526">
                  <a:extLst>
                    <a:ext uri="{FF2B5EF4-FFF2-40B4-BE49-F238E27FC236}">
                      <a16:creationId xmlns:a16="http://schemas.microsoft.com/office/drawing/2014/main" id="{19DB1563-4D17-2F95-5551-A76797C93A08}"/>
                    </a:ext>
                  </a:extLst>
                </p14:cNvPr>
                <p14:cNvContentPartPr/>
                <p14:nvPr/>
              </p14:nvContentPartPr>
              <p14:xfrm>
                <a:off x="8800488" y="3507624"/>
                <a:ext cx="101160" cy="149040"/>
              </p14:xfrm>
            </p:contentPart>
          </mc:Choice>
          <mc:Fallback xmlns="">
            <p:pic>
              <p:nvPicPr>
                <p:cNvPr id="527" name="Ink 526">
                  <a:extLst>
                    <a:ext uri="{FF2B5EF4-FFF2-40B4-BE49-F238E27FC236}">
                      <a16:creationId xmlns:a16="http://schemas.microsoft.com/office/drawing/2014/main" id="{19DB1563-4D17-2F95-5551-A76797C93A08}"/>
                    </a:ext>
                  </a:extLst>
                </p:cNvPr>
                <p:cNvPicPr/>
                <p:nvPr/>
              </p:nvPicPr>
              <p:blipFill>
                <a:blip r:embed="rId737"/>
                <a:stretch>
                  <a:fillRect/>
                </a:stretch>
              </p:blipFill>
              <p:spPr>
                <a:xfrm>
                  <a:off x="8791848" y="3498984"/>
                  <a:ext cx="11880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8">
              <p14:nvContentPartPr>
                <p14:cNvPr id="528" name="Ink 527">
                  <a:extLst>
                    <a:ext uri="{FF2B5EF4-FFF2-40B4-BE49-F238E27FC236}">
                      <a16:creationId xmlns:a16="http://schemas.microsoft.com/office/drawing/2014/main" id="{64E9753B-3993-CC55-3FF9-7909759085E6}"/>
                    </a:ext>
                  </a:extLst>
                </p14:cNvPr>
                <p14:cNvContentPartPr/>
                <p14:nvPr/>
              </p14:nvContentPartPr>
              <p14:xfrm>
                <a:off x="9073008" y="3578184"/>
                <a:ext cx="9000" cy="23760"/>
              </p14:xfrm>
            </p:contentPart>
          </mc:Choice>
          <mc:Fallback xmlns="">
            <p:pic>
              <p:nvPicPr>
                <p:cNvPr id="528" name="Ink 527">
                  <a:extLst>
                    <a:ext uri="{FF2B5EF4-FFF2-40B4-BE49-F238E27FC236}">
                      <a16:creationId xmlns:a16="http://schemas.microsoft.com/office/drawing/2014/main" id="{64E9753B-3993-CC55-3FF9-7909759085E6}"/>
                    </a:ext>
                  </a:extLst>
                </p:cNvPr>
                <p:cNvPicPr/>
                <p:nvPr/>
              </p:nvPicPr>
              <p:blipFill>
                <a:blip r:embed="rId739"/>
                <a:stretch>
                  <a:fillRect/>
                </a:stretch>
              </p:blipFill>
              <p:spPr>
                <a:xfrm>
                  <a:off x="9064368" y="3569184"/>
                  <a:ext cx="266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0">
              <p14:nvContentPartPr>
                <p14:cNvPr id="529" name="Ink 528">
                  <a:extLst>
                    <a:ext uri="{FF2B5EF4-FFF2-40B4-BE49-F238E27FC236}">
                      <a16:creationId xmlns:a16="http://schemas.microsoft.com/office/drawing/2014/main" id="{1E857BA3-277E-37B3-2230-450D8CF3D585}"/>
                    </a:ext>
                  </a:extLst>
                </p14:cNvPr>
                <p14:cNvContentPartPr/>
                <p14:nvPr/>
              </p14:nvContentPartPr>
              <p14:xfrm>
                <a:off x="9199728" y="3532824"/>
                <a:ext cx="178560" cy="123480"/>
              </p14:xfrm>
            </p:contentPart>
          </mc:Choice>
          <mc:Fallback xmlns="">
            <p:pic>
              <p:nvPicPr>
                <p:cNvPr id="529" name="Ink 528">
                  <a:extLst>
                    <a:ext uri="{FF2B5EF4-FFF2-40B4-BE49-F238E27FC236}">
                      <a16:creationId xmlns:a16="http://schemas.microsoft.com/office/drawing/2014/main" id="{1E857BA3-277E-37B3-2230-450D8CF3D585}"/>
                    </a:ext>
                  </a:extLst>
                </p:cNvPr>
                <p:cNvPicPr/>
                <p:nvPr/>
              </p:nvPicPr>
              <p:blipFill>
                <a:blip r:embed="rId741"/>
                <a:stretch>
                  <a:fillRect/>
                </a:stretch>
              </p:blipFill>
              <p:spPr>
                <a:xfrm>
                  <a:off x="9190728" y="3523824"/>
                  <a:ext cx="19620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2">
              <p14:nvContentPartPr>
                <p14:cNvPr id="530" name="Ink 529">
                  <a:extLst>
                    <a:ext uri="{FF2B5EF4-FFF2-40B4-BE49-F238E27FC236}">
                      <a16:creationId xmlns:a16="http://schemas.microsoft.com/office/drawing/2014/main" id="{07FBE518-BDD1-7FEF-EF5C-26143370F91A}"/>
                    </a:ext>
                  </a:extLst>
                </p14:cNvPr>
                <p14:cNvContentPartPr/>
                <p14:nvPr/>
              </p14:nvContentPartPr>
              <p14:xfrm>
                <a:off x="9525888" y="3552984"/>
                <a:ext cx="70200" cy="108360"/>
              </p14:xfrm>
            </p:contentPart>
          </mc:Choice>
          <mc:Fallback xmlns="">
            <p:pic>
              <p:nvPicPr>
                <p:cNvPr id="530" name="Ink 529">
                  <a:extLst>
                    <a:ext uri="{FF2B5EF4-FFF2-40B4-BE49-F238E27FC236}">
                      <a16:creationId xmlns:a16="http://schemas.microsoft.com/office/drawing/2014/main" id="{07FBE518-BDD1-7FEF-EF5C-26143370F91A}"/>
                    </a:ext>
                  </a:extLst>
                </p:cNvPr>
                <p:cNvPicPr/>
                <p:nvPr/>
              </p:nvPicPr>
              <p:blipFill>
                <a:blip r:embed="rId743"/>
                <a:stretch>
                  <a:fillRect/>
                </a:stretch>
              </p:blipFill>
              <p:spPr>
                <a:xfrm>
                  <a:off x="9517248" y="3543984"/>
                  <a:ext cx="878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4">
              <p14:nvContentPartPr>
                <p14:cNvPr id="531" name="Ink 530">
                  <a:extLst>
                    <a:ext uri="{FF2B5EF4-FFF2-40B4-BE49-F238E27FC236}">
                      <a16:creationId xmlns:a16="http://schemas.microsoft.com/office/drawing/2014/main" id="{644F2929-A057-090B-A9C9-AAB088767457}"/>
                    </a:ext>
                  </a:extLst>
                </p14:cNvPr>
                <p14:cNvContentPartPr/>
                <p14:nvPr/>
              </p14:nvContentPartPr>
              <p14:xfrm>
                <a:off x="9663048" y="3511584"/>
                <a:ext cx="144000" cy="33480"/>
              </p14:xfrm>
            </p:contentPart>
          </mc:Choice>
          <mc:Fallback xmlns="">
            <p:pic>
              <p:nvPicPr>
                <p:cNvPr id="531" name="Ink 530">
                  <a:extLst>
                    <a:ext uri="{FF2B5EF4-FFF2-40B4-BE49-F238E27FC236}">
                      <a16:creationId xmlns:a16="http://schemas.microsoft.com/office/drawing/2014/main" id="{644F2929-A057-090B-A9C9-AAB088767457}"/>
                    </a:ext>
                  </a:extLst>
                </p:cNvPr>
                <p:cNvPicPr/>
                <p:nvPr/>
              </p:nvPicPr>
              <p:blipFill>
                <a:blip r:embed="rId745"/>
                <a:stretch>
                  <a:fillRect/>
                </a:stretch>
              </p:blipFill>
              <p:spPr>
                <a:xfrm>
                  <a:off x="9654408" y="3502944"/>
                  <a:ext cx="161640" cy="5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3" name="Group 542">
            <a:extLst>
              <a:ext uri="{FF2B5EF4-FFF2-40B4-BE49-F238E27FC236}">
                <a16:creationId xmlns:a16="http://schemas.microsoft.com/office/drawing/2014/main" id="{F0C50B95-6208-DA59-F9AD-17B78C0C2ADF}"/>
              </a:ext>
            </a:extLst>
          </p:cNvPr>
          <p:cNvGrpSpPr/>
          <p:nvPr/>
        </p:nvGrpSpPr>
        <p:grpSpPr>
          <a:xfrm>
            <a:off x="3633768" y="3860424"/>
            <a:ext cx="1327680" cy="435240"/>
            <a:chOff x="3633768" y="3860424"/>
            <a:chExt cx="1327680" cy="43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6">
              <p14:nvContentPartPr>
                <p14:cNvPr id="533" name="Ink 532">
                  <a:extLst>
                    <a:ext uri="{FF2B5EF4-FFF2-40B4-BE49-F238E27FC236}">
                      <a16:creationId xmlns:a16="http://schemas.microsoft.com/office/drawing/2014/main" id="{448D4983-B633-C0DE-46F9-05214C697CE4}"/>
                    </a:ext>
                  </a:extLst>
                </p14:cNvPr>
                <p14:cNvContentPartPr/>
                <p14:nvPr/>
              </p14:nvContentPartPr>
              <p14:xfrm>
                <a:off x="3633768" y="3926304"/>
                <a:ext cx="114120" cy="287640"/>
              </p14:xfrm>
            </p:contentPart>
          </mc:Choice>
          <mc:Fallback xmlns="">
            <p:pic>
              <p:nvPicPr>
                <p:cNvPr id="533" name="Ink 532">
                  <a:extLst>
                    <a:ext uri="{FF2B5EF4-FFF2-40B4-BE49-F238E27FC236}">
                      <a16:creationId xmlns:a16="http://schemas.microsoft.com/office/drawing/2014/main" id="{448D4983-B633-C0DE-46F9-05214C697CE4}"/>
                    </a:ext>
                  </a:extLst>
                </p:cNvPr>
                <p:cNvPicPr/>
                <p:nvPr/>
              </p:nvPicPr>
              <p:blipFill>
                <a:blip r:embed="rId747"/>
                <a:stretch>
                  <a:fillRect/>
                </a:stretch>
              </p:blipFill>
              <p:spPr>
                <a:xfrm>
                  <a:off x="3625128" y="3917664"/>
                  <a:ext cx="13176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8">
              <p14:nvContentPartPr>
                <p14:cNvPr id="534" name="Ink 533">
                  <a:extLst>
                    <a:ext uri="{FF2B5EF4-FFF2-40B4-BE49-F238E27FC236}">
                      <a16:creationId xmlns:a16="http://schemas.microsoft.com/office/drawing/2014/main" id="{B2E31D01-6532-91AC-9EC1-E54967C5A8D1}"/>
                    </a:ext>
                  </a:extLst>
                </p14:cNvPr>
                <p14:cNvContentPartPr/>
                <p14:nvPr/>
              </p14:nvContentPartPr>
              <p14:xfrm>
                <a:off x="3819888" y="4026024"/>
                <a:ext cx="71640" cy="98280"/>
              </p14:xfrm>
            </p:contentPart>
          </mc:Choice>
          <mc:Fallback xmlns="">
            <p:pic>
              <p:nvPicPr>
                <p:cNvPr id="534" name="Ink 533">
                  <a:extLst>
                    <a:ext uri="{FF2B5EF4-FFF2-40B4-BE49-F238E27FC236}">
                      <a16:creationId xmlns:a16="http://schemas.microsoft.com/office/drawing/2014/main" id="{B2E31D01-6532-91AC-9EC1-E54967C5A8D1}"/>
                    </a:ext>
                  </a:extLst>
                </p:cNvPr>
                <p:cNvPicPr/>
                <p:nvPr/>
              </p:nvPicPr>
              <p:blipFill>
                <a:blip r:embed="rId749"/>
                <a:stretch>
                  <a:fillRect/>
                </a:stretch>
              </p:blipFill>
              <p:spPr>
                <a:xfrm>
                  <a:off x="3810888" y="4017024"/>
                  <a:ext cx="892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0">
              <p14:nvContentPartPr>
                <p14:cNvPr id="535" name="Ink 534">
                  <a:extLst>
                    <a:ext uri="{FF2B5EF4-FFF2-40B4-BE49-F238E27FC236}">
                      <a16:creationId xmlns:a16="http://schemas.microsoft.com/office/drawing/2014/main" id="{9604E0B2-D040-8B57-9B98-23DF570E8D96}"/>
                    </a:ext>
                  </a:extLst>
                </p14:cNvPr>
                <p14:cNvContentPartPr/>
                <p14:nvPr/>
              </p14:nvContentPartPr>
              <p14:xfrm>
                <a:off x="3972528" y="4023144"/>
                <a:ext cx="269280" cy="272520"/>
              </p14:xfrm>
            </p:contentPart>
          </mc:Choice>
          <mc:Fallback xmlns="">
            <p:pic>
              <p:nvPicPr>
                <p:cNvPr id="535" name="Ink 534">
                  <a:extLst>
                    <a:ext uri="{FF2B5EF4-FFF2-40B4-BE49-F238E27FC236}">
                      <a16:creationId xmlns:a16="http://schemas.microsoft.com/office/drawing/2014/main" id="{9604E0B2-D040-8B57-9B98-23DF570E8D96}"/>
                    </a:ext>
                  </a:extLst>
                </p:cNvPr>
                <p:cNvPicPr/>
                <p:nvPr/>
              </p:nvPicPr>
              <p:blipFill>
                <a:blip r:embed="rId751"/>
                <a:stretch>
                  <a:fillRect/>
                </a:stretch>
              </p:blipFill>
              <p:spPr>
                <a:xfrm>
                  <a:off x="3963888" y="4014504"/>
                  <a:ext cx="28692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2">
              <p14:nvContentPartPr>
                <p14:cNvPr id="536" name="Ink 535">
                  <a:extLst>
                    <a:ext uri="{FF2B5EF4-FFF2-40B4-BE49-F238E27FC236}">
                      <a16:creationId xmlns:a16="http://schemas.microsoft.com/office/drawing/2014/main" id="{E5312152-2961-3886-C3E3-A68E7143A819}"/>
                    </a:ext>
                  </a:extLst>
                </p14:cNvPr>
                <p14:cNvContentPartPr/>
                <p14:nvPr/>
              </p14:nvContentPartPr>
              <p14:xfrm>
                <a:off x="4328208" y="4038624"/>
                <a:ext cx="43920" cy="41760"/>
              </p14:xfrm>
            </p:contentPart>
          </mc:Choice>
          <mc:Fallback xmlns="">
            <p:pic>
              <p:nvPicPr>
                <p:cNvPr id="536" name="Ink 535">
                  <a:extLst>
                    <a:ext uri="{FF2B5EF4-FFF2-40B4-BE49-F238E27FC236}">
                      <a16:creationId xmlns:a16="http://schemas.microsoft.com/office/drawing/2014/main" id="{E5312152-2961-3886-C3E3-A68E7143A819}"/>
                    </a:ext>
                  </a:extLst>
                </p:cNvPr>
                <p:cNvPicPr/>
                <p:nvPr/>
              </p:nvPicPr>
              <p:blipFill>
                <a:blip r:embed="rId753"/>
                <a:stretch>
                  <a:fillRect/>
                </a:stretch>
              </p:blipFill>
              <p:spPr>
                <a:xfrm>
                  <a:off x="4319568" y="4029624"/>
                  <a:ext cx="615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4">
              <p14:nvContentPartPr>
                <p14:cNvPr id="537" name="Ink 536">
                  <a:extLst>
                    <a:ext uri="{FF2B5EF4-FFF2-40B4-BE49-F238E27FC236}">
                      <a16:creationId xmlns:a16="http://schemas.microsoft.com/office/drawing/2014/main" id="{57011289-C700-3D09-49AD-1253E445B968}"/>
                    </a:ext>
                  </a:extLst>
                </p14:cNvPr>
                <p14:cNvContentPartPr/>
                <p14:nvPr/>
              </p14:nvContentPartPr>
              <p14:xfrm>
                <a:off x="4448448" y="4015224"/>
                <a:ext cx="115560" cy="109080"/>
              </p14:xfrm>
            </p:contentPart>
          </mc:Choice>
          <mc:Fallback xmlns="">
            <p:pic>
              <p:nvPicPr>
                <p:cNvPr id="537" name="Ink 536">
                  <a:extLst>
                    <a:ext uri="{FF2B5EF4-FFF2-40B4-BE49-F238E27FC236}">
                      <a16:creationId xmlns:a16="http://schemas.microsoft.com/office/drawing/2014/main" id="{57011289-C700-3D09-49AD-1253E445B968}"/>
                    </a:ext>
                  </a:extLst>
                </p:cNvPr>
                <p:cNvPicPr/>
                <p:nvPr/>
              </p:nvPicPr>
              <p:blipFill>
                <a:blip r:embed="rId755"/>
                <a:stretch>
                  <a:fillRect/>
                </a:stretch>
              </p:blipFill>
              <p:spPr>
                <a:xfrm>
                  <a:off x="4439448" y="4006224"/>
                  <a:ext cx="1332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6">
              <p14:nvContentPartPr>
                <p14:cNvPr id="538" name="Ink 537">
                  <a:extLst>
                    <a:ext uri="{FF2B5EF4-FFF2-40B4-BE49-F238E27FC236}">
                      <a16:creationId xmlns:a16="http://schemas.microsoft.com/office/drawing/2014/main" id="{58222F13-A52A-46C2-4702-2D8F6A73D38F}"/>
                    </a:ext>
                  </a:extLst>
                </p14:cNvPr>
                <p14:cNvContentPartPr/>
                <p14:nvPr/>
              </p14:nvContentPartPr>
              <p14:xfrm>
                <a:off x="4631688" y="3860424"/>
                <a:ext cx="114840" cy="208800"/>
              </p14:xfrm>
            </p:contentPart>
          </mc:Choice>
          <mc:Fallback xmlns="">
            <p:pic>
              <p:nvPicPr>
                <p:cNvPr id="538" name="Ink 537">
                  <a:extLst>
                    <a:ext uri="{FF2B5EF4-FFF2-40B4-BE49-F238E27FC236}">
                      <a16:creationId xmlns:a16="http://schemas.microsoft.com/office/drawing/2014/main" id="{58222F13-A52A-46C2-4702-2D8F6A73D38F}"/>
                    </a:ext>
                  </a:extLst>
                </p:cNvPr>
                <p:cNvPicPr/>
                <p:nvPr/>
              </p:nvPicPr>
              <p:blipFill>
                <a:blip r:embed="rId757"/>
                <a:stretch>
                  <a:fillRect/>
                </a:stretch>
              </p:blipFill>
              <p:spPr>
                <a:xfrm>
                  <a:off x="4622688" y="3851784"/>
                  <a:ext cx="13248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8">
              <p14:nvContentPartPr>
                <p14:cNvPr id="539" name="Ink 538">
                  <a:extLst>
                    <a:ext uri="{FF2B5EF4-FFF2-40B4-BE49-F238E27FC236}">
                      <a16:creationId xmlns:a16="http://schemas.microsoft.com/office/drawing/2014/main" id="{BC06A8E4-A990-A679-1DD5-017E1BC86409}"/>
                    </a:ext>
                  </a:extLst>
                </p14:cNvPr>
                <p14:cNvContentPartPr/>
                <p14:nvPr/>
              </p14:nvContentPartPr>
              <p14:xfrm>
                <a:off x="4759848" y="3987144"/>
                <a:ext cx="11520" cy="24480"/>
              </p14:xfrm>
            </p:contentPart>
          </mc:Choice>
          <mc:Fallback xmlns="">
            <p:pic>
              <p:nvPicPr>
                <p:cNvPr id="539" name="Ink 538">
                  <a:extLst>
                    <a:ext uri="{FF2B5EF4-FFF2-40B4-BE49-F238E27FC236}">
                      <a16:creationId xmlns:a16="http://schemas.microsoft.com/office/drawing/2014/main" id="{BC06A8E4-A990-A679-1DD5-017E1BC86409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4750848" y="3978504"/>
                  <a:ext cx="291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9">
              <p14:nvContentPartPr>
                <p14:cNvPr id="540" name="Ink 539">
                  <a:extLst>
                    <a:ext uri="{FF2B5EF4-FFF2-40B4-BE49-F238E27FC236}">
                      <a16:creationId xmlns:a16="http://schemas.microsoft.com/office/drawing/2014/main" id="{489DF111-35AE-9A99-29BD-0B847B8902DC}"/>
                    </a:ext>
                  </a:extLst>
                </p14:cNvPr>
                <p14:cNvContentPartPr/>
                <p14:nvPr/>
              </p14:nvContentPartPr>
              <p14:xfrm>
                <a:off x="4807728" y="3989304"/>
                <a:ext cx="108000" cy="65880"/>
              </p14:xfrm>
            </p:contentPart>
          </mc:Choice>
          <mc:Fallback xmlns="">
            <p:pic>
              <p:nvPicPr>
                <p:cNvPr id="540" name="Ink 539">
                  <a:extLst>
                    <a:ext uri="{FF2B5EF4-FFF2-40B4-BE49-F238E27FC236}">
                      <a16:creationId xmlns:a16="http://schemas.microsoft.com/office/drawing/2014/main" id="{489DF111-35AE-9A99-29BD-0B847B8902DC}"/>
                    </a:ext>
                  </a:extLst>
                </p:cNvPr>
                <p:cNvPicPr/>
                <p:nvPr/>
              </p:nvPicPr>
              <p:blipFill>
                <a:blip r:embed="rId760"/>
                <a:stretch>
                  <a:fillRect/>
                </a:stretch>
              </p:blipFill>
              <p:spPr>
                <a:xfrm>
                  <a:off x="4799088" y="3980304"/>
                  <a:ext cx="1256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1">
              <p14:nvContentPartPr>
                <p14:cNvPr id="541" name="Ink 540">
                  <a:extLst>
                    <a:ext uri="{FF2B5EF4-FFF2-40B4-BE49-F238E27FC236}">
                      <a16:creationId xmlns:a16="http://schemas.microsoft.com/office/drawing/2014/main" id="{DE431154-06C6-3FDF-9F5C-2B53FB58198E}"/>
                    </a:ext>
                  </a:extLst>
                </p14:cNvPr>
                <p14:cNvContentPartPr/>
                <p14:nvPr/>
              </p14:nvContentPartPr>
              <p14:xfrm>
                <a:off x="4869648" y="3934584"/>
                <a:ext cx="91800" cy="23400"/>
              </p14:xfrm>
            </p:contentPart>
          </mc:Choice>
          <mc:Fallback xmlns="">
            <p:pic>
              <p:nvPicPr>
                <p:cNvPr id="541" name="Ink 540">
                  <a:extLst>
                    <a:ext uri="{FF2B5EF4-FFF2-40B4-BE49-F238E27FC236}">
                      <a16:creationId xmlns:a16="http://schemas.microsoft.com/office/drawing/2014/main" id="{DE431154-06C6-3FDF-9F5C-2B53FB58198E}"/>
                    </a:ext>
                  </a:extLst>
                </p:cNvPr>
                <p:cNvPicPr/>
                <p:nvPr/>
              </p:nvPicPr>
              <p:blipFill>
                <a:blip r:embed="rId762"/>
                <a:stretch>
                  <a:fillRect/>
                </a:stretch>
              </p:blipFill>
              <p:spPr>
                <a:xfrm>
                  <a:off x="4860648" y="3925944"/>
                  <a:ext cx="109440" cy="41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63">
            <p14:nvContentPartPr>
              <p14:cNvPr id="542" name="Ink 541">
                <a:extLst>
                  <a:ext uri="{FF2B5EF4-FFF2-40B4-BE49-F238E27FC236}">
                    <a16:creationId xmlns:a16="http://schemas.microsoft.com/office/drawing/2014/main" id="{99151F86-10C9-D85C-BE39-81115A7F165F}"/>
                  </a:ext>
                </a:extLst>
              </p14:cNvPr>
              <p14:cNvContentPartPr/>
              <p14:nvPr/>
            </p14:nvContentPartPr>
            <p14:xfrm>
              <a:off x="5251248" y="3984264"/>
              <a:ext cx="280800" cy="53640"/>
            </p14:xfrm>
          </p:contentPart>
        </mc:Choice>
        <mc:Fallback xmlns="">
          <p:pic>
            <p:nvPicPr>
              <p:cNvPr id="542" name="Ink 541">
                <a:extLst>
                  <a:ext uri="{FF2B5EF4-FFF2-40B4-BE49-F238E27FC236}">
                    <a16:creationId xmlns:a16="http://schemas.microsoft.com/office/drawing/2014/main" id="{99151F86-10C9-D85C-BE39-81115A7F165F}"/>
                  </a:ext>
                </a:extLst>
              </p:cNvPr>
              <p:cNvPicPr/>
              <p:nvPr/>
            </p:nvPicPr>
            <p:blipFill>
              <a:blip r:embed="rId764"/>
              <a:stretch>
                <a:fillRect/>
              </a:stretch>
            </p:blipFill>
            <p:spPr>
              <a:xfrm>
                <a:off x="5242608" y="3975264"/>
                <a:ext cx="298440" cy="71280"/>
              </a:xfrm>
              <a:prstGeom prst="rect">
                <a:avLst/>
              </a:prstGeom>
            </p:spPr>
          </p:pic>
        </mc:Fallback>
      </mc:AlternateContent>
      <p:grpSp>
        <p:nvGrpSpPr>
          <p:cNvPr id="546" name="Group 545">
            <a:extLst>
              <a:ext uri="{FF2B5EF4-FFF2-40B4-BE49-F238E27FC236}">
                <a16:creationId xmlns:a16="http://schemas.microsoft.com/office/drawing/2014/main" id="{BFE78ADE-3DE5-26EC-A510-FA40B451A842}"/>
              </a:ext>
            </a:extLst>
          </p:cNvPr>
          <p:cNvGrpSpPr/>
          <p:nvPr/>
        </p:nvGrpSpPr>
        <p:grpSpPr>
          <a:xfrm>
            <a:off x="6015168" y="3934584"/>
            <a:ext cx="465480" cy="117360"/>
            <a:chOff x="6015168" y="3934584"/>
            <a:chExt cx="465480" cy="11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5">
              <p14:nvContentPartPr>
                <p14:cNvPr id="544" name="Ink 543">
                  <a:extLst>
                    <a:ext uri="{FF2B5EF4-FFF2-40B4-BE49-F238E27FC236}">
                      <a16:creationId xmlns:a16="http://schemas.microsoft.com/office/drawing/2014/main" id="{82F42DF1-01A1-166F-9983-39735714F6CF}"/>
                    </a:ext>
                  </a:extLst>
                </p14:cNvPr>
                <p14:cNvContentPartPr/>
                <p14:nvPr/>
              </p14:nvContentPartPr>
              <p14:xfrm>
                <a:off x="6015168" y="3938904"/>
                <a:ext cx="143640" cy="113040"/>
              </p14:xfrm>
            </p:contentPart>
          </mc:Choice>
          <mc:Fallback xmlns="">
            <p:pic>
              <p:nvPicPr>
                <p:cNvPr id="544" name="Ink 543">
                  <a:extLst>
                    <a:ext uri="{FF2B5EF4-FFF2-40B4-BE49-F238E27FC236}">
                      <a16:creationId xmlns:a16="http://schemas.microsoft.com/office/drawing/2014/main" id="{82F42DF1-01A1-166F-9983-39735714F6CF}"/>
                    </a:ext>
                  </a:extLst>
                </p:cNvPr>
                <p:cNvPicPr/>
                <p:nvPr/>
              </p:nvPicPr>
              <p:blipFill>
                <a:blip r:embed="rId766"/>
                <a:stretch>
                  <a:fillRect/>
                </a:stretch>
              </p:blipFill>
              <p:spPr>
                <a:xfrm>
                  <a:off x="6006528" y="3929904"/>
                  <a:ext cx="1612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7">
              <p14:nvContentPartPr>
                <p14:cNvPr id="545" name="Ink 544">
                  <a:extLst>
                    <a:ext uri="{FF2B5EF4-FFF2-40B4-BE49-F238E27FC236}">
                      <a16:creationId xmlns:a16="http://schemas.microsoft.com/office/drawing/2014/main" id="{FF94E0D9-350C-072F-491B-E4B49E382571}"/>
                    </a:ext>
                  </a:extLst>
                </p14:cNvPr>
                <p14:cNvContentPartPr/>
                <p14:nvPr/>
              </p14:nvContentPartPr>
              <p14:xfrm>
                <a:off x="6254928" y="3934584"/>
                <a:ext cx="225720" cy="95040"/>
              </p14:xfrm>
            </p:contentPart>
          </mc:Choice>
          <mc:Fallback xmlns="">
            <p:pic>
              <p:nvPicPr>
                <p:cNvPr id="545" name="Ink 544">
                  <a:extLst>
                    <a:ext uri="{FF2B5EF4-FFF2-40B4-BE49-F238E27FC236}">
                      <a16:creationId xmlns:a16="http://schemas.microsoft.com/office/drawing/2014/main" id="{FF94E0D9-350C-072F-491B-E4B49E382571}"/>
                    </a:ext>
                  </a:extLst>
                </p:cNvPr>
                <p:cNvPicPr/>
                <p:nvPr/>
              </p:nvPicPr>
              <p:blipFill>
                <a:blip r:embed="rId768"/>
                <a:stretch>
                  <a:fillRect/>
                </a:stretch>
              </p:blipFill>
              <p:spPr>
                <a:xfrm>
                  <a:off x="6246288" y="3925944"/>
                  <a:ext cx="243360" cy="11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0" name="Group 549">
            <a:extLst>
              <a:ext uri="{FF2B5EF4-FFF2-40B4-BE49-F238E27FC236}">
                <a16:creationId xmlns:a16="http://schemas.microsoft.com/office/drawing/2014/main" id="{B9B68AEA-D648-29D8-1D67-28C6904E2846}"/>
              </a:ext>
            </a:extLst>
          </p:cNvPr>
          <p:cNvGrpSpPr/>
          <p:nvPr/>
        </p:nvGrpSpPr>
        <p:grpSpPr>
          <a:xfrm>
            <a:off x="8808048" y="3848184"/>
            <a:ext cx="662400" cy="171000"/>
            <a:chOff x="8808048" y="3848184"/>
            <a:chExt cx="662400" cy="17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9">
              <p14:nvContentPartPr>
                <p14:cNvPr id="547" name="Ink 546">
                  <a:extLst>
                    <a:ext uri="{FF2B5EF4-FFF2-40B4-BE49-F238E27FC236}">
                      <a16:creationId xmlns:a16="http://schemas.microsoft.com/office/drawing/2014/main" id="{F6E68BA2-268D-7E3B-7816-9B55D81EB96F}"/>
                    </a:ext>
                  </a:extLst>
                </p14:cNvPr>
                <p14:cNvContentPartPr/>
                <p14:nvPr/>
              </p14:nvContentPartPr>
              <p14:xfrm>
                <a:off x="8808048" y="3848184"/>
                <a:ext cx="115560" cy="171000"/>
              </p14:xfrm>
            </p:contentPart>
          </mc:Choice>
          <mc:Fallback xmlns="">
            <p:pic>
              <p:nvPicPr>
                <p:cNvPr id="547" name="Ink 546">
                  <a:extLst>
                    <a:ext uri="{FF2B5EF4-FFF2-40B4-BE49-F238E27FC236}">
                      <a16:creationId xmlns:a16="http://schemas.microsoft.com/office/drawing/2014/main" id="{F6E68BA2-268D-7E3B-7816-9B55D81EB96F}"/>
                    </a:ext>
                  </a:extLst>
                </p:cNvPr>
                <p:cNvPicPr/>
                <p:nvPr/>
              </p:nvPicPr>
              <p:blipFill>
                <a:blip r:embed="rId770"/>
                <a:stretch>
                  <a:fillRect/>
                </a:stretch>
              </p:blipFill>
              <p:spPr>
                <a:xfrm>
                  <a:off x="8799408" y="3839544"/>
                  <a:ext cx="13320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1">
              <p14:nvContentPartPr>
                <p14:cNvPr id="548" name="Ink 547">
                  <a:extLst>
                    <a:ext uri="{FF2B5EF4-FFF2-40B4-BE49-F238E27FC236}">
                      <a16:creationId xmlns:a16="http://schemas.microsoft.com/office/drawing/2014/main" id="{D96AA1C9-D180-E9EB-C238-AFAC72E3A576}"/>
                    </a:ext>
                  </a:extLst>
                </p14:cNvPr>
                <p14:cNvContentPartPr/>
                <p14:nvPr/>
              </p14:nvContentPartPr>
              <p14:xfrm>
                <a:off x="9034128" y="3924144"/>
                <a:ext cx="21960" cy="38880"/>
              </p14:xfrm>
            </p:contentPart>
          </mc:Choice>
          <mc:Fallback xmlns="">
            <p:pic>
              <p:nvPicPr>
                <p:cNvPr id="548" name="Ink 547">
                  <a:extLst>
                    <a:ext uri="{FF2B5EF4-FFF2-40B4-BE49-F238E27FC236}">
                      <a16:creationId xmlns:a16="http://schemas.microsoft.com/office/drawing/2014/main" id="{D96AA1C9-D180-E9EB-C238-AFAC72E3A576}"/>
                    </a:ext>
                  </a:extLst>
                </p:cNvPr>
                <p:cNvPicPr/>
                <p:nvPr/>
              </p:nvPicPr>
              <p:blipFill>
                <a:blip r:embed="rId772"/>
                <a:stretch>
                  <a:fillRect/>
                </a:stretch>
              </p:blipFill>
              <p:spPr>
                <a:xfrm>
                  <a:off x="9025128" y="3915144"/>
                  <a:ext cx="3960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3">
              <p14:nvContentPartPr>
                <p14:cNvPr id="549" name="Ink 548">
                  <a:extLst>
                    <a:ext uri="{FF2B5EF4-FFF2-40B4-BE49-F238E27FC236}">
                      <a16:creationId xmlns:a16="http://schemas.microsoft.com/office/drawing/2014/main" id="{679A9DC7-792C-3921-C099-0B069D0DD5A0}"/>
                    </a:ext>
                  </a:extLst>
                </p14:cNvPr>
                <p14:cNvContentPartPr/>
                <p14:nvPr/>
              </p14:nvContentPartPr>
              <p14:xfrm>
                <a:off x="9198288" y="3857904"/>
                <a:ext cx="272160" cy="145440"/>
              </p14:xfrm>
            </p:contentPart>
          </mc:Choice>
          <mc:Fallback xmlns="">
            <p:pic>
              <p:nvPicPr>
                <p:cNvPr id="549" name="Ink 548">
                  <a:extLst>
                    <a:ext uri="{FF2B5EF4-FFF2-40B4-BE49-F238E27FC236}">
                      <a16:creationId xmlns:a16="http://schemas.microsoft.com/office/drawing/2014/main" id="{679A9DC7-792C-3921-C099-0B069D0DD5A0}"/>
                    </a:ext>
                  </a:extLst>
                </p:cNvPr>
                <p:cNvPicPr/>
                <p:nvPr/>
              </p:nvPicPr>
              <p:blipFill>
                <a:blip r:embed="rId774"/>
                <a:stretch>
                  <a:fillRect/>
                </a:stretch>
              </p:blipFill>
              <p:spPr>
                <a:xfrm>
                  <a:off x="9189648" y="3849264"/>
                  <a:ext cx="289800" cy="16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2" name="Group 561">
            <a:extLst>
              <a:ext uri="{FF2B5EF4-FFF2-40B4-BE49-F238E27FC236}">
                <a16:creationId xmlns:a16="http://schemas.microsoft.com/office/drawing/2014/main" id="{BA251F18-2C82-727D-F3D7-32B08A33DA31}"/>
              </a:ext>
            </a:extLst>
          </p:cNvPr>
          <p:cNvGrpSpPr/>
          <p:nvPr/>
        </p:nvGrpSpPr>
        <p:grpSpPr>
          <a:xfrm>
            <a:off x="3761568" y="4340664"/>
            <a:ext cx="1166760" cy="460800"/>
            <a:chOff x="3761568" y="4340664"/>
            <a:chExt cx="1166760" cy="46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5">
              <p14:nvContentPartPr>
                <p14:cNvPr id="551" name="Ink 550">
                  <a:extLst>
                    <a:ext uri="{FF2B5EF4-FFF2-40B4-BE49-F238E27FC236}">
                      <a16:creationId xmlns:a16="http://schemas.microsoft.com/office/drawing/2014/main" id="{122D1F60-52BE-31A8-C5DE-478233EAB01B}"/>
                    </a:ext>
                  </a:extLst>
                </p14:cNvPr>
                <p14:cNvContentPartPr/>
                <p14:nvPr/>
              </p14:nvContentPartPr>
              <p14:xfrm>
                <a:off x="3761568" y="4473504"/>
                <a:ext cx="88200" cy="272160"/>
              </p14:xfrm>
            </p:contentPart>
          </mc:Choice>
          <mc:Fallback xmlns="">
            <p:pic>
              <p:nvPicPr>
                <p:cNvPr id="551" name="Ink 550">
                  <a:extLst>
                    <a:ext uri="{FF2B5EF4-FFF2-40B4-BE49-F238E27FC236}">
                      <a16:creationId xmlns:a16="http://schemas.microsoft.com/office/drawing/2014/main" id="{122D1F60-52BE-31A8-C5DE-478233EAB01B}"/>
                    </a:ext>
                  </a:extLst>
                </p:cNvPr>
                <p:cNvPicPr/>
                <p:nvPr/>
              </p:nvPicPr>
              <p:blipFill>
                <a:blip r:embed="rId776"/>
                <a:stretch>
                  <a:fillRect/>
                </a:stretch>
              </p:blipFill>
              <p:spPr>
                <a:xfrm>
                  <a:off x="3752568" y="4464504"/>
                  <a:ext cx="10584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7">
              <p14:nvContentPartPr>
                <p14:cNvPr id="552" name="Ink 551">
                  <a:extLst>
                    <a:ext uri="{FF2B5EF4-FFF2-40B4-BE49-F238E27FC236}">
                      <a16:creationId xmlns:a16="http://schemas.microsoft.com/office/drawing/2014/main" id="{0C94BE58-A3CD-2929-10AB-0F9CF78BE6E9}"/>
                    </a:ext>
                  </a:extLst>
                </p14:cNvPr>
                <p14:cNvContentPartPr/>
                <p14:nvPr/>
              </p14:nvContentPartPr>
              <p14:xfrm>
                <a:off x="3922128" y="4533984"/>
                <a:ext cx="66240" cy="102240"/>
              </p14:xfrm>
            </p:contentPart>
          </mc:Choice>
          <mc:Fallback xmlns="">
            <p:pic>
              <p:nvPicPr>
                <p:cNvPr id="552" name="Ink 551">
                  <a:extLst>
                    <a:ext uri="{FF2B5EF4-FFF2-40B4-BE49-F238E27FC236}">
                      <a16:creationId xmlns:a16="http://schemas.microsoft.com/office/drawing/2014/main" id="{0C94BE58-A3CD-2929-10AB-0F9CF78BE6E9}"/>
                    </a:ext>
                  </a:extLst>
                </p:cNvPr>
                <p:cNvPicPr/>
                <p:nvPr/>
              </p:nvPicPr>
              <p:blipFill>
                <a:blip r:embed="rId778"/>
                <a:stretch>
                  <a:fillRect/>
                </a:stretch>
              </p:blipFill>
              <p:spPr>
                <a:xfrm>
                  <a:off x="3913488" y="4525344"/>
                  <a:ext cx="838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9">
              <p14:nvContentPartPr>
                <p14:cNvPr id="553" name="Ink 552">
                  <a:extLst>
                    <a:ext uri="{FF2B5EF4-FFF2-40B4-BE49-F238E27FC236}">
                      <a16:creationId xmlns:a16="http://schemas.microsoft.com/office/drawing/2014/main" id="{CC24EB11-16B7-7BD5-A94E-357ED59A0454}"/>
                    </a:ext>
                  </a:extLst>
                </p14:cNvPr>
                <p14:cNvContentPartPr/>
                <p14:nvPr/>
              </p14:nvContentPartPr>
              <p14:xfrm>
                <a:off x="4064688" y="4500864"/>
                <a:ext cx="197640" cy="300600"/>
              </p14:xfrm>
            </p:contentPart>
          </mc:Choice>
          <mc:Fallback xmlns="">
            <p:pic>
              <p:nvPicPr>
                <p:cNvPr id="553" name="Ink 552">
                  <a:extLst>
                    <a:ext uri="{FF2B5EF4-FFF2-40B4-BE49-F238E27FC236}">
                      <a16:creationId xmlns:a16="http://schemas.microsoft.com/office/drawing/2014/main" id="{CC24EB11-16B7-7BD5-A94E-357ED59A0454}"/>
                    </a:ext>
                  </a:extLst>
                </p:cNvPr>
                <p:cNvPicPr/>
                <p:nvPr/>
              </p:nvPicPr>
              <p:blipFill>
                <a:blip r:embed="rId780"/>
                <a:stretch>
                  <a:fillRect/>
                </a:stretch>
              </p:blipFill>
              <p:spPr>
                <a:xfrm>
                  <a:off x="4056048" y="4491864"/>
                  <a:ext cx="21528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1">
              <p14:nvContentPartPr>
                <p14:cNvPr id="554" name="Ink 553">
                  <a:extLst>
                    <a:ext uri="{FF2B5EF4-FFF2-40B4-BE49-F238E27FC236}">
                      <a16:creationId xmlns:a16="http://schemas.microsoft.com/office/drawing/2014/main" id="{AC9AF825-04D5-AE05-6769-721B48080D0E}"/>
                    </a:ext>
                  </a:extLst>
                </p14:cNvPr>
                <p14:cNvContentPartPr/>
                <p14:nvPr/>
              </p14:nvContentPartPr>
              <p14:xfrm>
                <a:off x="4320288" y="4538664"/>
                <a:ext cx="37800" cy="39600"/>
              </p14:xfrm>
            </p:contentPart>
          </mc:Choice>
          <mc:Fallback xmlns="">
            <p:pic>
              <p:nvPicPr>
                <p:cNvPr id="554" name="Ink 553">
                  <a:extLst>
                    <a:ext uri="{FF2B5EF4-FFF2-40B4-BE49-F238E27FC236}">
                      <a16:creationId xmlns:a16="http://schemas.microsoft.com/office/drawing/2014/main" id="{AC9AF825-04D5-AE05-6769-721B48080D0E}"/>
                    </a:ext>
                  </a:extLst>
                </p:cNvPr>
                <p:cNvPicPr/>
                <p:nvPr/>
              </p:nvPicPr>
              <p:blipFill>
                <a:blip r:embed="rId782"/>
                <a:stretch>
                  <a:fillRect/>
                </a:stretch>
              </p:blipFill>
              <p:spPr>
                <a:xfrm>
                  <a:off x="4311288" y="4529664"/>
                  <a:ext cx="5544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3">
              <p14:nvContentPartPr>
                <p14:cNvPr id="555" name="Ink 554">
                  <a:extLst>
                    <a:ext uri="{FF2B5EF4-FFF2-40B4-BE49-F238E27FC236}">
                      <a16:creationId xmlns:a16="http://schemas.microsoft.com/office/drawing/2014/main" id="{266FF7AE-64EE-7610-54FC-DE80EE6156EF}"/>
                    </a:ext>
                  </a:extLst>
                </p14:cNvPr>
                <p14:cNvContentPartPr/>
                <p14:nvPr/>
              </p14:nvContentPartPr>
              <p14:xfrm>
                <a:off x="4419288" y="4507704"/>
                <a:ext cx="115560" cy="115920"/>
              </p14:xfrm>
            </p:contentPart>
          </mc:Choice>
          <mc:Fallback xmlns="">
            <p:pic>
              <p:nvPicPr>
                <p:cNvPr id="555" name="Ink 554">
                  <a:extLst>
                    <a:ext uri="{FF2B5EF4-FFF2-40B4-BE49-F238E27FC236}">
                      <a16:creationId xmlns:a16="http://schemas.microsoft.com/office/drawing/2014/main" id="{266FF7AE-64EE-7610-54FC-DE80EE6156EF}"/>
                    </a:ext>
                  </a:extLst>
                </p:cNvPr>
                <p:cNvPicPr/>
                <p:nvPr/>
              </p:nvPicPr>
              <p:blipFill>
                <a:blip r:embed="rId784"/>
                <a:stretch>
                  <a:fillRect/>
                </a:stretch>
              </p:blipFill>
              <p:spPr>
                <a:xfrm>
                  <a:off x="4410648" y="4499064"/>
                  <a:ext cx="13320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5">
              <p14:nvContentPartPr>
                <p14:cNvPr id="556" name="Ink 555">
                  <a:extLst>
                    <a:ext uri="{FF2B5EF4-FFF2-40B4-BE49-F238E27FC236}">
                      <a16:creationId xmlns:a16="http://schemas.microsoft.com/office/drawing/2014/main" id="{D9576364-264A-CDA2-65BB-74DAF20E472D}"/>
                    </a:ext>
                  </a:extLst>
                </p14:cNvPr>
                <p14:cNvContentPartPr/>
                <p14:nvPr/>
              </p14:nvContentPartPr>
              <p14:xfrm>
                <a:off x="4558608" y="4471704"/>
                <a:ext cx="1800" cy="9000"/>
              </p14:xfrm>
            </p:contentPart>
          </mc:Choice>
          <mc:Fallback xmlns="">
            <p:pic>
              <p:nvPicPr>
                <p:cNvPr id="556" name="Ink 555">
                  <a:extLst>
                    <a:ext uri="{FF2B5EF4-FFF2-40B4-BE49-F238E27FC236}">
                      <a16:creationId xmlns:a16="http://schemas.microsoft.com/office/drawing/2014/main" id="{D9576364-264A-CDA2-65BB-74DAF20E472D}"/>
                    </a:ext>
                  </a:extLst>
                </p:cNvPr>
                <p:cNvPicPr/>
                <p:nvPr/>
              </p:nvPicPr>
              <p:blipFill>
                <a:blip r:embed="rId786"/>
                <a:stretch>
                  <a:fillRect/>
                </a:stretch>
              </p:blipFill>
              <p:spPr>
                <a:xfrm>
                  <a:off x="4549968" y="4462704"/>
                  <a:ext cx="194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7">
              <p14:nvContentPartPr>
                <p14:cNvPr id="557" name="Ink 556">
                  <a:extLst>
                    <a:ext uri="{FF2B5EF4-FFF2-40B4-BE49-F238E27FC236}">
                      <a16:creationId xmlns:a16="http://schemas.microsoft.com/office/drawing/2014/main" id="{583D9AEA-81E7-9AD4-FC4C-211816A422EE}"/>
                    </a:ext>
                  </a:extLst>
                </p14:cNvPr>
                <p14:cNvContentPartPr/>
                <p14:nvPr/>
              </p14:nvContentPartPr>
              <p14:xfrm>
                <a:off x="4605048" y="4340664"/>
                <a:ext cx="64800" cy="237240"/>
              </p14:xfrm>
            </p:contentPart>
          </mc:Choice>
          <mc:Fallback xmlns="">
            <p:pic>
              <p:nvPicPr>
                <p:cNvPr id="557" name="Ink 556">
                  <a:extLst>
                    <a:ext uri="{FF2B5EF4-FFF2-40B4-BE49-F238E27FC236}">
                      <a16:creationId xmlns:a16="http://schemas.microsoft.com/office/drawing/2014/main" id="{583D9AEA-81E7-9AD4-FC4C-211816A422EE}"/>
                    </a:ext>
                  </a:extLst>
                </p:cNvPr>
                <p:cNvPicPr/>
                <p:nvPr/>
              </p:nvPicPr>
              <p:blipFill>
                <a:blip r:embed="rId788"/>
                <a:stretch>
                  <a:fillRect/>
                </a:stretch>
              </p:blipFill>
              <p:spPr>
                <a:xfrm>
                  <a:off x="4596408" y="4331664"/>
                  <a:ext cx="8244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9">
              <p14:nvContentPartPr>
                <p14:cNvPr id="558" name="Ink 557">
                  <a:extLst>
                    <a:ext uri="{FF2B5EF4-FFF2-40B4-BE49-F238E27FC236}">
                      <a16:creationId xmlns:a16="http://schemas.microsoft.com/office/drawing/2014/main" id="{06B17CED-8098-3B28-D37C-E3C2073CEC31}"/>
                    </a:ext>
                  </a:extLst>
                </p14:cNvPr>
                <p14:cNvContentPartPr/>
                <p14:nvPr/>
              </p14:nvContentPartPr>
              <p14:xfrm>
                <a:off x="4680288" y="4488264"/>
                <a:ext cx="5040" cy="31320"/>
              </p14:xfrm>
            </p:contentPart>
          </mc:Choice>
          <mc:Fallback xmlns="">
            <p:pic>
              <p:nvPicPr>
                <p:cNvPr id="558" name="Ink 557">
                  <a:extLst>
                    <a:ext uri="{FF2B5EF4-FFF2-40B4-BE49-F238E27FC236}">
                      <a16:creationId xmlns:a16="http://schemas.microsoft.com/office/drawing/2014/main" id="{06B17CED-8098-3B28-D37C-E3C2073CEC3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671648" y="4479624"/>
                  <a:ext cx="2268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0">
              <p14:nvContentPartPr>
                <p14:cNvPr id="559" name="Ink 558">
                  <a:extLst>
                    <a:ext uri="{FF2B5EF4-FFF2-40B4-BE49-F238E27FC236}">
                      <a16:creationId xmlns:a16="http://schemas.microsoft.com/office/drawing/2014/main" id="{2554A246-4B7B-512A-DBEC-DA6F37EFAD63}"/>
                    </a:ext>
                  </a:extLst>
                </p14:cNvPr>
                <p14:cNvContentPartPr/>
                <p14:nvPr/>
              </p14:nvContentPartPr>
              <p14:xfrm>
                <a:off x="4734648" y="4484664"/>
                <a:ext cx="141120" cy="71640"/>
              </p14:xfrm>
            </p:contentPart>
          </mc:Choice>
          <mc:Fallback xmlns="">
            <p:pic>
              <p:nvPicPr>
                <p:cNvPr id="559" name="Ink 558">
                  <a:extLst>
                    <a:ext uri="{FF2B5EF4-FFF2-40B4-BE49-F238E27FC236}">
                      <a16:creationId xmlns:a16="http://schemas.microsoft.com/office/drawing/2014/main" id="{2554A246-4B7B-512A-DBEC-DA6F37EFAD63}"/>
                    </a:ext>
                  </a:extLst>
                </p:cNvPr>
                <p:cNvPicPr/>
                <p:nvPr/>
              </p:nvPicPr>
              <p:blipFill>
                <a:blip r:embed="rId791"/>
                <a:stretch>
                  <a:fillRect/>
                </a:stretch>
              </p:blipFill>
              <p:spPr>
                <a:xfrm>
                  <a:off x="4725648" y="4476024"/>
                  <a:ext cx="15876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2">
              <p14:nvContentPartPr>
                <p14:cNvPr id="560" name="Ink 559">
                  <a:extLst>
                    <a:ext uri="{FF2B5EF4-FFF2-40B4-BE49-F238E27FC236}">
                      <a16:creationId xmlns:a16="http://schemas.microsoft.com/office/drawing/2014/main" id="{943ACC0C-2459-59BD-33D7-E99BD99788A4}"/>
                    </a:ext>
                  </a:extLst>
                </p14:cNvPr>
                <p14:cNvContentPartPr/>
                <p14:nvPr/>
              </p14:nvContentPartPr>
              <p14:xfrm>
                <a:off x="4852728" y="4407624"/>
                <a:ext cx="75600" cy="25560"/>
              </p14:xfrm>
            </p:contentPart>
          </mc:Choice>
          <mc:Fallback xmlns="">
            <p:pic>
              <p:nvPicPr>
                <p:cNvPr id="560" name="Ink 559">
                  <a:extLst>
                    <a:ext uri="{FF2B5EF4-FFF2-40B4-BE49-F238E27FC236}">
                      <a16:creationId xmlns:a16="http://schemas.microsoft.com/office/drawing/2014/main" id="{943ACC0C-2459-59BD-33D7-E99BD99788A4}"/>
                    </a:ext>
                  </a:extLst>
                </p:cNvPr>
                <p:cNvPicPr/>
                <p:nvPr/>
              </p:nvPicPr>
              <p:blipFill>
                <a:blip r:embed="rId793"/>
                <a:stretch>
                  <a:fillRect/>
                </a:stretch>
              </p:blipFill>
              <p:spPr>
                <a:xfrm>
                  <a:off x="4844088" y="4398984"/>
                  <a:ext cx="93240" cy="43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94">
            <p14:nvContentPartPr>
              <p14:cNvPr id="561" name="Ink 560">
                <a:extLst>
                  <a:ext uri="{FF2B5EF4-FFF2-40B4-BE49-F238E27FC236}">
                    <a16:creationId xmlns:a16="http://schemas.microsoft.com/office/drawing/2014/main" id="{F6295ACE-CD99-BC1F-441E-6A310BF0457D}"/>
                  </a:ext>
                </a:extLst>
              </p14:cNvPr>
              <p14:cNvContentPartPr/>
              <p14:nvPr/>
            </p14:nvContentPartPr>
            <p14:xfrm>
              <a:off x="5233248" y="4439304"/>
              <a:ext cx="417240" cy="96120"/>
            </p14:xfrm>
          </p:contentPart>
        </mc:Choice>
        <mc:Fallback xmlns="">
          <p:pic>
            <p:nvPicPr>
              <p:cNvPr id="561" name="Ink 560">
                <a:extLst>
                  <a:ext uri="{FF2B5EF4-FFF2-40B4-BE49-F238E27FC236}">
                    <a16:creationId xmlns:a16="http://schemas.microsoft.com/office/drawing/2014/main" id="{F6295ACE-CD99-BC1F-441E-6A310BF0457D}"/>
                  </a:ext>
                </a:extLst>
              </p:cNvPr>
              <p:cNvPicPr/>
              <p:nvPr/>
            </p:nvPicPr>
            <p:blipFill>
              <a:blip r:embed="rId795"/>
              <a:stretch>
                <a:fillRect/>
              </a:stretch>
            </p:blipFill>
            <p:spPr>
              <a:xfrm>
                <a:off x="5224248" y="4430304"/>
                <a:ext cx="434880" cy="113760"/>
              </a:xfrm>
              <a:prstGeom prst="rect">
                <a:avLst/>
              </a:prstGeom>
            </p:spPr>
          </p:pic>
        </mc:Fallback>
      </mc:AlternateContent>
      <p:grpSp>
        <p:nvGrpSpPr>
          <p:cNvPr id="565" name="Group 564">
            <a:extLst>
              <a:ext uri="{FF2B5EF4-FFF2-40B4-BE49-F238E27FC236}">
                <a16:creationId xmlns:a16="http://schemas.microsoft.com/office/drawing/2014/main" id="{AF061F62-A236-DBC3-7228-C0191A481B03}"/>
              </a:ext>
            </a:extLst>
          </p:cNvPr>
          <p:cNvGrpSpPr/>
          <p:nvPr/>
        </p:nvGrpSpPr>
        <p:grpSpPr>
          <a:xfrm>
            <a:off x="6168168" y="4307904"/>
            <a:ext cx="244800" cy="219600"/>
            <a:chOff x="6168168" y="4307904"/>
            <a:chExt cx="244800" cy="21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96">
              <p14:nvContentPartPr>
                <p14:cNvPr id="563" name="Ink 562">
                  <a:extLst>
                    <a:ext uri="{FF2B5EF4-FFF2-40B4-BE49-F238E27FC236}">
                      <a16:creationId xmlns:a16="http://schemas.microsoft.com/office/drawing/2014/main" id="{4702F646-7F0C-ACE8-ABBB-C6C2AC862ECB}"/>
                    </a:ext>
                  </a:extLst>
                </p14:cNvPr>
                <p14:cNvContentPartPr/>
                <p14:nvPr/>
              </p14:nvContentPartPr>
              <p14:xfrm>
                <a:off x="6168168" y="4307904"/>
                <a:ext cx="172800" cy="219600"/>
              </p14:xfrm>
            </p:contentPart>
          </mc:Choice>
          <mc:Fallback xmlns="">
            <p:pic>
              <p:nvPicPr>
                <p:cNvPr id="563" name="Ink 562">
                  <a:extLst>
                    <a:ext uri="{FF2B5EF4-FFF2-40B4-BE49-F238E27FC236}">
                      <a16:creationId xmlns:a16="http://schemas.microsoft.com/office/drawing/2014/main" id="{4702F646-7F0C-ACE8-ABBB-C6C2AC862ECB}"/>
                    </a:ext>
                  </a:extLst>
                </p:cNvPr>
                <p:cNvPicPr/>
                <p:nvPr/>
              </p:nvPicPr>
              <p:blipFill>
                <a:blip r:embed="rId797"/>
                <a:stretch>
                  <a:fillRect/>
                </a:stretch>
              </p:blipFill>
              <p:spPr>
                <a:xfrm>
                  <a:off x="6159528" y="4299264"/>
                  <a:ext cx="19044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8">
              <p14:nvContentPartPr>
                <p14:cNvPr id="564" name="Ink 563">
                  <a:extLst>
                    <a:ext uri="{FF2B5EF4-FFF2-40B4-BE49-F238E27FC236}">
                      <a16:creationId xmlns:a16="http://schemas.microsoft.com/office/drawing/2014/main" id="{2E4C7CE1-52E8-DF5E-7072-55F806A8D877}"/>
                    </a:ext>
                  </a:extLst>
                </p14:cNvPr>
                <p14:cNvContentPartPr/>
                <p14:nvPr/>
              </p14:nvContentPartPr>
              <p14:xfrm>
                <a:off x="6250248" y="4357944"/>
                <a:ext cx="162720" cy="43200"/>
              </p14:xfrm>
            </p:contentPart>
          </mc:Choice>
          <mc:Fallback xmlns="">
            <p:pic>
              <p:nvPicPr>
                <p:cNvPr id="564" name="Ink 563">
                  <a:extLst>
                    <a:ext uri="{FF2B5EF4-FFF2-40B4-BE49-F238E27FC236}">
                      <a16:creationId xmlns:a16="http://schemas.microsoft.com/office/drawing/2014/main" id="{2E4C7CE1-52E8-DF5E-7072-55F806A8D877}"/>
                    </a:ext>
                  </a:extLst>
                </p:cNvPr>
                <p:cNvPicPr/>
                <p:nvPr/>
              </p:nvPicPr>
              <p:blipFill>
                <a:blip r:embed="rId799"/>
                <a:stretch>
                  <a:fillRect/>
                </a:stretch>
              </p:blipFill>
              <p:spPr>
                <a:xfrm>
                  <a:off x="6241248" y="4348944"/>
                  <a:ext cx="180360" cy="6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2" name="Group 571">
            <a:extLst>
              <a:ext uri="{FF2B5EF4-FFF2-40B4-BE49-F238E27FC236}">
                <a16:creationId xmlns:a16="http://schemas.microsoft.com/office/drawing/2014/main" id="{8DAEF4B8-25E9-638F-72C0-22471C7268FF}"/>
              </a:ext>
            </a:extLst>
          </p:cNvPr>
          <p:cNvGrpSpPr/>
          <p:nvPr/>
        </p:nvGrpSpPr>
        <p:grpSpPr>
          <a:xfrm>
            <a:off x="8887248" y="4239144"/>
            <a:ext cx="498960" cy="152640"/>
            <a:chOff x="8887248" y="4239144"/>
            <a:chExt cx="498960" cy="15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0">
              <p14:nvContentPartPr>
                <p14:cNvPr id="566" name="Ink 565">
                  <a:extLst>
                    <a:ext uri="{FF2B5EF4-FFF2-40B4-BE49-F238E27FC236}">
                      <a16:creationId xmlns:a16="http://schemas.microsoft.com/office/drawing/2014/main" id="{866FCA97-203D-E085-8AD7-D3FE21853ECD}"/>
                    </a:ext>
                  </a:extLst>
                </p14:cNvPr>
                <p14:cNvContentPartPr/>
                <p14:nvPr/>
              </p14:nvContentPartPr>
              <p14:xfrm>
                <a:off x="8887248" y="4266864"/>
                <a:ext cx="117720" cy="124920"/>
              </p14:xfrm>
            </p:contentPart>
          </mc:Choice>
          <mc:Fallback xmlns="">
            <p:pic>
              <p:nvPicPr>
                <p:cNvPr id="566" name="Ink 565">
                  <a:extLst>
                    <a:ext uri="{FF2B5EF4-FFF2-40B4-BE49-F238E27FC236}">
                      <a16:creationId xmlns:a16="http://schemas.microsoft.com/office/drawing/2014/main" id="{866FCA97-203D-E085-8AD7-D3FE21853ECD}"/>
                    </a:ext>
                  </a:extLst>
                </p:cNvPr>
                <p:cNvPicPr/>
                <p:nvPr/>
              </p:nvPicPr>
              <p:blipFill>
                <a:blip r:embed="rId801"/>
                <a:stretch>
                  <a:fillRect/>
                </a:stretch>
              </p:blipFill>
              <p:spPr>
                <a:xfrm>
                  <a:off x="8878608" y="4257864"/>
                  <a:ext cx="13536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2">
              <p14:nvContentPartPr>
                <p14:cNvPr id="567" name="Ink 566">
                  <a:extLst>
                    <a:ext uri="{FF2B5EF4-FFF2-40B4-BE49-F238E27FC236}">
                      <a16:creationId xmlns:a16="http://schemas.microsoft.com/office/drawing/2014/main" id="{48D83894-EFCD-8F89-D641-A3AA7F376AC8}"/>
                    </a:ext>
                  </a:extLst>
                </p14:cNvPr>
                <p14:cNvContentPartPr/>
                <p14:nvPr/>
              </p14:nvContentPartPr>
              <p14:xfrm>
                <a:off x="9093528" y="4293504"/>
                <a:ext cx="28080" cy="37080"/>
              </p14:xfrm>
            </p:contentPart>
          </mc:Choice>
          <mc:Fallback xmlns="">
            <p:pic>
              <p:nvPicPr>
                <p:cNvPr id="567" name="Ink 566">
                  <a:extLst>
                    <a:ext uri="{FF2B5EF4-FFF2-40B4-BE49-F238E27FC236}">
                      <a16:creationId xmlns:a16="http://schemas.microsoft.com/office/drawing/2014/main" id="{48D83894-EFCD-8F89-D641-A3AA7F376AC8}"/>
                    </a:ext>
                  </a:extLst>
                </p:cNvPr>
                <p:cNvPicPr/>
                <p:nvPr/>
              </p:nvPicPr>
              <p:blipFill>
                <a:blip r:embed="rId803"/>
                <a:stretch>
                  <a:fillRect/>
                </a:stretch>
              </p:blipFill>
              <p:spPr>
                <a:xfrm>
                  <a:off x="9084888" y="4284864"/>
                  <a:ext cx="457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4">
              <p14:nvContentPartPr>
                <p14:cNvPr id="568" name="Ink 567">
                  <a:extLst>
                    <a:ext uri="{FF2B5EF4-FFF2-40B4-BE49-F238E27FC236}">
                      <a16:creationId xmlns:a16="http://schemas.microsoft.com/office/drawing/2014/main" id="{05D1E1F3-0920-7AB3-E3DB-B88A803CAB14}"/>
                    </a:ext>
                  </a:extLst>
                </p14:cNvPr>
                <p14:cNvContentPartPr/>
                <p14:nvPr/>
              </p14:nvContentPartPr>
              <p14:xfrm>
                <a:off x="9257328" y="4239144"/>
                <a:ext cx="128880" cy="126360"/>
              </p14:xfrm>
            </p:contentPart>
          </mc:Choice>
          <mc:Fallback xmlns="">
            <p:pic>
              <p:nvPicPr>
                <p:cNvPr id="568" name="Ink 567">
                  <a:extLst>
                    <a:ext uri="{FF2B5EF4-FFF2-40B4-BE49-F238E27FC236}">
                      <a16:creationId xmlns:a16="http://schemas.microsoft.com/office/drawing/2014/main" id="{05D1E1F3-0920-7AB3-E3DB-B88A803CAB14}"/>
                    </a:ext>
                  </a:extLst>
                </p:cNvPr>
                <p:cNvPicPr/>
                <p:nvPr/>
              </p:nvPicPr>
              <p:blipFill>
                <a:blip r:embed="rId805"/>
                <a:stretch>
                  <a:fillRect/>
                </a:stretch>
              </p:blipFill>
              <p:spPr>
                <a:xfrm>
                  <a:off x="9248688" y="4230144"/>
                  <a:ext cx="146520" cy="14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1" name="Group 570">
            <a:extLst>
              <a:ext uri="{FF2B5EF4-FFF2-40B4-BE49-F238E27FC236}">
                <a16:creationId xmlns:a16="http://schemas.microsoft.com/office/drawing/2014/main" id="{4C83C30E-ACE1-6903-C944-E50B881BE2D7}"/>
              </a:ext>
            </a:extLst>
          </p:cNvPr>
          <p:cNvGrpSpPr/>
          <p:nvPr/>
        </p:nvGrpSpPr>
        <p:grpSpPr>
          <a:xfrm>
            <a:off x="9579528" y="4199544"/>
            <a:ext cx="276120" cy="176400"/>
            <a:chOff x="9579528" y="4199544"/>
            <a:chExt cx="276120" cy="17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6">
              <p14:nvContentPartPr>
                <p14:cNvPr id="569" name="Ink 568">
                  <a:extLst>
                    <a:ext uri="{FF2B5EF4-FFF2-40B4-BE49-F238E27FC236}">
                      <a16:creationId xmlns:a16="http://schemas.microsoft.com/office/drawing/2014/main" id="{95070AC9-CDD1-2267-B270-CAF8A6DD2DAB}"/>
                    </a:ext>
                  </a:extLst>
                </p14:cNvPr>
                <p14:cNvContentPartPr/>
                <p14:nvPr/>
              </p14:nvContentPartPr>
              <p14:xfrm>
                <a:off x="9579528" y="4234824"/>
                <a:ext cx="80280" cy="141120"/>
              </p14:xfrm>
            </p:contentPart>
          </mc:Choice>
          <mc:Fallback xmlns="">
            <p:pic>
              <p:nvPicPr>
                <p:cNvPr id="569" name="Ink 568">
                  <a:extLst>
                    <a:ext uri="{FF2B5EF4-FFF2-40B4-BE49-F238E27FC236}">
                      <a16:creationId xmlns:a16="http://schemas.microsoft.com/office/drawing/2014/main" id="{95070AC9-CDD1-2267-B270-CAF8A6DD2DAB}"/>
                    </a:ext>
                  </a:extLst>
                </p:cNvPr>
                <p:cNvPicPr/>
                <p:nvPr/>
              </p:nvPicPr>
              <p:blipFill>
                <a:blip r:embed="rId807"/>
                <a:stretch>
                  <a:fillRect/>
                </a:stretch>
              </p:blipFill>
              <p:spPr>
                <a:xfrm>
                  <a:off x="9570528" y="4226184"/>
                  <a:ext cx="9792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8">
              <p14:nvContentPartPr>
                <p14:cNvPr id="570" name="Ink 569">
                  <a:extLst>
                    <a:ext uri="{FF2B5EF4-FFF2-40B4-BE49-F238E27FC236}">
                      <a16:creationId xmlns:a16="http://schemas.microsoft.com/office/drawing/2014/main" id="{91D177E4-5881-F861-A557-1B62A07A01B1}"/>
                    </a:ext>
                  </a:extLst>
                </p14:cNvPr>
                <p14:cNvContentPartPr/>
                <p14:nvPr/>
              </p14:nvContentPartPr>
              <p14:xfrm>
                <a:off x="9733968" y="4199544"/>
                <a:ext cx="121680" cy="36720"/>
              </p14:xfrm>
            </p:contentPart>
          </mc:Choice>
          <mc:Fallback xmlns="">
            <p:pic>
              <p:nvPicPr>
                <p:cNvPr id="570" name="Ink 569">
                  <a:extLst>
                    <a:ext uri="{FF2B5EF4-FFF2-40B4-BE49-F238E27FC236}">
                      <a16:creationId xmlns:a16="http://schemas.microsoft.com/office/drawing/2014/main" id="{91D177E4-5881-F861-A557-1B62A07A01B1}"/>
                    </a:ext>
                  </a:extLst>
                </p:cNvPr>
                <p:cNvPicPr/>
                <p:nvPr/>
              </p:nvPicPr>
              <p:blipFill>
                <a:blip r:embed="rId809"/>
                <a:stretch>
                  <a:fillRect/>
                </a:stretch>
              </p:blipFill>
              <p:spPr>
                <a:xfrm>
                  <a:off x="9724968" y="4190544"/>
                  <a:ext cx="139320" cy="5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1" name="Group 580">
            <a:extLst>
              <a:ext uri="{FF2B5EF4-FFF2-40B4-BE49-F238E27FC236}">
                <a16:creationId xmlns:a16="http://schemas.microsoft.com/office/drawing/2014/main" id="{B2CDEC86-497C-B7D5-AE43-2EB1E78B442A}"/>
              </a:ext>
            </a:extLst>
          </p:cNvPr>
          <p:cNvGrpSpPr/>
          <p:nvPr/>
        </p:nvGrpSpPr>
        <p:grpSpPr>
          <a:xfrm>
            <a:off x="3848688" y="5029344"/>
            <a:ext cx="1018080" cy="318240"/>
            <a:chOff x="3848688" y="5029344"/>
            <a:chExt cx="1018080" cy="31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10">
              <p14:nvContentPartPr>
                <p14:cNvPr id="573" name="Ink 572">
                  <a:extLst>
                    <a:ext uri="{FF2B5EF4-FFF2-40B4-BE49-F238E27FC236}">
                      <a16:creationId xmlns:a16="http://schemas.microsoft.com/office/drawing/2014/main" id="{34551DE9-62E5-F1B8-D067-3797819BA305}"/>
                    </a:ext>
                  </a:extLst>
                </p14:cNvPr>
                <p14:cNvContentPartPr/>
                <p14:nvPr/>
              </p14:nvContentPartPr>
              <p14:xfrm>
                <a:off x="3848688" y="5029344"/>
                <a:ext cx="112320" cy="318240"/>
              </p14:xfrm>
            </p:contentPart>
          </mc:Choice>
          <mc:Fallback xmlns="">
            <p:pic>
              <p:nvPicPr>
                <p:cNvPr id="573" name="Ink 572">
                  <a:extLst>
                    <a:ext uri="{FF2B5EF4-FFF2-40B4-BE49-F238E27FC236}">
                      <a16:creationId xmlns:a16="http://schemas.microsoft.com/office/drawing/2014/main" id="{34551DE9-62E5-F1B8-D067-3797819BA305}"/>
                    </a:ext>
                  </a:extLst>
                </p:cNvPr>
                <p:cNvPicPr/>
                <p:nvPr/>
              </p:nvPicPr>
              <p:blipFill>
                <a:blip r:embed="rId811"/>
                <a:stretch>
                  <a:fillRect/>
                </a:stretch>
              </p:blipFill>
              <p:spPr>
                <a:xfrm>
                  <a:off x="3840048" y="5020344"/>
                  <a:ext cx="12996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2">
              <p14:nvContentPartPr>
                <p14:cNvPr id="574" name="Ink 573">
                  <a:extLst>
                    <a:ext uri="{FF2B5EF4-FFF2-40B4-BE49-F238E27FC236}">
                      <a16:creationId xmlns:a16="http://schemas.microsoft.com/office/drawing/2014/main" id="{59A30FF2-6E56-82D7-9B1F-0896EA5B30A5}"/>
                    </a:ext>
                  </a:extLst>
                </p14:cNvPr>
                <p14:cNvContentPartPr/>
                <p14:nvPr/>
              </p14:nvContentPartPr>
              <p14:xfrm>
                <a:off x="4009968" y="5098464"/>
                <a:ext cx="108000" cy="118080"/>
              </p14:xfrm>
            </p:contentPart>
          </mc:Choice>
          <mc:Fallback xmlns="">
            <p:pic>
              <p:nvPicPr>
                <p:cNvPr id="574" name="Ink 573">
                  <a:extLst>
                    <a:ext uri="{FF2B5EF4-FFF2-40B4-BE49-F238E27FC236}">
                      <a16:creationId xmlns:a16="http://schemas.microsoft.com/office/drawing/2014/main" id="{59A30FF2-6E56-82D7-9B1F-0896EA5B30A5}"/>
                    </a:ext>
                  </a:extLst>
                </p:cNvPr>
                <p:cNvPicPr/>
                <p:nvPr/>
              </p:nvPicPr>
              <p:blipFill>
                <a:blip r:embed="rId813"/>
                <a:stretch>
                  <a:fillRect/>
                </a:stretch>
              </p:blipFill>
              <p:spPr>
                <a:xfrm>
                  <a:off x="4001328" y="5089824"/>
                  <a:ext cx="1256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4">
              <p14:nvContentPartPr>
                <p14:cNvPr id="575" name="Ink 574">
                  <a:extLst>
                    <a:ext uri="{FF2B5EF4-FFF2-40B4-BE49-F238E27FC236}">
                      <a16:creationId xmlns:a16="http://schemas.microsoft.com/office/drawing/2014/main" id="{4603C55E-AAF7-1854-AE29-A6E085667792}"/>
                    </a:ext>
                  </a:extLst>
                </p14:cNvPr>
                <p14:cNvContentPartPr/>
                <p14:nvPr/>
              </p14:nvContentPartPr>
              <p14:xfrm>
                <a:off x="4169808" y="5098464"/>
                <a:ext cx="50760" cy="92160"/>
              </p14:xfrm>
            </p:contentPart>
          </mc:Choice>
          <mc:Fallback xmlns="">
            <p:pic>
              <p:nvPicPr>
                <p:cNvPr id="575" name="Ink 574">
                  <a:extLst>
                    <a:ext uri="{FF2B5EF4-FFF2-40B4-BE49-F238E27FC236}">
                      <a16:creationId xmlns:a16="http://schemas.microsoft.com/office/drawing/2014/main" id="{4603C55E-AAF7-1854-AE29-A6E085667792}"/>
                    </a:ext>
                  </a:extLst>
                </p:cNvPr>
                <p:cNvPicPr/>
                <p:nvPr/>
              </p:nvPicPr>
              <p:blipFill>
                <a:blip r:embed="rId815"/>
                <a:stretch>
                  <a:fillRect/>
                </a:stretch>
              </p:blipFill>
              <p:spPr>
                <a:xfrm>
                  <a:off x="4161168" y="5089824"/>
                  <a:ext cx="6840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6">
              <p14:nvContentPartPr>
                <p14:cNvPr id="576" name="Ink 575">
                  <a:extLst>
                    <a:ext uri="{FF2B5EF4-FFF2-40B4-BE49-F238E27FC236}">
                      <a16:creationId xmlns:a16="http://schemas.microsoft.com/office/drawing/2014/main" id="{1E9A767F-55EF-0171-F6CA-7ABB2F0A78B4}"/>
                    </a:ext>
                  </a:extLst>
                </p14:cNvPr>
                <p14:cNvContentPartPr/>
                <p14:nvPr/>
              </p14:nvContentPartPr>
              <p14:xfrm>
                <a:off x="4254768" y="5083344"/>
                <a:ext cx="145800" cy="84960"/>
              </p14:xfrm>
            </p:contentPart>
          </mc:Choice>
          <mc:Fallback xmlns="">
            <p:pic>
              <p:nvPicPr>
                <p:cNvPr id="576" name="Ink 575">
                  <a:extLst>
                    <a:ext uri="{FF2B5EF4-FFF2-40B4-BE49-F238E27FC236}">
                      <a16:creationId xmlns:a16="http://schemas.microsoft.com/office/drawing/2014/main" id="{1E9A767F-55EF-0171-F6CA-7ABB2F0A78B4}"/>
                    </a:ext>
                  </a:extLst>
                </p:cNvPr>
                <p:cNvPicPr/>
                <p:nvPr/>
              </p:nvPicPr>
              <p:blipFill>
                <a:blip r:embed="rId817"/>
                <a:stretch>
                  <a:fillRect/>
                </a:stretch>
              </p:blipFill>
              <p:spPr>
                <a:xfrm>
                  <a:off x="4246128" y="5074344"/>
                  <a:ext cx="1634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8">
              <p14:nvContentPartPr>
                <p14:cNvPr id="577" name="Ink 576">
                  <a:extLst>
                    <a:ext uri="{FF2B5EF4-FFF2-40B4-BE49-F238E27FC236}">
                      <a16:creationId xmlns:a16="http://schemas.microsoft.com/office/drawing/2014/main" id="{A49DDC54-4691-C02D-D5F0-898879E372EF}"/>
                    </a:ext>
                  </a:extLst>
                </p14:cNvPr>
                <p14:cNvContentPartPr/>
                <p14:nvPr/>
              </p14:nvContentPartPr>
              <p14:xfrm>
                <a:off x="4469688" y="5059944"/>
                <a:ext cx="68040" cy="66960"/>
              </p14:xfrm>
            </p:contentPart>
          </mc:Choice>
          <mc:Fallback xmlns="">
            <p:pic>
              <p:nvPicPr>
                <p:cNvPr id="577" name="Ink 576">
                  <a:extLst>
                    <a:ext uri="{FF2B5EF4-FFF2-40B4-BE49-F238E27FC236}">
                      <a16:creationId xmlns:a16="http://schemas.microsoft.com/office/drawing/2014/main" id="{A49DDC54-4691-C02D-D5F0-898879E372EF}"/>
                    </a:ext>
                  </a:extLst>
                </p:cNvPr>
                <p:cNvPicPr/>
                <p:nvPr/>
              </p:nvPicPr>
              <p:blipFill>
                <a:blip r:embed="rId819"/>
                <a:stretch>
                  <a:fillRect/>
                </a:stretch>
              </p:blipFill>
              <p:spPr>
                <a:xfrm>
                  <a:off x="4460688" y="5050944"/>
                  <a:ext cx="856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0">
              <p14:nvContentPartPr>
                <p14:cNvPr id="578" name="Ink 577">
                  <a:extLst>
                    <a:ext uri="{FF2B5EF4-FFF2-40B4-BE49-F238E27FC236}">
                      <a16:creationId xmlns:a16="http://schemas.microsoft.com/office/drawing/2014/main" id="{E8429D52-586F-507D-EB94-B223E0434528}"/>
                    </a:ext>
                  </a:extLst>
                </p14:cNvPr>
                <p14:cNvContentPartPr/>
                <p14:nvPr/>
              </p14:nvContentPartPr>
              <p14:xfrm>
                <a:off x="4606128" y="5047704"/>
                <a:ext cx="74520" cy="53640"/>
              </p14:xfrm>
            </p:contentPart>
          </mc:Choice>
          <mc:Fallback xmlns="">
            <p:pic>
              <p:nvPicPr>
                <p:cNvPr id="578" name="Ink 577">
                  <a:extLst>
                    <a:ext uri="{FF2B5EF4-FFF2-40B4-BE49-F238E27FC236}">
                      <a16:creationId xmlns:a16="http://schemas.microsoft.com/office/drawing/2014/main" id="{E8429D52-586F-507D-EB94-B223E0434528}"/>
                    </a:ext>
                  </a:extLst>
                </p:cNvPr>
                <p:cNvPicPr/>
                <p:nvPr/>
              </p:nvPicPr>
              <p:blipFill>
                <a:blip r:embed="rId821"/>
                <a:stretch>
                  <a:fillRect/>
                </a:stretch>
              </p:blipFill>
              <p:spPr>
                <a:xfrm>
                  <a:off x="4597488" y="5038704"/>
                  <a:ext cx="921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2">
              <p14:nvContentPartPr>
                <p14:cNvPr id="579" name="Ink 578">
                  <a:extLst>
                    <a:ext uri="{FF2B5EF4-FFF2-40B4-BE49-F238E27FC236}">
                      <a16:creationId xmlns:a16="http://schemas.microsoft.com/office/drawing/2014/main" id="{14EC7DF3-D921-B17C-7096-B16C1A2B71E9}"/>
                    </a:ext>
                  </a:extLst>
                </p14:cNvPr>
                <p14:cNvContentPartPr/>
                <p14:nvPr/>
              </p14:nvContentPartPr>
              <p14:xfrm>
                <a:off x="4734648" y="5040144"/>
                <a:ext cx="132120" cy="43920"/>
              </p14:xfrm>
            </p:contentPart>
          </mc:Choice>
          <mc:Fallback xmlns="">
            <p:pic>
              <p:nvPicPr>
                <p:cNvPr id="579" name="Ink 578">
                  <a:extLst>
                    <a:ext uri="{FF2B5EF4-FFF2-40B4-BE49-F238E27FC236}">
                      <a16:creationId xmlns:a16="http://schemas.microsoft.com/office/drawing/2014/main" id="{14EC7DF3-D921-B17C-7096-B16C1A2B71E9}"/>
                    </a:ext>
                  </a:extLst>
                </p:cNvPr>
                <p:cNvPicPr/>
                <p:nvPr/>
              </p:nvPicPr>
              <p:blipFill>
                <a:blip r:embed="rId823"/>
                <a:stretch>
                  <a:fillRect/>
                </a:stretch>
              </p:blipFill>
              <p:spPr>
                <a:xfrm>
                  <a:off x="4725648" y="5031144"/>
                  <a:ext cx="149760" cy="61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24">
            <p14:nvContentPartPr>
              <p14:cNvPr id="580" name="Ink 579">
                <a:extLst>
                  <a:ext uri="{FF2B5EF4-FFF2-40B4-BE49-F238E27FC236}">
                    <a16:creationId xmlns:a16="http://schemas.microsoft.com/office/drawing/2014/main" id="{8B2639E6-2F53-FDF8-5B3C-551A991E180B}"/>
                  </a:ext>
                </a:extLst>
              </p14:cNvPr>
              <p14:cNvContentPartPr/>
              <p14:nvPr/>
            </p14:nvContentPartPr>
            <p14:xfrm>
              <a:off x="5173848" y="4937544"/>
              <a:ext cx="526680" cy="114120"/>
            </p14:xfrm>
          </p:contentPart>
        </mc:Choice>
        <mc:Fallback xmlns="">
          <p:pic>
            <p:nvPicPr>
              <p:cNvPr id="580" name="Ink 579">
                <a:extLst>
                  <a:ext uri="{FF2B5EF4-FFF2-40B4-BE49-F238E27FC236}">
                    <a16:creationId xmlns:a16="http://schemas.microsoft.com/office/drawing/2014/main" id="{8B2639E6-2F53-FDF8-5B3C-551A991E180B}"/>
                  </a:ext>
                </a:extLst>
              </p:cNvPr>
              <p:cNvPicPr/>
              <p:nvPr/>
            </p:nvPicPr>
            <p:blipFill>
              <a:blip r:embed="rId825"/>
              <a:stretch>
                <a:fillRect/>
              </a:stretch>
            </p:blipFill>
            <p:spPr>
              <a:xfrm>
                <a:off x="5164848" y="4928544"/>
                <a:ext cx="544320" cy="13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591" name="Group 590">
            <a:extLst>
              <a:ext uri="{FF2B5EF4-FFF2-40B4-BE49-F238E27FC236}">
                <a16:creationId xmlns:a16="http://schemas.microsoft.com/office/drawing/2014/main" id="{8FD595E6-6AEE-2F3F-EC58-5D359379B712}"/>
              </a:ext>
            </a:extLst>
          </p:cNvPr>
          <p:cNvGrpSpPr/>
          <p:nvPr/>
        </p:nvGrpSpPr>
        <p:grpSpPr>
          <a:xfrm>
            <a:off x="8987688" y="4661784"/>
            <a:ext cx="566280" cy="201960"/>
            <a:chOff x="8987688" y="4661784"/>
            <a:chExt cx="566280" cy="20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6">
              <p14:nvContentPartPr>
                <p14:cNvPr id="585" name="Ink 584">
                  <a:extLst>
                    <a:ext uri="{FF2B5EF4-FFF2-40B4-BE49-F238E27FC236}">
                      <a16:creationId xmlns:a16="http://schemas.microsoft.com/office/drawing/2014/main" id="{841664E0-4645-3EF4-5834-A6C6439E4D09}"/>
                    </a:ext>
                  </a:extLst>
                </p14:cNvPr>
                <p14:cNvContentPartPr/>
                <p14:nvPr/>
              </p14:nvContentPartPr>
              <p14:xfrm>
                <a:off x="8987688" y="4688064"/>
                <a:ext cx="138240" cy="168120"/>
              </p14:xfrm>
            </p:contentPart>
          </mc:Choice>
          <mc:Fallback xmlns="">
            <p:pic>
              <p:nvPicPr>
                <p:cNvPr id="585" name="Ink 584">
                  <a:extLst>
                    <a:ext uri="{FF2B5EF4-FFF2-40B4-BE49-F238E27FC236}">
                      <a16:creationId xmlns:a16="http://schemas.microsoft.com/office/drawing/2014/main" id="{841664E0-4645-3EF4-5834-A6C6439E4D09}"/>
                    </a:ext>
                  </a:extLst>
                </p:cNvPr>
                <p:cNvPicPr/>
                <p:nvPr/>
              </p:nvPicPr>
              <p:blipFill>
                <a:blip r:embed="rId827"/>
                <a:stretch>
                  <a:fillRect/>
                </a:stretch>
              </p:blipFill>
              <p:spPr>
                <a:xfrm>
                  <a:off x="8978688" y="4679064"/>
                  <a:ext cx="15588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8">
              <p14:nvContentPartPr>
                <p14:cNvPr id="586" name="Ink 585">
                  <a:extLst>
                    <a:ext uri="{FF2B5EF4-FFF2-40B4-BE49-F238E27FC236}">
                      <a16:creationId xmlns:a16="http://schemas.microsoft.com/office/drawing/2014/main" id="{FDA932EE-D017-D07A-2BCA-89A9C429061F}"/>
                    </a:ext>
                  </a:extLst>
                </p14:cNvPr>
                <p14:cNvContentPartPr/>
                <p14:nvPr/>
              </p14:nvContentPartPr>
              <p14:xfrm>
                <a:off x="9244728" y="4734504"/>
                <a:ext cx="26640" cy="33840"/>
              </p14:xfrm>
            </p:contentPart>
          </mc:Choice>
          <mc:Fallback xmlns="">
            <p:pic>
              <p:nvPicPr>
                <p:cNvPr id="586" name="Ink 585">
                  <a:extLst>
                    <a:ext uri="{FF2B5EF4-FFF2-40B4-BE49-F238E27FC236}">
                      <a16:creationId xmlns:a16="http://schemas.microsoft.com/office/drawing/2014/main" id="{FDA932EE-D017-D07A-2BCA-89A9C429061F}"/>
                    </a:ext>
                  </a:extLst>
                </p:cNvPr>
                <p:cNvPicPr/>
                <p:nvPr/>
              </p:nvPicPr>
              <p:blipFill>
                <a:blip r:embed="rId829"/>
                <a:stretch>
                  <a:fillRect/>
                </a:stretch>
              </p:blipFill>
              <p:spPr>
                <a:xfrm>
                  <a:off x="9235728" y="4725864"/>
                  <a:ext cx="442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0">
              <p14:nvContentPartPr>
                <p14:cNvPr id="587" name="Ink 586">
                  <a:extLst>
                    <a:ext uri="{FF2B5EF4-FFF2-40B4-BE49-F238E27FC236}">
                      <a16:creationId xmlns:a16="http://schemas.microsoft.com/office/drawing/2014/main" id="{B65B8977-912F-09A7-E7B4-7F9EE5FF1A12}"/>
                    </a:ext>
                  </a:extLst>
                </p14:cNvPr>
                <p14:cNvContentPartPr/>
                <p14:nvPr/>
              </p14:nvContentPartPr>
              <p14:xfrm>
                <a:off x="9375768" y="4661784"/>
                <a:ext cx="178200" cy="201960"/>
              </p14:xfrm>
            </p:contentPart>
          </mc:Choice>
          <mc:Fallback xmlns="">
            <p:pic>
              <p:nvPicPr>
                <p:cNvPr id="587" name="Ink 586">
                  <a:extLst>
                    <a:ext uri="{FF2B5EF4-FFF2-40B4-BE49-F238E27FC236}">
                      <a16:creationId xmlns:a16="http://schemas.microsoft.com/office/drawing/2014/main" id="{B65B8977-912F-09A7-E7B4-7F9EE5FF1A12}"/>
                    </a:ext>
                  </a:extLst>
                </p:cNvPr>
                <p:cNvPicPr/>
                <p:nvPr/>
              </p:nvPicPr>
              <p:blipFill>
                <a:blip r:embed="rId831"/>
                <a:stretch>
                  <a:fillRect/>
                </a:stretch>
              </p:blipFill>
              <p:spPr>
                <a:xfrm>
                  <a:off x="9367128" y="4652784"/>
                  <a:ext cx="195840" cy="21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0" name="Group 589">
            <a:extLst>
              <a:ext uri="{FF2B5EF4-FFF2-40B4-BE49-F238E27FC236}">
                <a16:creationId xmlns:a16="http://schemas.microsoft.com/office/drawing/2014/main" id="{E2A4E848-AB17-DC20-4159-F8DB2C4D68FB}"/>
              </a:ext>
            </a:extLst>
          </p:cNvPr>
          <p:cNvGrpSpPr/>
          <p:nvPr/>
        </p:nvGrpSpPr>
        <p:grpSpPr>
          <a:xfrm>
            <a:off x="9735768" y="4632264"/>
            <a:ext cx="400680" cy="221040"/>
            <a:chOff x="9735768" y="4632264"/>
            <a:chExt cx="400680" cy="22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32">
              <p14:nvContentPartPr>
                <p14:cNvPr id="588" name="Ink 587">
                  <a:extLst>
                    <a:ext uri="{FF2B5EF4-FFF2-40B4-BE49-F238E27FC236}">
                      <a16:creationId xmlns:a16="http://schemas.microsoft.com/office/drawing/2014/main" id="{C66124A3-14BB-4D51-33EC-E9DD16FA842F}"/>
                    </a:ext>
                  </a:extLst>
                </p14:cNvPr>
                <p14:cNvContentPartPr/>
                <p14:nvPr/>
              </p14:nvContentPartPr>
              <p14:xfrm>
                <a:off x="9735768" y="4706424"/>
                <a:ext cx="99720" cy="146880"/>
              </p14:xfrm>
            </p:contentPart>
          </mc:Choice>
          <mc:Fallback xmlns="">
            <p:pic>
              <p:nvPicPr>
                <p:cNvPr id="588" name="Ink 587">
                  <a:extLst>
                    <a:ext uri="{FF2B5EF4-FFF2-40B4-BE49-F238E27FC236}">
                      <a16:creationId xmlns:a16="http://schemas.microsoft.com/office/drawing/2014/main" id="{C66124A3-14BB-4D51-33EC-E9DD16FA842F}"/>
                    </a:ext>
                  </a:extLst>
                </p:cNvPr>
                <p:cNvPicPr/>
                <p:nvPr/>
              </p:nvPicPr>
              <p:blipFill>
                <a:blip r:embed="rId833"/>
                <a:stretch>
                  <a:fillRect/>
                </a:stretch>
              </p:blipFill>
              <p:spPr>
                <a:xfrm>
                  <a:off x="9727128" y="4697784"/>
                  <a:ext cx="1173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4">
              <p14:nvContentPartPr>
                <p14:cNvPr id="589" name="Ink 588">
                  <a:extLst>
                    <a:ext uri="{FF2B5EF4-FFF2-40B4-BE49-F238E27FC236}">
                      <a16:creationId xmlns:a16="http://schemas.microsoft.com/office/drawing/2014/main" id="{17A01886-EA82-0CFB-5507-E5655E219175}"/>
                    </a:ext>
                  </a:extLst>
                </p14:cNvPr>
                <p14:cNvContentPartPr/>
                <p14:nvPr/>
              </p14:nvContentPartPr>
              <p14:xfrm>
                <a:off x="9904608" y="4632264"/>
                <a:ext cx="231840" cy="60840"/>
              </p14:xfrm>
            </p:contentPart>
          </mc:Choice>
          <mc:Fallback xmlns="">
            <p:pic>
              <p:nvPicPr>
                <p:cNvPr id="589" name="Ink 588">
                  <a:extLst>
                    <a:ext uri="{FF2B5EF4-FFF2-40B4-BE49-F238E27FC236}">
                      <a16:creationId xmlns:a16="http://schemas.microsoft.com/office/drawing/2014/main" id="{17A01886-EA82-0CFB-5507-E5655E219175}"/>
                    </a:ext>
                  </a:extLst>
                </p:cNvPr>
                <p:cNvPicPr/>
                <p:nvPr/>
              </p:nvPicPr>
              <p:blipFill>
                <a:blip r:embed="rId835"/>
                <a:stretch>
                  <a:fillRect/>
                </a:stretch>
              </p:blipFill>
              <p:spPr>
                <a:xfrm>
                  <a:off x="9895968" y="4623624"/>
                  <a:ext cx="249480" cy="7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9" name="Group 598">
            <a:extLst>
              <a:ext uri="{FF2B5EF4-FFF2-40B4-BE49-F238E27FC236}">
                <a16:creationId xmlns:a16="http://schemas.microsoft.com/office/drawing/2014/main" id="{6B890102-3F61-0296-3337-AB4D74907394}"/>
              </a:ext>
            </a:extLst>
          </p:cNvPr>
          <p:cNvGrpSpPr/>
          <p:nvPr/>
        </p:nvGrpSpPr>
        <p:grpSpPr>
          <a:xfrm>
            <a:off x="4032288" y="5514984"/>
            <a:ext cx="967680" cy="334440"/>
            <a:chOff x="4032288" y="5514984"/>
            <a:chExt cx="967680" cy="33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36">
              <p14:nvContentPartPr>
                <p14:cNvPr id="592" name="Ink 591">
                  <a:extLst>
                    <a:ext uri="{FF2B5EF4-FFF2-40B4-BE49-F238E27FC236}">
                      <a16:creationId xmlns:a16="http://schemas.microsoft.com/office/drawing/2014/main" id="{BAC3EAE0-EA13-58E9-4D46-07D0B74176CF}"/>
                    </a:ext>
                  </a:extLst>
                </p14:cNvPr>
                <p14:cNvContentPartPr/>
                <p14:nvPr/>
              </p14:nvContentPartPr>
              <p14:xfrm>
                <a:off x="4032288" y="5514984"/>
                <a:ext cx="79560" cy="334440"/>
              </p14:xfrm>
            </p:contentPart>
          </mc:Choice>
          <mc:Fallback xmlns="">
            <p:pic>
              <p:nvPicPr>
                <p:cNvPr id="592" name="Ink 591">
                  <a:extLst>
                    <a:ext uri="{FF2B5EF4-FFF2-40B4-BE49-F238E27FC236}">
                      <a16:creationId xmlns:a16="http://schemas.microsoft.com/office/drawing/2014/main" id="{BAC3EAE0-EA13-58E9-4D46-07D0B74176CF}"/>
                    </a:ext>
                  </a:extLst>
                </p:cNvPr>
                <p:cNvPicPr/>
                <p:nvPr/>
              </p:nvPicPr>
              <p:blipFill>
                <a:blip r:embed="rId837"/>
                <a:stretch>
                  <a:fillRect/>
                </a:stretch>
              </p:blipFill>
              <p:spPr>
                <a:xfrm>
                  <a:off x="4023648" y="5506344"/>
                  <a:ext cx="9720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8">
              <p14:nvContentPartPr>
                <p14:cNvPr id="593" name="Ink 592">
                  <a:extLst>
                    <a:ext uri="{FF2B5EF4-FFF2-40B4-BE49-F238E27FC236}">
                      <a16:creationId xmlns:a16="http://schemas.microsoft.com/office/drawing/2014/main" id="{17EEE2E4-390F-424C-45C1-FEE9818B4993}"/>
                    </a:ext>
                  </a:extLst>
                </p14:cNvPr>
                <p14:cNvContentPartPr/>
                <p14:nvPr/>
              </p14:nvContentPartPr>
              <p14:xfrm>
                <a:off x="4205088" y="5603184"/>
                <a:ext cx="142920" cy="92160"/>
              </p14:xfrm>
            </p:contentPart>
          </mc:Choice>
          <mc:Fallback xmlns="">
            <p:pic>
              <p:nvPicPr>
                <p:cNvPr id="593" name="Ink 592">
                  <a:extLst>
                    <a:ext uri="{FF2B5EF4-FFF2-40B4-BE49-F238E27FC236}">
                      <a16:creationId xmlns:a16="http://schemas.microsoft.com/office/drawing/2014/main" id="{17EEE2E4-390F-424C-45C1-FEE9818B4993}"/>
                    </a:ext>
                  </a:extLst>
                </p:cNvPr>
                <p:cNvPicPr/>
                <p:nvPr/>
              </p:nvPicPr>
              <p:blipFill>
                <a:blip r:embed="rId839"/>
                <a:stretch>
                  <a:fillRect/>
                </a:stretch>
              </p:blipFill>
              <p:spPr>
                <a:xfrm>
                  <a:off x="4196088" y="5594184"/>
                  <a:ext cx="16056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0">
              <p14:nvContentPartPr>
                <p14:cNvPr id="594" name="Ink 593">
                  <a:extLst>
                    <a:ext uri="{FF2B5EF4-FFF2-40B4-BE49-F238E27FC236}">
                      <a16:creationId xmlns:a16="http://schemas.microsoft.com/office/drawing/2014/main" id="{5676632D-6056-4821-CBF9-3CA0F5A4DF6E}"/>
                    </a:ext>
                  </a:extLst>
                </p14:cNvPr>
                <p14:cNvContentPartPr/>
                <p14:nvPr/>
              </p14:nvContentPartPr>
              <p14:xfrm>
                <a:off x="4407768" y="5590584"/>
                <a:ext cx="162720" cy="79200"/>
              </p14:xfrm>
            </p:contentPart>
          </mc:Choice>
          <mc:Fallback xmlns="">
            <p:pic>
              <p:nvPicPr>
                <p:cNvPr id="594" name="Ink 593">
                  <a:extLst>
                    <a:ext uri="{FF2B5EF4-FFF2-40B4-BE49-F238E27FC236}">
                      <a16:creationId xmlns:a16="http://schemas.microsoft.com/office/drawing/2014/main" id="{5676632D-6056-4821-CBF9-3CA0F5A4DF6E}"/>
                    </a:ext>
                  </a:extLst>
                </p:cNvPr>
                <p:cNvPicPr/>
                <p:nvPr/>
              </p:nvPicPr>
              <p:blipFill>
                <a:blip r:embed="rId841"/>
                <a:stretch>
                  <a:fillRect/>
                </a:stretch>
              </p:blipFill>
              <p:spPr>
                <a:xfrm>
                  <a:off x="4398768" y="5581944"/>
                  <a:ext cx="18036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2">
              <p14:nvContentPartPr>
                <p14:cNvPr id="595" name="Ink 594">
                  <a:extLst>
                    <a:ext uri="{FF2B5EF4-FFF2-40B4-BE49-F238E27FC236}">
                      <a16:creationId xmlns:a16="http://schemas.microsoft.com/office/drawing/2014/main" id="{F9DFBBB1-1B76-F9B1-37A7-CB3A2F7B635C}"/>
                    </a:ext>
                  </a:extLst>
                </p14:cNvPr>
                <p14:cNvContentPartPr/>
                <p14:nvPr/>
              </p14:nvContentPartPr>
              <p14:xfrm>
                <a:off x="4647528" y="5574024"/>
                <a:ext cx="60120" cy="48600"/>
              </p14:xfrm>
            </p:contentPart>
          </mc:Choice>
          <mc:Fallback xmlns="">
            <p:pic>
              <p:nvPicPr>
                <p:cNvPr id="595" name="Ink 594">
                  <a:extLst>
                    <a:ext uri="{FF2B5EF4-FFF2-40B4-BE49-F238E27FC236}">
                      <a16:creationId xmlns:a16="http://schemas.microsoft.com/office/drawing/2014/main" id="{F9DFBBB1-1B76-F9B1-37A7-CB3A2F7B635C}"/>
                    </a:ext>
                  </a:extLst>
                </p:cNvPr>
                <p:cNvPicPr/>
                <p:nvPr/>
              </p:nvPicPr>
              <p:blipFill>
                <a:blip r:embed="rId843"/>
                <a:stretch>
                  <a:fillRect/>
                </a:stretch>
              </p:blipFill>
              <p:spPr>
                <a:xfrm>
                  <a:off x="4638888" y="5565024"/>
                  <a:ext cx="7776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4">
              <p14:nvContentPartPr>
                <p14:cNvPr id="596" name="Ink 595">
                  <a:extLst>
                    <a:ext uri="{FF2B5EF4-FFF2-40B4-BE49-F238E27FC236}">
                      <a16:creationId xmlns:a16="http://schemas.microsoft.com/office/drawing/2014/main" id="{5F826524-8085-C483-3403-CD9169583498}"/>
                    </a:ext>
                  </a:extLst>
                </p14:cNvPr>
                <p14:cNvContentPartPr/>
                <p14:nvPr/>
              </p14:nvContentPartPr>
              <p14:xfrm>
                <a:off x="4759128" y="5557104"/>
                <a:ext cx="77040" cy="51840"/>
              </p14:xfrm>
            </p:contentPart>
          </mc:Choice>
          <mc:Fallback xmlns="">
            <p:pic>
              <p:nvPicPr>
                <p:cNvPr id="596" name="Ink 595">
                  <a:extLst>
                    <a:ext uri="{FF2B5EF4-FFF2-40B4-BE49-F238E27FC236}">
                      <a16:creationId xmlns:a16="http://schemas.microsoft.com/office/drawing/2014/main" id="{5F826524-8085-C483-3403-CD9169583498}"/>
                    </a:ext>
                  </a:extLst>
                </p:cNvPr>
                <p:cNvPicPr/>
                <p:nvPr/>
              </p:nvPicPr>
              <p:blipFill>
                <a:blip r:embed="rId845"/>
                <a:stretch>
                  <a:fillRect/>
                </a:stretch>
              </p:blipFill>
              <p:spPr>
                <a:xfrm>
                  <a:off x="4750128" y="5548104"/>
                  <a:ext cx="9468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6">
              <p14:nvContentPartPr>
                <p14:cNvPr id="597" name="Ink 596">
                  <a:extLst>
                    <a:ext uri="{FF2B5EF4-FFF2-40B4-BE49-F238E27FC236}">
                      <a16:creationId xmlns:a16="http://schemas.microsoft.com/office/drawing/2014/main" id="{FD7BC393-E6E0-1E2A-BFBA-F82FDAA87799}"/>
                    </a:ext>
                  </a:extLst>
                </p14:cNvPr>
                <p14:cNvContentPartPr/>
                <p14:nvPr/>
              </p14:nvContentPartPr>
              <p14:xfrm>
                <a:off x="4880088" y="5540544"/>
                <a:ext cx="119880" cy="54720"/>
              </p14:xfrm>
            </p:contentPart>
          </mc:Choice>
          <mc:Fallback xmlns="">
            <p:pic>
              <p:nvPicPr>
                <p:cNvPr id="597" name="Ink 596">
                  <a:extLst>
                    <a:ext uri="{FF2B5EF4-FFF2-40B4-BE49-F238E27FC236}">
                      <a16:creationId xmlns:a16="http://schemas.microsoft.com/office/drawing/2014/main" id="{FD7BC393-E6E0-1E2A-BFBA-F82FDAA87799}"/>
                    </a:ext>
                  </a:extLst>
                </p:cNvPr>
                <p:cNvPicPr/>
                <p:nvPr/>
              </p:nvPicPr>
              <p:blipFill>
                <a:blip r:embed="rId847"/>
                <a:stretch>
                  <a:fillRect/>
                </a:stretch>
              </p:blipFill>
              <p:spPr>
                <a:xfrm>
                  <a:off x="4871088" y="5531904"/>
                  <a:ext cx="137520" cy="72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48">
            <p14:nvContentPartPr>
              <p14:cNvPr id="598" name="Ink 597">
                <a:extLst>
                  <a:ext uri="{FF2B5EF4-FFF2-40B4-BE49-F238E27FC236}">
                    <a16:creationId xmlns:a16="http://schemas.microsoft.com/office/drawing/2014/main" id="{10027D23-BDC6-B160-DC0E-F0FB501A62D2}"/>
                  </a:ext>
                </a:extLst>
              </p14:cNvPr>
              <p14:cNvContentPartPr/>
              <p14:nvPr/>
            </p14:nvContentPartPr>
            <p14:xfrm>
              <a:off x="5349528" y="5489784"/>
              <a:ext cx="545040" cy="99360"/>
            </p14:xfrm>
          </p:contentPart>
        </mc:Choice>
        <mc:Fallback xmlns="">
          <p:pic>
            <p:nvPicPr>
              <p:cNvPr id="598" name="Ink 597">
                <a:extLst>
                  <a:ext uri="{FF2B5EF4-FFF2-40B4-BE49-F238E27FC236}">
                    <a16:creationId xmlns:a16="http://schemas.microsoft.com/office/drawing/2014/main" id="{10027D23-BDC6-B160-DC0E-F0FB501A62D2}"/>
                  </a:ext>
                </a:extLst>
              </p:cNvPr>
              <p:cNvPicPr/>
              <p:nvPr/>
            </p:nvPicPr>
            <p:blipFill>
              <a:blip r:embed="rId849"/>
              <a:stretch>
                <a:fillRect/>
              </a:stretch>
            </p:blipFill>
            <p:spPr>
              <a:xfrm>
                <a:off x="5340528" y="5480784"/>
                <a:ext cx="562680" cy="117000"/>
              </a:xfrm>
              <a:prstGeom prst="rect">
                <a:avLst/>
              </a:prstGeom>
            </p:spPr>
          </p:pic>
        </mc:Fallback>
      </mc:AlternateContent>
      <p:grpSp>
        <p:nvGrpSpPr>
          <p:cNvPr id="603" name="Group 602">
            <a:extLst>
              <a:ext uri="{FF2B5EF4-FFF2-40B4-BE49-F238E27FC236}">
                <a16:creationId xmlns:a16="http://schemas.microsoft.com/office/drawing/2014/main" id="{A1F599DC-C3B7-AB83-A26F-A4F47F31FDF9}"/>
              </a:ext>
            </a:extLst>
          </p:cNvPr>
          <p:cNvGrpSpPr/>
          <p:nvPr/>
        </p:nvGrpSpPr>
        <p:grpSpPr>
          <a:xfrm>
            <a:off x="6149088" y="4693104"/>
            <a:ext cx="1284840" cy="457920"/>
            <a:chOff x="6149088" y="4693104"/>
            <a:chExt cx="1284840" cy="45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50">
              <p14:nvContentPartPr>
                <p14:cNvPr id="582" name="Ink 581">
                  <a:extLst>
                    <a:ext uri="{FF2B5EF4-FFF2-40B4-BE49-F238E27FC236}">
                      <a16:creationId xmlns:a16="http://schemas.microsoft.com/office/drawing/2014/main" id="{DE46823F-9B2E-7067-BF68-B1D65194D4F2}"/>
                    </a:ext>
                  </a:extLst>
                </p14:cNvPr>
                <p14:cNvContentPartPr/>
                <p14:nvPr/>
              </p14:nvContentPartPr>
              <p14:xfrm>
                <a:off x="6149088" y="4825584"/>
                <a:ext cx="158760" cy="217080"/>
              </p14:xfrm>
            </p:contentPart>
          </mc:Choice>
          <mc:Fallback xmlns="">
            <p:pic>
              <p:nvPicPr>
                <p:cNvPr id="582" name="Ink 581">
                  <a:extLst>
                    <a:ext uri="{FF2B5EF4-FFF2-40B4-BE49-F238E27FC236}">
                      <a16:creationId xmlns:a16="http://schemas.microsoft.com/office/drawing/2014/main" id="{DE46823F-9B2E-7067-BF68-B1D65194D4F2}"/>
                    </a:ext>
                  </a:extLst>
                </p:cNvPr>
                <p:cNvPicPr/>
                <p:nvPr/>
              </p:nvPicPr>
              <p:blipFill>
                <a:blip r:embed="rId851"/>
                <a:stretch>
                  <a:fillRect/>
                </a:stretch>
              </p:blipFill>
              <p:spPr>
                <a:xfrm>
                  <a:off x="6140448" y="4816944"/>
                  <a:ext cx="17640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2">
              <p14:nvContentPartPr>
                <p14:cNvPr id="583" name="Ink 582">
                  <a:extLst>
                    <a:ext uri="{FF2B5EF4-FFF2-40B4-BE49-F238E27FC236}">
                      <a16:creationId xmlns:a16="http://schemas.microsoft.com/office/drawing/2014/main" id="{E072D22B-909C-7CFE-EAF0-D9AD7258A929}"/>
                    </a:ext>
                  </a:extLst>
                </p14:cNvPr>
                <p14:cNvContentPartPr/>
                <p14:nvPr/>
              </p14:nvContentPartPr>
              <p14:xfrm>
                <a:off x="6456888" y="4753944"/>
                <a:ext cx="383760" cy="282240"/>
              </p14:xfrm>
            </p:contentPart>
          </mc:Choice>
          <mc:Fallback xmlns="">
            <p:pic>
              <p:nvPicPr>
                <p:cNvPr id="583" name="Ink 582">
                  <a:extLst>
                    <a:ext uri="{FF2B5EF4-FFF2-40B4-BE49-F238E27FC236}">
                      <a16:creationId xmlns:a16="http://schemas.microsoft.com/office/drawing/2014/main" id="{E072D22B-909C-7CFE-EAF0-D9AD7258A929}"/>
                    </a:ext>
                  </a:extLst>
                </p:cNvPr>
                <p:cNvPicPr/>
                <p:nvPr/>
              </p:nvPicPr>
              <p:blipFill>
                <a:blip r:embed="rId853"/>
                <a:stretch>
                  <a:fillRect/>
                </a:stretch>
              </p:blipFill>
              <p:spPr>
                <a:xfrm>
                  <a:off x="6448248" y="4745304"/>
                  <a:ext cx="40140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4">
              <p14:nvContentPartPr>
                <p14:cNvPr id="601" name="Ink 600">
                  <a:extLst>
                    <a:ext uri="{FF2B5EF4-FFF2-40B4-BE49-F238E27FC236}">
                      <a16:creationId xmlns:a16="http://schemas.microsoft.com/office/drawing/2014/main" id="{DAFDA23F-52D9-8973-0E3D-BE23298A7C76}"/>
                    </a:ext>
                  </a:extLst>
                </p14:cNvPr>
                <p14:cNvContentPartPr/>
                <p14:nvPr/>
              </p14:nvContentPartPr>
              <p14:xfrm>
                <a:off x="6913008" y="4764384"/>
                <a:ext cx="52200" cy="386640"/>
              </p14:xfrm>
            </p:contentPart>
          </mc:Choice>
          <mc:Fallback xmlns="">
            <p:pic>
              <p:nvPicPr>
                <p:cNvPr id="601" name="Ink 600">
                  <a:extLst>
                    <a:ext uri="{FF2B5EF4-FFF2-40B4-BE49-F238E27FC236}">
                      <a16:creationId xmlns:a16="http://schemas.microsoft.com/office/drawing/2014/main" id="{DAFDA23F-52D9-8973-0E3D-BE23298A7C76}"/>
                    </a:ext>
                  </a:extLst>
                </p:cNvPr>
                <p:cNvPicPr/>
                <p:nvPr/>
              </p:nvPicPr>
              <p:blipFill>
                <a:blip r:embed="rId855"/>
                <a:stretch>
                  <a:fillRect/>
                </a:stretch>
              </p:blipFill>
              <p:spPr>
                <a:xfrm>
                  <a:off x="6904008" y="4755744"/>
                  <a:ext cx="69840" cy="40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6">
              <p14:nvContentPartPr>
                <p14:cNvPr id="602" name="Ink 601">
                  <a:extLst>
                    <a:ext uri="{FF2B5EF4-FFF2-40B4-BE49-F238E27FC236}">
                      <a16:creationId xmlns:a16="http://schemas.microsoft.com/office/drawing/2014/main" id="{B8B1B979-5C7D-A3FA-61C2-61F24D9F8081}"/>
                    </a:ext>
                  </a:extLst>
                </p14:cNvPr>
                <p14:cNvContentPartPr/>
                <p14:nvPr/>
              </p14:nvContentPartPr>
              <p14:xfrm>
                <a:off x="7083648" y="4693104"/>
                <a:ext cx="350280" cy="298800"/>
              </p14:xfrm>
            </p:contentPart>
          </mc:Choice>
          <mc:Fallback xmlns="">
            <p:pic>
              <p:nvPicPr>
                <p:cNvPr id="602" name="Ink 601">
                  <a:extLst>
                    <a:ext uri="{FF2B5EF4-FFF2-40B4-BE49-F238E27FC236}">
                      <a16:creationId xmlns:a16="http://schemas.microsoft.com/office/drawing/2014/main" id="{B8B1B979-5C7D-A3FA-61C2-61F24D9F8081}"/>
                    </a:ext>
                  </a:extLst>
                </p:cNvPr>
                <p:cNvPicPr/>
                <p:nvPr/>
              </p:nvPicPr>
              <p:blipFill>
                <a:blip r:embed="rId857"/>
                <a:stretch>
                  <a:fillRect/>
                </a:stretch>
              </p:blipFill>
              <p:spPr>
                <a:xfrm>
                  <a:off x="7075008" y="4684104"/>
                  <a:ext cx="367920" cy="31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6" name="Group 605">
            <a:extLst>
              <a:ext uri="{FF2B5EF4-FFF2-40B4-BE49-F238E27FC236}">
                <a16:creationId xmlns:a16="http://schemas.microsoft.com/office/drawing/2014/main" id="{F2C1C491-284B-CCAC-F9C4-DB37CBE67ECA}"/>
              </a:ext>
            </a:extLst>
          </p:cNvPr>
          <p:cNvGrpSpPr/>
          <p:nvPr/>
        </p:nvGrpSpPr>
        <p:grpSpPr>
          <a:xfrm>
            <a:off x="6259968" y="5268744"/>
            <a:ext cx="857160" cy="544320"/>
            <a:chOff x="6259968" y="5268744"/>
            <a:chExt cx="857160" cy="54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58">
              <p14:nvContentPartPr>
                <p14:cNvPr id="604" name="Ink 603">
                  <a:extLst>
                    <a:ext uri="{FF2B5EF4-FFF2-40B4-BE49-F238E27FC236}">
                      <a16:creationId xmlns:a16="http://schemas.microsoft.com/office/drawing/2014/main" id="{6D8D5AD0-7B68-796E-EDB7-64C5BFA95220}"/>
                    </a:ext>
                  </a:extLst>
                </p14:cNvPr>
                <p14:cNvContentPartPr/>
                <p14:nvPr/>
              </p14:nvContentPartPr>
              <p14:xfrm>
                <a:off x="6293448" y="5347224"/>
                <a:ext cx="39600" cy="208440"/>
              </p14:xfrm>
            </p:contentPart>
          </mc:Choice>
          <mc:Fallback xmlns="">
            <p:pic>
              <p:nvPicPr>
                <p:cNvPr id="604" name="Ink 603">
                  <a:extLst>
                    <a:ext uri="{FF2B5EF4-FFF2-40B4-BE49-F238E27FC236}">
                      <a16:creationId xmlns:a16="http://schemas.microsoft.com/office/drawing/2014/main" id="{6D8D5AD0-7B68-796E-EDB7-64C5BFA95220}"/>
                    </a:ext>
                  </a:extLst>
                </p:cNvPr>
                <p:cNvPicPr/>
                <p:nvPr/>
              </p:nvPicPr>
              <p:blipFill>
                <a:blip r:embed="rId859"/>
                <a:stretch>
                  <a:fillRect/>
                </a:stretch>
              </p:blipFill>
              <p:spPr>
                <a:xfrm>
                  <a:off x="6284808" y="5338584"/>
                  <a:ext cx="5724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0">
              <p14:nvContentPartPr>
                <p14:cNvPr id="605" name="Ink 604">
                  <a:extLst>
                    <a:ext uri="{FF2B5EF4-FFF2-40B4-BE49-F238E27FC236}">
                      <a16:creationId xmlns:a16="http://schemas.microsoft.com/office/drawing/2014/main" id="{E475DF10-2910-6B7A-A1AE-41223CFFAA44}"/>
                    </a:ext>
                  </a:extLst>
                </p14:cNvPr>
                <p14:cNvContentPartPr/>
                <p14:nvPr/>
              </p14:nvContentPartPr>
              <p14:xfrm>
                <a:off x="6259968" y="5268744"/>
                <a:ext cx="857160" cy="544320"/>
              </p14:xfrm>
            </p:contentPart>
          </mc:Choice>
          <mc:Fallback xmlns="">
            <p:pic>
              <p:nvPicPr>
                <p:cNvPr id="605" name="Ink 604">
                  <a:extLst>
                    <a:ext uri="{FF2B5EF4-FFF2-40B4-BE49-F238E27FC236}">
                      <a16:creationId xmlns:a16="http://schemas.microsoft.com/office/drawing/2014/main" id="{E475DF10-2910-6B7A-A1AE-41223CFFAA44}"/>
                    </a:ext>
                  </a:extLst>
                </p:cNvPr>
                <p:cNvPicPr/>
                <p:nvPr/>
              </p:nvPicPr>
              <p:blipFill>
                <a:blip r:embed="rId861"/>
                <a:stretch>
                  <a:fillRect/>
                </a:stretch>
              </p:blipFill>
              <p:spPr>
                <a:xfrm>
                  <a:off x="6250968" y="5259744"/>
                  <a:ext cx="874800" cy="56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3" name="Group 612">
            <a:extLst>
              <a:ext uri="{FF2B5EF4-FFF2-40B4-BE49-F238E27FC236}">
                <a16:creationId xmlns:a16="http://schemas.microsoft.com/office/drawing/2014/main" id="{2259DF21-045A-2E07-C192-E5ED0931B36E}"/>
              </a:ext>
            </a:extLst>
          </p:cNvPr>
          <p:cNvGrpSpPr/>
          <p:nvPr/>
        </p:nvGrpSpPr>
        <p:grpSpPr>
          <a:xfrm>
            <a:off x="9047088" y="5245704"/>
            <a:ext cx="1058400" cy="253440"/>
            <a:chOff x="9047088" y="5245704"/>
            <a:chExt cx="1058400" cy="25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2">
              <p14:nvContentPartPr>
                <p14:cNvPr id="607" name="Ink 606">
                  <a:extLst>
                    <a:ext uri="{FF2B5EF4-FFF2-40B4-BE49-F238E27FC236}">
                      <a16:creationId xmlns:a16="http://schemas.microsoft.com/office/drawing/2014/main" id="{392C1A59-26AB-8316-95C1-C131C2BF22C0}"/>
                    </a:ext>
                  </a:extLst>
                </p14:cNvPr>
                <p14:cNvContentPartPr/>
                <p14:nvPr/>
              </p14:nvContentPartPr>
              <p14:xfrm>
                <a:off x="9047088" y="5306544"/>
                <a:ext cx="102600" cy="192600"/>
              </p14:xfrm>
            </p:contentPart>
          </mc:Choice>
          <mc:Fallback xmlns="">
            <p:pic>
              <p:nvPicPr>
                <p:cNvPr id="607" name="Ink 606">
                  <a:extLst>
                    <a:ext uri="{FF2B5EF4-FFF2-40B4-BE49-F238E27FC236}">
                      <a16:creationId xmlns:a16="http://schemas.microsoft.com/office/drawing/2014/main" id="{392C1A59-26AB-8316-95C1-C131C2BF22C0}"/>
                    </a:ext>
                  </a:extLst>
                </p:cNvPr>
                <p:cNvPicPr/>
                <p:nvPr/>
              </p:nvPicPr>
              <p:blipFill>
                <a:blip r:embed="rId863"/>
                <a:stretch>
                  <a:fillRect/>
                </a:stretch>
              </p:blipFill>
              <p:spPr>
                <a:xfrm>
                  <a:off x="9038448" y="5297544"/>
                  <a:ext cx="1202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4">
              <p14:nvContentPartPr>
                <p14:cNvPr id="608" name="Ink 607">
                  <a:extLst>
                    <a:ext uri="{FF2B5EF4-FFF2-40B4-BE49-F238E27FC236}">
                      <a16:creationId xmlns:a16="http://schemas.microsoft.com/office/drawing/2014/main" id="{E66729E2-3A04-309F-20E4-22DB4DEDDC6C}"/>
                    </a:ext>
                  </a:extLst>
                </p14:cNvPr>
                <p14:cNvContentPartPr/>
                <p14:nvPr/>
              </p14:nvContentPartPr>
              <p14:xfrm>
                <a:off x="9270648" y="5408784"/>
                <a:ext cx="38520" cy="54360"/>
              </p14:xfrm>
            </p:contentPart>
          </mc:Choice>
          <mc:Fallback xmlns="">
            <p:pic>
              <p:nvPicPr>
                <p:cNvPr id="608" name="Ink 607">
                  <a:extLst>
                    <a:ext uri="{FF2B5EF4-FFF2-40B4-BE49-F238E27FC236}">
                      <a16:creationId xmlns:a16="http://schemas.microsoft.com/office/drawing/2014/main" id="{E66729E2-3A04-309F-20E4-22DB4DEDDC6C}"/>
                    </a:ext>
                  </a:extLst>
                </p:cNvPr>
                <p:cNvPicPr/>
                <p:nvPr/>
              </p:nvPicPr>
              <p:blipFill>
                <a:blip r:embed="rId865"/>
                <a:stretch>
                  <a:fillRect/>
                </a:stretch>
              </p:blipFill>
              <p:spPr>
                <a:xfrm>
                  <a:off x="9262008" y="5400144"/>
                  <a:ext cx="561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6">
              <p14:nvContentPartPr>
                <p14:cNvPr id="609" name="Ink 608">
                  <a:extLst>
                    <a:ext uri="{FF2B5EF4-FFF2-40B4-BE49-F238E27FC236}">
                      <a16:creationId xmlns:a16="http://schemas.microsoft.com/office/drawing/2014/main" id="{5BD41368-C30D-520B-23EA-1BBB7B02A0CC}"/>
                    </a:ext>
                  </a:extLst>
                </p14:cNvPr>
                <p14:cNvContentPartPr/>
                <p14:nvPr/>
              </p14:nvContentPartPr>
              <p14:xfrm>
                <a:off x="9441288" y="5304024"/>
                <a:ext cx="171720" cy="183240"/>
              </p14:xfrm>
            </p:contentPart>
          </mc:Choice>
          <mc:Fallback xmlns="">
            <p:pic>
              <p:nvPicPr>
                <p:cNvPr id="609" name="Ink 608">
                  <a:extLst>
                    <a:ext uri="{FF2B5EF4-FFF2-40B4-BE49-F238E27FC236}">
                      <a16:creationId xmlns:a16="http://schemas.microsoft.com/office/drawing/2014/main" id="{5BD41368-C30D-520B-23EA-1BBB7B02A0CC}"/>
                    </a:ext>
                  </a:extLst>
                </p:cNvPr>
                <p:cNvPicPr/>
                <p:nvPr/>
              </p:nvPicPr>
              <p:blipFill>
                <a:blip r:embed="rId867"/>
                <a:stretch>
                  <a:fillRect/>
                </a:stretch>
              </p:blipFill>
              <p:spPr>
                <a:xfrm>
                  <a:off x="9432288" y="5295384"/>
                  <a:ext cx="18936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8">
              <p14:nvContentPartPr>
                <p14:cNvPr id="610" name="Ink 609">
                  <a:extLst>
                    <a:ext uri="{FF2B5EF4-FFF2-40B4-BE49-F238E27FC236}">
                      <a16:creationId xmlns:a16="http://schemas.microsoft.com/office/drawing/2014/main" id="{23AEE063-F3B9-4D4B-FDF1-C8B88A50DA0B}"/>
                    </a:ext>
                  </a:extLst>
                </p14:cNvPr>
                <p14:cNvContentPartPr/>
                <p14:nvPr/>
              </p14:nvContentPartPr>
              <p14:xfrm>
                <a:off x="9786888" y="5311584"/>
                <a:ext cx="103320" cy="183600"/>
              </p14:xfrm>
            </p:contentPart>
          </mc:Choice>
          <mc:Fallback xmlns="">
            <p:pic>
              <p:nvPicPr>
                <p:cNvPr id="610" name="Ink 609">
                  <a:extLst>
                    <a:ext uri="{FF2B5EF4-FFF2-40B4-BE49-F238E27FC236}">
                      <a16:creationId xmlns:a16="http://schemas.microsoft.com/office/drawing/2014/main" id="{23AEE063-F3B9-4D4B-FDF1-C8B88A50DA0B}"/>
                    </a:ext>
                  </a:extLst>
                </p:cNvPr>
                <p:cNvPicPr/>
                <p:nvPr/>
              </p:nvPicPr>
              <p:blipFill>
                <a:blip r:embed="rId869"/>
                <a:stretch>
                  <a:fillRect/>
                </a:stretch>
              </p:blipFill>
              <p:spPr>
                <a:xfrm>
                  <a:off x="9777888" y="5302584"/>
                  <a:ext cx="12096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0">
              <p14:nvContentPartPr>
                <p14:cNvPr id="611" name="Ink 610">
                  <a:extLst>
                    <a:ext uri="{FF2B5EF4-FFF2-40B4-BE49-F238E27FC236}">
                      <a16:creationId xmlns:a16="http://schemas.microsoft.com/office/drawing/2014/main" id="{279CE76F-4DB7-EA74-11D4-3437F5AA0402}"/>
                    </a:ext>
                  </a:extLst>
                </p14:cNvPr>
                <p14:cNvContentPartPr/>
                <p14:nvPr/>
              </p14:nvContentPartPr>
              <p14:xfrm>
                <a:off x="9908568" y="5245704"/>
                <a:ext cx="196920" cy="85320"/>
              </p14:xfrm>
            </p:contentPart>
          </mc:Choice>
          <mc:Fallback xmlns="">
            <p:pic>
              <p:nvPicPr>
                <p:cNvPr id="611" name="Ink 610">
                  <a:extLst>
                    <a:ext uri="{FF2B5EF4-FFF2-40B4-BE49-F238E27FC236}">
                      <a16:creationId xmlns:a16="http://schemas.microsoft.com/office/drawing/2014/main" id="{279CE76F-4DB7-EA74-11D4-3437F5AA0402}"/>
                    </a:ext>
                  </a:extLst>
                </p:cNvPr>
                <p:cNvPicPr/>
                <p:nvPr/>
              </p:nvPicPr>
              <p:blipFill>
                <a:blip r:embed="rId871"/>
                <a:stretch>
                  <a:fillRect/>
                </a:stretch>
              </p:blipFill>
              <p:spPr>
                <a:xfrm>
                  <a:off x="9899568" y="5237064"/>
                  <a:ext cx="214560" cy="102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72">
            <p14:nvContentPartPr>
              <p14:cNvPr id="614" name="Ink 613">
                <a:extLst>
                  <a:ext uri="{FF2B5EF4-FFF2-40B4-BE49-F238E27FC236}">
                    <a16:creationId xmlns:a16="http://schemas.microsoft.com/office/drawing/2014/main" id="{BC176E62-53FB-48FF-C11A-6F672DE8591D}"/>
                  </a:ext>
                </a:extLst>
              </p14:cNvPr>
              <p14:cNvContentPartPr/>
              <p14:nvPr/>
            </p14:nvContentPartPr>
            <p14:xfrm>
              <a:off x="2139768" y="4463424"/>
              <a:ext cx="20160" cy="19800"/>
            </p14:xfrm>
          </p:contentPart>
        </mc:Choice>
        <mc:Fallback xmlns="">
          <p:pic>
            <p:nvPicPr>
              <p:cNvPr id="614" name="Ink 613">
                <a:extLst>
                  <a:ext uri="{FF2B5EF4-FFF2-40B4-BE49-F238E27FC236}">
                    <a16:creationId xmlns:a16="http://schemas.microsoft.com/office/drawing/2014/main" id="{BC176E62-53FB-48FF-C11A-6F672DE8591D}"/>
                  </a:ext>
                </a:extLst>
              </p:cNvPr>
              <p:cNvPicPr/>
              <p:nvPr/>
            </p:nvPicPr>
            <p:blipFill>
              <a:blip r:embed="rId873"/>
              <a:stretch>
                <a:fillRect/>
              </a:stretch>
            </p:blipFill>
            <p:spPr>
              <a:xfrm>
                <a:off x="2130768" y="4454424"/>
                <a:ext cx="37800" cy="37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75980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6078E-F8EC-8694-DE9C-165583D76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Estimating Rule probabilities: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14:cNvPr>
              <p14:cNvContentPartPr/>
              <p14:nvPr/>
            </p14:nvContentPartPr>
            <p14:xfrm>
              <a:off x="9997848" y="1633824"/>
              <a:ext cx="3600" cy="10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87848" y="1620324"/>
                <a:ext cx="23200" cy="275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14:cNvPr>
              <p14:cNvContentPartPr/>
              <p14:nvPr/>
            </p14:nvContentPartPr>
            <p14:xfrm>
              <a:off x="10428408" y="2647584"/>
              <a:ext cx="28080" cy="324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419408" y="2638584"/>
                <a:ext cx="4572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14:cNvPr>
              <p14:cNvContentPartPr/>
              <p14:nvPr/>
            </p14:nvContentPartPr>
            <p14:xfrm>
              <a:off x="10763568" y="2771064"/>
              <a:ext cx="1800" cy="360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754568" y="2762064"/>
                <a:ext cx="1944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14:cNvPr>
              <p14:cNvContentPartPr/>
              <p14:nvPr/>
            </p14:nvContentPartPr>
            <p14:xfrm>
              <a:off x="3774888" y="6755904"/>
              <a:ext cx="360" cy="468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65888" y="6746904"/>
                <a:ext cx="18000" cy="2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15" name="Group 214">
            <a:extLst>
              <a:ext uri="{FF2B5EF4-FFF2-40B4-BE49-F238E27FC236}">
                <a16:creationId xmlns:a16="http://schemas.microsoft.com/office/drawing/2014/main" id="{E2438B0B-DC51-61C8-6BF4-AE2C25BEEEB7}"/>
              </a:ext>
            </a:extLst>
          </p:cNvPr>
          <p:cNvGrpSpPr/>
          <p:nvPr/>
        </p:nvGrpSpPr>
        <p:grpSpPr>
          <a:xfrm>
            <a:off x="875808" y="-14256"/>
            <a:ext cx="10683000" cy="3187080"/>
            <a:chOff x="875808" y="-14256"/>
            <a:chExt cx="10683000" cy="318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8157B54A-9435-D872-47C7-AB357FB59700}"/>
                    </a:ext>
                  </a:extLst>
                </p14:cNvPr>
                <p14:cNvContentPartPr/>
                <p14:nvPr/>
              </p14:nvContentPartPr>
              <p14:xfrm>
                <a:off x="4687848" y="61704"/>
                <a:ext cx="192600" cy="4255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8157B54A-9435-D872-47C7-AB357FB5970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678848" y="53064"/>
                  <a:ext cx="210240" cy="4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DE44B64-5B39-3185-AC5B-3CF1868F7EF8}"/>
                    </a:ext>
                  </a:extLst>
                </p14:cNvPr>
                <p14:cNvContentPartPr/>
                <p14:nvPr/>
              </p14:nvContentPartPr>
              <p14:xfrm>
                <a:off x="5049288" y="144"/>
                <a:ext cx="461160" cy="3751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DE44B64-5B39-3185-AC5B-3CF1868F7EF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040648" y="-8496"/>
                  <a:ext cx="47880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24E8D29-64CF-6CDE-DA78-AB3305F01565}"/>
                    </a:ext>
                  </a:extLst>
                </p14:cNvPr>
                <p14:cNvContentPartPr/>
                <p14:nvPr/>
              </p14:nvContentPartPr>
              <p14:xfrm>
                <a:off x="5631768" y="214704"/>
                <a:ext cx="186480" cy="914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24E8D29-64CF-6CDE-DA78-AB3305F0156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623128" y="205704"/>
                  <a:ext cx="2041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2EFD5E5-E78D-0FA1-9670-E3BD6AEBEFF6}"/>
                    </a:ext>
                  </a:extLst>
                </p14:cNvPr>
                <p14:cNvContentPartPr/>
                <p14:nvPr/>
              </p14:nvContentPartPr>
              <p14:xfrm>
                <a:off x="6193008" y="46944"/>
                <a:ext cx="159840" cy="313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2EFD5E5-E78D-0FA1-9670-E3BD6AEBEFF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184368" y="38304"/>
                  <a:ext cx="17748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6B36EA4-23E5-5855-067E-82034913CE4C}"/>
                    </a:ext>
                  </a:extLst>
                </p14:cNvPr>
                <p14:cNvContentPartPr/>
                <p14:nvPr/>
              </p14:nvContentPartPr>
              <p14:xfrm>
                <a:off x="6454368" y="127584"/>
                <a:ext cx="303120" cy="1962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6B36EA4-23E5-5855-067E-82034913CE4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445368" y="118944"/>
                  <a:ext cx="32076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A4DD95A-5D7E-A8FC-854A-B67D7C9C28B0}"/>
                    </a:ext>
                  </a:extLst>
                </p14:cNvPr>
                <p14:cNvContentPartPr/>
                <p14:nvPr/>
              </p14:nvContentPartPr>
              <p14:xfrm>
                <a:off x="6872328" y="333504"/>
                <a:ext cx="14040" cy="86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A4DD95A-5D7E-A8FC-854A-B67D7C9C28B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863328" y="324504"/>
                  <a:ext cx="316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04919A0-D333-82BE-1C6C-61D1DC1E19E4}"/>
                    </a:ext>
                  </a:extLst>
                </p14:cNvPr>
                <p14:cNvContentPartPr/>
                <p14:nvPr/>
              </p14:nvContentPartPr>
              <p14:xfrm>
                <a:off x="7329888" y="195624"/>
                <a:ext cx="600840" cy="1684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04919A0-D333-82BE-1C6C-61D1DC1E19E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321248" y="186624"/>
                  <a:ext cx="61848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75A805A-BEB0-CB56-1204-824725B19104}"/>
                    </a:ext>
                  </a:extLst>
                </p14:cNvPr>
                <p14:cNvContentPartPr/>
                <p14:nvPr/>
              </p14:nvContentPartPr>
              <p14:xfrm>
                <a:off x="7957728" y="166104"/>
                <a:ext cx="12600" cy="25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75A805A-BEB0-CB56-1204-824725B1910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948728" y="157464"/>
                  <a:ext cx="302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2E2C2B4-EEAE-318E-582C-86F8688DD1CE}"/>
                    </a:ext>
                  </a:extLst>
                </p14:cNvPr>
                <p14:cNvContentPartPr/>
                <p14:nvPr/>
              </p14:nvContentPartPr>
              <p14:xfrm>
                <a:off x="8029368" y="129384"/>
                <a:ext cx="682920" cy="3135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2E2C2B4-EEAE-318E-582C-86F8688DD1C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020728" y="120744"/>
                  <a:ext cx="70056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7954CF3-8A29-CA44-CBF8-90DD5E84019A}"/>
                    </a:ext>
                  </a:extLst>
                </p14:cNvPr>
                <p14:cNvContentPartPr/>
                <p14:nvPr/>
              </p14:nvContentPartPr>
              <p14:xfrm>
                <a:off x="9362088" y="85104"/>
                <a:ext cx="41760" cy="2707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7954CF3-8A29-CA44-CBF8-90DD5E84019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353088" y="76464"/>
                  <a:ext cx="5940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2C0E671-8108-D3C2-E8E2-03538D2BAF1B}"/>
                    </a:ext>
                  </a:extLst>
                </p14:cNvPr>
                <p14:cNvContentPartPr/>
                <p14:nvPr/>
              </p14:nvContentPartPr>
              <p14:xfrm>
                <a:off x="9152568" y="236664"/>
                <a:ext cx="464040" cy="752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2C0E671-8108-D3C2-E8E2-03538D2BAF1B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143568" y="228024"/>
                  <a:ext cx="4816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2105E05-0469-AAF5-8630-5AAD9B2834E2}"/>
                    </a:ext>
                  </a:extLst>
                </p14:cNvPr>
                <p14:cNvContentPartPr/>
                <p14:nvPr/>
              </p14:nvContentPartPr>
              <p14:xfrm>
                <a:off x="9811008" y="197064"/>
                <a:ext cx="177840" cy="1000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2105E05-0469-AAF5-8630-5AAD9B2834E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802368" y="188424"/>
                  <a:ext cx="1954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CCCA495-E2CF-107C-F19F-FFEE5F706535}"/>
                    </a:ext>
                  </a:extLst>
                </p14:cNvPr>
                <p14:cNvContentPartPr/>
                <p14:nvPr/>
              </p14:nvContentPartPr>
              <p14:xfrm>
                <a:off x="10064808" y="96624"/>
                <a:ext cx="361080" cy="1962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CCCA495-E2CF-107C-F19F-FFEE5F706535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055808" y="87984"/>
                  <a:ext cx="3787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4FFF58B-A915-2F46-A97A-C2FAFA4F224E}"/>
                    </a:ext>
                  </a:extLst>
                </p14:cNvPr>
                <p14:cNvContentPartPr/>
                <p14:nvPr/>
              </p14:nvContentPartPr>
              <p14:xfrm>
                <a:off x="10557648" y="50184"/>
                <a:ext cx="95760" cy="2329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4FFF58B-A915-2F46-A97A-C2FAFA4F224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548648" y="41184"/>
                  <a:ext cx="11340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4AE6198-B2FC-992E-992F-2C07E506AF71}"/>
                    </a:ext>
                  </a:extLst>
                </p14:cNvPr>
                <p14:cNvContentPartPr/>
                <p14:nvPr/>
              </p14:nvContentPartPr>
              <p14:xfrm>
                <a:off x="10627848" y="397584"/>
                <a:ext cx="4680" cy="158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4AE6198-B2FC-992E-992F-2C07E506AF7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619208" y="388944"/>
                  <a:ext cx="223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B89DFBD-EA81-80BD-294B-95E1550A361A}"/>
                    </a:ext>
                  </a:extLst>
                </p14:cNvPr>
                <p14:cNvContentPartPr/>
                <p14:nvPr/>
              </p14:nvContentPartPr>
              <p14:xfrm>
                <a:off x="10661328" y="-14256"/>
                <a:ext cx="423000" cy="6768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B89DFBD-EA81-80BD-294B-95E1550A361A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652328" y="-23256"/>
                  <a:ext cx="440640" cy="69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A5B4057-B4E5-A577-F2B2-E67D406F7ACB}"/>
                    </a:ext>
                  </a:extLst>
                </p14:cNvPr>
                <p14:cNvContentPartPr/>
                <p14:nvPr/>
              </p14:nvContentPartPr>
              <p14:xfrm>
                <a:off x="1159488" y="788904"/>
                <a:ext cx="64800" cy="223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A5B4057-B4E5-A577-F2B2-E67D406F7AC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150848" y="779904"/>
                  <a:ext cx="8244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093D2EC-DD63-5449-7298-D346D5674AE2}"/>
                    </a:ext>
                  </a:extLst>
                </p14:cNvPr>
                <p14:cNvContentPartPr/>
                <p14:nvPr/>
              </p14:nvContentPartPr>
              <p14:xfrm>
                <a:off x="875808" y="642024"/>
                <a:ext cx="797040" cy="3384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093D2EC-DD63-5449-7298-D346D5674AE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66808" y="633024"/>
                  <a:ext cx="81468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208969C-5D08-70C4-F8E1-A1A2634778FD}"/>
                    </a:ext>
                  </a:extLst>
                </p14:cNvPr>
                <p14:cNvContentPartPr/>
                <p14:nvPr/>
              </p14:nvContentPartPr>
              <p14:xfrm>
                <a:off x="2062008" y="717624"/>
                <a:ext cx="191520" cy="189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208969C-5D08-70C4-F8E1-A1A2634778FD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053368" y="708624"/>
                  <a:ext cx="20916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03CFAAA-BD27-01A1-ABB4-8B82924860A5}"/>
                    </a:ext>
                  </a:extLst>
                </p14:cNvPr>
                <p14:cNvContentPartPr/>
                <p14:nvPr/>
              </p14:nvContentPartPr>
              <p14:xfrm>
                <a:off x="2349288" y="805464"/>
                <a:ext cx="285840" cy="96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03CFAAA-BD27-01A1-ABB4-8B82924860A5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340288" y="796464"/>
                  <a:ext cx="30348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41410CB-73AE-3577-8C9E-8EC447F1EF03}"/>
                    </a:ext>
                  </a:extLst>
                </p14:cNvPr>
                <p14:cNvContentPartPr/>
                <p14:nvPr/>
              </p14:nvContentPartPr>
              <p14:xfrm>
                <a:off x="2674368" y="850824"/>
                <a:ext cx="6120" cy="799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41410CB-73AE-3577-8C9E-8EC447F1EF0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665368" y="842184"/>
                  <a:ext cx="2376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F536D3D-81F7-D2EF-1AE3-9637FF028AC5}"/>
                    </a:ext>
                  </a:extLst>
                </p14:cNvPr>
                <p14:cNvContentPartPr/>
                <p14:nvPr/>
              </p14:nvContentPartPr>
              <p14:xfrm>
                <a:off x="2683008" y="784584"/>
                <a:ext cx="1440" cy="234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F536D3D-81F7-D2EF-1AE3-9637FF028AC5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674008" y="775944"/>
                  <a:ext cx="1908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965E11E-9B90-5E2B-A480-23EDE8EA6682}"/>
                    </a:ext>
                  </a:extLst>
                </p14:cNvPr>
                <p14:cNvContentPartPr/>
                <p14:nvPr/>
              </p14:nvContentPartPr>
              <p14:xfrm>
                <a:off x="2764008" y="825624"/>
                <a:ext cx="363960" cy="651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965E11E-9B90-5E2B-A480-23EDE8EA668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755008" y="816624"/>
                  <a:ext cx="3816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4B29C59-DDD3-FB74-3809-EB9C483F51BE}"/>
                    </a:ext>
                  </a:extLst>
                </p14:cNvPr>
                <p14:cNvContentPartPr/>
                <p14:nvPr/>
              </p14:nvContentPartPr>
              <p14:xfrm>
                <a:off x="3199248" y="815184"/>
                <a:ext cx="163440" cy="349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4B29C59-DDD3-FB74-3809-EB9C483F51BE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190608" y="806184"/>
                  <a:ext cx="1810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11C6844-92BC-8283-1BC2-C1EC45B77171}"/>
                    </a:ext>
                  </a:extLst>
                </p14:cNvPr>
                <p14:cNvContentPartPr/>
                <p14:nvPr/>
              </p14:nvContentPartPr>
              <p14:xfrm>
                <a:off x="3735288" y="555984"/>
                <a:ext cx="203040" cy="3272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11C6844-92BC-8283-1BC2-C1EC45B77171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726648" y="546984"/>
                  <a:ext cx="22068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3120F9B-E15C-CEC8-9473-E61858210669}"/>
                    </a:ext>
                  </a:extLst>
                </p14:cNvPr>
                <p14:cNvContentPartPr/>
                <p14:nvPr/>
              </p14:nvContentPartPr>
              <p14:xfrm>
                <a:off x="3966768" y="727344"/>
                <a:ext cx="4680" cy="561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3120F9B-E15C-CEC8-9473-E61858210669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957768" y="718704"/>
                  <a:ext cx="2232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19F2F55-272D-A92C-4A47-C7058174DA12}"/>
                    </a:ext>
                  </a:extLst>
                </p14:cNvPr>
                <p14:cNvContentPartPr/>
                <p14:nvPr/>
              </p14:nvContentPartPr>
              <p14:xfrm>
                <a:off x="4071168" y="657144"/>
                <a:ext cx="141120" cy="1792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19F2F55-272D-A92C-4A47-C7058174DA1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062168" y="648504"/>
                  <a:ext cx="1587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971FDF8-7C47-B3D0-6A35-36F50AA7C344}"/>
                    </a:ext>
                  </a:extLst>
                </p14:cNvPr>
                <p14:cNvContentPartPr/>
                <p14:nvPr/>
              </p14:nvContentPartPr>
              <p14:xfrm>
                <a:off x="4210488" y="576504"/>
                <a:ext cx="293400" cy="2862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971FDF8-7C47-B3D0-6A35-36F50AA7C344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201848" y="567864"/>
                  <a:ext cx="31104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C8028D3-51E0-E6A4-14F5-1D383968ED41}"/>
                    </a:ext>
                  </a:extLst>
                </p14:cNvPr>
                <p14:cNvContentPartPr/>
                <p14:nvPr/>
              </p14:nvContentPartPr>
              <p14:xfrm>
                <a:off x="4528368" y="738144"/>
                <a:ext cx="4320" cy="360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C8028D3-51E0-E6A4-14F5-1D383968ED41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519728" y="729504"/>
                  <a:ext cx="219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8099059-F7F9-4400-8AE2-B0492D726D07}"/>
                    </a:ext>
                  </a:extLst>
                </p14:cNvPr>
                <p14:cNvContentPartPr/>
                <p14:nvPr/>
              </p14:nvContentPartPr>
              <p14:xfrm>
                <a:off x="4608288" y="636624"/>
                <a:ext cx="296640" cy="1771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8099059-F7F9-4400-8AE2-B0492D726D07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599288" y="627624"/>
                  <a:ext cx="31428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A23BBC2-2FFB-89D5-0414-2409DF830406}"/>
                    </a:ext>
                  </a:extLst>
                </p14:cNvPr>
                <p14:cNvContentPartPr/>
                <p14:nvPr/>
              </p14:nvContentPartPr>
              <p14:xfrm>
                <a:off x="4976928" y="742104"/>
                <a:ext cx="31320" cy="309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A23BBC2-2FFB-89D5-0414-2409DF830406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968288" y="733464"/>
                  <a:ext cx="489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CF102F5-7B4E-C19B-C32A-74B3EAD1F9F6}"/>
                    </a:ext>
                  </a:extLst>
                </p14:cNvPr>
                <p14:cNvContentPartPr/>
                <p14:nvPr/>
              </p14:nvContentPartPr>
              <p14:xfrm>
                <a:off x="5113008" y="650304"/>
                <a:ext cx="39960" cy="1641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CF102F5-7B4E-C19B-C32A-74B3EAD1F9F6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104368" y="641304"/>
                  <a:ext cx="576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5DF6508-6A57-B16A-F95B-C02305D63EF7}"/>
                    </a:ext>
                  </a:extLst>
                </p14:cNvPr>
                <p14:cNvContentPartPr/>
                <p14:nvPr/>
              </p14:nvContentPartPr>
              <p14:xfrm>
                <a:off x="5562648" y="676584"/>
                <a:ext cx="160200" cy="1666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5DF6508-6A57-B16A-F95B-C02305D63EF7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553648" y="667944"/>
                  <a:ext cx="17784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3E68E12-B4DB-E146-9AB0-78D69AFDC200}"/>
                    </a:ext>
                  </a:extLst>
                </p14:cNvPr>
                <p14:cNvContentPartPr/>
                <p14:nvPr/>
              </p14:nvContentPartPr>
              <p14:xfrm>
                <a:off x="5608728" y="706104"/>
                <a:ext cx="145440" cy="536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3E68E12-B4DB-E146-9AB0-78D69AFDC200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599728" y="697104"/>
                  <a:ext cx="16308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0819A8B-CD30-6F6F-76C1-63C28086E365}"/>
                    </a:ext>
                  </a:extLst>
                </p14:cNvPr>
                <p14:cNvContentPartPr/>
                <p14:nvPr/>
              </p14:nvContentPartPr>
              <p14:xfrm>
                <a:off x="5658408" y="619344"/>
                <a:ext cx="124560" cy="313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0819A8B-CD30-6F6F-76C1-63C28086E365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649408" y="610344"/>
                  <a:ext cx="14220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DB1728B-943B-1D88-62B9-24F514D146DA}"/>
                    </a:ext>
                  </a:extLst>
                </p14:cNvPr>
                <p14:cNvContentPartPr/>
                <p14:nvPr/>
              </p14:nvContentPartPr>
              <p14:xfrm>
                <a:off x="5885928" y="686304"/>
                <a:ext cx="70920" cy="1306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DB1728B-943B-1D88-62B9-24F514D146DA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5876928" y="677304"/>
                  <a:ext cx="885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2DEB5DC-93D5-86BB-1605-28E03DF6F5AD}"/>
                    </a:ext>
                  </a:extLst>
                </p14:cNvPr>
                <p14:cNvContentPartPr/>
                <p14:nvPr/>
              </p14:nvContentPartPr>
              <p14:xfrm>
                <a:off x="6046848" y="591624"/>
                <a:ext cx="100800" cy="2278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2DEB5DC-93D5-86BB-1605-28E03DF6F5AD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037848" y="582624"/>
                  <a:ext cx="11844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C60FA55-839E-3B4C-D6C6-90F0060ED233}"/>
                    </a:ext>
                  </a:extLst>
                </p14:cNvPr>
                <p14:cNvContentPartPr/>
                <p14:nvPr/>
              </p14:nvContentPartPr>
              <p14:xfrm>
                <a:off x="6173568" y="740304"/>
                <a:ext cx="5760" cy="295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C60FA55-839E-3B4C-D6C6-90F0060ED233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164568" y="731664"/>
                  <a:ext cx="234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15DBFF4-6268-6B64-BA16-11DEF1E442BC}"/>
                    </a:ext>
                  </a:extLst>
                </p14:cNvPr>
                <p14:cNvContentPartPr/>
                <p14:nvPr/>
              </p14:nvContentPartPr>
              <p14:xfrm>
                <a:off x="6264648" y="771264"/>
                <a:ext cx="161280" cy="514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15DBFF4-6268-6B64-BA16-11DEF1E442BC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256008" y="762624"/>
                  <a:ext cx="1789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BA1A2D3-7DDC-9DFA-0298-8A4DC858536F}"/>
                    </a:ext>
                  </a:extLst>
                </p14:cNvPr>
                <p14:cNvContentPartPr/>
                <p14:nvPr/>
              </p14:nvContentPartPr>
              <p14:xfrm>
                <a:off x="6504408" y="553104"/>
                <a:ext cx="246240" cy="2199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BA1A2D3-7DDC-9DFA-0298-8A4DC858536F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495408" y="544104"/>
                  <a:ext cx="26388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BA61C4D-300E-28C2-48C1-F1B9378B9D0E}"/>
                    </a:ext>
                  </a:extLst>
                </p14:cNvPr>
                <p14:cNvContentPartPr/>
                <p14:nvPr/>
              </p14:nvContentPartPr>
              <p14:xfrm>
                <a:off x="6749568" y="699984"/>
                <a:ext cx="2880" cy="133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BA61C4D-300E-28C2-48C1-F1B9378B9D0E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6740928" y="691344"/>
                  <a:ext cx="205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3FEC99E-C0D0-131D-681D-8A5CBE997C49}"/>
                    </a:ext>
                  </a:extLst>
                </p14:cNvPr>
                <p14:cNvContentPartPr/>
                <p14:nvPr/>
              </p14:nvContentPartPr>
              <p14:xfrm>
                <a:off x="6812208" y="681624"/>
                <a:ext cx="205560" cy="853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3FEC99E-C0D0-131D-681D-8A5CBE997C49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803208" y="672984"/>
                  <a:ext cx="2232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E243BB6-AC04-8B87-3AA3-430E3DC68A58}"/>
                    </a:ext>
                  </a:extLst>
                </p14:cNvPr>
                <p14:cNvContentPartPr/>
                <p14:nvPr/>
              </p14:nvContentPartPr>
              <p14:xfrm>
                <a:off x="7019568" y="620424"/>
                <a:ext cx="86040" cy="295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E243BB6-AC04-8B87-3AA3-430E3DC68A58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7010568" y="611424"/>
                  <a:ext cx="1036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931C5AC-7E9B-6616-C0B1-8BD276E11899}"/>
                    </a:ext>
                  </a:extLst>
                </p14:cNvPr>
                <p14:cNvContentPartPr/>
                <p14:nvPr/>
              </p14:nvContentPartPr>
              <p14:xfrm>
                <a:off x="6326208" y="591264"/>
                <a:ext cx="133200" cy="284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931C5AC-7E9B-6616-C0B1-8BD276E11899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317568" y="582264"/>
                  <a:ext cx="1508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B5C4F29-8A47-5185-7E42-FE772AEE13C2}"/>
                    </a:ext>
                  </a:extLst>
                </p14:cNvPr>
                <p14:cNvContentPartPr/>
                <p14:nvPr/>
              </p14:nvContentPartPr>
              <p14:xfrm>
                <a:off x="7570728" y="505224"/>
                <a:ext cx="181080" cy="4503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B5C4F29-8A47-5185-7E42-FE772AEE13C2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7561728" y="496224"/>
                  <a:ext cx="19872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D8B8247-A6E9-5025-D58C-CD31ADD2B2E2}"/>
                    </a:ext>
                  </a:extLst>
                </p14:cNvPr>
                <p14:cNvContentPartPr/>
                <p14:nvPr/>
              </p14:nvContentPartPr>
              <p14:xfrm>
                <a:off x="7918848" y="594144"/>
                <a:ext cx="246960" cy="1886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D8B8247-A6E9-5025-D58C-CD31ADD2B2E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7909848" y="585504"/>
                  <a:ext cx="2646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1D7D06F-817A-0A26-116F-D19DB145DA42}"/>
                    </a:ext>
                  </a:extLst>
                </p14:cNvPr>
                <p14:cNvContentPartPr/>
                <p14:nvPr/>
              </p14:nvContentPartPr>
              <p14:xfrm>
                <a:off x="8276328" y="615744"/>
                <a:ext cx="139320" cy="1886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1D7D06F-817A-0A26-116F-D19DB145DA42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267688" y="607104"/>
                  <a:ext cx="15696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E08E728-DA97-F7AF-7F61-DB99751545BB}"/>
                    </a:ext>
                  </a:extLst>
                </p14:cNvPr>
                <p14:cNvContentPartPr/>
                <p14:nvPr/>
              </p14:nvContentPartPr>
              <p14:xfrm>
                <a:off x="8523648" y="632664"/>
                <a:ext cx="126720" cy="1792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E08E728-DA97-F7AF-7F61-DB99751545BB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8515008" y="624024"/>
                  <a:ext cx="1443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F8C3073-4D17-412E-798B-7CE8ECC14FC0}"/>
                    </a:ext>
                  </a:extLst>
                </p14:cNvPr>
                <p14:cNvContentPartPr/>
                <p14:nvPr/>
              </p14:nvContentPartPr>
              <p14:xfrm>
                <a:off x="8573328" y="724824"/>
                <a:ext cx="131760" cy="352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F8C3073-4D17-412E-798B-7CE8ECC14FC0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8564328" y="715824"/>
                  <a:ext cx="14940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C4AC3AC-D3A7-6DAA-CD0E-56263A23C881}"/>
                    </a:ext>
                  </a:extLst>
                </p14:cNvPr>
                <p14:cNvContentPartPr/>
                <p14:nvPr/>
              </p14:nvContentPartPr>
              <p14:xfrm>
                <a:off x="8605728" y="528624"/>
                <a:ext cx="345960" cy="4712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C4AC3AC-D3A7-6DAA-CD0E-56263A23C881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597088" y="519984"/>
                  <a:ext cx="363600" cy="48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F31B5A3-4822-3274-9EBD-DC29A2149477}"/>
                    </a:ext>
                  </a:extLst>
                </p14:cNvPr>
                <p14:cNvContentPartPr/>
                <p14:nvPr/>
              </p14:nvContentPartPr>
              <p14:xfrm>
                <a:off x="9197568" y="586224"/>
                <a:ext cx="647280" cy="3870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F31B5A3-4822-3274-9EBD-DC29A2149477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9188568" y="577584"/>
                  <a:ext cx="66492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7C7DBE0-B3D6-44F0-6A77-A860506A45A1}"/>
                    </a:ext>
                  </a:extLst>
                </p14:cNvPr>
                <p14:cNvContentPartPr/>
                <p14:nvPr/>
              </p14:nvContentPartPr>
              <p14:xfrm>
                <a:off x="9906408" y="792504"/>
                <a:ext cx="2520" cy="126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7C7DBE0-B3D6-44F0-6A77-A860506A45A1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897408" y="783504"/>
                  <a:ext cx="201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047F537-9347-214E-4B25-E6BFF13E598B}"/>
                    </a:ext>
                  </a:extLst>
                </p14:cNvPr>
                <p14:cNvContentPartPr/>
                <p14:nvPr/>
              </p14:nvContentPartPr>
              <p14:xfrm>
                <a:off x="9983448" y="818064"/>
                <a:ext cx="138960" cy="320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047F537-9347-214E-4B25-E6BFF13E598B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9974808" y="809424"/>
                  <a:ext cx="1566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25949DA-F214-69D7-9D32-9A2DEBBE8B23}"/>
                    </a:ext>
                  </a:extLst>
                </p14:cNvPr>
                <p14:cNvContentPartPr/>
                <p14:nvPr/>
              </p14:nvContentPartPr>
              <p14:xfrm>
                <a:off x="10226088" y="701424"/>
                <a:ext cx="216360" cy="1393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25949DA-F214-69D7-9D32-9A2DEBBE8B23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0217448" y="692424"/>
                  <a:ext cx="2340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8510443-6AE5-8B53-2787-472B603F569F}"/>
                    </a:ext>
                  </a:extLst>
                </p14:cNvPr>
                <p14:cNvContentPartPr/>
                <p14:nvPr/>
              </p14:nvContentPartPr>
              <p14:xfrm>
                <a:off x="10515888" y="768384"/>
                <a:ext cx="50040" cy="140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8510443-6AE5-8B53-2787-472B603F569F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507248" y="759384"/>
                  <a:ext cx="676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813C0DF-87B0-B7FD-DC95-A22AC38A659B}"/>
                    </a:ext>
                  </a:extLst>
                </p14:cNvPr>
                <p14:cNvContentPartPr/>
                <p14:nvPr/>
              </p14:nvContentPartPr>
              <p14:xfrm>
                <a:off x="9840168" y="703584"/>
                <a:ext cx="23400" cy="43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813C0DF-87B0-B7FD-DC95-A22AC38A659B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831528" y="694584"/>
                  <a:ext cx="410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EFCD2DA-5615-827F-25F7-D7A95A04E796}"/>
                    </a:ext>
                  </a:extLst>
                </p14:cNvPr>
                <p14:cNvContentPartPr/>
                <p14:nvPr/>
              </p14:nvContentPartPr>
              <p14:xfrm>
                <a:off x="9874728" y="664344"/>
                <a:ext cx="120960" cy="298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EFCD2DA-5615-827F-25F7-D7A95A04E796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865728" y="655704"/>
                  <a:ext cx="1386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C35D3A0-9531-F34E-CD06-0631C20539C4}"/>
                    </a:ext>
                  </a:extLst>
                </p14:cNvPr>
                <p14:cNvContentPartPr/>
                <p14:nvPr/>
              </p14:nvContentPartPr>
              <p14:xfrm>
                <a:off x="10943208" y="594504"/>
                <a:ext cx="295560" cy="3690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C35D3A0-9531-F34E-CD06-0631C20539C4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934208" y="585864"/>
                  <a:ext cx="31320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5DA52713-C845-C5FB-B956-2051D5C68866}"/>
                    </a:ext>
                  </a:extLst>
                </p14:cNvPr>
                <p14:cNvContentPartPr/>
                <p14:nvPr/>
              </p14:nvContentPartPr>
              <p14:xfrm>
                <a:off x="10939248" y="762624"/>
                <a:ext cx="619560" cy="1533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5DA52713-C845-C5FB-B956-2051D5C68866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0930608" y="753624"/>
                  <a:ext cx="63720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77267A9-0979-3453-9E62-1DC8127383FB}"/>
                    </a:ext>
                  </a:extLst>
                </p14:cNvPr>
                <p14:cNvContentPartPr/>
                <p14:nvPr/>
              </p14:nvContentPartPr>
              <p14:xfrm>
                <a:off x="1601928" y="1276704"/>
                <a:ext cx="235800" cy="1418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77267A9-0979-3453-9E62-1DC8127383FB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592928" y="1267704"/>
                  <a:ext cx="25344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4B2C491-510F-F011-53FA-99CD9BDCC7D5}"/>
                    </a:ext>
                  </a:extLst>
                </p14:cNvPr>
                <p14:cNvContentPartPr/>
                <p14:nvPr/>
              </p14:nvContentPartPr>
              <p14:xfrm>
                <a:off x="2036088" y="1310904"/>
                <a:ext cx="155160" cy="788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4B2C491-510F-F011-53FA-99CD9BDCC7D5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2027448" y="1301904"/>
                  <a:ext cx="17280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FA86F6E-06E7-604D-DCFD-951E2405D768}"/>
                    </a:ext>
                  </a:extLst>
                </p14:cNvPr>
                <p14:cNvContentPartPr/>
                <p14:nvPr/>
              </p14:nvContentPartPr>
              <p14:xfrm>
                <a:off x="2306808" y="1159344"/>
                <a:ext cx="316440" cy="1731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FA86F6E-06E7-604D-DCFD-951E2405D768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2297808" y="1150344"/>
                  <a:ext cx="3340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D5CC845-28A1-ED98-8935-B08641BF43B9}"/>
                    </a:ext>
                  </a:extLst>
                </p14:cNvPr>
                <p14:cNvContentPartPr/>
                <p14:nvPr/>
              </p14:nvContentPartPr>
              <p14:xfrm>
                <a:off x="3554568" y="1047384"/>
                <a:ext cx="274680" cy="2606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D5CC845-28A1-ED98-8935-B08641BF43B9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3545928" y="1038384"/>
                  <a:ext cx="29232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5B79817-6529-054E-8FFA-10676C63C7A1}"/>
                    </a:ext>
                  </a:extLst>
                </p14:cNvPr>
                <p14:cNvContentPartPr/>
                <p14:nvPr/>
              </p14:nvContentPartPr>
              <p14:xfrm>
                <a:off x="3723768" y="1202544"/>
                <a:ext cx="258840" cy="442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5B79817-6529-054E-8FFA-10676C63C7A1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3715128" y="1193904"/>
                  <a:ext cx="27648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F206DFB-026D-2376-FD3E-A57DEBF8C044}"/>
                    </a:ext>
                  </a:extLst>
                </p14:cNvPr>
                <p14:cNvContentPartPr/>
                <p14:nvPr/>
              </p14:nvContentPartPr>
              <p14:xfrm>
                <a:off x="4144248" y="1159704"/>
                <a:ext cx="439560" cy="1476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F206DFB-026D-2376-FD3E-A57DEBF8C044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135248" y="1150704"/>
                  <a:ext cx="45720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1B32943-0CDC-9859-A223-DC8B7AA134C8}"/>
                    </a:ext>
                  </a:extLst>
                </p14:cNvPr>
                <p14:cNvContentPartPr/>
                <p14:nvPr/>
              </p14:nvContentPartPr>
              <p14:xfrm>
                <a:off x="4830048" y="1058904"/>
                <a:ext cx="593640" cy="2131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1B32943-0CDC-9859-A223-DC8B7AA134C8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821408" y="1049904"/>
                  <a:ext cx="61128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9C2ED0C-E742-471E-C99B-58082FF46184}"/>
                    </a:ext>
                  </a:extLst>
                </p14:cNvPr>
                <p14:cNvContentPartPr/>
                <p14:nvPr/>
              </p14:nvContentPartPr>
              <p14:xfrm>
                <a:off x="5688648" y="1215144"/>
                <a:ext cx="170640" cy="810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9C2ED0C-E742-471E-C99B-58082FF46184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5679648" y="1206144"/>
                  <a:ext cx="18828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216D359-58F8-DABE-476C-1DEFE0B6817B}"/>
                    </a:ext>
                  </a:extLst>
                </p14:cNvPr>
                <p14:cNvContentPartPr/>
                <p14:nvPr/>
              </p14:nvContentPartPr>
              <p14:xfrm>
                <a:off x="5720328" y="1113264"/>
                <a:ext cx="35280" cy="320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216D359-58F8-DABE-476C-1DEFE0B6817B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5711328" y="1104264"/>
                  <a:ext cx="5292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356E64E-535C-EBCC-114A-DA6327012676}"/>
                    </a:ext>
                  </a:extLst>
                </p14:cNvPr>
                <p14:cNvContentPartPr/>
                <p14:nvPr/>
              </p14:nvContentPartPr>
              <p14:xfrm>
                <a:off x="6172848" y="1180224"/>
                <a:ext cx="344160" cy="2473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356E64E-535C-EBCC-114A-DA6327012676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6163848" y="1171224"/>
                  <a:ext cx="36180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17B13D1-E409-C002-AA91-5FA057514D3E}"/>
                    </a:ext>
                  </a:extLst>
                </p14:cNvPr>
                <p14:cNvContentPartPr/>
                <p14:nvPr/>
              </p14:nvContentPartPr>
              <p14:xfrm>
                <a:off x="6478488" y="1126584"/>
                <a:ext cx="2520" cy="234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17B13D1-E409-C002-AA91-5FA057514D3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469488" y="1117584"/>
                  <a:ext cx="2016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3F97DB1-12B0-7282-0DBD-C42B6D158397}"/>
                    </a:ext>
                  </a:extLst>
                </p14:cNvPr>
                <p14:cNvContentPartPr/>
                <p14:nvPr/>
              </p14:nvContentPartPr>
              <p14:xfrm>
                <a:off x="6598008" y="1243584"/>
                <a:ext cx="48600" cy="446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3F97DB1-12B0-7282-0DBD-C42B6D15839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589008" y="1234944"/>
                  <a:ext cx="6624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B423CC2-8970-4240-F813-6A4C9F41A483}"/>
                    </a:ext>
                  </a:extLst>
                </p14:cNvPr>
                <p14:cNvContentPartPr/>
                <p14:nvPr/>
              </p14:nvContentPartPr>
              <p14:xfrm>
                <a:off x="6721488" y="1246464"/>
                <a:ext cx="209520" cy="525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B423CC2-8970-4240-F813-6A4C9F41A48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712848" y="1237464"/>
                  <a:ext cx="2271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6F1484A5-2554-F822-C880-272B1A68DCC2}"/>
                    </a:ext>
                  </a:extLst>
                </p14:cNvPr>
                <p14:cNvContentPartPr/>
                <p14:nvPr/>
              </p14:nvContentPartPr>
              <p14:xfrm>
                <a:off x="3702168" y="1781424"/>
                <a:ext cx="204120" cy="5227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6F1484A5-2554-F822-C880-272B1A68DCC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693168" y="1772424"/>
                  <a:ext cx="221760" cy="54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54A9C7C-F453-5A8A-96DE-59D36771A878}"/>
                    </a:ext>
                  </a:extLst>
                </p14:cNvPr>
                <p14:cNvContentPartPr/>
                <p14:nvPr/>
              </p14:nvContentPartPr>
              <p14:xfrm>
                <a:off x="3938328" y="2245464"/>
                <a:ext cx="160200" cy="921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54A9C7C-F453-5A8A-96DE-59D36771A878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929328" y="2236464"/>
                  <a:ext cx="17784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D3A3CA6-9EF4-39D8-3666-48AE54BD75C0}"/>
                    </a:ext>
                  </a:extLst>
                </p14:cNvPr>
                <p14:cNvContentPartPr/>
                <p14:nvPr/>
              </p14:nvContentPartPr>
              <p14:xfrm>
                <a:off x="4170528" y="2259144"/>
                <a:ext cx="78120" cy="1108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D3A3CA6-9EF4-39D8-3666-48AE54BD75C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161888" y="2250504"/>
                  <a:ext cx="9576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96D2ED0D-EB94-BCA3-E97A-DEA3DA8931F2}"/>
                    </a:ext>
                  </a:extLst>
                </p14:cNvPr>
                <p14:cNvContentPartPr/>
                <p14:nvPr/>
              </p14:nvContentPartPr>
              <p14:xfrm>
                <a:off x="4325688" y="2281104"/>
                <a:ext cx="82800" cy="1130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96D2ED0D-EB94-BCA3-E97A-DEA3DA8931F2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316688" y="2272104"/>
                  <a:ext cx="1004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EDB4A0FC-05FD-A598-B61E-FFCFEA6EE69C}"/>
                    </a:ext>
                  </a:extLst>
                </p14:cNvPr>
                <p14:cNvContentPartPr/>
                <p14:nvPr/>
              </p14:nvContentPartPr>
              <p14:xfrm>
                <a:off x="4372128" y="2322144"/>
                <a:ext cx="73080" cy="345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EDB4A0FC-05FD-A598-B61E-FFCFEA6EE69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363488" y="2313504"/>
                  <a:ext cx="907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A06A16A-2004-959C-CE18-50D4D5BED86E}"/>
                    </a:ext>
                  </a:extLst>
                </p14:cNvPr>
                <p14:cNvContentPartPr/>
                <p14:nvPr/>
              </p14:nvContentPartPr>
              <p14:xfrm>
                <a:off x="4370688" y="2270664"/>
                <a:ext cx="60840" cy="234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A06A16A-2004-959C-CE18-50D4D5BED86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361688" y="2262024"/>
                  <a:ext cx="7848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3187C013-5A33-DEEE-6559-FB8F875F2F77}"/>
                    </a:ext>
                  </a:extLst>
                </p14:cNvPr>
                <p14:cNvContentPartPr/>
                <p14:nvPr/>
              </p14:nvContentPartPr>
              <p14:xfrm>
                <a:off x="4551048" y="1786464"/>
                <a:ext cx="164160" cy="5360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3187C013-5A33-DEEE-6559-FB8F875F2F7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542048" y="1777824"/>
                  <a:ext cx="181800" cy="55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B84B48C9-477A-D152-1101-1AF97AF21987}"/>
                    </a:ext>
                  </a:extLst>
                </p14:cNvPr>
                <p14:cNvContentPartPr/>
                <p14:nvPr/>
              </p14:nvContentPartPr>
              <p14:xfrm>
                <a:off x="4833648" y="1914984"/>
                <a:ext cx="189720" cy="2577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B84B48C9-477A-D152-1101-1AF97AF2198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824648" y="1905984"/>
                  <a:ext cx="20736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FE8E3575-1633-43EA-584F-CD6D3C41A534}"/>
                    </a:ext>
                  </a:extLst>
                </p14:cNvPr>
                <p14:cNvContentPartPr/>
                <p14:nvPr/>
              </p14:nvContentPartPr>
              <p14:xfrm>
                <a:off x="4856688" y="2062224"/>
                <a:ext cx="218880" cy="478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FE8E3575-1633-43EA-584F-CD6D3C41A534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848048" y="2053224"/>
                  <a:ext cx="23652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BEC2D76-5553-525E-C606-65DB6CB42632}"/>
                    </a:ext>
                  </a:extLst>
                </p14:cNvPr>
                <p14:cNvContentPartPr/>
                <p14:nvPr/>
              </p14:nvContentPartPr>
              <p14:xfrm>
                <a:off x="5170248" y="1983744"/>
                <a:ext cx="405360" cy="1303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BEC2D76-5553-525E-C606-65DB6CB4263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161248" y="1975104"/>
                  <a:ext cx="4230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591DC34F-E493-C0EE-72E5-B9BEB0312EAD}"/>
                    </a:ext>
                  </a:extLst>
                </p14:cNvPr>
                <p14:cNvContentPartPr/>
                <p14:nvPr/>
              </p14:nvContentPartPr>
              <p14:xfrm>
                <a:off x="5713848" y="1858104"/>
                <a:ext cx="198360" cy="2343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591DC34F-E493-C0EE-72E5-B9BEB0312EAD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705208" y="1849104"/>
                  <a:ext cx="21600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AD976977-AE6E-D8F0-9CD9-E79FD54C2778}"/>
                    </a:ext>
                  </a:extLst>
                </p14:cNvPr>
                <p14:cNvContentPartPr/>
                <p14:nvPr/>
              </p14:nvContentPartPr>
              <p14:xfrm>
                <a:off x="5959728" y="1692144"/>
                <a:ext cx="185400" cy="5936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AD976977-AE6E-D8F0-9CD9-E79FD54C2778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950728" y="1683144"/>
                  <a:ext cx="203040" cy="61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14DC017E-D957-EBA5-53AC-69F52848369F}"/>
                    </a:ext>
                  </a:extLst>
                </p14:cNvPr>
                <p14:cNvContentPartPr/>
                <p14:nvPr/>
              </p14:nvContentPartPr>
              <p14:xfrm>
                <a:off x="6470928" y="1901664"/>
                <a:ext cx="216720" cy="198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14DC017E-D957-EBA5-53AC-69F52848369F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462288" y="1892664"/>
                  <a:ext cx="2343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E107305-1109-EF52-AD71-267A8A391454}"/>
                    </a:ext>
                  </a:extLst>
                </p14:cNvPr>
                <p14:cNvContentPartPr/>
                <p14:nvPr/>
              </p14:nvContentPartPr>
              <p14:xfrm>
                <a:off x="6560208" y="1987344"/>
                <a:ext cx="190440" cy="151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E107305-1109-EF52-AD71-267A8A391454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551208" y="1978704"/>
                  <a:ext cx="2080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A9DD07A-9822-D6D8-D401-66706D716A2D}"/>
                    </a:ext>
                  </a:extLst>
                </p14:cNvPr>
                <p14:cNvContentPartPr/>
                <p14:nvPr/>
              </p14:nvContentPartPr>
              <p14:xfrm>
                <a:off x="7232328" y="1122624"/>
                <a:ext cx="111240" cy="1782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A9DD07A-9822-D6D8-D401-66706D716A2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223328" y="1113984"/>
                  <a:ext cx="1288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05AA5C4-8260-A21C-3E38-CAFBF14EC757}"/>
                    </a:ext>
                  </a:extLst>
                </p14:cNvPr>
                <p14:cNvContentPartPr/>
                <p14:nvPr/>
              </p14:nvContentPartPr>
              <p14:xfrm>
                <a:off x="7377048" y="1230264"/>
                <a:ext cx="155520" cy="3632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05AA5C4-8260-A21C-3E38-CAFBF14EC75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368048" y="1221624"/>
                  <a:ext cx="17316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EBF3E3D-7F27-CF70-17B0-77B588CAB5EF}"/>
                    </a:ext>
                  </a:extLst>
                </p14:cNvPr>
                <p14:cNvContentPartPr/>
                <p14:nvPr/>
              </p14:nvContentPartPr>
              <p14:xfrm>
                <a:off x="7827408" y="1146744"/>
                <a:ext cx="59040" cy="2354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EBF3E3D-7F27-CF70-17B0-77B588CAB5E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818768" y="1137744"/>
                  <a:ext cx="7668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6079430-8010-9E35-C39B-1C5E47B0FEF3}"/>
                    </a:ext>
                  </a:extLst>
                </p14:cNvPr>
                <p14:cNvContentPartPr/>
                <p14:nvPr/>
              </p14:nvContentPartPr>
              <p14:xfrm>
                <a:off x="7872408" y="1058904"/>
                <a:ext cx="362520" cy="2754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6079430-8010-9E35-C39B-1C5E47B0FEF3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863768" y="1050264"/>
                  <a:ext cx="38016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256D4648-F48C-B5E8-A19B-E0624DBC33B1}"/>
                    </a:ext>
                  </a:extLst>
                </p14:cNvPr>
                <p14:cNvContentPartPr/>
                <p14:nvPr/>
              </p14:nvContentPartPr>
              <p14:xfrm>
                <a:off x="8622648" y="1206864"/>
                <a:ext cx="369000" cy="1202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256D4648-F48C-B5E8-A19B-E0624DBC33B1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613648" y="1197864"/>
                  <a:ext cx="38664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B1F4174-4190-ADE9-93F0-D6C82EF67186}"/>
                    </a:ext>
                  </a:extLst>
                </p14:cNvPr>
                <p14:cNvContentPartPr/>
                <p14:nvPr/>
              </p14:nvContentPartPr>
              <p14:xfrm>
                <a:off x="9148968" y="1149264"/>
                <a:ext cx="245160" cy="4096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B1F4174-4190-ADE9-93F0-D6C82EF67186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139968" y="1140624"/>
                  <a:ext cx="262800" cy="42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6C7EB0B-4F14-F24F-8C49-EF3FD343DB7C}"/>
                    </a:ext>
                  </a:extLst>
                </p14:cNvPr>
                <p14:cNvContentPartPr/>
                <p14:nvPr/>
              </p14:nvContentPartPr>
              <p14:xfrm>
                <a:off x="9523728" y="1196784"/>
                <a:ext cx="136080" cy="1123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6C7EB0B-4F14-F24F-8C49-EF3FD343DB7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514728" y="1188144"/>
                  <a:ext cx="1537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FCB57A5-A78B-95AD-6AE8-8C9DE6C531FB}"/>
                    </a:ext>
                  </a:extLst>
                </p14:cNvPr>
                <p14:cNvContentPartPr/>
                <p14:nvPr/>
              </p14:nvContentPartPr>
              <p14:xfrm>
                <a:off x="9755928" y="1193544"/>
                <a:ext cx="285120" cy="727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FCB57A5-A78B-95AD-6AE8-8C9DE6C531FB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746928" y="1184544"/>
                  <a:ext cx="30276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334E520-665A-C719-0C6E-E01718F62864}"/>
                    </a:ext>
                  </a:extLst>
                </p14:cNvPr>
                <p14:cNvContentPartPr/>
                <p14:nvPr/>
              </p14:nvContentPartPr>
              <p14:xfrm>
                <a:off x="10110528" y="1182744"/>
                <a:ext cx="12960" cy="669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334E520-665A-C719-0C6E-E01718F6286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101528" y="1174104"/>
                  <a:ext cx="3060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148FC2D-775E-D434-A821-2B6FA1218065}"/>
                    </a:ext>
                  </a:extLst>
                </p14:cNvPr>
                <p14:cNvContentPartPr/>
                <p14:nvPr/>
              </p14:nvContentPartPr>
              <p14:xfrm>
                <a:off x="10162008" y="1087704"/>
                <a:ext cx="15840" cy="144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148FC2D-775E-D434-A821-2B6FA1218065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153008" y="1078704"/>
                  <a:ext cx="334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4B33D1B-4E3E-5730-5267-7573D6291A48}"/>
                    </a:ext>
                  </a:extLst>
                </p14:cNvPr>
                <p14:cNvContentPartPr/>
                <p14:nvPr/>
              </p14:nvContentPartPr>
              <p14:xfrm>
                <a:off x="10233648" y="1138104"/>
                <a:ext cx="279360" cy="968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4B33D1B-4E3E-5730-5267-7573D6291A4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225008" y="1129104"/>
                  <a:ext cx="2970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4A1E892A-C8F3-920D-CAB1-811BE870605D}"/>
                    </a:ext>
                  </a:extLst>
                </p14:cNvPr>
                <p14:cNvContentPartPr/>
                <p14:nvPr/>
              </p14:nvContentPartPr>
              <p14:xfrm>
                <a:off x="7366608" y="1778544"/>
                <a:ext cx="441360" cy="2325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4A1E892A-C8F3-920D-CAB1-811BE870605D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357608" y="1769904"/>
                  <a:ext cx="45900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6D8FE359-C03B-0E29-4415-AD87822476BE}"/>
                    </a:ext>
                  </a:extLst>
                </p14:cNvPr>
                <p14:cNvContentPartPr/>
                <p14:nvPr/>
              </p14:nvContentPartPr>
              <p14:xfrm>
                <a:off x="7901928" y="1829664"/>
                <a:ext cx="394920" cy="968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6D8FE359-C03B-0E29-4415-AD87822476B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893288" y="1820664"/>
                  <a:ext cx="4125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367CBFFA-913B-A338-74DB-8C5E129CF5E8}"/>
                    </a:ext>
                  </a:extLst>
                </p14:cNvPr>
                <p14:cNvContentPartPr/>
                <p14:nvPr/>
              </p14:nvContentPartPr>
              <p14:xfrm>
                <a:off x="8290368" y="1869984"/>
                <a:ext cx="80640" cy="2844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367CBFFA-913B-A338-74DB-8C5E129CF5E8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8281368" y="1860984"/>
                  <a:ext cx="982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7446AE29-B51B-81FD-59EC-A753940E960C}"/>
                    </a:ext>
                  </a:extLst>
                </p14:cNvPr>
                <p14:cNvContentPartPr/>
                <p14:nvPr/>
              </p14:nvContentPartPr>
              <p14:xfrm>
                <a:off x="8548848" y="1668744"/>
                <a:ext cx="206640" cy="40536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7446AE29-B51B-81FD-59EC-A753940E960C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539848" y="1659744"/>
                  <a:ext cx="224280" cy="42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53566D1D-2679-0D8C-A99F-C0CE3A0939C2}"/>
                    </a:ext>
                  </a:extLst>
                </p14:cNvPr>
                <p14:cNvContentPartPr/>
                <p14:nvPr/>
              </p14:nvContentPartPr>
              <p14:xfrm>
                <a:off x="8881848" y="1766304"/>
                <a:ext cx="158400" cy="17820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53566D1D-2679-0D8C-A99F-C0CE3A0939C2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873208" y="1757304"/>
                  <a:ext cx="17604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D90A04C4-84FE-9DFC-5859-40E08EE41EE2}"/>
                    </a:ext>
                  </a:extLst>
                </p14:cNvPr>
                <p14:cNvContentPartPr/>
                <p14:nvPr/>
              </p14:nvContentPartPr>
              <p14:xfrm>
                <a:off x="8910288" y="1863864"/>
                <a:ext cx="168840" cy="3888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D90A04C4-84FE-9DFC-5859-40E08EE41EE2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901648" y="1855224"/>
                  <a:ext cx="1864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CFE62A72-0F8C-2162-D8BF-B67B1B59F113}"/>
                    </a:ext>
                  </a:extLst>
                </p14:cNvPr>
                <p14:cNvContentPartPr/>
                <p14:nvPr/>
              </p14:nvContentPartPr>
              <p14:xfrm>
                <a:off x="9186048" y="1820304"/>
                <a:ext cx="400320" cy="12600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CFE62A72-0F8C-2162-D8BF-B67B1B59F113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177048" y="1811304"/>
                  <a:ext cx="4179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C0B6C08D-D802-21BA-2A6F-0AFD9613F30E}"/>
                    </a:ext>
                  </a:extLst>
                </p14:cNvPr>
                <p14:cNvContentPartPr/>
                <p14:nvPr/>
              </p14:nvContentPartPr>
              <p14:xfrm>
                <a:off x="9771408" y="1731384"/>
                <a:ext cx="186840" cy="18720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C0B6C08D-D802-21BA-2A6F-0AFD9613F30E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762768" y="1722744"/>
                  <a:ext cx="20448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69418082-3CA4-B1A8-F177-DCF2EB624C62}"/>
                    </a:ext>
                  </a:extLst>
                </p14:cNvPr>
                <p14:cNvContentPartPr/>
                <p14:nvPr/>
              </p14:nvContentPartPr>
              <p14:xfrm>
                <a:off x="9652248" y="1632384"/>
                <a:ext cx="481680" cy="52416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69418082-3CA4-B1A8-F177-DCF2EB624C62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643608" y="1623744"/>
                  <a:ext cx="499320" cy="54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C017B118-1D51-348B-5D22-49E696F450F3}"/>
                    </a:ext>
                  </a:extLst>
                </p14:cNvPr>
                <p14:cNvContentPartPr/>
                <p14:nvPr/>
              </p14:nvContentPartPr>
              <p14:xfrm>
                <a:off x="7587648" y="2094984"/>
                <a:ext cx="2409840" cy="21276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C017B118-1D51-348B-5D22-49E696F450F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578648" y="2085984"/>
                  <a:ext cx="242748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6229E6B8-193E-FAF4-8922-D9E365161AD9}"/>
                    </a:ext>
                  </a:extLst>
                </p14:cNvPr>
                <p14:cNvContentPartPr/>
                <p14:nvPr/>
              </p14:nvContentPartPr>
              <p14:xfrm>
                <a:off x="7703928" y="2397744"/>
                <a:ext cx="369360" cy="49716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6229E6B8-193E-FAF4-8922-D9E365161AD9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694928" y="2389104"/>
                  <a:ext cx="387000" cy="51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97D1DD1C-62B2-7926-9D8A-94E853DFF108}"/>
                    </a:ext>
                  </a:extLst>
                </p14:cNvPr>
                <p14:cNvContentPartPr/>
                <p14:nvPr/>
              </p14:nvContentPartPr>
              <p14:xfrm>
                <a:off x="7752168" y="2991024"/>
                <a:ext cx="385200" cy="18180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97D1DD1C-62B2-7926-9D8A-94E853DFF108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743528" y="2982024"/>
                  <a:ext cx="40284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D236E51E-7427-557F-C80C-2A5F5E9DFE4E}"/>
                    </a:ext>
                  </a:extLst>
                </p14:cNvPr>
                <p14:cNvContentPartPr/>
                <p14:nvPr/>
              </p14:nvContentPartPr>
              <p14:xfrm>
                <a:off x="8265888" y="2475864"/>
                <a:ext cx="285840" cy="23580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D236E51E-7427-557F-C80C-2A5F5E9DFE4E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256888" y="2467224"/>
                  <a:ext cx="30348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B08678AD-4EFD-1E9E-6B64-66A1C45CF493}"/>
                    </a:ext>
                  </a:extLst>
                </p14:cNvPr>
                <p14:cNvContentPartPr/>
                <p14:nvPr/>
              </p14:nvContentPartPr>
              <p14:xfrm>
                <a:off x="8647488" y="2506464"/>
                <a:ext cx="190800" cy="13608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B08678AD-4EFD-1E9E-6B64-66A1C45CF493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8638848" y="2497464"/>
                  <a:ext cx="20844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0D0DA086-9319-8AD1-244D-88D50C6A5F93}"/>
                    </a:ext>
                  </a:extLst>
                </p14:cNvPr>
                <p14:cNvContentPartPr/>
                <p14:nvPr/>
              </p14:nvContentPartPr>
              <p14:xfrm>
                <a:off x="8837928" y="2551104"/>
                <a:ext cx="106920" cy="399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0D0DA086-9319-8AD1-244D-88D50C6A5F93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8829288" y="2542104"/>
                  <a:ext cx="1245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CB94B29B-F75C-C613-7504-B3208E51B207}"/>
                    </a:ext>
                  </a:extLst>
                </p14:cNvPr>
                <p14:cNvContentPartPr/>
                <p14:nvPr/>
              </p14:nvContentPartPr>
              <p14:xfrm>
                <a:off x="9106488" y="2381184"/>
                <a:ext cx="132120" cy="39636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CB94B29B-F75C-C613-7504-B3208E51B207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097848" y="2372544"/>
                  <a:ext cx="149760" cy="4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3392E7D8-EE8A-07B2-0AEE-DD251FD4C791}"/>
                    </a:ext>
                  </a:extLst>
                </p14:cNvPr>
                <p14:cNvContentPartPr/>
                <p14:nvPr/>
              </p14:nvContentPartPr>
              <p14:xfrm>
                <a:off x="9317808" y="2493144"/>
                <a:ext cx="161640" cy="19944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3392E7D8-EE8A-07B2-0AEE-DD251FD4C791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309168" y="2484504"/>
                  <a:ext cx="17928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99EC1DCC-599D-11AB-9BB3-5FA86F481BD7}"/>
                    </a:ext>
                  </a:extLst>
                </p14:cNvPr>
                <p14:cNvContentPartPr/>
                <p14:nvPr/>
              </p14:nvContentPartPr>
              <p14:xfrm>
                <a:off x="9336888" y="2581344"/>
                <a:ext cx="239760" cy="4428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99EC1DCC-599D-11AB-9BB3-5FA86F481BD7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328248" y="2572344"/>
                  <a:ext cx="2574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51461EA1-A2FC-5965-A671-FBF41F52F32C}"/>
                    </a:ext>
                  </a:extLst>
                </p14:cNvPr>
                <p14:cNvContentPartPr/>
                <p14:nvPr/>
              </p14:nvContentPartPr>
              <p14:xfrm>
                <a:off x="9652248" y="2531664"/>
                <a:ext cx="319320" cy="14184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51461EA1-A2FC-5965-A671-FBF41F52F32C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643248" y="2523024"/>
                  <a:ext cx="33696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34F72732-A65D-F40D-C4F7-1D954B3B0739}"/>
                    </a:ext>
                  </a:extLst>
                </p14:cNvPr>
                <p14:cNvContentPartPr/>
                <p14:nvPr/>
              </p14:nvContentPartPr>
              <p14:xfrm>
                <a:off x="10112688" y="2485584"/>
                <a:ext cx="202320" cy="13536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34F72732-A65D-F40D-C4F7-1D954B3B0739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103688" y="2476944"/>
                  <a:ext cx="21996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1EE55F0B-EFF5-1FAF-6984-7A464D1E116C}"/>
                    </a:ext>
                  </a:extLst>
                </p14:cNvPr>
                <p14:cNvContentPartPr/>
                <p14:nvPr/>
              </p14:nvContentPartPr>
              <p14:xfrm>
                <a:off x="10263528" y="2268504"/>
                <a:ext cx="349200" cy="49428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1EE55F0B-EFF5-1FAF-6984-7A464D1E116C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254888" y="2259864"/>
                  <a:ext cx="366840" cy="511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766643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6078E-F8EC-8694-DE9C-165583D76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14:cNvPr>
              <p14:cNvContentPartPr/>
              <p14:nvPr/>
            </p14:nvContentPartPr>
            <p14:xfrm>
              <a:off x="9997848" y="1633824"/>
              <a:ext cx="3600" cy="10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87848" y="1620324"/>
                <a:ext cx="23200" cy="275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14:cNvPr>
              <p14:cNvContentPartPr/>
              <p14:nvPr/>
            </p14:nvContentPartPr>
            <p14:xfrm>
              <a:off x="10428408" y="2647584"/>
              <a:ext cx="28080" cy="324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419408" y="2638584"/>
                <a:ext cx="4572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14:cNvPr>
              <p14:cNvContentPartPr/>
              <p14:nvPr/>
            </p14:nvContentPartPr>
            <p14:xfrm>
              <a:off x="10763568" y="2771064"/>
              <a:ext cx="1800" cy="360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754568" y="2762064"/>
                <a:ext cx="1944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14:cNvPr>
              <p14:cNvContentPartPr/>
              <p14:nvPr/>
            </p14:nvContentPartPr>
            <p14:xfrm>
              <a:off x="3774888" y="6755904"/>
              <a:ext cx="360" cy="468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65888" y="6746904"/>
                <a:ext cx="18000" cy="2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F968AE14-4CD4-05EB-923E-BADE56DDFD5B}"/>
              </a:ext>
            </a:extLst>
          </p:cNvPr>
          <p:cNvGrpSpPr/>
          <p:nvPr/>
        </p:nvGrpSpPr>
        <p:grpSpPr>
          <a:xfrm>
            <a:off x="475848" y="596664"/>
            <a:ext cx="469800" cy="438480"/>
            <a:chOff x="475848" y="596664"/>
            <a:chExt cx="469800" cy="43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29F9490-9625-A0F9-5D53-318E83233D72}"/>
                    </a:ext>
                  </a:extLst>
                </p14:cNvPr>
                <p14:cNvContentPartPr/>
                <p14:nvPr/>
              </p14:nvContentPartPr>
              <p14:xfrm>
                <a:off x="498888" y="617544"/>
                <a:ext cx="80280" cy="2962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29F9490-9625-A0F9-5D53-318E83233D7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90248" y="608904"/>
                  <a:ext cx="9792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0BEB3CF-83B4-F42B-9C4A-AC0A9F0CA202}"/>
                    </a:ext>
                  </a:extLst>
                </p14:cNvPr>
                <p14:cNvContentPartPr/>
                <p14:nvPr/>
              </p14:nvContentPartPr>
              <p14:xfrm>
                <a:off x="475848" y="596664"/>
                <a:ext cx="207360" cy="1551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0BEB3CF-83B4-F42B-9C4A-AC0A9F0CA20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67208" y="588024"/>
                  <a:ext cx="2250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84E8FD6-4890-BD1B-6607-9BA3B1C54ABD}"/>
                    </a:ext>
                  </a:extLst>
                </p14:cNvPr>
                <p14:cNvContentPartPr/>
                <p14:nvPr/>
              </p14:nvContentPartPr>
              <p14:xfrm>
                <a:off x="570168" y="694944"/>
                <a:ext cx="187560" cy="1641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84E8FD6-4890-BD1B-6607-9BA3B1C54AB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61528" y="685944"/>
                  <a:ext cx="2052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051E679-54BB-4A12-7379-74643A9A79FC}"/>
                    </a:ext>
                  </a:extLst>
                </p14:cNvPr>
                <p14:cNvContentPartPr/>
                <p14:nvPr/>
              </p14:nvContentPartPr>
              <p14:xfrm>
                <a:off x="798408" y="742104"/>
                <a:ext cx="147240" cy="2930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051E679-54BB-4A12-7379-74643A9A79F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89768" y="733104"/>
                  <a:ext cx="164880" cy="310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86D8C62-4436-2743-4A9E-BFEB22F7E26C}"/>
                  </a:ext>
                </a:extLst>
              </p14:cNvPr>
              <p14:cNvContentPartPr/>
              <p14:nvPr/>
            </p14:nvContentPartPr>
            <p14:xfrm>
              <a:off x="1105128" y="855864"/>
              <a:ext cx="11160" cy="306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86D8C62-4436-2743-4A9E-BFEB22F7E26C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096128" y="847224"/>
                <a:ext cx="2880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9B5E3C4-BFBB-269C-314C-D7AF582BCF1B}"/>
                  </a:ext>
                </a:extLst>
              </p14:cNvPr>
              <p14:cNvContentPartPr/>
              <p14:nvPr/>
            </p14:nvContentPartPr>
            <p14:xfrm>
              <a:off x="1131048" y="683784"/>
              <a:ext cx="25560" cy="507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9B5E3C4-BFBB-269C-314C-D7AF582BCF1B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122408" y="674784"/>
                <a:ext cx="43200" cy="68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1417A220-9E3F-84F2-3BDB-FE25DF469CE5}"/>
              </a:ext>
            </a:extLst>
          </p:cNvPr>
          <p:cNvGrpSpPr/>
          <p:nvPr/>
        </p:nvGrpSpPr>
        <p:grpSpPr>
          <a:xfrm>
            <a:off x="1417608" y="545544"/>
            <a:ext cx="603000" cy="342360"/>
            <a:chOff x="1417608" y="545544"/>
            <a:chExt cx="603000" cy="34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5FE6F5B-5418-DC27-8436-95876B8C38E8}"/>
                    </a:ext>
                  </a:extLst>
                </p14:cNvPr>
                <p14:cNvContentPartPr/>
                <p14:nvPr/>
              </p14:nvContentPartPr>
              <p14:xfrm>
                <a:off x="1569168" y="672984"/>
                <a:ext cx="66960" cy="2149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5FE6F5B-5418-DC27-8436-95876B8C38E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560168" y="663984"/>
                  <a:ext cx="8460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195766A-18AA-97CD-CB60-3C798163CD0F}"/>
                    </a:ext>
                  </a:extLst>
                </p14:cNvPr>
                <p14:cNvContentPartPr/>
                <p14:nvPr/>
              </p14:nvContentPartPr>
              <p14:xfrm>
                <a:off x="1417608" y="545544"/>
                <a:ext cx="603000" cy="3031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195766A-18AA-97CD-CB60-3C798163CD0F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408608" y="536904"/>
                  <a:ext cx="620640" cy="32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CFB2CB0-9EA0-ACB2-609E-AC2192C7E817}"/>
              </a:ext>
            </a:extLst>
          </p:cNvPr>
          <p:cNvGrpSpPr/>
          <p:nvPr/>
        </p:nvGrpSpPr>
        <p:grpSpPr>
          <a:xfrm>
            <a:off x="2337048" y="631584"/>
            <a:ext cx="771840" cy="183960"/>
            <a:chOff x="2337048" y="631584"/>
            <a:chExt cx="771840" cy="18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0B9DBAC-EDCA-435F-70CC-E12FA0464BB3}"/>
                    </a:ext>
                  </a:extLst>
                </p14:cNvPr>
                <p14:cNvContentPartPr/>
                <p14:nvPr/>
              </p14:nvContentPartPr>
              <p14:xfrm>
                <a:off x="2337048" y="660744"/>
                <a:ext cx="186840" cy="1548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0B9DBAC-EDCA-435F-70CC-E12FA0464BB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328408" y="651744"/>
                  <a:ext cx="20448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0497C58-3435-543B-80C7-F75D61AE840E}"/>
                    </a:ext>
                  </a:extLst>
                </p14:cNvPr>
                <p14:cNvContentPartPr/>
                <p14:nvPr/>
              </p14:nvContentPartPr>
              <p14:xfrm>
                <a:off x="2643408" y="644904"/>
                <a:ext cx="176040" cy="1368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0497C58-3435-543B-80C7-F75D61AE840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634408" y="636264"/>
                  <a:ext cx="19368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5A521C7-08D9-247A-6F2C-3EEABE2C0403}"/>
                    </a:ext>
                  </a:extLst>
                </p14:cNvPr>
                <p14:cNvContentPartPr/>
                <p14:nvPr/>
              </p14:nvContentPartPr>
              <p14:xfrm>
                <a:off x="2886768" y="662904"/>
                <a:ext cx="188640" cy="1386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5A521C7-08D9-247A-6F2C-3EEABE2C040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878128" y="653904"/>
                  <a:ext cx="2062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D5AD462-BCFA-9CF7-EBFB-F8358E922EC4}"/>
                    </a:ext>
                  </a:extLst>
                </p14:cNvPr>
                <p14:cNvContentPartPr/>
                <p14:nvPr/>
              </p14:nvContentPartPr>
              <p14:xfrm>
                <a:off x="2978208" y="707904"/>
                <a:ext cx="108000" cy="313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D5AD462-BCFA-9CF7-EBFB-F8358E922EC4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969208" y="699264"/>
                  <a:ext cx="1256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07D8CAA-5E9F-AD2B-DEDD-EB48F8A3815A}"/>
                    </a:ext>
                  </a:extLst>
                </p14:cNvPr>
                <p14:cNvContentPartPr/>
                <p14:nvPr/>
              </p14:nvContentPartPr>
              <p14:xfrm>
                <a:off x="2993328" y="631584"/>
                <a:ext cx="115560" cy="370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07D8CAA-5E9F-AD2B-DEDD-EB48F8A3815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984328" y="622584"/>
                  <a:ext cx="133200" cy="5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D3CE9DA-B6CB-F1F2-EB04-2AFAB736417A}"/>
              </a:ext>
            </a:extLst>
          </p:cNvPr>
          <p:cNvGrpSpPr/>
          <p:nvPr/>
        </p:nvGrpSpPr>
        <p:grpSpPr>
          <a:xfrm>
            <a:off x="3475368" y="431064"/>
            <a:ext cx="580680" cy="455040"/>
            <a:chOff x="3475368" y="431064"/>
            <a:chExt cx="580680" cy="45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EABC956-9C89-7C76-77D2-821EDF8B623F}"/>
                    </a:ext>
                  </a:extLst>
                </p14:cNvPr>
                <p14:cNvContentPartPr/>
                <p14:nvPr/>
              </p14:nvContentPartPr>
              <p14:xfrm>
                <a:off x="3495528" y="431064"/>
                <a:ext cx="282960" cy="4550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EABC956-9C89-7C76-77D2-821EDF8B623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486888" y="422424"/>
                  <a:ext cx="300600" cy="47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8CEB30B-5F4D-F21D-35C7-C75344272507}"/>
                    </a:ext>
                  </a:extLst>
                </p14:cNvPr>
                <p14:cNvContentPartPr/>
                <p14:nvPr/>
              </p14:nvContentPartPr>
              <p14:xfrm>
                <a:off x="3475368" y="652464"/>
                <a:ext cx="580680" cy="1357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8CEB30B-5F4D-F21D-35C7-C7534427250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466728" y="643824"/>
                  <a:ext cx="598320" cy="15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7E81103-0147-0290-210E-20117C620705}"/>
              </a:ext>
            </a:extLst>
          </p:cNvPr>
          <p:cNvGrpSpPr/>
          <p:nvPr/>
        </p:nvGrpSpPr>
        <p:grpSpPr>
          <a:xfrm>
            <a:off x="4395888" y="428904"/>
            <a:ext cx="455760" cy="305640"/>
            <a:chOff x="4395888" y="428904"/>
            <a:chExt cx="455760" cy="30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6F0B89D-0783-E69B-A5EC-E311893B9311}"/>
                    </a:ext>
                  </a:extLst>
                </p14:cNvPr>
                <p14:cNvContentPartPr/>
                <p14:nvPr/>
              </p14:nvContentPartPr>
              <p14:xfrm>
                <a:off x="4424328" y="500904"/>
                <a:ext cx="24480" cy="2336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6F0B89D-0783-E69B-A5EC-E311893B9311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415328" y="491904"/>
                  <a:ext cx="4212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E76414C-0EA7-E163-686F-99FE15D7F1C1}"/>
                    </a:ext>
                  </a:extLst>
                </p14:cNvPr>
                <p14:cNvContentPartPr/>
                <p14:nvPr/>
              </p14:nvContentPartPr>
              <p14:xfrm>
                <a:off x="4395888" y="428904"/>
                <a:ext cx="455760" cy="2757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E76414C-0EA7-E163-686F-99FE15D7F1C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386888" y="419904"/>
                  <a:ext cx="473400" cy="29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BFE9363-9344-3A16-CCAB-403966780057}"/>
              </a:ext>
            </a:extLst>
          </p:cNvPr>
          <p:cNvGrpSpPr/>
          <p:nvPr/>
        </p:nvGrpSpPr>
        <p:grpSpPr>
          <a:xfrm>
            <a:off x="5176728" y="566424"/>
            <a:ext cx="1524240" cy="284760"/>
            <a:chOff x="5176728" y="566424"/>
            <a:chExt cx="1524240" cy="28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A8CEBC0-405E-5CBD-4BED-3E4F36A3CC8B}"/>
                    </a:ext>
                  </a:extLst>
                </p14:cNvPr>
                <p14:cNvContentPartPr/>
                <p14:nvPr/>
              </p14:nvContentPartPr>
              <p14:xfrm>
                <a:off x="5176728" y="566424"/>
                <a:ext cx="379800" cy="2847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A8CEBC0-405E-5CBD-4BED-3E4F36A3CC8B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168088" y="557784"/>
                  <a:ext cx="39744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57F283B-681F-7D4F-533A-BF3A5EC8B364}"/>
                    </a:ext>
                  </a:extLst>
                </p14:cNvPr>
                <p14:cNvContentPartPr/>
                <p14:nvPr/>
              </p14:nvContentPartPr>
              <p14:xfrm>
                <a:off x="5651208" y="611424"/>
                <a:ext cx="87840" cy="468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57F283B-681F-7D4F-533A-BF3A5EC8B364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642208" y="602784"/>
                  <a:ext cx="1054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897DEB4-7A62-7E30-0599-CE6B076207DE}"/>
                    </a:ext>
                  </a:extLst>
                </p14:cNvPr>
                <p14:cNvContentPartPr/>
                <p14:nvPr/>
              </p14:nvContentPartPr>
              <p14:xfrm>
                <a:off x="5831208" y="607464"/>
                <a:ext cx="208800" cy="525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897DEB4-7A62-7E30-0599-CE6B076207DE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822208" y="598824"/>
                  <a:ext cx="2264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2F67100-9991-99E2-0FC7-419EDC9CA0DE}"/>
                    </a:ext>
                  </a:extLst>
                </p14:cNvPr>
                <p14:cNvContentPartPr/>
                <p14:nvPr/>
              </p14:nvContentPartPr>
              <p14:xfrm>
                <a:off x="6132888" y="620784"/>
                <a:ext cx="182880" cy="460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2F67100-9991-99E2-0FC7-419EDC9CA0D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123888" y="611784"/>
                  <a:ext cx="20052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184120B-D31B-3B1B-C02C-1DC4C85CDD44}"/>
                    </a:ext>
                  </a:extLst>
                </p14:cNvPr>
                <p14:cNvContentPartPr/>
                <p14:nvPr/>
              </p14:nvContentPartPr>
              <p14:xfrm>
                <a:off x="6407928" y="622944"/>
                <a:ext cx="293040" cy="698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184120B-D31B-3B1B-C02C-1DC4C85CDD44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399288" y="614304"/>
                  <a:ext cx="310680" cy="87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8F48DF25-AE23-8B4A-F166-CCDE27D15989}"/>
                  </a:ext>
                </a:extLst>
              </p14:cNvPr>
              <p14:cNvContentPartPr/>
              <p14:nvPr/>
            </p14:nvContentPartPr>
            <p14:xfrm>
              <a:off x="7072488" y="500184"/>
              <a:ext cx="759960" cy="2617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8F48DF25-AE23-8B4A-F166-CCDE27D15989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7063848" y="491184"/>
                <a:ext cx="777600" cy="27936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E9F34D97-596C-8868-9D12-68CEF44B4907}"/>
              </a:ext>
            </a:extLst>
          </p:cNvPr>
          <p:cNvGrpSpPr/>
          <p:nvPr/>
        </p:nvGrpSpPr>
        <p:grpSpPr>
          <a:xfrm>
            <a:off x="8277768" y="543744"/>
            <a:ext cx="616680" cy="189000"/>
            <a:chOff x="8277768" y="543744"/>
            <a:chExt cx="616680" cy="18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C874942-F3CC-54F9-DF5D-5E4057A0ED16}"/>
                    </a:ext>
                  </a:extLst>
                </p14:cNvPr>
                <p14:cNvContentPartPr/>
                <p14:nvPr/>
              </p14:nvContentPartPr>
              <p14:xfrm>
                <a:off x="8277768" y="607104"/>
                <a:ext cx="419760" cy="1256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C874942-F3CC-54F9-DF5D-5E4057A0ED16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268768" y="598464"/>
                  <a:ext cx="43740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7C2A4CB-5BA4-0829-6A95-06BC9760DF51}"/>
                    </a:ext>
                  </a:extLst>
                </p14:cNvPr>
                <p14:cNvContentPartPr/>
                <p14:nvPr/>
              </p14:nvContentPartPr>
              <p14:xfrm>
                <a:off x="8756208" y="543744"/>
                <a:ext cx="138240" cy="1602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7C2A4CB-5BA4-0829-6A95-06BC9760DF51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747568" y="535104"/>
                  <a:ext cx="155880" cy="17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9096447-2735-7E70-F151-C412463BAE16}"/>
              </a:ext>
            </a:extLst>
          </p:cNvPr>
          <p:cNvGrpSpPr/>
          <p:nvPr/>
        </p:nvGrpSpPr>
        <p:grpSpPr>
          <a:xfrm>
            <a:off x="9205488" y="495504"/>
            <a:ext cx="238320" cy="173880"/>
            <a:chOff x="9205488" y="495504"/>
            <a:chExt cx="238320" cy="17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D7DABB0-A3EC-D91D-C7B3-04933DF9EE95}"/>
                    </a:ext>
                  </a:extLst>
                </p14:cNvPr>
                <p14:cNvContentPartPr/>
                <p14:nvPr/>
              </p14:nvContentPartPr>
              <p14:xfrm>
                <a:off x="9205488" y="613584"/>
                <a:ext cx="8640" cy="558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D7DABB0-A3EC-D91D-C7B3-04933DF9EE95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196488" y="604584"/>
                  <a:ext cx="262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32AB788-DBDE-8FDF-CACD-D3767740C082}"/>
                    </a:ext>
                  </a:extLst>
                </p14:cNvPr>
                <p14:cNvContentPartPr/>
                <p14:nvPr/>
              </p14:nvContentPartPr>
              <p14:xfrm>
                <a:off x="9290088" y="495504"/>
                <a:ext cx="1440" cy="234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32AB788-DBDE-8FDF-CACD-D3767740C08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281448" y="486504"/>
                  <a:ext cx="1908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58FF1A9-5C39-90F6-F24D-606422F09F53}"/>
                    </a:ext>
                  </a:extLst>
                </p14:cNvPr>
                <p14:cNvContentPartPr/>
                <p14:nvPr/>
              </p14:nvContentPartPr>
              <p14:xfrm>
                <a:off x="9357048" y="586584"/>
                <a:ext cx="86760" cy="327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58FF1A9-5C39-90F6-F24D-606422F09F53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348408" y="577944"/>
                  <a:ext cx="104400" cy="5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39044D65-A5EE-9F33-418B-A70C9DF8E5F8}"/>
              </a:ext>
            </a:extLst>
          </p:cNvPr>
          <p:cNvGrpSpPr/>
          <p:nvPr/>
        </p:nvGrpSpPr>
        <p:grpSpPr>
          <a:xfrm>
            <a:off x="9793728" y="418464"/>
            <a:ext cx="1019520" cy="275040"/>
            <a:chOff x="9793728" y="418464"/>
            <a:chExt cx="1019520" cy="27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C1D0F12-F2A4-2F04-37F3-EFFD04CA5819}"/>
                    </a:ext>
                  </a:extLst>
                </p14:cNvPr>
                <p14:cNvContentPartPr/>
                <p14:nvPr/>
              </p14:nvContentPartPr>
              <p14:xfrm>
                <a:off x="9864648" y="418464"/>
                <a:ext cx="19080" cy="2750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C1D0F12-F2A4-2F04-37F3-EFFD04CA5819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855648" y="409824"/>
                  <a:ext cx="3672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681B62A-EF35-BE16-489A-0AB4AC3F455F}"/>
                    </a:ext>
                  </a:extLst>
                </p14:cNvPr>
                <p14:cNvContentPartPr/>
                <p14:nvPr/>
              </p14:nvContentPartPr>
              <p14:xfrm>
                <a:off x="9793728" y="556704"/>
                <a:ext cx="202320" cy="410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681B62A-EF35-BE16-489A-0AB4AC3F455F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784728" y="547704"/>
                  <a:ext cx="21996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8E18C31-005D-2883-0729-33175E0DA9F5}"/>
                    </a:ext>
                  </a:extLst>
                </p14:cNvPr>
                <p14:cNvContentPartPr/>
                <p14:nvPr/>
              </p14:nvContentPartPr>
              <p14:xfrm>
                <a:off x="10013688" y="575064"/>
                <a:ext cx="104760" cy="568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8E18C31-005D-2883-0729-33175E0DA9F5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004688" y="566064"/>
                  <a:ext cx="12240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1555B45-5247-D871-61AC-F28C3537FF73}"/>
                    </a:ext>
                  </a:extLst>
                </p14:cNvPr>
                <p14:cNvContentPartPr/>
                <p14:nvPr/>
              </p14:nvContentPartPr>
              <p14:xfrm>
                <a:off x="10185048" y="577944"/>
                <a:ext cx="393840" cy="77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1555B45-5247-D871-61AC-F28C3537FF7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176048" y="568944"/>
                  <a:ext cx="4114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A48EACB-B87D-B76A-F169-E1EE80FEE8AD}"/>
                    </a:ext>
                  </a:extLst>
                </p14:cNvPr>
                <p14:cNvContentPartPr/>
                <p14:nvPr/>
              </p14:nvContentPartPr>
              <p14:xfrm>
                <a:off x="10782648" y="662184"/>
                <a:ext cx="30600" cy="97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A48EACB-B87D-B76A-F169-E1EE80FEE8AD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774008" y="653184"/>
                  <a:ext cx="48240" cy="2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EB76045-D85D-9700-30C7-12955494E6F8}"/>
              </a:ext>
            </a:extLst>
          </p:cNvPr>
          <p:cNvGrpSpPr/>
          <p:nvPr/>
        </p:nvGrpSpPr>
        <p:grpSpPr>
          <a:xfrm>
            <a:off x="10894968" y="491904"/>
            <a:ext cx="1110240" cy="239760"/>
            <a:chOff x="10894968" y="491904"/>
            <a:chExt cx="1110240" cy="23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5CAEA4B-BC27-7176-749E-92BB45046C47}"/>
                    </a:ext>
                  </a:extLst>
                </p14:cNvPr>
                <p14:cNvContentPartPr/>
                <p14:nvPr/>
              </p14:nvContentPartPr>
              <p14:xfrm>
                <a:off x="10894968" y="592704"/>
                <a:ext cx="163440" cy="889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5CAEA4B-BC27-7176-749E-92BB45046C47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886328" y="583704"/>
                  <a:ext cx="18108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DFF62C7-78A2-3250-68A5-AF5D2C0614B2}"/>
                    </a:ext>
                  </a:extLst>
                </p14:cNvPr>
                <p14:cNvContentPartPr/>
                <p14:nvPr/>
              </p14:nvContentPartPr>
              <p14:xfrm>
                <a:off x="11197008" y="491904"/>
                <a:ext cx="530640" cy="2397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DFF62C7-78A2-3250-68A5-AF5D2C0614B2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1188008" y="483264"/>
                  <a:ext cx="54828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45BD020-44BE-40E7-9D10-F74742D2F73D}"/>
                    </a:ext>
                  </a:extLst>
                </p14:cNvPr>
                <p14:cNvContentPartPr/>
                <p14:nvPr/>
              </p14:nvContentPartPr>
              <p14:xfrm>
                <a:off x="11792808" y="643464"/>
                <a:ext cx="212400" cy="417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45BD020-44BE-40E7-9D10-F74742D2F73D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1784168" y="634464"/>
                  <a:ext cx="230040" cy="5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AC41027F-FF83-931C-4BAE-B191FD9BDAEB}"/>
              </a:ext>
            </a:extLst>
          </p:cNvPr>
          <p:cNvGrpSpPr/>
          <p:nvPr/>
        </p:nvGrpSpPr>
        <p:grpSpPr>
          <a:xfrm>
            <a:off x="1432368" y="972864"/>
            <a:ext cx="986040" cy="311040"/>
            <a:chOff x="1432368" y="972864"/>
            <a:chExt cx="986040" cy="31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577DD5A-5BB7-8FC6-F194-D346CE3F5797}"/>
                    </a:ext>
                  </a:extLst>
                </p14:cNvPr>
                <p14:cNvContentPartPr/>
                <p14:nvPr/>
              </p14:nvContentPartPr>
              <p14:xfrm>
                <a:off x="1432368" y="1094904"/>
                <a:ext cx="97200" cy="1440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577DD5A-5BB7-8FC6-F194-D346CE3F5797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423728" y="1086264"/>
                  <a:ext cx="1148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19F1761-E98A-B62A-2B6F-8F608D10F4FC}"/>
                    </a:ext>
                  </a:extLst>
                </p14:cNvPr>
                <p14:cNvContentPartPr/>
                <p14:nvPr/>
              </p14:nvContentPartPr>
              <p14:xfrm>
                <a:off x="1555488" y="972864"/>
                <a:ext cx="346680" cy="2156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19F1761-E98A-B62A-2B6F-8F608D10F4FC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546848" y="964224"/>
                  <a:ext cx="36432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05AF00F-65D8-DCA5-E1A3-57FC59BEE9C1}"/>
                    </a:ext>
                  </a:extLst>
                </p14:cNvPr>
                <p14:cNvContentPartPr/>
                <p14:nvPr/>
              </p14:nvContentPartPr>
              <p14:xfrm>
                <a:off x="1988568" y="1043784"/>
                <a:ext cx="118440" cy="630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05AF00F-65D8-DCA5-E1A3-57FC59BEE9C1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979568" y="1034784"/>
                  <a:ext cx="13608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E600F88-8025-8003-ECED-0DC1D711EB01}"/>
                    </a:ext>
                  </a:extLst>
                </p14:cNvPr>
                <p14:cNvContentPartPr/>
                <p14:nvPr/>
              </p14:nvContentPartPr>
              <p14:xfrm>
                <a:off x="2172528" y="1050624"/>
                <a:ext cx="16920" cy="122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E600F88-8025-8003-ECED-0DC1D711EB01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2163528" y="1041984"/>
                  <a:ext cx="345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E12F848-7400-6FDE-E4D9-A80B95E8B516}"/>
                    </a:ext>
                  </a:extLst>
                </p14:cNvPr>
                <p14:cNvContentPartPr/>
                <p14:nvPr/>
              </p14:nvContentPartPr>
              <p14:xfrm>
                <a:off x="2355768" y="1131624"/>
                <a:ext cx="62640" cy="1522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E12F848-7400-6FDE-E4D9-A80B95E8B516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346768" y="1122624"/>
                  <a:ext cx="80280" cy="169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CB1B714F-6275-B2C5-2863-46A98BE0E464}"/>
                  </a:ext>
                </a:extLst>
              </p14:cNvPr>
              <p14:cNvContentPartPr/>
              <p14:nvPr/>
            </p14:nvContentPartPr>
            <p14:xfrm>
              <a:off x="2680848" y="1071864"/>
              <a:ext cx="356760" cy="10692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CB1B714F-6275-B2C5-2863-46A98BE0E464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2671848" y="1062864"/>
                <a:ext cx="374400" cy="12456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DF94F079-BB1E-A106-BFB3-CDE18C1084B1}"/>
              </a:ext>
            </a:extLst>
          </p:cNvPr>
          <p:cNvGrpSpPr/>
          <p:nvPr/>
        </p:nvGrpSpPr>
        <p:grpSpPr>
          <a:xfrm>
            <a:off x="3268368" y="1020384"/>
            <a:ext cx="479520" cy="149400"/>
            <a:chOff x="3268368" y="1020384"/>
            <a:chExt cx="479520" cy="14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23CC799-4E34-9D67-E279-9E36748BFBE6}"/>
                    </a:ext>
                  </a:extLst>
                </p14:cNvPr>
                <p14:cNvContentPartPr/>
                <p14:nvPr/>
              </p14:nvContentPartPr>
              <p14:xfrm>
                <a:off x="3268368" y="1085904"/>
                <a:ext cx="183960" cy="705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23CC799-4E34-9D67-E279-9E36748BFBE6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3259728" y="1076904"/>
                  <a:ext cx="2016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14DAC69-A970-C5CB-A4A8-2C3E415F2DB8}"/>
                    </a:ext>
                  </a:extLst>
                </p14:cNvPr>
                <p14:cNvContentPartPr/>
                <p14:nvPr/>
              </p14:nvContentPartPr>
              <p14:xfrm>
                <a:off x="3489768" y="1020384"/>
                <a:ext cx="3240" cy="79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14DAC69-A970-C5CB-A4A8-2C3E415F2DB8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480768" y="1011384"/>
                  <a:ext cx="208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E5F8D24-89F2-941D-8F57-B50C1A5BA38B}"/>
                    </a:ext>
                  </a:extLst>
                </p14:cNvPr>
                <p14:cNvContentPartPr/>
                <p14:nvPr/>
              </p14:nvContentPartPr>
              <p14:xfrm>
                <a:off x="3545928" y="1028304"/>
                <a:ext cx="201960" cy="1414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E5F8D24-89F2-941D-8F57-B50C1A5BA38B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3537288" y="1019664"/>
                  <a:ext cx="219600" cy="15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6607B94D-C500-FDBA-2F1D-44B7F2C2E04A}"/>
              </a:ext>
            </a:extLst>
          </p:cNvPr>
          <p:cNvGrpSpPr/>
          <p:nvPr/>
        </p:nvGrpSpPr>
        <p:grpSpPr>
          <a:xfrm>
            <a:off x="4012128" y="966384"/>
            <a:ext cx="595800" cy="363240"/>
            <a:chOff x="4012128" y="966384"/>
            <a:chExt cx="595800" cy="36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EC30E56-F1F2-F40A-6AE9-20027D1DB70A}"/>
                    </a:ext>
                  </a:extLst>
                </p14:cNvPr>
                <p14:cNvContentPartPr/>
                <p14:nvPr/>
              </p14:nvContentPartPr>
              <p14:xfrm>
                <a:off x="4012128" y="966384"/>
                <a:ext cx="465480" cy="3632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EC30E56-F1F2-F40A-6AE9-20027D1DB70A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4003488" y="957744"/>
                  <a:ext cx="48312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0891B9D-057A-020D-25BC-B8BC7A794DB9}"/>
                    </a:ext>
                  </a:extLst>
                </p14:cNvPr>
                <p14:cNvContentPartPr/>
                <p14:nvPr/>
              </p14:nvContentPartPr>
              <p14:xfrm>
                <a:off x="4502808" y="1057824"/>
                <a:ext cx="105120" cy="349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0891B9D-057A-020D-25BC-B8BC7A794DB9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494168" y="1048824"/>
                  <a:ext cx="122760" cy="5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CFB4F77D-0618-6921-6393-8F6BF0C73D68}"/>
              </a:ext>
            </a:extLst>
          </p:cNvPr>
          <p:cNvGrpSpPr/>
          <p:nvPr/>
        </p:nvGrpSpPr>
        <p:grpSpPr>
          <a:xfrm>
            <a:off x="5010768" y="921384"/>
            <a:ext cx="476280" cy="276480"/>
            <a:chOff x="5010768" y="921384"/>
            <a:chExt cx="476280" cy="27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C7C1850B-F576-AF84-68EE-03A91DCA5D89}"/>
                    </a:ext>
                  </a:extLst>
                </p14:cNvPr>
                <p14:cNvContentPartPr/>
                <p14:nvPr/>
              </p14:nvContentPartPr>
              <p14:xfrm>
                <a:off x="5062248" y="955584"/>
                <a:ext cx="28080" cy="2422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C7C1850B-F576-AF84-68EE-03A91DCA5D89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053248" y="946584"/>
                  <a:ext cx="4572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EE9F906-76C4-34D5-3A94-5D9D6DAB63DF}"/>
                    </a:ext>
                  </a:extLst>
                </p14:cNvPr>
                <p14:cNvContentPartPr/>
                <p14:nvPr/>
              </p14:nvContentPartPr>
              <p14:xfrm>
                <a:off x="5010768" y="921384"/>
                <a:ext cx="476280" cy="2509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EE9F906-76C4-34D5-3A94-5D9D6DAB63DF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002128" y="912384"/>
                  <a:ext cx="493920" cy="26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DB84DA6C-0414-4685-B3FF-7B9F084642D4}"/>
              </a:ext>
            </a:extLst>
          </p:cNvPr>
          <p:cNvGrpSpPr/>
          <p:nvPr/>
        </p:nvGrpSpPr>
        <p:grpSpPr>
          <a:xfrm>
            <a:off x="5794128" y="842544"/>
            <a:ext cx="1292040" cy="297000"/>
            <a:chOff x="5794128" y="842544"/>
            <a:chExt cx="1292040" cy="29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F6091DD-8105-B307-D851-0D147AB5A7AA}"/>
                    </a:ext>
                  </a:extLst>
                </p14:cNvPr>
                <p14:cNvContentPartPr/>
                <p14:nvPr/>
              </p14:nvContentPartPr>
              <p14:xfrm>
                <a:off x="5794128" y="875304"/>
                <a:ext cx="526680" cy="2642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F6091DD-8105-B307-D851-0D147AB5A7AA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785488" y="866664"/>
                  <a:ext cx="54432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722B794-1004-9182-26BB-CFFDCAAFB113}"/>
                    </a:ext>
                  </a:extLst>
                </p14:cNvPr>
                <p14:cNvContentPartPr/>
                <p14:nvPr/>
              </p14:nvContentPartPr>
              <p14:xfrm>
                <a:off x="6318288" y="1047744"/>
                <a:ext cx="5040" cy="151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722B794-1004-9182-26BB-CFFDCAAFB113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6309288" y="1039104"/>
                  <a:ext cx="226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B079C4C-7A37-5239-0C87-10E769A189E3}"/>
                    </a:ext>
                  </a:extLst>
                </p14:cNvPr>
                <p14:cNvContentPartPr/>
                <p14:nvPr/>
              </p14:nvContentPartPr>
              <p14:xfrm>
                <a:off x="6386328" y="1047744"/>
                <a:ext cx="151560" cy="525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B079C4C-7A37-5239-0C87-10E769A189E3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6377328" y="1039104"/>
                  <a:ext cx="16920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AF49CC5-5196-2F45-E845-3444CDB6D7E7}"/>
                    </a:ext>
                  </a:extLst>
                </p14:cNvPr>
                <p14:cNvContentPartPr/>
                <p14:nvPr/>
              </p14:nvContentPartPr>
              <p14:xfrm>
                <a:off x="6622488" y="925704"/>
                <a:ext cx="253800" cy="1418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AF49CC5-5196-2F45-E845-3444CDB6D7E7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613488" y="916704"/>
                  <a:ext cx="27144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7A7839B-7667-4BA1-473F-23DB261B7449}"/>
                    </a:ext>
                  </a:extLst>
                </p14:cNvPr>
                <p14:cNvContentPartPr/>
                <p14:nvPr/>
              </p14:nvContentPartPr>
              <p14:xfrm>
                <a:off x="6903288" y="975744"/>
                <a:ext cx="87840" cy="133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7A7839B-7667-4BA1-473F-23DB261B7449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894288" y="967104"/>
                  <a:ext cx="10548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AF14324-46AA-0408-99CF-189DC24FD5B9}"/>
                    </a:ext>
                  </a:extLst>
                </p14:cNvPr>
                <p14:cNvContentPartPr/>
                <p14:nvPr/>
              </p14:nvContentPartPr>
              <p14:xfrm>
                <a:off x="6263568" y="842544"/>
                <a:ext cx="115560" cy="349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AF14324-46AA-0408-99CF-189DC24FD5B9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254928" y="833544"/>
                  <a:ext cx="13320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377607B-84DE-D21C-11CF-FF1A92FAC437}"/>
                    </a:ext>
                  </a:extLst>
                </p14:cNvPr>
                <p14:cNvContentPartPr/>
                <p14:nvPr/>
              </p14:nvContentPartPr>
              <p14:xfrm>
                <a:off x="7019928" y="1038384"/>
                <a:ext cx="66240" cy="928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377607B-84DE-D21C-11CF-FF1A92FAC437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011288" y="1029744"/>
                  <a:ext cx="83880" cy="11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CED8F765-E0D9-C327-7505-308F20F9B96B}"/>
                  </a:ext>
                </a:extLst>
              </p14:cNvPr>
              <p14:cNvContentPartPr/>
              <p14:nvPr/>
            </p14:nvContentPartPr>
            <p14:xfrm>
              <a:off x="7660008" y="1009584"/>
              <a:ext cx="226080" cy="7632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CED8F765-E0D9-C327-7505-308F20F9B96B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7651368" y="1000944"/>
                <a:ext cx="243720" cy="93960"/>
              </a:xfrm>
              <a:prstGeom prst="rect">
                <a:avLst/>
              </a:prstGeom>
            </p:spPr>
          </p:pic>
        </mc:Fallback>
      </mc:AlternateContent>
      <p:grpSp>
        <p:nvGrpSpPr>
          <p:cNvPr id="83" name="Group 82">
            <a:extLst>
              <a:ext uri="{FF2B5EF4-FFF2-40B4-BE49-F238E27FC236}">
                <a16:creationId xmlns:a16="http://schemas.microsoft.com/office/drawing/2014/main" id="{0842B020-2B15-0305-CF52-623986B6A5A1}"/>
              </a:ext>
            </a:extLst>
          </p:cNvPr>
          <p:cNvGrpSpPr/>
          <p:nvPr/>
        </p:nvGrpSpPr>
        <p:grpSpPr>
          <a:xfrm>
            <a:off x="8308728" y="895824"/>
            <a:ext cx="1057680" cy="252360"/>
            <a:chOff x="8308728" y="895824"/>
            <a:chExt cx="1057680" cy="25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7B996B5-DDDC-6DF6-41B8-2E6572839682}"/>
                    </a:ext>
                  </a:extLst>
                </p14:cNvPr>
                <p14:cNvContentPartPr/>
                <p14:nvPr/>
              </p14:nvContentPartPr>
              <p14:xfrm>
                <a:off x="8308728" y="895824"/>
                <a:ext cx="582120" cy="2523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7B996B5-DDDC-6DF6-41B8-2E6572839682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8300088" y="887184"/>
                  <a:ext cx="59976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DA8878D-FA75-1DB8-981F-AE1D2E406254}"/>
                    </a:ext>
                  </a:extLst>
                </p14:cNvPr>
                <p14:cNvContentPartPr/>
                <p14:nvPr/>
              </p14:nvContentPartPr>
              <p14:xfrm>
                <a:off x="8998128" y="992304"/>
                <a:ext cx="149400" cy="388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DA8878D-FA75-1DB8-981F-AE1D2E406254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8989488" y="983304"/>
                  <a:ext cx="16704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60BF634-E643-AB60-CF4C-42B0E515114C}"/>
                    </a:ext>
                  </a:extLst>
                </p14:cNvPr>
                <p14:cNvContentPartPr/>
                <p14:nvPr/>
              </p14:nvContentPartPr>
              <p14:xfrm>
                <a:off x="9249408" y="995904"/>
                <a:ext cx="117000" cy="302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60BF634-E643-AB60-CF4C-42B0E515114C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9240768" y="987264"/>
                  <a:ext cx="134640" cy="4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B1F604D1-9136-F605-176B-FAD654B208A2}"/>
              </a:ext>
            </a:extLst>
          </p:cNvPr>
          <p:cNvGrpSpPr/>
          <p:nvPr/>
        </p:nvGrpSpPr>
        <p:grpSpPr>
          <a:xfrm>
            <a:off x="9655128" y="988704"/>
            <a:ext cx="200880" cy="132120"/>
            <a:chOff x="9655128" y="988704"/>
            <a:chExt cx="200880" cy="13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3988449-99FF-A935-1479-A3F2FEBEEAB2}"/>
                    </a:ext>
                  </a:extLst>
                </p14:cNvPr>
                <p14:cNvContentPartPr/>
                <p14:nvPr/>
              </p14:nvContentPartPr>
              <p14:xfrm>
                <a:off x="9655128" y="1045224"/>
                <a:ext cx="6120" cy="756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3988449-99FF-A935-1479-A3F2FEBEEAB2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9646128" y="1036224"/>
                  <a:ext cx="237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53A97AC-EE52-89B6-B346-C6006A27E30A}"/>
                    </a:ext>
                  </a:extLst>
                </p14:cNvPr>
                <p14:cNvContentPartPr/>
                <p14:nvPr/>
              </p14:nvContentPartPr>
              <p14:xfrm>
                <a:off x="9685368" y="988704"/>
                <a:ext cx="2160" cy="162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53A97AC-EE52-89B6-B346-C6006A27E30A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9676728" y="979704"/>
                  <a:ext cx="198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34292D2-13E8-0CBB-39B0-848D5E8E2B92}"/>
                    </a:ext>
                  </a:extLst>
                </p14:cNvPr>
                <p14:cNvContentPartPr/>
                <p14:nvPr/>
              </p14:nvContentPartPr>
              <p14:xfrm>
                <a:off x="9776808" y="1034064"/>
                <a:ext cx="79200" cy="136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D34292D2-13E8-0CBB-39B0-848D5E8E2B92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9767808" y="1025064"/>
                  <a:ext cx="96840" cy="3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F589E13F-6DD4-0B32-7F90-762D041C7A5F}"/>
              </a:ext>
            </a:extLst>
          </p:cNvPr>
          <p:cNvGrpSpPr/>
          <p:nvPr/>
        </p:nvGrpSpPr>
        <p:grpSpPr>
          <a:xfrm>
            <a:off x="10168488" y="869184"/>
            <a:ext cx="915480" cy="233280"/>
            <a:chOff x="10168488" y="869184"/>
            <a:chExt cx="915480" cy="23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14A551C-D3A6-E8CE-38D4-A428DEBA24BC}"/>
                    </a:ext>
                  </a:extLst>
                </p14:cNvPr>
                <p14:cNvContentPartPr/>
                <p14:nvPr/>
              </p14:nvContentPartPr>
              <p14:xfrm>
                <a:off x="10168488" y="926424"/>
                <a:ext cx="312840" cy="1760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14A551C-D3A6-E8CE-38D4-A428DEBA24BC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0159488" y="917784"/>
                  <a:ext cx="33048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FC7DEA1-920A-02D6-4B7F-B3DAC7CFB993}"/>
                    </a:ext>
                  </a:extLst>
                </p14:cNvPr>
                <p14:cNvContentPartPr/>
                <p14:nvPr/>
              </p14:nvContentPartPr>
              <p14:xfrm>
                <a:off x="10508688" y="869184"/>
                <a:ext cx="424080" cy="1782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FC7DEA1-920A-02D6-4B7F-B3DAC7CFB993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0499688" y="860544"/>
                  <a:ext cx="4417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E6F372A-4C9A-EF50-7819-B147957A4CAA}"/>
                    </a:ext>
                  </a:extLst>
                </p14:cNvPr>
                <p14:cNvContentPartPr/>
                <p14:nvPr/>
              </p14:nvContentPartPr>
              <p14:xfrm>
                <a:off x="11071728" y="1040184"/>
                <a:ext cx="12240" cy="57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E6F372A-4C9A-EF50-7819-B147957A4CAA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1062728" y="1031544"/>
                  <a:ext cx="29880" cy="23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AD83174E-8BA8-297E-8392-8471E4255D0D}"/>
                  </a:ext>
                </a:extLst>
              </p14:cNvPr>
              <p14:cNvContentPartPr/>
              <p14:nvPr/>
            </p14:nvContentPartPr>
            <p14:xfrm>
              <a:off x="1599048" y="1707264"/>
              <a:ext cx="251280" cy="25416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AD83174E-8BA8-297E-8392-8471E4255D0D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1590408" y="1698264"/>
                <a:ext cx="268920" cy="27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3CC4CAD0-7879-C49F-07EB-5F4AE3913087}"/>
                  </a:ext>
                </a:extLst>
              </p14:cNvPr>
              <p14:cNvContentPartPr/>
              <p14:nvPr/>
            </p14:nvContentPartPr>
            <p14:xfrm>
              <a:off x="1217448" y="2548584"/>
              <a:ext cx="575640" cy="31428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3CC4CAD0-7879-C49F-07EB-5F4AE3913087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1208808" y="2539584"/>
                <a:ext cx="593280" cy="331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2" name="Group 111">
            <a:extLst>
              <a:ext uri="{FF2B5EF4-FFF2-40B4-BE49-F238E27FC236}">
                <a16:creationId xmlns:a16="http://schemas.microsoft.com/office/drawing/2014/main" id="{9B907FA7-23A0-2DEE-E3EC-90CF8C9101F4}"/>
              </a:ext>
            </a:extLst>
          </p:cNvPr>
          <p:cNvGrpSpPr/>
          <p:nvPr/>
        </p:nvGrpSpPr>
        <p:grpSpPr>
          <a:xfrm>
            <a:off x="813168" y="2962584"/>
            <a:ext cx="653400" cy="886680"/>
            <a:chOff x="813168" y="2962584"/>
            <a:chExt cx="653400" cy="88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167F780-51CA-C526-8EBD-09DA9E37E03F}"/>
                    </a:ext>
                  </a:extLst>
                </p14:cNvPr>
                <p14:cNvContentPartPr/>
                <p14:nvPr/>
              </p14:nvContentPartPr>
              <p14:xfrm>
                <a:off x="903528" y="2992824"/>
                <a:ext cx="135000" cy="1738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167F780-51CA-C526-8EBD-09DA9E37E03F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94888" y="2984184"/>
                  <a:ext cx="15264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F33F1E80-4983-A782-FE95-DC3873DABF79}"/>
                    </a:ext>
                  </a:extLst>
                </p14:cNvPr>
                <p14:cNvContentPartPr/>
                <p14:nvPr/>
              </p14:nvContentPartPr>
              <p14:xfrm>
                <a:off x="1096488" y="2962584"/>
                <a:ext cx="242280" cy="1778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F33F1E80-4983-A782-FE95-DC3873DABF79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087848" y="2953584"/>
                  <a:ext cx="25992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F58D111-A356-C5CC-DA17-F4174AE70593}"/>
                    </a:ext>
                  </a:extLst>
                </p14:cNvPr>
                <p14:cNvContentPartPr/>
                <p14:nvPr/>
              </p14:nvContentPartPr>
              <p14:xfrm>
                <a:off x="1166688" y="3223584"/>
                <a:ext cx="35280" cy="3488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F58D111-A356-C5CC-DA17-F4174AE70593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157688" y="3214944"/>
                  <a:ext cx="5292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F0E8E866-4198-8D93-A864-F7653F70F61E}"/>
                    </a:ext>
                  </a:extLst>
                </p14:cNvPr>
                <p14:cNvContentPartPr/>
                <p14:nvPr/>
              </p14:nvContentPartPr>
              <p14:xfrm>
                <a:off x="813168" y="3520944"/>
                <a:ext cx="127080" cy="3283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F0E8E866-4198-8D93-A864-F7653F70F61E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804168" y="3511944"/>
                  <a:ext cx="14472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B0DDC581-FA40-3DA4-FDEE-78A0C4F38099}"/>
                    </a:ext>
                  </a:extLst>
                </p14:cNvPr>
                <p14:cNvContentPartPr/>
                <p14:nvPr/>
              </p14:nvContentPartPr>
              <p14:xfrm>
                <a:off x="1004688" y="3621384"/>
                <a:ext cx="335880" cy="1256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B0DDC581-FA40-3DA4-FDEE-78A0C4F38099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995688" y="3612384"/>
                  <a:ext cx="35352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3400887B-CE01-46A0-362F-2E5C3E8062D6}"/>
                    </a:ext>
                  </a:extLst>
                </p14:cNvPr>
                <p14:cNvContentPartPr/>
                <p14:nvPr/>
              </p14:nvContentPartPr>
              <p14:xfrm>
                <a:off x="1428768" y="3653784"/>
                <a:ext cx="37800" cy="291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3400887B-CE01-46A0-362F-2E5C3E8062D6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419768" y="3644784"/>
                  <a:ext cx="554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9B4B72B5-8B6D-31D4-71AF-DA431FB1B943}"/>
                    </a:ext>
                  </a:extLst>
                </p14:cNvPr>
                <p14:cNvContentPartPr/>
                <p14:nvPr/>
              </p14:nvContentPartPr>
              <p14:xfrm>
                <a:off x="1088208" y="3586464"/>
                <a:ext cx="14040" cy="90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9B4B72B5-8B6D-31D4-71AF-DA431FB1B943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079568" y="3577464"/>
                  <a:ext cx="31680" cy="2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E3EF50A6-0C92-076C-2C39-A3637AA52841}"/>
              </a:ext>
            </a:extLst>
          </p:cNvPr>
          <p:cNvGrpSpPr/>
          <p:nvPr/>
        </p:nvGrpSpPr>
        <p:grpSpPr>
          <a:xfrm>
            <a:off x="2909088" y="109584"/>
            <a:ext cx="891720" cy="179280"/>
            <a:chOff x="2909088" y="109584"/>
            <a:chExt cx="891720" cy="17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CFEB53C-9839-6A2E-3161-98185859F794}"/>
                    </a:ext>
                  </a:extLst>
                </p14:cNvPr>
                <p14:cNvContentPartPr/>
                <p14:nvPr/>
              </p14:nvContentPartPr>
              <p14:xfrm>
                <a:off x="2909088" y="109584"/>
                <a:ext cx="121680" cy="1792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CFEB53C-9839-6A2E-3161-98185859F794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2900088" y="100944"/>
                  <a:ext cx="13932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769B50C6-C353-0376-12CB-5D31F6E9D458}"/>
                    </a:ext>
                  </a:extLst>
                </p14:cNvPr>
                <p14:cNvContentPartPr/>
                <p14:nvPr/>
              </p14:nvContentPartPr>
              <p14:xfrm>
                <a:off x="3035448" y="124344"/>
                <a:ext cx="258840" cy="1530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769B50C6-C353-0376-12CB-5D31F6E9D458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3026448" y="115344"/>
                  <a:ext cx="27648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0BDA0288-8605-D770-0060-6471E5B124B9}"/>
                    </a:ext>
                  </a:extLst>
                </p14:cNvPr>
                <p14:cNvContentPartPr/>
                <p14:nvPr/>
              </p14:nvContentPartPr>
              <p14:xfrm>
                <a:off x="3277728" y="180864"/>
                <a:ext cx="36720" cy="172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0BDA0288-8605-D770-0060-6471E5B124B9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3268728" y="172224"/>
                  <a:ext cx="543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939B20E-DE51-86EC-4D8D-33D2DAD94D5B}"/>
                    </a:ext>
                  </a:extLst>
                </p14:cNvPr>
                <p14:cNvContentPartPr/>
                <p14:nvPr/>
              </p14:nvContentPartPr>
              <p14:xfrm>
                <a:off x="3363408" y="188424"/>
                <a:ext cx="136440" cy="244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A939B20E-DE51-86EC-4D8D-33D2DAD94D5B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3354408" y="179784"/>
                  <a:ext cx="1540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B70EFABF-1329-E109-C9B7-F8B4053068A0}"/>
                    </a:ext>
                  </a:extLst>
                </p14:cNvPr>
                <p14:cNvContentPartPr/>
                <p14:nvPr/>
              </p14:nvContentPartPr>
              <p14:xfrm>
                <a:off x="3543408" y="172224"/>
                <a:ext cx="88920" cy="298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B70EFABF-1329-E109-C9B7-F8B4053068A0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3534408" y="163224"/>
                  <a:ext cx="1065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27B27EBC-85B6-DE76-44B7-2595EB51C768}"/>
                    </a:ext>
                  </a:extLst>
                </p14:cNvPr>
                <p14:cNvContentPartPr/>
                <p14:nvPr/>
              </p14:nvContentPartPr>
              <p14:xfrm>
                <a:off x="3786048" y="203544"/>
                <a:ext cx="14760" cy="421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27B27EBC-85B6-DE76-44B7-2595EB51C768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3777408" y="194904"/>
                  <a:ext cx="3240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DA28876B-0D02-6742-8C42-C3855442A3F4}"/>
                    </a:ext>
                  </a:extLst>
                </p14:cNvPr>
                <p14:cNvContentPartPr/>
                <p14:nvPr/>
              </p14:nvContentPartPr>
              <p14:xfrm>
                <a:off x="3750048" y="116424"/>
                <a:ext cx="3600" cy="198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DA28876B-0D02-6742-8C42-C3855442A3F4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3741408" y="107424"/>
                  <a:ext cx="21240" cy="3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5A20AFAD-ECF5-7E23-CA14-21BC93242942}"/>
              </a:ext>
            </a:extLst>
          </p:cNvPr>
          <p:cNvGrpSpPr/>
          <p:nvPr/>
        </p:nvGrpSpPr>
        <p:grpSpPr>
          <a:xfrm>
            <a:off x="4205808" y="65304"/>
            <a:ext cx="612000" cy="226800"/>
            <a:chOff x="4205808" y="65304"/>
            <a:chExt cx="612000" cy="22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71C7D2C0-BDDF-69CB-3291-2A8DA40FD9D3}"/>
                    </a:ext>
                  </a:extLst>
                </p14:cNvPr>
                <p14:cNvContentPartPr/>
                <p14:nvPr/>
              </p14:nvContentPartPr>
              <p14:xfrm>
                <a:off x="4205808" y="65304"/>
                <a:ext cx="81000" cy="2268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71C7D2C0-BDDF-69CB-3291-2A8DA40FD9D3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4196808" y="56664"/>
                  <a:ext cx="9864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6D8CFBF7-FF67-66C2-EEBB-D295F6D531F6}"/>
                    </a:ext>
                  </a:extLst>
                </p14:cNvPr>
                <p14:cNvContentPartPr/>
                <p14:nvPr/>
              </p14:nvContentPartPr>
              <p14:xfrm>
                <a:off x="4370688" y="167904"/>
                <a:ext cx="260640" cy="496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6D8CFBF7-FF67-66C2-EEBB-D295F6D531F6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4361688" y="158904"/>
                  <a:ext cx="2782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D4A9A69-389C-8C2C-E68D-7F43839B7EAA}"/>
                    </a:ext>
                  </a:extLst>
                </p14:cNvPr>
                <p14:cNvContentPartPr/>
                <p14:nvPr/>
              </p14:nvContentPartPr>
              <p14:xfrm>
                <a:off x="4670208" y="93384"/>
                <a:ext cx="42480" cy="957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D4A9A69-389C-8C2C-E68D-7F43839B7EAA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4661208" y="84384"/>
                  <a:ext cx="6012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E6093E4D-265E-737F-5B68-50B27515A4DD}"/>
                    </a:ext>
                  </a:extLst>
                </p14:cNvPr>
                <p14:cNvContentPartPr/>
                <p14:nvPr/>
              </p14:nvContentPartPr>
              <p14:xfrm>
                <a:off x="4491648" y="84384"/>
                <a:ext cx="326160" cy="712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E6093E4D-265E-737F-5B68-50B27515A4DD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4483008" y="75744"/>
                  <a:ext cx="343800" cy="8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E27605F1-FB12-D94C-7897-C0682A2F6712}"/>
              </a:ext>
            </a:extLst>
          </p:cNvPr>
          <p:cNvGrpSpPr/>
          <p:nvPr/>
        </p:nvGrpSpPr>
        <p:grpSpPr>
          <a:xfrm>
            <a:off x="5142528" y="73224"/>
            <a:ext cx="957240" cy="183600"/>
            <a:chOff x="5142528" y="73224"/>
            <a:chExt cx="957240" cy="18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427E77DB-2ABB-4232-035F-32D0B935EF72}"/>
                    </a:ext>
                  </a:extLst>
                </p14:cNvPr>
                <p14:cNvContentPartPr/>
                <p14:nvPr/>
              </p14:nvContentPartPr>
              <p14:xfrm>
                <a:off x="5163048" y="96264"/>
                <a:ext cx="18000" cy="1468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427E77DB-2ABB-4232-035F-32D0B935EF72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5154408" y="87264"/>
                  <a:ext cx="356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F0110E6E-2BCC-1640-D83C-C2CBD40F326A}"/>
                    </a:ext>
                  </a:extLst>
                </p14:cNvPr>
                <p14:cNvContentPartPr/>
                <p14:nvPr/>
              </p14:nvContentPartPr>
              <p14:xfrm>
                <a:off x="5142528" y="73224"/>
                <a:ext cx="273600" cy="1836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F0110E6E-2BCC-1640-D83C-C2CBD40F326A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5133888" y="64224"/>
                  <a:ext cx="29124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FE098F7C-A344-C665-18E6-3E1DE8A36183}"/>
                    </a:ext>
                  </a:extLst>
                </p14:cNvPr>
                <p14:cNvContentPartPr/>
                <p14:nvPr/>
              </p14:nvContentPartPr>
              <p14:xfrm>
                <a:off x="5586048" y="89064"/>
                <a:ext cx="286200" cy="1375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FE098F7C-A344-C665-18E6-3E1DE8A36183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5577048" y="80424"/>
                  <a:ext cx="3038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A4D7A7A2-F1D0-E9A8-2C41-84F520A93914}"/>
                    </a:ext>
                  </a:extLst>
                </p14:cNvPr>
                <p14:cNvContentPartPr/>
                <p14:nvPr/>
              </p14:nvContentPartPr>
              <p14:xfrm>
                <a:off x="5952168" y="154944"/>
                <a:ext cx="147600" cy="4392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A4D7A7A2-F1D0-E9A8-2C41-84F520A93914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5943528" y="146304"/>
                  <a:ext cx="165240" cy="6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402A0765-44CE-FBB6-F21F-D92FBA774C3D}"/>
              </a:ext>
            </a:extLst>
          </p:cNvPr>
          <p:cNvGrpSpPr/>
          <p:nvPr/>
        </p:nvGrpSpPr>
        <p:grpSpPr>
          <a:xfrm>
            <a:off x="6533568" y="74664"/>
            <a:ext cx="441720" cy="159480"/>
            <a:chOff x="6533568" y="74664"/>
            <a:chExt cx="441720" cy="15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6DD051A3-DE6D-E799-E3F8-1AB46BF2F29B}"/>
                    </a:ext>
                  </a:extLst>
                </p14:cNvPr>
                <p14:cNvContentPartPr/>
                <p14:nvPr/>
              </p14:nvContentPartPr>
              <p14:xfrm>
                <a:off x="6533568" y="161784"/>
                <a:ext cx="180720" cy="7236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6DD051A3-DE6D-E799-E3F8-1AB46BF2F29B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6524928" y="153144"/>
                  <a:ext cx="1983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B6C35DF1-93CE-4FED-D001-FA2ECD5BFD81}"/>
                    </a:ext>
                  </a:extLst>
                </p14:cNvPr>
                <p14:cNvContentPartPr/>
                <p14:nvPr/>
              </p14:nvContentPartPr>
              <p14:xfrm>
                <a:off x="6812568" y="74664"/>
                <a:ext cx="162720" cy="13500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B6C35DF1-93CE-4FED-D001-FA2ECD5BFD81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6803928" y="65664"/>
                  <a:ext cx="180360" cy="152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3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FA9869A3-52AF-901D-9487-352DACC41965}"/>
                  </a:ext>
                </a:extLst>
              </p14:cNvPr>
              <p14:cNvContentPartPr/>
              <p14:nvPr/>
            </p14:nvContentPartPr>
            <p14:xfrm>
              <a:off x="7274808" y="14904"/>
              <a:ext cx="279360" cy="197640"/>
            </p14:xfrm>
          </p:contentPart>
        </mc:Choice>
        <mc:Fallback xmlns=""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FA9869A3-52AF-901D-9487-352DACC41965}"/>
                  </a:ext>
                </a:extLst>
              </p:cNvPr>
              <p:cNvPicPr/>
              <p:nvPr/>
            </p:nvPicPr>
            <p:blipFill>
              <a:blip r:embed="rId194"/>
              <a:stretch>
                <a:fillRect/>
              </a:stretch>
            </p:blipFill>
            <p:spPr>
              <a:xfrm>
                <a:off x="7265808" y="5904"/>
                <a:ext cx="297000" cy="21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2" name="Group 201">
            <a:extLst>
              <a:ext uri="{FF2B5EF4-FFF2-40B4-BE49-F238E27FC236}">
                <a16:creationId xmlns:a16="http://schemas.microsoft.com/office/drawing/2014/main" id="{28B41AB1-1166-160E-C53A-3150531BA5F2}"/>
              </a:ext>
            </a:extLst>
          </p:cNvPr>
          <p:cNvGrpSpPr/>
          <p:nvPr/>
        </p:nvGrpSpPr>
        <p:grpSpPr>
          <a:xfrm>
            <a:off x="7904448" y="28224"/>
            <a:ext cx="491040" cy="142200"/>
            <a:chOff x="7904448" y="28224"/>
            <a:chExt cx="491040" cy="14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FA057F87-2B26-7142-2F6A-FD8D4B2442EB}"/>
                    </a:ext>
                  </a:extLst>
                </p14:cNvPr>
                <p14:cNvContentPartPr/>
                <p14:nvPr/>
              </p14:nvContentPartPr>
              <p14:xfrm>
                <a:off x="7904448" y="28224"/>
                <a:ext cx="151920" cy="12996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FA057F87-2B26-7142-2F6A-FD8D4B2442EB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7895448" y="19224"/>
                  <a:ext cx="16956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59D6444A-2B65-0F59-6125-5EA38498DABE}"/>
                    </a:ext>
                  </a:extLst>
                </p14:cNvPr>
                <p14:cNvContentPartPr/>
                <p14:nvPr/>
              </p14:nvContentPartPr>
              <p14:xfrm>
                <a:off x="8106768" y="29304"/>
                <a:ext cx="185760" cy="12960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59D6444A-2B65-0F59-6125-5EA38498DABE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8098128" y="20664"/>
                  <a:ext cx="2034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449363FA-82E8-2ED9-F1ED-DFCA6A2C54B1}"/>
                    </a:ext>
                  </a:extLst>
                </p14:cNvPr>
                <p14:cNvContentPartPr/>
                <p14:nvPr/>
              </p14:nvContentPartPr>
              <p14:xfrm>
                <a:off x="8388288" y="157104"/>
                <a:ext cx="7200" cy="1332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449363FA-82E8-2ED9-F1ED-DFCA6A2C54B1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8379648" y="148104"/>
                  <a:ext cx="24840" cy="3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86026D53-2306-AE70-237E-0AA794017FAA}"/>
              </a:ext>
            </a:extLst>
          </p:cNvPr>
          <p:cNvGrpSpPr/>
          <p:nvPr/>
        </p:nvGrpSpPr>
        <p:grpSpPr>
          <a:xfrm>
            <a:off x="1909008" y="3701304"/>
            <a:ext cx="426600" cy="231480"/>
            <a:chOff x="1909008" y="3701304"/>
            <a:chExt cx="426600" cy="23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1A18D309-F215-FF6C-C828-0459C3789CC3}"/>
                    </a:ext>
                  </a:extLst>
                </p14:cNvPr>
                <p14:cNvContentPartPr/>
                <p14:nvPr/>
              </p14:nvContentPartPr>
              <p14:xfrm>
                <a:off x="1909008" y="3701304"/>
                <a:ext cx="134280" cy="21312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1A18D309-F215-FF6C-C828-0459C3789CC3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900368" y="3692304"/>
                  <a:ext cx="15192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54B31291-3350-23B2-B32D-1CDD52D437A5}"/>
                    </a:ext>
                  </a:extLst>
                </p14:cNvPr>
                <p14:cNvContentPartPr/>
                <p14:nvPr/>
              </p14:nvContentPartPr>
              <p14:xfrm>
                <a:off x="2055528" y="3749184"/>
                <a:ext cx="137160" cy="18360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54B31291-3350-23B2-B32D-1CDD52D437A5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2046888" y="3740544"/>
                  <a:ext cx="1548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3D8A0AAD-D013-8AC5-FB6E-495108313465}"/>
                    </a:ext>
                  </a:extLst>
                </p14:cNvPr>
                <p14:cNvContentPartPr/>
                <p14:nvPr/>
              </p14:nvContentPartPr>
              <p14:xfrm>
                <a:off x="2181528" y="3824784"/>
                <a:ext cx="154080" cy="4824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3D8A0AAD-D013-8AC5-FB6E-495108313465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2172528" y="3815784"/>
                  <a:ext cx="171720" cy="6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A16F4B47-F404-AA6A-2502-008DE1B6C285}"/>
              </a:ext>
            </a:extLst>
          </p:cNvPr>
          <p:cNvGrpSpPr/>
          <p:nvPr/>
        </p:nvGrpSpPr>
        <p:grpSpPr>
          <a:xfrm>
            <a:off x="2523168" y="3717144"/>
            <a:ext cx="436320" cy="127440"/>
            <a:chOff x="2523168" y="3717144"/>
            <a:chExt cx="436320" cy="12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0D0606D2-7B85-1227-929A-449C2E4F9DBC}"/>
                    </a:ext>
                  </a:extLst>
                </p14:cNvPr>
                <p14:cNvContentPartPr/>
                <p14:nvPr/>
              </p14:nvContentPartPr>
              <p14:xfrm>
                <a:off x="2523168" y="3717144"/>
                <a:ext cx="108000" cy="10728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0D0606D2-7B85-1227-929A-449C2E4F9DBC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2514528" y="3708144"/>
                  <a:ext cx="1256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5A5C71FC-FF1D-1EBE-24A7-232E8F9C69F4}"/>
                    </a:ext>
                  </a:extLst>
                </p14:cNvPr>
                <p14:cNvContentPartPr/>
                <p14:nvPr/>
              </p14:nvContentPartPr>
              <p14:xfrm>
                <a:off x="2680488" y="3751704"/>
                <a:ext cx="38160" cy="9288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5A5C71FC-FF1D-1EBE-24A7-232E8F9C69F4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2671488" y="3743064"/>
                  <a:ext cx="558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E70B86E0-A6F5-1BC3-D3A6-3E55255381A4}"/>
                    </a:ext>
                  </a:extLst>
                </p14:cNvPr>
                <p14:cNvContentPartPr/>
                <p14:nvPr/>
              </p14:nvContentPartPr>
              <p14:xfrm>
                <a:off x="2774088" y="3782664"/>
                <a:ext cx="42120" cy="5544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E70B86E0-A6F5-1BC3-D3A6-3E55255381A4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2765088" y="3774024"/>
                  <a:ext cx="5976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98A73C8E-BC49-84A7-8784-B029B982D894}"/>
                    </a:ext>
                  </a:extLst>
                </p14:cNvPr>
                <p14:cNvContentPartPr/>
                <p14:nvPr/>
              </p14:nvContentPartPr>
              <p14:xfrm>
                <a:off x="2881008" y="3780144"/>
                <a:ext cx="78480" cy="4032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98A73C8E-BC49-84A7-8784-B029B982D894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2872368" y="3771504"/>
                  <a:ext cx="96120" cy="5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3905886B-BF8C-74E2-E689-D8C0AF993456}"/>
              </a:ext>
            </a:extLst>
          </p:cNvPr>
          <p:cNvGrpSpPr/>
          <p:nvPr/>
        </p:nvGrpSpPr>
        <p:grpSpPr>
          <a:xfrm>
            <a:off x="3313008" y="3662064"/>
            <a:ext cx="254880" cy="184680"/>
            <a:chOff x="3313008" y="3662064"/>
            <a:chExt cx="254880" cy="18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24EE3F0C-EEC0-FDF8-9864-8BE5522499E9}"/>
                    </a:ext>
                  </a:extLst>
                </p14:cNvPr>
                <p14:cNvContentPartPr/>
                <p14:nvPr/>
              </p14:nvContentPartPr>
              <p14:xfrm>
                <a:off x="3313008" y="3666744"/>
                <a:ext cx="74520" cy="18000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24EE3F0C-EEC0-FDF8-9864-8BE5522499E9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3304368" y="3657744"/>
                  <a:ext cx="9216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34235369-85CC-EE82-A2F0-47D21C8B4736}"/>
                    </a:ext>
                  </a:extLst>
                </p14:cNvPr>
                <p14:cNvContentPartPr/>
                <p14:nvPr/>
              </p14:nvContentPartPr>
              <p14:xfrm>
                <a:off x="3473928" y="3662064"/>
                <a:ext cx="93960" cy="16416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34235369-85CC-EE82-A2F0-47D21C8B4736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3464928" y="3653424"/>
                  <a:ext cx="111600" cy="18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2229AF16-9105-F97B-E304-8F5FA5C7C42A}"/>
              </a:ext>
            </a:extLst>
          </p:cNvPr>
          <p:cNvGrpSpPr/>
          <p:nvPr/>
        </p:nvGrpSpPr>
        <p:grpSpPr>
          <a:xfrm>
            <a:off x="1760328" y="4070304"/>
            <a:ext cx="357840" cy="521640"/>
            <a:chOff x="1760328" y="4070304"/>
            <a:chExt cx="357840" cy="52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868A2E3A-56D0-53FC-8F40-C88A32DE3177}"/>
                    </a:ext>
                  </a:extLst>
                </p14:cNvPr>
                <p14:cNvContentPartPr/>
                <p14:nvPr/>
              </p14:nvContentPartPr>
              <p14:xfrm>
                <a:off x="2024928" y="4070304"/>
                <a:ext cx="28800" cy="25920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868A2E3A-56D0-53FC-8F40-C88A32DE3177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2016288" y="4061664"/>
                  <a:ext cx="4644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900A50AD-3602-D1EB-39AB-712704594BC1}"/>
                    </a:ext>
                  </a:extLst>
                </p14:cNvPr>
                <p14:cNvContentPartPr/>
                <p14:nvPr/>
              </p14:nvContentPartPr>
              <p14:xfrm>
                <a:off x="1803528" y="4394304"/>
                <a:ext cx="16560" cy="19764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900A50AD-3602-D1EB-39AB-712704594BC1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794888" y="4385304"/>
                  <a:ext cx="3420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7EA2C5A2-62FE-006F-9A2C-A8DDC5DD4347}"/>
                    </a:ext>
                  </a:extLst>
                </p14:cNvPr>
                <p14:cNvContentPartPr/>
                <p14:nvPr/>
              </p14:nvContentPartPr>
              <p14:xfrm>
                <a:off x="1760328" y="4360824"/>
                <a:ext cx="357840" cy="18072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7EA2C5A2-62FE-006F-9A2C-A8DDC5DD4347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751328" y="4351824"/>
                  <a:ext cx="375480" cy="19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9C24A825-9110-4A40-88BB-9152FC3E92E2}"/>
              </a:ext>
            </a:extLst>
          </p:cNvPr>
          <p:cNvGrpSpPr/>
          <p:nvPr/>
        </p:nvGrpSpPr>
        <p:grpSpPr>
          <a:xfrm>
            <a:off x="2510208" y="3948624"/>
            <a:ext cx="430200" cy="585000"/>
            <a:chOff x="2510208" y="3948624"/>
            <a:chExt cx="430200" cy="58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0610B17F-ED6A-14E2-3418-3BEB7771C9CF}"/>
                    </a:ext>
                  </a:extLst>
                </p14:cNvPr>
                <p14:cNvContentPartPr/>
                <p14:nvPr/>
              </p14:nvContentPartPr>
              <p14:xfrm>
                <a:off x="2692728" y="3948624"/>
                <a:ext cx="25200" cy="36036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0610B17F-ED6A-14E2-3418-3BEB7771C9CF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2683728" y="3939984"/>
                  <a:ext cx="4284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16F5EB40-02D5-07C3-E99F-C110C88699DC}"/>
                    </a:ext>
                  </a:extLst>
                </p14:cNvPr>
                <p14:cNvContentPartPr/>
                <p14:nvPr/>
              </p14:nvContentPartPr>
              <p14:xfrm>
                <a:off x="2510208" y="4387824"/>
                <a:ext cx="219600" cy="14580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16F5EB40-02D5-07C3-E99F-C110C88699DC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2501568" y="4379184"/>
                  <a:ext cx="23724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DB7EE658-4AF0-6578-3ACC-F4D5BD5A0857}"/>
                    </a:ext>
                  </a:extLst>
                </p14:cNvPr>
                <p14:cNvContentPartPr/>
                <p14:nvPr/>
              </p14:nvContentPartPr>
              <p14:xfrm>
                <a:off x="2788848" y="4461264"/>
                <a:ext cx="29880" cy="4716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DB7EE658-4AF0-6578-3ACC-F4D5BD5A0857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2780208" y="4452624"/>
                  <a:ext cx="475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CE1042EA-F787-24D2-7545-12603F6C99E9}"/>
                    </a:ext>
                  </a:extLst>
                </p14:cNvPr>
                <p14:cNvContentPartPr/>
                <p14:nvPr/>
              </p14:nvContentPartPr>
              <p14:xfrm>
                <a:off x="2874528" y="4450824"/>
                <a:ext cx="65880" cy="6588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CE1042EA-F787-24D2-7545-12603F6C99E9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2865888" y="4442184"/>
                  <a:ext cx="83520" cy="8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FA84E420-6DB5-7E48-9BEB-BB9969F5BC5E}"/>
              </a:ext>
            </a:extLst>
          </p:cNvPr>
          <p:cNvGrpSpPr/>
          <p:nvPr/>
        </p:nvGrpSpPr>
        <p:grpSpPr>
          <a:xfrm>
            <a:off x="3359448" y="3950424"/>
            <a:ext cx="923400" cy="569880"/>
            <a:chOff x="3359448" y="3950424"/>
            <a:chExt cx="923400" cy="56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3FE41B71-9EB3-0539-BC7F-917AAAD30423}"/>
                    </a:ext>
                  </a:extLst>
                </p14:cNvPr>
                <p14:cNvContentPartPr/>
                <p14:nvPr/>
              </p14:nvContentPartPr>
              <p14:xfrm>
                <a:off x="3359448" y="3968784"/>
                <a:ext cx="224280" cy="55152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3FE41B71-9EB3-0539-BC7F-917AAAD30423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3350808" y="3959784"/>
                  <a:ext cx="241920" cy="56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D9D7D410-7CCE-9129-57D8-6D78D777AFD0}"/>
                    </a:ext>
                  </a:extLst>
                </p14:cNvPr>
                <p14:cNvContentPartPr/>
                <p14:nvPr/>
              </p14:nvContentPartPr>
              <p14:xfrm>
                <a:off x="3537288" y="3950424"/>
                <a:ext cx="745560" cy="50148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D9D7D410-7CCE-9129-57D8-6D78D777AFD0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3528648" y="3941424"/>
                  <a:ext cx="763200" cy="51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0" name="Group 239">
            <a:extLst>
              <a:ext uri="{FF2B5EF4-FFF2-40B4-BE49-F238E27FC236}">
                <a16:creationId xmlns:a16="http://schemas.microsoft.com/office/drawing/2014/main" id="{8C147152-8B1B-9CF2-6013-67D6C9F72E1A}"/>
              </a:ext>
            </a:extLst>
          </p:cNvPr>
          <p:cNvGrpSpPr/>
          <p:nvPr/>
        </p:nvGrpSpPr>
        <p:grpSpPr>
          <a:xfrm>
            <a:off x="3233088" y="4640904"/>
            <a:ext cx="542160" cy="344520"/>
            <a:chOff x="3233088" y="4640904"/>
            <a:chExt cx="542160" cy="34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EDC6C275-E525-E483-AED0-F353588E62D2}"/>
                    </a:ext>
                  </a:extLst>
                </p14:cNvPr>
                <p14:cNvContentPartPr/>
                <p14:nvPr/>
              </p14:nvContentPartPr>
              <p14:xfrm>
                <a:off x="3233088" y="4640904"/>
                <a:ext cx="69840" cy="27324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EDC6C275-E525-E483-AED0-F353588E62D2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3224088" y="4632264"/>
                  <a:ext cx="8748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91B0F377-89F5-6186-6341-271D3BD690F4}"/>
                    </a:ext>
                  </a:extLst>
                </p14:cNvPr>
                <p14:cNvContentPartPr/>
                <p14:nvPr/>
              </p14:nvContentPartPr>
              <p14:xfrm>
                <a:off x="3357288" y="4766904"/>
                <a:ext cx="46800" cy="6912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91B0F377-89F5-6186-6341-271D3BD690F4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3348648" y="4758264"/>
                  <a:ext cx="644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69608BDD-B5D5-B090-FE19-6DB71497574C}"/>
                    </a:ext>
                  </a:extLst>
                </p14:cNvPr>
                <p14:cNvContentPartPr/>
                <p14:nvPr/>
              </p14:nvContentPartPr>
              <p14:xfrm>
                <a:off x="3462408" y="4772304"/>
                <a:ext cx="209160" cy="21312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69608BDD-B5D5-B090-FE19-6DB71497574C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3453768" y="4763664"/>
                  <a:ext cx="22680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D9182D7C-EBA7-14FE-F87D-72B5BB082447}"/>
                    </a:ext>
                  </a:extLst>
                </p14:cNvPr>
                <p14:cNvContentPartPr/>
                <p14:nvPr/>
              </p14:nvContentPartPr>
              <p14:xfrm>
                <a:off x="3760488" y="4874544"/>
                <a:ext cx="14760" cy="1440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D9182D7C-EBA7-14FE-F87D-72B5BB082447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3751488" y="4865904"/>
                  <a:ext cx="32400" cy="32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5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4D29348E-B9D7-B26F-3E83-69B86B5E965A}"/>
                  </a:ext>
                </a:extLst>
              </p14:cNvPr>
              <p14:cNvContentPartPr/>
              <p14:nvPr/>
            </p14:nvContentPartPr>
            <p14:xfrm>
              <a:off x="3412728" y="5035824"/>
              <a:ext cx="11520" cy="285120"/>
            </p14:xfrm>
          </p:contentPart>
        </mc:Choice>
        <mc:Fallback xmlns=""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4D29348E-B9D7-B26F-3E83-69B86B5E965A}"/>
                  </a:ext>
                </a:extLst>
              </p:cNvPr>
              <p:cNvPicPr/>
              <p:nvPr/>
            </p:nvPicPr>
            <p:blipFill>
              <a:blip r:embed="rId246"/>
              <a:stretch>
                <a:fillRect/>
              </a:stretch>
            </p:blipFill>
            <p:spPr>
              <a:xfrm>
                <a:off x="3404088" y="5027184"/>
                <a:ext cx="29160" cy="302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48" name="Group 247">
            <a:extLst>
              <a:ext uri="{FF2B5EF4-FFF2-40B4-BE49-F238E27FC236}">
                <a16:creationId xmlns:a16="http://schemas.microsoft.com/office/drawing/2014/main" id="{EABAECC5-87D7-A4E3-3874-15E7357909D4}"/>
              </a:ext>
            </a:extLst>
          </p:cNvPr>
          <p:cNvGrpSpPr/>
          <p:nvPr/>
        </p:nvGrpSpPr>
        <p:grpSpPr>
          <a:xfrm>
            <a:off x="3213648" y="5446224"/>
            <a:ext cx="470880" cy="214560"/>
            <a:chOff x="3213648" y="5446224"/>
            <a:chExt cx="470880" cy="21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82810B4E-8A4A-E411-486B-240476D3ECB8}"/>
                    </a:ext>
                  </a:extLst>
                </p14:cNvPr>
                <p14:cNvContentPartPr/>
                <p14:nvPr/>
              </p14:nvContentPartPr>
              <p14:xfrm>
                <a:off x="3213648" y="5517144"/>
                <a:ext cx="135360" cy="14364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82810B4E-8A4A-E411-486B-240476D3ECB8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3205008" y="5508504"/>
                  <a:ext cx="15300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0546B670-45F8-B293-6D93-B403EBA59791}"/>
                    </a:ext>
                  </a:extLst>
                </p14:cNvPr>
                <p14:cNvContentPartPr/>
                <p14:nvPr/>
              </p14:nvContentPartPr>
              <p14:xfrm>
                <a:off x="3444768" y="5566104"/>
                <a:ext cx="4680" cy="6084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0546B670-45F8-B293-6D93-B403EBA59791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3435768" y="5557464"/>
                  <a:ext cx="2232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B5FA4A34-86E6-743A-52D3-42FB2E337232}"/>
                    </a:ext>
                  </a:extLst>
                </p14:cNvPr>
                <p14:cNvContentPartPr/>
                <p14:nvPr/>
              </p14:nvContentPartPr>
              <p14:xfrm>
                <a:off x="3496608" y="5446224"/>
                <a:ext cx="187920" cy="18612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B5FA4A34-86E6-743A-52D3-42FB2E337232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3487968" y="5437584"/>
                  <a:ext cx="205560" cy="20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2F7D9EFD-C407-BE06-0A4A-947A84D82E09}"/>
              </a:ext>
            </a:extLst>
          </p:cNvPr>
          <p:cNvGrpSpPr/>
          <p:nvPr/>
        </p:nvGrpSpPr>
        <p:grpSpPr>
          <a:xfrm>
            <a:off x="4238208" y="4537224"/>
            <a:ext cx="1324800" cy="1708560"/>
            <a:chOff x="4238208" y="4537224"/>
            <a:chExt cx="1324800" cy="170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9F9A79A9-35D4-6CB8-5B4B-666B2894F10A}"/>
                    </a:ext>
                  </a:extLst>
                </p14:cNvPr>
                <p14:cNvContentPartPr/>
                <p14:nvPr/>
              </p14:nvContentPartPr>
              <p14:xfrm>
                <a:off x="4238208" y="4576464"/>
                <a:ext cx="175320" cy="14400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9F9A79A9-35D4-6CB8-5B4B-666B2894F10A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4229208" y="4567824"/>
                  <a:ext cx="1929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676E41BD-C0D2-85D9-7AEA-E51B654B4DFE}"/>
                    </a:ext>
                  </a:extLst>
                </p14:cNvPr>
                <p14:cNvContentPartPr/>
                <p14:nvPr/>
              </p14:nvContentPartPr>
              <p14:xfrm>
                <a:off x="4490928" y="4537224"/>
                <a:ext cx="98280" cy="18612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676E41BD-C0D2-85D9-7AEA-E51B654B4DFE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4482288" y="4528224"/>
                  <a:ext cx="11592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644E27D1-43F3-6565-0858-BF8A55952D9D}"/>
                    </a:ext>
                  </a:extLst>
                </p14:cNvPr>
                <p14:cNvContentPartPr/>
                <p14:nvPr/>
              </p14:nvContentPartPr>
              <p14:xfrm>
                <a:off x="4323168" y="4826664"/>
                <a:ext cx="209160" cy="54504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644E27D1-43F3-6565-0858-BF8A55952D9D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4314168" y="4818024"/>
                  <a:ext cx="226800" cy="56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89E2FCE8-80CD-570A-993B-211277079BB3}"/>
                    </a:ext>
                  </a:extLst>
                </p14:cNvPr>
                <p14:cNvContentPartPr/>
                <p14:nvPr/>
              </p14:nvContentPartPr>
              <p14:xfrm>
                <a:off x="4491648" y="4881384"/>
                <a:ext cx="493200" cy="40248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89E2FCE8-80CD-570A-993B-211277079BB3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4483008" y="4872384"/>
                  <a:ext cx="51084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487B5D5D-A3C3-15F2-157C-54FB0CF5BAF2}"/>
                    </a:ext>
                  </a:extLst>
                </p14:cNvPr>
                <p14:cNvContentPartPr/>
                <p14:nvPr/>
              </p14:nvContentPartPr>
              <p14:xfrm>
                <a:off x="4242888" y="5434704"/>
                <a:ext cx="149400" cy="16164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487B5D5D-A3C3-15F2-157C-54FB0CF5BAF2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4234248" y="5426064"/>
                  <a:ext cx="16704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5696BCF4-3C7B-8452-5518-A55D6B406474}"/>
                    </a:ext>
                  </a:extLst>
                </p14:cNvPr>
                <p14:cNvContentPartPr/>
                <p14:nvPr/>
              </p14:nvContentPartPr>
              <p14:xfrm>
                <a:off x="4402728" y="5428944"/>
                <a:ext cx="181800" cy="14976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5696BCF4-3C7B-8452-5518-A55D6B406474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4393728" y="5420304"/>
                  <a:ext cx="1994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C03D5A12-BDFE-0C19-0EAB-5B8B21E10B6F}"/>
                    </a:ext>
                  </a:extLst>
                </p14:cNvPr>
                <p14:cNvContentPartPr/>
                <p14:nvPr/>
              </p14:nvContentPartPr>
              <p14:xfrm>
                <a:off x="4594608" y="5458824"/>
                <a:ext cx="63000" cy="2700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C03D5A12-BDFE-0C19-0EAB-5B8B21E10B6F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4585968" y="5449824"/>
                  <a:ext cx="806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D4675239-A478-EDEE-40E4-C0BED36D4F85}"/>
                    </a:ext>
                  </a:extLst>
                </p14:cNvPr>
                <p14:cNvContentPartPr/>
                <p14:nvPr/>
              </p14:nvContentPartPr>
              <p14:xfrm>
                <a:off x="5024808" y="5375664"/>
                <a:ext cx="124560" cy="12276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D4675239-A478-EDEE-40E4-C0BED36D4F85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5016168" y="5367024"/>
                  <a:ext cx="1422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669FCDEA-2B43-FCFB-BB04-8E7834A3818C}"/>
                    </a:ext>
                  </a:extLst>
                </p14:cNvPr>
                <p14:cNvContentPartPr/>
                <p14:nvPr/>
              </p14:nvContentPartPr>
              <p14:xfrm>
                <a:off x="5232528" y="5400864"/>
                <a:ext cx="40680" cy="8388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669FCDEA-2B43-FCFB-BB04-8E7834A3818C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5223888" y="5391864"/>
                  <a:ext cx="5832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B944ABB2-4D12-A616-EB80-9B75E4E9FFB5}"/>
                    </a:ext>
                  </a:extLst>
                </p14:cNvPr>
                <p14:cNvContentPartPr/>
                <p14:nvPr/>
              </p14:nvContentPartPr>
              <p14:xfrm>
                <a:off x="5340168" y="5414904"/>
                <a:ext cx="59040" cy="6300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B944ABB2-4D12-A616-EB80-9B75E4E9FFB5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5331528" y="5405904"/>
                  <a:ext cx="7668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B64A0104-E14E-013A-0C98-BC187D562A4D}"/>
                    </a:ext>
                  </a:extLst>
                </p14:cNvPr>
                <p14:cNvContentPartPr/>
                <p14:nvPr/>
              </p14:nvContentPartPr>
              <p14:xfrm>
                <a:off x="5480928" y="5403384"/>
                <a:ext cx="82080" cy="7272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B64A0104-E14E-013A-0C98-BC187D562A4D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5471928" y="5394384"/>
                  <a:ext cx="9972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8583EE19-7E47-05D8-3D83-E89F0AFFFB40}"/>
                    </a:ext>
                  </a:extLst>
                </p14:cNvPr>
                <p14:cNvContentPartPr/>
                <p14:nvPr/>
              </p14:nvContentPartPr>
              <p14:xfrm>
                <a:off x="4421448" y="5685264"/>
                <a:ext cx="33840" cy="23184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8583EE19-7E47-05D8-3D83-E89F0AFFFB40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4412808" y="5676264"/>
                  <a:ext cx="5148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643D5080-F73C-E5FB-EDD0-89D09C788B46}"/>
                    </a:ext>
                  </a:extLst>
                </p14:cNvPr>
                <p14:cNvContentPartPr/>
                <p14:nvPr/>
              </p14:nvContentPartPr>
              <p14:xfrm>
                <a:off x="4286088" y="6063264"/>
                <a:ext cx="28800" cy="18252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643D5080-F73C-E5FB-EDD0-89D09C788B46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4277088" y="6054624"/>
                  <a:ext cx="464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095C7F2F-2A8F-CDEC-0373-C3C213E16B90}"/>
                    </a:ext>
                  </a:extLst>
                </p14:cNvPr>
                <p14:cNvContentPartPr/>
                <p14:nvPr/>
              </p14:nvContentPartPr>
              <p14:xfrm>
                <a:off x="4240728" y="6021504"/>
                <a:ext cx="387360" cy="19080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095C7F2F-2A8F-CDEC-0373-C3C213E16B90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4232088" y="6012864"/>
                  <a:ext cx="405000" cy="20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7" name="Group 266">
            <a:extLst>
              <a:ext uri="{FF2B5EF4-FFF2-40B4-BE49-F238E27FC236}">
                <a16:creationId xmlns:a16="http://schemas.microsoft.com/office/drawing/2014/main" id="{A2CB9B9F-E175-1E85-32DE-0AA2F6C46FC2}"/>
              </a:ext>
            </a:extLst>
          </p:cNvPr>
          <p:cNvGrpSpPr/>
          <p:nvPr/>
        </p:nvGrpSpPr>
        <p:grpSpPr>
          <a:xfrm>
            <a:off x="5304888" y="5632344"/>
            <a:ext cx="441720" cy="616680"/>
            <a:chOff x="5304888" y="5632344"/>
            <a:chExt cx="441720" cy="61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91098BC6-F88A-7709-625F-7E23CC9542C8}"/>
                    </a:ext>
                  </a:extLst>
                </p14:cNvPr>
                <p14:cNvContentPartPr/>
                <p14:nvPr/>
              </p14:nvContentPartPr>
              <p14:xfrm>
                <a:off x="5375088" y="5632344"/>
                <a:ext cx="19800" cy="31932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91098BC6-F88A-7709-625F-7E23CC9542C8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5366088" y="5623704"/>
                  <a:ext cx="3744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50596F78-4288-D9DD-2444-3B47B9892CB2}"/>
                    </a:ext>
                  </a:extLst>
                </p14:cNvPr>
                <p14:cNvContentPartPr/>
                <p14:nvPr/>
              </p14:nvContentPartPr>
              <p14:xfrm>
                <a:off x="5304888" y="6065424"/>
                <a:ext cx="81000" cy="18360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50596F78-4288-D9DD-2444-3B47B9892CB2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5295888" y="6056424"/>
                  <a:ext cx="9864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651D9E45-5248-BD57-7D38-262644EE31DD}"/>
                    </a:ext>
                  </a:extLst>
                </p14:cNvPr>
                <p14:cNvContentPartPr/>
                <p14:nvPr/>
              </p14:nvContentPartPr>
              <p14:xfrm>
                <a:off x="5483808" y="6048144"/>
                <a:ext cx="262800" cy="18864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651D9E45-5248-BD57-7D38-262644EE31DD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5475168" y="6039144"/>
                  <a:ext cx="280440" cy="206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7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7DC90B07-87B3-55AA-108C-1B9C0C11C04E}"/>
                  </a:ext>
                </a:extLst>
              </p14:cNvPr>
              <p14:cNvContentPartPr/>
              <p14:nvPr/>
            </p14:nvContentPartPr>
            <p14:xfrm>
              <a:off x="2890368" y="125064"/>
              <a:ext cx="52200" cy="193320"/>
            </p14:xfrm>
          </p:contentPart>
        </mc:Choice>
        <mc:Fallback xmlns=""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7DC90B07-87B3-55AA-108C-1B9C0C11C04E}"/>
                  </a:ext>
                </a:extLst>
              </p:cNvPr>
              <p:cNvPicPr/>
              <p:nvPr/>
            </p:nvPicPr>
            <p:blipFill>
              <a:blip r:embed="rId288"/>
              <a:stretch>
                <a:fillRect/>
              </a:stretch>
            </p:blipFill>
            <p:spPr>
              <a:xfrm>
                <a:off x="2872368" y="89064"/>
                <a:ext cx="87840" cy="26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9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AFE6EA69-2B9B-AF84-6A82-7DAAFC7C22B9}"/>
                  </a:ext>
                </a:extLst>
              </p14:cNvPr>
              <p14:cNvContentPartPr/>
              <p14:nvPr/>
            </p14:nvContentPartPr>
            <p14:xfrm>
              <a:off x="2873088" y="176904"/>
              <a:ext cx="4691160" cy="101160"/>
            </p14:xfrm>
          </p:contentPart>
        </mc:Choice>
        <mc:Fallback xmlns=""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AFE6EA69-2B9B-AF84-6A82-7DAAFC7C22B9}"/>
                  </a:ext>
                </a:extLst>
              </p:cNvPr>
              <p:cNvPicPr/>
              <p:nvPr/>
            </p:nvPicPr>
            <p:blipFill>
              <a:blip r:embed="rId290"/>
              <a:stretch>
                <a:fillRect/>
              </a:stretch>
            </p:blipFill>
            <p:spPr>
              <a:xfrm>
                <a:off x="2855448" y="140904"/>
                <a:ext cx="4726800" cy="1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1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8ACE40F2-D9CA-4136-727F-A7CA4159CC2C}"/>
                  </a:ext>
                </a:extLst>
              </p14:cNvPr>
              <p14:cNvContentPartPr/>
              <p14:nvPr/>
            </p14:nvContentPartPr>
            <p14:xfrm>
              <a:off x="2899008" y="152424"/>
              <a:ext cx="5056560" cy="68040"/>
            </p14:xfrm>
          </p:contentPart>
        </mc:Choice>
        <mc:Fallback xmlns=""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8ACE40F2-D9CA-4136-727F-A7CA4159CC2C}"/>
                  </a:ext>
                </a:extLst>
              </p:cNvPr>
              <p:cNvPicPr/>
              <p:nvPr/>
            </p:nvPicPr>
            <p:blipFill>
              <a:blip r:embed="rId292"/>
              <a:stretch>
                <a:fillRect/>
              </a:stretch>
            </p:blipFill>
            <p:spPr>
              <a:xfrm>
                <a:off x="2881008" y="116424"/>
                <a:ext cx="5092200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3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74BCBC72-6554-727C-F700-0E0318384E0F}"/>
                  </a:ext>
                </a:extLst>
              </p14:cNvPr>
              <p14:cNvContentPartPr/>
              <p14:nvPr/>
            </p14:nvContentPartPr>
            <p14:xfrm>
              <a:off x="2981448" y="107064"/>
              <a:ext cx="5136480" cy="242280"/>
            </p14:xfrm>
          </p:contentPart>
        </mc:Choice>
        <mc:Fallback xmlns=""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74BCBC72-6554-727C-F700-0E0318384E0F}"/>
                  </a:ext>
                </a:extLst>
              </p:cNvPr>
              <p:cNvPicPr/>
              <p:nvPr/>
            </p:nvPicPr>
            <p:blipFill>
              <a:blip r:embed="rId294"/>
              <a:stretch>
                <a:fillRect/>
              </a:stretch>
            </p:blipFill>
            <p:spPr>
              <a:xfrm>
                <a:off x="2963808" y="71424"/>
                <a:ext cx="5172120" cy="31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5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2EFBCEA0-F421-B4A2-E4AE-A6AA91048944}"/>
                  </a:ext>
                </a:extLst>
              </p14:cNvPr>
              <p14:cNvContentPartPr/>
              <p14:nvPr/>
            </p14:nvContentPartPr>
            <p14:xfrm>
              <a:off x="2964528" y="19584"/>
              <a:ext cx="915120" cy="44280"/>
            </p14:xfrm>
          </p:contentPart>
        </mc:Choice>
        <mc:Fallback xmlns=""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2EFBCEA0-F421-B4A2-E4AE-A6AA91048944}"/>
                  </a:ext>
                </a:extLst>
              </p:cNvPr>
              <p:cNvPicPr/>
              <p:nvPr/>
            </p:nvPicPr>
            <p:blipFill>
              <a:blip r:embed="rId296"/>
              <a:stretch>
                <a:fillRect/>
              </a:stretch>
            </p:blipFill>
            <p:spPr>
              <a:xfrm>
                <a:off x="2946888" y="-16416"/>
                <a:ext cx="95076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7">
            <p14:nvContentPartPr>
              <p14:cNvPr id="273" name="Ink 272">
                <a:extLst>
                  <a:ext uri="{FF2B5EF4-FFF2-40B4-BE49-F238E27FC236}">
                    <a16:creationId xmlns:a16="http://schemas.microsoft.com/office/drawing/2014/main" id="{70E8DF51-671B-9127-4AAF-9F581BC4EBC9}"/>
                  </a:ext>
                </a:extLst>
              </p14:cNvPr>
              <p14:cNvContentPartPr/>
              <p14:nvPr/>
            </p14:nvContentPartPr>
            <p14:xfrm>
              <a:off x="3244248" y="48744"/>
              <a:ext cx="1227240" cy="43200"/>
            </p14:xfrm>
          </p:contentPart>
        </mc:Choice>
        <mc:Fallback xmlns="">
          <p:pic>
            <p:nvPicPr>
              <p:cNvPr id="273" name="Ink 272">
                <a:extLst>
                  <a:ext uri="{FF2B5EF4-FFF2-40B4-BE49-F238E27FC236}">
                    <a16:creationId xmlns:a16="http://schemas.microsoft.com/office/drawing/2014/main" id="{70E8DF51-671B-9127-4AAF-9F581BC4EBC9}"/>
                  </a:ext>
                </a:extLst>
              </p:cNvPr>
              <p:cNvPicPr/>
              <p:nvPr/>
            </p:nvPicPr>
            <p:blipFill>
              <a:blip r:embed="rId298"/>
              <a:stretch>
                <a:fillRect/>
              </a:stretch>
            </p:blipFill>
            <p:spPr>
              <a:xfrm>
                <a:off x="3226608" y="12744"/>
                <a:ext cx="126288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9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BFC28F07-D4EA-B19E-B16A-50793D096AE7}"/>
                  </a:ext>
                </a:extLst>
              </p14:cNvPr>
              <p14:cNvContentPartPr/>
              <p14:nvPr/>
            </p14:nvContentPartPr>
            <p14:xfrm>
              <a:off x="3738888" y="79344"/>
              <a:ext cx="1429200" cy="51120"/>
            </p14:xfrm>
          </p:contentPart>
        </mc:Choice>
        <mc:Fallback xmlns=""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BFC28F07-D4EA-B19E-B16A-50793D096AE7}"/>
                  </a:ext>
                </a:extLst>
              </p:cNvPr>
              <p:cNvPicPr/>
              <p:nvPr/>
            </p:nvPicPr>
            <p:blipFill>
              <a:blip r:embed="rId300"/>
              <a:stretch>
                <a:fillRect/>
              </a:stretch>
            </p:blipFill>
            <p:spPr>
              <a:xfrm>
                <a:off x="3720888" y="43344"/>
                <a:ext cx="146484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1">
            <p14:nvContentPartPr>
              <p14:cNvPr id="275" name="Ink 274">
                <a:extLst>
                  <a:ext uri="{FF2B5EF4-FFF2-40B4-BE49-F238E27FC236}">
                    <a16:creationId xmlns:a16="http://schemas.microsoft.com/office/drawing/2014/main" id="{C48F4F9C-166C-2A02-5F99-3B9D11DD3FB4}"/>
                  </a:ext>
                </a:extLst>
              </p14:cNvPr>
              <p14:cNvContentPartPr/>
              <p14:nvPr/>
            </p14:nvContentPartPr>
            <p14:xfrm>
              <a:off x="4151088" y="77184"/>
              <a:ext cx="1580760" cy="112680"/>
            </p14:xfrm>
          </p:contentPart>
        </mc:Choice>
        <mc:Fallback xmlns="">
          <p:pic>
            <p:nvPicPr>
              <p:cNvPr id="275" name="Ink 274">
                <a:extLst>
                  <a:ext uri="{FF2B5EF4-FFF2-40B4-BE49-F238E27FC236}">
                    <a16:creationId xmlns:a16="http://schemas.microsoft.com/office/drawing/2014/main" id="{C48F4F9C-166C-2A02-5F99-3B9D11DD3FB4}"/>
                  </a:ext>
                </a:extLst>
              </p:cNvPr>
              <p:cNvPicPr/>
              <p:nvPr/>
            </p:nvPicPr>
            <p:blipFill>
              <a:blip r:embed="rId302"/>
              <a:stretch>
                <a:fillRect/>
              </a:stretch>
            </p:blipFill>
            <p:spPr>
              <a:xfrm>
                <a:off x="4133088" y="41544"/>
                <a:ext cx="161640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3">
            <p14:nvContentPartPr>
              <p14:cNvPr id="276" name="Ink 275">
                <a:extLst>
                  <a:ext uri="{FF2B5EF4-FFF2-40B4-BE49-F238E27FC236}">
                    <a16:creationId xmlns:a16="http://schemas.microsoft.com/office/drawing/2014/main" id="{195F8F5B-72B3-5254-F7B5-7452CE0B6C7C}"/>
                  </a:ext>
                </a:extLst>
              </p14:cNvPr>
              <p14:cNvContentPartPr/>
              <p14:nvPr/>
            </p14:nvContentPartPr>
            <p14:xfrm>
              <a:off x="4445208" y="84384"/>
              <a:ext cx="2035800" cy="68400"/>
            </p14:xfrm>
          </p:contentPart>
        </mc:Choice>
        <mc:Fallback xmlns="">
          <p:pic>
            <p:nvPicPr>
              <p:cNvPr id="276" name="Ink 275">
                <a:extLst>
                  <a:ext uri="{FF2B5EF4-FFF2-40B4-BE49-F238E27FC236}">
                    <a16:creationId xmlns:a16="http://schemas.microsoft.com/office/drawing/2014/main" id="{195F8F5B-72B3-5254-F7B5-7452CE0B6C7C}"/>
                  </a:ext>
                </a:extLst>
              </p:cNvPr>
              <p:cNvPicPr/>
              <p:nvPr/>
            </p:nvPicPr>
            <p:blipFill>
              <a:blip r:embed="rId304"/>
              <a:stretch>
                <a:fillRect/>
              </a:stretch>
            </p:blipFill>
            <p:spPr>
              <a:xfrm>
                <a:off x="4427208" y="48744"/>
                <a:ext cx="207144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5">
            <p14:nvContentPartPr>
              <p14:cNvPr id="277" name="Ink 276">
                <a:extLst>
                  <a:ext uri="{FF2B5EF4-FFF2-40B4-BE49-F238E27FC236}">
                    <a16:creationId xmlns:a16="http://schemas.microsoft.com/office/drawing/2014/main" id="{9A3F586F-F0A5-9BBF-89D2-07E21E2C4E81}"/>
                  </a:ext>
                </a:extLst>
              </p14:cNvPr>
              <p14:cNvContentPartPr/>
              <p14:nvPr/>
            </p14:nvContentPartPr>
            <p14:xfrm>
              <a:off x="5314248" y="137664"/>
              <a:ext cx="1988640" cy="46440"/>
            </p14:xfrm>
          </p:contentPart>
        </mc:Choice>
        <mc:Fallback xmlns="">
          <p:pic>
            <p:nvPicPr>
              <p:cNvPr id="277" name="Ink 276">
                <a:extLst>
                  <a:ext uri="{FF2B5EF4-FFF2-40B4-BE49-F238E27FC236}">
                    <a16:creationId xmlns:a16="http://schemas.microsoft.com/office/drawing/2014/main" id="{9A3F586F-F0A5-9BBF-89D2-07E21E2C4E81}"/>
                  </a:ext>
                </a:extLst>
              </p:cNvPr>
              <p:cNvPicPr/>
              <p:nvPr/>
            </p:nvPicPr>
            <p:blipFill>
              <a:blip r:embed="rId306"/>
              <a:stretch>
                <a:fillRect/>
              </a:stretch>
            </p:blipFill>
            <p:spPr>
              <a:xfrm>
                <a:off x="5296248" y="102024"/>
                <a:ext cx="202428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7">
            <p14:nvContentPartPr>
              <p14:cNvPr id="278" name="Ink 277">
                <a:extLst>
                  <a:ext uri="{FF2B5EF4-FFF2-40B4-BE49-F238E27FC236}">
                    <a16:creationId xmlns:a16="http://schemas.microsoft.com/office/drawing/2014/main" id="{91B57D76-6726-12C3-8A99-E4601DCDC3C3}"/>
                  </a:ext>
                </a:extLst>
              </p14:cNvPr>
              <p14:cNvContentPartPr/>
              <p14:nvPr/>
            </p14:nvContentPartPr>
            <p14:xfrm>
              <a:off x="6083928" y="122904"/>
              <a:ext cx="1713240" cy="27360"/>
            </p14:xfrm>
          </p:contentPart>
        </mc:Choice>
        <mc:Fallback xmlns="">
          <p:pic>
            <p:nvPicPr>
              <p:cNvPr id="278" name="Ink 277">
                <a:extLst>
                  <a:ext uri="{FF2B5EF4-FFF2-40B4-BE49-F238E27FC236}">
                    <a16:creationId xmlns:a16="http://schemas.microsoft.com/office/drawing/2014/main" id="{91B57D76-6726-12C3-8A99-E4601DCDC3C3}"/>
                  </a:ext>
                </a:extLst>
              </p:cNvPr>
              <p:cNvPicPr/>
              <p:nvPr/>
            </p:nvPicPr>
            <p:blipFill>
              <a:blip r:embed="rId308"/>
              <a:stretch>
                <a:fillRect/>
              </a:stretch>
            </p:blipFill>
            <p:spPr>
              <a:xfrm>
                <a:off x="6066288" y="87264"/>
                <a:ext cx="1748880" cy="9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9">
            <p14:nvContentPartPr>
              <p14:cNvPr id="279" name="Ink 278">
                <a:extLst>
                  <a:ext uri="{FF2B5EF4-FFF2-40B4-BE49-F238E27FC236}">
                    <a16:creationId xmlns:a16="http://schemas.microsoft.com/office/drawing/2014/main" id="{6991DE88-2A6F-E3AB-4BCA-312D18A1F827}"/>
                  </a:ext>
                </a:extLst>
              </p14:cNvPr>
              <p14:cNvContentPartPr/>
              <p14:nvPr/>
            </p14:nvContentPartPr>
            <p14:xfrm>
              <a:off x="6465528" y="27864"/>
              <a:ext cx="1850760" cy="295200"/>
            </p14:xfrm>
          </p:contentPart>
        </mc:Choice>
        <mc:Fallback xmlns="">
          <p:pic>
            <p:nvPicPr>
              <p:cNvPr id="279" name="Ink 278">
                <a:extLst>
                  <a:ext uri="{FF2B5EF4-FFF2-40B4-BE49-F238E27FC236}">
                    <a16:creationId xmlns:a16="http://schemas.microsoft.com/office/drawing/2014/main" id="{6991DE88-2A6F-E3AB-4BCA-312D18A1F827}"/>
                  </a:ext>
                </a:extLst>
              </p:cNvPr>
              <p:cNvPicPr/>
              <p:nvPr/>
            </p:nvPicPr>
            <p:blipFill>
              <a:blip r:embed="rId310"/>
              <a:stretch>
                <a:fillRect/>
              </a:stretch>
            </p:blipFill>
            <p:spPr>
              <a:xfrm>
                <a:off x="6447888" y="-8136"/>
                <a:ext cx="1886400" cy="36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1">
            <p14:nvContentPartPr>
              <p14:cNvPr id="280" name="Ink 279">
                <a:extLst>
                  <a:ext uri="{FF2B5EF4-FFF2-40B4-BE49-F238E27FC236}">
                    <a16:creationId xmlns:a16="http://schemas.microsoft.com/office/drawing/2014/main" id="{8C40A172-ADEE-A85E-DE7D-77D33F2C3879}"/>
                  </a:ext>
                </a:extLst>
              </p14:cNvPr>
              <p14:cNvContentPartPr/>
              <p14:nvPr/>
            </p14:nvContentPartPr>
            <p14:xfrm>
              <a:off x="7703568" y="118584"/>
              <a:ext cx="440640" cy="23040"/>
            </p14:xfrm>
          </p:contentPart>
        </mc:Choice>
        <mc:Fallback xmlns="">
          <p:pic>
            <p:nvPicPr>
              <p:cNvPr id="280" name="Ink 279">
                <a:extLst>
                  <a:ext uri="{FF2B5EF4-FFF2-40B4-BE49-F238E27FC236}">
                    <a16:creationId xmlns:a16="http://schemas.microsoft.com/office/drawing/2014/main" id="{8C40A172-ADEE-A85E-DE7D-77D33F2C3879}"/>
                  </a:ext>
                </a:extLst>
              </p:cNvPr>
              <p:cNvPicPr/>
              <p:nvPr/>
            </p:nvPicPr>
            <p:blipFill>
              <a:blip r:embed="rId312"/>
              <a:stretch>
                <a:fillRect/>
              </a:stretch>
            </p:blipFill>
            <p:spPr>
              <a:xfrm>
                <a:off x="7685928" y="82584"/>
                <a:ext cx="47628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3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21BC35D3-9239-4D64-DB20-C476177CC7F9}"/>
                  </a:ext>
                </a:extLst>
              </p14:cNvPr>
              <p14:cNvContentPartPr/>
              <p14:nvPr/>
            </p14:nvContentPartPr>
            <p14:xfrm>
              <a:off x="7503768" y="24984"/>
              <a:ext cx="835200" cy="264240"/>
            </p14:xfrm>
          </p:contentPart>
        </mc:Choice>
        <mc:Fallback xmlns=""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21BC35D3-9239-4D64-DB20-C476177CC7F9}"/>
                  </a:ext>
                </a:extLst>
              </p:cNvPr>
              <p:cNvPicPr/>
              <p:nvPr/>
            </p:nvPicPr>
            <p:blipFill>
              <a:blip r:embed="rId314"/>
              <a:stretch>
                <a:fillRect/>
              </a:stretch>
            </p:blipFill>
            <p:spPr>
              <a:xfrm>
                <a:off x="7486128" y="-11016"/>
                <a:ext cx="870840" cy="33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5">
            <p14:nvContentPartPr>
              <p14:cNvPr id="282" name="Ink 281">
                <a:extLst>
                  <a:ext uri="{FF2B5EF4-FFF2-40B4-BE49-F238E27FC236}">
                    <a16:creationId xmlns:a16="http://schemas.microsoft.com/office/drawing/2014/main" id="{EB8AB65E-CA19-678B-0429-E489059C4FB8}"/>
                  </a:ext>
                </a:extLst>
              </p14:cNvPr>
              <p14:cNvContentPartPr/>
              <p14:nvPr/>
            </p14:nvContentPartPr>
            <p14:xfrm>
              <a:off x="2935008" y="-13176"/>
              <a:ext cx="5398920" cy="409320"/>
            </p14:xfrm>
          </p:contentPart>
        </mc:Choice>
        <mc:Fallback xmlns="">
          <p:pic>
            <p:nvPicPr>
              <p:cNvPr id="282" name="Ink 281">
                <a:extLst>
                  <a:ext uri="{FF2B5EF4-FFF2-40B4-BE49-F238E27FC236}">
                    <a16:creationId xmlns:a16="http://schemas.microsoft.com/office/drawing/2014/main" id="{EB8AB65E-CA19-678B-0429-E489059C4FB8}"/>
                  </a:ext>
                </a:extLst>
              </p:cNvPr>
              <p:cNvPicPr/>
              <p:nvPr/>
            </p:nvPicPr>
            <p:blipFill>
              <a:blip r:embed="rId316"/>
              <a:stretch>
                <a:fillRect/>
              </a:stretch>
            </p:blipFill>
            <p:spPr>
              <a:xfrm>
                <a:off x="2917368" y="-48816"/>
                <a:ext cx="5434560" cy="48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7">
            <p14:nvContentPartPr>
              <p14:cNvPr id="283" name="Ink 282">
                <a:extLst>
                  <a:ext uri="{FF2B5EF4-FFF2-40B4-BE49-F238E27FC236}">
                    <a16:creationId xmlns:a16="http://schemas.microsoft.com/office/drawing/2014/main" id="{38DC4D46-805E-3E08-2D90-465EC2D5360E}"/>
                  </a:ext>
                </a:extLst>
              </p14:cNvPr>
              <p14:cNvContentPartPr/>
              <p14:nvPr/>
            </p14:nvContentPartPr>
            <p14:xfrm>
              <a:off x="7834608" y="110664"/>
              <a:ext cx="473400" cy="202320"/>
            </p14:xfrm>
          </p:contentPart>
        </mc:Choice>
        <mc:Fallback xmlns="">
          <p:pic>
            <p:nvPicPr>
              <p:cNvPr id="283" name="Ink 282">
                <a:extLst>
                  <a:ext uri="{FF2B5EF4-FFF2-40B4-BE49-F238E27FC236}">
                    <a16:creationId xmlns:a16="http://schemas.microsoft.com/office/drawing/2014/main" id="{38DC4D46-805E-3E08-2D90-465EC2D5360E}"/>
                  </a:ext>
                </a:extLst>
              </p:cNvPr>
              <p:cNvPicPr/>
              <p:nvPr/>
            </p:nvPicPr>
            <p:blipFill>
              <a:blip r:embed="rId318"/>
              <a:stretch>
                <a:fillRect/>
              </a:stretch>
            </p:blipFill>
            <p:spPr>
              <a:xfrm>
                <a:off x="7816608" y="74664"/>
                <a:ext cx="50904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9">
            <p14:nvContentPartPr>
              <p14:cNvPr id="284" name="Ink 283">
                <a:extLst>
                  <a:ext uri="{FF2B5EF4-FFF2-40B4-BE49-F238E27FC236}">
                    <a16:creationId xmlns:a16="http://schemas.microsoft.com/office/drawing/2014/main" id="{E21848E0-0CA9-B866-3BA2-4B7068528D9E}"/>
                  </a:ext>
                </a:extLst>
              </p14:cNvPr>
              <p14:cNvContentPartPr/>
              <p14:nvPr/>
            </p14:nvContentPartPr>
            <p14:xfrm>
              <a:off x="5005728" y="33624"/>
              <a:ext cx="778320" cy="113760"/>
            </p14:xfrm>
          </p:contentPart>
        </mc:Choice>
        <mc:Fallback xmlns="">
          <p:pic>
            <p:nvPicPr>
              <p:cNvPr id="284" name="Ink 283">
                <a:extLst>
                  <a:ext uri="{FF2B5EF4-FFF2-40B4-BE49-F238E27FC236}">
                    <a16:creationId xmlns:a16="http://schemas.microsoft.com/office/drawing/2014/main" id="{E21848E0-0CA9-B866-3BA2-4B7068528D9E}"/>
                  </a:ext>
                </a:extLst>
              </p:cNvPr>
              <p:cNvPicPr/>
              <p:nvPr/>
            </p:nvPicPr>
            <p:blipFill>
              <a:blip r:embed="rId320"/>
              <a:stretch>
                <a:fillRect/>
              </a:stretch>
            </p:blipFill>
            <p:spPr>
              <a:xfrm>
                <a:off x="4987728" y="-2016"/>
                <a:ext cx="813960" cy="1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1">
            <p14:nvContentPartPr>
              <p14:cNvPr id="285" name="Ink 284">
                <a:extLst>
                  <a:ext uri="{FF2B5EF4-FFF2-40B4-BE49-F238E27FC236}">
                    <a16:creationId xmlns:a16="http://schemas.microsoft.com/office/drawing/2014/main" id="{A7DF7EF6-C417-3B24-3D50-D75195775C47}"/>
                  </a:ext>
                </a:extLst>
              </p14:cNvPr>
              <p14:cNvContentPartPr/>
              <p14:nvPr/>
            </p14:nvContentPartPr>
            <p14:xfrm>
              <a:off x="3016728" y="95544"/>
              <a:ext cx="1585800" cy="257040"/>
            </p14:xfrm>
          </p:contentPart>
        </mc:Choice>
        <mc:Fallback xmlns="">
          <p:pic>
            <p:nvPicPr>
              <p:cNvPr id="285" name="Ink 284">
                <a:extLst>
                  <a:ext uri="{FF2B5EF4-FFF2-40B4-BE49-F238E27FC236}">
                    <a16:creationId xmlns:a16="http://schemas.microsoft.com/office/drawing/2014/main" id="{A7DF7EF6-C417-3B24-3D50-D75195775C47}"/>
                  </a:ext>
                </a:extLst>
              </p:cNvPr>
              <p:cNvPicPr/>
              <p:nvPr/>
            </p:nvPicPr>
            <p:blipFill>
              <a:blip r:embed="rId322"/>
              <a:stretch>
                <a:fillRect/>
              </a:stretch>
            </p:blipFill>
            <p:spPr>
              <a:xfrm>
                <a:off x="2999088" y="59904"/>
                <a:ext cx="1621440" cy="328680"/>
              </a:xfrm>
              <a:prstGeom prst="rect">
                <a:avLst/>
              </a:prstGeom>
            </p:spPr>
          </p:pic>
        </mc:Fallback>
      </mc:AlternateContent>
      <p:grpSp>
        <p:nvGrpSpPr>
          <p:cNvPr id="304" name="Group 303">
            <a:extLst>
              <a:ext uri="{FF2B5EF4-FFF2-40B4-BE49-F238E27FC236}">
                <a16:creationId xmlns:a16="http://schemas.microsoft.com/office/drawing/2014/main" id="{B3E5DD8B-92C9-8793-055D-F1C0101BC0F9}"/>
              </a:ext>
            </a:extLst>
          </p:cNvPr>
          <p:cNvGrpSpPr/>
          <p:nvPr/>
        </p:nvGrpSpPr>
        <p:grpSpPr>
          <a:xfrm>
            <a:off x="1491408" y="6546384"/>
            <a:ext cx="744840" cy="198360"/>
            <a:chOff x="1491408" y="6546384"/>
            <a:chExt cx="744840" cy="19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C2314161-2197-ECB4-DEC3-E01569EEFF72}"/>
                    </a:ext>
                  </a:extLst>
                </p14:cNvPr>
                <p14:cNvContentPartPr/>
                <p14:nvPr/>
              </p14:nvContentPartPr>
              <p14:xfrm>
                <a:off x="1757808" y="6548904"/>
                <a:ext cx="21600" cy="19224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C2314161-2197-ECB4-DEC3-E01569EEFF72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1748808" y="6540264"/>
                  <a:ext cx="392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DAE07E4B-186F-7FE7-E283-D21635CE050A}"/>
                    </a:ext>
                  </a:extLst>
                </p14:cNvPr>
                <p14:cNvContentPartPr/>
                <p14:nvPr/>
              </p14:nvContentPartPr>
              <p14:xfrm>
                <a:off x="1491408" y="6546384"/>
                <a:ext cx="402840" cy="8676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DAE07E4B-186F-7FE7-E283-D21635CE050A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1482408" y="6537384"/>
                  <a:ext cx="4204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0EA9C1D8-6F5A-DEC3-D32E-4B54C22710AB}"/>
                    </a:ext>
                  </a:extLst>
                </p14:cNvPr>
                <p14:cNvContentPartPr/>
                <p14:nvPr/>
              </p14:nvContentPartPr>
              <p14:xfrm>
                <a:off x="1925568" y="6634584"/>
                <a:ext cx="310680" cy="11016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0EA9C1D8-6F5A-DEC3-D32E-4B54C22710AB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1916928" y="6625944"/>
                  <a:ext cx="328320" cy="12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3" name="Group 302">
            <a:extLst>
              <a:ext uri="{FF2B5EF4-FFF2-40B4-BE49-F238E27FC236}">
                <a16:creationId xmlns:a16="http://schemas.microsoft.com/office/drawing/2014/main" id="{8EA5C588-D416-E71F-7B76-E8DFB49E5379}"/>
              </a:ext>
            </a:extLst>
          </p:cNvPr>
          <p:cNvGrpSpPr/>
          <p:nvPr/>
        </p:nvGrpSpPr>
        <p:grpSpPr>
          <a:xfrm>
            <a:off x="2640888" y="6497784"/>
            <a:ext cx="1160640" cy="268200"/>
            <a:chOff x="2640888" y="6497784"/>
            <a:chExt cx="1160640" cy="26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1032718D-FE46-2FE4-A01C-A9CE10BBDFFF}"/>
                    </a:ext>
                  </a:extLst>
                </p14:cNvPr>
                <p14:cNvContentPartPr/>
                <p14:nvPr/>
              </p14:nvContentPartPr>
              <p14:xfrm>
                <a:off x="2640888" y="6497784"/>
                <a:ext cx="142200" cy="25560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1032718D-FE46-2FE4-A01C-A9CE10BBDFFF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2631888" y="6488784"/>
                  <a:ext cx="15984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C8BA8165-EC04-31F9-B758-2C1ECB1261B7}"/>
                    </a:ext>
                  </a:extLst>
                </p14:cNvPr>
                <p14:cNvContentPartPr/>
                <p14:nvPr/>
              </p14:nvContentPartPr>
              <p14:xfrm>
                <a:off x="2890368" y="6623784"/>
                <a:ext cx="49680" cy="7380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C8BA8165-EC04-31F9-B758-2C1ECB1261B7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2881368" y="6614784"/>
                  <a:ext cx="6732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B644E639-8F79-DF2B-67E3-F051EAE3AD20}"/>
                    </a:ext>
                  </a:extLst>
                </p14:cNvPr>
                <p14:cNvContentPartPr/>
                <p14:nvPr/>
              </p14:nvContentPartPr>
              <p14:xfrm>
                <a:off x="3094488" y="6597864"/>
                <a:ext cx="73440" cy="12276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B644E639-8F79-DF2B-67E3-F051EAE3AD20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3085848" y="6589224"/>
                  <a:ext cx="9108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E77F86CD-EAD1-BE38-CDC3-775F9E13A159}"/>
                    </a:ext>
                  </a:extLst>
                </p14:cNvPr>
                <p14:cNvContentPartPr/>
                <p14:nvPr/>
              </p14:nvContentPartPr>
              <p14:xfrm>
                <a:off x="3297888" y="6625584"/>
                <a:ext cx="132480" cy="12204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E77F86CD-EAD1-BE38-CDC3-775F9E13A159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3289248" y="6616944"/>
                  <a:ext cx="15012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037822ED-832E-6CF5-47F9-305828496E75}"/>
                    </a:ext>
                  </a:extLst>
                </p14:cNvPr>
                <p14:cNvContentPartPr/>
                <p14:nvPr/>
              </p14:nvContentPartPr>
              <p14:xfrm>
                <a:off x="3435768" y="6593184"/>
                <a:ext cx="12600" cy="3096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037822ED-832E-6CF5-47F9-305828496E75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3426768" y="6584544"/>
                  <a:ext cx="302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0CD79F1C-5C6B-A3E3-4F9F-853823D5A7DE}"/>
                    </a:ext>
                  </a:extLst>
                </p14:cNvPr>
                <p14:cNvContentPartPr/>
                <p14:nvPr/>
              </p14:nvContentPartPr>
              <p14:xfrm>
                <a:off x="3538008" y="6540624"/>
                <a:ext cx="263520" cy="22536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0CD79F1C-5C6B-A3E3-4F9F-853823D5A7DE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3529008" y="6531984"/>
                  <a:ext cx="281160" cy="24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ED1A94E3-23C4-8A28-A242-332F4F18640C}"/>
              </a:ext>
            </a:extLst>
          </p:cNvPr>
          <p:cNvGrpSpPr/>
          <p:nvPr/>
        </p:nvGrpSpPr>
        <p:grpSpPr>
          <a:xfrm>
            <a:off x="4247568" y="6481944"/>
            <a:ext cx="787320" cy="277920"/>
            <a:chOff x="4247568" y="6481944"/>
            <a:chExt cx="787320" cy="27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3146FC47-775A-F4E3-C620-5FF1742E350A}"/>
                    </a:ext>
                  </a:extLst>
                </p14:cNvPr>
                <p14:cNvContentPartPr/>
                <p14:nvPr/>
              </p14:nvContentPartPr>
              <p14:xfrm>
                <a:off x="4247568" y="6481944"/>
                <a:ext cx="145800" cy="27792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3146FC47-775A-F4E3-C620-5FF1742E350A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4238928" y="6473304"/>
                  <a:ext cx="16344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90BEFAFC-8344-AD20-9BD4-EDE175C37980}"/>
                    </a:ext>
                  </a:extLst>
                </p14:cNvPr>
                <p14:cNvContentPartPr/>
                <p14:nvPr/>
              </p14:nvContentPartPr>
              <p14:xfrm>
                <a:off x="4531968" y="6570144"/>
                <a:ext cx="502920" cy="11196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90BEFAFC-8344-AD20-9BD4-EDE175C37980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4523328" y="6561144"/>
                  <a:ext cx="520560" cy="12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1" name="Group 300">
            <a:extLst>
              <a:ext uri="{FF2B5EF4-FFF2-40B4-BE49-F238E27FC236}">
                <a16:creationId xmlns:a16="http://schemas.microsoft.com/office/drawing/2014/main" id="{E63D6B9E-387B-1994-2ECF-633461735173}"/>
              </a:ext>
            </a:extLst>
          </p:cNvPr>
          <p:cNvGrpSpPr/>
          <p:nvPr/>
        </p:nvGrpSpPr>
        <p:grpSpPr>
          <a:xfrm>
            <a:off x="5263488" y="6520464"/>
            <a:ext cx="590760" cy="159120"/>
            <a:chOff x="5263488" y="6520464"/>
            <a:chExt cx="590760" cy="15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AD8DA98C-4AA2-D3D0-03C3-DA182FAFD65B}"/>
                    </a:ext>
                  </a:extLst>
                </p14:cNvPr>
                <p14:cNvContentPartPr/>
                <p14:nvPr/>
              </p14:nvContentPartPr>
              <p14:xfrm>
                <a:off x="5350968" y="6566184"/>
                <a:ext cx="65880" cy="10512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AD8DA98C-4AA2-D3D0-03C3-DA182FAFD65B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5342328" y="6557544"/>
                  <a:ext cx="835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B3E41216-D90C-461C-5769-8C1FC5FC8EA6}"/>
                    </a:ext>
                  </a:extLst>
                </p14:cNvPr>
                <p14:cNvContentPartPr/>
                <p14:nvPr/>
              </p14:nvContentPartPr>
              <p14:xfrm>
                <a:off x="5263488" y="6520464"/>
                <a:ext cx="226800" cy="9072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B3E41216-D90C-461C-5769-8C1FC5FC8EA6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5254488" y="6511464"/>
                  <a:ext cx="24444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F84BC708-5F0C-936B-BD9A-0B49D9781306}"/>
                    </a:ext>
                  </a:extLst>
                </p14:cNvPr>
                <p14:cNvContentPartPr/>
                <p14:nvPr/>
              </p14:nvContentPartPr>
              <p14:xfrm>
                <a:off x="5540328" y="6584544"/>
                <a:ext cx="125640" cy="8064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F84BC708-5F0C-936B-BD9A-0B49D9781306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5531328" y="6575904"/>
                  <a:ext cx="14328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F9B5E948-592C-2DF3-9040-5275F5AAC7A7}"/>
                    </a:ext>
                  </a:extLst>
                </p14:cNvPr>
                <p14:cNvContentPartPr/>
                <p14:nvPr/>
              </p14:nvContentPartPr>
              <p14:xfrm>
                <a:off x="5708448" y="6587784"/>
                <a:ext cx="145800" cy="9180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F9B5E948-592C-2DF3-9040-5275F5AAC7A7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5699448" y="6578784"/>
                  <a:ext cx="163440" cy="10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F5FF754D-0E31-8444-9D47-449F55BA7B23}"/>
              </a:ext>
            </a:extLst>
          </p:cNvPr>
          <p:cNvGrpSpPr/>
          <p:nvPr/>
        </p:nvGrpSpPr>
        <p:grpSpPr>
          <a:xfrm>
            <a:off x="265968" y="6397344"/>
            <a:ext cx="853200" cy="469440"/>
            <a:chOff x="265968" y="6397344"/>
            <a:chExt cx="853200" cy="46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3E8810BB-5B14-1FE3-804E-516FEF701CE2}"/>
                    </a:ext>
                  </a:extLst>
                </p14:cNvPr>
                <p14:cNvContentPartPr/>
                <p14:nvPr/>
              </p14:nvContentPartPr>
              <p14:xfrm>
                <a:off x="265968" y="6397344"/>
                <a:ext cx="210960" cy="36072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3E8810BB-5B14-1FE3-804E-516FEF701CE2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257328" y="6388704"/>
                  <a:ext cx="22860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D50C9ECE-136F-9A7D-F454-A1BA76F0ECFA}"/>
                    </a:ext>
                  </a:extLst>
                </p14:cNvPr>
                <p14:cNvContentPartPr/>
                <p14:nvPr/>
              </p14:nvContentPartPr>
              <p14:xfrm>
                <a:off x="318888" y="6626664"/>
                <a:ext cx="177480" cy="6948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D50C9ECE-136F-9A7D-F454-A1BA76F0ECFA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310248" y="6618024"/>
                  <a:ext cx="19512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BC1ADC0A-CEC8-FB7D-4C8C-F633302E13C8}"/>
                    </a:ext>
                  </a:extLst>
                </p14:cNvPr>
                <p14:cNvContentPartPr/>
                <p14:nvPr/>
              </p14:nvContentPartPr>
              <p14:xfrm>
                <a:off x="484488" y="6581664"/>
                <a:ext cx="24480" cy="5868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BC1ADC0A-CEC8-FB7D-4C8C-F633302E13C8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475848" y="6573024"/>
                  <a:ext cx="4212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CB02BCA6-F632-7D64-9078-50F9DE3F6F89}"/>
                    </a:ext>
                  </a:extLst>
                </p14:cNvPr>
                <p14:cNvContentPartPr/>
                <p14:nvPr/>
              </p14:nvContentPartPr>
              <p14:xfrm>
                <a:off x="573768" y="6602184"/>
                <a:ext cx="86040" cy="26460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CB02BCA6-F632-7D64-9078-50F9DE3F6F89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564768" y="6593184"/>
                  <a:ext cx="10368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CD090804-2125-8939-DBE4-2B01E8E4CFFD}"/>
                    </a:ext>
                  </a:extLst>
                </p14:cNvPr>
                <p14:cNvContentPartPr/>
                <p14:nvPr/>
              </p14:nvContentPartPr>
              <p14:xfrm>
                <a:off x="824328" y="6706584"/>
                <a:ext cx="294840" cy="7920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CD090804-2125-8939-DBE4-2B01E8E4CFFD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815328" y="6697944"/>
                  <a:ext cx="312480" cy="96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3">
            <p14:nvContentPartPr>
              <p14:cNvPr id="311" name="Ink 310">
                <a:extLst>
                  <a:ext uri="{FF2B5EF4-FFF2-40B4-BE49-F238E27FC236}">
                    <a16:creationId xmlns:a16="http://schemas.microsoft.com/office/drawing/2014/main" id="{8A56CBAF-CFF6-9831-5C31-531B824C2FD8}"/>
                  </a:ext>
                </a:extLst>
              </p14:cNvPr>
              <p14:cNvContentPartPr/>
              <p14:nvPr/>
            </p14:nvContentPartPr>
            <p14:xfrm>
              <a:off x="8592048" y="1621944"/>
              <a:ext cx="231840" cy="229320"/>
            </p14:xfrm>
          </p:contentPart>
        </mc:Choice>
        <mc:Fallback xmlns="">
          <p:pic>
            <p:nvPicPr>
              <p:cNvPr id="311" name="Ink 310">
                <a:extLst>
                  <a:ext uri="{FF2B5EF4-FFF2-40B4-BE49-F238E27FC236}">
                    <a16:creationId xmlns:a16="http://schemas.microsoft.com/office/drawing/2014/main" id="{8A56CBAF-CFF6-9831-5C31-531B824C2FD8}"/>
                  </a:ext>
                </a:extLst>
              </p:cNvPr>
              <p:cNvPicPr/>
              <p:nvPr/>
            </p:nvPicPr>
            <p:blipFill>
              <a:blip r:embed="rId364"/>
              <a:stretch>
                <a:fillRect/>
              </a:stretch>
            </p:blipFill>
            <p:spPr>
              <a:xfrm>
                <a:off x="8583408" y="1612944"/>
                <a:ext cx="24948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5">
            <p14:nvContentPartPr>
              <p14:cNvPr id="312" name="Ink 311">
                <a:extLst>
                  <a:ext uri="{FF2B5EF4-FFF2-40B4-BE49-F238E27FC236}">
                    <a16:creationId xmlns:a16="http://schemas.microsoft.com/office/drawing/2014/main" id="{DB6B8B6A-E00C-52E5-64AA-477758812F7B}"/>
                  </a:ext>
                </a:extLst>
              </p14:cNvPr>
              <p14:cNvContentPartPr/>
              <p14:nvPr/>
            </p14:nvContentPartPr>
            <p14:xfrm>
              <a:off x="8766648" y="1948104"/>
              <a:ext cx="8280" cy="258840"/>
            </p14:xfrm>
          </p:contentPart>
        </mc:Choice>
        <mc:Fallback xmlns="">
          <p:pic>
            <p:nvPicPr>
              <p:cNvPr id="312" name="Ink 311">
                <a:extLst>
                  <a:ext uri="{FF2B5EF4-FFF2-40B4-BE49-F238E27FC236}">
                    <a16:creationId xmlns:a16="http://schemas.microsoft.com/office/drawing/2014/main" id="{DB6B8B6A-E00C-52E5-64AA-477758812F7B}"/>
                  </a:ext>
                </a:extLst>
              </p:cNvPr>
              <p:cNvPicPr/>
              <p:nvPr/>
            </p:nvPicPr>
            <p:blipFill>
              <a:blip r:embed="rId366"/>
              <a:stretch>
                <a:fillRect/>
              </a:stretch>
            </p:blipFill>
            <p:spPr>
              <a:xfrm>
                <a:off x="8757648" y="1939464"/>
                <a:ext cx="25920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7">
            <p14:nvContentPartPr>
              <p14:cNvPr id="313" name="Ink 312">
                <a:extLst>
                  <a:ext uri="{FF2B5EF4-FFF2-40B4-BE49-F238E27FC236}">
                    <a16:creationId xmlns:a16="http://schemas.microsoft.com/office/drawing/2014/main" id="{125D4F1E-3F75-1AA1-5713-4F70FDDBACBF}"/>
                  </a:ext>
                </a:extLst>
              </p14:cNvPr>
              <p14:cNvContentPartPr/>
              <p14:nvPr/>
            </p14:nvContentPartPr>
            <p14:xfrm>
              <a:off x="8698248" y="2331144"/>
              <a:ext cx="115920" cy="159120"/>
            </p14:xfrm>
          </p:contentPart>
        </mc:Choice>
        <mc:Fallback xmlns="">
          <p:pic>
            <p:nvPicPr>
              <p:cNvPr id="313" name="Ink 312">
                <a:extLst>
                  <a:ext uri="{FF2B5EF4-FFF2-40B4-BE49-F238E27FC236}">
                    <a16:creationId xmlns:a16="http://schemas.microsoft.com/office/drawing/2014/main" id="{125D4F1E-3F75-1AA1-5713-4F70FDDBACBF}"/>
                  </a:ext>
                </a:extLst>
              </p:cNvPr>
              <p:cNvPicPr/>
              <p:nvPr/>
            </p:nvPicPr>
            <p:blipFill>
              <a:blip r:embed="rId368"/>
              <a:stretch>
                <a:fillRect/>
              </a:stretch>
            </p:blipFill>
            <p:spPr>
              <a:xfrm>
                <a:off x="8689248" y="2322144"/>
                <a:ext cx="133560" cy="17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9">
            <p14:nvContentPartPr>
              <p14:cNvPr id="314" name="Ink 313">
                <a:extLst>
                  <a:ext uri="{FF2B5EF4-FFF2-40B4-BE49-F238E27FC236}">
                    <a16:creationId xmlns:a16="http://schemas.microsoft.com/office/drawing/2014/main" id="{9BF5FB16-BCA0-41CE-C88C-E98EE9E3775F}"/>
                  </a:ext>
                </a:extLst>
              </p14:cNvPr>
              <p14:cNvContentPartPr/>
              <p14:nvPr/>
            </p14:nvContentPartPr>
            <p14:xfrm>
              <a:off x="8894088" y="2358504"/>
              <a:ext cx="96480" cy="146520"/>
            </p14:xfrm>
          </p:contentPart>
        </mc:Choice>
        <mc:Fallback xmlns="">
          <p:pic>
            <p:nvPicPr>
              <p:cNvPr id="314" name="Ink 313">
                <a:extLst>
                  <a:ext uri="{FF2B5EF4-FFF2-40B4-BE49-F238E27FC236}">
                    <a16:creationId xmlns:a16="http://schemas.microsoft.com/office/drawing/2014/main" id="{9BF5FB16-BCA0-41CE-C88C-E98EE9E3775F}"/>
                  </a:ext>
                </a:extLst>
              </p:cNvPr>
              <p:cNvPicPr/>
              <p:nvPr/>
            </p:nvPicPr>
            <p:blipFill>
              <a:blip r:embed="rId370"/>
              <a:stretch>
                <a:fillRect/>
              </a:stretch>
            </p:blipFill>
            <p:spPr>
              <a:xfrm>
                <a:off x="8885448" y="2349864"/>
                <a:ext cx="114120" cy="16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1">
            <p14:nvContentPartPr>
              <p14:cNvPr id="316" name="Ink 315">
                <a:extLst>
                  <a:ext uri="{FF2B5EF4-FFF2-40B4-BE49-F238E27FC236}">
                    <a16:creationId xmlns:a16="http://schemas.microsoft.com/office/drawing/2014/main" id="{AACEE67E-C1CB-91AA-0E40-441BAC292EB5}"/>
                  </a:ext>
                </a:extLst>
              </p14:cNvPr>
              <p14:cNvContentPartPr/>
              <p14:nvPr/>
            </p14:nvContentPartPr>
            <p14:xfrm>
              <a:off x="8400168" y="2542464"/>
              <a:ext cx="484200" cy="339840"/>
            </p14:xfrm>
          </p:contentPart>
        </mc:Choice>
        <mc:Fallback xmlns="">
          <p:pic>
            <p:nvPicPr>
              <p:cNvPr id="316" name="Ink 315">
                <a:extLst>
                  <a:ext uri="{FF2B5EF4-FFF2-40B4-BE49-F238E27FC236}">
                    <a16:creationId xmlns:a16="http://schemas.microsoft.com/office/drawing/2014/main" id="{AACEE67E-C1CB-91AA-0E40-441BAC292EB5}"/>
                  </a:ext>
                </a:extLst>
              </p:cNvPr>
              <p:cNvPicPr/>
              <p:nvPr/>
            </p:nvPicPr>
            <p:blipFill>
              <a:blip r:embed="rId372"/>
              <a:stretch>
                <a:fillRect/>
              </a:stretch>
            </p:blipFill>
            <p:spPr>
              <a:xfrm>
                <a:off x="8391528" y="2533824"/>
                <a:ext cx="501840" cy="35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3">
            <p14:nvContentPartPr>
              <p14:cNvPr id="317" name="Ink 316">
                <a:extLst>
                  <a:ext uri="{FF2B5EF4-FFF2-40B4-BE49-F238E27FC236}">
                    <a16:creationId xmlns:a16="http://schemas.microsoft.com/office/drawing/2014/main" id="{A46AA4E6-CFAF-FD53-F721-AF2FD1050EE1}"/>
                  </a:ext>
                </a:extLst>
              </p14:cNvPr>
              <p14:cNvContentPartPr/>
              <p14:nvPr/>
            </p14:nvContentPartPr>
            <p14:xfrm>
              <a:off x="8920368" y="2563704"/>
              <a:ext cx="1450800" cy="287640"/>
            </p14:xfrm>
          </p:contentPart>
        </mc:Choice>
        <mc:Fallback xmlns="">
          <p:pic>
            <p:nvPicPr>
              <p:cNvPr id="317" name="Ink 316">
                <a:extLst>
                  <a:ext uri="{FF2B5EF4-FFF2-40B4-BE49-F238E27FC236}">
                    <a16:creationId xmlns:a16="http://schemas.microsoft.com/office/drawing/2014/main" id="{A46AA4E6-CFAF-FD53-F721-AF2FD1050EE1}"/>
                  </a:ext>
                </a:extLst>
              </p:cNvPr>
              <p:cNvPicPr/>
              <p:nvPr/>
            </p:nvPicPr>
            <p:blipFill>
              <a:blip r:embed="rId374"/>
              <a:stretch>
                <a:fillRect/>
              </a:stretch>
            </p:blipFill>
            <p:spPr>
              <a:xfrm>
                <a:off x="8911728" y="2555064"/>
                <a:ext cx="1468440" cy="30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5">
            <p14:nvContentPartPr>
              <p14:cNvPr id="318" name="Ink 317">
                <a:extLst>
                  <a:ext uri="{FF2B5EF4-FFF2-40B4-BE49-F238E27FC236}">
                    <a16:creationId xmlns:a16="http://schemas.microsoft.com/office/drawing/2014/main" id="{3C95BA82-F8EA-A3A7-198C-E4BA256038B8}"/>
                  </a:ext>
                </a:extLst>
              </p14:cNvPr>
              <p14:cNvContentPartPr/>
              <p14:nvPr/>
            </p14:nvContentPartPr>
            <p14:xfrm>
              <a:off x="8265888" y="2912904"/>
              <a:ext cx="144000" cy="199440"/>
            </p14:xfrm>
          </p:contentPart>
        </mc:Choice>
        <mc:Fallback xmlns="">
          <p:pic>
            <p:nvPicPr>
              <p:cNvPr id="318" name="Ink 317">
                <a:extLst>
                  <a:ext uri="{FF2B5EF4-FFF2-40B4-BE49-F238E27FC236}">
                    <a16:creationId xmlns:a16="http://schemas.microsoft.com/office/drawing/2014/main" id="{3C95BA82-F8EA-A3A7-198C-E4BA256038B8}"/>
                  </a:ext>
                </a:extLst>
              </p:cNvPr>
              <p:cNvPicPr/>
              <p:nvPr/>
            </p:nvPicPr>
            <p:blipFill>
              <a:blip r:embed="rId376"/>
              <a:stretch>
                <a:fillRect/>
              </a:stretch>
            </p:blipFill>
            <p:spPr>
              <a:xfrm>
                <a:off x="8256888" y="2904264"/>
                <a:ext cx="161640" cy="2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7">
            <p14:nvContentPartPr>
              <p14:cNvPr id="319" name="Ink 318">
                <a:extLst>
                  <a:ext uri="{FF2B5EF4-FFF2-40B4-BE49-F238E27FC236}">
                    <a16:creationId xmlns:a16="http://schemas.microsoft.com/office/drawing/2014/main" id="{B6BD6A70-A68E-9472-B8BE-1EEC6C4D1016}"/>
                  </a:ext>
                </a:extLst>
              </p14:cNvPr>
              <p14:cNvContentPartPr/>
              <p14:nvPr/>
            </p14:nvContentPartPr>
            <p14:xfrm>
              <a:off x="8444088" y="2919024"/>
              <a:ext cx="123840" cy="201600"/>
            </p14:xfrm>
          </p:contentPart>
        </mc:Choice>
        <mc:Fallback xmlns="">
          <p:pic>
            <p:nvPicPr>
              <p:cNvPr id="319" name="Ink 318">
                <a:extLst>
                  <a:ext uri="{FF2B5EF4-FFF2-40B4-BE49-F238E27FC236}">
                    <a16:creationId xmlns:a16="http://schemas.microsoft.com/office/drawing/2014/main" id="{B6BD6A70-A68E-9472-B8BE-1EEC6C4D1016}"/>
                  </a:ext>
                </a:extLst>
              </p:cNvPr>
              <p:cNvPicPr/>
              <p:nvPr/>
            </p:nvPicPr>
            <p:blipFill>
              <a:blip r:embed="rId378"/>
              <a:stretch>
                <a:fillRect/>
              </a:stretch>
            </p:blipFill>
            <p:spPr>
              <a:xfrm>
                <a:off x="8435448" y="2910384"/>
                <a:ext cx="141480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9">
            <p14:nvContentPartPr>
              <p14:cNvPr id="321" name="Ink 320">
                <a:extLst>
                  <a:ext uri="{FF2B5EF4-FFF2-40B4-BE49-F238E27FC236}">
                    <a16:creationId xmlns:a16="http://schemas.microsoft.com/office/drawing/2014/main" id="{30134993-0864-E857-B040-7645A9D15172}"/>
                  </a:ext>
                </a:extLst>
              </p14:cNvPr>
              <p14:cNvContentPartPr/>
              <p14:nvPr/>
            </p14:nvContentPartPr>
            <p14:xfrm>
              <a:off x="10150128" y="2910384"/>
              <a:ext cx="184680" cy="306720"/>
            </p14:xfrm>
          </p:contentPart>
        </mc:Choice>
        <mc:Fallback xmlns="">
          <p:pic>
            <p:nvPicPr>
              <p:cNvPr id="321" name="Ink 320">
                <a:extLst>
                  <a:ext uri="{FF2B5EF4-FFF2-40B4-BE49-F238E27FC236}">
                    <a16:creationId xmlns:a16="http://schemas.microsoft.com/office/drawing/2014/main" id="{30134993-0864-E857-B040-7645A9D15172}"/>
                  </a:ext>
                </a:extLst>
              </p:cNvPr>
              <p:cNvPicPr/>
              <p:nvPr/>
            </p:nvPicPr>
            <p:blipFill>
              <a:blip r:embed="rId380"/>
              <a:stretch>
                <a:fillRect/>
              </a:stretch>
            </p:blipFill>
            <p:spPr>
              <a:xfrm>
                <a:off x="10141488" y="2901744"/>
                <a:ext cx="202320" cy="32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1">
            <p14:nvContentPartPr>
              <p14:cNvPr id="322" name="Ink 321">
                <a:extLst>
                  <a:ext uri="{FF2B5EF4-FFF2-40B4-BE49-F238E27FC236}">
                    <a16:creationId xmlns:a16="http://schemas.microsoft.com/office/drawing/2014/main" id="{7B695F74-B738-ECCA-4198-0CD4F1DECC04}"/>
                  </a:ext>
                </a:extLst>
              </p14:cNvPr>
              <p14:cNvContentPartPr/>
              <p14:nvPr/>
            </p14:nvContentPartPr>
            <p14:xfrm>
              <a:off x="10405728" y="2958984"/>
              <a:ext cx="216000" cy="231840"/>
            </p14:xfrm>
          </p:contentPart>
        </mc:Choice>
        <mc:Fallback xmlns="">
          <p:pic>
            <p:nvPicPr>
              <p:cNvPr id="322" name="Ink 321">
                <a:extLst>
                  <a:ext uri="{FF2B5EF4-FFF2-40B4-BE49-F238E27FC236}">
                    <a16:creationId xmlns:a16="http://schemas.microsoft.com/office/drawing/2014/main" id="{7B695F74-B738-ECCA-4198-0CD4F1DECC04}"/>
                  </a:ext>
                </a:extLst>
              </p:cNvPr>
              <p:cNvPicPr/>
              <p:nvPr/>
            </p:nvPicPr>
            <p:blipFill>
              <a:blip r:embed="rId382"/>
              <a:stretch>
                <a:fillRect/>
              </a:stretch>
            </p:blipFill>
            <p:spPr>
              <a:xfrm>
                <a:off x="10396728" y="2950344"/>
                <a:ext cx="233640" cy="24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3">
            <p14:nvContentPartPr>
              <p14:cNvPr id="333" name="Ink 332">
                <a:extLst>
                  <a:ext uri="{FF2B5EF4-FFF2-40B4-BE49-F238E27FC236}">
                    <a16:creationId xmlns:a16="http://schemas.microsoft.com/office/drawing/2014/main" id="{355557DD-1858-0464-2679-DB85CE6C3DFA}"/>
                  </a:ext>
                </a:extLst>
              </p14:cNvPr>
              <p14:cNvContentPartPr/>
              <p14:nvPr/>
            </p14:nvContentPartPr>
            <p14:xfrm>
              <a:off x="10222128" y="3270744"/>
              <a:ext cx="308880" cy="369000"/>
            </p14:xfrm>
          </p:contentPart>
        </mc:Choice>
        <mc:Fallback xmlns="">
          <p:pic>
            <p:nvPicPr>
              <p:cNvPr id="333" name="Ink 332">
                <a:extLst>
                  <a:ext uri="{FF2B5EF4-FFF2-40B4-BE49-F238E27FC236}">
                    <a16:creationId xmlns:a16="http://schemas.microsoft.com/office/drawing/2014/main" id="{355557DD-1858-0464-2679-DB85CE6C3DFA}"/>
                  </a:ext>
                </a:extLst>
              </p:cNvPr>
              <p:cNvPicPr/>
              <p:nvPr/>
            </p:nvPicPr>
            <p:blipFill>
              <a:blip r:embed="rId384"/>
              <a:stretch>
                <a:fillRect/>
              </a:stretch>
            </p:blipFill>
            <p:spPr>
              <a:xfrm>
                <a:off x="10213128" y="3262104"/>
                <a:ext cx="326520" cy="38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5">
            <p14:nvContentPartPr>
              <p14:cNvPr id="334" name="Ink 333">
                <a:extLst>
                  <a:ext uri="{FF2B5EF4-FFF2-40B4-BE49-F238E27FC236}">
                    <a16:creationId xmlns:a16="http://schemas.microsoft.com/office/drawing/2014/main" id="{35A8CB01-E10A-7C93-0CF7-F9D38AD51E0A}"/>
                  </a:ext>
                </a:extLst>
              </p14:cNvPr>
              <p14:cNvContentPartPr/>
              <p14:nvPr/>
            </p14:nvContentPartPr>
            <p14:xfrm>
              <a:off x="10599048" y="3324384"/>
              <a:ext cx="562320" cy="413280"/>
            </p14:xfrm>
          </p:contentPart>
        </mc:Choice>
        <mc:Fallback xmlns="">
          <p:pic>
            <p:nvPicPr>
              <p:cNvPr id="334" name="Ink 333">
                <a:extLst>
                  <a:ext uri="{FF2B5EF4-FFF2-40B4-BE49-F238E27FC236}">
                    <a16:creationId xmlns:a16="http://schemas.microsoft.com/office/drawing/2014/main" id="{35A8CB01-E10A-7C93-0CF7-F9D38AD51E0A}"/>
                  </a:ext>
                </a:extLst>
              </p:cNvPr>
              <p:cNvPicPr/>
              <p:nvPr/>
            </p:nvPicPr>
            <p:blipFill>
              <a:blip r:embed="rId386"/>
              <a:stretch>
                <a:fillRect/>
              </a:stretch>
            </p:blipFill>
            <p:spPr>
              <a:xfrm>
                <a:off x="10590408" y="3315744"/>
                <a:ext cx="579960" cy="43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7">
            <p14:nvContentPartPr>
              <p14:cNvPr id="335" name="Ink 334">
                <a:extLst>
                  <a:ext uri="{FF2B5EF4-FFF2-40B4-BE49-F238E27FC236}">
                    <a16:creationId xmlns:a16="http://schemas.microsoft.com/office/drawing/2014/main" id="{A8EDA774-B1AF-60FF-1AAC-53DAE51EFB3E}"/>
                  </a:ext>
                </a:extLst>
              </p14:cNvPr>
              <p14:cNvContentPartPr/>
              <p14:nvPr/>
            </p14:nvContentPartPr>
            <p14:xfrm>
              <a:off x="10014768" y="3651624"/>
              <a:ext cx="99360" cy="253440"/>
            </p14:xfrm>
          </p:contentPart>
        </mc:Choice>
        <mc:Fallback xmlns="">
          <p:pic>
            <p:nvPicPr>
              <p:cNvPr id="335" name="Ink 334">
                <a:extLst>
                  <a:ext uri="{FF2B5EF4-FFF2-40B4-BE49-F238E27FC236}">
                    <a16:creationId xmlns:a16="http://schemas.microsoft.com/office/drawing/2014/main" id="{A8EDA774-B1AF-60FF-1AAC-53DAE51EFB3E}"/>
                  </a:ext>
                </a:extLst>
              </p:cNvPr>
              <p:cNvPicPr/>
              <p:nvPr/>
            </p:nvPicPr>
            <p:blipFill>
              <a:blip r:embed="rId388"/>
              <a:stretch>
                <a:fillRect/>
              </a:stretch>
            </p:blipFill>
            <p:spPr>
              <a:xfrm>
                <a:off x="10006128" y="3642984"/>
                <a:ext cx="117000" cy="27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9">
            <p14:nvContentPartPr>
              <p14:cNvPr id="336" name="Ink 335">
                <a:extLst>
                  <a:ext uri="{FF2B5EF4-FFF2-40B4-BE49-F238E27FC236}">
                    <a16:creationId xmlns:a16="http://schemas.microsoft.com/office/drawing/2014/main" id="{6C5A6946-E775-0FAC-428C-ECF72D99B5D8}"/>
                  </a:ext>
                </a:extLst>
              </p14:cNvPr>
              <p14:cNvContentPartPr/>
              <p14:nvPr/>
            </p14:nvContentPartPr>
            <p14:xfrm>
              <a:off x="10113768" y="3806064"/>
              <a:ext cx="46800" cy="78840"/>
            </p14:xfrm>
          </p:contentPart>
        </mc:Choice>
        <mc:Fallback xmlns="">
          <p:pic>
            <p:nvPicPr>
              <p:cNvPr id="336" name="Ink 335">
                <a:extLst>
                  <a:ext uri="{FF2B5EF4-FFF2-40B4-BE49-F238E27FC236}">
                    <a16:creationId xmlns:a16="http://schemas.microsoft.com/office/drawing/2014/main" id="{6C5A6946-E775-0FAC-428C-ECF72D99B5D8}"/>
                  </a:ext>
                </a:extLst>
              </p:cNvPr>
              <p:cNvPicPr/>
              <p:nvPr/>
            </p:nvPicPr>
            <p:blipFill>
              <a:blip r:embed="rId390"/>
              <a:stretch>
                <a:fillRect/>
              </a:stretch>
            </p:blipFill>
            <p:spPr>
              <a:xfrm>
                <a:off x="10104768" y="3797064"/>
                <a:ext cx="6444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1">
            <p14:nvContentPartPr>
              <p14:cNvPr id="337" name="Ink 336">
                <a:extLst>
                  <a:ext uri="{FF2B5EF4-FFF2-40B4-BE49-F238E27FC236}">
                    <a16:creationId xmlns:a16="http://schemas.microsoft.com/office/drawing/2014/main" id="{8DC86311-DA9D-1299-5DB7-AE29800CB8A2}"/>
                  </a:ext>
                </a:extLst>
              </p14:cNvPr>
              <p14:cNvContentPartPr/>
              <p14:nvPr/>
            </p14:nvContentPartPr>
            <p14:xfrm>
              <a:off x="10203048" y="3806064"/>
              <a:ext cx="226440" cy="185400"/>
            </p14:xfrm>
          </p:contentPart>
        </mc:Choice>
        <mc:Fallback xmlns="">
          <p:pic>
            <p:nvPicPr>
              <p:cNvPr id="337" name="Ink 336">
                <a:extLst>
                  <a:ext uri="{FF2B5EF4-FFF2-40B4-BE49-F238E27FC236}">
                    <a16:creationId xmlns:a16="http://schemas.microsoft.com/office/drawing/2014/main" id="{8DC86311-DA9D-1299-5DB7-AE29800CB8A2}"/>
                  </a:ext>
                </a:extLst>
              </p:cNvPr>
              <p:cNvPicPr/>
              <p:nvPr/>
            </p:nvPicPr>
            <p:blipFill>
              <a:blip r:embed="rId392"/>
              <a:stretch>
                <a:fillRect/>
              </a:stretch>
            </p:blipFill>
            <p:spPr>
              <a:xfrm>
                <a:off x="10194408" y="3797064"/>
                <a:ext cx="244080" cy="20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3">
            <p14:nvContentPartPr>
              <p14:cNvPr id="324" name="Ink 323">
                <a:extLst>
                  <a:ext uri="{FF2B5EF4-FFF2-40B4-BE49-F238E27FC236}">
                    <a16:creationId xmlns:a16="http://schemas.microsoft.com/office/drawing/2014/main" id="{6265DC7A-5FAA-F4D2-124F-14148E1B4E68}"/>
                  </a:ext>
                </a:extLst>
              </p14:cNvPr>
              <p14:cNvContentPartPr/>
              <p14:nvPr/>
            </p14:nvContentPartPr>
            <p14:xfrm>
              <a:off x="7991568" y="3294504"/>
              <a:ext cx="494640" cy="559080"/>
            </p14:xfrm>
          </p:contentPart>
        </mc:Choice>
        <mc:Fallback xmlns="">
          <p:pic>
            <p:nvPicPr>
              <p:cNvPr id="324" name="Ink 323">
                <a:extLst>
                  <a:ext uri="{FF2B5EF4-FFF2-40B4-BE49-F238E27FC236}">
                    <a16:creationId xmlns:a16="http://schemas.microsoft.com/office/drawing/2014/main" id="{6265DC7A-5FAA-F4D2-124F-14148E1B4E68}"/>
                  </a:ext>
                </a:extLst>
              </p:cNvPr>
              <p:cNvPicPr/>
              <p:nvPr/>
            </p:nvPicPr>
            <p:blipFill>
              <a:blip r:embed="rId394"/>
              <a:stretch>
                <a:fillRect/>
              </a:stretch>
            </p:blipFill>
            <p:spPr>
              <a:xfrm>
                <a:off x="7982568" y="3285864"/>
                <a:ext cx="512280" cy="57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5">
            <p14:nvContentPartPr>
              <p14:cNvPr id="325" name="Ink 324">
                <a:extLst>
                  <a:ext uri="{FF2B5EF4-FFF2-40B4-BE49-F238E27FC236}">
                    <a16:creationId xmlns:a16="http://schemas.microsoft.com/office/drawing/2014/main" id="{9FD1510F-4882-6AA2-960B-5352FCC43BD1}"/>
                  </a:ext>
                </a:extLst>
              </p14:cNvPr>
              <p14:cNvContentPartPr/>
              <p14:nvPr/>
            </p14:nvContentPartPr>
            <p14:xfrm>
              <a:off x="8494488" y="3322584"/>
              <a:ext cx="296640" cy="409680"/>
            </p14:xfrm>
          </p:contentPart>
        </mc:Choice>
        <mc:Fallback xmlns="">
          <p:pic>
            <p:nvPicPr>
              <p:cNvPr id="325" name="Ink 324">
                <a:extLst>
                  <a:ext uri="{FF2B5EF4-FFF2-40B4-BE49-F238E27FC236}">
                    <a16:creationId xmlns:a16="http://schemas.microsoft.com/office/drawing/2014/main" id="{9FD1510F-4882-6AA2-960B-5352FCC43BD1}"/>
                  </a:ext>
                </a:extLst>
              </p:cNvPr>
              <p:cNvPicPr/>
              <p:nvPr/>
            </p:nvPicPr>
            <p:blipFill>
              <a:blip r:embed="rId396"/>
              <a:stretch>
                <a:fillRect/>
              </a:stretch>
            </p:blipFill>
            <p:spPr>
              <a:xfrm>
                <a:off x="8485848" y="3313584"/>
                <a:ext cx="314280" cy="42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7">
            <p14:nvContentPartPr>
              <p14:cNvPr id="327" name="Ink 326">
                <a:extLst>
                  <a:ext uri="{FF2B5EF4-FFF2-40B4-BE49-F238E27FC236}">
                    <a16:creationId xmlns:a16="http://schemas.microsoft.com/office/drawing/2014/main" id="{9C9163DD-495A-6B10-8195-9187330FF5D7}"/>
                  </a:ext>
                </a:extLst>
              </p14:cNvPr>
              <p14:cNvContentPartPr/>
              <p14:nvPr/>
            </p14:nvContentPartPr>
            <p14:xfrm>
              <a:off x="7481808" y="3853944"/>
              <a:ext cx="127080" cy="236520"/>
            </p14:xfrm>
          </p:contentPart>
        </mc:Choice>
        <mc:Fallback xmlns="">
          <p:pic>
            <p:nvPicPr>
              <p:cNvPr id="327" name="Ink 326">
                <a:extLst>
                  <a:ext uri="{FF2B5EF4-FFF2-40B4-BE49-F238E27FC236}">
                    <a16:creationId xmlns:a16="http://schemas.microsoft.com/office/drawing/2014/main" id="{9C9163DD-495A-6B10-8195-9187330FF5D7}"/>
                  </a:ext>
                </a:extLst>
              </p:cNvPr>
              <p:cNvPicPr/>
              <p:nvPr/>
            </p:nvPicPr>
            <p:blipFill>
              <a:blip r:embed="rId398"/>
              <a:stretch>
                <a:fillRect/>
              </a:stretch>
            </p:blipFill>
            <p:spPr>
              <a:xfrm>
                <a:off x="7472808" y="3844944"/>
                <a:ext cx="14472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9">
            <p14:nvContentPartPr>
              <p14:cNvPr id="328" name="Ink 327">
                <a:extLst>
                  <a:ext uri="{FF2B5EF4-FFF2-40B4-BE49-F238E27FC236}">
                    <a16:creationId xmlns:a16="http://schemas.microsoft.com/office/drawing/2014/main" id="{BE13ECCC-C9A5-A9E3-0460-8A3333507CFF}"/>
                  </a:ext>
                </a:extLst>
              </p14:cNvPr>
              <p14:cNvContentPartPr/>
              <p14:nvPr/>
            </p14:nvContentPartPr>
            <p14:xfrm>
              <a:off x="7680888" y="3915864"/>
              <a:ext cx="322920" cy="141840"/>
            </p14:xfrm>
          </p:contentPart>
        </mc:Choice>
        <mc:Fallback xmlns="">
          <p:pic>
            <p:nvPicPr>
              <p:cNvPr id="328" name="Ink 327">
                <a:extLst>
                  <a:ext uri="{FF2B5EF4-FFF2-40B4-BE49-F238E27FC236}">
                    <a16:creationId xmlns:a16="http://schemas.microsoft.com/office/drawing/2014/main" id="{BE13ECCC-C9A5-A9E3-0460-8A3333507CFF}"/>
                  </a:ext>
                </a:extLst>
              </p:cNvPr>
              <p:cNvPicPr/>
              <p:nvPr/>
            </p:nvPicPr>
            <p:blipFill>
              <a:blip r:embed="rId400"/>
              <a:stretch>
                <a:fillRect/>
              </a:stretch>
            </p:blipFill>
            <p:spPr>
              <a:xfrm>
                <a:off x="7671888" y="3907224"/>
                <a:ext cx="340560" cy="15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1">
            <p14:nvContentPartPr>
              <p14:cNvPr id="342" name="Ink 341">
                <a:extLst>
                  <a:ext uri="{FF2B5EF4-FFF2-40B4-BE49-F238E27FC236}">
                    <a16:creationId xmlns:a16="http://schemas.microsoft.com/office/drawing/2014/main" id="{3DE72A5A-AEBB-EA76-5F8E-A348A49E4C64}"/>
                  </a:ext>
                </a:extLst>
              </p14:cNvPr>
              <p14:cNvContentPartPr/>
              <p14:nvPr/>
            </p14:nvContentPartPr>
            <p14:xfrm>
              <a:off x="7752168" y="4127544"/>
              <a:ext cx="19080" cy="319320"/>
            </p14:xfrm>
          </p:contentPart>
        </mc:Choice>
        <mc:Fallback xmlns="">
          <p:pic>
            <p:nvPicPr>
              <p:cNvPr id="342" name="Ink 341">
                <a:extLst>
                  <a:ext uri="{FF2B5EF4-FFF2-40B4-BE49-F238E27FC236}">
                    <a16:creationId xmlns:a16="http://schemas.microsoft.com/office/drawing/2014/main" id="{3DE72A5A-AEBB-EA76-5F8E-A348A49E4C64}"/>
                  </a:ext>
                </a:extLst>
              </p:cNvPr>
              <p:cNvPicPr/>
              <p:nvPr/>
            </p:nvPicPr>
            <p:blipFill>
              <a:blip r:embed="rId402"/>
              <a:stretch>
                <a:fillRect/>
              </a:stretch>
            </p:blipFill>
            <p:spPr>
              <a:xfrm>
                <a:off x="7743168" y="4118904"/>
                <a:ext cx="36720" cy="33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3">
            <p14:nvContentPartPr>
              <p14:cNvPr id="343" name="Ink 342">
                <a:extLst>
                  <a:ext uri="{FF2B5EF4-FFF2-40B4-BE49-F238E27FC236}">
                    <a16:creationId xmlns:a16="http://schemas.microsoft.com/office/drawing/2014/main" id="{D195A22B-9F94-060E-1A10-E9C97F2D18FD}"/>
                  </a:ext>
                </a:extLst>
              </p14:cNvPr>
              <p14:cNvContentPartPr/>
              <p14:nvPr/>
            </p14:nvContentPartPr>
            <p14:xfrm>
              <a:off x="7595928" y="4525344"/>
              <a:ext cx="208080" cy="296280"/>
            </p14:xfrm>
          </p:contentPart>
        </mc:Choice>
        <mc:Fallback xmlns="">
          <p:pic>
            <p:nvPicPr>
              <p:cNvPr id="343" name="Ink 342">
                <a:extLst>
                  <a:ext uri="{FF2B5EF4-FFF2-40B4-BE49-F238E27FC236}">
                    <a16:creationId xmlns:a16="http://schemas.microsoft.com/office/drawing/2014/main" id="{D195A22B-9F94-060E-1A10-E9C97F2D18FD}"/>
                  </a:ext>
                </a:extLst>
              </p:cNvPr>
              <p:cNvPicPr/>
              <p:nvPr/>
            </p:nvPicPr>
            <p:blipFill>
              <a:blip r:embed="rId404"/>
              <a:stretch>
                <a:fillRect/>
              </a:stretch>
            </p:blipFill>
            <p:spPr>
              <a:xfrm>
                <a:off x="7586928" y="4516704"/>
                <a:ext cx="225720" cy="31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5">
            <p14:nvContentPartPr>
              <p14:cNvPr id="344" name="Ink 343">
                <a:extLst>
                  <a:ext uri="{FF2B5EF4-FFF2-40B4-BE49-F238E27FC236}">
                    <a16:creationId xmlns:a16="http://schemas.microsoft.com/office/drawing/2014/main" id="{84A71F6D-F848-9F31-3D8D-24A3C93AB6D8}"/>
                  </a:ext>
                </a:extLst>
              </p14:cNvPr>
              <p14:cNvContentPartPr/>
              <p14:nvPr/>
            </p14:nvContentPartPr>
            <p14:xfrm>
              <a:off x="7815168" y="4640904"/>
              <a:ext cx="311040" cy="132840"/>
            </p14:xfrm>
          </p:contentPart>
        </mc:Choice>
        <mc:Fallback xmlns="">
          <p:pic>
            <p:nvPicPr>
              <p:cNvPr id="344" name="Ink 343">
                <a:extLst>
                  <a:ext uri="{FF2B5EF4-FFF2-40B4-BE49-F238E27FC236}">
                    <a16:creationId xmlns:a16="http://schemas.microsoft.com/office/drawing/2014/main" id="{84A71F6D-F848-9F31-3D8D-24A3C93AB6D8}"/>
                  </a:ext>
                </a:extLst>
              </p:cNvPr>
              <p:cNvPicPr/>
              <p:nvPr/>
            </p:nvPicPr>
            <p:blipFill>
              <a:blip r:embed="rId406"/>
              <a:stretch>
                <a:fillRect/>
              </a:stretch>
            </p:blipFill>
            <p:spPr>
              <a:xfrm>
                <a:off x="7806168" y="4632264"/>
                <a:ext cx="32868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7">
            <p14:nvContentPartPr>
              <p14:cNvPr id="345" name="Ink 344">
                <a:extLst>
                  <a:ext uri="{FF2B5EF4-FFF2-40B4-BE49-F238E27FC236}">
                    <a16:creationId xmlns:a16="http://schemas.microsoft.com/office/drawing/2014/main" id="{38A5AFE3-3020-FE9C-710B-53D7E327C77A}"/>
                  </a:ext>
                </a:extLst>
              </p14:cNvPr>
              <p14:cNvContentPartPr/>
              <p14:nvPr/>
            </p14:nvContentPartPr>
            <p14:xfrm>
              <a:off x="7967808" y="4571784"/>
              <a:ext cx="261360" cy="132120"/>
            </p14:xfrm>
          </p:contentPart>
        </mc:Choice>
        <mc:Fallback xmlns="">
          <p:pic>
            <p:nvPicPr>
              <p:cNvPr id="345" name="Ink 344">
                <a:extLst>
                  <a:ext uri="{FF2B5EF4-FFF2-40B4-BE49-F238E27FC236}">
                    <a16:creationId xmlns:a16="http://schemas.microsoft.com/office/drawing/2014/main" id="{38A5AFE3-3020-FE9C-710B-53D7E327C77A}"/>
                  </a:ext>
                </a:extLst>
              </p:cNvPr>
              <p:cNvPicPr/>
              <p:nvPr/>
            </p:nvPicPr>
            <p:blipFill>
              <a:blip r:embed="rId408"/>
              <a:stretch>
                <a:fillRect/>
              </a:stretch>
            </p:blipFill>
            <p:spPr>
              <a:xfrm>
                <a:off x="7958808" y="4562784"/>
                <a:ext cx="279000" cy="149760"/>
              </a:xfrm>
              <a:prstGeom prst="rect">
                <a:avLst/>
              </a:prstGeom>
            </p:spPr>
          </p:pic>
        </mc:Fallback>
      </mc:AlternateContent>
      <p:grpSp>
        <p:nvGrpSpPr>
          <p:cNvPr id="353" name="Group 352">
            <a:extLst>
              <a:ext uri="{FF2B5EF4-FFF2-40B4-BE49-F238E27FC236}">
                <a16:creationId xmlns:a16="http://schemas.microsoft.com/office/drawing/2014/main" id="{91BC1E76-AB58-944D-D848-D04CFFFE959F}"/>
              </a:ext>
            </a:extLst>
          </p:cNvPr>
          <p:cNvGrpSpPr/>
          <p:nvPr/>
        </p:nvGrpSpPr>
        <p:grpSpPr>
          <a:xfrm>
            <a:off x="8500248" y="3872664"/>
            <a:ext cx="843840" cy="1000800"/>
            <a:chOff x="8500248" y="3872664"/>
            <a:chExt cx="843840" cy="100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3D014A3E-32E3-FB21-B651-D0F5A0B6B148}"/>
                    </a:ext>
                  </a:extLst>
                </p14:cNvPr>
                <p14:cNvContentPartPr/>
                <p14:nvPr/>
              </p14:nvContentPartPr>
              <p14:xfrm>
                <a:off x="8507448" y="3894264"/>
                <a:ext cx="186120" cy="13896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3D014A3E-32E3-FB21-B651-D0F5A0B6B148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8498448" y="3885624"/>
                  <a:ext cx="2037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5E9DD0F1-E094-4F9E-1AF5-06E8E6CC975D}"/>
                    </a:ext>
                  </a:extLst>
                </p14:cNvPr>
                <p14:cNvContentPartPr/>
                <p14:nvPr/>
              </p14:nvContentPartPr>
              <p14:xfrm>
                <a:off x="8761968" y="3872664"/>
                <a:ext cx="127080" cy="16992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5E9DD0F1-E094-4F9E-1AF5-06E8E6CC975D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8752968" y="3864024"/>
                  <a:ext cx="14472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AD843076-1EC1-6B52-FFD1-374D8EE833FA}"/>
                    </a:ext>
                  </a:extLst>
                </p14:cNvPr>
                <p14:cNvContentPartPr/>
                <p14:nvPr/>
              </p14:nvContentPartPr>
              <p14:xfrm>
                <a:off x="8620848" y="4109544"/>
                <a:ext cx="240480" cy="49716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AD843076-1EC1-6B52-FFD1-374D8EE833FA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8612208" y="4100544"/>
                  <a:ext cx="258120" cy="51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6F3C9A42-C329-6F49-610F-C5B4336B1D5C}"/>
                    </a:ext>
                  </a:extLst>
                </p14:cNvPr>
                <p14:cNvContentPartPr/>
                <p14:nvPr/>
              </p14:nvContentPartPr>
              <p14:xfrm>
                <a:off x="8859888" y="4109184"/>
                <a:ext cx="484200" cy="44352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6F3C9A42-C329-6F49-610F-C5B4336B1D5C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8850888" y="4100184"/>
                  <a:ext cx="501840" cy="46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AA449F10-4871-2B28-70BF-C1565159F18C}"/>
                    </a:ext>
                  </a:extLst>
                </p14:cNvPr>
                <p14:cNvContentPartPr/>
                <p14:nvPr/>
              </p14:nvContentPartPr>
              <p14:xfrm>
                <a:off x="8500248" y="4710744"/>
                <a:ext cx="145800" cy="15120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AA449F10-4871-2B28-70BF-C1565159F18C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8491608" y="4702104"/>
                  <a:ext cx="16344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B9C1569C-B2A0-C98B-D5E5-4AAB29BDA266}"/>
                    </a:ext>
                  </a:extLst>
                </p14:cNvPr>
                <p14:cNvContentPartPr/>
                <p14:nvPr/>
              </p14:nvContentPartPr>
              <p14:xfrm>
                <a:off x="8668728" y="4704264"/>
                <a:ext cx="183960" cy="16920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B9C1569C-B2A0-C98B-D5E5-4AAB29BDA266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8659728" y="4695264"/>
                  <a:ext cx="2016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5C8FE511-5A64-6D82-3C28-FAA501A7E7C6}"/>
                    </a:ext>
                  </a:extLst>
                </p14:cNvPr>
                <p14:cNvContentPartPr/>
                <p14:nvPr/>
              </p14:nvContentPartPr>
              <p14:xfrm>
                <a:off x="8874288" y="4766544"/>
                <a:ext cx="83880" cy="3384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5C8FE511-5A64-6D82-3C28-FAA501A7E7C6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8865648" y="4757544"/>
                  <a:ext cx="101520" cy="5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8" name="Group 357">
            <a:extLst>
              <a:ext uri="{FF2B5EF4-FFF2-40B4-BE49-F238E27FC236}">
                <a16:creationId xmlns:a16="http://schemas.microsoft.com/office/drawing/2014/main" id="{46CA5F06-6D84-931C-80DF-3AFBE5F12F1D}"/>
              </a:ext>
            </a:extLst>
          </p:cNvPr>
          <p:cNvGrpSpPr/>
          <p:nvPr/>
        </p:nvGrpSpPr>
        <p:grpSpPr>
          <a:xfrm>
            <a:off x="9231768" y="4685904"/>
            <a:ext cx="605880" cy="124920"/>
            <a:chOff x="9231768" y="4685904"/>
            <a:chExt cx="605880" cy="12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0FCCEA7B-ADC3-3BCF-3B83-D1D0132E5755}"/>
                    </a:ext>
                  </a:extLst>
                </p14:cNvPr>
                <p14:cNvContentPartPr/>
                <p14:nvPr/>
              </p14:nvContentPartPr>
              <p14:xfrm>
                <a:off x="9231768" y="4685904"/>
                <a:ext cx="179280" cy="12024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0FCCEA7B-ADC3-3BCF-3B83-D1D0132E5755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9223128" y="4677264"/>
                  <a:ext cx="1969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E56F051E-6FD1-7386-5214-5E48120205D2}"/>
                    </a:ext>
                  </a:extLst>
                </p14:cNvPr>
                <p14:cNvContentPartPr/>
                <p14:nvPr/>
              </p14:nvContentPartPr>
              <p14:xfrm>
                <a:off x="9474048" y="4728384"/>
                <a:ext cx="37440" cy="8244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E56F051E-6FD1-7386-5214-5E48120205D2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9465408" y="4719744"/>
                  <a:ext cx="5508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90C50E84-4D62-A857-B8F1-7987FAF2228B}"/>
                    </a:ext>
                  </a:extLst>
                </p14:cNvPr>
                <p14:cNvContentPartPr/>
                <p14:nvPr/>
              </p14:nvContentPartPr>
              <p14:xfrm>
                <a:off x="9582408" y="4750704"/>
                <a:ext cx="65160" cy="5544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90C50E84-4D62-A857-B8F1-7987FAF2228B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9573768" y="4742064"/>
                  <a:ext cx="8280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ADA049FE-2E56-83D2-27ED-B437AE43212D}"/>
                    </a:ext>
                  </a:extLst>
                </p14:cNvPr>
                <p14:cNvContentPartPr/>
                <p14:nvPr/>
              </p14:nvContentPartPr>
              <p14:xfrm>
                <a:off x="9725328" y="4753224"/>
                <a:ext cx="112320" cy="3240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ADA049FE-2E56-83D2-27ED-B437AE43212D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9716328" y="4744224"/>
                  <a:ext cx="129960" cy="5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9" name="Group 368">
            <a:extLst>
              <a:ext uri="{FF2B5EF4-FFF2-40B4-BE49-F238E27FC236}">
                <a16:creationId xmlns:a16="http://schemas.microsoft.com/office/drawing/2014/main" id="{FBCEFA7B-80BE-D284-0BB3-4E51783D7324}"/>
              </a:ext>
            </a:extLst>
          </p:cNvPr>
          <p:cNvGrpSpPr/>
          <p:nvPr/>
        </p:nvGrpSpPr>
        <p:grpSpPr>
          <a:xfrm>
            <a:off x="8492328" y="4989744"/>
            <a:ext cx="529560" cy="590760"/>
            <a:chOff x="8492328" y="4989744"/>
            <a:chExt cx="529560" cy="59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B46F5430-BB17-3DF2-8B45-EDC981B0071C}"/>
                    </a:ext>
                  </a:extLst>
                </p14:cNvPr>
                <p14:cNvContentPartPr/>
                <p14:nvPr/>
              </p14:nvContentPartPr>
              <p14:xfrm>
                <a:off x="8721648" y="4989744"/>
                <a:ext cx="55080" cy="32328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B46F5430-BB17-3DF2-8B45-EDC981B0071C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8713008" y="4980744"/>
                  <a:ext cx="7272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7EE6692D-FA6D-05E2-66CC-67951BDF36DF}"/>
                    </a:ext>
                  </a:extLst>
                </p14:cNvPr>
                <p14:cNvContentPartPr/>
                <p14:nvPr/>
              </p14:nvContentPartPr>
              <p14:xfrm>
                <a:off x="8570808" y="5386464"/>
                <a:ext cx="15840" cy="19404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7EE6692D-FA6D-05E2-66CC-67951BDF36DF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8561808" y="5377824"/>
                  <a:ext cx="3348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98990AFC-1BDC-A078-07C1-E3ECAA10F6CB}"/>
                    </a:ext>
                  </a:extLst>
                </p14:cNvPr>
                <p14:cNvContentPartPr/>
                <p14:nvPr/>
              </p14:nvContentPartPr>
              <p14:xfrm>
                <a:off x="8492328" y="5321304"/>
                <a:ext cx="529560" cy="23616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98990AFC-1BDC-A078-07C1-E3ECAA10F6CB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8483688" y="5312304"/>
                  <a:ext cx="547200" cy="25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8" name="Group 367">
            <a:extLst>
              <a:ext uri="{FF2B5EF4-FFF2-40B4-BE49-F238E27FC236}">
                <a16:creationId xmlns:a16="http://schemas.microsoft.com/office/drawing/2014/main" id="{7B8740FA-A973-370C-3269-10F1CB1EA3B2}"/>
              </a:ext>
            </a:extLst>
          </p:cNvPr>
          <p:cNvGrpSpPr/>
          <p:nvPr/>
        </p:nvGrpSpPr>
        <p:grpSpPr>
          <a:xfrm>
            <a:off x="9328968" y="4989024"/>
            <a:ext cx="563040" cy="600840"/>
            <a:chOff x="9328968" y="4989024"/>
            <a:chExt cx="563040" cy="60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4135DAD4-4F86-BF3B-D6E5-982C24C0D518}"/>
                    </a:ext>
                  </a:extLst>
                </p14:cNvPr>
                <p14:cNvContentPartPr/>
                <p14:nvPr/>
              </p14:nvContentPartPr>
              <p14:xfrm>
                <a:off x="9524448" y="4989024"/>
                <a:ext cx="55440" cy="33912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4135DAD4-4F86-BF3B-D6E5-982C24C0D518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9515448" y="4980384"/>
                  <a:ext cx="7308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61663422-B592-9C5B-C261-E5BCDBF03187}"/>
                    </a:ext>
                  </a:extLst>
                </p14:cNvPr>
                <p14:cNvContentPartPr/>
                <p14:nvPr/>
              </p14:nvContentPartPr>
              <p14:xfrm>
                <a:off x="9328968" y="5473944"/>
                <a:ext cx="126000" cy="11592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61663422-B592-9C5B-C261-E5BCDBF03187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9319968" y="5465304"/>
                  <a:ext cx="1436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F566E630-6338-6AC2-A86E-F24F0B0F4F38}"/>
                    </a:ext>
                  </a:extLst>
                </p14:cNvPr>
                <p14:cNvContentPartPr/>
                <p14:nvPr/>
              </p14:nvContentPartPr>
              <p14:xfrm>
                <a:off x="9448848" y="5377824"/>
                <a:ext cx="24840" cy="15768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F566E630-6338-6AC2-A86E-F24F0B0F4F38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9439848" y="5369184"/>
                  <a:ext cx="4248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A7CEB6EA-22AB-6DB7-D1F1-044B4EC5FB24}"/>
                    </a:ext>
                  </a:extLst>
                </p14:cNvPr>
                <p14:cNvContentPartPr/>
                <p14:nvPr/>
              </p14:nvContentPartPr>
              <p14:xfrm>
                <a:off x="9519408" y="5482944"/>
                <a:ext cx="68400" cy="7956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A7CEB6EA-22AB-6DB7-D1F1-044B4EC5FB24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9510408" y="5474304"/>
                  <a:ext cx="860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4C2D456C-C9BC-FA1A-32FA-29D6E082D03C}"/>
                    </a:ext>
                  </a:extLst>
                </p14:cNvPr>
                <p14:cNvContentPartPr/>
                <p14:nvPr/>
              </p14:nvContentPartPr>
              <p14:xfrm>
                <a:off x="9650088" y="5507784"/>
                <a:ext cx="36000" cy="4932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4C2D456C-C9BC-FA1A-32FA-29D6E082D03C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9641088" y="5498784"/>
                  <a:ext cx="536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8D0BCAB6-B299-CFC9-1634-A9E576769B1D}"/>
                    </a:ext>
                  </a:extLst>
                </p14:cNvPr>
                <p14:cNvContentPartPr/>
                <p14:nvPr/>
              </p14:nvContentPartPr>
              <p14:xfrm>
                <a:off x="9737928" y="5460624"/>
                <a:ext cx="154080" cy="9828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8D0BCAB6-B299-CFC9-1634-A9E576769B1D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9729288" y="5451624"/>
                  <a:ext cx="171720" cy="11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5" name="Group 374">
            <a:extLst>
              <a:ext uri="{FF2B5EF4-FFF2-40B4-BE49-F238E27FC236}">
                <a16:creationId xmlns:a16="http://schemas.microsoft.com/office/drawing/2014/main" id="{CF644BA1-E236-4B67-3F61-1E59ABC0B10E}"/>
              </a:ext>
            </a:extLst>
          </p:cNvPr>
          <p:cNvGrpSpPr/>
          <p:nvPr/>
        </p:nvGrpSpPr>
        <p:grpSpPr>
          <a:xfrm>
            <a:off x="10178208" y="4044384"/>
            <a:ext cx="454320" cy="659880"/>
            <a:chOff x="10178208" y="4044384"/>
            <a:chExt cx="454320" cy="65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888DCE62-7C52-0034-128A-9B3733C35ABE}"/>
                    </a:ext>
                  </a:extLst>
                </p14:cNvPr>
                <p14:cNvContentPartPr/>
                <p14:nvPr/>
              </p14:nvContentPartPr>
              <p14:xfrm>
                <a:off x="10325448" y="4044384"/>
                <a:ext cx="10440" cy="43236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888DCE62-7C52-0034-128A-9B3733C35ABE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10316808" y="4035744"/>
                  <a:ext cx="28080" cy="45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4B05E04E-2DEC-6C34-1978-F8A06E94F5F4}"/>
                    </a:ext>
                  </a:extLst>
                </p14:cNvPr>
                <p14:cNvContentPartPr/>
                <p14:nvPr/>
              </p14:nvContentPartPr>
              <p14:xfrm>
                <a:off x="10178208" y="4578264"/>
                <a:ext cx="146160" cy="10620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4B05E04E-2DEC-6C34-1978-F8A06E94F5F4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10169568" y="4569624"/>
                  <a:ext cx="16380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C069ED32-E728-7FAB-DDCC-D1CC18D0E33E}"/>
                    </a:ext>
                  </a:extLst>
                </p14:cNvPr>
                <p14:cNvContentPartPr/>
                <p14:nvPr/>
              </p14:nvContentPartPr>
              <p14:xfrm>
                <a:off x="10398528" y="4587984"/>
                <a:ext cx="10440" cy="10908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C069ED32-E728-7FAB-DDCC-D1CC18D0E33E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10389888" y="4578984"/>
                  <a:ext cx="2808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0254187A-E10B-E7E6-221F-AB0849D17A5C}"/>
                    </a:ext>
                  </a:extLst>
                </p14:cNvPr>
                <p14:cNvContentPartPr/>
                <p14:nvPr/>
              </p14:nvContentPartPr>
              <p14:xfrm>
                <a:off x="10489968" y="4528584"/>
                <a:ext cx="142560" cy="17568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0254187A-E10B-E7E6-221F-AB0849D17A5C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10480968" y="4519944"/>
                  <a:ext cx="16020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7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F8C312D3-551D-47CA-E0A0-67A4FC00247D}"/>
                    </a:ext>
                  </a:extLst>
                </p14:cNvPr>
                <p14:cNvContentPartPr/>
                <p14:nvPr/>
              </p14:nvContentPartPr>
              <p14:xfrm>
                <a:off x="10418688" y="4501224"/>
                <a:ext cx="4320" cy="720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F8C312D3-551D-47CA-E0A0-67A4FC00247D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10409688" y="4492584"/>
                  <a:ext cx="21960" cy="2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4" name="Group 383">
            <a:extLst>
              <a:ext uri="{FF2B5EF4-FFF2-40B4-BE49-F238E27FC236}">
                <a16:creationId xmlns:a16="http://schemas.microsoft.com/office/drawing/2014/main" id="{D335B12E-DC87-75BE-230B-6205E0B4B76A}"/>
              </a:ext>
            </a:extLst>
          </p:cNvPr>
          <p:cNvGrpSpPr/>
          <p:nvPr/>
        </p:nvGrpSpPr>
        <p:grpSpPr>
          <a:xfrm>
            <a:off x="10918008" y="3811104"/>
            <a:ext cx="961920" cy="874080"/>
            <a:chOff x="10918008" y="3811104"/>
            <a:chExt cx="961920" cy="87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9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F867F326-7DAF-EDFC-1F7A-257AB3483977}"/>
                    </a:ext>
                  </a:extLst>
                </p14:cNvPr>
                <p14:cNvContentPartPr/>
                <p14:nvPr/>
              </p14:nvContentPartPr>
              <p14:xfrm>
                <a:off x="10998288" y="3830184"/>
                <a:ext cx="180000" cy="12060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F867F326-7DAF-EDFC-1F7A-257AB3483977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10989288" y="3821544"/>
                  <a:ext cx="19764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1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287CE612-0C2E-D1DF-A799-4A6FCB92ED6A}"/>
                    </a:ext>
                  </a:extLst>
                </p14:cNvPr>
                <p14:cNvContentPartPr/>
                <p14:nvPr/>
              </p14:nvContentPartPr>
              <p14:xfrm>
                <a:off x="11256408" y="3811104"/>
                <a:ext cx="127800" cy="20016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287CE612-0C2E-D1DF-A799-4A6FCB92ED6A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11247408" y="3802464"/>
                  <a:ext cx="14544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3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CDBE72B2-B4C8-EB16-C5E6-B42D2696A617}"/>
                    </a:ext>
                  </a:extLst>
                </p14:cNvPr>
                <p14:cNvContentPartPr/>
                <p14:nvPr/>
              </p14:nvContentPartPr>
              <p14:xfrm>
                <a:off x="11100528" y="4060584"/>
                <a:ext cx="249480" cy="36612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CDBE72B2-B4C8-EB16-C5E6-B42D2696A617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11091888" y="4051944"/>
                  <a:ext cx="26712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5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887DCDB4-EC1F-94F5-E0DB-A917509517FD}"/>
                    </a:ext>
                  </a:extLst>
                </p14:cNvPr>
                <p14:cNvContentPartPr/>
                <p14:nvPr/>
              </p14:nvContentPartPr>
              <p14:xfrm>
                <a:off x="11370528" y="4045104"/>
                <a:ext cx="509400" cy="40608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887DCDB4-EC1F-94F5-E0DB-A917509517FD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11361888" y="4036464"/>
                  <a:ext cx="527040" cy="42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7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62D0D72C-CCC7-3988-59A5-F4FC239B67BE}"/>
                    </a:ext>
                  </a:extLst>
                </p14:cNvPr>
                <p14:cNvContentPartPr/>
                <p14:nvPr/>
              </p14:nvContentPartPr>
              <p14:xfrm>
                <a:off x="11032128" y="4453344"/>
                <a:ext cx="4320" cy="612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62D0D72C-CCC7-3988-59A5-F4FC239B67BE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11023128" y="4444344"/>
                  <a:ext cx="219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9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228E9194-7233-9340-7EF2-F61D3AED5D9D}"/>
                    </a:ext>
                  </a:extLst>
                </p14:cNvPr>
                <p14:cNvContentPartPr/>
                <p14:nvPr/>
              </p14:nvContentPartPr>
              <p14:xfrm>
                <a:off x="11003688" y="4446864"/>
                <a:ext cx="55080" cy="16128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228E9194-7233-9340-7EF2-F61D3AED5D9D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10994688" y="4437864"/>
                  <a:ext cx="727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1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96EBD30D-4B7E-31C0-2DB4-AEA9E6DED86B}"/>
                    </a:ext>
                  </a:extLst>
                </p14:cNvPr>
                <p14:cNvContentPartPr/>
                <p14:nvPr/>
              </p14:nvContentPartPr>
              <p14:xfrm>
                <a:off x="10918008" y="4462704"/>
                <a:ext cx="174240" cy="20016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96EBD30D-4B7E-31C0-2DB4-AEA9E6DED86B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10909008" y="4453704"/>
                  <a:ext cx="1918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3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A4D36174-07D5-2858-CE63-91C8207194F9}"/>
                    </a:ext>
                  </a:extLst>
                </p14:cNvPr>
                <p14:cNvContentPartPr/>
                <p14:nvPr/>
              </p14:nvContentPartPr>
              <p14:xfrm>
                <a:off x="11132208" y="4498704"/>
                <a:ext cx="173160" cy="18648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A4D36174-07D5-2858-CE63-91C8207194F9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11123208" y="4490064"/>
                  <a:ext cx="1908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5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90980B69-8B49-F55B-D60D-03B704749E3F}"/>
                    </a:ext>
                  </a:extLst>
                </p14:cNvPr>
                <p14:cNvContentPartPr/>
                <p14:nvPr/>
              </p14:nvContentPartPr>
              <p14:xfrm>
                <a:off x="11281968" y="4585104"/>
                <a:ext cx="104400" cy="684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90980B69-8B49-F55B-D60D-03B704749E3F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11273328" y="4576464"/>
                  <a:ext cx="122040" cy="2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7" name="Group 396">
            <a:extLst>
              <a:ext uri="{FF2B5EF4-FFF2-40B4-BE49-F238E27FC236}">
                <a16:creationId xmlns:a16="http://schemas.microsoft.com/office/drawing/2014/main" id="{2CE43B3B-C648-CBFE-9730-F1E20E4ED191}"/>
              </a:ext>
            </a:extLst>
          </p:cNvPr>
          <p:cNvGrpSpPr/>
          <p:nvPr/>
        </p:nvGrpSpPr>
        <p:grpSpPr>
          <a:xfrm>
            <a:off x="11710368" y="4554144"/>
            <a:ext cx="483840" cy="145440"/>
            <a:chOff x="11710368" y="4554144"/>
            <a:chExt cx="483840" cy="14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7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0F4B69FC-9D87-52C1-C21C-53F13EB68544}"/>
                    </a:ext>
                  </a:extLst>
                </p14:cNvPr>
                <p14:cNvContentPartPr/>
                <p14:nvPr/>
              </p14:nvContentPartPr>
              <p14:xfrm>
                <a:off x="11710368" y="4554144"/>
                <a:ext cx="145080" cy="13572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0F4B69FC-9D87-52C1-C21C-53F13EB68544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11701728" y="4545504"/>
                  <a:ext cx="16272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9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6125F40A-BCE6-DB5E-EABD-F5DDAB71FE27}"/>
                    </a:ext>
                  </a:extLst>
                </p14:cNvPr>
                <p14:cNvContentPartPr/>
                <p14:nvPr/>
              </p14:nvContentPartPr>
              <p14:xfrm>
                <a:off x="11915208" y="4625424"/>
                <a:ext cx="34920" cy="7416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6125F40A-BCE6-DB5E-EABD-F5DDAB71FE27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11906208" y="4616784"/>
                  <a:ext cx="5256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E064EAA1-89E8-E167-AC7F-6EDDA37FE4BE}"/>
                    </a:ext>
                  </a:extLst>
                </p14:cNvPr>
                <p14:cNvContentPartPr/>
                <p14:nvPr/>
              </p14:nvContentPartPr>
              <p14:xfrm>
                <a:off x="12017088" y="4625064"/>
                <a:ext cx="50400" cy="6552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E064EAA1-89E8-E167-AC7F-6EDDA37FE4BE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12008448" y="4616424"/>
                  <a:ext cx="6804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3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AEB21A64-32F5-2999-9597-2AF7DD37EC78}"/>
                    </a:ext>
                  </a:extLst>
                </p14:cNvPr>
                <p14:cNvContentPartPr/>
                <p14:nvPr/>
              </p14:nvContentPartPr>
              <p14:xfrm>
                <a:off x="12127248" y="4627944"/>
                <a:ext cx="66960" cy="35280"/>
              </p14:xfrm>
            </p:contentPart>
          </mc:Choice>
          <mc:Fallback xmlns=""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AEB21A64-32F5-2999-9597-2AF7DD37EC78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12118248" y="4619304"/>
                  <a:ext cx="84600" cy="52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85">
            <p14:nvContentPartPr>
              <p14:cNvPr id="389" name="Ink 388">
                <a:extLst>
                  <a:ext uri="{FF2B5EF4-FFF2-40B4-BE49-F238E27FC236}">
                    <a16:creationId xmlns:a16="http://schemas.microsoft.com/office/drawing/2014/main" id="{A006952F-6EA7-0144-BF76-D3BDE6FB02EF}"/>
                  </a:ext>
                </a:extLst>
              </p14:cNvPr>
              <p14:cNvContentPartPr/>
              <p14:nvPr/>
            </p14:nvContentPartPr>
            <p14:xfrm>
              <a:off x="11058048" y="4818024"/>
              <a:ext cx="25560" cy="239400"/>
            </p14:xfrm>
          </p:contentPart>
        </mc:Choice>
        <mc:Fallback xmlns="">
          <p:pic>
            <p:nvPicPr>
              <p:cNvPr id="389" name="Ink 388">
                <a:extLst>
                  <a:ext uri="{FF2B5EF4-FFF2-40B4-BE49-F238E27FC236}">
                    <a16:creationId xmlns:a16="http://schemas.microsoft.com/office/drawing/2014/main" id="{A006952F-6EA7-0144-BF76-D3BDE6FB02EF}"/>
                  </a:ext>
                </a:extLst>
              </p:cNvPr>
              <p:cNvPicPr/>
              <p:nvPr/>
            </p:nvPicPr>
            <p:blipFill>
              <a:blip r:embed="rId486"/>
              <a:stretch>
                <a:fillRect/>
              </a:stretch>
            </p:blipFill>
            <p:spPr>
              <a:xfrm>
                <a:off x="11049408" y="4809384"/>
                <a:ext cx="43200" cy="257040"/>
              </a:xfrm>
              <a:prstGeom prst="rect">
                <a:avLst/>
              </a:prstGeom>
            </p:spPr>
          </p:pic>
        </mc:Fallback>
      </mc:AlternateContent>
      <p:grpSp>
        <p:nvGrpSpPr>
          <p:cNvPr id="396" name="Group 395">
            <a:extLst>
              <a:ext uri="{FF2B5EF4-FFF2-40B4-BE49-F238E27FC236}">
                <a16:creationId xmlns:a16="http://schemas.microsoft.com/office/drawing/2014/main" id="{FD3E8D10-D2E0-861A-A195-8ABD45ECC0F9}"/>
              </a:ext>
            </a:extLst>
          </p:cNvPr>
          <p:cNvGrpSpPr/>
          <p:nvPr/>
        </p:nvGrpSpPr>
        <p:grpSpPr>
          <a:xfrm>
            <a:off x="10803888" y="5196024"/>
            <a:ext cx="398160" cy="279000"/>
            <a:chOff x="10803888" y="5196024"/>
            <a:chExt cx="398160" cy="27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7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A2DB983B-6B2C-2893-1742-DB531DDFB967}"/>
                    </a:ext>
                  </a:extLst>
                </p14:cNvPr>
                <p14:cNvContentPartPr/>
                <p14:nvPr/>
              </p14:nvContentPartPr>
              <p14:xfrm>
                <a:off x="10849968" y="5257944"/>
                <a:ext cx="51840" cy="217080"/>
              </p14:xfrm>
            </p:contentPart>
          </mc:Choice>
          <mc:Fallback xmlns=""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A2DB983B-6B2C-2893-1742-DB531DDFB967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10840968" y="5249304"/>
                  <a:ext cx="6948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9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77978B3B-E5F2-F861-4445-1094B58F5922}"/>
                    </a:ext>
                  </a:extLst>
                </p14:cNvPr>
                <p14:cNvContentPartPr/>
                <p14:nvPr/>
              </p14:nvContentPartPr>
              <p14:xfrm>
                <a:off x="10803888" y="5196024"/>
                <a:ext cx="398160" cy="241920"/>
              </p14:xfrm>
            </p:contentPart>
          </mc:Choice>
          <mc:Fallback xmlns=""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77978B3B-E5F2-F861-4445-1094B58F5922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10794888" y="5187384"/>
                  <a:ext cx="415800" cy="259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91">
            <p14:nvContentPartPr>
              <p14:cNvPr id="392" name="Ink 391">
                <a:extLst>
                  <a:ext uri="{FF2B5EF4-FFF2-40B4-BE49-F238E27FC236}">
                    <a16:creationId xmlns:a16="http://schemas.microsoft.com/office/drawing/2014/main" id="{C4215F43-A450-3D9B-4372-5970101F2C26}"/>
                  </a:ext>
                </a:extLst>
              </p14:cNvPr>
              <p14:cNvContentPartPr/>
              <p14:nvPr/>
            </p14:nvContentPartPr>
            <p14:xfrm>
              <a:off x="11809368" y="4852584"/>
              <a:ext cx="59760" cy="334800"/>
            </p14:xfrm>
          </p:contentPart>
        </mc:Choice>
        <mc:Fallback xmlns="">
          <p:pic>
            <p:nvPicPr>
              <p:cNvPr id="392" name="Ink 391">
                <a:extLst>
                  <a:ext uri="{FF2B5EF4-FFF2-40B4-BE49-F238E27FC236}">
                    <a16:creationId xmlns:a16="http://schemas.microsoft.com/office/drawing/2014/main" id="{C4215F43-A450-3D9B-4372-5970101F2C26}"/>
                  </a:ext>
                </a:extLst>
              </p:cNvPr>
              <p:cNvPicPr/>
              <p:nvPr/>
            </p:nvPicPr>
            <p:blipFill>
              <a:blip r:embed="rId492"/>
              <a:stretch>
                <a:fillRect/>
              </a:stretch>
            </p:blipFill>
            <p:spPr>
              <a:xfrm>
                <a:off x="11800728" y="4843584"/>
                <a:ext cx="77400" cy="352440"/>
              </a:xfrm>
              <a:prstGeom prst="rect">
                <a:avLst/>
              </a:prstGeom>
            </p:spPr>
          </p:pic>
        </mc:Fallback>
      </mc:AlternateContent>
      <p:grpSp>
        <p:nvGrpSpPr>
          <p:cNvPr id="395" name="Group 394">
            <a:extLst>
              <a:ext uri="{FF2B5EF4-FFF2-40B4-BE49-F238E27FC236}">
                <a16:creationId xmlns:a16="http://schemas.microsoft.com/office/drawing/2014/main" id="{2194D03E-F934-2FE1-B267-D4F5B20CC0F7}"/>
              </a:ext>
            </a:extLst>
          </p:cNvPr>
          <p:cNvGrpSpPr/>
          <p:nvPr/>
        </p:nvGrpSpPr>
        <p:grpSpPr>
          <a:xfrm>
            <a:off x="11715048" y="5308704"/>
            <a:ext cx="439560" cy="230040"/>
            <a:chOff x="11715048" y="5308704"/>
            <a:chExt cx="439560" cy="23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3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96B426A6-25E8-9DC1-0648-478338DEEB0C}"/>
                    </a:ext>
                  </a:extLst>
                </p14:cNvPr>
                <p14:cNvContentPartPr/>
                <p14:nvPr/>
              </p14:nvContentPartPr>
              <p14:xfrm>
                <a:off x="11715048" y="5331384"/>
                <a:ext cx="109080" cy="180000"/>
              </p14:xfrm>
            </p:contentPart>
          </mc:Choice>
          <mc:Fallback xmlns=""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96B426A6-25E8-9DC1-0648-478338DEEB0C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11706408" y="5322384"/>
                  <a:ext cx="1267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5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CA10508D-94D7-525B-C210-478A214C65C6}"/>
                    </a:ext>
                  </a:extLst>
                </p14:cNvPr>
                <p14:cNvContentPartPr/>
                <p14:nvPr/>
              </p14:nvContentPartPr>
              <p14:xfrm>
                <a:off x="11896488" y="5308704"/>
                <a:ext cx="258120" cy="23004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CA10508D-94D7-525B-C210-478A214C65C6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11887488" y="5299704"/>
                  <a:ext cx="275760" cy="24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5" name="Group 404">
            <a:extLst>
              <a:ext uri="{FF2B5EF4-FFF2-40B4-BE49-F238E27FC236}">
                <a16:creationId xmlns:a16="http://schemas.microsoft.com/office/drawing/2014/main" id="{E1532447-3951-CEEA-02A7-BF31D7599862}"/>
              </a:ext>
            </a:extLst>
          </p:cNvPr>
          <p:cNvGrpSpPr/>
          <p:nvPr/>
        </p:nvGrpSpPr>
        <p:grpSpPr>
          <a:xfrm>
            <a:off x="378288" y="2808864"/>
            <a:ext cx="507600" cy="280440"/>
            <a:chOff x="378288" y="2808864"/>
            <a:chExt cx="507600" cy="28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7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0B11DE1B-9D7B-22C0-F968-D62FC3431176}"/>
                    </a:ext>
                  </a:extLst>
                </p14:cNvPr>
                <p14:cNvContentPartPr/>
                <p14:nvPr/>
              </p14:nvContentPartPr>
              <p14:xfrm>
                <a:off x="378288" y="2890944"/>
                <a:ext cx="95400" cy="198360"/>
              </p14:xfrm>
            </p:contentPart>
          </mc:Choice>
          <mc:Fallback xmlns=""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0B11DE1B-9D7B-22C0-F968-D62FC3431176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369288" y="2881944"/>
                  <a:ext cx="1130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9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359B6CDA-1C0C-728F-A586-A1E6E6D8031F}"/>
                    </a:ext>
                  </a:extLst>
                </p14:cNvPr>
                <p14:cNvContentPartPr/>
                <p14:nvPr/>
              </p14:nvContentPartPr>
              <p14:xfrm>
                <a:off x="568008" y="2969424"/>
                <a:ext cx="24480" cy="12240"/>
              </p14:xfrm>
            </p:contentPart>
          </mc:Choice>
          <mc:Fallback xmlns=""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359B6CDA-1C0C-728F-A586-A1E6E6D8031F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559368" y="2960424"/>
                  <a:ext cx="421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1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1235960E-18FA-E104-ED3D-5006214C3933}"/>
                    </a:ext>
                  </a:extLst>
                </p14:cNvPr>
                <p14:cNvContentPartPr/>
                <p14:nvPr/>
              </p14:nvContentPartPr>
              <p14:xfrm>
                <a:off x="661248" y="2808864"/>
                <a:ext cx="224640" cy="216000"/>
              </p14:xfrm>
            </p:contentPart>
          </mc:Choice>
          <mc:Fallback xmlns=""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1235960E-18FA-E104-ED3D-5006214C3933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652608" y="2799864"/>
                  <a:ext cx="242280" cy="23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9" name="Group 408">
            <a:extLst>
              <a:ext uri="{FF2B5EF4-FFF2-40B4-BE49-F238E27FC236}">
                <a16:creationId xmlns:a16="http://schemas.microsoft.com/office/drawing/2014/main" id="{09E8D437-4771-5EE0-B2F8-7C602E4305D8}"/>
              </a:ext>
            </a:extLst>
          </p:cNvPr>
          <p:cNvGrpSpPr/>
          <p:nvPr/>
        </p:nvGrpSpPr>
        <p:grpSpPr>
          <a:xfrm>
            <a:off x="1630008" y="2015424"/>
            <a:ext cx="2121840" cy="1556640"/>
            <a:chOff x="1630008" y="2015424"/>
            <a:chExt cx="2121840" cy="155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3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3AD8905-5AFB-5406-71CC-8F8C814A5FB0}"/>
                    </a:ext>
                  </a:extLst>
                </p14:cNvPr>
                <p14:cNvContentPartPr/>
                <p14:nvPr/>
              </p14:nvContentPartPr>
              <p14:xfrm>
                <a:off x="1749168" y="2042784"/>
                <a:ext cx="18360" cy="1915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3AD8905-5AFB-5406-71CC-8F8C814A5FB0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1740168" y="2033784"/>
                  <a:ext cx="3600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3908651-B22F-8681-ED97-4F3A6B1B7D89}"/>
                    </a:ext>
                  </a:extLst>
                </p14:cNvPr>
                <p14:cNvContentPartPr/>
                <p14:nvPr/>
              </p14:nvContentPartPr>
              <p14:xfrm>
                <a:off x="1630008" y="2344464"/>
                <a:ext cx="130680" cy="1278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3908651-B22F-8681-ED97-4F3A6B1B7D89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1621368" y="2335824"/>
                  <a:ext cx="1483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7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DBF84E7-D263-B7E0-1F7A-47EF610CAA0A}"/>
                    </a:ext>
                  </a:extLst>
                </p14:cNvPr>
                <p14:cNvContentPartPr/>
                <p14:nvPr/>
              </p14:nvContentPartPr>
              <p14:xfrm>
                <a:off x="1816488" y="2292264"/>
                <a:ext cx="115560" cy="1742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DBF84E7-D263-B7E0-1F7A-47EF610CAA0A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1807848" y="2283264"/>
                  <a:ext cx="1332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9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25701465-8173-68E5-522B-243E27AC559F}"/>
                    </a:ext>
                  </a:extLst>
                </p14:cNvPr>
                <p14:cNvContentPartPr/>
                <p14:nvPr/>
              </p14:nvContentPartPr>
              <p14:xfrm>
                <a:off x="1804968" y="2541744"/>
                <a:ext cx="560160" cy="30348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25701465-8173-68E5-522B-243E27AC559F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1795968" y="2533104"/>
                  <a:ext cx="57780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1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AE480122-1D97-C073-42E7-B581444C4BBF}"/>
                    </a:ext>
                  </a:extLst>
                </p14:cNvPr>
                <p14:cNvContentPartPr/>
                <p14:nvPr/>
              </p14:nvContentPartPr>
              <p14:xfrm>
                <a:off x="2356128" y="2955744"/>
                <a:ext cx="207720" cy="16560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AE480122-1D97-C073-42E7-B581444C4BBF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2347128" y="2946744"/>
                  <a:ext cx="22536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3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24E02B77-21CD-42A9-086E-E7EE25EC117A}"/>
                    </a:ext>
                  </a:extLst>
                </p14:cNvPr>
                <p14:cNvContentPartPr/>
                <p14:nvPr/>
              </p14:nvContentPartPr>
              <p14:xfrm>
                <a:off x="2628288" y="2875104"/>
                <a:ext cx="119160" cy="18720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24E02B77-21CD-42A9-086E-E7EE25EC117A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2619288" y="2866464"/>
                  <a:ext cx="13680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5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FBA19B6E-37B5-E028-F851-0E122F5B27D5}"/>
                    </a:ext>
                  </a:extLst>
                </p14:cNvPr>
                <p14:cNvContentPartPr/>
                <p14:nvPr/>
              </p14:nvContentPartPr>
              <p14:xfrm>
                <a:off x="2203848" y="3201264"/>
                <a:ext cx="259920" cy="37080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FBA19B6E-37B5-E028-F851-0E122F5B27D5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2194848" y="3192264"/>
                  <a:ext cx="277560" cy="3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7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5ADE937B-7161-BEF1-6CD8-9CA083665E6F}"/>
                    </a:ext>
                  </a:extLst>
                </p14:cNvPr>
                <p14:cNvContentPartPr/>
                <p14:nvPr/>
              </p14:nvContentPartPr>
              <p14:xfrm>
                <a:off x="2478168" y="3204144"/>
                <a:ext cx="774360" cy="30456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5ADE937B-7161-BEF1-6CD8-9CA083665E6F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2469528" y="3195504"/>
                  <a:ext cx="79200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9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208C38A6-6283-CC1B-C1C6-252819A8EF4B}"/>
                    </a:ext>
                  </a:extLst>
                </p14:cNvPr>
                <p14:cNvContentPartPr/>
                <p14:nvPr/>
              </p14:nvContentPartPr>
              <p14:xfrm>
                <a:off x="2185488" y="2015424"/>
                <a:ext cx="129960" cy="22536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208C38A6-6283-CC1B-C1C6-252819A8EF4B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2176848" y="2006424"/>
                  <a:ext cx="14760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1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CADDAC46-423A-7E09-941E-307F8CB5D854}"/>
                    </a:ext>
                  </a:extLst>
                </p14:cNvPr>
                <p14:cNvContentPartPr/>
                <p14:nvPr/>
              </p14:nvContentPartPr>
              <p14:xfrm>
                <a:off x="2427408" y="2150064"/>
                <a:ext cx="10440" cy="324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CADDAC46-423A-7E09-941E-307F8CB5D854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2418768" y="2141064"/>
                  <a:ext cx="2808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3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90C09B96-7408-A3C3-A333-ACCC536CD500}"/>
                    </a:ext>
                  </a:extLst>
                </p14:cNvPr>
                <p14:cNvContentPartPr/>
                <p14:nvPr/>
              </p14:nvContentPartPr>
              <p14:xfrm>
                <a:off x="2512368" y="2101464"/>
                <a:ext cx="397440" cy="21672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90C09B96-7408-A3C3-A333-ACCC536CD500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2503728" y="2092464"/>
                  <a:ext cx="41508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5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6781BA1A-9E4B-7ADF-EDE5-8FFC10B60FD3}"/>
                    </a:ext>
                  </a:extLst>
                </p14:cNvPr>
                <p14:cNvContentPartPr/>
                <p14:nvPr/>
              </p14:nvContentPartPr>
              <p14:xfrm>
                <a:off x="3109248" y="3000024"/>
                <a:ext cx="114480" cy="162360"/>
              </p14:xfrm>
            </p:contentPart>
          </mc:Choice>
          <mc:Fallback xmlns=""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6781BA1A-9E4B-7ADF-EDE5-8FFC10B60FD3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3100248" y="2991384"/>
                  <a:ext cx="1321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7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024162D5-F48C-37B4-2D52-AB2397F1A842}"/>
                    </a:ext>
                  </a:extLst>
                </p14:cNvPr>
                <p14:cNvContentPartPr/>
                <p14:nvPr/>
              </p14:nvContentPartPr>
              <p14:xfrm>
                <a:off x="3302208" y="3034224"/>
                <a:ext cx="6840" cy="1044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024162D5-F48C-37B4-2D52-AB2397F1A842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3293208" y="3025584"/>
                  <a:ext cx="244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9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AAB39530-4B2D-082C-C3FC-DF98367E8D76}"/>
                    </a:ext>
                  </a:extLst>
                </p14:cNvPr>
                <p14:cNvContentPartPr/>
                <p14:nvPr/>
              </p14:nvContentPartPr>
              <p14:xfrm>
                <a:off x="3369168" y="2944944"/>
                <a:ext cx="382680" cy="21456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AAB39530-4B2D-082C-C3FC-DF98367E8D76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3360528" y="2936304"/>
                  <a:ext cx="400320" cy="232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568523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6078E-F8EC-8694-DE9C-165583D76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14:cNvPr>
              <p14:cNvContentPartPr/>
              <p14:nvPr/>
            </p14:nvContentPartPr>
            <p14:xfrm>
              <a:off x="9997848" y="1633824"/>
              <a:ext cx="3600" cy="10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87848" y="1620324"/>
                <a:ext cx="23200" cy="275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14:cNvPr>
              <p14:cNvContentPartPr/>
              <p14:nvPr/>
            </p14:nvContentPartPr>
            <p14:xfrm>
              <a:off x="10428408" y="2647584"/>
              <a:ext cx="28080" cy="324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419408" y="2638584"/>
                <a:ext cx="4572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14:cNvPr>
              <p14:cNvContentPartPr/>
              <p14:nvPr/>
            </p14:nvContentPartPr>
            <p14:xfrm>
              <a:off x="10763568" y="2771064"/>
              <a:ext cx="1800" cy="360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754568" y="2762064"/>
                <a:ext cx="1944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14:cNvPr>
              <p14:cNvContentPartPr/>
              <p14:nvPr/>
            </p14:nvContentPartPr>
            <p14:xfrm>
              <a:off x="3774888" y="6755904"/>
              <a:ext cx="360" cy="468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65888" y="6746904"/>
                <a:ext cx="18000" cy="2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9F2A8F83-42DA-8E52-1C63-AFB90D88A599}"/>
              </a:ext>
            </a:extLst>
          </p:cNvPr>
          <p:cNvGrpSpPr/>
          <p:nvPr/>
        </p:nvGrpSpPr>
        <p:grpSpPr>
          <a:xfrm>
            <a:off x="712368" y="568584"/>
            <a:ext cx="1185840" cy="418320"/>
            <a:chOff x="712368" y="568584"/>
            <a:chExt cx="1185840" cy="41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27E21F1-DDBF-9950-436F-C37B1E934B68}"/>
                    </a:ext>
                  </a:extLst>
                </p14:cNvPr>
                <p14:cNvContentPartPr/>
                <p14:nvPr/>
              </p14:nvContentPartPr>
              <p14:xfrm>
                <a:off x="712368" y="568584"/>
                <a:ext cx="458640" cy="4183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27E21F1-DDBF-9950-436F-C37B1E934B6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03728" y="559584"/>
                  <a:ext cx="476280" cy="43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24E4274-63BF-9EDA-0C7E-EE335DD671D5}"/>
                    </a:ext>
                  </a:extLst>
                </p14:cNvPr>
                <p14:cNvContentPartPr/>
                <p14:nvPr/>
              </p14:nvContentPartPr>
              <p14:xfrm>
                <a:off x="1236888" y="575784"/>
                <a:ext cx="661320" cy="3157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24E4274-63BF-9EDA-0C7E-EE335DD671D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227888" y="566784"/>
                  <a:ext cx="678960" cy="333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034818C-E2FD-85D8-69E6-4A5CE9C2F036}"/>
                  </a:ext>
                </a:extLst>
              </p14:cNvPr>
              <p14:cNvContentPartPr/>
              <p14:nvPr/>
            </p14:nvContentPartPr>
            <p14:xfrm>
              <a:off x="-41472" y="916344"/>
              <a:ext cx="12462120" cy="2480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034818C-E2FD-85D8-69E6-4A5CE9C2F03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-50112" y="907344"/>
                <a:ext cx="12479760" cy="26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8D13BF1F-0C3A-E0CA-FC23-18D2FE4B9FFC}"/>
                  </a:ext>
                </a:extLst>
              </p14:cNvPr>
              <p14:cNvContentPartPr/>
              <p14:nvPr/>
            </p14:nvContentPartPr>
            <p14:xfrm>
              <a:off x="2844648" y="27144"/>
              <a:ext cx="299520" cy="69274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8D13BF1F-0C3A-E0CA-FC23-18D2FE4B9FF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835648" y="18144"/>
                <a:ext cx="317160" cy="6945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325F51C3-28A3-EBC1-C8AF-2FA20EBEC998}"/>
              </a:ext>
            </a:extLst>
          </p:cNvPr>
          <p:cNvGrpSpPr/>
          <p:nvPr/>
        </p:nvGrpSpPr>
        <p:grpSpPr>
          <a:xfrm>
            <a:off x="3400848" y="420624"/>
            <a:ext cx="1981080" cy="433440"/>
            <a:chOff x="3400848" y="420624"/>
            <a:chExt cx="1981080" cy="43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ABC4109-48B2-AF47-0544-24BABB82F8E8}"/>
                    </a:ext>
                  </a:extLst>
                </p14:cNvPr>
                <p14:cNvContentPartPr/>
                <p14:nvPr/>
              </p14:nvContentPartPr>
              <p14:xfrm>
                <a:off x="3400848" y="481824"/>
                <a:ext cx="287280" cy="2811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ABC4109-48B2-AF47-0544-24BABB82F8E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392208" y="472824"/>
                  <a:ext cx="30492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03D193B-B157-06F0-4743-3DCE2DEEBABB}"/>
                    </a:ext>
                  </a:extLst>
                </p14:cNvPr>
                <p14:cNvContentPartPr/>
                <p14:nvPr/>
              </p14:nvContentPartPr>
              <p14:xfrm>
                <a:off x="3790008" y="607824"/>
                <a:ext cx="350280" cy="1468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03D193B-B157-06F0-4743-3DCE2DEEBAB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781008" y="598824"/>
                  <a:ext cx="36792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474C4C8-8C9A-6CB5-3159-52D335A3EC54}"/>
                    </a:ext>
                  </a:extLst>
                </p14:cNvPr>
                <p14:cNvContentPartPr/>
                <p14:nvPr/>
              </p14:nvContentPartPr>
              <p14:xfrm>
                <a:off x="4120488" y="617184"/>
                <a:ext cx="97560" cy="302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474C4C8-8C9A-6CB5-3159-52D335A3EC5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111488" y="608184"/>
                  <a:ext cx="1152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79B0FC9-3068-BB78-87BD-1880E04A12FB}"/>
                    </a:ext>
                  </a:extLst>
                </p14:cNvPr>
                <p14:cNvContentPartPr/>
                <p14:nvPr/>
              </p14:nvContentPartPr>
              <p14:xfrm>
                <a:off x="4376808" y="420624"/>
                <a:ext cx="95040" cy="4334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79B0FC9-3068-BB78-87BD-1880E04A12F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368168" y="411624"/>
                  <a:ext cx="112680" cy="45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4517546-1CAD-CC90-BB5B-7EFFDA590723}"/>
                    </a:ext>
                  </a:extLst>
                </p14:cNvPr>
                <p14:cNvContentPartPr/>
                <p14:nvPr/>
              </p14:nvContentPartPr>
              <p14:xfrm>
                <a:off x="4581648" y="553824"/>
                <a:ext cx="124920" cy="2214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4517546-1CAD-CC90-BB5B-7EFFDA59072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573008" y="545184"/>
                  <a:ext cx="14256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D598CCA-1124-497E-B575-0E9D4E9501E8}"/>
                    </a:ext>
                  </a:extLst>
                </p14:cNvPr>
                <p14:cNvContentPartPr/>
                <p14:nvPr/>
              </p14:nvContentPartPr>
              <p14:xfrm>
                <a:off x="4603608" y="665064"/>
                <a:ext cx="158040" cy="248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D598CCA-1124-497E-B575-0E9D4E9501E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594968" y="656064"/>
                  <a:ext cx="1756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80477D9-7D9C-D4F5-9B36-B1A4C9DBC0F7}"/>
                    </a:ext>
                  </a:extLst>
                </p14:cNvPr>
                <p14:cNvContentPartPr/>
                <p14:nvPr/>
              </p14:nvContentPartPr>
              <p14:xfrm>
                <a:off x="4829688" y="630864"/>
                <a:ext cx="226800" cy="1105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80477D9-7D9C-D4F5-9B36-B1A4C9DBC0F7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821048" y="622224"/>
                  <a:ext cx="2444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AFDB31F-D9A1-3851-7F50-4CD9D3FD67CD}"/>
                    </a:ext>
                  </a:extLst>
                </p14:cNvPr>
                <p14:cNvContentPartPr/>
                <p14:nvPr/>
              </p14:nvContentPartPr>
              <p14:xfrm>
                <a:off x="5191128" y="587304"/>
                <a:ext cx="190800" cy="1278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AFDB31F-D9A1-3851-7F50-4CD9D3FD67C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182128" y="578664"/>
                  <a:ext cx="208440" cy="145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76B1BBD4-F9C2-B5C8-202D-7C2B4E2236D7}"/>
                  </a:ext>
                </a:extLst>
              </p14:cNvPr>
              <p14:cNvContentPartPr/>
              <p14:nvPr/>
            </p14:nvContentPartPr>
            <p14:xfrm>
              <a:off x="5323968" y="122184"/>
              <a:ext cx="292320" cy="67302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76B1BBD4-F9C2-B5C8-202D-7C2B4E2236D7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5314968" y="113184"/>
                <a:ext cx="309960" cy="674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418F348D-607A-56FE-D7F5-F4EDDC1FFAC0}"/>
                  </a:ext>
                </a:extLst>
              </p14:cNvPr>
              <p14:cNvContentPartPr/>
              <p14:nvPr/>
            </p14:nvContentPartPr>
            <p14:xfrm>
              <a:off x="5394888" y="408384"/>
              <a:ext cx="142200" cy="5331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418F348D-607A-56FE-D7F5-F4EDDC1FFAC0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5385888" y="399384"/>
                <a:ext cx="159840" cy="55080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5CFB5C9E-C5C4-6BC6-1EBD-0916B21D89B7}"/>
              </a:ext>
            </a:extLst>
          </p:cNvPr>
          <p:cNvGrpSpPr/>
          <p:nvPr/>
        </p:nvGrpSpPr>
        <p:grpSpPr>
          <a:xfrm>
            <a:off x="6204888" y="409464"/>
            <a:ext cx="1684800" cy="414360"/>
            <a:chOff x="6204888" y="409464"/>
            <a:chExt cx="1684800" cy="41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0DE2D81-1CE1-44E0-3408-40D6DF99080C}"/>
                    </a:ext>
                  </a:extLst>
                </p14:cNvPr>
                <p14:cNvContentPartPr/>
                <p14:nvPr/>
              </p14:nvContentPartPr>
              <p14:xfrm>
                <a:off x="6204888" y="458424"/>
                <a:ext cx="354600" cy="2559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0DE2D81-1CE1-44E0-3408-40D6DF99080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195888" y="449424"/>
                  <a:ext cx="37224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EA4C385-8567-84F4-CEA3-86611162544B}"/>
                    </a:ext>
                  </a:extLst>
                </p14:cNvPr>
                <p14:cNvContentPartPr/>
                <p14:nvPr/>
              </p14:nvContentPartPr>
              <p14:xfrm>
                <a:off x="6618888" y="608544"/>
                <a:ext cx="91800" cy="446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EA4C385-8567-84F4-CEA3-86611162544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609888" y="599904"/>
                  <a:ext cx="10944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8339785-C906-1319-947E-B5F25CD87651}"/>
                    </a:ext>
                  </a:extLst>
                </p14:cNvPr>
                <p14:cNvContentPartPr/>
                <p14:nvPr/>
              </p14:nvContentPartPr>
              <p14:xfrm>
                <a:off x="6783768" y="523224"/>
                <a:ext cx="262080" cy="1022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8339785-C906-1319-947E-B5F25CD8765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775128" y="514584"/>
                  <a:ext cx="2797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DD10CE3-6AB2-F1EB-E138-E23F163E0249}"/>
                    </a:ext>
                  </a:extLst>
                </p14:cNvPr>
                <p14:cNvContentPartPr/>
                <p14:nvPr/>
              </p14:nvContentPartPr>
              <p14:xfrm>
                <a:off x="7007328" y="552024"/>
                <a:ext cx="133920" cy="338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DD10CE3-6AB2-F1EB-E138-E23F163E024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998328" y="543384"/>
                  <a:ext cx="1515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9A47943-7C2B-57E3-B5E7-14EA94561492}"/>
                    </a:ext>
                  </a:extLst>
                </p14:cNvPr>
                <p14:cNvContentPartPr/>
                <p14:nvPr/>
              </p14:nvContentPartPr>
              <p14:xfrm>
                <a:off x="7271928" y="582264"/>
                <a:ext cx="10080" cy="10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9A47943-7C2B-57E3-B5E7-14EA94561492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262928" y="573624"/>
                  <a:ext cx="2772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2F1D727-AE9D-C3F1-9B78-99C732E520F1}"/>
                    </a:ext>
                  </a:extLst>
                </p14:cNvPr>
                <p14:cNvContentPartPr/>
                <p14:nvPr/>
              </p14:nvContentPartPr>
              <p14:xfrm>
                <a:off x="7258968" y="409464"/>
                <a:ext cx="157320" cy="3304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2F1D727-AE9D-C3F1-9B78-99C732E520F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249968" y="400464"/>
                  <a:ext cx="17496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3299170-9597-7C05-FB98-F200169BF3DA}"/>
                    </a:ext>
                  </a:extLst>
                </p14:cNvPr>
                <p14:cNvContentPartPr/>
                <p14:nvPr/>
              </p14:nvContentPartPr>
              <p14:xfrm>
                <a:off x="7484328" y="452664"/>
                <a:ext cx="169920" cy="2012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3299170-9597-7C05-FB98-F200169BF3DA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475688" y="444024"/>
                  <a:ext cx="18756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2E19AE4-A667-82C2-2EE9-FB5E0F6C63EB}"/>
                    </a:ext>
                  </a:extLst>
                </p14:cNvPr>
                <p14:cNvContentPartPr/>
                <p14:nvPr/>
              </p14:nvContentPartPr>
              <p14:xfrm>
                <a:off x="7523208" y="548784"/>
                <a:ext cx="169920" cy="507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2E19AE4-A667-82C2-2EE9-FB5E0F6C63EB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514208" y="539784"/>
                  <a:ext cx="18756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229ECC8-E8FB-D7CE-5C9A-374A9B4439AA}"/>
                    </a:ext>
                  </a:extLst>
                </p14:cNvPr>
                <p14:cNvContentPartPr/>
                <p14:nvPr/>
              </p14:nvContentPartPr>
              <p14:xfrm>
                <a:off x="7714728" y="437544"/>
                <a:ext cx="174960" cy="3862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229ECC8-E8FB-D7CE-5C9A-374A9B4439AA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706088" y="428544"/>
                  <a:ext cx="192600" cy="40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92ADB46A-C354-EDFE-31EE-BA018D9879BF}"/>
                  </a:ext>
                </a:extLst>
              </p14:cNvPr>
              <p14:cNvContentPartPr/>
              <p14:nvPr/>
            </p14:nvContentPartPr>
            <p14:xfrm>
              <a:off x="8638488" y="41544"/>
              <a:ext cx="14040" cy="900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92ADB46A-C354-EDFE-31EE-BA018D9879BF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8629848" y="32544"/>
                <a:ext cx="316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3E2148AB-D07A-C8DA-7B70-50FC6742194F}"/>
                  </a:ext>
                </a:extLst>
              </p14:cNvPr>
              <p14:cNvContentPartPr/>
              <p14:nvPr/>
            </p14:nvContentPartPr>
            <p14:xfrm>
              <a:off x="8387928" y="56304"/>
              <a:ext cx="166680" cy="709884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3E2148AB-D07A-C8DA-7B70-50FC6742194F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8379288" y="47304"/>
                <a:ext cx="184320" cy="711648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0198111C-0847-413A-E251-9C97475E0B4D}"/>
              </a:ext>
            </a:extLst>
          </p:cNvPr>
          <p:cNvGrpSpPr/>
          <p:nvPr/>
        </p:nvGrpSpPr>
        <p:grpSpPr>
          <a:xfrm>
            <a:off x="8966448" y="429984"/>
            <a:ext cx="1081440" cy="226080"/>
            <a:chOff x="8966448" y="429984"/>
            <a:chExt cx="1081440" cy="22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45CE527-4A89-9E73-A711-077535333255}"/>
                    </a:ext>
                  </a:extLst>
                </p14:cNvPr>
                <p14:cNvContentPartPr/>
                <p14:nvPr/>
              </p14:nvContentPartPr>
              <p14:xfrm>
                <a:off x="8966448" y="434664"/>
                <a:ext cx="167040" cy="168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45CE527-4A89-9E73-A711-077535333255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957808" y="426024"/>
                  <a:ext cx="18468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7D96319-2C4E-3D6B-F45A-073FF47C87FA}"/>
                    </a:ext>
                  </a:extLst>
                </p14:cNvPr>
                <p14:cNvContentPartPr/>
                <p14:nvPr/>
              </p14:nvContentPartPr>
              <p14:xfrm>
                <a:off x="9160128" y="447264"/>
                <a:ext cx="85320" cy="594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7D96319-2C4E-3D6B-F45A-073FF47C87FA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151128" y="438624"/>
                  <a:ext cx="1029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E80DEAB-56DE-3449-46FA-B867F39CD6CB}"/>
                    </a:ext>
                  </a:extLst>
                </p14:cNvPr>
                <p14:cNvContentPartPr/>
                <p14:nvPr/>
              </p14:nvContentPartPr>
              <p14:xfrm>
                <a:off x="9274248" y="429984"/>
                <a:ext cx="15480" cy="2260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E80DEAB-56DE-3449-46FA-B867F39CD6CB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265248" y="420984"/>
                  <a:ext cx="3312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683C577-721C-D212-96D3-C6E42BD19D74}"/>
                    </a:ext>
                  </a:extLst>
                </p14:cNvPr>
                <p14:cNvContentPartPr/>
                <p14:nvPr/>
              </p14:nvContentPartPr>
              <p14:xfrm>
                <a:off x="9407808" y="489744"/>
                <a:ext cx="128880" cy="1555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683C577-721C-D212-96D3-C6E42BD19D74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398808" y="480744"/>
                  <a:ext cx="1465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FD351D2-EDD4-9C91-B847-75B227D0CEB3}"/>
                    </a:ext>
                  </a:extLst>
                </p14:cNvPr>
                <p14:cNvContentPartPr/>
                <p14:nvPr/>
              </p14:nvContentPartPr>
              <p14:xfrm>
                <a:off x="9675288" y="494064"/>
                <a:ext cx="110520" cy="1512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FD351D2-EDD4-9C91-B847-75B227D0CEB3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666288" y="485424"/>
                  <a:ext cx="1281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0C45066-53CB-9517-EF0A-D652DF940630}"/>
                    </a:ext>
                  </a:extLst>
                </p14:cNvPr>
                <p14:cNvContentPartPr/>
                <p14:nvPr/>
              </p14:nvContentPartPr>
              <p14:xfrm>
                <a:off x="9713448" y="568944"/>
                <a:ext cx="149040" cy="198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0C45066-53CB-9517-EF0A-D652DF940630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704448" y="560304"/>
                  <a:ext cx="1666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D35E9EE-C12F-D36D-45E2-A6DC93491361}"/>
                    </a:ext>
                  </a:extLst>
                </p14:cNvPr>
                <p14:cNvContentPartPr/>
                <p14:nvPr/>
              </p14:nvContentPartPr>
              <p14:xfrm>
                <a:off x="9754848" y="451584"/>
                <a:ext cx="293040" cy="266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D35E9EE-C12F-D36D-45E2-A6DC93491361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746208" y="442944"/>
                  <a:ext cx="310680" cy="4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1FBA2E7-49A9-DE6E-208E-33A434F85690}"/>
              </a:ext>
            </a:extLst>
          </p:cNvPr>
          <p:cNvGrpSpPr/>
          <p:nvPr/>
        </p:nvGrpSpPr>
        <p:grpSpPr>
          <a:xfrm>
            <a:off x="719208" y="1335744"/>
            <a:ext cx="1377360" cy="247320"/>
            <a:chOff x="719208" y="1335744"/>
            <a:chExt cx="1377360" cy="24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33A04C3-62DC-18B9-5714-741E57D8962A}"/>
                    </a:ext>
                  </a:extLst>
                </p14:cNvPr>
                <p14:cNvContentPartPr/>
                <p14:nvPr/>
              </p14:nvContentPartPr>
              <p14:xfrm>
                <a:off x="719208" y="1335744"/>
                <a:ext cx="226800" cy="2408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33A04C3-62DC-18B9-5714-741E57D8962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10568" y="1327104"/>
                  <a:ext cx="24444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B044F0F-9F57-ACE9-AEC5-7934F9E0EDBF}"/>
                    </a:ext>
                  </a:extLst>
                </p14:cNvPr>
                <p14:cNvContentPartPr/>
                <p14:nvPr/>
              </p14:nvContentPartPr>
              <p14:xfrm>
                <a:off x="1106568" y="1452744"/>
                <a:ext cx="479160" cy="1303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B044F0F-9F57-ACE9-AEC5-7934F9E0EDBF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97928" y="1443744"/>
                  <a:ext cx="4968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65BDC50-B7B1-6339-11D9-02944BCF4797}"/>
                    </a:ext>
                  </a:extLst>
                </p14:cNvPr>
                <p14:cNvContentPartPr/>
                <p14:nvPr/>
              </p14:nvContentPartPr>
              <p14:xfrm>
                <a:off x="1703448" y="1377864"/>
                <a:ext cx="187920" cy="1807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65BDC50-B7B1-6339-11D9-02944BCF4797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694808" y="1369224"/>
                  <a:ext cx="20556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80CB7BA-04D5-5144-603F-3A7A2A1D135C}"/>
                    </a:ext>
                  </a:extLst>
                </p14:cNvPr>
                <p14:cNvContentPartPr/>
                <p14:nvPr/>
              </p14:nvContentPartPr>
              <p14:xfrm>
                <a:off x="1875528" y="1336464"/>
                <a:ext cx="221040" cy="2293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80CB7BA-04D5-5144-603F-3A7A2A1D135C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866528" y="1327824"/>
                  <a:ext cx="238680" cy="246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EE15E5BD-D67D-3964-194E-C67D18B02AD2}"/>
                  </a:ext>
                </a:extLst>
              </p14:cNvPr>
              <p14:cNvContentPartPr/>
              <p14:nvPr/>
            </p14:nvContentPartPr>
            <p14:xfrm>
              <a:off x="3958128" y="1320264"/>
              <a:ext cx="572400" cy="25524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EE15E5BD-D67D-3964-194E-C67D18B02AD2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3949488" y="1311624"/>
                <a:ext cx="590040" cy="27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96B2C49C-EC72-4CE5-1CA5-9426A96D0F5C}"/>
                  </a:ext>
                </a:extLst>
              </p14:cNvPr>
              <p14:cNvContentPartPr/>
              <p14:nvPr/>
            </p14:nvContentPartPr>
            <p14:xfrm>
              <a:off x="6921648" y="1246104"/>
              <a:ext cx="496800" cy="22788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96B2C49C-EC72-4CE5-1CA5-9426A96D0F5C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6912648" y="1237464"/>
                <a:ext cx="51444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901AA0DA-D300-3063-7F09-28C4E8D1A5DB}"/>
                  </a:ext>
                </a:extLst>
              </p14:cNvPr>
              <p14:cNvContentPartPr/>
              <p14:nvPr/>
            </p14:nvContentPartPr>
            <p14:xfrm>
              <a:off x="9364608" y="1104984"/>
              <a:ext cx="62640" cy="25128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901AA0DA-D300-3063-7F09-28C4E8D1A5DB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9355608" y="1095984"/>
                <a:ext cx="80280" cy="26892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C13FA60F-E0F9-495A-710E-0C2EA52F9078}"/>
              </a:ext>
            </a:extLst>
          </p:cNvPr>
          <p:cNvGrpSpPr/>
          <p:nvPr/>
        </p:nvGrpSpPr>
        <p:grpSpPr>
          <a:xfrm>
            <a:off x="143568" y="1945224"/>
            <a:ext cx="795960" cy="204840"/>
            <a:chOff x="143568" y="1945224"/>
            <a:chExt cx="795960" cy="20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0B45572-2CD9-8A23-57B3-A6AC1F51D0BC}"/>
                    </a:ext>
                  </a:extLst>
                </p14:cNvPr>
                <p14:cNvContentPartPr/>
                <p14:nvPr/>
              </p14:nvContentPartPr>
              <p14:xfrm>
                <a:off x="143568" y="1993824"/>
                <a:ext cx="138600" cy="1562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0B45572-2CD9-8A23-57B3-A6AC1F51D0BC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34928" y="1985184"/>
                  <a:ext cx="15624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04C04A7-7F64-C12A-73C9-03535671DE65}"/>
                    </a:ext>
                  </a:extLst>
                </p14:cNvPr>
                <p14:cNvContentPartPr/>
                <p14:nvPr/>
              </p14:nvContentPartPr>
              <p14:xfrm>
                <a:off x="381168" y="1945224"/>
                <a:ext cx="114480" cy="1663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04C04A7-7F64-C12A-73C9-03535671DE65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72168" y="1936224"/>
                  <a:ext cx="13212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A651FED-AF10-7764-08E4-581CC9F16994}"/>
                    </a:ext>
                  </a:extLst>
                </p14:cNvPr>
                <p14:cNvContentPartPr/>
                <p14:nvPr/>
              </p14:nvContentPartPr>
              <p14:xfrm>
                <a:off x="623448" y="2042784"/>
                <a:ext cx="316080" cy="792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A651FED-AF10-7764-08E4-581CC9F16994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14448" y="2034144"/>
                  <a:ext cx="333720" cy="9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3D0FD1E8-E020-7662-B702-09A342CEED56}"/>
              </a:ext>
            </a:extLst>
          </p:cNvPr>
          <p:cNvGrpSpPr/>
          <p:nvPr/>
        </p:nvGrpSpPr>
        <p:grpSpPr>
          <a:xfrm>
            <a:off x="1093968" y="1903824"/>
            <a:ext cx="1783080" cy="234720"/>
            <a:chOff x="1093968" y="1903824"/>
            <a:chExt cx="1783080" cy="23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DEAF22D-D0F2-EFFF-7A6D-7DAB6E965150}"/>
                    </a:ext>
                  </a:extLst>
                </p14:cNvPr>
                <p14:cNvContentPartPr/>
                <p14:nvPr/>
              </p14:nvContentPartPr>
              <p14:xfrm>
                <a:off x="1093968" y="1980144"/>
                <a:ext cx="155520" cy="1584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DEAF22D-D0F2-EFFF-7A6D-7DAB6E965150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085328" y="1971504"/>
                  <a:ext cx="17316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DA0A046-D94D-FF99-5DA7-F6CB8BA511F5}"/>
                    </a:ext>
                  </a:extLst>
                </p14:cNvPr>
                <p14:cNvContentPartPr/>
                <p14:nvPr/>
              </p14:nvContentPartPr>
              <p14:xfrm>
                <a:off x="1292688" y="1944504"/>
                <a:ext cx="198360" cy="1749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DA0A046-D94D-FF99-5DA7-F6CB8BA511F5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283688" y="1935504"/>
                  <a:ext cx="21600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8712C03-E248-6400-BAB2-CD2FCB684901}"/>
                    </a:ext>
                  </a:extLst>
                </p14:cNvPr>
                <p14:cNvContentPartPr/>
                <p14:nvPr/>
              </p14:nvContentPartPr>
              <p14:xfrm>
                <a:off x="1465128" y="2016864"/>
                <a:ext cx="113760" cy="108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8712C03-E248-6400-BAB2-CD2FCB684901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456128" y="2007864"/>
                  <a:ext cx="1314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CF5FE86-05E0-BE4E-E634-146BC5C86360}"/>
                    </a:ext>
                  </a:extLst>
                </p14:cNvPr>
                <p14:cNvContentPartPr/>
                <p14:nvPr/>
              </p14:nvContentPartPr>
              <p14:xfrm>
                <a:off x="1760688" y="1983384"/>
                <a:ext cx="160200" cy="1443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CF5FE86-05E0-BE4E-E634-146BC5C86360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751688" y="1974384"/>
                  <a:ext cx="1778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5C550B8-343B-0F1F-6304-3FFAA72F35AA}"/>
                    </a:ext>
                  </a:extLst>
                </p14:cNvPr>
                <p14:cNvContentPartPr/>
                <p14:nvPr/>
              </p14:nvContentPartPr>
              <p14:xfrm>
                <a:off x="2005488" y="2011464"/>
                <a:ext cx="43560" cy="939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5C550B8-343B-0F1F-6304-3FFAA72F35AA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996488" y="2002824"/>
                  <a:ext cx="612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D6EA4D5-D27D-2BFF-8BB1-F5DD76C52939}"/>
                    </a:ext>
                  </a:extLst>
                </p14:cNvPr>
                <p14:cNvContentPartPr/>
                <p14:nvPr/>
              </p14:nvContentPartPr>
              <p14:xfrm>
                <a:off x="2122128" y="2034864"/>
                <a:ext cx="60120" cy="608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D6EA4D5-D27D-2BFF-8BB1-F5DD76C52939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2113128" y="2025864"/>
                  <a:ext cx="7776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DEC53B2-5A90-C528-C074-988D16B1FE33}"/>
                    </a:ext>
                  </a:extLst>
                </p14:cNvPr>
                <p14:cNvContentPartPr/>
                <p14:nvPr/>
              </p14:nvContentPartPr>
              <p14:xfrm>
                <a:off x="2239848" y="2037024"/>
                <a:ext cx="111240" cy="550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DEC53B2-5A90-C528-C074-988D16B1FE33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2231208" y="2028024"/>
                  <a:ext cx="12888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8ECFEC0-F251-FA65-B160-C3DF5C952126}"/>
                    </a:ext>
                  </a:extLst>
                </p14:cNvPr>
                <p14:cNvContentPartPr/>
                <p14:nvPr/>
              </p14:nvContentPartPr>
              <p14:xfrm>
                <a:off x="2566008" y="1903824"/>
                <a:ext cx="75240" cy="2185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8ECFEC0-F251-FA65-B160-C3DF5C952126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2557368" y="1895184"/>
                  <a:ext cx="9288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E075C65-4FF5-A0BF-1F48-8B33508950C3}"/>
                    </a:ext>
                  </a:extLst>
                </p14:cNvPr>
                <p14:cNvContentPartPr/>
                <p14:nvPr/>
              </p14:nvContentPartPr>
              <p14:xfrm>
                <a:off x="2723688" y="1921824"/>
                <a:ext cx="153360" cy="1940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E075C65-4FF5-A0BF-1F48-8B33508950C3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2714688" y="1913184"/>
                  <a:ext cx="171000" cy="211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54960C48-52FB-6BE1-5567-B14C868BBC53}"/>
                  </a:ext>
                </a:extLst>
              </p14:cNvPr>
              <p14:cNvContentPartPr/>
              <p14:nvPr/>
            </p14:nvContentPartPr>
            <p14:xfrm>
              <a:off x="4210848" y="1889064"/>
              <a:ext cx="17640" cy="21060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54960C48-52FB-6BE1-5567-B14C868BBC53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4202208" y="1880424"/>
                <a:ext cx="3528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15D1855B-E7E0-36B3-2A53-578BD44A539B}"/>
                  </a:ext>
                </a:extLst>
              </p14:cNvPr>
              <p14:cNvContentPartPr/>
              <p14:nvPr/>
            </p14:nvContentPartPr>
            <p14:xfrm>
              <a:off x="6917688" y="1757304"/>
              <a:ext cx="254160" cy="41724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15D1855B-E7E0-36B3-2A53-578BD44A539B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6909048" y="1748664"/>
                <a:ext cx="271800" cy="434880"/>
              </a:xfrm>
              <a:prstGeom prst="rect">
                <a:avLst/>
              </a:prstGeom>
            </p:spPr>
          </p:pic>
        </mc:Fallback>
      </mc:AlternateContent>
      <p:grpSp>
        <p:nvGrpSpPr>
          <p:cNvPr id="80" name="Group 79">
            <a:extLst>
              <a:ext uri="{FF2B5EF4-FFF2-40B4-BE49-F238E27FC236}">
                <a16:creationId xmlns:a16="http://schemas.microsoft.com/office/drawing/2014/main" id="{12628703-C150-1BFB-6925-B486A9E1BC6B}"/>
              </a:ext>
            </a:extLst>
          </p:cNvPr>
          <p:cNvGrpSpPr/>
          <p:nvPr/>
        </p:nvGrpSpPr>
        <p:grpSpPr>
          <a:xfrm>
            <a:off x="9168048" y="1653984"/>
            <a:ext cx="1018080" cy="187200"/>
            <a:chOff x="9168048" y="1653984"/>
            <a:chExt cx="1018080" cy="18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78B1C54-06F0-9F45-9F05-70A66A627D21}"/>
                    </a:ext>
                  </a:extLst>
                </p14:cNvPr>
                <p14:cNvContentPartPr/>
                <p14:nvPr/>
              </p14:nvContentPartPr>
              <p14:xfrm>
                <a:off x="9168048" y="1657944"/>
                <a:ext cx="153360" cy="1659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78B1C54-06F0-9F45-9F05-70A66A627D21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9159048" y="1648944"/>
                  <a:ext cx="1710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4C527A0-293A-2632-3D21-F8763E0CE8D3}"/>
                    </a:ext>
                  </a:extLst>
                </p14:cNvPr>
                <p14:cNvContentPartPr/>
                <p14:nvPr/>
              </p14:nvContentPartPr>
              <p14:xfrm>
                <a:off x="9473328" y="1714104"/>
                <a:ext cx="16920" cy="306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4C527A0-293A-2632-3D21-F8763E0CE8D3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9464328" y="1705104"/>
                  <a:ext cx="345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F20286F-A9D4-74C9-EE07-6E9ABD9ED89B}"/>
                    </a:ext>
                  </a:extLst>
                </p14:cNvPr>
                <p14:cNvContentPartPr/>
                <p14:nvPr/>
              </p14:nvContentPartPr>
              <p14:xfrm>
                <a:off x="9571248" y="1658304"/>
                <a:ext cx="160200" cy="1396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F20286F-A9D4-74C9-EE07-6E9ABD9ED89B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562608" y="1649664"/>
                  <a:ext cx="17784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AEA7676-0173-D092-DA80-81819AE07FCB}"/>
                    </a:ext>
                  </a:extLst>
                </p14:cNvPr>
                <p14:cNvContentPartPr/>
                <p14:nvPr/>
              </p14:nvContentPartPr>
              <p14:xfrm>
                <a:off x="9860328" y="1674864"/>
                <a:ext cx="86040" cy="1663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AEA7676-0173-D092-DA80-81819AE07FCB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851328" y="1666224"/>
                  <a:ext cx="10368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51F946F-BD71-BE95-F1EE-AA409598C939}"/>
                    </a:ext>
                  </a:extLst>
                </p14:cNvPr>
                <p14:cNvContentPartPr/>
                <p14:nvPr/>
              </p14:nvContentPartPr>
              <p14:xfrm>
                <a:off x="9975168" y="1653984"/>
                <a:ext cx="210960" cy="565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51F946F-BD71-BE95-F1EE-AA409598C939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9966528" y="1645344"/>
                  <a:ext cx="228600" cy="7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32CDE50E-BA55-DC51-AC50-8402E6A51805}"/>
              </a:ext>
            </a:extLst>
          </p:cNvPr>
          <p:cNvGrpSpPr/>
          <p:nvPr/>
        </p:nvGrpSpPr>
        <p:grpSpPr>
          <a:xfrm>
            <a:off x="225288" y="2345184"/>
            <a:ext cx="1607760" cy="259920"/>
            <a:chOff x="225288" y="2345184"/>
            <a:chExt cx="1607760" cy="25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B59D238-3CAA-10F6-5D34-19DE4FAAB300}"/>
                    </a:ext>
                  </a:extLst>
                </p14:cNvPr>
                <p14:cNvContentPartPr/>
                <p14:nvPr/>
              </p14:nvContentPartPr>
              <p14:xfrm>
                <a:off x="225288" y="2394864"/>
                <a:ext cx="148680" cy="1987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B59D238-3CAA-10F6-5D34-19DE4FAAB300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216288" y="2386224"/>
                  <a:ext cx="16632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7F905E6-47BB-D579-829C-D0992102920F}"/>
                    </a:ext>
                  </a:extLst>
                </p14:cNvPr>
                <p14:cNvContentPartPr/>
                <p14:nvPr/>
              </p14:nvContentPartPr>
              <p14:xfrm>
                <a:off x="432288" y="2359584"/>
                <a:ext cx="81000" cy="2012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7F905E6-47BB-D579-829C-D0992102920F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423648" y="2350584"/>
                  <a:ext cx="9864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DF310EA-1F54-D826-2B07-B4EEF7AFC030}"/>
                    </a:ext>
                  </a:extLst>
                </p14:cNvPr>
                <p14:cNvContentPartPr/>
                <p14:nvPr/>
              </p14:nvContentPartPr>
              <p14:xfrm>
                <a:off x="663408" y="2473344"/>
                <a:ext cx="224280" cy="255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CDF310EA-1F54-D826-2B07-B4EEF7AFC030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54768" y="2464344"/>
                  <a:ext cx="2419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EF576EE-6B13-4821-3CED-289967D8F329}"/>
                    </a:ext>
                  </a:extLst>
                </p14:cNvPr>
                <p14:cNvContentPartPr/>
                <p14:nvPr/>
              </p14:nvContentPartPr>
              <p14:xfrm>
                <a:off x="1135728" y="2369664"/>
                <a:ext cx="252720" cy="1767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EF576EE-6B13-4821-3CED-289967D8F329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126728" y="2360664"/>
                  <a:ext cx="27036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9B9A57A-0C44-AB58-D291-262E592139E2}"/>
                    </a:ext>
                  </a:extLst>
                </p14:cNvPr>
                <p14:cNvContentPartPr/>
                <p14:nvPr/>
              </p14:nvContentPartPr>
              <p14:xfrm>
                <a:off x="775368" y="2403504"/>
                <a:ext cx="133920" cy="2016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9B9A57A-0C44-AB58-D291-262E592139E2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66728" y="2394864"/>
                  <a:ext cx="15156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55970D2-A5B3-A919-C324-904B0EB10EC7}"/>
                    </a:ext>
                  </a:extLst>
                </p14:cNvPr>
                <p14:cNvContentPartPr/>
                <p14:nvPr/>
              </p14:nvContentPartPr>
              <p14:xfrm>
                <a:off x="1487088" y="2345184"/>
                <a:ext cx="236520" cy="2350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55970D2-A5B3-A919-C324-904B0EB10EC7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478088" y="2336184"/>
                  <a:ext cx="25416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8297482-3747-18E4-327D-2A751FF9FB79}"/>
                    </a:ext>
                  </a:extLst>
                </p14:cNvPr>
                <p14:cNvContentPartPr/>
                <p14:nvPr/>
              </p14:nvContentPartPr>
              <p14:xfrm>
                <a:off x="1706328" y="2434104"/>
                <a:ext cx="126720" cy="453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8297482-3747-18E4-327D-2A751FF9FB79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697328" y="2425104"/>
                  <a:ext cx="144360" cy="6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A09A7EE3-DDD8-EF8A-E096-972078F57930}"/>
              </a:ext>
            </a:extLst>
          </p:cNvPr>
          <p:cNvGrpSpPr/>
          <p:nvPr/>
        </p:nvGrpSpPr>
        <p:grpSpPr>
          <a:xfrm>
            <a:off x="2077488" y="2419344"/>
            <a:ext cx="766440" cy="135000"/>
            <a:chOff x="2077488" y="2419344"/>
            <a:chExt cx="766440" cy="13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66ADBCA-2200-4464-2B8D-0769D75A306E}"/>
                    </a:ext>
                  </a:extLst>
                </p14:cNvPr>
                <p14:cNvContentPartPr/>
                <p14:nvPr/>
              </p14:nvContentPartPr>
              <p14:xfrm>
                <a:off x="2077488" y="2419344"/>
                <a:ext cx="177840" cy="1350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66ADBCA-2200-4464-2B8D-0769D75A306E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2068488" y="2410344"/>
                  <a:ext cx="19548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109211A-1078-A178-ADD4-BBD4343A9F35}"/>
                    </a:ext>
                  </a:extLst>
                </p14:cNvPr>
                <p14:cNvContentPartPr/>
                <p14:nvPr/>
              </p14:nvContentPartPr>
              <p14:xfrm>
                <a:off x="2360088" y="2438784"/>
                <a:ext cx="65160" cy="842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109211A-1078-A178-ADD4-BBD4343A9F35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2351448" y="2429784"/>
                  <a:ext cx="8280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959C203-4E8E-9E99-E03B-2557D315108E}"/>
                    </a:ext>
                  </a:extLst>
                </p14:cNvPr>
                <p14:cNvContentPartPr/>
                <p14:nvPr/>
              </p14:nvContentPartPr>
              <p14:xfrm>
                <a:off x="2506248" y="2439144"/>
                <a:ext cx="88920" cy="792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959C203-4E8E-9E99-E03B-2557D315108E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2497248" y="2430504"/>
                  <a:ext cx="10656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DF061E9-189E-AF6D-1B85-2BDCC6F0CB61}"/>
                    </a:ext>
                  </a:extLst>
                </p14:cNvPr>
                <p14:cNvContentPartPr/>
                <p14:nvPr/>
              </p14:nvContentPartPr>
              <p14:xfrm>
                <a:off x="2698488" y="2442744"/>
                <a:ext cx="145440" cy="396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DF061E9-189E-AF6D-1B85-2BDCC6F0CB61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2689488" y="2434104"/>
                  <a:ext cx="163080" cy="57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1585FF7A-90E0-E368-05C9-D3208E891A0B}"/>
                  </a:ext>
                </a:extLst>
              </p14:cNvPr>
              <p14:cNvContentPartPr/>
              <p14:nvPr/>
            </p14:nvContentPartPr>
            <p14:xfrm>
              <a:off x="6971688" y="2384424"/>
              <a:ext cx="210600" cy="28800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1585FF7A-90E0-E368-05C9-D3208E891A0B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6963048" y="2375424"/>
                <a:ext cx="228240" cy="305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8FB340D0-AFA9-4A36-18E0-C0C193E8D3F6}"/>
              </a:ext>
            </a:extLst>
          </p:cNvPr>
          <p:cNvGrpSpPr/>
          <p:nvPr/>
        </p:nvGrpSpPr>
        <p:grpSpPr>
          <a:xfrm>
            <a:off x="176328" y="2836224"/>
            <a:ext cx="2234880" cy="233280"/>
            <a:chOff x="176328" y="2836224"/>
            <a:chExt cx="2234880" cy="23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6E00756-D00F-6D67-DBED-92A577F45C71}"/>
                    </a:ext>
                  </a:extLst>
                </p14:cNvPr>
                <p14:cNvContentPartPr/>
                <p14:nvPr/>
              </p14:nvContentPartPr>
              <p14:xfrm>
                <a:off x="176328" y="2907504"/>
                <a:ext cx="158760" cy="1458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6E00756-D00F-6D67-DBED-92A577F45C71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67328" y="2898864"/>
                  <a:ext cx="17640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508C958-5259-BD93-1020-51CBE9632A7F}"/>
                    </a:ext>
                  </a:extLst>
                </p14:cNvPr>
                <p14:cNvContentPartPr/>
                <p14:nvPr/>
              </p14:nvContentPartPr>
              <p14:xfrm>
                <a:off x="430848" y="2836224"/>
                <a:ext cx="108720" cy="1778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D508C958-5259-BD93-1020-51CBE9632A7F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422208" y="2827224"/>
                  <a:ext cx="12636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DEE68A75-D54E-0F61-5EF7-C9DBF5B513C3}"/>
                    </a:ext>
                  </a:extLst>
                </p14:cNvPr>
                <p14:cNvContentPartPr/>
                <p14:nvPr/>
              </p14:nvContentPartPr>
              <p14:xfrm>
                <a:off x="670608" y="2960784"/>
                <a:ext cx="339480" cy="810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EE68A75-D54E-0F61-5EF7-C9DBF5B513C3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661608" y="2951784"/>
                  <a:ext cx="3571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625CE8CB-C526-02DC-6415-D9C93540714A}"/>
                    </a:ext>
                  </a:extLst>
                </p14:cNvPr>
                <p14:cNvContentPartPr/>
                <p14:nvPr/>
              </p14:nvContentPartPr>
              <p14:xfrm>
                <a:off x="1238328" y="2914704"/>
                <a:ext cx="162360" cy="1548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625CE8CB-C526-02DC-6415-D9C93540714A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229688" y="2906064"/>
                  <a:ext cx="18000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6E8CF87-C54B-2339-8A03-BCF0BEDF574C}"/>
                    </a:ext>
                  </a:extLst>
                </p14:cNvPr>
                <p14:cNvContentPartPr/>
                <p14:nvPr/>
              </p14:nvContentPartPr>
              <p14:xfrm>
                <a:off x="1477368" y="2873664"/>
                <a:ext cx="347400" cy="1580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6E8CF87-C54B-2339-8A03-BCF0BEDF574C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468368" y="2865024"/>
                  <a:ext cx="36504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78F1442-28A9-436A-FE7F-CEA10E73126C}"/>
                    </a:ext>
                  </a:extLst>
                </p14:cNvPr>
                <p14:cNvContentPartPr/>
                <p14:nvPr/>
              </p14:nvContentPartPr>
              <p14:xfrm>
                <a:off x="2000088" y="2862504"/>
                <a:ext cx="152280" cy="1562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B78F1442-28A9-436A-FE7F-CEA10E73126C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991088" y="2853864"/>
                  <a:ext cx="16992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DF5D15D4-5697-E3EF-5EAB-35A0CFE6010D}"/>
                    </a:ext>
                  </a:extLst>
                </p14:cNvPr>
                <p14:cNvContentPartPr/>
                <p14:nvPr/>
              </p14:nvContentPartPr>
              <p14:xfrm>
                <a:off x="2231928" y="2858184"/>
                <a:ext cx="179280" cy="1728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DF5D15D4-5697-E3EF-5EAB-35A0CFE6010D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2222928" y="2849544"/>
                  <a:ext cx="196920" cy="190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1634E556-6A78-ECC7-0C46-A34221596D33}"/>
                  </a:ext>
                </a:extLst>
              </p14:cNvPr>
              <p14:cNvContentPartPr/>
              <p14:nvPr/>
            </p14:nvContentPartPr>
            <p14:xfrm>
              <a:off x="4145688" y="2886624"/>
              <a:ext cx="417240" cy="23112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1634E556-6A78-ECC7-0C46-A34221596D33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4137048" y="2877624"/>
                <a:ext cx="434880" cy="2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062469A6-E6E6-796C-D1A5-A89A49FCC7C6}"/>
                  </a:ext>
                </a:extLst>
              </p14:cNvPr>
              <p14:cNvContentPartPr/>
              <p14:nvPr/>
            </p14:nvContentPartPr>
            <p14:xfrm>
              <a:off x="6888168" y="2905704"/>
              <a:ext cx="222480" cy="23112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062469A6-E6E6-796C-D1A5-A89A49FCC7C6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6879528" y="2897064"/>
                <a:ext cx="240120" cy="24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0" name="Group 119">
            <a:extLst>
              <a:ext uri="{FF2B5EF4-FFF2-40B4-BE49-F238E27FC236}">
                <a16:creationId xmlns:a16="http://schemas.microsoft.com/office/drawing/2014/main" id="{61235C45-269E-EF16-F4A1-37B37723C85F}"/>
              </a:ext>
            </a:extLst>
          </p:cNvPr>
          <p:cNvGrpSpPr/>
          <p:nvPr/>
        </p:nvGrpSpPr>
        <p:grpSpPr>
          <a:xfrm>
            <a:off x="9438048" y="2784384"/>
            <a:ext cx="832320" cy="281520"/>
            <a:chOff x="9438048" y="2784384"/>
            <a:chExt cx="832320" cy="28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5BF49812-97C1-448F-D3D2-8EFCA977271C}"/>
                    </a:ext>
                  </a:extLst>
                </p14:cNvPr>
                <p14:cNvContentPartPr/>
                <p14:nvPr/>
              </p14:nvContentPartPr>
              <p14:xfrm>
                <a:off x="9438048" y="2815344"/>
                <a:ext cx="151920" cy="1486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5BF49812-97C1-448F-D3D2-8EFCA977271C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9429048" y="2806344"/>
                  <a:ext cx="16956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BA4AB35C-C65C-355F-090E-C48DC5C0A20A}"/>
                    </a:ext>
                  </a:extLst>
                </p14:cNvPr>
                <p14:cNvContentPartPr/>
                <p14:nvPr/>
              </p14:nvContentPartPr>
              <p14:xfrm>
                <a:off x="9684288" y="2870064"/>
                <a:ext cx="44280" cy="547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BA4AB35C-C65C-355F-090E-C48DC5C0A20A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9675648" y="2861424"/>
                  <a:ext cx="619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94B7A41-AAD0-5989-6680-C4AE714DA614}"/>
                    </a:ext>
                  </a:extLst>
                </p14:cNvPr>
                <p14:cNvContentPartPr/>
                <p14:nvPr/>
              </p14:nvContentPartPr>
              <p14:xfrm>
                <a:off x="9853488" y="2798784"/>
                <a:ext cx="125640" cy="1839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94B7A41-AAD0-5989-6680-C4AE714DA614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9844488" y="2789784"/>
                  <a:ext cx="14328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29504739-5AE4-58E3-54FF-308F0EF5E136}"/>
                    </a:ext>
                  </a:extLst>
                </p14:cNvPr>
                <p14:cNvContentPartPr/>
                <p14:nvPr/>
              </p14:nvContentPartPr>
              <p14:xfrm>
                <a:off x="10029888" y="2784384"/>
                <a:ext cx="240480" cy="2815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29504739-5AE4-58E3-54FF-308F0EF5E136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0021248" y="2775384"/>
                  <a:ext cx="258120" cy="29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6E3EBA7C-1A86-3B64-66CE-054E41150800}"/>
              </a:ext>
            </a:extLst>
          </p:cNvPr>
          <p:cNvGrpSpPr/>
          <p:nvPr/>
        </p:nvGrpSpPr>
        <p:grpSpPr>
          <a:xfrm>
            <a:off x="178488" y="3436344"/>
            <a:ext cx="1683720" cy="276840"/>
            <a:chOff x="178488" y="3436344"/>
            <a:chExt cx="1683720" cy="27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8A09ED36-C4F8-FC54-E88D-CD1058D61BA9}"/>
                    </a:ext>
                  </a:extLst>
                </p14:cNvPr>
                <p14:cNvContentPartPr/>
                <p14:nvPr/>
              </p14:nvContentPartPr>
              <p14:xfrm>
                <a:off x="178488" y="3503664"/>
                <a:ext cx="123120" cy="2095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8A09ED36-C4F8-FC54-E88D-CD1058D61BA9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69848" y="3495024"/>
                  <a:ext cx="14076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C8FF4E06-607D-017B-AF35-3F3B65CCED75}"/>
                    </a:ext>
                  </a:extLst>
                </p14:cNvPr>
                <p14:cNvContentPartPr/>
                <p14:nvPr/>
              </p14:nvContentPartPr>
              <p14:xfrm>
                <a:off x="447048" y="3509064"/>
                <a:ext cx="152640" cy="1771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C8FF4E06-607D-017B-AF35-3F3B65CCED75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438408" y="3500424"/>
                  <a:ext cx="17028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B0B37CC3-D123-F53C-7B84-63D8DD33E716}"/>
                    </a:ext>
                  </a:extLst>
                </p14:cNvPr>
                <p14:cNvContentPartPr/>
                <p14:nvPr/>
              </p14:nvContentPartPr>
              <p14:xfrm>
                <a:off x="825048" y="3538224"/>
                <a:ext cx="440280" cy="954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B0B37CC3-D123-F53C-7B84-63D8DD33E716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816408" y="3529584"/>
                  <a:ext cx="45792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4F2B7D8-6E36-CE57-3353-514FDBFEC2A9}"/>
                    </a:ext>
                  </a:extLst>
                </p14:cNvPr>
                <p14:cNvContentPartPr/>
                <p14:nvPr/>
              </p14:nvContentPartPr>
              <p14:xfrm>
                <a:off x="1505088" y="3436344"/>
                <a:ext cx="131040" cy="2044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4F2B7D8-6E36-CE57-3353-514FDBFEC2A9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496448" y="3427704"/>
                  <a:ext cx="14868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693CC2D9-FD46-616B-1B41-214F0DC7158F}"/>
                    </a:ext>
                  </a:extLst>
                </p14:cNvPr>
                <p14:cNvContentPartPr/>
                <p14:nvPr/>
              </p14:nvContentPartPr>
              <p14:xfrm>
                <a:off x="1725048" y="3455424"/>
                <a:ext cx="137160" cy="1764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693CC2D9-FD46-616B-1B41-214F0DC7158F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716048" y="3446784"/>
                  <a:ext cx="154800" cy="19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A0DD58E7-6542-B81B-1FD1-63CEAB132581}"/>
              </a:ext>
            </a:extLst>
          </p:cNvPr>
          <p:cNvGrpSpPr/>
          <p:nvPr/>
        </p:nvGrpSpPr>
        <p:grpSpPr>
          <a:xfrm>
            <a:off x="2114208" y="3360024"/>
            <a:ext cx="406800" cy="281520"/>
            <a:chOff x="2114208" y="3360024"/>
            <a:chExt cx="406800" cy="28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B4CE3C88-7F65-C663-EFB2-6A3C615A8856}"/>
                    </a:ext>
                  </a:extLst>
                </p14:cNvPr>
                <p14:cNvContentPartPr/>
                <p14:nvPr/>
              </p14:nvContentPartPr>
              <p14:xfrm>
                <a:off x="2114208" y="3360024"/>
                <a:ext cx="146520" cy="27036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B4CE3C88-7F65-C663-EFB2-6A3C615A8856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2105208" y="3351024"/>
                  <a:ext cx="16416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E73B67E0-C7BE-C558-AA55-F082B9B1AAF1}"/>
                    </a:ext>
                  </a:extLst>
                </p14:cNvPr>
                <p14:cNvContentPartPr/>
                <p14:nvPr/>
              </p14:nvContentPartPr>
              <p14:xfrm>
                <a:off x="2365128" y="3409704"/>
                <a:ext cx="155880" cy="23184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E73B67E0-C7BE-C558-AA55-F082B9B1AAF1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2356488" y="3401064"/>
                  <a:ext cx="173520" cy="249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9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ACC2AE6A-C871-9E52-E04D-A97B8FC8B44E}"/>
                  </a:ext>
                </a:extLst>
              </p14:cNvPr>
              <p14:cNvContentPartPr/>
              <p14:nvPr/>
            </p14:nvContentPartPr>
            <p14:xfrm>
              <a:off x="4271328" y="3408624"/>
              <a:ext cx="43920" cy="272520"/>
            </p14:xfrm>
          </p:contentPart>
        </mc:Choice>
        <mc:Fallback xmlns=""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ACC2AE6A-C871-9E52-E04D-A97B8FC8B44E}"/>
                  </a:ext>
                </a:extLst>
              </p:cNvPr>
              <p:cNvPicPr/>
              <p:nvPr/>
            </p:nvPicPr>
            <p:blipFill>
              <a:blip r:embed="rId190"/>
              <a:stretch>
                <a:fillRect/>
              </a:stretch>
            </p:blipFill>
            <p:spPr>
              <a:xfrm>
                <a:off x="4262328" y="3399624"/>
                <a:ext cx="61560" cy="29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1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DD908BCD-52FC-16E5-A301-CFE23D14F2A0}"/>
                  </a:ext>
                </a:extLst>
              </p14:cNvPr>
              <p14:cNvContentPartPr/>
              <p14:nvPr/>
            </p14:nvContentPartPr>
            <p14:xfrm>
              <a:off x="6914088" y="3373344"/>
              <a:ext cx="147960" cy="169560"/>
            </p14:xfrm>
          </p:contentPart>
        </mc:Choice>
        <mc:Fallback xmlns=""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DD908BCD-52FC-16E5-A301-CFE23D14F2A0}"/>
                  </a:ext>
                </a:extLst>
              </p:cNvPr>
              <p:cNvPicPr/>
              <p:nvPr/>
            </p:nvPicPr>
            <p:blipFill>
              <a:blip r:embed="rId192"/>
              <a:stretch>
                <a:fillRect/>
              </a:stretch>
            </p:blipFill>
            <p:spPr>
              <a:xfrm>
                <a:off x="6905088" y="3364344"/>
                <a:ext cx="165600" cy="187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3" name="Group 202">
            <a:extLst>
              <a:ext uri="{FF2B5EF4-FFF2-40B4-BE49-F238E27FC236}">
                <a16:creationId xmlns:a16="http://schemas.microsoft.com/office/drawing/2014/main" id="{375EBEE1-D5A3-E447-4D9D-62804D0C38F2}"/>
              </a:ext>
            </a:extLst>
          </p:cNvPr>
          <p:cNvGrpSpPr/>
          <p:nvPr/>
        </p:nvGrpSpPr>
        <p:grpSpPr>
          <a:xfrm>
            <a:off x="9462168" y="3357144"/>
            <a:ext cx="781200" cy="178920"/>
            <a:chOff x="9462168" y="3357144"/>
            <a:chExt cx="781200" cy="17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19630E61-5FEF-66C8-A285-50FEF47EBB1C}"/>
                    </a:ext>
                  </a:extLst>
                </p14:cNvPr>
                <p14:cNvContentPartPr/>
                <p14:nvPr/>
              </p14:nvContentPartPr>
              <p14:xfrm>
                <a:off x="9462168" y="3357144"/>
                <a:ext cx="107640" cy="15048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19630E61-5FEF-66C8-A285-50FEF47EBB1C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9453168" y="3348504"/>
                  <a:ext cx="1252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5AA7BC87-DAC9-01EF-3777-6B68038EB048}"/>
                    </a:ext>
                  </a:extLst>
                </p14:cNvPr>
                <p14:cNvContentPartPr/>
                <p14:nvPr/>
              </p14:nvContentPartPr>
              <p14:xfrm>
                <a:off x="9708048" y="3424464"/>
                <a:ext cx="42840" cy="4644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5AA7BC87-DAC9-01EF-3777-6B68038EB048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9699408" y="3415464"/>
                  <a:ext cx="6048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D51C1799-297C-D90F-9776-EA0AD8B30B80}"/>
                    </a:ext>
                  </a:extLst>
                </p14:cNvPr>
                <p14:cNvContentPartPr/>
                <p14:nvPr/>
              </p14:nvContentPartPr>
              <p14:xfrm>
                <a:off x="9894528" y="3360024"/>
                <a:ext cx="119880" cy="17424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D51C1799-297C-D90F-9776-EA0AD8B30B80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9885888" y="3351384"/>
                  <a:ext cx="1375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E2F66C03-BE78-0714-2CEC-E148710C6763}"/>
                    </a:ext>
                  </a:extLst>
                </p14:cNvPr>
                <p14:cNvContentPartPr/>
                <p14:nvPr/>
              </p14:nvContentPartPr>
              <p14:xfrm>
                <a:off x="10146888" y="3397824"/>
                <a:ext cx="96480" cy="13824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E2F66C03-BE78-0714-2CEC-E148710C6763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0137888" y="3388824"/>
                  <a:ext cx="114120" cy="1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99644D35-A64E-2F0B-E796-E7917F06E23F}"/>
              </a:ext>
            </a:extLst>
          </p:cNvPr>
          <p:cNvGrpSpPr/>
          <p:nvPr/>
        </p:nvGrpSpPr>
        <p:grpSpPr>
          <a:xfrm>
            <a:off x="163008" y="3991104"/>
            <a:ext cx="1012320" cy="219960"/>
            <a:chOff x="163008" y="3991104"/>
            <a:chExt cx="1012320" cy="21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8823D9D4-FC8A-9704-7F7C-6DA4DD9BD22C}"/>
                    </a:ext>
                  </a:extLst>
                </p14:cNvPr>
                <p14:cNvContentPartPr/>
                <p14:nvPr/>
              </p14:nvContentPartPr>
              <p14:xfrm>
                <a:off x="163008" y="4031064"/>
                <a:ext cx="178920" cy="18000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8823D9D4-FC8A-9704-7F7C-6DA4DD9BD22C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54368" y="4022064"/>
                  <a:ext cx="19656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C737E8A4-8E8F-E8C5-4235-4C546A5598B9}"/>
                    </a:ext>
                  </a:extLst>
                </p14:cNvPr>
                <p14:cNvContentPartPr/>
                <p14:nvPr/>
              </p14:nvContentPartPr>
              <p14:xfrm>
                <a:off x="388368" y="3991104"/>
                <a:ext cx="279360" cy="21384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C737E8A4-8E8F-E8C5-4235-4C546A5598B9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379368" y="3982464"/>
                  <a:ext cx="29700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A895F6DE-0029-9066-5A90-7742FE3F4138}"/>
                    </a:ext>
                  </a:extLst>
                </p14:cNvPr>
                <p14:cNvContentPartPr/>
                <p14:nvPr/>
              </p14:nvContentPartPr>
              <p14:xfrm>
                <a:off x="673128" y="4078224"/>
                <a:ext cx="139680" cy="2592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A895F6DE-0029-9066-5A90-7742FE3F4138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664488" y="4069224"/>
                  <a:ext cx="1573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620CF603-AEE6-1191-0650-7A200F5AF871}"/>
                    </a:ext>
                  </a:extLst>
                </p14:cNvPr>
                <p14:cNvContentPartPr/>
                <p14:nvPr/>
              </p14:nvContentPartPr>
              <p14:xfrm>
                <a:off x="880848" y="4076424"/>
                <a:ext cx="294480" cy="6120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620CF603-AEE6-1191-0650-7A200F5AF871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872208" y="4067784"/>
                  <a:ext cx="312120" cy="7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C64CD40B-4E6A-431E-7554-606DDDCE112E}"/>
              </a:ext>
            </a:extLst>
          </p:cNvPr>
          <p:cNvGrpSpPr/>
          <p:nvPr/>
        </p:nvGrpSpPr>
        <p:grpSpPr>
          <a:xfrm>
            <a:off x="1625328" y="3908304"/>
            <a:ext cx="454680" cy="260640"/>
            <a:chOff x="1625328" y="3908304"/>
            <a:chExt cx="454680" cy="26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0FC6259E-E19D-F779-5120-75FAD818890F}"/>
                    </a:ext>
                  </a:extLst>
                </p14:cNvPr>
                <p14:cNvContentPartPr/>
                <p14:nvPr/>
              </p14:nvContentPartPr>
              <p14:xfrm>
                <a:off x="1625328" y="3957624"/>
                <a:ext cx="55080" cy="21132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0FC6259E-E19D-F779-5120-75FAD818890F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616328" y="3948984"/>
                  <a:ext cx="7272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B154FB24-89A7-576E-2C6B-E58184C0D238}"/>
                    </a:ext>
                  </a:extLst>
                </p14:cNvPr>
                <p14:cNvContentPartPr/>
                <p14:nvPr/>
              </p14:nvContentPartPr>
              <p14:xfrm>
                <a:off x="1648728" y="3908304"/>
                <a:ext cx="431280" cy="24012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B154FB24-89A7-576E-2C6B-E58184C0D238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640088" y="3899664"/>
                  <a:ext cx="448920" cy="257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3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327347DD-81DE-38A7-56E3-13B2083E5A4B}"/>
                  </a:ext>
                </a:extLst>
              </p14:cNvPr>
              <p14:cNvContentPartPr/>
              <p14:nvPr/>
            </p14:nvContentPartPr>
            <p14:xfrm>
              <a:off x="4178088" y="2389104"/>
              <a:ext cx="165600" cy="26748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327347DD-81DE-38A7-56E3-13B2083E5A4B}"/>
                  </a:ext>
                </a:extLst>
              </p:cNvPr>
              <p:cNvPicPr/>
              <p:nvPr/>
            </p:nvPicPr>
            <p:blipFill>
              <a:blip r:embed="rId214"/>
              <a:stretch>
                <a:fillRect/>
              </a:stretch>
            </p:blipFill>
            <p:spPr>
              <a:xfrm>
                <a:off x="4169448" y="2380104"/>
                <a:ext cx="183240" cy="285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18" name="Group 217">
            <a:extLst>
              <a:ext uri="{FF2B5EF4-FFF2-40B4-BE49-F238E27FC236}">
                <a16:creationId xmlns:a16="http://schemas.microsoft.com/office/drawing/2014/main" id="{ACA04AB6-91AF-21AD-5ED7-EB11D31F9726}"/>
              </a:ext>
            </a:extLst>
          </p:cNvPr>
          <p:cNvGrpSpPr/>
          <p:nvPr/>
        </p:nvGrpSpPr>
        <p:grpSpPr>
          <a:xfrm>
            <a:off x="9329328" y="2184984"/>
            <a:ext cx="1129680" cy="267480"/>
            <a:chOff x="9329328" y="2184984"/>
            <a:chExt cx="1129680" cy="26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A2314EE1-C415-4670-C4B7-B80ED726A482}"/>
                    </a:ext>
                  </a:extLst>
                </p14:cNvPr>
                <p14:cNvContentPartPr/>
                <p14:nvPr/>
              </p14:nvContentPartPr>
              <p14:xfrm>
                <a:off x="9329328" y="2217384"/>
                <a:ext cx="162720" cy="18252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A2314EE1-C415-4670-C4B7-B80ED726A482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9320328" y="2208744"/>
                  <a:ext cx="18036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0EE9C25C-621C-D291-4FA6-4DBDD84CCBDF}"/>
                    </a:ext>
                  </a:extLst>
                </p14:cNvPr>
                <p14:cNvContentPartPr/>
                <p14:nvPr/>
              </p14:nvContentPartPr>
              <p14:xfrm>
                <a:off x="9614808" y="2321784"/>
                <a:ext cx="47520" cy="3960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0EE9C25C-621C-D291-4FA6-4DBDD84CCBDF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9606168" y="2312784"/>
                  <a:ext cx="6516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6FF214E6-CC18-7AFA-ED47-E5490D06F2AA}"/>
                    </a:ext>
                  </a:extLst>
                </p14:cNvPr>
                <p14:cNvContentPartPr/>
                <p14:nvPr/>
              </p14:nvContentPartPr>
              <p14:xfrm>
                <a:off x="9777528" y="2282544"/>
                <a:ext cx="100800" cy="16992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6FF214E6-CC18-7AFA-ED47-E5490D06F2AA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9768888" y="2273544"/>
                  <a:ext cx="1184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D1833CB1-B66D-C84F-1B71-03940BBF49B3}"/>
                    </a:ext>
                  </a:extLst>
                </p14:cNvPr>
                <p14:cNvContentPartPr/>
                <p14:nvPr/>
              </p14:nvContentPartPr>
              <p14:xfrm>
                <a:off x="10046088" y="2264904"/>
                <a:ext cx="58320" cy="18072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D1833CB1-B66D-C84F-1B71-03940BBF49B3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0037448" y="2256264"/>
                  <a:ext cx="7596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21560FDD-D789-5669-41E9-8E3E118363BD}"/>
                    </a:ext>
                  </a:extLst>
                </p14:cNvPr>
                <p14:cNvContentPartPr/>
                <p14:nvPr/>
              </p14:nvContentPartPr>
              <p14:xfrm>
                <a:off x="10117368" y="2184984"/>
                <a:ext cx="341640" cy="12312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21560FDD-D789-5669-41E9-8E3E118363BD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0108368" y="2175984"/>
                  <a:ext cx="359280" cy="140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5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5C8EF0D5-9B48-14A5-2435-0FCD6539983E}"/>
                  </a:ext>
                </a:extLst>
              </p14:cNvPr>
              <p14:cNvContentPartPr/>
              <p14:nvPr/>
            </p14:nvContentPartPr>
            <p14:xfrm>
              <a:off x="4143888" y="3924504"/>
              <a:ext cx="358920" cy="291240"/>
            </p14:xfrm>
          </p:contentPart>
        </mc:Choice>
        <mc:Fallback xmlns=""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5C8EF0D5-9B48-14A5-2435-0FCD6539983E}"/>
                  </a:ext>
                </a:extLst>
              </p:cNvPr>
              <p:cNvPicPr/>
              <p:nvPr/>
            </p:nvPicPr>
            <p:blipFill>
              <a:blip r:embed="rId226"/>
              <a:stretch>
                <a:fillRect/>
              </a:stretch>
            </p:blipFill>
            <p:spPr>
              <a:xfrm>
                <a:off x="4135248" y="3915864"/>
                <a:ext cx="376560" cy="30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7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50D7B781-5F50-F40A-D140-06BB6B62F4EC}"/>
                  </a:ext>
                </a:extLst>
              </p14:cNvPr>
              <p14:cNvContentPartPr/>
              <p14:nvPr/>
            </p14:nvContentPartPr>
            <p14:xfrm>
              <a:off x="6885648" y="3885984"/>
              <a:ext cx="568080" cy="172440"/>
            </p14:xfrm>
          </p:contentPart>
        </mc:Choice>
        <mc:Fallback xmlns=""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50D7B781-5F50-F40A-D140-06BB6B62F4EC}"/>
                  </a:ext>
                </a:extLst>
              </p:cNvPr>
              <p:cNvPicPr/>
              <p:nvPr/>
            </p:nvPicPr>
            <p:blipFill>
              <a:blip r:embed="rId228"/>
              <a:stretch>
                <a:fillRect/>
              </a:stretch>
            </p:blipFill>
            <p:spPr>
              <a:xfrm>
                <a:off x="6877008" y="3876984"/>
                <a:ext cx="585720" cy="190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29" name="Group 228">
            <a:extLst>
              <a:ext uri="{FF2B5EF4-FFF2-40B4-BE49-F238E27FC236}">
                <a16:creationId xmlns:a16="http://schemas.microsoft.com/office/drawing/2014/main" id="{8C806B13-2AAB-58D5-DA5A-E4E802C5821F}"/>
              </a:ext>
            </a:extLst>
          </p:cNvPr>
          <p:cNvGrpSpPr/>
          <p:nvPr/>
        </p:nvGrpSpPr>
        <p:grpSpPr>
          <a:xfrm>
            <a:off x="237168" y="4506264"/>
            <a:ext cx="1074600" cy="234720"/>
            <a:chOff x="237168" y="4506264"/>
            <a:chExt cx="1074600" cy="23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8FA35E2C-D62C-8490-9E10-36905AFAC0DC}"/>
                    </a:ext>
                  </a:extLst>
                </p14:cNvPr>
                <p14:cNvContentPartPr/>
                <p14:nvPr/>
              </p14:nvContentPartPr>
              <p14:xfrm>
                <a:off x="237168" y="4506264"/>
                <a:ext cx="210240" cy="23472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8FA35E2C-D62C-8490-9E10-36905AFAC0DC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228168" y="4497624"/>
                  <a:ext cx="22788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38514C71-2BC8-A6DB-C552-4AEE13825557}"/>
                    </a:ext>
                  </a:extLst>
                </p14:cNvPr>
                <p14:cNvContentPartPr/>
                <p14:nvPr/>
              </p14:nvContentPartPr>
              <p14:xfrm>
                <a:off x="530928" y="4555584"/>
                <a:ext cx="75600" cy="12564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38514C71-2BC8-A6DB-C552-4AEE13825557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522288" y="4546584"/>
                  <a:ext cx="9324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B9603987-B2B6-4B7C-99B8-0428B53A2C7E}"/>
                    </a:ext>
                  </a:extLst>
                </p14:cNvPr>
                <p14:cNvContentPartPr/>
                <p14:nvPr/>
              </p14:nvContentPartPr>
              <p14:xfrm>
                <a:off x="661248" y="4561344"/>
                <a:ext cx="75960" cy="9432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B9603987-B2B6-4B7C-99B8-0428B53A2C7E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652608" y="4552704"/>
                  <a:ext cx="9360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0B1D81AB-3B71-3BC2-C769-76E0BA93F387}"/>
                    </a:ext>
                  </a:extLst>
                </p14:cNvPr>
                <p14:cNvContentPartPr/>
                <p14:nvPr/>
              </p14:nvContentPartPr>
              <p14:xfrm>
                <a:off x="812088" y="4592664"/>
                <a:ext cx="91440" cy="3996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0B1D81AB-3B71-3BC2-C769-76E0BA93F387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803088" y="4584024"/>
                  <a:ext cx="1090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21547D82-D672-A4E4-A415-1A479B11DE2B}"/>
                    </a:ext>
                  </a:extLst>
                </p14:cNvPr>
                <p14:cNvContentPartPr/>
                <p14:nvPr/>
              </p14:nvContentPartPr>
              <p14:xfrm>
                <a:off x="1055088" y="4617144"/>
                <a:ext cx="256680" cy="6984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21547D82-D672-A4E4-A415-1A479B11DE2B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046448" y="4608144"/>
                  <a:ext cx="274320" cy="8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32D365D5-22F5-451C-3CC2-91BC4FC1A822}"/>
              </a:ext>
            </a:extLst>
          </p:cNvPr>
          <p:cNvGrpSpPr/>
          <p:nvPr/>
        </p:nvGrpSpPr>
        <p:grpSpPr>
          <a:xfrm>
            <a:off x="1605168" y="4419864"/>
            <a:ext cx="568080" cy="276120"/>
            <a:chOff x="1605168" y="4419864"/>
            <a:chExt cx="568080" cy="27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3C45BB10-8F7B-EE84-FD97-DDA22AFF4F2B}"/>
                    </a:ext>
                  </a:extLst>
                </p14:cNvPr>
                <p14:cNvContentPartPr/>
                <p14:nvPr/>
              </p14:nvContentPartPr>
              <p14:xfrm>
                <a:off x="1605168" y="4474224"/>
                <a:ext cx="147960" cy="22176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3C45BB10-8F7B-EE84-FD97-DDA22AFF4F2B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596168" y="4465224"/>
                  <a:ext cx="16560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E1F72BA6-B621-C339-7CA2-CD91B15149C2}"/>
                    </a:ext>
                  </a:extLst>
                </p14:cNvPr>
                <p14:cNvContentPartPr/>
                <p14:nvPr/>
              </p14:nvContentPartPr>
              <p14:xfrm>
                <a:off x="1866888" y="4419864"/>
                <a:ext cx="306360" cy="27180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E1F72BA6-B621-C339-7CA2-CD91B15149C2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858248" y="4410864"/>
                  <a:ext cx="324000" cy="289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3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F26396E1-1734-419D-B2F3-9568F24089BF}"/>
                  </a:ext>
                </a:extLst>
              </p14:cNvPr>
              <p14:cNvContentPartPr/>
              <p14:nvPr/>
            </p14:nvContentPartPr>
            <p14:xfrm>
              <a:off x="3914208" y="4554504"/>
              <a:ext cx="660600" cy="268200"/>
            </p14:xfrm>
          </p:contentPart>
        </mc:Choice>
        <mc:Fallback xmlns=""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F26396E1-1734-419D-B2F3-9568F24089BF}"/>
                  </a:ext>
                </a:extLst>
              </p:cNvPr>
              <p:cNvPicPr/>
              <p:nvPr/>
            </p:nvPicPr>
            <p:blipFill>
              <a:blip r:embed="rId244"/>
              <a:stretch>
                <a:fillRect/>
              </a:stretch>
            </p:blipFill>
            <p:spPr>
              <a:xfrm>
                <a:off x="3905208" y="4545864"/>
                <a:ext cx="678240" cy="28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5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2228ABB5-9D98-6FA1-C9C6-E795DA326F9A}"/>
                  </a:ext>
                </a:extLst>
              </p14:cNvPr>
              <p14:cNvContentPartPr/>
              <p14:nvPr/>
            </p14:nvContentPartPr>
            <p14:xfrm>
              <a:off x="7037208" y="4404744"/>
              <a:ext cx="274680" cy="349200"/>
            </p14:xfrm>
          </p:contentPart>
        </mc:Choice>
        <mc:Fallback xmlns=""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2228ABB5-9D98-6FA1-C9C6-E795DA326F9A}"/>
                  </a:ext>
                </a:extLst>
              </p:cNvPr>
              <p:cNvPicPr/>
              <p:nvPr/>
            </p:nvPicPr>
            <p:blipFill>
              <a:blip r:embed="rId246"/>
              <a:stretch>
                <a:fillRect/>
              </a:stretch>
            </p:blipFill>
            <p:spPr>
              <a:xfrm>
                <a:off x="7028208" y="4396104"/>
                <a:ext cx="292320" cy="36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7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B2CC8E7E-9BBA-54D1-856B-48B6A2A8B9B1}"/>
                  </a:ext>
                </a:extLst>
              </p14:cNvPr>
              <p14:cNvContentPartPr/>
              <p14:nvPr/>
            </p14:nvContentPartPr>
            <p14:xfrm>
              <a:off x="9509328" y="3851784"/>
              <a:ext cx="27720" cy="220680"/>
            </p14:xfrm>
          </p:contentPart>
        </mc:Choice>
        <mc:Fallback xmlns=""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B2CC8E7E-9BBA-54D1-856B-48B6A2A8B9B1}"/>
                  </a:ext>
                </a:extLst>
              </p:cNvPr>
              <p:cNvPicPr/>
              <p:nvPr/>
            </p:nvPicPr>
            <p:blipFill>
              <a:blip r:embed="rId248"/>
              <a:stretch>
                <a:fillRect/>
              </a:stretch>
            </p:blipFill>
            <p:spPr>
              <a:xfrm>
                <a:off x="9500688" y="3843144"/>
                <a:ext cx="45360" cy="238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37" name="Group 236">
            <a:extLst>
              <a:ext uri="{FF2B5EF4-FFF2-40B4-BE49-F238E27FC236}">
                <a16:creationId xmlns:a16="http://schemas.microsoft.com/office/drawing/2014/main" id="{748A06DA-ACA7-7B49-E88B-AE80BA588208}"/>
              </a:ext>
            </a:extLst>
          </p:cNvPr>
          <p:cNvGrpSpPr/>
          <p:nvPr/>
        </p:nvGrpSpPr>
        <p:grpSpPr>
          <a:xfrm>
            <a:off x="9326088" y="4375224"/>
            <a:ext cx="893160" cy="181080"/>
            <a:chOff x="9326088" y="4375224"/>
            <a:chExt cx="893160" cy="18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837B345C-6097-4B68-87DB-1C56F6CF931A}"/>
                    </a:ext>
                  </a:extLst>
                </p14:cNvPr>
                <p14:cNvContentPartPr/>
                <p14:nvPr/>
              </p14:nvContentPartPr>
              <p14:xfrm>
                <a:off x="9326088" y="4404024"/>
                <a:ext cx="101520" cy="14004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837B345C-6097-4B68-87DB-1C56F6CF931A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9317448" y="4395024"/>
                  <a:ext cx="11916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D6CD3E83-3DED-FC96-AFB0-EC265863E99D}"/>
                    </a:ext>
                  </a:extLst>
                </p14:cNvPr>
                <p14:cNvContentPartPr/>
                <p14:nvPr/>
              </p14:nvContentPartPr>
              <p14:xfrm>
                <a:off x="9595008" y="4458744"/>
                <a:ext cx="44640" cy="5832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D6CD3E83-3DED-FC96-AFB0-EC265863E99D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9586368" y="4450104"/>
                  <a:ext cx="6228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3C4BF545-7EF8-67A4-6A4D-B8B7523FD8ED}"/>
                    </a:ext>
                  </a:extLst>
                </p14:cNvPr>
                <p14:cNvContentPartPr/>
                <p14:nvPr/>
              </p14:nvContentPartPr>
              <p14:xfrm>
                <a:off x="9759528" y="4433544"/>
                <a:ext cx="60840" cy="12276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3C4BF545-7EF8-67A4-6A4D-B8B7523FD8ED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9750888" y="4424904"/>
                  <a:ext cx="7848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B5933DF4-12B6-7AB0-EC7B-29BBF9EE6FEB}"/>
                    </a:ext>
                  </a:extLst>
                </p14:cNvPr>
                <p14:cNvContentPartPr/>
                <p14:nvPr/>
              </p14:nvContentPartPr>
              <p14:xfrm>
                <a:off x="9927648" y="4375224"/>
                <a:ext cx="291600" cy="3276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B5933DF4-12B6-7AB0-EC7B-29BBF9EE6FEB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9919008" y="4366584"/>
                  <a:ext cx="309240" cy="5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54BC101A-4A9D-1DB7-0612-03CB6E9D5876}"/>
              </a:ext>
            </a:extLst>
          </p:cNvPr>
          <p:cNvGrpSpPr/>
          <p:nvPr/>
        </p:nvGrpSpPr>
        <p:grpSpPr>
          <a:xfrm>
            <a:off x="106848" y="5098464"/>
            <a:ext cx="1272960" cy="175320"/>
            <a:chOff x="106848" y="5098464"/>
            <a:chExt cx="1272960" cy="17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17450EAE-1BA3-3F28-BCD6-08B2EEE0D7C7}"/>
                    </a:ext>
                  </a:extLst>
                </p14:cNvPr>
                <p14:cNvContentPartPr/>
                <p14:nvPr/>
              </p14:nvContentPartPr>
              <p14:xfrm>
                <a:off x="106848" y="5098464"/>
                <a:ext cx="223200" cy="17532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17450EAE-1BA3-3F28-BCD6-08B2EEE0D7C7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98208" y="5089824"/>
                  <a:ext cx="24084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90764A4F-5638-8DC5-55F1-BF6E0D226206}"/>
                    </a:ext>
                  </a:extLst>
                </p14:cNvPr>
                <p14:cNvContentPartPr/>
                <p14:nvPr/>
              </p14:nvContentPartPr>
              <p14:xfrm>
                <a:off x="446688" y="5139864"/>
                <a:ext cx="81360" cy="11736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90764A4F-5638-8DC5-55F1-BF6E0D226206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437688" y="5131224"/>
                  <a:ext cx="990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B227A3DE-F36E-2E22-D692-785FDF25D854}"/>
                    </a:ext>
                  </a:extLst>
                </p14:cNvPr>
                <p14:cNvContentPartPr/>
                <p14:nvPr/>
              </p14:nvContentPartPr>
              <p14:xfrm>
                <a:off x="610848" y="5167944"/>
                <a:ext cx="81000" cy="7488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B227A3DE-F36E-2E22-D692-785FDF25D854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602208" y="5159304"/>
                  <a:ext cx="986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58CBA18F-D907-A77F-8524-C653FC21438F}"/>
                    </a:ext>
                  </a:extLst>
                </p14:cNvPr>
                <p14:cNvContentPartPr/>
                <p14:nvPr/>
              </p14:nvContentPartPr>
              <p14:xfrm>
                <a:off x="792288" y="5172264"/>
                <a:ext cx="93960" cy="3780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58CBA18F-D907-A77F-8524-C653FC21438F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783288" y="5163624"/>
                  <a:ext cx="1116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945D1754-E475-BFF9-492A-693A56DDC12B}"/>
                    </a:ext>
                  </a:extLst>
                </p14:cNvPr>
                <p14:cNvContentPartPr/>
                <p14:nvPr/>
              </p14:nvContentPartPr>
              <p14:xfrm>
                <a:off x="1072368" y="5195664"/>
                <a:ext cx="307440" cy="6876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945D1754-E475-BFF9-492A-693A56DDC12B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063368" y="5187024"/>
                  <a:ext cx="325080" cy="8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FA3A45A5-84FA-66F8-9470-493AA6427288}"/>
              </a:ext>
            </a:extLst>
          </p:cNvPr>
          <p:cNvGrpSpPr/>
          <p:nvPr/>
        </p:nvGrpSpPr>
        <p:grpSpPr>
          <a:xfrm>
            <a:off x="1609488" y="5147784"/>
            <a:ext cx="832320" cy="143280"/>
            <a:chOff x="1609488" y="5147784"/>
            <a:chExt cx="832320" cy="14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8F344164-6613-EAAB-9A21-86772D8E3AD3}"/>
                    </a:ext>
                  </a:extLst>
                </p14:cNvPr>
                <p14:cNvContentPartPr/>
                <p14:nvPr/>
              </p14:nvContentPartPr>
              <p14:xfrm>
                <a:off x="1609488" y="5147784"/>
                <a:ext cx="378360" cy="14328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8F344164-6613-EAAB-9A21-86772D8E3AD3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600848" y="5138784"/>
                  <a:ext cx="39600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7EF3CF64-74F3-9291-9C13-A17CB5F94FA5}"/>
                    </a:ext>
                  </a:extLst>
                </p14:cNvPr>
                <p14:cNvContentPartPr/>
                <p14:nvPr/>
              </p14:nvContentPartPr>
              <p14:xfrm>
                <a:off x="2124648" y="5169384"/>
                <a:ext cx="317160" cy="9792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7EF3CF64-74F3-9291-9C13-A17CB5F94FA5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2115648" y="5160384"/>
                  <a:ext cx="334800" cy="115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1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794D79F2-9272-85DC-C489-B774DFE83B45}"/>
                  </a:ext>
                </a:extLst>
              </p14:cNvPr>
              <p14:cNvContentPartPr/>
              <p14:nvPr/>
            </p14:nvContentPartPr>
            <p14:xfrm>
              <a:off x="4102848" y="5157504"/>
              <a:ext cx="361080" cy="235080"/>
            </p14:xfrm>
          </p:contentPart>
        </mc:Choice>
        <mc:Fallback xmlns=""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794D79F2-9272-85DC-C489-B774DFE83B45}"/>
                  </a:ext>
                </a:extLst>
              </p:cNvPr>
              <p:cNvPicPr/>
              <p:nvPr/>
            </p:nvPicPr>
            <p:blipFill>
              <a:blip r:embed="rId272"/>
              <a:stretch>
                <a:fillRect/>
              </a:stretch>
            </p:blipFill>
            <p:spPr>
              <a:xfrm>
                <a:off x="4093848" y="5148504"/>
                <a:ext cx="378720" cy="2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3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9B0A3D2E-29AA-EE6D-246E-79528FDF6392}"/>
                  </a:ext>
                </a:extLst>
              </p14:cNvPr>
              <p14:cNvContentPartPr/>
              <p14:nvPr/>
            </p14:nvContentPartPr>
            <p14:xfrm>
              <a:off x="7023528" y="5098464"/>
              <a:ext cx="236160" cy="278640"/>
            </p14:xfrm>
          </p:contentPart>
        </mc:Choice>
        <mc:Fallback xmlns=""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9B0A3D2E-29AA-EE6D-246E-79528FDF6392}"/>
                  </a:ext>
                </a:extLst>
              </p:cNvPr>
              <p:cNvPicPr/>
              <p:nvPr/>
            </p:nvPicPr>
            <p:blipFill>
              <a:blip r:embed="rId274"/>
              <a:stretch>
                <a:fillRect/>
              </a:stretch>
            </p:blipFill>
            <p:spPr>
              <a:xfrm>
                <a:off x="7014888" y="5089824"/>
                <a:ext cx="253800" cy="29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54" name="Group 253">
            <a:extLst>
              <a:ext uri="{FF2B5EF4-FFF2-40B4-BE49-F238E27FC236}">
                <a16:creationId xmlns:a16="http://schemas.microsoft.com/office/drawing/2014/main" id="{91CD684B-7776-270E-9A1F-6C22E2E2AA50}"/>
              </a:ext>
            </a:extLst>
          </p:cNvPr>
          <p:cNvGrpSpPr/>
          <p:nvPr/>
        </p:nvGrpSpPr>
        <p:grpSpPr>
          <a:xfrm>
            <a:off x="9379368" y="4994064"/>
            <a:ext cx="314280" cy="171360"/>
            <a:chOff x="9379368" y="4994064"/>
            <a:chExt cx="314280" cy="17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E954F6F9-9F02-0306-C968-1551B354B7CC}"/>
                    </a:ext>
                  </a:extLst>
                </p14:cNvPr>
                <p14:cNvContentPartPr/>
                <p14:nvPr/>
              </p14:nvContentPartPr>
              <p14:xfrm>
                <a:off x="9379368" y="4994064"/>
                <a:ext cx="143640" cy="17136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E954F6F9-9F02-0306-C968-1551B354B7CC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9370728" y="4985064"/>
                  <a:ext cx="16128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FE717CB8-3946-F05C-1996-F80281B5E55B}"/>
                    </a:ext>
                  </a:extLst>
                </p14:cNvPr>
                <p14:cNvContentPartPr/>
                <p14:nvPr/>
              </p14:nvContentPartPr>
              <p14:xfrm>
                <a:off x="9662688" y="5064264"/>
                <a:ext cx="30960" cy="6624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FE717CB8-3946-F05C-1996-F80281B5E55B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9653688" y="5055624"/>
                  <a:ext cx="48600" cy="8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07AC3944-6620-5F39-2BDC-88BDB278D7BB}"/>
              </a:ext>
            </a:extLst>
          </p:cNvPr>
          <p:cNvGrpSpPr/>
          <p:nvPr/>
        </p:nvGrpSpPr>
        <p:grpSpPr>
          <a:xfrm>
            <a:off x="9898488" y="4877784"/>
            <a:ext cx="572040" cy="291240"/>
            <a:chOff x="9898488" y="4877784"/>
            <a:chExt cx="572040" cy="29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003C0C1F-80EB-9576-C6E5-3A6B41DBD5F5}"/>
                    </a:ext>
                  </a:extLst>
                </p14:cNvPr>
                <p14:cNvContentPartPr/>
                <p14:nvPr/>
              </p14:nvContentPartPr>
              <p14:xfrm>
                <a:off x="9898488" y="5022504"/>
                <a:ext cx="68400" cy="14652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003C0C1F-80EB-9576-C6E5-3A6B41DBD5F5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9889488" y="5013864"/>
                  <a:ext cx="8604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C2752605-2FA6-B199-A180-DB5ED2D3A8EE}"/>
                    </a:ext>
                  </a:extLst>
                </p14:cNvPr>
                <p14:cNvContentPartPr/>
                <p14:nvPr/>
              </p14:nvContentPartPr>
              <p14:xfrm>
                <a:off x="10096488" y="4877784"/>
                <a:ext cx="374040" cy="12096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C2752605-2FA6-B199-A180-DB5ED2D3A8EE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0087488" y="4869144"/>
                  <a:ext cx="391680" cy="13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20A02A72-322B-B231-98CB-FD3CBA0E0FEB}"/>
              </a:ext>
            </a:extLst>
          </p:cNvPr>
          <p:cNvGrpSpPr/>
          <p:nvPr/>
        </p:nvGrpSpPr>
        <p:grpSpPr>
          <a:xfrm>
            <a:off x="291168" y="5517504"/>
            <a:ext cx="2043360" cy="419040"/>
            <a:chOff x="291168" y="5517504"/>
            <a:chExt cx="2043360" cy="41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1C3DEE4C-A341-1464-EFAF-3AAB06AD108D}"/>
                    </a:ext>
                  </a:extLst>
                </p14:cNvPr>
                <p14:cNvContentPartPr/>
                <p14:nvPr/>
              </p14:nvContentPartPr>
              <p14:xfrm>
                <a:off x="291168" y="5517504"/>
                <a:ext cx="162360" cy="41904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1C3DEE4C-A341-1464-EFAF-3AAB06AD108D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282168" y="5508864"/>
                  <a:ext cx="180000" cy="43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113AFD47-959F-29C2-DF1D-709F2ABFF76F}"/>
                    </a:ext>
                  </a:extLst>
                </p14:cNvPr>
                <p14:cNvContentPartPr/>
                <p14:nvPr/>
              </p14:nvContentPartPr>
              <p14:xfrm>
                <a:off x="507168" y="5729184"/>
                <a:ext cx="68400" cy="6300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113AFD47-959F-29C2-DF1D-709F2ABFF76F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498168" y="5720544"/>
                  <a:ext cx="860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97A6BF18-F6C8-9F94-8E08-7701823992EE}"/>
                    </a:ext>
                  </a:extLst>
                </p14:cNvPr>
                <p14:cNvContentPartPr/>
                <p14:nvPr/>
              </p14:nvContentPartPr>
              <p14:xfrm>
                <a:off x="623448" y="5671584"/>
                <a:ext cx="258840" cy="20844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97A6BF18-F6C8-9F94-8E08-7701823992EE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614448" y="5662584"/>
                  <a:ext cx="2764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6FD7525A-5DCD-BDC2-9157-99F9849E76B2}"/>
                    </a:ext>
                  </a:extLst>
                </p14:cNvPr>
                <p14:cNvContentPartPr/>
                <p14:nvPr/>
              </p14:nvContentPartPr>
              <p14:xfrm>
                <a:off x="1045368" y="5764104"/>
                <a:ext cx="381240" cy="10188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6FD7525A-5DCD-BDC2-9157-99F9849E76B2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1036728" y="5755104"/>
                  <a:ext cx="39888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35BBADDE-A59D-1F15-28AE-3A93D8CB5B47}"/>
                    </a:ext>
                  </a:extLst>
                </p14:cNvPr>
                <p14:cNvContentPartPr/>
                <p14:nvPr/>
              </p14:nvContentPartPr>
              <p14:xfrm>
                <a:off x="1632888" y="5681664"/>
                <a:ext cx="271080" cy="15264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35BBADDE-A59D-1F15-28AE-3A93D8CB5B47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1624248" y="5673024"/>
                  <a:ext cx="2887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294880E8-2944-4646-3045-D246A09BB1EB}"/>
                    </a:ext>
                  </a:extLst>
                </p14:cNvPr>
                <p14:cNvContentPartPr/>
                <p14:nvPr/>
              </p14:nvContentPartPr>
              <p14:xfrm>
                <a:off x="2021688" y="5627664"/>
                <a:ext cx="36720" cy="20304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294880E8-2944-4646-3045-D246A09BB1EB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2013048" y="5619024"/>
                  <a:ext cx="5436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7E9C6E79-C855-BF0F-B3BC-EE6966ED96D8}"/>
                    </a:ext>
                  </a:extLst>
                </p14:cNvPr>
                <p14:cNvContentPartPr/>
                <p14:nvPr/>
              </p14:nvContentPartPr>
              <p14:xfrm>
                <a:off x="2061288" y="5574024"/>
                <a:ext cx="273240" cy="26460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7E9C6E79-C855-BF0F-B3BC-EE6966ED96D8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2052648" y="5565384"/>
                  <a:ext cx="290880" cy="282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7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268CC25E-6568-85FE-BAE4-8CAA1A7F4928}"/>
                  </a:ext>
                </a:extLst>
              </p14:cNvPr>
              <p14:cNvContentPartPr/>
              <p14:nvPr/>
            </p14:nvContentPartPr>
            <p14:xfrm>
              <a:off x="4133808" y="5669784"/>
              <a:ext cx="38160" cy="182520"/>
            </p14:xfrm>
          </p:contentPart>
        </mc:Choice>
        <mc:Fallback xmlns=""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268CC25E-6568-85FE-BAE4-8CAA1A7F4928}"/>
                  </a:ext>
                </a:extLst>
              </p:cNvPr>
              <p:cNvPicPr/>
              <p:nvPr/>
            </p:nvPicPr>
            <p:blipFill>
              <a:blip r:embed="rId298"/>
              <a:stretch>
                <a:fillRect/>
              </a:stretch>
            </p:blipFill>
            <p:spPr>
              <a:xfrm>
                <a:off x="4124808" y="5660784"/>
                <a:ext cx="55800" cy="2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9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CD089D21-4BA4-5D3A-BD98-A2EC92E4DDDD}"/>
                  </a:ext>
                </a:extLst>
              </p14:cNvPr>
              <p14:cNvContentPartPr/>
              <p14:nvPr/>
            </p14:nvContentPartPr>
            <p14:xfrm>
              <a:off x="7299288" y="5605704"/>
              <a:ext cx="25560" cy="138240"/>
            </p14:xfrm>
          </p:contentPart>
        </mc:Choice>
        <mc:Fallback xmlns=""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CD089D21-4BA4-5D3A-BD98-A2EC92E4DDDD}"/>
                  </a:ext>
                </a:extLst>
              </p:cNvPr>
              <p:cNvPicPr/>
              <p:nvPr/>
            </p:nvPicPr>
            <p:blipFill>
              <a:blip r:embed="rId300"/>
              <a:stretch>
                <a:fillRect/>
              </a:stretch>
            </p:blipFill>
            <p:spPr>
              <a:xfrm>
                <a:off x="7290288" y="5597064"/>
                <a:ext cx="43200" cy="1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1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3FE4AB01-CAC8-05C7-8272-D1DFA436CC03}"/>
                  </a:ext>
                </a:extLst>
              </p14:cNvPr>
              <p14:cNvContentPartPr/>
              <p14:nvPr/>
            </p14:nvContentPartPr>
            <p14:xfrm>
              <a:off x="9693648" y="5571864"/>
              <a:ext cx="61920" cy="223200"/>
            </p14:xfrm>
          </p:contentPart>
        </mc:Choice>
        <mc:Fallback xmlns=""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3FE4AB01-CAC8-05C7-8272-D1DFA436CC03}"/>
                  </a:ext>
                </a:extLst>
              </p:cNvPr>
              <p:cNvPicPr/>
              <p:nvPr/>
            </p:nvPicPr>
            <p:blipFill>
              <a:blip r:embed="rId302"/>
              <a:stretch>
                <a:fillRect/>
              </a:stretch>
            </p:blipFill>
            <p:spPr>
              <a:xfrm>
                <a:off x="9684648" y="5563224"/>
                <a:ext cx="79560" cy="240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73" name="Group 272">
            <a:extLst>
              <a:ext uri="{FF2B5EF4-FFF2-40B4-BE49-F238E27FC236}">
                <a16:creationId xmlns:a16="http://schemas.microsoft.com/office/drawing/2014/main" id="{8B9E3AB7-E89A-18EC-34C3-C5D4D166FA8F}"/>
              </a:ext>
            </a:extLst>
          </p:cNvPr>
          <p:cNvGrpSpPr/>
          <p:nvPr/>
        </p:nvGrpSpPr>
        <p:grpSpPr>
          <a:xfrm>
            <a:off x="232128" y="6236784"/>
            <a:ext cx="2239560" cy="349560"/>
            <a:chOff x="232128" y="6236784"/>
            <a:chExt cx="2239560" cy="34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9E22DD46-FD16-B86F-21AC-852D0299AE02}"/>
                    </a:ext>
                  </a:extLst>
                </p14:cNvPr>
                <p14:cNvContentPartPr/>
                <p14:nvPr/>
              </p14:nvContentPartPr>
              <p14:xfrm>
                <a:off x="232128" y="6298344"/>
                <a:ext cx="169920" cy="23976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9E22DD46-FD16-B86F-21AC-852D0299AE02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223488" y="6289704"/>
                  <a:ext cx="18756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554A0787-7FBC-42AA-A6DC-C31AFF69A238}"/>
                    </a:ext>
                  </a:extLst>
                </p14:cNvPr>
                <p14:cNvContentPartPr/>
                <p14:nvPr/>
              </p14:nvContentPartPr>
              <p14:xfrm>
                <a:off x="530568" y="6236784"/>
                <a:ext cx="419760" cy="23436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554A0787-7FBC-42AA-A6DC-C31AFF69A238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521928" y="6228144"/>
                  <a:ext cx="43740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F613598A-CA29-FB8D-4B27-7C4BB4454F9E}"/>
                    </a:ext>
                  </a:extLst>
                </p14:cNvPr>
                <p14:cNvContentPartPr/>
                <p14:nvPr/>
              </p14:nvContentPartPr>
              <p14:xfrm>
                <a:off x="1097928" y="6407424"/>
                <a:ext cx="335160" cy="7164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F613598A-CA29-FB8D-4B27-7C4BB4454F9E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1089288" y="6398784"/>
                  <a:ext cx="3528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EF8B6B83-F424-17DF-1EE0-E50DD414AF4E}"/>
                    </a:ext>
                  </a:extLst>
                </p14:cNvPr>
                <p14:cNvContentPartPr/>
                <p14:nvPr/>
              </p14:nvContentPartPr>
              <p14:xfrm>
                <a:off x="1648728" y="6250464"/>
                <a:ext cx="150120" cy="33588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EF8B6B83-F424-17DF-1EE0-E50DD414AF4E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1639728" y="6241464"/>
                  <a:ext cx="16776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A56A1723-850B-3F87-508A-86E891BBAA79}"/>
                    </a:ext>
                  </a:extLst>
                </p14:cNvPr>
                <p14:cNvContentPartPr/>
                <p14:nvPr/>
              </p14:nvContentPartPr>
              <p14:xfrm>
                <a:off x="1905048" y="6349104"/>
                <a:ext cx="434880" cy="11880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A56A1723-850B-3F87-508A-86E891BBAA79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1896048" y="6340464"/>
                  <a:ext cx="4525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88C7F2D9-C9E4-20CD-9C5E-F7B201BD021D}"/>
                    </a:ext>
                  </a:extLst>
                </p14:cNvPr>
                <p14:cNvContentPartPr/>
                <p14:nvPr/>
              </p14:nvContentPartPr>
              <p14:xfrm>
                <a:off x="2420928" y="6347664"/>
                <a:ext cx="50760" cy="4644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88C7F2D9-C9E4-20CD-9C5E-F7B201BD021D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2411928" y="6338664"/>
                  <a:ext cx="6840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9E386BDB-CD29-8834-DB76-B4E1B133B40A}"/>
                    </a:ext>
                  </a:extLst>
                </p14:cNvPr>
                <p14:cNvContentPartPr/>
                <p14:nvPr/>
              </p14:nvContentPartPr>
              <p14:xfrm>
                <a:off x="2125728" y="6262344"/>
                <a:ext cx="16560" cy="4824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9E386BDB-CD29-8834-DB76-B4E1B133B40A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2117088" y="6253704"/>
                  <a:ext cx="34200" cy="65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7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56931DD6-6546-C22B-FB84-472E9C0A896C}"/>
                  </a:ext>
                </a:extLst>
              </p14:cNvPr>
              <p14:cNvContentPartPr/>
              <p14:nvPr/>
            </p14:nvContentPartPr>
            <p14:xfrm>
              <a:off x="4230648" y="6326424"/>
              <a:ext cx="19800" cy="255600"/>
            </p14:xfrm>
          </p:contentPart>
        </mc:Choice>
        <mc:Fallback xmlns=""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56931DD6-6546-C22B-FB84-472E9C0A896C}"/>
                  </a:ext>
                </a:extLst>
              </p:cNvPr>
              <p:cNvPicPr/>
              <p:nvPr/>
            </p:nvPicPr>
            <p:blipFill>
              <a:blip r:embed="rId318"/>
              <a:stretch>
                <a:fillRect/>
              </a:stretch>
            </p:blipFill>
            <p:spPr>
              <a:xfrm>
                <a:off x="4222008" y="6317424"/>
                <a:ext cx="3744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9">
            <p14:nvContentPartPr>
              <p14:cNvPr id="275" name="Ink 274">
                <a:extLst>
                  <a:ext uri="{FF2B5EF4-FFF2-40B4-BE49-F238E27FC236}">
                    <a16:creationId xmlns:a16="http://schemas.microsoft.com/office/drawing/2014/main" id="{B70C23D2-2C8E-02D6-65E6-57850F7294EC}"/>
                  </a:ext>
                </a:extLst>
              </p14:cNvPr>
              <p14:cNvContentPartPr/>
              <p14:nvPr/>
            </p14:nvContentPartPr>
            <p14:xfrm>
              <a:off x="7488288" y="6261264"/>
              <a:ext cx="34920" cy="304560"/>
            </p14:xfrm>
          </p:contentPart>
        </mc:Choice>
        <mc:Fallback xmlns="">
          <p:pic>
            <p:nvPicPr>
              <p:cNvPr id="275" name="Ink 274">
                <a:extLst>
                  <a:ext uri="{FF2B5EF4-FFF2-40B4-BE49-F238E27FC236}">
                    <a16:creationId xmlns:a16="http://schemas.microsoft.com/office/drawing/2014/main" id="{B70C23D2-2C8E-02D6-65E6-57850F7294EC}"/>
                  </a:ext>
                </a:extLst>
              </p:cNvPr>
              <p:cNvPicPr/>
              <p:nvPr/>
            </p:nvPicPr>
            <p:blipFill>
              <a:blip r:embed="rId320"/>
              <a:stretch>
                <a:fillRect/>
              </a:stretch>
            </p:blipFill>
            <p:spPr>
              <a:xfrm>
                <a:off x="7479648" y="6252264"/>
                <a:ext cx="52560" cy="32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1">
            <p14:nvContentPartPr>
              <p14:cNvPr id="276" name="Ink 275">
                <a:extLst>
                  <a:ext uri="{FF2B5EF4-FFF2-40B4-BE49-F238E27FC236}">
                    <a16:creationId xmlns:a16="http://schemas.microsoft.com/office/drawing/2014/main" id="{A20E9AC1-3427-4D1E-6A17-1C6AB35AE38C}"/>
                  </a:ext>
                </a:extLst>
              </p14:cNvPr>
              <p14:cNvContentPartPr/>
              <p14:nvPr/>
            </p14:nvContentPartPr>
            <p14:xfrm>
              <a:off x="9756288" y="6240024"/>
              <a:ext cx="68760" cy="343800"/>
            </p14:xfrm>
          </p:contentPart>
        </mc:Choice>
        <mc:Fallback xmlns="">
          <p:pic>
            <p:nvPicPr>
              <p:cNvPr id="276" name="Ink 275">
                <a:extLst>
                  <a:ext uri="{FF2B5EF4-FFF2-40B4-BE49-F238E27FC236}">
                    <a16:creationId xmlns:a16="http://schemas.microsoft.com/office/drawing/2014/main" id="{A20E9AC1-3427-4D1E-6A17-1C6AB35AE38C}"/>
                  </a:ext>
                </a:extLst>
              </p:cNvPr>
              <p:cNvPicPr/>
              <p:nvPr/>
            </p:nvPicPr>
            <p:blipFill>
              <a:blip r:embed="rId322"/>
              <a:stretch>
                <a:fillRect/>
              </a:stretch>
            </p:blipFill>
            <p:spPr>
              <a:xfrm>
                <a:off x="9747648" y="6231024"/>
                <a:ext cx="86400" cy="361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2476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6078E-F8EC-8694-DE9C-165583D76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14:cNvPr>
              <p14:cNvContentPartPr/>
              <p14:nvPr/>
            </p14:nvContentPartPr>
            <p14:xfrm>
              <a:off x="9997848" y="1633824"/>
              <a:ext cx="3600" cy="10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87848" y="1620324"/>
                <a:ext cx="23200" cy="275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14:cNvPr>
              <p14:cNvContentPartPr/>
              <p14:nvPr/>
            </p14:nvContentPartPr>
            <p14:xfrm>
              <a:off x="10428408" y="2647584"/>
              <a:ext cx="28080" cy="324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419408" y="2638584"/>
                <a:ext cx="4572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14:cNvPr>
              <p14:cNvContentPartPr/>
              <p14:nvPr/>
            </p14:nvContentPartPr>
            <p14:xfrm>
              <a:off x="10763568" y="2771064"/>
              <a:ext cx="1800" cy="360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754568" y="2762064"/>
                <a:ext cx="1944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14:cNvPr>
              <p14:cNvContentPartPr/>
              <p14:nvPr/>
            </p14:nvContentPartPr>
            <p14:xfrm>
              <a:off x="3774888" y="6755904"/>
              <a:ext cx="360" cy="468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65888" y="6746904"/>
                <a:ext cx="18000" cy="2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B07E99E2-1A88-52E0-8D37-B3C07370C4B4}"/>
              </a:ext>
            </a:extLst>
          </p:cNvPr>
          <p:cNvGrpSpPr/>
          <p:nvPr/>
        </p:nvGrpSpPr>
        <p:grpSpPr>
          <a:xfrm>
            <a:off x="237168" y="789624"/>
            <a:ext cx="1094760" cy="574200"/>
            <a:chOff x="237168" y="789624"/>
            <a:chExt cx="1094760" cy="57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A2533CD0-7CD7-DF09-FE30-32979886BDC4}"/>
                    </a:ext>
                  </a:extLst>
                </p14:cNvPr>
                <p14:cNvContentPartPr/>
                <p14:nvPr/>
              </p14:nvContentPartPr>
              <p14:xfrm>
                <a:off x="281448" y="789624"/>
                <a:ext cx="190440" cy="4413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A2533CD0-7CD7-DF09-FE30-32979886BDC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72448" y="780624"/>
                  <a:ext cx="20808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2F17539-E0B7-85BA-9559-2012A43B5606}"/>
                    </a:ext>
                  </a:extLst>
                </p14:cNvPr>
                <p14:cNvContentPartPr/>
                <p14:nvPr/>
              </p14:nvContentPartPr>
              <p14:xfrm>
                <a:off x="303408" y="827424"/>
                <a:ext cx="45720" cy="4690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2F17539-E0B7-85BA-9559-2012A43B560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94768" y="818784"/>
                  <a:ext cx="63360" cy="48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286D9C6-7B64-101D-37CF-F274DA1837BA}"/>
                    </a:ext>
                  </a:extLst>
                </p14:cNvPr>
                <p14:cNvContentPartPr/>
                <p14:nvPr/>
              </p14:nvContentPartPr>
              <p14:xfrm>
                <a:off x="237168" y="850464"/>
                <a:ext cx="270360" cy="2800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286D9C6-7B64-101D-37CF-F274DA1837B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28168" y="841824"/>
                  <a:ext cx="28800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098C079-D23A-BBD6-5B78-2ED7E58A1CDD}"/>
                    </a:ext>
                  </a:extLst>
                </p14:cNvPr>
                <p14:cNvContentPartPr/>
                <p14:nvPr/>
              </p14:nvContentPartPr>
              <p14:xfrm>
                <a:off x="277128" y="905184"/>
                <a:ext cx="89280" cy="4428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098C079-D23A-BBD6-5B78-2ED7E58A1CD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68488" y="896184"/>
                  <a:ext cx="10692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78FAD82-777E-EF73-2E48-CB51019B7075}"/>
                    </a:ext>
                  </a:extLst>
                </p14:cNvPr>
                <p14:cNvContentPartPr/>
                <p14:nvPr/>
              </p14:nvContentPartPr>
              <p14:xfrm>
                <a:off x="263448" y="896184"/>
                <a:ext cx="280080" cy="2700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78FAD82-777E-EF73-2E48-CB51019B707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54448" y="887184"/>
                  <a:ext cx="29772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F6B1F99-0993-D190-99E2-8EE408299937}"/>
                    </a:ext>
                  </a:extLst>
                </p14:cNvPr>
                <p14:cNvContentPartPr/>
                <p14:nvPr/>
              </p14:nvContentPartPr>
              <p14:xfrm>
                <a:off x="622368" y="851544"/>
                <a:ext cx="199800" cy="4996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F6B1F99-0993-D190-99E2-8EE40829993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13368" y="842904"/>
                  <a:ext cx="217440" cy="51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2104F7E-1828-C667-3E27-ADB5CEA723D8}"/>
                    </a:ext>
                  </a:extLst>
                </p14:cNvPr>
                <p14:cNvContentPartPr/>
                <p14:nvPr/>
              </p14:nvContentPartPr>
              <p14:xfrm>
                <a:off x="826128" y="881064"/>
                <a:ext cx="155880" cy="3420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2104F7E-1828-C667-3E27-ADB5CEA723D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17488" y="872064"/>
                  <a:ext cx="17352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928A1DB-DA66-C454-0B5B-1A25A28015E1}"/>
                    </a:ext>
                  </a:extLst>
                </p14:cNvPr>
                <p14:cNvContentPartPr/>
                <p14:nvPr/>
              </p14:nvContentPartPr>
              <p14:xfrm>
                <a:off x="803088" y="1086984"/>
                <a:ext cx="128880" cy="399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928A1DB-DA66-C454-0B5B-1A25A28015E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94088" y="1077984"/>
                  <a:ext cx="14652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CE48850-4A9A-759A-4D92-D72EF91E9AC1}"/>
                    </a:ext>
                  </a:extLst>
                </p14:cNvPr>
                <p14:cNvContentPartPr/>
                <p14:nvPr/>
              </p14:nvContentPartPr>
              <p14:xfrm>
                <a:off x="1047168" y="1081224"/>
                <a:ext cx="54720" cy="1616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CE48850-4A9A-759A-4D92-D72EF91E9AC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38528" y="1072584"/>
                  <a:ext cx="7236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726AB39-144A-FA2D-6A6E-B614C69EE12E}"/>
                    </a:ext>
                  </a:extLst>
                </p14:cNvPr>
                <p14:cNvContentPartPr/>
                <p14:nvPr/>
              </p14:nvContentPartPr>
              <p14:xfrm>
                <a:off x="1113768" y="873144"/>
                <a:ext cx="218160" cy="4906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726AB39-144A-FA2D-6A6E-B614C69EE12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104768" y="864144"/>
                  <a:ext cx="235800" cy="50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3AFB957-1791-D236-214F-026A940A6579}"/>
              </a:ext>
            </a:extLst>
          </p:cNvPr>
          <p:cNvGrpSpPr/>
          <p:nvPr/>
        </p:nvGrpSpPr>
        <p:grpSpPr>
          <a:xfrm>
            <a:off x="1571688" y="1023264"/>
            <a:ext cx="193320" cy="92880"/>
            <a:chOff x="1571688" y="1023264"/>
            <a:chExt cx="193320" cy="9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097AAC2-B43F-57D0-4811-7A6A7C5DF722}"/>
                    </a:ext>
                  </a:extLst>
                </p14:cNvPr>
                <p14:cNvContentPartPr/>
                <p14:nvPr/>
              </p14:nvContentPartPr>
              <p14:xfrm>
                <a:off x="1571688" y="1023264"/>
                <a:ext cx="170280" cy="277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097AAC2-B43F-57D0-4811-7A6A7C5DF72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562688" y="1014624"/>
                  <a:ext cx="1879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F386753-168D-DD9C-583F-355BA14176B2}"/>
                    </a:ext>
                  </a:extLst>
                </p14:cNvPr>
                <p14:cNvContentPartPr/>
                <p14:nvPr/>
              </p14:nvContentPartPr>
              <p14:xfrm>
                <a:off x="1677888" y="1100304"/>
                <a:ext cx="87120" cy="158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F386753-168D-DD9C-583F-355BA14176B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668888" y="1091664"/>
                  <a:ext cx="104760" cy="3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1C38A58-C343-3F02-85F1-3621F38027A2}"/>
              </a:ext>
            </a:extLst>
          </p:cNvPr>
          <p:cNvGrpSpPr/>
          <p:nvPr/>
        </p:nvGrpSpPr>
        <p:grpSpPr>
          <a:xfrm>
            <a:off x="2025288" y="937224"/>
            <a:ext cx="1895400" cy="240120"/>
            <a:chOff x="2025288" y="937224"/>
            <a:chExt cx="1895400" cy="24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25B60A3-A230-7AAD-5B27-B1627B929123}"/>
                    </a:ext>
                  </a:extLst>
                </p14:cNvPr>
                <p14:cNvContentPartPr/>
                <p14:nvPr/>
              </p14:nvContentPartPr>
              <p14:xfrm>
                <a:off x="2025288" y="937224"/>
                <a:ext cx="144000" cy="2059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25B60A3-A230-7AAD-5B27-B1627B92912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016288" y="928224"/>
                  <a:ext cx="16164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FF92C8E-A725-B37B-760D-AE2CBBAC6D26}"/>
                    </a:ext>
                  </a:extLst>
                </p14:cNvPr>
                <p14:cNvContentPartPr/>
                <p14:nvPr/>
              </p14:nvContentPartPr>
              <p14:xfrm>
                <a:off x="2284848" y="1017144"/>
                <a:ext cx="17280" cy="158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FF92C8E-A725-B37B-760D-AE2CBBAC6D26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275848" y="1008504"/>
                  <a:ext cx="349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A77508A-208B-7A86-A407-BBD541D28C5D}"/>
                    </a:ext>
                  </a:extLst>
                </p14:cNvPr>
                <p14:cNvContentPartPr/>
                <p14:nvPr/>
              </p14:nvContentPartPr>
              <p14:xfrm>
                <a:off x="2405808" y="974304"/>
                <a:ext cx="166320" cy="2030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A77508A-208B-7A86-A407-BBD541D28C5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397168" y="965664"/>
                  <a:ext cx="18396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F3B5AB1-397D-DE3D-8AC0-3992C1588E47}"/>
                    </a:ext>
                  </a:extLst>
                </p14:cNvPr>
                <p14:cNvContentPartPr/>
                <p14:nvPr/>
              </p14:nvContentPartPr>
              <p14:xfrm>
                <a:off x="2734488" y="954144"/>
                <a:ext cx="219960" cy="2106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F3B5AB1-397D-DE3D-8AC0-3992C1588E4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725488" y="945144"/>
                  <a:ext cx="23760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6ED42AA-8F62-B6BF-08AE-0EE0457285A7}"/>
                    </a:ext>
                  </a:extLst>
                </p14:cNvPr>
                <p14:cNvContentPartPr/>
                <p14:nvPr/>
              </p14:nvContentPartPr>
              <p14:xfrm>
                <a:off x="3086568" y="966024"/>
                <a:ext cx="113040" cy="1782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6ED42AA-8F62-B6BF-08AE-0EE0457285A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077568" y="957384"/>
                  <a:ext cx="1306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086BAC4-3622-D3F0-2205-C019A8B30921}"/>
                    </a:ext>
                  </a:extLst>
                </p14:cNvPr>
                <p14:cNvContentPartPr/>
                <p14:nvPr/>
              </p14:nvContentPartPr>
              <p14:xfrm>
                <a:off x="3278088" y="1021464"/>
                <a:ext cx="12240" cy="46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086BAC4-3622-D3F0-2205-C019A8B3092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269448" y="1012824"/>
                  <a:ext cx="298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0D8D7AF-7A2A-6F74-F9E9-75B4C0857CD5}"/>
                    </a:ext>
                  </a:extLst>
                </p14:cNvPr>
                <p14:cNvContentPartPr/>
                <p14:nvPr/>
              </p14:nvContentPartPr>
              <p14:xfrm>
                <a:off x="3375288" y="978264"/>
                <a:ext cx="92160" cy="1756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0D8D7AF-7A2A-6F74-F9E9-75B4C0857CD5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366288" y="969264"/>
                  <a:ext cx="10980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FE510BD-D66E-109F-A251-774119F7A980}"/>
                    </a:ext>
                  </a:extLst>
                </p14:cNvPr>
                <p14:cNvContentPartPr/>
                <p14:nvPr/>
              </p14:nvContentPartPr>
              <p14:xfrm>
                <a:off x="3453768" y="948744"/>
                <a:ext cx="167040" cy="378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FE510BD-D66E-109F-A251-774119F7A98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445128" y="939744"/>
                  <a:ext cx="1846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C25CF05-AD7C-F03E-C89A-31DDE65B923E}"/>
                    </a:ext>
                  </a:extLst>
                </p14:cNvPr>
                <p14:cNvContentPartPr/>
                <p14:nvPr/>
              </p14:nvContentPartPr>
              <p14:xfrm>
                <a:off x="3746088" y="937944"/>
                <a:ext cx="174600" cy="2138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C25CF05-AD7C-F03E-C89A-31DDE65B923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737448" y="929304"/>
                  <a:ext cx="192240" cy="231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2C73CC6E-8E54-458F-9B3B-D1EEF69C55A4}"/>
                  </a:ext>
                </a:extLst>
              </p14:cNvPr>
              <p14:cNvContentPartPr/>
              <p14:nvPr/>
            </p14:nvContentPartPr>
            <p14:xfrm>
              <a:off x="4209768" y="917064"/>
              <a:ext cx="96480" cy="1735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2C73CC6E-8E54-458F-9B3B-D1EEF69C55A4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4200768" y="908064"/>
                <a:ext cx="114120" cy="191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98BB183D-E355-6C23-2DBD-C7B5E0262237}"/>
              </a:ext>
            </a:extLst>
          </p:cNvPr>
          <p:cNvGrpSpPr/>
          <p:nvPr/>
        </p:nvGrpSpPr>
        <p:grpSpPr>
          <a:xfrm>
            <a:off x="4493808" y="912384"/>
            <a:ext cx="280440" cy="172080"/>
            <a:chOff x="4493808" y="912384"/>
            <a:chExt cx="280440" cy="17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9163919-2BC8-E0A7-DBB6-E15DBD4742C2}"/>
                    </a:ext>
                  </a:extLst>
                </p14:cNvPr>
                <p14:cNvContentPartPr/>
                <p14:nvPr/>
              </p14:nvContentPartPr>
              <p14:xfrm>
                <a:off x="4493808" y="962064"/>
                <a:ext cx="8280" cy="450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9163919-2BC8-E0A7-DBB6-E15DBD4742C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484808" y="953064"/>
                  <a:ext cx="2592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53840A3-168C-B14C-CD7B-519982DF171D}"/>
                    </a:ext>
                  </a:extLst>
                </p14:cNvPr>
                <p14:cNvContentPartPr/>
                <p14:nvPr/>
              </p14:nvContentPartPr>
              <p14:xfrm>
                <a:off x="4607928" y="912384"/>
                <a:ext cx="166320" cy="1720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53840A3-168C-B14C-CD7B-519982DF171D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598928" y="903744"/>
                  <a:ext cx="183960" cy="189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B64E56E3-B230-C188-9F90-E84AFCC478BF}"/>
                  </a:ext>
                </a:extLst>
              </p14:cNvPr>
              <p14:cNvContentPartPr/>
              <p14:nvPr/>
            </p14:nvContentPartPr>
            <p14:xfrm>
              <a:off x="5086368" y="858744"/>
              <a:ext cx="263520" cy="2106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B64E56E3-B230-C188-9F90-E84AFCC478BF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5077728" y="850104"/>
                <a:ext cx="281160" cy="22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AA953DC5-3725-A60E-72AB-8C659A753192}"/>
              </a:ext>
            </a:extLst>
          </p:cNvPr>
          <p:cNvGrpSpPr/>
          <p:nvPr/>
        </p:nvGrpSpPr>
        <p:grpSpPr>
          <a:xfrm>
            <a:off x="5511888" y="877104"/>
            <a:ext cx="557640" cy="185400"/>
            <a:chOff x="5511888" y="877104"/>
            <a:chExt cx="557640" cy="18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172EE1E-0B60-F2A6-251D-65276134B907}"/>
                    </a:ext>
                  </a:extLst>
                </p14:cNvPr>
                <p14:cNvContentPartPr/>
                <p14:nvPr/>
              </p14:nvContentPartPr>
              <p14:xfrm>
                <a:off x="5511888" y="877104"/>
                <a:ext cx="100080" cy="1854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172EE1E-0B60-F2A6-251D-65276134B907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503248" y="868464"/>
                  <a:ext cx="11772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60929BD-5919-6C0D-6223-4D30B8FF32C9}"/>
                    </a:ext>
                  </a:extLst>
                </p14:cNvPr>
                <p14:cNvContentPartPr/>
                <p14:nvPr/>
              </p14:nvContentPartPr>
              <p14:xfrm>
                <a:off x="5746968" y="946944"/>
                <a:ext cx="30960" cy="270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60929BD-5919-6C0D-6223-4D30B8FF32C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738328" y="937944"/>
                  <a:ext cx="486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B41900E-B800-C8BE-1DC7-3EA54C214A43}"/>
                    </a:ext>
                  </a:extLst>
                </p14:cNvPr>
                <p14:cNvContentPartPr/>
                <p14:nvPr/>
              </p14:nvContentPartPr>
              <p14:xfrm>
                <a:off x="5845248" y="890784"/>
                <a:ext cx="224280" cy="1641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B41900E-B800-C8BE-1DC7-3EA54C214A43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836248" y="881784"/>
                  <a:ext cx="241920" cy="181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7411E7CC-EE8A-E6D1-05D9-D99BC7AA84C0}"/>
                  </a:ext>
                </a:extLst>
              </p14:cNvPr>
              <p14:cNvContentPartPr/>
              <p14:nvPr/>
            </p14:nvContentPartPr>
            <p14:xfrm>
              <a:off x="6266808" y="901224"/>
              <a:ext cx="191520" cy="1544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7411E7CC-EE8A-E6D1-05D9-D99BC7AA84C0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6257808" y="892584"/>
                <a:ext cx="209160" cy="17208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1C32664C-C852-991A-64B1-80D906A2E492}"/>
              </a:ext>
            </a:extLst>
          </p:cNvPr>
          <p:cNvGrpSpPr/>
          <p:nvPr/>
        </p:nvGrpSpPr>
        <p:grpSpPr>
          <a:xfrm>
            <a:off x="6639768" y="864864"/>
            <a:ext cx="733320" cy="194760"/>
            <a:chOff x="6639768" y="864864"/>
            <a:chExt cx="733320" cy="19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3F8D3F6-5F0B-24CB-C479-467E4215A7BC}"/>
                    </a:ext>
                  </a:extLst>
                </p14:cNvPr>
                <p14:cNvContentPartPr/>
                <p14:nvPr/>
              </p14:nvContentPartPr>
              <p14:xfrm>
                <a:off x="6639768" y="895824"/>
                <a:ext cx="106920" cy="1274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3F8D3F6-5F0B-24CB-C479-467E4215A7BC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630768" y="886824"/>
                  <a:ext cx="12456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C8DD2A7-3F39-552E-79CE-FB718D431882}"/>
                    </a:ext>
                  </a:extLst>
                </p14:cNvPr>
                <p14:cNvContentPartPr/>
                <p14:nvPr/>
              </p14:nvContentPartPr>
              <p14:xfrm>
                <a:off x="6840288" y="945504"/>
                <a:ext cx="30240" cy="266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C8DD2A7-3F39-552E-79CE-FB718D431882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831288" y="936864"/>
                  <a:ext cx="478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6EA3691-743F-C6EE-0B56-B07F03E3A3DA}"/>
                    </a:ext>
                  </a:extLst>
                </p14:cNvPr>
                <p14:cNvContentPartPr/>
                <p14:nvPr/>
              </p14:nvContentPartPr>
              <p14:xfrm>
                <a:off x="6930648" y="886104"/>
                <a:ext cx="130320" cy="1735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6EA3691-743F-C6EE-0B56-B07F03E3A3DA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921648" y="877104"/>
                  <a:ext cx="14796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33B5646-ECEF-EC8A-3930-E0E1F8F0F2AA}"/>
                    </a:ext>
                  </a:extLst>
                </p14:cNvPr>
                <p14:cNvContentPartPr/>
                <p14:nvPr/>
              </p14:nvContentPartPr>
              <p14:xfrm>
                <a:off x="7127928" y="864864"/>
                <a:ext cx="245160" cy="1778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33B5646-ECEF-EC8A-3930-E0E1F8F0F2A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118928" y="855864"/>
                  <a:ext cx="262800" cy="19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1F0478B-05E5-BC1B-260A-8A2E7673275C}"/>
              </a:ext>
            </a:extLst>
          </p:cNvPr>
          <p:cNvGrpSpPr/>
          <p:nvPr/>
        </p:nvGrpSpPr>
        <p:grpSpPr>
          <a:xfrm>
            <a:off x="7535808" y="842544"/>
            <a:ext cx="1464840" cy="219600"/>
            <a:chOff x="7535808" y="842544"/>
            <a:chExt cx="1464840" cy="21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14509AC-7B03-D369-F18F-692C2CA3F0E4}"/>
                    </a:ext>
                  </a:extLst>
                </p14:cNvPr>
                <p14:cNvContentPartPr/>
                <p14:nvPr/>
              </p14:nvContentPartPr>
              <p14:xfrm>
                <a:off x="7535808" y="847944"/>
                <a:ext cx="166680" cy="2142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14509AC-7B03-D369-F18F-692C2CA3F0E4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526808" y="839304"/>
                  <a:ext cx="1843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23ACBED-572C-90E6-742D-BD350D52AAB2}"/>
                    </a:ext>
                  </a:extLst>
                </p14:cNvPr>
                <p14:cNvContentPartPr/>
                <p14:nvPr/>
              </p14:nvContentPartPr>
              <p14:xfrm>
                <a:off x="7839648" y="842544"/>
                <a:ext cx="129600" cy="1555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23ACBED-572C-90E6-742D-BD350D52AAB2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830648" y="833544"/>
                  <a:ext cx="14724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31C3A5B-23E9-F94D-20E3-FD39C2541493}"/>
                    </a:ext>
                  </a:extLst>
                </p14:cNvPr>
                <p14:cNvContentPartPr/>
                <p14:nvPr/>
              </p14:nvContentPartPr>
              <p14:xfrm>
                <a:off x="8120088" y="898344"/>
                <a:ext cx="29520" cy="313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31C3A5B-23E9-F94D-20E3-FD39C2541493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111448" y="889344"/>
                  <a:ext cx="4716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8D6F39B-5855-BCAD-F420-5D5EC7412438}"/>
                    </a:ext>
                  </a:extLst>
                </p14:cNvPr>
                <p14:cNvContentPartPr/>
                <p14:nvPr/>
              </p14:nvContentPartPr>
              <p14:xfrm>
                <a:off x="8243568" y="860184"/>
                <a:ext cx="164880" cy="1267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8D6F39B-5855-BCAD-F420-5D5EC7412438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234928" y="851544"/>
                  <a:ext cx="1825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8FFE190-61CB-337A-18CA-7A5450DD0BA6}"/>
                    </a:ext>
                  </a:extLst>
                </p14:cNvPr>
                <p14:cNvContentPartPr/>
                <p14:nvPr/>
              </p14:nvContentPartPr>
              <p14:xfrm>
                <a:off x="8473968" y="852624"/>
                <a:ext cx="192960" cy="1695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8FFE190-61CB-337A-18CA-7A5450DD0BA6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464968" y="843984"/>
                  <a:ext cx="2106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EDBF866-94C4-6438-D467-816227FC1B3B}"/>
                    </a:ext>
                  </a:extLst>
                </p14:cNvPr>
                <p14:cNvContentPartPr/>
                <p14:nvPr/>
              </p14:nvContentPartPr>
              <p14:xfrm>
                <a:off x="8807688" y="870624"/>
                <a:ext cx="192960" cy="1746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EDBF866-94C4-6438-D467-816227FC1B3B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798688" y="861984"/>
                  <a:ext cx="210600" cy="19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35B0A9C6-D5BD-326D-E334-216720B4CEB1}"/>
              </a:ext>
            </a:extLst>
          </p:cNvPr>
          <p:cNvGrpSpPr/>
          <p:nvPr/>
        </p:nvGrpSpPr>
        <p:grpSpPr>
          <a:xfrm>
            <a:off x="9262368" y="829224"/>
            <a:ext cx="293760" cy="171720"/>
            <a:chOff x="9262368" y="829224"/>
            <a:chExt cx="293760" cy="17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7F1DE3A-D91A-4FB9-307C-9900F149D7AD}"/>
                    </a:ext>
                  </a:extLst>
                </p14:cNvPr>
                <p14:cNvContentPartPr/>
                <p14:nvPr/>
              </p14:nvContentPartPr>
              <p14:xfrm>
                <a:off x="9262368" y="829224"/>
                <a:ext cx="16560" cy="1717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7F1DE3A-D91A-4FB9-307C-9900F149D7AD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9253368" y="820584"/>
                  <a:ext cx="3420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9C5D691-56EF-6DB6-B2E1-9D25BF63351D}"/>
                    </a:ext>
                  </a:extLst>
                </p14:cNvPr>
                <p14:cNvContentPartPr/>
                <p14:nvPr/>
              </p14:nvContentPartPr>
              <p14:xfrm>
                <a:off x="9349848" y="909864"/>
                <a:ext cx="34560" cy="388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9C5D691-56EF-6DB6-B2E1-9D25BF63351D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340848" y="901224"/>
                  <a:ext cx="5220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8C81F4F-60BF-9B1C-A71E-0443D9A66E95}"/>
                    </a:ext>
                  </a:extLst>
                </p14:cNvPr>
                <p14:cNvContentPartPr/>
                <p14:nvPr/>
              </p14:nvContentPartPr>
              <p14:xfrm>
                <a:off x="9481608" y="872064"/>
                <a:ext cx="74520" cy="1245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8C81F4F-60BF-9B1C-A71E-0443D9A66E95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472608" y="863424"/>
                  <a:ext cx="92160" cy="142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8C81E327-A093-E971-FC43-7C65307AB0AB}"/>
                  </a:ext>
                </a:extLst>
              </p14:cNvPr>
              <p14:cNvContentPartPr/>
              <p14:nvPr/>
            </p14:nvContentPartPr>
            <p14:xfrm>
              <a:off x="9784728" y="891504"/>
              <a:ext cx="154080" cy="16380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8C81E327-A093-E971-FC43-7C65307AB0AB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9775728" y="882504"/>
                <a:ext cx="171720" cy="181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83BCE1CD-1B97-E3A8-A9CD-C6CC7882C7AE}"/>
              </a:ext>
            </a:extLst>
          </p:cNvPr>
          <p:cNvGrpSpPr/>
          <p:nvPr/>
        </p:nvGrpSpPr>
        <p:grpSpPr>
          <a:xfrm>
            <a:off x="10165608" y="880704"/>
            <a:ext cx="1006200" cy="224280"/>
            <a:chOff x="10165608" y="880704"/>
            <a:chExt cx="1006200" cy="22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B5DD62E-D794-CB87-B34D-FB5AF70F39F0}"/>
                    </a:ext>
                  </a:extLst>
                </p14:cNvPr>
                <p14:cNvContentPartPr/>
                <p14:nvPr/>
              </p14:nvContentPartPr>
              <p14:xfrm>
                <a:off x="10165608" y="880704"/>
                <a:ext cx="150120" cy="1288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B5DD62E-D794-CB87-B34D-FB5AF70F39F0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0156608" y="872064"/>
                  <a:ext cx="1677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EE23F1D-A155-0D9E-D630-33F2DBE9FC95}"/>
                    </a:ext>
                  </a:extLst>
                </p14:cNvPr>
                <p14:cNvContentPartPr/>
                <p14:nvPr/>
              </p14:nvContentPartPr>
              <p14:xfrm>
                <a:off x="10452528" y="944784"/>
                <a:ext cx="13320" cy="226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EE23F1D-A155-0D9E-D630-33F2DBE9FC95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0443888" y="936144"/>
                  <a:ext cx="309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E773D51-2A7F-ED7E-62F3-62E05CACB21C}"/>
                    </a:ext>
                  </a:extLst>
                </p14:cNvPr>
                <p14:cNvContentPartPr/>
                <p14:nvPr/>
              </p14:nvContentPartPr>
              <p14:xfrm>
                <a:off x="10545048" y="895464"/>
                <a:ext cx="218880" cy="1666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E773D51-2A7F-ED7E-62F3-62E05CACB21C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0536048" y="886464"/>
                  <a:ext cx="2365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75CDAC3-830D-5F48-75BC-030FB0320216}"/>
                    </a:ext>
                  </a:extLst>
                </p14:cNvPr>
                <p14:cNvContentPartPr/>
                <p14:nvPr/>
              </p14:nvContentPartPr>
              <p14:xfrm>
                <a:off x="10745928" y="922824"/>
                <a:ext cx="180360" cy="219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75CDAC3-830D-5F48-75BC-030FB0320216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0736928" y="914184"/>
                  <a:ext cx="1980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006AABA-51D8-19F7-A16F-E36924AD1D41}"/>
                    </a:ext>
                  </a:extLst>
                </p14:cNvPr>
                <p14:cNvContentPartPr/>
                <p14:nvPr/>
              </p14:nvContentPartPr>
              <p14:xfrm>
                <a:off x="11024208" y="930024"/>
                <a:ext cx="147600" cy="1749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006AABA-51D8-19F7-A16F-E36924AD1D41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1015568" y="921024"/>
                  <a:ext cx="165240" cy="19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67CE861E-91E0-AB64-89AE-300EEBBA65B3}"/>
              </a:ext>
            </a:extLst>
          </p:cNvPr>
          <p:cNvGrpSpPr/>
          <p:nvPr/>
        </p:nvGrpSpPr>
        <p:grpSpPr>
          <a:xfrm>
            <a:off x="11485728" y="855504"/>
            <a:ext cx="642960" cy="205920"/>
            <a:chOff x="11485728" y="855504"/>
            <a:chExt cx="642960" cy="20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F284EF4-BF86-4FEC-DC65-7DCB338E2019}"/>
                    </a:ext>
                  </a:extLst>
                </p14:cNvPr>
                <p14:cNvContentPartPr/>
                <p14:nvPr/>
              </p14:nvContentPartPr>
              <p14:xfrm>
                <a:off x="11485728" y="878904"/>
                <a:ext cx="97560" cy="1108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F284EF4-BF86-4FEC-DC65-7DCB338E2019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1477088" y="870264"/>
                  <a:ext cx="11520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C77E35A-131D-6724-7B93-6EE7482AFA25}"/>
                    </a:ext>
                  </a:extLst>
                </p14:cNvPr>
                <p14:cNvContentPartPr/>
                <p14:nvPr/>
              </p14:nvContentPartPr>
              <p14:xfrm>
                <a:off x="11699928" y="918144"/>
                <a:ext cx="11880" cy="230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C77E35A-131D-6724-7B93-6EE7482AFA25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1690928" y="909504"/>
                  <a:ext cx="295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BCDFBBD-2044-AD80-E83F-D8F2D4CC5093}"/>
                    </a:ext>
                  </a:extLst>
                </p14:cNvPr>
                <p14:cNvContentPartPr/>
                <p14:nvPr/>
              </p14:nvContentPartPr>
              <p14:xfrm>
                <a:off x="11780208" y="855504"/>
                <a:ext cx="68400" cy="2059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BCDFBBD-2044-AD80-E83F-D8F2D4CC5093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1771208" y="846504"/>
                  <a:ext cx="8604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861172D-DE94-B930-B584-66741C8AF937}"/>
                    </a:ext>
                  </a:extLst>
                </p14:cNvPr>
                <p14:cNvContentPartPr/>
                <p14:nvPr/>
              </p14:nvContentPartPr>
              <p14:xfrm>
                <a:off x="11930328" y="890064"/>
                <a:ext cx="198360" cy="1548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861172D-DE94-B930-B584-66741C8AF937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1921688" y="881424"/>
                  <a:ext cx="216000" cy="17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8A8E30AE-0C8A-FBE1-E592-B09735126EBF}"/>
              </a:ext>
            </a:extLst>
          </p:cNvPr>
          <p:cNvGrpSpPr/>
          <p:nvPr/>
        </p:nvGrpSpPr>
        <p:grpSpPr>
          <a:xfrm>
            <a:off x="2143368" y="1442304"/>
            <a:ext cx="1103760" cy="205920"/>
            <a:chOff x="2143368" y="1442304"/>
            <a:chExt cx="1103760" cy="20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AF785E5-A36B-9E55-1865-E99E6DA9FB09}"/>
                    </a:ext>
                  </a:extLst>
                </p14:cNvPr>
                <p14:cNvContentPartPr/>
                <p14:nvPr/>
              </p14:nvContentPartPr>
              <p14:xfrm>
                <a:off x="2143368" y="1478304"/>
                <a:ext cx="190440" cy="1699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AF785E5-A36B-9E55-1865-E99E6DA9FB09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2134728" y="1469304"/>
                  <a:ext cx="20808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C81510E-A315-050C-47C3-4778B0644DDB}"/>
                    </a:ext>
                  </a:extLst>
                </p14:cNvPr>
                <p14:cNvContentPartPr/>
                <p14:nvPr/>
              </p14:nvContentPartPr>
              <p14:xfrm>
                <a:off x="2445048" y="1479384"/>
                <a:ext cx="27720" cy="334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C81510E-A315-050C-47C3-4778B0644DDB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2436048" y="1470384"/>
                  <a:ext cx="4536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9DE02E2-F4AC-03C3-DD33-7107E15C17DD}"/>
                    </a:ext>
                  </a:extLst>
                </p14:cNvPr>
                <p14:cNvContentPartPr/>
                <p14:nvPr/>
              </p14:nvContentPartPr>
              <p14:xfrm>
                <a:off x="2563848" y="1442304"/>
                <a:ext cx="106560" cy="2019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9DE02E2-F4AC-03C3-DD33-7107E15C17DD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2555208" y="1433664"/>
                  <a:ext cx="1242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3CD8C2D-E691-5519-6591-23311EA242FC}"/>
                    </a:ext>
                  </a:extLst>
                </p14:cNvPr>
                <p14:cNvContentPartPr/>
                <p14:nvPr/>
              </p14:nvContentPartPr>
              <p14:xfrm>
                <a:off x="2753208" y="1485864"/>
                <a:ext cx="63720" cy="1411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3CD8C2D-E691-5519-6591-23311EA242FC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2744208" y="1477224"/>
                  <a:ext cx="813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500DF8D-739F-E711-1867-8D74FFC1D6DB}"/>
                    </a:ext>
                  </a:extLst>
                </p14:cNvPr>
                <p14:cNvContentPartPr/>
                <p14:nvPr/>
              </p14:nvContentPartPr>
              <p14:xfrm>
                <a:off x="2806848" y="1449504"/>
                <a:ext cx="104760" cy="378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500DF8D-739F-E711-1867-8D74FFC1D6DB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2797848" y="1440504"/>
                  <a:ext cx="1224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CE70754-9BB8-75F5-FA24-2E757D38BAAC}"/>
                    </a:ext>
                  </a:extLst>
                </p14:cNvPr>
                <p14:cNvContentPartPr/>
                <p14:nvPr/>
              </p14:nvContentPartPr>
              <p14:xfrm>
                <a:off x="3063528" y="1451304"/>
                <a:ext cx="183600" cy="1616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CE70754-9BB8-75F5-FA24-2E757D38BAAC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3054528" y="1442664"/>
                  <a:ext cx="201240" cy="17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BB773493-99D3-7F80-A01D-A2EB3E7DDD38}"/>
              </a:ext>
            </a:extLst>
          </p:cNvPr>
          <p:cNvGrpSpPr/>
          <p:nvPr/>
        </p:nvGrpSpPr>
        <p:grpSpPr>
          <a:xfrm>
            <a:off x="3538728" y="1407744"/>
            <a:ext cx="734040" cy="185400"/>
            <a:chOff x="3538728" y="1407744"/>
            <a:chExt cx="734040" cy="18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C9B996E-95BE-F3BA-A340-CD6D5CC1F4BC}"/>
                    </a:ext>
                  </a:extLst>
                </p14:cNvPr>
                <p14:cNvContentPartPr/>
                <p14:nvPr/>
              </p14:nvContentPartPr>
              <p14:xfrm>
                <a:off x="3538728" y="1412784"/>
                <a:ext cx="116640" cy="1803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C9B996E-95BE-F3BA-A340-CD6D5CC1F4BC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3530088" y="1404144"/>
                  <a:ext cx="13428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BBD813C-0B0C-6104-1992-CC51AA0FCD2C}"/>
                    </a:ext>
                  </a:extLst>
                </p14:cNvPr>
                <p14:cNvContentPartPr/>
                <p14:nvPr/>
              </p14:nvContentPartPr>
              <p14:xfrm>
                <a:off x="3766248" y="1463904"/>
                <a:ext cx="27000" cy="309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BBD813C-0B0C-6104-1992-CC51AA0FCD2C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3757608" y="1455264"/>
                  <a:ext cx="446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C7A2CE3-3B2A-4F14-BF80-6F7283ADDC1C}"/>
                    </a:ext>
                  </a:extLst>
                </p14:cNvPr>
                <p14:cNvContentPartPr/>
                <p14:nvPr/>
              </p14:nvContentPartPr>
              <p14:xfrm>
                <a:off x="3860568" y="1407744"/>
                <a:ext cx="112320" cy="1674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C7A2CE3-3B2A-4F14-BF80-6F7283ADDC1C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3851928" y="1399104"/>
                  <a:ext cx="1299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1B78CE0-30E5-7275-9F60-9FB6E3F7DA0D}"/>
                    </a:ext>
                  </a:extLst>
                </p14:cNvPr>
                <p14:cNvContentPartPr/>
                <p14:nvPr/>
              </p14:nvContentPartPr>
              <p14:xfrm>
                <a:off x="4052448" y="1446624"/>
                <a:ext cx="70920" cy="1224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1B78CE0-30E5-7275-9F60-9FB6E3F7DA0D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043448" y="1437984"/>
                  <a:ext cx="8856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CB8B5C3-E445-5680-3B3B-EF25867FA46E}"/>
                    </a:ext>
                  </a:extLst>
                </p14:cNvPr>
                <p14:cNvContentPartPr/>
                <p14:nvPr/>
              </p14:nvContentPartPr>
              <p14:xfrm>
                <a:off x="4097808" y="1416744"/>
                <a:ext cx="174960" cy="388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9CB8B5C3-E445-5680-3B3B-EF25867FA46E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089168" y="1407744"/>
                  <a:ext cx="192600" cy="56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88052069-BE72-50E6-7382-E52698B53CAB}"/>
                  </a:ext>
                </a:extLst>
              </p14:cNvPr>
              <p14:cNvContentPartPr/>
              <p14:nvPr/>
            </p14:nvContentPartPr>
            <p14:xfrm>
              <a:off x="4769208" y="1484424"/>
              <a:ext cx="6120" cy="540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88052069-BE72-50E6-7382-E52698B53CAB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4760568" y="1475784"/>
                <a:ext cx="23760" cy="23040"/>
              </a:xfrm>
              <a:prstGeom prst="rect">
                <a:avLst/>
              </a:prstGeom>
            </p:spPr>
          </p:pic>
        </mc:Fallback>
      </mc:AlternateContent>
      <p:grpSp>
        <p:nvGrpSpPr>
          <p:cNvPr id="85" name="Group 84">
            <a:extLst>
              <a:ext uri="{FF2B5EF4-FFF2-40B4-BE49-F238E27FC236}">
                <a16:creationId xmlns:a16="http://schemas.microsoft.com/office/drawing/2014/main" id="{272AF315-80CB-1411-33D1-C2B679AAD6DB}"/>
              </a:ext>
            </a:extLst>
          </p:cNvPr>
          <p:cNvGrpSpPr/>
          <p:nvPr/>
        </p:nvGrpSpPr>
        <p:grpSpPr>
          <a:xfrm>
            <a:off x="1928808" y="1968984"/>
            <a:ext cx="252000" cy="137880"/>
            <a:chOff x="1928808" y="1968984"/>
            <a:chExt cx="252000" cy="13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E51DF20-A503-D94A-D868-0FF979C14430}"/>
                    </a:ext>
                  </a:extLst>
                </p14:cNvPr>
                <p14:cNvContentPartPr/>
                <p14:nvPr/>
              </p14:nvContentPartPr>
              <p14:xfrm>
                <a:off x="1928808" y="1968984"/>
                <a:ext cx="186480" cy="223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E51DF20-A503-D94A-D868-0FF979C14430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920168" y="1959984"/>
                  <a:ext cx="2041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24C1868-4260-A8CE-2054-83C7153B5B0C}"/>
                    </a:ext>
                  </a:extLst>
                </p14:cNvPr>
                <p14:cNvContentPartPr/>
                <p14:nvPr/>
              </p14:nvContentPartPr>
              <p14:xfrm>
                <a:off x="2031768" y="2076624"/>
                <a:ext cx="149040" cy="302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24C1868-4260-A8CE-2054-83C7153B5B0C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2023128" y="2067984"/>
                  <a:ext cx="166680" cy="4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56517A2F-7820-5EFA-CEC6-E38279E69104}"/>
              </a:ext>
            </a:extLst>
          </p:cNvPr>
          <p:cNvGrpSpPr/>
          <p:nvPr/>
        </p:nvGrpSpPr>
        <p:grpSpPr>
          <a:xfrm>
            <a:off x="2467368" y="1930464"/>
            <a:ext cx="789840" cy="174240"/>
            <a:chOff x="2467368" y="1930464"/>
            <a:chExt cx="789840" cy="17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AB29A2E-E627-CBFC-3D5A-554F58E9A593}"/>
                    </a:ext>
                  </a:extLst>
                </p14:cNvPr>
                <p14:cNvContentPartPr/>
                <p14:nvPr/>
              </p14:nvContentPartPr>
              <p14:xfrm>
                <a:off x="2467368" y="1930464"/>
                <a:ext cx="158760" cy="1742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AB29A2E-E627-CBFC-3D5A-554F58E9A593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2458728" y="1921824"/>
                  <a:ext cx="1764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F39AA37-AAAB-AAE2-A9FE-221EA507F2B8}"/>
                    </a:ext>
                  </a:extLst>
                </p14:cNvPr>
                <p14:cNvContentPartPr/>
                <p14:nvPr/>
              </p14:nvContentPartPr>
              <p14:xfrm>
                <a:off x="2736288" y="2007504"/>
                <a:ext cx="43200" cy="288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F39AA37-AAAB-AAE2-A9FE-221EA507F2B8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2727648" y="1998504"/>
                  <a:ext cx="608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8EB9AE9-FA6D-F01A-A6BC-895AEAACB9D6}"/>
                    </a:ext>
                  </a:extLst>
                </p14:cNvPr>
                <p14:cNvContentPartPr/>
                <p14:nvPr/>
              </p14:nvContentPartPr>
              <p14:xfrm>
                <a:off x="2904048" y="1951344"/>
                <a:ext cx="122400" cy="1335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8EB9AE9-FA6D-F01A-A6BC-895AEAACB9D6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2895408" y="1942344"/>
                  <a:ext cx="14004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0DC9EB83-8C21-1D83-8C1B-FA007A0C050E}"/>
                    </a:ext>
                  </a:extLst>
                </p14:cNvPr>
                <p14:cNvContentPartPr/>
                <p14:nvPr/>
              </p14:nvContentPartPr>
              <p14:xfrm>
                <a:off x="3172248" y="1980144"/>
                <a:ext cx="84960" cy="1065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0DC9EB83-8C21-1D83-8C1B-FA007A0C050E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3163608" y="1971504"/>
                  <a:ext cx="102600" cy="12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33FC95BC-95EC-6E7D-4CA5-9DA57149B3ED}"/>
              </a:ext>
            </a:extLst>
          </p:cNvPr>
          <p:cNvGrpSpPr/>
          <p:nvPr/>
        </p:nvGrpSpPr>
        <p:grpSpPr>
          <a:xfrm>
            <a:off x="3480048" y="1934064"/>
            <a:ext cx="552600" cy="119520"/>
            <a:chOff x="3480048" y="1934064"/>
            <a:chExt cx="552600" cy="11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6D5604B-4EE9-CE1C-2831-800ED0746610}"/>
                    </a:ext>
                  </a:extLst>
                </p14:cNvPr>
                <p14:cNvContentPartPr/>
                <p14:nvPr/>
              </p14:nvContentPartPr>
              <p14:xfrm>
                <a:off x="3480048" y="1939824"/>
                <a:ext cx="104760" cy="1137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6D5604B-4EE9-CE1C-2831-800ED0746610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3471408" y="1931184"/>
                  <a:ext cx="12240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E32627D-8830-263C-C74F-FD612ECA36B6}"/>
                    </a:ext>
                  </a:extLst>
                </p14:cNvPr>
                <p14:cNvContentPartPr/>
                <p14:nvPr/>
              </p14:nvContentPartPr>
              <p14:xfrm>
                <a:off x="3713328" y="1947744"/>
                <a:ext cx="96840" cy="936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E32627D-8830-263C-C74F-FD612ECA36B6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3704688" y="1938744"/>
                  <a:ext cx="11448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FD7C3B0-C3DF-FE96-424F-765951311E1C}"/>
                    </a:ext>
                  </a:extLst>
                </p14:cNvPr>
                <p14:cNvContentPartPr/>
                <p14:nvPr/>
              </p14:nvContentPartPr>
              <p14:xfrm>
                <a:off x="3950208" y="1934064"/>
                <a:ext cx="82440" cy="849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FD7C3B0-C3DF-FE96-424F-765951311E1C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3941568" y="1925424"/>
                  <a:ext cx="100080" cy="10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C8EC3F0A-D5D3-2F51-11B0-67743F4EE605}"/>
              </a:ext>
            </a:extLst>
          </p:cNvPr>
          <p:cNvGrpSpPr/>
          <p:nvPr/>
        </p:nvGrpSpPr>
        <p:grpSpPr>
          <a:xfrm>
            <a:off x="4193568" y="1865664"/>
            <a:ext cx="492480" cy="175320"/>
            <a:chOff x="4193568" y="1865664"/>
            <a:chExt cx="492480" cy="17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BEB517A-495E-7C1A-E268-C2561C0F6C4D}"/>
                    </a:ext>
                  </a:extLst>
                </p14:cNvPr>
                <p14:cNvContentPartPr/>
                <p14:nvPr/>
              </p14:nvContentPartPr>
              <p14:xfrm>
                <a:off x="4193568" y="1865664"/>
                <a:ext cx="197280" cy="1753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BEB517A-495E-7C1A-E268-C2561C0F6C4D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4184568" y="1856664"/>
                  <a:ext cx="21492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6A12ECA-FAF0-94E1-B4A4-7A18B3ECB46E}"/>
                    </a:ext>
                  </a:extLst>
                </p14:cNvPr>
                <p14:cNvContentPartPr/>
                <p14:nvPr/>
              </p14:nvContentPartPr>
              <p14:xfrm>
                <a:off x="4533048" y="1884384"/>
                <a:ext cx="153000" cy="1328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6A12ECA-FAF0-94E1-B4A4-7A18B3ECB46E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4524408" y="1875744"/>
                  <a:ext cx="170640" cy="15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80D5B455-CA3D-33B4-BFCF-5FCC52622988}"/>
              </a:ext>
            </a:extLst>
          </p:cNvPr>
          <p:cNvGrpSpPr/>
          <p:nvPr/>
        </p:nvGrpSpPr>
        <p:grpSpPr>
          <a:xfrm>
            <a:off x="4909248" y="1827144"/>
            <a:ext cx="428760" cy="187920"/>
            <a:chOff x="4909248" y="1827144"/>
            <a:chExt cx="428760" cy="18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B64B1D8-51D0-3366-694B-1D2D6BDF148F}"/>
                    </a:ext>
                  </a:extLst>
                </p14:cNvPr>
                <p14:cNvContentPartPr/>
                <p14:nvPr/>
              </p14:nvContentPartPr>
              <p14:xfrm>
                <a:off x="4909248" y="1827144"/>
                <a:ext cx="133560" cy="1879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B64B1D8-51D0-3366-694B-1D2D6BDF148F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4900248" y="1818504"/>
                  <a:ext cx="15120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F76D8FD-5336-5BD4-5CFA-6A76152CECB3}"/>
                    </a:ext>
                  </a:extLst>
                </p14:cNvPr>
                <p14:cNvContentPartPr/>
                <p14:nvPr/>
              </p14:nvContentPartPr>
              <p14:xfrm>
                <a:off x="5132448" y="1878624"/>
                <a:ext cx="205560" cy="1285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F76D8FD-5336-5BD4-5CFA-6A76152CECB3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5123808" y="1869624"/>
                  <a:ext cx="223200" cy="14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2E5F3FC7-8E8F-F8F9-9A8C-E3F69BE0B082}"/>
              </a:ext>
            </a:extLst>
          </p:cNvPr>
          <p:cNvGrpSpPr/>
          <p:nvPr/>
        </p:nvGrpSpPr>
        <p:grpSpPr>
          <a:xfrm>
            <a:off x="5501088" y="1865664"/>
            <a:ext cx="370080" cy="146520"/>
            <a:chOff x="5501088" y="1865664"/>
            <a:chExt cx="370080" cy="14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8CA445E-3B7E-3FAA-3B2E-1A1EB4C766A2}"/>
                    </a:ext>
                  </a:extLst>
                </p14:cNvPr>
                <p14:cNvContentPartPr/>
                <p14:nvPr/>
              </p14:nvContentPartPr>
              <p14:xfrm>
                <a:off x="5501088" y="1890864"/>
                <a:ext cx="75240" cy="1213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8CA445E-3B7E-3FAA-3B2E-1A1EB4C766A2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5492088" y="1882224"/>
                  <a:ext cx="9288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EB219E8-934A-21AF-6B42-D9DAF1180340}"/>
                    </a:ext>
                  </a:extLst>
                </p14:cNvPr>
                <p14:cNvContentPartPr/>
                <p14:nvPr/>
              </p14:nvContentPartPr>
              <p14:xfrm>
                <a:off x="5604048" y="1865664"/>
                <a:ext cx="267120" cy="388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EB219E8-934A-21AF-6B42-D9DAF1180340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5595048" y="1857024"/>
                  <a:ext cx="284760" cy="5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74441380-6896-696F-8DAC-0389C5F3109B}"/>
              </a:ext>
            </a:extLst>
          </p:cNvPr>
          <p:cNvGrpSpPr/>
          <p:nvPr/>
        </p:nvGrpSpPr>
        <p:grpSpPr>
          <a:xfrm>
            <a:off x="327528" y="2550024"/>
            <a:ext cx="1197720" cy="602640"/>
            <a:chOff x="327528" y="2550024"/>
            <a:chExt cx="1197720" cy="60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CE724BB-CE59-4B43-1BB6-2AC50126046D}"/>
                    </a:ext>
                  </a:extLst>
                </p14:cNvPr>
                <p14:cNvContentPartPr/>
                <p14:nvPr/>
              </p14:nvContentPartPr>
              <p14:xfrm>
                <a:off x="327528" y="2716344"/>
                <a:ext cx="46800" cy="3848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CE724BB-CE59-4B43-1BB6-2AC50126046D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318888" y="2707704"/>
                  <a:ext cx="6444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77716CB7-672A-96D1-9E22-7C8A1E7F0317}"/>
                    </a:ext>
                  </a:extLst>
                </p14:cNvPr>
                <p14:cNvContentPartPr/>
                <p14:nvPr/>
              </p14:nvContentPartPr>
              <p14:xfrm>
                <a:off x="332928" y="2550024"/>
                <a:ext cx="187560" cy="2628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77716CB7-672A-96D1-9E22-7C8A1E7F0317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324288" y="2541024"/>
                  <a:ext cx="20520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9B7FB4D6-6313-0C2D-812C-C108D8EF6616}"/>
                    </a:ext>
                  </a:extLst>
                </p14:cNvPr>
                <p14:cNvContentPartPr/>
                <p14:nvPr/>
              </p14:nvContentPartPr>
              <p14:xfrm>
                <a:off x="604728" y="2559744"/>
                <a:ext cx="185040" cy="5331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9B7FB4D6-6313-0C2D-812C-C108D8EF6616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595728" y="2550744"/>
                  <a:ext cx="202680" cy="55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CE4ED01C-A4CD-6F8B-E8B7-CA9A5704751D}"/>
                    </a:ext>
                  </a:extLst>
                </p14:cNvPr>
                <p14:cNvContentPartPr/>
                <p14:nvPr/>
              </p14:nvContentPartPr>
              <p14:xfrm>
                <a:off x="921888" y="2645784"/>
                <a:ext cx="138240" cy="3196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CE4ED01C-A4CD-6F8B-E8B7-CA9A5704751D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912888" y="2636784"/>
                  <a:ext cx="15588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442E518-A0E3-D395-0A37-16866E4A9E08}"/>
                    </a:ext>
                  </a:extLst>
                </p14:cNvPr>
                <p14:cNvContentPartPr/>
                <p14:nvPr/>
              </p14:nvContentPartPr>
              <p14:xfrm>
                <a:off x="946008" y="2796264"/>
                <a:ext cx="107640" cy="536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442E518-A0E3-D395-0A37-16866E4A9E08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937008" y="2787624"/>
                  <a:ext cx="12528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AC99CDFD-ACF2-0A46-1E63-A680F3D54982}"/>
                    </a:ext>
                  </a:extLst>
                </p14:cNvPr>
                <p14:cNvContentPartPr/>
                <p14:nvPr/>
              </p14:nvContentPartPr>
              <p14:xfrm>
                <a:off x="1140408" y="2819304"/>
                <a:ext cx="180000" cy="1375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AC99CDFD-ACF2-0A46-1E63-A680F3D54982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131768" y="2810664"/>
                  <a:ext cx="1976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106CD458-8184-8146-1695-2F72091DF7BB}"/>
                    </a:ext>
                  </a:extLst>
                </p14:cNvPr>
                <p14:cNvContentPartPr/>
                <p14:nvPr/>
              </p14:nvContentPartPr>
              <p14:xfrm>
                <a:off x="1299528" y="2561904"/>
                <a:ext cx="225720" cy="5907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106CD458-8184-8146-1695-2F72091DF7BB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290888" y="2552904"/>
                  <a:ext cx="243360" cy="608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1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D2DE64F9-4EF2-DDE9-9F33-9C8EC4B379C2}"/>
                  </a:ext>
                </a:extLst>
              </p14:cNvPr>
              <p14:cNvContentPartPr/>
              <p14:nvPr/>
            </p14:nvContentPartPr>
            <p14:xfrm>
              <a:off x="1710288" y="2823624"/>
              <a:ext cx="340560" cy="11196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D2DE64F9-4EF2-DDE9-9F33-9C8EC4B379C2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1701648" y="2814624"/>
                <a:ext cx="358200" cy="12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9" name="Group 118">
            <a:extLst>
              <a:ext uri="{FF2B5EF4-FFF2-40B4-BE49-F238E27FC236}">
                <a16:creationId xmlns:a16="http://schemas.microsoft.com/office/drawing/2014/main" id="{692E3693-6C85-ECCA-79C4-7719A6E969D8}"/>
              </a:ext>
            </a:extLst>
          </p:cNvPr>
          <p:cNvGrpSpPr/>
          <p:nvPr/>
        </p:nvGrpSpPr>
        <p:grpSpPr>
          <a:xfrm>
            <a:off x="2455848" y="2685024"/>
            <a:ext cx="1212120" cy="299880"/>
            <a:chOff x="2455848" y="2685024"/>
            <a:chExt cx="1212120" cy="29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3482B973-3176-A60E-55D3-59BD9675AEF9}"/>
                    </a:ext>
                  </a:extLst>
                </p14:cNvPr>
                <p14:cNvContentPartPr/>
                <p14:nvPr/>
              </p14:nvContentPartPr>
              <p14:xfrm>
                <a:off x="2455848" y="2685024"/>
                <a:ext cx="276480" cy="2998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3482B973-3176-A60E-55D3-59BD9675AEF9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2446848" y="2676024"/>
                  <a:ext cx="29412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BEB39B4B-3244-F38E-907B-BA9590F1FFBB}"/>
                    </a:ext>
                  </a:extLst>
                </p14:cNvPr>
                <p14:cNvContentPartPr/>
                <p14:nvPr/>
              </p14:nvContentPartPr>
              <p14:xfrm>
                <a:off x="2830608" y="2780064"/>
                <a:ext cx="21960" cy="464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BEB39B4B-3244-F38E-907B-BA9590F1FFBB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2821968" y="2771064"/>
                  <a:ext cx="3960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30AD2DF-C6F9-323E-DB84-E009E2994F51}"/>
                    </a:ext>
                  </a:extLst>
                </p14:cNvPr>
                <p14:cNvContentPartPr/>
                <p14:nvPr/>
              </p14:nvContentPartPr>
              <p14:xfrm>
                <a:off x="2994768" y="2716344"/>
                <a:ext cx="281880" cy="2404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30AD2DF-C6F9-323E-DB84-E009E2994F51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2985768" y="2707344"/>
                  <a:ext cx="29952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DCA4593-B310-E093-A7CB-3CD204E29E55}"/>
                    </a:ext>
                  </a:extLst>
                </p14:cNvPr>
                <p14:cNvContentPartPr/>
                <p14:nvPr/>
              </p14:nvContentPartPr>
              <p14:xfrm>
                <a:off x="3387528" y="2719584"/>
                <a:ext cx="280440" cy="2419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DCA4593-B310-E093-A7CB-3CD204E29E55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3378888" y="2710584"/>
                  <a:ext cx="298080" cy="25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96D8E8A6-8C75-870C-F5EC-1B1CD51B9601}"/>
              </a:ext>
            </a:extLst>
          </p:cNvPr>
          <p:cNvGrpSpPr/>
          <p:nvPr/>
        </p:nvGrpSpPr>
        <p:grpSpPr>
          <a:xfrm>
            <a:off x="4027248" y="2685024"/>
            <a:ext cx="581760" cy="228240"/>
            <a:chOff x="4027248" y="2685024"/>
            <a:chExt cx="581760" cy="22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C93C408B-056C-1CB5-56DF-FDAE43A10FC2}"/>
                    </a:ext>
                  </a:extLst>
                </p14:cNvPr>
                <p14:cNvContentPartPr/>
                <p14:nvPr/>
              </p14:nvContentPartPr>
              <p14:xfrm>
                <a:off x="4027248" y="2685024"/>
                <a:ext cx="144720" cy="2282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C93C408B-056C-1CB5-56DF-FDAE43A10FC2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4018248" y="2676384"/>
                  <a:ext cx="16236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516765B1-4281-FB93-A249-CA1CF5DDDE8C}"/>
                    </a:ext>
                  </a:extLst>
                </p14:cNvPr>
                <p14:cNvContentPartPr/>
                <p14:nvPr/>
              </p14:nvContentPartPr>
              <p14:xfrm>
                <a:off x="4299048" y="2756664"/>
                <a:ext cx="22320" cy="457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516765B1-4281-FB93-A249-CA1CF5DDDE8C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4290048" y="2747664"/>
                  <a:ext cx="399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327ECC4-8D64-79B6-94B7-FA065779BCE0}"/>
                    </a:ext>
                  </a:extLst>
                </p14:cNvPr>
                <p14:cNvContentPartPr/>
                <p14:nvPr/>
              </p14:nvContentPartPr>
              <p14:xfrm>
                <a:off x="4421448" y="2691864"/>
                <a:ext cx="187560" cy="1944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327ECC4-8D64-79B6-94B7-FA065779BCE0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4412808" y="2682864"/>
                  <a:ext cx="205200" cy="21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3E725B15-8035-9617-38EB-C5EC0336D943}"/>
              </a:ext>
            </a:extLst>
          </p:cNvPr>
          <p:cNvGrpSpPr/>
          <p:nvPr/>
        </p:nvGrpSpPr>
        <p:grpSpPr>
          <a:xfrm>
            <a:off x="4841928" y="2659824"/>
            <a:ext cx="1055520" cy="271440"/>
            <a:chOff x="4841928" y="2659824"/>
            <a:chExt cx="1055520" cy="27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2CC79DD7-521E-AF23-18AE-564BF3B5362A}"/>
                    </a:ext>
                  </a:extLst>
                </p14:cNvPr>
                <p14:cNvContentPartPr/>
                <p14:nvPr/>
              </p14:nvContentPartPr>
              <p14:xfrm>
                <a:off x="4841928" y="2659824"/>
                <a:ext cx="210960" cy="2714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2CC79DD7-521E-AF23-18AE-564BF3B5362A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4832928" y="2651184"/>
                  <a:ext cx="22860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B22BB3B6-4324-EA16-21B0-C53859102702}"/>
                    </a:ext>
                  </a:extLst>
                </p14:cNvPr>
                <p14:cNvContentPartPr/>
                <p14:nvPr/>
              </p14:nvContentPartPr>
              <p14:xfrm>
                <a:off x="5215248" y="2695464"/>
                <a:ext cx="144360" cy="1720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B22BB3B6-4324-EA16-21B0-C53859102702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5206248" y="2686464"/>
                  <a:ext cx="16200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03B934F-C9DA-2F21-0281-AC5EC58B43F5}"/>
                    </a:ext>
                  </a:extLst>
                </p14:cNvPr>
                <p14:cNvContentPartPr/>
                <p14:nvPr/>
              </p14:nvContentPartPr>
              <p14:xfrm>
                <a:off x="5483088" y="2733264"/>
                <a:ext cx="45000" cy="478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03B934F-C9DA-2F21-0281-AC5EC58B43F5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5474088" y="2724624"/>
                  <a:ext cx="6264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833FA9DA-B6D1-82AE-B481-B14F9D9D166F}"/>
                    </a:ext>
                  </a:extLst>
                </p14:cNvPr>
                <p14:cNvContentPartPr/>
                <p14:nvPr/>
              </p14:nvContentPartPr>
              <p14:xfrm>
                <a:off x="5651208" y="2700504"/>
                <a:ext cx="76680" cy="1576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833FA9DA-B6D1-82AE-B481-B14F9D9D166F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5642208" y="2691864"/>
                  <a:ext cx="9432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DADBE185-54FB-8135-5112-D9CACCB465DA}"/>
                    </a:ext>
                  </a:extLst>
                </p14:cNvPr>
                <p14:cNvContentPartPr/>
                <p14:nvPr/>
              </p14:nvContentPartPr>
              <p14:xfrm>
                <a:off x="5676408" y="2664504"/>
                <a:ext cx="221040" cy="5256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DADBE185-54FB-8135-5112-D9CACCB465DA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5667408" y="2655504"/>
                  <a:ext cx="238680" cy="70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7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E5F2BA34-E75A-2B17-9CDE-172092974B69}"/>
                  </a:ext>
                </a:extLst>
              </p14:cNvPr>
              <p14:cNvContentPartPr/>
              <p14:nvPr/>
            </p14:nvContentPartPr>
            <p14:xfrm>
              <a:off x="6087888" y="2659464"/>
              <a:ext cx="181080" cy="209520"/>
            </p14:xfrm>
          </p:contentPart>
        </mc:Choice>
        <mc:Fallback xmlns=""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E5F2BA34-E75A-2B17-9CDE-172092974B69}"/>
                  </a:ext>
                </a:extLst>
              </p:cNvPr>
              <p:cNvPicPr/>
              <p:nvPr/>
            </p:nvPicPr>
            <p:blipFill>
              <a:blip r:embed="rId208"/>
              <a:stretch>
                <a:fillRect/>
              </a:stretch>
            </p:blipFill>
            <p:spPr>
              <a:xfrm>
                <a:off x="6079248" y="2650824"/>
                <a:ext cx="198720" cy="22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1" name="Group 200">
            <a:extLst>
              <a:ext uri="{FF2B5EF4-FFF2-40B4-BE49-F238E27FC236}">
                <a16:creationId xmlns:a16="http://schemas.microsoft.com/office/drawing/2014/main" id="{99CF40F1-66CB-0EBA-DF3C-0D57638F655B}"/>
              </a:ext>
            </a:extLst>
          </p:cNvPr>
          <p:cNvGrpSpPr/>
          <p:nvPr/>
        </p:nvGrpSpPr>
        <p:grpSpPr>
          <a:xfrm>
            <a:off x="6520248" y="2658024"/>
            <a:ext cx="550440" cy="191520"/>
            <a:chOff x="6520248" y="2658024"/>
            <a:chExt cx="550440" cy="19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9E55AE7C-C737-A601-DC7E-D73E07E90CAD}"/>
                    </a:ext>
                  </a:extLst>
                </p14:cNvPr>
                <p14:cNvContentPartPr/>
                <p14:nvPr/>
              </p14:nvContentPartPr>
              <p14:xfrm>
                <a:off x="6520248" y="2658024"/>
                <a:ext cx="139680" cy="17640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9E55AE7C-C737-A601-DC7E-D73E07E90CAD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6511608" y="2649384"/>
                  <a:ext cx="1573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B32D1731-1484-05CC-A1F0-823B678D15AA}"/>
                    </a:ext>
                  </a:extLst>
                </p14:cNvPr>
                <p14:cNvContentPartPr/>
                <p14:nvPr/>
              </p14:nvContentPartPr>
              <p14:xfrm>
                <a:off x="6736248" y="2751984"/>
                <a:ext cx="13680" cy="2484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B32D1731-1484-05CC-A1F0-823B678D15AA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6727248" y="2743344"/>
                  <a:ext cx="313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A6FFD615-5802-7525-AEB1-4943BABA226A}"/>
                    </a:ext>
                  </a:extLst>
                </p14:cNvPr>
                <p14:cNvContentPartPr/>
                <p14:nvPr/>
              </p14:nvContentPartPr>
              <p14:xfrm>
                <a:off x="6885648" y="2683224"/>
                <a:ext cx="185040" cy="1663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A6FFD615-5802-7525-AEB1-4943BABA226A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6877008" y="2674224"/>
                  <a:ext cx="202680" cy="183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5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A7CA9B19-D510-4424-7F01-5848314EBC53}"/>
                  </a:ext>
                </a:extLst>
              </p14:cNvPr>
              <p14:cNvContentPartPr/>
              <p14:nvPr/>
            </p14:nvContentPartPr>
            <p14:xfrm>
              <a:off x="7279848" y="2659464"/>
              <a:ext cx="199800" cy="205560"/>
            </p14:xfrm>
          </p:contentPart>
        </mc:Choice>
        <mc:Fallback xmlns=""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A7CA9B19-D510-4424-7F01-5848314EBC53}"/>
                  </a:ext>
                </a:extLst>
              </p:cNvPr>
              <p:cNvPicPr/>
              <p:nvPr/>
            </p:nvPicPr>
            <p:blipFill>
              <a:blip r:embed="rId216"/>
              <a:stretch>
                <a:fillRect/>
              </a:stretch>
            </p:blipFill>
            <p:spPr>
              <a:xfrm>
                <a:off x="7271208" y="2650824"/>
                <a:ext cx="217440" cy="223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7" name="Group 206">
            <a:extLst>
              <a:ext uri="{FF2B5EF4-FFF2-40B4-BE49-F238E27FC236}">
                <a16:creationId xmlns:a16="http://schemas.microsoft.com/office/drawing/2014/main" id="{8AA393B6-FCA0-4161-B089-106487324EAB}"/>
              </a:ext>
            </a:extLst>
          </p:cNvPr>
          <p:cNvGrpSpPr/>
          <p:nvPr/>
        </p:nvGrpSpPr>
        <p:grpSpPr>
          <a:xfrm>
            <a:off x="7817688" y="2686824"/>
            <a:ext cx="256320" cy="153000"/>
            <a:chOff x="7817688" y="2686824"/>
            <a:chExt cx="256320" cy="15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83212122-2569-DC1E-F95D-A9469D7D0038}"/>
                    </a:ext>
                  </a:extLst>
                </p14:cNvPr>
                <p14:cNvContentPartPr/>
                <p14:nvPr/>
              </p14:nvContentPartPr>
              <p14:xfrm>
                <a:off x="7817688" y="2686824"/>
                <a:ext cx="127440" cy="15300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83212122-2569-DC1E-F95D-A9469D7D0038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7808688" y="2677824"/>
                  <a:ext cx="14508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06D796E2-65BE-3D60-D4AA-940512AF77AD}"/>
                    </a:ext>
                  </a:extLst>
                </p14:cNvPr>
                <p14:cNvContentPartPr/>
                <p14:nvPr/>
              </p14:nvContentPartPr>
              <p14:xfrm>
                <a:off x="8054208" y="2768544"/>
                <a:ext cx="19800" cy="3420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06D796E2-65BE-3D60-D4AA-940512AF77AD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8045208" y="2759904"/>
                  <a:ext cx="37440" cy="5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F4F294BA-6892-82FB-8F4B-009428584B51}"/>
              </a:ext>
            </a:extLst>
          </p:cNvPr>
          <p:cNvGrpSpPr/>
          <p:nvPr/>
        </p:nvGrpSpPr>
        <p:grpSpPr>
          <a:xfrm>
            <a:off x="8250048" y="2650104"/>
            <a:ext cx="578160" cy="281520"/>
            <a:chOff x="8250048" y="2650104"/>
            <a:chExt cx="578160" cy="28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F95551CE-2C90-718D-5983-A1BB25056B64}"/>
                    </a:ext>
                  </a:extLst>
                </p14:cNvPr>
                <p14:cNvContentPartPr/>
                <p14:nvPr/>
              </p14:nvContentPartPr>
              <p14:xfrm>
                <a:off x="8250048" y="2650104"/>
                <a:ext cx="90000" cy="28152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F95551CE-2C90-718D-5983-A1BB25056B64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8241408" y="2641464"/>
                  <a:ext cx="10764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629E1232-B3D7-7BC2-B33C-29CE58B027C7}"/>
                    </a:ext>
                  </a:extLst>
                </p14:cNvPr>
                <p14:cNvContentPartPr/>
                <p14:nvPr/>
              </p14:nvContentPartPr>
              <p14:xfrm>
                <a:off x="8496288" y="2655864"/>
                <a:ext cx="331920" cy="17676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629E1232-B3D7-7BC2-B33C-29CE58B027C7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8487288" y="2647224"/>
                  <a:ext cx="349560" cy="19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31D1173A-96CD-2FB8-CD2A-A476F3038DD4}"/>
              </a:ext>
            </a:extLst>
          </p:cNvPr>
          <p:cNvGrpSpPr/>
          <p:nvPr/>
        </p:nvGrpSpPr>
        <p:grpSpPr>
          <a:xfrm>
            <a:off x="9011808" y="2690064"/>
            <a:ext cx="792000" cy="193680"/>
            <a:chOff x="9011808" y="2690064"/>
            <a:chExt cx="792000" cy="19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4A93C7D9-8C56-7DD6-368A-A8F4C0A6BA3F}"/>
                    </a:ext>
                  </a:extLst>
                </p14:cNvPr>
                <p14:cNvContentPartPr/>
                <p14:nvPr/>
              </p14:nvContentPartPr>
              <p14:xfrm>
                <a:off x="9011808" y="2690064"/>
                <a:ext cx="112320" cy="15156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4A93C7D9-8C56-7DD6-368A-A8F4C0A6BA3F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9002808" y="2681064"/>
                  <a:ext cx="1299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531CB029-876E-05ED-D4DA-F4CD6EB8D570}"/>
                    </a:ext>
                  </a:extLst>
                </p14:cNvPr>
                <p14:cNvContentPartPr/>
                <p14:nvPr/>
              </p14:nvContentPartPr>
              <p14:xfrm>
                <a:off x="9224208" y="2765664"/>
                <a:ext cx="26640" cy="2052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531CB029-876E-05ED-D4DA-F4CD6EB8D570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9215208" y="2757024"/>
                  <a:ext cx="442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88AF021F-E7A6-B66C-2470-2C2C125EA602}"/>
                    </a:ext>
                  </a:extLst>
                </p14:cNvPr>
                <p14:cNvContentPartPr/>
                <p14:nvPr/>
              </p14:nvContentPartPr>
              <p14:xfrm>
                <a:off x="9370008" y="2703384"/>
                <a:ext cx="81720" cy="18036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88AF021F-E7A6-B66C-2470-2C2C125EA602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9361008" y="2694744"/>
                  <a:ext cx="993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820667C9-F039-994A-C71F-DC219A1ECBE6}"/>
                    </a:ext>
                  </a:extLst>
                </p14:cNvPr>
                <p14:cNvContentPartPr/>
                <p14:nvPr/>
              </p14:nvContentPartPr>
              <p14:xfrm>
                <a:off x="9567648" y="2755944"/>
                <a:ext cx="62640" cy="10980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820667C9-F039-994A-C71F-DC219A1ECBE6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9558648" y="2746944"/>
                  <a:ext cx="802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1758836B-4C8F-BC1D-6629-1661F1495003}"/>
                    </a:ext>
                  </a:extLst>
                </p14:cNvPr>
                <p14:cNvContentPartPr/>
                <p14:nvPr/>
              </p14:nvContentPartPr>
              <p14:xfrm>
                <a:off x="9659808" y="2720304"/>
                <a:ext cx="144000" cy="3384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1758836B-4C8F-BC1D-6629-1661F1495003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9650808" y="2711664"/>
                  <a:ext cx="161640" cy="51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5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4681D2F4-2E8E-7AF4-7F43-624F7B479801}"/>
                  </a:ext>
                </a:extLst>
              </p14:cNvPr>
              <p14:cNvContentPartPr/>
              <p14:nvPr/>
            </p14:nvContentPartPr>
            <p14:xfrm>
              <a:off x="10031688" y="2673144"/>
              <a:ext cx="137160" cy="187560"/>
            </p14:xfrm>
          </p:contentPart>
        </mc:Choice>
        <mc:Fallback xmlns=""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4681D2F4-2E8E-7AF4-7F43-624F7B479801}"/>
                  </a:ext>
                </a:extLst>
              </p:cNvPr>
              <p:cNvPicPr/>
              <p:nvPr/>
            </p:nvPicPr>
            <p:blipFill>
              <a:blip r:embed="rId236"/>
              <a:stretch>
                <a:fillRect/>
              </a:stretch>
            </p:blipFill>
            <p:spPr>
              <a:xfrm>
                <a:off x="10022688" y="2664144"/>
                <a:ext cx="154800" cy="205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21" name="Group 220">
            <a:extLst>
              <a:ext uri="{FF2B5EF4-FFF2-40B4-BE49-F238E27FC236}">
                <a16:creationId xmlns:a16="http://schemas.microsoft.com/office/drawing/2014/main" id="{4ECC9379-AB2D-403E-5BCB-B21245B3D790}"/>
              </a:ext>
            </a:extLst>
          </p:cNvPr>
          <p:cNvGrpSpPr/>
          <p:nvPr/>
        </p:nvGrpSpPr>
        <p:grpSpPr>
          <a:xfrm>
            <a:off x="10429848" y="2646504"/>
            <a:ext cx="785160" cy="180720"/>
            <a:chOff x="10429848" y="2646504"/>
            <a:chExt cx="785160" cy="18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389BBB6D-87D9-BBE1-627A-E6DF669292F3}"/>
                    </a:ext>
                  </a:extLst>
                </p14:cNvPr>
                <p14:cNvContentPartPr/>
                <p14:nvPr/>
              </p14:nvContentPartPr>
              <p14:xfrm>
                <a:off x="10429848" y="2673864"/>
                <a:ext cx="105480" cy="14112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389BBB6D-87D9-BBE1-627A-E6DF669292F3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0420848" y="2664864"/>
                  <a:ext cx="12312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6CAFF1A5-461B-89E8-9E41-E670F133A02D}"/>
                    </a:ext>
                  </a:extLst>
                </p14:cNvPr>
                <p14:cNvContentPartPr/>
                <p14:nvPr/>
              </p14:nvContentPartPr>
              <p14:xfrm>
                <a:off x="10663488" y="2736144"/>
                <a:ext cx="33840" cy="2844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6CAFF1A5-461B-89E8-9E41-E670F133A02D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0654488" y="2727504"/>
                  <a:ext cx="514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92E3573F-15AD-D9E0-751D-5A60E377CD24}"/>
                    </a:ext>
                  </a:extLst>
                </p14:cNvPr>
                <p14:cNvContentPartPr/>
                <p14:nvPr/>
              </p14:nvContentPartPr>
              <p14:xfrm>
                <a:off x="10794168" y="2690424"/>
                <a:ext cx="123120" cy="13284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92E3573F-15AD-D9E0-751D-5A60E377CD24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0785168" y="2681784"/>
                  <a:ext cx="14076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220F74E4-ACE4-2109-F6CE-426F6D68C6F9}"/>
                    </a:ext>
                  </a:extLst>
                </p14:cNvPr>
                <p14:cNvContentPartPr/>
                <p14:nvPr/>
              </p14:nvContentPartPr>
              <p14:xfrm>
                <a:off x="11015208" y="2687184"/>
                <a:ext cx="47880" cy="14004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220F74E4-ACE4-2109-F6CE-426F6D68C6F9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1006568" y="2678184"/>
                  <a:ext cx="6552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FCCAF8E3-773F-F439-EF5E-B2731B56896E}"/>
                    </a:ext>
                  </a:extLst>
                </p14:cNvPr>
                <p14:cNvContentPartPr/>
                <p14:nvPr/>
              </p14:nvContentPartPr>
              <p14:xfrm>
                <a:off x="11044728" y="2646504"/>
                <a:ext cx="170280" cy="3744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FCCAF8E3-773F-F439-EF5E-B2731B56896E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1036088" y="2637864"/>
                  <a:ext cx="187920" cy="5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264A1E4F-CC19-7E1D-7919-7A8B296CCA17}"/>
              </a:ext>
            </a:extLst>
          </p:cNvPr>
          <p:cNvGrpSpPr/>
          <p:nvPr/>
        </p:nvGrpSpPr>
        <p:grpSpPr>
          <a:xfrm>
            <a:off x="11404728" y="2664504"/>
            <a:ext cx="677160" cy="199080"/>
            <a:chOff x="11404728" y="2664504"/>
            <a:chExt cx="677160" cy="19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D501AC24-E5FB-DE75-DF18-EDAF9F660A5A}"/>
                    </a:ext>
                  </a:extLst>
                </p14:cNvPr>
                <p14:cNvContentPartPr/>
                <p14:nvPr/>
              </p14:nvContentPartPr>
              <p14:xfrm>
                <a:off x="11404728" y="2664504"/>
                <a:ext cx="279720" cy="18324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D501AC24-E5FB-DE75-DF18-EDAF9F660A5A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1396088" y="2655864"/>
                  <a:ext cx="29736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C3F17C06-ECAF-A2A0-A072-EAA7F9F6DF2B}"/>
                    </a:ext>
                  </a:extLst>
                </p14:cNvPr>
                <p14:cNvContentPartPr/>
                <p14:nvPr/>
              </p14:nvContentPartPr>
              <p14:xfrm>
                <a:off x="11814408" y="2674224"/>
                <a:ext cx="34200" cy="18936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C3F17C06-ECAF-A2A0-A072-EAA7F9F6DF2B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1805768" y="2665584"/>
                  <a:ext cx="518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E9B5D52F-2ADC-02FF-48B3-EC8253DE137A}"/>
                    </a:ext>
                  </a:extLst>
                </p14:cNvPr>
                <p14:cNvContentPartPr/>
                <p14:nvPr/>
              </p14:nvContentPartPr>
              <p14:xfrm>
                <a:off x="11967768" y="2717784"/>
                <a:ext cx="114120" cy="14220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E9B5D52F-2ADC-02FF-48B3-EC8253DE137A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1959128" y="2708784"/>
                  <a:ext cx="131760" cy="15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DE8B43BD-2122-7624-6DA4-F485631A7735}"/>
              </a:ext>
            </a:extLst>
          </p:cNvPr>
          <p:cNvGrpSpPr/>
          <p:nvPr/>
        </p:nvGrpSpPr>
        <p:grpSpPr>
          <a:xfrm>
            <a:off x="2776248" y="3262104"/>
            <a:ext cx="806760" cy="206640"/>
            <a:chOff x="2776248" y="3262104"/>
            <a:chExt cx="806760" cy="20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1CDE84A6-8BF8-76FE-A07B-AD0AC059E9D4}"/>
                    </a:ext>
                  </a:extLst>
                </p14:cNvPr>
                <p14:cNvContentPartPr/>
                <p14:nvPr/>
              </p14:nvContentPartPr>
              <p14:xfrm>
                <a:off x="2776248" y="3304584"/>
                <a:ext cx="146880" cy="16416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1CDE84A6-8BF8-76FE-A07B-AD0AC059E9D4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2767608" y="3295944"/>
                  <a:ext cx="16452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1E4C91CE-3C5C-3720-1B78-510327AA9AB4}"/>
                    </a:ext>
                  </a:extLst>
                </p14:cNvPr>
                <p14:cNvContentPartPr/>
                <p14:nvPr/>
              </p14:nvContentPartPr>
              <p14:xfrm>
                <a:off x="3072528" y="3337344"/>
                <a:ext cx="16560" cy="3384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1E4C91CE-3C5C-3720-1B78-510327AA9AB4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3063528" y="3328704"/>
                  <a:ext cx="342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7D40D063-716A-2291-8616-C213EB27A737}"/>
                    </a:ext>
                  </a:extLst>
                </p14:cNvPr>
                <p14:cNvContentPartPr/>
                <p14:nvPr/>
              </p14:nvContentPartPr>
              <p14:xfrm>
                <a:off x="3151728" y="3280104"/>
                <a:ext cx="193320" cy="15300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7D40D063-716A-2291-8616-C213EB27A737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3143088" y="3271464"/>
                  <a:ext cx="21096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6970F170-F7D1-7663-D640-EDD160BA0D21}"/>
                    </a:ext>
                  </a:extLst>
                </p14:cNvPr>
                <p14:cNvContentPartPr/>
                <p14:nvPr/>
              </p14:nvContentPartPr>
              <p14:xfrm>
                <a:off x="3419928" y="3299544"/>
                <a:ext cx="64080" cy="14256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6970F170-F7D1-7663-D640-EDD160BA0D21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3411288" y="3290904"/>
                  <a:ext cx="817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1FC016BD-5584-39A9-D3F7-6E9D13E8F2F2}"/>
                    </a:ext>
                  </a:extLst>
                </p14:cNvPr>
                <p14:cNvContentPartPr/>
                <p14:nvPr/>
              </p14:nvContentPartPr>
              <p14:xfrm>
                <a:off x="3403008" y="3262104"/>
                <a:ext cx="180000" cy="3780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1FC016BD-5584-39A9-D3F7-6E9D13E8F2F2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3394368" y="3253464"/>
                  <a:ext cx="197640" cy="55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3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EF29B992-418C-FE38-5B99-C171B27F74B0}"/>
                  </a:ext>
                </a:extLst>
              </p14:cNvPr>
              <p14:cNvContentPartPr/>
              <p14:nvPr/>
            </p14:nvContentPartPr>
            <p14:xfrm>
              <a:off x="3795768" y="3269304"/>
              <a:ext cx="283680" cy="180000"/>
            </p14:xfrm>
          </p:contentPart>
        </mc:Choice>
        <mc:Fallback xmlns=""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EF29B992-418C-FE38-5B99-C171B27F74B0}"/>
                  </a:ext>
                </a:extLst>
              </p:cNvPr>
              <p:cNvPicPr/>
              <p:nvPr/>
            </p:nvPicPr>
            <p:blipFill>
              <a:blip r:embed="rId264"/>
              <a:stretch>
                <a:fillRect/>
              </a:stretch>
            </p:blipFill>
            <p:spPr>
              <a:xfrm>
                <a:off x="3787128" y="3260664"/>
                <a:ext cx="301320" cy="197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36" name="Group 235">
            <a:extLst>
              <a:ext uri="{FF2B5EF4-FFF2-40B4-BE49-F238E27FC236}">
                <a16:creationId xmlns:a16="http://schemas.microsoft.com/office/drawing/2014/main" id="{89413FB0-29DE-8998-A82C-709A1B7E7003}"/>
              </a:ext>
            </a:extLst>
          </p:cNvPr>
          <p:cNvGrpSpPr/>
          <p:nvPr/>
        </p:nvGrpSpPr>
        <p:grpSpPr>
          <a:xfrm>
            <a:off x="4339368" y="3270744"/>
            <a:ext cx="478440" cy="238680"/>
            <a:chOff x="4339368" y="3270744"/>
            <a:chExt cx="478440" cy="23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EB82ED23-B168-6385-8F9E-C440DD3281F9}"/>
                    </a:ext>
                  </a:extLst>
                </p14:cNvPr>
                <p14:cNvContentPartPr/>
                <p14:nvPr/>
              </p14:nvContentPartPr>
              <p14:xfrm>
                <a:off x="4339368" y="3307464"/>
                <a:ext cx="121680" cy="16524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EB82ED23-B168-6385-8F9E-C440DD3281F9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4330728" y="3298824"/>
                  <a:ext cx="13932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C2849DFA-A75C-E748-66E6-A4397E82D29B}"/>
                    </a:ext>
                  </a:extLst>
                </p14:cNvPr>
                <p14:cNvContentPartPr/>
                <p14:nvPr/>
              </p14:nvContentPartPr>
              <p14:xfrm>
                <a:off x="4599648" y="3345624"/>
                <a:ext cx="21240" cy="2844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C2849DFA-A75C-E748-66E6-A4397E82D29B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4590648" y="3336624"/>
                  <a:ext cx="388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FBC738CD-7C3F-A93F-7E99-E55EC54C1CB7}"/>
                    </a:ext>
                  </a:extLst>
                </p14:cNvPr>
                <p14:cNvContentPartPr/>
                <p14:nvPr/>
              </p14:nvContentPartPr>
              <p14:xfrm>
                <a:off x="4687128" y="3270744"/>
                <a:ext cx="130680" cy="23868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FBC738CD-7C3F-A93F-7E99-E55EC54C1CB7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4678488" y="3261744"/>
                  <a:ext cx="148320" cy="25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1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E4298101-0570-FA12-BB96-9041BCD7EF2D}"/>
                  </a:ext>
                </a:extLst>
              </p14:cNvPr>
              <p14:cNvContentPartPr/>
              <p14:nvPr/>
            </p14:nvContentPartPr>
            <p14:xfrm>
              <a:off x="5048928" y="3254904"/>
              <a:ext cx="140040" cy="195120"/>
            </p14:xfrm>
          </p:contentPart>
        </mc:Choice>
        <mc:Fallback xmlns=""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E4298101-0570-FA12-BB96-9041BCD7EF2D}"/>
                  </a:ext>
                </a:extLst>
              </p:cNvPr>
              <p:cNvPicPr/>
              <p:nvPr/>
            </p:nvPicPr>
            <p:blipFill>
              <a:blip r:embed="rId272"/>
              <a:stretch>
                <a:fillRect/>
              </a:stretch>
            </p:blipFill>
            <p:spPr>
              <a:xfrm>
                <a:off x="5040288" y="3245904"/>
                <a:ext cx="157680" cy="212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43" name="Group 242">
            <a:extLst>
              <a:ext uri="{FF2B5EF4-FFF2-40B4-BE49-F238E27FC236}">
                <a16:creationId xmlns:a16="http://schemas.microsoft.com/office/drawing/2014/main" id="{BBFDC927-E3E7-C3CB-A707-D88D858417DC}"/>
              </a:ext>
            </a:extLst>
          </p:cNvPr>
          <p:cNvGrpSpPr/>
          <p:nvPr/>
        </p:nvGrpSpPr>
        <p:grpSpPr>
          <a:xfrm>
            <a:off x="5519088" y="3268584"/>
            <a:ext cx="948240" cy="236160"/>
            <a:chOff x="5519088" y="3268584"/>
            <a:chExt cx="948240" cy="23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D37119EA-1246-57BA-589B-1EA30642F796}"/>
                    </a:ext>
                  </a:extLst>
                </p14:cNvPr>
                <p14:cNvContentPartPr/>
                <p14:nvPr/>
              </p14:nvContentPartPr>
              <p14:xfrm>
                <a:off x="5519088" y="3316824"/>
                <a:ext cx="164880" cy="16128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D37119EA-1246-57BA-589B-1EA30642F796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5510448" y="3308184"/>
                  <a:ext cx="1825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79438170-3E14-5BC8-C30B-589FC9D02606}"/>
                    </a:ext>
                  </a:extLst>
                </p14:cNvPr>
                <p14:cNvContentPartPr/>
                <p14:nvPr/>
              </p14:nvContentPartPr>
              <p14:xfrm>
                <a:off x="5825808" y="3346344"/>
                <a:ext cx="19800" cy="3960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79438170-3E14-5BC8-C30B-589FC9D02606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5816808" y="3337704"/>
                  <a:ext cx="3744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8BBD24C3-A904-7335-65A2-254F82AC20D4}"/>
                    </a:ext>
                  </a:extLst>
                </p14:cNvPr>
                <p14:cNvContentPartPr/>
                <p14:nvPr/>
              </p14:nvContentPartPr>
              <p14:xfrm>
                <a:off x="5925888" y="3268584"/>
                <a:ext cx="145080" cy="22968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8BBD24C3-A904-7335-65A2-254F82AC20D4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5917248" y="3259584"/>
                  <a:ext cx="16272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054A565F-EBC9-B691-4EA1-E1205767C75C}"/>
                    </a:ext>
                  </a:extLst>
                </p14:cNvPr>
                <p14:cNvContentPartPr/>
                <p14:nvPr/>
              </p14:nvContentPartPr>
              <p14:xfrm>
                <a:off x="6163488" y="3349944"/>
                <a:ext cx="76320" cy="15480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054A565F-EBC9-B691-4EA1-E1205767C75C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6154488" y="3340944"/>
                  <a:ext cx="9396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05E0D6FD-EDB6-0E07-12B4-8BB79B30E83E}"/>
                    </a:ext>
                  </a:extLst>
                </p14:cNvPr>
                <p14:cNvContentPartPr/>
                <p14:nvPr/>
              </p14:nvContentPartPr>
              <p14:xfrm>
                <a:off x="6171408" y="3296664"/>
                <a:ext cx="295920" cy="5544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05E0D6FD-EDB6-0E07-12B4-8BB79B30E83E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6162768" y="3288024"/>
                  <a:ext cx="313560" cy="73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3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FF93DB25-9BCF-E45C-A21F-5F70EEEA2C1A}"/>
                  </a:ext>
                </a:extLst>
              </p14:cNvPr>
              <p14:cNvContentPartPr/>
              <p14:nvPr/>
            </p14:nvContentPartPr>
            <p14:xfrm>
              <a:off x="6690528" y="3295224"/>
              <a:ext cx="263880" cy="198000"/>
            </p14:xfrm>
          </p:contentPart>
        </mc:Choice>
        <mc:Fallback xmlns=""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FF93DB25-9BCF-E45C-A21F-5F70EEEA2C1A}"/>
                  </a:ext>
                </a:extLst>
              </p:cNvPr>
              <p:cNvPicPr/>
              <p:nvPr/>
            </p:nvPicPr>
            <p:blipFill>
              <a:blip r:embed="rId284"/>
              <a:stretch>
                <a:fillRect/>
              </a:stretch>
            </p:blipFill>
            <p:spPr>
              <a:xfrm>
                <a:off x="6681888" y="3286224"/>
                <a:ext cx="281520" cy="215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49" name="Group 248">
            <a:extLst>
              <a:ext uri="{FF2B5EF4-FFF2-40B4-BE49-F238E27FC236}">
                <a16:creationId xmlns:a16="http://schemas.microsoft.com/office/drawing/2014/main" id="{407C585E-FB0F-A4C8-6A8E-9C020FD838C0}"/>
              </a:ext>
            </a:extLst>
          </p:cNvPr>
          <p:cNvGrpSpPr/>
          <p:nvPr/>
        </p:nvGrpSpPr>
        <p:grpSpPr>
          <a:xfrm>
            <a:off x="7246008" y="3230064"/>
            <a:ext cx="918360" cy="196200"/>
            <a:chOff x="7246008" y="3230064"/>
            <a:chExt cx="918360" cy="19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378DEB19-2F97-1273-ED8A-09E891EF331E}"/>
                    </a:ext>
                  </a:extLst>
                </p14:cNvPr>
                <p14:cNvContentPartPr/>
                <p14:nvPr/>
              </p14:nvContentPartPr>
              <p14:xfrm>
                <a:off x="7246008" y="3264264"/>
                <a:ext cx="118080" cy="14040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378DEB19-2F97-1273-ED8A-09E891EF331E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7237008" y="3255264"/>
                  <a:ext cx="13572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F25E69C7-E032-9FD8-76C1-DD6F7BC27FD2}"/>
                    </a:ext>
                  </a:extLst>
                </p14:cNvPr>
                <p14:cNvContentPartPr/>
                <p14:nvPr/>
              </p14:nvContentPartPr>
              <p14:xfrm>
                <a:off x="7488648" y="3309624"/>
                <a:ext cx="2160" cy="4392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F25E69C7-E032-9FD8-76C1-DD6F7BC27FD2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7480008" y="3300984"/>
                  <a:ext cx="198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14FB2962-0AAA-997E-5993-26B05D4B4AAA}"/>
                    </a:ext>
                  </a:extLst>
                </p14:cNvPr>
                <p14:cNvContentPartPr/>
                <p14:nvPr/>
              </p14:nvContentPartPr>
              <p14:xfrm>
                <a:off x="7586568" y="3261384"/>
                <a:ext cx="174240" cy="16488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14FB2962-0AAA-997E-5993-26B05D4B4AAA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7577568" y="3252744"/>
                  <a:ext cx="19188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7E65FB5D-D401-979A-7780-732CC3DE1E47}"/>
                    </a:ext>
                  </a:extLst>
                </p14:cNvPr>
                <p14:cNvContentPartPr/>
                <p14:nvPr/>
              </p14:nvContentPartPr>
              <p14:xfrm>
                <a:off x="7860528" y="3277584"/>
                <a:ext cx="56160" cy="13968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7E65FB5D-D401-979A-7780-732CC3DE1E47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7851528" y="3268944"/>
                  <a:ext cx="7380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DE2A6C09-E19A-F596-65B9-2D7210C947F3}"/>
                    </a:ext>
                  </a:extLst>
                </p14:cNvPr>
                <p14:cNvContentPartPr/>
                <p14:nvPr/>
              </p14:nvContentPartPr>
              <p14:xfrm>
                <a:off x="7941168" y="3230064"/>
                <a:ext cx="223200" cy="4212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DE2A6C09-E19A-F596-65B9-2D7210C947F3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7932168" y="3221064"/>
                  <a:ext cx="240840" cy="5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834F1DA7-36D8-9EE8-C734-711D85D4CB89}"/>
              </a:ext>
            </a:extLst>
          </p:cNvPr>
          <p:cNvGrpSpPr/>
          <p:nvPr/>
        </p:nvGrpSpPr>
        <p:grpSpPr>
          <a:xfrm>
            <a:off x="2342088" y="3903984"/>
            <a:ext cx="172440" cy="104400"/>
            <a:chOff x="2342088" y="3903984"/>
            <a:chExt cx="172440" cy="10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9A73170E-0131-2E3F-1D9D-141357627E8C}"/>
                    </a:ext>
                  </a:extLst>
                </p14:cNvPr>
                <p14:cNvContentPartPr/>
                <p14:nvPr/>
              </p14:nvContentPartPr>
              <p14:xfrm>
                <a:off x="2342088" y="3903984"/>
                <a:ext cx="85680" cy="2160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9A73170E-0131-2E3F-1D9D-141357627E8C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2333088" y="3894984"/>
                  <a:ext cx="1033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338C6BEF-89FD-2C8B-6965-D3E90B6DA3EC}"/>
                    </a:ext>
                  </a:extLst>
                </p14:cNvPr>
                <p14:cNvContentPartPr/>
                <p14:nvPr/>
              </p14:nvContentPartPr>
              <p14:xfrm>
                <a:off x="2397168" y="3991104"/>
                <a:ext cx="117360" cy="1728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338C6BEF-89FD-2C8B-6965-D3E90B6DA3EC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2388168" y="3982464"/>
                  <a:ext cx="135000" cy="34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9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EBFF97F6-C361-7493-1B73-28DDFF9C29C2}"/>
                  </a:ext>
                </a:extLst>
              </p14:cNvPr>
              <p14:cNvContentPartPr/>
              <p14:nvPr/>
            </p14:nvContentPartPr>
            <p14:xfrm>
              <a:off x="2872008" y="3796344"/>
              <a:ext cx="237240" cy="175680"/>
            </p14:xfrm>
          </p:contentPart>
        </mc:Choice>
        <mc:Fallback xmlns=""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EBFF97F6-C361-7493-1B73-28DDFF9C29C2}"/>
                  </a:ext>
                </a:extLst>
              </p:cNvPr>
              <p:cNvPicPr/>
              <p:nvPr/>
            </p:nvPicPr>
            <p:blipFill>
              <a:blip r:embed="rId300"/>
              <a:stretch>
                <a:fillRect/>
              </a:stretch>
            </p:blipFill>
            <p:spPr>
              <a:xfrm>
                <a:off x="2863368" y="3787344"/>
                <a:ext cx="254880" cy="193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61" name="Group 260">
            <a:extLst>
              <a:ext uri="{FF2B5EF4-FFF2-40B4-BE49-F238E27FC236}">
                <a16:creationId xmlns:a16="http://schemas.microsoft.com/office/drawing/2014/main" id="{E5033EFE-957D-1B89-B0B3-B952D5FD9D62}"/>
              </a:ext>
            </a:extLst>
          </p:cNvPr>
          <p:cNvGrpSpPr/>
          <p:nvPr/>
        </p:nvGrpSpPr>
        <p:grpSpPr>
          <a:xfrm>
            <a:off x="3297168" y="3781584"/>
            <a:ext cx="349920" cy="148320"/>
            <a:chOff x="3297168" y="3781584"/>
            <a:chExt cx="349920" cy="14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F32272A5-84C0-59BB-AB76-84A43BB84547}"/>
                    </a:ext>
                  </a:extLst>
                </p14:cNvPr>
                <p14:cNvContentPartPr/>
                <p14:nvPr/>
              </p14:nvContentPartPr>
              <p14:xfrm>
                <a:off x="3297168" y="3872664"/>
                <a:ext cx="16920" cy="4428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F32272A5-84C0-59BB-AB76-84A43BB84547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3288528" y="3863664"/>
                  <a:ext cx="3456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3EE006ED-1CD3-47D9-7F01-CCDDA09C2335}"/>
                    </a:ext>
                  </a:extLst>
                </p14:cNvPr>
                <p14:cNvContentPartPr/>
                <p14:nvPr/>
              </p14:nvContentPartPr>
              <p14:xfrm>
                <a:off x="3473208" y="3781584"/>
                <a:ext cx="173880" cy="14832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3EE006ED-1CD3-47D9-7F01-CCDDA09C2335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3464568" y="3772944"/>
                  <a:ext cx="191520" cy="165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5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0B1B3A63-37F2-4D79-5119-BF2D3409D622}"/>
                  </a:ext>
                </a:extLst>
              </p14:cNvPr>
              <p14:cNvContentPartPr/>
              <p14:nvPr/>
            </p14:nvContentPartPr>
            <p14:xfrm>
              <a:off x="3831048" y="3798864"/>
              <a:ext cx="129600" cy="114480"/>
            </p14:xfrm>
          </p:contentPart>
        </mc:Choice>
        <mc:Fallback xmlns=""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0B1B3A63-37F2-4D79-5119-BF2D3409D622}"/>
                  </a:ext>
                </a:extLst>
              </p:cNvPr>
              <p:cNvPicPr/>
              <p:nvPr/>
            </p:nvPicPr>
            <p:blipFill>
              <a:blip r:embed="rId306"/>
              <a:stretch>
                <a:fillRect/>
              </a:stretch>
            </p:blipFill>
            <p:spPr>
              <a:xfrm>
                <a:off x="3822048" y="3790224"/>
                <a:ext cx="14724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7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558BBC5C-CCE8-0B2C-9696-C97662A7C5D0}"/>
                  </a:ext>
                </a:extLst>
              </p14:cNvPr>
              <p14:cNvContentPartPr/>
              <p14:nvPr/>
            </p14:nvContentPartPr>
            <p14:xfrm>
              <a:off x="4143528" y="3792024"/>
              <a:ext cx="112320" cy="111240"/>
            </p14:xfrm>
          </p:contentPart>
        </mc:Choice>
        <mc:Fallback xmlns=""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558BBC5C-CCE8-0B2C-9696-C97662A7C5D0}"/>
                  </a:ext>
                </a:extLst>
              </p:cNvPr>
              <p:cNvPicPr/>
              <p:nvPr/>
            </p:nvPicPr>
            <p:blipFill>
              <a:blip r:embed="rId308"/>
              <a:stretch>
                <a:fillRect/>
              </a:stretch>
            </p:blipFill>
            <p:spPr>
              <a:xfrm>
                <a:off x="4134888" y="3783384"/>
                <a:ext cx="129960" cy="12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60" name="Group 259">
            <a:extLst>
              <a:ext uri="{FF2B5EF4-FFF2-40B4-BE49-F238E27FC236}">
                <a16:creationId xmlns:a16="http://schemas.microsoft.com/office/drawing/2014/main" id="{14F6A478-2421-9B2C-2CC8-C61F1DAC7560}"/>
              </a:ext>
            </a:extLst>
          </p:cNvPr>
          <p:cNvGrpSpPr/>
          <p:nvPr/>
        </p:nvGrpSpPr>
        <p:grpSpPr>
          <a:xfrm>
            <a:off x="4427568" y="3780504"/>
            <a:ext cx="351000" cy="116280"/>
            <a:chOff x="4427568" y="3780504"/>
            <a:chExt cx="351000" cy="11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6A8FD8A9-99D5-5284-C210-6EDF40FD65E5}"/>
                    </a:ext>
                  </a:extLst>
                </p14:cNvPr>
                <p14:cNvContentPartPr/>
                <p14:nvPr/>
              </p14:nvContentPartPr>
              <p14:xfrm>
                <a:off x="4427568" y="3780504"/>
                <a:ext cx="109800" cy="10980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6A8FD8A9-99D5-5284-C210-6EDF40FD65E5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4418568" y="3771864"/>
                  <a:ext cx="12744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5F85730A-2EE1-F0F2-0A77-B722C9328720}"/>
                    </a:ext>
                  </a:extLst>
                </p14:cNvPr>
                <p14:cNvContentPartPr/>
                <p14:nvPr/>
              </p14:nvContentPartPr>
              <p14:xfrm>
                <a:off x="4687848" y="3798144"/>
                <a:ext cx="90720" cy="9864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5F85730A-2EE1-F0F2-0A77-B722C9328720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4678848" y="3789504"/>
                  <a:ext cx="108360" cy="11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7" name="Group 266">
            <a:extLst>
              <a:ext uri="{FF2B5EF4-FFF2-40B4-BE49-F238E27FC236}">
                <a16:creationId xmlns:a16="http://schemas.microsoft.com/office/drawing/2014/main" id="{57F05976-01BD-88A2-A0D5-F89BC9329485}"/>
              </a:ext>
            </a:extLst>
          </p:cNvPr>
          <p:cNvGrpSpPr/>
          <p:nvPr/>
        </p:nvGrpSpPr>
        <p:grpSpPr>
          <a:xfrm>
            <a:off x="4973328" y="3777264"/>
            <a:ext cx="1098000" cy="205920"/>
            <a:chOff x="4973328" y="3777264"/>
            <a:chExt cx="1098000" cy="20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8AB5880E-99B1-19B8-F1B9-E7B0E29AD9FE}"/>
                    </a:ext>
                  </a:extLst>
                </p14:cNvPr>
                <p14:cNvContentPartPr/>
                <p14:nvPr/>
              </p14:nvContentPartPr>
              <p14:xfrm>
                <a:off x="4973328" y="3787344"/>
                <a:ext cx="23760" cy="18288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8AB5880E-99B1-19B8-F1B9-E7B0E29AD9FE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4964328" y="3778344"/>
                  <a:ext cx="414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EBCD5530-7B33-EFEB-B726-E802FB1CE944}"/>
                    </a:ext>
                  </a:extLst>
                </p14:cNvPr>
                <p14:cNvContentPartPr/>
                <p14:nvPr/>
              </p14:nvContentPartPr>
              <p14:xfrm>
                <a:off x="5151888" y="3810744"/>
                <a:ext cx="233640" cy="14724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EBCD5530-7B33-EFEB-B726-E802FB1CE944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5142888" y="3802104"/>
                  <a:ext cx="2512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E4F3FCFC-0469-B69C-644B-BE8B10C68CE0}"/>
                    </a:ext>
                  </a:extLst>
                </p14:cNvPr>
                <p14:cNvContentPartPr/>
                <p14:nvPr/>
              </p14:nvContentPartPr>
              <p14:xfrm>
                <a:off x="5465808" y="3803544"/>
                <a:ext cx="182160" cy="16740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E4F3FCFC-0469-B69C-644B-BE8B10C68CE0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5457168" y="3794904"/>
                  <a:ext cx="1998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829C7856-B921-9756-3B41-50300B8A62EE}"/>
                    </a:ext>
                  </a:extLst>
                </p14:cNvPr>
                <p14:cNvContentPartPr/>
                <p14:nvPr/>
              </p14:nvContentPartPr>
              <p14:xfrm>
                <a:off x="5789808" y="3812544"/>
                <a:ext cx="142200" cy="17064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829C7856-B921-9756-3B41-50300B8A62EE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5781168" y="3803544"/>
                  <a:ext cx="15984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576167C4-40F7-050C-CB64-C720E6DEBD57}"/>
                    </a:ext>
                  </a:extLst>
                </p14:cNvPr>
                <p14:cNvContentPartPr/>
                <p14:nvPr/>
              </p14:nvContentPartPr>
              <p14:xfrm>
                <a:off x="5929848" y="3777264"/>
                <a:ext cx="141480" cy="5112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576167C4-40F7-050C-CB64-C720E6DEBD57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5920848" y="3768624"/>
                  <a:ext cx="159120" cy="68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3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9A5ACB72-3A04-A9C7-0DA0-4BA90E379772}"/>
                  </a:ext>
                </a:extLst>
              </p14:cNvPr>
              <p14:cNvContentPartPr/>
              <p14:nvPr/>
            </p14:nvContentPartPr>
            <p14:xfrm>
              <a:off x="1523088" y="4750704"/>
              <a:ext cx="275040" cy="386280"/>
            </p14:xfrm>
          </p:contentPart>
        </mc:Choice>
        <mc:Fallback xmlns=""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9A5ACB72-3A04-A9C7-0DA0-4BA90E379772}"/>
                  </a:ext>
                </a:extLst>
              </p:cNvPr>
              <p:cNvPicPr/>
              <p:nvPr/>
            </p:nvPicPr>
            <p:blipFill>
              <a:blip r:embed="rId324"/>
              <a:stretch>
                <a:fillRect/>
              </a:stretch>
            </p:blipFill>
            <p:spPr>
              <a:xfrm>
                <a:off x="1514448" y="4742064"/>
                <a:ext cx="292680" cy="403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80" name="Group 279">
            <a:extLst>
              <a:ext uri="{FF2B5EF4-FFF2-40B4-BE49-F238E27FC236}">
                <a16:creationId xmlns:a16="http://schemas.microsoft.com/office/drawing/2014/main" id="{C36650E2-9812-2365-1A28-A8FC81303B7B}"/>
              </a:ext>
            </a:extLst>
          </p:cNvPr>
          <p:cNvGrpSpPr/>
          <p:nvPr/>
        </p:nvGrpSpPr>
        <p:grpSpPr>
          <a:xfrm>
            <a:off x="1997568" y="4707504"/>
            <a:ext cx="886320" cy="421200"/>
            <a:chOff x="1997568" y="4707504"/>
            <a:chExt cx="886320" cy="42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294C5054-7FBD-DF2B-F97E-06FB74FE99DF}"/>
                    </a:ext>
                  </a:extLst>
                </p14:cNvPr>
                <p14:cNvContentPartPr/>
                <p14:nvPr/>
              </p14:nvContentPartPr>
              <p14:xfrm>
                <a:off x="1997568" y="4707504"/>
                <a:ext cx="242280" cy="41508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294C5054-7FBD-DF2B-F97E-06FB74FE99DF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1988568" y="4698504"/>
                  <a:ext cx="259920" cy="43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03F88940-411C-0626-A954-DA1A085B542E}"/>
                    </a:ext>
                  </a:extLst>
                </p14:cNvPr>
                <p14:cNvContentPartPr/>
                <p14:nvPr/>
              </p14:nvContentPartPr>
              <p14:xfrm>
                <a:off x="2346048" y="4748544"/>
                <a:ext cx="206280" cy="21816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03F88940-411C-0626-A954-DA1A085B542E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2337048" y="4739544"/>
                  <a:ext cx="2239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3D845397-3E8D-6566-4148-D90078230571}"/>
                    </a:ext>
                  </a:extLst>
                </p14:cNvPr>
                <p14:cNvContentPartPr/>
                <p14:nvPr/>
              </p14:nvContentPartPr>
              <p14:xfrm>
                <a:off x="2440008" y="4841784"/>
                <a:ext cx="110160" cy="1260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3D845397-3E8D-6566-4148-D90078230571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2431008" y="4832784"/>
                  <a:ext cx="1278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DE3AEF93-C790-CF53-9E11-FD0EA6F1AA67}"/>
                    </a:ext>
                  </a:extLst>
                </p14:cNvPr>
                <p14:cNvContentPartPr/>
                <p14:nvPr/>
              </p14:nvContentPartPr>
              <p14:xfrm>
                <a:off x="2618208" y="4734504"/>
                <a:ext cx="265680" cy="39420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DE3AEF93-C790-CF53-9E11-FD0EA6F1AA67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2609208" y="4725864"/>
                  <a:ext cx="283320" cy="411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3">
            <p14:nvContentPartPr>
              <p14:cNvPr id="273" name="Ink 272">
                <a:extLst>
                  <a:ext uri="{FF2B5EF4-FFF2-40B4-BE49-F238E27FC236}">
                    <a16:creationId xmlns:a16="http://schemas.microsoft.com/office/drawing/2014/main" id="{B6AB6203-5D3B-43B8-01C6-5CDAAC22A372}"/>
                  </a:ext>
                </a:extLst>
              </p14:cNvPr>
              <p14:cNvContentPartPr/>
              <p14:nvPr/>
            </p14:nvContentPartPr>
            <p14:xfrm>
              <a:off x="3362328" y="4657824"/>
              <a:ext cx="516240" cy="478800"/>
            </p14:xfrm>
          </p:contentPart>
        </mc:Choice>
        <mc:Fallback xmlns="">
          <p:pic>
            <p:nvPicPr>
              <p:cNvPr id="273" name="Ink 272">
                <a:extLst>
                  <a:ext uri="{FF2B5EF4-FFF2-40B4-BE49-F238E27FC236}">
                    <a16:creationId xmlns:a16="http://schemas.microsoft.com/office/drawing/2014/main" id="{B6AB6203-5D3B-43B8-01C6-5CDAAC22A372}"/>
                  </a:ext>
                </a:extLst>
              </p:cNvPr>
              <p:cNvPicPr/>
              <p:nvPr/>
            </p:nvPicPr>
            <p:blipFill>
              <a:blip r:embed="rId334"/>
              <a:stretch>
                <a:fillRect/>
              </a:stretch>
            </p:blipFill>
            <p:spPr>
              <a:xfrm>
                <a:off x="3353328" y="4649184"/>
                <a:ext cx="533880" cy="496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79" name="Group 278">
            <a:extLst>
              <a:ext uri="{FF2B5EF4-FFF2-40B4-BE49-F238E27FC236}">
                <a16:creationId xmlns:a16="http://schemas.microsoft.com/office/drawing/2014/main" id="{D6D0C632-8FDE-7458-0E12-232175AE06B8}"/>
              </a:ext>
            </a:extLst>
          </p:cNvPr>
          <p:cNvGrpSpPr/>
          <p:nvPr/>
        </p:nvGrpSpPr>
        <p:grpSpPr>
          <a:xfrm>
            <a:off x="4602888" y="4504464"/>
            <a:ext cx="1531080" cy="511920"/>
            <a:chOff x="4602888" y="4504464"/>
            <a:chExt cx="1531080" cy="51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3D9FB1E8-0BF6-8973-AF82-05D488D649C4}"/>
                    </a:ext>
                  </a:extLst>
                </p14:cNvPr>
                <p14:cNvContentPartPr/>
                <p14:nvPr/>
              </p14:nvContentPartPr>
              <p14:xfrm>
                <a:off x="4602888" y="4593744"/>
                <a:ext cx="190440" cy="41436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3D9FB1E8-0BF6-8973-AF82-05D488D649C4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4593888" y="4584744"/>
                  <a:ext cx="20808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2804CD19-3A68-6FD4-8619-10B16FDDE1B0}"/>
                    </a:ext>
                  </a:extLst>
                </p14:cNvPr>
                <p14:cNvContentPartPr/>
                <p14:nvPr/>
              </p14:nvContentPartPr>
              <p14:xfrm>
                <a:off x="4964328" y="4574304"/>
                <a:ext cx="290160" cy="42876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2804CD19-3A68-6FD4-8619-10B16FDDE1B0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4955328" y="4565304"/>
                  <a:ext cx="307800" cy="44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F95BDB54-EDF3-B1AF-ED37-3166353DD54D}"/>
                    </a:ext>
                  </a:extLst>
                </p14:cNvPr>
                <p14:cNvContentPartPr/>
                <p14:nvPr/>
              </p14:nvContentPartPr>
              <p14:xfrm>
                <a:off x="5410368" y="4504464"/>
                <a:ext cx="217800" cy="38016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F95BDB54-EDF3-B1AF-ED37-3166353DD54D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5401368" y="4495824"/>
                  <a:ext cx="23544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69D0A7BD-8B71-2D91-8021-0C2C68BC1B01}"/>
                    </a:ext>
                  </a:extLst>
                </p14:cNvPr>
                <p14:cNvContentPartPr/>
                <p14:nvPr/>
              </p14:nvContentPartPr>
              <p14:xfrm>
                <a:off x="5479848" y="4720464"/>
                <a:ext cx="198360" cy="2988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69D0A7BD-8B71-2D91-8021-0C2C68BC1B01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5470848" y="4711824"/>
                  <a:ext cx="2160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C18ADE69-4BFE-EA3F-516F-64C83D627839}"/>
                    </a:ext>
                  </a:extLst>
                </p14:cNvPr>
                <p14:cNvContentPartPr/>
                <p14:nvPr/>
              </p14:nvContentPartPr>
              <p14:xfrm>
                <a:off x="5732208" y="4524624"/>
                <a:ext cx="401760" cy="49176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C18ADE69-4BFE-EA3F-516F-64C83D627839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5723208" y="4515624"/>
                  <a:ext cx="419400" cy="50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3" name="Group 292">
            <a:extLst>
              <a:ext uri="{FF2B5EF4-FFF2-40B4-BE49-F238E27FC236}">
                <a16:creationId xmlns:a16="http://schemas.microsoft.com/office/drawing/2014/main" id="{8C9B8FB7-C6A4-42D4-8E3D-C9F60843B890}"/>
              </a:ext>
            </a:extLst>
          </p:cNvPr>
          <p:cNvGrpSpPr/>
          <p:nvPr/>
        </p:nvGrpSpPr>
        <p:grpSpPr>
          <a:xfrm>
            <a:off x="6191208" y="5282424"/>
            <a:ext cx="831600" cy="336600"/>
            <a:chOff x="6191208" y="5282424"/>
            <a:chExt cx="831600" cy="33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256F4FFF-E009-D550-B94D-1CBBE8BD08FF}"/>
                    </a:ext>
                  </a:extLst>
                </p14:cNvPr>
                <p14:cNvContentPartPr/>
                <p14:nvPr/>
              </p14:nvContentPartPr>
              <p14:xfrm>
                <a:off x="6191208" y="5282424"/>
                <a:ext cx="234360" cy="33660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256F4FFF-E009-D550-B94D-1CBBE8BD08FF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6182208" y="5273784"/>
                  <a:ext cx="25200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38E34199-C3C9-DCCA-430A-CA2F1B28B8F4}"/>
                    </a:ext>
                  </a:extLst>
                </p14:cNvPr>
                <p14:cNvContentPartPr/>
                <p14:nvPr/>
              </p14:nvContentPartPr>
              <p14:xfrm>
                <a:off x="6546888" y="5326344"/>
                <a:ext cx="289440" cy="20052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38E34199-C3C9-DCCA-430A-CA2F1B28B8F4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6538248" y="5317704"/>
                  <a:ext cx="30708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59BF798C-8A2F-6AD8-FB04-46914D4E0F57}"/>
                    </a:ext>
                  </a:extLst>
                </p14:cNvPr>
                <p14:cNvContentPartPr/>
                <p14:nvPr/>
              </p14:nvContentPartPr>
              <p14:xfrm>
                <a:off x="7007328" y="5457384"/>
                <a:ext cx="15480" cy="3492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59BF798C-8A2F-6AD8-FB04-46914D4E0F57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6998328" y="5448744"/>
                  <a:ext cx="33120" cy="5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1" name="Group 300">
            <a:extLst>
              <a:ext uri="{FF2B5EF4-FFF2-40B4-BE49-F238E27FC236}">
                <a16:creationId xmlns:a16="http://schemas.microsoft.com/office/drawing/2014/main" id="{E438C121-B637-4263-D303-625AA84D4851}"/>
              </a:ext>
            </a:extLst>
          </p:cNvPr>
          <p:cNvGrpSpPr/>
          <p:nvPr/>
        </p:nvGrpSpPr>
        <p:grpSpPr>
          <a:xfrm>
            <a:off x="7444008" y="5202504"/>
            <a:ext cx="379440" cy="327960"/>
            <a:chOff x="7444008" y="5202504"/>
            <a:chExt cx="379440" cy="32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F70AA032-BA8A-2688-0CD6-644D1FC703E3}"/>
                    </a:ext>
                  </a:extLst>
                </p14:cNvPr>
                <p14:cNvContentPartPr/>
                <p14:nvPr/>
              </p14:nvContentPartPr>
              <p14:xfrm>
                <a:off x="7444008" y="5202504"/>
                <a:ext cx="237600" cy="32796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F70AA032-BA8A-2688-0CD6-644D1FC703E3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7435008" y="5193504"/>
                  <a:ext cx="25524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0D61C328-1DFF-EE38-0B3D-87C6BE257F0C}"/>
                    </a:ext>
                  </a:extLst>
                </p14:cNvPr>
                <p14:cNvContentPartPr/>
                <p14:nvPr/>
              </p14:nvContentPartPr>
              <p14:xfrm>
                <a:off x="7540848" y="5338224"/>
                <a:ext cx="282600" cy="3672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0D61C328-1DFF-EE38-0B3D-87C6BE257F0C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7532208" y="5329584"/>
                  <a:ext cx="300240" cy="54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5">
            <p14:nvContentPartPr>
              <p14:cNvPr id="296" name="Ink 295">
                <a:extLst>
                  <a:ext uri="{FF2B5EF4-FFF2-40B4-BE49-F238E27FC236}">
                    <a16:creationId xmlns:a16="http://schemas.microsoft.com/office/drawing/2014/main" id="{904583AF-A452-6E43-42A9-9D164B83D74E}"/>
                  </a:ext>
                </a:extLst>
              </p14:cNvPr>
              <p14:cNvContentPartPr/>
              <p14:nvPr/>
            </p14:nvContentPartPr>
            <p14:xfrm>
              <a:off x="8130528" y="5372064"/>
              <a:ext cx="121680" cy="56160"/>
            </p14:xfrm>
          </p:contentPart>
        </mc:Choice>
        <mc:Fallback xmlns="">
          <p:pic>
            <p:nvPicPr>
              <p:cNvPr id="296" name="Ink 295">
                <a:extLst>
                  <a:ext uri="{FF2B5EF4-FFF2-40B4-BE49-F238E27FC236}">
                    <a16:creationId xmlns:a16="http://schemas.microsoft.com/office/drawing/2014/main" id="{904583AF-A452-6E43-42A9-9D164B83D74E}"/>
                  </a:ext>
                </a:extLst>
              </p:cNvPr>
              <p:cNvPicPr/>
              <p:nvPr/>
            </p:nvPicPr>
            <p:blipFill>
              <a:blip r:embed="rId356"/>
              <a:stretch>
                <a:fillRect/>
              </a:stretch>
            </p:blipFill>
            <p:spPr>
              <a:xfrm>
                <a:off x="8121528" y="5363424"/>
                <a:ext cx="139320" cy="73800"/>
              </a:xfrm>
              <a:prstGeom prst="rect">
                <a:avLst/>
              </a:prstGeom>
            </p:spPr>
          </p:pic>
        </mc:Fallback>
      </mc:AlternateContent>
      <p:grpSp>
        <p:nvGrpSpPr>
          <p:cNvPr id="300" name="Group 299">
            <a:extLst>
              <a:ext uri="{FF2B5EF4-FFF2-40B4-BE49-F238E27FC236}">
                <a16:creationId xmlns:a16="http://schemas.microsoft.com/office/drawing/2014/main" id="{FD0D56B1-63D3-B023-1478-D2FBA6212A46}"/>
              </a:ext>
            </a:extLst>
          </p:cNvPr>
          <p:cNvGrpSpPr/>
          <p:nvPr/>
        </p:nvGrpSpPr>
        <p:grpSpPr>
          <a:xfrm>
            <a:off x="8514288" y="5176944"/>
            <a:ext cx="1243440" cy="277920"/>
            <a:chOff x="8514288" y="5176944"/>
            <a:chExt cx="1243440" cy="27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57379F69-5FE2-5842-00A1-56FE5E4C021A}"/>
                    </a:ext>
                  </a:extLst>
                </p14:cNvPr>
                <p14:cNvContentPartPr/>
                <p14:nvPr/>
              </p14:nvContentPartPr>
              <p14:xfrm>
                <a:off x="8514288" y="5230224"/>
                <a:ext cx="1015560" cy="22464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57379F69-5FE2-5842-00A1-56FE5E4C021A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8505288" y="5221224"/>
                  <a:ext cx="103320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055DAB6F-D93E-B677-055D-69F706B9FC8A}"/>
                    </a:ext>
                  </a:extLst>
                </p14:cNvPr>
                <p14:cNvContentPartPr/>
                <p14:nvPr/>
              </p14:nvContentPartPr>
              <p14:xfrm>
                <a:off x="9590688" y="5323104"/>
                <a:ext cx="167040" cy="3276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055DAB6F-D93E-B677-055D-69F706B9FC8A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9582048" y="5314104"/>
                  <a:ext cx="1846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3CB5AE04-B337-1A83-15B1-18B007CE3ADA}"/>
                    </a:ext>
                  </a:extLst>
                </p14:cNvPr>
                <p14:cNvContentPartPr/>
                <p14:nvPr/>
              </p14:nvContentPartPr>
              <p14:xfrm>
                <a:off x="9629568" y="5176944"/>
                <a:ext cx="16560" cy="3384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3CB5AE04-B337-1A83-15B1-18B007CE3ADA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9620568" y="5168304"/>
                  <a:ext cx="34200" cy="51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3">
            <p14:nvContentPartPr>
              <p14:cNvPr id="325" name="Ink 324">
                <a:extLst>
                  <a:ext uri="{FF2B5EF4-FFF2-40B4-BE49-F238E27FC236}">
                    <a16:creationId xmlns:a16="http://schemas.microsoft.com/office/drawing/2014/main" id="{5B2DFB2B-B70F-D873-09DA-9EBCEA646AB0}"/>
                  </a:ext>
                </a:extLst>
              </p14:cNvPr>
              <p14:cNvContentPartPr/>
              <p14:nvPr/>
            </p14:nvContentPartPr>
            <p14:xfrm>
              <a:off x="6297768" y="5733504"/>
              <a:ext cx="182880" cy="313920"/>
            </p14:xfrm>
          </p:contentPart>
        </mc:Choice>
        <mc:Fallback xmlns="">
          <p:pic>
            <p:nvPicPr>
              <p:cNvPr id="325" name="Ink 324">
                <a:extLst>
                  <a:ext uri="{FF2B5EF4-FFF2-40B4-BE49-F238E27FC236}">
                    <a16:creationId xmlns:a16="http://schemas.microsoft.com/office/drawing/2014/main" id="{5B2DFB2B-B70F-D873-09DA-9EBCEA646AB0}"/>
                  </a:ext>
                </a:extLst>
              </p:cNvPr>
              <p:cNvPicPr/>
              <p:nvPr/>
            </p:nvPicPr>
            <p:blipFill>
              <a:blip r:embed="rId364"/>
              <a:stretch>
                <a:fillRect/>
              </a:stretch>
            </p:blipFill>
            <p:spPr>
              <a:xfrm>
                <a:off x="6289128" y="5724864"/>
                <a:ext cx="200520" cy="331560"/>
              </a:xfrm>
              <a:prstGeom prst="rect">
                <a:avLst/>
              </a:prstGeom>
            </p:spPr>
          </p:pic>
        </mc:Fallback>
      </mc:AlternateContent>
      <p:grpSp>
        <p:nvGrpSpPr>
          <p:cNvPr id="334" name="Group 333">
            <a:extLst>
              <a:ext uri="{FF2B5EF4-FFF2-40B4-BE49-F238E27FC236}">
                <a16:creationId xmlns:a16="http://schemas.microsoft.com/office/drawing/2014/main" id="{0DF90285-B8B4-8B7B-0B4B-7AFABC91B9DB}"/>
              </a:ext>
            </a:extLst>
          </p:cNvPr>
          <p:cNvGrpSpPr/>
          <p:nvPr/>
        </p:nvGrpSpPr>
        <p:grpSpPr>
          <a:xfrm>
            <a:off x="6891408" y="5628744"/>
            <a:ext cx="1474920" cy="294120"/>
            <a:chOff x="6891408" y="5628744"/>
            <a:chExt cx="1474920" cy="29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84F5224F-B171-5364-7398-6C13AF0F7B3D}"/>
                    </a:ext>
                  </a:extLst>
                </p14:cNvPr>
                <p14:cNvContentPartPr/>
                <p14:nvPr/>
              </p14:nvContentPartPr>
              <p14:xfrm>
                <a:off x="6891408" y="5678424"/>
                <a:ext cx="374040" cy="17172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84F5224F-B171-5364-7398-6C13AF0F7B3D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6882408" y="5669424"/>
                  <a:ext cx="3916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CA6E8EE9-D9A5-F19F-76CB-8FD9F4B5DDDE}"/>
                    </a:ext>
                  </a:extLst>
                </p14:cNvPr>
                <p14:cNvContentPartPr/>
                <p14:nvPr/>
              </p14:nvContentPartPr>
              <p14:xfrm>
                <a:off x="7460928" y="5628744"/>
                <a:ext cx="114120" cy="29412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CA6E8EE9-D9A5-F19F-76CB-8FD9F4B5DDDE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7451928" y="5619744"/>
                  <a:ext cx="13176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EACB2C74-9BFE-1845-C4DB-D04056E9C400}"/>
                    </a:ext>
                  </a:extLst>
                </p14:cNvPr>
                <p14:cNvContentPartPr/>
                <p14:nvPr/>
              </p14:nvContentPartPr>
              <p14:xfrm>
                <a:off x="7666128" y="5729904"/>
                <a:ext cx="23400" cy="5724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EACB2C74-9BFE-1845-C4DB-D04056E9C400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7657488" y="5721264"/>
                  <a:ext cx="410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2C903E9F-56E4-D232-3846-C81E9E65656C}"/>
                    </a:ext>
                  </a:extLst>
                </p14:cNvPr>
                <p14:cNvContentPartPr/>
                <p14:nvPr/>
              </p14:nvContentPartPr>
              <p14:xfrm>
                <a:off x="7806528" y="5686344"/>
                <a:ext cx="27720" cy="12240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2C903E9F-56E4-D232-3846-C81E9E65656C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7797888" y="5677704"/>
                  <a:ext cx="4536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7609D8F3-E950-C2BF-9F33-F526977A58AE}"/>
                    </a:ext>
                  </a:extLst>
                </p14:cNvPr>
                <p14:cNvContentPartPr/>
                <p14:nvPr/>
              </p14:nvContentPartPr>
              <p14:xfrm>
                <a:off x="7931088" y="5690664"/>
                <a:ext cx="99000" cy="11916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7609D8F3-E950-C2BF-9F33-F526977A58AE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7922088" y="5682024"/>
                  <a:ext cx="11664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03622AD2-0221-0D12-2D1E-91617BE0891B}"/>
                    </a:ext>
                  </a:extLst>
                </p14:cNvPr>
                <p14:cNvContentPartPr/>
                <p14:nvPr/>
              </p14:nvContentPartPr>
              <p14:xfrm>
                <a:off x="8067528" y="5655024"/>
                <a:ext cx="12600" cy="3132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03622AD2-0221-0D12-2D1E-91617BE0891B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8058888" y="5646384"/>
                  <a:ext cx="302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DD558478-082F-E09B-CF21-5F2A40CC36C7}"/>
                    </a:ext>
                  </a:extLst>
                </p14:cNvPr>
                <p14:cNvContentPartPr/>
                <p14:nvPr/>
              </p14:nvContentPartPr>
              <p14:xfrm>
                <a:off x="8125488" y="5634864"/>
                <a:ext cx="240840" cy="17676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DD558478-082F-E09B-CF21-5F2A40CC36C7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8116488" y="5626224"/>
                  <a:ext cx="258480" cy="19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5" name="Group 344">
            <a:extLst>
              <a:ext uri="{FF2B5EF4-FFF2-40B4-BE49-F238E27FC236}">
                <a16:creationId xmlns:a16="http://schemas.microsoft.com/office/drawing/2014/main" id="{9A490C82-1942-4939-0BD2-039B97A4CFFE}"/>
              </a:ext>
            </a:extLst>
          </p:cNvPr>
          <p:cNvGrpSpPr/>
          <p:nvPr/>
        </p:nvGrpSpPr>
        <p:grpSpPr>
          <a:xfrm>
            <a:off x="8916768" y="5538384"/>
            <a:ext cx="1025280" cy="333720"/>
            <a:chOff x="8916768" y="5538384"/>
            <a:chExt cx="1025280" cy="33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D5C45FB5-5059-A180-C2CD-64CCD5E26219}"/>
                    </a:ext>
                  </a:extLst>
                </p14:cNvPr>
                <p14:cNvContentPartPr/>
                <p14:nvPr/>
              </p14:nvContentPartPr>
              <p14:xfrm>
                <a:off x="8916768" y="5538384"/>
                <a:ext cx="190440" cy="33372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D5C45FB5-5059-A180-C2CD-64CCD5E26219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8907768" y="5529744"/>
                  <a:ext cx="20808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D1C2F2F9-15E8-D97D-7E20-D12EEEE94443}"/>
                    </a:ext>
                  </a:extLst>
                </p14:cNvPr>
                <p14:cNvContentPartPr/>
                <p14:nvPr/>
              </p14:nvContentPartPr>
              <p14:xfrm>
                <a:off x="9179928" y="5638824"/>
                <a:ext cx="334080" cy="8352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D1C2F2F9-15E8-D97D-7E20-D12EEEE94443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9171288" y="5629824"/>
                  <a:ext cx="35172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E681F832-617C-20E7-5839-7FC502917A5F}"/>
                    </a:ext>
                  </a:extLst>
                </p14:cNvPr>
                <p14:cNvContentPartPr/>
                <p14:nvPr/>
              </p14:nvContentPartPr>
              <p14:xfrm>
                <a:off x="9519048" y="5621904"/>
                <a:ext cx="165600" cy="11268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E681F832-617C-20E7-5839-7FC502917A5F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9510408" y="5612904"/>
                  <a:ext cx="1832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5FC2A873-AE94-83C2-C18C-41704CCB116E}"/>
                    </a:ext>
                  </a:extLst>
                </p14:cNvPr>
                <p14:cNvContentPartPr/>
                <p14:nvPr/>
              </p14:nvContentPartPr>
              <p14:xfrm>
                <a:off x="9690408" y="5639904"/>
                <a:ext cx="251640" cy="10044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5FC2A873-AE94-83C2-C18C-41704CCB116E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9681408" y="5630904"/>
                  <a:ext cx="269280" cy="11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2" name="Group 351">
            <a:extLst>
              <a:ext uri="{FF2B5EF4-FFF2-40B4-BE49-F238E27FC236}">
                <a16:creationId xmlns:a16="http://schemas.microsoft.com/office/drawing/2014/main" id="{BCCC6848-4386-7B90-0238-23F6D306A8D7}"/>
              </a:ext>
            </a:extLst>
          </p:cNvPr>
          <p:cNvGrpSpPr/>
          <p:nvPr/>
        </p:nvGrpSpPr>
        <p:grpSpPr>
          <a:xfrm>
            <a:off x="10126008" y="5141664"/>
            <a:ext cx="1657440" cy="597240"/>
            <a:chOff x="10126008" y="5141664"/>
            <a:chExt cx="1657440" cy="59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8ED9D9F5-E2F3-4313-BE39-2D5249B32FAE}"/>
                    </a:ext>
                  </a:extLst>
                </p14:cNvPr>
                <p14:cNvContentPartPr/>
                <p14:nvPr/>
              </p14:nvContentPartPr>
              <p14:xfrm>
                <a:off x="10256328" y="5264064"/>
                <a:ext cx="124200" cy="13428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8ED9D9F5-E2F3-4313-BE39-2D5249B32FAE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10247688" y="5255064"/>
                  <a:ext cx="14184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D0EC0F51-0673-EB94-3C0E-52A992F062F4}"/>
                    </a:ext>
                  </a:extLst>
                </p14:cNvPr>
                <p14:cNvContentPartPr/>
                <p14:nvPr/>
              </p14:nvContentPartPr>
              <p14:xfrm>
                <a:off x="10126008" y="5141664"/>
                <a:ext cx="23400" cy="5112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D0EC0F51-0673-EB94-3C0E-52A992F062F4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10117008" y="5133024"/>
                  <a:ext cx="4104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5E98A2CE-8856-DDE5-1EA2-2FCA24A89985}"/>
                    </a:ext>
                  </a:extLst>
                </p14:cNvPr>
                <p14:cNvContentPartPr/>
                <p14:nvPr/>
              </p14:nvContentPartPr>
              <p14:xfrm>
                <a:off x="10471968" y="5186664"/>
                <a:ext cx="50040" cy="6444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5E98A2CE-8856-DDE5-1EA2-2FCA24A89985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10463328" y="5178024"/>
                  <a:ext cx="6768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42CBEF15-2781-419E-F898-8E3C7D0A4225}"/>
                    </a:ext>
                  </a:extLst>
                </p14:cNvPr>
                <p14:cNvContentPartPr/>
                <p14:nvPr/>
              </p14:nvContentPartPr>
              <p14:xfrm>
                <a:off x="10846008" y="5156424"/>
                <a:ext cx="112680" cy="18288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42CBEF15-2781-419E-F898-8E3C7D0A4225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10837368" y="5147784"/>
                  <a:ext cx="13032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0F78F61B-95F2-619F-F61D-16FAB9381706}"/>
                    </a:ext>
                  </a:extLst>
                </p14:cNvPr>
                <p14:cNvContentPartPr/>
                <p14:nvPr/>
              </p14:nvContentPartPr>
              <p14:xfrm>
                <a:off x="10972368" y="5279184"/>
                <a:ext cx="167760" cy="31032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0F78F61B-95F2-619F-F61D-16FAB9381706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10963728" y="5270544"/>
                  <a:ext cx="18540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081BA7AA-AA5B-D205-38D7-6CB27B61AA64}"/>
                    </a:ext>
                  </a:extLst>
                </p14:cNvPr>
                <p14:cNvContentPartPr/>
                <p14:nvPr/>
              </p14:nvContentPartPr>
              <p14:xfrm>
                <a:off x="10503288" y="5591304"/>
                <a:ext cx="571320" cy="14760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081BA7AA-AA5B-D205-38D7-6CB27B61AA64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10494288" y="5582304"/>
                  <a:ext cx="5889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0B3F33F1-98C4-440B-95BF-0B1E7FE802A4}"/>
                    </a:ext>
                  </a:extLst>
                </p14:cNvPr>
                <p14:cNvContentPartPr/>
                <p14:nvPr/>
              </p14:nvContentPartPr>
              <p14:xfrm>
                <a:off x="11182248" y="5623344"/>
                <a:ext cx="137880" cy="7056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0B3F33F1-98C4-440B-95BF-0B1E7FE802A4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11173248" y="5614704"/>
                  <a:ext cx="15552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7D1BC51E-E5D3-DA35-7708-EED546DBBBC8}"/>
                    </a:ext>
                  </a:extLst>
                </p14:cNvPr>
                <p14:cNvContentPartPr/>
                <p14:nvPr/>
              </p14:nvContentPartPr>
              <p14:xfrm>
                <a:off x="11334528" y="5571504"/>
                <a:ext cx="9000" cy="2628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7D1BC51E-E5D3-DA35-7708-EED546DBBBC8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11325888" y="5562504"/>
                  <a:ext cx="266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FAF08A80-5775-CFDA-8A39-D3649D56DAEF}"/>
                    </a:ext>
                  </a:extLst>
                </p14:cNvPr>
                <p14:cNvContentPartPr/>
                <p14:nvPr/>
              </p14:nvContentPartPr>
              <p14:xfrm>
                <a:off x="11409768" y="5525784"/>
                <a:ext cx="225360" cy="14292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FAF08A80-5775-CFDA-8A39-D3649D56DAEF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11400768" y="5516784"/>
                  <a:ext cx="24300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0BCBB6C9-8E18-9821-6CB4-86FC2F19BF3E}"/>
                    </a:ext>
                  </a:extLst>
                </p14:cNvPr>
                <p14:cNvContentPartPr/>
                <p14:nvPr/>
              </p14:nvContentPartPr>
              <p14:xfrm>
                <a:off x="11690568" y="5468184"/>
                <a:ext cx="92880" cy="18432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0BCBB6C9-8E18-9821-6CB4-86FC2F19BF3E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11681568" y="5459184"/>
                  <a:ext cx="11052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E5ECF1EA-1507-8297-A3C1-B4229481FE4F}"/>
                    </a:ext>
                  </a:extLst>
                </p14:cNvPr>
                <p14:cNvContentPartPr/>
                <p14:nvPr/>
              </p14:nvContentPartPr>
              <p14:xfrm>
                <a:off x="11644848" y="5557464"/>
                <a:ext cx="98280" cy="1080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E5ECF1EA-1507-8297-A3C1-B4229481FE4F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11636208" y="5548824"/>
                  <a:ext cx="11592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9" name="Group 358">
            <a:extLst>
              <a:ext uri="{FF2B5EF4-FFF2-40B4-BE49-F238E27FC236}">
                <a16:creationId xmlns:a16="http://schemas.microsoft.com/office/drawing/2014/main" id="{550D778D-A63B-839A-3EFD-CDA43E970DF5}"/>
              </a:ext>
            </a:extLst>
          </p:cNvPr>
          <p:cNvGrpSpPr/>
          <p:nvPr/>
        </p:nvGrpSpPr>
        <p:grpSpPr>
          <a:xfrm>
            <a:off x="1592208" y="5302944"/>
            <a:ext cx="4180320" cy="978120"/>
            <a:chOff x="1592208" y="5302944"/>
            <a:chExt cx="4180320" cy="97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604DF1E0-025F-2D94-053E-A6427E4E81BE}"/>
                    </a:ext>
                  </a:extLst>
                </p14:cNvPr>
                <p14:cNvContentPartPr/>
                <p14:nvPr/>
              </p14:nvContentPartPr>
              <p14:xfrm>
                <a:off x="1592208" y="5302944"/>
                <a:ext cx="1081080" cy="4428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604DF1E0-025F-2D94-053E-A6427E4E81BE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1583568" y="5293944"/>
                  <a:ext cx="10987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D29ABBAC-5525-C514-EFEB-BF852D96AB27}"/>
                    </a:ext>
                  </a:extLst>
                </p14:cNvPr>
                <p14:cNvContentPartPr/>
                <p14:nvPr/>
              </p14:nvContentPartPr>
              <p14:xfrm>
                <a:off x="1741248" y="5435784"/>
                <a:ext cx="1013400" cy="6480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D29ABBAC-5525-C514-EFEB-BF852D96AB27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1732248" y="5427144"/>
                  <a:ext cx="103104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19C9A284-2A64-7F09-7226-406274565DA8}"/>
                    </a:ext>
                  </a:extLst>
                </p14:cNvPr>
                <p14:cNvContentPartPr/>
                <p14:nvPr/>
              </p14:nvContentPartPr>
              <p14:xfrm>
                <a:off x="3911688" y="5422464"/>
                <a:ext cx="536400" cy="26316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19C9A284-2A64-7F09-7226-406274565DA8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3902688" y="5413824"/>
                  <a:ext cx="55404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D42E8690-6D97-55AE-E80C-DA1594038C92}"/>
                    </a:ext>
                  </a:extLst>
                </p14:cNvPr>
                <p14:cNvContentPartPr/>
                <p14:nvPr/>
              </p14:nvContentPartPr>
              <p14:xfrm>
                <a:off x="4593888" y="5361264"/>
                <a:ext cx="977760" cy="25272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D42E8690-6D97-55AE-E80C-DA1594038C92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4585248" y="5352624"/>
                  <a:ext cx="99540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99E56C4F-A7CA-3D8C-D67A-01396A5495DC}"/>
                    </a:ext>
                  </a:extLst>
                </p14:cNvPr>
                <p14:cNvContentPartPr/>
                <p14:nvPr/>
              </p14:nvContentPartPr>
              <p14:xfrm>
                <a:off x="5576328" y="5425344"/>
                <a:ext cx="45720" cy="2556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99E56C4F-A7CA-3D8C-D67A-01396A5495DC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5567328" y="5416704"/>
                  <a:ext cx="633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7DB0E860-24CC-EBF2-4014-618A774A00CD}"/>
                    </a:ext>
                  </a:extLst>
                </p14:cNvPr>
                <p14:cNvContentPartPr/>
                <p14:nvPr/>
              </p14:nvContentPartPr>
              <p14:xfrm>
                <a:off x="2071008" y="5604984"/>
                <a:ext cx="575640" cy="17100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7DB0E860-24CC-EBF2-4014-618A774A00CD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2062008" y="5595984"/>
                  <a:ext cx="5932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42D9E994-399C-6EF5-A378-31E38ED8953A}"/>
                    </a:ext>
                  </a:extLst>
                </p14:cNvPr>
                <p14:cNvContentPartPr/>
                <p14:nvPr/>
              </p14:nvContentPartPr>
              <p14:xfrm>
                <a:off x="2913408" y="5613984"/>
                <a:ext cx="679680" cy="12132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42D9E994-399C-6EF5-A378-31E38ED8953A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2904408" y="5605344"/>
                  <a:ext cx="69732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37250EA2-3D78-160A-0A41-1111E0F5D66A}"/>
                    </a:ext>
                  </a:extLst>
                </p14:cNvPr>
                <p14:cNvContentPartPr/>
                <p14:nvPr/>
              </p14:nvContentPartPr>
              <p14:xfrm>
                <a:off x="2402208" y="5889024"/>
                <a:ext cx="409320" cy="18432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37250EA2-3D78-160A-0A41-1111E0F5D66A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2393208" y="5880384"/>
                  <a:ext cx="4269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28371819-0DE7-CADA-FCB9-97E55FD3CEC9}"/>
                    </a:ext>
                  </a:extLst>
                </p14:cNvPr>
                <p14:cNvContentPartPr/>
                <p14:nvPr/>
              </p14:nvContentPartPr>
              <p14:xfrm>
                <a:off x="2897928" y="5910984"/>
                <a:ext cx="153360" cy="4104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28371819-0DE7-CADA-FCB9-97E55FD3CEC9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2888928" y="5902344"/>
                  <a:ext cx="1710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4B500B29-DD79-6825-7C63-8879E1414C3B}"/>
                    </a:ext>
                  </a:extLst>
                </p14:cNvPr>
                <p14:cNvContentPartPr/>
                <p14:nvPr/>
              </p14:nvContentPartPr>
              <p14:xfrm>
                <a:off x="3128328" y="5907744"/>
                <a:ext cx="146520" cy="2016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4B500B29-DD79-6825-7C63-8879E1414C3B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3119328" y="5898744"/>
                  <a:ext cx="1641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71070592-B131-FDE5-E27E-CCD3F83B06E5}"/>
                    </a:ext>
                  </a:extLst>
                </p14:cNvPr>
                <p14:cNvContentPartPr/>
                <p14:nvPr/>
              </p14:nvContentPartPr>
              <p14:xfrm>
                <a:off x="3297168" y="5839344"/>
                <a:ext cx="3240" cy="2412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71070592-B131-FDE5-E27E-CCD3F83B06E5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3288528" y="5830344"/>
                  <a:ext cx="208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58D044B2-6BC8-4EE5-6D09-F3440266D787}"/>
                    </a:ext>
                  </a:extLst>
                </p14:cNvPr>
                <p14:cNvContentPartPr/>
                <p14:nvPr/>
              </p14:nvContentPartPr>
              <p14:xfrm>
                <a:off x="2729088" y="5881104"/>
                <a:ext cx="100440" cy="10368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58D044B2-6BC8-4EE5-6D09-F3440266D787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2720448" y="5872464"/>
                  <a:ext cx="11808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E2E98E45-9B04-3186-B121-EE9F94DC82B5}"/>
                    </a:ext>
                  </a:extLst>
                </p14:cNvPr>
                <p14:cNvContentPartPr/>
                <p14:nvPr/>
              </p14:nvContentPartPr>
              <p14:xfrm>
                <a:off x="2925648" y="5905584"/>
                <a:ext cx="186840" cy="6192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E2E98E45-9B04-3186-B121-EE9F94DC82B5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2917008" y="5896944"/>
                  <a:ext cx="20448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36E1D58D-96E6-D017-59AD-CF516FC75003}"/>
                    </a:ext>
                  </a:extLst>
                </p14:cNvPr>
                <p14:cNvContentPartPr/>
                <p14:nvPr/>
              </p14:nvContentPartPr>
              <p14:xfrm>
                <a:off x="3184488" y="5886864"/>
                <a:ext cx="313560" cy="7380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36E1D58D-96E6-D017-59AD-CF516FC75003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3175848" y="5878224"/>
                  <a:ext cx="33120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AF3E68E8-464B-B720-B7CF-41CF0C82DCEF}"/>
                    </a:ext>
                  </a:extLst>
                </p14:cNvPr>
                <p14:cNvContentPartPr/>
                <p14:nvPr/>
              </p14:nvContentPartPr>
              <p14:xfrm>
                <a:off x="3487968" y="5827104"/>
                <a:ext cx="3960" cy="2268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AF3E68E8-464B-B720-B7CF-41CF0C82DCEF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3479328" y="5818104"/>
                  <a:ext cx="216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519BCF34-B14F-E753-A3E2-50C6438F0D94}"/>
                    </a:ext>
                  </a:extLst>
                </p14:cNvPr>
                <p14:cNvContentPartPr/>
                <p14:nvPr/>
              </p14:nvContentPartPr>
              <p14:xfrm>
                <a:off x="3565728" y="5867064"/>
                <a:ext cx="130680" cy="21564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519BCF34-B14F-E753-A3E2-50C6438F0D94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3557088" y="5858424"/>
                  <a:ext cx="14832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347BACCE-D506-7479-E281-FD9094A49879}"/>
                    </a:ext>
                  </a:extLst>
                </p14:cNvPr>
                <p14:cNvContentPartPr/>
                <p14:nvPr/>
              </p14:nvContentPartPr>
              <p14:xfrm>
                <a:off x="4273128" y="5803704"/>
                <a:ext cx="400320" cy="21600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347BACCE-D506-7479-E281-FD9094A49879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4264488" y="5794704"/>
                  <a:ext cx="41796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57FBA64E-1FD8-C304-7A80-8E760E22FD98}"/>
                    </a:ext>
                  </a:extLst>
                </p14:cNvPr>
                <p14:cNvContentPartPr/>
                <p14:nvPr/>
              </p14:nvContentPartPr>
              <p14:xfrm>
                <a:off x="5099688" y="5742504"/>
                <a:ext cx="178920" cy="26352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57FBA64E-1FD8-C304-7A80-8E760E22FD98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5090688" y="5733864"/>
                  <a:ext cx="19656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AE4E7670-BCFE-7499-41C9-531AD14E9B46}"/>
                    </a:ext>
                  </a:extLst>
                </p14:cNvPr>
                <p14:cNvContentPartPr/>
                <p14:nvPr/>
              </p14:nvContentPartPr>
              <p14:xfrm>
                <a:off x="5322528" y="5782464"/>
                <a:ext cx="331920" cy="12780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AE4E7670-BCFE-7499-41C9-531AD14E9B46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5313888" y="5773824"/>
                  <a:ext cx="3495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5890F5A1-F736-A2EC-FFD7-7120BB1A74E6}"/>
                    </a:ext>
                  </a:extLst>
                </p14:cNvPr>
                <p14:cNvContentPartPr/>
                <p14:nvPr/>
              </p14:nvContentPartPr>
              <p14:xfrm>
                <a:off x="5749128" y="5878584"/>
                <a:ext cx="23400" cy="1476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5890F5A1-F736-A2EC-FFD7-7120BB1A74E6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5740128" y="5869584"/>
                  <a:ext cx="410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D3C9B4F9-BB40-EEA7-BECB-829273565EF5}"/>
                    </a:ext>
                  </a:extLst>
                </p14:cNvPr>
                <p14:cNvContentPartPr/>
                <p14:nvPr/>
              </p14:nvContentPartPr>
              <p14:xfrm>
                <a:off x="2559528" y="6179544"/>
                <a:ext cx="230760" cy="9144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D3C9B4F9-BB40-EEA7-BECB-829273565EF5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2550888" y="6170904"/>
                  <a:ext cx="2484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A16F5A8F-2785-F0F2-E062-FEC439169AB9}"/>
                    </a:ext>
                  </a:extLst>
                </p14:cNvPr>
                <p14:cNvContentPartPr/>
                <p14:nvPr/>
              </p14:nvContentPartPr>
              <p14:xfrm>
                <a:off x="2883168" y="6082704"/>
                <a:ext cx="187920" cy="19836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A16F5A8F-2785-F0F2-E062-FEC439169AB9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2874528" y="6073704"/>
                  <a:ext cx="2055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98CBDE97-60BC-821A-17D5-7BF18D41B31E}"/>
                    </a:ext>
                  </a:extLst>
                </p14:cNvPr>
                <p14:cNvContentPartPr/>
                <p14:nvPr/>
              </p14:nvContentPartPr>
              <p14:xfrm>
                <a:off x="3348648" y="6082704"/>
                <a:ext cx="201240" cy="15372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98CBDE97-60BC-821A-17D5-7BF18D41B31E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3340008" y="6073704"/>
                  <a:ext cx="2188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C0A038CB-B33E-2A5F-A0FD-563B821E206D}"/>
                    </a:ext>
                  </a:extLst>
                </p14:cNvPr>
                <p14:cNvContentPartPr/>
                <p14:nvPr/>
              </p14:nvContentPartPr>
              <p14:xfrm>
                <a:off x="3621168" y="6176304"/>
                <a:ext cx="45000" cy="2736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C0A038CB-B33E-2A5F-A0FD-563B821E206D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3612168" y="6167664"/>
                  <a:ext cx="626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2C2F6262-9226-F232-FBFC-52931CDAC3A4}"/>
                    </a:ext>
                  </a:extLst>
                </p14:cNvPr>
                <p14:cNvContentPartPr/>
                <p14:nvPr/>
              </p14:nvContentPartPr>
              <p14:xfrm>
                <a:off x="3341448" y="6083064"/>
                <a:ext cx="517680" cy="12960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2C2F6262-9226-F232-FBFC-52931CDAC3A4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3332448" y="6074064"/>
                  <a:ext cx="535320" cy="14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7" name="Group 366">
            <a:extLst>
              <a:ext uri="{FF2B5EF4-FFF2-40B4-BE49-F238E27FC236}">
                <a16:creationId xmlns:a16="http://schemas.microsoft.com/office/drawing/2014/main" id="{5F9AD9A8-379F-0EB5-9D89-B46B0BA215DC}"/>
              </a:ext>
            </a:extLst>
          </p:cNvPr>
          <p:cNvGrpSpPr/>
          <p:nvPr/>
        </p:nvGrpSpPr>
        <p:grpSpPr>
          <a:xfrm>
            <a:off x="4160088" y="6151464"/>
            <a:ext cx="721800" cy="277920"/>
            <a:chOff x="4160088" y="6151464"/>
            <a:chExt cx="721800" cy="27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A1056516-2C53-F343-FCC4-D678D7B9D3D0}"/>
                    </a:ext>
                  </a:extLst>
                </p14:cNvPr>
                <p14:cNvContentPartPr/>
                <p14:nvPr/>
              </p14:nvContentPartPr>
              <p14:xfrm>
                <a:off x="4160088" y="6151464"/>
                <a:ext cx="163440" cy="24120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A1056516-2C53-F343-FCC4-D678D7B9D3D0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4151088" y="6142464"/>
                  <a:ext cx="18108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DE92AD8B-01D2-B306-2795-F5D00F0C9353}"/>
                    </a:ext>
                  </a:extLst>
                </p14:cNvPr>
                <p14:cNvContentPartPr/>
                <p14:nvPr/>
              </p14:nvContentPartPr>
              <p14:xfrm>
                <a:off x="4421448" y="6157224"/>
                <a:ext cx="115200" cy="27216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DE92AD8B-01D2-B306-2795-F5D00F0C9353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4412448" y="6148584"/>
                  <a:ext cx="13284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645D4B8B-CD27-8E73-2CFB-B5F2096BE26B}"/>
                    </a:ext>
                  </a:extLst>
                </p14:cNvPr>
                <p14:cNvContentPartPr/>
                <p14:nvPr/>
              </p14:nvContentPartPr>
              <p14:xfrm>
                <a:off x="4638528" y="6215904"/>
                <a:ext cx="70920" cy="15192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645D4B8B-CD27-8E73-2CFB-B5F2096BE26B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4629528" y="6206904"/>
                  <a:ext cx="8856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9D961F63-B706-38D0-4307-C678154C05C2}"/>
                    </a:ext>
                  </a:extLst>
                </p14:cNvPr>
                <p14:cNvContentPartPr/>
                <p14:nvPr/>
              </p14:nvContentPartPr>
              <p14:xfrm>
                <a:off x="4744728" y="6179184"/>
                <a:ext cx="137160" cy="23652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9D961F63-B706-38D0-4307-C678154C05C2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4735728" y="6170184"/>
                  <a:ext cx="154800" cy="25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6" name="Group 365">
            <a:extLst>
              <a:ext uri="{FF2B5EF4-FFF2-40B4-BE49-F238E27FC236}">
                <a16:creationId xmlns:a16="http://schemas.microsoft.com/office/drawing/2014/main" id="{F8415D45-BC24-3494-9004-2FB09D5A71D5}"/>
              </a:ext>
            </a:extLst>
          </p:cNvPr>
          <p:cNvGrpSpPr/>
          <p:nvPr/>
        </p:nvGrpSpPr>
        <p:grpSpPr>
          <a:xfrm>
            <a:off x="5110848" y="6273144"/>
            <a:ext cx="154080" cy="91440"/>
            <a:chOff x="5110848" y="6273144"/>
            <a:chExt cx="154080" cy="9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55CADDC5-2E99-59C6-FCDC-180442295423}"/>
                    </a:ext>
                  </a:extLst>
                </p14:cNvPr>
                <p14:cNvContentPartPr/>
                <p14:nvPr/>
              </p14:nvContentPartPr>
              <p14:xfrm>
                <a:off x="5110848" y="6273144"/>
                <a:ext cx="154080" cy="3204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55CADDC5-2E99-59C6-FCDC-180442295423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5102208" y="6264144"/>
                  <a:ext cx="17172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25E7E8FB-0719-5CEC-F4FA-8371251E157C}"/>
                    </a:ext>
                  </a:extLst>
                </p14:cNvPr>
                <p14:cNvContentPartPr/>
                <p14:nvPr/>
              </p14:nvContentPartPr>
              <p14:xfrm>
                <a:off x="5146488" y="6349104"/>
                <a:ext cx="99360" cy="1548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25E7E8FB-0719-5CEC-F4FA-8371251E157C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5137488" y="6340104"/>
                  <a:ext cx="117000" cy="3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9" name="Group 378">
            <a:extLst>
              <a:ext uri="{FF2B5EF4-FFF2-40B4-BE49-F238E27FC236}">
                <a16:creationId xmlns:a16="http://schemas.microsoft.com/office/drawing/2014/main" id="{96A26808-A8D7-7875-AE63-92DAB2E4BF9D}"/>
              </a:ext>
            </a:extLst>
          </p:cNvPr>
          <p:cNvGrpSpPr/>
          <p:nvPr/>
        </p:nvGrpSpPr>
        <p:grpSpPr>
          <a:xfrm>
            <a:off x="5588208" y="6156144"/>
            <a:ext cx="995400" cy="461880"/>
            <a:chOff x="5588208" y="6156144"/>
            <a:chExt cx="995400" cy="46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54D4CF07-C18F-705C-62DA-5666AAD3A0E3}"/>
                    </a:ext>
                  </a:extLst>
                </p14:cNvPr>
                <p14:cNvContentPartPr/>
                <p14:nvPr/>
              </p14:nvContentPartPr>
              <p14:xfrm>
                <a:off x="5588208" y="6156144"/>
                <a:ext cx="259560" cy="3780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54D4CF07-C18F-705C-62DA-5666AAD3A0E3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5579568" y="6147504"/>
                  <a:ext cx="2772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CF379E2A-6D00-B8A3-67B7-DC3ADC0F2845}"/>
                    </a:ext>
                  </a:extLst>
                </p14:cNvPr>
                <p14:cNvContentPartPr/>
                <p14:nvPr/>
              </p14:nvContentPartPr>
              <p14:xfrm>
                <a:off x="5624928" y="6183864"/>
                <a:ext cx="375120" cy="21348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CF379E2A-6D00-B8A3-67B7-DC3ADC0F2845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5615928" y="6174864"/>
                  <a:ext cx="39276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E07C2CE6-2967-CC02-624D-FE90251C1B86}"/>
                    </a:ext>
                  </a:extLst>
                </p14:cNvPr>
                <p14:cNvContentPartPr/>
                <p14:nvPr/>
              </p14:nvContentPartPr>
              <p14:xfrm>
                <a:off x="5743368" y="6445944"/>
                <a:ext cx="117000" cy="10980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E07C2CE6-2967-CC02-624D-FE90251C1B86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5734728" y="6436944"/>
                  <a:ext cx="13464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1DAED11F-E70B-1B2D-94E6-7341EB8045B2}"/>
                    </a:ext>
                  </a:extLst>
                </p14:cNvPr>
                <p14:cNvContentPartPr/>
                <p14:nvPr/>
              </p14:nvContentPartPr>
              <p14:xfrm>
                <a:off x="5785488" y="6496344"/>
                <a:ext cx="83880" cy="2520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1DAED11F-E70B-1B2D-94E6-7341EB8045B2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5776848" y="6487344"/>
                  <a:ext cx="1015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35052CAB-0EF8-AF69-2E6A-64CEAAE979D3}"/>
                    </a:ext>
                  </a:extLst>
                </p14:cNvPr>
                <p14:cNvContentPartPr/>
                <p14:nvPr/>
              </p14:nvContentPartPr>
              <p14:xfrm>
                <a:off x="5989608" y="6421104"/>
                <a:ext cx="88200" cy="13428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35052CAB-0EF8-AF69-2E6A-64CEAAE979D3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5980608" y="6412104"/>
                  <a:ext cx="10584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D0D348EA-E1FC-FCC8-EAAB-E08749939B52}"/>
                    </a:ext>
                  </a:extLst>
                </p14:cNvPr>
                <p14:cNvContentPartPr/>
                <p14:nvPr/>
              </p14:nvContentPartPr>
              <p14:xfrm>
                <a:off x="6009048" y="6499944"/>
                <a:ext cx="63000" cy="2700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D0D348EA-E1FC-FCC8-EAAB-E08749939B52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6000408" y="6491304"/>
                  <a:ext cx="806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E2FAB070-90EE-7741-6775-EC5960EA1901}"/>
                    </a:ext>
                  </a:extLst>
                </p14:cNvPr>
                <p14:cNvContentPartPr/>
                <p14:nvPr/>
              </p14:nvContentPartPr>
              <p14:xfrm>
                <a:off x="6155568" y="6436584"/>
                <a:ext cx="109080" cy="10260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E2FAB070-90EE-7741-6775-EC5960EA1901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6146568" y="6427944"/>
                  <a:ext cx="1267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473078E6-5E81-C2E4-05DE-3CE36E85054A}"/>
                    </a:ext>
                  </a:extLst>
                </p14:cNvPr>
                <p14:cNvContentPartPr/>
                <p14:nvPr/>
              </p14:nvContentPartPr>
              <p14:xfrm>
                <a:off x="6331608" y="6444504"/>
                <a:ext cx="51480" cy="8748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473078E6-5E81-C2E4-05DE-3CE36E85054A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6322608" y="6435864"/>
                  <a:ext cx="6912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C4E6E007-CBD0-4184-083A-EB80FA00F3CB}"/>
                    </a:ext>
                  </a:extLst>
                </p14:cNvPr>
                <p14:cNvContentPartPr/>
                <p14:nvPr/>
              </p14:nvContentPartPr>
              <p14:xfrm>
                <a:off x="6462288" y="6454584"/>
                <a:ext cx="21960" cy="8856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C4E6E007-CBD0-4184-083A-EB80FA00F3CB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6453648" y="6445584"/>
                  <a:ext cx="396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9BCF3CA1-6AE5-CC0C-05C5-995036497665}"/>
                    </a:ext>
                  </a:extLst>
                </p14:cNvPr>
                <p14:cNvContentPartPr/>
                <p14:nvPr/>
              </p14:nvContentPartPr>
              <p14:xfrm>
                <a:off x="6441408" y="6443784"/>
                <a:ext cx="142200" cy="17424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9BCF3CA1-6AE5-CC0C-05C5-995036497665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6432768" y="6435144"/>
                  <a:ext cx="159840" cy="19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9" name="Group 388">
            <a:extLst>
              <a:ext uri="{FF2B5EF4-FFF2-40B4-BE49-F238E27FC236}">
                <a16:creationId xmlns:a16="http://schemas.microsoft.com/office/drawing/2014/main" id="{0FB31CF8-95D2-7ACA-C3A6-34A51FD41AB3}"/>
              </a:ext>
            </a:extLst>
          </p:cNvPr>
          <p:cNvGrpSpPr/>
          <p:nvPr/>
        </p:nvGrpSpPr>
        <p:grpSpPr>
          <a:xfrm>
            <a:off x="6796368" y="6134184"/>
            <a:ext cx="1019160" cy="308520"/>
            <a:chOff x="6796368" y="6134184"/>
            <a:chExt cx="1019160" cy="30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083423D3-836E-3F30-BD95-68376E530C92}"/>
                    </a:ext>
                  </a:extLst>
                </p14:cNvPr>
                <p14:cNvContentPartPr/>
                <p14:nvPr/>
              </p14:nvContentPartPr>
              <p14:xfrm>
                <a:off x="6796368" y="6135984"/>
                <a:ext cx="116640" cy="24120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083423D3-836E-3F30-BD95-68376E530C92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6787368" y="6127344"/>
                  <a:ext cx="13428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CA567EE8-CE8B-729E-B48C-F782B9A3F4D1}"/>
                    </a:ext>
                  </a:extLst>
                </p14:cNvPr>
                <p14:cNvContentPartPr/>
                <p14:nvPr/>
              </p14:nvContentPartPr>
              <p14:xfrm>
                <a:off x="7040448" y="6134184"/>
                <a:ext cx="161280" cy="30852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CA567EE8-CE8B-729E-B48C-F782B9A3F4D1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7031448" y="6125184"/>
                  <a:ext cx="17892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DAC04876-18AA-7527-CD2B-AC5CF5F9ED0A}"/>
                    </a:ext>
                  </a:extLst>
                </p14:cNvPr>
                <p14:cNvContentPartPr/>
                <p14:nvPr/>
              </p14:nvContentPartPr>
              <p14:xfrm>
                <a:off x="7293888" y="6169824"/>
                <a:ext cx="95040" cy="19260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DAC04876-18AA-7527-CD2B-AC5CF5F9ED0A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7285248" y="6160824"/>
                  <a:ext cx="11268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C761EE74-0983-9CC5-5946-F6A55B59BAA7}"/>
                    </a:ext>
                  </a:extLst>
                </p14:cNvPr>
                <p14:cNvContentPartPr/>
                <p14:nvPr/>
              </p14:nvContentPartPr>
              <p14:xfrm>
                <a:off x="7288128" y="6277104"/>
                <a:ext cx="206280" cy="12168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C761EE74-0983-9CC5-5946-F6A55B59BAA7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7279128" y="6268464"/>
                  <a:ext cx="2239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4C5A4415-6B48-692B-80CC-6DCE5D043038}"/>
                    </a:ext>
                  </a:extLst>
                </p14:cNvPr>
                <p14:cNvContentPartPr/>
                <p14:nvPr/>
              </p14:nvContentPartPr>
              <p14:xfrm>
                <a:off x="7595928" y="6223104"/>
                <a:ext cx="75960" cy="11376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4C5A4415-6B48-692B-80CC-6DCE5D043038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7586928" y="6214464"/>
                  <a:ext cx="9360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B78DB1B6-C548-BC54-F6E8-E79B5C6E79BE}"/>
                    </a:ext>
                  </a:extLst>
                </p14:cNvPr>
                <p14:cNvContentPartPr/>
                <p14:nvPr/>
              </p14:nvContentPartPr>
              <p14:xfrm>
                <a:off x="7661448" y="6143904"/>
                <a:ext cx="154080" cy="29880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B78DB1B6-C548-BC54-F6E8-E79B5C6E79BE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7652448" y="6134904"/>
                  <a:ext cx="171720" cy="31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8" name="Group 387">
            <a:extLst>
              <a:ext uri="{FF2B5EF4-FFF2-40B4-BE49-F238E27FC236}">
                <a16:creationId xmlns:a16="http://schemas.microsoft.com/office/drawing/2014/main" id="{42675B9A-9E53-DFDA-66B7-762F2669BE57}"/>
              </a:ext>
            </a:extLst>
          </p:cNvPr>
          <p:cNvGrpSpPr/>
          <p:nvPr/>
        </p:nvGrpSpPr>
        <p:grpSpPr>
          <a:xfrm>
            <a:off x="8033328" y="6234984"/>
            <a:ext cx="105480" cy="97200"/>
            <a:chOff x="8033328" y="6234984"/>
            <a:chExt cx="105480" cy="9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E5904E2A-97F0-C633-2F47-65D2932A4598}"/>
                    </a:ext>
                  </a:extLst>
                </p14:cNvPr>
                <p14:cNvContentPartPr/>
                <p14:nvPr/>
              </p14:nvContentPartPr>
              <p14:xfrm>
                <a:off x="8033328" y="6234984"/>
                <a:ext cx="105480" cy="1440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E5904E2A-97F0-C633-2F47-65D2932A4598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8024328" y="6226344"/>
                  <a:ext cx="1231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CD6A931E-A5B1-5B29-67F8-DE38ED6D4992}"/>
                    </a:ext>
                  </a:extLst>
                </p14:cNvPr>
                <p14:cNvContentPartPr/>
                <p14:nvPr/>
              </p14:nvContentPartPr>
              <p14:xfrm>
                <a:off x="8034408" y="6320304"/>
                <a:ext cx="95760" cy="1188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CD6A931E-A5B1-5B29-67F8-DE38ED6D4992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8025408" y="6311664"/>
                  <a:ext cx="113400" cy="2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3" name="Group 402">
            <a:extLst>
              <a:ext uri="{FF2B5EF4-FFF2-40B4-BE49-F238E27FC236}">
                <a16:creationId xmlns:a16="http://schemas.microsoft.com/office/drawing/2014/main" id="{968CB22C-D7AA-F1C8-D131-2CF0A58079B7}"/>
              </a:ext>
            </a:extLst>
          </p:cNvPr>
          <p:cNvGrpSpPr/>
          <p:nvPr/>
        </p:nvGrpSpPr>
        <p:grpSpPr>
          <a:xfrm>
            <a:off x="8440488" y="6047424"/>
            <a:ext cx="718920" cy="358200"/>
            <a:chOff x="8440488" y="6047424"/>
            <a:chExt cx="718920" cy="35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6775745E-03D5-47B8-7953-76D236AE3AEB}"/>
                    </a:ext>
                  </a:extLst>
                </p14:cNvPr>
                <p14:cNvContentPartPr/>
                <p14:nvPr/>
              </p14:nvContentPartPr>
              <p14:xfrm>
                <a:off x="8440488" y="6047424"/>
                <a:ext cx="119160" cy="289800"/>
              </p14:xfrm>
            </p:contentPart>
          </mc:Choice>
          <mc:Fallback xmlns=""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6775745E-03D5-47B8-7953-76D236AE3AEB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8431488" y="6038424"/>
                  <a:ext cx="13680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820F3F78-B816-2F70-0E5B-7165FEE22E25}"/>
                    </a:ext>
                  </a:extLst>
                </p14:cNvPr>
                <p14:cNvContentPartPr/>
                <p14:nvPr/>
              </p14:nvContentPartPr>
              <p14:xfrm>
                <a:off x="8651448" y="6060744"/>
                <a:ext cx="95760" cy="333720"/>
              </p14:xfrm>
            </p:contentPart>
          </mc:Choice>
          <mc:Fallback xmlns=""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820F3F78-B816-2F70-0E5B-7165FEE22E25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8642808" y="6051744"/>
                  <a:ext cx="11340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E77D26A9-8367-7645-4F7D-61D60C278507}"/>
                    </a:ext>
                  </a:extLst>
                </p14:cNvPr>
                <p14:cNvContentPartPr/>
                <p14:nvPr/>
              </p14:nvContentPartPr>
              <p14:xfrm>
                <a:off x="8833608" y="6098184"/>
                <a:ext cx="106920" cy="216720"/>
              </p14:xfrm>
            </p:contentPart>
          </mc:Choice>
          <mc:Fallback xmlns=""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E77D26A9-8367-7645-4F7D-61D60C278507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8824968" y="6089544"/>
                  <a:ext cx="12456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D67C65A0-F091-413E-ADE2-D78A76CDAA09}"/>
                    </a:ext>
                  </a:extLst>
                </p14:cNvPr>
                <p14:cNvContentPartPr/>
                <p14:nvPr/>
              </p14:nvContentPartPr>
              <p14:xfrm>
                <a:off x="8850528" y="6228864"/>
                <a:ext cx="95760" cy="24120"/>
              </p14:xfrm>
            </p:contentPart>
          </mc:Choice>
          <mc:Fallback xmlns=""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D67C65A0-F091-413E-ADE2-D78A76CDAA09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8841528" y="6219864"/>
                  <a:ext cx="1134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39ED3C6D-8130-6097-7129-3CC2E24DE4B0}"/>
                    </a:ext>
                  </a:extLst>
                </p14:cNvPr>
                <p14:cNvContentPartPr/>
                <p14:nvPr/>
              </p14:nvContentPartPr>
              <p14:xfrm>
                <a:off x="9012528" y="6119424"/>
                <a:ext cx="146880" cy="28620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39ED3C6D-8130-6097-7129-3CC2E24DE4B0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9003888" y="6110424"/>
                  <a:ext cx="164520" cy="30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2" name="Group 401">
            <a:extLst>
              <a:ext uri="{FF2B5EF4-FFF2-40B4-BE49-F238E27FC236}">
                <a16:creationId xmlns:a16="http://schemas.microsoft.com/office/drawing/2014/main" id="{1155F8D3-86E0-B628-CF5E-1DAA3653D207}"/>
              </a:ext>
            </a:extLst>
          </p:cNvPr>
          <p:cNvGrpSpPr/>
          <p:nvPr/>
        </p:nvGrpSpPr>
        <p:grpSpPr>
          <a:xfrm>
            <a:off x="9340488" y="6040584"/>
            <a:ext cx="951840" cy="326520"/>
            <a:chOff x="9340488" y="6040584"/>
            <a:chExt cx="951840" cy="32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B22CEF1E-EC6E-074B-3CC5-352BAFD39677}"/>
                    </a:ext>
                  </a:extLst>
                </p14:cNvPr>
                <p14:cNvContentPartPr/>
                <p14:nvPr/>
              </p14:nvContentPartPr>
              <p14:xfrm>
                <a:off x="9340488" y="6256224"/>
                <a:ext cx="153720" cy="2844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B22CEF1E-EC6E-074B-3CC5-352BAFD39677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9331848" y="6247224"/>
                  <a:ext cx="1713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2DF05D78-57BD-42E7-EEBF-5B8628E3403F}"/>
                    </a:ext>
                  </a:extLst>
                </p14:cNvPr>
                <p14:cNvContentPartPr/>
                <p14:nvPr/>
              </p14:nvContentPartPr>
              <p14:xfrm>
                <a:off x="9413928" y="6204744"/>
                <a:ext cx="12960" cy="13896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2DF05D78-57BD-42E7-EEBF-5B8628E3403F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9404928" y="6196104"/>
                  <a:ext cx="3060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E1263F68-2507-47EB-2546-FE6A8FFA5432}"/>
                    </a:ext>
                  </a:extLst>
                </p14:cNvPr>
                <p14:cNvContentPartPr/>
                <p14:nvPr/>
              </p14:nvContentPartPr>
              <p14:xfrm>
                <a:off x="9559728" y="6084864"/>
                <a:ext cx="77040" cy="23076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E1263F68-2507-47EB-2546-FE6A8FFA5432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9550728" y="6075864"/>
                  <a:ext cx="9468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321663DC-4188-7964-B57E-EEAE1A197737}"/>
                    </a:ext>
                  </a:extLst>
                </p14:cNvPr>
                <p14:cNvContentPartPr/>
                <p14:nvPr/>
              </p14:nvContentPartPr>
              <p14:xfrm>
                <a:off x="9654768" y="6040584"/>
                <a:ext cx="159840" cy="31464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321663DC-4188-7964-B57E-EEAE1A197737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9646128" y="6031944"/>
                  <a:ext cx="17748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9D2226E8-83F7-D3D6-1916-08C4F39DF8AF}"/>
                    </a:ext>
                  </a:extLst>
                </p14:cNvPr>
                <p14:cNvContentPartPr/>
                <p14:nvPr/>
              </p14:nvContentPartPr>
              <p14:xfrm>
                <a:off x="9888408" y="6045264"/>
                <a:ext cx="80280" cy="19260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9D2226E8-83F7-D3D6-1916-08C4F39DF8AF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9879408" y="6036264"/>
                  <a:ext cx="979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07C45A23-BC3B-6E21-9620-16FBDEB35597}"/>
                    </a:ext>
                  </a:extLst>
                </p14:cNvPr>
                <p14:cNvContentPartPr/>
                <p14:nvPr/>
              </p14:nvContentPartPr>
              <p14:xfrm>
                <a:off x="9882648" y="6148584"/>
                <a:ext cx="135360" cy="3672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07C45A23-BC3B-6E21-9620-16FBDEB35597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9874008" y="6139584"/>
                  <a:ext cx="15300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BF9F36BD-8C59-B00A-9D35-B76910CEBBDF}"/>
                    </a:ext>
                  </a:extLst>
                </p14:cNvPr>
                <p14:cNvContentPartPr/>
                <p14:nvPr/>
              </p14:nvContentPartPr>
              <p14:xfrm>
                <a:off x="10011528" y="6040584"/>
                <a:ext cx="280800" cy="326520"/>
              </p14:xfrm>
            </p:contentPart>
          </mc:Choice>
          <mc:Fallback xmlns=""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BF9F36BD-8C59-B00A-9D35-B76910CEBBDF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10002528" y="6031584"/>
                  <a:ext cx="298440" cy="34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5" name="Group 414">
            <a:extLst>
              <a:ext uri="{FF2B5EF4-FFF2-40B4-BE49-F238E27FC236}">
                <a16:creationId xmlns:a16="http://schemas.microsoft.com/office/drawing/2014/main" id="{4BA2E881-64AD-1BD6-C20C-C923915475D1}"/>
              </a:ext>
            </a:extLst>
          </p:cNvPr>
          <p:cNvGrpSpPr/>
          <p:nvPr/>
        </p:nvGrpSpPr>
        <p:grpSpPr>
          <a:xfrm>
            <a:off x="8236728" y="6520104"/>
            <a:ext cx="663120" cy="149040"/>
            <a:chOff x="8236728" y="6520104"/>
            <a:chExt cx="663120" cy="14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A65AC7C2-CB3D-AC55-1FF6-7196C1A156C3}"/>
                    </a:ext>
                  </a:extLst>
                </p14:cNvPr>
                <p14:cNvContentPartPr/>
                <p14:nvPr/>
              </p14:nvContentPartPr>
              <p14:xfrm>
                <a:off x="8236728" y="6520104"/>
                <a:ext cx="120960" cy="31680"/>
              </p14:xfrm>
            </p:contentPart>
          </mc:Choice>
          <mc:Fallback xmlns=""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A65AC7C2-CB3D-AC55-1FF6-7196C1A156C3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8227728" y="6511464"/>
                  <a:ext cx="1386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FBBBB753-3DF0-4DAD-21A9-A37E5411B95E}"/>
                    </a:ext>
                  </a:extLst>
                </p14:cNvPr>
                <p14:cNvContentPartPr/>
                <p14:nvPr/>
              </p14:nvContentPartPr>
              <p14:xfrm>
                <a:off x="8286408" y="6597504"/>
                <a:ext cx="98280" cy="46440"/>
              </p14:xfrm>
            </p:contentPart>
          </mc:Choice>
          <mc:Fallback xmlns=""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FBBBB753-3DF0-4DAD-21A9-A37E5411B95E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8277768" y="6588864"/>
                  <a:ext cx="11592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4BF795A5-8B7A-39C1-03F6-4A8431960322}"/>
                    </a:ext>
                  </a:extLst>
                </p14:cNvPr>
                <p14:cNvContentPartPr/>
                <p14:nvPr/>
              </p14:nvContentPartPr>
              <p14:xfrm>
                <a:off x="8496288" y="6525144"/>
                <a:ext cx="70200" cy="12276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4BF795A5-8B7A-39C1-03F6-4A8431960322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8487288" y="6516144"/>
                  <a:ext cx="8784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426DC05D-9318-37D0-3E99-CE5AE8C583DC}"/>
                    </a:ext>
                  </a:extLst>
                </p14:cNvPr>
                <p14:cNvContentPartPr/>
                <p14:nvPr/>
              </p14:nvContentPartPr>
              <p14:xfrm>
                <a:off x="8666928" y="6588144"/>
                <a:ext cx="54360" cy="4284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426DC05D-9318-37D0-3E99-CE5AE8C583DC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8658288" y="6579504"/>
                  <a:ext cx="720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59118334-B6EC-0573-FA31-2F02DBBBF027}"/>
                    </a:ext>
                  </a:extLst>
                </p14:cNvPr>
                <p14:cNvContentPartPr/>
                <p14:nvPr/>
              </p14:nvContentPartPr>
              <p14:xfrm>
                <a:off x="8851968" y="6558984"/>
                <a:ext cx="47880" cy="11016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59118334-B6EC-0573-FA31-2F02DBBBF027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8843328" y="6550344"/>
                  <a:ext cx="65520" cy="12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4" name="Group 413">
            <a:extLst>
              <a:ext uri="{FF2B5EF4-FFF2-40B4-BE49-F238E27FC236}">
                <a16:creationId xmlns:a16="http://schemas.microsoft.com/office/drawing/2014/main" id="{195BA004-0F25-1F98-0200-AB728405502F}"/>
              </a:ext>
            </a:extLst>
          </p:cNvPr>
          <p:cNvGrpSpPr/>
          <p:nvPr/>
        </p:nvGrpSpPr>
        <p:grpSpPr>
          <a:xfrm>
            <a:off x="9092808" y="6566904"/>
            <a:ext cx="506520" cy="150120"/>
            <a:chOff x="9092808" y="6566904"/>
            <a:chExt cx="506520" cy="15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8E68A3FE-265E-2403-4745-31823AD3A4BB}"/>
                    </a:ext>
                  </a:extLst>
                </p14:cNvPr>
                <p14:cNvContentPartPr/>
                <p14:nvPr/>
              </p14:nvContentPartPr>
              <p14:xfrm>
                <a:off x="9092808" y="6566904"/>
                <a:ext cx="61200" cy="12204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8E68A3FE-265E-2403-4745-31823AD3A4BB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9084168" y="6557904"/>
                  <a:ext cx="788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CE0C1321-27BF-9950-D242-3A7DAA68A80C}"/>
                    </a:ext>
                  </a:extLst>
                </p14:cNvPr>
                <p14:cNvContentPartPr/>
                <p14:nvPr/>
              </p14:nvContentPartPr>
              <p14:xfrm>
                <a:off x="9310608" y="6570864"/>
                <a:ext cx="99720" cy="14616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CE0C1321-27BF-9950-D242-3A7DAA68A80C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9301608" y="6561864"/>
                  <a:ext cx="11736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05A627A2-18E5-39F7-D5CF-8A39333C2B48}"/>
                    </a:ext>
                  </a:extLst>
                </p14:cNvPr>
                <p14:cNvContentPartPr/>
                <p14:nvPr/>
              </p14:nvContentPartPr>
              <p14:xfrm>
                <a:off x="9542448" y="6612624"/>
                <a:ext cx="56880" cy="8928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05A627A2-18E5-39F7-D5CF-8A39333C2B48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9533448" y="6603984"/>
                  <a:ext cx="74520" cy="106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46">
            <p14:nvContentPartPr>
              <p14:cNvPr id="413" name="Ink 412">
                <a:extLst>
                  <a:ext uri="{FF2B5EF4-FFF2-40B4-BE49-F238E27FC236}">
                    <a16:creationId xmlns:a16="http://schemas.microsoft.com/office/drawing/2014/main" id="{70EFD6B8-242D-05AB-9232-C5D6475E3A8F}"/>
                  </a:ext>
                </a:extLst>
              </p14:cNvPr>
              <p14:cNvContentPartPr/>
              <p14:nvPr/>
            </p14:nvContentPartPr>
            <p14:xfrm>
              <a:off x="9783288" y="6611544"/>
              <a:ext cx="107640" cy="129600"/>
            </p14:xfrm>
          </p:contentPart>
        </mc:Choice>
        <mc:Fallback xmlns="">
          <p:pic>
            <p:nvPicPr>
              <p:cNvPr id="413" name="Ink 412">
                <a:extLst>
                  <a:ext uri="{FF2B5EF4-FFF2-40B4-BE49-F238E27FC236}">
                    <a16:creationId xmlns:a16="http://schemas.microsoft.com/office/drawing/2014/main" id="{70EFD6B8-242D-05AB-9232-C5D6475E3A8F}"/>
                  </a:ext>
                </a:extLst>
              </p:cNvPr>
              <p:cNvPicPr/>
              <p:nvPr/>
            </p:nvPicPr>
            <p:blipFill>
              <a:blip r:embed="rId547"/>
              <a:stretch>
                <a:fillRect/>
              </a:stretch>
            </p:blipFill>
            <p:spPr>
              <a:xfrm>
                <a:off x="9774288" y="6602904"/>
                <a:ext cx="125280" cy="147240"/>
              </a:xfrm>
              <a:prstGeom prst="rect">
                <a:avLst/>
              </a:prstGeom>
            </p:spPr>
          </p:pic>
        </mc:Fallback>
      </mc:AlternateContent>
      <p:grpSp>
        <p:nvGrpSpPr>
          <p:cNvPr id="422" name="Group 421">
            <a:extLst>
              <a:ext uri="{FF2B5EF4-FFF2-40B4-BE49-F238E27FC236}">
                <a16:creationId xmlns:a16="http://schemas.microsoft.com/office/drawing/2014/main" id="{DE1EA3B3-8E17-15E4-5900-7B12B770B85E}"/>
              </a:ext>
            </a:extLst>
          </p:cNvPr>
          <p:cNvGrpSpPr/>
          <p:nvPr/>
        </p:nvGrpSpPr>
        <p:grpSpPr>
          <a:xfrm>
            <a:off x="10148328" y="6520464"/>
            <a:ext cx="1275120" cy="306360"/>
            <a:chOff x="10148328" y="6520464"/>
            <a:chExt cx="1275120" cy="30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02F6127B-8E1D-472E-BECF-196FC406D337}"/>
                    </a:ext>
                  </a:extLst>
                </p14:cNvPr>
                <p14:cNvContentPartPr/>
                <p14:nvPr/>
              </p14:nvContentPartPr>
              <p14:xfrm>
                <a:off x="10148328" y="6554664"/>
                <a:ext cx="95040" cy="27216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02F6127B-8E1D-472E-BECF-196FC406D337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10139688" y="6545664"/>
                  <a:ext cx="11268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9F02BB99-AEDD-23C3-CC27-6726379EA4DE}"/>
                    </a:ext>
                  </a:extLst>
                </p14:cNvPr>
                <p14:cNvContentPartPr/>
                <p14:nvPr/>
              </p14:nvContentPartPr>
              <p14:xfrm>
                <a:off x="10388808" y="6591024"/>
                <a:ext cx="149040" cy="195120"/>
              </p14:xfrm>
            </p:contentPart>
          </mc:Choice>
          <mc:Fallback xmlns=""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9F02BB99-AEDD-23C3-CC27-6726379EA4DE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10380168" y="6582024"/>
                  <a:ext cx="16668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8040AE21-9FA0-FD4B-04B0-633182205D4F}"/>
                    </a:ext>
                  </a:extLst>
                </p14:cNvPr>
                <p14:cNvContentPartPr/>
                <p14:nvPr/>
              </p14:nvContentPartPr>
              <p14:xfrm>
                <a:off x="10675728" y="6564024"/>
                <a:ext cx="125640" cy="214200"/>
              </p14:xfrm>
            </p:contentPart>
          </mc:Choice>
          <mc:Fallback xmlns=""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8040AE21-9FA0-FD4B-04B0-633182205D4F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10666728" y="6555024"/>
                  <a:ext cx="14328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15BAAD9F-B680-5A8E-D5A6-04CB63E68678}"/>
                    </a:ext>
                  </a:extLst>
                </p14:cNvPr>
                <p14:cNvContentPartPr/>
                <p14:nvPr/>
              </p14:nvContentPartPr>
              <p14:xfrm>
                <a:off x="10939608" y="6597144"/>
                <a:ext cx="94320" cy="15696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15BAAD9F-B680-5A8E-D5A6-04CB63E68678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10930968" y="6588144"/>
                  <a:ext cx="1119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189E86C1-468A-F292-6AA0-77FA1FC2D456}"/>
                    </a:ext>
                  </a:extLst>
                </p14:cNvPr>
                <p14:cNvContentPartPr/>
                <p14:nvPr/>
              </p14:nvContentPartPr>
              <p14:xfrm>
                <a:off x="11111328" y="6606504"/>
                <a:ext cx="74880" cy="13176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189E86C1-468A-F292-6AA0-77FA1FC2D456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11102328" y="6597504"/>
                  <a:ext cx="9252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428293B1-B5A2-092F-A5F6-4442F855BF85}"/>
                    </a:ext>
                  </a:extLst>
                </p14:cNvPr>
                <p14:cNvContentPartPr/>
                <p14:nvPr/>
              </p14:nvContentPartPr>
              <p14:xfrm>
                <a:off x="11297088" y="6520464"/>
                <a:ext cx="126360" cy="50040"/>
              </p14:xfrm>
            </p:contentPart>
          </mc:Choice>
          <mc:Fallback xmlns=""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428293B1-B5A2-092F-A5F6-4442F855BF85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11288448" y="6511824"/>
                  <a:ext cx="144000" cy="67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423738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6078E-F8EC-8694-DE9C-165583D76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Problems with PCFG: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14:cNvPr>
              <p14:cNvContentPartPr/>
              <p14:nvPr/>
            </p14:nvContentPartPr>
            <p14:xfrm>
              <a:off x="9997848" y="1633824"/>
              <a:ext cx="3600" cy="10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87848" y="1620324"/>
                <a:ext cx="23200" cy="275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14:cNvPr>
              <p14:cNvContentPartPr/>
              <p14:nvPr/>
            </p14:nvContentPartPr>
            <p14:xfrm>
              <a:off x="10428408" y="2647584"/>
              <a:ext cx="28080" cy="324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419408" y="2638584"/>
                <a:ext cx="4572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14:cNvPr>
              <p14:cNvContentPartPr/>
              <p14:nvPr/>
            </p14:nvContentPartPr>
            <p14:xfrm>
              <a:off x="10763568" y="2771064"/>
              <a:ext cx="1800" cy="360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754568" y="2762064"/>
                <a:ext cx="1944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14:cNvPr>
              <p14:cNvContentPartPr/>
              <p14:nvPr/>
            </p14:nvContentPartPr>
            <p14:xfrm>
              <a:off x="3774888" y="6755904"/>
              <a:ext cx="360" cy="468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65888" y="6746904"/>
                <a:ext cx="18000" cy="2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9D970BF3-091B-BB51-D3D1-01BFF012194F}"/>
              </a:ext>
            </a:extLst>
          </p:cNvPr>
          <p:cNvGrpSpPr/>
          <p:nvPr/>
        </p:nvGrpSpPr>
        <p:grpSpPr>
          <a:xfrm>
            <a:off x="2057328" y="546624"/>
            <a:ext cx="691560" cy="536040"/>
            <a:chOff x="2057328" y="546624"/>
            <a:chExt cx="691560" cy="53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4B84C35-8DF4-F6D9-7875-73EE57902F96}"/>
                    </a:ext>
                  </a:extLst>
                </p14:cNvPr>
                <p14:cNvContentPartPr/>
                <p14:nvPr/>
              </p14:nvContentPartPr>
              <p14:xfrm>
                <a:off x="2263248" y="693504"/>
                <a:ext cx="10080" cy="1749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4B84C35-8DF4-F6D9-7875-73EE57902F9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254608" y="684864"/>
                  <a:ext cx="2772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A4455E8-41BD-6226-03BE-7BCF4D9E6AB4}"/>
                    </a:ext>
                  </a:extLst>
                </p14:cNvPr>
                <p14:cNvContentPartPr/>
                <p14:nvPr/>
              </p14:nvContentPartPr>
              <p14:xfrm>
                <a:off x="2057328" y="546624"/>
                <a:ext cx="691560" cy="5360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A4455E8-41BD-6226-03BE-7BCF4D9E6AB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048688" y="537624"/>
                  <a:ext cx="709200" cy="55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888B95DD-2590-EE70-E06F-C8333D7D5894}"/>
              </a:ext>
            </a:extLst>
          </p:cNvPr>
          <p:cNvGrpSpPr/>
          <p:nvPr/>
        </p:nvGrpSpPr>
        <p:grpSpPr>
          <a:xfrm>
            <a:off x="3103488" y="549504"/>
            <a:ext cx="529200" cy="353520"/>
            <a:chOff x="3103488" y="549504"/>
            <a:chExt cx="529200" cy="35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08DAA5A-E684-035E-E9AE-0727C0319CCC}"/>
                    </a:ext>
                  </a:extLst>
                </p14:cNvPr>
                <p14:cNvContentPartPr/>
                <p14:nvPr/>
              </p14:nvContentPartPr>
              <p14:xfrm>
                <a:off x="3103488" y="549504"/>
                <a:ext cx="198360" cy="3535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08DAA5A-E684-035E-E9AE-0727C0319CC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094488" y="540864"/>
                  <a:ext cx="21600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6FF01D0-449C-4D9B-B19D-2BBF71FBA6E6}"/>
                    </a:ext>
                  </a:extLst>
                </p14:cNvPr>
                <p14:cNvContentPartPr/>
                <p14:nvPr/>
              </p14:nvContentPartPr>
              <p14:xfrm>
                <a:off x="3325248" y="687384"/>
                <a:ext cx="2880" cy="331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6FF01D0-449C-4D9B-B19D-2BBF71FBA6E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316608" y="678384"/>
                  <a:ext cx="2052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6DBB3DC-B17A-4EC5-CCFD-184A5C4894FE}"/>
                    </a:ext>
                  </a:extLst>
                </p14:cNvPr>
                <p14:cNvContentPartPr/>
                <p14:nvPr/>
              </p14:nvContentPartPr>
              <p14:xfrm>
                <a:off x="3414888" y="787104"/>
                <a:ext cx="217800" cy="759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6DBB3DC-B17A-4EC5-CCFD-184A5C4894F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405888" y="778464"/>
                  <a:ext cx="235440" cy="9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A831D74-FA2C-3216-E73C-C3AA337AC6A1}"/>
              </a:ext>
            </a:extLst>
          </p:cNvPr>
          <p:cNvGrpSpPr/>
          <p:nvPr/>
        </p:nvGrpSpPr>
        <p:grpSpPr>
          <a:xfrm>
            <a:off x="4160808" y="723024"/>
            <a:ext cx="209520" cy="160200"/>
            <a:chOff x="4160808" y="723024"/>
            <a:chExt cx="209520" cy="16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33E38C0-0178-FFA2-0955-6303E5F20599}"/>
                    </a:ext>
                  </a:extLst>
                </p14:cNvPr>
                <p14:cNvContentPartPr/>
                <p14:nvPr/>
              </p14:nvContentPartPr>
              <p14:xfrm>
                <a:off x="4169808" y="800064"/>
                <a:ext cx="12600" cy="831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33E38C0-0178-FFA2-0955-6303E5F2059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160808" y="791064"/>
                  <a:ext cx="302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A64E15C-1E85-1920-B60D-0149DCC444DD}"/>
                    </a:ext>
                  </a:extLst>
                </p14:cNvPr>
                <p14:cNvContentPartPr/>
                <p14:nvPr/>
              </p14:nvContentPartPr>
              <p14:xfrm>
                <a:off x="4160808" y="723024"/>
                <a:ext cx="6480" cy="399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A64E15C-1E85-1920-B60D-0149DCC444D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151808" y="714024"/>
                  <a:ext cx="2412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0911653-6D61-FD69-772A-D37E489F8977}"/>
                    </a:ext>
                  </a:extLst>
                </p14:cNvPr>
                <p14:cNvContentPartPr/>
                <p14:nvPr/>
              </p14:nvContentPartPr>
              <p14:xfrm>
                <a:off x="4290768" y="807624"/>
                <a:ext cx="79560" cy="327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0911653-6D61-FD69-772A-D37E489F897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282128" y="798624"/>
                  <a:ext cx="97200" cy="5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57098D8-186C-9C3F-3D58-ED7637EB8925}"/>
              </a:ext>
            </a:extLst>
          </p:cNvPr>
          <p:cNvGrpSpPr/>
          <p:nvPr/>
        </p:nvGrpSpPr>
        <p:grpSpPr>
          <a:xfrm>
            <a:off x="4774248" y="606024"/>
            <a:ext cx="434520" cy="274680"/>
            <a:chOff x="4774248" y="606024"/>
            <a:chExt cx="434520" cy="27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3C8CAD8-51C8-0A3B-4BF6-604C16DD7718}"/>
                    </a:ext>
                  </a:extLst>
                </p14:cNvPr>
                <p14:cNvContentPartPr/>
                <p14:nvPr/>
              </p14:nvContentPartPr>
              <p14:xfrm>
                <a:off x="4774248" y="672624"/>
                <a:ext cx="53280" cy="2080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3C8CAD8-51C8-0A3B-4BF6-604C16DD771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765248" y="663624"/>
                  <a:ext cx="709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9535680-275A-8795-50FE-EEA1F5BFA1E9}"/>
                    </a:ext>
                  </a:extLst>
                </p14:cNvPr>
                <p14:cNvContentPartPr/>
                <p14:nvPr/>
              </p14:nvContentPartPr>
              <p14:xfrm>
                <a:off x="4825368" y="606024"/>
                <a:ext cx="383400" cy="2422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9535680-275A-8795-50FE-EEA1F5BFA1E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816728" y="597384"/>
                  <a:ext cx="401040" cy="25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E870C17-B580-EBE6-FFB5-F5255DB69755}"/>
              </a:ext>
            </a:extLst>
          </p:cNvPr>
          <p:cNvGrpSpPr/>
          <p:nvPr/>
        </p:nvGrpSpPr>
        <p:grpSpPr>
          <a:xfrm>
            <a:off x="5732568" y="698904"/>
            <a:ext cx="1798920" cy="414360"/>
            <a:chOff x="5732568" y="698904"/>
            <a:chExt cx="1798920" cy="41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74949C2-6025-5EF8-1B3D-418994980388}"/>
                    </a:ext>
                  </a:extLst>
                </p14:cNvPr>
                <p14:cNvContentPartPr/>
                <p14:nvPr/>
              </p14:nvContentPartPr>
              <p14:xfrm>
                <a:off x="5732568" y="787824"/>
                <a:ext cx="24480" cy="1090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74949C2-6025-5EF8-1B3D-418994980388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723928" y="779184"/>
                  <a:ext cx="4212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A4F7A2A-D179-EC42-4239-1D91549BAE41}"/>
                    </a:ext>
                  </a:extLst>
                </p14:cNvPr>
                <p14:cNvContentPartPr/>
                <p14:nvPr/>
              </p14:nvContentPartPr>
              <p14:xfrm>
                <a:off x="5743728" y="717984"/>
                <a:ext cx="26640" cy="381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A4F7A2A-D179-EC42-4239-1D91549BAE4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735088" y="709344"/>
                  <a:ext cx="442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6B9CB0F-DE34-993B-E39B-3280945469E5}"/>
                    </a:ext>
                  </a:extLst>
                </p14:cNvPr>
                <p14:cNvContentPartPr/>
                <p14:nvPr/>
              </p14:nvContentPartPr>
              <p14:xfrm>
                <a:off x="5883768" y="819144"/>
                <a:ext cx="82080" cy="748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6B9CB0F-DE34-993B-E39B-3280945469E5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874768" y="810504"/>
                  <a:ext cx="997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DD35BC0-1509-09D5-0678-13BF9739914B}"/>
                    </a:ext>
                  </a:extLst>
                </p14:cNvPr>
                <p14:cNvContentPartPr/>
                <p14:nvPr/>
              </p14:nvContentPartPr>
              <p14:xfrm>
                <a:off x="5992488" y="698904"/>
                <a:ext cx="112320" cy="1926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DD35BC0-1509-09D5-0678-13BF9739914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983488" y="690264"/>
                  <a:ext cx="12996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F8934C2-5E3F-FA02-1DC3-82273D1AD350}"/>
                    </a:ext>
                  </a:extLst>
                </p14:cNvPr>
                <p14:cNvContentPartPr/>
                <p14:nvPr/>
              </p14:nvContentPartPr>
              <p14:xfrm>
                <a:off x="6179688" y="793584"/>
                <a:ext cx="265680" cy="3196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F8934C2-5E3F-FA02-1DC3-82273D1AD350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171048" y="784584"/>
                  <a:ext cx="28332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9E27A24-3429-A112-2879-9E6DDF2F2298}"/>
                    </a:ext>
                  </a:extLst>
                </p14:cNvPr>
                <p14:cNvContentPartPr/>
                <p14:nvPr/>
              </p14:nvContentPartPr>
              <p14:xfrm>
                <a:off x="6460128" y="812304"/>
                <a:ext cx="316440" cy="608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9E27A24-3429-A112-2879-9E6DDF2F229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451488" y="803664"/>
                  <a:ext cx="3340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AFD9821-E240-76D4-5364-1278F079CF4D}"/>
                    </a:ext>
                  </a:extLst>
                </p14:cNvPr>
                <p14:cNvContentPartPr/>
                <p14:nvPr/>
              </p14:nvContentPartPr>
              <p14:xfrm>
                <a:off x="6765768" y="719424"/>
                <a:ext cx="99000" cy="163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AFD9821-E240-76D4-5364-1278F079CF4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756768" y="710424"/>
                  <a:ext cx="1166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E45E4F9-1FF9-9A98-79B0-40900300B6C4}"/>
                    </a:ext>
                  </a:extLst>
                </p14:cNvPr>
                <p14:cNvContentPartPr/>
                <p14:nvPr/>
              </p14:nvContentPartPr>
              <p14:xfrm>
                <a:off x="6929568" y="793944"/>
                <a:ext cx="299880" cy="752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E45E4F9-1FF9-9A98-79B0-40900300B6C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920568" y="785304"/>
                  <a:ext cx="31752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0B18C45-F2D3-DB8B-A1D3-2F02031EC3CE}"/>
                    </a:ext>
                  </a:extLst>
                </p14:cNvPr>
                <p14:cNvContentPartPr/>
                <p14:nvPr/>
              </p14:nvContentPartPr>
              <p14:xfrm>
                <a:off x="7300368" y="791784"/>
                <a:ext cx="231120" cy="583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0B18C45-F2D3-DB8B-A1D3-2F02031EC3C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291728" y="782784"/>
                  <a:ext cx="248760" cy="7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66044C1-6011-8C7E-5DD9-F59FDC7F638E}"/>
              </a:ext>
            </a:extLst>
          </p:cNvPr>
          <p:cNvGrpSpPr/>
          <p:nvPr/>
        </p:nvGrpSpPr>
        <p:grpSpPr>
          <a:xfrm>
            <a:off x="8063568" y="527184"/>
            <a:ext cx="1679400" cy="445680"/>
            <a:chOff x="8063568" y="527184"/>
            <a:chExt cx="1679400" cy="44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E23DDE6-CF07-3DC6-DEE2-B8487D3D5044}"/>
                    </a:ext>
                  </a:extLst>
                </p14:cNvPr>
                <p14:cNvContentPartPr/>
                <p14:nvPr/>
              </p14:nvContentPartPr>
              <p14:xfrm>
                <a:off x="8063568" y="723744"/>
                <a:ext cx="488160" cy="1548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E23DDE6-CF07-3DC6-DEE2-B8487D3D504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054568" y="715104"/>
                  <a:ext cx="50580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AC75020-294D-0635-4869-33B173A8D75D}"/>
                    </a:ext>
                  </a:extLst>
                </p14:cNvPr>
                <p14:cNvContentPartPr/>
                <p14:nvPr/>
              </p14:nvContentPartPr>
              <p14:xfrm>
                <a:off x="8633808" y="746064"/>
                <a:ext cx="111600" cy="85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AC75020-294D-0635-4869-33B173A8D75D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624808" y="737064"/>
                  <a:ext cx="12924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DAD5D60-9DDD-DC5E-89E9-1CDEA205CCF7}"/>
                    </a:ext>
                  </a:extLst>
                </p14:cNvPr>
                <p14:cNvContentPartPr/>
                <p14:nvPr/>
              </p14:nvContentPartPr>
              <p14:xfrm>
                <a:off x="8812008" y="683784"/>
                <a:ext cx="409320" cy="2890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DAD5D60-9DDD-DC5E-89E9-1CDEA205CCF7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803008" y="674784"/>
                  <a:ext cx="42696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6A3F6A4-0A03-19A9-EBAF-FFBF9BB3560D}"/>
                    </a:ext>
                  </a:extLst>
                </p14:cNvPr>
                <p14:cNvContentPartPr/>
                <p14:nvPr/>
              </p14:nvContentPartPr>
              <p14:xfrm>
                <a:off x="9321048" y="527184"/>
                <a:ext cx="32760" cy="2728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6A3F6A4-0A03-19A9-EBAF-FFBF9BB3560D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312408" y="518184"/>
                  <a:ext cx="5040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2BED82C-054D-676B-6D6C-1DF6BDF65815}"/>
                    </a:ext>
                  </a:extLst>
                </p14:cNvPr>
                <p14:cNvContentPartPr/>
                <p14:nvPr/>
              </p14:nvContentPartPr>
              <p14:xfrm>
                <a:off x="9402768" y="743184"/>
                <a:ext cx="12240" cy="136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2BED82C-054D-676B-6D6C-1DF6BDF65815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393768" y="734544"/>
                  <a:ext cx="298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09E666D-5A36-ED88-CAF7-117E193F2489}"/>
                    </a:ext>
                  </a:extLst>
                </p14:cNvPr>
                <p14:cNvContentPartPr/>
                <p14:nvPr/>
              </p14:nvContentPartPr>
              <p14:xfrm>
                <a:off x="9435888" y="750744"/>
                <a:ext cx="307080" cy="738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09E666D-5A36-ED88-CAF7-117E193F2489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427248" y="742104"/>
                  <a:ext cx="32472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AF636CC-8A66-C8FA-445A-591DBADAB0E1}"/>
                    </a:ext>
                  </a:extLst>
                </p14:cNvPr>
                <p14:cNvContentPartPr/>
                <p14:nvPr/>
              </p14:nvContentPartPr>
              <p14:xfrm>
                <a:off x="9654408" y="631584"/>
                <a:ext cx="25560" cy="122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AF636CC-8A66-C8FA-445A-591DBADAB0E1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645768" y="622584"/>
                  <a:ext cx="43200" cy="29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F0F89EF3-2B1B-E9F3-D2B1-33454B7F8D15}"/>
                  </a:ext>
                </a:extLst>
              </p14:cNvPr>
              <p14:cNvContentPartPr/>
              <p14:nvPr/>
            </p14:nvContentPartPr>
            <p14:xfrm>
              <a:off x="10067688" y="887904"/>
              <a:ext cx="360" cy="504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F0F89EF3-2B1B-E9F3-D2B1-33454B7F8D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058688" y="878904"/>
                <a:ext cx="18000" cy="2268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36ECBB09-E26C-FAE0-02AE-1CE0790D94E3}"/>
              </a:ext>
            </a:extLst>
          </p:cNvPr>
          <p:cNvGrpSpPr/>
          <p:nvPr/>
        </p:nvGrpSpPr>
        <p:grpSpPr>
          <a:xfrm>
            <a:off x="2211408" y="1195704"/>
            <a:ext cx="555840" cy="487080"/>
            <a:chOff x="2211408" y="1195704"/>
            <a:chExt cx="555840" cy="48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33FE4B3-C77D-4C64-343D-66FC2AE9773C}"/>
                    </a:ext>
                  </a:extLst>
                </p14:cNvPr>
                <p14:cNvContentPartPr/>
                <p14:nvPr/>
              </p14:nvContentPartPr>
              <p14:xfrm>
                <a:off x="2287728" y="1343664"/>
                <a:ext cx="264960" cy="1908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33FE4B3-C77D-4C64-343D-66FC2AE9773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278728" y="1335024"/>
                  <a:ext cx="28260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8D5A47E-3D68-2D54-392A-223D17F50135}"/>
                    </a:ext>
                  </a:extLst>
                </p14:cNvPr>
                <p14:cNvContentPartPr/>
                <p14:nvPr/>
              </p14:nvContentPartPr>
              <p14:xfrm>
                <a:off x="2211408" y="1195704"/>
                <a:ext cx="555840" cy="4870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8D5A47E-3D68-2D54-392A-223D17F5013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202768" y="1186704"/>
                  <a:ext cx="573480" cy="50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E9145F3-8E8B-FFAB-458B-541AFA601F4B}"/>
              </a:ext>
            </a:extLst>
          </p:cNvPr>
          <p:cNvGrpSpPr/>
          <p:nvPr/>
        </p:nvGrpSpPr>
        <p:grpSpPr>
          <a:xfrm>
            <a:off x="3205008" y="1232064"/>
            <a:ext cx="704520" cy="293760"/>
            <a:chOff x="3205008" y="1232064"/>
            <a:chExt cx="704520" cy="29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B4EE294-F6D3-BB60-41E8-21E5487BE1AB}"/>
                    </a:ext>
                  </a:extLst>
                </p14:cNvPr>
                <p14:cNvContentPartPr/>
                <p14:nvPr/>
              </p14:nvContentPartPr>
              <p14:xfrm>
                <a:off x="3205008" y="1232064"/>
                <a:ext cx="304920" cy="2937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B4EE294-F6D3-BB60-41E8-21E5487BE1A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196368" y="1223064"/>
                  <a:ext cx="32256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E3C3118-55F7-E1DD-3E48-4891E8BAEC6F}"/>
                    </a:ext>
                  </a:extLst>
                </p14:cNvPr>
                <p14:cNvContentPartPr/>
                <p14:nvPr/>
              </p14:nvContentPartPr>
              <p14:xfrm>
                <a:off x="3590568" y="1336104"/>
                <a:ext cx="318960" cy="178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E3C3118-55F7-E1DD-3E48-4891E8BAEC6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581928" y="1327464"/>
                  <a:ext cx="336600" cy="195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C78ECBBA-372A-B6CD-3177-4CBE177E5BF1}"/>
                  </a:ext>
                </a:extLst>
              </p14:cNvPr>
              <p14:cNvContentPartPr/>
              <p14:nvPr/>
            </p14:nvContentPartPr>
            <p14:xfrm>
              <a:off x="4226328" y="1293984"/>
              <a:ext cx="210600" cy="36792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C78ECBBA-372A-B6CD-3177-4CBE177E5BF1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4217328" y="1285344"/>
                <a:ext cx="228240" cy="385560"/>
              </a:xfrm>
              <a:prstGeom prst="rect">
                <a:avLst/>
              </a:prstGeom>
            </p:spPr>
          </p:pic>
        </mc:Fallback>
      </mc:AlternateContent>
      <p:grpSp>
        <p:nvGrpSpPr>
          <p:cNvPr id="54" name="Group 53">
            <a:extLst>
              <a:ext uri="{FF2B5EF4-FFF2-40B4-BE49-F238E27FC236}">
                <a16:creationId xmlns:a16="http://schemas.microsoft.com/office/drawing/2014/main" id="{93A1E9B4-F0D3-1BF7-D76B-2DB97F8E8E2C}"/>
              </a:ext>
            </a:extLst>
          </p:cNvPr>
          <p:cNvGrpSpPr/>
          <p:nvPr/>
        </p:nvGrpSpPr>
        <p:grpSpPr>
          <a:xfrm>
            <a:off x="5089608" y="1237824"/>
            <a:ext cx="1803960" cy="414720"/>
            <a:chOff x="5089608" y="1237824"/>
            <a:chExt cx="1803960" cy="41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D2F0F77-9C3D-B0BE-AF65-1C7036999454}"/>
                    </a:ext>
                  </a:extLst>
                </p14:cNvPr>
                <p14:cNvContentPartPr/>
                <p14:nvPr/>
              </p14:nvContentPartPr>
              <p14:xfrm>
                <a:off x="5089608" y="1289304"/>
                <a:ext cx="282600" cy="2869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D2F0F77-9C3D-B0BE-AF65-1C703699945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080968" y="1280664"/>
                  <a:ext cx="30024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07523EB-1FAD-C6A8-9530-DCE51A651B2A}"/>
                    </a:ext>
                  </a:extLst>
                </p14:cNvPr>
                <p14:cNvContentPartPr/>
                <p14:nvPr/>
              </p14:nvContentPartPr>
              <p14:xfrm>
                <a:off x="5399928" y="1383624"/>
                <a:ext cx="501840" cy="1101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07523EB-1FAD-C6A8-9530-DCE51A651B2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390928" y="1374624"/>
                  <a:ext cx="51948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30EC24B-B2FE-E8EA-4E12-E4E7A8661688}"/>
                    </a:ext>
                  </a:extLst>
                </p14:cNvPr>
                <p14:cNvContentPartPr/>
                <p14:nvPr/>
              </p14:nvContentPartPr>
              <p14:xfrm>
                <a:off x="5968728" y="1386864"/>
                <a:ext cx="18000" cy="622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30EC24B-B2FE-E8EA-4E12-E4E7A866168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959728" y="1377864"/>
                  <a:ext cx="3564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81B45D1-FBB0-2559-1F86-D31E45EF8603}"/>
                    </a:ext>
                  </a:extLst>
                </p14:cNvPr>
                <p14:cNvContentPartPr/>
                <p14:nvPr/>
              </p14:nvContentPartPr>
              <p14:xfrm>
                <a:off x="6006168" y="1290384"/>
                <a:ext cx="6120" cy="198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81B45D1-FBB0-2559-1F86-D31E45EF860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997528" y="1281384"/>
                  <a:ext cx="237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A7E00F5-5368-9E02-371B-8CFA1FDE8A00}"/>
                    </a:ext>
                  </a:extLst>
                </p14:cNvPr>
                <p14:cNvContentPartPr/>
                <p14:nvPr/>
              </p14:nvContentPartPr>
              <p14:xfrm>
                <a:off x="6062328" y="1237824"/>
                <a:ext cx="102960" cy="2070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A7E00F5-5368-9E02-371B-8CFA1FDE8A0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053328" y="1229184"/>
                  <a:ext cx="12060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A6CA6EB-9057-8E1C-2ACF-02B9F62A13CE}"/>
                    </a:ext>
                  </a:extLst>
                </p14:cNvPr>
                <p14:cNvContentPartPr/>
                <p14:nvPr/>
              </p14:nvContentPartPr>
              <p14:xfrm>
                <a:off x="6204528" y="1353024"/>
                <a:ext cx="5040" cy="219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A6CA6EB-9057-8E1C-2ACF-02B9F62A13C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195888" y="1344384"/>
                  <a:ext cx="226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9EA5E06-4537-7D62-2460-33ABE4A86480}"/>
                    </a:ext>
                  </a:extLst>
                </p14:cNvPr>
                <p14:cNvContentPartPr/>
                <p14:nvPr/>
              </p14:nvContentPartPr>
              <p14:xfrm>
                <a:off x="6272928" y="1364184"/>
                <a:ext cx="173880" cy="766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9EA5E06-4537-7D62-2460-33ABE4A8648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264288" y="1355544"/>
                  <a:ext cx="19152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A665B98-BB8F-51EC-D289-1476DA0336B1}"/>
                    </a:ext>
                  </a:extLst>
                </p14:cNvPr>
                <p14:cNvContentPartPr/>
                <p14:nvPr/>
              </p14:nvContentPartPr>
              <p14:xfrm>
                <a:off x="6502968" y="1322424"/>
                <a:ext cx="6120" cy="14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A665B98-BB8F-51EC-D289-1476DA0336B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494328" y="1313784"/>
                  <a:ext cx="237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0195C54-ADA1-62D5-FFBE-F13DBD9C099D}"/>
                    </a:ext>
                  </a:extLst>
                </p14:cNvPr>
                <p14:cNvContentPartPr/>
                <p14:nvPr/>
              </p14:nvContentPartPr>
              <p14:xfrm>
                <a:off x="6548688" y="1260864"/>
                <a:ext cx="196920" cy="3916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0195C54-ADA1-62D5-FFBE-F13DBD9C099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539688" y="1252224"/>
                  <a:ext cx="214560" cy="40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8A1775C-8C51-F825-E3D7-C57FADB09968}"/>
                    </a:ext>
                  </a:extLst>
                </p14:cNvPr>
                <p14:cNvContentPartPr/>
                <p14:nvPr/>
              </p14:nvContentPartPr>
              <p14:xfrm>
                <a:off x="6774048" y="1328904"/>
                <a:ext cx="119520" cy="169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8A1775C-8C51-F825-E3D7-C57FADB0996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765408" y="1320264"/>
                  <a:ext cx="1371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6F936C1-D77A-2E6C-1496-0944518CF152}"/>
                    </a:ext>
                  </a:extLst>
                </p14:cNvPr>
                <p14:cNvContentPartPr/>
                <p14:nvPr/>
              </p14:nvContentPartPr>
              <p14:xfrm>
                <a:off x="6163128" y="1249704"/>
                <a:ext cx="71280" cy="72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6F936C1-D77A-2E6C-1496-0944518CF15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154128" y="1241064"/>
                  <a:ext cx="88920" cy="2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0026390D-B351-1249-A2F2-1E48F77AD42B}"/>
              </a:ext>
            </a:extLst>
          </p:cNvPr>
          <p:cNvGrpSpPr/>
          <p:nvPr/>
        </p:nvGrpSpPr>
        <p:grpSpPr>
          <a:xfrm>
            <a:off x="7175808" y="1158264"/>
            <a:ext cx="507960" cy="293760"/>
            <a:chOff x="7175808" y="1158264"/>
            <a:chExt cx="507960" cy="29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AFAF7EE-BF3D-4CCB-943C-03629A47B6E9}"/>
                    </a:ext>
                  </a:extLst>
                </p14:cNvPr>
                <p14:cNvContentPartPr/>
                <p14:nvPr/>
              </p14:nvContentPartPr>
              <p14:xfrm>
                <a:off x="7373088" y="1158264"/>
                <a:ext cx="55080" cy="2937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AFAF7EE-BF3D-4CCB-943C-03629A47B6E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364448" y="1149624"/>
                  <a:ext cx="7272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AA33F05-5DE5-529F-3F96-62A797E5E2FD}"/>
                    </a:ext>
                  </a:extLst>
                </p14:cNvPr>
                <p14:cNvContentPartPr/>
                <p14:nvPr/>
              </p14:nvContentPartPr>
              <p14:xfrm>
                <a:off x="7175808" y="1293264"/>
                <a:ext cx="507960" cy="1263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AA33F05-5DE5-529F-3F96-62A797E5E2F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166808" y="1284624"/>
                  <a:ext cx="525600" cy="14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6BFB0608-8D27-9B9F-70F9-726D2581978D}"/>
              </a:ext>
            </a:extLst>
          </p:cNvPr>
          <p:cNvGrpSpPr/>
          <p:nvPr/>
        </p:nvGrpSpPr>
        <p:grpSpPr>
          <a:xfrm>
            <a:off x="8653968" y="1083024"/>
            <a:ext cx="932400" cy="281160"/>
            <a:chOff x="8653968" y="1083024"/>
            <a:chExt cx="932400" cy="28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F66F42B-4875-D70C-06F6-1939A034123F}"/>
                    </a:ext>
                  </a:extLst>
                </p14:cNvPr>
                <p14:cNvContentPartPr/>
                <p14:nvPr/>
              </p14:nvContentPartPr>
              <p14:xfrm>
                <a:off x="8653968" y="1083024"/>
                <a:ext cx="415080" cy="2782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F66F42B-4875-D70C-06F6-1939A034123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644968" y="1074384"/>
                  <a:ext cx="43272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436686D-CCD2-E429-D8DA-7C7A627D075A}"/>
                    </a:ext>
                  </a:extLst>
                </p14:cNvPr>
                <p14:cNvContentPartPr/>
                <p14:nvPr/>
              </p14:nvContentPartPr>
              <p14:xfrm>
                <a:off x="9108288" y="1280304"/>
                <a:ext cx="20520" cy="838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436686D-CCD2-E429-D8DA-7C7A627D075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099648" y="1271664"/>
                  <a:ext cx="381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97C065E-72E1-FA5F-3B5B-5EAED18ADFA6}"/>
                    </a:ext>
                  </a:extLst>
                </p14:cNvPr>
                <p14:cNvContentPartPr/>
                <p14:nvPr/>
              </p14:nvContentPartPr>
              <p14:xfrm>
                <a:off x="9162288" y="1183464"/>
                <a:ext cx="5040" cy="201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97C065E-72E1-FA5F-3B5B-5EAED18ADFA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153288" y="1174824"/>
                  <a:ext cx="2268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9FB3502-251D-06BA-B2A7-93CC019D14D5}"/>
                    </a:ext>
                  </a:extLst>
                </p14:cNvPr>
                <p14:cNvContentPartPr/>
                <p14:nvPr/>
              </p14:nvContentPartPr>
              <p14:xfrm>
                <a:off x="9258408" y="1146744"/>
                <a:ext cx="327960" cy="2034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9FB3502-251D-06BA-B2A7-93CC019D14D5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249768" y="1137744"/>
                  <a:ext cx="345600" cy="22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5BF9252E-D0DE-EEA3-6A60-73037799ED9B}"/>
              </a:ext>
            </a:extLst>
          </p:cNvPr>
          <p:cNvGrpSpPr/>
          <p:nvPr/>
        </p:nvGrpSpPr>
        <p:grpSpPr>
          <a:xfrm>
            <a:off x="10115928" y="908784"/>
            <a:ext cx="1632240" cy="671400"/>
            <a:chOff x="10115928" y="908784"/>
            <a:chExt cx="1632240" cy="67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F117CED-1ADF-EB24-8915-737490DCA511}"/>
                    </a:ext>
                  </a:extLst>
                </p14:cNvPr>
                <p14:cNvContentPartPr/>
                <p14:nvPr/>
              </p14:nvContentPartPr>
              <p14:xfrm>
                <a:off x="10115928" y="1232424"/>
                <a:ext cx="29520" cy="932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F117CED-1ADF-EB24-8915-737490DCA511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0106928" y="1223784"/>
                  <a:ext cx="4716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4E9F3B5-066D-9B2B-713D-9578CA0C8FFF}"/>
                    </a:ext>
                  </a:extLst>
                </p14:cNvPr>
                <p14:cNvContentPartPr/>
                <p14:nvPr/>
              </p14:nvContentPartPr>
              <p14:xfrm>
                <a:off x="10146528" y="1144944"/>
                <a:ext cx="11520" cy="284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4E9F3B5-066D-9B2B-713D-9578CA0C8FFF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137528" y="1135944"/>
                  <a:ext cx="291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A514A09-A78B-055D-36A5-36ADE56AE7A7}"/>
                    </a:ext>
                  </a:extLst>
                </p14:cNvPr>
                <p14:cNvContentPartPr/>
                <p14:nvPr/>
              </p14:nvContentPartPr>
              <p14:xfrm>
                <a:off x="10261008" y="1234944"/>
                <a:ext cx="85680" cy="352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A514A09-A78B-055D-36A5-36ADE56AE7A7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0252008" y="1225944"/>
                  <a:ext cx="1033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0261B78-B1D8-20FD-9EC9-C7157C7DEE69}"/>
                    </a:ext>
                  </a:extLst>
                </p14:cNvPr>
                <p14:cNvContentPartPr/>
                <p14:nvPr/>
              </p14:nvContentPartPr>
              <p14:xfrm>
                <a:off x="10363248" y="908784"/>
                <a:ext cx="278280" cy="6714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0261B78-B1D8-20FD-9EC9-C7157C7DEE69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0354608" y="899784"/>
                  <a:ext cx="295920" cy="68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48A84BA-4DB4-BEAE-0CA1-C47DEFCD7271}"/>
                    </a:ext>
                  </a:extLst>
                </p14:cNvPr>
                <p14:cNvContentPartPr/>
                <p14:nvPr/>
              </p14:nvContentPartPr>
              <p14:xfrm>
                <a:off x="10375848" y="1285704"/>
                <a:ext cx="245520" cy="1663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48A84BA-4DB4-BEAE-0CA1-C47DEFCD7271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366848" y="1277064"/>
                  <a:ext cx="26316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FA53EEC-F91A-5686-BA1A-E6A121AC98A6}"/>
                    </a:ext>
                  </a:extLst>
                </p14:cNvPr>
                <p14:cNvContentPartPr/>
                <p14:nvPr/>
              </p14:nvContentPartPr>
              <p14:xfrm>
                <a:off x="10669608" y="1282104"/>
                <a:ext cx="44280" cy="576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FA53EEC-F91A-5686-BA1A-E6A121AC98A6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0660968" y="1273464"/>
                  <a:ext cx="6192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FA08C7B-33D7-EDDA-E71D-EAED77AB79AC}"/>
                    </a:ext>
                  </a:extLst>
                </p14:cNvPr>
                <p14:cNvContentPartPr/>
                <p14:nvPr/>
              </p14:nvContentPartPr>
              <p14:xfrm>
                <a:off x="10792368" y="1283184"/>
                <a:ext cx="184320" cy="500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FA08C7B-33D7-EDDA-E71D-EAED77AB79AC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783368" y="1274184"/>
                  <a:ext cx="2019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69DEE50-E7B4-2BBC-196F-AD2687786DDC}"/>
                    </a:ext>
                  </a:extLst>
                </p14:cNvPr>
                <p14:cNvContentPartPr/>
                <p14:nvPr/>
              </p14:nvContentPartPr>
              <p14:xfrm>
                <a:off x="11069568" y="1097064"/>
                <a:ext cx="236160" cy="2484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69DEE50-E7B4-2BBC-196F-AD2687786DDC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1060568" y="1088064"/>
                  <a:ext cx="25380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8CC6695-3EC4-CAB0-66AE-D2E4A74AAC87}"/>
                    </a:ext>
                  </a:extLst>
                </p14:cNvPr>
                <p14:cNvContentPartPr/>
                <p14:nvPr/>
              </p14:nvContentPartPr>
              <p14:xfrm>
                <a:off x="11334888" y="1248984"/>
                <a:ext cx="2880" cy="183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8CC6695-3EC4-CAB0-66AE-D2E4A74AAC87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1325888" y="1240344"/>
                  <a:ext cx="205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EB7830E-C827-DD2E-39E2-CAF975F56B18}"/>
                    </a:ext>
                  </a:extLst>
                </p14:cNvPr>
                <p14:cNvContentPartPr/>
                <p14:nvPr/>
              </p14:nvContentPartPr>
              <p14:xfrm>
                <a:off x="11368008" y="1264824"/>
                <a:ext cx="213480" cy="684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EB7830E-C827-DD2E-39E2-CAF975F56B18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1359008" y="1255824"/>
                  <a:ext cx="23112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2536154-521E-47BE-ED3B-30AB40AEC169}"/>
                    </a:ext>
                  </a:extLst>
                </p14:cNvPr>
                <p14:cNvContentPartPr/>
                <p14:nvPr/>
              </p14:nvContentPartPr>
              <p14:xfrm>
                <a:off x="11565648" y="1209744"/>
                <a:ext cx="38880" cy="61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2536154-521E-47BE-ED3B-30AB40AEC169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1556648" y="1201104"/>
                  <a:ext cx="565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8BAE9A2-32D2-C3A5-7B30-BEE0140B05B7}"/>
                    </a:ext>
                  </a:extLst>
                </p14:cNvPr>
                <p14:cNvContentPartPr/>
                <p14:nvPr/>
              </p14:nvContentPartPr>
              <p14:xfrm>
                <a:off x="11747808" y="1370664"/>
                <a:ext cx="360" cy="3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8BAE9A2-32D2-C3A5-7B30-BEE0140B05B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739168" y="1361664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202643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6078E-F8EC-8694-DE9C-165583D76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Parsing PCFGs: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14:cNvPr>
              <p14:cNvContentPartPr/>
              <p14:nvPr/>
            </p14:nvContentPartPr>
            <p14:xfrm>
              <a:off x="9997848" y="1633824"/>
              <a:ext cx="3600" cy="10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87848" y="1620324"/>
                <a:ext cx="23200" cy="275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14:cNvPr>
              <p14:cNvContentPartPr/>
              <p14:nvPr/>
            </p14:nvContentPartPr>
            <p14:xfrm>
              <a:off x="10428408" y="2647584"/>
              <a:ext cx="28080" cy="324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419408" y="2638584"/>
                <a:ext cx="4572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14:cNvPr>
              <p14:cNvContentPartPr/>
              <p14:nvPr/>
            </p14:nvContentPartPr>
            <p14:xfrm>
              <a:off x="10763568" y="2771064"/>
              <a:ext cx="1800" cy="360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754568" y="2762064"/>
                <a:ext cx="1944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14:cNvPr>
              <p14:cNvContentPartPr/>
              <p14:nvPr/>
            </p14:nvContentPartPr>
            <p14:xfrm>
              <a:off x="3774888" y="6755904"/>
              <a:ext cx="360" cy="468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65888" y="6746904"/>
                <a:ext cx="18000" cy="2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67147D05-59D7-928E-B763-F74A994A1310}"/>
              </a:ext>
            </a:extLst>
          </p:cNvPr>
          <p:cNvGrpSpPr/>
          <p:nvPr/>
        </p:nvGrpSpPr>
        <p:grpSpPr>
          <a:xfrm>
            <a:off x="915768" y="669744"/>
            <a:ext cx="881280" cy="426600"/>
            <a:chOff x="915768" y="669744"/>
            <a:chExt cx="881280" cy="42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418569F-72C6-C085-6B03-A3FB8152127A}"/>
                    </a:ext>
                  </a:extLst>
                </p14:cNvPr>
                <p14:cNvContentPartPr/>
                <p14:nvPr/>
              </p14:nvContentPartPr>
              <p14:xfrm>
                <a:off x="915768" y="669744"/>
                <a:ext cx="275760" cy="2520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418569F-72C6-C085-6B03-A3FB8152127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07128" y="660744"/>
                  <a:ext cx="29340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D0F2DD2-BE1A-E241-83FF-6CCF835F2641}"/>
                    </a:ext>
                  </a:extLst>
                </p14:cNvPr>
                <p14:cNvContentPartPr/>
                <p14:nvPr/>
              </p14:nvContentPartPr>
              <p14:xfrm>
                <a:off x="1181448" y="864144"/>
                <a:ext cx="360" cy="3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D0F2DD2-BE1A-E241-83FF-6CCF835F264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72808" y="855504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FF5AEF1-F017-C114-76B4-65AEBB44A312}"/>
                    </a:ext>
                  </a:extLst>
                </p14:cNvPr>
                <p14:cNvContentPartPr/>
                <p14:nvPr/>
              </p14:nvContentPartPr>
              <p14:xfrm>
                <a:off x="1144728" y="838584"/>
                <a:ext cx="42120" cy="2577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FF5AEF1-F017-C114-76B4-65AEBB44A31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136088" y="829944"/>
                  <a:ext cx="5976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ABFB9DF-FC96-495F-90D4-BAAD86416AA7}"/>
                    </a:ext>
                  </a:extLst>
                </p14:cNvPr>
                <p14:cNvContentPartPr/>
                <p14:nvPr/>
              </p14:nvContentPartPr>
              <p14:xfrm>
                <a:off x="1274328" y="848664"/>
                <a:ext cx="3240" cy="1364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ABFB9DF-FC96-495F-90D4-BAAD86416AA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265688" y="839664"/>
                  <a:ext cx="208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FBD074A-DD9D-9435-AB5F-07FA2C941763}"/>
                    </a:ext>
                  </a:extLst>
                </p14:cNvPr>
                <p14:cNvContentPartPr/>
                <p14:nvPr/>
              </p14:nvContentPartPr>
              <p14:xfrm>
                <a:off x="1300248" y="770184"/>
                <a:ext cx="720" cy="97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FBD074A-DD9D-9435-AB5F-07FA2C94176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291248" y="761184"/>
                  <a:ext cx="183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C85DE2F-B5D5-3B01-86E7-639EE8A4ADA1}"/>
                    </a:ext>
                  </a:extLst>
                </p14:cNvPr>
                <p14:cNvContentPartPr/>
                <p14:nvPr/>
              </p14:nvContentPartPr>
              <p14:xfrm>
                <a:off x="1417608" y="858384"/>
                <a:ext cx="37800" cy="691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C85DE2F-B5D5-3B01-86E7-639EE8A4ADA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408608" y="849744"/>
                  <a:ext cx="554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F609B4C-983F-22B4-7733-CA93B0637A24}"/>
                    </a:ext>
                  </a:extLst>
                </p14:cNvPr>
                <p14:cNvContentPartPr/>
                <p14:nvPr/>
              </p14:nvContentPartPr>
              <p14:xfrm>
                <a:off x="1522368" y="857664"/>
                <a:ext cx="274680" cy="716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F609B4C-983F-22B4-7733-CA93B0637A2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513728" y="849024"/>
                  <a:ext cx="292320" cy="89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27AB3F3-2D2B-277F-0855-9DD69C659E2E}"/>
                  </a:ext>
                </a:extLst>
              </p14:cNvPr>
              <p14:cNvContentPartPr/>
              <p14:nvPr/>
            </p14:nvContentPartPr>
            <p14:xfrm>
              <a:off x="2322648" y="836064"/>
              <a:ext cx="93960" cy="1108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27AB3F3-2D2B-277F-0855-9DD69C659E2E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314008" y="827424"/>
                <a:ext cx="111600" cy="12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98294EF6-6E31-FA6F-64E5-69BB3E328938}"/>
              </a:ext>
            </a:extLst>
          </p:cNvPr>
          <p:cNvGrpSpPr/>
          <p:nvPr/>
        </p:nvGrpSpPr>
        <p:grpSpPr>
          <a:xfrm>
            <a:off x="2671128" y="801144"/>
            <a:ext cx="387720" cy="227520"/>
            <a:chOff x="2671128" y="801144"/>
            <a:chExt cx="387720" cy="22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2654CCF-10CB-ED2A-AD53-4E7130CF0857}"/>
                    </a:ext>
                  </a:extLst>
                </p14:cNvPr>
                <p14:cNvContentPartPr/>
                <p14:nvPr/>
              </p14:nvContentPartPr>
              <p14:xfrm>
                <a:off x="2671128" y="801144"/>
                <a:ext cx="152640" cy="2275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2654CCF-10CB-ED2A-AD53-4E7130CF085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662128" y="792504"/>
                  <a:ext cx="17028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837B305-F796-ECA9-858B-AF61021AEB0E}"/>
                    </a:ext>
                  </a:extLst>
                </p14:cNvPr>
                <p14:cNvContentPartPr/>
                <p14:nvPr/>
              </p14:nvContentPartPr>
              <p14:xfrm>
                <a:off x="2903328" y="848664"/>
                <a:ext cx="155520" cy="1638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837B305-F796-ECA9-858B-AF61021AEB0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894688" y="839664"/>
                  <a:ext cx="173160" cy="18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86641DF-BB29-FF57-D5B5-356B290DE27F}"/>
              </a:ext>
            </a:extLst>
          </p:cNvPr>
          <p:cNvGrpSpPr/>
          <p:nvPr/>
        </p:nvGrpSpPr>
        <p:grpSpPr>
          <a:xfrm>
            <a:off x="3235248" y="831024"/>
            <a:ext cx="348480" cy="273240"/>
            <a:chOff x="3235248" y="831024"/>
            <a:chExt cx="348480" cy="27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5D67F7B-0583-E0B0-56AC-5CC4C6F7D9F2}"/>
                    </a:ext>
                  </a:extLst>
                </p14:cNvPr>
                <p14:cNvContentPartPr/>
                <p14:nvPr/>
              </p14:nvContentPartPr>
              <p14:xfrm>
                <a:off x="3266928" y="846144"/>
                <a:ext cx="2520" cy="126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5D67F7B-0583-E0B0-56AC-5CC4C6F7D9F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258288" y="837504"/>
                  <a:ext cx="201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78ABF2E-67E6-3B1F-4C5E-2FC7439BDD4A}"/>
                    </a:ext>
                  </a:extLst>
                </p14:cNvPr>
                <p14:cNvContentPartPr/>
                <p14:nvPr/>
              </p14:nvContentPartPr>
              <p14:xfrm>
                <a:off x="3235248" y="854784"/>
                <a:ext cx="88920" cy="1807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78ABF2E-67E6-3B1F-4C5E-2FC7439BDD4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226608" y="846144"/>
                  <a:ext cx="10656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2F324A4-125E-F36A-487F-48CF573C3569}"/>
                    </a:ext>
                  </a:extLst>
                </p14:cNvPr>
                <p14:cNvContentPartPr/>
                <p14:nvPr/>
              </p14:nvContentPartPr>
              <p14:xfrm>
                <a:off x="3321648" y="831024"/>
                <a:ext cx="88920" cy="255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2F324A4-125E-F36A-487F-48CF573C356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312648" y="822024"/>
                  <a:ext cx="1065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A5A70C7-60F3-A149-06DC-98BDA6382467}"/>
                    </a:ext>
                  </a:extLst>
                </p14:cNvPr>
                <p14:cNvContentPartPr/>
                <p14:nvPr/>
              </p14:nvContentPartPr>
              <p14:xfrm>
                <a:off x="3270528" y="936864"/>
                <a:ext cx="149400" cy="320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A5A70C7-60F3-A149-06DC-98BDA638246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261888" y="927864"/>
                  <a:ext cx="1670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308FF85-83D0-7F86-70E4-3948D78F3BCA}"/>
                    </a:ext>
                  </a:extLst>
                </p14:cNvPr>
                <p14:cNvContentPartPr/>
                <p14:nvPr/>
              </p14:nvContentPartPr>
              <p14:xfrm>
                <a:off x="3447288" y="836064"/>
                <a:ext cx="136440" cy="2682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308FF85-83D0-7F86-70E4-3948D78F3BCA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438648" y="827424"/>
                  <a:ext cx="154080" cy="285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8867841F-3EDD-42BB-DD9E-0B08E6926391}"/>
                  </a:ext>
                </a:extLst>
              </p14:cNvPr>
              <p14:cNvContentPartPr/>
              <p14:nvPr/>
            </p14:nvContentPartPr>
            <p14:xfrm>
              <a:off x="3719088" y="1036224"/>
              <a:ext cx="57240" cy="1346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8867841F-3EDD-42BB-DD9E-0B08E6926391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3710088" y="1027584"/>
                <a:ext cx="7488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3F1E276D-7B5D-D7E1-55DF-1358697B97C8}"/>
                  </a:ext>
                </a:extLst>
              </p14:cNvPr>
              <p14:cNvContentPartPr/>
              <p14:nvPr/>
            </p14:nvContentPartPr>
            <p14:xfrm>
              <a:off x="4071528" y="951264"/>
              <a:ext cx="112680" cy="1252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3F1E276D-7B5D-D7E1-55DF-1358697B97C8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4062528" y="942624"/>
                <a:ext cx="130320" cy="142920"/>
              </a:xfrm>
              <a:prstGeom prst="rect">
                <a:avLst/>
              </a:prstGeom>
            </p:spPr>
          </p:pic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FC4D3F3C-2748-C151-645F-F43A76FD89C8}"/>
              </a:ext>
            </a:extLst>
          </p:cNvPr>
          <p:cNvGrpSpPr/>
          <p:nvPr/>
        </p:nvGrpSpPr>
        <p:grpSpPr>
          <a:xfrm>
            <a:off x="8659728" y="862704"/>
            <a:ext cx="981720" cy="345240"/>
            <a:chOff x="8659728" y="862704"/>
            <a:chExt cx="981720" cy="34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0BE07BA-96E4-A3CF-FA74-E2A03873F902}"/>
                    </a:ext>
                  </a:extLst>
                </p14:cNvPr>
                <p14:cNvContentPartPr/>
                <p14:nvPr/>
              </p14:nvContentPartPr>
              <p14:xfrm>
                <a:off x="8659728" y="886824"/>
                <a:ext cx="553320" cy="163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0BE07BA-96E4-A3CF-FA74-E2A03873F90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651088" y="877824"/>
                  <a:ext cx="57096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DA8CBDA-9C31-F692-242B-4CD7F44A122E}"/>
                    </a:ext>
                  </a:extLst>
                </p14:cNvPr>
                <p14:cNvContentPartPr/>
                <p14:nvPr/>
              </p14:nvContentPartPr>
              <p14:xfrm>
                <a:off x="9255528" y="862704"/>
                <a:ext cx="7920" cy="183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DA8CBDA-9C31-F692-242B-4CD7F44A122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246528" y="854064"/>
                  <a:ext cx="255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3DA0978-A41E-07DA-ACFA-0500349B90B5}"/>
                    </a:ext>
                  </a:extLst>
                </p14:cNvPr>
                <p14:cNvContentPartPr/>
                <p14:nvPr/>
              </p14:nvContentPartPr>
              <p14:xfrm>
                <a:off x="9331128" y="967824"/>
                <a:ext cx="310320" cy="2401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3DA0978-A41E-07DA-ACFA-0500349B90B5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322128" y="959184"/>
                  <a:ext cx="327960" cy="25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C1BFCC6-0782-8AD0-0654-A94064DA6031}"/>
              </a:ext>
            </a:extLst>
          </p:cNvPr>
          <p:cNvGrpSpPr/>
          <p:nvPr/>
        </p:nvGrpSpPr>
        <p:grpSpPr>
          <a:xfrm>
            <a:off x="10093608" y="764784"/>
            <a:ext cx="311760" cy="308880"/>
            <a:chOff x="10093608" y="764784"/>
            <a:chExt cx="311760" cy="30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D1ED1D4-D4D9-7F1F-30E8-227C92F2B774}"/>
                    </a:ext>
                  </a:extLst>
                </p14:cNvPr>
                <p14:cNvContentPartPr/>
                <p14:nvPr/>
              </p14:nvContentPartPr>
              <p14:xfrm>
                <a:off x="10093608" y="826704"/>
                <a:ext cx="55800" cy="2469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D1ED1D4-D4D9-7F1F-30E8-227C92F2B774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084968" y="818064"/>
                  <a:ext cx="7344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2667F9F-63CF-E7C2-F75E-DF2C97226CCD}"/>
                    </a:ext>
                  </a:extLst>
                </p14:cNvPr>
                <p14:cNvContentPartPr/>
                <p14:nvPr/>
              </p14:nvContentPartPr>
              <p14:xfrm>
                <a:off x="10113768" y="764784"/>
                <a:ext cx="291600" cy="2757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2667F9F-63CF-E7C2-F75E-DF2C97226CC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104768" y="756144"/>
                  <a:ext cx="309240" cy="29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41067AD-B66B-D3AD-6354-70F6B849BE69}"/>
              </a:ext>
            </a:extLst>
          </p:cNvPr>
          <p:cNvGrpSpPr/>
          <p:nvPr/>
        </p:nvGrpSpPr>
        <p:grpSpPr>
          <a:xfrm>
            <a:off x="10700208" y="806184"/>
            <a:ext cx="916200" cy="256320"/>
            <a:chOff x="10700208" y="806184"/>
            <a:chExt cx="916200" cy="25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FC9FDF7-3EEB-F635-5090-892ABDAF7C18}"/>
                    </a:ext>
                  </a:extLst>
                </p14:cNvPr>
                <p14:cNvContentPartPr/>
                <p14:nvPr/>
              </p14:nvContentPartPr>
              <p14:xfrm>
                <a:off x="10700208" y="899424"/>
                <a:ext cx="486000" cy="1342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FC9FDF7-3EEB-F635-5090-892ABDAF7C18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691208" y="890784"/>
                  <a:ext cx="50364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245F696-9881-1BA6-9E95-F07123D95532}"/>
                    </a:ext>
                  </a:extLst>
                </p14:cNvPr>
                <p14:cNvContentPartPr/>
                <p14:nvPr/>
              </p14:nvContentPartPr>
              <p14:xfrm>
                <a:off x="11249208" y="806184"/>
                <a:ext cx="193320" cy="2563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245F696-9881-1BA6-9E95-F07123D95532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1240568" y="797544"/>
                  <a:ext cx="21096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748E967-1527-3D1F-EF4E-604A447010C4}"/>
                    </a:ext>
                  </a:extLst>
                </p14:cNvPr>
                <p14:cNvContentPartPr/>
                <p14:nvPr/>
              </p14:nvContentPartPr>
              <p14:xfrm>
                <a:off x="11451528" y="949824"/>
                <a:ext cx="164880" cy="50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748E967-1527-3D1F-EF4E-604A447010C4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1442528" y="940824"/>
                  <a:ext cx="182520" cy="2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C90FF32-96BD-9106-B394-2C9802E0670C}"/>
              </a:ext>
            </a:extLst>
          </p:cNvPr>
          <p:cNvGrpSpPr/>
          <p:nvPr/>
        </p:nvGrpSpPr>
        <p:grpSpPr>
          <a:xfrm>
            <a:off x="1191528" y="1082304"/>
            <a:ext cx="1095840" cy="641880"/>
            <a:chOff x="1191528" y="1082304"/>
            <a:chExt cx="1095840" cy="64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40B8CAF-4350-94A2-9BC3-C3B077586CA3}"/>
                    </a:ext>
                  </a:extLst>
                </p14:cNvPr>
                <p14:cNvContentPartPr/>
                <p14:nvPr/>
              </p14:nvContentPartPr>
              <p14:xfrm>
                <a:off x="1191528" y="1082304"/>
                <a:ext cx="334800" cy="4309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40B8CAF-4350-94A2-9BC3-C3B077586CA3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182888" y="1073304"/>
                  <a:ext cx="352440" cy="44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7786DAF-79D4-A1A6-C75F-CE43469A5318}"/>
                    </a:ext>
                  </a:extLst>
                </p14:cNvPr>
                <p14:cNvContentPartPr/>
                <p14:nvPr/>
              </p14:nvContentPartPr>
              <p14:xfrm>
                <a:off x="1544688" y="1326384"/>
                <a:ext cx="6840" cy="208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7786DAF-79D4-A1A6-C75F-CE43469A5318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536048" y="1317384"/>
                  <a:ext cx="244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CC8697C-1DA4-93E5-61AA-9010A63D09F8}"/>
                    </a:ext>
                  </a:extLst>
                </p14:cNvPr>
                <p14:cNvContentPartPr/>
                <p14:nvPr/>
              </p14:nvContentPartPr>
              <p14:xfrm>
                <a:off x="1602648" y="1192464"/>
                <a:ext cx="684720" cy="5317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CC8697C-1DA4-93E5-61AA-9010A63D09F8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593648" y="1183824"/>
                  <a:ext cx="702360" cy="54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7E55B86F-15D5-6339-0402-BA459A5A382B}"/>
              </a:ext>
            </a:extLst>
          </p:cNvPr>
          <p:cNvGrpSpPr/>
          <p:nvPr/>
        </p:nvGrpSpPr>
        <p:grpSpPr>
          <a:xfrm>
            <a:off x="2802168" y="1306944"/>
            <a:ext cx="855360" cy="343440"/>
            <a:chOff x="2802168" y="1306944"/>
            <a:chExt cx="855360" cy="34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8E083AB-2B97-A185-21EA-A032A717F97B}"/>
                    </a:ext>
                  </a:extLst>
                </p14:cNvPr>
                <p14:cNvContentPartPr/>
                <p14:nvPr/>
              </p14:nvContentPartPr>
              <p14:xfrm>
                <a:off x="2802168" y="1306944"/>
                <a:ext cx="199080" cy="3434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8E083AB-2B97-A185-21EA-A032A717F97B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793528" y="1297944"/>
                  <a:ext cx="21672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5B8176F-E03D-0221-1AA5-823434D87965}"/>
                    </a:ext>
                  </a:extLst>
                </p14:cNvPr>
                <p14:cNvContentPartPr/>
                <p14:nvPr/>
              </p14:nvContentPartPr>
              <p14:xfrm>
                <a:off x="3104568" y="1377144"/>
                <a:ext cx="552960" cy="950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5B8176F-E03D-0221-1AA5-823434D87965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3095928" y="1368144"/>
                  <a:ext cx="570600" cy="11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A8909565-F59C-870D-6576-7816061FA823}"/>
              </a:ext>
            </a:extLst>
          </p:cNvPr>
          <p:cNvGrpSpPr/>
          <p:nvPr/>
        </p:nvGrpSpPr>
        <p:grpSpPr>
          <a:xfrm>
            <a:off x="3957768" y="1288224"/>
            <a:ext cx="389520" cy="333360"/>
            <a:chOff x="3957768" y="1288224"/>
            <a:chExt cx="389520" cy="33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654268B-BA2E-EC64-1C1D-C7E5D6C818A8}"/>
                    </a:ext>
                  </a:extLst>
                </p14:cNvPr>
                <p14:cNvContentPartPr/>
                <p14:nvPr/>
              </p14:nvContentPartPr>
              <p14:xfrm>
                <a:off x="3957768" y="1354824"/>
                <a:ext cx="249120" cy="1202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654268B-BA2E-EC64-1C1D-C7E5D6C818A8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948768" y="1346184"/>
                  <a:ext cx="26676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9E5DE00-1836-8BBC-3425-865BF3877C0C}"/>
                    </a:ext>
                  </a:extLst>
                </p14:cNvPr>
                <p14:cNvContentPartPr/>
                <p14:nvPr/>
              </p14:nvContentPartPr>
              <p14:xfrm>
                <a:off x="4000248" y="1328184"/>
                <a:ext cx="194760" cy="2934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9E5DE00-1836-8BBC-3425-865BF3877C0C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991608" y="1319544"/>
                  <a:ext cx="21240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D83981A-F4E6-BB64-EE11-E6A44DF715E0}"/>
                    </a:ext>
                  </a:extLst>
                </p14:cNvPr>
                <p14:cNvContentPartPr/>
                <p14:nvPr/>
              </p14:nvContentPartPr>
              <p14:xfrm>
                <a:off x="4300128" y="1288224"/>
                <a:ext cx="47160" cy="1101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D83981A-F4E6-BB64-EE11-E6A44DF715E0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4291128" y="1279584"/>
                  <a:ext cx="64800" cy="12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4A43811B-7AA1-F3DB-5141-E557C9F47514}"/>
              </a:ext>
            </a:extLst>
          </p:cNvPr>
          <p:cNvGrpSpPr/>
          <p:nvPr/>
        </p:nvGrpSpPr>
        <p:grpSpPr>
          <a:xfrm>
            <a:off x="4601448" y="835704"/>
            <a:ext cx="3396960" cy="753120"/>
            <a:chOff x="4601448" y="835704"/>
            <a:chExt cx="3396960" cy="75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D7CA6A7-B9F7-B0F1-30B8-F24C4A0C1B84}"/>
                    </a:ext>
                  </a:extLst>
                </p14:cNvPr>
                <p14:cNvContentPartPr/>
                <p14:nvPr/>
              </p14:nvContentPartPr>
              <p14:xfrm>
                <a:off x="4601448" y="883944"/>
                <a:ext cx="177840" cy="2685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D7CA6A7-B9F7-B0F1-30B8-F24C4A0C1B84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4592808" y="874944"/>
                  <a:ext cx="19548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AEAFAED-F3DF-89EE-0234-2967F1FF0677}"/>
                    </a:ext>
                  </a:extLst>
                </p14:cNvPr>
                <p14:cNvContentPartPr/>
                <p14:nvPr/>
              </p14:nvContentPartPr>
              <p14:xfrm>
                <a:off x="4791528" y="913464"/>
                <a:ext cx="345240" cy="1958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AEAFAED-F3DF-89EE-0234-2967F1FF0677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4782888" y="904464"/>
                  <a:ext cx="36288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03D04A1-491B-58B1-EA1A-9A5F9AD04579}"/>
                    </a:ext>
                  </a:extLst>
                </p14:cNvPr>
                <p14:cNvContentPartPr/>
                <p14:nvPr/>
              </p14:nvContentPartPr>
              <p14:xfrm>
                <a:off x="5180328" y="1071864"/>
                <a:ext cx="360" cy="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03D04A1-491B-58B1-EA1A-9A5F9AD0457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171328" y="1063224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1F49033-0DF5-8C7D-310B-A4FA61D64AAE}"/>
                    </a:ext>
                  </a:extLst>
                </p14:cNvPr>
                <p14:cNvContentPartPr/>
                <p14:nvPr/>
              </p14:nvContentPartPr>
              <p14:xfrm>
                <a:off x="5455368" y="889344"/>
                <a:ext cx="161280" cy="2376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1F49033-0DF5-8C7D-310B-A4FA61D64AA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446368" y="880344"/>
                  <a:ext cx="1789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33675CC-2791-C0E2-51EB-C4D5AB645C88}"/>
                    </a:ext>
                  </a:extLst>
                </p14:cNvPr>
                <p14:cNvContentPartPr/>
                <p14:nvPr/>
              </p14:nvContentPartPr>
              <p14:xfrm>
                <a:off x="5709528" y="976464"/>
                <a:ext cx="217440" cy="619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33675CC-2791-C0E2-51EB-C4D5AB645C8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700528" y="967824"/>
                  <a:ext cx="23508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2D1318C-7193-1F8D-E633-71AAE16F43E8}"/>
                    </a:ext>
                  </a:extLst>
                </p14:cNvPr>
                <p14:cNvContentPartPr/>
                <p14:nvPr/>
              </p14:nvContentPartPr>
              <p14:xfrm>
                <a:off x="5994288" y="962064"/>
                <a:ext cx="132120" cy="1234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2D1318C-7193-1F8D-E633-71AAE16F43E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985288" y="953424"/>
                  <a:ext cx="14976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BBE4D98-9DA6-4F9B-6515-82E2E39AF033}"/>
                    </a:ext>
                  </a:extLst>
                </p14:cNvPr>
                <p14:cNvContentPartPr/>
                <p14:nvPr/>
              </p14:nvContentPartPr>
              <p14:xfrm>
                <a:off x="6146568" y="981864"/>
                <a:ext cx="5040" cy="234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BBE4D98-9DA6-4F9B-6515-82E2E39AF03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137928" y="972864"/>
                  <a:ext cx="2268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08E5A9E-EBA8-010A-8DE4-66F17B05ECE1}"/>
                    </a:ext>
                  </a:extLst>
                </p14:cNvPr>
                <p14:cNvContentPartPr/>
                <p14:nvPr/>
              </p14:nvContentPartPr>
              <p14:xfrm>
                <a:off x="6176448" y="1045584"/>
                <a:ext cx="119160" cy="2901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08E5A9E-EBA8-010A-8DE4-66F17B05ECE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167448" y="1036944"/>
                  <a:ext cx="13680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E97E2AB-81F4-E7A4-F98C-0365FD3CF23A}"/>
                    </a:ext>
                  </a:extLst>
                </p14:cNvPr>
                <p14:cNvContentPartPr/>
                <p14:nvPr/>
              </p14:nvContentPartPr>
              <p14:xfrm>
                <a:off x="6701688" y="835704"/>
                <a:ext cx="587880" cy="4388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E97E2AB-81F4-E7A4-F98C-0365FD3CF23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693048" y="826704"/>
                  <a:ext cx="605520" cy="45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0A74302-1C8B-5D61-2CD2-042E4CE11751}"/>
                    </a:ext>
                  </a:extLst>
                </p14:cNvPr>
                <p14:cNvContentPartPr/>
                <p14:nvPr/>
              </p14:nvContentPartPr>
              <p14:xfrm>
                <a:off x="7379208" y="996984"/>
                <a:ext cx="146880" cy="943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0A74302-1C8B-5D61-2CD2-042E4CE1175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370208" y="988344"/>
                  <a:ext cx="1645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43A0FFD-9002-FE9D-7A45-EB781AD31098}"/>
                    </a:ext>
                  </a:extLst>
                </p14:cNvPr>
                <p14:cNvContentPartPr/>
                <p14:nvPr/>
              </p14:nvContentPartPr>
              <p14:xfrm>
                <a:off x="7620048" y="869544"/>
                <a:ext cx="2520" cy="2361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43A0FFD-9002-FE9D-7A45-EB781AD3109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611408" y="860904"/>
                  <a:ext cx="2016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BF5DF81-8DCF-9E18-D50E-A495726AE205}"/>
                    </a:ext>
                  </a:extLst>
                </p14:cNvPr>
                <p14:cNvContentPartPr/>
                <p14:nvPr/>
              </p14:nvContentPartPr>
              <p14:xfrm>
                <a:off x="7712208" y="835704"/>
                <a:ext cx="118440" cy="2192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BF5DF81-8DCF-9E18-D50E-A495726AE20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703208" y="826704"/>
                  <a:ext cx="13608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0456EA6-2218-FAED-467B-FD928C495B24}"/>
                    </a:ext>
                  </a:extLst>
                </p14:cNvPr>
                <p14:cNvContentPartPr/>
                <p14:nvPr/>
              </p14:nvContentPartPr>
              <p14:xfrm>
                <a:off x="7887168" y="1021824"/>
                <a:ext cx="111240" cy="111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0456EA6-2218-FAED-467B-FD928C495B2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878168" y="1012824"/>
                  <a:ext cx="1288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0DB403E-B1CC-3FBC-72BD-5135D97AC680}"/>
                    </a:ext>
                  </a:extLst>
                </p14:cNvPr>
                <p14:cNvContentPartPr/>
                <p14:nvPr/>
              </p14:nvContentPartPr>
              <p14:xfrm>
                <a:off x="7429968" y="870984"/>
                <a:ext cx="28800" cy="3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0DB403E-B1CC-3FBC-72BD-5135D97AC68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420968" y="861984"/>
                  <a:ext cx="464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10EB3E9-CF23-AF37-1F3B-78EA813E0E06}"/>
                    </a:ext>
                  </a:extLst>
                </p14:cNvPr>
                <p14:cNvContentPartPr/>
                <p14:nvPr/>
              </p14:nvContentPartPr>
              <p14:xfrm>
                <a:off x="4939128" y="1353384"/>
                <a:ext cx="43920" cy="1724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10EB3E9-CF23-AF37-1F3B-78EA813E0E0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930128" y="1344384"/>
                  <a:ext cx="6156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BC0FD7A-91AE-17F5-F2B2-F659210ACB09}"/>
                    </a:ext>
                  </a:extLst>
                </p14:cNvPr>
                <p14:cNvContentPartPr/>
                <p14:nvPr/>
              </p14:nvContentPartPr>
              <p14:xfrm>
                <a:off x="4731048" y="1433304"/>
                <a:ext cx="519840" cy="644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BC0FD7A-91AE-17F5-F2B2-F659210ACB0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722408" y="1424304"/>
                  <a:ext cx="53748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FA6C90C-AE5B-A5F9-26DA-FFA1C595156C}"/>
                    </a:ext>
                  </a:extLst>
                </p14:cNvPr>
                <p14:cNvContentPartPr/>
                <p14:nvPr/>
              </p14:nvContentPartPr>
              <p14:xfrm>
                <a:off x="5788368" y="1452384"/>
                <a:ext cx="122760" cy="651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FA6C90C-AE5B-A5F9-26DA-FFA1C595156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779368" y="1443744"/>
                  <a:ext cx="1404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5C5966A-EC2E-7277-55AD-C0B04C4C44B9}"/>
                    </a:ext>
                  </a:extLst>
                </p14:cNvPr>
                <p14:cNvContentPartPr/>
                <p14:nvPr/>
              </p14:nvContentPartPr>
              <p14:xfrm>
                <a:off x="6243768" y="1346184"/>
                <a:ext cx="903240" cy="2426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5C5966A-EC2E-7277-55AD-C0B04C4C44B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234768" y="1337184"/>
                  <a:ext cx="92088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1CC98F7-FB8D-8FE7-F65A-D0BF34E6C460}"/>
                    </a:ext>
                  </a:extLst>
                </p14:cNvPr>
                <p14:cNvContentPartPr/>
                <p14:nvPr/>
              </p14:nvContentPartPr>
              <p14:xfrm>
                <a:off x="7227288" y="1487664"/>
                <a:ext cx="122400" cy="568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1CC98F7-FB8D-8FE7-F65A-D0BF34E6C46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218288" y="1478664"/>
                  <a:ext cx="14004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D10B957-3695-B696-3193-13E95EDAA046}"/>
                    </a:ext>
                  </a:extLst>
                </p14:cNvPr>
                <p14:cNvContentPartPr/>
                <p14:nvPr/>
              </p14:nvContentPartPr>
              <p14:xfrm>
                <a:off x="7148808" y="1372464"/>
                <a:ext cx="66960" cy="165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D10B957-3695-B696-3193-13E95EDAA04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139808" y="1363464"/>
                  <a:ext cx="8460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BCE514D9-962A-5923-676A-740FF4C9676F}"/>
              </a:ext>
            </a:extLst>
          </p:cNvPr>
          <p:cNvGrpSpPr/>
          <p:nvPr/>
        </p:nvGrpSpPr>
        <p:grpSpPr>
          <a:xfrm>
            <a:off x="7706088" y="1490544"/>
            <a:ext cx="279000" cy="116640"/>
            <a:chOff x="7706088" y="1490544"/>
            <a:chExt cx="279000" cy="11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16FE8F1-0448-E4FF-2217-47DA0A500FDD}"/>
                    </a:ext>
                  </a:extLst>
                </p14:cNvPr>
                <p14:cNvContentPartPr/>
                <p14:nvPr/>
              </p14:nvContentPartPr>
              <p14:xfrm>
                <a:off x="7706088" y="1490544"/>
                <a:ext cx="77400" cy="975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16FE8F1-0448-E4FF-2217-47DA0A500FD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697448" y="1481544"/>
                  <a:ext cx="9504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3FD06B1-86B5-4662-8E55-34C8A840FFDF}"/>
                    </a:ext>
                  </a:extLst>
                </p14:cNvPr>
                <p14:cNvContentPartPr/>
                <p14:nvPr/>
              </p14:nvContentPartPr>
              <p14:xfrm>
                <a:off x="7981848" y="1605744"/>
                <a:ext cx="3240" cy="14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3FD06B1-86B5-4662-8E55-34C8A840FFD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972848" y="1596744"/>
                  <a:ext cx="20880" cy="1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22306858-507B-56FB-63E2-48B8B06C5AEE}"/>
              </a:ext>
            </a:extLst>
          </p:cNvPr>
          <p:cNvGrpSpPr/>
          <p:nvPr/>
        </p:nvGrpSpPr>
        <p:grpSpPr>
          <a:xfrm>
            <a:off x="3744648" y="1774584"/>
            <a:ext cx="906120" cy="436320"/>
            <a:chOff x="3744648" y="1774584"/>
            <a:chExt cx="906120" cy="43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51C51E4-401F-4261-10E0-7DB98D878BB2}"/>
                    </a:ext>
                  </a:extLst>
                </p14:cNvPr>
                <p14:cNvContentPartPr/>
                <p14:nvPr/>
              </p14:nvContentPartPr>
              <p14:xfrm>
                <a:off x="3744648" y="1891944"/>
                <a:ext cx="324000" cy="1699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51C51E4-401F-4261-10E0-7DB98D878BB2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3735648" y="1882944"/>
                  <a:ext cx="3416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0CD72BB-4D6D-88A7-D74E-5BD3202AD9A4}"/>
                    </a:ext>
                  </a:extLst>
                </p14:cNvPr>
                <p14:cNvContentPartPr/>
                <p14:nvPr/>
              </p14:nvContentPartPr>
              <p14:xfrm>
                <a:off x="3808008" y="1863864"/>
                <a:ext cx="190800" cy="3470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0CD72BB-4D6D-88A7-D74E-5BD3202AD9A4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3799368" y="1855224"/>
                  <a:ext cx="20844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9F6BDDF-FE25-C56F-6AD0-65E2D3E1C4C9}"/>
                    </a:ext>
                  </a:extLst>
                </p14:cNvPr>
                <p14:cNvContentPartPr/>
                <p14:nvPr/>
              </p14:nvContentPartPr>
              <p14:xfrm>
                <a:off x="4232448" y="1774584"/>
                <a:ext cx="29160" cy="1303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9F6BDDF-FE25-C56F-6AD0-65E2D3E1C4C9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4223808" y="1765944"/>
                  <a:ext cx="468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134D0E6-3A3F-16C1-1EDC-3853FF277D15}"/>
                    </a:ext>
                  </a:extLst>
                </p14:cNvPr>
                <p14:cNvContentPartPr/>
                <p14:nvPr/>
              </p14:nvContentPartPr>
              <p14:xfrm>
                <a:off x="4460688" y="2021184"/>
                <a:ext cx="149760" cy="68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134D0E6-3A3F-16C1-1EDC-3853FF277D15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4452048" y="2012544"/>
                  <a:ext cx="1674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196B04B-8FA8-C824-CA3D-F7741A538B1B}"/>
                    </a:ext>
                  </a:extLst>
                </p14:cNvPr>
                <p14:cNvContentPartPr/>
                <p14:nvPr/>
              </p14:nvContentPartPr>
              <p14:xfrm>
                <a:off x="4525848" y="2091384"/>
                <a:ext cx="124920" cy="194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196B04B-8FA8-C824-CA3D-F7741A538B1B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4516848" y="2082744"/>
                  <a:ext cx="142560" cy="3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8DA5C929-7934-936E-7A78-37B9A5E0F30B}"/>
              </a:ext>
            </a:extLst>
          </p:cNvPr>
          <p:cNvGrpSpPr/>
          <p:nvPr/>
        </p:nvGrpSpPr>
        <p:grpSpPr>
          <a:xfrm>
            <a:off x="5089968" y="1959624"/>
            <a:ext cx="1182240" cy="453240"/>
            <a:chOff x="5089968" y="1959624"/>
            <a:chExt cx="1182240" cy="45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85197F0-632B-D4F5-578B-62236C1D205B}"/>
                    </a:ext>
                  </a:extLst>
                </p14:cNvPr>
                <p14:cNvContentPartPr/>
                <p14:nvPr/>
              </p14:nvContentPartPr>
              <p14:xfrm>
                <a:off x="5089968" y="1959624"/>
                <a:ext cx="537840" cy="4532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85197F0-632B-D4F5-578B-62236C1D205B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5081328" y="1950624"/>
                  <a:ext cx="555480" cy="47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E81B9AE5-5183-1160-4AE1-7F129396479D}"/>
                    </a:ext>
                  </a:extLst>
                </p14:cNvPr>
                <p14:cNvContentPartPr/>
                <p14:nvPr/>
              </p14:nvContentPartPr>
              <p14:xfrm>
                <a:off x="5741928" y="2011464"/>
                <a:ext cx="178920" cy="817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E81B9AE5-5183-1160-4AE1-7F129396479D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5732928" y="2002824"/>
                  <a:ext cx="1965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ED97E72-FFCE-B170-8FBA-673AD1F086A0}"/>
                    </a:ext>
                  </a:extLst>
                </p14:cNvPr>
                <p14:cNvContentPartPr/>
                <p14:nvPr/>
              </p14:nvContentPartPr>
              <p14:xfrm>
                <a:off x="5986368" y="2014704"/>
                <a:ext cx="285840" cy="1641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ED97E72-FFCE-B170-8FBA-673AD1F086A0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5977368" y="2006064"/>
                  <a:ext cx="303480" cy="18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D85E9926-6A75-76A5-0F07-C681CBFC675E}"/>
              </a:ext>
            </a:extLst>
          </p:cNvPr>
          <p:cNvGrpSpPr/>
          <p:nvPr/>
        </p:nvGrpSpPr>
        <p:grpSpPr>
          <a:xfrm>
            <a:off x="6323688" y="2154384"/>
            <a:ext cx="1231920" cy="312480"/>
            <a:chOff x="6323688" y="2154384"/>
            <a:chExt cx="1231920" cy="31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C9406DA-C95A-B9B7-ACB4-503A131E74AC}"/>
                    </a:ext>
                  </a:extLst>
                </p14:cNvPr>
                <p14:cNvContentPartPr/>
                <p14:nvPr/>
              </p14:nvContentPartPr>
              <p14:xfrm>
                <a:off x="6397488" y="2193624"/>
                <a:ext cx="52920" cy="1364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C9406DA-C95A-B9B7-ACB4-503A131E74AC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6388848" y="2184984"/>
                  <a:ext cx="7056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4291433-0B43-2370-958F-941FE71746DE}"/>
                    </a:ext>
                  </a:extLst>
                </p14:cNvPr>
                <p14:cNvContentPartPr/>
                <p14:nvPr/>
              </p14:nvContentPartPr>
              <p14:xfrm>
                <a:off x="6323688" y="2154384"/>
                <a:ext cx="258120" cy="442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4291433-0B43-2370-958F-941FE71746DE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6314688" y="2145744"/>
                  <a:ext cx="27576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FDAEEB1-FF55-5AB2-A3D3-FA27A60F0866}"/>
                    </a:ext>
                  </a:extLst>
                </p14:cNvPr>
                <p14:cNvContentPartPr/>
                <p14:nvPr/>
              </p14:nvContentPartPr>
              <p14:xfrm>
                <a:off x="6594048" y="2201184"/>
                <a:ext cx="134640" cy="1836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FDAEEB1-FF55-5AB2-A3D3-FA27A60F0866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6585048" y="2192544"/>
                  <a:ext cx="15228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0D8A8D04-F5D4-4D61-9121-61DEC81863B8}"/>
                    </a:ext>
                  </a:extLst>
                </p14:cNvPr>
                <p14:cNvContentPartPr/>
                <p14:nvPr/>
              </p14:nvContentPartPr>
              <p14:xfrm>
                <a:off x="6638688" y="2317104"/>
                <a:ext cx="128520" cy="154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0D8A8D04-F5D4-4D61-9121-61DEC81863B8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6629688" y="2308464"/>
                  <a:ext cx="1461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ECAC5BC-46A6-7F1D-651A-DC96DF34C3BF}"/>
                    </a:ext>
                  </a:extLst>
                </p14:cNvPr>
                <p14:cNvContentPartPr/>
                <p14:nvPr/>
              </p14:nvContentPartPr>
              <p14:xfrm>
                <a:off x="6904728" y="2251944"/>
                <a:ext cx="201960" cy="1278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ECAC5BC-46A6-7F1D-651A-DC96DF34C3BF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6896088" y="2243304"/>
                  <a:ext cx="21960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780C8228-4DF2-598D-CDA9-A4954202BD74}"/>
                    </a:ext>
                  </a:extLst>
                </p14:cNvPr>
                <p14:cNvContentPartPr/>
                <p14:nvPr/>
              </p14:nvContentPartPr>
              <p14:xfrm>
                <a:off x="7181208" y="2231064"/>
                <a:ext cx="74160" cy="1954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780C8228-4DF2-598D-CDA9-A4954202BD74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7172568" y="2222424"/>
                  <a:ext cx="9180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C1E0B457-E63A-AA14-8072-921F120B176B}"/>
                    </a:ext>
                  </a:extLst>
                </p14:cNvPr>
                <p14:cNvContentPartPr/>
                <p14:nvPr/>
              </p14:nvContentPartPr>
              <p14:xfrm>
                <a:off x="7350768" y="2273904"/>
                <a:ext cx="81720" cy="979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C1E0B457-E63A-AA14-8072-921F120B176B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7341768" y="2264904"/>
                  <a:ext cx="9936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513114D-7E5B-6CBE-BA20-5FB2690B3E09}"/>
                    </a:ext>
                  </a:extLst>
                </p14:cNvPr>
                <p14:cNvContentPartPr/>
                <p14:nvPr/>
              </p14:nvContentPartPr>
              <p14:xfrm>
                <a:off x="7356528" y="2233224"/>
                <a:ext cx="199080" cy="2336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513114D-7E5B-6CBE-BA20-5FB2690B3E09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7347528" y="2224584"/>
                  <a:ext cx="216720" cy="251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F40C676C-2B6D-842A-51CA-9DE5111C2C56}"/>
                  </a:ext>
                </a:extLst>
              </p14:cNvPr>
              <p14:cNvContentPartPr/>
              <p14:nvPr/>
            </p14:nvContentPartPr>
            <p14:xfrm>
              <a:off x="9615528" y="2309184"/>
              <a:ext cx="360" cy="1764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F40C676C-2B6D-842A-51CA-9DE5111C2C56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9606528" y="2300544"/>
                <a:ext cx="1800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0702D145-B880-0E90-D1BB-1E363F97E989}"/>
                  </a:ext>
                </a:extLst>
              </p14:cNvPr>
              <p14:cNvContentPartPr/>
              <p14:nvPr/>
            </p14:nvContentPartPr>
            <p14:xfrm>
              <a:off x="1558008" y="2407464"/>
              <a:ext cx="848160" cy="45792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0702D145-B880-0E90-D1BB-1E363F97E989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1549008" y="2398824"/>
                <a:ext cx="865800" cy="475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3" name="Group 192">
            <a:extLst>
              <a:ext uri="{FF2B5EF4-FFF2-40B4-BE49-F238E27FC236}">
                <a16:creationId xmlns:a16="http://schemas.microsoft.com/office/drawing/2014/main" id="{BEC6AE4A-68BB-D0A2-0C7E-96C5299659B4}"/>
              </a:ext>
            </a:extLst>
          </p:cNvPr>
          <p:cNvGrpSpPr/>
          <p:nvPr/>
        </p:nvGrpSpPr>
        <p:grpSpPr>
          <a:xfrm>
            <a:off x="2670048" y="2669184"/>
            <a:ext cx="1046880" cy="398880"/>
            <a:chOff x="2670048" y="2669184"/>
            <a:chExt cx="1046880" cy="39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3E8C94AD-4BCB-FEB1-6998-63EE5E80C152}"/>
                    </a:ext>
                  </a:extLst>
                </p14:cNvPr>
                <p14:cNvContentPartPr/>
                <p14:nvPr/>
              </p14:nvContentPartPr>
              <p14:xfrm>
                <a:off x="2670048" y="2692584"/>
                <a:ext cx="216360" cy="2008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3E8C94AD-4BCB-FEB1-6998-63EE5E80C152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2661408" y="2683944"/>
                  <a:ext cx="23400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02EAB6A4-619F-2DE8-7313-2ED314DAB184}"/>
                    </a:ext>
                  </a:extLst>
                </p14:cNvPr>
                <p14:cNvContentPartPr/>
                <p14:nvPr/>
              </p14:nvContentPartPr>
              <p14:xfrm>
                <a:off x="3073608" y="2669184"/>
                <a:ext cx="108720" cy="2865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02EAB6A4-619F-2DE8-7313-2ED314DAB184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3064968" y="2660184"/>
                  <a:ext cx="12636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3814390F-37F3-0F48-B5DB-A1D14B4844C1}"/>
                    </a:ext>
                  </a:extLst>
                </p14:cNvPr>
                <p14:cNvContentPartPr/>
                <p14:nvPr/>
              </p14:nvContentPartPr>
              <p14:xfrm>
                <a:off x="3349728" y="2692224"/>
                <a:ext cx="118800" cy="1882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3814390F-37F3-0F48-B5DB-A1D14B4844C1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3340728" y="2683224"/>
                  <a:ext cx="13644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7C16F6F0-AE85-0B90-D021-57D0C49B5C01}"/>
                    </a:ext>
                  </a:extLst>
                </p14:cNvPr>
                <p14:cNvContentPartPr/>
                <p14:nvPr/>
              </p14:nvContentPartPr>
              <p14:xfrm>
                <a:off x="3511368" y="2677824"/>
                <a:ext cx="205560" cy="3902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7C16F6F0-AE85-0B90-D021-57D0C49B5C01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3502368" y="2669184"/>
                  <a:ext cx="223200" cy="40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A566E829-603B-04E1-B738-48D22F624D72}"/>
              </a:ext>
            </a:extLst>
          </p:cNvPr>
          <p:cNvGrpSpPr/>
          <p:nvPr/>
        </p:nvGrpSpPr>
        <p:grpSpPr>
          <a:xfrm>
            <a:off x="3992688" y="2749104"/>
            <a:ext cx="232920" cy="208080"/>
            <a:chOff x="3992688" y="2749104"/>
            <a:chExt cx="232920" cy="20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37A0A55F-809F-261D-4F91-D08171288864}"/>
                    </a:ext>
                  </a:extLst>
                </p14:cNvPr>
                <p14:cNvContentPartPr/>
                <p14:nvPr/>
              </p14:nvContentPartPr>
              <p14:xfrm>
                <a:off x="3992688" y="2871144"/>
                <a:ext cx="232920" cy="8604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37A0A55F-809F-261D-4F91-D08171288864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3984048" y="2862504"/>
                  <a:ext cx="2505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F200B937-F58F-2979-1BFA-2B843C03115D}"/>
                    </a:ext>
                  </a:extLst>
                </p14:cNvPr>
                <p14:cNvContentPartPr/>
                <p14:nvPr/>
              </p14:nvContentPartPr>
              <p14:xfrm>
                <a:off x="4121568" y="2749104"/>
                <a:ext cx="1440" cy="2700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F200B937-F58F-2979-1BFA-2B843C03115D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4112568" y="2740104"/>
                  <a:ext cx="1908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69268CE4-1CC1-1C27-C6C6-492BDCD4D541}"/>
              </a:ext>
            </a:extLst>
          </p:cNvPr>
          <p:cNvGrpSpPr/>
          <p:nvPr/>
        </p:nvGrpSpPr>
        <p:grpSpPr>
          <a:xfrm>
            <a:off x="4593888" y="2682864"/>
            <a:ext cx="566640" cy="228600"/>
            <a:chOff x="4593888" y="2682864"/>
            <a:chExt cx="566640" cy="22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FD15B9FB-FABE-E3CB-9A6D-9D58308B0A4E}"/>
                    </a:ext>
                  </a:extLst>
                </p14:cNvPr>
                <p14:cNvContentPartPr/>
                <p14:nvPr/>
              </p14:nvContentPartPr>
              <p14:xfrm>
                <a:off x="4593888" y="2682864"/>
                <a:ext cx="566640" cy="2286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FD15B9FB-FABE-E3CB-9A6D-9D58308B0A4E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4585248" y="2674224"/>
                  <a:ext cx="58428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7987271E-164F-7EDB-78B8-17225799EF0F}"/>
                    </a:ext>
                  </a:extLst>
                </p14:cNvPr>
                <p14:cNvContentPartPr/>
                <p14:nvPr/>
              </p14:nvContentPartPr>
              <p14:xfrm>
                <a:off x="4777848" y="2735064"/>
                <a:ext cx="239040" cy="241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7987271E-164F-7EDB-78B8-17225799EF0F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4768848" y="2726424"/>
                  <a:ext cx="256680" cy="4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0D23890D-EB8F-3A37-7E4E-73F38180D7C5}"/>
              </a:ext>
            </a:extLst>
          </p:cNvPr>
          <p:cNvGrpSpPr/>
          <p:nvPr/>
        </p:nvGrpSpPr>
        <p:grpSpPr>
          <a:xfrm>
            <a:off x="5410008" y="2702664"/>
            <a:ext cx="606240" cy="232920"/>
            <a:chOff x="5410008" y="2702664"/>
            <a:chExt cx="606240" cy="23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81B6CE60-2D77-CAA8-B681-76AF6F232F28}"/>
                    </a:ext>
                  </a:extLst>
                </p14:cNvPr>
                <p14:cNvContentPartPr/>
                <p14:nvPr/>
              </p14:nvContentPartPr>
              <p14:xfrm>
                <a:off x="5410008" y="2761344"/>
                <a:ext cx="170280" cy="12168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81B6CE60-2D77-CAA8-B681-76AF6F232F28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5401008" y="2752344"/>
                  <a:ext cx="1879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5CB62511-C092-BF20-604A-B25F70F9014D}"/>
                    </a:ext>
                  </a:extLst>
                </p14:cNvPr>
                <p14:cNvContentPartPr/>
                <p14:nvPr/>
              </p14:nvContentPartPr>
              <p14:xfrm>
                <a:off x="5634648" y="2702664"/>
                <a:ext cx="244800" cy="2329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5CB62511-C092-BF20-604A-B25F70F9014D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5625648" y="2694024"/>
                  <a:ext cx="26244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D0930A5E-2A6E-84F6-7191-826EBBE21434}"/>
                    </a:ext>
                  </a:extLst>
                </p14:cNvPr>
                <p14:cNvContentPartPr/>
                <p14:nvPr/>
              </p14:nvContentPartPr>
              <p14:xfrm>
                <a:off x="5900328" y="2798784"/>
                <a:ext cx="115920" cy="1764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D0930A5E-2A6E-84F6-7191-826EBBE21434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5891688" y="2789784"/>
                  <a:ext cx="133560" cy="3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5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D6598209-F7F5-AD80-4CA1-CCC268A0B0BD}"/>
                  </a:ext>
                </a:extLst>
              </p14:cNvPr>
              <p14:cNvContentPartPr/>
              <p14:nvPr/>
            </p14:nvContentPartPr>
            <p14:xfrm>
              <a:off x="6244128" y="2723904"/>
              <a:ext cx="316080" cy="462960"/>
            </p14:xfrm>
          </p:contentPart>
        </mc:Choice>
        <mc:Fallback xmlns=""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D6598209-F7F5-AD80-4CA1-CCC268A0B0BD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6235488" y="2715264"/>
                <a:ext cx="333720" cy="48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7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9FF950F2-25B9-40FD-0D0E-52537571C3E9}"/>
                  </a:ext>
                </a:extLst>
              </p14:cNvPr>
              <p14:cNvContentPartPr/>
              <p14:nvPr/>
            </p14:nvContentPartPr>
            <p14:xfrm>
              <a:off x="6911928" y="2705184"/>
              <a:ext cx="457560" cy="197640"/>
            </p14:xfrm>
          </p:contentPart>
        </mc:Choice>
        <mc:Fallback xmlns=""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9FF950F2-25B9-40FD-0D0E-52537571C3E9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6903288" y="2696184"/>
                <a:ext cx="475200" cy="21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2" name="Group 211">
            <a:extLst>
              <a:ext uri="{FF2B5EF4-FFF2-40B4-BE49-F238E27FC236}">
                <a16:creationId xmlns:a16="http://schemas.microsoft.com/office/drawing/2014/main" id="{1AB845ED-4D1D-6EF4-5D9C-522CC28CFD38}"/>
              </a:ext>
            </a:extLst>
          </p:cNvPr>
          <p:cNvGrpSpPr/>
          <p:nvPr/>
        </p:nvGrpSpPr>
        <p:grpSpPr>
          <a:xfrm>
            <a:off x="7665408" y="2075904"/>
            <a:ext cx="1322280" cy="1001160"/>
            <a:chOff x="7665408" y="2075904"/>
            <a:chExt cx="1322280" cy="100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D1D1D44F-1A14-AE75-B5ED-E6F66DD856BB}"/>
                    </a:ext>
                  </a:extLst>
                </p14:cNvPr>
                <p14:cNvContentPartPr/>
                <p14:nvPr/>
              </p14:nvContentPartPr>
              <p14:xfrm>
                <a:off x="7665408" y="2080224"/>
                <a:ext cx="150120" cy="3700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D1D1D44F-1A14-AE75-B5ED-E6F66DD856BB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7656768" y="2071224"/>
                  <a:ext cx="16776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175559C2-A020-1409-82AD-7158B4A466D2}"/>
                    </a:ext>
                  </a:extLst>
                </p14:cNvPr>
                <p14:cNvContentPartPr/>
                <p14:nvPr/>
              </p14:nvContentPartPr>
              <p14:xfrm>
                <a:off x="7869888" y="2075904"/>
                <a:ext cx="156600" cy="4996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175559C2-A020-1409-82AD-7158B4A466D2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7860888" y="2067264"/>
                  <a:ext cx="174240" cy="51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37E0C328-71D5-82DC-324E-A4ED70C32B30}"/>
                    </a:ext>
                  </a:extLst>
                </p14:cNvPr>
                <p14:cNvContentPartPr/>
                <p14:nvPr/>
              </p14:nvContentPartPr>
              <p14:xfrm>
                <a:off x="8140608" y="2225304"/>
                <a:ext cx="56520" cy="2145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37E0C328-71D5-82DC-324E-A4ED70C32B30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8131608" y="2216304"/>
                  <a:ext cx="741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95CDBC8B-0B6A-ED44-30C6-BE2F5718CB79}"/>
                    </a:ext>
                  </a:extLst>
                </p14:cNvPr>
                <p14:cNvContentPartPr/>
                <p14:nvPr/>
              </p14:nvContentPartPr>
              <p14:xfrm>
                <a:off x="8074008" y="2216664"/>
                <a:ext cx="312840" cy="252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5CDBC8B-0B6A-ED44-30C6-BE2F5718CB79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8065368" y="2207664"/>
                  <a:ext cx="33048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953F27E6-5F1F-CC72-EC50-7356124BB08B}"/>
                    </a:ext>
                  </a:extLst>
                </p14:cNvPr>
                <p14:cNvContentPartPr/>
                <p14:nvPr/>
              </p14:nvContentPartPr>
              <p14:xfrm>
                <a:off x="8307648" y="2158704"/>
                <a:ext cx="232200" cy="4518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953F27E6-5F1F-CC72-EC50-7356124BB08B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8298648" y="2149704"/>
                  <a:ext cx="249840" cy="46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4F2629DA-A79F-75CB-11C6-A76DE7266059}"/>
                    </a:ext>
                  </a:extLst>
                </p14:cNvPr>
                <p14:cNvContentPartPr/>
                <p14:nvPr/>
              </p14:nvContentPartPr>
              <p14:xfrm>
                <a:off x="8620488" y="2289384"/>
                <a:ext cx="124560" cy="1753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4F2629DA-A79F-75CB-11C6-A76DE7266059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611488" y="2280744"/>
                  <a:ext cx="14220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6965C0E2-D881-B847-B070-7ED7991994A1}"/>
                    </a:ext>
                  </a:extLst>
                </p14:cNvPr>
                <p14:cNvContentPartPr/>
                <p14:nvPr/>
              </p14:nvContentPartPr>
              <p14:xfrm>
                <a:off x="8702928" y="2112624"/>
                <a:ext cx="284760" cy="5680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6965C0E2-D881-B847-B070-7ED7991994A1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8694288" y="2103624"/>
                  <a:ext cx="302400" cy="58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33683074-6745-E641-D5A8-E3422A1E0C5D}"/>
                    </a:ext>
                  </a:extLst>
                </p14:cNvPr>
                <p14:cNvContentPartPr/>
                <p14:nvPr/>
              </p14:nvContentPartPr>
              <p14:xfrm>
                <a:off x="7702128" y="2702304"/>
                <a:ext cx="279000" cy="37476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33683074-6745-E641-D5A8-E3422A1E0C5D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7693128" y="2693664"/>
                  <a:ext cx="29664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E5555E48-A1E4-C186-3457-F2DD063224A8}"/>
                    </a:ext>
                  </a:extLst>
                </p14:cNvPr>
                <p14:cNvContentPartPr/>
                <p14:nvPr/>
              </p14:nvContentPartPr>
              <p14:xfrm>
                <a:off x="8031168" y="2786904"/>
                <a:ext cx="54360" cy="9828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E5555E48-A1E4-C186-3457-F2DD063224A8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8022168" y="2777904"/>
                  <a:ext cx="7200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44C6872E-673D-39D4-6961-D8ACFFC0FD28}"/>
                    </a:ext>
                  </a:extLst>
                </p14:cNvPr>
                <p14:cNvContentPartPr/>
                <p14:nvPr/>
              </p14:nvContentPartPr>
              <p14:xfrm>
                <a:off x="8170128" y="2781504"/>
                <a:ext cx="70200" cy="9756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44C6872E-673D-39D4-6961-D8ACFFC0FD28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8161128" y="2772504"/>
                  <a:ext cx="8784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BEAE27E4-B88D-34F4-7958-CC5B63F5B1AD}"/>
                    </a:ext>
                  </a:extLst>
                </p14:cNvPr>
                <p14:cNvContentPartPr/>
                <p14:nvPr/>
              </p14:nvContentPartPr>
              <p14:xfrm>
                <a:off x="8306208" y="2796624"/>
                <a:ext cx="110520" cy="10800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BEAE27E4-B88D-34F4-7958-CC5B63F5B1AD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8297568" y="2787984"/>
                  <a:ext cx="12816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C74EA706-67D6-3C71-17B5-7541965C4B6D}"/>
                    </a:ext>
                  </a:extLst>
                </p14:cNvPr>
                <p14:cNvContentPartPr/>
                <p14:nvPr/>
              </p14:nvContentPartPr>
              <p14:xfrm>
                <a:off x="8511048" y="2748744"/>
                <a:ext cx="5040" cy="5580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C74EA706-67D6-3C71-17B5-7541965C4B6D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8502408" y="2740104"/>
                  <a:ext cx="226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D05EF367-BCB4-DF26-B73A-F7F2AF32A9B9}"/>
                    </a:ext>
                  </a:extLst>
                </p14:cNvPr>
                <p14:cNvContentPartPr/>
                <p14:nvPr/>
              </p14:nvContentPartPr>
              <p14:xfrm>
                <a:off x="8516448" y="2725704"/>
                <a:ext cx="295920" cy="18468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D05EF367-BCB4-DF26-B73A-F7F2AF32A9B9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8507808" y="2716704"/>
                  <a:ext cx="313560" cy="20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5D7B133F-607C-8FFB-A06C-E26106C8450F}"/>
              </a:ext>
            </a:extLst>
          </p:cNvPr>
          <p:cNvGrpSpPr/>
          <p:nvPr/>
        </p:nvGrpSpPr>
        <p:grpSpPr>
          <a:xfrm>
            <a:off x="9197208" y="2673504"/>
            <a:ext cx="2001240" cy="483120"/>
            <a:chOff x="9197208" y="2673504"/>
            <a:chExt cx="2001240" cy="48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BE0D653D-347E-8FDF-8784-84248A06A7A5}"/>
                    </a:ext>
                  </a:extLst>
                </p14:cNvPr>
                <p14:cNvContentPartPr/>
                <p14:nvPr/>
              </p14:nvContentPartPr>
              <p14:xfrm>
                <a:off x="9197208" y="2673504"/>
                <a:ext cx="253440" cy="39492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BE0D653D-347E-8FDF-8784-84248A06A7A5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9188208" y="2664864"/>
                  <a:ext cx="271080" cy="4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00807779-8428-DEB5-9EB1-44BEE432E358}"/>
                    </a:ext>
                  </a:extLst>
                </p14:cNvPr>
                <p14:cNvContentPartPr/>
                <p14:nvPr/>
              </p14:nvContentPartPr>
              <p14:xfrm>
                <a:off x="9527688" y="2797344"/>
                <a:ext cx="527040" cy="11808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00807779-8428-DEB5-9EB1-44BEE432E358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9518688" y="2788704"/>
                  <a:ext cx="54468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D426428F-047A-7BF8-5F81-7B60900CF975}"/>
                    </a:ext>
                  </a:extLst>
                </p14:cNvPr>
                <p14:cNvContentPartPr/>
                <p14:nvPr/>
              </p14:nvContentPartPr>
              <p14:xfrm>
                <a:off x="10236168" y="2725704"/>
                <a:ext cx="572760" cy="23256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D426428F-047A-7BF8-5F81-7B60900CF975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0227528" y="2717064"/>
                  <a:ext cx="59040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49EE3E5C-4EFD-9256-7A60-892C4A05A583}"/>
                    </a:ext>
                  </a:extLst>
                </p14:cNvPr>
                <p14:cNvContentPartPr/>
                <p14:nvPr/>
              </p14:nvContentPartPr>
              <p14:xfrm>
                <a:off x="10577448" y="2744424"/>
                <a:ext cx="127440" cy="1548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49EE3E5C-4EFD-9256-7A60-892C4A05A583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0568808" y="2735784"/>
                  <a:ext cx="1450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20805593-E133-92BC-0DE2-C2C055083E78}"/>
                    </a:ext>
                  </a:extLst>
                </p14:cNvPr>
                <p14:cNvContentPartPr/>
                <p14:nvPr/>
              </p14:nvContentPartPr>
              <p14:xfrm>
                <a:off x="10991808" y="2774304"/>
                <a:ext cx="206640" cy="38232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20805593-E133-92BC-0DE2-C2C055083E78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0983168" y="2765304"/>
                  <a:ext cx="224280" cy="39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98230E50-8B1D-9982-5405-1FD8226B182E}"/>
              </a:ext>
            </a:extLst>
          </p:cNvPr>
          <p:cNvGrpSpPr/>
          <p:nvPr/>
        </p:nvGrpSpPr>
        <p:grpSpPr>
          <a:xfrm>
            <a:off x="11451168" y="2822544"/>
            <a:ext cx="201960" cy="202320"/>
            <a:chOff x="11451168" y="2822544"/>
            <a:chExt cx="201960" cy="20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080E79F1-5209-BCCD-EBF5-E2192F0FA1EC}"/>
                    </a:ext>
                  </a:extLst>
                </p14:cNvPr>
                <p14:cNvContentPartPr/>
                <p14:nvPr/>
              </p14:nvContentPartPr>
              <p14:xfrm>
                <a:off x="11451168" y="2822544"/>
                <a:ext cx="139680" cy="15984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080E79F1-5209-BCCD-EBF5-E2192F0FA1EC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1442168" y="2813904"/>
                  <a:ext cx="1573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6B235FCE-FB5E-0F81-1499-CBF995E802F0}"/>
                    </a:ext>
                  </a:extLst>
                </p14:cNvPr>
                <p14:cNvContentPartPr/>
                <p14:nvPr/>
              </p14:nvContentPartPr>
              <p14:xfrm>
                <a:off x="11637288" y="3020904"/>
                <a:ext cx="15840" cy="396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6B235FCE-FB5E-0F81-1499-CBF995E802F0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1628648" y="3011904"/>
                  <a:ext cx="33480" cy="2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99134987-F8B9-D8AF-3BE4-8E1AFF41CACA}"/>
              </a:ext>
            </a:extLst>
          </p:cNvPr>
          <p:cNvGrpSpPr/>
          <p:nvPr/>
        </p:nvGrpSpPr>
        <p:grpSpPr>
          <a:xfrm>
            <a:off x="633168" y="3497184"/>
            <a:ext cx="1456560" cy="347040"/>
            <a:chOff x="633168" y="3497184"/>
            <a:chExt cx="1456560" cy="34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3C4F69F4-526E-A429-C240-109BFE1BED47}"/>
                    </a:ext>
                  </a:extLst>
                </p14:cNvPr>
                <p14:cNvContentPartPr/>
                <p14:nvPr/>
              </p14:nvContentPartPr>
              <p14:xfrm>
                <a:off x="633168" y="3497184"/>
                <a:ext cx="208800" cy="34020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3C4F69F4-526E-A429-C240-109BFE1BED47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624168" y="3488184"/>
                  <a:ext cx="22644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C6987304-18AC-99F8-C44D-46BC2A26FC60}"/>
                    </a:ext>
                  </a:extLst>
                </p14:cNvPr>
                <p14:cNvContentPartPr/>
                <p14:nvPr/>
              </p14:nvContentPartPr>
              <p14:xfrm>
                <a:off x="800928" y="3725424"/>
                <a:ext cx="177840" cy="11880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C6987304-18AC-99F8-C44D-46BC2A26FC60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792288" y="3716784"/>
                  <a:ext cx="19548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257C9467-D9F7-5A77-EC59-C860B875F3C6}"/>
                    </a:ext>
                  </a:extLst>
                </p14:cNvPr>
                <p14:cNvContentPartPr/>
                <p14:nvPr/>
              </p14:nvContentPartPr>
              <p14:xfrm>
                <a:off x="1025928" y="3609144"/>
                <a:ext cx="229320" cy="21132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257C9467-D9F7-5A77-EC59-C860B875F3C6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017288" y="3600144"/>
                  <a:ext cx="24696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72550F3F-9F57-90F7-6102-29061B95BE50}"/>
                    </a:ext>
                  </a:extLst>
                </p14:cNvPr>
                <p14:cNvContentPartPr/>
                <p14:nvPr/>
              </p14:nvContentPartPr>
              <p14:xfrm>
                <a:off x="1292328" y="3624264"/>
                <a:ext cx="219600" cy="18252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72550F3F-9F57-90F7-6102-29061B95BE50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283688" y="3615264"/>
                  <a:ext cx="2372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232BA033-F132-15D8-CDA3-B642319A958D}"/>
                    </a:ext>
                  </a:extLst>
                </p14:cNvPr>
                <p14:cNvContentPartPr/>
                <p14:nvPr/>
              </p14:nvContentPartPr>
              <p14:xfrm>
                <a:off x="1570968" y="3582864"/>
                <a:ext cx="60840" cy="20556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232BA033-F132-15D8-CDA3-B642319A958D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561968" y="3573864"/>
                  <a:ext cx="784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FB416377-446D-37B5-5F07-5E3437B1ED8A}"/>
                    </a:ext>
                  </a:extLst>
                </p14:cNvPr>
                <p14:cNvContentPartPr/>
                <p14:nvPr/>
              </p14:nvContentPartPr>
              <p14:xfrm>
                <a:off x="1691208" y="3693024"/>
                <a:ext cx="12600" cy="2196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FB416377-446D-37B5-5F07-5E3437B1ED8A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682568" y="3684384"/>
                  <a:ext cx="302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606860E9-CA7B-D5BD-7216-28BE7690541B}"/>
                    </a:ext>
                  </a:extLst>
                </p14:cNvPr>
                <p14:cNvContentPartPr/>
                <p14:nvPr/>
              </p14:nvContentPartPr>
              <p14:xfrm>
                <a:off x="1724328" y="3720744"/>
                <a:ext cx="47520" cy="5760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606860E9-CA7B-D5BD-7216-28BE7690541B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715688" y="3712104"/>
                  <a:ext cx="651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97280FE3-2060-2FCC-EB01-7A69F24EBDA8}"/>
                    </a:ext>
                  </a:extLst>
                </p14:cNvPr>
                <p14:cNvContentPartPr/>
                <p14:nvPr/>
              </p14:nvContentPartPr>
              <p14:xfrm>
                <a:off x="1821528" y="3559464"/>
                <a:ext cx="66240" cy="23292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97280FE3-2060-2FCC-EB01-7A69F24EBDA8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812888" y="3550824"/>
                  <a:ext cx="8388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E2C16FB3-EA5E-62F9-5BF0-31CC4DDB64A2}"/>
                    </a:ext>
                  </a:extLst>
                </p14:cNvPr>
                <p14:cNvContentPartPr/>
                <p14:nvPr/>
              </p14:nvContentPartPr>
              <p14:xfrm>
                <a:off x="1938528" y="3723624"/>
                <a:ext cx="5760" cy="1548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E2C16FB3-EA5E-62F9-5BF0-31CC4DDB64A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929888" y="3714984"/>
                  <a:ext cx="234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AAA5749C-E978-0648-A45B-01C93EF26C59}"/>
                    </a:ext>
                  </a:extLst>
                </p14:cNvPr>
                <p14:cNvContentPartPr/>
                <p14:nvPr/>
              </p14:nvContentPartPr>
              <p14:xfrm>
                <a:off x="1986768" y="3733704"/>
                <a:ext cx="64800" cy="4680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AAA5749C-E978-0648-A45B-01C93EF26C59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978128" y="3724704"/>
                  <a:ext cx="824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AC3FB852-63B6-5B04-9365-F96014FD6AC4}"/>
                    </a:ext>
                  </a:extLst>
                </p14:cNvPr>
                <p14:cNvContentPartPr/>
                <p14:nvPr/>
              </p14:nvContentPartPr>
              <p14:xfrm>
                <a:off x="2009088" y="3585024"/>
                <a:ext cx="80640" cy="1728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AC3FB852-63B6-5B04-9365-F96014FD6AC4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2000088" y="3576384"/>
                  <a:ext cx="98280" cy="3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6D3769CC-B930-7CC4-5C2F-A0756A55DD5A}"/>
              </a:ext>
            </a:extLst>
          </p:cNvPr>
          <p:cNvGrpSpPr/>
          <p:nvPr/>
        </p:nvGrpSpPr>
        <p:grpSpPr>
          <a:xfrm>
            <a:off x="2589408" y="3597264"/>
            <a:ext cx="820440" cy="250560"/>
            <a:chOff x="2589408" y="3597264"/>
            <a:chExt cx="820440" cy="25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0345A0FA-CA2F-E0B1-A42D-7B8B98F67869}"/>
                    </a:ext>
                  </a:extLst>
                </p14:cNvPr>
                <p14:cNvContentPartPr/>
                <p14:nvPr/>
              </p14:nvContentPartPr>
              <p14:xfrm>
                <a:off x="2589408" y="3597264"/>
                <a:ext cx="186480" cy="17352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0345A0FA-CA2F-E0B1-A42D-7B8B98F67869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2580768" y="3588624"/>
                  <a:ext cx="20412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5E274E6B-4D05-F092-E220-66B6795E7A08}"/>
                    </a:ext>
                  </a:extLst>
                </p14:cNvPr>
                <p14:cNvContentPartPr/>
                <p14:nvPr/>
              </p14:nvContentPartPr>
              <p14:xfrm>
                <a:off x="2919168" y="3620664"/>
                <a:ext cx="91800" cy="6984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5E274E6B-4D05-F092-E220-66B6795E7A08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2910168" y="3611664"/>
                  <a:ext cx="1094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7F64E7C5-911D-E044-FF11-98612F4033EE}"/>
                    </a:ext>
                  </a:extLst>
                </p14:cNvPr>
                <p14:cNvContentPartPr/>
                <p14:nvPr/>
              </p14:nvContentPartPr>
              <p14:xfrm>
                <a:off x="3036888" y="3609504"/>
                <a:ext cx="77400" cy="7056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7F64E7C5-911D-E044-FF11-98612F4033EE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028248" y="3600504"/>
                  <a:ext cx="950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A461650A-B809-3493-E004-1155CF876EBE}"/>
                    </a:ext>
                  </a:extLst>
                </p14:cNvPr>
                <p14:cNvContentPartPr/>
                <p14:nvPr/>
              </p14:nvContentPartPr>
              <p14:xfrm>
                <a:off x="3005928" y="3694824"/>
                <a:ext cx="42120" cy="13968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A461650A-B809-3493-E004-1155CF876EBE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2997288" y="3685824"/>
                  <a:ext cx="597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9A27EDFD-4861-3F6D-5CC2-6AB628219610}"/>
                    </a:ext>
                  </a:extLst>
                </p14:cNvPr>
                <p14:cNvContentPartPr/>
                <p14:nvPr/>
              </p14:nvContentPartPr>
              <p14:xfrm>
                <a:off x="3173688" y="3612024"/>
                <a:ext cx="236160" cy="23580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9A27EDFD-4861-3F6D-5CC2-6AB628219610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165048" y="3603384"/>
                  <a:ext cx="253800" cy="253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53584980-12B1-30DC-FBE8-7A1B6E2CDA22}"/>
                  </a:ext>
                </a:extLst>
              </p14:cNvPr>
              <p14:cNvContentPartPr/>
              <p14:nvPr/>
            </p14:nvContentPartPr>
            <p14:xfrm>
              <a:off x="377928" y="3962664"/>
              <a:ext cx="3529800" cy="109440"/>
            </p14:xfrm>
          </p:contentPart>
        </mc:Choice>
        <mc:Fallback xmlns=""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53584980-12B1-30DC-FBE8-7A1B6E2CDA22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368928" y="3953664"/>
                <a:ext cx="3547440" cy="127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44" name="Group 243">
            <a:extLst>
              <a:ext uri="{FF2B5EF4-FFF2-40B4-BE49-F238E27FC236}">
                <a16:creationId xmlns:a16="http://schemas.microsoft.com/office/drawing/2014/main" id="{41AB8AF5-301A-F340-F3CB-C8E2F1DCB85A}"/>
              </a:ext>
            </a:extLst>
          </p:cNvPr>
          <p:cNvGrpSpPr/>
          <p:nvPr/>
        </p:nvGrpSpPr>
        <p:grpSpPr>
          <a:xfrm>
            <a:off x="3678408" y="3521664"/>
            <a:ext cx="999360" cy="296280"/>
            <a:chOff x="3678408" y="3521664"/>
            <a:chExt cx="999360" cy="29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6EE3CE99-B00A-25EA-0257-5833536E7686}"/>
                    </a:ext>
                  </a:extLst>
                </p14:cNvPr>
                <p14:cNvContentPartPr/>
                <p14:nvPr/>
              </p14:nvContentPartPr>
              <p14:xfrm>
                <a:off x="3678408" y="3521664"/>
                <a:ext cx="141840" cy="29628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6EE3CE99-B00A-25EA-0257-5833536E7686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669408" y="3512664"/>
                  <a:ext cx="15948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3AD0F607-7F7C-93CF-0797-F34EF0DFD1AA}"/>
                    </a:ext>
                  </a:extLst>
                </p14:cNvPr>
                <p14:cNvContentPartPr/>
                <p14:nvPr/>
              </p14:nvContentPartPr>
              <p14:xfrm>
                <a:off x="3876768" y="3640464"/>
                <a:ext cx="686160" cy="9828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3AD0F607-7F7C-93CF-0797-F34EF0DFD1AA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3867768" y="3631824"/>
                  <a:ext cx="70380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2BD60F8B-CCB4-C093-BB66-4D46A9D49671}"/>
                    </a:ext>
                  </a:extLst>
                </p14:cNvPr>
                <p14:cNvContentPartPr/>
                <p14:nvPr/>
              </p14:nvContentPartPr>
              <p14:xfrm>
                <a:off x="4674528" y="3720744"/>
                <a:ext cx="3240" cy="1260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2BD60F8B-CCB4-C093-BB66-4D46A9D49671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665528" y="3711744"/>
                  <a:ext cx="20880" cy="3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262243F4-CE84-561F-C9C8-37FFE035907B}"/>
              </a:ext>
            </a:extLst>
          </p:cNvPr>
          <p:cNvGrpSpPr/>
          <p:nvPr/>
        </p:nvGrpSpPr>
        <p:grpSpPr>
          <a:xfrm>
            <a:off x="3748608" y="4065624"/>
            <a:ext cx="866160" cy="15840"/>
            <a:chOff x="3748608" y="4065624"/>
            <a:chExt cx="866160" cy="1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41262752-A433-8A77-64C0-67F07591CF92}"/>
                    </a:ext>
                  </a:extLst>
                </p14:cNvPr>
                <p14:cNvContentPartPr/>
                <p14:nvPr/>
              </p14:nvContentPartPr>
              <p14:xfrm>
                <a:off x="3748608" y="4067784"/>
                <a:ext cx="826200" cy="1368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41262752-A433-8A77-64C0-67F07591CF92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3739608" y="4059144"/>
                  <a:ext cx="8438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1F53801E-F862-7BB8-65BF-E82DCA008C85}"/>
                    </a:ext>
                  </a:extLst>
                </p14:cNvPr>
                <p14:cNvContentPartPr/>
                <p14:nvPr/>
              </p14:nvContentPartPr>
              <p14:xfrm>
                <a:off x="4593888" y="4065624"/>
                <a:ext cx="20880" cy="972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1F53801E-F862-7BB8-65BF-E82DCA008C85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585248" y="4056984"/>
                  <a:ext cx="38520" cy="2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B37788FE-FBA3-9E40-FAA2-9AEC2395AFDD}"/>
              </a:ext>
            </a:extLst>
          </p:cNvPr>
          <p:cNvGrpSpPr/>
          <p:nvPr/>
        </p:nvGrpSpPr>
        <p:grpSpPr>
          <a:xfrm>
            <a:off x="2051208" y="4162464"/>
            <a:ext cx="545040" cy="203400"/>
            <a:chOff x="2051208" y="4162464"/>
            <a:chExt cx="545040" cy="20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06B93588-99B8-5979-C5A3-73A3C8F762CB}"/>
                    </a:ext>
                  </a:extLst>
                </p14:cNvPr>
                <p14:cNvContentPartPr/>
                <p14:nvPr/>
              </p14:nvContentPartPr>
              <p14:xfrm>
                <a:off x="2051208" y="4162464"/>
                <a:ext cx="232920" cy="17964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06B93588-99B8-5979-C5A3-73A3C8F762CB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2042208" y="4153464"/>
                  <a:ext cx="2505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09ADD30F-9361-B411-96FE-4058F223CE39}"/>
                    </a:ext>
                  </a:extLst>
                </p14:cNvPr>
                <p14:cNvContentPartPr/>
                <p14:nvPr/>
              </p14:nvContentPartPr>
              <p14:xfrm>
                <a:off x="2425248" y="4245624"/>
                <a:ext cx="165960" cy="1152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09ADD30F-9361-B411-96FE-4058F223CE39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2416248" y="4236984"/>
                  <a:ext cx="1836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026D3886-1C84-97E0-60CA-366E9CF0D4C5}"/>
                    </a:ext>
                  </a:extLst>
                </p14:cNvPr>
                <p14:cNvContentPartPr/>
                <p14:nvPr/>
              </p14:nvContentPartPr>
              <p14:xfrm>
                <a:off x="2464488" y="4350744"/>
                <a:ext cx="131760" cy="1512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026D3886-1C84-97E0-60CA-366E9CF0D4C5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2455848" y="4342104"/>
                  <a:ext cx="149400" cy="3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87213C14-BBC4-6DBD-9B64-50E70CA9FE87}"/>
              </a:ext>
            </a:extLst>
          </p:cNvPr>
          <p:cNvGrpSpPr/>
          <p:nvPr/>
        </p:nvGrpSpPr>
        <p:grpSpPr>
          <a:xfrm>
            <a:off x="2899008" y="4243104"/>
            <a:ext cx="1786680" cy="222840"/>
            <a:chOff x="2899008" y="4243104"/>
            <a:chExt cx="1786680" cy="22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74868C30-B637-8C38-F00A-2FF337552683}"/>
                    </a:ext>
                  </a:extLst>
                </p14:cNvPr>
                <p14:cNvContentPartPr/>
                <p14:nvPr/>
              </p14:nvContentPartPr>
              <p14:xfrm>
                <a:off x="2899008" y="4243104"/>
                <a:ext cx="255240" cy="14544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74868C30-B637-8C38-F00A-2FF337552683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2890008" y="4234104"/>
                  <a:ext cx="2728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8197BF9A-2C32-3B53-6267-E1D2882E8E35}"/>
                    </a:ext>
                  </a:extLst>
                </p14:cNvPr>
                <p14:cNvContentPartPr/>
                <p14:nvPr/>
              </p14:nvContentPartPr>
              <p14:xfrm>
                <a:off x="3244968" y="4354344"/>
                <a:ext cx="18720" cy="9144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8197BF9A-2C32-3B53-6267-E1D2882E8E35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3236328" y="4345704"/>
                  <a:ext cx="363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C96A73FE-59CD-E413-D8E0-CAB5C151B389}"/>
                    </a:ext>
                  </a:extLst>
                </p14:cNvPr>
                <p14:cNvContentPartPr/>
                <p14:nvPr/>
              </p14:nvContentPartPr>
              <p14:xfrm>
                <a:off x="3474288" y="4391424"/>
                <a:ext cx="21240" cy="7452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C96A73FE-59CD-E413-D8E0-CAB5C151B389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3465648" y="4382424"/>
                  <a:ext cx="3888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F87A958D-14BB-CCF2-DE6A-F02D5E44D1E8}"/>
                    </a:ext>
                  </a:extLst>
                </p14:cNvPr>
                <p14:cNvContentPartPr/>
                <p14:nvPr/>
              </p14:nvContentPartPr>
              <p14:xfrm>
                <a:off x="3702528" y="4335624"/>
                <a:ext cx="159120" cy="8712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F87A958D-14BB-CCF2-DE6A-F02D5E44D1E8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3693888" y="4326984"/>
                  <a:ext cx="1767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3F16D828-C2EF-F183-A3CE-084B3547F3F7}"/>
                    </a:ext>
                  </a:extLst>
                </p14:cNvPr>
                <p14:cNvContentPartPr/>
                <p14:nvPr/>
              </p14:nvContentPartPr>
              <p14:xfrm>
                <a:off x="3927168" y="4387464"/>
                <a:ext cx="96840" cy="7200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3F16D828-C2EF-F183-A3CE-084B3547F3F7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3918168" y="4378464"/>
                  <a:ext cx="11448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72C575EC-2A12-EBEC-CF02-54F2CE9CF1AB}"/>
                    </a:ext>
                  </a:extLst>
                </p14:cNvPr>
                <p14:cNvContentPartPr/>
                <p14:nvPr/>
              </p14:nvContentPartPr>
              <p14:xfrm>
                <a:off x="4240368" y="4371624"/>
                <a:ext cx="42480" cy="1296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72C575EC-2A12-EBEC-CF02-54F2CE9CF1AB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4231728" y="4362984"/>
                  <a:ext cx="601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B55895C5-36F5-E7F0-4D2A-A0E17D24D9BD}"/>
                    </a:ext>
                  </a:extLst>
                </p14:cNvPr>
                <p14:cNvContentPartPr/>
                <p14:nvPr/>
              </p14:nvContentPartPr>
              <p14:xfrm>
                <a:off x="4397328" y="4388904"/>
                <a:ext cx="27000" cy="1800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B55895C5-36F5-E7F0-4D2A-A0E17D24D9BD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4388688" y="4379904"/>
                  <a:ext cx="4464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2B597AFF-D713-BB10-FA8E-BF0BD698A304}"/>
                    </a:ext>
                  </a:extLst>
                </p14:cNvPr>
                <p14:cNvContentPartPr/>
                <p14:nvPr/>
              </p14:nvContentPartPr>
              <p14:xfrm>
                <a:off x="4555008" y="4382784"/>
                <a:ext cx="130680" cy="1836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2B597AFF-D713-BB10-FA8E-BF0BD698A304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4546008" y="4373784"/>
                  <a:ext cx="14832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D97ADABC-286A-44DE-9A98-36E90F4103CD}"/>
              </a:ext>
            </a:extLst>
          </p:cNvPr>
          <p:cNvGrpSpPr/>
          <p:nvPr/>
        </p:nvGrpSpPr>
        <p:grpSpPr>
          <a:xfrm>
            <a:off x="4904208" y="4307544"/>
            <a:ext cx="318960" cy="255240"/>
            <a:chOff x="4904208" y="4307544"/>
            <a:chExt cx="318960" cy="25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4D8883DA-ADA1-D6D3-6C7E-64E9299424A7}"/>
                    </a:ext>
                  </a:extLst>
                </p14:cNvPr>
                <p14:cNvContentPartPr/>
                <p14:nvPr/>
              </p14:nvContentPartPr>
              <p14:xfrm>
                <a:off x="4904208" y="4307544"/>
                <a:ext cx="208440" cy="11376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4D8883DA-ADA1-D6D3-6C7E-64E9299424A7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4895568" y="4298904"/>
                  <a:ext cx="2260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409E1A7D-7EFF-08D6-42AC-629CF3F46357}"/>
                    </a:ext>
                  </a:extLst>
                </p14:cNvPr>
                <p14:cNvContentPartPr/>
                <p14:nvPr/>
              </p14:nvContentPartPr>
              <p14:xfrm>
                <a:off x="5086728" y="4408704"/>
                <a:ext cx="128520" cy="15408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409E1A7D-7EFF-08D6-42AC-629CF3F46357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5078088" y="4399704"/>
                  <a:ext cx="14616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9BC9D038-32E0-2090-3ED8-1BB1BB35F755}"/>
                    </a:ext>
                  </a:extLst>
                </p14:cNvPr>
                <p14:cNvContentPartPr/>
                <p14:nvPr/>
              </p14:nvContentPartPr>
              <p14:xfrm>
                <a:off x="5210208" y="4323744"/>
                <a:ext cx="12960" cy="4896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9BC9D038-32E0-2090-3ED8-1BB1BB35F755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5201208" y="4315104"/>
                  <a:ext cx="30600" cy="6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9" name="Group 268">
            <a:extLst>
              <a:ext uri="{FF2B5EF4-FFF2-40B4-BE49-F238E27FC236}">
                <a16:creationId xmlns:a16="http://schemas.microsoft.com/office/drawing/2014/main" id="{29FB29CA-59D9-A89E-5BC1-9CD42C1313BF}"/>
              </a:ext>
            </a:extLst>
          </p:cNvPr>
          <p:cNvGrpSpPr/>
          <p:nvPr/>
        </p:nvGrpSpPr>
        <p:grpSpPr>
          <a:xfrm>
            <a:off x="5444208" y="4379544"/>
            <a:ext cx="1059120" cy="160920"/>
            <a:chOff x="5444208" y="4379544"/>
            <a:chExt cx="1059120" cy="16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18620FED-AB5C-0142-605F-7D51BEC165A1}"/>
                    </a:ext>
                  </a:extLst>
                </p14:cNvPr>
                <p14:cNvContentPartPr/>
                <p14:nvPr/>
              </p14:nvContentPartPr>
              <p14:xfrm>
                <a:off x="5444208" y="4439664"/>
                <a:ext cx="19080" cy="216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18620FED-AB5C-0142-605F-7D51BEC165A1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5435568" y="4431024"/>
                  <a:ext cx="3672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F171BC8E-1A55-4038-8B1C-C37C6B9B292E}"/>
                    </a:ext>
                  </a:extLst>
                </p14:cNvPr>
                <p14:cNvContentPartPr/>
                <p14:nvPr/>
              </p14:nvContentPartPr>
              <p14:xfrm>
                <a:off x="5670288" y="4413024"/>
                <a:ext cx="193680" cy="1584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F171BC8E-1A55-4038-8B1C-C37C6B9B292E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5661648" y="4404384"/>
                  <a:ext cx="2113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5A507E6C-81CD-A9DD-2266-274C4D0D0F81}"/>
                    </a:ext>
                  </a:extLst>
                </p14:cNvPr>
                <p14:cNvContentPartPr/>
                <p14:nvPr/>
              </p14:nvContentPartPr>
              <p14:xfrm>
                <a:off x="6050088" y="4379544"/>
                <a:ext cx="233640" cy="9324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5A507E6C-81CD-A9DD-2266-274C4D0D0F81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6041088" y="4370544"/>
                  <a:ext cx="2512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A7D99036-2EF3-5ED8-FB55-C42B06F498AD}"/>
                    </a:ext>
                  </a:extLst>
                </p14:cNvPr>
                <p14:cNvContentPartPr/>
                <p14:nvPr/>
              </p14:nvContentPartPr>
              <p14:xfrm>
                <a:off x="6366888" y="4461624"/>
                <a:ext cx="136440" cy="7884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A7D99036-2EF3-5ED8-FB55-C42B06F498AD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6358248" y="4452984"/>
                  <a:ext cx="154080" cy="96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8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9E072CDF-CBA4-075E-6124-04C84F3D126E}"/>
                  </a:ext>
                </a:extLst>
              </p14:cNvPr>
              <p14:cNvContentPartPr/>
              <p14:nvPr/>
            </p14:nvContentPartPr>
            <p14:xfrm>
              <a:off x="7018848" y="4346784"/>
              <a:ext cx="661680" cy="345240"/>
            </p14:xfrm>
          </p:contentPart>
        </mc:Choice>
        <mc:Fallback xmlns=""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9E072CDF-CBA4-075E-6124-04C84F3D126E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7010208" y="4338144"/>
                <a:ext cx="679320" cy="362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81" name="Group 280">
            <a:extLst>
              <a:ext uri="{FF2B5EF4-FFF2-40B4-BE49-F238E27FC236}">
                <a16:creationId xmlns:a16="http://schemas.microsoft.com/office/drawing/2014/main" id="{9D6899B7-D292-18EA-9BCD-6C7C9798ED40}"/>
              </a:ext>
            </a:extLst>
          </p:cNvPr>
          <p:cNvGrpSpPr/>
          <p:nvPr/>
        </p:nvGrpSpPr>
        <p:grpSpPr>
          <a:xfrm>
            <a:off x="7727328" y="4271544"/>
            <a:ext cx="2246760" cy="256680"/>
            <a:chOff x="7727328" y="4271544"/>
            <a:chExt cx="2246760" cy="25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52F910F0-4E09-7ABA-DE70-2434EDFFA4C8}"/>
                    </a:ext>
                  </a:extLst>
                </p14:cNvPr>
                <p14:cNvContentPartPr/>
                <p14:nvPr/>
              </p14:nvContentPartPr>
              <p14:xfrm>
                <a:off x="7727328" y="4423104"/>
                <a:ext cx="334800" cy="10296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52F910F0-4E09-7ABA-DE70-2434EDFFA4C8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7718688" y="4414464"/>
                  <a:ext cx="3524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E88FF95E-7605-C242-1DB9-66E4567572F5}"/>
                    </a:ext>
                  </a:extLst>
                </p14:cNvPr>
                <p14:cNvContentPartPr/>
                <p14:nvPr/>
              </p14:nvContentPartPr>
              <p14:xfrm>
                <a:off x="8027208" y="4339224"/>
                <a:ext cx="345240" cy="18900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E88FF95E-7605-C242-1DB9-66E4567572F5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8018568" y="4330224"/>
                  <a:ext cx="36288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0C50F181-35C1-484C-48DA-3564522CE814}"/>
                    </a:ext>
                  </a:extLst>
                </p14:cNvPr>
                <p14:cNvContentPartPr/>
                <p14:nvPr/>
              </p14:nvContentPartPr>
              <p14:xfrm>
                <a:off x="8395488" y="4398264"/>
                <a:ext cx="57240" cy="1584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0C50F181-35C1-484C-48DA-3564522CE814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8386488" y="4389264"/>
                  <a:ext cx="748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82C3E6E6-FA15-7707-D880-C2BD887737DE}"/>
                    </a:ext>
                  </a:extLst>
                </p14:cNvPr>
                <p14:cNvContentPartPr/>
                <p14:nvPr/>
              </p14:nvContentPartPr>
              <p14:xfrm>
                <a:off x="8839368" y="4271544"/>
                <a:ext cx="916200" cy="24444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82C3E6E6-FA15-7707-D880-C2BD887737DE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8830728" y="4262544"/>
                  <a:ext cx="93384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AD7C16D9-6310-56A6-FD2B-C8E1BF067B7A}"/>
                    </a:ext>
                  </a:extLst>
                </p14:cNvPr>
                <p14:cNvContentPartPr/>
                <p14:nvPr/>
              </p14:nvContentPartPr>
              <p14:xfrm>
                <a:off x="9832968" y="4429224"/>
                <a:ext cx="141120" cy="1440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AD7C16D9-6310-56A6-FD2B-C8E1BF067B7A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9824328" y="4420224"/>
                  <a:ext cx="1587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0E96D575-6962-2488-76C2-7BFA85E617BD}"/>
                    </a:ext>
                  </a:extLst>
                </p14:cNvPr>
                <p14:cNvContentPartPr/>
                <p14:nvPr/>
              </p14:nvContentPartPr>
              <p14:xfrm>
                <a:off x="9872928" y="4324824"/>
                <a:ext cx="33840" cy="1404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0E96D575-6962-2488-76C2-7BFA85E617BD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9864288" y="4315824"/>
                  <a:ext cx="514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57308426-1E1D-91D3-0BC7-0412A97621E1}"/>
                    </a:ext>
                  </a:extLst>
                </p14:cNvPr>
                <p14:cNvContentPartPr/>
                <p14:nvPr/>
              </p14:nvContentPartPr>
              <p14:xfrm>
                <a:off x="8600328" y="4421304"/>
                <a:ext cx="96480" cy="6552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57308426-1E1D-91D3-0BC7-0412A97621E1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8591688" y="4412304"/>
                  <a:ext cx="114120" cy="83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4">
            <p14:nvContentPartPr>
              <p14:cNvPr id="287" name="Ink 286">
                <a:extLst>
                  <a:ext uri="{FF2B5EF4-FFF2-40B4-BE49-F238E27FC236}">
                    <a16:creationId xmlns:a16="http://schemas.microsoft.com/office/drawing/2014/main" id="{5DE72E67-E2F0-6241-1782-38AC3319A2C9}"/>
                  </a:ext>
                </a:extLst>
              </p14:cNvPr>
              <p14:cNvContentPartPr/>
              <p14:nvPr/>
            </p14:nvContentPartPr>
            <p14:xfrm>
              <a:off x="6554448" y="4521024"/>
              <a:ext cx="186480" cy="148320"/>
            </p14:xfrm>
          </p:contentPart>
        </mc:Choice>
        <mc:Fallback xmlns="">
          <p:pic>
            <p:nvPicPr>
              <p:cNvPr id="287" name="Ink 286">
                <a:extLst>
                  <a:ext uri="{FF2B5EF4-FFF2-40B4-BE49-F238E27FC236}">
                    <a16:creationId xmlns:a16="http://schemas.microsoft.com/office/drawing/2014/main" id="{5DE72E67-E2F0-6241-1782-38AC3319A2C9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6545808" y="4512024"/>
                <a:ext cx="204120" cy="165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94" name="Group 293">
            <a:extLst>
              <a:ext uri="{FF2B5EF4-FFF2-40B4-BE49-F238E27FC236}">
                <a16:creationId xmlns:a16="http://schemas.microsoft.com/office/drawing/2014/main" id="{205CA65F-353A-56BB-BC14-1E9676AF0AD2}"/>
              </a:ext>
            </a:extLst>
          </p:cNvPr>
          <p:cNvGrpSpPr/>
          <p:nvPr/>
        </p:nvGrpSpPr>
        <p:grpSpPr>
          <a:xfrm>
            <a:off x="10321488" y="4287384"/>
            <a:ext cx="1174680" cy="428400"/>
            <a:chOff x="10321488" y="4287384"/>
            <a:chExt cx="1174680" cy="42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7A199386-A8E0-8322-6857-D8272DE126F2}"/>
                    </a:ext>
                  </a:extLst>
                </p14:cNvPr>
                <p14:cNvContentPartPr/>
                <p14:nvPr/>
              </p14:nvContentPartPr>
              <p14:xfrm>
                <a:off x="10321488" y="4329144"/>
                <a:ext cx="246960" cy="15516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7A199386-A8E0-8322-6857-D8272DE126F2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312848" y="4320144"/>
                  <a:ext cx="2646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EA8491FC-79DB-87D3-70B7-BE39D533264C}"/>
                    </a:ext>
                  </a:extLst>
                </p14:cNvPr>
                <p14:cNvContentPartPr/>
                <p14:nvPr/>
              </p14:nvContentPartPr>
              <p14:xfrm>
                <a:off x="10639008" y="4404744"/>
                <a:ext cx="299880" cy="8064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EA8491FC-79DB-87D3-70B7-BE39D533264C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0630368" y="4396104"/>
                  <a:ext cx="31752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D7E61F7F-EB6A-5B8F-149F-675E6EB3E9B0}"/>
                    </a:ext>
                  </a:extLst>
                </p14:cNvPr>
                <p14:cNvContentPartPr/>
                <p14:nvPr/>
              </p14:nvContentPartPr>
              <p14:xfrm>
                <a:off x="10956888" y="4378464"/>
                <a:ext cx="12600" cy="2448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D7E61F7F-EB6A-5B8F-149F-675E6EB3E9B0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0948248" y="4369464"/>
                  <a:ext cx="302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E42AAC1D-6E66-6B4B-A501-4B3A091A641B}"/>
                    </a:ext>
                  </a:extLst>
                </p14:cNvPr>
                <p14:cNvContentPartPr/>
                <p14:nvPr/>
              </p14:nvContentPartPr>
              <p14:xfrm>
                <a:off x="10959768" y="4423104"/>
                <a:ext cx="116280" cy="10908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E42AAC1D-6E66-6B4B-A501-4B3A091A641B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0950768" y="4414104"/>
                  <a:ext cx="13392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EC19EDA2-4DF6-E0FE-74AF-373D30652A13}"/>
                    </a:ext>
                  </a:extLst>
                </p14:cNvPr>
                <p14:cNvContentPartPr/>
                <p14:nvPr/>
              </p14:nvContentPartPr>
              <p14:xfrm>
                <a:off x="11135808" y="4452624"/>
                <a:ext cx="6840" cy="5652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EC19EDA2-4DF6-E0FE-74AF-373D30652A13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1127168" y="4443984"/>
                  <a:ext cx="2448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60EFE339-A149-4F2D-73C1-AA4112B3AEAB}"/>
                    </a:ext>
                  </a:extLst>
                </p14:cNvPr>
                <p14:cNvContentPartPr/>
                <p14:nvPr/>
              </p14:nvContentPartPr>
              <p14:xfrm>
                <a:off x="11218968" y="4385664"/>
                <a:ext cx="10800" cy="972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60EFE339-A149-4F2D-73C1-AA4112B3AEAB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1210328" y="4376664"/>
                  <a:ext cx="284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00AC970A-BAC3-860F-43A8-CA27E1B9A87D}"/>
                    </a:ext>
                  </a:extLst>
                </p14:cNvPr>
                <p14:cNvContentPartPr/>
                <p14:nvPr/>
              </p14:nvContentPartPr>
              <p14:xfrm>
                <a:off x="11242728" y="4436064"/>
                <a:ext cx="29520" cy="7308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00AC970A-BAC3-860F-43A8-CA27E1B9A87D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1234088" y="4427424"/>
                  <a:ext cx="4716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3F5704BD-7071-0759-0BFC-8E4F4CD9E62B}"/>
                    </a:ext>
                  </a:extLst>
                </p14:cNvPr>
                <p14:cNvContentPartPr/>
                <p14:nvPr/>
              </p14:nvContentPartPr>
              <p14:xfrm>
                <a:off x="11384928" y="4287384"/>
                <a:ext cx="51480" cy="21744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3F5704BD-7071-0759-0BFC-8E4F4CD9E62B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1375928" y="4278384"/>
                  <a:ext cx="6912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D5770AE8-B74F-0361-3D86-B68D614CADF3}"/>
                    </a:ext>
                  </a:extLst>
                </p14:cNvPr>
                <p14:cNvContentPartPr/>
                <p14:nvPr/>
              </p14:nvContentPartPr>
              <p14:xfrm>
                <a:off x="11375208" y="4308264"/>
                <a:ext cx="120960" cy="40752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D5770AE8-B74F-0361-3D86-B68D614CADF3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1366568" y="4299624"/>
                  <a:ext cx="138600" cy="425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4">
            <p14:nvContentPartPr>
              <p14:cNvPr id="293" name="Ink 292">
                <a:extLst>
                  <a:ext uri="{FF2B5EF4-FFF2-40B4-BE49-F238E27FC236}">
                    <a16:creationId xmlns:a16="http://schemas.microsoft.com/office/drawing/2014/main" id="{8B61E7A1-383F-0948-D0CC-823FEF88B252}"/>
                  </a:ext>
                </a:extLst>
              </p14:cNvPr>
              <p14:cNvContentPartPr/>
              <p14:nvPr/>
            </p14:nvContentPartPr>
            <p14:xfrm>
              <a:off x="11743848" y="4379904"/>
              <a:ext cx="277560" cy="293400"/>
            </p14:xfrm>
          </p:contentPart>
        </mc:Choice>
        <mc:Fallback xmlns="">
          <p:pic>
            <p:nvPicPr>
              <p:cNvPr id="293" name="Ink 292">
                <a:extLst>
                  <a:ext uri="{FF2B5EF4-FFF2-40B4-BE49-F238E27FC236}">
                    <a16:creationId xmlns:a16="http://schemas.microsoft.com/office/drawing/2014/main" id="{8B61E7A1-383F-0948-D0CC-823FEF88B252}"/>
                  </a:ext>
                </a:extLst>
              </p:cNvPr>
              <p:cNvPicPr/>
              <p:nvPr/>
            </p:nvPicPr>
            <p:blipFill>
              <a:blip r:embed="rId335"/>
              <a:stretch>
                <a:fillRect/>
              </a:stretch>
            </p:blipFill>
            <p:spPr>
              <a:xfrm>
                <a:off x="11735208" y="4371264"/>
                <a:ext cx="295200" cy="311040"/>
              </a:xfrm>
              <a:prstGeom prst="rect">
                <a:avLst/>
              </a:prstGeom>
            </p:spPr>
          </p:pic>
        </mc:Fallback>
      </mc:AlternateContent>
      <p:grpSp>
        <p:nvGrpSpPr>
          <p:cNvPr id="301" name="Group 300">
            <a:extLst>
              <a:ext uri="{FF2B5EF4-FFF2-40B4-BE49-F238E27FC236}">
                <a16:creationId xmlns:a16="http://schemas.microsoft.com/office/drawing/2014/main" id="{5B8B8B87-FBAB-7150-6E71-D6976E3C09A4}"/>
              </a:ext>
            </a:extLst>
          </p:cNvPr>
          <p:cNvGrpSpPr/>
          <p:nvPr/>
        </p:nvGrpSpPr>
        <p:grpSpPr>
          <a:xfrm>
            <a:off x="1997928" y="4635144"/>
            <a:ext cx="1346040" cy="221400"/>
            <a:chOff x="1997928" y="4635144"/>
            <a:chExt cx="1346040" cy="22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4E7E1B10-CB58-9674-8F06-83D0B48F6350}"/>
                    </a:ext>
                  </a:extLst>
                </p14:cNvPr>
                <p14:cNvContentPartPr/>
                <p14:nvPr/>
              </p14:nvContentPartPr>
              <p14:xfrm>
                <a:off x="1997928" y="4711824"/>
                <a:ext cx="320760" cy="14472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4E7E1B10-CB58-9674-8F06-83D0B48F6350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989288" y="4703184"/>
                  <a:ext cx="3384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163CF85A-93CB-380B-5D8B-98391833F709}"/>
                    </a:ext>
                  </a:extLst>
                </p14:cNvPr>
                <p14:cNvContentPartPr/>
                <p14:nvPr/>
              </p14:nvContentPartPr>
              <p14:xfrm>
                <a:off x="2511288" y="4745664"/>
                <a:ext cx="171000" cy="9684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163CF85A-93CB-380B-5D8B-98391833F709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2502648" y="4737024"/>
                  <a:ext cx="1886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456389EF-687D-09D3-25F1-B30A0ACF4FAF}"/>
                    </a:ext>
                  </a:extLst>
                </p14:cNvPr>
                <p14:cNvContentPartPr/>
                <p14:nvPr/>
              </p14:nvContentPartPr>
              <p14:xfrm>
                <a:off x="2741328" y="4758984"/>
                <a:ext cx="30960" cy="7704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456389EF-687D-09D3-25F1-B30A0ACF4FAF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2732688" y="4749984"/>
                  <a:ext cx="4860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66E228A6-0729-0B00-A2CC-84B68B56155A}"/>
                    </a:ext>
                  </a:extLst>
                </p14:cNvPr>
                <p14:cNvContentPartPr/>
                <p14:nvPr/>
              </p14:nvContentPartPr>
              <p14:xfrm>
                <a:off x="2819808" y="4782384"/>
                <a:ext cx="104400" cy="6228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66E228A6-0729-0B00-A2CC-84B68B56155A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2811168" y="4773744"/>
                  <a:ext cx="12204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BE6F4C51-0755-BF89-FE6B-64E9D0F09BF6}"/>
                    </a:ext>
                  </a:extLst>
                </p14:cNvPr>
                <p14:cNvContentPartPr/>
                <p14:nvPr/>
              </p14:nvContentPartPr>
              <p14:xfrm>
                <a:off x="2961288" y="4635144"/>
                <a:ext cx="223920" cy="20952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BE6F4C51-0755-BF89-FE6B-64E9D0F09BF6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2952648" y="4626144"/>
                  <a:ext cx="24156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DBC5A550-EACD-0362-AEE0-A12582B30D1D}"/>
                    </a:ext>
                  </a:extLst>
                </p14:cNvPr>
                <p14:cNvContentPartPr/>
                <p14:nvPr/>
              </p14:nvContentPartPr>
              <p14:xfrm>
                <a:off x="3333888" y="4831704"/>
                <a:ext cx="10080" cy="108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DBC5A550-EACD-0362-AEE0-A12582B30D1D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3324888" y="4822704"/>
                  <a:ext cx="27720" cy="1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7" name="Group 306">
            <a:extLst>
              <a:ext uri="{FF2B5EF4-FFF2-40B4-BE49-F238E27FC236}">
                <a16:creationId xmlns:a16="http://schemas.microsoft.com/office/drawing/2014/main" id="{EF779C07-9832-0E36-21F4-3E8D9A7FBAAC}"/>
              </a:ext>
            </a:extLst>
          </p:cNvPr>
          <p:cNvGrpSpPr/>
          <p:nvPr/>
        </p:nvGrpSpPr>
        <p:grpSpPr>
          <a:xfrm>
            <a:off x="949608" y="5012784"/>
            <a:ext cx="879480" cy="303480"/>
            <a:chOff x="949608" y="5012784"/>
            <a:chExt cx="879480" cy="30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E7C8F172-E2A2-14C9-9497-6AFFACF3A949}"/>
                    </a:ext>
                  </a:extLst>
                </p14:cNvPr>
                <p14:cNvContentPartPr/>
                <p14:nvPr/>
              </p14:nvContentPartPr>
              <p14:xfrm>
                <a:off x="949608" y="5012784"/>
                <a:ext cx="755280" cy="30348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E7C8F172-E2A2-14C9-9497-6AFFACF3A949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940968" y="5003784"/>
                  <a:ext cx="77292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B9408CF8-BE45-9362-1805-63C0E7757CA2}"/>
                    </a:ext>
                  </a:extLst>
                </p14:cNvPr>
                <p14:cNvContentPartPr/>
                <p14:nvPr/>
              </p14:nvContentPartPr>
              <p14:xfrm>
                <a:off x="1730808" y="5143104"/>
                <a:ext cx="98280" cy="1764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B9408CF8-BE45-9362-1805-63C0E7757CA2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722168" y="5134464"/>
                  <a:ext cx="115920" cy="3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DC5A6E29-192B-1EA5-585D-0A7B65E42E4B}"/>
              </a:ext>
            </a:extLst>
          </p:cNvPr>
          <p:cNvGrpSpPr/>
          <p:nvPr/>
        </p:nvGrpSpPr>
        <p:grpSpPr>
          <a:xfrm>
            <a:off x="2299608" y="5085144"/>
            <a:ext cx="1548000" cy="417240"/>
            <a:chOff x="2299608" y="5085144"/>
            <a:chExt cx="1548000" cy="41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CBB82924-19DC-C3CE-06FB-46E47FC97FEF}"/>
                    </a:ext>
                  </a:extLst>
                </p14:cNvPr>
                <p14:cNvContentPartPr/>
                <p14:nvPr/>
              </p14:nvContentPartPr>
              <p14:xfrm>
                <a:off x="2299608" y="5156784"/>
                <a:ext cx="276480" cy="16992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CBB82924-19DC-C3CE-06FB-46E47FC97FEF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2290608" y="5147784"/>
                  <a:ext cx="29412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DB94E975-2CE3-0210-E21E-0C8BE6DB5DF3}"/>
                    </a:ext>
                  </a:extLst>
                </p14:cNvPr>
                <p14:cNvContentPartPr/>
                <p14:nvPr/>
              </p14:nvContentPartPr>
              <p14:xfrm>
                <a:off x="2355408" y="5109984"/>
                <a:ext cx="177840" cy="33048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DB94E975-2CE3-0210-E21E-0C8BE6DB5DF3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2346768" y="5100984"/>
                  <a:ext cx="19548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4BC6106E-7B68-5897-C3A1-B7FE878AC8F4}"/>
                    </a:ext>
                  </a:extLst>
                </p14:cNvPr>
                <p14:cNvContentPartPr/>
                <p14:nvPr/>
              </p14:nvContentPartPr>
              <p14:xfrm>
                <a:off x="2656728" y="5129784"/>
                <a:ext cx="193680" cy="28440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4BC6106E-7B68-5897-C3A1-B7FE878AC8F4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2647728" y="5120784"/>
                  <a:ext cx="21132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DDE66A01-049D-861B-A583-D91CF7380699}"/>
                    </a:ext>
                  </a:extLst>
                </p14:cNvPr>
                <p14:cNvContentPartPr/>
                <p14:nvPr/>
              </p14:nvContentPartPr>
              <p14:xfrm>
                <a:off x="2763288" y="5118624"/>
                <a:ext cx="124200" cy="2376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DDE66A01-049D-861B-A583-D91CF7380699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2754288" y="5109624"/>
                  <a:ext cx="1418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F577E8C9-E101-2DC6-38F5-EB8ACA072151}"/>
                    </a:ext>
                  </a:extLst>
                </p14:cNvPr>
                <p14:cNvContentPartPr/>
                <p14:nvPr/>
              </p14:nvContentPartPr>
              <p14:xfrm>
                <a:off x="2933208" y="5201424"/>
                <a:ext cx="79200" cy="11160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F577E8C9-E101-2DC6-38F5-EB8ACA072151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2924208" y="5192784"/>
                  <a:ext cx="968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BCDE655E-23BE-8D67-0925-D2AAFFF3CEE5}"/>
                    </a:ext>
                  </a:extLst>
                </p14:cNvPr>
                <p14:cNvContentPartPr/>
                <p14:nvPr/>
              </p14:nvContentPartPr>
              <p14:xfrm>
                <a:off x="3013128" y="5085144"/>
                <a:ext cx="2880" cy="1980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BCDE655E-23BE-8D67-0925-D2AAFFF3CEE5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3004128" y="5076504"/>
                  <a:ext cx="205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F20D5FCD-681B-3E79-7943-0042CE2A6976}"/>
                    </a:ext>
                  </a:extLst>
                </p14:cNvPr>
                <p14:cNvContentPartPr/>
                <p14:nvPr/>
              </p14:nvContentPartPr>
              <p14:xfrm>
                <a:off x="3083688" y="5312304"/>
                <a:ext cx="54360" cy="9576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F20D5FCD-681B-3E79-7943-0042CE2A6976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3074688" y="5303304"/>
                  <a:ext cx="720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F6D7F337-9612-5EA3-C827-A339F3C76271}"/>
                    </a:ext>
                  </a:extLst>
                </p14:cNvPr>
                <p14:cNvContentPartPr/>
                <p14:nvPr/>
              </p14:nvContentPartPr>
              <p14:xfrm>
                <a:off x="3206088" y="5251824"/>
                <a:ext cx="89640" cy="17064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F6D7F337-9612-5EA3-C827-A339F3C76271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3197088" y="5242824"/>
                  <a:ext cx="10728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ECB46A47-17CD-8E32-93C7-3D8558D4AEFB}"/>
                    </a:ext>
                  </a:extLst>
                </p14:cNvPr>
                <p14:cNvContentPartPr/>
                <p14:nvPr/>
              </p14:nvContentPartPr>
              <p14:xfrm>
                <a:off x="3240648" y="5148144"/>
                <a:ext cx="20880" cy="2916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ECB46A47-17CD-8E32-93C7-3D8558D4AEFB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3231648" y="5139504"/>
                  <a:ext cx="3852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0A34F641-40DA-E081-919F-004FCF805908}"/>
                    </a:ext>
                  </a:extLst>
                </p14:cNvPr>
                <p14:cNvContentPartPr/>
                <p14:nvPr/>
              </p14:nvContentPartPr>
              <p14:xfrm>
                <a:off x="3336408" y="5372064"/>
                <a:ext cx="44280" cy="9900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0A34F641-40DA-E081-919F-004FCF805908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3327408" y="5363424"/>
                  <a:ext cx="6192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2CBF13C2-6123-AEE0-4BCD-03D50DB135D5}"/>
                    </a:ext>
                  </a:extLst>
                </p14:cNvPr>
                <p14:cNvContentPartPr/>
                <p14:nvPr/>
              </p14:nvContentPartPr>
              <p14:xfrm>
                <a:off x="3476088" y="5205024"/>
                <a:ext cx="135720" cy="17676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2CBF13C2-6123-AEE0-4BCD-03D50DB135D5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3467448" y="5196384"/>
                  <a:ext cx="15336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7E352520-E783-AC90-A2DF-8CFADC9BF09D}"/>
                    </a:ext>
                  </a:extLst>
                </p14:cNvPr>
                <p14:cNvContentPartPr/>
                <p14:nvPr/>
              </p14:nvContentPartPr>
              <p14:xfrm>
                <a:off x="3516408" y="5270184"/>
                <a:ext cx="157680" cy="4176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7E352520-E783-AC90-A2DF-8CFADC9BF09D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3507768" y="5261544"/>
                  <a:ext cx="1753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A4A5190C-15C8-56B1-DD5C-FD5637CF552C}"/>
                    </a:ext>
                  </a:extLst>
                </p14:cNvPr>
                <p14:cNvContentPartPr/>
                <p14:nvPr/>
              </p14:nvContentPartPr>
              <p14:xfrm>
                <a:off x="3707928" y="5158944"/>
                <a:ext cx="139680" cy="31824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A4A5190C-15C8-56B1-DD5C-FD5637CF552C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3699288" y="5149944"/>
                  <a:ext cx="15732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535956E8-0751-5B05-0DD8-CE0E9F85B70F}"/>
                    </a:ext>
                  </a:extLst>
                </p14:cNvPr>
                <p14:cNvContentPartPr/>
                <p14:nvPr/>
              </p14:nvContentPartPr>
              <p14:xfrm>
                <a:off x="3544848" y="5488344"/>
                <a:ext cx="90360" cy="1404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535956E8-0751-5B05-0DD8-CE0E9F85B70F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3535848" y="5479704"/>
                  <a:ext cx="108000" cy="3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6" name="Group 325">
            <a:extLst>
              <a:ext uri="{FF2B5EF4-FFF2-40B4-BE49-F238E27FC236}">
                <a16:creationId xmlns:a16="http://schemas.microsoft.com/office/drawing/2014/main" id="{3C0EB3AE-B544-2867-51A3-86DE0A0EF89E}"/>
              </a:ext>
            </a:extLst>
          </p:cNvPr>
          <p:cNvGrpSpPr/>
          <p:nvPr/>
        </p:nvGrpSpPr>
        <p:grpSpPr>
          <a:xfrm>
            <a:off x="4198608" y="5166144"/>
            <a:ext cx="1197720" cy="374400"/>
            <a:chOff x="4198608" y="5166144"/>
            <a:chExt cx="1197720" cy="37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CD5AE2BF-A84E-C5E2-0808-2A2E5686B5CB}"/>
                    </a:ext>
                  </a:extLst>
                </p14:cNvPr>
                <p14:cNvContentPartPr/>
                <p14:nvPr/>
              </p14:nvContentPartPr>
              <p14:xfrm>
                <a:off x="4198608" y="5217984"/>
                <a:ext cx="510120" cy="32256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CD5AE2BF-A84E-C5E2-0808-2A2E5686B5CB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4189968" y="5208984"/>
                  <a:ext cx="52776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EAF3F2BB-9087-0C6D-1F24-27DC71D9CC44}"/>
                    </a:ext>
                  </a:extLst>
                </p14:cNvPr>
                <p14:cNvContentPartPr/>
                <p14:nvPr/>
              </p14:nvContentPartPr>
              <p14:xfrm>
                <a:off x="4719888" y="5257944"/>
                <a:ext cx="108000" cy="7920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EAF3F2BB-9087-0C6D-1F24-27DC71D9CC44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4711248" y="5248944"/>
                  <a:ext cx="12564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6EF7D2E0-62C1-4C35-426C-9451D1966C5D}"/>
                    </a:ext>
                  </a:extLst>
                </p14:cNvPr>
                <p14:cNvContentPartPr/>
                <p14:nvPr/>
              </p14:nvContentPartPr>
              <p14:xfrm>
                <a:off x="4867848" y="5166144"/>
                <a:ext cx="450720" cy="14868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6EF7D2E0-62C1-4C35-426C-9451D1966C5D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4858848" y="5157144"/>
                  <a:ext cx="46836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CE2A3F20-7BB1-4F11-B931-D0D62064C730}"/>
                    </a:ext>
                  </a:extLst>
                </p14:cNvPr>
                <p14:cNvContentPartPr/>
                <p14:nvPr/>
              </p14:nvContentPartPr>
              <p14:xfrm>
                <a:off x="5332968" y="5214744"/>
                <a:ext cx="63360" cy="3384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CE2A3F20-7BB1-4F11-B931-D0D62064C730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5323968" y="5206104"/>
                  <a:ext cx="81000" cy="5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3" name="Group 332">
            <a:extLst>
              <a:ext uri="{FF2B5EF4-FFF2-40B4-BE49-F238E27FC236}">
                <a16:creationId xmlns:a16="http://schemas.microsoft.com/office/drawing/2014/main" id="{9E55B132-01AD-4186-0D46-DD2EFF3780E4}"/>
              </a:ext>
            </a:extLst>
          </p:cNvPr>
          <p:cNvGrpSpPr/>
          <p:nvPr/>
        </p:nvGrpSpPr>
        <p:grpSpPr>
          <a:xfrm>
            <a:off x="5748768" y="5057784"/>
            <a:ext cx="480600" cy="233640"/>
            <a:chOff x="5748768" y="5057784"/>
            <a:chExt cx="480600" cy="23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22734EE8-16F1-9D85-F4E4-E29DBF1F440C}"/>
                    </a:ext>
                  </a:extLst>
                </p14:cNvPr>
                <p14:cNvContentPartPr/>
                <p14:nvPr/>
              </p14:nvContentPartPr>
              <p14:xfrm>
                <a:off x="5748768" y="5057784"/>
                <a:ext cx="480600" cy="23364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22734EE8-16F1-9D85-F4E4-E29DBF1F440C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5739768" y="5048784"/>
                  <a:ext cx="49824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71C204F9-15A9-01C3-C824-7675D9D73606}"/>
                    </a:ext>
                  </a:extLst>
                </p14:cNvPr>
                <p14:cNvContentPartPr/>
                <p14:nvPr/>
              </p14:nvContentPartPr>
              <p14:xfrm>
                <a:off x="5931288" y="5131224"/>
                <a:ext cx="201960" cy="1800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71C204F9-15A9-01C3-C824-7675D9D73606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5922648" y="5122224"/>
                  <a:ext cx="219600" cy="3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2" name="Group 331">
            <a:extLst>
              <a:ext uri="{FF2B5EF4-FFF2-40B4-BE49-F238E27FC236}">
                <a16:creationId xmlns:a16="http://schemas.microsoft.com/office/drawing/2014/main" id="{6CF5F9EC-66AF-9CE3-BCB6-0940B81AB7D4}"/>
              </a:ext>
            </a:extLst>
          </p:cNvPr>
          <p:cNvGrpSpPr/>
          <p:nvPr/>
        </p:nvGrpSpPr>
        <p:grpSpPr>
          <a:xfrm>
            <a:off x="6473088" y="5073984"/>
            <a:ext cx="842040" cy="256320"/>
            <a:chOff x="6473088" y="5073984"/>
            <a:chExt cx="842040" cy="25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252F8820-2DBA-9B4F-1F31-B430F8CA6C1B}"/>
                    </a:ext>
                  </a:extLst>
                </p14:cNvPr>
                <p14:cNvContentPartPr/>
                <p14:nvPr/>
              </p14:nvContentPartPr>
              <p14:xfrm>
                <a:off x="6473088" y="5160744"/>
                <a:ext cx="256680" cy="11016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252F8820-2DBA-9B4F-1F31-B430F8CA6C1B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6464088" y="5151744"/>
                  <a:ext cx="2743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A903957C-AFC7-947F-04C2-F683D626A8A9}"/>
                    </a:ext>
                  </a:extLst>
                </p14:cNvPr>
                <p14:cNvContentPartPr/>
                <p14:nvPr/>
              </p14:nvContentPartPr>
              <p14:xfrm>
                <a:off x="6791328" y="5203224"/>
                <a:ext cx="310680" cy="12708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A903957C-AFC7-947F-04C2-F683D626A8A9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6782328" y="5194224"/>
                  <a:ext cx="3283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E2F4C293-084A-C746-FB10-ED23FE1D6C56}"/>
                    </a:ext>
                  </a:extLst>
                </p14:cNvPr>
                <p14:cNvContentPartPr/>
                <p14:nvPr/>
              </p14:nvContentPartPr>
              <p14:xfrm>
                <a:off x="7190568" y="5073984"/>
                <a:ext cx="124560" cy="6084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E2F4C293-084A-C746-FB10-ED23FE1D6C56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7181568" y="5065344"/>
                  <a:ext cx="142200" cy="7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7" name="Group 336">
            <a:extLst>
              <a:ext uri="{FF2B5EF4-FFF2-40B4-BE49-F238E27FC236}">
                <a16:creationId xmlns:a16="http://schemas.microsoft.com/office/drawing/2014/main" id="{50080684-C972-53F5-71C4-2D923CBFDEF5}"/>
              </a:ext>
            </a:extLst>
          </p:cNvPr>
          <p:cNvGrpSpPr/>
          <p:nvPr/>
        </p:nvGrpSpPr>
        <p:grpSpPr>
          <a:xfrm>
            <a:off x="7556688" y="5127624"/>
            <a:ext cx="609480" cy="192600"/>
            <a:chOff x="7556688" y="5127624"/>
            <a:chExt cx="609480" cy="19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EBFDBD8E-7849-7786-E269-780AC7A3071A}"/>
                    </a:ext>
                  </a:extLst>
                </p14:cNvPr>
                <p14:cNvContentPartPr/>
                <p14:nvPr/>
              </p14:nvContentPartPr>
              <p14:xfrm>
                <a:off x="7556688" y="5127624"/>
                <a:ext cx="142920" cy="19260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EBFDBD8E-7849-7786-E269-780AC7A3071A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7548048" y="5118624"/>
                  <a:ext cx="16056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B3AE25C3-74D7-C240-2E78-B3499FA8CBD8}"/>
                    </a:ext>
                  </a:extLst>
                </p14:cNvPr>
                <p14:cNvContentPartPr/>
                <p14:nvPr/>
              </p14:nvContentPartPr>
              <p14:xfrm>
                <a:off x="7768368" y="5129424"/>
                <a:ext cx="295200" cy="18324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B3AE25C3-74D7-C240-2E78-B3499FA8CBD8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7759728" y="5120784"/>
                  <a:ext cx="3128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661BC058-1746-40AD-C73B-1C824BECFA1B}"/>
                    </a:ext>
                  </a:extLst>
                </p14:cNvPr>
                <p14:cNvContentPartPr/>
                <p14:nvPr/>
              </p14:nvContentPartPr>
              <p14:xfrm>
                <a:off x="8152128" y="5248584"/>
                <a:ext cx="14040" cy="1620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661BC058-1746-40AD-C73B-1C824BECFA1B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8143488" y="5239944"/>
                  <a:ext cx="31680" cy="3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2" name="Group 351">
            <a:extLst>
              <a:ext uri="{FF2B5EF4-FFF2-40B4-BE49-F238E27FC236}">
                <a16:creationId xmlns:a16="http://schemas.microsoft.com/office/drawing/2014/main" id="{F262F09C-C5E7-E179-F873-DBCA72C73C84}"/>
              </a:ext>
            </a:extLst>
          </p:cNvPr>
          <p:cNvGrpSpPr/>
          <p:nvPr/>
        </p:nvGrpSpPr>
        <p:grpSpPr>
          <a:xfrm>
            <a:off x="8398728" y="4905504"/>
            <a:ext cx="3528720" cy="514440"/>
            <a:chOff x="8398728" y="4905504"/>
            <a:chExt cx="3528720" cy="51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B27CFD6D-863B-24B9-4837-755A855C1681}"/>
                    </a:ext>
                  </a:extLst>
                </p14:cNvPr>
                <p14:cNvContentPartPr/>
                <p14:nvPr/>
              </p14:nvContentPartPr>
              <p14:xfrm>
                <a:off x="8398728" y="5102424"/>
                <a:ext cx="194760" cy="26892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B27CFD6D-863B-24B9-4837-755A855C1681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8389728" y="5093784"/>
                  <a:ext cx="21240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ADD84C91-CABA-F129-CCFD-D18A8572BB84}"/>
                    </a:ext>
                  </a:extLst>
                </p14:cNvPr>
                <p14:cNvContentPartPr/>
                <p14:nvPr/>
              </p14:nvContentPartPr>
              <p14:xfrm>
                <a:off x="8657568" y="5165784"/>
                <a:ext cx="439920" cy="8460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ADD84C91-CABA-F129-CCFD-D18A8572BB84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8648568" y="5157144"/>
                  <a:ext cx="45756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0ED09DC2-582A-BFF6-8D5F-65FE99F66FE4}"/>
                    </a:ext>
                  </a:extLst>
                </p14:cNvPr>
                <p14:cNvContentPartPr/>
                <p14:nvPr/>
              </p14:nvContentPartPr>
              <p14:xfrm>
                <a:off x="8997048" y="5174424"/>
                <a:ext cx="295560" cy="13608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0ED09DC2-582A-BFF6-8D5F-65FE99F66FE4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8988048" y="5165424"/>
                  <a:ext cx="31320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3B34C2FB-E028-DD46-535F-F7DC9C084774}"/>
                    </a:ext>
                  </a:extLst>
                </p14:cNvPr>
                <p14:cNvContentPartPr/>
                <p14:nvPr/>
              </p14:nvContentPartPr>
              <p14:xfrm>
                <a:off x="9557928" y="4905504"/>
                <a:ext cx="234000" cy="51444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3B34C2FB-E028-DD46-535F-F7DC9C084774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9549288" y="4896504"/>
                  <a:ext cx="251640" cy="53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D8AEFC5A-459B-4DF6-B0EA-CBC73B880F7C}"/>
                    </a:ext>
                  </a:extLst>
                </p14:cNvPr>
                <p14:cNvContentPartPr/>
                <p14:nvPr/>
              </p14:nvContentPartPr>
              <p14:xfrm>
                <a:off x="9497808" y="5170824"/>
                <a:ext cx="537840" cy="10116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D8AEFC5A-459B-4DF6-B0EA-CBC73B880F7C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9489168" y="5161824"/>
                  <a:ext cx="5554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51DE6619-A3AB-12A9-EB35-7469007FEBCD}"/>
                    </a:ext>
                  </a:extLst>
                </p14:cNvPr>
                <p14:cNvContentPartPr/>
                <p14:nvPr/>
              </p14:nvContentPartPr>
              <p14:xfrm>
                <a:off x="10250928" y="5210424"/>
                <a:ext cx="80280" cy="5004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51DE6619-A3AB-12A9-EB35-7469007FEBCD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10241928" y="5201784"/>
                  <a:ext cx="9792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0A46FF3B-1E29-22C2-97ED-1BBC34FB5E2B}"/>
                    </a:ext>
                  </a:extLst>
                </p14:cNvPr>
                <p14:cNvContentPartPr/>
                <p14:nvPr/>
              </p14:nvContentPartPr>
              <p14:xfrm>
                <a:off x="10509408" y="5104944"/>
                <a:ext cx="260640" cy="20232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0A46FF3B-1E29-22C2-97ED-1BBC34FB5E2B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0500768" y="5096304"/>
                  <a:ext cx="27828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A2D1F0D0-E719-C5F7-996A-9AEE67A6420A}"/>
                    </a:ext>
                  </a:extLst>
                </p14:cNvPr>
                <p14:cNvContentPartPr/>
                <p14:nvPr/>
              </p14:nvContentPartPr>
              <p14:xfrm>
                <a:off x="10844568" y="5115744"/>
                <a:ext cx="326880" cy="20808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A2D1F0D0-E719-C5F7-996A-9AEE67A6420A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10835568" y="5107104"/>
                  <a:ext cx="3445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3E4FA8A2-BA8D-3D00-4E25-26C9AFCD4808}"/>
                    </a:ext>
                  </a:extLst>
                </p14:cNvPr>
                <p14:cNvContentPartPr/>
                <p14:nvPr/>
              </p14:nvContentPartPr>
              <p14:xfrm>
                <a:off x="11215728" y="5227344"/>
                <a:ext cx="6120" cy="1404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3E4FA8A2-BA8D-3D00-4E25-26C9AFCD4808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1206728" y="5218344"/>
                  <a:ext cx="237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EECF5204-924C-5B2C-2715-E7F011B64B6B}"/>
                    </a:ext>
                  </a:extLst>
                </p14:cNvPr>
                <p14:cNvContentPartPr/>
                <p14:nvPr/>
              </p14:nvContentPartPr>
              <p14:xfrm>
                <a:off x="11067768" y="5121864"/>
                <a:ext cx="174960" cy="2736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EECF5204-924C-5B2C-2715-E7F011B64B6B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11058768" y="5113224"/>
                  <a:ext cx="1926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F8A54054-6B65-7252-4E40-C129072E9018}"/>
                    </a:ext>
                  </a:extLst>
                </p14:cNvPr>
                <p14:cNvContentPartPr/>
                <p14:nvPr/>
              </p14:nvContentPartPr>
              <p14:xfrm>
                <a:off x="11261448" y="5103144"/>
                <a:ext cx="523800" cy="21204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F8A54054-6B65-7252-4E40-C129072E9018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11252448" y="5094504"/>
                  <a:ext cx="54144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5C090EEA-C2C3-CCBA-420D-91F5DDDD9B06}"/>
                    </a:ext>
                  </a:extLst>
                </p14:cNvPr>
                <p14:cNvContentPartPr/>
                <p14:nvPr/>
              </p14:nvContentPartPr>
              <p14:xfrm>
                <a:off x="11831328" y="5246424"/>
                <a:ext cx="96120" cy="2016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5C090EEA-C2C3-CCBA-420D-91F5DDDD9B06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11822688" y="5237784"/>
                  <a:ext cx="1137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6FC23F84-D1E0-4A14-8652-6160DB39BA79}"/>
                    </a:ext>
                  </a:extLst>
                </p14:cNvPr>
                <p14:cNvContentPartPr/>
                <p14:nvPr/>
              </p14:nvContentPartPr>
              <p14:xfrm>
                <a:off x="11419488" y="5178024"/>
                <a:ext cx="43200" cy="1260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6FC23F84-D1E0-4A14-8652-6160DB39BA79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11410488" y="5169384"/>
                  <a:ext cx="60840" cy="3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4" name="Group 363">
            <a:extLst>
              <a:ext uri="{FF2B5EF4-FFF2-40B4-BE49-F238E27FC236}">
                <a16:creationId xmlns:a16="http://schemas.microsoft.com/office/drawing/2014/main" id="{111DAF1D-F398-9E77-41F5-9F3584D6787F}"/>
              </a:ext>
            </a:extLst>
          </p:cNvPr>
          <p:cNvGrpSpPr/>
          <p:nvPr/>
        </p:nvGrpSpPr>
        <p:grpSpPr>
          <a:xfrm>
            <a:off x="2135808" y="5576904"/>
            <a:ext cx="686880" cy="277560"/>
            <a:chOff x="2135808" y="5576904"/>
            <a:chExt cx="686880" cy="27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C46C3980-A087-9492-87C0-C2C232668CB2}"/>
                    </a:ext>
                  </a:extLst>
                </p14:cNvPr>
                <p14:cNvContentPartPr/>
                <p14:nvPr/>
              </p14:nvContentPartPr>
              <p14:xfrm>
                <a:off x="2135808" y="5670864"/>
                <a:ext cx="302760" cy="18360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C46C3980-A087-9492-87C0-C2C232668CB2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2126808" y="5662224"/>
                  <a:ext cx="3204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32726EAD-0820-CFDC-AC03-C726C0AED568}"/>
                    </a:ext>
                  </a:extLst>
                </p14:cNvPr>
                <p14:cNvContentPartPr/>
                <p14:nvPr/>
              </p14:nvContentPartPr>
              <p14:xfrm>
                <a:off x="2553048" y="5648184"/>
                <a:ext cx="11160" cy="15300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32726EAD-0820-CFDC-AC03-C726C0AED568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2544408" y="5639184"/>
                  <a:ext cx="2880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B11AB9B7-B697-DD69-458D-50D0E041D928}"/>
                    </a:ext>
                  </a:extLst>
                </p14:cNvPr>
                <p14:cNvContentPartPr/>
                <p14:nvPr/>
              </p14:nvContentPartPr>
              <p14:xfrm>
                <a:off x="2553048" y="5576904"/>
                <a:ext cx="269640" cy="24300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B11AB9B7-B697-DD69-458D-50D0E041D928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2544408" y="5567904"/>
                  <a:ext cx="287280" cy="26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3" name="Group 362">
            <a:extLst>
              <a:ext uri="{FF2B5EF4-FFF2-40B4-BE49-F238E27FC236}">
                <a16:creationId xmlns:a16="http://schemas.microsoft.com/office/drawing/2014/main" id="{E5D27680-36F9-5B5D-D728-E65C08925C36}"/>
              </a:ext>
            </a:extLst>
          </p:cNvPr>
          <p:cNvGrpSpPr/>
          <p:nvPr/>
        </p:nvGrpSpPr>
        <p:grpSpPr>
          <a:xfrm>
            <a:off x="3099168" y="5581224"/>
            <a:ext cx="1844280" cy="278640"/>
            <a:chOff x="3099168" y="5581224"/>
            <a:chExt cx="1844280" cy="27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77B9549F-7751-D5CE-12F0-CFB4B2C7AF45}"/>
                    </a:ext>
                  </a:extLst>
                </p14:cNvPr>
                <p14:cNvContentPartPr/>
                <p14:nvPr/>
              </p14:nvContentPartPr>
              <p14:xfrm>
                <a:off x="3099168" y="5700744"/>
                <a:ext cx="448200" cy="13284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77B9549F-7751-D5CE-12F0-CFB4B2C7AF45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3090168" y="5691744"/>
                  <a:ext cx="46584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F3B7EB8A-4F93-A561-6A1C-5080551E9BF2}"/>
                    </a:ext>
                  </a:extLst>
                </p14:cNvPr>
                <p14:cNvContentPartPr/>
                <p14:nvPr/>
              </p14:nvContentPartPr>
              <p14:xfrm>
                <a:off x="3584088" y="5800824"/>
                <a:ext cx="94680" cy="1368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F3B7EB8A-4F93-A561-6A1C-5080551E9BF2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3575088" y="5791824"/>
                  <a:ext cx="1123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AA671538-EE59-71D1-22A9-A3F8F504EE9F}"/>
                    </a:ext>
                  </a:extLst>
                </p14:cNvPr>
                <p14:cNvContentPartPr/>
                <p14:nvPr/>
              </p14:nvContentPartPr>
              <p14:xfrm>
                <a:off x="3833928" y="5581224"/>
                <a:ext cx="351720" cy="26064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AA671538-EE59-71D1-22A9-A3F8F504EE9F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3824928" y="5572584"/>
                  <a:ext cx="36936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B488F5AC-7A93-9F05-7D2C-1C33C52910EE}"/>
                    </a:ext>
                  </a:extLst>
                </p14:cNvPr>
                <p14:cNvContentPartPr/>
                <p14:nvPr/>
              </p14:nvContentPartPr>
              <p14:xfrm>
                <a:off x="4019328" y="5650344"/>
                <a:ext cx="131040" cy="1692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B488F5AC-7A93-9F05-7D2C-1C33C52910EE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4010328" y="5641704"/>
                  <a:ext cx="1486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F98C8987-FB10-D5E5-7322-B80D20D5D39C}"/>
                    </a:ext>
                  </a:extLst>
                </p14:cNvPr>
                <p14:cNvContentPartPr/>
                <p14:nvPr/>
              </p14:nvContentPartPr>
              <p14:xfrm>
                <a:off x="4205808" y="5755824"/>
                <a:ext cx="276120" cy="10404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F98C8987-FB10-D5E5-7322-B80D20D5D39C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4196808" y="5746824"/>
                  <a:ext cx="29376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425DBC96-3316-43BC-ACC1-51D93D03A368}"/>
                    </a:ext>
                  </a:extLst>
                </p14:cNvPr>
                <p14:cNvContentPartPr/>
                <p14:nvPr/>
              </p14:nvContentPartPr>
              <p14:xfrm>
                <a:off x="4482648" y="5694624"/>
                <a:ext cx="11520" cy="3204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425DBC96-3316-43BC-ACC1-51D93D03A368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4473648" y="5685624"/>
                  <a:ext cx="291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A21532A8-BE44-3674-0E36-1F099B5BEF40}"/>
                    </a:ext>
                  </a:extLst>
                </p14:cNvPr>
                <p14:cNvContentPartPr/>
                <p14:nvPr/>
              </p14:nvContentPartPr>
              <p14:xfrm>
                <a:off x="4562928" y="5603184"/>
                <a:ext cx="380520" cy="18864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A21532A8-BE44-3674-0E36-1F099B5BEF40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4554288" y="5594184"/>
                  <a:ext cx="398160" cy="20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9" name="Group 368">
            <a:extLst>
              <a:ext uri="{FF2B5EF4-FFF2-40B4-BE49-F238E27FC236}">
                <a16:creationId xmlns:a16="http://schemas.microsoft.com/office/drawing/2014/main" id="{126334F2-E846-14F3-1E39-7DE4D0797A3C}"/>
              </a:ext>
            </a:extLst>
          </p:cNvPr>
          <p:cNvGrpSpPr/>
          <p:nvPr/>
        </p:nvGrpSpPr>
        <p:grpSpPr>
          <a:xfrm>
            <a:off x="5325408" y="5498064"/>
            <a:ext cx="471960" cy="316440"/>
            <a:chOff x="5325408" y="5498064"/>
            <a:chExt cx="471960" cy="31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C760561B-AC91-91B4-A08E-1240A9C3032A}"/>
                    </a:ext>
                  </a:extLst>
                </p14:cNvPr>
                <p14:cNvContentPartPr/>
                <p14:nvPr/>
              </p14:nvContentPartPr>
              <p14:xfrm>
                <a:off x="5428368" y="5532984"/>
                <a:ext cx="267120" cy="28152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C760561B-AC91-91B4-A08E-1240A9C3032A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5419728" y="5523984"/>
                  <a:ext cx="28476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0F891172-3291-7D0E-F295-6CDA3F781184}"/>
                    </a:ext>
                  </a:extLst>
                </p14:cNvPr>
                <p14:cNvContentPartPr/>
                <p14:nvPr/>
              </p14:nvContentPartPr>
              <p14:xfrm>
                <a:off x="5487048" y="5671944"/>
                <a:ext cx="147960" cy="2304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0F891172-3291-7D0E-F295-6CDA3F781184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5478408" y="5662944"/>
                  <a:ext cx="1656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0A12DE0A-C297-B09A-9D95-83F9E223B2FB}"/>
                    </a:ext>
                  </a:extLst>
                </p14:cNvPr>
                <p14:cNvContentPartPr/>
                <p14:nvPr/>
              </p14:nvContentPartPr>
              <p14:xfrm>
                <a:off x="5325408" y="5498064"/>
                <a:ext cx="24480" cy="4716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0A12DE0A-C297-B09A-9D95-83F9E223B2FB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5316408" y="5489064"/>
                  <a:ext cx="421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B60032E0-FD86-AD56-D938-23E9F4C9B49E}"/>
                    </a:ext>
                  </a:extLst>
                </p14:cNvPr>
                <p14:cNvContentPartPr/>
                <p14:nvPr/>
              </p14:nvContentPartPr>
              <p14:xfrm>
                <a:off x="5790528" y="5513544"/>
                <a:ext cx="6840" cy="10584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B60032E0-FD86-AD56-D938-23E9F4C9B49E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5781528" y="5504904"/>
                  <a:ext cx="24480" cy="12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1" name="Group 380">
            <a:extLst>
              <a:ext uri="{FF2B5EF4-FFF2-40B4-BE49-F238E27FC236}">
                <a16:creationId xmlns:a16="http://schemas.microsoft.com/office/drawing/2014/main" id="{ACD8FA37-820F-0BFE-7E45-FC124A62A4FD}"/>
              </a:ext>
            </a:extLst>
          </p:cNvPr>
          <p:cNvGrpSpPr/>
          <p:nvPr/>
        </p:nvGrpSpPr>
        <p:grpSpPr>
          <a:xfrm>
            <a:off x="6187608" y="5496264"/>
            <a:ext cx="1210320" cy="397440"/>
            <a:chOff x="6187608" y="5496264"/>
            <a:chExt cx="1210320" cy="39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7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2D10E269-3097-9EE4-B15E-4955F40EEF35}"/>
                    </a:ext>
                  </a:extLst>
                </p14:cNvPr>
                <p14:cNvContentPartPr/>
                <p14:nvPr/>
              </p14:nvContentPartPr>
              <p14:xfrm>
                <a:off x="6187608" y="5496264"/>
                <a:ext cx="275760" cy="33624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2D10E269-3097-9EE4-B15E-4955F40EEF35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6178608" y="5487264"/>
                  <a:ext cx="29340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9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75EAB225-43FC-35AE-DC44-D40175E0DA22}"/>
                    </a:ext>
                  </a:extLst>
                </p14:cNvPr>
                <p14:cNvContentPartPr/>
                <p14:nvPr/>
              </p14:nvContentPartPr>
              <p14:xfrm>
                <a:off x="6441048" y="5600664"/>
                <a:ext cx="151920" cy="29304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75EAB225-43FC-35AE-DC44-D40175E0DA22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6432048" y="5591664"/>
                  <a:ext cx="16956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1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77CA7B28-B569-BADF-45CD-C6098070B7D7}"/>
                    </a:ext>
                  </a:extLst>
                </p14:cNvPr>
                <p14:cNvContentPartPr/>
                <p14:nvPr/>
              </p14:nvContentPartPr>
              <p14:xfrm>
                <a:off x="6694488" y="5608224"/>
                <a:ext cx="300960" cy="12744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77CA7B28-B569-BADF-45CD-C6098070B7D7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6685848" y="5599224"/>
                  <a:ext cx="31860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3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F110A9EC-4A92-183E-9438-0409D0F72E7F}"/>
                    </a:ext>
                  </a:extLst>
                </p14:cNvPr>
                <p14:cNvContentPartPr/>
                <p14:nvPr/>
              </p14:nvContentPartPr>
              <p14:xfrm>
                <a:off x="7051608" y="5648904"/>
                <a:ext cx="218160" cy="6480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F110A9EC-4A92-183E-9438-0409D0F72E7F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7042608" y="5639904"/>
                  <a:ext cx="23580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5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CB153BB9-A17C-8A35-96D2-8ABBBF6CF745}"/>
                    </a:ext>
                  </a:extLst>
                </p14:cNvPr>
                <p14:cNvContentPartPr/>
                <p14:nvPr/>
              </p14:nvContentPartPr>
              <p14:xfrm>
                <a:off x="7279848" y="5601384"/>
                <a:ext cx="1440" cy="3492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CB153BB9-A17C-8A35-96D2-8ABBBF6CF745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7271208" y="5592384"/>
                  <a:ext cx="190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7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08824BA9-DCD3-2D74-5601-A007115E1447}"/>
                    </a:ext>
                  </a:extLst>
                </p14:cNvPr>
                <p14:cNvContentPartPr/>
                <p14:nvPr/>
              </p14:nvContentPartPr>
              <p14:xfrm>
                <a:off x="7315488" y="5658264"/>
                <a:ext cx="82440" cy="18144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08824BA9-DCD3-2D74-5601-A007115E1447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7306488" y="5649264"/>
                  <a:ext cx="100080" cy="19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6" name="Group 405">
            <a:extLst>
              <a:ext uri="{FF2B5EF4-FFF2-40B4-BE49-F238E27FC236}">
                <a16:creationId xmlns:a16="http://schemas.microsoft.com/office/drawing/2014/main" id="{6D164E04-B2B8-2617-7090-301A44931A31}"/>
              </a:ext>
            </a:extLst>
          </p:cNvPr>
          <p:cNvGrpSpPr/>
          <p:nvPr/>
        </p:nvGrpSpPr>
        <p:grpSpPr>
          <a:xfrm>
            <a:off x="9965088" y="5557824"/>
            <a:ext cx="1536480" cy="369360"/>
            <a:chOff x="9965088" y="5557824"/>
            <a:chExt cx="1536480" cy="36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9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2CB5035E-7538-CA8F-D453-299483E6EBC3}"/>
                    </a:ext>
                  </a:extLst>
                </p14:cNvPr>
                <p14:cNvContentPartPr/>
                <p14:nvPr/>
              </p14:nvContentPartPr>
              <p14:xfrm>
                <a:off x="9965088" y="5664024"/>
                <a:ext cx="353160" cy="186840"/>
              </p14:xfrm>
            </p:contentPart>
          </mc:Choice>
          <mc:Fallback xmlns=""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2CB5035E-7538-CA8F-D453-299483E6EBC3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9956088" y="5655024"/>
                  <a:ext cx="3708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1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ABA83D06-3142-0E04-3ED0-D43D6F4A083B}"/>
                    </a:ext>
                  </a:extLst>
                </p14:cNvPr>
                <p14:cNvContentPartPr/>
                <p14:nvPr/>
              </p14:nvContentPartPr>
              <p14:xfrm>
                <a:off x="10330848" y="5573304"/>
                <a:ext cx="98640" cy="217080"/>
              </p14:xfrm>
            </p:contentPart>
          </mc:Choice>
          <mc:Fallback xmlns=""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ABA83D06-3142-0E04-3ED0-D43D6F4A083B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10322208" y="5564304"/>
                  <a:ext cx="11628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3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ECC11015-2EC2-3905-CD35-93DBAFCC344F}"/>
                    </a:ext>
                  </a:extLst>
                </p14:cNvPr>
                <p14:cNvContentPartPr/>
                <p14:nvPr/>
              </p14:nvContentPartPr>
              <p14:xfrm>
                <a:off x="10373688" y="5661144"/>
                <a:ext cx="109800" cy="2556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ECC11015-2EC2-3905-CD35-93DBAFCC344F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10364688" y="5652144"/>
                  <a:ext cx="1274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5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DA86E1C0-A957-1E94-942E-A93363BE8425}"/>
                    </a:ext>
                  </a:extLst>
                </p14:cNvPr>
                <p14:cNvContentPartPr/>
                <p14:nvPr/>
              </p14:nvContentPartPr>
              <p14:xfrm>
                <a:off x="10721448" y="5677344"/>
                <a:ext cx="45000" cy="13068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DA86E1C0-A957-1E94-942E-A93363BE8425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10712808" y="5668344"/>
                  <a:ext cx="626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7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13A2E9AE-BFCA-F8F9-7E80-97726BC6F97E}"/>
                    </a:ext>
                  </a:extLst>
                </p14:cNvPr>
                <p14:cNvContentPartPr/>
                <p14:nvPr/>
              </p14:nvContentPartPr>
              <p14:xfrm>
                <a:off x="10802088" y="5557824"/>
                <a:ext cx="205560" cy="20160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13A2E9AE-BFCA-F8F9-7E80-97726BC6F97E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10793088" y="5549184"/>
                  <a:ext cx="22320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9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3D4D5A7C-E0FF-920A-1344-BAC889742201}"/>
                    </a:ext>
                  </a:extLst>
                </p14:cNvPr>
                <p14:cNvContentPartPr/>
                <p14:nvPr/>
              </p14:nvContentPartPr>
              <p14:xfrm>
                <a:off x="10942848" y="5711904"/>
                <a:ext cx="45000" cy="10908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3D4D5A7C-E0FF-920A-1344-BAC889742201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10934208" y="5702904"/>
                  <a:ext cx="6264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AFA12160-6830-06A1-CB8C-DE830E6C065B}"/>
                    </a:ext>
                  </a:extLst>
                </p14:cNvPr>
                <p14:cNvContentPartPr/>
                <p14:nvPr/>
              </p14:nvContentPartPr>
              <p14:xfrm>
                <a:off x="11005128" y="5705784"/>
                <a:ext cx="127800" cy="22140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AFA12160-6830-06A1-CB8C-DE830E6C065B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10996128" y="5696784"/>
                  <a:ext cx="14544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3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13FB3AFE-512B-DED6-6745-35B302D2CE3A}"/>
                    </a:ext>
                  </a:extLst>
                </p14:cNvPr>
                <p14:cNvContentPartPr/>
                <p14:nvPr/>
              </p14:nvContentPartPr>
              <p14:xfrm>
                <a:off x="11127168" y="5583024"/>
                <a:ext cx="284760" cy="16812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13FB3AFE-512B-DED6-6745-35B302D2CE3A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11118528" y="5574384"/>
                  <a:ext cx="3024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5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9EC34B13-3546-FA7C-7C81-599EF2F8DB05}"/>
                    </a:ext>
                  </a:extLst>
                </p14:cNvPr>
                <p14:cNvContentPartPr/>
                <p14:nvPr/>
              </p14:nvContentPartPr>
              <p14:xfrm>
                <a:off x="11315808" y="5697864"/>
                <a:ext cx="48600" cy="12780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9EC34B13-3546-FA7C-7C81-599EF2F8DB05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11306808" y="5688864"/>
                  <a:ext cx="662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7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BB9FB6EF-A455-FD62-A5FB-AD08D68A8473}"/>
                    </a:ext>
                  </a:extLst>
                </p14:cNvPr>
                <p14:cNvContentPartPr/>
                <p14:nvPr/>
              </p14:nvContentPartPr>
              <p14:xfrm>
                <a:off x="11474208" y="5693544"/>
                <a:ext cx="27360" cy="141840"/>
              </p14:xfrm>
            </p:contentPart>
          </mc:Choice>
          <mc:Fallback xmlns=""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BB9FB6EF-A455-FD62-A5FB-AD08D68A8473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11465208" y="5684544"/>
                  <a:ext cx="450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9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2F3B6E53-86C4-5F8E-4F58-A3247272B00D}"/>
                    </a:ext>
                  </a:extLst>
                </p14:cNvPr>
                <p14:cNvContentPartPr/>
                <p14:nvPr/>
              </p14:nvContentPartPr>
              <p14:xfrm>
                <a:off x="10389888" y="5718744"/>
                <a:ext cx="66960" cy="92880"/>
              </p14:xfrm>
            </p:contentPart>
          </mc:Choice>
          <mc:Fallback xmlns=""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2F3B6E53-86C4-5F8E-4F58-A3247272B00D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10380888" y="5709744"/>
                  <a:ext cx="846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1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14F33C2C-F5C0-6CA7-8644-914786423359}"/>
                    </a:ext>
                  </a:extLst>
                </p14:cNvPr>
                <p14:cNvContentPartPr/>
                <p14:nvPr/>
              </p14:nvContentPartPr>
              <p14:xfrm>
                <a:off x="10450728" y="5663304"/>
                <a:ext cx="77400" cy="7200"/>
              </p14:xfrm>
            </p:contentPart>
          </mc:Choice>
          <mc:Fallback xmlns=""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14F33C2C-F5C0-6CA7-8644-914786423359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10441728" y="5654664"/>
                  <a:ext cx="95040" cy="2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0" name="Group 409">
            <a:extLst>
              <a:ext uri="{FF2B5EF4-FFF2-40B4-BE49-F238E27FC236}">
                <a16:creationId xmlns:a16="http://schemas.microsoft.com/office/drawing/2014/main" id="{A46DBA6F-D85B-7A9D-FF19-E8DC8D4BF1B8}"/>
              </a:ext>
            </a:extLst>
          </p:cNvPr>
          <p:cNvGrpSpPr/>
          <p:nvPr/>
        </p:nvGrpSpPr>
        <p:grpSpPr>
          <a:xfrm>
            <a:off x="1535688" y="6010344"/>
            <a:ext cx="663480" cy="306720"/>
            <a:chOff x="1535688" y="6010344"/>
            <a:chExt cx="663480" cy="30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3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67D2208A-67FC-B590-005B-1223D14475B0}"/>
                    </a:ext>
                  </a:extLst>
                </p14:cNvPr>
                <p14:cNvContentPartPr/>
                <p14:nvPr/>
              </p14:nvContentPartPr>
              <p14:xfrm>
                <a:off x="1684368" y="6120504"/>
                <a:ext cx="81000" cy="19656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67D2208A-67FC-B590-005B-1223D14475B0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1675368" y="6111504"/>
                  <a:ext cx="986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5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4055D326-14DC-811F-6219-1331B30D0BAF}"/>
                    </a:ext>
                  </a:extLst>
                </p14:cNvPr>
                <p14:cNvContentPartPr/>
                <p14:nvPr/>
              </p14:nvContentPartPr>
              <p14:xfrm>
                <a:off x="1535688" y="6010344"/>
                <a:ext cx="663480" cy="28872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4055D326-14DC-811F-6219-1331B30D0BAF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1527048" y="6001344"/>
                  <a:ext cx="68112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7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47453432-CA28-1D7A-0874-0CF1A836CDE3}"/>
                    </a:ext>
                  </a:extLst>
                </p14:cNvPr>
                <p14:cNvContentPartPr/>
                <p14:nvPr/>
              </p14:nvContentPartPr>
              <p14:xfrm>
                <a:off x="2124648" y="6130944"/>
                <a:ext cx="22320" cy="2952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47453432-CA28-1D7A-0874-0CF1A836CDE3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2116008" y="6122304"/>
                  <a:ext cx="39960" cy="47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99">
            <p14:nvContentPartPr>
              <p14:cNvPr id="411" name="Ink 410">
                <a:extLst>
                  <a:ext uri="{FF2B5EF4-FFF2-40B4-BE49-F238E27FC236}">
                    <a16:creationId xmlns:a16="http://schemas.microsoft.com/office/drawing/2014/main" id="{0B7025FC-14E0-CABC-9C7F-462EC13AE9E6}"/>
                  </a:ext>
                </a:extLst>
              </p14:cNvPr>
              <p14:cNvContentPartPr/>
              <p14:nvPr/>
            </p14:nvContentPartPr>
            <p14:xfrm>
              <a:off x="2651328" y="6136344"/>
              <a:ext cx="1020600" cy="176400"/>
            </p14:xfrm>
          </p:contentPart>
        </mc:Choice>
        <mc:Fallback xmlns="">
          <p:pic>
            <p:nvPicPr>
              <p:cNvPr id="411" name="Ink 410">
                <a:extLst>
                  <a:ext uri="{FF2B5EF4-FFF2-40B4-BE49-F238E27FC236}">
                    <a16:creationId xmlns:a16="http://schemas.microsoft.com/office/drawing/2014/main" id="{0B7025FC-14E0-CABC-9C7F-462EC13AE9E6}"/>
                  </a:ext>
                </a:extLst>
              </p:cNvPr>
              <p:cNvPicPr/>
              <p:nvPr/>
            </p:nvPicPr>
            <p:blipFill>
              <a:blip r:embed="rId500"/>
              <a:stretch>
                <a:fillRect/>
              </a:stretch>
            </p:blipFill>
            <p:spPr>
              <a:xfrm>
                <a:off x="2642688" y="6127704"/>
                <a:ext cx="1038240" cy="194040"/>
              </a:xfrm>
              <a:prstGeom prst="rect">
                <a:avLst/>
              </a:prstGeom>
            </p:spPr>
          </p:pic>
        </mc:Fallback>
      </mc:AlternateContent>
      <p:grpSp>
        <p:nvGrpSpPr>
          <p:cNvPr id="417" name="Group 416">
            <a:extLst>
              <a:ext uri="{FF2B5EF4-FFF2-40B4-BE49-F238E27FC236}">
                <a16:creationId xmlns:a16="http://schemas.microsoft.com/office/drawing/2014/main" id="{7FA0665B-115E-47C5-E813-31F67097A8DC}"/>
              </a:ext>
            </a:extLst>
          </p:cNvPr>
          <p:cNvGrpSpPr/>
          <p:nvPr/>
        </p:nvGrpSpPr>
        <p:grpSpPr>
          <a:xfrm>
            <a:off x="4102128" y="6052824"/>
            <a:ext cx="313560" cy="226440"/>
            <a:chOff x="4102128" y="6052824"/>
            <a:chExt cx="313560" cy="22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1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5CFCCF77-F3A8-853F-F18F-565BAFC13A38}"/>
                    </a:ext>
                  </a:extLst>
                </p14:cNvPr>
                <p14:cNvContentPartPr/>
                <p14:nvPr/>
              </p14:nvContentPartPr>
              <p14:xfrm>
                <a:off x="4102128" y="6052824"/>
                <a:ext cx="201240" cy="22644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5CFCCF77-F3A8-853F-F18F-565BAFC13A38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4093128" y="6044184"/>
                  <a:ext cx="21888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3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83AF865B-B037-CE81-D830-295BF734B755}"/>
                    </a:ext>
                  </a:extLst>
                </p14:cNvPr>
                <p14:cNvContentPartPr/>
                <p14:nvPr/>
              </p14:nvContentPartPr>
              <p14:xfrm>
                <a:off x="4153248" y="6113664"/>
                <a:ext cx="262440" cy="9504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83AF865B-B037-CE81-D830-295BF734B755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4144248" y="6104664"/>
                  <a:ext cx="280080" cy="112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05">
            <p14:nvContentPartPr>
              <p14:cNvPr id="414" name="Ink 413">
                <a:extLst>
                  <a:ext uri="{FF2B5EF4-FFF2-40B4-BE49-F238E27FC236}">
                    <a16:creationId xmlns:a16="http://schemas.microsoft.com/office/drawing/2014/main" id="{EA406946-CD14-D787-8A60-385D9BDEF97D}"/>
                  </a:ext>
                </a:extLst>
              </p14:cNvPr>
              <p14:cNvContentPartPr/>
              <p14:nvPr/>
            </p14:nvContentPartPr>
            <p14:xfrm>
              <a:off x="4729968" y="6180624"/>
              <a:ext cx="165600" cy="84960"/>
            </p14:xfrm>
          </p:contentPart>
        </mc:Choice>
        <mc:Fallback xmlns="">
          <p:pic>
            <p:nvPicPr>
              <p:cNvPr id="414" name="Ink 413">
                <a:extLst>
                  <a:ext uri="{FF2B5EF4-FFF2-40B4-BE49-F238E27FC236}">
                    <a16:creationId xmlns:a16="http://schemas.microsoft.com/office/drawing/2014/main" id="{EA406946-CD14-D787-8A60-385D9BDEF97D}"/>
                  </a:ext>
                </a:extLst>
              </p:cNvPr>
              <p:cNvPicPr/>
              <p:nvPr/>
            </p:nvPicPr>
            <p:blipFill>
              <a:blip r:embed="rId506"/>
              <a:stretch>
                <a:fillRect/>
              </a:stretch>
            </p:blipFill>
            <p:spPr>
              <a:xfrm>
                <a:off x="4721328" y="6171984"/>
                <a:ext cx="183240" cy="10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7">
            <p14:nvContentPartPr>
              <p14:cNvPr id="415" name="Ink 414">
                <a:extLst>
                  <a:ext uri="{FF2B5EF4-FFF2-40B4-BE49-F238E27FC236}">
                    <a16:creationId xmlns:a16="http://schemas.microsoft.com/office/drawing/2014/main" id="{A658B650-755F-3A93-A1EA-F4AC6B5EF1EB}"/>
                  </a:ext>
                </a:extLst>
              </p14:cNvPr>
              <p14:cNvContentPartPr/>
              <p14:nvPr/>
            </p14:nvContentPartPr>
            <p14:xfrm>
              <a:off x="4755888" y="6052104"/>
              <a:ext cx="32040" cy="23400"/>
            </p14:xfrm>
          </p:contentPart>
        </mc:Choice>
        <mc:Fallback xmlns="">
          <p:pic>
            <p:nvPicPr>
              <p:cNvPr id="415" name="Ink 414">
                <a:extLst>
                  <a:ext uri="{FF2B5EF4-FFF2-40B4-BE49-F238E27FC236}">
                    <a16:creationId xmlns:a16="http://schemas.microsoft.com/office/drawing/2014/main" id="{A658B650-755F-3A93-A1EA-F4AC6B5EF1EB}"/>
                  </a:ext>
                </a:extLst>
              </p:cNvPr>
              <p:cNvPicPr/>
              <p:nvPr/>
            </p:nvPicPr>
            <p:blipFill>
              <a:blip r:embed="rId508"/>
              <a:stretch>
                <a:fillRect/>
              </a:stretch>
            </p:blipFill>
            <p:spPr>
              <a:xfrm>
                <a:off x="4746888" y="6043464"/>
                <a:ext cx="4968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9">
            <p14:nvContentPartPr>
              <p14:cNvPr id="416" name="Ink 415">
                <a:extLst>
                  <a:ext uri="{FF2B5EF4-FFF2-40B4-BE49-F238E27FC236}">
                    <a16:creationId xmlns:a16="http://schemas.microsoft.com/office/drawing/2014/main" id="{04845BFE-20E5-F74E-963B-D43670947231}"/>
                  </a:ext>
                </a:extLst>
              </p14:cNvPr>
              <p14:cNvContentPartPr/>
              <p14:nvPr/>
            </p14:nvContentPartPr>
            <p14:xfrm>
              <a:off x="5138928" y="6135984"/>
              <a:ext cx="122040" cy="93600"/>
            </p14:xfrm>
          </p:contentPart>
        </mc:Choice>
        <mc:Fallback xmlns="">
          <p:pic>
            <p:nvPicPr>
              <p:cNvPr id="416" name="Ink 415">
                <a:extLst>
                  <a:ext uri="{FF2B5EF4-FFF2-40B4-BE49-F238E27FC236}">
                    <a16:creationId xmlns:a16="http://schemas.microsoft.com/office/drawing/2014/main" id="{04845BFE-20E5-F74E-963B-D43670947231}"/>
                  </a:ext>
                </a:extLst>
              </p:cNvPr>
              <p:cNvPicPr/>
              <p:nvPr/>
            </p:nvPicPr>
            <p:blipFill>
              <a:blip r:embed="rId510"/>
              <a:stretch>
                <a:fillRect/>
              </a:stretch>
            </p:blipFill>
            <p:spPr>
              <a:xfrm>
                <a:off x="5129928" y="6127344"/>
                <a:ext cx="139680" cy="111240"/>
              </a:xfrm>
              <a:prstGeom prst="rect">
                <a:avLst/>
              </a:prstGeom>
            </p:spPr>
          </p:pic>
        </mc:Fallback>
      </mc:AlternateContent>
      <p:grpSp>
        <p:nvGrpSpPr>
          <p:cNvPr id="422" name="Group 421">
            <a:extLst>
              <a:ext uri="{FF2B5EF4-FFF2-40B4-BE49-F238E27FC236}">
                <a16:creationId xmlns:a16="http://schemas.microsoft.com/office/drawing/2014/main" id="{ACA71687-0E70-75C1-7753-E4CB1CA68BD2}"/>
              </a:ext>
            </a:extLst>
          </p:cNvPr>
          <p:cNvGrpSpPr/>
          <p:nvPr/>
        </p:nvGrpSpPr>
        <p:grpSpPr>
          <a:xfrm>
            <a:off x="5482008" y="6051024"/>
            <a:ext cx="1006560" cy="285480"/>
            <a:chOff x="5482008" y="6051024"/>
            <a:chExt cx="1006560" cy="28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1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7302270C-91B6-E909-CE8B-613CBBDF20EB}"/>
                    </a:ext>
                  </a:extLst>
                </p14:cNvPr>
                <p14:cNvContentPartPr/>
                <p14:nvPr/>
              </p14:nvContentPartPr>
              <p14:xfrm>
                <a:off x="5482008" y="6069744"/>
                <a:ext cx="343800" cy="266760"/>
              </p14:xfrm>
            </p:contentPart>
          </mc:Choice>
          <mc:Fallback xmlns=""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7302270C-91B6-E909-CE8B-613CBBDF20EB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5473008" y="6061104"/>
                  <a:ext cx="36144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3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20C0072F-FF4E-1330-5A61-2C60921594F8}"/>
                    </a:ext>
                  </a:extLst>
                </p14:cNvPr>
                <p14:cNvContentPartPr/>
                <p14:nvPr/>
              </p14:nvContentPartPr>
              <p14:xfrm>
                <a:off x="5856408" y="6117264"/>
                <a:ext cx="174240" cy="14328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20C0072F-FF4E-1330-5A61-2C60921594F8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5847768" y="6108624"/>
                  <a:ext cx="19188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5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20BE1FC3-624E-0B6E-6D8F-53703D5C1665}"/>
                    </a:ext>
                  </a:extLst>
                </p14:cNvPr>
                <p14:cNvContentPartPr/>
                <p14:nvPr/>
              </p14:nvContentPartPr>
              <p14:xfrm>
                <a:off x="6090048" y="6051024"/>
                <a:ext cx="398520" cy="24552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20BE1FC3-624E-0B6E-6D8F-53703D5C1665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6081048" y="6042024"/>
                  <a:ext cx="41616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7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A87A95F8-B836-B65D-E829-86DA4FDA2B51}"/>
                    </a:ext>
                  </a:extLst>
                </p14:cNvPr>
                <p14:cNvContentPartPr/>
                <p14:nvPr/>
              </p14:nvContentPartPr>
              <p14:xfrm>
                <a:off x="6340248" y="6101784"/>
                <a:ext cx="84600" cy="26280"/>
              </p14:xfrm>
            </p:contentPart>
          </mc:Choice>
          <mc:Fallback xmlns=""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A87A95F8-B836-B65D-E829-86DA4FDA2B51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6331248" y="6092784"/>
                  <a:ext cx="102240" cy="4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3" name="Group 432">
            <a:extLst>
              <a:ext uri="{FF2B5EF4-FFF2-40B4-BE49-F238E27FC236}">
                <a16:creationId xmlns:a16="http://schemas.microsoft.com/office/drawing/2014/main" id="{A65BDFF7-CEF5-CDB1-1A14-88935E60CA7C}"/>
              </a:ext>
            </a:extLst>
          </p:cNvPr>
          <p:cNvGrpSpPr/>
          <p:nvPr/>
        </p:nvGrpSpPr>
        <p:grpSpPr>
          <a:xfrm>
            <a:off x="6798168" y="6101064"/>
            <a:ext cx="741600" cy="201240"/>
            <a:chOff x="6798168" y="6101064"/>
            <a:chExt cx="741600" cy="20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9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51184C1F-5382-5131-F9A1-D4FF793B9892}"/>
                    </a:ext>
                  </a:extLst>
                </p14:cNvPr>
                <p14:cNvContentPartPr/>
                <p14:nvPr/>
              </p14:nvContentPartPr>
              <p14:xfrm>
                <a:off x="6798168" y="6170544"/>
                <a:ext cx="307080" cy="131760"/>
              </p14:xfrm>
            </p:contentPart>
          </mc:Choice>
          <mc:Fallback xmlns=""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51184C1F-5382-5131-F9A1-D4FF793B9892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6789168" y="6161544"/>
                  <a:ext cx="32472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1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C4CC3AFC-BAAA-A5D1-0E6F-6545427C9C98}"/>
                    </a:ext>
                  </a:extLst>
                </p14:cNvPr>
                <p14:cNvContentPartPr/>
                <p14:nvPr/>
              </p14:nvContentPartPr>
              <p14:xfrm>
                <a:off x="7192368" y="6213384"/>
                <a:ext cx="37080" cy="69480"/>
              </p14:xfrm>
            </p:contentPart>
          </mc:Choice>
          <mc:Fallback xmlns=""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C4CC3AFC-BAAA-A5D1-0E6F-6545427C9C98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7183368" y="6204384"/>
                  <a:ext cx="5472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3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395DF5B7-CCF1-A54F-BBB5-66A7D8E10AD2}"/>
                    </a:ext>
                  </a:extLst>
                </p14:cNvPr>
                <p14:cNvContentPartPr/>
                <p14:nvPr/>
              </p14:nvContentPartPr>
              <p14:xfrm>
                <a:off x="7269768" y="6101064"/>
                <a:ext cx="92880" cy="191520"/>
              </p14:xfrm>
            </p:contentPart>
          </mc:Choice>
          <mc:Fallback xmlns=""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395DF5B7-CCF1-A54F-BBB5-66A7D8E10AD2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7261128" y="6092424"/>
                  <a:ext cx="1105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5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18529806-8EE9-F85A-2988-9F0625762D1F}"/>
                    </a:ext>
                  </a:extLst>
                </p14:cNvPr>
                <p14:cNvContentPartPr/>
                <p14:nvPr/>
              </p14:nvContentPartPr>
              <p14:xfrm>
                <a:off x="7447968" y="6108624"/>
                <a:ext cx="91800" cy="169200"/>
              </p14:xfrm>
            </p:contentPart>
          </mc:Choice>
          <mc:Fallback xmlns=""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18529806-8EE9-F85A-2988-9F0625762D1F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7439328" y="6099984"/>
                  <a:ext cx="1094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7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32DE315D-FCC2-6276-59BA-600F9EC0DBC9}"/>
                    </a:ext>
                  </a:extLst>
                </p14:cNvPr>
                <p14:cNvContentPartPr/>
                <p14:nvPr/>
              </p14:nvContentPartPr>
              <p14:xfrm>
                <a:off x="7320528" y="6166584"/>
                <a:ext cx="152280" cy="11520"/>
              </p14:xfrm>
            </p:contentPart>
          </mc:Choice>
          <mc:Fallback xmlns=""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32DE315D-FCC2-6276-59BA-600F9EC0DBC9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7311888" y="6157944"/>
                  <a:ext cx="169920" cy="2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9" name="Group 438">
            <a:extLst>
              <a:ext uri="{FF2B5EF4-FFF2-40B4-BE49-F238E27FC236}">
                <a16:creationId xmlns:a16="http://schemas.microsoft.com/office/drawing/2014/main" id="{D89D98FD-6161-6449-BDC6-84BE555230CC}"/>
              </a:ext>
            </a:extLst>
          </p:cNvPr>
          <p:cNvGrpSpPr/>
          <p:nvPr/>
        </p:nvGrpSpPr>
        <p:grpSpPr>
          <a:xfrm>
            <a:off x="7787808" y="5503104"/>
            <a:ext cx="1978920" cy="798120"/>
            <a:chOff x="7787808" y="5503104"/>
            <a:chExt cx="1978920" cy="79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9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43978EE1-8A28-3BA6-9270-11665915EA42}"/>
                    </a:ext>
                  </a:extLst>
                </p14:cNvPr>
                <p14:cNvContentPartPr/>
                <p14:nvPr/>
              </p14:nvContentPartPr>
              <p14:xfrm>
                <a:off x="7787808" y="5620104"/>
                <a:ext cx="191520" cy="9792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43978EE1-8A28-3BA6-9270-11665915EA42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7779168" y="5611464"/>
                  <a:ext cx="20916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1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DD7C2B24-D7FB-1854-5CAA-3ED5AD25827A}"/>
                    </a:ext>
                  </a:extLst>
                </p14:cNvPr>
                <p14:cNvContentPartPr/>
                <p14:nvPr/>
              </p14:nvContentPartPr>
              <p14:xfrm>
                <a:off x="8043408" y="5632344"/>
                <a:ext cx="62280" cy="7956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DD7C2B24-D7FB-1854-5CAA-3ED5AD25827A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8034408" y="5623704"/>
                  <a:ext cx="799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3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1063235B-E81C-418A-F952-6EFFE2F57CF8}"/>
                    </a:ext>
                  </a:extLst>
                </p14:cNvPr>
                <p14:cNvContentPartPr/>
                <p14:nvPr/>
              </p14:nvContentPartPr>
              <p14:xfrm>
                <a:off x="8156448" y="5642784"/>
                <a:ext cx="82440" cy="6336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1063235B-E81C-418A-F952-6EFFE2F57CF8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8147448" y="5634144"/>
                  <a:ext cx="10008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5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FC0BF127-B3E0-9BA1-BAE9-C34D63B871F2}"/>
                    </a:ext>
                  </a:extLst>
                </p14:cNvPr>
                <p14:cNvContentPartPr/>
                <p14:nvPr/>
              </p14:nvContentPartPr>
              <p14:xfrm>
                <a:off x="8280288" y="5566824"/>
                <a:ext cx="109800" cy="15444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FC0BF127-B3E0-9BA1-BAE9-C34D63B871F2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8271288" y="5557824"/>
                  <a:ext cx="12744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7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6C6747A3-8064-52E4-970C-A71329C15EA1}"/>
                    </a:ext>
                  </a:extLst>
                </p14:cNvPr>
                <p14:cNvContentPartPr/>
                <p14:nvPr/>
              </p14:nvContentPartPr>
              <p14:xfrm>
                <a:off x="8787528" y="5503104"/>
                <a:ext cx="25200" cy="4428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6C6747A3-8064-52E4-970C-A71329C15EA1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8778528" y="5494464"/>
                  <a:ext cx="428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9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FDC74F2E-CBB7-4EBC-D7B9-B9A540ABA387}"/>
                    </a:ext>
                  </a:extLst>
                </p14:cNvPr>
                <p14:cNvContentPartPr/>
                <p14:nvPr/>
              </p14:nvContentPartPr>
              <p14:xfrm>
                <a:off x="8705088" y="5634864"/>
                <a:ext cx="87120" cy="11160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FDC74F2E-CBB7-4EBC-D7B9-B9A540ABA387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8696088" y="5625864"/>
                  <a:ext cx="10476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1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289BA757-30EF-3F39-5091-F469EEFDAEC1}"/>
                    </a:ext>
                  </a:extLst>
                </p14:cNvPr>
                <p14:cNvContentPartPr/>
                <p14:nvPr/>
              </p14:nvContentPartPr>
              <p14:xfrm>
                <a:off x="8860968" y="5746104"/>
                <a:ext cx="93240" cy="15804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289BA757-30EF-3F39-5091-F469EEFDAEC1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8851968" y="5737464"/>
                  <a:ext cx="1108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3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BAB995C4-1361-E9BA-1F14-CF838AD0920E}"/>
                    </a:ext>
                  </a:extLst>
                </p14:cNvPr>
                <p14:cNvContentPartPr/>
                <p14:nvPr/>
              </p14:nvContentPartPr>
              <p14:xfrm>
                <a:off x="9294048" y="5543064"/>
                <a:ext cx="44280" cy="23616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BAB995C4-1361-E9BA-1F14-CF838AD0920E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9285048" y="5534424"/>
                  <a:ext cx="6192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5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0EAD7A5F-7B33-A406-9169-45613A5BD6A7}"/>
                    </a:ext>
                  </a:extLst>
                </p14:cNvPr>
                <p14:cNvContentPartPr/>
                <p14:nvPr/>
              </p14:nvContentPartPr>
              <p14:xfrm>
                <a:off x="9415368" y="5702544"/>
                <a:ext cx="140040" cy="1836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0EAD7A5F-7B33-A406-9169-45613A5BD6A7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9406728" y="5693544"/>
                  <a:ext cx="1576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7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92A89FED-73DD-43B7-85BD-7668D941E2DD}"/>
                    </a:ext>
                  </a:extLst>
                </p14:cNvPr>
                <p14:cNvContentPartPr/>
                <p14:nvPr/>
              </p14:nvContentPartPr>
              <p14:xfrm>
                <a:off x="9486288" y="5675904"/>
                <a:ext cx="31680" cy="11664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92A89FED-73DD-43B7-85BD-7668D941E2DD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9477288" y="5666904"/>
                  <a:ext cx="493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9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851D8717-C46D-EFB1-7291-5E43AC2CD1EB}"/>
                    </a:ext>
                  </a:extLst>
                </p14:cNvPr>
                <p14:cNvContentPartPr/>
                <p14:nvPr/>
              </p14:nvContentPartPr>
              <p14:xfrm>
                <a:off x="9590328" y="5638824"/>
                <a:ext cx="176400" cy="253080"/>
              </p14:xfrm>
            </p:contentPart>
          </mc:Choice>
          <mc:Fallback xmlns=""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851D8717-C46D-EFB1-7291-5E43AC2CD1EB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9581328" y="5630184"/>
                  <a:ext cx="19404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1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ED84960A-7795-3F38-BC14-C8F1DAFA9C8D}"/>
                    </a:ext>
                  </a:extLst>
                </p14:cNvPr>
                <p14:cNvContentPartPr/>
                <p14:nvPr/>
              </p14:nvContentPartPr>
              <p14:xfrm>
                <a:off x="7840368" y="6090624"/>
                <a:ext cx="226800" cy="202680"/>
              </p14:xfrm>
            </p:contentPart>
          </mc:Choice>
          <mc:Fallback xmlns=""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ED84960A-7795-3F38-BC14-C8F1DAFA9C8D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7831728" y="6081984"/>
                  <a:ext cx="24444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3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F01904EC-DDED-35C8-6814-52805802D353}"/>
                    </a:ext>
                  </a:extLst>
                </p14:cNvPr>
                <p14:cNvContentPartPr/>
                <p14:nvPr/>
              </p14:nvContentPartPr>
              <p14:xfrm>
                <a:off x="8011368" y="6182424"/>
                <a:ext cx="149760" cy="42480"/>
              </p14:xfrm>
            </p:contentPart>
          </mc:Choice>
          <mc:Fallback xmlns=""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F01904EC-DDED-35C8-6814-52805802D353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8002368" y="6173424"/>
                  <a:ext cx="1674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5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2DCF4184-102A-30E6-2C04-EEC09F004C30}"/>
                    </a:ext>
                  </a:extLst>
                </p14:cNvPr>
                <p14:cNvContentPartPr/>
                <p14:nvPr/>
              </p14:nvContentPartPr>
              <p14:xfrm>
                <a:off x="8353728" y="6053184"/>
                <a:ext cx="229320" cy="228240"/>
              </p14:xfrm>
            </p:contentPart>
          </mc:Choice>
          <mc:Fallback xmlns=""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2DCF4184-102A-30E6-2C04-EEC09F004C30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8345088" y="6044544"/>
                  <a:ext cx="24696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7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CFC8F4ED-B25D-9359-A95B-28F07F731911}"/>
                    </a:ext>
                  </a:extLst>
                </p14:cNvPr>
                <p14:cNvContentPartPr/>
                <p14:nvPr/>
              </p14:nvContentPartPr>
              <p14:xfrm>
                <a:off x="8430048" y="6198264"/>
                <a:ext cx="107280" cy="19440"/>
              </p14:xfrm>
            </p:contentPart>
          </mc:Choice>
          <mc:Fallback xmlns=""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CFC8F4ED-B25D-9359-A95B-28F07F731911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8421408" y="6189624"/>
                  <a:ext cx="1249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9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E4135ECC-B76B-83BA-E13B-BF81D16FA0E6}"/>
                    </a:ext>
                  </a:extLst>
                </p14:cNvPr>
                <p14:cNvContentPartPr/>
                <p14:nvPr/>
              </p14:nvContentPartPr>
              <p14:xfrm>
                <a:off x="8969328" y="6043464"/>
                <a:ext cx="88560" cy="234360"/>
              </p14:xfrm>
            </p:contentPart>
          </mc:Choice>
          <mc:Fallback xmlns=""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E4135ECC-B76B-83BA-E13B-BF81D16FA0E6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8960328" y="6034464"/>
                  <a:ext cx="10620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1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DE1F6109-4369-696B-4012-11F0523D0C23}"/>
                    </a:ext>
                  </a:extLst>
                </p14:cNvPr>
                <p14:cNvContentPartPr/>
                <p14:nvPr/>
              </p14:nvContentPartPr>
              <p14:xfrm>
                <a:off x="8938728" y="6032664"/>
                <a:ext cx="636120" cy="268560"/>
              </p14:xfrm>
            </p:contentPart>
          </mc:Choice>
          <mc:Fallback xmlns=""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DE1F6109-4369-696B-4012-11F0523D0C23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8930088" y="6024024"/>
                  <a:ext cx="65376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3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4AA0C831-0B91-F7C5-9037-72338E0594E3}"/>
                    </a:ext>
                  </a:extLst>
                </p14:cNvPr>
                <p14:cNvContentPartPr/>
                <p14:nvPr/>
              </p14:nvContentPartPr>
              <p14:xfrm>
                <a:off x="9586008" y="6151464"/>
                <a:ext cx="140760" cy="41760"/>
              </p14:xfrm>
            </p:contentPart>
          </mc:Choice>
          <mc:Fallback xmlns=""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4AA0C831-0B91-F7C5-9037-72338E0594E3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9577008" y="6142824"/>
                  <a:ext cx="1584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5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D7904FF5-0137-F6CC-3173-C7BFD1168C6B}"/>
                    </a:ext>
                  </a:extLst>
                </p14:cNvPr>
                <p14:cNvContentPartPr/>
                <p14:nvPr/>
              </p14:nvContentPartPr>
              <p14:xfrm>
                <a:off x="8698968" y="6070464"/>
                <a:ext cx="40680" cy="63720"/>
              </p14:xfrm>
            </p:contentPart>
          </mc:Choice>
          <mc:Fallback xmlns=""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D7904FF5-0137-F6CC-3173-C7BFD1168C6B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8690328" y="6061824"/>
                  <a:ext cx="5832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7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A12F89D7-36FB-CC65-50FF-B1EE822DDB43}"/>
                    </a:ext>
                  </a:extLst>
                </p14:cNvPr>
                <p14:cNvContentPartPr/>
                <p14:nvPr/>
              </p14:nvContentPartPr>
              <p14:xfrm>
                <a:off x="8301168" y="5965704"/>
                <a:ext cx="25560" cy="104400"/>
              </p14:xfrm>
            </p:contentPart>
          </mc:Choice>
          <mc:Fallback xmlns=""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A12F89D7-36FB-CC65-50FF-B1EE822DDB43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8292168" y="5956704"/>
                  <a:ext cx="43200" cy="12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4" name="Group 443">
            <a:extLst>
              <a:ext uri="{FF2B5EF4-FFF2-40B4-BE49-F238E27FC236}">
                <a16:creationId xmlns:a16="http://schemas.microsoft.com/office/drawing/2014/main" id="{8735A166-6768-218C-1469-6AE45550BAAF}"/>
              </a:ext>
            </a:extLst>
          </p:cNvPr>
          <p:cNvGrpSpPr/>
          <p:nvPr/>
        </p:nvGrpSpPr>
        <p:grpSpPr>
          <a:xfrm>
            <a:off x="9997488" y="6055704"/>
            <a:ext cx="901080" cy="272160"/>
            <a:chOff x="9997488" y="6055704"/>
            <a:chExt cx="901080" cy="27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9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E9702CC2-E967-C9E0-46AD-025B59BD8313}"/>
                    </a:ext>
                  </a:extLst>
                </p14:cNvPr>
                <p14:cNvContentPartPr/>
                <p14:nvPr/>
              </p14:nvContentPartPr>
              <p14:xfrm>
                <a:off x="9997488" y="6055704"/>
                <a:ext cx="123840" cy="258840"/>
              </p14:xfrm>
            </p:contentPart>
          </mc:Choice>
          <mc:Fallback xmlns=""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E9702CC2-E967-C9E0-46AD-025B59BD8313}"/>
                    </a:ext>
                  </a:extLst>
                </p:cNvPr>
                <p:cNvPicPr/>
                <p:nvPr/>
              </p:nvPicPr>
              <p:blipFill>
                <a:blip r:embed="rId570"/>
                <a:stretch>
                  <a:fillRect/>
                </a:stretch>
              </p:blipFill>
              <p:spPr>
                <a:xfrm>
                  <a:off x="9988848" y="6046704"/>
                  <a:ext cx="14148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1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571ABF84-3A9B-C6D3-E089-4467E153EF35}"/>
                    </a:ext>
                  </a:extLst>
                </p14:cNvPr>
                <p14:cNvContentPartPr/>
                <p14:nvPr/>
              </p14:nvContentPartPr>
              <p14:xfrm>
                <a:off x="10172448" y="6219864"/>
                <a:ext cx="334440" cy="108000"/>
              </p14:xfrm>
            </p:contentPart>
          </mc:Choice>
          <mc:Fallback xmlns=""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571ABF84-3A9B-C6D3-E089-4467E153EF35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10163808" y="6211224"/>
                  <a:ext cx="35208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3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A3F77BF4-8F1D-6C07-9627-A835B916734F}"/>
                    </a:ext>
                  </a:extLst>
                </p14:cNvPr>
                <p14:cNvContentPartPr/>
                <p14:nvPr/>
              </p14:nvContentPartPr>
              <p14:xfrm>
                <a:off x="10527408" y="6159744"/>
                <a:ext cx="4680" cy="22680"/>
              </p14:xfrm>
            </p:contentPart>
          </mc:Choice>
          <mc:Fallback xmlns=""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A3F77BF4-8F1D-6C07-9627-A835B916734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518408" y="6150744"/>
                  <a:ext cx="223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B46C0A02-6C5A-5F9C-A7AB-D97F2ECFC3E4}"/>
                    </a:ext>
                  </a:extLst>
                </p14:cNvPr>
                <p14:cNvContentPartPr/>
                <p14:nvPr/>
              </p14:nvContentPartPr>
              <p14:xfrm>
                <a:off x="10581408" y="6219144"/>
                <a:ext cx="317160" cy="8352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B46C0A02-6C5A-5F9C-A7AB-D97F2ECFC3E4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10572768" y="6210144"/>
                  <a:ext cx="334800" cy="10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8" name="Group 447">
            <a:extLst>
              <a:ext uri="{FF2B5EF4-FFF2-40B4-BE49-F238E27FC236}">
                <a16:creationId xmlns:a16="http://schemas.microsoft.com/office/drawing/2014/main" id="{42BA0C52-A84D-FF56-37F1-37331E080F6F}"/>
              </a:ext>
            </a:extLst>
          </p:cNvPr>
          <p:cNvGrpSpPr/>
          <p:nvPr/>
        </p:nvGrpSpPr>
        <p:grpSpPr>
          <a:xfrm>
            <a:off x="1871928" y="6453144"/>
            <a:ext cx="1051560" cy="294840"/>
            <a:chOff x="1871928" y="6453144"/>
            <a:chExt cx="1051560" cy="29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5EF4680E-61F1-0D24-DD50-642CBF179E76}"/>
                    </a:ext>
                  </a:extLst>
                </p14:cNvPr>
                <p14:cNvContentPartPr/>
                <p14:nvPr/>
              </p14:nvContentPartPr>
              <p14:xfrm>
                <a:off x="1871928" y="6453144"/>
                <a:ext cx="427320" cy="214200"/>
              </p14:xfrm>
            </p:contentPart>
          </mc:Choice>
          <mc:Fallback xmlns=""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5EF4680E-61F1-0D24-DD50-642CBF179E76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1862928" y="6444504"/>
                  <a:ext cx="4449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E5E9450D-B44D-F32C-00B8-DA98638F272D}"/>
                    </a:ext>
                  </a:extLst>
                </p14:cNvPr>
                <p14:cNvContentPartPr/>
                <p14:nvPr/>
              </p14:nvContentPartPr>
              <p14:xfrm>
                <a:off x="2341008" y="6556464"/>
                <a:ext cx="415440" cy="191520"/>
              </p14:xfrm>
            </p:contentPart>
          </mc:Choice>
          <mc:Fallback xmlns=""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E5E9450D-B44D-F32C-00B8-DA98638F272D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2332368" y="6547824"/>
                  <a:ext cx="4330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98C5A580-CF37-9F31-C023-73B31E429379}"/>
                    </a:ext>
                  </a:extLst>
                </p14:cNvPr>
                <p14:cNvContentPartPr/>
                <p14:nvPr/>
              </p14:nvContentPartPr>
              <p14:xfrm>
                <a:off x="2805768" y="6570144"/>
                <a:ext cx="117720" cy="33480"/>
              </p14:xfrm>
            </p:contentPart>
          </mc:Choice>
          <mc:Fallback xmlns=""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98C5A580-CF37-9F31-C023-73B31E429379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2796768" y="6561144"/>
                  <a:ext cx="135360" cy="5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82">
            <p14:nvContentPartPr>
              <p14:cNvPr id="449" name="Ink 448">
                <a:extLst>
                  <a:ext uri="{FF2B5EF4-FFF2-40B4-BE49-F238E27FC236}">
                    <a16:creationId xmlns:a16="http://schemas.microsoft.com/office/drawing/2014/main" id="{0DCAC7B0-8465-4B0F-A548-9661B72EB3C2}"/>
                  </a:ext>
                </a:extLst>
              </p14:cNvPr>
              <p14:cNvContentPartPr/>
              <p14:nvPr/>
            </p14:nvContentPartPr>
            <p14:xfrm>
              <a:off x="3241008" y="6452424"/>
              <a:ext cx="204840" cy="308160"/>
            </p14:xfrm>
          </p:contentPart>
        </mc:Choice>
        <mc:Fallback xmlns="">
          <p:pic>
            <p:nvPicPr>
              <p:cNvPr id="449" name="Ink 448">
                <a:extLst>
                  <a:ext uri="{FF2B5EF4-FFF2-40B4-BE49-F238E27FC236}">
                    <a16:creationId xmlns:a16="http://schemas.microsoft.com/office/drawing/2014/main" id="{0DCAC7B0-8465-4B0F-A548-9661B72EB3C2}"/>
                  </a:ext>
                </a:extLst>
              </p:cNvPr>
              <p:cNvPicPr/>
              <p:nvPr/>
            </p:nvPicPr>
            <p:blipFill>
              <a:blip r:embed="rId583"/>
              <a:stretch>
                <a:fillRect/>
              </a:stretch>
            </p:blipFill>
            <p:spPr>
              <a:xfrm>
                <a:off x="3232008" y="6443784"/>
                <a:ext cx="222480" cy="32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4">
            <p14:nvContentPartPr>
              <p14:cNvPr id="450" name="Ink 449">
                <a:extLst>
                  <a:ext uri="{FF2B5EF4-FFF2-40B4-BE49-F238E27FC236}">
                    <a16:creationId xmlns:a16="http://schemas.microsoft.com/office/drawing/2014/main" id="{6BDD96B0-B22B-2583-4936-BBD2A9576C66}"/>
                  </a:ext>
                </a:extLst>
              </p14:cNvPr>
              <p14:cNvContentPartPr/>
              <p14:nvPr/>
            </p14:nvContentPartPr>
            <p14:xfrm>
              <a:off x="3805128" y="6483744"/>
              <a:ext cx="101520" cy="200880"/>
            </p14:xfrm>
          </p:contentPart>
        </mc:Choice>
        <mc:Fallback xmlns="">
          <p:pic>
            <p:nvPicPr>
              <p:cNvPr id="450" name="Ink 449">
                <a:extLst>
                  <a:ext uri="{FF2B5EF4-FFF2-40B4-BE49-F238E27FC236}">
                    <a16:creationId xmlns:a16="http://schemas.microsoft.com/office/drawing/2014/main" id="{6BDD96B0-B22B-2583-4936-BBD2A9576C66}"/>
                  </a:ext>
                </a:extLst>
              </p:cNvPr>
              <p:cNvPicPr/>
              <p:nvPr/>
            </p:nvPicPr>
            <p:blipFill>
              <a:blip r:embed="rId585"/>
              <a:stretch>
                <a:fillRect/>
              </a:stretch>
            </p:blipFill>
            <p:spPr>
              <a:xfrm>
                <a:off x="3796128" y="6474744"/>
                <a:ext cx="11916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6">
            <p14:nvContentPartPr>
              <p14:cNvPr id="451" name="Ink 450">
                <a:extLst>
                  <a:ext uri="{FF2B5EF4-FFF2-40B4-BE49-F238E27FC236}">
                    <a16:creationId xmlns:a16="http://schemas.microsoft.com/office/drawing/2014/main" id="{64AC4D85-F323-4ACC-A06C-8473CBCA4433}"/>
                  </a:ext>
                </a:extLst>
              </p14:cNvPr>
              <p14:cNvContentPartPr/>
              <p14:nvPr/>
            </p14:nvContentPartPr>
            <p14:xfrm>
              <a:off x="3836448" y="6362064"/>
              <a:ext cx="7200" cy="27000"/>
            </p14:xfrm>
          </p:contentPart>
        </mc:Choice>
        <mc:Fallback xmlns="">
          <p:pic>
            <p:nvPicPr>
              <p:cNvPr id="451" name="Ink 450">
                <a:extLst>
                  <a:ext uri="{FF2B5EF4-FFF2-40B4-BE49-F238E27FC236}">
                    <a16:creationId xmlns:a16="http://schemas.microsoft.com/office/drawing/2014/main" id="{64AC4D85-F323-4ACC-A06C-8473CBCA4433}"/>
                  </a:ext>
                </a:extLst>
              </p:cNvPr>
              <p:cNvPicPr/>
              <p:nvPr/>
            </p:nvPicPr>
            <p:blipFill>
              <a:blip r:embed="rId587"/>
              <a:stretch>
                <a:fillRect/>
              </a:stretch>
            </p:blipFill>
            <p:spPr>
              <a:xfrm>
                <a:off x="3827808" y="6353064"/>
                <a:ext cx="24840" cy="4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456" name="Group 455">
            <a:extLst>
              <a:ext uri="{FF2B5EF4-FFF2-40B4-BE49-F238E27FC236}">
                <a16:creationId xmlns:a16="http://schemas.microsoft.com/office/drawing/2014/main" id="{878F7D05-9CEA-25C8-D03B-6CCAB2A3A95D}"/>
              </a:ext>
            </a:extLst>
          </p:cNvPr>
          <p:cNvGrpSpPr/>
          <p:nvPr/>
        </p:nvGrpSpPr>
        <p:grpSpPr>
          <a:xfrm>
            <a:off x="4242888" y="6399864"/>
            <a:ext cx="658080" cy="217080"/>
            <a:chOff x="4242888" y="6399864"/>
            <a:chExt cx="658080" cy="21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C67A63A3-20B1-097C-0F61-61F74849BEE6}"/>
                    </a:ext>
                  </a:extLst>
                </p14:cNvPr>
                <p14:cNvContentPartPr/>
                <p14:nvPr/>
              </p14:nvContentPartPr>
              <p14:xfrm>
                <a:off x="4242888" y="6475824"/>
                <a:ext cx="173520" cy="141120"/>
              </p14:xfrm>
            </p:contentPart>
          </mc:Choice>
          <mc:Fallback xmlns=""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C67A63A3-20B1-097C-0F61-61F74849BEE6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4233888" y="6467184"/>
                  <a:ext cx="1911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5C2B89A1-60CB-D208-5576-93C9EFE16F92}"/>
                    </a:ext>
                  </a:extLst>
                </p14:cNvPr>
                <p14:cNvContentPartPr/>
                <p14:nvPr/>
              </p14:nvContentPartPr>
              <p14:xfrm>
                <a:off x="4491648" y="6504624"/>
                <a:ext cx="56160" cy="90720"/>
              </p14:xfrm>
            </p:contentPart>
          </mc:Choice>
          <mc:Fallback xmlns=""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5C2B89A1-60CB-D208-5576-93C9EFE16F92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4483008" y="6495624"/>
                  <a:ext cx="7380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CA58CEEE-EAC4-E53D-9754-762458163D1B}"/>
                    </a:ext>
                  </a:extLst>
                </p14:cNvPr>
                <p14:cNvContentPartPr/>
                <p14:nvPr/>
              </p14:nvContentPartPr>
              <p14:xfrm>
                <a:off x="4583808" y="6543864"/>
                <a:ext cx="68760" cy="73080"/>
              </p14:xfrm>
            </p:contentPart>
          </mc:Choice>
          <mc:Fallback xmlns=""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CA58CEEE-EAC4-E53D-9754-762458163D1B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4575168" y="6535224"/>
                  <a:ext cx="8640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07C7D185-1FAF-B82E-92CC-B632DA66F6E8}"/>
                    </a:ext>
                  </a:extLst>
                </p14:cNvPr>
                <p14:cNvContentPartPr/>
                <p14:nvPr/>
              </p14:nvContentPartPr>
              <p14:xfrm>
                <a:off x="4712688" y="6399864"/>
                <a:ext cx="188280" cy="216000"/>
              </p14:xfrm>
            </p:contentPart>
          </mc:Choice>
          <mc:Fallback xmlns=""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07C7D185-1FAF-B82E-92CC-B632DA66F6E8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4704048" y="6391224"/>
                  <a:ext cx="205920" cy="23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5" name="Group 464">
            <a:extLst>
              <a:ext uri="{FF2B5EF4-FFF2-40B4-BE49-F238E27FC236}">
                <a16:creationId xmlns:a16="http://schemas.microsoft.com/office/drawing/2014/main" id="{BD855E0B-8AD0-9E92-CC11-D2AC1D9010C9}"/>
              </a:ext>
            </a:extLst>
          </p:cNvPr>
          <p:cNvGrpSpPr/>
          <p:nvPr/>
        </p:nvGrpSpPr>
        <p:grpSpPr>
          <a:xfrm>
            <a:off x="5276088" y="6449904"/>
            <a:ext cx="772920" cy="322920"/>
            <a:chOff x="5276088" y="6449904"/>
            <a:chExt cx="772920" cy="32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F9FF4C97-A5D3-A921-0CAC-907EF5CD449F}"/>
                    </a:ext>
                  </a:extLst>
                </p14:cNvPr>
                <p14:cNvContentPartPr/>
                <p14:nvPr/>
              </p14:nvContentPartPr>
              <p14:xfrm>
                <a:off x="5276088" y="6449904"/>
                <a:ext cx="109800" cy="150840"/>
              </p14:xfrm>
            </p:contentPart>
          </mc:Choice>
          <mc:Fallback xmlns=""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F9FF4C97-A5D3-A921-0CAC-907EF5CD449F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5267088" y="6440904"/>
                  <a:ext cx="12744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E18F94F0-BFD3-B943-8BBB-6D31DFA9A14E}"/>
                    </a:ext>
                  </a:extLst>
                </p14:cNvPr>
                <p14:cNvContentPartPr/>
                <p14:nvPr/>
              </p14:nvContentPartPr>
              <p14:xfrm>
                <a:off x="5445288" y="6529464"/>
                <a:ext cx="333000" cy="243360"/>
              </p14:xfrm>
            </p:contentPart>
          </mc:Choice>
          <mc:Fallback xmlns=""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E18F94F0-BFD3-B943-8BBB-6D31DFA9A14E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5436648" y="6520824"/>
                  <a:ext cx="35064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13D5E274-4D28-1E80-D6D0-DBAD1A0200E6}"/>
                    </a:ext>
                  </a:extLst>
                </p14:cNvPr>
                <p14:cNvContentPartPr/>
                <p14:nvPr/>
              </p14:nvContentPartPr>
              <p14:xfrm>
                <a:off x="5785128" y="6518664"/>
                <a:ext cx="8640" cy="34200"/>
              </p14:xfrm>
            </p:contentPart>
          </mc:Choice>
          <mc:Fallback xmlns=""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13D5E274-4D28-1E80-D6D0-DBAD1A0200E6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5776128" y="6509664"/>
                  <a:ext cx="262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376295CF-42C6-ABF4-9D41-84A28A9C7E97}"/>
                    </a:ext>
                  </a:extLst>
                </p14:cNvPr>
                <p14:cNvContentPartPr/>
                <p14:nvPr/>
              </p14:nvContentPartPr>
              <p14:xfrm>
                <a:off x="5833368" y="6562944"/>
                <a:ext cx="129600" cy="56520"/>
              </p14:xfrm>
            </p:contentPart>
          </mc:Choice>
          <mc:Fallback xmlns=""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376295CF-42C6-ABF4-9D41-84A28A9C7E97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5824368" y="6554304"/>
                  <a:ext cx="14724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4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4D58B448-AD91-5F66-C4CB-3538228077E8}"/>
                    </a:ext>
                  </a:extLst>
                </p14:cNvPr>
                <p14:cNvContentPartPr/>
                <p14:nvPr/>
              </p14:nvContentPartPr>
              <p14:xfrm>
                <a:off x="5975208" y="6497784"/>
                <a:ext cx="73800" cy="224280"/>
              </p14:xfrm>
            </p:contentPart>
          </mc:Choice>
          <mc:Fallback xmlns=""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4D58B448-AD91-5F66-C4CB-3538228077E8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5966568" y="6488784"/>
                  <a:ext cx="91440" cy="24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4" name="Group 463">
            <a:extLst>
              <a:ext uri="{FF2B5EF4-FFF2-40B4-BE49-F238E27FC236}">
                <a16:creationId xmlns:a16="http://schemas.microsoft.com/office/drawing/2014/main" id="{EF8CAB5D-AA19-1369-E06C-523EA127A7AA}"/>
              </a:ext>
            </a:extLst>
          </p:cNvPr>
          <p:cNvGrpSpPr/>
          <p:nvPr/>
        </p:nvGrpSpPr>
        <p:grpSpPr>
          <a:xfrm>
            <a:off x="6369768" y="6465024"/>
            <a:ext cx="282240" cy="147960"/>
            <a:chOff x="6369768" y="6465024"/>
            <a:chExt cx="282240" cy="14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EC793553-E5B7-C9DD-6685-64E6349C022C}"/>
                    </a:ext>
                  </a:extLst>
                </p14:cNvPr>
                <p14:cNvContentPartPr/>
                <p14:nvPr/>
              </p14:nvContentPartPr>
              <p14:xfrm>
                <a:off x="6369768" y="6465024"/>
                <a:ext cx="179280" cy="147960"/>
              </p14:xfrm>
            </p:contentPart>
          </mc:Choice>
          <mc:Fallback xmlns=""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EC793553-E5B7-C9DD-6685-64E6349C022C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6360768" y="6456024"/>
                  <a:ext cx="19692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1ED27250-E041-F280-355A-72C48368B6DF}"/>
                    </a:ext>
                  </a:extLst>
                </p14:cNvPr>
                <p14:cNvContentPartPr/>
                <p14:nvPr/>
              </p14:nvContentPartPr>
              <p14:xfrm>
                <a:off x="6527088" y="6478344"/>
                <a:ext cx="124920" cy="42120"/>
              </p14:xfrm>
            </p:contentPart>
          </mc:Choice>
          <mc:Fallback xmlns=""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1ED27250-E041-F280-355A-72C48368B6DF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6518088" y="6469344"/>
                  <a:ext cx="142560" cy="59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10">
            <p14:nvContentPartPr>
              <p14:cNvPr id="466" name="Ink 465">
                <a:extLst>
                  <a:ext uri="{FF2B5EF4-FFF2-40B4-BE49-F238E27FC236}">
                    <a16:creationId xmlns:a16="http://schemas.microsoft.com/office/drawing/2014/main" id="{6106CB06-C56D-37F6-A46F-8B2781C9BA06}"/>
                  </a:ext>
                </a:extLst>
              </p14:cNvPr>
              <p14:cNvContentPartPr/>
              <p14:nvPr/>
            </p14:nvContentPartPr>
            <p14:xfrm>
              <a:off x="8633808" y="5864904"/>
              <a:ext cx="75960" cy="47520"/>
            </p14:xfrm>
          </p:contentPart>
        </mc:Choice>
        <mc:Fallback xmlns="">
          <p:pic>
            <p:nvPicPr>
              <p:cNvPr id="466" name="Ink 465">
                <a:extLst>
                  <a:ext uri="{FF2B5EF4-FFF2-40B4-BE49-F238E27FC236}">
                    <a16:creationId xmlns:a16="http://schemas.microsoft.com/office/drawing/2014/main" id="{6106CB06-C56D-37F6-A46F-8B2781C9BA06}"/>
                  </a:ext>
                </a:extLst>
              </p:cNvPr>
              <p:cNvPicPr/>
              <p:nvPr/>
            </p:nvPicPr>
            <p:blipFill>
              <a:blip r:embed="rId611"/>
              <a:stretch>
                <a:fillRect/>
              </a:stretch>
            </p:blipFill>
            <p:spPr>
              <a:xfrm>
                <a:off x="8624808" y="5856264"/>
                <a:ext cx="93600" cy="65160"/>
              </a:xfrm>
              <a:prstGeom prst="rect">
                <a:avLst/>
              </a:prstGeom>
            </p:spPr>
          </p:pic>
        </mc:Fallback>
      </mc:AlternateContent>
      <p:grpSp>
        <p:nvGrpSpPr>
          <p:cNvPr id="472" name="Group 471">
            <a:extLst>
              <a:ext uri="{FF2B5EF4-FFF2-40B4-BE49-F238E27FC236}">
                <a16:creationId xmlns:a16="http://schemas.microsoft.com/office/drawing/2014/main" id="{B48E6486-21A1-482F-5CE8-01E1E837F3D8}"/>
              </a:ext>
            </a:extLst>
          </p:cNvPr>
          <p:cNvGrpSpPr/>
          <p:nvPr/>
        </p:nvGrpSpPr>
        <p:grpSpPr>
          <a:xfrm>
            <a:off x="6943968" y="6476904"/>
            <a:ext cx="934200" cy="318600"/>
            <a:chOff x="6943968" y="6476904"/>
            <a:chExt cx="934200" cy="31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1B507457-04B2-341C-7B8E-D2D8611A1739}"/>
                    </a:ext>
                  </a:extLst>
                </p14:cNvPr>
                <p14:cNvContentPartPr/>
                <p14:nvPr/>
              </p14:nvContentPartPr>
              <p14:xfrm>
                <a:off x="6943968" y="6500664"/>
                <a:ext cx="182160" cy="294840"/>
              </p14:xfrm>
            </p:contentPart>
          </mc:Choice>
          <mc:Fallback xmlns=""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1B507457-04B2-341C-7B8E-D2D8611A1739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6934968" y="6492024"/>
                  <a:ext cx="19980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F70F400C-22A3-B6A7-87DC-E84120801784}"/>
                    </a:ext>
                  </a:extLst>
                </p14:cNvPr>
                <p14:cNvContentPartPr/>
                <p14:nvPr/>
              </p14:nvContentPartPr>
              <p14:xfrm>
                <a:off x="7229808" y="6476904"/>
                <a:ext cx="648360" cy="212760"/>
              </p14:xfrm>
            </p:contentPart>
          </mc:Choice>
          <mc:Fallback xmlns=""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F70F400C-22A3-B6A7-87DC-E84120801784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7220808" y="6467904"/>
                  <a:ext cx="666000" cy="23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1" name="Group 470">
            <a:extLst>
              <a:ext uri="{FF2B5EF4-FFF2-40B4-BE49-F238E27FC236}">
                <a16:creationId xmlns:a16="http://schemas.microsoft.com/office/drawing/2014/main" id="{2A828178-4E53-CACF-C356-060791B90A83}"/>
              </a:ext>
            </a:extLst>
          </p:cNvPr>
          <p:cNvGrpSpPr/>
          <p:nvPr/>
        </p:nvGrpSpPr>
        <p:grpSpPr>
          <a:xfrm>
            <a:off x="8155008" y="6426144"/>
            <a:ext cx="56160" cy="236880"/>
            <a:chOff x="8155008" y="6426144"/>
            <a:chExt cx="56160" cy="23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469" name="Ink 468">
                  <a:extLst>
                    <a:ext uri="{FF2B5EF4-FFF2-40B4-BE49-F238E27FC236}">
                      <a16:creationId xmlns:a16="http://schemas.microsoft.com/office/drawing/2014/main" id="{A3F83849-8509-202E-6BF1-C1803381FFF8}"/>
                    </a:ext>
                  </a:extLst>
                </p14:cNvPr>
                <p14:cNvContentPartPr/>
                <p14:nvPr/>
              </p14:nvContentPartPr>
              <p14:xfrm>
                <a:off x="8155008" y="6556464"/>
                <a:ext cx="52920" cy="106560"/>
              </p14:xfrm>
            </p:contentPart>
          </mc:Choice>
          <mc:Fallback xmlns="">
            <p:pic>
              <p:nvPicPr>
                <p:cNvPr id="469" name="Ink 468">
                  <a:extLst>
                    <a:ext uri="{FF2B5EF4-FFF2-40B4-BE49-F238E27FC236}">
                      <a16:creationId xmlns:a16="http://schemas.microsoft.com/office/drawing/2014/main" id="{A3F83849-8509-202E-6BF1-C1803381FFF8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8146008" y="6547824"/>
                  <a:ext cx="705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470" name="Ink 469">
                  <a:extLst>
                    <a:ext uri="{FF2B5EF4-FFF2-40B4-BE49-F238E27FC236}">
                      <a16:creationId xmlns:a16="http://schemas.microsoft.com/office/drawing/2014/main" id="{83F787DF-10B7-42E6-C6DC-41602CB45C28}"/>
                    </a:ext>
                  </a:extLst>
                </p14:cNvPr>
                <p14:cNvContentPartPr/>
                <p14:nvPr/>
              </p14:nvContentPartPr>
              <p14:xfrm>
                <a:off x="8192088" y="6426144"/>
                <a:ext cx="19080" cy="73440"/>
              </p14:xfrm>
            </p:contentPart>
          </mc:Choice>
          <mc:Fallback xmlns="">
            <p:pic>
              <p:nvPicPr>
                <p:cNvPr id="470" name="Ink 469">
                  <a:extLst>
                    <a:ext uri="{FF2B5EF4-FFF2-40B4-BE49-F238E27FC236}">
                      <a16:creationId xmlns:a16="http://schemas.microsoft.com/office/drawing/2014/main" id="{83F787DF-10B7-42E6-C6DC-41602CB45C28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8183088" y="6417504"/>
                  <a:ext cx="36720" cy="91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20">
            <p14:nvContentPartPr>
              <p14:cNvPr id="473" name="Ink 472">
                <a:extLst>
                  <a:ext uri="{FF2B5EF4-FFF2-40B4-BE49-F238E27FC236}">
                    <a16:creationId xmlns:a16="http://schemas.microsoft.com/office/drawing/2014/main" id="{B474F966-5DA4-CDC8-5B48-EF147FE5BFF9}"/>
                  </a:ext>
                </a:extLst>
              </p14:cNvPr>
              <p14:cNvContentPartPr/>
              <p14:nvPr/>
            </p14:nvContentPartPr>
            <p14:xfrm>
              <a:off x="8405928" y="6414624"/>
              <a:ext cx="141840" cy="261720"/>
            </p14:xfrm>
          </p:contentPart>
        </mc:Choice>
        <mc:Fallback xmlns="">
          <p:pic>
            <p:nvPicPr>
              <p:cNvPr id="473" name="Ink 472">
                <a:extLst>
                  <a:ext uri="{FF2B5EF4-FFF2-40B4-BE49-F238E27FC236}">
                    <a16:creationId xmlns:a16="http://schemas.microsoft.com/office/drawing/2014/main" id="{B474F966-5DA4-CDC8-5B48-EF147FE5BFF9}"/>
                  </a:ext>
                </a:extLst>
              </p:cNvPr>
              <p:cNvPicPr/>
              <p:nvPr/>
            </p:nvPicPr>
            <p:blipFill>
              <a:blip r:embed="rId621"/>
              <a:stretch>
                <a:fillRect/>
              </a:stretch>
            </p:blipFill>
            <p:spPr>
              <a:xfrm>
                <a:off x="8397288" y="6405624"/>
                <a:ext cx="159480" cy="279360"/>
              </a:xfrm>
              <a:prstGeom prst="rect">
                <a:avLst/>
              </a:prstGeom>
            </p:spPr>
          </p:pic>
        </mc:Fallback>
      </mc:AlternateContent>
      <p:grpSp>
        <p:nvGrpSpPr>
          <p:cNvPr id="480" name="Group 479">
            <a:extLst>
              <a:ext uri="{FF2B5EF4-FFF2-40B4-BE49-F238E27FC236}">
                <a16:creationId xmlns:a16="http://schemas.microsoft.com/office/drawing/2014/main" id="{21D456D4-D31A-FB5C-B709-05739AE3A4F5}"/>
              </a:ext>
            </a:extLst>
          </p:cNvPr>
          <p:cNvGrpSpPr/>
          <p:nvPr/>
        </p:nvGrpSpPr>
        <p:grpSpPr>
          <a:xfrm>
            <a:off x="8800128" y="6369984"/>
            <a:ext cx="377280" cy="242640"/>
            <a:chOff x="8800128" y="6369984"/>
            <a:chExt cx="377280" cy="24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DA7BD7D2-51BD-3998-1261-9E2EDEC84DAF}"/>
                    </a:ext>
                  </a:extLst>
                </p14:cNvPr>
                <p14:cNvContentPartPr/>
                <p14:nvPr/>
              </p14:nvContentPartPr>
              <p14:xfrm>
                <a:off x="8800128" y="6369984"/>
                <a:ext cx="113040" cy="223920"/>
              </p14:xfrm>
            </p:contentPart>
          </mc:Choice>
          <mc:Fallback xmlns=""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DA7BD7D2-51BD-3998-1261-9E2EDEC84DAF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8791128" y="6361344"/>
                  <a:ext cx="1306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4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C2125532-953A-1EDE-74F9-6A3E41E6A4F2}"/>
                    </a:ext>
                  </a:extLst>
                </p14:cNvPr>
                <p14:cNvContentPartPr/>
                <p14:nvPr/>
              </p14:nvContentPartPr>
              <p14:xfrm>
                <a:off x="8981928" y="6518304"/>
                <a:ext cx="195480" cy="94320"/>
              </p14:xfrm>
            </p:contentPart>
          </mc:Choice>
          <mc:Fallback xmlns=""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C2125532-953A-1EDE-74F9-6A3E41E6A4F2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8973288" y="6509304"/>
                  <a:ext cx="213120" cy="111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26">
            <p14:nvContentPartPr>
              <p14:cNvPr id="476" name="Ink 475">
                <a:extLst>
                  <a:ext uri="{FF2B5EF4-FFF2-40B4-BE49-F238E27FC236}">
                    <a16:creationId xmlns:a16="http://schemas.microsoft.com/office/drawing/2014/main" id="{A82EFAD8-71EB-5B20-21B4-3A456365D3CE}"/>
                  </a:ext>
                </a:extLst>
              </p14:cNvPr>
              <p14:cNvContentPartPr/>
              <p14:nvPr/>
            </p14:nvContentPartPr>
            <p14:xfrm>
              <a:off x="9374328" y="6546384"/>
              <a:ext cx="69120" cy="43920"/>
            </p14:xfrm>
          </p:contentPart>
        </mc:Choice>
        <mc:Fallback xmlns="">
          <p:pic>
            <p:nvPicPr>
              <p:cNvPr id="476" name="Ink 475">
                <a:extLst>
                  <a:ext uri="{FF2B5EF4-FFF2-40B4-BE49-F238E27FC236}">
                    <a16:creationId xmlns:a16="http://schemas.microsoft.com/office/drawing/2014/main" id="{A82EFAD8-71EB-5B20-21B4-3A456365D3CE}"/>
                  </a:ext>
                </a:extLst>
              </p:cNvPr>
              <p:cNvPicPr/>
              <p:nvPr/>
            </p:nvPicPr>
            <p:blipFill>
              <a:blip r:embed="rId627"/>
              <a:stretch>
                <a:fillRect/>
              </a:stretch>
            </p:blipFill>
            <p:spPr>
              <a:xfrm>
                <a:off x="9365328" y="6537744"/>
                <a:ext cx="86760" cy="61560"/>
              </a:xfrm>
              <a:prstGeom prst="rect">
                <a:avLst/>
              </a:prstGeom>
            </p:spPr>
          </p:pic>
        </mc:Fallback>
      </mc:AlternateContent>
      <p:grpSp>
        <p:nvGrpSpPr>
          <p:cNvPr id="482" name="Group 481">
            <a:extLst>
              <a:ext uri="{FF2B5EF4-FFF2-40B4-BE49-F238E27FC236}">
                <a16:creationId xmlns:a16="http://schemas.microsoft.com/office/drawing/2014/main" id="{FCBAED8B-CCED-CF06-114F-EC0B27A3A4AB}"/>
              </a:ext>
            </a:extLst>
          </p:cNvPr>
          <p:cNvGrpSpPr/>
          <p:nvPr/>
        </p:nvGrpSpPr>
        <p:grpSpPr>
          <a:xfrm>
            <a:off x="9795888" y="6405984"/>
            <a:ext cx="629280" cy="268200"/>
            <a:chOff x="9795888" y="6405984"/>
            <a:chExt cx="629280" cy="26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68C7A831-B22E-3CC6-6ECD-8CEE42A43DFB}"/>
                    </a:ext>
                  </a:extLst>
                </p14:cNvPr>
                <p14:cNvContentPartPr/>
                <p14:nvPr/>
              </p14:nvContentPartPr>
              <p14:xfrm>
                <a:off x="9795888" y="6405984"/>
                <a:ext cx="127080" cy="268200"/>
              </p14:xfrm>
            </p:contentPart>
          </mc:Choice>
          <mc:Fallback xmlns=""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68C7A831-B22E-3CC6-6ECD-8CEE42A43DFB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9786888" y="6396984"/>
                  <a:ext cx="14472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0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ADC13FCC-A509-285D-D486-FC7F90FE092E}"/>
                    </a:ext>
                  </a:extLst>
                </p14:cNvPr>
                <p14:cNvContentPartPr/>
                <p14:nvPr/>
              </p14:nvContentPartPr>
              <p14:xfrm>
                <a:off x="10036008" y="6468624"/>
                <a:ext cx="270360" cy="155160"/>
              </p14:xfrm>
            </p:contentPart>
          </mc:Choice>
          <mc:Fallback xmlns=""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ADC13FCC-A509-285D-D486-FC7F90FE092E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10027008" y="6459624"/>
                  <a:ext cx="2880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2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A588348A-3258-DC68-50FF-4F7D69D7C9C5}"/>
                    </a:ext>
                  </a:extLst>
                </p14:cNvPr>
                <p14:cNvContentPartPr/>
                <p14:nvPr/>
              </p14:nvContentPartPr>
              <p14:xfrm>
                <a:off x="10390968" y="6616944"/>
                <a:ext cx="34200" cy="12600"/>
              </p14:xfrm>
            </p:contentPart>
          </mc:Choice>
          <mc:Fallback xmlns=""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A588348A-3258-DC68-50FF-4F7D69D7C9C5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10382328" y="6607944"/>
                  <a:ext cx="51840" cy="3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6" name="Group 485">
            <a:extLst>
              <a:ext uri="{FF2B5EF4-FFF2-40B4-BE49-F238E27FC236}">
                <a16:creationId xmlns:a16="http://schemas.microsoft.com/office/drawing/2014/main" id="{5F4228E9-E991-31AF-AB64-F6FBD0A7EDFA}"/>
              </a:ext>
            </a:extLst>
          </p:cNvPr>
          <p:cNvGrpSpPr/>
          <p:nvPr/>
        </p:nvGrpSpPr>
        <p:grpSpPr>
          <a:xfrm>
            <a:off x="10655208" y="6383664"/>
            <a:ext cx="877320" cy="352800"/>
            <a:chOff x="10655208" y="6383664"/>
            <a:chExt cx="877320" cy="35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4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3367AA54-F10D-4CD1-3180-7D1CB3E12B63}"/>
                    </a:ext>
                  </a:extLst>
                </p14:cNvPr>
                <p14:cNvContentPartPr/>
                <p14:nvPr/>
              </p14:nvContentPartPr>
              <p14:xfrm>
                <a:off x="10655208" y="6515784"/>
                <a:ext cx="115920" cy="220680"/>
              </p14:xfrm>
            </p:contentPart>
          </mc:Choice>
          <mc:Fallback xmlns=""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3367AA54-F10D-4CD1-3180-7D1CB3E12B63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10646568" y="6507144"/>
                  <a:ext cx="13356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6">
              <p14:nvContentPartPr>
                <p14:cNvPr id="484" name="Ink 483">
                  <a:extLst>
                    <a:ext uri="{FF2B5EF4-FFF2-40B4-BE49-F238E27FC236}">
                      <a16:creationId xmlns:a16="http://schemas.microsoft.com/office/drawing/2014/main" id="{023121E6-CAC5-2AF9-5BEB-CAEC126F5BAF}"/>
                    </a:ext>
                  </a:extLst>
                </p14:cNvPr>
                <p14:cNvContentPartPr/>
                <p14:nvPr/>
              </p14:nvContentPartPr>
              <p14:xfrm>
                <a:off x="10831248" y="6383664"/>
                <a:ext cx="695160" cy="252720"/>
              </p14:xfrm>
            </p:contentPart>
          </mc:Choice>
          <mc:Fallback xmlns="">
            <p:pic>
              <p:nvPicPr>
                <p:cNvPr id="484" name="Ink 483">
                  <a:extLst>
                    <a:ext uri="{FF2B5EF4-FFF2-40B4-BE49-F238E27FC236}">
                      <a16:creationId xmlns:a16="http://schemas.microsoft.com/office/drawing/2014/main" id="{023121E6-CAC5-2AF9-5BEB-CAEC126F5BAF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10822248" y="6374664"/>
                  <a:ext cx="71280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8">
              <p14:nvContentPartPr>
                <p14:cNvPr id="485" name="Ink 484">
                  <a:extLst>
                    <a:ext uri="{FF2B5EF4-FFF2-40B4-BE49-F238E27FC236}">
                      <a16:creationId xmlns:a16="http://schemas.microsoft.com/office/drawing/2014/main" id="{6544EBA8-53DB-67A2-FD1E-290889362344}"/>
                    </a:ext>
                  </a:extLst>
                </p14:cNvPr>
                <p14:cNvContentPartPr/>
                <p14:nvPr/>
              </p14:nvContentPartPr>
              <p14:xfrm>
                <a:off x="11471328" y="6437304"/>
                <a:ext cx="61200" cy="17280"/>
              </p14:xfrm>
            </p:contentPart>
          </mc:Choice>
          <mc:Fallback xmlns="">
            <p:pic>
              <p:nvPicPr>
                <p:cNvPr id="485" name="Ink 484">
                  <a:extLst>
                    <a:ext uri="{FF2B5EF4-FFF2-40B4-BE49-F238E27FC236}">
                      <a16:creationId xmlns:a16="http://schemas.microsoft.com/office/drawing/2014/main" id="{6544EBA8-53DB-67A2-FD1E-290889362344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11462688" y="6428664"/>
                  <a:ext cx="78840" cy="34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207707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6078E-F8EC-8694-DE9C-165583D76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14:cNvPr>
              <p14:cNvContentPartPr/>
              <p14:nvPr/>
            </p14:nvContentPartPr>
            <p14:xfrm>
              <a:off x="9997848" y="1633824"/>
              <a:ext cx="3600" cy="10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87848" y="1620324"/>
                <a:ext cx="23200" cy="275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14:cNvPr>
              <p14:cNvContentPartPr/>
              <p14:nvPr/>
            </p14:nvContentPartPr>
            <p14:xfrm>
              <a:off x="10428408" y="2647584"/>
              <a:ext cx="28080" cy="324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419408" y="2638584"/>
                <a:ext cx="4572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14:cNvPr>
              <p14:cNvContentPartPr/>
              <p14:nvPr/>
            </p14:nvContentPartPr>
            <p14:xfrm>
              <a:off x="10763568" y="2771064"/>
              <a:ext cx="1800" cy="360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754568" y="2762064"/>
                <a:ext cx="1944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14:cNvPr>
              <p14:cNvContentPartPr/>
              <p14:nvPr/>
            </p14:nvContentPartPr>
            <p14:xfrm>
              <a:off x="3774888" y="6755904"/>
              <a:ext cx="360" cy="468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65888" y="6746904"/>
                <a:ext cx="18000" cy="2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8FB10B22-E9EC-D877-5761-F9F7A59DA50B}"/>
              </a:ext>
            </a:extLst>
          </p:cNvPr>
          <p:cNvGrpSpPr/>
          <p:nvPr/>
        </p:nvGrpSpPr>
        <p:grpSpPr>
          <a:xfrm>
            <a:off x="552528" y="515304"/>
            <a:ext cx="927360" cy="313560"/>
            <a:chOff x="552528" y="515304"/>
            <a:chExt cx="927360" cy="31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A97EC248-C2A2-8347-C220-D7A9E415D7B1}"/>
                    </a:ext>
                  </a:extLst>
                </p14:cNvPr>
                <p14:cNvContentPartPr/>
                <p14:nvPr/>
              </p14:nvContentPartPr>
              <p14:xfrm>
                <a:off x="552528" y="515304"/>
                <a:ext cx="927360" cy="3135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A97EC248-C2A2-8347-C220-D7A9E415D7B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43528" y="506664"/>
                  <a:ext cx="94500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DCA4E75-4CAE-E1A0-FC3F-F981EE21A910}"/>
                    </a:ext>
                  </a:extLst>
                </p14:cNvPr>
                <p14:cNvContentPartPr/>
                <p14:nvPr/>
              </p14:nvContentPartPr>
              <p14:xfrm>
                <a:off x="731808" y="684864"/>
                <a:ext cx="97200" cy="147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DCA4E75-4CAE-E1A0-FC3F-F981EE21A91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22808" y="676224"/>
                  <a:ext cx="114840" cy="32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D5E74FC-FB08-A940-1791-5C2017EE234B}"/>
                  </a:ext>
                </a:extLst>
              </p14:cNvPr>
              <p14:cNvContentPartPr/>
              <p14:nvPr/>
            </p14:nvContentPartPr>
            <p14:xfrm>
              <a:off x="1950048" y="533304"/>
              <a:ext cx="474840" cy="204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D5E74FC-FB08-A940-1791-5C2017EE234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941408" y="524304"/>
                <a:ext cx="492480" cy="222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1CF4B95E-4CC7-2D57-0511-3596297F8947}"/>
              </a:ext>
            </a:extLst>
          </p:cNvPr>
          <p:cNvGrpSpPr/>
          <p:nvPr/>
        </p:nvGrpSpPr>
        <p:grpSpPr>
          <a:xfrm>
            <a:off x="2898288" y="377784"/>
            <a:ext cx="685800" cy="348840"/>
            <a:chOff x="2898288" y="377784"/>
            <a:chExt cx="685800" cy="34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6C755F7-E9FA-08A5-05D7-56DE1474614E}"/>
                    </a:ext>
                  </a:extLst>
                </p14:cNvPr>
                <p14:cNvContentPartPr/>
                <p14:nvPr/>
              </p14:nvContentPartPr>
              <p14:xfrm>
                <a:off x="2898288" y="453384"/>
                <a:ext cx="222480" cy="2732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6C755F7-E9FA-08A5-05D7-56DE1474614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889648" y="444744"/>
                  <a:ext cx="24012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629DED4-A478-A94C-679A-8CE1D8DDD552}"/>
                    </a:ext>
                  </a:extLst>
                </p14:cNvPr>
                <p14:cNvContentPartPr/>
                <p14:nvPr/>
              </p14:nvContentPartPr>
              <p14:xfrm>
                <a:off x="3169008" y="377784"/>
                <a:ext cx="415080" cy="2988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629DED4-A478-A94C-679A-8CE1D8DDD55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160008" y="369144"/>
                  <a:ext cx="432720" cy="31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EB42FAD-E370-CFDB-ECDF-C94E2E1CDF2A}"/>
              </a:ext>
            </a:extLst>
          </p:cNvPr>
          <p:cNvGrpSpPr/>
          <p:nvPr/>
        </p:nvGrpSpPr>
        <p:grpSpPr>
          <a:xfrm>
            <a:off x="4076568" y="460224"/>
            <a:ext cx="1152000" cy="402840"/>
            <a:chOff x="4076568" y="460224"/>
            <a:chExt cx="1152000" cy="40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8EAB27F-2B64-B193-02D2-752198FCED37}"/>
                    </a:ext>
                  </a:extLst>
                </p14:cNvPr>
                <p14:cNvContentPartPr/>
                <p14:nvPr/>
              </p14:nvContentPartPr>
              <p14:xfrm>
                <a:off x="4076568" y="513864"/>
                <a:ext cx="193320" cy="3492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8EAB27F-2B64-B193-02D2-752198FCED3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067568" y="504864"/>
                  <a:ext cx="21096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D1F9B46-88AF-77D0-CCB3-C266AF1C61F3}"/>
                    </a:ext>
                  </a:extLst>
                </p14:cNvPr>
                <p14:cNvContentPartPr/>
                <p14:nvPr/>
              </p14:nvContentPartPr>
              <p14:xfrm>
                <a:off x="4339368" y="572904"/>
                <a:ext cx="54720" cy="979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D1F9B46-88AF-77D0-CCB3-C266AF1C61F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330368" y="563904"/>
                  <a:ext cx="7236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CF60A3A-E44A-F10C-4FF3-8D3BDEE69693}"/>
                    </a:ext>
                  </a:extLst>
                </p14:cNvPr>
                <p14:cNvContentPartPr/>
                <p14:nvPr/>
              </p14:nvContentPartPr>
              <p14:xfrm>
                <a:off x="4486248" y="545544"/>
                <a:ext cx="85680" cy="1296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CF60A3A-E44A-F10C-4FF3-8D3BDEE6969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477248" y="536904"/>
                  <a:ext cx="1033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BD9981C-DE4C-165D-655F-030DAF56E8F1}"/>
                    </a:ext>
                  </a:extLst>
                </p14:cNvPr>
                <p14:cNvContentPartPr/>
                <p14:nvPr/>
              </p14:nvContentPartPr>
              <p14:xfrm>
                <a:off x="4672368" y="559584"/>
                <a:ext cx="149040" cy="142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BD9981C-DE4C-165D-655F-030DAF56E8F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663368" y="550584"/>
                  <a:ext cx="1666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8F31F0B-7690-8ECC-DA4F-8825077C6496}"/>
                    </a:ext>
                  </a:extLst>
                </p14:cNvPr>
                <p14:cNvContentPartPr/>
                <p14:nvPr/>
              </p14:nvContentPartPr>
              <p14:xfrm>
                <a:off x="4887648" y="541584"/>
                <a:ext cx="21240" cy="187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8F31F0B-7690-8ECC-DA4F-8825077C649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878648" y="532584"/>
                  <a:ext cx="388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208A012-801F-8A09-B497-7A631B5954E9}"/>
                    </a:ext>
                  </a:extLst>
                </p14:cNvPr>
                <p14:cNvContentPartPr/>
                <p14:nvPr/>
              </p14:nvContentPartPr>
              <p14:xfrm>
                <a:off x="4948128" y="460224"/>
                <a:ext cx="280440" cy="2206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208A012-801F-8A09-B497-7A631B5954E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939488" y="451224"/>
                  <a:ext cx="298080" cy="23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C681B8D-D701-CE92-BA04-7AB29C2D9B1A}"/>
              </a:ext>
            </a:extLst>
          </p:cNvPr>
          <p:cNvGrpSpPr/>
          <p:nvPr/>
        </p:nvGrpSpPr>
        <p:grpSpPr>
          <a:xfrm>
            <a:off x="5609088" y="442584"/>
            <a:ext cx="1279800" cy="263880"/>
            <a:chOff x="5609088" y="442584"/>
            <a:chExt cx="1279800" cy="26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6203424-3CD0-C800-8B4A-60F19CB119B0}"/>
                    </a:ext>
                  </a:extLst>
                </p14:cNvPr>
                <p14:cNvContentPartPr/>
                <p14:nvPr/>
              </p14:nvContentPartPr>
              <p14:xfrm>
                <a:off x="5609088" y="466704"/>
                <a:ext cx="532440" cy="2397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6203424-3CD0-C800-8B4A-60F19CB119B0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600448" y="457704"/>
                  <a:ext cx="55008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AEF2720-CF7D-7061-DF4D-7D4C9D239490}"/>
                    </a:ext>
                  </a:extLst>
                </p14:cNvPr>
                <p14:cNvContentPartPr/>
                <p14:nvPr/>
              </p14:nvContentPartPr>
              <p14:xfrm>
                <a:off x="6216048" y="619344"/>
                <a:ext cx="47880" cy="43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AEF2720-CF7D-7061-DF4D-7D4C9D239490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207048" y="610704"/>
                  <a:ext cx="6552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560B4F4-0809-02FE-B2AF-4AA364F65643}"/>
                    </a:ext>
                  </a:extLst>
                </p14:cNvPr>
                <p14:cNvContentPartPr/>
                <p14:nvPr/>
              </p14:nvContentPartPr>
              <p14:xfrm>
                <a:off x="6350328" y="442584"/>
                <a:ext cx="538560" cy="2473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560B4F4-0809-02FE-B2AF-4AA364F6564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341328" y="433584"/>
                  <a:ext cx="55620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67CD1F1-2609-9C8D-FBBA-10694BB168A7}"/>
                    </a:ext>
                  </a:extLst>
                </p14:cNvPr>
                <p14:cNvContentPartPr/>
                <p14:nvPr/>
              </p14:nvContentPartPr>
              <p14:xfrm>
                <a:off x="6688728" y="492984"/>
                <a:ext cx="50400" cy="169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67CD1F1-2609-9C8D-FBBA-10694BB168A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680088" y="483984"/>
                  <a:ext cx="68040" cy="3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854EE26-ED05-549A-835C-0DDC66238345}"/>
              </a:ext>
            </a:extLst>
          </p:cNvPr>
          <p:cNvGrpSpPr/>
          <p:nvPr/>
        </p:nvGrpSpPr>
        <p:grpSpPr>
          <a:xfrm>
            <a:off x="7522848" y="391104"/>
            <a:ext cx="1307160" cy="512640"/>
            <a:chOff x="7522848" y="391104"/>
            <a:chExt cx="1307160" cy="51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D43889D-57E6-BFAD-36DA-F14BCC84E1E0}"/>
                    </a:ext>
                  </a:extLst>
                </p14:cNvPr>
                <p14:cNvContentPartPr/>
                <p14:nvPr/>
              </p14:nvContentPartPr>
              <p14:xfrm>
                <a:off x="7522848" y="391104"/>
                <a:ext cx="173880" cy="2577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D43889D-57E6-BFAD-36DA-F14BCC84E1E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513848" y="382104"/>
                  <a:ext cx="19152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8FF9C22-F68C-95AD-803D-92205C3CC01C}"/>
                    </a:ext>
                  </a:extLst>
                </p14:cNvPr>
                <p14:cNvContentPartPr/>
                <p14:nvPr/>
              </p14:nvContentPartPr>
              <p14:xfrm>
                <a:off x="7816608" y="522864"/>
                <a:ext cx="389520" cy="1206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8FF9C22-F68C-95AD-803D-92205C3CC01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807968" y="513864"/>
                  <a:ext cx="40716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EE45BCA-FA05-5D41-DF1B-E7E34C6AE62D}"/>
                    </a:ext>
                  </a:extLst>
                </p14:cNvPr>
                <p14:cNvContentPartPr/>
                <p14:nvPr/>
              </p14:nvContentPartPr>
              <p14:xfrm>
                <a:off x="8234208" y="473544"/>
                <a:ext cx="5400" cy="201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EE45BCA-FA05-5D41-DF1B-E7E34C6AE62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225568" y="464904"/>
                  <a:ext cx="230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4B14EB3-C813-321A-6CC0-515CCB521082}"/>
                    </a:ext>
                  </a:extLst>
                </p14:cNvPr>
                <p14:cNvContentPartPr/>
                <p14:nvPr/>
              </p14:nvContentPartPr>
              <p14:xfrm>
                <a:off x="8294328" y="564264"/>
                <a:ext cx="217440" cy="92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4B14EB3-C813-321A-6CC0-515CCB521082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285328" y="555624"/>
                  <a:ext cx="2350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CA0A205-4237-B709-792F-2F55C886C6A1}"/>
                    </a:ext>
                  </a:extLst>
                </p14:cNvPr>
                <p14:cNvContentPartPr/>
                <p14:nvPr/>
              </p14:nvContentPartPr>
              <p14:xfrm>
                <a:off x="8538408" y="510624"/>
                <a:ext cx="9360" cy="396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CA0A205-4237-B709-792F-2F55C886C6A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529408" y="501984"/>
                  <a:ext cx="270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0361C26-1E17-9332-A2CA-F2490711BC03}"/>
                    </a:ext>
                  </a:extLst>
                </p14:cNvPr>
                <p14:cNvContentPartPr/>
                <p14:nvPr/>
              </p14:nvContentPartPr>
              <p14:xfrm>
                <a:off x="8626248" y="572184"/>
                <a:ext cx="203760" cy="3315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0361C26-1E17-9332-A2CA-F2490711BC0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617608" y="563544"/>
                  <a:ext cx="221400" cy="34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E5DE302-EF4F-A592-B493-06DEB5A9DB51}"/>
              </a:ext>
            </a:extLst>
          </p:cNvPr>
          <p:cNvGrpSpPr/>
          <p:nvPr/>
        </p:nvGrpSpPr>
        <p:grpSpPr>
          <a:xfrm>
            <a:off x="9269208" y="388944"/>
            <a:ext cx="625680" cy="349920"/>
            <a:chOff x="9269208" y="388944"/>
            <a:chExt cx="625680" cy="34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4A3AB2A-F5DF-F941-CFDD-CB46F73A5B7F}"/>
                    </a:ext>
                  </a:extLst>
                </p14:cNvPr>
                <p14:cNvContentPartPr/>
                <p14:nvPr/>
              </p14:nvContentPartPr>
              <p14:xfrm>
                <a:off x="9269208" y="388944"/>
                <a:ext cx="625680" cy="3499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4A3AB2A-F5DF-F941-CFDD-CB46F73A5B7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260568" y="379944"/>
                  <a:ext cx="64332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6C7065E-58F1-FB44-3F8B-0B18AE3444F0}"/>
                    </a:ext>
                  </a:extLst>
                </p14:cNvPr>
                <p14:cNvContentPartPr/>
                <p14:nvPr/>
              </p14:nvContentPartPr>
              <p14:xfrm>
                <a:off x="9519768" y="485784"/>
                <a:ext cx="135000" cy="90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6C7065E-58F1-FB44-3F8B-0B18AE3444F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511128" y="477144"/>
                  <a:ext cx="152640" cy="2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AD096A8-4FB1-8B1A-C442-7A0C6E3045ED}"/>
              </a:ext>
            </a:extLst>
          </p:cNvPr>
          <p:cNvGrpSpPr/>
          <p:nvPr/>
        </p:nvGrpSpPr>
        <p:grpSpPr>
          <a:xfrm>
            <a:off x="10296288" y="550224"/>
            <a:ext cx="813240" cy="154800"/>
            <a:chOff x="10296288" y="550224"/>
            <a:chExt cx="813240" cy="15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8A36922-3B49-6954-C52C-9FE301A0CE33}"/>
                    </a:ext>
                  </a:extLst>
                </p14:cNvPr>
                <p14:cNvContentPartPr/>
                <p14:nvPr/>
              </p14:nvContentPartPr>
              <p14:xfrm>
                <a:off x="10296288" y="550224"/>
                <a:ext cx="220680" cy="1548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8A36922-3B49-6954-C52C-9FE301A0CE33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287288" y="541584"/>
                  <a:ext cx="23832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5BE675F-88D5-33A0-AA36-B24145F8BDCA}"/>
                    </a:ext>
                  </a:extLst>
                </p14:cNvPr>
                <p14:cNvContentPartPr/>
                <p14:nvPr/>
              </p14:nvContentPartPr>
              <p14:xfrm>
                <a:off x="10577088" y="580464"/>
                <a:ext cx="532440" cy="824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5BE675F-88D5-33A0-AA36-B24145F8BDC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568448" y="571824"/>
                  <a:ext cx="550080" cy="100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454AA542-A519-1C8B-998D-9173A02EDA0C}"/>
                  </a:ext>
                </a:extLst>
              </p14:cNvPr>
              <p14:cNvContentPartPr/>
              <p14:nvPr/>
            </p14:nvContentPartPr>
            <p14:xfrm>
              <a:off x="797688" y="1020384"/>
              <a:ext cx="263160" cy="1339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454AA542-A519-1C8B-998D-9173A02EDA0C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788688" y="1011384"/>
                <a:ext cx="28080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81B0B287-9EE1-0550-86E4-9CD1A1E20373}"/>
                  </a:ext>
                </a:extLst>
              </p14:cNvPr>
              <p14:cNvContentPartPr/>
              <p14:nvPr/>
            </p14:nvContentPartPr>
            <p14:xfrm>
              <a:off x="1170288" y="1026144"/>
              <a:ext cx="47520" cy="835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81B0B287-9EE1-0550-86E4-9CD1A1E20373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1161648" y="1017144"/>
                <a:ext cx="65160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1122FB22-71E1-A498-6C04-75E10F7DCE81}"/>
                  </a:ext>
                </a:extLst>
              </p14:cNvPr>
              <p14:cNvContentPartPr/>
              <p14:nvPr/>
            </p14:nvContentPartPr>
            <p14:xfrm>
              <a:off x="1298808" y="1046664"/>
              <a:ext cx="73440" cy="781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1122FB22-71E1-A498-6C04-75E10F7DCE81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1289808" y="1037664"/>
                <a:ext cx="9108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7DD6DD6D-D306-084D-2084-D3EAB01459A4}"/>
                  </a:ext>
                </a:extLst>
              </p14:cNvPr>
              <p14:cNvContentPartPr/>
              <p14:nvPr/>
            </p14:nvContentPartPr>
            <p14:xfrm>
              <a:off x="1440648" y="938664"/>
              <a:ext cx="93240" cy="17172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7DD6DD6D-D306-084D-2084-D3EAB01459A4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1432008" y="929664"/>
                <a:ext cx="11088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5C2A0FB7-6252-C56A-CFC4-8B8D29493DB5}"/>
                  </a:ext>
                </a:extLst>
              </p14:cNvPr>
              <p14:cNvContentPartPr/>
              <p14:nvPr/>
            </p14:nvContentPartPr>
            <p14:xfrm>
              <a:off x="2035008" y="976104"/>
              <a:ext cx="447480" cy="24840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5C2A0FB7-6252-C56A-CFC4-8B8D29493DB5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2026008" y="967104"/>
                <a:ext cx="465120" cy="2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42E70CA3-0917-914C-3BFF-DEBFEAB952E2}"/>
                  </a:ext>
                </a:extLst>
              </p14:cNvPr>
              <p14:cNvContentPartPr/>
              <p14:nvPr/>
            </p14:nvContentPartPr>
            <p14:xfrm>
              <a:off x="2540808" y="1004544"/>
              <a:ext cx="624240" cy="31392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42E70CA3-0917-914C-3BFF-DEBFEAB952E2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2531808" y="995544"/>
                <a:ext cx="641880" cy="33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200B116D-5B36-2170-4517-8FABB5FEC0D9}"/>
                  </a:ext>
                </a:extLst>
              </p14:cNvPr>
              <p14:cNvContentPartPr/>
              <p14:nvPr/>
            </p14:nvContentPartPr>
            <p14:xfrm>
              <a:off x="3250368" y="1018224"/>
              <a:ext cx="182520" cy="6480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200B116D-5B36-2170-4517-8FABB5FEC0D9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3241368" y="1009584"/>
                <a:ext cx="200160" cy="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83301ED4-145B-660B-5C35-EB15C3C18C4F}"/>
                  </a:ext>
                </a:extLst>
              </p14:cNvPr>
              <p14:cNvContentPartPr/>
              <p14:nvPr/>
            </p14:nvContentPartPr>
            <p14:xfrm>
              <a:off x="3616848" y="1085904"/>
              <a:ext cx="2160" cy="324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83301ED4-145B-660B-5C35-EB15C3C18C4F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3607848" y="1076904"/>
                <a:ext cx="1980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792F7E18-41A1-0C9E-6FE8-DA742712B4AA}"/>
                  </a:ext>
                </a:extLst>
              </p14:cNvPr>
              <p14:cNvContentPartPr/>
              <p14:nvPr/>
            </p14:nvContentPartPr>
            <p14:xfrm>
              <a:off x="965088" y="1430784"/>
              <a:ext cx="288000" cy="35496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792F7E18-41A1-0C9E-6FE8-DA742712B4AA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956448" y="1422144"/>
                <a:ext cx="305640" cy="37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160C4FB5-E75B-F5D6-96F0-8277AF7D9841}"/>
                  </a:ext>
                </a:extLst>
              </p14:cNvPr>
              <p14:cNvContentPartPr/>
              <p14:nvPr/>
            </p14:nvContentPartPr>
            <p14:xfrm>
              <a:off x="1060128" y="1608624"/>
              <a:ext cx="527040" cy="8856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160C4FB5-E75B-F5D6-96F0-8277AF7D9841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1051128" y="1599624"/>
                <a:ext cx="54468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5A8EF0BE-4969-D006-9898-1F89D1B81169}"/>
                  </a:ext>
                </a:extLst>
              </p14:cNvPr>
              <p14:cNvContentPartPr/>
              <p14:nvPr/>
            </p14:nvContentPartPr>
            <p14:xfrm>
              <a:off x="2102688" y="1600704"/>
              <a:ext cx="505440" cy="13248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5A8EF0BE-4969-D006-9898-1F89D1B81169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2094048" y="1591704"/>
                <a:ext cx="523080" cy="15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B913EC80-9B51-943F-99AA-6187F0F0B28B}"/>
                  </a:ext>
                </a:extLst>
              </p14:cNvPr>
              <p14:cNvContentPartPr/>
              <p14:nvPr/>
            </p14:nvContentPartPr>
            <p14:xfrm>
              <a:off x="2644848" y="1607904"/>
              <a:ext cx="271440" cy="28764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B913EC80-9B51-943F-99AA-6187F0F0B28B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2636208" y="1599264"/>
                <a:ext cx="289080" cy="30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D90EA1AA-2430-99F8-B4E8-0486E27EF3E0}"/>
                  </a:ext>
                </a:extLst>
              </p14:cNvPr>
              <p14:cNvContentPartPr/>
              <p14:nvPr/>
            </p14:nvContentPartPr>
            <p14:xfrm>
              <a:off x="3359088" y="1570824"/>
              <a:ext cx="291960" cy="13356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D90EA1AA-2430-99F8-B4E8-0486E27EF3E0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3350448" y="1562184"/>
                <a:ext cx="30960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C6788D41-7BFB-C87A-B80C-0C8F73535993}"/>
                  </a:ext>
                </a:extLst>
              </p14:cNvPr>
              <p14:cNvContentPartPr/>
              <p14:nvPr/>
            </p14:nvContentPartPr>
            <p14:xfrm>
              <a:off x="3763008" y="1576224"/>
              <a:ext cx="465840" cy="8604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C6788D41-7BFB-C87A-B80C-0C8F73535993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3754368" y="1567224"/>
                <a:ext cx="48348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ED8E39A5-63CE-3C65-EC1B-19053BBB10CD}"/>
                  </a:ext>
                </a:extLst>
              </p14:cNvPr>
              <p14:cNvContentPartPr/>
              <p14:nvPr/>
            </p14:nvContentPartPr>
            <p14:xfrm>
              <a:off x="4297608" y="1493064"/>
              <a:ext cx="116640" cy="14688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ED8E39A5-63CE-3C65-EC1B-19053BBB10CD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4288608" y="1484064"/>
                <a:ext cx="134280" cy="1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83983A97-C9C7-5D68-06CF-C87E9587CFAE}"/>
                  </a:ext>
                </a:extLst>
              </p14:cNvPr>
              <p14:cNvContentPartPr/>
              <p14:nvPr/>
            </p14:nvContentPartPr>
            <p14:xfrm>
              <a:off x="4846608" y="1458864"/>
              <a:ext cx="261360" cy="21816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83983A97-C9C7-5D68-06CF-C87E9587CFAE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4837968" y="1450224"/>
                <a:ext cx="27900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B0834C08-70B1-EEBE-1E1B-D3EEBC2CB9AE}"/>
                  </a:ext>
                </a:extLst>
              </p14:cNvPr>
              <p14:cNvContentPartPr/>
              <p14:nvPr/>
            </p14:nvContentPartPr>
            <p14:xfrm>
              <a:off x="5175648" y="1467144"/>
              <a:ext cx="177480" cy="22824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B0834C08-70B1-EEBE-1E1B-D3EEBC2CB9AE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5167008" y="1458144"/>
                <a:ext cx="19512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89DDA7FF-3D7C-1B99-8D4D-81D0F315C283}"/>
                  </a:ext>
                </a:extLst>
              </p14:cNvPr>
              <p14:cNvContentPartPr/>
              <p14:nvPr/>
            </p14:nvContentPartPr>
            <p14:xfrm>
              <a:off x="5808168" y="1537344"/>
              <a:ext cx="132480" cy="7920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89DDA7FF-3D7C-1B99-8D4D-81D0F315C283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5799528" y="1528344"/>
                <a:ext cx="15012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711B0346-7F00-B1CC-21F0-8C479914DFA5}"/>
                  </a:ext>
                </a:extLst>
              </p14:cNvPr>
              <p14:cNvContentPartPr/>
              <p14:nvPr/>
            </p14:nvContentPartPr>
            <p14:xfrm>
              <a:off x="5853888" y="1428984"/>
              <a:ext cx="5040" cy="1728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711B0346-7F00-B1CC-21F0-8C479914DFA5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5844888" y="1420344"/>
                <a:ext cx="2268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9B80ACA1-755F-3DB6-29D7-22C7411BF7F0}"/>
                  </a:ext>
                </a:extLst>
              </p14:cNvPr>
              <p14:cNvContentPartPr/>
              <p14:nvPr/>
            </p14:nvContentPartPr>
            <p14:xfrm>
              <a:off x="6277968" y="1511424"/>
              <a:ext cx="406440" cy="8064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9B80ACA1-755F-3DB6-29D7-22C7411BF7F0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6268968" y="1502784"/>
                <a:ext cx="424080" cy="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6321E9D1-8817-BD0B-6B00-BE0D14EA087B}"/>
                  </a:ext>
                </a:extLst>
              </p14:cNvPr>
              <p14:cNvContentPartPr/>
              <p14:nvPr/>
            </p14:nvContentPartPr>
            <p14:xfrm>
              <a:off x="6704568" y="1407384"/>
              <a:ext cx="87120" cy="18396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6321E9D1-8817-BD0B-6B00-BE0D14EA087B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6695568" y="1398384"/>
                <a:ext cx="104760" cy="20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92AC4B53-3FA8-D5F0-58C1-41CEFD7E3D65}"/>
                  </a:ext>
                </a:extLst>
              </p14:cNvPr>
              <p14:cNvContentPartPr/>
              <p14:nvPr/>
            </p14:nvContentPartPr>
            <p14:xfrm>
              <a:off x="7121448" y="1302624"/>
              <a:ext cx="298080" cy="32832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92AC4B53-3FA8-D5F0-58C1-41CEFD7E3D65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7112448" y="1293984"/>
                <a:ext cx="315720" cy="34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F3CEEA6C-A8B3-05E8-98B1-78FCBFF1D2DE}"/>
                  </a:ext>
                </a:extLst>
              </p14:cNvPr>
              <p14:cNvContentPartPr/>
              <p14:nvPr/>
            </p14:nvContentPartPr>
            <p14:xfrm>
              <a:off x="7296768" y="1436544"/>
              <a:ext cx="137880" cy="1692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F3CEEA6C-A8B3-05E8-98B1-78FCBFF1D2DE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7287768" y="1427544"/>
                <a:ext cx="15552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941CDE91-5144-4042-9B4F-BA6BA43827B2}"/>
                  </a:ext>
                </a:extLst>
              </p14:cNvPr>
              <p14:cNvContentPartPr/>
              <p14:nvPr/>
            </p14:nvContentPartPr>
            <p14:xfrm>
              <a:off x="7752168" y="1493424"/>
              <a:ext cx="140040" cy="13212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941CDE91-5144-4042-9B4F-BA6BA43827B2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7743168" y="1484424"/>
                <a:ext cx="157680" cy="14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0E5F222E-6727-49BF-567A-665B8448166A}"/>
                  </a:ext>
                </a:extLst>
              </p14:cNvPr>
              <p14:cNvContentPartPr/>
              <p14:nvPr/>
            </p14:nvContentPartPr>
            <p14:xfrm>
              <a:off x="7968888" y="1412064"/>
              <a:ext cx="29160" cy="18468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0E5F222E-6727-49BF-567A-665B8448166A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7959888" y="1403064"/>
                <a:ext cx="46800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938B7B93-B971-31D7-4023-7DBBFB2A2259}"/>
                  </a:ext>
                </a:extLst>
              </p14:cNvPr>
              <p14:cNvContentPartPr/>
              <p14:nvPr/>
            </p14:nvContentPartPr>
            <p14:xfrm>
              <a:off x="7971048" y="1533024"/>
              <a:ext cx="159840" cy="6588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938B7B93-B971-31D7-4023-7DBBFB2A2259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7962048" y="1524384"/>
                <a:ext cx="17748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7B171C44-681D-620A-76CC-F2B42F13D9CF}"/>
                  </a:ext>
                </a:extLst>
              </p14:cNvPr>
              <p14:cNvContentPartPr/>
              <p14:nvPr/>
            </p14:nvContentPartPr>
            <p14:xfrm>
              <a:off x="8182728" y="1531584"/>
              <a:ext cx="191160" cy="7560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7B171C44-681D-620A-76CC-F2B42F13D9CF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8174088" y="1522944"/>
                <a:ext cx="208800" cy="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070CE03F-371A-AF8F-30B6-F90E70B6BED4}"/>
                  </a:ext>
                </a:extLst>
              </p14:cNvPr>
              <p14:cNvContentPartPr/>
              <p14:nvPr/>
            </p14:nvContentPartPr>
            <p14:xfrm>
              <a:off x="8849448" y="1417104"/>
              <a:ext cx="144000" cy="19260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070CE03F-371A-AF8F-30B6-F90E70B6BED4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8840448" y="1408104"/>
                <a:ext cx="161640" cy="21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4319307C-ECE3-C629-013C-43701BABC423}"/>
                  </a:ext>
                </a:extLst>
              </p14:cNvPr>
              <p14:cNvContentPartPr/>
              <p14:nvPr/>
            </p14:nvContentPartPr>
            <p14:xfrm>
              <a:off x="9101808" y="1482264"/>
              <a:ext cx="119520" cy="9252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4319307C-ECE3-C629-013C-43701BABC423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9093168" y="1473624"/>
                <a:ext cx="13716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AB15624D-999D-B666-5F10-97B1596CFF18}"/>
                  </a:ext>
                </a:extLst>
              </p14:cNvPr>
              <p14:cNvContentPartPr/>
              <p14:nvPr/>
            </p14:nvContentPartPr>
            <p14:xfrm>
              <a:off x="9271368" y="1431864"/>
              <a:ext cx="239400" cy="16056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AB15624D-999D-B666-5F10-97B1596CFF18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9262728" y="1423224"/>
                <a:ext cx="25704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4A0C65A1-E181-1A9E-C091-0AA523C23F90}"/>
                  </a:ext>
                </a:extLst>
              </p14:cNvPr>
              <p14:cNvContentPartPr/>
              <p14:nvPr/>
            </p14:nvContentPartPr>
            <p14:xfrm>
              <a:off x="9768888" y="1461024"/>
              <a:ext cx="150840" cy="25956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4A0C65A1-E181-1A9E-C091-0AA523C23F90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9760248" y="1452024"/>
                <a:ext cx="168480" cy="2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2FB82C26-35EA-DB9D-A767-2F7E4AAE0B86}"/>
                  </a:ext>
                </a:extLst>
              </p14:cNvPr>
              <p14:cNvContentPartPr/>
              <p14:nvPr/>
            </p14:nvContentPartPr>
            <p14:xfrm>
              <a:off x="10024128" y="1476504"/>
              <a:ext cx="161640" cy="11196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2FB82C26-35EA-DB9D-A767-2F7E4AAE0B86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10015128" y="1467864"/>
                <a:ext cx="179280" cy="12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7A537E5A-2175-B806-6648-5B636D02F722}"/>
                  </a:ext>
                </a:extLst>
              </p14:cNvPr>
              <p14:cNvContentPartPr/>
              <p14:nvPr/>
            </p14:nvContentPartPr>
            <p14:xfrm>
              <a:off x="10172448" y="1444824"/>
              <a:ext cx="5400" cy="900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7A537E5A-2175-B806-6648-5B636D02F722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10163808" y="1436184"/>
                <a:ext cx="2304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53A7C8C1-BEAF-9BF0-DF0C-6FC339195399}"/>
                  </a:ext>
                </a:extLst>
              </p14:cNvPr>
              <p14:cNvContentPartPr/>
              <p14:nvPr/>
            </p14:nvContentPartPr>
            <p14:xfrm>
              <a:off x="10254888" y="1368864"/>
              <a:ext cx="406800" cy="18792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53A7C8C1-BEAF-9BF0-DF0C-6FC339195399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10246248" y="1359864"/>
                <a:ext cx="42444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96D5988F-02AD-9E4C-ED06-7B6D5C54F314}"/>
                  </a:ext>
                </a:extLst>
              </p14:cNvPr>
              <p14:cNvContentPartPr/>
              <p14:nvPr/>
            </p14:nvContentPartPr>
            <p14:xfrm>
              <a:off x="10540008" y="1411344"/>
              <a:ext cx="87840" cy="864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96D5988F-02AD-9E4C-ED06-7B6D5C54F314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10531368" y="1402704"/>
                <a:ext cx="10548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38E6D686-58E8-3607-252A-607A9184E672}"/>
                  </a:ext>
                </a:extLst>
              </p14:cNvPr>
              <p14:cNvContentPartPr/>
              <p14:nvPr/>
            </p14:nvContentPartPr>
            <p14:xfrm>
              <a:off x="10680768" y="1509264"/>
              <a:ext cx="77400" cy="5652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38E6D686-58E8-3607-252A-607A9184E672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10671768" y="1500264"/>
                <a:ext cx="9504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B7A99659-BD73-C7F5-19F2-CB2B624699EF}"/>
                  </a:ext>
                </a:extLst>
              </p14:cNvPr>
              <p14:cNvContentPartPr/>
              <p14:nvPr/>
            </p14:nvContentPartPr>
            <p14:xfrm>
              <a:off x="10863288" y="1565784"/>
              <a:ext cx="9000" cy="432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B7A99659-BD73-C7F5-19F2-CB2B624699EF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10854288" y="1557144"/>
                <a:ext cx="2664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A9374FAB-1698-9AD1-BE12-71B91B6786DB}"/>
                  </a:ext>
                </a:extLst>
              </p14:cNvPr>
              <p14:cNvContentPartPr/>
              <p14:nvPr/>
            </p14:nvContentPartPr>
            <p14:xfrm>
              <a:off x="11140128" y="1417824"/>
              <a:ext cx="47160" cy="17712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A9374FAB-1698-9AD1-BE12-71B91B6786DB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11131488" y="1409184"/>
                <a:ext cx="64800" cy="19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BE2B9B3E-AD9D-25EC-A8EC-7B73B82F47F2}"/>
                  </a:ext>
                </a:extLst>
              </p14:cNvPr>
              <p14:cNvContentPartPr/>
              <p14:nvPr/>
            </p14:nvContentPartPr>
            <p14:xfrm>
              <a:off x="11012688" y="1302624"/>
              <a:ext cx="911880" cy="25200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BE2B9B3E-AD9D-25EC-A8EC-7B73B82F47F2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11003688" y="1293984"/>
                <a:ext cx="929520" cy="2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820A4F0C-2068-4291-7956-6CBE3E554249}"/>
                  </a:ext>
                </a:extLst>
              </p14:cNvPr>
              <p14:cNvContentPartPr/>
              <p14:nvPr/>
            </p14:nvContentPartPr>
            <p14:xfrm>
              <a:off x="1136808" y="1941984"/>
              <a:ext cx="239040" cy="39528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820A4F0C-2068-4291-7956-6CBE3E554249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1127808" y="1932984"/>
                <a:ext cx="256680" cy="41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397C2260-0611-8071-B242-B83CCE5D2BDA}"/>
                  </a:ext>
                </a:extLst>
              </p14:cNvPr>
              <p14:cNvContentPartPr/>
              <p14:nvPr/>
            </p14:nvContentPartPr>
            <p14:xfrm>
              <a:off x="1501128" y="1958904"/>
              <a:ext cx="213120" cy="14832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397C2260-0611-8071-B242-B83CCE5D2BDA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1492488" y="1950264"/>
                <a:ext cx="230760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E564682B-53C5-1FDD-47BD-C7047B94AC80}"/>
                  </a:ext>
                </a:extLst>
              </p14:cNvPr>
              <p14:cNvContentPartPr/>
              <p14:nvPr/>
            </p14:nvContentPartPr>
            <p14:xfrm>
              <a:off x="1695528" y="1929744"/>
              <a:ext cx="4320" cy="1656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E564682B-53C5-1FDD-47BD-C7047B94AC80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1686528" y="1920744"/>
                <a:ext cx="2196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E9B2747D-4C76-5542-E4B5-6146E0D6B282}"/>
                  </a:ext>
                </a:extLst>
              </p14:cNvPr>
              <p14:cNvContentPartPr/>
              <p14:nvPr/>
            </p14:nvContentPartPr>
            <p14:xfrm>
              <a:off x="1769328" y="1909584"/>
              <a:ext cx="379800" cy="11556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E9B2747D-4C76-5542-E4B5-6146E0D6B282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1760688" y="1900584"/>
                <a:ext cx="397440" cy="13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FB646271-07B0-F54B-0083-04AD1F1E73B2}"/>
                  </a:ext>
                </a:extLst>
              </p14:cNvPr>
              <p14:cNvContentPartPr/>
              <p14:nvPr/>
            </p14:nvContentPartPr>
            <p14:xfrm>
              <a:off x="2070648" y="1927224"/>
              <a:ext cx="34200" cy="720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FB646271-07B0-F54B-0083-04AD1F1E73B2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2061648" y="1918224"/>
                <a:ext cx="5184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00D26B69-C26D-9697-AAAD-F68B326685BF}"/>
                  </a:ext>
                </a:extLst>
              </p14:cNvPr>
              <p14:cNvContentPartPr/>
              <p14:nvPr/>
            </p14:nvContentPartPr>
            <p14:xfrm>
              <a:off x="2213928" y="1972944"/>
              <a:ext cx="84960" cy="7092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00D26B69-C26D-9697-AAAD-F68B326685BF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2205288" y="1963944"/>
                <a:ext cx="10260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616F3F0B-CDC4-2605-9C87-AEF18A9DE9D0}"/>
                  </a:ext>
                </a:extLst>
              </p14:cNvPr>
              <p14:cNvContentPartPr/>
              <p14:nvPr/>
            </p14:nvContentPartPr>
            <p14:xfrm>
              <a:off x="2928888" y="1827144"/>
              <a:ext cx="525960" cy="25380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616F3F0B-CDC4-2605-9C87-AEF18A9DE9D0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2919888" y="1818504"/>
                <a:ext cx="543600" cy="2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79EE57DE-47FD-6C5A-D59A-D09720EC1445}"/>
                  </a:ext>
                </a:extLst>
              </p14:cNvPr>
              <p14:cNvContentPartPr/>
              <p14:nvPr/>
            </p14:nvContentPartPr>
            <p14:xfrm>
              <a:off x="3565728" y="1911384"/>
              <a:ext cx="321120" cy="10440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79EE57DE-47FD-6C5A-D59A-D09720EC1445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3556728" y="1902744"/>
                <a:ext cx="33876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A9AA8E14-D03C-449F-99C8-0E0E7ADE8F92}"/>
                  </a:ext>
                </a:extLst>
              </p14:cNvPr>
              <p14:cNvContentPartPr/>
              <p14:nvPr/>
            </p14:nvContentPartPr>
            <p14:xfrm>
              <a:off x="4165488" y="1936224"/>
              <a:ext cx="290880" cy="9864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A9AA8E14-D03C-449F-99C8-0E0E7ADE8F92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4156488" y="1927584"/>
                <a:ext cx="308520" cy="11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A3662BB3-E440-7124-7CE2-BEB54D330FEC}"/>
                  </a:ext>
                </a:extLst>
              </p14:cNvPr>
              <p14:cNvContentPartPr/>
              <p14:nvPr/>
            </p14:nvContentPartPr>
            <p14:xfrm>
              <a:off x="4810608" y="1815624"/>
              <a:ext cx="293040" cy="22860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A3662BB3-E440-7124-7CE2-BEB54D330FEC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4801608" y="1806984"/>
                <a:ext cx="31068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F3A6F490-E1CA-463E-767F-B178EA9670AB}"/>
                  </a:ext>
                </a:extLst>
              </p14:cNvPr>
              <p14:cNvContentPartPr/>
              <p14:nvPr/>
            </p14:nvContentPartPr>
            <p14:xfrm>
              <a:off x="5046768" y="1879344"/>
              <a:ext cx="52560" cy="720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F3A6F490-E1CA-463E-767F-B178EA9670AB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5037768" y="1870344"/>
                <a:ext cx="7020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C46284F1-ED09-602B-A02C-D37CBE934F61}"/>
                  </a:ext>
                </a:extLst>
              </p14:cNvPr>
              <p14:cNvContentPartPr/>
              <p14:nvPr/>
            </p14:nvContentPartPr>
            <p14:xfrm>
              <a:off x="5386608" y="1897704"/>
              <a:ext cx="368280" cy="17604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C46284F1-ED09-602B-A02C-D37CBE934F61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5377608" y="1888704"/>
                <a:ext cx="38592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94D1780F-6E9F-D516-A2C4-D7351E5644C6}"/>
                  </a:ext>
                </a:extLst>
              </p14:cNvPr>
              <p14:cNvContentPartPr/>
              <p14:nvPr/>
            </p14:nvContentPartPr>
            <p14:xfrm>
              <a:off x="5778648" y="1917864"/>
              <a:ext cx="228240" cy="11124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94D1780F-6E9F-D516-A2C4-D7351E5644C6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5769648" y="1908864"/>
                <a:ext cx="245880" cy="12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7D4EDD22-A31B-8052-A275-3712E079D615}"/>
                  </a:ext>
                </a:extLst>
              </p14:cNvPr>
              <p14:cNvContentPartPr/>
              <p14:nvPr/>
            </p14:nvContentPartPr>
            <p14:xfrm>
              <a:off x="6086088" y="1932624"/>
              <a:ext cx="108000" cy="7380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7D4EDD22-A31B-8052-A275-3712E079D615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6077448" y="1923984"/>
                <a:ext cx="12564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1AD01FC9-F988-4CBB-1DEC-6797F0CDD351}"/>
                  </a:ext>
                </a:extLst>
              </p14:cNvPr>
              <p14:cNvContentPartPr/>
              <p14:nvPr/>
            </p14:nvContentPartPr>
            <p14:xfrm>
              <a:off x="6221808" y="1936944"/>
              <a:ext cx="213480" cy="6336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1AD01FC9-F988-4CBB-1DEC-6797F0CDD351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6213168" y="1928304"/>
                <a:ext cx="23112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F32D2096-0D50-6079-1EB1-395D19BB98DE}"/>
                  </a:ext>
                </a:extLst>
              </p14:cNvPr>
              <p14:cNvContentPartPr/>
              <p14:nvPr/>
            </p14:nvContentPartPr>
            <p14:xfrm>
              <a:off x="6759288" y="1859184"/>
              <a:ext cx="58680" cy="16992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F32D2096-0D50-6079-1EB1-395D19BB98DE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6750288" y="1850544"/>
                <a:ext cx="7632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18AA765D-0AD5-781A-5F91-D523FBB66F34}"/>
                  </a:ext>
                </a:extLst>
              </p14:cNvPr>
              <p14:cNvContentPartPr/>
              <p14:nvPr/>
            </p14:nvContentPartPr>
            <p14:xfrm>
              <a:off x="6767928" y="1827504"/>
              <a:ext cx="267120" cy="20664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18AA765D-0AD5-781A-5F91-D523FBB66F34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6758928" y="1818504"/>
                <a:ext cx="28476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0D00E396-7265-7F5D-4158-5E909499902C}"/>
                  </a:ext>
                </a:extLst>
              </p14:cNvPr>
              <p14:cNvContentPartPr/>
              <p14:nvPr/>
            </p14:nvContentPartPr>
            <p14:xfrm>
              <a:off x="7390008" y="1873944"/>
              <a:ext cx="117720" cy="14724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0D00E396-7265-7F5D-4158-5E909499902C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7381008" y="1865304"/>
                <a:ext cx="135360" cy="16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430DDFF5-0B63-5A3E-6A50-E4D4A12B794B}"/>
                  </a:ext>
                </a:extLst>
              </p14:cNvPr>
              <p14:cNvContentPartPr/>
              <p14:nvPr/>
            </p14:nvContentPartPr>
            <p14:xfrm>
              <a:off x="7600608" y="1869984"/>
              <a:ext cx="379800" cy="14328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430DDFF5-0B63-5A3E-6A50-E4D4A12B794B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7591968" y="1861344"/>
                <a:ext cx="39744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FF9F82CB-D415-E8E2-7F40-0764B9ECE0D6}"/>
                  </a:ext>
                </a:extLst>
              </p14:cNvPr>
              <p14:cNvContentPartPr/>
              <p14:nvPr/>
            </p14:nvContentPartPr>
            <p14:xfrm>
              <a:off x="7970688" y="1945224"/>
              <a:ext cx="141120" cy="2772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FF9F82CB-D415-E8E2-7F40-0764B9ECE0D6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7961688" y="1936584"/>
                <a:ext cx="15876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D5C57405-284D-89D9-B534-E6107896FAC3}"/>
                  </a:ext>
                </a:extLst>
              </p14:cNvPr>
              <p14:cNvContentPartPr/>
              <p14:nvPr/>
            </p14:nvContentPartPr>
            <p14:xfrm>
              <a:off x="1312848" y="2414304"/>
              <a:ext cx="79920" cy="230760"/>
            </p14:xfrm>
          </p:contentPart>
        </mc:Choice>
        <mc:Fallback xmlns=""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D5C57405-284D-89D9-B534-E6107896FAC3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1304208" y="2405664"/>
                <a:ext cx="9756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7D0C7A68-5739-7942-497E-6ECDC016BB91}"/>
                  </a:ext>
                </a:extLst>
              </p14:cNvPr>
              <p14:cNvContentPartPr/>
              <p14:nvPr/>
            </p14:nvContentPartPr>
            <p14:xfrm>
              <a:off x="1161288" y="2257704"/>
              <a:ext cx="597240" cy="326880"/>
            </p14:xfrm>
          </p:contentPart>
        </mc:Choice>
        <mc:Fallback xmlns=""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7D0C7A68-5739-7942-497E-6ECDC016BB91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1152648" y="2248704"/>
                <a:ext cx="614880" cy="34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84FA86E8-E679-1B1F-A6B0-A0405EAA21DE}"/>
                  </a:ext>
                </a:extLst>
              </p14:cNvPr>
              <p14:cNvContentPartPr/>
              <p14:nvPr/>
            </p14:nvContentPartPr>
            <p14:xfrm>
              <a:off x="2346768" y="2327544"/>
              <a:ext cx="576360" cy="276840"/>
            </p14:xfrm>
          </p:contentPart>
        </mc:Choice>
        <mc:Fallback xmlns=""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84FA86E8-E679-1B1F-A6B0-A0405EAA21DE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2337768" y="2318544"/>
                <a:ext cx="594000" cy="29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A4B1C403-2CBE-58DB-3A8A-89D1FDC2580B}"/>
                  </a:ext>
                </a:extLst>
              </p14:cNvPr>
              <p14:cNvContentPartPr/>
              <p14:nvPr/>
            </p14:nvContentPartPr>
            <p14:xfrm>
              <a:off x="2884248" y="2404224"/>
              <a:ext cx="74520" cy="20880"/>
            </p14:xfrm>
          </p:contentPart>
        </mc:Choice>
        <mc:Fallback xmlns=""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A4B1C403-2CBE-58DB-3A8A-89D1FDC2580B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2875608" y="2395584"/>
                <a:ext cx="9216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E0366D93-E411-0A43-B09B-06C18C3DA13E}"/>
                  </a:ext>
                </a:extLst>
              </p14:cNvPr>
              <p14:cNvContentPartPr/>
              <p14:nvPr/>
            </p14:nvContentPartPr>
            <p14:xfrm>
              <a:off x="2957688" y="2373984"/>
              <a:ext cx="165600" cy="265320"/>
            </p14:xfrm>
          </p:contentPart>
        </mc:Choice>
        <mc:Fallback xmlns=""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E0366D93-E411-0A43-B09B-06C18C3DA13E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2949048" y="2364984"/>
                <a:ext cx="183240" cy="28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95F6434F-6B47-2D57-F097-64CCE7A5188F}"/>
                  </a:ext>
                </a:extLst>
              </p14:cNvPr>
              <p14:cNvContentPartPr/>
              <p14:nvPr/>
            </p14:nvContentPartPr>
            <p14:xfrm>
              <a:off x="3189888" y="2312424"/>
              <a:ext cx="161280" cy="157680"/>
            </p14:xfrm>
          </p:contentPart>
        </mc:Choice>
        <mc:Fallback xmlns=""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95F6434F-6B47-2D57-F097-64CCE7A5188F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3181248" y="2303424"/>
                <a:ext cx="17892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851F3C82-3E2B-7BB2-EB33-48317115F385}"/>
                  </a:ext>
                </a:extLst>
              </p14:cNvPr>
              <p14:cNvContentPartPr/>
              <p14:nvPr/>
            </p14:nvContentPartPr>
            <p14:xfrm>
              <a:off x="3334968" y="2414304"/>
              <a:ext cx="18000" cy="11880"/>
            </p14:xfrm>
          </p:contentPart>
        </mc:Choice>
        <mc:Fallback xmlns=""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851F3C82-3E2B-7BB2-EB33-48317115F385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3325968" y="2405304"/>
                <a:ext cx="35640" cy="2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653DA89D-B39E-3543-12E1-A150CA25C93D}"/>
                  </a:ext>
                </a:extLst>
              </p14:cNvPr>
              <p14:cNvContentPartPr/>
              <p14:nvPr/>
            </p14:nvContentPartPr>
            <p14:xfrm>
              <a:off x="3758688" y="2101104"/>
              <a:ext cx="207000" cy="458280"/>
            </p14:xfrm>
          </p:contentPart>
        </mc:Choice>
        <mc:Fallback xmlns=""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653DA89D-B39E-3543-12E1-A150CA25C93D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3749688" y="2092464"/>
                <a:ext cx="224640" cy="47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C99510ED-8F41-7ECF-43D8-42EFB8B22806}"/>
                  </a:ext>
                </a:extLst>
              </p14:cNvPr>
              <p14:cNvContentPartPr/>
              <p14:nvPr/>
            </p14:nvContentPartPr>
            <p14:xfrm>
              <a:off x="3572208" y="2314584"/>
              <a:ext cx="712440" cy="158400"/>
            </p14:xfrm>
          </p:contentPart>
        </mc:Choice>
        <mc:Fallback xmlns=""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C99510ED-8F41-7ECF-43D8-42EFB8B22806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3563208" y="2305584"/>
                <a:ext cx="730080" cy="17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289F19C2-5B14-4FC5-F12F-42D2E17D13E2}"/>
                  </a:ext>
                </a:extLst>
              </p14:cNvPr>
              <p14:cNvContentPartPr/>
              <p14:nvPr/>
            </p14:nvContentPartPr>
            <p14:xfrm>
              <a:off x="4727448" y="2307744"/>
              <a:ext cx="111240" cy="51840"/>
            </p14:xfrm>
          </p:contentPart>
        </mc:Choice>
        <mc:Fallback xmlns=""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289F19C2-5B14-4FC5-F12F-42D2E17D13E2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4718448" y="2298744"/>
                <a:ext cx="128880" cy="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7460B8C4-ABA1-E9E5-E3BE-CC788DDF0EAE}"/>
                  </a:ext>
                </a:extLst>
              </p14:cNvPr>
              <p14:cNvContentPartPr/>
              <p14:nvPr/>
            </p14:nvContentPartPr>
            <p14:xfrm>
              <a:off x="5246928" y="2234304"/>
              <a:ext cx="423000" cy="308520"/>
            </p14:xfrm>
          </p:contentPart>
        </mc:Choice>
        <mc:Fallback xmlns=""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7460B8C4-ABA1-E9E5-E3BE-CC788DDF0EAE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5237928" y="2225304"/>
                <a:ext cx="440640" cy="32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8C6664A1-18A6-CFC3-6536-F0A92AB657D5}"/>
                  </a:ext>
                </a:extLst>
              </p14:cNvPr>
              <p14:cNvContentPartPr/>
              <p14:nvPr/>
            </p14:nvContentPartPr>
            <p14:xfrm>
              <a:off x="5722128" y="2362104"/>
              <a:ext cx="61560" cy="53280"/>
            </p14:xfrm>
          </p:contentPart>
        </mc:Choice>
        <mc:Fallback xmlns=""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8C6664A1-18A6-CFC3-6536-F0A92AB657D5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5713488" y="2353104"/>
                <a:ext cx="79200" cy="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B8462668-F83D-94D2-61BC-1CE3730CD51C}"/>
                  </a:ext>
                </a:extLst>
              </p14:cNvPr>
              <p14:cNvContentPartPr/>
              <p14:nvPr/>
            </p14:nvContentPartPr>
            <p14:xfrm>
              <a:off x="5850288" y="2360304"/>
              <a:ext cx="425160" cy="95040"/>
            </p14:xfrm>
          </p:contentPart>
        </mc:Choice>
        <mc:Fallback xmlns=""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B8462668-F83D-94D2-61BC-1CE3730CD51C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5841648" y="2351664"/>
                <a:ext cx="44280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01F13B81-BF3D-366A-784E-A732C91D2EFD}"/>
                  </a:ext>
                </a:extLst>
              </p14:cNvPr>
              <p14:cNvContentPartPr/>
              <p14:nvPr/>
            </p14:nvContentPartPr>
            <p14:xfrm>
              <a:off x="6322608" y="2242584"/>
              <a:ext cx="544680" cy="315360"/>
            </p14:xfrm>
          </p:contentPart>
        </mc:Choice>
        <mc:Fallback xmlns=""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01F13B81-BF3D-366A-784E-A732C91D2EFD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6313968" y="2233944"/>
                <a:ext cx="562320" cy="33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2CE496B1-BE04-14C7-9372-66839FD95A37}"/>
                  </a:ext>
                </a:extLst>
              </p14:cNvPr>
              <p14:cNvContentPartPr/>
              <p14:nvPr/>
            </p14:nvContentPartPr>
            <p14:xfrm>
              <a:off x="7329528" y="2246184"/>
              <a:ext cx="260280" cy="338400"/>
            </p14:xfrm>
          </p:contentPart>
        </mc:Choice>
        <mc:Fallback xmlns=""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2CE496B1-BE04-14C7-9372-66839FD95A37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7320528" y="2237184"/>
                <a:ext cx="277920" cy="35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796076D5-776A-DDEB-9FBE-38AA771AEB1C}"/>
                  </a:ext>
                </a:extLst>
              </p14:cNvPr>
              <p14:cNvContentPartPr/>
              <p14:nvPr/>
            </p14:nvContentPartPr>
            <p14:xfrm>
              <a:off x="7667568" y="2291544"/>
              <a:ext cx="575280" cy="10800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796076D5-776A-DDEB-9FBE-38AA771AEB1C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7658928" y="2282904"/>
                <a:ext cx="592920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321A4E55-0C10-943E-D6A4-4A7A4861A1B1}"/>
                  </a:ext>
                </a:extLst>
              </p14:cNvPr>
              <p14:cNvContentPartPr/>
              <p14:nvPr/>
            </p14:nvContentPartPr>
            <p14:xfrm>
              <a:off x="1394208" y="2794824"/>
              <a:ext cx="172800" cy="428040"/>
            </p14:xfrm>
          </p:contentPart>
        </mc:Choice>
        <mc:Fallback xmlns=""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321A4E55-0C10-943E-D6A4-4A7A4861A1B1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1385208" y="2786184"/>
                <a:ext cx="190440" cy="44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50B38602-4F8B-30FE-16C9-0BB09D6DC4BA}"/>
                  </a:ext>
                </a:extLst>
              </p14:cNvPr>
              <p14:cNvContentPartPr/>
              <p14:nvPr/>
            </p14:nvContentPartPr>
            <p14:xfrm>
              <a:off x="1610208" y="2823624"/>
              <a:ext cx="354600" cy="206280"/>
            </p14:xfrm>
          </p:contentPart>
        </mc:Choice>
        <mc:Fallback xmlns=""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50B38602-4F8B-30FE-16C9-0BB09D6DC4BA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1601568" y="2814984"/>
                <a:ext cx="37224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0E8A5CCA-648E-C7E9-011E-08FB7382A41F}"/>
                  </a:ext>
                </a:extLst>
              </p14:cNvPr>
              <p14:cNvContentPartPr/>
              <p14:nvPr/>
            </p14:nvContentPartPr>
            <p14:xfrm>
              <a:off x="2046528" y="2939544"/>
              <a:ext cx="11160" cy="4680"/>
            </p14:xfrm>
          </p:contentPart>
        </mc:Choice>
        <mc:Fallback xmlns=""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0E8A5CCA-648E-C7E9-011E-08FB7382A41F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2037528" y="2930544"/>
                <a:ext cx="2880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63471756-1FB9-1FE7-095F-21DEE2D1DE2A}"/>
                  </a:ext>
                </a:extLst>
              </p14:cNvPr>
              <p14:cNvContentPartPr/>
              <p14:nvPr/>
            </p14:nvContentPartPr>
            <p14:xfrm>
              <a:off x="2485728" y="2803824"/>
              <a:ext cx="188280" cy="345240"/>
            </p14:xfrm>
          </p:contentPart>
        </mc:Choice>
        <mc:Fallback xmlns=""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63471756-1FB9-1FE7-095F-21DEE2D1DE2A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2476728" y="2795184"/>
                <a:ext cx="205920" cy="36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3C1765CB-57B9-9CCF-D9BD-DC3EDBAB8B29}"/>
                  </a:ext>
                </a:extLst>
              </p14:cNvPr>
              <p14:cNvContentPartPr/>
              <p14:nvPr/>
            </p14:nvContentPartPr>
            <p14:xfrm>
              <a:off x="2753568" y="2823624"/>
              <a:ext cx="533160" cy="120240"/>
            </p14:xfrm>
          </p:contentPart>
        </mc:Choice>
        <mc:Fallback xmlns=""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3C1765CB-57B9-9CCF-D9BD-DC3EDBAB8B29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2744568" y="2814624"/>
                <a:ext cx="550800" cy="1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0006DEDA-0C73-2A00-17EA-5C6FA16262DC}"/>
                  </a:ext>
                </a:extLst>
              </p14:cNvPr>
              <p14:cNvContentPartPr/>
              <p14:nvPr/>
            </p14:nvContentPartPr>
            <p14:xfrm>
              <a:off x="3859488" y="2767104"/>
              <a:ext cx="384480" cy="131400"/>
            </p14:xfrm>
          </p:contentPart>
        </mc:Choice>
        <mc:Fallback xmlns=""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0006DEDA-0C73-2A00-17EA-5C6FA16262DC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3850848" y="2758464"/>
                <a:ext cx="402120" cy="14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D8736749-B4FF-008D-B00E-A2DACA5D264D}"/>
                  </a:ext>
                </a:extLst>
              </p14:cNvPr>
              <p14:cNvContentPartPr/>
              <p14:nvPr/>
            </p14:nvContentPartPr>
            <p14:xfrm>
              <a:off x="4000608" y="2717424"/>
              <a:ext cx="145080" cy="299880"/>
            </p14:xfrm>
          </p:contentPart>
        </mc:Choice>
        <mc:Fallback xmlns=""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D8736749-B4FF-008D-B00E-A2DACA5D264D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3991608" y="2708424"/>
                <a:ext cx="162720" cy="31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79C3C012-00BD-E0CF-67CA-45AD69569CA3}"/>
                  </a:ext>
                </a:extLst>
              </p14:cNvPr>
              <p14:cNvContentPartPr/>
              <p14:nvPr/>
            </p14:nvContentPartPr>
            <p14:xfrm>
              <a:off x="4286448" y="2668824"/>
              <a:ext cx="230760" cy="331200"/>
            </p14:xfrm>
          </p:contentPart>
        </mc:Choice>
        <mc:Fallback xmlns=""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79C3C012-00BD-E0CF-67CA-45AD69569CA3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4277808" y="2660184"/>
                <a:ext cx="248400" cy="34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C7390DEF-678F-ECDF-8221-EBDBF0316A18}"/>
                  </a:ext>
                </a:extLst>
              </p14:cNvPr>
              <p14:cNvContentPartPr/>
              <p14:nvPr/>
            </p14:nvContentPartPr>
            <p14:xfrm>
              <a:off x="4467528" y="2685744"/>
              <a:ext cx="154080" cy="31320"/>
            </p14:xfrm>
          </p:contentPart>
        </mc:Choice>
        <mc:Fallback xmlns=""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C7390DEF-678F-ECDF-8221-EBDBF0316A18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4458888" y="2676744"/>
                <a:ext cx="17172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E198931D-4936-420A-A459-93D4389D76DF}"/>
                  </a:ext>
                </a:extLst>
              </p14:cNvPr>
              <p14:cNvContentPartPr/>
              <p14:nvPr/>
            </p14:nvContentPartPr>
            <p14:xfrm>
              <a:off x="4654728" y="2763144"/>
              <a:ext cx="50400" cy="134280"/>
            </p14:xfrm>
          </p:contentPart>
        </mc:Choice>
        <mc:Fallback xmlns=""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E198931D-4936-420A-A459-93D4389D76DF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4646088" y="2754504"/>
                <a:ext cx="68040" cy="1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D24FDD2C-1A58-D08C-DE42-97E766CA2499}"/>
                  </a:ext>
                </a:extLst>
              </p14:cNvPr>
              <p14:cNvContentPartPr/>
              <p14:nvPr/>
            </p14:nvContentPartPr>
            <p14:xfrm>
              <a:off x="4737528" y="2879424"/>
              <a:ext cx="37800" cy="84960"/>
            </p14:xfrm>
          </p:contentPart>
        </mc:Choice>
        <mc:Fallback xmlns=""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D24FDD2C-1A58-D08C-DE42-97E766CA2499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4728888" y="2870784"/>
                <a:ext cx="55440" cy="10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81A6BBA3-56B0-A219-B48D-494238EF56EA}"/>
                  </a:ext>
                </a:extLst>
              </p14:cNvPr>
              <p14:cNvContentPartPr/>
              <p14:nvPr/>
            </p14:nvContentPartPr>
            <p14:xfrm>
              <a:off x="4917168" y="2840544"/>
              <a:ext cx="236520" cy="118440"/>
            </p14:xfrm>
          </p:contentPart>
        </mc:Choice>
        <mc:Fallback xmlns=""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81A6BBA3-56B0-A219-B48D-494238EF56EA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4908528" y="2831904"/>
                <a:ext cx="254160" cy="1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BDD94011-CB49-15A7-2760-46AACB251269}"/>
                  </a:ext>
                </a:extLst>
              </p14:cNvPr>
              <p14:cNvContentPartPr/>
              <p14:nvPr/>
            </p14:nvContentPartPr>
            <p14:xfrm>
              <a:off x="5254488" y="2930544"/>
              <a:ext cx="37440" cy="75600"/>
            </p14:xfrm>
          </p:contentPart>
        </mc:Choice>
        <mc:Fallback xmlns=""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BDD94011-CB49-15A7-2760-46AACB251269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5245848" y="2921904"/>
                <a:ext cx="55080" cy="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3E4BDBA5-39E0-1F03-D799-A3BE2D8AA470}"/>
                  </a:ext>
                </a:extLst>
              </p14:cNvPr>
              <p14:cNvContentPartPr/>
              <p14:nvPr/>
            </p14:nvContentPartPr>
            <p14:xfrm>
              <a:off x="5511168" y="2787264"/>
              <a:ext cx="122760" cy="162360"/>
            </p14:xfrm>
          </p:contentPart>
        </mc:Choice>
        <mc:Fallback xmlns=""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3E4BDBA5-39E0-1F03-D799-A3BE2D8AA470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5502168" y="2778624"/>
                <a:ext cx="14040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07770537-69FF-8F6B-4C88-E6C9918488D2}"/>
                  </a:ext>
                </a:extLst>
              </p14:cNvPr>
              <p14:cNvContentPartPr/>
              <p14:nvPr/>
            </p14:nvContentPartPr>
            <p14:xfrm>
              <a:off x="5548608" y="2673504"/>
              <a:ext cx="284760" cy="513720"/>
            </p14:xfrm>
          </p:contentPart>
        </mc:Choice>
        <mc:Fallback xmlns=""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07770537-69FF-8F6B-4C88-E6C9918488D2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5539968" y="2664864"/>
                <a:ext cx="302400" cy="53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9678FFF1-825F-66D2-A461-416B0F99E5B5}"/>
                  </a:ext>
                </a:extLst>
              </p14:cNvPr>
              <p14:cNvContentPartPr/>
              <p14:nvPr/>
            </p14:nvContentPartPr>
            <p14:xfrm>
              <a:off x="6020928" y="2952864"/>
              <a:ext cx="117360" cy="173520"/>
            </p14:xfrm>
          </p:contentPart>
        </mc:Choice>
        <mc:Fallback xmlns=""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9678FFF1-825F-66D2-A461-416B0F99E5B5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6011928" y="2944224"/>
                <a:ext cx="13500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E93DAE78-1953-EF4B-798B-046720FE4E59}"/>
                  </a:ext>
                </a:extLst>
              </p14:cNvPr>
              <p14:cNvContentPartPr/>
              <p14:nvPr/>
            </p14:nvContentPartPr>
            <p14:xfrm>
              <a:off x="6526008" y="2641464"/>
              <a:ext cx="465120" cy="265320"/>
            </p14:xfrm>
          </p:contentPart>
        </mc:Choice>
        <mc:Fallback xmlns=""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E93DAE78-1953-EF4B-798B-046720FE4E59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6517008" y="2632464"/>
                <a:ext cx="482760" cy="28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252" name="Ink 251">
                <a:extLst>
                  <a:ext uri="{FF2B5EF4-FFF2-40B4-BE49-F238E27FC236}">
                    <a16:creationId xmlns:a16="http://schemas.microsoft.com/office/drawing/2014/main" id="{CD9B0261-ADE9-CEC6-83AC-8D625C579BB4}"/>
                  </a:ext>
                </a:extLst>
              </p14:cNvPr>
              <p14:cNvContentPartPr/>
              <p14:nvPr/>
            </p14:nvContentPartPr>
            <p14:xfrm>
              <a:off x="7014888" y="2874744"/>
              <a:ext cx="9360" cy="51840"/>
            </p14:xfrm>
          </p:contentPart>
        </mc:Choice>
        <mc:Fallback xmlns="">
          <p:pic>
            <p:nvPicPr>
              <p:cNvPr id="252" name="Ink 251">
                <a:extLst>
                  <a:ext uri="{FF2B5EF4-FFF2-40B4-BE49-F238E27FC236}">
                    <a16:creationId xmlns:a16="http://schemas.microsoft.com/office/drawing/2014/main" id="{CD9B0261-ADE9-CEC6-83AC-8D625C579BB4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7005888" y="2865744"/>
                <a:ext cx="27000" cy="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D2592582-0EFB-474D-BF48-AE3ADAE70F08}"/>
                  </a:ext>
                </a:extLst>
              </p14:cNvPr>
              <p14:cNvContentPartPr/>
              <p14:nvPr/>
            </p14:nvContentPartPr>
            <p14:xfrm>
              <a:off x="7022808" y="2768184"/>
              <a:ext cx="27720" cy="29520"/>
            </p14:xfrm>
          </p:contentPart>
        </mc:Choice>
        <mc:Fallback xmlns=""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D2592582-0EFB-474D-BF48-AE3ADAE70F08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7013808" y="2759184"/>
                <a:ext cx="4536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0D3BF359-9EF3-8349-0E20-471809937151}"/>
                  </a:ext>
                </a:extLst>
              </p14:cNvPr>
              <p14:cNvContentPartPr/>
              <p14:nvPr/>
            </p14:nvContentPartPr>
            <p14:xfrm>
              <a:off x="7154928" y="2679264"/>
              <a:ext cx="296280" cy="212400"/>
            </p14:xfrm>
          </p:contentPart>
        </mc:Choice>
        <mc:Fallback xmlns=""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0D3BF359-9EF3-8349-0E20-471809937151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7145928" y="2670624"/>
                <a:ext cx="31392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255" name="Ink 254">
                <a:extLst>
                  <a:ext uri="{FF2B5EF4-FFF2-40B4-BE49-F238E27FC236}">
                    <a16:creationId xmlns:a16="http://schemas.microsoft.com/office/drawing/2014/main" id="{347B9482-FC2A-76BD-F631-8388A54CB172}"/>
                  </a:ext>
                </a:extLst>
              </p14:cNvPr>
              <p14:cNvContentPartPr/>
              <p14:nvPr/>
            </p14:nvContentPartPr>
            <p14:xfrm>
              <a:off x="7890768" y="2705184"/>
              <a:ext cx="255600" cy="178200"/>
            </p14:xfrm>
          </p:contentPart>
        </mc:Choice>
        <mc:Fallback xmlns="">
          <p:pic>
            <p:nvPicPr>
              <p:cNvPr id="255" name="Ink 254">
                <a:extLst>
                  <a:ext uri="{FF2B5EF4-FFF2-40B4-BE49-F238E27FC236}">
                    <a16:creationId xmlns:a16="http://schemas.microsoft.com/office/drawing/2014/main" id="{347B9482-FC2A-76BD-F631-8388A54CB172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7881768" y="2696544"/>
                <a:ext cx="27324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52C7126D-5823-E07D-2C13-115809746D52}"/>
                  </a:ext>
                </a:extLst>
              </p14:cNvPr>
              <p14:cNvContentPartPr/>
              <p14:nvPr/>
            </p14:nvContentPartPr>
            <p14:xfrm>
              <a:off x="8220888" y="2804544"/>
              <a:ext cx="100080" cy="69480"/>
            </p14:xfrm>
          </p:contentPart>
        </mc:Choice>
        <mc:Fallback xmlns=""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52C7126D-5823-E07D-2C13-115809746D52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8211888" y="2795544"/>
                <a:ext cx="11772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BDCF5BC5-53EA-C16F-CC25-39AF43B0F68E}"/>
                  </a:ext>
                </a:extLst>
              </p14:cNvPr>
              <p14:cNvContentPartPr/>
              <p14:nvPr/>
            </p14:nvContentPartPr>
            <p14:xfrm>
              <a:off x="8368128" y="2806344"/>
              <a:ext cx="100080" cy="55080"/>
            </p14:xfrm>
          </p:contentPart>
        </mc:Choice>
        <mc:Fallback xmlns=""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BDCF5BC5-53EA-C16F-CC25-39AF43B0F68E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8359488" y="2797344"/>
                <a:ext cx="117720" cy="7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00643EDC-F3B0-49CD-47FD-D513A021CF0B}"/>
                  </a:ext>
                </a:extLst>
              </p14:cNvPr>
              <p14:cNvContentPartPr/>
              <p14:nvPr/>
            </p14:nvContentPartPr>
            <p14:xfrm>
              <a:off x="8549208" y="2820384"/>
              <a:ext cx="465840" cy="189000"/>
            </p14:xfrm>
          </p:contentPart>
        </mc:Choice>
        <mc:Fallback xmlns=""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00643EDC-F3B0-49CD-47FD-D513A021CF0B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8540208" y="2811744"/>
                <a:ext cx="483480" cy="20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6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2FFC4B5C-1301-FFB0-5F63-CE4B20975B2B}"/>
                  </a:ext>
                </a:extLst>
              </p14:cNvPr>
              <p14:cNvContentPartPr/>
              <p14:nvPr/>
            </p14:nvContentPartPr>
            <p14:xfrm>
              <a:off x="9091728" y="2840904"/>
              <a:ext cx="42480" cy="45360"/>
            </p14:xfrm>
          </p:contentPart>
        </mc:Choice>
        <mc:Fallback xmlns=""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2FFC4B5C-1301-FFB0-5F63-CE4B20975B2B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9082728" y="2831904"/>
                <a:ext cx="6012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823FA6F4-5AF7-8A9F-83DC-CF42314C74CE}"/>
                  </a:ext>
                </a:extLst>
              </p14:cNvPr>
              <p14:cNvContentPartPr/>
              <p14:nvPr/>
            </p14:nvContentPartPr>
            <p14:xfrm>
              <a:off x="9210168" y="2832984"/>
              <a:ext cx="106560" cy="39600"/>
            </p14:xfrm>
          </p:contentPart>
        </mc:Choice>
        <mc:Fallback xmlns=""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823FA6F4-5AF7-8A9F-83DC-CF42314C74CE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9201528" y="2824344"/>
                <a:ext cx="12420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AFDD0299-9CDF-4023-73E0-F8D7DA9C1591}"/>
                  </a:ext>
                </a:extLst>
              </p14:cNvPr>
              <p14:cNvContentPartPr/>
              <p14:nvPr/>
            </p14:nvContentPartPr>
            <p14:xfrm>
              <a:off x="9398448" y="2726784"/>
              <a:ext cx="123120" cy="141480"/>
            </p14:xfrm>
          </p:contentPart>
        </mc:Choice>
        <mc:Fallback xmlns=""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AFDD0299-9CDF-4023-73E0-F8D7DA9C1591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9389448" y="2717784"/>
                <a:ext cx="140760" cy="15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904118CF-2C56-447D-6A3E-5E94957C1C03}"/>
                  </a:ext>
                </a:extLst>
              </p14:cNvPr>
              <p14:cNvContentPartPr/>
              <p14:nvPr/>
            </p14:nvContentPartPr>
            <p14:xfrm>
              <a:off x="9569808" y="2789784"/>
              <a:ext cx="114840" cy="92160"/>
            </p14:xfrm>
          </p:contentPart>
        </mc:Choice>
        <mc:Fallback xmlns=""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904118CF-2C56-447D-6A3E-5E94957C1C03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9561168" y="2781144"/>
                <a:ext cx="132480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B4401F9D-8ECC-5AF0-D80E-B142FA8A24C5}"/>
                  </a:ext>
                </a:extLst>
              </p14:cNvPr>
              <p14:cNvContentPartPr/>
              <p14:nvPr/>
            </p14:nvContentPartPr>
            <p14:xfrm>
              <a:off x="10114848" y="2678184"/>
              <a:ext cx="150120" cy="232920"/>
            </p14:xfrm>
          </p:contentPart>
        </mc:Choice>
        <mc:Fallback xmlns=""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B4401F9D-8ECC-5AF0-D80E-B142FA8A24C5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10105848" y="2669544"/>
                <a:ext cx="167760" cy="25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6">
            <p14:nvContentPartPr>
              <p14:cNvPr id="266" name="Ink 265">
                <a:extLst>
                  <a:ext uri="{FF2B5EF4-FFF2-40B4-BE49-F238E27FC236}">
                    <a16:creationId xmlns:a16="http://schemas.microsoft.com/office/drawing/2014/main" id="{6EC91C90-F029-6AF0-E4F0-C6D37156C7E0}"/>
                  </a:ext>
                </a:extLst>
              </p14:cNvPr>
              <p14:cNvContentPartPr/>
              <p14:nvPr/>
            </p14:nvContentPartPr>
            <p14:xfrm>
              <a:off x="10026288" y="2785824"/>
              <a:ext cx="434160" cy="54720"/>
            </p14:xfrm>
          </p:contentPart>
        </mc:Choice>
        <mc:Fallback xmlns="">
          <p:pic>
            <p:nvPicPr>
              <p:cNvPr id="266" name="Ink 265">
                <a:extLst>
                  <a:ext uri="{FF2B5EF4-FFF2-40B4-BE49-F238E27FC236}">
                    <a16:creationId xmlns:a16="http://schemas.microsoft.com/office/drawing/2014/main" id="{6EC91C90-F029-6AF0-E4F0-C6D37156C7E0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10017648" y="2777184"/>
                <a:ext cx="45180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8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63171C54-B4C7-4784-D05A-20B7C038CED7}"/>
                  </a:ext>
                </a:extLst>
              </p14:cNvPr>
              <p14:cNvContentPartPr/>
              <p14:nvPr/>
            </p14:nvContentPartPr>
            <p14:xfrm>
              <a:off x="10771488" y="2764224"/>
              <a:ext cx="74520" cy="39600"/>
            </p14:xfrm>
          </p:contentPart>
        </mc:Choice>
        <mc:Fallback xmlns=""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63171C54-B4C7-4784-D05A-20B7C038CED7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10762488" y="2755584"/>
                <a:ext cx="9216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0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9A7372E9-70AC-067B-8F5E-5E1579679CB1}"/>
                  </a:ext>
                </a:extLst>
              </p14:cNvPr>
              <p14:cNvContentPartPr/>
              <p14:nvPr/>
            </p14:nvContentPartPr>
            <p14:xfrm>
              <a:off x="8519328" y="1833624"/>
              <a:ext cx="118080" cy="22140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9A7372E9-70AC-067B-8F5E-5E1579679CB1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8510688" y="1824984"/>
                <a:ext cx="135720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2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CF8E3BDF-8147-DEDD-C814-B3F4BDC36E60}"/>
                  </a:ext>
                </a:extLst>
              </p14:cNvPr>
              <p14:cNvContentPartPr/>
              <p14:nvPr/>
            </p14:nvContentPartPr>
            <p14:xfrm>
              <a:off x="8682768" y="1914624"/>
              <a:ext cx="242640" cy="5796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CF8E3BDF-8147-DEDD-C814-B3F4BDC36E60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8673768" y="1905624"/>
                <a:ext cx="26028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861DFA0A-A482-FBA8-8DDE-EAE67EE0F436}"/>
                  </a:ext>
                </a:extLst>
              </p14:cNvPr>
              <p14:cNvContentPartPr/>
              <p14:nvPr/>
            </p14:nvContentPartPr>
            <p14:xfrm>
              <a:off x="9002808" y="1906344"/>
              <a:ext cx="158040" cy="6840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861DFA0A-A482-FBA8-8DDE-EAE67EE0F436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8994168" y="1897704"/>
                <a:ext cx="17568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6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14AF4425-07AD-A4E9-E075-1E376F05E7B9}"/>
                  </a:ext>
                </a:extLst>
              </p14:cNvPr>
              <p14:cNvContentPartPr/>
              <p14:nvPr/>
            </p14:nvContentPartPr>
            <p14:xfrm>
              <a:off x="9370008" y="1859544"/>
              <a:ext cx="36360" cy="15120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14AF4425-07AD-A4E9-E075-1E376F05E7B9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9361008" y="1850544"/>
                <a:ext cx="5400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D7E5AD08-055B-2BB2-C2CF-E5938AAFFC4E}"/>
                  </a:ext>
                </a:extLst>
              </p14:cNvPr>
              <p14:cNvContentPartPr/>
              <p14:nvPr/>
            </p14:nvContentPartPr>
            <p14:xfrm>
              <a:off x="9294408" y="1837944"/>
              <a:ext cx="257040" cy="3312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D7E5AD08-055B-2BB2-C2CF-E5938AAFFC4E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9285408" y="1828944"/>
                <a:ext cx="27468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55119CB1-1C1F-2320-F169-AA97FD4B0DF1}"/>
                  </a:ext>
                </a:extLst>
              </p14:cNvPr>
              <p14:cNvContentPartPr/>
              <p14:nvPr/>
            </p14:nvContentPartPr>
            <p14:xfrm>
              <a:off x="9539208" y="1899144"/>
              <a:ext cx="146520" cy="8316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55119CB1-1C1F-2320-F169-AA97FD4B0DF1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9530568" y="1890144"/>
                <a:ext cx="164160" cy="1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53DA5E16-7323-FAE1-68F2-A4DFDE339108}"/>
                  </a:ext>
                </a:extLst>
              </p14:cNvPr>
              <p14:cNvContentPartPr/>
              <p14:nvPr/>
            </p14:nvContentPartPr>
            <p14:xfrm>
              <a:off x="9712008" y="1907784"/>
              <a:ext cx="213480" cy="7092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53DA5E16-7323-FAE1-68F2-A4DFDE339108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9703008" y="1899144"/>
                <a:ext cx="23112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1DBA1BFD-40F6-1793-9927-C2A57976ABDD}"/>
                  </a:ext>
                </a:extLst>
              </p14:cNvPr>
              <p14:cNvContentPartPr/>
              <p14:nvPr/>
            </p14:nvContentPartPr>
            <p14:xfrm>
              <a:off x="10094328" y="1976184"/>
              <a:ext cx="11160" cy="1296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1DBA1BFD-40F6-1793-9927-C2A57976ABDD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10085328" y="1967544"/>
                <a:ext cx="2880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6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535DC1D8-17FB-6AB5-21A4-B2299EAA1663}"/>
                  </a:ext>
                </a:extLst>
              </p14:cNvPr>
              <p14:cNvContentPartPr/>
              <p14:nvPr/>
            </p14:nvContentPartPr>
            <p14:xfrm>
              <a:off x="8641728" y="2352384"/>
              <a:ext cx="152640" cy="52920"/>
            </p14:xfrm>
          </p:contentPart>
        </mc:Choice>
        <mc:Fallback xmlns=""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535DC1D8-17FB-6AB5-21A4-B2299EAA1663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8633088" y="2343384"/>
                <a:ext cx="170280" cy="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8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358D7C57-340B-3D76-5C84-6DAE499F7ED3}"/>
                  </a:ext>
                </a:extLst>
              </p14:cNvPr>
              <p14:cNvContentPartPr/>
              <p14:nvPr/>
            </p14:nvContentPartPr>
            <p14:xfrm>
              <a:off x="8701848" y="2258064"/>
              <a:ext cx="2880" cy="16200"/>
            </p14:xfrm>
          </p:contentPart>
        </mc:Choice>
        <mc:Fallback xmlns=""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358D7C57-340B-3D76-5C84-6DAE499F7ED3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8693208" y="2249064"/>
                <a:ext cx="20520" cy="3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0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AE14FC20-DEF8-2368-0904-54ECDB40D24D}"/>
                  </a:ext>
                </a:extLst>
              </p14:cNvPr>
              <p14:cNvContentPartPr/>
              <p14:nvPr/>
            </p14:nvContentPartPr>
            <p14:xfrm>
              <a:off x="9199728" y="2215584"/>
              <a:ext cx="61920" cy="177120"/>
            </p14:xfrm>
          </p:contentPart>
        </mc:Choice>
        <mc:Fallback xmlns=""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AE14FC20-DEF8-2368-0904-54ECDB40D24D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9190728" y="2206944"/>
                <a:ext cx="79560" cy="19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2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0C29BBB9-C559-BC7A-3E71-B71B27FAF09A}"/>
                  </a:ext>
                </a:extLst>
              </p14:cNvPr>
              <p14:cNvContentPartPr/>
              <p14:nvPr/>
            </p14:nvContentPartPr>
            <p14:xfrm>
              <a:off x="9271368" y="2101464"/>
              <a:ext cx="236520" cy="258840"/>
            </p14:xfrm>
          </p:contentPart>
        </mc:Choice>
        <mc:Fallback xmlns=""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0C29BBB9-C559-BC7A-3E71-B71B27FAF09A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9262728" y="2092824"/>
                <a:ext cx="254160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4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C0BE8C78-22BD-94C9-CF91-D477FC0BEBA9}"/>
                  </a:ext>
                </a:extLst>
              </p14:cNvPr>
              <p14:cNvContentPartPr/>
              <p14:nvPr/>
            </p14:nvContentPartPr>
            <p14:xfrm>
              <a:off x="9864288" y="2185344"/>
              <a:ext cx="322560" cy="168840"/>
            </p14:xfrm>
          </p:contentPart>
        </mc:Choice>
        <mc:Fallback xmlns=""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C0BE8C78-22BD-94C9-CF91-D477FC0BEBA9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9855648" y="2176344"/>
                <a:ext cx="340200" cy="1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6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3B9BE25D-65E0-D3FB-351A-9BC3579A5D66}"/>
                  </a:ext>
                </a:extLst>
              </p14:cNvPr>
              <p14:cNvContentPartPr/>
              <p14:nvPr/>
            </p14:nvContentPartPr>
            <p14:xfrm>
              <a:off x="10254888" y="2186784"/>
              <a:ext cx="356760" cy="93960"/>
            </p14:xfrm>
          </p:contentPart>
        </mc:Choice>
        <mc:Fallback xmlns=""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3B9BE25D-65E0-D3FB-351A-9BC3579A5D66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10245888" y="2177784"/>
                <a:ext cx="374400" cy="11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8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BBE36052-D50A-C492-996D-F9AB7BEBF23C}"/>
                  </a:ext>
                </a:extLst>
              </p14:cNvPr>
              <p14:cNvContentPartPr/>
              <p14:nvPr/>
            </p14:nvContentPartPr>
            <p14:xfrm>
              <a:off x="10625688" y="2207304"/>
              <a:ext cx="59760" cy="72360"/>
            </p14:xfrm>
          </p:contentPart>
        </mc:Choice>
        <mc:Fallback xmlns=""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BBE36052-D50A-C492-996D-F9AB7BEBF23C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10617048" y="2198664"/>
                <a:ext cx="7740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0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4C11A308-94BF-68DD-8176-1BBDF72706A8}"/>
                  </a:ext>
                </a:extLst>
              </p14:cNvPr>
              <p14:cNvContentPartPr/>
              <p14:nvPr/>
            </p14:nvContentPartPr>
            <p14:xfrm>
              <a:off x="10701288" y="2109384"/>
              <a:ext cx="3600" cy="6120"/>
            </p14:xfrm>
          </p:contentPart>
        </mc:Choice>
        <mc:Fallback xmlns=""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4C11A308-94BF-68DD-8176-1BBDF72706A8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10692648" y="2100744"/>
                <a:ext cx="2124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1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FCFA1A7B-2918-CCF4-A1B5-FD61049EDDB8}"/>
                  </a:ext>
                </a:extLst>
              </p14:cNvPr>
              <p14:cNvContentPartPr/>
              <p14:nvPr/>
            </p14:nvContentPartPr>
            <p14:xfrm>
              <a:off x="10740168" y="2184984"/>
              <a:ext cx="458640" cy="92160"/>
            </p14:xfrm>
          </p:contentPart>
        </mc:Choice>
        <mc:Fallback xmlns=""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FCFA1A7B-2918-CCF4-A1B5-FD61049EDDB8}"/>
                  </a:ext>
                </a:extLst>
              </p:cNvPr>
              <p:cNvPicPr/>
              <p:nvPr/>
            </p:nvPicPr>
            <p:blipFill>
              <a:blip r:embed="rId302"/>
              <a:stretch>
                <a:fillRect/>
              </a:stretch>
            </p:blipFill>
            <p:spPr>
              <a:xfrm>
                <a:off x="10731168" y="2175984"/>
                <a:ext cx="476280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3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1DE36383-A595-0ACE-2720-A1C067C7F002}"/>
                  </a:ext>
                </a:extLst>
              </p14:cNvPr>
              <p14:cNvContentPartPr/>
              <p14:nvPr/>
            </p14:nvContentPartPr>
            <p14:xfrm>
              <a:off x="11279808" y="2188584"/>
              <a:ext cx="193680" cy="70200"/>
            </p14:xfrm>
          </p:contentPart>
        </mc:Choice>
        <mc:Fallback xmlns=""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1DE36383-A595-0ACE-2720-A1C067C7F002}"/>
                  </a:ext>
                </a:extLst>
              </p:cNvPr>
              <p:cNvPicPr/>
              <p:nvPr/>
            </p:nvPicPr>
            <p:blipFill>
              <a:blip r:embed="rId304"/>
              <a:stretch>
                <a:fillRect/>
              </a:stretch>
            </p:blipFill>
            <p:spPr>
              <a:xfrm>
                <a:off x="11271168" y="2179584"/>
                <a:ext cx="211320" cy="8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5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50BCE292-92B2-76DB-80A4-E1D2BA3EEB97}"/>
                  </a:ext>
                </a:extLst>
              </p14:cNvPr>
              <p14:cNvContentPartPr/>
              <p14:nvPr/>
            </p14:nvContentPartPr>
            <p14:xfrm>
              <a:off x="10104408" y="1845864"/>
              <a:ext cx="115920" cy="207000"/>
            </p14:xfrm>
          </p:contentPart>
        </mc:Choice>
        <mc:Fallback xmlns=""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50BCE292-92B2-76DB-80A4-E1D2BA3EEB97}"/>
                  </a:ext>
                </a:extLst>
              </p:cNvPr>
              <p:cNvPicPr/>
              <p:nvPr/>
            </p:nvPicPr>
            <p:blipFill>
              <a:blip r:embed="rId306"/>
              <a:stretch>
                <a:fillRect/>
              </a:stretch>
            </p:blipFill>
            <p:spPr>
              <a:xfrm>
                <a:off x="10095768" y="1836864"/>
                <a:ext cx="13356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7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0FAC408D-BA12-A152-EB3F-4132597D8514}"/>
                  </a:ext>
                </a:extLst>
              </p14:cNvPr>
              <p14:cNvContentPartPr/>
              <p14:nvPr/>
            </p14:nvContentPartPr>
            <p14:xfrm>
              <a:off x="10360728" y="1847664"/>
              <a:ext cx="152640" cy="154800"/>
            </p14:xfrm>
          </p:contentPart>
        </mc:Choice>
        <mc:Fallback xmlns=""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0FAC408D-BA12-A152-EB3F-4132597D8514}"/>
                  </a:ext>
                </a:extLst>
              </p:cNvPr>
              <p:cNvPicPr/>
              <p:nvPr/>
            </p:nvPicPr>
            <p:blipFill>
              <a:blip r:embed="rId308"/>
              <a:stretch>
                <a:fillRect/>
              </a:stretch>
            </p:blipFill>
            <p:spPr>
              <a:xfrm>
                <a:off x="10352088" y="1839024"/>
                <a:ext cx="17028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9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FC0AA1F1-6E31-4EA8-5D14-19A2DEDB8331}"/>
                  </a:ext>
                </a:extLst>
              </p14:cNvPr>
              <p14:cNvContentPartPr/>
              <p14:nvPr/>
            </p14:nvContentPartPr>
            <p14:xfrm>
              <a:off x="10673568" y="1904904"/>
              <a:ext cx="28800" cy="110160"/>
            </p14:xfrm>
          </p:contentPart>
        </mc:Choice>
        <mc:Fallback xmlns=""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FC0AA1F1-6E31-4EA8-5D14-19A2DEDB8331}"/>
                  </a:ext>
                </a:extLst>
              </p:cNvPr>
              <p:cNvPicPr/>
              <p:nvPr/>
            </p:nvPicPr>
            <p:blipFill>
              <a:blip r:embed="rId310"/>
              <a:stretch>
                <a:fillRect/>
              </a:stretch>
            </p:blipFill>
            <p:spPr>
              <a:xfrm>
                <a:off x="10664568" y="1896264"/>
                <a:ext cx="46440" cy="12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1">
            <p14:nvContentPartPr>
              <p14:cNvPr id="273" name="Ink 272">
                <a:extLst>
                  <a:ext uri="{FF2B5EF4-FFF2-40B4-BE49-F238E27FC236}">
                    <a16:creationId xmlns:a16="http://schemas.microsoft.com/office/drawing/2014/main" id="{83E8663A-8F3A-73BB-B089-DF2E464072FF}"/>
                  </a:ext>
                </a:extLst>
              </p14:cNvPr>
              <p14:cNvContentPartPr/>
              <p14:nvPr/>
            </p14:nvContentPartPr>
            <p14:xfrm>
              <a:off x="10613088" y="1884384"/>
              <a:ext cx="199800" cy="12240"/>
            </p14:xfrm>
          </p:contentPart>
        </mc:Choice>
        <mc:Fallback xmlns="">
          <p:pic>
            <p:nvPicPr>
              <p:cNvPr id="273" name="Ink 272">
                <a:extLst>
                  <a:ext uri="{FF2B5EF4-FFF2-40B4-BE49-F238E27FC236}">
                    <a16:creationId xmlns:a16="http://schemas.microsoft.com/office/drawing/2014/main" id="{83E8663A-8F3A-73BB-B089-DF2E464072FF}"/>
                  </a:ext>
                </a:extLst>
              </p:cNvPr>
              <p:cNvPicPr/>
              <p:nvPr/>
            </p:nvPicPr>
            <p:blipFill>
              <a:blip r:embed="rId312"/>
              <a:stretch>
                <a:fillRect/>
              </a:stretch>
            </p:blipFill>
            <p:spPr>
              <a:xfrm>
                <a:off x="10604448" y="1875744"/>
                <a:ext cx="21744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3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E8B7BB46-BF68-4B63-FC1A-BB35AC9FBF3D}"/>
                  </a:ext>
                </a:extLst>
              </p14:cNvPr>
              <p14:cNvContentPartPr/>
              <p14:nvPr/>
            </p14:nvContentPartPr>
            <p14:xfrm>
              <a:off x="10758888" y="1839384"/>
              <a:ext cx="179640" cy="272160"/>
            </p14:xfrm>
          </p:contentPart>
        </mc:Choice>
        <mc:Fallback xmlns=""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E8B7BB46-BF68-4B63-FC1A-BB35AC9FBF3D}"/>
                  </a:ext>
                </a:extLst>
              </p:cNvPr>
              <p:cNvPicPr/>
              <p:nvPr/>
            </p:nvPicPr>
            <p:blipFill>
              <a:blip r:embed="rId314"/>
              <a:stretch>
                <a:fillRect/>
              </a:stretch>
            </p:blipFill>
            <p:spPr>
              <a:xfrm>
                <a:off x="10749888" y="1830744"/>
                <a:ext cx="197280" cy="28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5">
            <p14:nvContentPartPr>
              <p14:cNvPr id="275" name="Ink 274">
                <a:extLst>
                  <a:ext uri="{FF2B5EF4-FFF2-40B4-BE49-F238E27FC236}">
                    <a16:creationId xmlns:a16="http://schemas.microsoft.com/office/drawing/2014/main" id="{837F4F30-AD4A-A0E2-014D-9E470759E9DB}"/>
                  </a:ext>
                </a:extLst>
              </p14:cNvPr>
              <p14:cNvContentPartPr/>
              <p14:nvPr/>
            </p14:nvContentPartPr>
            <p14:xfrm>
              <a:off x="11200248" y="2590344"/>
              <a:ext cx="142200" cy="257040"/>
            </p14:xfrm>
          </p:contentPart>
        </mc:Choice>
        <mc:Fallback xmlns="">
          <p:pic>
            <p:nvPicPr>
              <p:cNvPr id="275" name="Ink 274">
                <a:extLst>
                  <a:ext uri="{FF2B5EF4-FFF2-40B4-BE49-F238E27FC236}">
                    <a16:creationId xmlns:a16="http://schemas.microsoft.com/office/drawing/2014/main" id="{837F4F30-AD4A-A0E2-014D-9E470759E9DB}"/>
                  </a:ext>
                </a:extLst>
              </p:cNvPr>
              <p:cNvPicPr/>
              <p:nvPr/>
            </p:nvPicPr>
            <p:blipFill>
              <a:blip r:embed="rId316"/>
              <a:stretch>
                <a:fillRect/>
              </a:stretch>
            </p:blipFill>
            <p:spPr>
              <a:xfrm>
                <a:off x="11191608" y="2581704"/>
                <a:ext cx="159840" cy="27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7">
            <p14:nvContentPartPr>
              <p14:cNvPr id="276" name="Ink 275">
                <a:extLst>
                  <a:ext uri="{FF2B5EF4-FFF2-40B4-BE49-F238E27FC236}">
                    <a16:creationId xmlns:a16="http://schemas.microsoft.com/office/drawing/2014/main" id="{D2D6F26D-A516-646C-5B6F-F4C725E140D3}"/>
                  </a:ext>
                </a:extLst>
              </p14:cNvPr>
              <p14:cNvContentPartPr/>
              <p14:nvPr/>
            </p14:nvContentPartPr>
            <p14:xfrm>
              <a:off x="11456568" y="2661264"/>
              <a:ext cx="23760" cy="140760"/>
            </p14:xfrm>
          </p:contentPart>
        </mc:Choice>
        <mc:Fallback xmlns="">
          <p:pic>
            <p:nvPicPr>
              <p:cNvPr id="276" name="Ink 275">
                <a:extLst>
                  <a:ext uri="{FF2B5EF4-FFF2-40B4-BE49-F238E27FC236}">
                    <a16:creationId xmlns:a16="http://schemas.microsoft.com/office/drawing/2014/main" id="{D2D6F26D-A516-646C-5B6F-F4C725E140D3}"/>
                  </a:ext>
                </a:extLst>
              </p:cNvPr>
              <p:cNvPicPr/>
              <p:nvPr/>
            </p:nvPicPr>
            <p:blipFill>
              <a:blip r:embed="rId318"/>
              <a:stretch>
                <a:fillRect/>
              </a:stretch>
            </p:blipFill>
            <p:spPr>
              <a:xfrm>
                <a:off x="11447928" y="2652624"/>
                <a:ext cx="41400" cy="15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9">
            <p14:nvContentPartPr>
              <p14:cNvPr id="277" name="Ink 276">
                <a:extLst>
                  <a:ext uri="{FF2B5EF4-FFF2-40B4-BE49-F238E27FC236}">
                    <a16:creationId xmlns:a16="http://schemas.microsoft.com/office/drawing/2014/main" id="{A997F187-7F53-FA0C-1076-7AFE44F61415}"/>
                  </a:ext>
                </a:extLst>
              </p14:cNvPr>
              <p14:cNvContentPartPr/>
              <p14:nvPr/>
            </p14:nvContentPartPr>
            <p14:xfrm>
              <a:off x="11394288" y="2629944"/>
              <a:ext cx="327240" cy="33840"/>
            </p14:xfrm>
          </p:contentPart>
        </mc:Choice>
        <mc:Fallback xmlns="">
          <p:pic>
            <p:nvPicPr>
              <p:cNvPr id="277" name="Ink 276">
                <a:extLst>
                  <a:ext uri="{FF2B5EF4-FFF2-40B4-BE49-F238E27FC236}">
                    <a16:creationId xmlns:a16="http://schemas.microsoft.com/office/drawing/2014/main" id="{A997F187-7F53-FA0C-1076-7AFE44F61415}"/>
                  </a:ext>
                </a:extLst>
              </p:cNvPr>
              <p:cNvPicPr/>
              <p:nvPr/>
            </p:nvPicPr>
            <p:blipFill>
              <a:blip r:embed="rId320"/>
              <a:stretch>
                <a:fillRect/>
              </a:stretch>
            </p:blipFill>
            <p:spPr>
              <a:xfrm>
                <a:off x="11385288" y="2621304"/>
                <a:ext cx="34488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1">
            <p14:nvContentPartPr>
              <p14:cNvPr id="293" name="Ink 292">
                <a:extLst>
                  <a:ext uri="{FF2B5EF4-FFF2-40B4-BE49-F238E27FC236}">
                    <a16:creationId xmlns:a16="http://schemas.microsoft.com/office/drawing/2014/main" id="{5727FEC1-0EB0-CA2B-8CF9-666D00F0E12D}"/>
                  </a:ext>
                </a:extLst>
              </p14:cNvPr>
              <p14:cNvContentPartPr/>
              <p14:nvPr/>
            </p14:nvContentPartPr>
            <p14:xfrm>
              <a:off x="5836608" y="3229344"/>
              <a:ext cx="623880" cy="309600"/>
            </p14:xfrm>
          </p:contentPart>
        </mc:Choice>
        <mc:Fallback xmlns="">
          <p:pic>
            <p:nvPicPr>
              <p:cNvPr id="293" name="Ink 292">
                <a:extLst>
                  <a:ext uri="{FF2B5EF4-FFF2-40B4-BE49-F238E27FC236}">
                    <a16:creationId xmlns:a16="http://schemas.microsoft.com/office/drawing/2014/main" id="{5727FEC1-0EB0-CA2B-8CF9-666D00F0E12D}"/>
                  </a:ext>
                </a:extLst>
              </p:cNvPr>
              <p:cNvPicPr/>
              <p:nvPr/>
            </p:nvPicPr>
            <p:blipFill>
              <a:blip r:embed="rId322"/>
              <a:stretch>
                <a:fillRect/>
              </a:stretch>
            </p:blipFill>
            <p:spPr>
              <a:xfrm>
                <a:off x="5827608" y="3220704"/>
                <a:ext cx="641520" cy="32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3">
            <p14:nvContentPartPr>
              <p14:cNvPr id="294" name="Ink 293">
                <a:extLst>
                  <a:ext uri="{FF2B5EF4-FFF2-40B4-BE49-F238E27FC236}">
                    <a16:creationId xmlns:a16="http://schemas.microsoft.com/office/drawing/2014/main" id="{D9AF202F-1AC9-FE9C-F485-92E8580210BE}"/>
                  </a:ext>
                </a:extLst>
              </p14:cNvPr>
              <p14:cNvContentPartPr/>
              <p14:nvPr/>
            </p14:nvContentPartPr>
            <p14:xfrm>
              <a:off x="6542928" y="3254544"/>
              <a:ext cx="129240" cy="97200"/>
            </p14:xfrm>
          </p:contentPart>
        </mc:Choice>
        <mc:Fallback xmlns="">
          <p:pic>
            <p:nvPicPr>
              <p:cNvPr id="294" name="Ink 293">
                <a:extLst>
                  <a:ext uri="{FF2B5EF4-FFF2-40B4-BE49-F238E27FC236}">
                    <a16:creationId xmlns:a16="http://schemas.microsoft.com/office/drawing/2014/main" id="{D9AF202F-1AC9-FE9C-F485-92E8580210BE}"/>
                  </a:ext>
                </a:extLst>
              </p:cNvPr>
              <p:cNvPicPr/>
              <p:nvPr/>
            </p:nvPicPr>
            <p:blipFill>
              <a:blip r:embed="rId324"/>
              <a:stretch>
                <a:fillRect/>
              </a:stretch>
            </p:blipFill>
            <p:spPr>
              <a:xfrm>
                <a:off x="6533928" y="3245904"/>
                <a:ext cx="14688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5">
            <p14:nvContentPartPr>
              <p14:cNvPr id="295" name="Ink 294">
                <a:extLst>
                  <a:ext uri="{FF2B5EF4-FFF2-40B4-BE49-F238E27FC236}">
                    <a16:creationId xmlns:a16="http://schemas.microsoft.com/office/drawing/2014/main" id="{3F3E3903-7A9F-3260-B843-3EF629B0D204}"/>
                  </a:ext>
                </a:extLst>
              </p14:cNvPr>
              <p14:cNvContentPartPr/>
              <p14:nvPr/>
            </p14:nvContentPartPr>
            <p14:xfrm>
              <a:off x="6761808" y="3261024"/>
              <a:ext cx="105480" cy="90720"/>
            </p14:xfrm>
          </p:contentPart>
        </mc:Choice>
        <mc:Fallback xmlns="">
          <p:pic>
            <p:nvPicPr>
              <p:cNvPr id="295" name="Ink 294">
                <a:extLst>
                  <a:ext uri="{FF2B5EF4-FFF2-40B4-BE49-F238E27FC236}">
                    <a16:creationId xmlns:a16="http://schemas.microsoft.com/office/drawing/2014/main" id="{3F3E3903-7A9F-3260-B843-3EF629B0D204}"/>
                  </a:ext>
                </a:extLst>
              </p:cNvPr>
              <p:cNvPicPr/>
              <p:nvPr/>
            </p:nvPicPr>
            <p:blipFill>
              <a:blip r:embed="rId326"/>
              <a:stretch>
                <a:fillRect/>
              </a:stretch>
            </p:blipFill>
            <p:spPr>
              <a:xfrm>
                <a:off x="6753168" y="3252384"/>
                <a:ext cx="123120" cy="10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7">
            <p14:nvContentPartPr>
              <p14:cNvPr id="296" name="Ink 295">
                <a:extLst>
                  <a:ext uri="{FF2B5EF4-FFF2-40B4-BE49-F238E27FC236}">
                    <a16:creationId xmlns:a16="http://schemas.microsoft.com/office/drawing/2014/main" id="{F70E13F3-32D7-4979-3627-D9B7022AB8EE}"/>
                  </a:ext>
                </a:extLst>
              </p14:cNvPr>
              <p14:cNvContentPartPr/>
              <p14:nvPr/>
            </p14:nvContentPartPr>
            <p14:xfrm>
              <a:off x="6962688" y="3256704"/>
              <a:ext cx="240480" cy="92520"/>
            </p14:xfrm>
          </p:contentPart>
        </mc:Choice>
        <mc:Fallback xmlns="">
          <p:pic>
            <p:nvPicPr>
              <p:cNvPr id="296" name="Ink 295">
                <a:extLst>
                  <a:ext uri="{FF2B5EF4-FFF2-40B4-BE49-F238E27FC236}">
                    <a16:creationId xmlns:a16="http://schemas.microsoft.com/office/drawing/2014/main" id="{F70E13F3-32D7-4979-3627-D9B7022AB8EE}"/>
                  </a:ext>
                </a:extLst>
              </p:cNvPr>
              <p:cNvPicPr/>
              <p:nvPr/>
            </p:nvPicPr>
            <p:blipFill>
              <a:blip r:embed="rId328"/>
              <a:stretch>
                <a:fillRect/>
              </a:stretch>
            </p:blipFill>
            <p:spPr>
              <a:xfrm>
                <a:off x="6953688" y="3247704"/>
                <a:ext cx="25812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9">
            <p14:nvContentPartPr>
              <p14:cNvPr id="297" name="Ink 296">
                <a:extLst>
                  <a:ext uri="{FF2B5EF4-FFF2-40B4-BE49-F238E27FC236}">
                    <a16:creationId xmlns:a16="http://schemas.microsoft.com/office/drawing/2014/main" id="{8C54D2B5-9AE9-3048-B464-A15614AB6716}"/>
                  </a:ext>
                </a:extLst>
              </p14:cNvPr>
              <p14:cNvContentPartPr/>
              <p14:nvPr/>
            </p14:nvContentPartPr>
            <p14:xfrm>
              <a:off x="7246008" y="3200904"/>
              <a:ext cx="11880" cy="36720"/>
            </p14:xfrm>
          </p:contentPart>
        </mc:Choice>
        <mc:Fallback xmlns="">
          <p:pic>
            <p:nvPicPr>
              <p:cNvPr id="297" name="Ink 296">
                <a:extLst>
                  <a:ext uri="{FF2B5EF4-FFF2-40B4-BE49-F238E27FC236}">
                    <a16:creationId xmlns:a16="http://schemas.microsoft.com/office/drawing/2014/main" id="{8C54D2B5-9AE9-3048-B464-A15614AB6716}"/>
                  </a:ext>
                </a:extLst>
              </p:cNvPr>
              <p:cNvPicPr/>
              <p:nvPr/>
            </p:nvPicPr>
            <p:blipFill>
              <a:blip r:embed="rId330"/>
              <a:stretch>
                <a:fillRect/>
              </a:stretch>
            </p:blipFill>
            <p:spPr>
              <a:xfrm>
                <a:off x="7237368" y="3191904"/>
                <a:ext cx="2952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1">
            <p14:nvContentPartPr>
              <p14:cNvPr id="298" name="Ink 297">
                <a:extLst>
                  <a:ext uri="{FF2B5EF4-FFF2-40B4-BE49-F238E27FC236}">
                    <a16:creationId xmlns:a16="http://schemas.microsoft.com/office/drawing/2014/main" id="{D461A76B-AE09-7647-4414-CB136362F754}"/>
                  </a:ext>
                </a:extLst>
              </p14:cNvPr>
              <p14:cNvContentPartPr/>
              <p14:nvPr/>
            </p14:nvContentPartPr>
            <p14:xfrm>
              <a:off x="7210728" y="3273984"/>
              <a:ext cx="194760" cy="299520"/>
            </p14:xfrm>
          </p:contentPart>
        </mc:Choice>
        <mc:Fallback xmlns="">
          <p:pic>
            <p:nvPicPr>
              <p:cNvPr id="298" name="Ink 297">
                <a:extLst>
                  <a:ext uri="{FF2B5EF4-FFF2-40B4-BE49-F238E27FC236}">
                    <a16:creationId xmlns:a16="http://schemas.microsoft.com/office/drawing/2014/main" id="{D461A76B-AE09-7647-4414-CB136362F754}"/>
                  </a:ext>
                </a:extLst>
              </p:cNvPr>
              <p:cNvPicPr/>
              <p:nvPr/>
            </p:nvPicPr>
            <p:blipFill>
              <a:blip r:embed="rId332"/>
              <a:stretch>
                <a:fillRect/>
              </a:stretch>
            </p:blipFill>
            <p:spPr>
              <a:xfrm>
                <a:off x="7202088" y="3265344"/>
                <a:ext cx="212400" cy="31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3">
            <p14:nvContentPartPr>
              <p14:cNvPr id="299" name="Ink 298">
                <a:extLst>
                  <a:ext uri="{FF2B5EF4-FFF2-40B4-BE49-F238E27FC236}">
                    <a16:creationId xmlns:a16="http://schemas.microsoft.com/office/drawing/2014/main" id="{5757869C-D489-D613-AA51-F2D607C0C9D1}"/>
                  </a:ext>
                </a:extLst>
              </p14:cNvPr>
              <p14:cNvContentPartPr/>
              <p14:nvPr/>
            </p14:nvContentPartPr>
            <p14:xfrm>
              <a:off x="7978968" y="3270384"/>
              <a:ext cx="677160" cy="365760"/>
            </p14:xfrm>
          </p:contentPart>
        </mc:Choice>
        <mc:Fallback xmlns="">
          <p:pic>
            <p:nvPicPr>
              <p:cNvPr id="299" name="Ink 298">
                <a:extLst>
                  <a:ext uri="{FF2B5EF4-FFF2-40B4-BE49-F238E27FC236}">
                    <a16:creationId xmlns:a16="http://schemas.microsoft.com/office/drawing/2014/main" id="{5757869C-D489-D613-AA51-F2D607C0C9D1}"/>
                  </a:ext>
                </a:extLst>
              </p:cNvPr>
              <p:cNvPicPr/>
              <p:nvPr/>
            </p:nvPicPr>
            <p:blipFill>
              <a:blip r:embed="rId334"/>
              <a:stretch>
                <a:fillRect/>
              </a:stretch>
            </p:blipFill>
            <p:spPr>
              <a:xfrm>
                <a:off x="7970328" y="3261384"/>
                <a:ext cx="694800" cy="38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5">
            <p14:nvContentPartPr>
              <p14:cNvPr id="300" name="Ink 299">
                <a:extLst>
                  <a:ext uri="{FF2B5EF4-FFF2-40B4-BE49-F238E27FC236}">
                    <a16:creationId xmlns:a16="http://schemas.microsoft.com/office/drawing/2014/main" id="{B9584F18-E7AB-5CB2-B89B-86BA8A2A47AF}"/>
                  </a:ext>
                </a:extLst>
              </p14:cNvPr>
              <p14:cNvContentPartPr/>
              <p14:nvPr/>
            </p14:nvContentPartPr>
            <p14:xfrm>
              <a:off x="8759088" y="3291264"/>
              <a:ext cx="396360" cy="65880"/>
            </p14:xfrm>
          </p:contentPart>
        </mc:Choice>
        <mc:Fallback xmlns="">
          <p:pic>
            <p:nvPicPr>
              <p:cNvPr id="300" name="Ink 299">
                <a:extLst>
                  <a:ext uri="{FF2B5EF4-FFF2-40B4-BE49-F238E27FC236}">
                    <a16:creationId xmlns:a16="http://schemas.microsoft.com/office/drawing/2014/main" id="{B9584F18-E7AB-5CB2-B89B-86BA8A2A47AF}"/>
                  </a:ext>
                </a:extLst>
              </p:cNvPr>
              <p:cNvPicPr/>
              <p:nvPr/>
            </p:nvPicPr>
            <p:blipFill>
              <a:blip r:embed="rId336"/>
              <a:stretch>
                <a:fillRect/>
              </a:stretch>
            </p:blipFill>
            <p:spPr>
              <a:xfrm>
                <a:off x="8750448" y="3282264"/>
                <a:ext cx="41400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7">
            <p14:nvContentPartPr>
              <p14:cNvPr id="301" name="Ink 300">
                <a:extLst>
                  <a:ext uri="{FF2B5EF4-FFF2-40B4-BE49-F238E27FC236}">
                    <a16:creationId xmlns:a16="http://schemas.microsoft.com/office/drawing/2014/main" id="{570DBF8D-E132-89EE-2D38-3EBB6E03DE45}"/>
                  </a:ext>
                </a:extLst>
              </p14:cNvPr>
              <p14:cNvContentPartPr/>
              <p14:nvPr/>
            </p14:nvContentPartPr>
            <p14:xfrm>
              <a:off x="9226368" y="3302064"/>
              <a:ext cx="135720" cy="42480"/>
            </p14:xfrm>
          </p:contentPart>
        </mc:Choice>
        <mc:Fallback xmlns="">
          <p:pic>
            <p:nvPicPr>
              <p:cNvPr id="301" name="Ink 300">
                <a:extLst>
                  <a:ext uri="{FF2B5EF4-FFF2-40B4-BE49-F238E27FC236}">
                    <a16:creationId xmlns:a16="http://schemas.microsoft.com/office/drawing/2014/main" id="{570DBF8D-E132-89EE-2D38-3EBB6E03DE45}"/>
                  </a:ext>
                </a:extLst>
              </p:cNvPr>
              <p:cNvPicPr/>
              <p:nvPr/>
            </p:nvPicPr>
            <p:blipFill>
              <a:blip r:embed="rId338"/>
              <a:stretch>
                <a:fillRect/>
              </a:stretch>
            </p:blipFill>
            <p:spPr>
              <a:xfrm>
                <a:off x="9217368" y="3293424"/>
                <a:ext cx="15336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9">
            <p14:nvContentPartPr>
              <p14:cNvPr id="304" name="Ink 303">
                <a:extLst>
                  <a:ext uri="{FF2B5EF4-FFF2-40B4-BE49-F238E27FC236}">
                    <a16:creationId xmlns:a16="http://schemas.microsoft.com/office/drawing/2014/main" id="{8539096C-CD2A-A469-ECA5-A87630028A35}"/>
                  </a:ext>
                </a:extLst>
              </p14:cNvPr>
              <p14:cNvContentPartPr/>
              <p14:nvPr/>
            </p14:nvContentPartPr>
            <p14:xfrm>
              <a:off x="9643968" y="3154464"/>
              <a:ext cx="288000" cy="386640"/>
            </p14:xfrm>
          </p:contentPart>
        </mc:Choice>
        <mc:Fallback xmlns="">
          <p:pic>
            <p:nvPicPr>
              <p:cNvPr id="304" name="Ink 303">
                <a:extLst>
                  <a:ext uri="{FF2B5EF4-FFF2-40B4-BE49-F238E27FC236}">
                    <a16:creationId xmlns:a16="http://schemas.microsoft.com/office/drawing/2014/main" id="{8539096C-CD2A-A469-ECA5-A87630028A35}"/>
                  </a:ext>
                </a:extLst>
              </p:cNvPr>
              <p:cNvPicPr/>
              <p:nvPr/>
            </p:nvPicPr>
            <p:blipFill>
              <a:blip r:embed="rId340"/>
              <a:stretch>
                <a:fillRect/>
              </a:stretch>
            </p:blipFill>
            <p:spPr>
              <a:xfrm>
                <a:off x="9635328" y="3145824"/>
                <a:ext cx="305640" cy="404280"/>
              </a:xfrm>
              <a:prstGeom prst="rect">
                <a:avLst/>
              </a:prstGeom>
            </p:spPr>
          </p:pic>
        </mc:Fallback>
      </mc:AlternateContent>
      <p:grpSp>
        <p:nvGrpSpPr>
          <p:cNvPr id="309" name="Group 308">
            <a:extLst>
              <a:ext uri="{FF2B5EF4-FFF2-40B4-BE49-F238E27FC236}">
                <a16:creationId xmlns:a16="http://schemas.microsoft.com/office/drawing/2014/main" id="{54979114-EA03-16EA-D2EB-8FA3B1980929}"/>
              </a:ext>
            </a:extLst>
          </p:cNvPr>
          <p:cNvGrpSpPr/>
          <p:nvPr/>
        </p:nvGrpSpPr>
        <p:grpSpPr>
          <a:xfrm>
            <a:off x="10252368" y="2998584"/>
            <a:ext cx="769320" cy="266400"/>
            <a:chOff x="10252368" y="2998584"/>
            <a:chExt cx="769320" cy="26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8BD47BDF-577E-28B0-CC4F-859FADE8B418}"/>
                    </a:ext>
                  </a:extLst>
                </p14:cNvPr>
                <p14:cNvContentPartPr/>
                <p14:nvPr/>
              </p14:nvContentPartPr>
              <p14:xfrm>
                <a:off x="10252368" y="3145464"/>
                <a:ext cx="209520" cy="9720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8BD47BDF-577E-28B0-CC4F-859FADE8B418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10243368" y="3136824"/>
                  <a:ext cx="2271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B776368B-66D3-70D6-899C-35A87205536C}"/>
                    </a:ext>
                  </a:extLst>
                </p14:cNvPr>
                <p14:cNvContentPartPr/>
                <p14:nvPr/>
              </p14:nvContentPartPr>
              <p14:xfrm>
                <a:off x="10538208" y="3171024"/>
                <a:ext cx="60480" cy="8424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B776368B-66D3-70D6-899C-35A87205536C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10529208" y="3162024"/>
                  <a:ext cx="7812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03B8293E-CE86-9745-3661-518BF0E1E1C9}"/>
                    </a:ext>
                  </a:extLst>
                </p14:cNvPr>
                <p14:cNvContentPartPr/>
                <p14:nvPr/>
              </p14:nvContentPartPr>
              <p14:xfrm>
                <a:off x="10646928" y="3169944"/>
                <a:ext cx="132120" cy="7056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03B8293E-CE86-9745-3661-518BF0E1E1C9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10637928" y="3161304"/>
                  <a:ext cx="14976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7340D6E9-3616-D96C-6A98-99C842644CC6}"/>
                    </a:ext>
                  </a:extLst>
                </p14:cNvPr>
                <p14:cNvContentPartPr/>
                <p14:nvPr/>
              </p14:nvContentPartPr>
              <p14:xfrm>
                <a:off x="10822968" y="2998584"/>
                <a:ext cx="198720" cy="26640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7340D6E9-3616-D96C-6A98-99C842644CC6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10813968" y="2989584"/>
                  <a:ext cx="216360" cy="28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3" name="Group 332">
            <a:extLst>
              <a:ext uri="{FF2B5EF4-FFF2-40B4-BE49-F238E27FC236}">
                <a16:creationId xmlns:a16="http://schemas.microsoft.com/office/drawing/2014/main" id="{C66C8914-3D5F-3549-03B2-BE3A0904D9AC}"/>
              </a:ext>
            </a:extLst>
          </p:cNvPr>
          <p:cNvGrpSpPr/>
          <p:nvPr/>
        </p:nvGrpSpPr>
        <p:grpSpPr>
          <a:xfrm>
            <a:off x="1443168" y="3150504"/>
            <a:ext cx="4105800" cy="824760"/>
            <a:chOff x="1443168" y="3150504"/>
            <a:chExt cx="4105800" cy="82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7C99854D-DE84-0D81-335D-38EF00487689}"/>
                    </a:ext>
                  </a:extLst>
                </p14:cNvPr>
                <p14:cNvContentPartPr/>
                <p14:nvPr/>
              </p14:nvContentPartPr>
              <p14:xfrm>
                <a:off x="1480968" y="3306384"/>
                <a:ext cx="224280" cy="24372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7C99854D-DE84-0D81-335D-38EF00487689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1472328" y="3297384"/>
                  <a:ext cx="24192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DF24976A-AD0F-B450-42A1-4511EFF08C6D}"/>
                    </a:ext>
                  </a:extLst>
                </p14:cNvPr>
                <p14:cNvContentPartPr/>
                <p14:nvPr/>
              </p14:nvContentPartPr>
              <p14:xfrm>
                <a:off x="1781568" y="3362544"/>
                <a:ext cx="38880" cy="7668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DF24976A-AD0F-B450-42A1-4511EFF08C6D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1772568" y="3353544"/>
                  <a:ext cx="5652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68FF16A6-B650-EA78-E181-939CAFBBD47E}"/>
                    </a:ext>
                  </a:extLst>
                </p14:cNvPr>
                <p14:cNvContentPartPr/>
                <p14:nvPr/>
              </p14:nvContentPartPr>
              <p14:xfrm>
                <a:off x="1948608" y="3379464"/>
                <a:ext cx="38160" cy="7056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68FF16A6-B650-EA78-E181-939CAFBBD47E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1939608" y="3370464"/>
                  <a:ext cx="558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FECDE3D0-02F6-3EF5-65CE-FCB152E42E7F}"/>
                    </a:ext>
                  </a:extLst>
                </p14:cNvPr>
                <p14:cNvContentPartPr/>
                <p14:nvPr/>
              </p14:nvContentPartPr>
              <p14:xfrm>
                <a:off x="2066688" y="3237984"/>
                <a:ext cx="258480" cy="21960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FECDE3D0-02F6-3EF5-65CE-FCB152E42E7F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2057688" y="3229344"/>
                  <a:ext cx="27612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8C30B0BB-41C1-C626-3C37-00B2D57313CB}"/>
                    </a:ext>
                  </a:extLst>
                </p14:cNvPr>
                <p14:cNvContentPartPr/>
                <p14:nvPr/>
              </p14:nvContentPartPr>
              <p14:xfrm>
                <a:off x="2092248" y="3321144"/>
                <a:ext cx="251280" cy="1620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8C30B0BB-41C1-C626-3C37-00B2D57313CB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2083248" y="3312144"/>
                  <a:ext cx="2689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AC4FEFA2-4727-E0BE-7520-20CA025398AE}"/>
                    </a:ext>
                  </a:extLst>
                </p14:cNvPr>
                <p14:cNvContentPartPr/>
                <p14:nvPr/>
              </p14:nvContentPartPr>
              <p14:xfrm>
                <a:off x="2706768" y="3216384"/>
                <a:ext cx="274320" cy="20052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AC4FEFA2-4727-E0BE-7520-20CA025398AE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2698128" y="3207384"/>
                  <a:ext cx="29196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23ED7CFF-28AB-CFD8-7761-AADB89B81CFA}"/>
                    </a:ext>
                  </a:extLst>
                </p14:cNvPr>
                <p14:cNvContentPartPr/>
                <p14:nvPr/>
              </p14:nvContentPartPr>
              <p14:xfrm>
                <a:off x="2949768" y="3261744"/>
                <a:ext cx="122040" cy="2592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23ED7CFF-28AB-CFD8-7761-AADB89B81CFA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2940768" y="3252744"/>
                  <a:ext cx="1396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1DFFBA79-64C1-FB8F-D3EC-3720795F22F0}"/>
                    </a:ext>
                  </a:extLst>
                </p14:cNvPr>
                <p14:cNvContentPartPr/>
                <p14:nvPr/>
              </p14:nvContentPartPr>
              <p14:xfrm>
                <a:off x="3570408" y="3240504"/>
                <a:ext cx="220320" cy="21888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1DFFBA79-64C1-FB8F-D3EC-3720795F22F0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3561768" y="3231864"/>
                  <a:ext cx="23796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91CF468D-C2A4-6A74-8ED7-DB92816FB0D1}"/>
                    </a:ext>
                  </a:extLst>
                </p14:cNvPr>
                <p14:cNvContentPartPr/>
                <p14:nvPr/>
              </p14:nvContentPartPr>
              <p14:xfrm>
                <a:off x="4328568" y="3249504"/>
                <a:ext cx="241920" cy="29412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91CF468D-C2A4-6A74-8ED7-DB92816FB0D1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4319928" y="3240864"/>
                  <a:ext cx="25956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3C022B75-B8C2-6FE9-06AB-89A987FFCA0D}"/>
                    </a:ext>
                  </a:extLst>
                </p14:cNvPr>
                <p14:cNvContentPartPr/>
                <p14:nvPr/>
              </p14:nvContentPartPr>
              <p14:xfrm>
                <a:off x="4955688" y="3237264"/>
                <a:ext cx="48240" cy="21636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3C022B75-B8C2-6FE9-06AB-89A987FFCA0D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4947048" y="3228264"/>
                  <a:ext cx="6588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B321A304-7BFE-0A7E-F7CF-639AC6AC0D76}"/>
                    </a:ext>
                  </a:extLst>
                </p14:cNvPr>
                <p14:cNvContentPartPr/>
                <p14:nvPr/>
              </p14:nvContentPartPr>
              <p14:xfrm>
                <a:off x="4910328" y="3150504"/>
                <a:ext cx="515520" cy="26748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B321A304-7BFE-0A7E-F7CF-639AC6AC0D76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4901328" y="3141864"/>
                  <a:ext cx="53316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22F6CE4A-1070-657E-0BF8-F7F664DDD939}"/>
                    </a:ext>
                  </a:extLst>
                </p14:cNvPr>
                <p14:cNvContentPartPr/>
                <p14:nvPr/>
              </p14:nvContentPartPr>
              <p14:xfrm>
                <a:off x="1443168" y="3761784"/>
                <a:ext cx="182160" cy="12780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22F6CE4A-1070-657E-0BF8-F7F664DDD939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434528" y="3752784"/>
                  <a:ext cx="19980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1386637E-1754-EE1E-EAB9-52E5BA5EE439}"/>
                    </a:ext>
                  </a:extLst>
                </p14:cNvPr>
                <p14:cNvContentPartPr/>
                <p14:nvPr/>
              </p14:nvContentPartPr>
              <p14:xfrm>
                <a:off x="1694448" y="3839904"/>
                <a:ext cx="20520" cy="11016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1386637E-1754-EE1E-EAB9-52E5BA5EE439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1685448" y="3831264"/>
                  <a:ext cx="381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5F217717-3B23-1A70-501E-64AA9B94F2EB}"/>
                    </a:ext>
                  </a:extLst>
                </p14:cNvPr>
                <p14:cNvContentPartPr/>
                <p14:nvPr/>
              </p14:nvContentPartPr>
              <p14:xfrm>
                <a:off x="1798848" y="3893544"/>
                <a:ext cx="39960" cy="8172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5F217717-3B23-1A70-501E-64AA9B94F2EB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1789848" y="3884904"/>
                  <a:ext cx="576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5A64191A-27A1-28D9-4D8B-269FD5F51458}"/>
                    </a:ext>
                  </a:extLst>
                </p14:cNvPr>
                <p14:cNvContentPartPr/>
                <p14:nvPr/>
              </p14:nvContentPartPr>
              <p14:xfrm>
                <a:off x="1979928" y="3790584"/>
                <a:ext cx="146520" cy="9828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5A64191A-27A1-28D9-4D8B-269FD5F51458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1970928" y="3781584"/>
                  <a:ext cx="1641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179D808E-00D4-A913-BBDC-84A961FDE257}"/>
                    </a:ext>
                  </a:extLst>
                </p14:cNvPr>
                <p14:cNvContentPartPr/>
                <p14:nvPr/>
              </p14:nvContentPartPr>
              <p14:xfrm>
                <a:off x="2229768" y="3852144"/>
                <a:ext cx="82080" cy="7416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179D808E-00D4-A913-BBDC-84A961FDE257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2221128" y="3843144"/>
                  <a:ext cx="997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E024084C-FAA5-5EE1-7910-FB0CE7A70C69}"/>
                    </a:ext>
                  </a:extLst>
                </p14:cNvPr>
                <p14:cNvContentPartPr/>
                <p14:nvPr/>
              </p14:nvContentPartPr>
              <p14:xfrm>
                <a:off x="2549448" y="3840984"/>
                <a:ext cx="4320" cy="1044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E024084C-FAA5-5EE1-7910-FB0CE7A70C69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2540808" y="3832344"/>
                  <a:ext cx="219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4E3F24CD-F0C6-AE07-2A21-B04FD8F3ECB8}"/>
                    </a:ext>
                  </a:extLst>
                </p14:cNvPr>
                <p14:cNvContentPartPr/>
                <p14:nvPr/>
              </p14:nvContentPartPr>
              <p14:xfrm>
                <a:off x="2670048" y="3822624"/>
                <a:ext cx="136080" cy="1656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4E3F24CD-F0C6-AE07-2A21-B04FD8F3ECB8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2661048" y="3813624"/>
                  <a:ext cx="1537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39145ABB-6958-2342-9321-6DACF5167786}"/>
                    </a:ext>
                  </a:extLst>
                </p14:cNvPr>
                <p14:cNvContentPartPr/>
                <p14:nvPr/>
              </p14:nvContentPartPr>
              <p14:xfrm>
                <a:off x="3083688" y="3703104"/>
                <a:ext cx="222120" cy="15300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39145ABB-6958-2342-9321-6DACF5167786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3075048" y="3694464"/>
                  <a:ext cx="23976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4458BC8E-1A62-4DD8-0CAD-53337DC1B3C1}"/>
                    </a:ext>
                  </a:extLst>
                </p14:cNvPr>
                <p14:cNvContentPartPr/>
                <p14:nvPr/>
              </p14:nvContentPartPr>
              <p14:xfrm>
                <a:off x="3379968" y="3782304"/>
                <a:ext cx="89280" cy="8136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4458BC8E-1A62-4DD8-0CAD-53337DC1B3C1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3371328" y="3773304"/>
                  <a:ext cx="10692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988FD22D-FE52-DA14-9663-CBC9A3A14932}"/>
                    </a:ext>
                  </a:extLst>
                </p14:cNvPr>
                <p14:cNvContentPartPr/>
                <p14:nvPr/>
              </p14:nvContentPartPr>
              <p14:xfrm>
                <a:off x="3662928" y="3832344"/>
                <a:ext cx="20880" cy="2592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988FD22D-FE52-DA14-9663-CBC9A3A14932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3654288" y="3823704"/>
                  <a:ext cx="385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3E161264-C5FA-BCB5-FF4C-0181017946B7}"/>
                    </a:ext>
                  </a:extLst>
                </p14:cNvPr>
                <p14:cNvContentPartPr/>
                <p14:nvPr/>
              </p14:nvContentPartPr>
              <p14:xfrm>
                <a:off x="3702528" y="3779784"/>
                <a:ext cx="52920" cy="13788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3E161264-C5FA-BCB5-FF4C-0181017946B7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3693528" y="3771144"/>
                  <a:ext cx="705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5D18942C-F85D-4751-5450-CCD9AD437580}"/>
                    </a:ext>
                  </a:extLst>
                </p14:cNvPr>
                <p14:cNvContentPartPr/>
                <p14:nvPr/>
              </p14:nvContentPartPr>
              <p14:xfrm>
                <a:off x="3764088" y="3703824"/>
                <a:ext cx="12600" cy="4428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5D18942C-F85D-4751-5450-CCD9AD437580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3755088" y="3694824"/>
                  <a:ext cx="302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2B9958F9-89FA-965A-2B6F-7A39465BAC55}"/>
                    </a:ext>
                  </a:extLst>
                </p14:cNvPr>
                <p14:cNvContentPartPr/>
                <p14:nvPr/>
              </p14:nvContentPartPr>
              <p14:xfrm>
                <a:off x="3888288" y="3790944"/>
                <a:ext cx="99360" cy="3348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2B9958F9-89FA-965A-2B6F-7A39465BAC55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3879648" y="3782304"/>
                  <a:ext cx="1170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17AD0E8D-EEC1-B65B-AEE9-705F23E3EAC7}"/>
                    </a:ext>
                  </a:extLst>
                </p14:cNvPr>
                <p14:cNvContentPartPr/>
                <p14:nvPr/>
              </p14:nvContentPartPr>
              <p14:xfrm>
                <a:off x="4138128" y="3753144"/>
                <a:ext cx="165960" cy="11196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17AD0E8D-EEC1-B65B-AEE9-705F23E3EAC7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4129488" y="3744504"/>
                  <a:ext cx="18360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81900D80-5EB8-7838-A5C4-E28A7CEF56A0}"/>
                    </a:ext>
                  </a:extLst>
                </p14:cNvPr>
                <p14:cNvContentPartPr/>
                <p14:nvPr/>
              </p14:nvContentPartPr>
              <p14:xfrm>
                <a:off x="4737528" y="3531024"/>
                <a:ext cx="811440" cy="31680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81900D80-5EB8-7838-A5C4-E28A7CEF56A0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4728888" y="3522024"/>
                  <a:ext cx="829080" cy="33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2" name="Group 331">
            <a:extLst>
              <a:ext uri="{FF2B5EF4-FFF2-40B4-BE49-F238E27FC236}">
                <a16:creationId xmlns:a16="http://schemas.microsoft.com/office/drawing/2014/main" id="{112FECD6-1AC0-61D6-6FBE-CD412373DA53}"/>
              </a:ext>
            </a:extLst>
          </p:cNvPr>
          <p:cNvGrpSpPr/>
          <p:nvPr/>
        </p:nvGrpSpPr>
        <p:grpSpPr>
          <a:xfrm>
            <a:off x="5946048" y="3637224"/>
            <a:ext cx="1340280" cy="233640"/>
            <a:chOff x="5946048" y="3637224"/>
            <a:chExt cx="1340280" cy="23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44DA2C94-BE9F-CCC0-0A74-B5305CDE0E64}"/>
                    </a:ext>
                  </a:extLst>
                </p14:cNvPr>
                <p14:cNvContentPartPr/>
                <p14:nvPr/>
              </p14:nvContentPartPr>
              <p14:xfrm>
                <a:off x="5946048" y="3637224"/>
                <a:ext cx="869040" cy="23364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44DA2C94-BE9F-CCC0-0A74-B5305CDE0E64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5937408" y="3628224"/>
                  <a:ext cx="88668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FB623422-D79C-6FC9-3D86-90AF2D858ADE}"/>
                    </a:ext>
                  </a:extLst>
                </p14:cNvPr>
                <p14:cNvContentPartPr/>
                <p14:nvPr/>
              </p14:nvContentPartPr>
              <p14:xfrm>
                <a:off x="6869088" y="3767904"/>
                <a:ext cx="169920" cy="2052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FB623422-D79C-6FC9-3D86-90AF2D858ADE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6860088" y="3758904"/>
                  <a:ext cx="1875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D499DDC9-CB3C-AA8F-DA0B-11A4E1D363EA}"/>
                    </a:ext>
                  </a:extLst>
                </p14:cNvPr>
                <p14:cNvContentPartPr/>
                <p14:nvPr/>
              </p14:nvContentPartPr>
              <p14:xfrm>
                <a:off x="6805728" y="3647664"/>
                <a:ext cx="83520" cy="1296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D499DDC9-CB3C-AA8F-DA0B-11A4E1D363EA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6797088" y="3639024"/>
                  <a:ext cx="10116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34AC62DE-96BD-36A5-C8E0-23BFF17AFCE4}"/>
                    </a:ext>
                  </a:extLst>
                </p14:cNvPr>
                <p14:cNvContentPartPr/>
                <p14:nvPr/>
              </p14:nvContentPartPr>
              <p14:xfrm>
                <a:off x="7267968" y="3826944"/>
                <a:ext cx="18360" cy="540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34AC62DE-96BD-36A5-C8E0-23BFF17AFCE4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7259328" y="3818304"/>
                  <a:ext cx="36000" cy="23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633983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6078E-F8EC-8694-DE9C-165583D76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Algorithm: Probabilistic CYK algorithm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14:cNvPr>
              <p14:cNvContentPartPr/>
              <p14:nvPr/>
            </p14:nvContentPartPr>
            <p14:xfrm>
              <a:off x="9997848" y="1633824"/>
              <a:ext cx="3600" cy="10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87848" y="1620324"/>
                <a:ext cx="23200" cy="275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14:cNvPr>
              <p14:cNvContentPartPr/>
              <p14:nvPr/>
            </p14:nvContentPartPr>
            <p14:xfrm>
              <a:off x="10428408" y="2647584"/>
              <a:ext cx="28080" cy="324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419408" y="2638584"/>
                <a:ext cx="4572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14:cNvPr>
              <p14:cNvContentPartPr/>
              <p14:nvPr/>
            </p14:nvContentPartPr>
            <p14:xfrm>
              <a:off x="10763568" y="2771064"/>
              <a:ext cx="1800" cy="360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754568" y="2762064"/>
                <a:ext cx="1944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14:cNvPr>
              <p14:cNvContentPartPr/>
              <p14:nvPr/>
            </p14:nvContentPartPr>
            <p14:xfrm>
              <a:off x="3774888" y="6755904"/>
              <a:ext cx="360" cy="468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65888" y="6746904"/>
                <a:ext cx="18000" cy="2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97A824F4-004E-06B9-7B27-94A6DFC7509A}"/>
              </a:ext>
            </a:extLst>
          </p:cNvPr>
          <p:cNvGrpSpPr/>
          <p:nvPr/>
        </p:nvGrpSpPr>
        <p:grpSpPr>
          <a:xfrm>
            <a:off x="326088" y="737424"/>
            <a:ext cx="1428120" cy="439920"/>
            <a:chOff x="326088" y="737424"/>
            <a:chExt cx="1428120" cy="43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66ECACC2-6828-72C0-9C92-5FDE84BD1505}"/>
                    </a:ext>
                  </a:extLst>
                </p14:cNvPr>
                <p14:cNvContentPartPr/>
                <p14:nvPr/>
              </p14:nvContentPartPr>
              <p14:xfrm>
                <a:off x="437688" y="820944"/>
                <a:ext cx="92880" cy="1778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6ECACC2-6828-72C0-9C92-5FDE84BD150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29048" y="811944"/>
                  <a:ext cx="11052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F76DC68-DF7C-0604-6D50-F6920E07D0EA}"/>
                    </a:ext>
                  </a:extLst>
                </p14:cNvPr>
                <p14:cNvContentPartPr/>
                <p14:nvPr/>
              </p14:nvContentPartPr>
              <p14:xfrm>
                <a:off x="326808" y="776304"/>
                <a:ext cx="339840" cy="316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F76DC68-DF7C-0604-6D50-F6920E07D0E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18168" y="767304"/>
                  <a:ext cx="3574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83478A0-7C06-7E97-EF46-DA25F155E86F}"/>
                    </a:ext>
                  </a:extLst>
                </p14:cNvPr>
                <p14:cNvContentPartPr/>
                <p14:nvPr/>
              </p14:nvContentPartPr>
              <p14:xfrm>
                <a:off x="326088" y="1003464"/>
                <a:ext cx="225720" cy="298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83478A0-7C06-7E97-EF46-DA25F155E86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17448" y="994464"/>
                  <a:ext cx="2433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5E7151B-9FC8-A6F9-416C-0C0379A5FC81}"/>
                    </a:ext>
                  </a:extLst>
                </p14:cNvPr>
                <p14:cNvContentPartPr/>
                <p14:nvPr/>
              </p14:nvContentPartPr>
              <p14:xfrm>
                <a:off x="631368" y="926064"/>
                <a:ext cx="194040" cy="925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5E7151B-9FC8-A6F9-416C-0C0379A5FC8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22728" y="917064"/>
                  <a:ext cx="21168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672B390-326F-9413-9B5B-4DC1AB7A4E02}"/>
                    </a:ext>
                  </a:extLst>
                </p14:cNvPr>
                <p14:cNvContentPartPr/>
                <p14:nvPr/>
              </p14:nvContentPartPr>
              <p14:xfrm>
                <a:off x="855288" y="853704"/>
                <a:ext cx="2160" cy="122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672B390-326F-9413-9B5B-4DC1AB7A4E0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46288" y="844704"/>
                  <a:ext cx="198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61D0F60-496C-95D0-94CF-9255F558C32E}"/>
                    </a:ext>
                  </a:extLst>
                </p14:cNvPr>
                <p14:cNvContentPartPr/>
                <p14:nvPr/>
              </p14:nvContentPartPr>
              <p14:xfrm>
                <a:off x="920088" y="737424"/>
                <a:ext cx="84960" cy="2721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61D0F60-496C-95D0-94CF-9255F558C32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11448" y="728424"/>
                  <a:ext cx="10260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A57D6B7-5CD0-DA1A-0D92-2797B8921F33}"/>
                    </a:ext>
                  </a:extLst>
                </p14:cNvPr>
                <p14:cNvContentPartPr/>
                <p14:nvPr/>
              </p14:nvContentPartPr>
              <p14:xfrm>
                <a:off x="1041408" y="879624"/>
                <a:ext cx="1800" cy="162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A57D6B7-5CD0-DA1A-0D92-2797B8921F3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32768" y="870624"/>
                  <a:ext cx="194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A4F2849-1062-4A08-9526-2913439F3A30}"/>
                    </a:ext>
                  </a:extLst>
                </p14:cNvPr>
                <p14:cNvContentPartPr/>
                <p14:nvPr/>
              </p14:nvContentPartPr>
              <p14:xfrm>
                <a:off x="1100808" y="744624"/>
                <a:ext cx="262440" cy="2502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A4F2849-1062-4A08-9526-2913439F3A3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92168" y="735624"/>
                  <a:ext cx="28008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3FEE58C-8258-33EE-D579-8622FE8A69EE}"/>
                    </a:ext>
                  </a:extLst>
                </p14:cNvPr>
                <p14:cNvContentPartPr/>
                <p14:nvPr/>
              </p14:nvContentPartPr>
              <p14:xfrm>
                <a:off x="1398528" y="881784"/>
                <a:ext cx="2520" cy="122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3FEE58C-8258-33EE-D579-8622FE8A69E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389888" y="872784"/>
                  <a:ext cx="201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C806874-FB25-0034-212E-94A91E9E5FD3}"/>
                    </a:ext>
                  </a:extLst>
                </p14:cNvPr>
                <p14:cNvContentPartPr/>
                <p14:nvPr/>
              </p14:nvContentPartPr>
              <p14:xfrm>
                <a:off x="1447848" y="914904"/>
                <a:ext cx="306360" cy="262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C806874-FB25-0034-212E-94A91E9E5FD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439208" y="906264"/>
                  <a:ext cx="32400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A313316-3CD1-5C79-92AB-7A9CF8961099}"/>
                    </a:ext>
                  </a:extLst>
                </p14:cNvPr>
                <p14:cNvContentPartPr/>
                <p14:nvPr/>
              </p14:nvContentPartPr>
              <p14:xfrm>
                <a:off x="1034208" y="753264"/>
                <a:ext cx="97920" cy="28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A313316-3CD1-5C79-92AB-7A9CF896109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25208" y="744264"/>
                  <a:ext cx="115560" cy="2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FE3CFD0-5864-06D4-1248-C90097BACD3D}"/>
              </a:ext>
            </a:extLst>
          </p:cNvPr>
          <p:cNvGrpSpPr/>
          <p:nvPr/>
        </p:nvGrpSpPr>
        <p:grpSpPr>
          <a:xfrm>
            <a:off x="1683648" y="793224"/>
            <a:ext cx="583200" cy="225000"/>
            <a:chOff x="1683648" y="793224"/>
            <a:chExt cx="583200" cy="22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A5B312A-DBC1-BF2D-FF0B-B479C8F9DBD1}"/>
                    </a:ext>
                  </a:extLst>
                </p14:cNvPr>
                <p14:cNvContentPartPr/>
                <p14:nvPr/>
              </p14:nvContentPartPr>
              <p14:xfrm>
                <a:off x="1683648" y="793224"/>
                <a:ext cx="255600" cy="2250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A5B312A-DBC1-BF2D-FF0B-B479C8F9DBD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674648" y="784224"/>
                  <a:ext cx="2732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939B146-F8AD-1EC2-4D74-3E39D65B87AA}"/>
                    </a:ext>
                  </a:extLst>
                </p14:cNvPr>
                <p14:cNvContentPartPr/>
                <p14:nvPr/>
              </p14:nvContentPartPr>
              <p14:xfrm>
                <a:off x="1968048" y="901584"/>
                <a:ext cx="14760" cy="241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939B146-F8AD-1EC2-4D74-3E39D65B87A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959408" y="892584"/>
                  <a:ext cx="324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3E6CAF4-79A0-838E-4BBC-F5A981A36387}"/>
                    </a:ext>
                  </a:extLst>
                </p14:cNvPr>
                <p14:cNvContentPartPr/>
                <p14:nvPr/>
              </p14:nvContentPartPr>
              <p14:xfrm>
                <a:off x="2022048" y="919944"/>
                <a:ext cx="244800" cy="835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3E6CAF4-79A0-838E-4BBC-F5A981A3638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013408" y="911304"/>
                  <a:ext cx="2624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567FF8C-C5E7-0F91-D16A-0BC7DD87677C}"/>
                    </a:ext>
                  </a:extLst>
                </p14:cNvPr>
                <p14:cNvContentPartPr/>
                <p14:nvPr/>
              </p14:nvContentPartPr>
              <p14:xfrm>
                <a:off x="2027448" y="797544"/>
                <a:ext cx="123120" cy="20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567FF8C-C5E7-0F91-D16A-0BC7DD87677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018808" y="788544"/>
                  <a:ext cx="140760" cy="37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D7CF81AD-4D91-DF97-37DD-DDCA8A4FBCEA}"/>
                  </a:ext>
                </a:extLst>
              </p14:cNvPr>
              <p14:cNvContentPartPr/>
              <p14:nvPr/>
            </p14:nvContentPartPr>
            <p14:xfrm>
              <a:off x="2464848" y="805104"/>
              <a:ext cx="15480" cy="2023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D7CF81AD-4D91-DF97-37DD-DDCA8A4FBCEA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455848" y="796464"/>
                <a:ext cx="33120" cy="21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43FA1600-E6C5-E9DD-2AB0-3825B97421C4}"/>
              </a:ext>
            </a:extLst>
          </p:cNvPr>
          <p:cNvGrpSpPr/>
          <p:nvPr/>
        </p:nvGrpSpPr>
        <p:grpSpPr>
          <a:xfrm>
            <a:off x="1072008" y="1306584"/>
            <a:ext cx="561600" cy="241560"/>
            <a:chOff x="1072008" y="1306584"/>
            <a:chExt cx="561600" cy="24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299BDD1-0825-0A1D-5330-7419FB750AD0}"/>
                    </a:ext>
                  </a:extLst>
                </p14:cNvPr>
                <p14:cNvContentPartPr/>
                <p14:nvPr/>
              </p14:nvContentPartPr>
              <p14:xfrm>
                <a:off x="1074528" y="1348704"/>
                <a:ext cx="36360" cy="1994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299BDD1-0825-0A1D-5330-7419FB750AD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65528" y="1340064"/>
                  <a:ext cx="5400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F7B1AD7-19B6-511D-F5A5-C32AC926F83F}"/>
                    </a:ext>
                  </a:extLst>
                </p14:cNvPr>
                <p14:cNvContentPartPr/>
                <p14:nvPr/>
              </p14:nvContentPartPr>
              <p14:xfrm>
                <a:off x="1088208" y="1306584"/>
                <a:ext cx="226800" cy="568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F7B1AD7-19B6-511D-F5A5-C32AC926F83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79568" y="1297584"/>
                  <a:ext cx="24444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3D62A7C-5674-1388-AFF9-0E7EF8E3D077}"/>
                    </a:ext>
                  </a:extLst>
                </p14:cNvPr>
                <p14:cNvContentPartPr/>
                <p14:nvPr/>
              </p14:nvContentPartPr>
              <p14:xfrm>
                <a:off x="1072008" y="1383984"/>
                <a:ext cx="561600" cy="1137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3D62A7C-5674-1388-AFF9-0E7EF8E3D07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63008" y="1375344"/>
                  <a:ext cx="579240" cy="13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EEF7863-3AF2-53E6-5914-70B6C4FD22C6}"/>
              </a:ext>
            </a:extLst>
          </p:cNvPr>
          <p:cNvGrpSpPr/>
          <p:nvPr/>
        </p:nvGrpSpPr>
        <p:grpSpPr>
          <a:xfrm>
            <a:off x="2753568" y="1383984"/>
            <a:ext cx="46080" cy="160200"/>
            <a:chOff x="2753568" y="1383984"/>
            <a:chExt cx="46080" cy="16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BF2E386-D470-48CC-813C-6467123F4258}"/>
                    </a:ext>
                  </a:extLst>
                </p14:cNvPr>
                <p14:cNvContentPartPr/>
                <p14:nvPr/>
              </p14:nvContentPartPr>
              <p14:xfrm>
                <a:off x="2784168" y="1383984"/>
                <a:ext cx="15480" cy="201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BF2E386-D470-48CC-813C-6467123F425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775168" y="1375344"/>
                  <a:ext cx="331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49ABC78-6B52-69F6-2526-C9E2965DAFC9}"/>
                    </a:ext>
                  </a:extLst>
                </p14:cNvPr>
                <p14:cNvContentPartPr/>
                <p14:nvPr/>
              </p14:nvContentPartPr>
              <p14:xfrm>
                <a:off x="2753568" y="1516104"/>
                <a:ext cx="20160" cy="280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49ABC78-6B52-69F6-2526-C9E2965DAFC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744928" y="1507464"/>
                  <a:ext cx="37800" cy="4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095C37E-358F-33CC-3BD7-162F90FECF3A}"/>
              </a:ext>
            </a:extLst>
          </p:cNvPr>
          <p:cNvGrpSpPr/>
          <p:nvPr/>
        </p:nvGrpSpPr>
        <p:grpSpPr>
          <a:xfrm>
            <a:off x="3014568" y="1396584"/>
            <a:ext cx="374040" cy="165240"/>
            <a:chOff x="3014568" y="1396584"/>
            <a:chExt cx="374040" cy="16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14C11E4-F719-968F-0E57-3D5067316336}"/>
                    </a:ext>
                  </a:extLst>
                </p14:cNvPr>
                <p14:cNvContentPartPr/>
                <p14:nvPr/>
              </p14:nvContentPartPr>
              <p14:xfrm>
                <a:off x="3014568" y="1410264"/>
                <a:ext cx="181080" cy="1033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14C11E4-F719-968F-0E57-3D506731633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005568" y="1401264"/>
                  <a:ext cx="1987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BF2A7BC-D1C4-6C21-C756-20F59080A171}"/>
                    </a:ext>
                  </a:extLst>
                </p14:cNvPr>
                <p14:cNvContentPartPr/>
                <p14:nvPr/>
              </p14:nvContentPartPr>
              <p14:xfrm>
                <a:off x="3350088" y="1396584"/>
                <a:ext cx="38520" cy="1652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BF2A7BC-D1C4-6C21-C756-20F59080A17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341448" y="1387944"/>
                  <a:ext cx="56160" cy="18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E51BC22-4291-E21C-224F-9D3F931B47C7}"/>
              </a:ext>
            </a:extLst>
          </p:cNvPr>
          <p:cNvGrpSpPr/>
          <p:nvPr/>
        </p:nvGrpSpPr>
        <p:grpSpPr>
          <a:xfrm>
            <a:off x="3774168" y="1414584"/>
            <a:ext cx="432000" cy="149760"/>
            <a:chOff x="3774168" y="1414584"/>
            <a:chExt cx="432000" cy="14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B1EA4C6-E566-F090-40D5-655AD9C55E57}"/>
                    </a:ext>
                  </a:extLst>
                </p14:cNvPr>
                <p14:cNvContentPartPr/>
                <p14:nvPr/>
              </p14:nvContentPartPr>
              <p14:xfrm>
                <a:off x="3923928" y="1414584"/>
                <a:ext cx="31320" cy="1497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B1EA4C6-E566-F090-40D5-655AD9C55E5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914928" y="1405584"/>
                  <a:ext cx="4896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D4D97BB-5199-DCF4-FF6D-BBB50A513AC8}"/>
                    </a:ext>
                  </a:extLst>
                </p14:cNvPr>
                <p14:cNvContentPartPr/>
                <p14:nvPr/>
              </p14:nvContentPartPr>
              <p14:xfrm>
                <a:off x="3774168" y="1423224"/>
                <a:ext cx="432000" cy="871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D4D97BB-5199-DCF4-FF6D-BBB50A513AC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765528" y="1414584"/>
                  <a:ext cx="449640" cy="104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951B9DE8-1B10-76A8-8216-9E4E305817F1}"/>
                  </a:ext>
                </a:extLst>
              </p14:cNvPr>
              <p14:cNvContentPartPr/>
              <p14:nvPr/>
            </p14:nvContentPartPr>
            <p14:xfrm>
              <a:off x="4575168" y="1402344"/>
              <a:ext cx="294480" cy="15444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951B9DE8-1B10-76A8-8216-9E4E305817F1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566528" y="1393344"/>
                <a:ext cx="312120" cy="17208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310F9AA2-93C3-9F15-A8CA-CFE7A415DC10}"/>
              </a:ext>
            </a:extLst>
          </p:cNvPr>
          <p:cNvGrpSpPr/>
          <p:nvPr/>
        </p:nvGrpSpPr>
        <p:grpSpPr>
          <a:xfrm>
            <a:off x="5362488" y="1375704"/>
            <a:ext cx="453600" cy="229680"/>
            <a:chOff x="5362488" y="1375704"/>
            <a:chExt cx="453600" cy="22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52D7653-A3B4-FD92-4687-3F58C384AAFD}"/>
                    </a:ext>
                  </a:extLst>
                </p14:cNvPr>
                <p14:cNvContentPartPr/>
                <p14:nvPr/>
              </p14:nvContentPartPr>
              <p14:xfrm>
                <a:off x="5440248" y="1405224"/>
                <a:ext cx="58680" cy="124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52D7653-A3B4-FD92-4687-3F58C384AAF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431248" y="1396224"/>
                  <a:ext cx="7632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68AAA5D-8A5A-F0E6-80E3-B431046C164F}"/>
                    </a:ext>
                  </a:extLst>
                </p14:cNvPr>
                <p14:cNvContentPartPr/>
                <p14:nvPr/>
              </p14:nvContentPartPr>
              <p14:xfrm>
                <a:off x="5362488" y="1375704"/>
                <a:ext cx="453600" cy="2296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68AAA5D-8A5A-F0E6-80E3-B431046C164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353848" y="1367064"/>
                  <a:ext cx="471240" cy="24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4BB26B5-1E3B-E503-E1C7-71A9326082CB}"/>
              </a:ext>
            </a:extLst>
          </p:cNvPr>
          <p:cNvGrpSpPr/>
          <p:nvPr/>
        </p:nvGrpSpPr>
        <p:grpSpPr>
          <a:xfrm>
            <a:off x="1678608" y="1803024"/>
            <a:ext cx="418680" cy="284040"/>
            <a:chOff x="1678608" y="1803024"/>
            <a:chExt cx="418680" cy="28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9389588-0A76-DD86-9FBA-33E10B82538A}"/>
                    </a:ext>
                  </a:extLst>
                </p14:cNvPr>
                <p14:cNvContentPartPr/>
                <p14:nvPr/>
              </p14:nvContentPartPr>
              <p14:xfrm>
                <a:off x="1678608" y="1936584"/>
                <a:ext cx="28080" cy="1504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9389588-0A76-DD86-9FBA-33E10B82538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669968" y="1927584"/>
                  <a:ext cx="457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A76620C-3F05-B587-EA63-A338FAF31060}"/>
                    </a:ext>
                  </a:extLst>
                </p14:cNvPr>
                <p14:cNvContentPartPr/>
                <p14:nvPr/>
              </p14:nvContentPartPr>
              <p14:xfrm>
                <a:off x="1699128" y="1803024"/>
                <a:ext cx="213120" cy="864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A76620C-3F05-B587-EA63-A338FAF3106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690488" y="1794384"/>
                  <a:ext cx="23076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B69D885-9990-BCB4-D2C9-34B544E34511}"/>
                    </a:ext>
                  </a:extLst>
                </p14:cNvPr>
                <p14:cNvContentPartPr/>
                <p14:nvPr/>
              </p14:nvContentPartPr>
              <p14:xfrm>
                <a:off x="1715328" y="1943424"/>
                <a:ext cx="233280" cy="979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B69D885-9990-BCB4-D2C9-34B544E3451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706328" y="1934424"/>
                  <a:ext cx="2509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7F622F3-BCEE-7CB6-49A8-547DACEAF602}"/>
                    </a:ext>
                  </a:extLst>
                </p14:cNvPr>
                <p14:cNvContentPartPr/>
                <p14:nvPr/>
              </p14:nvContentPartPr>
              <p14:xfrm>
                <a:off x="1977408" y="1965024"/>
                <a:ext cx="119880" cy="709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7F622F3-BCEE-7CB6-49A8-547DACEAF60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968408" y="1956024"/>
                  <a:ext cx="137520" cy="88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55E37B42-4146-69D6-A38C-B19F5D82373C}"/>
                  </a:ext>
                </a:extLst>
              </p14:cNvPr>
              <p14:cNvContentPartPr/>
              <p14:nvPr/>
            </p14:nvContentPartPr>
            <p14:xfrm>
              <a:off x="2449728" y="1894104"/>
              <a:ext cx="381600" cy="1785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55E37B42-4146-69D6-A38C-B19F5D82373C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441088" y="1885464"/>
                <a:ext cx="399240" cy="19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5BF8B892-BDAF-622F-E30F-F7E4CFCF5699}"/>
                  </a:ext>
                </a:extLst>
              </p14:cNvPr>
              <p14:cNvContentPartPr/>
              <p14:nvPr/>
            </p14:nvContentPartPr>
            <p14:xfrm>
              <a:off x="3138048" y="1842984"/>
              <a:ext cx="731880" cy="23580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5BF8B892-BDAF-622F-E30F-F7E4CFCF5699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129048" y="1834344"/>
                <a:ext cx="749520" cy="253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B7142FD1-3FC2-7060-8874-B4A85C854EDC}"/>
              </a:ext>
            </a:extLst>
          </p:cNvPr>
          <p:cNvGrpSpPr/>
          <p:nvPr/>
        </p:nvGrpSpPr>
        <p:grpSpPr>
          <a:xfrm>
            <a:off x="4298328" y="1865304"/>
            <a:ext cx="1811160" cy="273240"/>
            <a:chOff x="4298328" y="1865304"/>
            <a:chExt cx="1811160" cy="27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243C905-7063-54CE-A106-FA86E070E42E}"/>
                    </a:ext>
                  </a:extLst>
                </p14:cNvPr>
                <p14:cNvContentPartPr/>
                <p14:nvPr/>
              </p14:nvContentPartPr>
              <p14:xfrm>
                <a:off x="4298328" y="1865304"/>
                <a:ext cx="187200" cy="2048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243C905-7063-54CE-A106-FA86E070E42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289328" y="1856664"/>
                  <a:ext cx="20484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92AE593-1DA5-AEA2-8C2E-ADE1860664AC}"/>
                    </a:ext>
                  </a:extLst>
                </p14:cNvPr>
                <p14:cNvContentPartPr/>
                <p14:nvPr/>
              </p14:nvContentPartPr>
              <p14:xfrm>
                <a:off x="4352688" y="2005704"/>
                <a:ext cx="133560" cy="79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92AE593-1DA5-AEA2-8C2E-ADE1860664A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344048" y="1996704"/>
                  <a:ext cx="1512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1E69F70-F6FE-78FF-C226-48BC87E95F08}"/>
                    </a:ext>
                  </a:extLst>
                </p14:cNvPr>
                <p14:cNvContentPartPr/>
                <p14:nvPr/>
              </p14:nvContentPartPr>
              <p14:xfrm>
                <a:off x="4684248" y="2008584"/>
                <a:ext cx="382680" cy="918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1E69F70-F6FE-78FF-C226-48BC87E95F0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675608" y="1999944"/>
                  <a:ext cx="4003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11AF69A-A506-E5B1-A261-9AFB91A29E50}"/>
                    </a:ext>
                  </a:extLst>
                </p14:cNvPr>
                <p14:cNvContentPartPr/>
                <p14:nvPr/>
              </p14:nvContentPartPr>
              <p14:xfrm>
                <a:off x="5210928" y="1957104"/>
                <a:ext cx="211680" cy="1209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11AF69A-A506-E5B1-A261-9AFB91A29E5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202288" y="1948104"/>
                  <a:ext cx="22932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771FFB7-3D8A-BF38-6035-45F961FC9FFB}"/>
                    </a:ext>
                  </a:extLst>
                </p14:cNvPr>
                <p14:cNvContentPartPr/>
                <p14:nvPr/>
              </p14:nvContentPartPr>
              <p14:xfrm>
                <a:off x="5533488" y="2075184"/>
                <a:ext cx="29520" cy="633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771FFB7-3D8A-BF38-6035-45F961FC9FF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524848" y="2066184"/>
                  <a:ext cx="4716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08504C8-38FF-0733-2CFA-A856A779BF35}"/>
                    </a:ext>
                  </a:extLst>
                </p14:cNvPr>
                <p14:cNvContentPartPr/>
                <p14:nvPr/>
              </p14:nvContentPartPr>
              <p14:xfrm>
                <a:off x="5542848" y="1977984"/>
                <a:ext cx="4680" cy="129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08504C8-38FF-0733-2CFA-A856A779BF3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533848" y="1969344"/>
                  <a:ext cx="223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B7E46CE-3B71-BCFE-D9A8-A7363FEFB74C}"/>
                    </a:ext>
                  </a:extLst>
                </p14:cNvPr>
                <p14:cNvContentPartPr/>
                <p14:nvPr/>
              </p14:nvContentPartPr>
              <p14:xfrm>
                <a:off x="5833008" y="1920024"/>
                <a:ext cx="25560" cy="1512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B7E46CE-3B71-BCFE-D9A8-A7363FEFB74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824008" y="1911024"/>
                  <a:ext cx="4320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B8E890C-D672-F426-19FA-AEDDF705A5D7}"/>
                    </a:ext>
                  </a:extLst>
                </p14:cNvPr>
                <p14:cNvContentPartPr/>
                <p14:nvPr/>
              </p14:nvContentPartPr>
              <p14:xfrm>
                <a:off x="5749848" y="1905264"/>
                <a:ext cx="258840" cy="1864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B8E890C-D672-F426-19FA-AEDDF705A5D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740848" y="1896624"/>
                  <a:ext cx="27648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1CE5038-189F-343F-E9CD-8D37D54FA129}"/>
                    </a:ext>
                  </a:extLst>
                </p14:cNvPr>
                <p14:cNvContentPartPr/>
                <p14:nvPr/>
              </p14:nvContentPartPr>
              <p14:xfrm>
                <a:off x="6025968" y="2006784"/>
                <a:ext cx="83520" cy="878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1CE5038-189F-343F-E9CD-8D37D54FA12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016968" y="1997784"/>
                  <a:ext cx="101160" cy="105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458E3F6B-F8AA-9DA4-0F62-249E5AE34261}"/>
                  </a:ext>
                </a:extLst>
              </p14:cNvPr>
              <p14:cNvContentPartPr/>
              <p14:nvPr/>
            </p14:nvContentPartPr>
            <p14:xfrm>
              <a:off x="3249648" y="2448504"/>
              <a:ext cx="7200" cy="216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458E3F6B-F8AA-9DA4-0F62-249E5AE34261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3241008" y="2439864"/>
                <a:ext cx="2484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F1A6DFDF-BC25-5F61-BF01-EDBF6F28D3DE}"/>
                  </a:ext>
                </a:extLst>
              </p14:cNvPr>
              <p14:cNvContentPartPr/>
              <p14:nvPr/>
            </p14:nvContentPartPr>
            <p14:xfrm>
              <a:off x="2418768" y="1449144"/>
              <a:ext cx="92520" cy="17280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F1A6DFDF-BC25-5F61-BF01-EDBF6F28D3DE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2409768" y="1440144"/>
                <a:ext cx="11016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03CCF446-29B1-291B-72FA-6AF195D9811D}"/>
                  </a:ext>
                </a:extLst>
              </p14:cNvPr>
              <p14:cNvContentPartPr/>
              <p14:nvPr/>
            </p14:nvContentPartPr>
            <p14:xfrm>
              <a:off x="2477088" y="1261584"/>
              <a:ext cx="14400" cy="4788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03CCF446-29B1-291B-72FA-6AF195D9811D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2468448" y="1252944"/>
                <a:ext cx="32040" cy="65520"/>
              </a:xfrm>
              <a:prstGeom prst="rect">
                <a:avLst/>
              </a:prstGeom>
            </p:spPr>
          </p:pic>
        </mc:Fallback>
      </mc:AlternateContent>
      <p:grpSp>
        <p:nvGrpSpPr>
          <p:cNvPr id="86" name="Group 85">
            <a:extLst>
              <a:ext uri="{FF2B5EF4-FFF2-40B4-BE49-F238E27FC236}">
                <a16:creationId xmlns:a16="http://schemas.microsoft.com/office/drawing/2014/main" id="{0F6832C7-B1E4-95CF-9E73-9C3AF407C8E3}"/>
              </a:ext>
            </a:extLst>
          </p:cNvPr>
          <p:cNvGrpSpPr/>
          <p:nvPr/>
        </p:nvGrpSpPr>
        <p:grpSpPr>
          <a:xfrm>
            <a:off x="2561328" y="2305584"/>
            <a:ext cx="1772280" cy="435240"/>
            <a:chOff x="2561328" y="2305584"/>
            <a:chExt cx="1772280" cy="43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A8F28EE-A4B5-FBB0-C740-4CFF63DD38C0}"/>
                    </a:ext>
                  </a:extLst>
                </p14:cNvPr>
                <p14:cNvContentPartPr/>
                <p14:nvPr/>
              </p14:nvContentPartPr>
              <p14:xfrm>
                <a:off x="2561328" y="2372544"/>
                <a:ext cx="300600" cy="1634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A8F28EE-A4B5-FBB0-C740-4CFF63DD38C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552688" y="2363904"/>
                  <a:ext cx="3182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EE8A19B0-9529-3159-D48E-B1A65A54FCB6}"/>
                    </a:ext>
                  </a:extLst>
                </p14:cNvPr>
                <p14:cNvContentPartPr/>
                <p14:nvPr/>
              </p14:nvContentPartPr>
              <p14:xfrm>
                <a:off x="2686608" y="2357064"/>
                <a:ext cx="104400" cy="3229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EE8A19B0-9529-3159-D48E-B1A65A54FCB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677968" y="2348064"/>
                  <a:ext cx="12204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B830588-678B-9B91-BF3B-6C231C61E679}"/>
                    </a:ext>
                  </a:extLst>
                </p14:cNvPr>
                <p14:cNvContentPartPr/>
                <p14:nvPr/>
              </p14:nvContentPartPr>
              <p14:xfrm>
                <a:off x="2981808" y="2370024"/>
                <a:ext cx="161640" cy="2638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B830588-678B-9B91-BF3B-6C231C61E67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973168" y="2361384"/>
                  <a:ext cx="17928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5E4D16D-70BD-09F3-558B-AEEDDCCFEE09}"/>
                    </a:ext>
                  </a:extLst>
                </p14:cNvPr>
                <p14:cNvContentPartPr/>
                <p14:nvPr/>
              </p14:nvContentPartPr>
              <p14:xfrm>
                <a:off x="3059928" y="2344104"/>
                <a:ext cx="178560" cy="511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5E4D16D-70BD-09F3-558B-AEEDDCCFEE0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051288" y="2335464"/>
                  <a:ext cx="19620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E99BCA8-8ABD-CC6A-61AC-5563D1EE9FB1}"/>
                    </a:ext>
                  </a:extLst>
                </p14:cNvPr>
                <p14:cNvContentPartPr/>
                <p14:nvPr/>
              </p14:nvContentPartPr>
              <p14:xfrm>
                <a:off x="3295368" y="2427264"/>
                <a:ext cx="115920" cy="1069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E99BCA8-8ABD-CC6A-61AC-5563D1EE9FB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286368" y="2418264"/>
                  <a:ext cx="1335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6BF8252-95C3-B957-A984-59BD2DD90984}"/>
                    </a:ext>
                  </a:extLst>
                </p14:cNvPr>
                <p14:cNvContentPartPr/>
                <p14:nvPr/>
              </p14:nvContentPartPr>
              <p14:xfrm>
                <a:off x="3367008" y="2305584"/>
                <a:ext cx="3600" cy="118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6BF8252-95C3-B957-A984-59BD2DD9098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358368" y="2296944"/>
                  <a:ext cx="212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5187792-5629-D9D4-E4E5-4138E6EE904F}"/>
                    </a:ext>
                  </a:extLst>
                </p14:cNvPr>
                <p14:cNvContentPartPr/>
                <p14:nvPr/>
              </p14:nvContentPartPr>
              <p14:xfrm>
                <a:off x="3424248" y="2507184"/>
                <a:ext cx="74880" cy="1242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5187792-5629-D9D4-E4E5-4138E6EE904F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3415608" y="2498184"/>
                  <a:ext cx="9252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4D9F5E03-7191-D7F7-D96A-588C67FE10AB}"/>
                    </a:ext>
                  </a:extLst>
                </p14:cNvPr>
                <p14:cNvContentPartPr/>
                <p14:nvPr/>
              </p14:nvContentPartPr>
              <p14:xfrm>
                <a:off x="3655008" y="2438784"/>
                <a:ext cx="45360" cy="1148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4D9F5E03-7191-D7F7-D96A-588C67FE10AB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3646008" y="2429784"/>
                  <a:ext cx="6300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63755CED-176E-55DE-5BFD-2FCAB7F11AB6}"/>
                    </a:ext>
                  </a:extLst>
                </p14:cNvPr>
                <p14:cNvContentPartPr/>
                <p14:nvPr/>
              </p14:nvContentPartPr>
              <p14:xfrm>
                <a:off x="3768768" y="2525904"/>
                <a:ext cx="64440" cy="914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63755CED-176E-55DE-5BFD-2FCAB7F11AB6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3759768" y="2517264"/>
                  <a:ext cx="8208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75619C1-3084-D302-E9FE-056D9D0C2EF3}"/>
                    </a:ext>
                  </a:extLst>
                </p14:cNvPr>
                <p14:cNvContentPartPr/>
                <p14:nvPr/>
              </p14:nvContentPartPr>
              <p14:xfrm>
                <a:off x="3994488" y="2408544"/>
                <a:ext cx="148680" cy="1681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75619C1-3084-D302-E9FE-056D9D0C2EF3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3985848" y="2399544"/>
                  <a:ext cx="1663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C1C2CCA7-73FA-52E7-23CF-20C3D3898876}"/>
                    </a:ext>
                  </a:extLst>
                </p14:cNvPr>
                <p14:cNvContentPartPr/>
                <p14:nvPr/>
              </p14:nvContentPartPr>
              <p14:xfrm>
                <a:off x="4014648" y="2485944"/>
                <a:ext cx="149760" cy="75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C1C2CCA7-73FA-52E7-23CF-20C3D3898876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4006008" y="2476944"/>
                  <a:ext cx="1674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D1EE3E5-E65A-D44D-039B-551327FA5E40}"/>
                    </a:ext>
                  </a:extLst>
                </p14:cNvPr>
                <p14:cNvContentPartPr/>
                <p14:nvPr/>
              </p14:nvContentPartPr>
              <p14:xfrm>
                <a:off x="3646728" y="2439864"/>
                <a:ext cx="72360" cy="1558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D1EE3E5-E65A-D44D-039B-551327FA5E40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638088" y="2430864"/>
                  <a:ext cx="900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EFF6A3F-9362-8EE8-891C-77F4D5F488B3}"/>
                    </a:ext>
                  </a:extLst>
                </p14:cNvPr>
                <p14:cNvContentPartPr/>
                <p14:nvPr/>
              </p14:nvContentPartPr>
              <p14:xfrm>
                <a:off x="4111128" y="2337984"/>
                <a:ext cx="222480" cy="4028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EFF6A3F-9362-8EE8-891C-77F4D5F488B3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4102128" y="2329344"/>
                  <a:ext cx="240120" cy="42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E8E4C183-1975-2DF7-48C3-8997A6CE8567}"/>
              </a:ext>
            </a:extLst>
          </p:cNvPr>
          <p:cNvGrpSpPr/>
          <p:nvPr/>
        </p:nvGrpSpPr>
        <p:grpSpPr>
          <a:xfrm>
            <a:off x="4607568" y="2452824"/>
            <a:ext cx="151920" cy="100080"/>
            <a:chOff x="4607568" y="2452824"/>
            <a:chExt cx="151920" cy="10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17EE4590-C78F-AE43-290C-4450955D3B2A}"/>
                    </a:ext>
                  </a:extLst>
                </p14:cNvPr>
                <p14:cNvContentPartPr/>
                <p14:nvPr/>
              </p14:nvContentPartPr>
              <p14:xfrm>
                <a:off x="4607568" y="2452824"/>
                <a:ext cx="151920" cy="241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17EE4590-C78F-AE43-290C-4450955D3B2A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4598568" y="2443824"/>
                  <a:ext cx="1695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2B9E518-966F-A65D-9315-B867784FC906}"/>
                    </a:ext>
                  </a:extLst>
                </p14:cNvPr>
                <p14:cNvContentPartPr/>
                <p14:nvPr/>
              </p14:nvContentPartPr>
              <p14:xfrm>
                <a:off x="4624128" y="2546784"/>
                <a:ext cx="127440" cy="61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2B9E518-966F-A65D-9315-B867784FC906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4615128" y="2537784"/>
                  <a:ext cx="145080" cy="2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14D9390C-3F26-7135-5B90-6B448802EA3D}"/>
              </a:ext>
            </a:extLst>
          </p:cNvPr>
          <p:cNvGrpSpPr/>
          <p:nvPr/>
        </p:nvGrpSpPr>
        <p:grpSpPr>
          <a:xfrm>
            <a:off x="5106528" y="2376144"/>
            <a:ext cx="1757520" cy="460800"/>
            <a:chOff x="5106528" y="2376144"/>
            <a:chExt cx="1757520" cy="46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BAA920A-BAE6-4FAA-09E4-D67465C3D97A}"/>
                    </a:ext>
                  </a:extLst>
                </p14:cNvPr>
                <p14:cNvContentPartPr/>
                <p14:nvPr/>
              </p14:nvContentPartPr>
              <p14:xfrm>
                <a:off x="5106528" y="2427624"/>
                <a:ext cx="164520" cy="2142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BAA920A-BAE6-4FAA-09E4-D67465C3D97A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5097888" y="2418984"/>
                  <a:ext cx="1821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27F5C22-ECFD-0254-ED10-91F31C5F70AD}"/>
                    </a:ext>
                  </a:extLst>
                </p14:cNvPr>
                <p14:cNvContentPartPr/>
                <p14:nvPr/>
              </p14:nvContentPartPr>
              <p14:xfrm>
                <a:off x="5383368" y="2376144"/>
                <a:ext cx="158760" cy="3708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27F5C22-ECFD-0254-ED10-91F31C5F70AD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5374728" y="2367504"/>
                  <a:ext cx="176400" cy="3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CFEF81A3-70D7-638C-3B8B-741FAA77D655}"/>
                    </a:ext>
                  </a:extLst>
                </p14:cNvPr>
                <p14:cNvContentPartPr/>
                <p14:nvPr/>
              </p14:nvContentPartPr>
              <p14:xfrm>
                <a:off x="5681088" y="2423304"/>
                <a:ext cx="144720" cy="2066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CFEF81A3-70D7-638C-3B8B-741FAA77D655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672088" y="2414304"/>
                  <a:ext cx="16236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4D441D71-BC50-D055-8671-A169E8A07736}"/>
                    </a:ext>
                  </a:extLst>
                </p14:cNvPr>
                <p14:cNvContentPartPr/>
                <p14:nvPr/>
              </p14:nvContentPartPr>
              <p14:xfrm>
                <a:off x="5722128" y="2524464"/>
                <a:ext cx="119880" cy="36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4D441D71-BC50-D055-8671-A169E8A07736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713488" y="2515464"/>
                  <a:ext cx="1375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BC497B9-7086-B904-3D87-BE4830085171}"/>
                    </a:ext>
                  </a:extLst>
                </p14:cNvPr>
                <p14:cNvContentPartPr/>
                <p14:nvPr/>
              </p14:nvContentPartPr>
              <p14:xfrm>
                <a:off x="5915808" y="2549304"/>
                <a:ext cx="300240" cy="864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BC497B9-7086-B904-3D87-BE4830085171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5906808" y="2540664"/>
                  <a:ext cx="3178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B364875-272E-FAB9-EC6E-F09628CF6BA5}"/>
                    </a:ext>
                  </a:extLst>
                </p14:cNvPr>
                <p14:cNvContentPartPr/>
                <p14:nvPr/>
              </p14:nvContentPartPr>
              <p14:xfrm>
                <a:off x="6337368" y="2511504"/>
                <a:ext cx="169920" cy="1155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B364875-272E-FAB9-EC6E-F09628CF6BA5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6328728" y="2502504"/>
                  <a:ext cx="1875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218BC06-D4D5-42C4-3402-186AA1E03CEB}"/>
                    </a:ext>
                  </a:extLst>
                </p14:cNvPr>
                <p14:cNvContentPartPr/>
                <p14:nvPr/>
              </p14:nvContentPartPr>
              <p14:xfrm>
                <a:off x="6569208" y="2645784"/>
                <a:ext cx="50400" cy="680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218BC06-D4D5-42C4-3402-186AA1E03CEB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6560208" y="2636784"/>
                  <a:ext cx="680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3D25711B-3EEC-D8DD-8119-2764689969FE}"/>
                    </a:ext>
                  </a:extLst>
                </p14:cNvPr>
                <p14:cNvContentPartPr/>
                <p14:nvPr/>
              </p14:nvContentPartPr>
              <p14:xfrm>
                <a:off x="6633648" y="2558304"/>
                <a:ext cx="4680" cy="154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3D25711B-3EEC-D8DD-8119-2764689969F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625008" y="2549664"/>
                  <a:ext cx="223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367189B0-29A1-578B-AC9F-3A8AADE6BF3E}"/>
                    </a:ext>
                  </a:extLst>
                </p14:cNvPr>
                <p14:cNvContentPartPr/>
                <p14:nvPr/>
              </p14:nvContentPartPr>
              <p14:xfrm>
                <a:off x="6636888" y="2443104"/>
                <a:ext cx="227160" cy="3938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367189B0-29A1-578B-AC9F-3A8AADE6BF3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627888" y="2434464"/>
                  <a:ext cx="244800" cy="41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B45B2306-6A48-6AF8-501C-3265D0B637CF}"/>
              </a:ext>
            </a:extLst>
          </p:cNvPr>
          <p:cNvGrpSpPr/>
          <p:nvPr/>
        </p:nvGrpSpPr>
        <p:grpSpPr>
          <a:xfrm>
            <a:off x="361368" y="2867544"/>
            <a:ext cx="1523520" cy="346680"/>
            <a:chOff x="361368" y="2867544"/>
            <a:chExt cx="1523520" cy="34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EC93AE4-21A4-31B4-D880-FC8A1FEE4B06}"/>
                    </a:ext>
                  </a:extLst>
                </p14:cNvPr>
                <p14:cNvContentPartPr/>
                <p14:nvPr/>
              </p14:nvContentPartPr>
              <p14:xfrm>
                <a:off x="391968" y="2971584"/>
                <a:ext cx="48960" cy="2250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EC93AE4-21A4-31B4-D880-FC8A1FEE4B0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82968" y="2962584"/>
                  <a:ext cx="6660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8DB9987-14C8-C977-D956-A23E923B162C}"/>
                    </a:ext>
                  </a:extLst>
                </p14:cNvPr>
                <p14:cNvContentPartPr/>
                <p14:nvPr/>
              </p14:nvContentPartPr>
              <p14:xfrm>
                <a:off x="361368" y="2867544"/>
                <a:ext cx="219960" cy="3466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8DB9987-14C8-C977-D956-A23E923B162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52728" y="2858544"/>
                  <a:ext cx="23760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519C7DD2-B2CD-C26A-EBE3-92018F9DE0BB}"/>
                    </a:ext>
                  </a:extLst>
                </p14:cNvPr>
                <p14:cNvContentPartPr/>
                <p14:nvPr/>
              </p14:nvContentPartPr>
              <p14:xfrm>
                <a:off x="624528" y="3044664"/>
                <a:ext cx="171360" cy="1368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519C7DD2-B2CD-C26A-EBE3-92018F9DE0BB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15528" y="3036024"/>
                  <a:ext cx="18900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C847D7E5-68D4-D77B-5726-4FFD6E30E849}"/>
                    </a:ext>
                  </a:extLst>
                </p14:cNvPr>
                <p14:cNvContentPartPr/>
                <p14:nvPr/>
              </p14:nvContentPartPr>
              <p14:xfrm>
                <a:off x="861048" y="3067704"/>
                <a:ext cx="600120" cy="1036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C847D7E5-68D4-D77B-5726-4FFD6E30E849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52048" y="3058704"/>
                  <a:ext cx="61776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CD341C1-66A0-9FB0-0E99-A38D9157935F}"/>
                    </a:ext>
                  </a:extLst>
                </p14:cNvPr>
                <p14:cNvContentPartPr/>
                <p14:nvPr/>
              </p14:nvContentPartPr>
              <p14:xfrm>
                <a:off x="1515888" y="3048984"/>
                <a:ext cx="127800" cy="1080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CD341C1-66A0-9FB0-0E99-A38D9157935F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506888" y="3039984"/>
                  <a:ext cx="14544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702A164-7CB6-492F-A8A5-A361FC23E369}"/>
                    </a:ext>
                  </a:extLst>
                </p14:cNvPr>
                <p14:cNvContentPartPr/>
                <p14:nvPr/>
              </p14:nvContentPartPr>
              <p14:xfrm>
                <a:off x="1646208" y="2976624"/>
                <a:ext cx="9720" cy="316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702A164-7CB6-492F-A8A5-A361FC23E36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637208" y="2967624"/>
                  <a:ext cx="273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9FD951CE-227C-4493-F39D-F5A0FE044A89}"/>
                    </a:ext>
                  </a:extLst>
                </p14:cNvPr>
                <p14:cNvContentPartPr/>
                <p14:nvPr/>
              </p14:nvContentPartPr>
              <p14:xfrm>
                <a:off x="1710288" y="3061224"/>
                <a:ext cx="174600" cy="504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9FD951CE-227C-4493-F39D-F5A0FE044A89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701648" y="3052584"/>
                  <a:ext cx="192240" cy="6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9464CFBC-405D-487A-FAEB-9736BA963E92}"/>
              </a:ext>
            </a:extLst>
          </p:cNvPr>
          <p:cNvGrpSpPr/>
          <p:nvPr/>
        </p:nvGrpSpPr>
        <p:grpSpPr>
          <a:xfrm>
            <a:off x="2182248" y="2905344"/>
            <a:ext cx="780120" cy="358560"/>
            <a:chOff x="2182248" y="2905344"/>
            <a:chExt cx="780120" cy="35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952AC64C-8B82-E23B-3A89-F8F17EC690CE}"/>
                    </a:ext>
                  </a:extLst>
                </p14:cNvPr>
                <p14:cNvContentPartPr/>
                <p14:nvPr/>
              </p14:nvContentPartPr>
              <p14:xfrm>
                <a:off x="2182248" y="2994264"/>
                <a:ext cx="155520" cy="1321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952AC64C-8B82-E23B-3A89-F8F17EC690CE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173248" y="2985264"/>
                  <a:ext cx="1731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E273918-6111-F954-A834-50897C01796D}"/>
                    </a:ext>
                  </a:extLst>
                </p14:cNvPr>
                <p14:cNvContentPartPr/>
                <p14:nvPr/>
              </p14:nvContentPartPr>
              <p14:xfrm>
                <a:off x="2403648" y="2905344"/>
                <a:ext cx="402120" cy="3585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E273918-6111-F954-A834-50897C01796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395008" y="2896704"/>
                  <a:ext cx="41976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5C755A31-690C-0A9D-811F-5E0C5375C07C}"/>
                    </a:ext>
                  </a:extLst>
                </p14:cNvPr>
                <p14:cNvContentPartPr/>
                <p14:nvPr/>
              </p14:nvContentPartPr>
              <p14:xfrm>
                <a:off x="2566728" y="2967264"/>
                <a:ext cx="136080" cy="194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5C755A31-690C-0A9D-811F-5E0C5375C07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557728" y="2958624"/>
                  <a:ext cx="1537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C28DBACA-CFA9-BCAC-8AC4-6A7DE6A33F75}"/>
                    </a:ext>
                  </a:extLst>
                </p14:cNvPr>
                <p14:cNvContentPartPr/>
                <p14:nvPr/>
              </p14:nvContentPartPr>
              <p14:xfrm>
                <a:off x="2944368" y="3138264"/>
                <a:ext cx="3600" cy="115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C28DBACA-CFA9-BCAC-8AC4-6A7DE6A33F7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935728" y="3129624"/>
                  <a:ext cx="212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7B4FF77E-EAD8-5960-9DE6-767453CFFC11}"/>
                    </a:ext>
                  </a:extLst>
                </p14:cNvPr>
                <p14:cNvContentPartPr/>
                <p14:nvPr/>
              </p14:nvContentPartPr>
              <p14:xfrm>
                <a:off x="2960568" y="2985984"/>
                <a:ext cx="1800" cy="295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7B4FF77E-EAD8-5960-9DE6-767453CFFC1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951568" y="2976984"/>
                  <a:ext cx="19440" cy="4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E59ECB32-703A-BC87-B273-E57AA610C70F}"/>
              </a:ext>
            </a:extLst>
          </p:cNvPr>
          <p:cNvGrpSpPr/>
          <p:nvPr/>
        </p:nvGrpSpPr>
        <p:grpSpPr>
          <a:xfrm>
            <a:off x="1358208" y="3514464"/>
            <a:ext cx="459360" cy="268560"/>
            <a:chOff x="1358208" y="3514464"/>
            <a:chExt cx="459360" cy="26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AF25782D-87B2-690C-B541-338FDFF8EA67}"/>
                    </a:ext>
                  </a:extLst>
                </p14:cNvPr>
                <p14:cNvContentPartPr/>
                <p14:nvPr/>
              </p14:nvContentPartPr>
              <p14:xfrm>
                <a:off x="1358208" y="3565584"/>
                <a:ext cx="68040" cy="2167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AF25782D-87B2-690C-B541-338FDFF8EA6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349568" y="3556944"/>
                  <a:ext cx="8568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E3A1C171-430D-9B22-0E65-00651A4BA6FF}"/>
                    </a:ext>
                  </a:extLst>
                </p14:cNvPr>
                <p14:cNvContentPartPr/>
                <p14:nvPr/>
              </p14:nvContentPartPr>
              <p14:xfrm>
                <a:off x="1409328" y="3514464"/>
                <a:ext cx="215640" cy="727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E3A1C171-430D-9B22-0E65-00651A4BA6FF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400688" y="3505464"/>
                  <a:ext cx="2332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3A3339CA-2FCF-576C-34D2-BC4FB489FBC2}"/>
                    </a:ext>
                  </a:extLst>
                </p14:cNvPr>
                <p14:cNvContentPartPr/>
                <p14:nvPr/>
              </p14:nvContentPartPr>
              <p14:xfrm>
                <a:off x="1374048" y="3661704"/>
                <a:ext cx="289800" cy="921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3A3339CA-2FCF-576C-34D2-BC4FB489FBC2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365048" y="3652704"/>
                  <a:ext cx="30744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22C8AF6F-EDA4-E880-E158-12A2CAA4FE3B}"/>
                    </a:ext>
                  </a:extLst>
                </p14:cNvPr>
                <p14:cNvContentPartPr/>
                <p14:nvPr/>
              </p14:nvContentPartPr>
              <p14:xfrm>
                <a:off x="1691568" y="3676824"/>
                <a:ext cx="126000" cy="1062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22C8AF6F-EDA4-E880-E158-12A2CAA4FE3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682928" y="3668184"/>
                  <a:ext cx="143640" cy="123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B6AB3C42-024F-7839-A9A1-016164B82F2F}"/>
                  </a:ext>
                </a:extLst>
              </p14:cNvPr>
              <p14:cNvContentPartPr/>
              <p14:nvPr/>
            </p14:nvContentPartPr>
            <p14:xfrm>
              <a:off x="2406168" y="3513744"/>
              <a:ext cx="15120" cy="2304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B6AB3C42-024F-7839-A9A1-016164B82F2F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2397168" y="3505104"/>
                <a:ext cx="32760" cy="4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8" name="Group 197">
            <a:extLst>
              <a:ext uri="{FF2B5EF4-FFF2-40B4-BE49-F238E27FC236}">
                <a16:creationId xmlns:a16="http://schemas.microsoft.com/office/drawing/2014/main" id="{0D5B7B03-6DA8-576B-17B0-A4A1B16C74B2}"/>
              </a:ext>
            </a:extLst>
          </p:cNvPr>
          <p:cNvGrpSpPr/>
          <p:nvPr/>
        </p:nvGrpSpPr>
        <p:grpSpPr>
          <a:xfrm>
            <a:off x="2329848" y="3656304"/>
            <a:ext cx="396000" cy="177480"/>
            <a:chOff x="2329848" y="3656304"/>
            <a:chExt cx="396000" cy="17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D67FA473-FA5E-2F6F-C1E6-B7092D324BD1}"/>
                    </a:ext>
                  </a:extLst>
                </p14:cNvPr>
                <p14:cNvContentPartPr/>
                <p14:nvPr/>
              </p14:nvContentPartPr>
              <p14:xfrm>
                <a:off x="2329848" y="3656304"/>
                <a:ext cx="121320" cy="1774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D67FA473-FA5E-2F6F-C1E6-B7092D324BD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321208" y="3647304"/>
                  <a:ext cx="13896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A7623918-3633-7F50-6838-50D2D1D50130}"/>
                    </a:ext>
                  </a:extLst>
                </p14:cNvPr>
                <p14:cNvContentPartPr/>
                <p14:nvPr/>
              </p14:nvContentPartPr>
              <p14:xfrm>
                <a:off x="2597328" y="3667464"/>
                <a:ext cx="96480" cy="90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A7623918-3633-7F50-6838-50D2D1D5013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588328" y="3658824"/>
                  <a:ext cx="1141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654B02E1-695B-FA91-1E78-1B37D921E7EF}"/>
                    </a:ext>
                  </a:extLst>
                </p14:cNvPr>
                <p14:cNvContentPartPr/>
                <p14:nvPr/>
              </p14:nvContentPartPr>
              <p14:xfrm>
                <a:off x="2603088" y="3733704"/>
                <a:ext cx="122760" cy="1476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654B02E1-695B-FA91-1E78-1B37D921E7E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594448" y="3724704"/>
                  <a:ext cx="140400" cy="32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B4A1FD85-752E-0700-8444-423CF04A1F2A}"/>
                  </a:ext>
                </a:extLst>
              </p14:cNvPr>
              <p14:cNvContentPartPr/>
              <p14:nvPr/>
            </p14:nvContentPartPr>
            <p14:xfrm>
              <a:off x="2926008" y="3630744"/>
              <a:ext cx="167040" cy="182160"/>
            </p14:xfrm>
          </p:contentPart>
        </mc:Choice>
        <mc:Fallback xmlns=""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B4A1FD85-752E-0700-8444-423CF04A1F2A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2917368" y="3621744"/>
                <a:ext cx="184680" cy="199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7" name="Group 196">
            <a:extLst>
              <a:ext uri="{FF2B5EF4-FFF2-40B4-BE49-F238E27FC236}">
                <a16:creationId xmlns:a16="http://schemas.microsoft.com/office/drawing/2014/main" id="{75D47483-3DEA-131E-C07D-7354F568FBAF}"/>
              </a:ext>
            </a:extLst>
          </p:cNvPr>
          <p:cNvGrpSpPr/>
          <p:nvPr/>
        </p:nvGrpSpPr>
        <p:grpSpPr>
          <a:xfrm>
            <a:off x="3557088" y="3580704"/>
            <a:ext cx="445680" cy="206640"/>
            <a:chOff x="3557088" y="3580704"/>
            <a:chExt cx="445680" cy="20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BD354FA6-7850-361D-BABF-4148AE3B7E0B}"/>
                    </a:ext>
                  </a:extLst>
                </p14:cNvPr>
                <p14:cNvContentPartPr/>
                <p14:nvPr/>
              </p14:nvContentPartPr>
              <p14:xfrm>
                <a:off x="3741408" y="3580704"/>
                <a:ext cx="39240" cy="20664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BD354FA6-7850-361D-BABF-4148AE3B7E0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732768" y="3572064"/>
                  <a:ext cx="5688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A6CF87EE-E884-7AE4-75D8-CA7AFC1F894E}"/>
                    </a:ext>
                  </a:extLst>
                </p14:cNvPr>
                <p14:cNvContentPartPr/>
                <p14:nvPr/>
              </p14:nvContentPartPr>
              <p14:xfrm>
                <a:off x="3557088" y="3678624"/>
                <a:ext cx="445680" cy="7956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A6CF87EE-E884-7AE4-75D8-CA7AFC1F894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548448" y="3669984"/>
                  <a:ext cx="463320" cy="97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3CDA1F78-CCCF-74C6-0B2D-2FA1EFB2C06A}"/>
                  </a:ext>
                </a:extLst>
              </p14:cNvPr>
              <p14:cNvContentPartPr/>
              <p14:nvPr/>
            </p14:nvContentPartPr>
            <p14:xfrm>
              <a:off x="4315248" y="3622824"/>
              <a:ext cx="357120" cy="142200"/>
            </p14:xfrm>
          </p:contentPart>
        </mc:Choice>
        <mc:Fallback xmlns=""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3CDA1F78-CCCF-74C6-0B2D-2FA1EFB2C06A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4306608" y="3613824"/>
                <a:ext cx="374760" cy="159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03" name="Group 202">
            <a:extLst>
              <a:ext uri="{FF2B5EF4-FFF2-40B4-BE49-F238E27FC236}">
                <a16:creationId xmlns:a16="http://schemas.microsoft.com/office/drawing/2014/main" id="{F8FC00DE-5B58-FFD0-9345-139273FD0179}"/>
              </a:ext>
            </a:extLst>
          </p:cNvPr>
          <p:cNvGrpSpPr/>
          <p:nvPr/>
        </p:nvGrpSpPr>
        <p:grpSpPr>
          <a:xfrm>
            <a:off x="5223168" y="3572784"/>
            <a:ext cx="510840" cy="180360"/>
            <a:chOff x="5223168" y="3572784"/>
            <a:chExt cx="510840" cy="18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DDF166D3-1C48-DE02-38E4-0C0F6BE44980}"/>
                    </a:ext>
                  </a:extLst>
                </p14:cNvPr>
                <p14:cNvContentPartPr/>
                <p14:nvPr/>
              </p14:nvContentPartPr>
              <p14:xfrm>
                <a:off x="5294808" y="3613824"/>
                <a:ext cx="7200" cy="13392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DDF166D3-1C48-DE02-38E4-0C0F6BE44980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286168" y="3604824"/>
                  <a:ext cx="248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5067FC28-FBC2-D646-0EB8-AD568163A30F}"/>
                    </a:ext>
                  </a:extLst>
                </p14:cNvPr>
                <p14:cNvContentPartPr/>
                <p14:nvPr/>
              </p14:nvContentPartPr>
              <p14:xfrm>
                <a:off x="5223168" y="3572784"/>
                <a:ext cx="315360" cy="18036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5067FC28-FBC2-D646-0EB8-AD568163A30F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214168" y="3563784"/>
                  <a:ext cx="33300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6ED60FED-A4DB-291A-EBCA-CC62E5238C64}"/>
                    </a:ext>
                  </a:extLst>
                </p14:cNvPr>
                <p14:cNvContentPartPr/>
                <p14:nvPr/>
              </p14:nvContentPartPr>
              <p14:xfrm>
                <a:off x="5653368" y="3665304"/>
                <a:ext cx="80640" cy="8712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6ED60FED-A4DB-291A-EBCA-CC62E5238C6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644368" y="3656304"/>
                  <a:ext cx="98280" cy="10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FC93BC6D-3A33-0090-0722-FB64C311BC64}"/>
              </a:ext>
            </a:extLst>
          </p:cNvPr>
          <p:cNvGrpSpPr/>
          <p:nvPr/>
        </p:nvGrpSpPr>
        <p:grpSpPr>
          <a:xfrm>
            <a:off x="1895688" y="4073904"/>
            <a:ext cx="411480" cy="237240"/>
            <a:chOff x="1895688" y="4073904"/>
            <a:chExt cx="411480" cy="23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2AB86D23-BE90-2A03-5C10-A50D6AEFF3D0}"/>
                    </a:ext>
                  </a:extLst>
                </p14:cNvPr>
                <p14:cNvContentPartPr/>
                <p14:nvPr/>
              </p14:nvContentPartPr>
              <p14:xfrm>
                <a:off x="1959048" y="4128264"/>
                <a:ext cx="65880" cy="18288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2AB86D23-BE90-2A03-5C10-A50D6AEFF3D0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950408" y="4119264"/>
                  <a:ext cx="8352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21C3DDF4-B4F7-46E4-FC59-19B93E0CAD4D}"/>
                    </a:ext>
                  </a:extLst>
                </p14:cNvPr>
                <p14:cNvContentPartPr/>
                <p14:nvPr/>
              </p14:nvContentPartPr>
              <p14:xfrm>
                <a:off x="1973088" y="4073904"/>
                <a:ext cx="166320" cy="7884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21C3DDF4-B4F7-46E4-FC59-19B93E0CAD4D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964088" y="4065264"/>
                  <a:ext cx="1839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E6F98C47-2F5A-42A7-8A0A-9591396EA820}"/>
                    </a:ext>
                  </a:extLst>
                </p14:cNvPr>
                <p14:cNvContentPartPr/>
                <p14:nvPr/>
              </p14:nvContentPartPr>
              <p14:xfrm>
                <a:off x="1895688" y="4207824"/>
                <a:ext cx="267480" cy="6444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E6F98C47-2F5A-42A7-8A0A-9591396EA820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887048" y="4198824"/>
                  <a:ext cx="2851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2B4DF6BF-32CF-7A46-1878-624BD818EF16}"/>
                    </a:ext>
                  </a:extLst>
                </p14:cNvPr>
                <p14:cNvContentPartPr/>
                <p14:nvPr/>
              </p14:nvContentPartPr>
              <p14:xfrm>
                <a:off x="2182608" y="4209624"/>
                <a:ext cx="124560" cy="669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2B4DF6BF-32CF-7A46-1878-624BD818EF16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173608" y="4200624"/>
                  <a:ext cx="142200" cy="8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C651B91A-6474-3D6F-4D9B-4AA661CE9689}"/>
              </a:ext>
            </a:extLst>
          </p:cNvPr>
          <p:cNvGrpSpPr/>
          <p:nvPr/>
        </p:nvGrpSpPr>
        <p:grpSpPr>
          <a:xfrm>
            <a:off x="2559888" y="4067064"/>
            <a:ext cx="406800" cy="218880"/>
            <a:chOff x="2559888" y="4067064"/>
            <a:chExt cx="406800" cy="21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35DE4F12-27B6-FED2-3DAA-933D3E96E9A8}"/>
                    </a:ext>
                  </a:extLst>
                </p14:cNvPr>
                <p14:cNvContentPartPr/>
                <p14:nvPr/>
              </p14:nvContentPartPr>
              <p14:xfrm>
                <a:off x="2559888" y="4146984"/>
                <a:ext cx="91440" cy="12024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35DE4F12-27B6-FED2-3DAA-933D3E96E9A8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550888" y="4137984"/>
                  <a:ext cx="10908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17C319F1-DFC6-48F8-B325-9A5C31F424E6}"/>
                    </a:ext>
                  </a:extLst>
                </p14:cNvPr>
                <p14:cNvContentPartPr/>
                <p14:nvPr/>
              </p14:nvContentPartPr>
              <p14:xfrm>
                <a:off x="2595888" y="4067064"/>
                <a:ext cx="23760" cy="1728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17C319F1-DFC6-48F8-B325-9A5C31F424E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587248" y="4058064"/>
                  <a:ext cx="4140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CC738A39-011B-1DE0-73A5-1838C16E0A89}"/>
                    </a:ext>
                  </a:extLst>
                </p14:cNvPr>
                <p14:cNvContentPartPr/>
                <p14:nvPr/>
              </p14:nvContentPartPr>
              <p14:xfrm>
                <a:off x="2831688" y="4188744"/>
                <a:ext cx="135000" cy="1152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CC738A39-011B-1DE0-73A5-1838C16E0A89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823048" y="4180104"/>
                  <a:ext cx="1526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D9336A7F-5417-F622-2D09-ABCE863C15B7}"/>
                    </a:ext>
                  </a:extLst>
                </p14:cNvPr>
                <p14:cNvContentPartPr/>
                <p14:nvPr/>
              </p14:nvContentPartPr>
              <p14:xfrm>
                <a:off x="2878128" y="4268664"/>
                <a:ext cx="81720" cy="1728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D9336A7F-5417-F622-2D09-ABCE863C15B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869128" y="4259664"/>
                  <a:ext cx="99360" cy="34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D5836FF6-9EEA-2C33-167A-E966DF6D9586}"/>
                  </a:ext>
                </a:extLst>
              </p14:cNvPr>
              <p14:cNvContentPartPr/>
              <p14:nvPr/>
            </p14:nvContentPartPr>
            <p14:xfrm>
              <a:off x="3281328" y="4161384"/>
              <a:ext cx="13320" cy="150840"/>
            </p14:xfrm>
          </p:contentPart>
        </mc:Choice>
        <mc:Fallback xmlns=""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D5836FF6-9EEA-2C33-167A-E966DF6D9586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3272328" y="4152384"/>
                <a:ext cx="30960" cy="168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7" name="Group 216">
            <a:extLst>
              <a:ext uri="{FF2B5EF4-FFF2-40B4-BE49-F238E27FC236}">
                <a16:creationId xmlns:a16="http://schemas.microsoft.com/office/drawing/2014/main" id="{3CDF60F3-F033-258B-4A2A-220879931FF2}"/>
              </a:ext>
            </a:extLst>
          </p:cNvPr>
          <p:cNvGrpSpPr/>
          <p:nvPr/>
        </p:nvGrpSpPr>
        <p:grpSpPr>
          <a:xfrm>
            <a:off x="3682728" y="4145904"/>
            <a:ext cx="415800" cy="170640"/>
            <a:chOff x="3682728" y="4145904"/>
            <a:chExt cx="415800" cy="17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4181FE65-66B9-2675-29F6-BFE332F60C51}"/>
                    </a:ext>
                  </a:extLst>
                </p14:cNvPr>
                <p14:cNvContentPartPr/>
                <p14:nvPr/>
              </p14:nvContentPartPr>
              <p14:xfrm>
                <a:off x="3857688" y="4145904"/>
                <a:ext cx="42840" cy="17064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4181FE65-66B9-2675-29F6-BFE332F60C51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849048" y="4137264"/>
                  <a:ext cx="6048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75CC3A87-EB7C-E0A0-2DD0-737A5E81C7D4}"/>
                    </a:ext>
                  </a:extLst>
                </p14:cNvPr>
                <p14:cNvContentPartPr/>
                <p14:nvPr/>
              </p14:nvContentPartPr>
              <p14:xfrm>
                <a:off x="3682728" y="4222584"/>
                <a:ext cx="415800" cy="6768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75CC3A87-EB7C-E0A0-2DD0-737A5E81C7D4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674088" y="4213944"/>
                  <a:ext cx="433440" cy="8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7DAF12FC-BB39-60E5-1B83-8B1A62FB2EDE}"/>
              </a:ext>
            </a:extLst>
          </p:cNvPr>
          <p:cNvGrpSpPr/>
          <p:nvPr/>
        </p:nvGrpSpPr>
        <p:grpSpPr>
          <a:xfrm>
            <a:off x="4474728" y="4114224"/>
            <a:ext cx="1025640" cy="416880"/>
            <a:chOff x="4474728" y="4114224"/>
            <a:chExt cx="1025640" cy="41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92EF28FC-0A1C-FFE3-7C99-4C08CF5FB040}"/>
                    </a:ext>
                  </a:extLst>
                </p14:cNvPr>
                <p14:cNvContentPartPr/>
                <p14:nvPr/>
              </p14:nvContentPartPr>
              <p14:xfrm>
                <a:off x="4474728" y="4209624"/>
                <a:ext cx="233280" cy="13860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92EF28FC-0A1C-FFE3-7C99-4C08CF5FB040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465728" y="4200984"/>
                  <a:ext cx="25092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C62815E9-822F-97FB-694A-E83F0A153AAA}"/>
                    </a:ext>
                  </a:extLst>
                </p14:cNvPr>
                <p14:cNvContentPartPr/>
                <p14:nvPr/>
              </p14:nvContentPartPr>
              <p14:xfrm>
                <a:off x="4780728" y="4295664"/>
                <a:ext cx="131040" cy="1512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C62815E9-822F-97FB-694A-E83F0A153AAA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771728" y="4286664"/>
                  <a:ext cx="1486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090ED4B8-1967-3229-C1E8-7B5BCA179D20}"/>
                    </a:ext>
                  </a:extLst>
                </p14:cNvPr>
                <p14:cNvContentPartPr/>
                <p14:nvPr/>
              </p14:nvContentPartPr>
              <p14:xfrm>
                <a:off x="4903848" y="4247784"/>
                <a:ext cx="130680" cy="28332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090ED4B8-1967-3229-C1E8-7B5BCA179D20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894848" y="4238784"/>
                  <a:ext cx="14832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188E6E47-374C-ACF4-72E8-21B946E352AF}"/>
                    </a:ext>
                  </a:extLst>
                </p14:cNvPr>
                <p14:cNvContentPartPr/>
                <p14:nvPr/>
              </p14:nvContentPartPr>
              <p14:xfrm>
                <a:off x="5015088" y="4114224"/>
                <a:ext cx="14400" cy="3816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188E6E47-374C-ACF4-72E8-21B946E352AF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006448" y="4105584"/>
                  <a:ext cx="320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773FF574-A985-5A00-B38B-97267BC0A090}"/>
                    </a:ext>
                  </a:extLst>
                </p14:cNvPr>
                <p14:cNvContentPartPr/>
                <p14:nvPr/>
              </p14:nvContentPartPr>
              <p14:xfrm>
                <a:off x="5153688" y="4304304"/>
                <a:ext cx="236520" cy="2196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773FF574-A985-5A00-B38B-97267BC0A090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144688" y="4295304"/>
                  <a:ext cx="2541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166F9923-2DD7-28F3-C320-B033C3CDC897}"/>
                    </a:ext>
                  </a:extLst>
                </p14:cNvPr>
                <p14:cNvContentPartPr/>
                <p14:nvPr/>
              </p14:nvContentPartPr>
              <p14:xfrm>
                <a:off x="5262768" y="4227624"/>
                <a:ext cx="5760" cy="17136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166F9923-2DD7-28F3-C320-B033C3CDC897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253768" y="4218624"/>
                  <a:ext cx="2340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CCF16875-6EE2-8176-A1F9-FF155560DB33}"/>
                    </a:ext>
                  </a:extLst>
                </p14:cNvPr>
                <p14:cNvContentPartPr/>
                <p14:nvPr/>
              </p14:nvContentPartPr>
              <p14:xfrm>
                <a:off x="5470128" y="4216104"/>
                <a:ext cx="30240" cy="17388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CCF16875-6EE2-8176-A1F9-FF155560DB33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461128" y="4207104"/>
                  <a:ext cx="47880" cy="19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7A54220D-3BC7-B66B-89B0-3C14992A3778}"/>
              </a:ext>
            </a:extLst>
          </p:cNvPr>
          <p:cNvGrpSpPr/>
          <p:nvPr/>
        </p:nvGrpSpPr>
        <p:grpSpPr>
          <a:xfrm>
            <a:off x="5890608" y="4156704"/>
            <a:ext cx="517680" cy="213120"/>
            <a:chOff x="5890608" y="4156704"/>
            <a:chExt cx="517680" cy="21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35299483-70AE-1996-A69D-68C4E40F97C0}"/>
                    </a:ext>
                  </a:extLst>
                </p14:cNvPr>
                <p14:cNvContentPartPr/>
                <p14:nvPr/>
              </p14:nvContentPartPr>
              <p14:xfrm>
                <a:off x="5909688" y="4173264"/>
                <a:ext cx="25920" cy="14508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35299483-70AE-1996-A69D-68C4E40F97C0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901048" y="4164624"/>
                  <a:ext cx="4356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408EAB06-888E-F8E6-8F38-200C2B235A3F}"/>
                    </a:ext>
                  </a:extLst>
                </p14:cNvPr>
                <p14:cNvContentPartPr/>
                <p14:nvPr/>
              </p14:nvContentPartPr>
              <p14:xfrm>
                <a:off x="5890608" y="4156704"/>
                <a:ext cx="517680" cy="21312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408EAB06-888E-F8E6-8F38-200C2B235A3F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881968" y="4148064"/>
                  <a:ext cx="535320" cy="23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1BEC1B8D-7959-AA05-852D-95754595717F}"/>
              </a:ext>
            </a:extLst>
          </p:cNvPr>
          <p:cNvGrpSpPr/>
          <p:nvPr/>
        </p:nvGrpSpPr>
        <p:grpSpPr>
          <a:xfrm>
            <a:off x="2222208" y="4564584"/>
            <a:ext cx="662760" cy="277560"/>
            <a:chOff x="2222208" y="4564584"/>
            <a:chExt cx="662760" cy="27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C8597C91-A5DE-5CBC-1CE0-D9CC4AB8639C}"/>
                    </a:ext>
                  </a:extLst>
                </p14:cNvPr>
                <p14:cNvContentPartPr/>
                <p14:nvPr/>
              </p14:nvContentPartPr>
              <p14:xfrm>
                <a:off x="2234448" y="4591224"/>
                <a:ext cx="28080" cy="16632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C8597C91-A5DE-5CBC-1CE0-D9CC4AB8639C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2225808" y="4582224"/>
                  <a:ext cx="4572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4BFE4681-3AD7-E04E-0489-227291853E08}"/>
                    </a:ext>
                  </a:extLst>
                </p14:cNvPr>
                <p14:cNvContentPartPr/>
                <p14:nvPr/>
              </p14:nvContentPartPr>
              <p14:xfrm>
                <a:off x="2222208" y="4564584"/>
                <a:ext cx="131760" cy="20880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4BFE4681-3AD7-E04E-0489-227291853E08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2213568" y="4555944"/>
                  <a:ext cx="14940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2B7D231C-F0F7-6D8A-53A9-B36013D65CDA}"/>
                    </a:ext>
                  </a:extLst>
                </p14:cNvPr>
                <p14:cNvContentPartPr/>
                <p14:nvPr/>
              </p14:nvContentPartPr>
              <p14:xfrm>
                <a:off x="2413368" y="4673664"/>
                <a:ext cx="321840" cy="16848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2B7D231C-F0F7-6D8A-53A9-B36013D65CDA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2404728" y="4665024"/>
                  <a:ext cx="33948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B1CF39AE-C4AD-EC64-3876-CCCC0B8A92B5}"/>
                    </a:ext>
                  </a:extLst>
                </p14:cNvPr>
                <p14:cNvContentPartPr/>
                <p14:nvPr/>
              </p14:nvContentPartPr>
              <p14:xfrm>
                <a:off x="2746008" y="4617504"/>
                <a:ext cx="10440" cy="2376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B1CF39AE-C4AD-EC64-3876-CCCC0B8A92B5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2737368" y="4608864"/>
                  <a:ext cx="280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C9FDC80E-1990-8B2A-D7B5-0F7C79F73904}"/>
                    </a:ext>
                  </a:extLst>
                </p14:cNvPr>
                <p14:cNvContentPartPr/>
                <p14:nvPr/>
              </p14:nvContentPartPr>
              <p14:xfrm>
                <a:off x="2819808" y="4708584"/>
                <a:ext cx="65160" cy="1836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C9FDC80E-1990-8B2A-D7B5-0F7C79F73904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811168" y="4699584"/>
                  <a:ext cx="828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588FA3FB-2BD5-4A6E-E5E5-2D9D7D89FEA2}"/>
              </a:ext>
            </a:extLst>
          </p:cNvPr>
          <p:cNvGrpSpPr/>
          <p:nvPr/>
        </p:nvGrpSpPr>
        <p:grpSpPr>
          <a:xfrm>
            <a:off x="4795488" y="4930704"/>
            <a:ext cx="201600" cy="101160"/>
            <a:chOff x="4795488" y="4930704"/>
            <a:chExt cx="201600" cy="10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CA660577-A018-7466-B996-8CBCA8EA69F0}"/>
                    </a:ext>
                  </a:extLst>
                </p14:cNvPr>
                <p14:cNvContentPartPr/>
                <p14:nvPr/>
              </p14:nvContentPartPr>
              <p14:xfrm>
                <a:off x="4795488" y="4930704"/>
                <a:ext cx="164520" cy="2088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CA660577-A018-7466-B996-8CBCA8EA69F0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786488" y="4921704"/>
                  <a:ext cx="1821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C750F352-BD9B-91E8-EEDF-80018EC33EF0}"/>
                    </a:ext>
                  </a:extLst>
                </p14:cNvPr>
                <p14:cNvContentPartPr/>
                <p14:nvPr/>
              </p14:nvContentPartPr>
              <p14:xfrm>
                <a:off x="4826448" y="5026464"/>
                <a:ext cx="170640" cy="540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C750F352-BD9B-91E8-EEDF-80018EC33EF0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817808" y="5017464"/>
                  <a:ext cx="188280" cy="2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047E293A-F6CB-F42A-16C4-8D8543F88B19}"/>
              </a:ext>
            </a:extLst>
          </p:cNvPr>
          <p:cNvGrpSpPr/>
          <p:nvPr/>
        </p:nvGrpSpPr>
        <p:grpSpPr>
          <a:xfrm>
            <a:off x="5259168" y="4833144"/>
            <a:ext cx="213120" cy="325440"/>
            <a:chOff x="5259168" y="4833144"/>
            <a:chExt cx="213120" cy="32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30847DC5-4E8B-F6FB-8182-C4DA66C32B47}"/>
                    </a:ext>
                  </a:extLst>
                </p14:cNvPr>
                <p14:cNvContentPartPr/>
                <p14:nvPr/>
              </p14:nvContentPartPr>
              <p14:xfrm>
                <a:off x="5259168" y="4918464"/>
                <a:ext cx="213120" cy="12996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30847DC5-4E8B-F6FB-8182-C4DA66C32B47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5250528" y="4909824"/>
                  <a:ext cx="23076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B92751FE-1BA6-2DC1-4C73-C4E3B33117B7}"/>
                    </a:ext>
                  </a:extLst>
                </p14:cNvPr>
                <p14:cNvContentPartPr/>
                <p14:nvPr/>
              </p14:nvContentPartPr>
              <p14:xfrm>
                <a:off x="5283288" y="4833144"/>
                <a:ext cx="179280" cy="32544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B92751FE-1BA6-2DC1-4C73-C4E3B33117B7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274288" y="4824144"/>
                  <a:ext cx="196920" cy="34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D0C21FAD-1067-C58D-0664-3D7B14715C8D}"/>
              </a:ext>
            </a:extLst>
          </p:cNvPr>
          <p:cNvGrpSpPr/>
          <p:nvPr/>
        </p:nvGrpSpPr>
        <p:grpSpPr>
          <a:xfrm>
            <a:off x="3006648" y="4733784"/>
            <a:ext cx="1422360" cy="358920"/>
            <a:chOff x="3006648" y="4733784"/>
            <a:chExt cx="1422360" cy="35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A95B9D85-5262-B5B2-9C58-038A90BDC686}"/>
                    </a:ext>
                  </a:extLst>
                </p14:cNvPr>
                <p14:cNvContentPartPr/>
                <p14:nvPr/>
              </p14:nvContentPartPr>
              <p14:xfrm>
                <a:off x="3006648" y="4840344"/>
                <a:ext cx="273960" cy="14940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A95B9D85-5262-B5B2-9C58-038A90BDC686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2997648" y="4831704"/>
                  <a:ext cx="2916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13AFDE62-0F89-A6C3-543F-BF9264A791C5}"/>
                    </a:ext>
                  </a:extLst>
                </p14:cNvPr>
                <p14:cNvContentPartPr/>
                <p14:nvPr/>
              </p14:nvContentPartPr>
              <p14:xfrm>
                <a:off x="3108168" y="4762944"/>
                <a:ext cx="116280" cy="29772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13AFDE62-0F89-A6C3-543F-BF9264A791C5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3099528" y="4754304"/>
                  <a:ext cx="13392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299ECAFD-F604-BA6C-1E11-CA303BCCDE0F}"/>
                    </a:ext>
                  </a:extLst>
                </p14:cNvPr>
                <p14:cNvContentPartPr/>
                <p14:nvPr/>
              </p14:nvContentPartPr>
              <p14:xfrm>
                <a:off x="3318048" y="4775184"/>
                <a:ext cx="137520" cy="27792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299ECAFD-F604-BA6C-1E11-CA303BCCDE0F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3309048" y="4766184"/>
                  <a:ext cx="15516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9072DF0D-DE06-44FC-72DD-61F3D827855D}"/>
                    </a:ext>
                  </a:extLst>
                </p14:cNvPr>
                <p14:cNvContentPartPr/>
                <p14:nvPr/>
              </p14:nvContentPartPr>
              <p14:xfrm>
                <a:off x="3448008" y="4765824"/>
                <a:ext cx="101880" cy="3384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9072DF0D-DE06-44FC-72DD-61F3D827855D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3439008" y="4757184"/>
                  <a:ext cx="1195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D54DD035-11D1-F556-29D1-D581FEB96DE5}"/>
                    </a:ext>
                  </a:extLst>
                </p14:cNvPr>
                <p14:cNvContentPartPr/>
                <p14:nvPr/>
              </p14:nvContentPartPr>
              <p14:xfrm>
                <a:off x="3585168" y="4917024"/>
                <a:ext cx="78120" cy="9180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D54DD035-11D1-F556-29D1-D581FEB96DE5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3576168" y="4908024"/>
                  <a:ext cx="957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0982474C-BD97-1658-445B-7D9B7C2C2350}"/>
                    </a:ext>
                  </a:extLst>
                </p14:cNvPr>
                <p14:cNvContentPartPr/>
                <p14:nvPr/>
              </p14:nvContentPartPr>
              <p14:xfrm>
                <a:off x="3640608" y="4814424"/>
                <a:ext cx="21600" cy="2340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0982474C-BD97-1658-445B-7D9B7C2C2350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631608" y="4805424"/>
                  <a:ext cx="392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7497A3C1-F99F-C36E-4647-1A0BFF7512F2}"/>
                    </a:ext>
                  </a:extLst>
                </p14:cNvPr>
                <p14:cNvContentPartPr/>
                <p14:nvPr/>
              </p14:nvContentPartPr>
              <p14:xfrm>
                <a:off x="3726288" y="4966704"/>
                <a:ext cx="38160" cy="10080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7497A3C1-F99F-C36E-4647-1A0BFF7512F2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3717648" y="4957704"/>
                  <a:ext cx="5580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DA6D2398-3BB0-C419-FB10-48EAFC176F9D}"/>
                    </a:ext>
                  </a:extLst>
                </p14:cNvPr>
                <p14:cNvContentPartPr/>
                <p14:nvPr/>
              </p14:nvContentPartPr>
              <p14:xfrm>
                <a:off x="3886848" y="4878864"/>
                <a:ext cx="24480" cy="10296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DA6D2398-3BB0-C419-FB10-48EAFC176F9D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3878208" y="4870224"/>
                  <a:ext cx="4212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5EE322B8-69D0-6880-C60B-CD2F7CA7010F}"/>
                    </a:ext>
                  </a:extLst>
                </p14:cNvPr>
                <p14:cNvContentPartPr/>
                <p14:nvPr/>
              </p14:nvContentPartPr>
              <p14:xfrm>
                <a:off x="3979368" y="4964184"/>
                <a:ext cx="28080" cy="11268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5EE322B8-69D0-6880-C60B-CD2F7CA7010F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3970368" y="4955184"/>
                  <a:ext cx="4572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222CE7BE-5CEC-18ED-84B8-FB3D33642D5C}"/>
                    </a:ext>
                  </a:extLst>
                </p14:cNvPr>
                <p14:cNvContentPartPr/>
                <p14:nvPr/>
              </p14:nvContentPartPr>
              <p14:xfrm>
                <a:off x="4088448" y="4891464"/>
                <a:ext cx="135720" cy="12960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222CE7BE-5CEC-18ED-84B8-FB3D33642D5C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079808" y="4882824"/>
                  <a:ext cx="15336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3B00AA3F-F352-0C2D-B3FC-09C3B3BD513B}"/>
                    </a:ext>
                  </a:extLst>
                </p14:cNvPr>
                <p14:cNvContentPartPr/>
                <p14:nvPr/>
              </p14:nvContentPartPr>
              <p14:xfrm>
                <a:off x="4137048" y="4919184"/>
                <a:ext cx="114840" cy="3276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3B00AA3F-F352-0C2D-B3FC-09C3B3BD513B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4128048" y="4910544"/>
                  <a:ext cx="1324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4DF7168A-377E-EC01-1F00-2285BA97EEE6}"/>
                    </a:ext>
                  </a:extLst>
                </p14:cNvPr>
                <p14:cNvContentPartPr/>
                <p14:nvPr/>
              </p14:nvContentPartPr>
              <p14:xfrm>
                <a:off x="4296528" y="4842864"/>
                <a:ext cx="132480" cy="24984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4DF7168A-377E-EC01-1F00-2285BA97EEE6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4287888" y="4833864"/>
                  <a:ext cx="15012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EC903451-CE5C-126D-C6A8-83DB5C366B8F}"/>
                    </a:ext>
                  </a:extLst>
                </p14:cNvPr>
                <p14:cNvContentPartPr/>
                <p14:nvPr/>
              </p14:nvContentPartPr>
              <p14:xfrm>
                <a:off x="3311568" y="4733784"/>
                <a:ext cx="28080" cy="5760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EC903451-CE5C-126D-C6A8-83DB5C366B8F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3302928" y="4725144"/>
                  <a:ext cx="45720" cy="7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8E578505-5FF1-D321-14EF-21689426007B}"/>
              </a:ext>
            </a:extLst>
          </p:cNvPr>
          <p:cNvGrpSpPr/>
          <p:nvPr/>
        </p:nvGrpSpPr>
        <p:grpSpPr>
          <a:xfrm>
            <a:off x="2613888" y="5132304"/>
            <a:ext cx="349560" cy="374040"/>
            <a:chOff x="2613888" y="5132304"/>
            <a:chExt cx="349560" cy="37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2EE25A13-33F7-9A7A-7161-A64D698E691B}"/>
                    </a:ext>
                  </a:extLst>
                </p14:cNvPr>
                <p14:cNvContentPartPr/>
                <p14:nvPr/>
              </p14:nvContentPartPr>
              <p14:xfrm>
                <a:off x="2715048" y="5132304"/>
                <a:ext cx="106200" cy="37404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2EE25A13-33F7-9A7A-7161-A64D698E691B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2706408" y="5123664"/>
                  <a:ext cx="12384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C6B9BB5F-A2F4-6549-3CA7-AD0480D1B76F}"/>
                    </a:ext>
                  </a:extLst>
                </p14:cNvPr>
                <p14:cNvContentPartPr/>
                <p14:nvPr/>
              </p14:nvContentPartPr>
              <p14:xfrm>
                <a:off x="2613888" y="5296824"/>
                <a:ext cx="349560" cy="7452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C6B9BB5F-A2F4-6549-3CA7-AD0480D1B76F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2605248" y="5287824"/>
                  <a:ext cx="367200" cy="9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2E7FB736-FF78-F180-99F0-9D9774F6DD4C}"/>
              </a:ext>
            </a:extLst>
          </p:cNvPr>
          <p:cNvGrpSpPr/>
          <p:nvPr/>
        </p:nvGrpSpPr>
        <p:grpSpPr>
          <a:xfrm>
            <a:off x="3294288" y="5277744"/>
            <a:ext cx="591120" cy="210240"/>
            <a:chOff x="3294288" y="5277744"/>
            <a:chExt cx="591120" cy="21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F15AD3E3-3F5F-35C5-3660-7BD8612A0D7B}"/>
                    </a:ext>
                  </a:extLst>
                </p14:cNvPr>
                <p14:cNvContentPartPr/>
                <p14:nvPr/>
              </p14:nvContentPartPr>
              <p14:xfrm>
                <a:off x="3294288" y="5277744"/>
                <a:ext cx="133920" cy="12708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F15AD3E3-3F5F-35C5-3660-7BD8612A0D7B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3285288" y="5268744"/>
                  <a:ext cx="1515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09665753-B76A-4BA7-9E58-E0A0084CF025}"/>
                    </a:ext>
                  </a:extLst>
                </p14:cNvPr>
                <p14:cNvContentPartPr/>
                <p14:nvPr/>
              </p14:nvContentPartPr>
              <p14:xfrm>
                <a:off x="3547728" y="5321304"/>
                <a:ext cx="135360" cy="2484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09665753-B76A-4BA7-9E58-E0A0084CF025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3539088" y="5312664"/>
                  <a:ext cx="1530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3BAA8826-6AEF-A24E-1D2F-D13645C451E7}"/>
                    </a:ext>
                  </a:extLst>
                </p14:cNvPr>
                <p14:cNvContentPartPr/>
                <p14:nvPr/>
              </p14:nvContentPartPr>
              <p14:xfrm>
                <a:off x="3574008" y="5399424"/>
                <a:ext cx="158400" cy="756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3BAA8826-6AEF-A24E-1D2F-D13645C451E7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3565008" y="5390424"/>
                  <a:ext cx="17604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4FEB29C7-F937-B82F-9396-C323E84EA789}"/>
                    </a:ext>
                  </a:extLst>
                </p14:cNvPr>
                <p14:cNvContentPartPr/>
                <p14:nvPr/>
              </p14:nvContentPartPr>
              <p14:xfrm>
                <a:off x="3872448" y="5295744"/>
                <a:ext cx="12960" cy="19224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4FEB29C7-F937-B82F-9396-C323E84EA789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3863448" y="5286744"/>
                  <a:ext cx="30600" cy="20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1" name="Group 270">
            <a:extLst>
              <a:ext uri="{FF2B5EF4-FFF2-40B4-BE49-F238E27FC236}">
                <a16:creationId xmlns:a16="http://schemas.microsoft.com/office/drawing/2014/main" id="{BCE173A4-EA48-EE93-76A2-9A8AC9B82933}"/>
              </a:ext>
            </a:extLst>
          </p:cNvPr>
          <p:cNvGrpSpPr/>
          <p:nvPr/>
        </p:nvGrpSpPr>
        <p:grpSpPr>
          <a:xfrm>
            <a:off x="4150368" y="5261904"/>
            <a:ext cx="948960" cy="257040"/>
            <a:chOff x="4150368" y="5261904"/>
            <a:chExt cx="948960" cy="25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78DF9E77-D2E6-DC80-4C61-1791B988EADC}"/>
                    </a:ext>
                  </a:extLst>
                </p14:cNvPr>
                <p14:cNvContentPartPr/>
                <p14:nvPr/>
              </p14:nvContentPartPr>
              <p14:xfrm>
                <a:off x="4328208" y="5261904"/>
                <a:ext cx="20880" cy="15696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78DF9E77-D2E6-DC80-4C61-1791B988EADC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4319568" y="5252904"/>
                  <a:ext cx="3852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9A5290A3-90EA-BCF6-F2F5-A1EC18A9AE92}"/>
                    </a:ext>
                  </a:extLst>
                </p14:cNvPr>
                <p14:cNvContentPartPr/>
                <p14:nvPr/>
              </p14:nvContentPartPr>
              <p14:xfrm>
                <a:off x="4150368" y="5321304"/>
                <a:ext cx="437400" cy="7560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9A5290A3-90EA-BCF6-F2F5-A1EC18A9AE92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4141728" y="5312304"/>
                  <a:ext cx="45504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9DB08E40-435A-CABD-3E81-760D4681ECA2}"/>
                    </a:ext>
                  </a:extLst>
                </p14:cNvPr>
                <p14:cNvContentPartPr/>
                <p14:nvPr/>
              </p14:nvContentPartPr>
              <p14:xfrm>
                <a:off x="4726368" y="5380344"/>
                <a:ext cx="126000" cy="13860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9DB08E40-435A-CABD-3E81-760D4681ECA2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4717728" y="5371704"/>
                  <a:ext cx="14364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161A91F2-6EF2-33E7-1889-2286E01B6258}"/>
                    </a:ext>
                  </a:extLst>
                </p14:cNvPr>
                <p14:cNvContentPartPr/>
                <p14:nvPr/>
              </p14:nvContentPartPr>
              <p14:xfrm>
                <a:off x="4770648" y="5270904"/>
                <a:ext cx="27720" cy="1800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161A91F2-6EF2-33E7-1889-2286E01B6258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4762008" y="5262264"/>
                  <a:ext cx="4536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E5A64196-33F2-8E3C-9737-491654BB6A47}"/>
                    </a:ext>
                  </a:extLst>
                </p14:cNvPr>
                <p14:cNvContentPartPr/>
                <p14:nvPr/>
              </p14:nvContentPartPr>
              <p14:xfrm>
                <a:off x="4913208" y="5414904"/>
                <a:ext cx="118440" cy="756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E5A64196-33F2-8E3C-9737-491654BB6A47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4904568" y="5406264"/>
                  <a:ext cx="1360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EBC29602-DE84-C40F-DB40-BB159CE171F8}"/>
                    </a:ext>
                  </a:extLst>
                </p14:cNvPr>
                <p14:cNvContentPartPr/>
                <p14:nvPr/>
              </p14:nvContentPartPr>
              <p14:xfrm>
                <a:off x="5081688" y="5356224"/>
                <a:ext cx="17640" cy="12060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EBC29602-DE84-C40F-DB40-BB159CE171F8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5073048" y="5347584"/>
                  <a:ext cx="35280" cy="13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4" name="Group 273">
            <a:extLst>
              <a:ext uri="{FF2B5EF4-FFF2-40B4-BE49-F238E27FC236}">
                <a16:creationId xmlns:a16="http://schemas.microsoft.com/office/drawing/2014/main" id="{21806D62-1C81-DDBB-A665-440D58CC1829}"/>
              </a:ext>
            </a:extLst>
          </p:cNvPr>
          <p:cNvGrpSpPr/>
          <p:nvPr/>
        </p:nvGrpSpPr>
        <p:grpSpPr>
          <a:xfrm>
            <a:off x="5498568" y="5241024"/>
            <a:ext cx="449640" cy="170280"/>
            <a:chOff x="5498568" y="5241024"/>
            <a:chExt cx="449640" cy="17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7E0F5F86-83FB-50C7-4FA6-F3C653266588}"/>
                    </a:ext>
                  </a:extLst>
                </p14:cNvPr>
                <p14:cNvContentPartPr/>
                <p14:nvPr/>
              </p14:nvContentPartPr>
              <p14:xfrm>
                <a:off x="5554368" y="5293944"/>
                <a:ext cx="17280" cy="11016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7E0F5F86-83FB-50C7-4FA6-F3C653266588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5545368" y="5284944"/>
                  <a:ext cx="349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6D537437-5372-43D8-E3FB-362507048224}"/>
                    </a:ext>
                  </a:extLst>
                </p14:cNvPr>
                <p14:cNvContentPartPr/>
                <p14:nvPr/>
              </p14:nvContentPartPr>
              <p14:xfrm>
                <a:off x="5498568" y="5241024"/>
                <a:ext cx="449640" cy="17028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6D537437-5372-43D8-E3FB-362507048224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5489568" y="5232384"/>
                  <a:ext cx="467280" cy="18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9" name="Group 288">
            <a:extLst>
              <a:ext uri="{FF2B5EF4-FFF2-40B4-BE49-F238E27FC236}">
                <a16:creationId xmlns:a16="http://schemas.microsoft.com/office/drawing/2014/main" id="{EF3EC30E-527E-AA08-928D-FEB2CEDF896F}"/>
              </a:ext>
            </a:extLst>
          </p:cNvPr>
          <p:cNvGrpSpPr/>
          <p:nvPr/>
        </p:nvGrpSpPr>
        <p:grpSpPr>
          <a:xfrm>
            <a:off x="3357288" y="5586264"/>
            <a:ext cx="1451520" cy="359280"/>
            <a:chOff x="3357288" y="5586264"/>
            <a:chExt cx="1451520" cy="35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2A570BBB-EF54-2117-E4F8-2FCACCAEB2FA}"/>
                    </a:ext>
                  </a:extLst>
                </p14:cNvPr>
                <p14:cNvContentPartPr/>
                <p14:nvPr/>
              </p14:nvContentPartPr>
              <p14:xfrm>
                <a:off x="3357288" y="5674104"/>
                <a:ext cx="194400" cy="12708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2A570BBB-EF54-2117-E4F8-2FCACCAEB2FA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3348288" y="5665104"/>
                  <a:ext cx="21204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78ED464E-F776-0E13-B72C-226C2116E9E8}"/>
                    </a:ext>
                  </a:extLst>
                </p14:cNvPr>
                <p14:cNvContentPartPr/>
                <p14:nvPr/>
              </p14:nvContentPartPr>
              <p14:xfrm>
                <a:off x="3416328" y="5623704"/>
                <a:ext cx="108720" cy="23580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78ED464E-F776-0E13-B72C-226C2116E9E8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3407328" y="5615064"/>
                  <a:ext cx="12636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EDCDC393-1AC4-6B93-AD62-59EABFCBCF8E}"/>
                    </a:ext>
                  </a:extLst>
                </p14:cNvPr>
                <p14:cNvContentPartPr/>
                <p14:nvPr/>
              </p14:nvContentPartPr>
              <p14:xfrm>
                <a:off x="3635208" y="5587344"/>
                <a:ext cx="37440" cy="8388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EDCDC393-1AC4-6B93-AD62-59EABFCBCF8E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3626208" y="5578704"/>
                  <a:ext cx="5508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F28C25F0-45C5-5FD8-1A79-966BFD855539}"/>
                    </a:ext>
                  </a:extLst>
                </p14:cNvPr>
                <p14:cNvContentPartPr/>
                <p14:nvPr/>
              </p14:nvContentPartPr>
              <p14:xfrm>
                <a:off x="3718728" y="5625864"/>
                <a:ext cx="145440" cy="23976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F28C25F0-45C5-5FD8-1A79-966BFD855539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3709728" y="5617224"/>
                  <a:ext cx="16308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5A0BA9FB-3F0A-5501-63D0-3495EBC69C03}"/>
                    </a:ext>
                  </a:extLst>
                </p14:cNvPr>
                <p14:cNvContentPartPr/>
                <p14:nvPr/>
              </p14:nvContentPartPr>
              <p14:xfrm>
                <a:off x="3778128" y="5586264"/>
                <a:ext cx="128880" cy="2772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5A0BA9FB-3F0A-5501-63D0-3495EBC69C03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3769128" y="5577624"/>
                  <a:ext cx="1465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1B413297-B650-FFE7-23A2-8F257614DE37}"/>
                    </a:ext>
                  </a:extLst>
                </p14:cNvPr>
                <p14:cNvContentPartPr/>
                <p14:nvPr/>
              </p14:nvContentPartPr>
              <p14:xfrm>
                <a:off x="3970008" y="5712264"/>
                <a:ext cx="62280" cy="6660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1B413297-B650-FFE7-23A2-8F257614DE37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3961368" y="5703624"/>
                  <a:ext cx="7992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27B24574-D846-F8A2-F4AB-FAE7C05789EE}"/>
                    </a:ext>
                  </a:extLst>
                </p14:cNvPr>
                <p14:cNvContentPartPr/>
                <p14:nvPr/>
              </p14:nvContentPartPr>
              <p14:xfrm>
                <a:off x="4006728" y="5611824"/>
                <a:ext cx="15480" cy="1512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27B24574-D846-F8A2-F4AB-FAE7C05789EE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3998088" y="5603184"/>
                  <a:ext cx="331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2A3AF1EA-BF0B-F98C-AC4B-51FCCC56A2C4}"/>
                    </a:ext>
                  </a:extLst>
                </p14:cNvPr>
                <p14:cNvContentPartPr/>
                <p14:nvPr/>
              </p14:nvContentPartPr>
              <p14:xfrm>
                <a:off x="4075488" y="5762664"/>
                <a:ext cx="51480" cy="13536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2A3AF1EA-BF0B-F98C-AC4B-51FCCC56A2C4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4066848" y="5754024"/>
                  <a:ext cx="6912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DD4F8084-2A5E-2B4F-0970-F91FEC6438C7}"/>
                    </a:ext>
                  </a:extLst>
                </p14:cNvPr>
                <p14:cNvContentPartPr/>
                <p14:nvPr/>
              </p14:nvContentPartPr>
              <p14:xfrm>
                <a:off x="4238568" y="5760864"/>
                <a:ext cx="76320" cy="10872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DD4F8084-2A5E-2B4F-0970-F91FEC6438C7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4229568" y="5751864"/>
                  <a:ext cx="9396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8E98E462-B6F2-9C78-F974-1A04C8F35789}"/>
                    </a:ext>
                  </a:extLst>
                </p14:cNvPr>
                <p14:cNvContentPartPr/>
                <p14:nvPr/>
              </p14:nvContentPartPr>
              <p14:xfrm>
                <a:off x="4269888" y="5661144"/>
                <a:ext cx="127440" cy="27360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8E98E462-B6F2-9C78-F974-1A04C8F35789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4260888" y="5652144"/>
                  <a:ext cx="14508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0B03BA6A-4F07-BDD3-E5D2-45D2080F3DB9}"/>
                    </a:ext>
                  </a:extLst>
                </p14:cNvPr>
                <p14:cNvContentPartPr/>
                <p14:nvPr/>
              </p14:nvContentPartPr>
              <p14:xfrm>
                <a:off x="4498488" y="5743584"/>
                <a:ext cx="126360" cy="12132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0B03BA6A-4F07-BDD3-E5D2-45D2080F3DB9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4489848" y="5734584"/>
                  <a:ext cx="14400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606C8095-0ABA-41D8-2E0F-A5BA75B14897}"/>
                    </a:ext>
                  </a:extLst>
                </p14:cNvPr>
                <p14:cNvContentPartPr/>
                <p14:nvPr/>
              </p14:nvContentPartPr>
              <p14:xfrm>
                <a:off x="4503888" y="5782104"/>
                <a:ext cx="114120" cy="2844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606C8095-0ABA-41D8-2E0F-A5BA75B14897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4495248" y="5773464"/>
                  <a:ext cx="1317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2C36658B-F363-42BF-4E0F-0AAF62214C2E}"/>
                    </a:ext>
                  </a:extLst>
                </p14:cNvPr>
                <p14:cNvContentPartPr/>
                <p14:nvPr/>
              </p14:nvContentPartPr>
              <p14:xfrm>
                <a:off x="4649328" y="5675544"/>
                <a:ext cx="159480" cy="27000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2C36658B-F363-42BF-4E0F-0AAF62214C2E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4640328" y="5666904"/>
                  <a:ext cx="177120" cy="28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F9ED27D7-D0CB-7EAE-12F0-01BE6A48A1C7}"/>
              </a:ext>
            </a:extLst>
          </p:cNvPr>
          <p:cNvGrpSpPr/>
          <p:nvPr/>
        </p:nvGrpSpPr>
        <p:grpSpPr>
          <a:xfrm>
            <a:off x="5005728" y="5736744"/>
            <a:ext cx="167400" cy="89280"/>
            <a:chOff x="5005728" y="5736744"/>
            <a:chExt cx="167400" cy="8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894CDB2B-45E2-AB83-9750-464394A208ED}"/>
                    </a:ext>
                  </a:extLst>
                </p14:cNvPr>
                <p14:cNvContentPartPr/>
                <p14:nvPr/>
              </p14:nvContentPartPr>
              <p14:xfrm>
                <a:off x="5005728" y="5736744"/>
                <a:ext cx="137880" cy="2196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894CDB2B-45E2-AB83-9750-464394A208ED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4997088" y="5728104"/>
                  <a:ext cx="1555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06A9AA76-F785-7591-2D31-6F909E519D49}"/>
                    </a:ext>
                  </a:extLst>
                </p14:cNvPr>
                <p14:cNvContentPartPr/>
                <p14:nvPr/>
              </p14:nvContentPartPr>
              <p14:xfrm>
                <a:off x="5051088" y="5803704"/>
                <a:ext cx="122040" cy="2232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06A9AA76-F785-7591-2D31-6F909E519D49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5042448" y="5795064"/>
                  <a:ext cx="139680" cy="3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9" name="Group 298">
            <a:extLst>
              <a:ext uri="{FF2B5EF4-FFF2-40B4-BE49-F238E27FC236}">
                <a16:creationId xmlns:a16="http://schemas.microsoft.com/office/drawing/2014/main" id="{314BB910-8C74-0A15-727E-35417F8AF925}"/>
              </a:ext>
            </a:extLst>
          </p:cNvPr>
          <p:cNvGrpSpPr/>
          <p:nvPr/>
        </p:nvGrpSpPr>
        <p:grpSpPr>
          <a:xfrm>
            <a:off x="5483448" y="5629464"/>
            <a:ext cx="991440" cy="219240"/>
            <a:chOff x="5483448" y="5629464"/>
            <a:chExt cx="991440" cy="21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A40B2C39-1E4A-F87C-640D-D9006D3DEA8C}"/>
                    </a:ext>
                  </a:extLst>
                </p14:cNvPr>
                <p14:cNvContentPartPr/>
                <p14:nvPr/>
              </p14:nvContentPartPr>
              <p14:xfrm>
                <a:off x="5483448" y="5724504"/>
                <a:ext cx="293040" cy="11304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A40B2C39-1E4A-F87C-640D-D9006D3DEA8C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5474448" y="5715864"/>
                  <a:ext cx="3106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F0A64A01-6495-8743-4790-664916941661}"/>
                    </a:ext>
                  </a:extLst>
                </p14:cNvPr>
                <p14:cNvContentPartPr/>
                <p14:nvPr/>
              </p14:nvContentPartPr>
              <p14:xfrm>
                <a:off x="5844168" y="5719464"/>
                <a:ext cx="254160" cy="12924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F0A64A01-6495-8743-4790-664916941661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5835168" y="5710464"/>
                  <a:ext cx="27180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58602C2D-7518-7127-8076-A80CFFDC3034}"/>
                    </a:ext>
                  </a:extLst>
                </p14:cNvPr>
                <p14:cNvContentPartPr/>
                <p14:nvPr/>
              </p14:nvContentPartPr>
              <p14:xfrm>
                <a:off x="6198408" y="5702544"/>
                <a:ext cx="178200" cy="10872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58602C2D-7518-7127-8076-A80CFFDC3034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6189408" y="5693544"/>
                  <a:ext cx="19584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116E4DA9-CEA0-878B-9071-6BA526D07BBC}"/>
                    </a:ext>
                  </a:extLst>
                </p14:cNvPr>
                <p14:cNvContentPartPr/>
                <p14:nvPr/>
              </p14:nvContentPartPr>
              <p14:xfrm>
                <a:off x="6238368" y="5705424"/>
                <a:ext cx="106920" cy="13968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116E4DA9-CEA0-878B-9071-6BA526D07BBC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6229368" y="5696424"/>
                  <a:ext cx="1245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78384124-3635-B4CE-F9F8-446FCEF3C513}"/>
                    </a:ext>
                  </a:extLst>
                </p14:cNvPr>
                <p14:cNvContentPartPr/>
                <p14:nvPr/>
              </p14:nvContentPartPr>
              <p14:xfrm>
                <a:off x="6433488" y="5629464"/>
                <a:ext cx="41400" cy="10908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78384124-3635-B4CE-F9F8-446FCEF3C513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6424488" y="5620464"/>
                  <a:ext cx="59040" cy="126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2">
            <p14:nvContentPartPr>
              <p14:cNvPr id="300" name="Ink 299">
                <a:extLst>
                  <a:ext uri="{FF2B5EF4-FFF2-40B4-BE49-F238E27FC236}">
                    <a16:creationId xmlns:a16="http://schemas.microsoft.com/office/drawing/2014/main" id="{AB696429-8A94-B18A-DDCF-EE9C5375103E}"/>
                  </a:ext>
                </a:extLst>
              </p14:cNvPr>
              <p14:cNvContentPartPr/>
              <p14:nvPr/>
            </p14:nvContentPartPr>
            <p14:xfrm>
              <a:off x="5933808" y="5926104"/>
              <a:ext cx="120600" cy="119160"/>
            </p14:xfrm>
          </p:contentPart>
        </mc:Choice>
        <mc:Fallback xmlns="">
          <p:pic>
            <p:nvPicPr>
              <p:cNvPr id="300" name="Ink 299">
                <a:extLst>
                  <a:ext uri="{FF2B5EF4-FFF2-40B4-BE49-F238E27FC236}">
                    <a16:creationId xmlns:a16="http://schemas.microsoft.com/office/drawing/2014/main" id="{AB696429-8A94-B18A-DDCF-EE9C5375103E}"/>
                  </a:ext>
                </a:extLst>
              </p:cNvPr>
              <p:cNvPicPr/>
              <p:nvPr/>
            </p:nvPicPr>
            <p:blipFill>
              <a:blip r:embed="rId353"/>
              <a:stretch>
                <a:fillRect/>
              </a:stretch>
            </p:blipFill>
            <p:spPr>
              <a:xfrm>
                <a:off x="5925168" y="5917464"/>
                <a:ext cx="138240" cy="136800"/>
              </a:xfrm>
              <a:prstGeom prst="rect">
                <a:avLst/>
              </a:prstGeom>
            </p:spPr>
          </p:pic>
        </mc:Fallback>
      </mc:AlternateContent>
      <p:grpSp>
        <p:nvGrpSpPr>
          <p:cNvPr id="310" name="Group 309">
            <a:extLst>
              <a:ext uri="{FF2B5EF4-FFF2-40B4-BE49-F238E27FC236}">
                <a16:creationId xmlns:a16="http://schemas.microsoft.com/office/drawing/2014/main" id="{D22AD0FB-378F-044C-150C-0D37021EEE24}"/>
              </a:ext>
            </a:extLst>
          </p:cNvPr>
          <p:cNvGrpSpPr/>
          <p:nvPr/>
        </p:nvGrpSpPr>
        <p:grpSpPr>
          <a:xfrm>
            <a:off x="6602688" y="5551344"/>
            <a:ext cx="945000" cy="351720"/>
            <a:chOff x="6602688" y="5551344"/>
            <a:chExt cx="945000" cy="35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5C35DD6E-7191-F56C-1FBD-75F430AC8208}"/>
                    </a:ext>
                  </a:extLst>
                </p14:cNvPr>
                <p14:cNvContentPartPr/>
                <p14:nvPr/>
              </p14:nvContentPartPr>
              <p14:xfrm>
                <a:off x="6602688" y="5595264"/>
                <a:ext cx="146160" cy="30780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5C35DD6E-7191-F56C-1FBD-75F430AC8208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6593688" y="5586624"/>
                  <a:ext cx="16380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38835BA0-AA9E-E9AD-51B8-1F5202D96F1A}"/>
                    </a:ext>
                  </a:extLst>
                </p14:cNvPr>
                <p14:cNvContentPartPr/>
                <p14:nvPr/>
              </p14:nvContentPartPr>
              <p14:xfrm>
                <a:off x="6717168" y="5551344"/>
                <a:ext cx="152280" cy="3240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38835BA0-AA9E-E9AD-51B8-1F5202D96F1A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6708528" y="5542704"/>
                  <a:ext cx="16992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958E5B3C-A9EB-76EC-E5E0-F5ADE813514A}"/>
                    </a:ext>
                  </a:extLst>
                </p14:cNvPr>
                <p14:cNvContentPartPr/>
                <p14:nvPr/>
              </p14:nvContentPartPr>
              <p14:xfrm>
                <a:off x="6862968" y="5690304"/>
                <a:ext cx="56160" cy="7236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958E5B3C-A9EB-76EC-E5E0-F5ADE813514A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6854328" y="5681664"/>
                  <a:ext cx="7380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DDE58AC4-C3B8-FE16-46F3-EEA2305C2452}"/>
                    </a:ext>
                  </a:extLst>
                </p14:cNvPr>
                <p14:cNvContentPartPr/>
                <p14:nvPr/>
              </p14:nvContentPartPr>
              <p14:xfrm>
                <a:off x="6938208" y="5581224"/>
                <a:ext cx="3960" cy="1224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DDE58AC4-C3B8-FE16-46F3-EEA2305C245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929568" y="5572224"/>
                  <a:ext cx="216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3094C1CA-E409-EE14-C7C4-9C1732F29025}"/>
                    </a:ext>
                  </a:extLst>
                </p14:cNvPr>
                <p14:cNvContentPartPr/>
                <p14:nvPr/>
              </p14:nvContentPartPr>
              <p14:xfrm>
                <a:off x="6929928" y="5723064"/>
                <a:ext cx="59040" cy="12312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3094C1CA-E409-EE14-C7C4-9C1732F29025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6920928" y="5714064"/>
                  <a:ext cx="766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3624EDEE-3CC3-94D2-5CED-EB343EF7F84B}"/>
                    </a:ext>
                  </a:extLst>
                </p14:cNvPr>
                <p14:cNvContentPartPr/>
                <p14:nvPr/>
              </p14:nvContentPartPr>
              <p14:xfrm>
                <a:off x="7099128" y="5665104"/>
                <a:ext cx="89280" cy="12204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3624EDEE-3CC3-94D2-5CED-EB343EF7F84B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7090128" y="5656104"/>
                  <a:ext cx="10692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D7F94D1A-01B3-D2EF-C8F2-E06B9601386F}"/>
                    </a:ext>
                  </a:extLst>
                </p14:cNvPr>
                <p14:cNvContentPartPr/>
                <p14:nvPr/>
              </p14:nvContentPartPr>
              <p14:xfrm>
                <a:off x="7239528" y="5762304"/>
                <a:ext cx="21960" cy="8748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D7F94D1A-01B3-D2EF-C8F2-E06B9601386F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7230528" y="5753304"/>
                  <a:ext cx="396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C04566A2-886A-2729-88F8-FF469726B7B0}"/>
                    </a:ext>
                  </a:extLst>
                </p14:cNvPr>
                <p14:cNvContentPartPr/>
                <p14:nvPr/>
              </p14:nvContentPartPr>
              <p14:xfrm>
                <a:off x="7382808" y="5663664"/>
                <a:ext cx="164880" cy="14508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C04566A2-886A-2729-88F8-FF469726B7B0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7373808" y="5654664"/>
                  <a:ext cx="182520" cy="16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391D2B4B-D2A4-9680-EB67-BBA5B698E72B}"/>
              </a:ext>
            </a:extLst>
          </p:cNvPr>
          <p:cNvGrpSpPr/>
          <p:nvPr/>
        </p:nvGrpSpPr>
        <p:grpSpPr>
          <a:xfrm>
            <a:off x="7568568" y="5612904"/>
            <a:ext cx="556560" cy="356040"/>
            <a:chOff x="7568568" y="5612904"/>
            <a:chExt cx="556560" cy="35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CC1032D4-B250-469F-6CAF-67808196C957}"/>
                    </a:ext>
                  </a:extLst>
                </p14:cNvPr>
                <p14:cNvContentPartPr/>
                <p14:nvPr/>
              </p14:nvContentPartPr>
              <p14:xfrm>
                <a:off x="7568568" y="5612904"/>
                <a:ext cx="192960" cy="35604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CC1032D4-B250-469F-6CAF-67808196C957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7559928" y="5604264"/>
                  <a:ext cx="21060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F5880E15-6A56-1F95-A2AF-FA577488380D}"/>
                    </a:ext>
                  </a:extLst>
                </p14:cNvPr>
                <p14:cNvContentPartPr/>
                <p14:nvPr/>
              </p14:nvContentPartPr>
              <p14:xfrm>
                <a:off x="7995168" y="5701824"/>
                <a:ext cx="99360" cy="14004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F5880E15-6A56-1F95-A2AF-FA577488380D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7986528" y="5693184"/>
                  <a:ext cx="11700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DDA98C83-349C-A4D9-2AFF-090F8AA80F43}"/>
                    </a:ext>
                  </a:extLst>
                </p14:cNvPr>
                <p14:cNvContentPartPr/>
                <p14:nvPr/>
              </p14:nvContentPartPr>
              <p14:xfrm>
                <a:off x="7896168" y="5705424"/>
                <a:ext cx="228960" cy="16236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DDA98C83-349C-A4D9-2AFF-090F8AA80F43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7887168" y="5696784"/>
                  <a:ext cx="246600" cy="18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7" name="Group 326">
            <a:extLst>
              <a:ext uri="{FF2B5EF4-FFF2-40B4-BE49-F238E27FC236}">
                <a16:creationId xmlns:a16="http://schemas.microsoft.com/office/drawing/2014/main" id="{9F4A33C7-AD9C-D796-070D-8F2CAF211AAB}"/>
              </a:ext>
            </a:extLst>
          </p:cNvPr>
          <p:cNvGrpSpPr/>
          <p:nvPr/>
        </p:nvGrpSpPr>
        <p:grpSpPr>
          <a:xfrm>
            <a:off x="8315208" y="5583024"/>
            <a:ext cx="1567080" cy="398520"/>
            <a:chOff x="8315208" y="5583024"/>
            <a:chExt cx="1567080" cy="39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567C35EA-A222-070B-0FB5-7F615F64399E}"/>
                    </a:ext>
                  </a:extLst>
                </p14:cNvPr>
                <p14:cNvContentPartPr/>
                <p14:nvPr/>
              </p14:nvContentPartPr>
              <p14:xfrm>
                <a:off x="8315208" y="5666184"/>
                <a:ext cx="175680" cy="12708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567C35EA-A222-070B-0FB5-7F615F64399E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8306208" y="5657544"/>
                  <a:ext cx="1933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96852941-2291-5EC1-462B-BA2E75D4EE1D}"/>
                    </a:ext>
                  </a:extLst>
                </p14:cNvPr>
                <p14:cNvContentPartPr/>
                <p14:nvPr/>
              </p14:nvContentPartPr>
              <p14:xfrm>
                <a:off x="8331408" y="5644584"/>
                <a:ext cx="126360" cy="24804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96852941-2291-5EC1-462B-BA2E75D4EE1D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8322408" y="5635944"/>
                  <a:ext cx="14400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8EA844E5-4981-D839-E650-9895CC3A7616}"/>
                    </a:ext>
                  </a:extLst>
                </p14:cNvPr>
                <p14:cNvContentPartPr/>
                <p14:nvPr/>
              </p14:nvContentPartPr>
              <p14:xfrm>
                <a:off x="8577648" y="5583024"/>
                <a:ext cx="30600" cy="9360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8EA844E5-4981-D839-E650-9895CC3A7616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8568648" y="5574024"/>
                  <a:ext cx="4824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69C49DA3-2785-E9C4-F0F1-EAE1207A92F3}"/>
                    </a:ext>
                  </a:extLst>
                </p14:cNvPr>
                <p14:cNvContentPartPr/>
                <p14:nvPr/>
              </p14:nvContentPartPr>
              <p14:xfrm>
                <a:off x="8652528" y="5616144"/>
                <a:ext cx="124920" cy="29916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69C49DA3-2785-E9C4-F0F1-EAE1207A92F3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8643528" y="5607144"/>
                  <a:ext cx="14256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075AA625-B332-2EA6-46A1-3535789B13A9}"/>
                    </a:ext>
                  </a:extLst>
                </p14:cNvPr>
                <p14:cNvContentPartPr/>
                <p14:nvPr/>
              </p14:nvContentPartPr>
              <p14:xfrm>
                <a:off x="8768448" y="5594904"/>
                <a:ext cx="131040" cy="2196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075AA625-B332-2EA6-46A1-3535789B13A9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8759448" y="5586264"/>
                  <a:ext cx="1486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D142B7C6-FF30-87DB-B384-3FEF2543E9FB}"/>
                    </a:ext>
                  </a:extLst>
                </p14:cNvPr>
                <p14:cNvContentPartPr/>
                <p14:nvPr/>
              </p14:nvContentPartPr>
              <p14:xfrm>
                <a:off x="8889408" y="5729184"/>
                <a:ext cx="132840" cy="10296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D142B7C6-FF30-87DB-B384-3FEF2543E9FB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8880768" y="5720544"/>
                  <a:ext cx="15048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E564AED4-84D9-E0E9-EC1F-4086DC0EA7D1}"/>
                    </a:ext>
                  </a:extLst>
                </p14:cNvPr>
                <p14:cNvContentPartPr/>
                <p14:nvPr/>
              </p14:nvContentPartPr>
              <p14:xfrm>
                <a:off x="9038088" y="5816304"/>
                <a:ext cx="64080" cy="10296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E564AED4-84D9-E0E9-EC1F-4086DC0EA7D1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9029448" y="5807664"/>
                  <a:ext cx="8172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78DC9377-C89E-6300-7FFF-1F2F38807EF1}"/>
                    </a:ext>
                  </a:extLst>
                </p14:cNvPr>
                <p14:cNvContentPartPr/>
                <p14:nvPr/>
              </p14:nvContentPartPr>
              <p14:xfrm>
                <a:off x="9234648" y="5807304"/>
                <a:ext cx="68400" cy="12060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78DC9377-C89E-6300-7FFF-1F2F38807EF1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9225648" y="5798664"/>
                  <a:ext cx="8604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E3698C61-792A-1C46-6865-D07F24BFA257}"/>
                    </a:ext>
                  </a:extLst>
                </p14:cNvPr>
                <p14:cNvContentPartPr/>
                <p14:nvPr/>
              </p14:nvContentPartPr>
              <p14:xfrm>
                <a:off x="9301968" y="5667264"/>
                <a:ext cx="7920" cy="2916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E3698C61-792A-1C46-6865-D07F24BFA257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9293328" y="5658624"/>
                  <a:ext cx="2556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71B6F9AB-0F01-534F-1A33-497963BE60F0}"/>
                    </a:ext>
                  </a:extLst>
                </p14:cNvPr>
                <p14:cNvContentPartPr/>
                <p14:nvPr/>
              </p14:nvContentPartPr>
              <p14:xfrm>
                <a:off x="9358488" y="5857344"/>
                <a:ext cx="60480" cy="10044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71B6F9AB-0F01-534F-1A33-497963BE60F0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9349848" y="5848704"/>
                  <a:ext cx="7812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0FADFD8B-A0FC-6BAE-744B-9228711437A4}"/>
                    </a:ext>
                  </a:extLst>
                </p14:cNvPr>
                <p14:cNvContentPartPr/>
                <p14:nvPr/>
              </p14:nvContentPartPr>
              <p14:xfrm>
                <a:off x="9523728" y="5760144"/>
                <a:ext cx="136440" cy="13212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0FADFD8B-A0FC-6BAE-744B-9228711437A4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9515088" y="5751144"/>
                  <a:ext cx="1540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3D3AB0F7-8ACE-F8CA-BA07-07EC2F3E9E25}"/>
                    </a:ext>
                  </a:extLst>
                </p14:cNvPr>
                <p14:cNvContentPartPr/>
                <p14:nvPr/>
              </p14:nvContentPartPr>
              <p14:xfrm>
                <a:off x="9702288" y="5666184"/>
                <a:ext cx="180000" cy="31536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3D3AB0F7-8ACE-F8CA-BA07-07EC2F3E9E25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9693288" y="5657544"/>
                  <a:ext cx="197640" cy="33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1" name="Group 330">
            <a:extLst>
              <a:ext uri="{FF2B5EF4-FFF2-40B4-BE49-F238E27FC236}">
                <a16:creationId xmlns:a16="http://schemas.microsoft.com/office/drawing/2014/main" id="{238795FA-5AAC-DC07-3C23-F1AAD2D67B1E}"/>
              </a:ext>
            </a:extLst>
          </p:cNvPr>
          <p:cNvGrpSpPr/>
          <p:nvPr/>
        </p:nvGrpSpPr>
        <p:grpSpPr>
          <a:xfrm>
            <a:off x="10023048" y="5721984"/>
            <a:ext cx="375840" cy="239040"/>
            <a:chOff x="10023048" y="5721984"/>
            <a:chExt cx="375840" cy="23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88034FA5-9B4A-102F-15FF-B0918F98CD8C}"/>
                    </a:ext>
                  </a:extLst>
                </p14:cNvPr>
                <p14:cNvContentPartPr/>
                <p14:nvPr/>
              </p14:nvContentPartPr>
              <p14:xfrm>
                <a:off x="10053648" y="5751144"/>
                <a:ext cx="68760" cy="12672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88034FA5-9B4A-102F-15FF-B0918F98CD8C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10044648" y="5742144"/>
                  <a:ext cx="864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99659406-D6B5-2F77-2DD5-7B638AC891FC}"/>
                    </a:ext>
                  </a:extLst>
                </p14:cNvPr>
                <p14:cNvContentPartPr/>
                <p14:nvPr/>
              </p14:nvContentPartPr>
              <p14:xfrm>
                <a:off x="10023048" y="5739264"/>
                <a:ext cx="154800" cy="14256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99659406-D6B5-2F77-2DD5-7B638AC891FC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10014048" y="5730264"/>
                  <a:ext cx="17244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C4E9EFCC-A331-1592-B02A-ACB7FF668521}"/>
                    </a:ext>
                  </a:extLst>
                </p14:cNvPr>
                <p14:cNvContentPartPr/>
                <p14:nvPr/>
              </p14:nvContentPartPr>
              <p14:xfrm>
                <a:off x="10281168" y="5721984"/>
                <a:ext cx="117720" cy="23904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C4E9EFCC-A331-1592-B02A-ACB7FF668521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10272168" y="5713344"/>
                  <a:ext cx="135360" cy="25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2" name="Group 341">
            <a:extLst>
              <a:ext uri="{FF2B5EF4-FFF2-40B4-BE49-F238E27FC236}">
                <a16:creationId xmlns:a16="http://schemas.microsoft.com/office/drawing/2014/main" id="{F4470C23-E1A4-419C-CDF7-B6BFD9F70D71}"/>
              </a:ext>
            </a:extLst>
          </p:cNvPr>
          <p:cNvGrpSpPr/>
          <p:nvPr/>
        </p:nvGrpSpPr>
        <p:grpSpPr>
          <a:xfrm>
            <a:off x="10468008" y="5649984"/>
            <a:ext cx="1361160" cy="398880"/>
            <a:chOff x="10468008" y="5649984"/>
            <a:chExt cx="1361160" cy="39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1B658427-604D-1477-3CA7-CC3CEBCD6246}"/>
                    </a:ext>
                  </a:extLst>
                </p14:cNvPr>
                <p14:cNvContentPartPr/>
                <p14:nvPr/>
              </p14:nvContentPartPr>
              <p14:xfrm>
                <a:off x="10468008" y="5666184"/>
                <a:ext cx="111600" cy="32616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1B658427-604D-1477-3CA7-CC3CEBCD6246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10459008" y="5657184"/>
                  <a:ext cx="12924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4CEED6F3-BE5A-BB16-38C3-C261E61E52C8}"/>
                    </a:ext>
                  </a:extLst>
                </p14:cNvPr>
                <p14:cNvContentPartPr/>
                <p14:nvPr/>
              </p14:nvContentPartPr>
              <p14:xfrm>
                <a:off x="10635408" y="5721984"/>
                <a:ext cx="132480" cy="16740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4CEED6F3-BE5A-BB16-38C3-C261E61E52C8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10626768" y="5712984"/>
                  <a:ext cx="1501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1CF2AC37-26CE-E71F-BD60-29379A141FF8}"/>
                    </a:ext>
                  </a:extLst>
                </p14:cNvPr>
                <p14:cNvContentPartPr/>
                <p14:nvPr/>
              </p14:nvContentPartPr>
              <p14:xfrm>
                <a:off x="10677888" y="5823144"/>
                <a:ext cx="69480" cy="792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1CF2AC37-26CE-E71F-BD60-29379A141FF8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10668888" y="5814504"/>
                  <a:ext cx="8712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7B6381F3-6A26-5E6E-F788-0E799755A020}"/>
                    </a:ext>
                  </a:extLst>
                </p14:cNvPr>
                <p14:cNvContentPartPr/>
                <p14:nvPr/>
              </p14:nvContentPartPr>
              <p14:xfrm>
                <a:off x="10829448" y="5799744"/>
                <a:ext cx="236160" cy="8820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7B6381F3-6A26-5E6E-F788-0E799755A020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10820808" y="5791104"/>
                  <a:ext cx="25380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8DCE0395-A690-2F68-5AB0-A81568B23D05}"/>
                    </a:ext>
                  </a:extLst>
                </p14:cNvPr>
                <p14:cNvContentPartPr/>
                <p14:nvPr/>
              </p14:nvContentPartPr>
              <p14:xfrm>
                <a:off x="11130048" y="5725944"/>
                <a:ext cx="144360" cy="18612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8DCE0395-A690-2F68-5AB0-A81568B23D05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11121048" y="5716944"/>
                  <a:ext cx="1620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B199328D-CF26-2256-A51E-2C1F7A920F52}"/>
                    </a:ext>
                  </a:extLst>
                </p14:cNvPr>
                <p14:cNvContentPartPr/>
                <p14:nvPr/>
              </p14:nvContentPartPr>
              <p14:xfrm>
                <a:off x="11365488" y="5766984"/>
                <a:ext cx="201240" cy="14796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B199328D-CF26-2256-A51E-2C1F7A920F52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11356488" y="5757984"/>
                  <a:ext cx="2188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272EC6D9-56AE-17F7-6E66-B4184E4E1993}"/>
                    </a:ext>
                  </a:extLst>
                </p14:cNvPr>
                <p14:cNvContentPartPr/>
                <p14:nvPr/>
              </p14:nvContentPartPr>
              <p14:xfrm>
                <a:off x="11512368" y="5649984"/>
                <a:ext cx="210240" cy="39888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272EC6D9-56AE-17F7-6E66-B4184E4E1993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11503728" y="5641344"/>
                  <a:ext cx="22788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753772DC-8FFB-37D4-8FB7-480687692FDD}"/>
                    </a:ext>
                  </a:extLst>
                </p14:cNvPr>
                <p14:cNvContentPartPr/>
                <p14:nvPr/>
              </p14:nvContentPartPr>
              <p14:xfrm>
                <a:off x="11752128" y="5934024"/>
                <a:ext cx="77040" cy="6948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753772DC-8FFB-37D4-8FB7-480687692FDD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11743128" y="5925024"/>
                  <a:ext cx="94680" cy="8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9" name="Group 348">
            <a:extLst>
              <a:ext uri="{FF2B5EF4-FFF2-40B4-BE49-F238E27FC236}">
                <a16:creationId xmlns:a16="http://schemas.microsoft.com/office/drawing/2014/main" id="{EC92B88E-7AE7-1A8D-1821-C838B77A9773}"/>
              </a:ext>
            </a:extLst>
          </p:cNvPr>
          <p:cNvGrpSpPr/>
          <p:nvPr/>
        </p:nvGrpSpPr>
        <p:grpSpPr>
          <a:xfrm>
            <a:off x="2968488" y="6082704"/>
            <a:ext cx="675720" cy="259560"/>
            <a:chOff x="2968488" y="6082704"/>
            <a:chExt cx="675720" cy="25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F80EA27C-B826-5D02-16A8-96A5451215B5}"/>
                    </a:ext>
                  </a:extLst>
                </p14:cNvPr>
                <p14:cNvContentPartPr/>
                <p14:nvPr/>
              </p14:nvContentPartPr>
              <p14:xfrm>
                <a:off x="2968488" y="6082704"/>
                <a:ext cx="397440" cy="25956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F80EA27C-B826-5D02-16A8-96A5451215B5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2959488" y="6074064"/>
                  <a:ext cx="41508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9678DCB9-5243-AB5E-6E3D-141A05F914B0}"/>
                    </a:ext>
                  </a:extLst>
                </p14:cNvPr>
                <p14:cNvContentPartPr/>
                <p14:nvPr/>
              </p14:nvContentPartPr>
              <p14:xfrm>
                <a:off x="3453768" y="6103944"/>
                <a:ext cx="190440" cy="10440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9678DCB9-5243-AB5E-6E3D-141A05F914B0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3444768" y="6094944"/>
                  <a:ext cx="208080" cy="12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8" name="Group 347">
            <a:extLst>
              <a:ext uri="{FF2B5EF4-FFF2-40B4-BE49-F238E27FC236}">
                <a16:creationId xmlns:a16="http://schemas.microsoft.com/office/drawing/2014/main" id="{395BD101-E3F9-0C09-C47B-283B9F7D613A}"/>
              </a:ext>
            </a:extLst>
          </p:cNvPr>
          <p:cNvGrpSpPr/>
          <p:nvPr/>
        </p:nvGrpSpPr>
        <p:grpSpPr>
          <a:xfrm>
            <a:off x="3982248" y="6070824"/>
            <a:ext cx="452160" cy="174240"/>
            <a:chOff x="3982248" y="6070824"/>
            <a:chExt cx="452160" cy="17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15B8602B-4BC0-76AA-5DF0-6E4E7CECF881}"/>
                    </a:ext>
                  </a:extLst>
                </p14:cNvPr>
                <p14:cNvContentPartPr/>
                <p14:nvPr/>
              </p14:nvContentPartPr>
              <p14:xfrm>
                <a:off x="3982248" y="6083424"/>
                <a:ext cx="11880" cy="16164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15B8602B-4BC0-76AA-5DF0-6E4E7CECF881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3973608" y="6074784"/>
                  <a:ext cx="295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35AB30A7-B411-204F-C620-E7B8DCAE3F89}"/>
                    </a:ext>
                  </a:extLst>
                </p14:cNvPr>
                <p14:cNvContentPartPr/>
                <p14:nvPr/>
              </p14:nvContentPartPr>
              <p14:xfrm>
                <a:off x="3983688" y="6070824"/>
                <a:ext cx="378000" cy="15732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35AB30A7-B411-204F-C620-E7B8DCAE3F89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3975048" y="6062184"/>
                  <a:ext cx="39564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E5AE5AAB-97E2-DB34-5172-5D5CC8719AEA}"/>
                    </a:ext>
                  </a:extLst>
                </p14:cNvPr>
                <p14:cNvContentPartPr/>
                <p14:nvPr/>
              </p14:nvContentPartPr>
              <p14:xfrm>
                <a:off x="4399128" y="6129144"/>
                <a:ext cx="35280" cy="1332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E5AE5AAB-97E2-DB34-5172-5D5CC8719AEA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4390128" y="6120504"/>
                  <a:ext cx="52920" cy="3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5" name="Group 354">
            <a:extLst>
              <a:ext uri="{FF2B5EF4-FFF2-40B4-BE49-F238E27FC236}">
                <a16:creationId xmlns:a16="http://schemas.microsoft.com/office/drawing/2014/main" id="{238ECD04-8AC7-9CD9-FB17-5B368C3A0CB8}"/>
              </a:ext>
            </a:extLst>
          </p:cNvPr>
          <p:cNvGrpSpPr/>
          <p:nvPr/>
        </p:nvGrpSpPr>
        <p:grpSpPr>
          <a:xfrm>
            <a:off x="4784328" y="6101424"/>
            <a:ext cx="922320" cy="195480"/>
            <a:chOff x="4784328" y="6101424"/>
            <a:chExt cx="922320" cy="19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24407AE5-EE08-4F52-08DA-5AF6A8CCB596}"/>
                    </a:ext>
                  </a:extLst>
                </p14:cNvPr>
                <p14:cNvContentPartPr/>
                <p14:nvPr/>
              </p14:nvContentPartPr>
              <p14:xfrm>
                <a:off x="4784328" y="6101424"/>
                <a:ext cx="162360" cy="18612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24407AE5-EE08-4F52-08DA-5AF6A8CCB596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4775328" y="6092784"/>
                  <a:ext cx="1800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D5AF58F0-8BC4-B2C9-2464-E71990060DA7}"/>
                    </a:ext>
                  </a:extLst>
                </p14:cNvPr>
                <p14:cNvContentPartPr/>
                <p14:nvPr/>
              </p14:nvContentPartPr>
              <p14:xfrm>
                <a:off x="4832208" y="6218784"/>
                <a:ext cx="98280" cy="2556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D5AF58F0-8BC4-B2C9-2464-E71990060DA7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4823568" y="6209784"/>
                  <a:ext cx="1159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B306316C-FF7C-2A32-E5B8-FA87C090F0CD}"/>
                    </a:ext>
                  </a:extLst>
                </p14:cNvPr>
                <p14:cNvContentPartPr/>
                <p14:nvPr/>
              </p14:nvContentPartPr>
              <p14:xfrm>
                <a:off x="5060088" y="6165864"/>
                <a:ext cx="209880" cy="10368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B306316C-FF7C-2A32-E5B8-FA87C090F0CD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5051448" y="6156864"/>
                  <a:ext cx="2275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547590EF-6F95-062C-5A0D-45A08B34307A}"/>
                    </a:ext>
                  </a:extLst>
                </p14:cNvPr>
                <p14:cNvContentPartPr/>
                <p14:nvPr/>
              </p14:nvContentPartPr>
              <p14:xfrm>
                <a:off x="5334048" y="6133104"/>
                <a:ext cx="149400" cy="16380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547590EF-6F95-062C-5A0D-45A08B34307A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5325408" y="6124464"/>
                  <a:ext cx="16704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B98A29EB-80A2-8B4F-EAC2-09C2C04FD7A3}"/>
                    </a:ext>
                  </a:extLst>
                </p14:cNvPr>
                <p14:cNvContentPartPr/>
                <p14:nvPr/>
              </p14:nvContentPartPr>
              <p14:xfrm>
                <a:off x="5536008" y="6162984"/>
                <a:ext cx="170640" cy="12960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B98A29EB-80A2-8B4F-EAC2-09C2C04FD7A3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5527368" y="6154344"/>
                  <a:ext cx="188280" cy="14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9" name="Group 358">
            <a:extLst>
              <a:ext uri="{FF2B5EF4-FFF2-40B4-BE49-F238E27FC236}">
                <a16:creationId xmlns:a16="http://schemas.microsoft.com/office/drawing/2014/main" id="{BDA99BA7-CDE4-76F2-E78E-3036FD3A96DC}"/>
              </a:ext>
            </a:extLst>
          </p:cNvPr>
          <p:cNvGrpSpPr/>
          <p:nvPr/>
        </p:nvGrpSpPr>
        <p:grpSpPr>
          <a:xfrm>
            <a:off x="5967288" y="6177384"/>
            <a:ext cx="110880" cy="150480"/>
            <a:chOff x="5967288" y="6177384"/>
            <a:chExt cx="110880" cy="15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586562D2-E7D8-EB46-C0C7-B6DE620EDBEE}"/>
                    </a:ext>
                  </a:extLst>
                </p14:cNvPr>
                <p14:cNvContentPartPr/>
                <p14:nvPr/>
              </p14:nvContentPartPr>
              <p14:xfrm>
                <a:off x="5980248" y="6231384"/>
                <a:ext cx="97920" cy="9648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586562D2-E7D8-EB46-C0C7-B6DE620EDBEE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5971608" y="6222384"/>
                  <a:ext cx="1155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13889B9D-3D98-58B1-A4E9-6107354B73B1}"/>
                    </a:ext>
                  </a:extLst>
                </p14:cNvPr>
                <p14:cNvContentPartPr/>
                <p14:nvPr/>
              </p14:nvContentPartPr>
              <p14:xfrm>
                <a:off x="5967288" y="6177384"/>
                <a:ext cx="3600" cy="1908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13889B9D-3D98-58B1-A4E9-6107354B73B1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5958288" y="6168384"/>
                  <a:ext cx="21240" cy="36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45">
            <p14:nvContentPartPr>
              <p14:cNvPr id="358" name="Ink 357">
                <a:extLst>
                  <a:ext uri="{FF2B5EF4-FFF2-40B4-BE49-F238E27FC236}">
                    <a16:creationId xmlns:a16="http://schemas.microsoft.com/office/drawing/2014/main" id="{736C5CD7-A09E-BB92-8274-B674A652559E}"/>
                  </a:ext>
                </a:extLst>
              </p14:cNvPr>
              <p14:cNvContentPartPr/>
              <p14:nvPr/>
            </p14:nvContentPartPr>
            <p14:xfrm>
              <a:off x="6319368" y="6249384"/>
              <a:ext cx="73800" cy="44280"/>
            </p14:xfrm>
          </p:contentPart>
        </mc:Choice>
        <mc:Fallback xmlns="">
          <p:pic>
            <p:nvPicPr>
              <p:cNvPr id="358" name="Ink 357">
                <a:extLst>
                  <a:ext uri="{FF2B5EF4-FFF2-40B4-BE49-F238E27FC236}">
                    <a16:creationId xmlns:a16="http://schemas.microsoft.com/office/drawing/2014/main" id="{736C5CD7-A09E-BB92-8274-B674A652559E}"/>
                  </a:ext>
                </a:extLst>
              </p:cNvPr>
              <p:cNvPicPr/>
              <p:nvPr/>
            </p:nvPicPr>
            <p:blipFill>
              <a:blip r:embed="rId446"/>
              <a:stretch>
                <a:fillRect/>
              </a:stretch>
            </p:blipFill>
            <p:spPr>
              <a:xfrm>
                <a:off x="6310368" y="6240744"/>
                <a:ext cx="91440" cy="61920"/>
              </a:xfrm>
              <a:prstGeom prst="rect">
                <a:avLst/>
              </a:prstGeom>
            </p:spPr>
          </p:pic>
        </mc:Fallback>
      </mc:AlternateContent>
      <p:grpSp>
        <p:nvGrpSpPr>
          <p:cNvPr id="368" name="Group 367">
            <a:extLst>
              <a:ext uri="{FF2B5EF4-FFF2-40B4-BE49-F238E27FC236}">
                <a16:creationId xmlns:a16="http://schemas.microsoft.com/office/drawing/2014/main" id="{0F0A2167-3B4D-DED8-72A9-2705E58F11FC}"/>
              </a:ext>
            </a:extLst>
          </p:cNvPr>
          <p:cNvGrpSpPr/>
          <p:nvPr/>
        </p:nvGrpSpPr>
        <p:grpSpPr>
          <a:xfrm>
            <a:off x="6663888" y="6146064"/>
            <a:ext cx="1010520" cy="234360"/>
            <a:chOff x="6663888" y="6146064"/>
            <a:chExt cx="1010520" cy="23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5A585FB6-9503-88F5-7E60-9CA6591C4C0B}"/>
                    </a:ext>
                  </a:extLst>
                </p14:cNvPr>
                <p14:cNvContentPartPr/>
                <p14:nvPr/>
              </p14:nvContentPartPr>
              <p14:xfrm>
                <a:off x="6663888" y="6184584"/>
                <a:ext cx="131040" cy="19584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5A585FB6-9503-88F5-7E60-9CA6591C4C0B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6655248" y="6175584"/>
                  <a:ext cx="14868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69D83C53-3E43-DA02-A9FD-16994B8EB3CC}"/>
                    </a:ext>
                  </a:extLst>
                </p14:cNvPr>
                <p14:cNvContentPartPr/>
                <p14:nvPr/>
              </p14:nvContentPartPr>
              <p14:xfrm>
                <a:off x="6855048" y="6244344"/>
                <a:ext cx="157680" cy="5076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69D83C53-3E43-DA02-A9FD-16994B8EB3CC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6846408" y="6235704"/>
                  <a:ext cx="17532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44852799-6DC0-64A6-A018-ED3464B1251D}"/>
                    </a:ext>
                  </a:extLst>
                </p14:cNvPr>
                <p14:cNvContentPartPr/>
                <p14:nvPr/>
              </p14:nvContentPartPr>
              <p14:xfrm>
                <a:off x="7065288" y="6191784"/>
                <a:ext cx="47520" cy="9576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44852799-6DC0-64A6-A018-ED3464B1251D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7056648" y="6183144"/>
                  <a:ext cx="651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F80DBEAC-3A5C-C2B7-BAD6-7E5F9A2E474A}"/>
                    </a:ext>
                  </a:extLst>
                </p14:cNvPr>
                <p14:cNvContentPartPr/>
                <p14:nvPr/>
              </p14:nvContentPartPr>
              <p14:xfrm>
                <a:off x="7179768" y="6258384"/>
                <a:ext cx="59040" cy="2772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F80DBEAC-3A5C-C2B7-BAD6-7E5F9A2E474A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7170768" y="6249744"/>
                  <a:ext cx="766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8E8B5ED1-BFFE-87CE-222F-DAB8E1CAEAED}"/>
                    </a:ext>
                  </a:extLst>
                </p14:cNvPr>
                <p14:cNvContentPartPr/>
                <p14:nvPr/>
              </p14:nvContentPartPr>
              <p14:xfrm>
                <a:off x="7299648" y="6146064"/>
                <a:ext cx="144360" cy="14940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8E8B5ED1-BFFE-87CE-222F-DAB8E1CAEAED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7290648" y="6137424"/>
                  <a:ext cx="1620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7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E45C2DB1-7745-D9DA-2626-E4A72DD887A1}"/>
                    </a:ext>
                  </a:extLst>
                </p14:cNvPr>
                <p14:cNvContentPartPr/>
                <p14:nvPr/>
              </p14:nvContentPartPr>
              <p14:xfrm>
                <a:off x="7472808" y="6217704"/>
                <a:ext cx="2160" cy="1332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E45C2DB1-7745-D9DA-2626-E4A72DD887A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463808" y="6208704"/>
                  <a:ext cx="198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929BB20E-3269-DA04-73F9-50C1E875F652}"/>
                    </a:ext>
                  </a:extLst>
                </p14:cNvPr>
                <p14:cNvContentPartPr/>
                <p14:nvPr/>
              </p14:nvContentPartPr>
              <p14:xfrm>
                <a:off x="7521048" y="6232464"/>
                <a:ext cx="125280" cy="4212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929BB20E-3269-DA04-73F9-50C1E875F652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7512048" y="6223464"/>
                  <a:ext cx="1429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EC1EF35C-82DF-6A06-7284-7DBC80E9BFB1}"/>
                    </a:ext>
                  </a:extLst>
                </p14:cNvPr>
                <p14:cNvContentPartPr/>
                <p14:nvPr/>
              </p14:nvContentPartPr>
              <p14:xfrm>
                <a:off x="7651728" y="6150384"/>
                <a:ext cx="22680" cy="1656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EC1EF35C-82DF-6A06-7284-7DBC80E9BFB1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7643088" y="6141744"/>
                  <a:ext cx="40320" cy="34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62">
            <p14:nvContentPartPr>
              <p14:cNvPr id="369" name="Ink 368">
                <a:extLst>
                  <a:ext uri="{FF2B5EF4-FFF2-40B4-BE49-F238E27FC236}">
                    <a16:creationId xmlns:a16="http://schemas.microsoft.com/office/drawing/2014/main" id="{BF257421-E02E-F0C2-EF6D-05A5A4AC3263}"/>
                  </a:ext>
                </a:extLst>
              </p14:cNvPr>
              <p14:cNvContentPartPr/>
              <p14:nvPr/>
            </p14:nvContentPartPr>
            <p14:xfrm>
              <a:off x="7946568" y="6105744"/>
              <a:ext cx="553320" cy="184680"/>
            </p14:xfrm>
          </p:contentPart>
        </mc:Choice>
        <mc:Fallback xmlns="">
          <p:pic>
            <p:nvPicPr>
              <p:cNvPr id="369" name="Ink 368">
                <a:extLst>
                  <a:ext uri="{FF2B5EF4-FFF2-40B4-BE49-F238E27FC236}">
                    <a16:creationId xmlns:a16="http://schemas.microsoft.com/office/drawing/2014/main" id="{BF257421-E02E-F0C2-EF6D-05A5A4AC3263}"/>
                  </a:ext>
                </a:extLst>
              </p:cNvPr>
              <p:cNvPicPr/>
              <p:nvPr/>
            </p:nvPicPr>
            <p:blipFill>
              <a:blip r:embed="rId463"/>
              <a:stretch>
                <a:fillRect/>
              </a:stretch>
            </p:blipFill>
            <p:spPr>
              <a:xfrm>
                <a:off x="7937568" y="6097104"/>
                <a:ext cx="570960" cy="20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379" name="Group 378">
            <a:extLst>
              <a:ext uri="{FF2B5EF4-FFF2-40B4-BE49-F238E27FC236}">
                <a16:creationId xmlns:a16="http://schemas.microsoft.com/office/drawing/2014/main" id="{9213B731-659F-1B0A-9DBF-F1C65772B2ED}"/>
              </a:ext>
            </a:extLst>
          </p:cNvPr>
          <p:cNvGrpSpPr/>
          <p:nvPr/>
        </p:nvGrpSpPr>
        <p:grpSpPr>
          <a:xfrm>
            <a:off x="8755488" y="6113664"/>
            <a:ext cx="156960" cy="131040"/>
            <a:chOff x="8755488" y="6113664"/>
            <a:chExt cx="156960" cy="13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573931E9-07BC-8C1B-E637-1FA35F8CC127}"/>
                    </a:ext>
                  </a:extLst>
                </p14:cNvPr>
                <p14:cNvContentPartPr/>
                <p14:nvPr/>
              </p14:nvContentPartPr>
              <p14:xfrm>
                <a:off x="8755488" y="6210504"/>
                <a:ext cx="9000" cy="3420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573931E9-07BC-8C1B-E637-1FA35F8CC127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8746488" y="6201864"/>
                  <a:ext cx="266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766D29E5-3836-6C92-92D5-F3C5053C20E3}"/>
                    </a:ext>
                  </a:extLst>
                </p14:cNvPr>
                <p14:cNvContentPartPr/>
                <p14:nvPr/>
              </p14:nvContentPartPr>
              <p14:xfrm>
                <a:off x="8788248" y="6113664"/>
                <a:ext cx="10080" cy="3240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766D29E5-3836-6C92-92D5-F3C5053C20E3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8779248" y="6104664"/>
                  <a:ext cx="2772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B518730D-8915-683F-C73F-B8ECEA904475}"/>
                    </a:ext>
                  </a:extLst>
                </p14:cNvPr>
                <p14:cNvContentPartPr/>
                <p14:nvPr/>
              </p14:nvContentPartPr>
              <p14:xfrm>
                <a:off x="8847648" y="6197184"/>
                <a:ext cx="64800" cy="2448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B518730D-8915-683F-C73F-B8ECEA904475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8839008" y="6188184"/>
                  <a:ext cx="82440" cy="4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8" name="Group 377">
            <a:extLst>
              <a:ext uri="{FF2B5EF4-FFF2-40B4-BE49-F238E27FC236}">
                <a16:creationId xmlns:a16="http://schemas.microsoft.com/office/drawing/2014/main" id="{C7C57417-0AD5-C805-2EA6-8329B68EB5EC}"/>
              </a:ext>
            </a:extLst>
          </p:cNvPr>
          <p:cNvGrpSpPr/>
          <p:nvPr/>
        </p:nvGrpSpPr>
        <p:grpSpPr>
          <a:xfrm>
            <a:off x="9510408" y="6177384"/>
            <a:ext cx="1169640" cy="187560"/>
            <a:chOff x="9510408" y="6177384"/>
            <a:chExt cx="1169640" cy="18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843B05C8-7E09-94BA-D99C-C6B2373BA8CE}"/>
                    </a:ext>
                  </a:extLst>
                </p14:cNvPr>
                <p14:cNvContentPartPr/>
                <p14:nvPr/>
              </p14:nvContentPartPr>
              <p14:xfrm>
                <a:off x="9510408" y="6177384"/>
                <a:ext cx="257760" cy="18756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843B05C8-7E09-94BA-D99C-C6B2373BA8CE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9501768" y="6168384"/>
                  <a:ext cx="27540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BFB55180-3B0D-94D4-B174-213067626A1C}"/>
                    </a:ext>
                  </a:extLst>
                </p14:cNvPr>
                <p14:cNvContentPartPr/>
                <p14:nvPr/>
              </p14:nvContentPartPr>
              <p14:xfrm>
                <a:off x="9840888" y="6208704"/>
                <a:ext cx="72000" cy="4572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BFB55180-3B0D-94D4-B174-213067626A1C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9832248" y="6200064"/>
                  <a:ext cx="8964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56C55F8A-CD80-67BC-9CC8-684BCD2663B1}"/>
                    </a:ext>
                  </a:extLst>
                </p14:cNvPr>
                <p14:cNvContentPartPr/>
                <p14:nvPr/>
              </p14:nvContentPartPr>
              <p14:xfrm>
                <a:off x="9995688" y="6189624"/>
                <a:ext cx="156600" cy="6732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56C55F8A-CD80-67BC-9CC8-684BCD2663B1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9987048" y="6180984"/>
                  <a:ext cx="17424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1EF1668C-48F4-80BE-BE2C-DC3275B6F6DF}"/>
                    </a:ext>
                  </a:extLst>
                </p14:cNvPr>
                <p14:cNvContentPartPr/>
                <p14:nvPr/>
              </p14:nvContentPartPr>
              <p14:xfrm>
                <a:off x="10216728" y="6202584"/>
                <a:ext cx="173160" cy="5400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1EF1668C-48F4-80BE-BE2C-DC3275B6F6DF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10208088" y="6193944"/>
                  <a:ext cx="19080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1CD7F637-947E-284E-1AA1-E3329D320A89}"/>
                    </a:ext>
                  </a:extLst>
                </p14:cNvPr>
                <p14:cNvContentPartPr/>
                <p14:nvPr/>
              </p14:nvContentPartPr>
              <p14:xfrm>
                <a:off x="10443888" y="6220584"/>
                <a:ext cx="236160" cy="5148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1CD7F637-947E-284E-1AA1-E3329D320A89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10435248" y="6211944"/>
                  <a:ext cx="253800" cy="6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6" name="Group 395">
            <a:extLst>
              <a:ext uri="{FF2B5EF4-FFF2-40B4-BE49-F238E27FC236}">
                <a16:creationId xmlns:a16="http://schemas.microsoft.com/office/drawing/2014/main" id="{E27A8EF0-9983-3D45-7DAE-07BFBEDEE806}"/>
              </a:ext>
            </a:extLst>
          </p:cNvPr>
          <p:cNvGrpSpPr/>
          <p:nvPr/>
        </p:nvGrpSpPr>
        <p:grpSpPr>
          <a:xfrm>
            <a:off x="2407968" y="6391944"/>
            <a:ext cx="1433520" cy="242280"/>
            <a:chOff x="2407968" y="6391944"/>
            <a:chExt cx="1433520" cy="24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48040759-7854-7F41-0071-D146AF823917}"/>
                    </a:ext>
                  </a:extLst>
                </p14:cNvPr>
                <p14:cNvContentPartPr/>
                <p14:nvPr/>
              </p14:nvContentPartPr>
              <p14:xfrm>
                <a:off x="2414088" y="6481944"/>
                <a:ext cx="4320" cy="144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48040759-7854-7F41-0071-D146AF82391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405088" y="6472944"/>
                  <a:ext cx="219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E770538C-09E7-099B-3E59-AD8A551C173B}"/>
                    </a:ext>
                  </a:extLst>
                </p14:cNvPr>
                <p14:cNvContentPartPr/>
                <p14:nvPr/>
              </p14:nvContentPartPr>
              <p14:xfrm>
                <a:off x="2407968" y="6421464"/>
                <a:ext cx="106560" cy="17208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E770538C-09E7-099B-3E59-AD8A551C173B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2399328" y="6412824"/>
                  <a:ext cx="12420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3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EA5FB498-F23A-69A4-BBD3-B506149F070F}"/>
                    </a:ext>
                  </a:extLst>
                </p14:cNvPr>
                <p14:cNvContentPartPr/>
                <p14:nvPr/>
              </p14:nvContentPartPr>
              <p14:xfrm>
                <a:off x="2590128" y="6482304"/>
                <a:ext cx="9720" cy="11700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EA5FB498-F23A-69A4-BBD3-B506149F070F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2581128" y="6473304"/>
                  <a:ext cx="2736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5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41CE268A-69FD-9799-B024-90398335641A}"/>
                    </a:ext>
                  </a:extLst>
                </p14:cNvPr>
                <p14:cNvContentPartPr/>
                <p14:nvPr/>
              </p14:nvContentPartPr>
              <p14:xfrm>
                <a:off x="2612088" y="6422544"/>
                <a:ext cx="120600" cy="9288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41CE268A-69FD-9799-B024-90398335641A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2603448" y="6413544"/>
                  <a:ext cx="13824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7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AD9E51E5-DF36-523C-A17C-3F19856EA68E}"/>
                    </a:ext>
                  </a:extLst>
                </p14:cNvPr>
                <p14:cNvContentPartPr/>
                <p14:nvPr/>
              </p14:nvContentPartPr>
              <p14:xfrm>
                <a:off x="2825208" y="6395904"/>
                <a:ext cx="98640" cy="19944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AD9E51E5-DF36-523C-A17C-3F19856EA68E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2816208" y="6387264"/>
                  <a:ext cx="11628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9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B7933624-A3F0-459E-6E8E-458C2A7557BB}"/>
                    </a:ext>
                  </a:extLst>
                </p14:cNvPr>
                <p14:cNvContentPartPr/>
                <p14:nvPr/>
              </p14:nvContentPartPr>
              <p14:xfrm>
                <a:off x="2887488" y="6395184"/>
                <a:ext cx="110160" cy="3564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B7933624-A3F0-459E-6E8E-458C2A7557BB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2878488" y="6386184"/>
                  <a:ext cx="12780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1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954D8095-10F1-7E23-7D0D-E9BCB5DCD97A}"/>
                    </a:ext>
                  </a:extLst>
                </p14:cNvPr>
                <p14:cNvContentPartPr/>
                <p14:nvPr/>
              </p14:nvContentPartPr>
              <p14:xfrm>
                <a:off x="3054888" y="6471504"/>
                <a:ext cx="49680" cy="7200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954D8095-10F1-7E23-7D0D-E9BCB5DCD97A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3046248" y="6462864"/>
                  <a:ext cx="6732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3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DCEC809C-6127-CAFD-5080-E65045CB1512}"/>
                    </a:ext>
                  </a:extLst>
                </p14:cNvPr>
                <p14:cNvContentPartPr/>
                <p14:nvPr/>
              </p14:nvContentPartPr>
              <p14:xfrm>
                <a:off x="3112128" y="6395184"/>
                <a:ext cx="4680" cy="18360"/>
              </p14:xfrm>
            </p:contentPart>
          </mc:Choice>
          <mc:Fallback xmlns=""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DCEC809C-6127-CAFD-5080-E65045CB1512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3103488" y="6386184"/>
                  <a:ext cx="223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F93654EB-AE07-7129-142C-EEB61EB97EED}"/>
                    </a:ext>
                  </a:extLst>
                </p14:cNvPr>
                <p14:cNvContentPartPr/>
                <p14:nvPr/>
              </p14:nvContentPartPr>
              <p14:xfrm>
                <a:off x="3131208" y="6518664"/>
                <a:ext cx="51840" cy="9576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F93654EB-AE07-7129-142C-EEB61EB97EED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3122568" y="6509664"/>
                  <a:ext cx="694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61A339F7-88BB-F695-2062-01ACAA6B5486}"/>
                    </a:ext>
                  </a:extLst>
                </p14:cNvPr>
                <p14:cNvContentPartPr/>
                <p14:nvPr/>
              </p14:nvContentPartPr>
              <p14:xfrm>
                <a:off x="3283848" y="6506424"/>
                <a:ext cx="59400" cy="82440"/>
              </p14:xfrm>
            </p:contentPart>
          </mc:Choice>
          <mc:Fallback xmlns=""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61A339F7-88BB-F695-2062-01ACAA6B5486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3274848" y="6497424"/>
                  <a:ext cx="7704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DF1D849C-CF09-949C-B460-E597B67CE309}"/>
                    </a:ext>
                  </a:extLst>
                </p14:cNvPr>
                <p14:cNvContentPartPr/>
                <p14:nvPr/>
              </p14:nvContentPartPr>
              <p14:xfrm>
                <a:off x="3317328" y="6391944"/>
                <a:ext cx="9000" cy="54720"/>
              </p14:xfrm>
            </p:contentPart>
          </mc:Choice>
          <mc:Fallback xmlns=""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DF1D849C-CF09-949C-B460-E597B67CE309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3308328" y="6382944"/>
                  <a:ext cx="2664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A0E848C1-C910-ADD4-A82B-A402D69AC4DA}"/>
                    </a:ext>
                  </a:extLst>
                </p14:cNvPr>
                <p14:cNvContentPartPr/>
                <p14:nvPr/>
              </p14:nvContentPartPr>
              <p14:xfrm>
                <a:off x="3424248" y="6552864"/>
                <a:ext cx="30960" cy="81360"/>
              </p14:xfrm>
            </p:contentPart>
          </mc:Choice>
          <mc:Fallback xmlns=""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A0E848C1-C910-ADD4-A82B-A402D69AC4DA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3415608" y="6543864"/>
                  <a:ext cx="4860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FBCEFFCA-EDF4-277C-4428-7CD563A0C1BF}"/>
                    </a:ext>
                  </a:extLst>
                </p14:cNvPr>
                <p14:cNvContentPartPr/>
                <p14:nvPr/>
              </p14:nvContentPartPr>
              <p14:xfrm>
                <a:off x="3526848" y="6446664"/>
                <a:ext cx="127440" cy="141480"/>
              </p14:xfrm>
            </p:contentPart>
          </mc:Choice>
          <mc:Fallback xmlns=""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FBCEFFCA-EDF4-277C-4428-7CD563A0C1BF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3518208" y="6438024"/>
                  <a:ext cx="14508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16088037-85DF-9E49-D305-047DC9C02ECF}"/>
                    </a:ext>
                  </a:extLst>
                </p14:cNvPr>
                <p14:cNvContentPartPr/>
                <p14:nvPr/>
              </p14:nvContentPartPr>
              <p14:xfrm>
                <a:off x="3549168" y="6513984"/>
                <a:ext cx="84600" cy="4428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16088037-85DF-9E49-D305-047DC9C02ECF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3540528" y="6504984"/>
                  <a:ext cx="1022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6F9664D0-B2CF-48B6-F8F9-62EA0FB6299B}"/>
                    </a:ext>
                  </a:extLst>
                </p14:cNvPr>
                <p14:cNvContentPartPr/>
                <p14:nvPr/>
              </p14:nvContentPartPr>
              <p14:xfrm>
                <a:off x="3705048" y="6403464"/>
                <a:ext cx="136440" cy="22896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6F9664D0-B2CF-48B6-F8F9-62EA0FB6299B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3696408" y="6394824"/>
                  <a:ext cx="154080" cy="24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0" name="Group 399">
            <a:extLst>
              <a:ext uri="{FF2B5EF4-FFF2-40B4-BE49-F238E27FC236}">
                <a16:creationId xmlns:a16="http://schemas.microsoft.com/office/drawing/2014/main" id="{91645D36-7C46-CFC3-AE6C-1F933A037D1E}"/>
              </a:ext>
            </a:extLst>
          </p:cNvPr>
          <p:cNvGrpSpPr/>
          <p:nvPr/>
        </p:nvGrpSpPr>
        <p:grpSpPr>
          <a:xfrm>
            <a:off x="4034088" y="6416064"/>
            <a:ext cx="352440" cy="307080"/>
            <a:chOff x="4034088" y="6416064"/>
            <a:chExt cx="352440" cy="30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579BDA1A-0824-4802-2397-F34B27E529D3}"/>
                    </a:ext>
                  </a:extLst>
                </p14:cNvPr>
                <p14:cNvContentPartPr/>
                <p14:nvPr/>
              </p14:nvContentPartPr>
              <p14:xfrm>
                <a:off x="4034088" y="6530904"/>
                <a:ext cx="55800" cy="2484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579BDA1A-0824-4802-2397-F34B27E529D3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4025448" y="6522264"/>
                  <a:ext cx="734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E3C90276-4CD7-FC2D-E5C1-F7BDC5D0CDE4}"/>
                    </a:ext>
                  </a:extLst>
                </p14:cNvPr>
                <p14:cNvContentPartPr/>
                <p14:nvPr/>
              </p14:nvContentPartPr>
              <p14:xfrm>
                <a:off x="4067208" y="6594624"/>
                <a:ext cx="117720" cy="2592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E3C90276-4CD7-FC2D-E5C1-F7BDC5D0CDE4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4058568" y="6585624"/>
                  <a:ext cx="1353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B2FF7ED7-656F-A867-CFF0-3C2DF7F56385}"/>
                    </a:ext>
                  </a:extLst>
                </p14:cNvPr>
                <p14:cNvContentPartPr/>
                <p14:nvPr/>
              </p14:nvContentPartPr>
              <p14:xfrm>
                <a:off x="4279608" y="6416064"/>
                <a:ext cx="106920" cy="30708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B2FF7ED7-656F-A867-CFF0-3C2DF7F56385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4270968" y="6407424"/>
                  <a:ext cx="124560" cy="32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8" name="Group 407">
            <a:extLst>
              <a:ext uri="{FF2B5EF4-FFF2-40B4-BE49-F238E27FC236}">
                <a16:creationId xmlns:a16="http://schemas.microsoft.com/office/drawing/2014/main" id="{CF7F4254-77D7-1BF2-AA5A-448A091D669E}"/>
              </a:ext>
            </a:extLst>
          </p:cNvPr>
          <p:cNvGrpSpPr/>
          <p:nvPr/>
        </p:nvGrpSpPr>
        <p:grpSpPr>
          <a:xfrm>
            <a:off x="4494528" y="6441984"/>
            <a:ext cx="933120" cy="299520"/>
            <a:chOff x="4494528" y="6441984"/>
            <a:chExt cx="933120" cy="29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E962DA77-1F7A-0D15-2CB5-304F20101A2B}"/>
                    </a:ext>
                  </a:extLst>
                </p14:cNvPr>
                <p14:cNvContentPartPr/>
                <p14:nvPr/>
              </p14:nvContentPartPr>
              <p14:xfrm>
                <a:off x="4494528" y="6478704"/>
                <a:ext cx="108720" cy="117360"/>
              </p14:xfrm>
            </p:contentPart>
          </mc:Choice>
          <mc:Fallback xmlns=""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E962DA77-1F7A-0D15-2CB5-304F20101A2B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4485888" y="6470064"/>
                  <a:ext cx="1263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994A898E-8306-8936-2534-C720640DEA43}"/>
                    </a:ext>
                  </a:extLst>
                </p14:cNvPr>
                <p14:cNvContentPartPr/>
                <p14:nvPr/>
              </p14:nvContentPartPr>
              <p14:xfrm>
                <a:off x="4667328" y="6571944"/>
                <a:ext cx="19080" cy="113760"/>
              </p14:xfrm>
            </p:contentPart>
          </mc:Choice>
          <mc:Fallback xmlns=""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994A898E-8306-8936-2534-C720640DEA43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4658688" y="6563304"/>
                  <a:ext cx="367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662BA9B7-538C-3A81-490A-46DFE7D82F25}"/>
                    </a:ext>
                  </a:extLst>
                </p14:cNvPr>
                <p14:cNvContentPartPr/>
                <p14:nvPr/>
              </p14:nvContentPartPr>
              <p14:xfrm>
                <a:off x="4789368" y="6469704"/>
                <a:ext cx="121320" cy="157320"/>
              </p14:xfrm>
            </p:contentPart>
          </mc:Choice>
          <mc:Fallback xmlns=""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662BA9B7-538C-3A81-490A-46DFE7D82F25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4780728" y="6461064"/>
                  <a:ext cx="1389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7A0D2DD5-0296-3E0E-15B0-F8D5FF63160F}"/>
                    </a:ext>
                  </a:extLst>
                </p14:cNvPr>
                <p14:cNvContentPartPr/>
                <p14:nvPr/>
              </p14:nvContentPartPr>
              <p14:xfrm>
                <a:off x="4820688" y="6554304"/>
                <a:ext cx="92160" cy="33120"/>
              </p14:xfrm>
            </p:contentPart>
          </mc:Choice>
          <mc:Fallback xmlns=""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7A0D2DD5-0296-3E0E-15B0-F8D5FF63160F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4812048" y="6545304"/>
                  <a:ext cx="10980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5408D161-E9EF-E42D-2CCC-84B1C02F543D}"/>
                    </a:ext>
                  </a:extLst>
                </p14:cNvPr>
                <p14:cNvContentPartPr/>
                <p14:nvPr/>
              </p14:nvContentPartPr>
              <p14:xfrm>
                <a:off x="5010408" y="6561864"/>
                <a:ext cx="7200" cy="84240"/>
              </p14:xfrm>
            </p:contentPart>
          </mc:Choice>
          <mc:Fallback xmlns=""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5408D161-E9EF-E42D-2CCC-84B1C02F543D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5001408" y="6552864"/>
                  <a:ext cx="2484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A660F44A-978C-D3A0-2FAE-A1B1EA96284A}"/>
                    </a:ext>
                  </a:extLst>
                </p14:cNvPr>
                <p14:cNvContentPartPr/>
                <p14:nvPr/>
              </p14:nvContentPartPr>
              <p14:xfrm>
                <a:off x="5116968" y="6467184"/>
                <a:ext cx="112680" cy="151200"/>
              </p14:xfrm>
            </p:contentPart>
          </mc:Choice>
          <mc:Fallback xmlns=""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A660F44A-978C-D3A0-2FAE-A1B1EA96284A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5108328" y="6458544"/>
                  <a:ext cx="13032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0F328EE1-6F81-9FD1-4B39-CDD60B11F7AA}"/>
                    </a:ext>
                  </a:extLst>
                </p14:cNvPr>
                <p14:cNvContentPartPr/>
                <p14:nvPr/>
              </p14:nvContentPartPr>
              <p14:xfrm>
                <a:off x="5302008" y="6441984"/>
                <a:ext cx="125640" cy="29952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0F328EE1-6F81-9FD1-4B39-CDD60B11F7AA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5293368" y="6433344"/>
                  <a:ext cx="143280" cy="31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1" name="Group 410">
            <a:extLst>
              <a:ext uri="{FF2B5EF4-FFF2-40B4-BE49-F238E27FC236}">
                <a16:creationId xmlns:a16="http://schemas.microsoft.com/office/drawing/2014/main" id="{29BFCEB3-9610-0EFB-8D4C-475A95DDE956}"/>
              </a:ext>
            </a:extLst>
          </p:cNvPr>
          <p:cNvGrpSpPr/>
          <p:nvPr/>
        </p:nvGrpSpPr>
        <p:grpSpPr>
          <a:xfrm>
            <a:off x="2198448" y="6690744"/>
            <a:ext cx="368640" cy="115560"/>
            <a:chOff x="2198448" y="6690744"/>
            <a:chExt cx="368640" cy="11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C1F7E812-AE29-5CBA-040E-AB0D2E731734}"/>
                    </a:ext>
                  </a:extLst>
                </p14:cNvPr>
                <p14:cNvContentPartPr/>
                <p14:nvPr/>
              </p14:nvContentPartPr>
              <p14:xfrm>
                <a:off x="2198448" y="6728904"/>
                <a:ext cx="243000" cy="7740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C1F7E812-AE29-5CBA-040E-AB0D2E731734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2189448" y="6720264"/>
                  <a:ext cx="26064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C7BEFA18-0CC6-382F-0CD7-30474E432382}"/>
                    </a:ext>
                  </a:extLst>
                </p14:cNvPr>
                <p14:cNvContentPartPr/>
                <p14:nvPr/>
              </p14:nvContentPartPr>
              <p14:xfrm>
                <a:off x="2509128" y="6690744"/>
                <a:ext cx="57960" cy="11484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C7BEFA18-0CC6-382F-0CD7-30474E432382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2500488" y="6682104"/>
                  <a:ext cx="75600" cy="132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32">
            <p14:nvContentPartPr>
              <p14:cNvPr id="413" name="Ink 412">
                <a:extLst>
                  <a:ext uri="{FF2B5EF4-FFF2-40B4-BE49-F238E27FC236}">
                    <a16:creationId xmlns:a16="http://schemas.microsoft.com/office/drawing/2014/main" id="{73FBA00E-FD31-7C98-6476-61884EF2A4F1}"/>
                  </a:ext>
                </a:extLst>
              </p14:cNvPr>
              <p14:cNvContentPartPr/>
              <p14:nvPr/>
            </p14:nvContentPartPr>
            <p14:xfrm>
              <a:off x="2583288" y="2805624"/>
              <a:ext cx="4393080" cy="167040"/>
            </p14:xfrm>
          </p:contentPart>
        </mc:Choice>
        <mc:Fallback xmlns="">
          <p:pic>
            <p:nvPicPr>
              <p:cNvPr id="413" name="Ink 412">
                <a:extLst>
                  <a:ext uri="{FF2B5EF4-FFF2-40B4-BE49-F238E27FC236}">
                    <a16:creationId xmlns:a16="http://schemas.microsoft.com/office/drawing/2014/main" id="{73FBA00E-FD31-7C98-6476-61884EF2A4F1}"/>
                  </a:ext>
                </a:extLst>
              </p:cNvPr>
              <p:cNvPicPr/>
              <p:nvPr/>
            </p:nvPicPr>
            <p:blipFill>
              <a:blip r:embed="rId533"/>
              <a:stretch>
                <a:fillRect/>
              </a:stretch>
            </p:blipFill>
            <p:spPr>
              <a:xfrm>
                <a:off x="2565648" y="2769984"/>
                <a:ext cx="4428720" cy="238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175010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6078E-F8EC-8694-DE9C-165583D76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Indian Language: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14:cNvPr>
              <p14:cNvContentPartPr/>
              <p14:nvPr/>
            </p14:nvContentPartPr>
            <p14:xfrm>
              <a:off x="9997848" y="1633824"/>
              <a:ext cx="3600" cy="10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87848" y="1620324"/>
                <a:ext cx="23200" cy="275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14:cNvPr>
              <p14:cNvContentPartPr/>
              <p14:nvPr/>
            </p14:nvContentPartPr>
            <p14:xfrm>
              <a:off x="10428408" y="2647584"/>
              <a:ext cx="28080" cy="324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419408" y="2638584"/>
                <a:ext cx="4572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14:cNvPr>
              <p14:cNvContentPartPr/>
              <p14:nvPr/>
            </p14:nvContentPartPr>
            <p14:xfrm>
              <a:off x="10763568" y="2771064"/>
              <a:ext cx="1800" cy="360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754568" y="2762064"/>
                <a:ext cx="1944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14:cNvPr>
              <p14:cNvContentPartPr/>
              <p14:nvPr/>
            </p14:nvContentPartPr>
            <p14:xfrm>
              <a:off x="3774888" y="6755904"/>
              <a:ext cx="360" cy="468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65888" y="6746904"/>
                <a:ext cx="18000" cy="2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1B452A13-AD0B-FC0E-E8E5-FFD08B936E8C}"/>
              </a:ext>
            </a:extLst>
          </p:cNvPr>
          <p:cNvGrpSpPr/>
          <p:nvPr/>
        </p:nvGrpSpPr>
        <p:grpSpPr>
          <a:xfrm>
            <a:off x="614448" y="595944"/>
            <a:ext cx="1994040" cy="328680"/>
            <a:chOff x="614448" y="595944"/>
            <a:chExt cx="1994040" cy="32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24F1007-D4D5-4D14-AEE8-99B88F1AC076}"/>
                    </a:ext>
                  </a:extLst>
                </p14:cNvPr>
                <p14:cNvContentPartPr/>
                <p14:nvPr/>
              </p14:nvContentPartPr>
              <p14:xfrm>
                <a:off x="614448" y="595944"/>
                <a:ext cx="550440" cy="3286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24F1007-D4D5-4D14-AEE8-99B88F1AC07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05448" y="587304"/>
                  <a:ext cx="56808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B5D50FE-5BC8-D542-40B9-476438C5B8AA}"/>
                    </a:ext>
                  </a:extLst>
                </p14:cNvPr>
                <p14:cNvContentPartPr/>
                <p14:nvPr/>
              </p14:nvContentPartPr>
              <p14:xfrm>
                <a:off x="1191528" y="797544"/>
                <a:ext cx="376920" cy="889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B5D50FE-5BC8-D542-40B9-476438C5B8A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82888" y="788904"/>
                  <a:ext cx="39456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DB2ACBF-2528-286C-B587-2DAD2FA679B6}"/>
                    </a:ext>
                  </a:extLst>
                </p14:cNvPr>
                <p14:cNvContentPartPr/>
                <p14:nvPr/>
              </p14:nvContentPartPr>
              <p14:xfrm>
                <a:off x="1636128" y="666864"/>
                <a:ext cx="379800" cy="2134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DB2ACBF-2528-286C-B587-2DAD2FA679B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627128" y="658224"/>
                  <a:ext cx="39744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09C55DC-2397-2EC4-54D1-01404E5CBC51}"/>
                    </a:ext>
                  </a:extLst>
                </p14:cNvPr>
                <p14:cNvContentPartPr/>
                <p14:nvPr/>
              </p14:nvContentPartPr>
              <p14:xfrm>
                <a:off x="1875528" y="674784"/>
                <a:ext cx="56160" cy="133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09C55DC-2397-2EC4-54D1-01404E5CBC5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866528" y="666144"/>
                  <a:ext cx="738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9547BD2-05E1-A091-2A0A-F4290319C530}"/>
                    </a:ext>
                  </a:extLst>
                </p14:cNvPr>
                <p14:cNvContentPartPr/>
                <p14:nvPr/>
              </p14:nvContentPartPr>
              <p14:xfrm>
                <a:off x="2095488" y="819504"/>
                <a:ext cx="25560" cy="446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9547BD2-05E1-A091-2A0A-F4290319C53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086848" y="810504"/>
                  <a:ext cx="4320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14906E7-2C87-0FA7-653E-5D1BFABEBD0B}"/>
                    </a:ext>
                  </a:extLst>
                </p14:cNvPr>
                <p14:cNvContentPartPr/>
                <p14:nvPr/>
              </p14:nvContentPartPr>
              <p14:xfrm>
                <a:off x="2156328" y="737424"/>
                <a:ext cx="360" cy="32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14906E7-2C87-0FA7-653E-5D1BFABEBD0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147328" y="728784"/>
                  <a:ext cx="1800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EAF740B-DE7B-BB12-04A9-281628F91154}"/>
                    </a:ext>
                  </a:extLst>
                </p14:cNvPr>
                <p14:cNvContentPartPr/>
                <p14:nvPr/>
              </p14:nvContentPartPr>
              <p14:xfrm>
                <a:off x="2157768" y="793584"/>
                <a:ext cx="44280" cy="716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EAF740B-DE7B-BB12-04A9-281628F9115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149128" y="784584"/>
                  <a:ext cx="6192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2648654-6FA3-4C02-2CB9-5046A077757E}"/>
                    </a:ext>
                  </a:extLst>
                </p14:cNvPr>
                <p14:cNvContentPartPr/>
                <p14:nvPr/>
              </p14:nvContentPartPr>
              <p14:xfrm>
                <a:off x="2308968" y="672624"/>
                <a:ext cx="51480" cy="1429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2648654-6FA3-4C02-2CB9-5046A077757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299968" y="663984"/>
                  <a:ext cx="6912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6A0CB4D-A840-7D8A-9A4B-DCE8A05B0A86}"/>
                    </a:ext>
                  </a:extLst>
                </p14:cNvPr>
                <p14:cNvContentPartPr/>
                <p14:nvPr/>
              </p14:nvContentPartPr>
              <p14:xfrm>
                <a:off x="2422008" y="773064"/>
                <a:ext cx="2160" cy="115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6A0CB4D-A840-7D8A-9A4B-DCE8A05B0A8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413008" y="764424"/>
                  <a:ext cx="198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DA5535D-435E-9029-69E3-54CF0184BB4C}"/>
                    </a:ext>
                  </a:extLst>
                </p14:cNvPr>
                <p14:cNvContentPartPr/>
                <p14:nvPr/>
              </p14:nvContentPartPr>
              <p14:xfrm>
                <a:off x="2481048" y="696744"/>
                <a:ext cx="127440" cy="1555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DA5535D-435E-9029-69E3-54CF0184BB4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472408" y="687744"/>
                  <a:ext cx="145080" cy="173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9B86D2D-545D-793D-73AF-0EA8CC9A5AE8}"/>
                  </a:ext>
                </a:extLst>
              </p14:cNvPr>
              <p14:cNvContentPartPr/>
              <p14:nvPr/>
            </p14:nvContentPartPr>
            <p14:xfrm>
              <a:off x="3004848" y="622584"/>
              <a:ext cx="208440" cy="3898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9B86D2D-545D-793D-73AF-0EA8CC9A5AE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996208" y="613584"/>
                <a:ext cx="226080" cy="407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C9AFBB3C-8A29-2859-0458-AF0BBC337A27}"/>
              </a:ext>
            </a:extLst>
          </p:cNvPr>
          <p:cNvGrpSpPr/>
          <p:nvPr/>
        </p:nvGrpSpPr>
        <p:grpSpPr>
          <a:xfrm>
            <a:off x="3749688" y="584784"/>
            <a:ext cx="1055880" cy="233640"/>
            <a:chOff x="3749688" y="584784"/>
            <a:chExt cx="1055880" cy="23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97ADD72-8A8E-DB1D-E849-7F3457967C16}"/>
                    </a:ext>
                  </a:extLst>
                </p14:cNvPr>
                <p14:cNvContentPartPr/>
                <p14:nvPr/>
              </p14:nvContentPartPr>
              <p14:xfrm>
                <a:off x="3869928" y="675864"/>
                <a:ext cx="20880" cy="123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97ADD72-8A8E-DB1D-E849-7F3457967C1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860928" y="666864"/>
                  <a:ext cx="3852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6479A82-3401-0916-A74F-3B2DAFB28B22}"/>
                    </a:ext>
                  </a:extLst>
                </p14:cNvPr>
                <p14:cNvContentPartPr/>
                <p14:nvPr/>
              </p14:nvContentPartPr>
              <p14:xfrm>
                <a:off x="3749688" y="584784"/>
                <a:ext cx="334800" cy="410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6479A82-3401-0916-A74F-3B2DAFB28B2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740688" y="576144"/>
                  <a:ext cx="3524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5B4D1F6-8107-E23D-628C-C765CF608DF0}"/>
                    </a:ext>
                  </a:extLst>
                </p14:cNvPr>
                <p14:cNvContentPartPr/>
                <p14:nvPr/>
              </p14:nvContentPartPr>
              <p14:xfrm>
                <a:off x="3759768" y="723384"/>
                <a:ext cx="424800" cy="950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5B4D1F6-8107-E23D-628C-C765CF608DF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750768" y="714744"/>
                  <a:ext cx="44244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B9B4E41-7DD9-A362-5069-D2DB4CB938CE}"/>
                    </a:ext>
                  </a:extLst>
                </p14:cNvPr>
                <p14:cNvContentPartPr/>
                <p14:nvPr/>
              </p14:nvContentPartPr>
              <p14:xfrm>
                <a:off x="4235688" y="590904"/>
                <a:ext cx="208800" cy="1814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B9B4E41-7DD9-A362-5069-D2DB4CB938C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226688" y="581904"/>
                  <a:ext cx="22644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4429EF5-0DBC-A088-B036-3F7E3A908F58}"/>
                    </a:ext>
                  </a:extLst>
                </p14:cNvPr>
                <p14:cNvContentPartPr/>
                <p14:nvPr/>
              </p14:nvContentPartPr>
              <p14:xfrm>
                <a:off x="4483728" y="636264"/>
                <a:ext cx="10440" cy="162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4429EF5-0DBC-A088-B036-3F7E3A908F5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474728" y="627624"/>
                  <a:ext cx="280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B59C15F-4355-ADF6-A392-4826E139EC80}"/>
                    </a:ext>
                  </a:extLst>
                </p14:cNvPr>
                <p14:cNvContentPartPr/>
                <p14:nvPr/>
              </p14:nvContentPartPr>
              <p14:xfrm>
                <a:off x="4571208" y="714384"/>
                <a:ext cx="234360" cy="486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B59C15F-4355-ADF6-A392-4826E139EC8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562568" y="705384"/>
                  <a:ext cx="252000" cy="6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314A02E-01B7-7BAE-6AA6-4216C0223019}"/>
              </a:ext>
            </a:extLst>
          </p:cNvPr>
          <p:cNvGrpSpPr/>
          <p:nvPr/>
        </p:nvGrpSpPr>
        <p:grpSpPr>
          <a:xfrm>
            <a:off x="5217048" y="498024"/>
            <a:ext cx="1220040" cy="449280"/>
            <a:chOff x="5217048" y="498024"/>
            <a:chExt cx="1220040" cy="44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64FECC7-0A18-BD06-7E2E-896F43B293F5}"/>
                    </a:ext>
                  </a:extLst>
                </p14:cNvPr>
                <p14:cNvContentPartPr/>
                <p14:nvPr/>
              </p14:nvContentPartPr>
              <p14:xfrm>
                <a:off x="5217048" y="498024"/>
                <a:ext cx="75960" cy="2761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64FECC7-0A18-BD06-7E2E-896F43B293F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208408" y="489024"/>
                  <a:ext cx="9360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655B0D4-7AFB-4DB3-82FC-AC3960005D84}"/>
                    </a:ext>
                  </a:extLst>
                </p14:cNvPr>
                <p14:cNvContentPartPr/>
                <p14:nvPr/>
              </p14:nvContentPartPr>
              <p14:xfrm>
                <a:off x="5417928" y="678384"/>
                <a:ext cx="550800" cy="268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655B0D4-7AFB-4DB3-82FC-AC3960005D8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408928" y="669384"/>
                  <a:ext cx="56844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BC88636-82C1-016D-0349-4D1F32F6BAEC}"/>
                    </a:ext>
                  </a:extLst>
                </p14:cNvPr>
                <p14:cNvContentPartPr/>
                <p14:nvPr/>
              </p14:nvContentPartPr>
              <p14:xfrm>
                <a:off x="6018048" y="682344"/>
                <a:ext cx="419040" cy="2278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BC88636-82C1-016D-0349-4D1F32F6BAE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009408" y="673704"/>
                  <a:ext cx="436680" cy="245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EC8A6CAC-F95D-D9F0-2E6C-604459456A9A}"/>
                  </a:ext>
                </a:extLst>
              </p14:cNvPr>
              <p14:cNvContentPartPr/>
              <p14:nvPr/>
            </p14:nvContentPartPr>
            <p14:xfrm>
              <a:off x="6524208" y="713304"/>
              <a:ext cx="72360" cy="734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EC8A6CAC-F95D-D9F0-2E6C-604459456A9A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515568" y="704664"/>
                <a:ext cx="90000" cy="9108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E85B4DD6-30AC-BFD9-0797-BAB0F1A7F5E0}"/>
              </a:ext>
            </a:extLst>
          </p:cNvPr>
          <p:cNvGrpSpPr/>
          <p:nvPr/>
        </p:nvGrpSpPr>
        <p:grpSpPr>
          <a:xfrm>
            <a:off x="7000128" y="530784"/>
            <a:ext cx="1857600" cy="230400"/>
            <a:chOff x="7000128" y="530784"/>
            <a:chExt cx="1857600" cy="23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47C7CFF-3BF3-2C7F-1F54-F11FA04AF4DE}"/>
                    </a:ext>
                  </a:extLst>
                </p14:cNvPr>
                <p14:cNvContentPartPr/>
                <p14:nvPr/>
              </p14:nvContentPartPr>
              <p14:xfrm>
                <a:off x="7012008" y="602064"/>
                <a:ext cx="9360" cy="1591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47C7CFF-3BF3-2C7F-1F54-F11FA04AF4D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003368" y="593064"/>
                  <a:ext cx="270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D7DEB29-7016-8FE0-CB63-E7BED92F2E2A}"/>
                    </a:ext>
                  </a:extLst>
                </p14:cNvPr>
                <p14:cNvContentPartPr/>
                <p14:nvPr/>
              </p14:nvContentPartPr>
              <p14:xfrm>
                <a:off x="7000128" y="530784"/>
                <a:ext cx="608400" cy="2034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D7DEB29-7016-8FE0-CB63-E7BED92F2E2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991488" y="522144"/>
                  <a:ext cx="62604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0C455AA-DB21-78EE-DA0E-E1577233811C}"/>
                    </a:ext>
                  </a:extLst>
                </p14:cNvPr>
                <p14:cNvContentPartPr/>
                <p14:nvPr/>
              </p14:nvContentPartPr>
              <p14:xfrm>
                <a:off x="7611048" y="648504"/>
                <a:ext cx="209160" cy="151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0C455AA-DB21-78EE-DA0E-E1577233811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602408" y="639864"/>
                  <a:ext cx="2268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4BA91A2-6E88-732C-1AA5-DE6906BE3FEC}"/>
                    </a:ext>
                  </a:extLst>
                </p14:cNvPr>
                <p14:cNvContentPartPr/>
                <p14:nvPr/>
              </p14:nvContentPartPr>
              <p14:xfrm>
                <a:off x="8093448" y="633024"/>
                <a:ext cx="227880" cy="662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4BA91A2-6E88-732C-1AA5-DE6906BE3FE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084448" y="624024"/>
                  <a:ext cx="24552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A2DE551-FEEE-58D7-9455-967E39AB9D82}"/>
                    </a:ext>
                  </a:extLst>
                </p14:cNvPr>
                <p14:cNvContentPartPr/>
                <p14:nvPr/>
              </p14:nvContentPartPr>
              <p14:xfrm>
                <a:off x="8438328" y="570744"/>
                <a:ext cx="419400" cy="1440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A2DE551-FEEE-58D7-9455-967E39AB9D8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429328" y="562104"/>
                  <a:ext cx="437040" cy="16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0CD80F0-FEDB-E974-3E93-6AC8FE3B3390}"/>
              </a:ext>
            </a:extLst>
          </p:cNvPr>
          <p:cNvGrpSpPr/>
          <p:nvPr/>
        </p:nvGrpSpPr>
        <p:grpSpPr>
          <a:xfrm>
            <a:off x="9227448" y="563544"/>
            <a:ext cx="711000" cy="237600"/>
            <a:chOff x="9227448" y="563544"/>
            <a:chExt cx="711000" cy="23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27B4216-0DF3-A860-617E-5D151286EB5C}"/>
                    </a:ext>
                  </a:extLst>
                </p14:cNvPr>
                <p14:cNvContentPartPr/>
                <p14:nvPr/>
              </p14:nvContentPartPr>
              <p14:xfrm>
                <a:off x="9227448" y="600984"/>
                <a:ext cx="207360" cy="1220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27B4216-0DF3-A860-617E-5D151286EB5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218448" y="592344"/>
                  <a:ext cx="2250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2B23193-EEFD-216F-A166-F19FC1459D59}"/>
                    </a:ext>
                  </a:extLst>
                </p14:cNvPr>
                <p14:cNvContentPartPr/>
                <p14:nvPr/>
              </p14:nvContentPartPr>
              <p14:xfrm>
                <a:off x="9562248" y="563544"/>
                <a:ext cx="163440" cy="1436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2B23193-EEFD-216F-A166-F19FC1459D5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553248" y="554544"/>
                  <a:ext cx="18108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80F1110-C2BB-0E1F-E5DD-F2DD5FE08C49}"/>
                    </a:ext>
                  </a:extLst>
                </p14:cNvPr>
                <p14:cNvContentPartPr/>
                <p14:nvPr/>
              </p14:nvContentPartPr>
              <p14:xfrm>
                <a:off x="9592848" y="678384"/>
                <a:ext cx="122040" cy="97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80F1110-C2BB-0E1F-E5DD-F2DD5FE08C4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583848" y="669744"/>
                  <a:ext cx="1396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3D25CA0-E21E-0188-7895-ACF8299821D2}"/>
                    </a:ext>
                  </a:extLst>
                </p14:cNvPr>
                <p14:cNvContentPartPr/>
                <p14:nvPr/>
              </p14:nvContentPartPr>
              <p14:xfrm>
                <a:off x="9834768" y="584064"/>
                <a:ext cx="103680" cy="2170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3D25CA0-E21E-0188-7895-ACF8299821D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826128" y="575424"/>
                  <a:ext cx="121320" cy="23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885B07B-E816-2054-85B7-81073F9EAC05}"/>
              </a:ext>
            </a:extLst>
          </p:cNvPr>
          <p:cNvGrpSpPr/>
          <p:nvPr/>
        </p:nvGrpSpPr>
        <p:grpSpPr>
          <a:xfrm>
            <a:off x="10325088" y="530424"/>
            <a:ext cx="1558080" cy="201600"/>
            <a:chOff x="10325088" y="530424"/>
            <a:chExt cx="1558080" cy="20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1D1C76D-156D-4FD5-5F3A-4366055E0A20}"/>
                    </a:ext>
                  </a:extLst>
                </p14:cNvPr>
                <p14:cNvContentPartPr/>
                <p14:nvPr/>
              </p14:nvContentPartPr>
              <p14:xfrm>
                <a:off x="10325088" y="582264"/>
                <a:ext cx="181080" cy="1407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1D1C76D-156D-4FD5-5F3A-4366055E0A2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316448" y="573624"/>
                  <a:ext cx="1987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3BD96A1-76B1-D990-E3E9-E6CB9B45808C}"/>
                    </a:ext>
                  </a:extLst>
                </p14:cNvPr>
                <p14:cNvContentPartPr/>
                <p14:nvPr/>
              </p14:nvContentPartPr>
              <p14:xfrm>
                <a:off x="10639368" y="604224"/>
                <a:ext cx="286200" cy="1188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3BD96A1-76B1-D990-E3E9-E6CB9B45808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630728" y="595584"/>
                  <a:ext cx="3038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6642084-B765-8153-6A4F-EB529F0BFFD9}"/>
                    </a:ext>
                  </a:extLst>
                </p14:cNvPr>
                <p14:cNvContentPartPr/>
                <p14:nvPr/>
              </p14:nvContentPartPr>
              <p14:xfrm>
                <a:off x="10984248" y="652104"/>
                <a:ext cx="220680" cy="626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6642084-B765-8153-6A4F-EB529F0BFFD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975608" y="643464"/>
                  <a:ext cx="23832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1B6E07A-CAA2-384B-03CC-A9C6A0F8C47D}"/>
                    </a:ext>
                  </a:extLst>
                </p14:cNvPr>
                <p14:cNvContentPartPr/>
                <p14:nvPr/>
              </p14:nvContentPartPr>
              <p14:xfrm>
                <a:off x="11238408" y="610704"/>
                <a:ext cx="1800" cy="273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1B6E07A-CAA2-384B-03CC-A9C6A0F8C47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229768" y="601704"/>
                  <a:ext cx="194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7EC7626-4885-B977-340E-08B3C81F89E2}"/>
                    </a:ext>
                  </a:extLst>
                </p14:cNvPr>
                <p14:cNvContentPartPr/>
                <p14:nvPr/>
              </p14:nvContentPartPr>
              <p14:xfrm>
                <a:off x="11289168" y="530424"/>
                <a:ext cx="36360" cy="2016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7EC7626-4885-B977-340E-08B3C81F89E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280168" y="521424"/>
                  <a:ext cx="5400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00C6F78-7B99-5FC5-11E8-5D03C40B8AC7}"/>
                    </a:ext>
                  </a:extLst>
                </p14:cNvPr>
                <p14:cNvContentPartPr/>
                <p14:nvPr/>
              </p14:nvContentPartPr>
              <p14:xfrm>
                <a:off x="11300328" y="576864"/>
                <a:ext cx="461520" cy="1368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00C6F78-7B99-5FC5-11E8-5D03C40B8AC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291688" y="568224"/>
                  <a:ext cx="4791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06AC837-52A4-621C-95A8-C0BCBB7F0E24}"/>
                    </a:ext>
                  </a:extLst>
                </p14:cNvPr>
                <p14:cNvContentPartPr/>
                <p14:nvPr/>
              </p14:nvContentPartPr>
              <p14:xfrm>
                <a:off x="11875968" y="724464"/>
                <a:ext cx="7200" cy="50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06AC837-52A4-621C-95A8-C0BCBB7F0E2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1866968" y="715824"/>
                  <a:ext cx="24840" cy="2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6FA3A2DA-1B01-FEB5-DBC2-E615876B4926}"/>
              </a:ext>
            </a:extLst>
          </p:cNvPr>
          <p:cNvGrpSpPr/>
          <p:nvPr/>
        </p:nvGrpSpPr>
        <p:grpSpPr>
          <a:xfrm>
            <a:off x="917568" y="1150704"/>
            <a:ext cx="1450800" cy="269640"/>
            <a:chOff x="917568" y="1150704"/>
            <a:chExt cx="1450800" cy="26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7EEC843-26B7-0188-A0AE-86A89E18B386}"/>
                    </a:ext>
                  </a:extLst>
                </p14:cNvPr>
                <p14:cNvContentPartPr/>
                <p14:nvPr/>
              </p14:nvContentPartPr>
              <p14:xfrm>
                <a:off x="917568" y="1150704"/>
                <a:ext cx="192960" cy="2696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7EEC843-26B7-0188-A0AE-86A89E18B38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08568" y="1142064"/>
                  <a:ext cx="21060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3FCDA0B-FED8-9130-E46E-324477EBC5F1}"/>
                    </a:ext>
                  </a:extLst>
                </p14:cNvPr>
                <p14:cNvContentPartPr/>
                <p14:nvPr/>
              </p14:nvContentPartPr>
              <p14:xfrm>
                <a:off x="1183608" y="1253304"/>
                <a:ext cx="187920" cy="986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3FCDA0B-FED8-9130-E46E-324477EBC5F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174968" y="1244304"/>
                  <a:ext cx="20556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A97A3D4-4699-09DA-7854-2A24B85484D4}"/>
                    </a:ext>
                  </a:extLst>
                </p14:cNvPr>
                <p14:cNvContentPartPr/>
                <p14:nvPr/>
              </p14:nvContentPartPr>
              <p14:xfrm>
                <a:off x="1406808" y="1268784"/>
                <a:ext cx="239040" cy="961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A97A3D4-4699-09DA-7854-2A24B85484D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397808" y="1260144"/>
                  <a:ext cx="2566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631369B-187E-FC3C-7C26-E8575D57C84E}"/>
                    </a:ext>
                  </a:extLst>
                </p14:cNvPr>
                <p14:cNvContentPartPr/>
                <p14:nvPr/>
              </p14:nvContentPartPr>
              <p14:xfrm>
                <a:off x="1743048" y="1290024"/>
                <a:ext cx="12960" cy="568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631369B-187E-FC3C-7C26-E8575D57C84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734408" y="1281024"/>
                  <a:ext cx="3060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BE0692B-7FFE-BA18-7953-65D220A6EEB0}"/>
                    </a:ext>
                  </a:extLst>
                </p14:cNvPr>
                <p14:cNvContentPartPr/>
                <p14:nvPr/>
              </p14:nvContentPartPr>
              <p14:xfrm>
                <a:off x="1776888" y="1217664"/>
                <a:ext cx="13320" cy="75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BE0692B-7FFE-BA18-7953-65D220A6EEB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767888" y="1208664"/>
                  <a:ext cx="3096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DCB5AF3-1C0E-A8F9-DE78-E93A403684EE}"/>
                    </a:ext>
                  </a:extLst>
                </p14:cNvPr>
                <p14:cNvContentPartPr/>
                <p14:nvPr/>
              </p14:nvContentPartPr>
              <p14:xfrm>
                <a:off x="1877328" y="1268424"/>
                <a:ext cx="178560" cy="655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DCB5AF3-1C0E-A8F9-DE78-E93A403684E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868688" y="1259424"/>
                  <a:ext cx="1962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4E24392-231E-0D02-9484-6E9DF8B08941}"/>
                    </a:ext>
                  </a:extLst>
                </p14:cNvPr>
                <p14:cNvContentPartPr/>
                <p14:nvPr/>
              </p14:nvContentPartPr>
              <p14:xfrm>
                <a:off x="2058768" y="1233144"/>
                <a:ext cx="10080" cy="97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4E24392-231E-0D02-9484-6E9DF8B0894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049768" y="1224504"/>
                  <a:ext cx="277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738A975-8EED-7F42-D308-8FD931646641}"/>
                    </a:ext>
                  </a:extLst>
                </p14:cNvPr>
                <p14:cNvContentPartPr/>
                <p14:nvPr/>
              </p14:nvContentPartPr>
              <p14:xfrm>
                <a:off x="2128968" y="1264464"/>
                <a:ext cx="239400" cy="615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738A975-8EED-7F42-D308-8FD93164664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120328" y="1255464"/>
                  <a:ext cx="257040" cy="7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560B15D3-AA44-32CA-0F27-0E8883F3E6B6}"/>
              </a:ext>
            </a:extLst>
          </p:cNvPr>
          <p:cNvGrpSpPr/>
          <p:nvPr/>
        </p:nvGrpSpPr>
        <p:grpSpPr>
          <a:xfrm>
            <a:off x="2752488" y="1224504"/>
            <a:ext cx="1131120" cy="274680"/>
            <a:chOff x="2752488" y="1224504"/>
            <a:chExt cx="1131120" cy="27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3C03380-4DA6-0A84-877B-F4C24C18CFD2}"/>
                    </a:ext>
                  </a:extLst>
                </p14:cNvPr>
                <p14:cNvContentPartPr/>
                <p14:nvPr/>
              </p14:nvContentPartPr>
              <p14:xfrm>
                <a:off x="2752488" y="1224504"/>
                <a:ext cx="287640" cy="2746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3C03380-4DA6-0A84-877B-F4C24C18CFD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743488" y="1215504"/>
                  <a:ext cx="30528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B9FDDFD-BC6B-61BE-51CC-CF3336FA700D}"/>
                    </a:ext>
                  </a:extLst>
                </p14:cNvPr>
                <p14:cNvContentPartPr/>
                <p14:nvPr/>
              </p14:nvContentPartPr>
              <p14:xfrm>
                <a:off x="3113568" y="1260864"/>
                <a:ext cx="71640" cy="403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B9FDDFD-BC6B-61BE-51CC-CF3336FA700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104928" y="1251864"/>
                  <a:ext cx="8928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B0DE3D6-D191-8BE4-FA9C-49E65A01568C}"/>
                    </a:ext>
                  </a:extLst>
                </p14:cNvPr>
                <p14:cNvContentPartPr/>
                <p14:nvPr/>
              </p14:nvContentPartPr>
              <p14:xfrm>
                <a:off x="3247128" y="1263384"/>
                <a:ext cx="151200" cy="360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B0DE3D6-D191-8BE4-FA9C-49E65A01568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238488" y="1254744"/>
                  <a:ext cx="16884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0D19544-8EF8-D1A0-9B68-E4F6A85A9803}"/>
                    </a:ext>
                  </a:extLst>
                </p14:cNvPr>
                <p14:cNvContentPartPr/>
                <p14:nvPr/>
              </p14:nvContentPartPr>
              <p14:xfrm>
                <a:off x="3440448" y="1257984"/>
                <a:ext cx="167400" cy="226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0D19544-8EF8-D1A0-9B68-E4F6A85A980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431808" y="1249344"/>
                  <a:ext cx="1850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9396759-61DF-5836-6778-D8C32F3B3A2B}"/>
                    </a:ext>
                  </a:extLst>
                </p14:cNvPr>
                <p14:cNvContentPartPr/>
                <p14:nvPr/>
              </p14:nvContentPartPr>
              <p14:xfrm>
                <a:off x="3685968" y="1245744"/>
                <a:ext cx="197640" cy="363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9396759-61DF-5836-6778-D8C32F3B3A2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676968" y="1236744"/>
                  <a:ext cx="215280" cy="54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545E71E4-D2CC-625A-AAAC-C75119996814}"/>
                  </a:ext>
                </a:extLst>
              </p14:cNvPr>
              <p14:cNvContentPartPr/>
              <p14:nvPr/>
            </p14:nvContentPartPr>
            <p14:xfrm>
              <a:off x="4401648" y="1221984"/>
              <a:ext cx="497520" cy="7848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545E71E4-D2CC-625A-AAAC-C75119996814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4392648" y="1212984"/>
                <a:ext cx="515160" cy="96120"/>
              </a:xfrm>
              <a:prstGeom prst="rect">
                <a:avLst/>
              </a:prstGeom>
            </p:spPr>
          </p:pic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A585DDC8-F8A3-5620-5F6F-468A5A0DEA27}"/>
              </a:ext>
            </a:extLst>
          </p:cNvPr>
          <p:cNvGrpSpPr/>
          <p:nvPr/>
        </p:nvGrpSpPr>
        <p:grpSpPr>
          <a:xfrm>
            <a:off x="5201568" y="1131984"/>
            <a:ext cx="1050840" cy="138600"/>
            <a:chOff x="5201568" y="1131984"/>
            <a:chExt cx="1050840" cy="13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327A041-2566-D7C6-3FC6-437627251BA5}"/>
                    </a:ext>
                  </a:extLst>
                </p14:cNvPr>
                <p14:cNvContentPartPr/>
                <p14:nvPr/>
              </p14:nvContentPartPr>
              <p14:xfrm>
                <a:off x="5201568" y="1131984"/>
                <a:ext cx="276480" cy="1332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327A041-2566-D7C6-3FC6-437627251BA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192568" y="1123344"/>
                  <a:ext cx="29412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77EBC3B-236D-FFDA-9B27-E702A1C17824}"/>
                    </a:ext>
                  </a:extLst>
                </p14:cNvPr>
                <p14:cNvContentPartPr/>
                <p14:nvPr/>
              </p14:nvContentPartPr>
              <p14:xfrm>
                <a:off x="5712408" y="1144944"/>
                <a:ext cx="540000" cy="1256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77EBC3B-236D-FFDA-9B27-E702A1C1782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703408" y="1136304"/>
                  <a:ext cx="557640" cy="14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C0E53DE4-3AC2-39F0-AA4C-DBE98A89BBA1}"/>
              </a:ext>
            </a:extLst>
          </p:cNvPr>
          <p:cNvGrpSpPr/>
          <p:nvPr/>
        </p:nvGrpSpPr>
        <p:grpSpPr>
          <a:xfrm>
            <a:off x="6657048" y="1110384"/>
            <a:ext cx="514440" cy="176040"/>
            <a:chOff x="6657048" y="1110384"/>
            <a:chExt cx="514440" cy="17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F823BA2-A0AF-BE36-1A49-BBE4C96B8CF8}"/>
                    </a:ext>
                  </a:extLst>
                </p14:cNvPr>
                <p14:cNvContentPartPr/>
                <p14:nvPr/>
              </p14:nvContentPartPr>
              <p14:xfrm>
                <a:off x="6843528" y="1110384"/>
                <a:ext cx="33840" cy="1760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F823BA2-A0AF-BE36-1A49-BBE4C96B8CF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834888" y="1101744"/>
                  <a:ext cx="5148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D8AA787-83CE-E54C-5B31-E4D7BC5A0AD9}"/>
                    </a:ext>
                  </a:extLst>
                </p14:cNvPr>
                <p14:cNvContentPartPr/>
                <p14:nvPr/>
              </p14:nvContentPartPr>
              <p14:xfrm>
                <a:off x="6657048" y="1164024"/>
                <a:ext cx="514440" cy="842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D8AA787-83CE-E54C-5B31-E4D7BC5A0AD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648408" y="1155384"/>
                  <a:ext cx="532080" cy="10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34E360DC-61F9-62A8-79E8-45CC971C5F6E}"/>
              </a:ext>
            </a:extLst>
          </p:cNvPr>
          <p:cNvGrpSpPr/>
          <p:nvPr/>
        </p:nvGrpSpPr>
        <p:grpSpPr>
          <a:xfrm>
            <a:off x="7453368" y="1027944"/>
            <a:ext cx="873720" cy="211680"/>
            <a:chOff x="7453368" y="1027944"/>
            <a:chExt cx="873720" cy="21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B9CF57D-80C3-9BA0-6561-5B7046057E9D}"/>
                    </a:ext>
                  </a:extLst>
                </p14:cNvPr>
                <p14:cNvContentPartPr/>
                <p14:nvPr/>
              </p14:nvContentPartPr>
              <p14:xfrm>
                <a:off x="7453368" y="1141704"/>
                <a:ext cx="541080" cy="979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B9CF57D-80C3-9BA0-6561-5B7046057E9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444728" y="1132704"/>
                  <a:ext cx="5587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186746E-3EC1-355D-57C4-BD25785AA215}"/>
                    </a:ext>
                  </a:extLst>
                </p14:cNvPr>
                <p14:cNvContentPartPr/>
                <p14:nvPr/>
              </p14:nvContentPartPr>
              <p14:xfrm>
                <a:off x="8011368" y="1085904"/>
                <a:ext cx="91800" cy="1173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186746E-3EC1-355D-57C4-BD25785AA21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002368" y="1077264"/>
                  <a:ext cx="10944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AAFF5F0-A1CA-4F08-398E-FFECC076BB8A}"/>
                    </a:ext>
                  </a:extLst>
                </p14:cNvPr>
                <p14:cNvContentPartPr/>
                <p14:nvPr/>
              </p14:nvContentPartPr>
              <p14:xfrm>
                <a:off x="8149608" y="1027944"/>
                <a:ext cx="177480" cy="1630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AAFF5F0-A1CA-4F08-398E-FFECC076BB8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140608" y="1018944"/>
                  <a:ext cx="195120" cy="18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2C72047B-4DC6-0131-5510-686EFAFCE8B5}"/>
              </a:ext>
            </a:extLst>
          </p:cNvPr>
          <p:cNvGrpSpPr/>
          <p:nvPr/>
        </p:nvGrpSpPr>
        <p:grpSpPr>
          <a:xfrm>
            <a:off x="8819928" y="1017144"/>
            <a:ext cx="902160" cy="226440"/>
            <a:chOff x="8819928" y="1017144"/>
            <a:chExt cx="902160" cy="22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D235E26-3731-A3A6-8E7A-1F8390D864E3}"/>
                    </a:ext>
                  </a:extLst>
                </p14:cNvPr>
                <p14:cNvContentPartPr/>
                <p14:nvPr/>
              </p14:nvContentPartPr>
              <p14:xfrm>
                <a:off x="8876808" y="1091304"/>
                <a:ext cx="9000" cy="1090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D235E26-3731-A3A6-8E7A-1F8390D864E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868168" y="1082304"/>
                  <a:ext cx="2664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AB13DA6-3DC7-B735-D966-4E6DF811CC0C}"/>
                    </a:ext>
                  </a:extLst>
                </p14:cNvPr>
                <p14:cNvContentPartPr/>
                <p14:nvPr/>
              </p14:nvContentPartPr>
              <p14:xfrm>
                <a:off x="8827848" y="1017144"/>
                <a:ext cx="239400" cy="496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AB13DA6-3DC7-B735-D966-4E6DF811CC0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818848" y="1008504"/>
                  <a:ext cx="25704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07395E4-BBF0-A7C0-DF4E-F7AEF6BF5300}"/>
                    </a:ext>
                  </a:extLst>
                </p14:cNvPr>
                <p14:cNvContentPartPr/>
                <p14:nvPr/>
              </p14:nvContentPartPr>
              <p14:xfrm>
                <a:off x="8819928" y="1045224"/>
                <a:ext cx="624240" cy="1983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07395E4-BBF0-A7C0-DF4E-F7AEF6BF530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810928" y="1036224"/>
                  <a:ext cx="64188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A74AC11-F351-BC80-3B4D-9015D6E0594F}"/>
                    </a:ext>
                  </a:extLst>
                </p14:cNvPr>
                <p14:cNvContentPartPr/>
                <p14:nvPr/>
              </p14:nvContentPartPr>
              <p14:xfrm>
                <a:off x="9481608" y="1074744"/>
                <a:ext cx="25920" cy="190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A74AC11-F351-BC80-3B4D-9015D6E0594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472608" y="1066104"/>
                  <a:ext cx="4356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5B2A06D-FC28-6A3A-3543-74C51F75F6C7}"/>
                    </a:ext>
                  </a:extLst>
                </p14:cNvPr>
                <p14:cNvContentPartPr/>
                <p14:nvPr/>
              </p14:nvContentPartPr>
              <p14:xfrm>
                <a:off x="9517248" y="1129104"/>
                <a:ext cx="204840" cy="471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5B2A06D-FC28-6A3A-3543-74C51F75F6C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508608" y="1120464"/>
                  <a:ext cx="222480" cy="6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E8FAEDEF-C9FE-2274-88D0-CE983319DD84}"/>
              </a:ext>
            </a:extLst>
          </p:cNvPr>
          <p:cNvGrpSpPr/>
          <p:nvPr/>
        </p:nvGrpSpPr>
        <p:grpSpPr>
          <a:xfrm>
            <a:off x="9996408" y="971784"/>
            <a:ext cx="1337760" cy="360720"/>
            <a:chOff x="9996408" y="971784"/>
            <a:chExt cx="1337760" cy="36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2A247E6-0BA0-641D-E216-6BEF8C50F38B}"/>
                    </a:ext>
                  </a:extLst>
                </p14:cNvPr>
                <p14:cNvContentPartPr/>
                <p14:nvPr/>
              </p14:nvContentPartPr>
              <p14:xfrm>
                <a:off x="9996408" y="971784"/>
                <a:ext cx="796320" cy="3607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2A247E6-0BA0-641D-E216-6BEF8C50F38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987408" y="963144"/>
                  <a:ext cx="81396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3E3F509-367C-1B5B-C979-59106EE329BA}"/>
                    </a:ext>
                  </a:extLst>
                </p14:cNvPr>
                <p14:cNvContentPartPr/>
                <p14:nvPr/>
              </p14:nvContentPartPr>
              <p14:xfrm>
                <a:off x="10856088" y="1108944"/>
                <a:ext cx="327240" cy="1767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3E3F509-367C-1B5B-C979-59106EE329B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847088" y="1100304"/>
                  <a:ext cx="3448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BFB315F-5A76-CA35-77BB-09EA6A02BA8F}"/>
                    </a:ext>
                  </a:extLst>
                </p14:cNvPr>
                <p14:cNvContentPartPr/>
                <p14:nvPr/>
              </p14:nvContentPartPr>
              <p14:xfrm>
                <a:off x="11316888" y="1219104"/>
                <a:ext cx="14400" cy="86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BFB315F-5A76-CA35-77BB-09EA6A02BA8F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1308248" y="1210464"/>
                  <a:ext cx="320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355EFE6-AC54-6EB6-A6CC-245B8E56A37C}"/>
                    </a:ext>
                  </a:extLst>
                </p14:cNvPr>
                <p14:cNvContentPartPr/>
                <p14:nvPr/>
              </p14:nvContentPartPr>
              <p14:xfrm>
                <a:off x="11295288" y="1145664"/>
                <a:ext cx="38880" cy="928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355EFE6-AC54-6EB6-A6CC-245B8E56A37C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1286648" y="1136664"/>
                  <a:ext cx="56520" cy="11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91B52323-79B9-1174-2320-78CC4D823CB5}"/>
                  </a:ext>
                </a:extLst>
              </p14:cNvPr>
              <p14:cNvContentPartPr/>
              <p14:nvPr/>
            </p14:nvContentPartPr>
            <p14:xfrm>
              <a:off x="11561688" y="1246824"/>
              <a:ext cx="9360" cy="1548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91B52323-79B9-1174-2320-78CC4D823CB5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11553048" y="1238184"/>
                <a:ext cx="27000" cy="33120"/>
              </a:xfrm>
              <a:prstGeom prst="rect">
                <a:avLst/>
              </a:prstGeom>
            </p:spPr>
          </p:pic>
        </mc:Fallback>
      </mc:AlternateContent>
      <p:grpSp>
        <p:nvGrpSpPr>
          <p:cNvPr id="95" name="Group 94">
            <a:extLst>
              <a:ext uri="{FF2B5EF4-FFF2-40B4-BE49-F238E27FC236}">
                <a16:creationId xmlns:a16="http://schemas.microsoft.com/office/drawing/2014/main" id="{458F58DA-B15C-8367-55A8-17D8BD1345C0}"/>
              </a:ext>
            </a:extLst>
          </p:cNvPr>
          <p:cNvGrpSpPr/>
          <p:nvPr/>
        </p:nvGrpSpPr>
        <p:grpSpPr>
          <a:xfrm>
            <a:off x="1696248" y="1599624"/>
            <a:ext cx="1478160" cy="400680"/>
            <a:chOff x="1696248" y="1599624"/>
            <a:chExt cx="1478160" cy="40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3FA80A7-930C-0356-B2F5-66AC01AE63E5}"/>
                    </a:ext>
                  </a:extLst>
                </p14:cNvPr>
                <p14:cNvContentPartPr/>
                <p14:nvPr/>
              </p14:nvContentPartPr>
              <p14:xfrm>
                <a:off x="1696248" y="1653264"/>
                <a:ext cx="434160" cy="3470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3FA80A7-930C-0356-B2F5-66AC01AE63E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687248" y="1644264"/>
                  <a:ext cx="45180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659AC59-2C8B-8C8A-805D-9CB5760F9849}"/>
                    </a:ext>
                  </a:extLst>
                </p14:cNvPr>
                <p14:cNvContentPartPr/>
                <p14:nvPr/>
              </p14:nvContentPartPr>
              <p14:xfrm>
                <a:off x="2117088" y="1599624"/>
                <a:ext cx="10440" cy="147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659AC59-2C8B-8C8A-805D-9CB5760F984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108448" y="1590984"/>
                  <a:ext cx="280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22B40D47-12CB-3E1F-FA7D-C3E39F5DB0DE}"/>
                    </a:ext>
                  </a:extLst>
                </p14:cNvPr>
                <p14:cNvContentPartPr/>
                <p14:nvPr/>
              </p14:nvContentPartPr>
              <p14:xfrm>
                <a:off x="2180808" y="1733184"/>
                <a:ext cx="30960" cy="486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2B40D47-12CB-3E1F-FA7D-C3E39F5DB0D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172168" y="1724184"/>
                  <a:ext cx="486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A884D706-4A46-3F78-051A-6AF8BF46E76F}"/>
                    </a:ext>
                  </a:extLst>
                </p14:cNvPr>
                <p14:cNvContentPartPr/>
                <p14:nvPr/>
              </p14:nvContentPartPr>
              <p14:xfrm>
                <a:off x="2262168" y="1720224"/>
                <a:ext cx="131760" cy="478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A884D706-4A46-3F78-051A-6AF8BF46E76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253528" y="1711584"/>
                  <a:ext cx="14940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BB7F811-65D5-2193-6071-7FB481E3926D}"/>
                    </a:ext>
                  </a:extLst>
                </p14:cNvPr>
                <p14:cNvContentPartPr/>
                <p14:nvPr/>
              </p14:nvContentPartPr>
              <p14:xfrm>
                <a:off x="2406888" y="1625184"/>
                <a:ext cx="4320" cy="183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BB7F811-65D5-2193-6071-7FB481E3926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398248" y="1616184"/>
                  <a:ext cx="219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A21699EE-DFFD-5B78-6890-6A6B180217A3}"/>
                    </a:ext>
                  </a:extLst>
                </p14:cNvPr>
                <p14:cNvContentPartPr/>
                <p14:nvPr/>
              </p14:nvContentPartPr>
              <p14:xfrm>
                <a:off x="2474568" y="1614744"/>
                <a:ext cx="129600" cy="2631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A21699EE-DFFD-5B78-6890-6A6B180217A3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465568" y="1605744"/>
                  <a:ext cx="14724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AB1D751-C18F-2A29-D13A-BECA7D89B877}"/>
                    </a:ext>
                  </a:extLst>
                </p14:cNvPr>
                <p14:cNvContentPartPr/>
                <p14:nvPr/>
              </p14:nvContentPartPr>
              <p14:xfrm>
                <a:off x="2609568" y="1666224"/>
                <a:ext cx="127440" cy="270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AB1D751-C18F-2A29-D13A-BECA7D89B87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600568" y="1657584"/>
                  <a:ext cx="1450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FCBC98F-B2D1-401F-3471-3286F091C17D}"/>
                    </a:ext>
                  </a:extLst>
                </p14:cNvPr>
                <p14:cNvContentPartPr/>
                <p14:nvPr/>
              </p14:nvContentPartPr>
              <p14:xfrm>
                <a:off x="2933208" y="1662984"/>
                <a:ext cx="241200" cy="2847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FCBC98F-B2D1-401F-3471-3286F091C17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924208" y="1654344"/>
                  <a:ext cx="258840" cy="30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25111F2E-6C36-7FD7-81C0-1663AD5EB9A1}"/>
              </a:ext>
            </a:extLst>
          </p:cNvPr>
          <p:cNvGrpSpPr/>
          <p:nvPr/>
        </p:nvGrpSpPr>
        <p:grpSpPr>
          <a:xfrm>
            <a:off x="3611448" y="1557864"/>
            <a:ext cx="431640" cy="282600"/>
            <a:chOff x="3611448" y="1557864"/>
            <a:chExt cx="431640" cy="28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97364AC-EB86-1E29-A892-D27A22C32EBD}"/>
                    </a:ext>
                  </a:extLst>
                </p14:cNvPr>
                <p14:cNvContentPartPr/>
                <p14:nvPr/>
              </p14:nvContentPartPr>
              <p14:xfrm>
                <a:off x="3669768" y="1641744"/>
                <a:ext cx="28080" cy="1987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97364AC-EB86-1E29-A892-D27A22C32EBD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661128" y="1633104"/>
                  <a:ext cx="4572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959773D-9365-4ADC-806F-5A8E618BD75F}"/>
                    </a:ext>
                  </a:extLst>
                </p14:cNvPr>
                <p14:cNvContentPartPr/>
                <p14:nvPr/>
              </p14:nvContentPartPr>
              <p14:xfrm>
                <a:off x="3611448" y="1557864"/>
                <a:ext cx="431640" cy="2476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959773D-9365-4ADC-806F-5A8E618BD75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602448" y="1549224"/>
                  <a:ext cx="449280" cy="26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05040490-F308-198D-776C-643168B1A548}"/>
              </a:ext>
            </a:extLst>
          </p:cNvPr>
          <p:cNvGrpSpPr/>
          <p:nvPr/>
        </p:nvGrpSpPr>
        <p:grpSpPr>
          <a:xfrm>
            <a:off x="4529808" y="1545624"/>
            <a:ext cx="1757160" cy="341280"/>
            <a:chOff x="4529808" y="1545624"/>
            <a:chExt cx="1757160" cy="34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40A7AE51-461B-920B-F039-EA351D511138}"/>
                    </a:ext>
                  </a:extLst>
                </p14:cNvPr>
                <p14:cNvContentPartPr/>
                <p14:nvPr/>
              </p14:nvContentPartPr>
              <p14:xfrm>
                <a:off x="4529808" y="1547064"/>
                <a:ext cx="134280" cy="2682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40A7AE51-461B-920B-F039-EA351D51113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521168" y="1538064"/>
                  <a:ext cx="15192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3E96756-836B-0E84-8118-847C02AB6B4F}"/>
                    </a:ext>
                  </a:extLst>
                </p14:cNvPr>
                <p14:cNvContentPartPr/>
                <p14:nvPr/>
              </p14:nvContentPartPr>
              <p14:xfrm>
                <a:off x="4719888" y="1697904"/>
                <a:ext cx="60840" cy="543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3E96756-836B-0E84-8118-847C02AB6B4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711248" y="1689264"/>
                  <a:ext cx="7848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FC056A3-5A44-58ED-6FD5-8711094F1FD9}"/>
                    </a:ext>
                  </a:extLst>
                </p14:cNvPr>
                <p14:cNvContentPartPr/>
                <p14:nvPr/>
              </p14:nvContentPartPr>
              <p14:xfrm>
                <a:off x="4846968" y="1611504"/>
                <a:ext cx="122760" cy="1378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FC056A3-5A44-58ED-6FD5-8711094F1FD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838328" y="1602864"/>
                  <a:ext cx="1404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0E78BA5D-CF7D-54AB-2992-5E9AE30CA27B}"/>
                    </a:ext>
                  </a:extLst>
                </p14:cNvPr>
                <p14:cNvContentPartPr/>
                <p14:nvPr/>
              </p14:nvContentPartPr>
              <p14:xfrm>
                <a:off x="4997808" y="1648224"/>
                <a:ext cx="27720" cy="370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E78BA5D-CF7D-54AB-2992-5E9AE30CA27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989168" y="1639584"/>
                  <a:ext cx="453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3169D634-63FF-9AB8-194B-138E71821DAF}"/>
                    </a:ext>
                  </a:extLst>
                </p14:cNvPr>
                <p14:cNvContentPartPr/>
                <p14:nvPr/>
              </p14:nvContentPartPr>
              <p14:xfrm>
                <a:off x="5032728" y="1689264"/>
                <a:ext cx="108720" cy="302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3169D634-63FF-9AB8-194B-138E71821DAF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023728" y="1680264"/>
                  <a:ext cx="1263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93588D7-D23A-1EEA-4800-1CEFC5CD2CCE}"/>
                    </a:ext>
                  </a:extLst>
                </p14:cNvPr>
                <p14:cNvContentPartPr/>
                <p14:nvPr/>
              </p14:nvContentPartPr>
              <p14:xfrm>
                <a:off x="5271768" y="1545624"/>
                <a:ext cx="336960" cy="2275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93588D7-D23A-1EEA-4800-1CEFC5CD2CCE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262768" y="1536624"/>
                  <a:ext cx="35460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EC61543-0B89-EF37-38A9-2E5186061468}"/>
                    </a:ext>
                  </a:extLst>
                </p14:cNvPr>
                <p14:cNvContentPartPr/>
                <p14:nvPr/>
              </p14:nvContentPartPr>
              <p14:xfrm>
                <a:off x="5653728" y="1679184"/>
                <a:ext cx="213480" cy="2077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EC61543-0B89-EF37-38A9-2E518606146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645088" y="1670184"/>
                  <a:ext cx="23112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BCAFAB1-CD94-C30F-8E29-5BCF700108B7}"/>
                    </a:ext>
                  </a:extLst>
                </p14:cNvPr>
                <p14:cNvContentPartPr/>
                <p14:nvPr/>
              </p14:nvContentPartPr>
              <p14:xfrm>
                <a:off x="5950008" y="1690344"/>
                <a:ext cx="336960" cy="1749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BCAFAB1-CD94-C30F-8E29-5BCF700108B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941368" y="1681704"/>
                  <a:ext cx="354600" cy="19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07A32418-74C3-A776-3C52-128AE7E30265}"/>
                  </a:ext>
                </a:extLst>
              </p14:cNvPr>
              <p14:cNvContentPartPr/>
              <p14:nvPr/>
            </p14:nvContentPartPr>
            <p14:xfrm>
              <a:off x="6648048" y="1643904"/>
              <a:ext cx="333360" cy="6084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07A32418-74C3-A776-3C52-128AE7E30265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6639408" y="1635264"/>
                <a:ext cx="35100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F228A9C3-B391-CDC2-523C-33EBEAF4956A}"/>
                  </a:ext>
                </a:extLst>
              </p14:cNvPr>
              <p14:cNvContentPartPr/>
              <p14:nvPr/>
            </p14:nvContentPartPr>
            <p14:xfrm>
              <a:off x="7318008" y="1462824"/>
              <a:ext cx="231480" cy="43380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F228A9C3-B391-CDC2-523C-33EBEAF4956A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7309008" y="1454184"/>
                <a:ext cx="249120" cy="45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F1276C64-EABB-5CC2-1AF8-27ADCE2EE88F}"/>
                  </a:ext>
                </a:extLst>
              </p14:cNvPr>
              <p14:cNvContentPartPr/>
              <p14:nvPr/>
            </p14:nvContentPartPr>
            <p14:xfrm>
              <a:off x="7608888" y="1617624"/>
              <a:ext cx="261360" cy="7056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F1276C64-EABB-5CC2-1AF8-27ADCE2EE88F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7599888" y="1608984"/>
                <a:ext cx="279000" cy="88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6" name="Group 205">
            <a:extLst>
              <a:ext uri="{FF2B5EF4-FFF2-40B4-BE49-F238E27FC236}">
                <a16:creationId xmlns:a16="http://schemas.microsoft.com/office/drawing/2014/main" id="{5C3E2186-2615-847B-BD27-5093D23B37DA}"/>
              </a:ext>
            </a:extLst>
          </p:cNvPr>
          <p:cNvGrpSpPr/>
          <p:nvPr/>
        </p:nvGrpSpPr>
        <p:grpSpPr>
          <a:xfrm>
            <a:off x="8165088" y="1489464"/>
            <a:ext cx="3639960" cy="231840"/>
            <a:chOff x="8165088" y="1489464"/>
            <a:chExt cx="3639960" cy="23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F160B1F-E00B-7151-2AAD-0D976785246B}"/>
                    </a:ext>
                  </a:extLst>
                </p14:cNvPr>
                <p14:cNvContentPartPr/>
                <p14:nvPr/>
              </p14:nvContentPartPr>
              <p14:xfrm>
                <a:off x="8165088" y="1615104"/>
                <a:ext cx="181440" cy="658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F160B1F-E00B-7151-2AAD-0D976785246B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156088" y="1606104"/>
                  <a:ext cx="19908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7D858EF-0453-ADCD-6A4B-A4964C5AEF49}"/>
                    </a:ext>
                  </a:extLst>
                </p14:cNvPr>
                <p14:cNvContentPartPr/>
                <p14:nvPr/>
              </p14:nvContentPartPr>
              <p14:xfrm>
                <a:off x="8432208" y="1628064"/>
                <a:ext cx="47520" cy="482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7D858EF-0453-ADCD-6A4B-A4964C5AEF49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423208" y="1619424"/>
                  <a:ext cx="6516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249C10F3-99EF-DF40-FA6C-03F081BFF189}"/>
                    </a:ext>
                  </a:extLst>
                </p14:cNvPr>
                <p14:cNvContentPartPr/>
                <p14:nvPr/>
              </p14:nvContentPartPr>
              <p14:xfrm>
                <a:off x="8526168" y="1627344"/>
                <a:ext cx="95760" cy="475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249C10F3-99EF-DF40-FA6C-03F081BFF18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517528" y="1618344"/>
                  <a:ext cx="1134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BB519D20-027A-FE19-96E5-9B1CA368C2E3}"/>
                    </a:ext>
                  </a:extLst>
                </p14:cNvPr>
                <p14:cNvContentPartPr/>
                <p14:nvPr/>
              </p14:nvContentPartPr>
              <p14:xfrm>
                <a:off x="8675928" y="1558584"/>
                <a:ext cx="74880" cy="1029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BB519D20-027A-FE19-96E5-9B1CA368C2E3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667288" y="1549584"/>
                  <a:ext cx="9252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42F1E3A-BD50-A7C8-EDDA-680079B2B423}"/>
                    </a:ext>
                  </a:extLst>
                </p14:cNvPr>
                <p14:cNvContentPartPr/>
                <p14:nvPr/>
              </p14:nvContentPartPr>
              <p14:xfrm>
                <a:off x="8996688" y="1587024"/>
                <a:ext cx="82080" cy="943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42F1E3A-BD50-A7C8-EDDA-680079B2B42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987688" y="1578384"/>
                  <a:ext cx="997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92047335-7216-F2C1-4F0A-621E1AF7B098}"/>
                    </a:ext>
                  </a:extLst>
                </p14:cNvPr>
                <p14:cNvContentPartPr/>
                <p14:nvPr/>
              </p14:nvContentPartPr>
              <p14:xfrm>
                <a:off x="9205488" y="1587384"/>
                <a:ext cx="92160" cy="691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92047335-7216-F2C1-4F0A-621E1AF7B098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196488" y="1578744"/>
                  <a:ext cx="1098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35B1D24-6871-8B0C-5FDA-07801A52E711}"/>
                    </a:ext>
                  </a:extLst>
                </p14:cNvPr>
                <p14:cNvContentPartPr/>
                <p14:nvPr/>
              </p14:nvContentPartPr>
              <p14:xfrm>
                <a:off x="9276408" y="1530144"/>
                <a:ext cx="95400" cy="1054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35B1D24-6871-8B0C-5FDA-07801A52E71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267408" y="1521504"/>
                  <a:ext cx="11304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331CF56D-51BA-B2E5-5126-0C839FB35C76}"/>
                    </a:ext>
                  </a:extLst>
                </p14:cNvPr>
                <p14:cNvContentPartPr/>
                <p14:nvPr/>
              </p14:nvContentPartPr>
              <p14:xfrm>
                <a:off x="9431208" y="1605384"/>
                <a:ext cx="202320" cy="421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331CF56D-51BA-B2E5-5126-0C839FB35C76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422208" y="1596384"/>
                  <a:ext cx="2199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D335DE4-6B9B-AD93-203D-3A6150FAA035}"/>
                    </a:ext>
                  </a:extLst>
                </p14:cNvPr>
                <p14:cNvContentPartPr/>
                <p14:nvPr/>
              </p14:nvContentPartPr>
              <p14:xfrm>
                <a:off x="9839448" y="1643904"/>
                <a:ext cx="24480" cy="122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D335DE4-6B9B-AD93-203D-3A6150FAA035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830448" y="1634904"/>
                  <a:ext cx="421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BABA39FE-D9A9-62C4-2113-CE0B3AB92D80}"/>
                    </a:ext>
                  </a:extLst>
                </p14:cNvPr>
                <p14:cNvContentPartPr/>
                <p14:nvPr/>
              </p14:nvContentPartPr>
              <p14:xfrm>
                <a:off x="9874728" y="1608624"/>
                <a:ext cx="24840" cy="694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BABA39FE-D9A9-62C4-2113-CE0B3AB92D80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866088" y="1599984"/>
                  <a:ext cx="4248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C98C024C-D8FB-A3C9-76C1-1C11ACDCC822}"/>
                    </a:ext>
                  </a:extLst>
                </p14:cNvPr>
                <p14:cNvContentPartPr/>
                <p14:nvPr/>
              </p14:nvContentPartPr>
              <p14:xfrm>
                <a:off x="9963648" y="1534824"/>
                <a:ext cx="9360" cy="273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C98C024C-D8FB-A3C9-76C1-1C11ACDCC822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955008" y="1526184"/>
                  <a:ext cx="270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0AF8C42E-9858-0A84-10C6-F8FD17B88762}"/>
                    </a:ext>
                  </a:extLst>
                </p14:cNvPr>
                <p14:cNvContentPartPr/>
                <p14:nvPr/>
              </p14:nvContentPartPr>
              <p14:xfrm>
                <a:off x="10023048" y="1642824"/>
                <a:ext cx="78480" cy="828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0AF8C42E-9858-0A84-10C6-F8FD17B88762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014048" y="1633824"/>
                  <a:ext cx="9612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3BB4C902-1E2E-E9D0-AC0D-DA9D65A0199A}"/>
                    </a:ext>
                  </a:extLst>
                </p14:cNvPr>
                <p14:cNvContentPartPr/>
                <p14:nvPr/>
              </p14:nvContentPartPr>
              <p14:xfrm>
                <a:off x="10135008" y="1608264"/>
                <a:ext cx="218520" cy="8280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3BB4C902-1E2E-E9D0-AC0D-DA9D65A0199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126368" y="1599264"/>
                  <a:ext cx="2361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C3A94616-D242-2175-883D-C2381F8853E8}"/>
                    </a:ext>
                  </a:extLst>
                </p14:cNvPr>
                <p14:cNvContentPartPr/>
                <p14:nvPr/>
              </p14:nvContentPartPr>
              <p14:xfrm>
                <a:off x="10604448" y="1510704"/>
                <a:ext cx="48960" cy="21060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C3A94616-D242-2175-883D-C2381F8853E8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595448" y="1501704"/>
                  <a:ext cx="6660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9A2FBFC6-9890-A4EA-07F2-220C9D34DA90}"/>
                    </a:ext>
                  </a:extLst>
                </p14:cNvPr>
                <p14:cNvContentPartPr/>
                <p14:nvPr/>
              </p14:nvContentPartPr>
              <p14:xfrm>
                <a:off x="10549368" y="1489464"/>
                <a:ext cx="400680" cy="19296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9A2FBFC6-9890-A4EA-07F2-220C9D34DA90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540368" y="1480464"/>
                  <a:ext cx="4183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11A42D87-BE07-F933-3052-AA75373E5FC0}"/>
                    </a:ext>
                  </a:extLst>
                </p14:cNvPr>
                <p14:cNvContentPartPr/>
                <p14:nvPr/>
              </p14:nvContentPartPr>
              <p14:xfrm>
                <a:off x="11235168" y="1584144"/>
                <a:ext cx="57600" cy="8172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11A42D87-BE07-F933-3052-AA75373E5FC0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1226168" y="1575504"/>
                  <a:ext cx="752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53D274C8-5868-8408-7E47-8225E3E3C446}"/>
                    </a:ext>
                  </a:extLst>
                </p14:cNvPr>
                <p14:cNvContentPartPr/>
                <p14:nvPr/>
              </p14:nvContentPartPr>
              <p14:xfrm>
                <a:off x="11367648" y="1594224"/>
                <a:ext cx="82440" cy="8136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53D274C8-5868-8408-7E47-8225E3E3C446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1358648" y="1585224"/>
                  <a:ext cx="1000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E36152A9-D28F-3E0F-907C-8C772181AF87}"/>
                    </a:ext>
                  </a:extLst>
                </p14:cNvPr>
                <p14:cNvContentPartPr/>
                <p14:nvPr/>
              </p14:nvContentPartPr>
              <p14:xfrm>
                <a:off x="11478888" y="1526904"/>
                <a:ext cx="46080" cy="11808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E36152A9-D28F-3E0F-907C-8C772181AF87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1469888" y="1517904"/>
                  <a:ext cx="6372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7FE18A47-8875-1984-5D7E-EAD90DA93255}"/>
                    </a:ext>
                  </a:extLst>
                </p14:cNvPr>
                <p14:cNvContentPartPr/>
                <p14:nvPr/>
              </p14:nvContentPartPr>
              <p14:xfrm>
                <a:off x="11585448" y="1634184"/>
                <a:ext cx="219600" cy="6012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7FE18A47-8875-1984-5D7E-EAD90DA93255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1576448" y="1625544"/>
                  <a:ext cx="237240" cy="77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2525C502-5C34-429D-3B8E-D3EB087E0D4C}"/>
                  </a:ext>
                </a:extLst>
              </p14:cNvPr>
              <p14:cNvContentPartPr/>
              <p14:nvPr/>
            </p14:nvContentPartPr>
            <p14:xfrm>
              <a:off x="6260688" y="2138184"/>
              <a:ext cx="496800" cy="98280"/>
            </p14:xfrm>
          </p:contentPart>
        </mc:Choice>
        <mc:Fallback xmlns=""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2525C502-5C34-429D-3B8E-D3EB087E0D4C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6252048" y="2129544"/>
                <a:ext cx="51444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DCA58096-59FE-7084-CB20-17D7B2A19222}"/>
                  </a:ext>
                </a:extLst>
              </p14:cNvPr>
              <p14:cNvContentPartPr/>
              <p14:nvPr/>
            </p14:nvContentPartPr>
            <p14:xfrm>
              <a:off x="9562968" y="2122344"/>
              <a:ext cx="1800" cy="7560"/>
            </p14:xfrm>
          </p:contentPart>
        </mc:Choice>
        <mc:Fallback xmlns=""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DCA58096-59FE-7084-CB20-17D7B2A19222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9553968" y="2113704"/>
                <a:ext cx="19440" cy="25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40" name="Group 239">
            <a:extLst>
              <a:ext uri="{FF2B5EF4-FFF2-40B4-BE49-F238E27FC236}">
                <a16:creationId xmlns:a16="http://schemas.microsoft.com/office/drawing/2014/main" id="{A79596AF-4CE0-8BD3-CAF0-295C05533AAD}"/>
              </a:ext>
            </a:extLst>
          </p:cNvPr>
          <p:cNvGrpSpPr/>
          <p:nvPr/>
        </p:nvGrpSpPr>
        <p:grpSpPr>
          <a:xfrm>
            <a:off x="7075728" y="1878984"/>
            <a:ext cx="3074400" cy="490320"/>
            <a:chOff x="7075728" y="1878984"/>
            <a:chExt cx="3074400" cy="49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B49120DE-878E-0AF7-11E9-EB5542B63741}"/>
                    </a:ext>
                  </a:extLst>
                </p14:cNvPr>
                <p14:cNvContentPartPr/>
                <p14:nvPr/>
              </p14:nvContentPartPr>
              <p14:xfrm>
                <a:off x="7479288" y="1984104"/>
                <a:ext cx="2311560" cy="334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B49120DE-878E-0AF7-11E9-EB5542B63741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470288" y="1975104"/>
                  <a:ext cx="23292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8841567C-7F0C-5477-1D4A-864FF678F465}"/>
                    </a:ext>
                  </a:extLst>
                </p14:cNvPr>
                <p14:cNvContentPartPr/>
                <p14:nvPr/>
              </p14:nvContentPartPr>
              <p14:xfrm>
                <a:off x="9826488" y="1978704"/>
                <a:ext cx="51480" cy="532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8841567C-7F0C-5477-1D4A-864FF678F465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817488" y="1969704"/>
                  <a:ext cx="6912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51C48219-FE0E-6178-DCBE-18BB8AF7A856}"/>
                    </a:ext>
                  </a:extLst>
                </p14:cNvPr>
                <p14:cNvContentPartPr/>
                <p14:nvPr/>
              </p14:nvContentPartPr>
              <p14:xfrm>
                <a:off x="7522128" y="1878984"/>
                <a:ext cx="2076120" cy="259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51C48219-FE0E-6178-DCBE-18BB8AF7A856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513488" y="1870344"/>
                  <a:ext cx="20937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A433FB58-AB30-BBED-CD0D-878A7760FF05}"/>
                    </a:ext>
                  </a:extLst>
                </p14:cNvPr>
                <p14:cNvContentPartPr/>
                <p14:nvPr/>
              </p14:nvContentPartPr>
              <p14:xfrm>
                <a:off x="7075728" y="2065104"/>
                <a:ext cx="307080" cy="16704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A433FB58-AB30-BBED-CD0D-878A7760FF05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066728" y="2056104"/>
                  <a:ext cx="3247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5B09CCCB-C56F-4B15-7B0E-D8C4A0BA082E}"/>
                    </a:ext>
                  </a:extLst>
                </p14:cNvPr>
                <p14:cNvContentPartPr/>
                <p14:nvPr/>
              </p14:nvContentPartPr>
              <p14:xfrm>
                <a:off x="7705728" y="2004624"/>
                <a:ext cx="412200" cy="22896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5B09CCCB-C56F-4B15-7B0E-D8C4A0BA082E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697088" y="1995624"/>
                  <a:ext cx="42984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5C5B3259-6EBB-84B8-1F0C-6181287D71E6}"/>
                    </a:ext>
                  </a:extLst>
                </p14:cNvPr>
                <p14:cNvContentPartPr/>
                <p14:nvPr/>
              </p14:nvContentPartPr>
              <p14:xfrm>
                <a:off x="8187768" y="2110104"/>
                <a:ext cx="619920" cy="25920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5C5B3259-6EBB-84B8-1F0C-6181287D71E6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179128" y="2101464"/>
                  <a:ext cx="63756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0DB00482-EE8B-F3B0-EF1E-FD707BDDDB42}"/>
                    </a:ext>
                  </a:extLst>
                </p14:cNvPr>
                <p14:cNvContentPartPr/>
                <p14:nvPr/>
              </p14:nvContentPartPr>
              <p14:xfrm>
                <a:off x="8864208" y="2070504"/>
                <a:ext cx="110160" cy="13248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0DB00482-EE8B-F3B0-EF1E-FD707BDDDB42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8855568" y="2061864"/>
                  <a:ext cx="1278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8222C905-9A2A-2E38-DE99-64D5412CEF63}"/>
                    </a:ext>
                  </a:extLst>
                </p14:cNvPr>
                <p14:cNvContentPartPr/>
                <p14:nvPr/>
              </p14:nvContentPartPr>
              <p14:xfrm>
                <a:off x="9159048" y="2107944"/>
                <a:ext cx="218880" cy="10872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8222C905-9A2A-2E38-DE99-64D5412CEF63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9150048" y="2098944"/>
                  <a:ext cx="2365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9AB84639-BFAC-E79B-7BCD-1A7D43343147}"/>
                    </a:ext>
                  </a:extLst>
                </p14:cNvPr>
                <p14:cNvContentPartPr/>
                <p14:nvPr/>
              </p14:nvContentPartPr>
              <p14:xfrm>
                <a:off x="9547488" y="1997784"/>
                <a:ext cx="330840" cy="25560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9AB84639-BFAC-E79B-7BCD-1A7D43343147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9538488" y="1989144"/>
                  <a:ext cx="34848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D3DB7F31-C6C3-EDC8-18EC-2E78EDE94D67}"/>
                    </a:ext>
                  </a:extLst>
                </p14:cNvPr>
                <p14:cNvContentPartPr/>
                <p14:nvPr/>
              </p14:nvContentPartPr>
              <p14:xfrm>
                <a:off x="9954288" y="2110464"/>
                <a:ext cx="128880" cy="12924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D3DB7F31-C6C3-EDC8-18EC-2E78EDE94D67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9945648" y="2101824"/>
                  <a:ext cx="14652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EFCD2D41-BB3E-00F2-A92C-E86931B8EE45}"/>
                    </a:ext>
                  </a:extLst>
                </p14:cNvPr>
                <p14:cNvContentPartPr/>
                <p14:nvPr/>
              </p14:nvContentPartPr>
              <p14:xfrm>
                <a:off x="10091088" y="2182464"/>
                <a:ext cx="59040" cy="1440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EFCD2D41-BB3E-00F2-A92C-E86931B8EE45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0082448" y="2173824"/>
                  <a:ext cx="76680" cy="3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706475DF-45D6-5E29-D957-57122966BA95}"/>
              </a:ext>
            </a:extLst>
          </p:cNvPr>
          <p:cNvGrpSpPr/>
          <p:nvPr/>
        </p:nvGrpSpPr>
        <p:grpSpPr>
          <a:xfrm>
            <a:off x="10452528" y="1965384"/>
            <a:ext cx="1473480" cy="474120"/>
            <a:chOff x="10452528" y="1965384"/>
            <a:chExt cx="1473480" cy="47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200729A1-1F3A-4759-C79B-7C31E8C6D7C5}"/>
                    </a:ext>
                  </a:extLst>
                </p14:cNvPr>
                <p14:cNvContentPartPr/>
                <p14:nvPr/>
              </p14:nvContentPartPr>
              <p14:xfrm>
                <a:off x="10452528" y="1972944"/>
                <a:ext cx="503640" cy="27288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200729A1-1F3A-4759-C79B-7C31E8C6D7C5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0443888" y="1963944"/>
                  <a:ext cx="52128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B68BBB63-6F3A-1F8E-AA93-41D3E6E2FDFC}"/>
                    </a:ext>
                  </a:extLst>
                </p14:cNvPr>
                <p14:cNvContentPartPr/>
                <p14:nvPr/>
              </p14:nvContentPartPr>
              <p14:xfrm>
                <a:off x="11005488" y="2028744"/>
                <a:ext cx="149040" cy="16164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B68BBB63-6F3A-1F8E-AA93-41D3E6E2FDFC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0996848" y="2020104"/>
                  <a:ext cx="1666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70B117A6-A2D3-300D-DEFF-C80CDDA81A4B}"/>
                    </a:ext>
                  </a:extLst>
                </p14:cNvPr>
                <p14:cNvContentPartPr/>
                <p14:nvPr/>
              </p14:nvContentPartPr>
              <p14:xfrm>
                <a:off x="11163168" y="2095704"/>
                <a:ext cx="5760" cy="2160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70B117A6-A2D3-300D-DEFF-C80CDDA81A4B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1154168" y="2086704"/>
                  <a:ext cx="234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A40AA24E-6D5E-8FA3-86FC-0915AD67B090}"/>
                    </a:ext>
                  </a:extLst>
                </p14:cNvPr>
                <p14:cNvContentPartPr/>
                <p14:nvPr/>
              </p14:nvContentPartPr>
              <p14:xfrm>
                <a:off x="11220408" y="2125944"/>
                <a:ext cx="247680" cy="31356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A40AA24E-6D5E-8FA3-86FC-0915AD67B090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1211408" y="2117304"/>
                  <a:ext cx="26532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3B9BEAE1-ED0E-3A2B-37FA-B247D9BFB940}"/>
                    </a:ext>
                  </a:extLst>
                </p14:cNvPr>
                <p14:cNvContentPartPr/>
                <p14:nvPr/>
              </p14:nvContentPartPr>
              <p14:xfrm>
                <a:off x="11674368" y="1965384"/>
                <a:ext cx="171360" cy="28656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3B9BEAE1-ED0E-3A2B-37FA-B247D9BFB940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1665368" y="1956384"/>
                  <a:ext cx="18900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8CB62EE1-CC75-16E0-A95B-F78D93FAC904}"/>
                    </a:ext>
                  </a:extLst>
                </p14:cNvPr>
                <p14:cNvContentPartPr/>
                <p14:nvPr/>
              </p14:nvContentPartPr>
              <p14:xfrm>
                <a:off x="11844648" y="2112264"/>
                <a:ext cx="81360" cy="1404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8CB62EE1-CC75-16E0-A95B-F78D93FAC904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1836008" y="2103624"/>
                  <a:ext cx="99000" cy="3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92245CC4-93A2-6E0E-7BF9-80C94718BFC1}"/>
              </a:ext>
            </a:extLst>
          </p:cNvPr>
          <p:cNvGrpSpPr/>
          <p:nvPr/>
        </p:nvGrpSpPr>
        <p:grpSpPr>
          <a:xfrm>
            <a:off x="1715688" y="2039544"/>
            <a:ext cx="4102560" cy="752040"/>
            <a:chOff x="1715688" y="2039544"/>
            <a:chExt cx="4102560" cy="75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511DE5EE-786D-C28D-C601-C6775115F624}"/>
                    </a:ext>
                  </a:extLst>
                </p14:cNvPr>
                <p14:cNvContentPartPr/>
                <p14:nvPr/>
              </p14:nvContentPartPr>
              <p14:xfrm>
                <a:off x="1715688" y="2104704"/>
                <a:ext cx="221400" cy="40680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511DE5EE-786D-C28D-C601-C6775115F624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706688" y="2096064"/>
                  <a:ext cx="239040" cy="42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1D70A524-23D5-BDD5-E7D7-40D9ABF03625}"/>
                    </a:ext>
                  </a:extLst>
                </p14:cNvPr>
                <p14:cNvContentPartPr/>
                <p14:nvPr/>
              </p14:nvContentPartPr>
              <p14:xfrm>
                <a:off x="2248488" y="2104344"/>
                <a:ext cx="168120" cy="12420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1D70A524-23D5-BDD5-E7D7-40D9ABF03625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2239488" y="2095704"/>
                  <a:ext cx="18576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9B1468D0-7ED7-8C89-4B1B-4171E2349E38}"/>
                    </a:ext>
                  </a:extLst>
                </p14:cNvPr>
                <p14:cNvContentPartPr/>
                <p14:nvPr/>
              </p14:nvContentPartPr>
              <p14:xfrm>
                <a:off x="2459088" y="2124864"/>
                <a:ext cx="73440" cy="7740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9B1468D0-7ED7-8C89-4B1B-4171E2349E38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2450088" y="2115864"/>
                  <a:ext cx="910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5F229B21-0527-E508-FE54-BBFE0990F5FB}"/>
                    </a:ext>
                  </a:extLst>
                </p14:cNvPr>
                <p14:cNvContentPartPr/>
                <p14:nvPr/>
              </p14:nvContentPartPr>
              <p14:xfrm>
                <a:off x="2563488" y="2132784"/>
                <a:ext cx="116640" cy="6876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5F229B21-0527-E508-FE54-BBFE0990F5FB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2554488" y="2124144"/>
                  <a:ext cx="1342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1ADE49EE-E7CC-3207-6240-874DEDAB053F}"/>
                    </a:ext>
                  </a:extLst>
                </p14:cNvPr>
                <p14:cNvContentPartPr/>
                <p14:nvPr/>
              </p14:nvContentPartPr>
              <p14:xfrm>
                <a:off x="2742048" y="2076264"/>
                <a:ext cx="42480" cy="10044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1ADE49EE-E7CC-3207-6240-874DEDAB053F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2733048" y="2067624"/>
                  <a:ext cx="6012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9A9B963A-F69E-6C00-FC46-CD5CBF02E8BE}"/>
                    </a:ext>
                  </a:extLst>
                </p14:cNvPr>
                <p14:cNvContentPartPr/>
                <p14:nvPr/>
              </p14:nvContentPartPr>
              <p14:xfrm>
                <a:off x="2883168" y="2141784"/>
                <a:ext cx="49680" cy="5400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9A9B963A-F69E-6C00-FC46-CD5CBF02E8BE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2874528" y="2133144"/>
                  <a:ext cx="6732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727FC849-E2E8-D376-AD5F-BDB9FF58B69C}"/>
                    </a:ext>
                  </a:extLst>
                </p14:cNvPr>
                <p14:cNvContentPartPr/>
                <p14:nvPr/>
              </p14:nvContentPartPr>
              <p14:xfrm>
                <a:off x="3330648" y="2133504"/>
                <a:ext cx="278640" cy="7632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727FC849-E2E8-D376-AD5F-BDB9FF58B69C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3322008" y="2124864"/>
                  <a:ext cx="29628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681BF687-4C40-9965-FB0C-387269F18FC9}"/>
                    </a:ext>
                  </a:extLst>
                </p14:cNvPr>
                <p14:cNvContentPartPr/>
                <p14:nvPr/>
              </p14:nvContentPartPr>
              <p14:xfrm>
                <a:off x="3477888" y="2053944"/>
                <a:ext cx="32760" cy="1332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681BF687-4C40-9965-FB0C-387269F18FC9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3469248" y="2045304"/>
                  <a:ext cx="504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A7FF273A-8436-5FA5-022D-92128DDB642B}"/>
                    </a:ext>
                  </a:extLst>
                </p14:cNvPr>
                <p14:cNvContentPartPr/>
                <p14:nvPr/>
              </p14:nvContentPartPr>
              <p14:xfrm>
                <a:off x="3960648" y="2120184"/>
                <a:ext cx="84600" cy="3564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A7FF273A-8436-5FA5-022D-92128DDB642B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3951648" y="2111544"/>
                  <a:ext cx="1022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3483723C-AA57-9CE5-97F6-329595EBA159}"/>
                    </a:ext>
                  </a:extLst>
                </p14:cNvPr>
                <p14:cNvContentPartPr/>
                <p14:nvPr/>
              </p14:nvContentPartPr>
              <p14:xfrm>
                <a:off x="4708728" y="2039544"/>
                <a:ext cx="887760" cy="17748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3483723C-AA57-9CE5-97F6-329595EBA159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4700088" y="2030544"/>
                  <a:ext cx="90540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FAF62D57-3C36-E593-267C-ADB089ED1057}"/>
                    </a:ext>
                  </a:extLst>
                </p14:cNvPr>
                <p14:cNvContentPartPr/>
                <p14:nvPr/>
              </p14:nvContentPartPr>
              <p14:xfrm>
                <a:off x="5689728" y="2147904"/>
                <a:ext cx="128520" cy="2124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FAF62D57-3C36-E593-267C-ADB089ED1057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5680728" y="2138904"/>
                  <a:ext cx="1461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ADF3CC0F-0DE2-EEFA-F0AD-EB064E6BFFB2}"/>
                    </a:ext>
                  </a:extLst>
                </p14:cNvPr>
                <p14:cNvContentPartPr/>
                <p14:nvPr/>
              </p14:nvContentPartPr>
              <p14:xfrm>
                <a:off x="5675688" y="2091744"/>
                <a:ext cx="15480" cy="144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ADF3CC0F-0DE2-EEFA-F0AD-EB064E6BFFB2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5667048" y="2082744"/>
                  <a:ext cx="331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97B55BBE-F252-5066-1572-7DB4A0D6EF47}"/>
                    </a:ext>
                  </a:extLst>
                </p14:cNvPr>
                <p14:cNvContentPartPr/>
                <p14:nvPr/>
              </p14:nvContentPartPr>
              <p14:xfrm>
                <a:off x="2091168" y="2581704"/>
                <a:ext cx="124560" cy="5040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97B55BBE-F252-5066-1572-7DB4A0D6EF47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2082528" y="2573064"/>
                  <a:ext cx="14220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6D2CB65B-75FC-F24B-1F1A-0FEFF3315921}"/>
                    </a:ext>
                  </a:extLst>
                </p14:cNvPr>
                <p14:cNvContentPartPr/>
                <p14:nvPr/>
              </p14:nvContentPartPr>
              <p14:xfrm>
                <a:off x="2915928" y="2486304"/>
                <a:ext cx="372960" cy="30528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6D2CB65B-75FC-F24B-1F1A-0FEFF3315921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2906928" y="2477304"/>
                  <a:ext cx="39060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D758A536-8DCE-72F2-B3C3-9F59700A5D12}"/>
                    </a:ext>
                  </a:extLst>
                </p14:cNvPr>
                <p14:cNvContentPartPr/>
                <p14:nvPr/>
              </p14:nvContentPartPr>
              <p14:xfrm>
                <a:off x="3349728" y="2492064"/>
                <a:ext cx="87120" cy="6012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D758A536-8DCE-72F2-B3C3-9F59700A5D12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3341088" y="2483424"/>
                  <a:ext cx="1047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46230F3F-D736-3147-6BF2-BE31EB8D4499}"/>
                    </a:ext>
                  </a:extLst>
                </p14:cNvPr>
                <p14:cNvContentPartPr/>
                <p14:nvPr/>
              </p14:nvContentPartPr>
              <p14:xfrm>
                <a:off x="3525768" y="2492064"/>
                <a:ext cx="176760" cy="7524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46230F3F-D736-3147-6BF2-BE31EB8D4499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3517128" y="2483064"/>
                  <a:ext cx="1944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4084808A-66A9-AE26-73CC-20A0F02458FD}"/>
                    </a:ext>
                  </a:extLst>
                </p14:cNvPr>
                <p14:cNvContentPartPr/>
                <p14:nvPr/>
              </p14:nvContentPartPr>
              <p14:xfrm>
                <a:off x="3750408" y="2490624"/>
                <a:ext cx="162720" cy="4968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4084808A-66A9-AE26-73CC-20A0F02458FD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3741408" y="2481984"/>
                  <a:ext cx="18036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1F789CDE-C332-01F0-63D3-7408163FBB22}"/>
                    </a:ext>
                  </a:extLst>
                </p14:cNvPr>
                <p14:cNvContentPartPr/>
                <p14:nvPr/>
              </p14:nvContentPartPr>
              <p14:xfrm>
                <a:off x="3968208" y="2292624"/>
                <a:ext cx="256680" cy="21240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1F789CDE-C332-01F0-63D3-7408163FBB22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3959568" y="2283624"/>
                  <a:ext cx="27432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183EF17D-C39A-259A-1BE1-55242B144E43}"/>
                    </a:ext>
                  </a:extLst>
                </p14:cNvPr>
                <p14:cNvContentPartPr/>
                <p14:nvPr/>
              </p14:nvContentPartPr>
              <p14:xfrm>
                <a:off x="4260168" y="2412144"/>
                <a:ext cx="720" cy="1908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183EF17D-C39A-259A-1BE1-55242B144E43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4251168" y="2403144"/>
                  <a:ext cx="1836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969642E9-0A8B-32E1-D2BC-D58663EC27A3}"/>
                    </a:ext>
                  </a:extLst>
                </p14:cNvPr>
                <p14:cNvContentPartPr/>
                <p14:nvPr/>
              </p14:nvContentPartPr>
              <p14:xfrm>
                <a:off x="4332528" y="2326464"/>
                <a:ext cx="274680" cy="13392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969642E9-0A8B-32E1-D2BC-D58663EC27A3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4323888" y="2317464"/>
                  <a:ext cx="2923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86AA914F-AE63-3E2F-E285-81BA26FF88D6}"/>
                    </a:ext>
                  </a:extLst>
                </p14:cNvPr>
                <p14:cNvContentPartPr/>
                <p14:nvPr/>
              </p14:nvContentPartPr>
              <p14:xfrm>
                <a:off x="4216248" y="2276424"/>
                <a:ext cx="75240" cy="936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86AA914F-AE63-3E2F-E285-81BA26FF88D6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4207248" y="2267424"/>
                  <a:ext cx="92880" cy="2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7" name="Group 266">
            <a:extLst>
              <a:ext uri="{FF2B5EF4-FFF2-40B4-BE49-F238E27FC236}">
                <a16:creationId xmlns:a16="http://schemas.microsoft.com/office/drawing/2014/main" id="{26FD7E4D-4DBC-7EB8-F392-33825CC82F02}"/>
              </a:ext>
            </a:extLst>
          </p:cNvPr>
          <p:cNvGrpSpPr/>
          <p:nvPr/>
        </p:nvGrpSpPr>
        <p:grpSpPr>
          <a:xfrm>
            <a:off x="4985568" y="2407824"/>
            <a:ext cx="1154520" cy="161640"/>
            <a:chOff x="4985568" y="2407824"/>
            <a:chExt cx="1154520" cy="16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E627F911-76BA-98D0-5C6E-6E52E0C7CDF3}"/>
                    </a:ext>
                  </a:extLst>
                </p14:cNvPr>
                <p14:cNvContentPartPr/>
                <p14:nvPr/>
              </p14:nvContentPartPr>
              <p14:xfrm>
                <a:off x="4985568" y="2471904"/>
                <a:ext cx="65880" cy="9432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E627F911-76BA-98D0-5C6E-6E52E0C7CDF3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4976568" y="2463264"/>
                  <a:ext cx="835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78051879-0659-E282-00FD-EC50AD162E8B}"/>
                    </a:ext>
                  </a:extLst>
                </p14:cNvPr>
                <p14:cNvContentPartPr/>
                <p14:nvPr/>
              </p14:nvContentPartPr>
              <p14:xfrm>
                <a:off x="5035248" y="2407824"/>
                <a:ext cx="7560" cy="2196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78051879-0659-E282-00FD-EC50AD162E8B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5026248" y="2398824"/>
                  <a:ext cx="252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52E652D3-51D9-2B51-B0F4-CB3BC15B4C85}"/>
                    </a:ext>
                  </a:extLst>
                </p14:cNvPr>
                <p14:cNvContentPartPr/>
                <p14:nvPr/>
              </p14:nvContentPartPr>
              <p14:xfrm>
                <a:off x="5106888" y="2481264"/>
                <a:ext cx="71280" cy="4860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52E652D3-51D9-2B51-B0F4-CB3BC15B4C85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5097888" y="2472624"/>
                  <a:ext cx="8892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7EE8450E-CA7C-A0F5-AEE1-89E6212A84DE}"/>
                    </a:ext>
                  </a:extLst>
                </p14:cNvPr>
                <p14:cNvContentPartPr/>
                <p14:nvPr/>
              </p14:nvContentPartPr>
              <p14:xfrm>
                <a:off x="5262048" y="2456424"/>
                <a:ext cx="212760" cy="10800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7EE8450E-CA7C-A0F5-AEE1-89E6212A84DE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5253408" y="2447424"/>
                  <a:ext cx="2304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A663CBBE-B684-207A-A357-47FCA784B91F}"/>
                    </a:ext>
                  </a:extLst>
                </p14:cNvPr>
                <p14:cNvContentPartPr/>
                <p14:nvPr/>
              </p14:nvContentPartPr>
              <p14:xfrm>
                <a:off x="5523768" y="2490624"/>
                <a:ext cx="78120" cy="7884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A663CBBE-B684-207A-A357-47FCA784B91F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5514768" y="2481984"/>
                  <a:ext cx="957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8913F8AE-15CC-F1C5-FA69-35CE1EF059B6}"/>
                    </a:ext>
                  </a:extLst>
                </p14:cNvPr>
                <p14:cNvContentPartPr/>
                <p14:nvPr/>
              </p14:nvContentPartPr>
              <p14:xfrm>
                <a:off x="5654448" y="2504304"/>
                <a:ext cx="47520" cy="5328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8913F8AE-15CC-F1C5-FA69-35CE1EF059B6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5645448" y="2495304"/>
                  <a:ext cx="651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2CD83912-A3E6-0760-05CD-800D0782FFB8}"/>
                    </a:ext>
                  </a:extLst>
                </p14:cNvPr>
                <p14:cNvContentPartPr/>
                <p14:nvPr/>
              </p14:nvContentPartPr>
              <p14:xfrm>
                <a:off x="5747688" y="2447064"/>
                <a:ext cx="288000" cy="10908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2CD83912-A3E6-0760-05CD-800D0782FFB8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5738688" y="2438424"/>
                  <a:ext cx="30564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B27CEF6B-BDB0-051A-7777-3A39612A2E50}"/>
                    </a:ext>
                  </a:extLst>
                </p14:cNvPr>
                <p14:cNvContentPartPr/>
                <p14:nvPr/>
              </p14:nvContentPartPr>
              <p14:xfrm>
                <a:off x="6031008" y="2496024"/>
                <a:ext cx="109080" cy="2592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B27CEF6B-BDB0-051A-7777-3A39612A2E50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6022008" y="2487384"/>
                  <a:ext cx="126720" cy="4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1" name="Group 270">
            <a:extLst>
              <a:ext uri="{FF2B5EF4-FFF2-40B4-BE49-F238E27FC236}">
                <a16:creationId xmlns:a16="http://schemas.microsoft.com/office/drawing/2014/main" id="{57D19792-7DDE-1953-281C-44B32E9D6059}"/>
              </a:ext>
            </a:extLst>
          </p:cNvPr>
          <p:cNvGrpSpPr/>
          <p:nvPr/>
        </p:nvGrpSpPr>
        <p:grpSpPr>
          <a:xfrm>
            <a:off x="6380208" y="2401344"/>
            <a:ext cx="864720" cy="194400"/>
            <a:chOff x="6380208" y="2401344"/>
            <a:chExt cx="864720" cy="19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00F98953-9DB2-3D3F-F09D-1E313DDF7696}"/>
                    </a:ext>
                  </a:extLst>
                </p14:cNvPr>
                <p14:cNvContentPartPr/>
                <p14:nvPr/>
              </p14:nvContentPartPr>
              <p14:xfrm>
                <a:off x="6380208" y="2401344"/>
                <a:ext cx="666360" cy="19440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00F98953-9DB2-3D3F-F09D-1E313DDF7696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6371568" y="2392704"/>
                  <a:ext cx="68400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0633395D-5748-3B52-7DEA-CB255E330114}"/>
                    </a:ext>
                  </a:extLst>
                </p14:cNvPr>
                <p14:cNvContentPartPr/>
                <p14:nvPr/>
              </p14:nvContentPartPr>
              <p14:xfrm>
                <a:off x="7130088" y="2511504"/>
                <a:ext cx="114840" cy="2412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0633395D-5748-3B52-7DEA-CB255E330114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7121088" y="2502864"/>
                  <a:ext cx="1324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E6D21041-D2B1-161B-A01E-4EE63C992D1D}"/>
                    </a:ext>
                  </a:extLst>
                </p14:cNvPr>
                <p14:cNvContentPartPr/>
                <p14:nvPr/>
              </p14:nvContentPartPr>
              <p14:xfrm>
                <a:off x="7069968" y="2454984"/>
                <a:ext cx="71280" cy="360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E6D21041-D2B1-161B-A01E-4EE63C992D1D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7060968" y="2446344"/>
                  <a:ext cx="88920" cy="21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6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9350EFBA-A021-29B6-68D9-9498D3F778A9}"/>
                  </a:ext>
                </a:extLst>
              </p14:cNvPr>
              <p14:cNvContentPartPr/>
              <p14:nvPr/>
            </p14:nvContentPartPr>
            <p14:xfrm>
              <a:off x="7414848" y="2556144"/>
              <a:ext cx="12240" cy="15120"/>
            </p14:xfrm>
          </p:contentPart>
        </mc:Choice>
        <mc:Fallback xmlns=""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9350EFBA-A021-29B6-68D9-9498D3F778A9}"/>
                  </a:ext>
                </a:extLst>
              </p:cNvPr>
              <p:cNvPicPr/>
              <p:nvPr/>
            </p:nvPicPr>
            <p:blipFill>
              <a:blip r:embed="rId327"/>
              <a:stretch>
                <a:fillRect/>
              </a:stretch>
            </p:blipFill>
            <p:spPr>
              <a:xfrm>
                <a:off x="7406208" y="2547504"/>
                <a:ext cx="29880" cy="32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75" name="Group 274">
            <a:extLst>
              <a:ext uri="{FF2B5EF4-FFF2-40B4-BE49-F238E27FC236}">
                <a16:creationId xmlns:a16="http://schemas.microsoft.com/office/drawing/2014/main" id="{03A31450-341A-A42E-F284-4E2B7DA5F8B9}"/>
              </a:ext>
            </a:extLst>
          </p:cNvPr>
          <p:cNvGrpSpPr/>
          <p:nvPr/>
        </p:nvGrpSpPr>
        <p:grpSpPr>
          <a:xfrm>
            <a:off x="2636568" y="3048264"/>
            <a:ext cx="613080" cy="286560"/>
            <a:chOff x="2636568" y="3048264"/>
            <a:chExt cx="613080" cy="28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5707AA99-131E-44CC-B334-364F66B7A06A}"/>
                    </a:ext>
                  </a:extLst>
                </p14:cNvPr>
                <p14:cNvContentPartPr/>
                <p14:nvPr/>
              </p14:nvContentPartPr>
              <p14:xfrm>
                <a:off x="2636568" y="3048264"/>
                <a:ext cx="460800" cy="28656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5707AA99-131E-44CC-B334-364F66B7A06A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2627928" y="3039264"/>
                  <a:ext cx="47844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08F64D53-2948-3C36-5800-924FE0D5CD64}"/>
                    </a:ext>
                  </a:extLst>
                </p14:cNvPr>
                <p14:cNvContentPartPr/>
                <p14:nvPr/>
              </p14:nvContentPartPr>
              <p14:xfrm>
                <a:off x="3247488" y="3150504"/>
                <a:ext cx="2160" cy="1404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08F64D53-2948-3C36-5800-924FE0D5CD6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238848" y="3141504"/>
                  <a:ext cx="19800" cy="3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78578C14-CF43-7772-5CB3-729039CD1817}"/>
              </a:ext>
            </a:extLst>
          </p:cNvPr>
          <p:cNvGrpSpPr/>
          <p:nvPr/>
        </p:nvGrpSpPr>
        <p:grpSpPr>
          <a:xfrm>
            <a:off x="4814928" y="3075624"/>
            <a:ext cx="1028160" cy="253080"/>
            <a:chOff x="4814928" y="3075624"/>
            <a:chExt cx="1028160" cy="25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D5E821AA-CDB3-F9FC-6C19-4857C1CBC87C}"/>
                    </a:ext>
                  </a:extLst>
                </p14:cNvPr>
                <p14:cNvContentPartPr/>
                <p14:nvPr/>
              </p14:nvContentPartPr>
              <p14:xfrm>
                <a:off x="4814928" y="3141144"/>
                <a:ext cx="151920" cy="18756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D5E821AA-CDB3-F9FC-6C19-4857C1CBC87C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4805928" y="3132504"/>
                  <a:ext cx="16956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BEB11D5E-F374-0A8F-628D-E969842E13DA}"/>
                    </a:ext>
                  </a:extLst>
                </p14:cNvPr>
                <p14:cNvContentPartPr/>
                <p14:nvPr/>
              </p14:nvContentPartPr>
              <p14:xfrm>
                <a:off x="5102208" y="3158784"/>
                <a:ext cx="124560" cy="14904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BEB11D5E-F374-0A8F-628D-E969842E13DA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5093568" y="3150144"/>
                  <a:ext cx="14220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AE9999DF-4E02-DF09-D4D5-A5EE5C277F80}"/>
                    </a:ext>
                  </a:extLst>
                </p14:cNvPr>
                <p14:cNvContentPartPr/>
                <p14:nvPr/>
              </p14:nvContentPartPr>
              <p14:xfrm>
                <a:off x="5325048" y="3176784"/>
                <a:ext cx="9000" cy="10440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AE9999DF-4E02-DF09-D4D5-A5EE5C277F80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5316048" y="3167784"/>
                  <a:ext cx="2664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28B69B28-7B78-3ACD-3972-A875DA9791C7}"/>
                    </a:ext>
                  </a:extLst>
                </p14:cNvPr>
                <p14:cNvContentPartPr/>
                <p14:nvPr/>
              </p14:nvContentPartPr>
              <p14:xfrm>
                <a:off x="5419368" y="3211344"/>
                <a:ext cx="226440" cy="6480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28B69B28-7B78-3ACD-3972-A875DA9791C7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5410368" y="3202704"/>
                  <a:ext cx="24408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7EA11EA6-B897-D1FC-79CF-5C3DB85E4098}"/>
                    </a:ext>
                  </a:extLst>
                </p14:cNvPr>
                <p14:cNvContentPartPr/>
                <p14:nvPr/>
              </p14:nvContentPartPr>
              <p14:xfrm>
                <a:off x="5653728" y="3165624"/>
                <a:ext cx="5760" cy="11196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7EA11EA6-B897-D1FC-79CF-5C3DB85E4098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5645088" y="3156624"/>
                  <a:ext cx="2340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D001B05E-33CA-B2BC-71F6-809A46D7720B}"/>
                    </a:ext>
                  </a:extLst>
                </p14:cNvPr>
                <p14:cNvContentPartPr/>
                <p14:nvPr/>
              </p14:nvContentPartPr>
              <p14:xfrm>
                <a:off x="5792688" y="3167064"/>
                <a:ext cx="50400" cy="14076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D001B05E-33CA-B2BC-71F6-809A46D7720B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5783688" y="3158424"/>
                  <a:ext cx="6804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F6008B79-0E9D-DDCB-56A5-93435CEAA661}"/>
                    </a:ext>
                  </a:extLst>
                </p14:cNvPr>
                <p14:cNvContentPartPr/>
                <p14:nvPr/>
              </p14:nvContentPartPr>
              <p14:xfrm>
                <a:off x="4904568" y="3075624"/>
                <a:ext cx="894240" cy="5724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F6008B79-0E9D-DDCB-56A5-93435CEAA661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4895928" y="3066984"/>
                  <a:ext cx="911880" cy="74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5">
            <p14:nvContentPartPr>
              <p14:cNvPr id="293" name="Ink 292">
                <a:extLst>
                  <a:ext uri="{FF2B5EF4-FFF2-40B4-BE49-F238E27FC236}">
                    <a16:creationId xmlns:a16="http://schemas.microsoft.com/office/drawing/2014/main" id="{F4349391-CE6D-53E9-54CD-CD1872A6DBAA}"/>
                  </a:ext>
                </a:extLst>
              </p14:cNvPr>
              <p14:cNvContentPartPr/>
              <p14:nvPr/>
            </p14:nvContentPartPr>
            <p14:xfrm>
              <a:off x="6264648" y="3092184"/>
              <a:ext cx="138240" cy="204480"/>
            </p14:xfrm>
          </p:contentPart>
        </mc:Choice>
        <mc:Fallback xmlns="">
          <p:pic>
            <p:nvPicPr>
              <p:cNvPr id="293" name="Ink 292">
                <a:extLst>
                  <a:ext uri="{FF2B5EF4-FFF2-40B4-BE49-F238E27FC236}">
                    <a16:creationId xmlns:a16="http://schemas.microsoft.com/office/drawing/2014/main" id="{F4349391-CE6D-53E9-54CD-CD1872A6DBAA}"/>
                  </a:ext>
                </a:extLst>
              </p:cNvPr>
              <p:cNvPicPr/>
              <p:nvPr/>
            </p:nvPicPr>
            <p:blipFill>
              <a:blip r:embed="rId346"/>
              <a:stretch>
                <a:fillRect/>
              </a:stretch>
            </p:blipFill>
            <p:spPr>
              <a:xfrm>
                <a:off x="6256008" y="3083184"/>
                <a:ext cx="15588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7">
            <p14:nvContentPartPr>
              <p14:cNvPr id="294" name="Ink 293">
                <a:extLst>
                  <a:ext uri="{FF2B5EF4-FFF2-40B4-BE49-F238E27FC236}">
                    <a16:creationId xmlns:a16="http://schemas.microsoft.com/office/drawing/2014/main" id="{FFE5F16A-0785-CFC7-FE7D-5C23107BFAF5}"/>
                  </a:ext>
                </a:extLst>
              </p14:cNvPr>
              <p14:cNvContentPartPr/>
              <p14:nvPr/>
            </p14:nvContentPartPr>
            <p14:xfrm>
              <a:off x="6562368" y="3127824"/>
              <a:ext cx="6480" cy="7920"/>
            </p14:xfrm>
          </p:contentPart>
        </mc:Choice>
        <mc:Fallback xmlns="">
          <p:pic>
            <p:nvPicPr>
              <p:cNvPr id="294" name="Ink 293">
                <a:extLst>
                  <a:ext uri="{FF2B5EF4-FFF2-40B4-BE49-F238E27FC236}">
                    <a16:creationId xmlns:a16="http://schemas.microsoft.com/office/drawing/2014/main" id="{FFE5F16A-0785-CFC7-FE7D-5C23107BFAF5}"/>
                  </a:ext>
                </a:extLst>
              </p:cNvPr>
              <p:cNvPicPr/>
              <p:nvPr/>
            </p:nvPicPr>
            <p:blipFill>
              <a:blip r:embed="rId348"/>
              <a:stretch>
                <a:fillRect/>
              </a:stretch>
            </p:blipFill>
            <p:spPr>
              <a:xfrm>
                <a:off x="6553728" y="3119184"/>
                <a:ext cx="24120" cy="25560"/>
              </a:xfrm>
              <a:prstGeom prst="rect">
                <a:avLst/>
              </a:prstGeom>
            </p:spPr>
          </p:pic>
        </mc:Fallback>
      </mc:AlternateContent>
      <p:grpSp>
        <p:nvGrpSpPr>
          <p:cNvPr id="308" name="Group 307">
            <a:extLst>
              <a:ext uri="{FF2B5EF4-FFF2-40B4-BE49-F238E27FC236}">
                <a16:creationId xmlns:a16="http://schemas.microsoft.com/office/drawing/2014/main" id="{324C12E1-E9F3-C27D-40D7-65CDC7087E3F}"/>
              </a:ext>
            </a:extLst>
          </p:cNvPr>
          <p:cNvGrpSpPr/>
          <p:nvPr/>
        </p:nvGrpSpPr>
        <p:grpSpPr>
          <a:xfrm>
            <a:off x="6371928" y="2825424"/>
            <a:ext cx="688680" cy="473040"/>
            <a:chOff x="6371928" y="2825424"/>
            <a:chExt cx="688680" cy="47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345CBFB6-91B5-F6CA-9600-A2CA59B4D935}"/>
                    </a:ext>
                  </a:extLst>
                </p14:cNvPr>
                <p14:cNvContentPartPr/>
                <p14:nvPr/>
              </p14:nvContentPartPr>
              <p14:xfrm>
                <a:off x="6469128" y="3097584"/>
                <a:ext cx="114480" cy="16812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345CBFB6-91B5-F6CA-9600-A2CA59B4D935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6460128" y="3088944"/>
                  <a:ext cx="1321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1F16DA46-696B-AE25-71FC-3772518DB3A3}"/>
                    </a:ext>
                  </a:extLst>
                </p14:cNvPr>
                <p14:cNvContentPartPr/>
                <p14:nvPr/>
              </p14:nvContentPartPr>
              <p14:xfrm>
                <a:off x="6653808" y="3112704"/>
                <a:ext cx="8280" cy="16020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1F16DA46-696B-AE25-71FC-3772518DB3A3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6644808" y="3104064"/>
                  <a:ext cx="2592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F24567FC-56A2-EA4D-03DB-E66BC0D370D5}"/>
                    </a:ext>
                  </a:extLst>
                </p14:cNvPr>
                <p14:cNvContentPartPr/>
                <p14:nvPr/>
              </p14:nvContentPartPr>
              <p14:xfrm>
                <a:off x="6701688" y="3141504"/>
                <a:ext cx="185400" cy="10296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F24567FC-56A2-EA4D-03DB-E66BC0D370D5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6693048" y="3132504"/>
                  <a:ext cx="2030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9E1C1B18-A607-BD35-0D94-19A292F6A6C2}"/>
                    </a:ext>
                  </a:extLst>
                </p14:cNvPr>
                <p14:cNvContentPartPr/>
                <p14:nvPr/>
              </p14:nvContentPartPr>
              <p14:xfrm>
                <a:off x="6860088" y="3090024"/>
                <a:ext cx="38880" cy="15660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9E1C1B18-A607-BD35-0D94-19A292F6A6C2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6851088" y="3081384"/>
                  <a:ext cx="5652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E0533347-4DFF-2F0F-FEF2-0EACFF57A718}"/>
                    </a:ext>
                  </a:extLst>
                </p14:cNvPr>
                <p14:cNvContentPartPr/>
                <p14:nvPr/>
              </p14:nvContentPartPr>
              <p14:xfrm>
                <a:off x="6748128" y="2825424"/>
                <a:ext cx="312480" cy="47304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E0533347-4DFF-2F0F-FEF2-0EACFF57A718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6739488" y="2816424"/>
                  <a:ext cx="330120" cy="49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3760BD73-113F-7F03-99D1-8F16F4C826F9}"/>
                    </a:ext>
                  </a:extLst>
                </p14:cNvPr>
                <p14:cNvContentPartPr/>
                <p14:nvPr/>
              </p14:nvContentPartPr>
              <p14:xfrm>
                <a:off x="6371928" y="3061584"/>
                <a:ext cx="569880" cy="2088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3760BD73-113F-7F03-99D1-8F16F4C826F9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6362928" y="3052584"/>
                  <a:ext cx="587520" cy="3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3" name="Group 312">
            <a:extLst>
              <a:ext uri="{FF2B5EF4-FFF2-40B4-BE49-F238E27FC236}">
                <a16:creationId xmlns:a16="http://schemas.microsoft.com/office/drawing/2014/main" id="{7887B355-F671-792C-5E3A-4BC7565D4715}"/>
              </a:ext>
            </a:extLst>
          </p:cNvPr>
          <p:cNvGrpSpPr/>
          <p:nvPr/>
        </p:nvGrpSpPr>
        <p:grpSpPr>
          <a:xfrm>
            <a:off x="7502688" y="2875464"/>
            <a:ext cx="339480" cy="394920"/>
            <a:chOff x="7502688" y="2875464"/>
            <a:chExt cx="339480" cy="39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AF2347BD-AD3D-D40E-ECD5-B9BCDDB482F0}"/>
                    </a:ext>
                  </a:extLst>
                </p14:cNvPr>
                <p14:cNvContentPartPr/>
                <p14:nvPr/>
              </p14:nvContentPartPr>
              <p14:xfrm>
                <a:off x="7502688" y="3040704"/>
                <a:ext cx="181800" cy="22968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AF2347BD-AD3D-D40E-ECD5-B9BCDDB482F0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7493688" y="3032064"/>
                  <a:ext cx="19944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D5C09BD2-53A5-7972-9975-5CC3532A4996}"/>
                    </a:ext>
                  </a:extLst>
                </p14:cNvPr>
                <p14:cNvContentPartPr/>
                <p14:nvPr/>
              </p14:nvContentPartPr>
              <p14:xfrm>
                <a:off x="7644888" y="2876904"/>
                <a:ext cx="11880" cy="10584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D5C09BD2-53A5-7972-9975-5CC3532A4996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7636248" y="2867904"/>
                  <a:ext cx="2952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BE6B30BC-1FE5-55B6-CB0C-2E21DB312353}"/>
                    </a:ext>
                  </a:extLst>
                </p14:cNvPr>
                <p14:cNvContentPartPr/>
                <p14:nvPr/>
              </p14:nvContentPartPr>
              <p14:xfrm>
                <a:off x="7720488" y="2875464"/>
                <a:ext cx="28800" cy="12240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BE6B30BC-1FE5-55B6-CB0C-2E21DB312353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7711488" y="2866824"/>
                  <a:ext cx="4644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4A3C4A83-D8A9-CC4E-0D4E-23D1DBCDAD9F}"/>
                    </a:ext>
                  </a:extLst>
                </p14:cNvPr>
                <p14:cNvContentPartPr/>
                <p14:nvPr/>
              </p14:nvContentPartPr>
              <p14:xfrm>
                <a:off x="7556328" y="3040344"/>
                <a:ext cx="285840" cy="1080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4A3C4A83-D8A9-CC4E-0D4E-23D1DBCDAD9F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7547688" y="3031704"/>
                  <a:ext cx="30348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5" name="Group 314">
            <a:extLst>
              <a:ext uri="{FF2B5EF4-FFF2-40B4-BE49-F238E27FC236}">
                <a16:creationId xmlns:a16="http://schemas.microsoft.com/office/drawing/2014/main" id="{2E4CF718-F5DC-4347-FB9A-78B2D9571FC6}"/>
              </a:ext>
            </a:extLst>
          </p:cNvPr>
          <p:cNvGrpSpPr/>
          <p:nvPr/>
        </p:nvGrpSpPr>
        <p:grpSpPr>
          <a:xfrm>
            <a:off x="3644928" y="3057984"/>
            <a:ext cx="674640" cy="265320"/>
            <a:chOff x="3644928" y="3057984"/>
            <a:chExt cx="674640" cy="26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6CAA6A51-224B-C2C9-78CD-B476CD278F85}"/>
                    </a:ext>
                  </a:extLst>
                </p14:cNvPr>
                <p14:cNvContentPartPr/>
                <p14:nvPr/>
              </p14:nvContentPartPr>
              <p14:xfrm>
                <a:off x="3644928" y="3109824"/>
                <a:ext cx="158400" cy="21024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6CAA6A51-224B-C2C9-78CD-B476CD278F85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3636288" y="3101184"/>
                  <a:ext cx="17604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DBE55A9E-8484-16E1-85AF-EF22937A8263}"/>
                    </a:ext>
                  </a:extLst>
                </p14:cNvPr>
                <p14:cNvContentPartPr/>
                <p14:nvPr/>
              </p14:nvContentPartPr>
              <p14:xfrm>
                <a:off x="3752208" y="3133584"/>
                <a:ext cx="150480" cy="18972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DBE55A9E-8484-16E1-85AF-EF22937A8263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3743568" y="3124584"/>
                  <a:ext cx="16812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51BEF59A-D4F4-9BE0-1D73-B86E43176B48}"/>
                    </a:ext>
                  </a:extLst>
                </p14:cNvPr>
                <p14:cNvContentPartPr/>
                <p14:nvPr/>
              </p14:nvContentPartPr>
              <p14:xfrm>
                <a:off x="3910248" y="3148704"/>
                <a:ext cx="187920" cy="17460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51BEF59A-D4F4-9BE0-1D73-B86E43176B48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3901608" y="3139704"/>
                  <a:ext cx="2055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5FF89A8C-5D2A-C76F-6E45-B79E72F18A31}"/>
                    </a:ext>
                  </a:extLst>
                </p14:cNvPr>
                <p14:cNvContentPartPr/>
                <p14:nvPr/>
              </p14:nvContentPartPr>
              <p14:xfrm>
                <a:off x="3943008" y="3219624"/>
                <a:ext cx="59760" cy="8244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5FF89A8C-5D2A-C76F-6E45-B79E72F18A31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3934368" y="3210984"/>
                  <a:ext cx="7740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55C2D6AD-9CE1-DD31-E6C4-52E1D3652446}"/>
                    </a:ext>
                  </a:extLst>
                </p14:cNvPr>
                <p14:cNvContentPartPr/>
                <p14:nvPr/>
              </p14:nvContentPartPr>
              <p14:xfrm>
                <a:off x="4225608" y="3095784"/>
                <a:ext cx="9360" cy="19368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55C2D6AD-9CE1-DD31-E6C4-52E1D3652446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4216608" y="3087144"/>
                  <a:ext cx="270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EC85E9A8-013C-F3FF-D7CD-E6B9291BB2B4}"/>
                    </a:ext>
                  </a:extLst>
                </p14:cNvPr>
                <p14:cNvContentPartPr/>
                <p14:nvPr/>
              </p14:nvContentPartPr>
              <p14:xfrm>
                <a:off x="3738888" y="3057984"/>
                <a:ext cx="580680" cy="1908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EC85E9A8-013C-F3FF-D7CD-E6B9291BB2B4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3729888" y="3048984"/>
                  <a:ext cx="5983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A8C31412-0F96-08B8-0B4E-87725B2D3A8B}"/>
                    </a:ext>
                  </a:extLst>
                </p14:cNvPr>
                <p14:cNvContentPartPr/>
                <p14:nvPr/>
              </p14:nvContentPartPr>
              <p14:xfrm>
                <a:off x="4019688" y="3258144"/>
                <a:ext cx="80280" cy="3924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A8C31412-0F96-08B8-0B4E-87725B2D3A8B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4010688" y="3249144"/>
                  <a:ext cx="97920" cy="5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4" name="Group 323">
            <a:extLst>
              <a:ext uri="{FF2B5EF4-FFF2-40B4-BE49-F238E27FC236}">
                <a16:creationId xmlns:a16="http://schemas.microsoft.com/office/drawing/2014/main" id="{FAEA3442-22A6-EDB1-5BCD-68398ECDFBB9}"/>
              </a:ext>
            </a:extLst>
          </p:cNvPr>
          <p:cNvGrpSpPr/>
          <p:nvPr/>
        </p:nvGrpSpPr>
        <p:grpSpPr>
          <a:xfrm>
            <a:off x="3775248" y="3594384"/>
            <a:ext cx="775800" cy="231840"/>
            <a:chOff x="3775248" y="3594384"/>
            <a:chExt cx="775800" cy="23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5F03D4EE-FDE0-FB6E-1BE7-EAE1A1187152}"/>
                    </a:ext>
                  </a:extLst>
                </p14:cNvPr>
                <p14:cNvContentPartPr/>
                <p14:nvPr/>
              </p14:nvContentPartPr>
              <p14:xfrm>
                <a:off x="3775248" y="3609864"/>
                <a:ext cx="201960" cy="21636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5F03D4EE-FDE0-FB6E-1BE7-EAE1A1187152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3766608" y="3601224"/>
                  <a:ext cx="21960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5304B3DB-6345-0F6E-5B02-6C4623BF1ECA}"/>
                    </a:ext>
                  </a:extLst>
                </p14:cNvPr>
                <p14:cNvContentPartPr/>
                <p14:nvPr/>
              </p14:nvContentPartPr>
              <p14:xfrm>
                <a:off x="3962088" y="3663504"/>
                <a:ext cx="113400" cy="14940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5304B3DB-6345-0F6E-5B02-6C4623BF1ECA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3953448" y="3654504"/>
                  <a:ext cx="13104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C1314C0C-8320-959F-FC47-F191450E677B}"/>
                    </a:ext>
                  </a:extLst>
                </p14:cNvPr>
                <p14:cNvContentPartPr/>
                <p14:nvPr/>
              </p14:nvContentPartPr>
              <p14:xfrm>
                <a:off x="4113288" y="3684384"/>
                <a:ext cx="21240" cy="13464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C1314C0C-8320-959F-FC47-F191450E677B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4104648" y="3675384"/>
                  <a:ext cx="3888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AB904FA5-9905-AEC3-424F-3ABD60B52778}"/>
                    </a:ext>
                  </a:extLst>
                </p14:cNvPr>
                <p14:cNvContentPartPr/>
                <p14:nvPr/>
              </p14:nvContentPartPr>
              <p14:xfrm>
                <a:off x="4223808" y="3703464"/>
                <a:ext cx="190080" cy="7056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AB904FA5-9905-AEC3-424F-3ABD60B52778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4214808" y="3694464"/>
                  <a:ext cx="20772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F6A077E9-CEB1-23FC-C474-070AF165A832}"/>
                    </a:ext>
                  </a:extLst>
                </p14:cNvPr>
                <p14:cNvContentPartPr/>
                <p14:nvPr/>
              </p14:nvContentPartPr>
              <p14:xfrm>
                <a:off x="4394448" y="3661704"/>
                <a:ext cx="45720" cy="11412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F6A077E9-CEB1-23FC-C474-070AF165A832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4385448" y="3653064"/>
                  <a:ext cx="633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6AA684BC-A56C-D911-4222-935ED9AFD991}"/>
                    </a:ext>
                  </a:extLst>
                </p14:cNvPr>
                <p14:cNvContentPartPr/>
                <p14:nvPr/>
              </p14:nvContentPartPr>
              <p14:xfrm>
                <a:off x="4512888" y="3656664"/>
                <a:ext cx="38160" cy="11880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6AA684BC-A56C-D911-4222-935ED9AFD991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4504248" y="3648024"/>
                  <a:ext cx="5580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73E2E754-B77F-A011-7222-41B2A183F0EB}"/>
                    </a:ext>
                  </a:extLst>
                </p14:cNvPr>
                <p14:cNvContentPartPr/>
                <p14:nvPr/>
              </p14:nvContentPartPr>
              <p14:xfrm>
                <a:off x="3857688" y="3594384"/>
                <a:ext cx="628920" cy="972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73E2E754-B77F-A011-7222-41B2A183F0EB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3849048" y="3585744"/>
                  <a:ext cx="646560" cy="2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5" name="Group 344">
            <a:extLst>
              <a:ext uri="{FF2B5EF4-FFF2-40B4-BE49-F238E27FC236}">
                <a16:creationId xmlns:a16="http://schemas.microsoft.com/office/drawing/2014/main" id="{B769CE54-2041-16AD-BD91-49BA8047BB79}"/>
              </a:ext>
            </a:extLst>
          </p:cNvPr>
          <p:cNvGrpSpPr/>
          <p:nvPr/>
        </p:nvGrpSpPr>
        <p:grpSpPr>
          <a:xfrm>
            <a:off x="5003568" y="3529584"/>
            <a:ext cx="651600" cy="243720"/>
            <a:chOff x="5003568" y="3529584"/>
            <a:chExt cx="651600" cy="24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70BBFC1D-EBE3-7D63-5E8E-4EAD1C91D49F}"/>
                    </a:ext>
                  </a:extLst>
                </p14:cNvPr>
                <p14:cNvContentPartPr/>
                <p14:nvPr/>
              </p14:nvContentPartPr>
              <p14:xfrm>
                <a:off x="5003568" y="3554784"/>
                <a:ext cx="171360" cy="21636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70BBFC1D-EBE3-7D63-5E8E-4EAD1C91D49F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4994568" y="3546144"/>
                  <a:ext cx="18900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51B234C7-41B7-784E-4FF1-BFF5D71D203D}"/>
                    </a:ext>
                  </a:extLst>
                </p14:cNvPr>
                <p14:cNvContentPartPr/>
                <p14:nvPr/>
              </p14:nvContentPartPr>
              <p14:xfrm>
                <a:off x="5082048" y="3680064"/>
                <a:ext cx="169200" cy="1224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51B234C7-41B7-784E-4FF1-BFF5D71D203D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5073408" y="3671064"/>
                  <a:ext cx="1868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5D699B55-259C-9A78-54BE-B90349D75A11}"/>
                    </a:ext>
                  </a:extLst>
                </p14:cNvPr>
                <p14:cNvContentPartPr/>
                <p14:nvPr/>
              </p14:nvContentPartPr>
              <p14:xfrm>
                <a:off x="5232528" y="3614544"/>
                <a:ext cx="12240" cy="15876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5D699B55-259C-9A78-54BE-B90349D75A11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5223528" y="3605544"/>
                  <a:ext cx="2988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3FA32A97-6AA2-0FC7-13C5-E79646628C3A}"/>
                    </a:ext>
                  </a:extLst>
                </p14:cNvPr>
                <p14:cNvContentPartPr/>
                <p14:nvPr/>
              </p14:nvContentPartPr>
              <p14:xfrm>
                <a:off x="5287968" y="3600864"/>
                <a:ext cx="199080" cy="15300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3FA32A97-6AA2-0FC7-13C5-E79646628C3A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5278968" y="3592224"/>
                  <a:ext cx="2167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21210AE0-94E5-91BC-CFC5-081DFBDF486D}"/>
                    </a:ext>
                  </a:extLst>
                </p14:cNvPr>
                <p14:cNvContentPartPr/>
                <p14:nvPr/>
              </p14:nvContentPartPr>
              <p14:xfrm>
                <a:off x="5319288" y="3658104"/>
                <a:ext cx="82080" cy="7128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21210AE0-94E5-91BC-CFC5-081DFBDF486D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5310288" y="3649464"/>
                  <a:ext cx="997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6BF24651-28B8-694D-7863-5DA86BB4937C}"/>
                    </a:ext>
                  </a:extLst>
                </p14:cNvPr>
                <p14:cNvContentPartPr/>
                <p14:nvPr/>
              </p14:nvContentPartPr>
              <p14:xfrm>
                <a:off x="5595048" y="3601224"/>
                <a:ext cx="12240" cy="13284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6BF24651-28B8-694D-7863-5DA86BB4937C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5586048" y="3592224"/>
                  <a:ext cx="298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DD9D917B-74E9-A791-17AB-B26C30AB2C1B}"/>
                    </a:ext>
                  </a:extLst>
                </p14:cNvPr>
                <p14:cNvContentPartPr/>
                <p14:nvPr/>
              </p14:nvContentPartPr>
              <p14:xfrm>
                <a:off x="5114808" y="3529584"/>
                <a:ext cx="540360" cy="2808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DD9D917B-74E9-A791-17AB-B26C30AB2C1B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5106168" y="3520584"/>
                  <a:ext cx="558000" cy="4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4" name="Group 343">
            <a:extLst>
              <a:ext uri="{FF2B5EF4-FFF2-40B4-BE49-F238E27FC236}">
                <a16:creationId xmlns:a16="http://schemas.microsoft.com/office/drawing/2014/main" id="{206D6C26-9EDE-D555-C355-DB6231231658}"/>
              </a:ext>
            </a:extLst>
          </p:cNvPr>
          <p:cNvGrpSpPr/>
          <p:nvPr/>
        </p:nvGrpSpPr>
        <p:grpSpPr>
          <a:xfrm>
            <a:off x="5993208" y="3412224"/>
            <a:ext cx="991440" cy="358200"/>
            <a:chOff x="5993208" y="3412224"/>
            <a:chExt cx="991440" cy="35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E471D7A1-C091-82AB-CB0E-289B8E920991}"/>
                    </a:ext>
                  </a:extLst>
                </p14:cNvPr>
                <p14:cNvContentPartPr/>
                <p14:nvPr/>
              </p14:nvContentPartPr>
              <p14:xfrm>
                <a:off x="5993208" y="3567024"/>
                <a:ext cx="165240" cy="18036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E471D7A1-C091-82AB-CB0E-289B8E920991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5984568" y="3558024"/>
                  <a:ext cx="18288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74A3547D-8B91-ADFB-EF61-49BDE973DF49}"/>
                    </a:ext>
                  </a:extLst>
                </p14:cNvPr>
                <p14:cNvContentPartPr/>
                <p14:nvPr/>
              </p14:nvContentPartPr>
              <p14:xfrm>
                <a:off x="6217488" y="3613104"/>
                <a:ext cx="180720" cy="15408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74A3547D-8B91-ADFB-EF61-49BDE973DF49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6208848" y="3604464"/>
                  <a:ext cx="19836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4121BC1C-73CB-F21D-8507-F2405C16ACD3}"/>
                    </a:ext>
                  </a:extLst>
                </p14:cNvPr>
                <p14:cNvContentPartPr/>
                <p14:nvPr/>
              </p14:nvContentPartPr>
              <p14:xfrm>
                <a:off x="6473448" y="3605184"/>
                <a:ext cx="24120" cy="12672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4121BC1C-73CB-F21D-8507-F2405C16ACD3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6464808" y="3596544"/>
                  <a:ext cx="4176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98174458-C503-B52D-FD99-DD958B0F4239}"/>
                    </a:ext>
                  </a:extLst>
                </p14:cNvPr>
                <p14:cNvContentPartPr/>
                <p14:nvPr/>
              </p14:nvContentPartPr>
              <p14:xfrm>
                <a:off x="6600168" y="3613104"/>
                <a:ext cx="206280" cy="13140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98174458-C503-B52D-FD99-DD958B0F4239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6591168" y="3604464"/>
                  <a:ext cx="22392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6A718B33-0990-67C6-02CA-69D4D484FA5C}"/>
                    </a:ext>
                  </a:extLst>
                </p14:cNvPr>
                <p14:cNvContentPartPr/>
                <p14:nvPr/>
              </p14:nvContentPartPr>
              <p14:xfrm>
                <a:off x="6717888" y="3412224"/>
                <a:ext cx="266760" cy="35820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6A718B33-0990-67C6-02CA-69D4D484FA5C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6708888" y="3403584"/>
                  <a:ext cx="28440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90BEB294-9CD6-06EC-572B-E782C77EB7F8}"/>
                    </a:ext>
                  </a:extLst>
                </p14:cNvPr>
                <p14:cNvContentPartPr/>
                <p14:nvPr/>
              </p14:nvContentPartPr>
              <p14:xfrm>
                <a:off x="6267168" y="3559464"/>
                <a:ext cx="692640" cy="3132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90BEB294-9CD6-06EC-572B-E782C77EB7F8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6258528" y="3550464"/>
                  <a:ext cx="710280" cy="4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3" name="Group 342">
            <a:extLst>
              <a:ext uri="{FF2B5EF4-FFF2-40B4-BE49-F238E27FC236}">
                <a16:creationId xmlns:a16="http://schemas.microsoft.com/office/drawing/2014/main" id="{28C9AFF8-F998-D93B-9223-419BFD608328}"/>
              </a:ext>
            </a:extLst>
          </p:cNvPr>
          <p:cNvGrpSpPr/>
          <p:nvPr/>
        </p:nvGrpSpPr>
        <p:grpSpPr>
          <a:xfrm>
            <a:off x="7312968" y="3462984"/>
            <a:ext cx="164880" cy="345600"/>
            <a:chOff x="7312968" y="3462984"/>
            <a:chExt cx="164880" cy="34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8C6D01DC-DB67-6283-5A58-DD0BD360C183}"/>
                    </a:ext>
                  </a:extLst>
                </p14:cNvPr>
                <p14:cNvContentPartPr/>
                <p14:nvPr/>
              </p14:nvContentPartPr>
              <p14:xfrm>
                <a:off x="7312968" y="3583584"/>
                <a:ext cx="164880" cy="22500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8C6D01DC-DB67-6283-5A58-DD0BD360C183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7303968" y="3574584"/>
                  <a:ext cx="1825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FDFB8EC4-361C-74F7-03B9-A0A3809C543F}"/>
                    </a:ext>
                  </a:extLst>
                </p14:cNvPr>
                <p14:cNvContentPartPr/>
                <p14:nvPr/>
              </p14:nvContentPartPr>
              <p14:xfrm>
                <a:off x="7364448" y="3462984"/>
                <a:ext cx="20160" cy="6084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FDFB8EC4-361C-74F7-03B9-A0A3809C543F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7355808" y="3453984"/>
                  <a:ext cx="3780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8B13C0BF-7CE2-74FA-5562-2FD1B04C3731}"/>
                    </a:ext>
                  </a:extLst>
                </p14:cNvPr>
                <p14:cNvContentPartPr/>
                <p14:nvPr/>
              </p14:nvContentPartPr>
              <p14:xfrm>
                <a:off x="7439688" y="3476304"/>
                <a:ext cx="7200" cy="7884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8B13C0BF-7CE2-74FA-5562-2FD1B04C3731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7430688" y="3467664"/>
                  <a:ext cx="2484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33CC30ED-1FFB-4BBF-A114-93B63375B8BB}"/>
                    </a:ext>
                  </a:extLst>
                </p14:cNvPr>
                <p14:cNvContentPartPr/>
                <p14:nvPr/>
              </p14:nvContentPartPr>
              <p14:xfrm>
                <a:off x="7355088" y="3593304"/>
                <a:ext cx="120960" cy="504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33CC30ED-1FFB-4BBF-A114-93B63375B8BB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7346088" y="3584664"/>
                  <a:ext cx="138600" cy="22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31">
            <p14:nvContentPartPr>
              <p14:cNvPr id="346" name="Ink 345">
                <a:extLst>
                  <a:ext uri="{FF2B5EF4-FFF2-40B4-BE49-F238E27FC236}">
                    <a16:creationId xmlns:a16="http://schemas.microsoft.com/office/drawing/2014/main" id="{64ECD006-9A9E-F788-1D5C-84F5981A74CC}"/>
                  </a:ext>
                </a:extLst>
              </p14:cNvPr>
              <p14:cNvContentPartPr/>
              <p14:nvPr/>
            </p14:nvContentPartPr>
            <p14:xfrm>
              <a:off x="8068968" y="2928024"/>
              <a:ext cx="173520" cy="776880"/>
            </p14:xfrm>
          </p:contentPart>
        </mc:Choice>
        <mc:Fallback xmlns="">
          <p:pic>
            <p:nvPicPr>
              <p:cNvPr id="346" name="Ink 345">
                <a:extLst>
                  <a:ext uri="{FF2B5EF4-FFF2-40B4-BE49-F238E27FC236}">
                    <a16:creationId xmlns:a16="http://schemas.microsoft.com/office/drawing/2014/main" id="{64ECD006-9A9E-F788-1D5C-84F5981A74CC}"/>
                  </a:ext>
                </a:extLst>
              </p:cNvPr>
              <p:cNvPicPr/>
              <p:nvPr/>
            </p:nvPicPr>
            <p:blipFill>
              <a:blip r:embed="rId432"/>
              <a:stretch>
                <a:fillRect/>
              </a:stretch>
            </p:blipFill>
            <p:spPr>
              <a:xfrm>
                <a:off x="8060328" y="2919024"/>
                <a:ext cx="191160" cy="794520"/>
              </a:xfrm>
              <a:prstGeom prst="rect">
                <a:avLst/>
              </a:prstGeom>
            </p:spPr>
          </p:pic>
        </mc:Fallback>
      </mc:AlternateContent>
      <p:grpSp>
        <p:nvGrpSpPr>
          <p:cNvPr id="351" name="Group 350">
            <a:extLst>
              <a:ext uri="{FF2B5EF4-FFF2-40B4-BE49-F238E27FC236}">
                <a16:creationId xmlns:a16="http://schemas.microsoft.com/office/drawing/2014/main" id="{47EA1528-8E3F-B0A8-7311-01E3BD79362D}"/>
              </a:ext>
            </a:extLst>
          </p:cNvPr>
          <p:cNvGrpSpPr/>
          <p:nvPr/>
        </p:nvGrpSpPr>
        <p:grpSpPr>
          <a:xfrm>
            <a:off x="8395128" y="3139344"/>
            <a:ext cx="617760" cy="266400"/>
            <a:chOff x="8395128" y="3139344"/>
            <a:chExt cx="617760" cy="26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196E7D6B-D8CD-89F1-4306-A4927C5D2385}"/>
                    </a:ext>
                  </a:extLst>
                </p14:cNvPr>
                <p14:cNvContentPartPr/>
                <p14:nvPr/>
              </p14:nvContentPartPr>
              <p14:xfrm>
                <a:off x="8395128" y="3224304"/>
                <a:ext cx="157680" cy="18144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196E7D6B-D8CD-89F1-4306-A4927C5D2385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8386128" y="3215664"/>
                  <a:ext cx="17532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1A66B5B9-7E0E-D0EB-6BFE-ECA1E62247BC}"/>
                    </a:ext>
                  </a:extLst>
                </p14:cNvPr>
                <p14:cNvContentPartPr/>
                <p14:nvPr/>
              </p14:nvContentPartPr>
              <p14:xfrm>
                <a:off x="8608608" y="3147984"/>
                <a:ext cx="227520" cy="16668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1A66B5B9-7E0E-D0EB-6BFE-ECA1E62247BC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8599608" y="3139344"/>
                  <a:ext cx="24516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17FDBA72-854C-33BA-7933-5E4601B8FDCC}"/>
                    </a:ext>
                  </a:extLst>
                </p14:cNvPr>
                <p14:cNvContentPartPr/>
                <p14:nvPr/>
              </p14:nvContentPartPr>
              <p14:xfrm>
                <a:off x="8893368" y="3239064"/>
                <a:ext cx="1440" cy="1404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17FDBA72-854C-33BA-7933-5E4601B8FDC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884368" y="3230064"/>
                  <a:ext cx="190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EF916940-7422-55F8-D78C-BC509BBE89B9}"/>
                    </a:ext>
                  </a:extLst>
                </p14:cNvPr>
                <p14:cNvContentPartPr/>
                <p14:nvPr/>
              </p14:nvContentPartPr>
              <p14:xfrm>
                <a:off x="8926488" y="3139344"/>
                <a:ext cx="86400" cy="19332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EF916940-7422-55F8-D78C-BC509BBE89B9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8917848" y="3130704"/>
                  <a:ext cx="104040" cy="21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6" name="Group 365">
            <a:extLst>
              <a:ext uri="{FF2B5EF4-FFF2-40B4-BE49-F238E27FC236}">
                <a16:creationId xmlns:a16="http://schemas.microsoft.com/office/drawing/2014/main" id="{AAE5D427-3CB6-9836-A07F-538F763292BC}"/>
              </a:ext>
            </a:extLst>
          </p:cNvPr>
          <p:cNvGrpSpPr/>
          <p:nvPr/>
        </p:nvGrpSpPr>
        <p:grpSpPr>
          <a:xfrm>
            <a:off x="9378648" y="3129264"/>
            <a:ext cx="646200" cy="183240"/>
            <a:chOff x="9378648" y="3129264"/>
            <a:chExt cx="646200" cy="18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CD719E70-CE96-2C17-0DAA-0ECEAD209E34}"/>
                    </a:ext>
                  </a:extLst>
                </p14:cNvPr>
                <p14:cNvContentPartPr/>
                <p14:nvPr/>
              </p14:nvContentPartPr>
              <p14:xfrm>
                <a:off x="9378648" y="3164904"/>
                <a:ext cx="18000" cy="14616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CD719E70-CE96-2C17-0DAA-0ECEAD209E34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9369648" y="3155904"/>
                  <a:ext cx="3564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3FE26426-D303-4D8E-925C-F9A8B389696B}"/>
                    </a:ext>
                  </a:extLst>
                </p14:cNvPr>
                <p14:cNvContentPartPr/>
                <p14:nvPr/>
              </p14:nvContentPartPr>
              <p14:xfrm>
                <a:off x="9539208" y="3129264"/>
                <a:ext cx="7560" cy="18324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3FE26426-D303-4D8E-925C-F9A8B389696B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9530568" y="3120624"/>
                  <a:ext cx="252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2D112CFC-A2A7-5817-830B-2B47BFE35B7F}"/>
                    </a:ext>
                  </a:extLst>
                </p14:cNvPr>
                <p14:cNvContentPartPr/>
                <p14:nvPr/>
              </p14:nvContentPartPr>
              <p14:xfrm>
                <a:off x="9383328" y="3255984"/>
                <a:ext cx="305640" cy="4824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2D112CFC-A2A7-5817-830B-2B47BFE35B7F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9374688" y="3247344"/>
                  <a:ext cx="32328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A491077B-F6F3-020A-7397-D42A57DE0AE6}"/>
                    </a:ext>
                  </a:extLst>
                </p14:cNvPr>
                <p14:cNvContentPartPr/>
                <p14:nvPr/>
              </p14:nvContentPartPr>
              <p14:xfrm>
                <a:off x="9678528" y="3186504"/>
                <a:ext cx="6120" cy="1656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A491077B-F6F3-020A-7397-D42A57DE0AE6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9669888" y="3177864"/>
                  <a:ext cx="237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B30B3CBC-D0E9-FA9A-DECE-B794C660F3D4}"/>
                    </a:ext>
                  </a:extLst>
                </p14:cNvPr>
                <p14:cNvContentPartPr/>
                <p14:nvPr/>
              </p14:nvContentPartPr>
              <p14:xfrm>
                <a:off x="9746208" y="3254184"/>
                <a:ext cx="43920" cy="3492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B30B3CBC-D0E9-FA9A-DECE-B794C660F3D4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9737208" y="3245544"/>
                  <a:ext cx="615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2D2A4CDE-6E37-A54B-4C29-D8C8571387FA}"/>
                    </a:ext>
                  </a:extLst>
                </p14:cNvPr>
                <p14:cNvContentPartPr/>
                <p14:nvPr/>
              </p14:nvContentPartPr>
              <p14:xfrm>
                <a:off x="9866088" y="3129624"/>
                <a:ext cx="152280" cy="17964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2D2A4CDE-6E37-A54B-4C29-D8C8571387FA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9857448" y="3120624"/>
                  <a:ext cx="16992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0978129D-8133-40FF-E0B6-31C36D14D269}"/>
                    </a:ext>
                  </a:extLst>
                </p14:cNvPr>
                <p14:cNvContentPartPr/>
                <p14:nvPr/>
              </p14:nvContentPartPr>
              <p14:xfrm>
                <a:off x="10024128" y="3163824"/>
                <a:ext cx="720" cy="1908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0978129D-8133-40FF-E0B6-31C36D14D269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10015488" y="3154824"/>
                  <a:ext cx="18360" cy="3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5" name="Group 364">
            <a:extLst>
              <a:ext uri="{FF2B5EF4-FFF2-40B4-BE49-F238E27FC236}">
                <a16:creationId xmlns:a16="http://schemas.microsoft.com/office/drawing/2014/main" id="{EDDA0B7B-0965-3730-9DEB-68F4085E2047}"/>
              </a:ext>
            </a:extLst>
          </p:cNvPr>
          <p:cNvGrpSpPr/>
          <p:nvPr/>
        </p:nvGrpSpPr>
        <p:grpSpPr>
          <a:xfrm>
            <a:off x="10348488" y="3099744"/>
            <a:ext cx="1127160" cy="205560"/>
            <a:chOff x="10348488" y="3099744"/>
            <a:chExt cx="1127160" cy="20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85DE5F74-DC23-BC61-1BDF-139C5A669463}"/>
                    </a:ext>
                  </a:extLst>
                </p14:cNvPr>
                <p14:cNvContentPartPr/>
                <p14:nvPr/>
              </p14:nvContentPartPr>
              <p14:xfrm>
                <a:off x="10348488" y="3122064"/>
                <a:ext cx="106560" cy="18324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85DE5F74-DC23-BC61-1BDF-139C5A669463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10339488" y="3113424"/>
                  <a:ext cx="1242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0CDFAE53-4AB0-7C41-27F0-B83BE4464D6B}"/>
                    </a:ext>
                  </a:extLst>
                </p14:cNvPr>
                <p14:cNvContentPartPr/>
                <p14:nvPr/>
              </p14:nvContentPartPr>
              <p14:xfrm>
                <a:off x="10501128" y="3216744"/>
                <a:ext cx="271440" cy="6480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0CDFAE53-4AB0-7C41-27F0-B83BE4464D6B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10492128" y="3208104"/>
                  <a:ext cx="28908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27583FD9-23F4-0EFE-33C2-30D6E7124BFA}"/>
                    </a:ext>
                  </a:extLst>
                </p14:cNvPr>
                <p14:cNvContentPartPr/>
                <p14:nvPr/>
              </p14:nvContentPartPr>
              <p14:xfrm>
                <a:off x="10843488" y="3099744"/>
                <a:ext cx="250200" cy="18072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27583FD9-23F4-0EFE-33C2-30D6E7124BFA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10834488" y="3091104"/>
                  <a:ext cx="26784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D9664E04-63CF-04A0-74E2-F9FA90F41A50}"/>
                    </a:ext>
                  </a:extLst>
                </p14:cNvPr>
                <p14:cNvContentPartPr/>
                <p14:nvPr/>
              </p14:nvContentPartPr>
              <p14:xfrm>
                <a:off x="11170728" y="3246264"/>
                <a:ext cx="107640" cy="3348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D9664E04-63CF-04A0-74E2-F9FA90F41A50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11162088" y="3237264"/>
                  <a:ext cx="12528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9666B816-9607-A419-EFCC-92938E3C65B8}"/>
                    </a:ext>
                  </a:extLst>
                </p14:cNvPr>
                <p14:cNvContentPartPr/>
                <p14:nvPr/>
              </p14:nvContentPartPr>
              <p14:xfrm>
                <a:off x="11150208" y="3152664"/>
                <a:ext cx="53640" cy="684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9666B816-9607-A419-EFCC-92938E3C65B8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11141568" y="3143664"/>
                  <a:ext cx="712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8E680E28-CE95-8FA3-A847-7293042F5E92}"/>
                    </a:ext>
                  </a:extLst>
                </p14:cNvPr>
                <p14:cNvContentPartPr/>
                <p14:nvPr/>
              </p14:nvContentPartPr>
              <p14:xfrm>
                <a:off x="11475288" y="3300624"/>
                <a:ext cx="360" cy="36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8E680E28-CE95-8FA3-A847-7293042F5E9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466288" y="3291624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4" name="Group 373">
            <a:extLst>
              <a:ext uri="{FF2B5EF4-FFF2-40B4-BE49-F238E27FC236}">
                <a16:creationId xmlns:a16="http://schemas.microsoft.com/office/drawing/2014/main" id="{ACF064BE-22FB-BE47-59E5-3A4B43938F92}"/>
              </a:ext>
            </a:extLst>
          </p:cNvPr>
          <p:cNvGrpSpPr/>
          <p:nvPr/>
        </p:nvGrpSpPr>
        <p:grpSpPr>
          <a:xfrm>
            <a:off x="5203728" y="4082904"/>
            <a:ext cx="1055520" cy="504000"/>
            <a:chOff x="5203728" y="4082904"/>
            <a:chExt cx="1055520" cy="50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5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E5D86029-113D-11C6-E431-0F548D76D18E}"/>
                    </a:ext>
                  </a:extLst>
                </p14:cNvPr>
                <p14:cNvContentPartPr/>
                <p14:nvPr/>
              </p14:nvContentPartPr>
              <p14:xfrm>
                <a:off x="5370408" y="4082904"/>
                <a:ext cx="69120" cy="41292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E5D86029-113D-11C6-E431-0F548D76D18E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5361768" y="4073904"/>
                  <a:ext cx="86760" cy="43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7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8F3D5273-8E48-B473-B69D-66B3241132EF}"/>
                    </a:ext>
                  </a:extLst>
                </p14:cNvPr>
                <p14:cNvContentPartPr/>
                <p14:nvPr/>
              </p14:nvContentPartPr>
              <p14:xfrm>
                <a:off x="5203728" y="4385304"/>
                <a:ext cx="183600" cy="10872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8F3D5273-8E48-B473-B69D-66B3241132EF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5194728" y="4376304"/>
                  <a:ext cx="20124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9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027A8ACE-EC8A-A117-635F-78D1217CD44C}"/>
                    </a:ext>
                  </a:extLst>
                </p14:cNvPr>
                <p14:cNvContentPartPr/>
                <p14:nvPr/>
              </p14:nvContentPartPr>
              <p14:xfrm>
                <a:off x="5411448" y="4397184"/>
                <a:ext cx="36000" cy="9540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027A8ACE-EC8A-A117-635F-78D1217CD44C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5402808" y="4388544"/>
                  <a:ext cx="5364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1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B294716E-8FA9-F9E4-D0ED-F2E7F9CBC441}"/>
                    </a:ext>
                  </a:extLst>
                </p14:cNvPr>
                <p14:cNvContentPartPr/>
                <p14:nvPr/>
              </p14:nvContentPartPr>
              <p14:xfrm>
                <a:off x="5633568" y="4425264"/>
                <a:ext cx="170640" cy="16164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B294716E-8FA9-F9E4-D0ED-F2E7F9CBC441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5624568" y="4416264"/>
                  <a:ext cx="1882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3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72DA759F-37D2-630D-A815-238AE28BF0C7}"/>
                    </a:ext>
                  </a:extLst>
                </p14:cNvPr>
                <p14:cNvContentPartPr/>
                <p14:nvPr/>
              </p14:nvContentPartPr>
              <p14:xfrm>
                <a:off x="5899608" y="4418784"/>
                <a:ext cx="216360" cy="13104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72DA759F-37D2-630D-A815-238AE28BF0C7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5890968" y="4410144"/>
                  <a:ext cx="23400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5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F74B02C1-A2B2-9DCC-4DBD-1D5B1D60A21C}"/>
                    </a:ext>
                  </a:extLst>
                </p14:cNvPr>
                <p14:cNvContentPartPr/>
                <p14:nvPr/>
              </p14:nvContentPartPr>
              <p14:xfrm>
                <a:off x="6196608" y="4492584"/>
                <a:ext cx="62640" cy="3708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F74B02C1-A2B2-9DCC-4DBD-1D5B1D60A21C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6187968" y="4483944"/>
                  <a:ext cx="80280" cy="5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2" name="Group 381">
            <a:extLst>
              <a:ext uri="{FF2B5EF4-FFF2-40B4-BE49-F238E27FC236}">
                <a16:creationId xmlns:a16="http://schemas.microsoft.com/office/drawing/2014/main" id="{13E3942A-E810-252B-5B20-7FADF300E82B}"/>
              </a:ext>
            </a:extLst>
          </p:cNvPr>
          <p:cNvGrpSpPr/>
          <p:nvPr/>
        </p:nvGrpSpPr>
        <p:grpSpPr>
          <a:xfrm>
            <a:off x="6576408" y="4435704"/>
            <a:ext cx="618480" cy="117720"/>
            <a:chOff x="6576408" y="4435704"/>
            <a:chExt cx="618480" cy="11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7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3A172DFF-659D-D35D-C51F-33CF708A2ABF}"/>
                    </a:ext>
                  </a:extLst>
                </p14:cNvPr>
                <p14:cNvContentPartPr/>
                <p14:nvPr/>
              </p14:nvContentPartPr>
              <p14:xfrm>
                <a:off x="6576408" y="4435704"/>
                <a:ext cx="447840" cy="11772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3A172DFF-659D-D35D-C51F-33CF708A2ABF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6567768" y="4427064"/>
                  <a:ext cx="4654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9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FD41DA27-C9B4-1EEF-39B8-17D1A792241D}"/>
                    </a:ext>
                  </a:extLst>
                </p14:cNvPr>
                <p14:cNvContentPartPr/>
                <p14:nvPr/>
              </p14:nvContentPartPr>
              <p14:xfrm>
                <a:off x="7048008" y="4440384"/>
                <a:ext cx="66960" cy="2232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FD41DA27-C9B4-1EEF-39B8-17D1A792241D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7039008" y="4431744"/>
                  <a:ext cx="846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9B442E2F-646D-C886-D1B3-30A67DC56107}"/>
                    </a:ext>
                  </a:extLst>
                </p14:cNvPr>
                <p14:cNvContentPartPr/>
                <p14:nvPr/>
              </p14:nvContentPartPr>
              <p14:xfrm>
                <a:off x="7122528" y="4466304"/>
                <a:ext cx="72360" cy="6372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9B442E2F-646D-C886-D1B3-30A67DC56107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7113528" y="4457664"/>
                  <a:ext cx="90000" cy="8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1" name="Group 380">
            <a:extLst>
              <a:ext uri="{FF2B5EF4-FFF2-40B4-BE49-F238E27FC236}">
                <a16:creationId xmlns:a16="http://schemas.microsoft.com/office/drawing/2014/main" id="{9C69DF1F-D37A-2D85-D25E-B7E60EFA056A}"/>
              </a:ext>
            </a:extLst>
          </p:cNvPr>
          <p:cNvGrpSpPr/>
          <p:nvPr/>
        </p:nvGrpSpPr>
        <p:grpSpPr>
          <a:xfrm>
            <a:off x="7464888" y="4278024"/>
            <a:ext cx="611280" cy="313920"/>
            <a:chOff x="7464888" y="4278024"/>
            <a:chExt cx="611280" cy="31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3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CCB146AD-51C1-E387-8452-6DBB70FC7AA4}"/>
                    </a:ext>
                  </a:extLst>
                </p14:cNvPr>
                <p14:cNvContentPartPr/>
                <p14:nvPr/>
              </p14:nvContentPartPr>
              <p14:xfrm>
                <a:off x="7464888" y="4278024"/>
                <a:ext cx="313560" cy="31392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CCB146AD-51C1-E387-8452-6DBB70FC7AA4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7455888" y="4269024"/>
                  <a:ext cx="33120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5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75785FFE-485A-C45D-94DC-246ED9F8D958}"/>
                    </a:ext>
                  </a:extLst>
                </p14:cNvPr>
                <p14:cNvContentPartPr/>
                <p14:nvPr/>
              </p14:nvContentPartPr>
              <p14:xfrm>
                <a:off x="7888248" y="4433184"/>
                <a:ext cx="36720" cy="3456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75785FFE-485A-C45D-94DC-246ED9F8D958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7879248" y="4424544"/>
                  <a:ext cx="543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7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04407438-A050-5E00-59E4-55584C14B9B4}"/>
                    </a:ext>
                  </a:extLst>
                </p14:cNvPr>
                <p14:cNvContentPartPr/>
                <p14:nvPr/>
              </p14:nvContentPartPr>
              <p14:xfrm>
                <a:off x="8039088" y="4327344"/>
                <a:ext cx="37080" cy="13572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04407438-A050-5E00-59E4-55584C14B9B4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8030448" y="4318344"/>
                  <a:ext cx="54720" cy="153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89">
            <p14:nvContentPartPr>
              <p14:cNvPr id="383" name="Ink 382">
                <a:extLst>
                  <a:ext uri="{FF2B5EF4-FFF2-40B4-BE49-F238E27FC236}">
                    <a16:creationId xmlns:a16="http://schemas.microsoft.com/office/drawing/2014/main" id="{91A9BD7A-B106-1EA9-4571-EB368B089122}"/>
                  </a:ext>
                </a:extLst>
              </p14:cNvPr>
              <p14:cNvContentPartPr/>
              <p14:nvPr/>
            </p14:nvContentPartPr>
            <p14:xfrm>
              <a:off x="1612728" y="4850424"/>
              <a:ext cx="7920" cy="38160"/>
            </p14:xfrm>
          </p:contentPart>
        </mc:Choice>
        <mc:Fallback xmlns="">
          <p:pic>
            <p:nvPicPr>
              <p:cNvPr id="383" name="Ink 382">
                <a:extLst>
                  <a:ext uri="{FF2B5EF4-FFF2-40B4-BE49-F238E27FC236}">
                    <a16:creationId xmlns:a16="http://schemas.microsoft.com/office/drawing/2014/main" id="{91A9BD7A-B106-1EA9-4571-EB368B089122}"/>
                  </a:ext>
                </a:extLst>
              </p:cNvPr>
              <p:cNvPicPr/>
              <p:nvPr/>
            </p:nvPicPr>
            <p:blipFill>
              <a:blip r:embed="rId490"/>
              <a:stretch>
                <a:fillRect/>
              </a:stretch>
            </p:blipFill>
            <p:spPr>
              <a:xfrm>
                <a:off x="1603728" y="4841784"/>
                <a:ext cx="25560" cy="55800"/>
              </a:xfrm>
              <a:prstGeom prst="rect">
                <a:avLst/>
              </a:prstGeom>
            </p:spPr>
          </p:pic>
        </mc:Fallback>
      </mc:AlternateContent>
      <p:grpSp>
        <p:nvGrpSpPr>
          <p:cNvPr id="501" name="Group 500">
            <a:extLst>
              <a:ext uri="{FF2B5EF4-FFF2-40B4-BE49-F238E27FC236}">
                <a16:creationId xmlns:a16="http://schemas.microsoft.com/office/drawing/2014/main" id="{FD4486CA-E405-4615-C344-2C67945D597C}"/>
              </a:ext>
            </a:extLst>
          </p:cNvPr>
          <p:cNvGrpSpPr/>
          <p:nvPr/>
        </p:nvGrpSpPr>
        <p:grpSpPr>
          <a:xfrm>
            <a:off x="1145448" y="4694544"/>
            <a:ext cx="10849680" cy="1447560"/>
            <a:chOff x="1145448" y="4694544"/>
            <a:chExt cx="10849680" cy="144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1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E6698C22-833D-D924-F3D4-4D8872A8E43D}"/>
                    </a:ext>
                  </a:extLst>
                </p14:cNvPr>
                <p14:cNvContentPartPr/>
                <p14:nvPr/>
              </p14:nvContentPartPr>
              <p14:xfrm>
                <a:off x="5101848" y="4868064"/>
                <a:ext cx="297720" cy="109080"/>
              </p14:xfrm>
            </p:contentPart>
          </mc:Choice>
          <mc:Fallback xmlns=""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E6698C22-833D-D924-F3D4-4D8872A8E43D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5093208" y="4859424"/>
                  <a:ext cx="31536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3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DEEE71AC-79B2-6B31-B726-FC5B32303888}"/>
                    </a:ext>
                  </a:extLst>
                </p14:cNvPr>
                <p14:cNvContentPartPr/>
                <p14:nvPr/>
              </p14:nvContentPartPr>
              <p14:xfrm>
                <a:off x="5623128" y="4872024"/>
                <a:ext cx="122040" cy="352080"/>
              </p14:xfrm>
            </p:contentPart>
          </mc:Choice>
          <mc:Fallback xmlns=""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DEEE71AC-79B2-6B31-B726-FC5B32303888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5614128" y="4863384"/>
                  <a:ext cx="13968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5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7FE8362A-29B4-C7BE-78F8-44D36C3262B8}"/>
                    </a:ext>
                  </a:extLst>
                </p14:cNvPr>
                <p14:cNvContentPartPr/>
                <p14:nvPr/>
              </p14:nvContentPartPr>
              <p14:xfrm>
                <a:off x="6181128" y="4852584"/>
                <a:ext cx="306360" cy="201960"/>
              </p14:xfrm>
            </p:contentPart>
          </mc:Choice>
          <mc:Fallback xmlns=""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7FE8362A-29B4-C7BE-78F8-44D36C3262B8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6172128" y="4843584"/>
                  <a:ext cx="3240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7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AAC75D92-CCEA-CF8F-F70F-4A356528A779}"/>
                    </a:ext>
                  </a:extLst>
                </p14:cNvPr>
                <p14:cNvContentPartPr/>
                <p14:nvPr/>
              </p14:nvContentPartPr>
              <p14:xfrm>
                <a:off x="6566688" y="4940784"/>
                <a:ext cx="339840" cy="20340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AAC75D92-CCEA-CF8F-F70F-4A356528A779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6558048" y="4931784"/>
                  <a:ext cx="35748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9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28A94106-9B58-1899-0BEF-BACA33277FCF}"/>
                    </a:ext>
                  </a:extLst>
                </p14:cNvPr>
                <p14:cNvContentPartPr/>
                <p14:nvPr/>
              </p14:nvContentPartPr>
              <p14:xfrm>
                <a:off x="6954768" y="4835664"/>
                <a:ext cx="283680" cy="17532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28A94106-9B58-1899-0BEF-BACA33277FCF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6946128" y="4826664"/>
                  <a:ext cx="30132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1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0D1B60A8-5068-D276-AF97-1ABDFB7A4412}"/>
                    </a:ext>
                  </a:extLst>
                </p14:cNvPr>
                <p14:cNvContentPartPr/>
                <p14:nvPr/>
              </p14:nvContentPartPr>
              <p14:xfrm>
                <a:off x="7548768" y="4829184"/>
                <a:ext cx="173880" cy="33084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0D1B60A8-5068-D276-AF97-1ABDFB7A4412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7540128" y="4820184"/>
                  <a:ext cx="19152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3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038D3D56-9FFB-6A5E-4648-85EAE954B0F2}"/>
                    </a:ext>
                  </a:extLst>
                </p14:cNvPr>
                <p14:cNvContentPartPr/>
                <p14:nvPr/>
              </p14:nvContentPartPr>
              <p14:xfrm>
                <a:off x="7777008" y="4896504"/>
                <a:ext cx="100080" cy="8028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038D3D56-9FFB-6A5E-4648-85EAE954B0F2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7768368" y="4887864"/>
                  <a:ext cx="11772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5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C49D53F1-B381-CCF9-C9BC-D32775AE8C96}"/>
                    </a:ext>
                  </a:extLst>
                </p14:cNvPr>
                <p14:cNvContentPartPr/>
                <p14:nvPr/>
              </p14:nvContentPartPr>
              <p14:xfrm>
                <a:off x="7932888" y="4915584"/>
                <a:ext cx="104400" cy="7848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C49D53F1-B381-CCF9-C9BC-D32775AE8C96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7924248" y="4906584"/>
                  <a:ext cx="1220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7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3A7CBF38-EFB1-C811-2865-E40082317C83}"/>
                    </a:ext>
                  </a:extLst>
                </p14:cNvPr>
                <p14:cNvContentPartPr/>
                <p14:nvPr/>
              </p14:nvContentPartPr>
              <p14:xfrm>
                <a:off x="8089488" y="4851864"/>
                <a:ext cx="172440" cy="11520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3A7CBF38-EFB1-C811-2865-E40082317C83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8080488" y="4842864"/>
                  <a:ext cx="1900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9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829044FA-F1F5-FC84-6A70-E2B3043F0EE4}"/>
                    </a:ext>
                  </a:extLst>
                </p14:cNvPr>
                <p14:cNvContentPartPr/>
                <p14:nvPr/>
              </p14:nvContentPartPr>
              <p14:xfrm>
                <a:off x="8322768" y="4856184"/>
                <a:ext cx="8640" cy="1728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829044FA-F1F5-FC84-6A70-E2B3043F0EE4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8313768" y="4847184"/>
                  <a:ext cx="2628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1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C4F23340-5759-4C8E-DF35-FC6FDF98951F}"/>
                    </a:ext>
                  </a:extLst>
                </p14:cNvPr>
                <p14:cNvContentPartPr/>
                <p14:nvPr/>
              </p14:nvContentPartPr>
              <p14:xfrm>
                <a:off x="8099568" y="4742424"/>
                <a:ext cx="126360" cy="235800"/>
              </p14:xfrm>
            </p:contentPart>
          </mc:Choice>
          <mc:Fallback xmlns=""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C4F23340-5759-4C8E-DF35-FC6FDF98951F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8090928" y="4733424"/>
                  <a:ext cx="14400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3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D5811440-454A-2A53-FBAD-5482D12C9C6E}"/>
                    </a:ext>
                  </a:extLst>
                </p14:cNvPr>
                <p14:cNvContentPartPr/>
                <p14:nvPr/>
              </p14:nvContentPartPr>
              <p14:xfrm>
                <a:off x="8277768" y="4931064"/>
                <a:ext cx="9360" cy="5652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D5811440-454A-2A53-FBAD-5482D12C9C6E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8268768" y="4922064"/>
                  <a:ext cx="270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5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63ADE63E-F4C3-34F2-1FFE-DA5ABB752FAB}"/>
                    </a:ext>
                  </a:extLst>
                </p14:cNvPr>
                <p14:cNvContentPartPr/>
                <p14:nvPr/>
              </p14:nvContentPartPr>
              <p14:xfrm>
                <a:off x="8335008" y="4835664"/>
                <a:ext cx="14760" cy="17280"/>
              </p14:xfrm>
            </p:contentPart>
          </mc:Choice>
          <mc:Fallback xmlns=""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63ADE63E-F4C3-34F2-1FFE-DA5ABB752FAB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8326008" y="4826664"/>
                  <a:ext cx="3240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7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97A4C932-8219-4A5C-094F-D77B2F34509B}"/>
                    </a:ext>
                  </a:extLst>
                </p14:cNvPr>
                <p14:cNvContentPartPr/>
                <p14:nvPr/>
              </p14:nvContentPartPr>
              <p14:xfrm>
                <a:off x="8432928" y="4779504"/>
                <a:ext cx="522000" cy="212760"/>
              </p14:xfrm>
            </p:contentPart>
          </mc:Choice>
          <mc:Fallback xmlns=""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97A4C932-8219-4A5C-094F-D77B2F34509B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8423928" y="4770864"/>
                  <a:ext cx="53964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9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B78B9C78-EBF3-558F-95D8-A27E1D847994}"/>
                    </a:ext>
                  </a:extLst>
                </p14:cNvPr>
                <p14:cNvContentPartPr/>
                <p14:nvPr/>
              </p14:nvContentPartPr>
              <p14:xfrm>
                <a:off x="8867448" y="4821624"/>
                <a:ext cx="107640" cy="2556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B78B9C78-EBF3-558F-95D8-A27E1D847994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8858808" y="4812624"/>
                  <a:ext cx="1252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1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1831CFFE-563D-4D6F-6019-3DD65814B606}"/>
                    </a:ext>
                  </a:extLst>
                </p14:cNvPr>
                <p14:cNvContentPartPr/>
                <p14:nvPr/>
              </p14:nvContentPartPr>
              <p14:xfrm>
                <a:off x="9222768" y="4773744"/>
                <a:ext cx="160200" cy="38124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1831CFFE-563D-4D6F-6019-3DD65814B606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9214128" y="4765104"/>
                  <a:ext cx="17784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3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FCF6E19F-3ED0-3B35-47E3-60C9B8C9E2C5}"/>
                    </a:ext>
                  </a:extLst>
                </p14:cNvPr>
                <p14:cNvContentPartPr/>
                <p14:nvPr/>
              </p14:nvContentPartPr>
              <p14:xfrm>
                <a:off x="9483768" y="4871664"/>
                <a:ext cx="116640" cy="160200"/>
              </p14:xfrm>
            </p:contentPart>
          </mc:Choice>
          <mc:Fallback xmlns=""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FCF6E19F-3ED0-3B35-47E3-60C9B8C9E2C5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9474768" y="4862664"/>
                  <a:ext cx="13428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5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ADDDFADD-28E2-704B-DB2E-4342C06A5F87}"/>
                    </a:ext>
                  </a:extLst>
                </p14:cNvPr>
                <p14:cNvContentPartPr/>
                <p14:nvPr/>
              </p14:nvContentPartPr>
              <p14:xfrm>
                <a:off x="9788688" y="4825944"/>
                <a:ext cx="129960" cy="168480"/>
              </p14:xfrm>
            </p:contentPart>
          </mc:Choice>
          <mc:Fallback xmlns=""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ADDDFADD-28E2-704B-DB2E-4342C06A5F87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9780048" y="4816944"/>
                  <a:ext cx="14760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7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0A439C9C-CF79-AFE9-C6B5-AB3CABC62449}"/>
                    </a:ext>
                  </a:extLst>
                </p14:cNvPr>
                <p14:cNvContentPartPr/>
                <p14:nvPr/>
              </p14:nvContentPartPr>
              <p14:xfrm>
                <a:off x="9911088" y="4806864"/>
                <a:ext cx="190800" cy="309960"/>
              </p14:xfrm>
            </p:contentPart>
          </mc:Choice>
          <mc:Fallback xmlns=""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0A439C9C-CF79-AFE9-C6B5-AB3CABC62449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9902448" y="4798224"/>
                  <a:ext cx="20844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9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92EA5739-7251-4B23-9CD1-0F59CD998006}"/>
                    </a:ext>
                  </a:extLst>
                </p14:cNvPr>
                <p14:cNvContentPartPr/>
                <p14:nvPr/>
              </p14:nvContentPartPr>
              <p14:xfrm>
                <a:off x="10383768" y="4907664"/>
                <a:ext cx="180000" cy="86040"/>
              </p14:xfrm>
            </p:contentPart>
          </mc:Choice>
          <mc:Fallback xmlns=""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92EA5739-7251-4B23-9CD1-0F59CD998006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10374768" y="4899024"/>
                  <a:ext cx="19764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1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9FDB4948-A3D7-6967-9C25-ADFF3129FE62}"/>
                    </a:ext>
                  </a:extLst>
                </p14:cNvPr>
                <p14:cNvContentPartPr/>
                <p14:nvPr/>
              </p14:nvContentPartPr>
              <p14:xfrm>
                <a:off x="10484928" y="4804704"/>
                <a:ext cx="40320" cy="30240"/>
              </p14:xfrm>
            </p:contentPart>
          </mc:Choice>
          <mc:Fallback xmlns=""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9FDB4948-A3D7-6967-9C25-ADFF3129FE62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10476288" y="4795704"/>
                  <a:ext cx="579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3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A1658008-B240-B0F3-7FE3-96C566157D40}"/>
                    </a:ext>
                  </a:extLst>
                </p14:cNvPr>
                <p14:cNvContentPartPr/>
                <p14:nvPr/>
              </p14:nvContentPartPr>
              <p14:xfrm>
                <a:off x="11891448" y="4949064"/>
                <a:ext cx="4680" cy="9000"/>
              </p14:xfrm>
            </p:contentPart>
          </mc:Choice>
          <mc:Fallback xmlns=""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A1658008-B240-B0F3-7FE3-96C566157D40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11882448" y="4940064"/>
                  <a:ext cx="223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5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F40917BC-D7DE-5475-1767-1E52A7063115}"/>
                    </a:ext>
                  </a:extLst>
                </p14:cNvPr>
                <p14:cNvContentPartPr/>
                <p14:nvPr/>
              </p14:nvContentPartPr>
              <p14:xfrm>
                <a:off x="10807848" y="4794624"/>
                <a:ext cx="675720" cy="241200"/>
              </p14:xfrm>
            </p:contentPart>
          </mc:Choice>
          <mc:Fallback xmlns=""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F40917BC-D7DE-5475-1767-1E52A7063115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10798848" y="4785624"/>
                  <a:ext cx="69336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7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BEDA53A1-E39D-3FF0-7AE9-371A6879A887}"/>
                    </a:ext>
                  </a:extLst>
                </p14:cNvPr>
                <p14:cNvContentPartPr/>
                <p14:nvPr/>
              </p14:nvContentPartPr>
              <p14:xfrm>
                <a:off x="11499048" y="4829184"/>
                <a:ext cx="380160" cy="216360"/>
              </p14:xfrm>
            </p:contentPart>
          </mc:Choice>
          <mc:Fallback xmlns=""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BEDA53A1-E39D-3FF0-7AE9-371A6879A887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11490408" y="4820544"/>
                  <a:ext cx="39780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9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CEA4DF0D-E590-568D-BAA2-2384A39F1135}"/>
                    </a:ext>
                  </a:extLst>
                </p14:cNvPr>
                <p14:cNvContentPartPr/>
                <p14:nvPr/>
              </p14:nvContentPartPr>
              <p14:xfrm>
                <a:off x="1502928" y="4843944"/>
                <a:ext cx="199800" cy="28080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CEA4DF0D-E590-568D-BAA2-2384A39F1135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1494288" y="4834944"/>
                  <a:ext cx="21744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1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833515C2-2654-179D-7489-B8345949172B}"/>
                    </a:ext>
                  </a:extLst>
                </p14:cNvPr>
                <p14:cNvContentPartPr/>
                <p14:nvPr/>
              </p14:nvContentPartPr>
              <p14:xfrm>
                <a:off x="1601208" y="4954824"/>
                <a:ext cx="161280" cy="6588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833515C2-2654-179D-7489-B8345949172B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1592208" y="4946184"/>
                  <a:ext cx="17892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3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1DD3AB93-658D-759B-528A-E7987A101B97}"/>
                    </a:ext>
                  </a:extLst>
                </p14:cNvPr>
                <p14:cNvContentPartPr/>
                <p14:nvPr/>
              </p14:nvContentPartPr>
              <p14:xfrm>
                <a:off x="1664568" y="4742064"/>
                <a:ext cx="119160" cy="6480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1DD3AB93-658D-759B-528A-E7987A101B97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1655568" y="4733064"/>
                  <a:ext cx="13680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5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0813101E-F82B-229F-154F-87A7CEF7B25C}"/>
                    </a:ext>
                  </a:extLst>
                </p14:cNvPr>
                <p14:cNvContentPartPr/>
                <p14:nvPr/>
              </p14:nvContentPartPr>
              <p14:xfrm>
                <a:off x="1799928" y="4850784"/>
                <a:ext cx="182880" cy="16092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0813101E-F82B-229F-154F-87A7CEF7B25C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1790928" y="4841784"/>
                  <a:ext cx="20052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7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C54269F5-265A-1544-F97F-00D7EE594A6A}"/>
                    </a:ext>
                  </a:extLst>
                </p14:cNvPr>
                <p14:cNvContentPartPr/>
                <p14:nvPr/>
              </p14:nvContentPartPr>
              <p14:xfrm>
                <a:off x="2080368" y="4777704"/>
                <a:ext cx="308520" cy="234360"/>
              </p14:xfrm>
            </p:contentPart>
          </mc:Choice>
          <mc:Fallback xmlns=""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C54269F5-265A-1544-F97F-00D7EE594A6A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2071368" y="4768704"/>
                  <a:ext cx="32616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9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363C6325-816A-BA05-91B7-7B0A847EECC4}"/>
                    </a:ext>
                  </a:extLst>
                </p14:cNvPr>
                <p14:cNvContentPartPr/>
                <p14:nvPr/>
              </p14:nvContentPartPr>
              <p14:xfrm>
                <a:off x="2450088" y="4919904"/>
                <a:ext cx="115200" cy="9864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363C6325-816A-BA05-91B7-7B0A847EECC4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2441088" y="4911264"/>
                  <a:ext cx="1328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1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E70508C6-D27A-CAD5-0DB8-A9C13293CEFE}"/>
                    </a:ext>
                  </a:extLst>
                </p14:cNvPr>
                <p14:cNvContentPartPr/>
                <p14:nvPr/>
              </p14:nvContentPartPr>
              <p14:xfrm>
                <a:off x="2550528" y="4881384"/>
                <a:ext cx="2880" cy="15840"/>
              </p14:xfrm>
            </p:contentPart>
          </mc:Choice>
          <mc:Fallback xmlns=""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E70508C6-D27A-CAD5-0DB8-A9C13293CEFE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2541888" y="4872384"/>
                  <a:ext cx="205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3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E52AA930-9047-AB91-457E-CA7A07FE4075}"/>
                    </a:ext>
                  </a:extLst>
                </p14:cNvPr>
                <p14:cNvContentPartPr/>
                <p14:nvPr/>
              </p14:nvContentPartPr>
              <p14:xfrm>
                <a:off x="2626488" y="4931064"/>
                <a:ext cx="173520" cy="67680"/>
              </p14:xfrm>
            </p:contentPart>
          </mc:Choice>
          <mc:Fallback xmlns=""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E52AA930-9047-AB91-457E-CA7A07FE4075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2617488" y="4922064"/>
                  <a:ext cx="1911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5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B442FC18-19B5-107F-7FD8-FBE8063C10AA}"/>
                    </a:ext>
                  </a:extLst>
                </p14:cNvPr>
                <p14:cNvContentPartPr/>
                <p14:nvPr/>
              </p14:nvContentPartPr>
              <p14:xfrm>
                <a:off x="2564928" y="4801464"/>
                <a:ext cx="38520" cy="17640"/>
              </p14:xfrm>
            </p:contentPart>
          </mc:Choice>
          <mc:Fallback xmlns=""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B442FC18-19B5-107F-7FD8-FBE8063C10AA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2556288" y="4792824"/>
                  <a:ext cx="561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7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6A145050-44B5-4CA4-5578-B0C7D12CED25}"/>
                    </a:ext>
                  </a:extLst>
                </p14:cNvPr>
                <p14:cNvContentPartPr/>
                <p14:nvPr/>
              </p14:nvContentPartPr>
              <p14:xfrm>
                <a:off x="3120768" y="4739544"/>
                <a:ext cx="219960" cy="24768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6A145050-44B5-4CA4-5578-B0C7D12CED25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3111768" y="4730544"/>
                  <a:ext cx="23760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9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2BD2803F-1B6E-5D12-35C7-252BFD4E02B3}"/>
                    </a:ext>
                  </a:extLst>
                </p14:cNvPr>
                <p14:cNvContentPartPr/>
                <p14:nvPr/>
              </p14:nvContentPartPr>
              <p14:xfrm>
                <a:off x="3585168" y="4694544"/>
                <a:ext cx="198000" cy="36468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2BD2803F-1B6E-5D12-35C7-252BFD4E02B3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3576528" y="4685544"/>
                  <a:ext cx="21564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1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BAEA56B6-9A43-E13D-3A32-609B3087BB22}"/>
                    </a:ext>
                  </a:extLst>
                </p14:cNvPr>
                <p14:cNvContentPartPr/>
                <p14:nvPr/>
              </p14:nvContentPartPr>
              <p14:xfrm>
                <a:off x="3805128" y="4856904"/>
                <a:ext cx="166320" cy="11088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BAEA56B6-9A43-E13D-3A32-609B3087BB22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3796488" y="4847904"/>
                  <a:ext cx="18396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3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B5AF52CA-9302-E90E-D3A0-08133A50DEF8}"/>
                    </a:ext>
                  </a:extLst>
                </p14:cNvPr>
                <p14:cNvContentPartPr/>
                <p14:nvPr/>
              </p14:nvContentPartPr>
              <p14:xfrm>
                <a:off x="4019328" y="4795344"/>
                <a:ext cx="107280" cy="18108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B5AF52CA-9302-E90E-D3A0-08133A50DEF8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4010328" y="4786344"/>
                  <a:ext cx="1249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5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5DCB9C98-1A45-4840-5F10-A629AD53E761}"/>
                    </a:ext>
                  </a:extLst>
                </p14:cNvPr>
                <p14:cNvContentPartPr/>
                <p14:nvPr/>
              </p14:nvContentPartPr>
              <p14:xfrm>
                <a:off x="4202208" y="4881744"/>
                <a:ext cx="47520" cy="6408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5DCB9C98-1A45-4840-5F10-A629AD53E761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4193568" y="4873104"/>
                  <a:ext cx="651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7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A4BA90D8-DE89-B7D5-FE68-17AEE1776191}"/>
                    </a:ext>
                  </a:extLst>
                </p14:cNvPr>
                <p14:cNvContentPartPr/>
                <p14:nvPr/>
              </p14:nvContentPartPr>
              <p14:xfrm>
                <a:off x="4340088" y="4750344"/>
                <a:ext cx="149400" cy="21312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A4BA90D8-DE89-B7D5-FE68-17AEE1776191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4331088" y="4741344"/>
                  <a:ext cx="16704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9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ABF591E0-31BE-5782-78C2-A86CF188F8CB}"/>
                    </a:ext>
                  </a:extLst>
                </p14:cNvPr>
                <p14:cNvContentPartPr/>
                <p14:nvPr/>
              </p14:nvContentPartPr>
              <p14:xfrm>
                <a:off x="4524408" y="4874904"/>
                <a:ext cx="5040" cy="1548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ABF591E0-31BE-5782-78C2-A86CF188F8CB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4515408" y="4865904"/>
                  <a:ext cx="226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B854877E-F00E-02B1-071A-808B6BF1327C}"/>
                    </a:ext>
                  </a:extLst>
                </p14:cNvPr>
                <p14:cNvContentPartPr/>
                <p14:nvPr/>
              </p14:nvContentPartPr>
              <p14:xfrm>
                <a:off x="4593888" y="4881744"/>
                <a:ext cx="150840" cy="49680"/>
              </p14:xfrm>
            </p:contentPart>
          </mc:Choice>
          <mc:Fallback xmlns=""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B854877E-F00E-02B1-071A-808B6BF1327C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4585248" y="4873104"/>
                  <a:ext cx="1684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71E095CC-BDCA-F7E2-C93F-D547B3F63680}"/>
                    </a:ext>
                  </a:extLst>
                </p14:cNvPr>
                <p14:cNvContentPartPr/>
                <p14:nvPr/>
              </p14:nvContentPartPr>
              <p14:xfrm>
                <a:off x="4742928" y="4813344"/>
                <a:ext cx="22320" cy="24480"/>
              </p14:xfrm>
            </p:contentPart>
          </mc:Choice>
          <mc:Fallback xmlns=""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71E095CC-BDCA-F7E2-C93F-D547B3F63680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4734288" y="4804344"/>
                  <a:ext cx="399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5392311E-1E9D-4860-F097-BEB0422C870D}"/>
                    </a:ext>
                  </a:extLst>
                </p14:cNvPr>
                <p14:cNvContentPartPr/>
                <p14:nvPr/>
              </p14:nvContentPartPr>
              <p14:xfrm>
                <a:off x="2255688" y="5160744"/>
                <a:ext cx="178560" cy="307440"/>
              </p14:xfrm>
            </p:contentPart>
          </mc:Choice>
          <mc:Fallback xmlns=""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5392311E-1E9D-4860-F097-BEB0422C870D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2247048" y="5151744"/>
                  <a:ext cx="19620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E53EDF54-4271-0957-AAF1-4909DAA48F52}"/>
                    </a:ext>
                  </a:extLst>
                </p14:cNvPr>
                <p14:cNvContentPartPr/>
                <p14:nvPr/>
              </p14:nvContentPartPr>
              <p14:xfrm>
                <a:off x="2453328" y="5159664"/>
                <a:ext cx="441000" cy="279000"/>
              </p14:xfrm>
            </p:contentPart>
          </mc:Choice>
          <mc:Fallback xmlns=""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E53EDF54-4271-0957-AAF1-4909DAA48F52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2444328" y="5150664"/>
                  <a:ext cx="45864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7D391CE9-7247-1191-5ABF-C46615814DA1}"/>
                    </a:ext>
                  </a:extLst>
                </p14:cNvPr>
                <p14:cNvContentPartPr/>
                <p14:nvPr/>
              </p14:nvContentPartPr>
              <p14:xfrm>
                <a:off x="2985048" y="5119704"/>
                <a:ext cx="436680" cy="411840"/>
              </p14:xfrm>
            </p:contentPart>
          </mc:Choice>
          <mc:Fallback xmlns=""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7D391CE9-7247-1191-5ABF-C46615814DA1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2976408" y="5111064"/>
                  <a:ext cx="454320" cy="42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CE4C939E-3434-C4A5-FBED-1FA27B801A66}"/>
                    </a:ext>
                  </a:extLst>
                </p14:cNvPr>
                <p14:cNvContentPartPr/>
                <p14:nvPr/>
              </p14:nvContentPartPr>
              <p14:xfrm>
                <a:off x="3433968" y="5091264"/>
                <a:ext cx="119160" cy="46440"/>
              </p14:xfrm>
            </p:contentPart>
          </mc:Choice>
          <mc:Fallback xmlns=""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CE4C939E-3434-C4A5-FBED-1FA27B801A66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3425328" y="5082624"/>
                  <a:ext cx="13680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DC5999D0-5BE5-7EDD-FEDF-9457ED718BC9}"/>
                    </a:ext>
                  </a:extLst>
                </p14:cNvPr>
                <p14:cNvContentPartPr/>
                <p14:nvPr/>
              </p14:nvContentPartPr>
              <p14:xfrm>
                <a:off x="3931848" y="5157144"/>
                <a:ext cx="585720" cy="256680"/>
              </p14:xfrm>
            </p:contentPart>
          </mc:Choice>
          <mc:Fallback xmlns=""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DC5999D0-5BE5-7EDD-FEDF-9457ED718BC9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3923208" y="5148504"/>
                  <a:ext cx="60336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C0F0BDC6-65F5-F3DD-19E4-A24D96595731}"/>
                    </a:ext>
                  </a:extLst>
                </p14:cNvPr>
                <p14:cNvContentPartPr/>
                <p14:nvPr/>
              </p14:nvContentPartPr>
              <p14:xfrm>
                <a:off x="4570128" y="5265864"/>
                <a:ext cx="78480" cy="27000"/>
              </p14:xfrm>
            </p:contentPart>
          </mc:Choice>
          <mc:Fallback xmlns=""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C0F0BDC6-65F5-F3DD-19E4-A24D96595731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4561128" y="5257224"/>
                  <a:ext cx="961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A37B59E4-A464-8594-B26C-AE28AD10B5F4}"/>
                    </a:ext>
                  </a:extLst>
                </p14:cNvPr>
                <p14:cNvContentPartPr/>
                <p14:nvPr/>
              </p14:nvContentPartPr>
              <p14:xfrm>
                <a:off x="3962448" y="5201064"/>
                <a:ext cx="269640" cy="3204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A37B59E4-A464-8594-B26C-AE28AD10B5F4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3953448" y="5192064"/>
                  <a:ext cx="28728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F703548C-FDC3-9004-6507-E0C293DEC03E}"/>
                    </a:ext>
                  </a:extLst>
                </p14:cNvPr>
                <p14:cNvContentPartPr/>
                <p14:nvPr/>
              </p14:nvContentPartPr>
              <p14:xfrm>
                <a:off x="5314608" y="5291424"/>
                <a:ext cx="539640" cy="159480"/>
              </p14:xfrm>
            </p:contentPart>
          </mc:Choice>
          <mc:Fallback xmlns=""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F703548C-FDC3-9004-6507-E0C293DEC03E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5305968" y="5282784"/>
                  <a:ext cx="55728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0B232E1C-27D0-DC2F-4AED-25DBFFA3E65F}"/>
                    </a:ext>
                  </a:extLst>
                </p14:cNvPr>
                <p14:cNvContentPartPr/>
                <p14:nvPr/>
              </p14:nvContentPartPr>
              <p14:xfrm>
                <a:off x="5920488" y="5270904"/>
                <a:ext cx="205920" cy="161280"/>
              </p14:xfrm>
            </p:contentPart>
          </mc:Choice>
          <mc:Fallback xmlns=""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0B232E1C-27D0-DC2F-4AED-25DBFFA3E65F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5911848" y="5262264"/>
                  <a:ext cx="2235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5ECCFB75-6382-AF12-6D9E-60CDEF302F72}"/>
                    </a:ext>
                  </a:extLst>
                </p14:cNvPr>
                <p14:cNvContentPartPr/>
                <p14:nvPr/>
              </p14:nvContentPartPr>
              <p14:xfrm>
                <a:off x="6097968" y="5344344"/>
                <a:ext cx="121320" cy="37080"/>
              </p14:xfrm>
            </p:contentPart>
          </mc:Choice>
          <mc:Fallback xmlns=""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5ECCFB75-6382-AF12-6D9E-60CDEF302F72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6089328" y="5335704"/>
                  <a:ext cx="1389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80124813-6F17-14C0-D379-F06C4F69DFD1}"/>
                    </a:ext>
                  </a:extLst>
                </p14:cNvPr>
                <p14:cNvContentPartPr/>
                <p14:nvPr/>
              </p14:nvContentPartPr>
              <p14:xfrm>
                <a:off x="9068688" y="5235624"/>
                <a:ext cx="1008720" cy="16200"/>
              </p14:xfrm>
            </p:contentPart>
          </mc:Choice>
          <mc:Fallback xmlns=""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80124813-6F17-14C0-D379-F06C4F69DFD1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9059688" y="5226984"/>
                  <a:ext cx="10263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2A819B81-6B10-675E-631C-44CAB5257880}"/>
                    </a:ext>
                  </a:extLst>
                </p14:cNvPr>
                <p14:cNvContentPartPr/>
                <p14:nvPr/>
              </p14:nvContentPartPr>
              <p14:xfrm>
                <a:off x="9009288" y="5261904"/>
                <a:ext cx="1085400" cy="49320"/>
              </p14:xfrm>
            </p:contentPart>
          </mc:Choice>
          <mc:Fallback xmlns=""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2A819B81-6B10-675E-631C-44CAB5257880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9000288" y="5252904"/>
                  <a:ext cx="11030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AAFEAEC2-C26A-914C-C1CE-CCA323EE9753}"/>
                    </a:ext>
                  </a:extLst>
                </p14:cNvPr>
                <p14:cNvContentPartPr/>
                <p14:nvPr/>
              </p14:nvContentPartPr>
              <p14:xfrm>
                <a:off x="6927768" y="5344704"/>
                <a:ext cx="25920" cy="137880"/>
              </p14:xfrm>
            </p:contentPart>
          </mc:Choice>
          <mc:Fallback xmlns=""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AAFEAEC2-C26A-914C-C1CE-CCA323EE9753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6918768" y="5336064"/>
                  <a:ext cx="435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944D80DE-0B40-2D90-2C37-F1591EF1F510}"/>
                    </a:ext>
                  </a:extLst>
                </p14:cNvPr>
                <p14:cNvContentPartPr/>
                <p14:nvPr/>
              </p14:nvContentPartPr>
              <p14:xfrm>
                <a:off x="6813648" y="5260464"/>
                <a:ext cx="366480" cy="96840"/>
              </p14:xfrm>
            </p:contentPart>
          </mc:Choice>
          <mc:Fallback xmlns=""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944D80DE-0B40-2D90-2C37-F1591EF1F510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6804648" y="5251824"/>
                  <a:ext cx="38412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0F7BD1AD-3E52-44D5-902B-E86E2879C267}"/>
                    </a:ext>
                  </a:extLst>
                </p14:cNvPr>
                <p14:cNvContentPartPr/>
                <p14:nvPr/>
              </p14:nvContentPartPr>
              <p14:xfrm>
                <a:off x="6859368" y="5433624"/>
                <a:ext cx="454680" cy="106920"/>
              </p14:xfrm>
            </p:contentPart>
          </mc:Choice>
          <mc:Fallback xmlns=""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0F7BD1AD-3E52-44D5-902B-E86E2879C267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6850368" y="5424624"/>
                  <a:ext cx="47232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4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A3DC7D09-1A92-29D1-20AD-0A978DEB2867}"/>
                    </a:ext>
                  </a:extLst>
                </p14:cNvPr>
                <p14:cNvContentPartPr/>
                <p14:nvPr/>
              </p14:nvContentPartPr>
              <p14:xfrm>
                <a:off x="7425648" y="5259024"/>
                <a:ext cx="262080" cy="252720"/>
              </p14:xfrm>
            </p:contentPart>
          </mc:Choice>
          <mc:Fallback xmlns=""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A3DC7D09-1A92-29D1-20AD-0A978DEB2867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7417008" y="5250024"/>
                  <a:ext cx="27972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F6F66135-2DE4-6742-E0F3-B3411DC855B2}"/>
                    </a:ext>
                  </a:extLst>
                </p14:cNvPr>
                <p14:cNvContentPartPr/>
                <p14:nvPr/>
              </p14:nvContentPartPr>
              <p14:xfrm>
                <a:off x="7685928" y="5309064"/>
                <a:ext cx="42120" cy="37080"/>
              </p14:xfrm>
            </p:contentPart>
          </mc:Choice>
          <mc:Fallback xmlns=""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F6F66135-2DE4-6742-E0F3-B3411DC855B2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7677288" y="5300424"/>
                  <a:ext cx="597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37E7962B-918A-9224-0558-78FB83381F3D}"/>
                    </a:ext>
                  </a:extLst>
                </p14:cNvPr>
                <p14:cNvContentPartPr/>
                <p14:nvPr/>
              </p14:nvContentPartPr>
              <p14:xfrm>
                <a:off x="7762608" y="5376024"/>
                <a:ext cx="289800" cy="65160"/>
              </p14:xfrm>
            </p:contentPart>
          </mc:Choice>
          <mc:Fallback xmlns=""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37E7962B-918A-9224-0558-78FB83381F3D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7753608" y="5367024"/>
                  <a:ext cx="30744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D9763C44-22A0-7337-817B-C755ACC1C4C3}"/>
                    </a:ext>
                  </a:extLst>
                </p14:cNvPr>
                <p14:cNvContentPartPr/>
                <p14:nvPr/>
              </p14:nvContentPartPr>
              <p14:xfrm>
                <a:off x="8281008" y="5222664"/>
                <a:ext cx="837000" cy="451800"/>
              </p14:xfrm>
            </p:contentPart>
          </mc:Choice>
          <mc:Fallback xmlns=""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D9763C44-22A0-7337-817B-C755ACC1C4C3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8272008" y="5214024"/>
                  <a:ext cx="854640" cy="46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E63C1E76-D9FC-59DB-353D-FD6B552E3D84}"/>
                    </a:ext>
                  </a:extLst>
                </p14:cNvPr>
                <p14:cNvContentPartPr/>
                <p14:nvPr/>
              </p14:nvContentPartPr>
              <p14:xfrm>
                <a:off x="9164808" y="5443704"/>
                <a:ext cx="429120" cy="235800"/>
              </p14:xfrm>
            </p:contentPart>
          </mc:Choice>
          <mc:Fallback xmlns=""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E63C1E76-D9FC-59DB-353D-FD6B552E3D84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9155808" y="5434704"/>
                  <a:ext cx="44676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3D2A8007-97F1-3FEF-C534-20976BF0837E}"/>
                    </a:ext>
                  </a:extLst>
                </p14:cNvPr>
                <p14:cNvContentPartPr/>
                <p14:nvPr/>
              </p14:nvContentPartPr>
              <p14:xfrm>
                <a:off x="9655488" y="5482944"/>
                <a:ext cx="14040" cy="27360"/>
              </p14:xfrm>
            </p:contentPart>
          </mc:Choice>
          <mc:Fallback xmlns=""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3D2A8007-97F1-3FEF-C534-20976BF0837E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9646848" y="5473944"/>
                  <a:ext cx="316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BE36E9A4-1CA7-C506-82B5-4C0EB931268F}"/>
                    </a:ext>
                  </a:extLst>
                </p14:cNvPr>
                <p14:cNvContentPartPr/>
                <p14:nvPr/>
              </p14:nvContentPartPr>
              <p14:xfrm>
                <a:off x="9982008" y="5221584"/>
                <a:ext cx="207000" cy="300960"/>
              </p14:xfrm>
            </p:contentPart>
          </mc:Choice>
          <mc:Fallback xmlns=""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BE36E9A4-1CA7-C506-82B5-4C0EB931268F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9973008" y="5212944"/>
                  <a:ext cx="22464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09151007-263D-686D-B8D2-2FA7C1095936}"/>
                    </a:ext>
                  </a:extLst>
                </p14:cNvPr>
                <p14:cNvContentPartPr/>
                <p14:nvPr/>
              </p14:nvContentPartPr>
              <p14:xfrm>
                <a:off x="10217448" y="5421744"/>
                <a:ext cx="441720" cy="73440"/>
              </p14:xfrm>
            </p:contentPart>
          </mc:Choice>
          <mc:Fallback xmlns=""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09151007-263D-686D-B8D2-2FA7C1095936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10208808" y="5413104"/>
                  <a:ext cx="4593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3A538A3A-31B5-3E40-86DD-A6FB70D66928}"/>
                    </a:ext>
                  </a:extLst>
                </p14:cNvPr>
                <p14:cNvContentPartPr/>
                <p14:nvPr/>
              </p14:nvContentPartPr>
              <p14:xfrm>
                <a:off x="10847088" y="5424984"/>
                <a:ext cx="14040" cy="54360"/>
              </p14:xfrm>
            </p:contentPart>
          </mc:Choice>
          <mc:Fallback xmlns=""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3A538A3A-31B5-3E40-86DD-A6FB70D66928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10838088" y="5415984"/>
                  <a:ext cx="3168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E0F1BACA-AB00-0C24-867E-AEF3F6549A1E}"/>
                    </a:ext>
                  </a:extLst>
                </p14:cNvPr>
                <p14:cNvContentPartPr/>
                <p14:nvPr/>
              </p14:nvContentPartPr>
              <p14:xfrm>
                <a:off x="10867248" y="5342544"/>
                <a:ext cx="14040" cy="33120"/>
              </p14:xfrm>
            </p:contentPart>
          </mc:Choice>
          <mc:Fallback xmlns=""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E0F1BACA-AB00-0C24-867E-AEF3F6549A1E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10858608" y="5333544"/>
                  <a:ext cx="3168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4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F777B046-9F2D-4D21-4781-733A454F0F9A}"/>
                    </a:ext>
                  </a:extLst>
                </p14:cNvPr>
                <p14:cNvContentPartPr/>
                <p14:nvPr/>
              </p14:nvContentPartPr>
              <p14:xfrm>
                <a:off x="10942488" y="5439024"/>
                <a:ext cx="71640" cy="21600"/>
              </p14:xfrm>
            </p:contentPart>
          </mc:Choice>
          <mc:Fallback xmlns=""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F777B046-9F2D-4D21-4781-733A454F0F9A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10933848" y="5430024"/>
                  <a:ext cx="892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6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0D0938FD-E07F-D6C5-D665-9FACC78C1FCE}"/>
                    </a:ext>
                  </a:extLst>
                </p14:cNvPr>
                <p14:cNvContentPartPr/>
                <p14:nvPr/>
              </p14:nvContentPartPr>
              <p14:xfrm>
                <a:off x="11166048" y="5270184"/>
                <a:ext cx="202680" cy="215640"/>
              </p14:xfrm>
            </p:contentPart>
          </mc:Choice>
          <mc:Fallback xmlns=""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0D0938FD-E07F-D6C5-D665-9FACC78C1FCE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11157408" y="5261544"/>
                  <a:ext cx="22032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469" name="Ink 468">
                  <a:extLst>
                    <a:ext uri="{FF2B5EF4-FFF2-40B4-BE49-F238E27FC236}">
                      <a16:creationId xmlns:a16="http://schemas.microsoft.com/office/drawing/2014/main" id="{C082D866-41B2-9D2B-EDFC-8B2AE9474356}"/>
                    </a:ext>
                  </a:extLst>
                </p14:cNvPr>
                <p14:cNvContentPartPr/>
                <p14:nvPr/>
              </p14:nvContentPartPr>
              <p14:xfrm>
                <a:off x="11417328" y="5429664"/>
                <a:ext cx="124920" cy="59760"/>
              </p14:xfrm>
            </p:contentPart>
          </mc:Choice>
          <mc:Fallback xmlns="">
            <p:pic>
              <p:nvPicPr>
                <p:cNvPr id="469" name="Ink 468">
                  <a:extLst>
                    <a:ext uri="{FF2B5EF4-FFF2-40B4-BE49-F238E27FC236}">
                      <a16:creationId xmlns:a16="http://schemas.microsoft.com/office/drawing/2014/main" id="{C082D866-41B2-9D2B-EDFC-8B2AE9474356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11408328" y="5421024"/>
                  <a:ext cx="14256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0">
              <p14:nvContentPartPr>
                <p14:cNvPr id="470" name="Ink 469">
                  <a:extLst>
                    <a:ext uri="{FF2B5EF4-FFF2-40B4-BE49-F238E27FC236}">
                      <a16:creationId xmlns:a16="http://schemas.microsoft.com/office/drawing/2014/main" id="{E7498B45-1CBC-4F5C-8CE1-FE3B6BDC5D5D}"/>
                    </a:ext>
                  </a:extLst>
                </p14:cNvPr>
                <p14:cNvContentPartPr/>
                <p14:nvPr/>
              </p14:nvContentPartPr>
              <p14:xfrm>
                <a:off x="11599128" y="5451624"/>
                <a:ext cx="325800" cy="43200"/>
              </p14:xfrm>
            </p:contentPart>
          </mc:Choice>
          <mc:Fallback xmlns="">
            <p:pic>
              <p:nvPicPr>
                <p:cNvPr id="470" name="Ink 469">
                  <a:extLst>
                    <a:ext uri="{FF2B5EF4-FFF2-40B4-BE49-F238E27FC236}">
                      <a16:creationId xmlns:a16="http://schemas.microsoft.com/office/drawing/2014/main" id="{E7498B45-1CBC-4F5C-8CE1-FE3B6BDC5D5D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11590488" y="5442624"/>
                  <a:ext cx="34344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2">
              <p14:nvContentPartPr>
                <p14:cNvPr id="471" name="Ink 470">
                  <a:extLst>
                    <a:ext uri="{FF2B5EF4-FFF2-40B4-BE49-F238E27FC236}">
                      <a16:creationId xmlns:a16="http://schemas.microsoft.com/office/drawing/2014/main" id="{B015FF1A-2F6B-F523-A97E-A06BCC3612A8}"/>
                    </a:ext>
                  </a:extLst>
                </p14:cNvPr>
                <p14:cNvContentPartPr/>
                <p14:nvPr/>
              </p14:nvContentPartPr>
              <p14:xfrm>
                <a:off x="11992608" y="5507424"/>
                <a:ext cx="2520" cy="2880"/>
              </p14:xfrm>
            </p:contentPart>
          </mc:Choice>
          <mc:Fallback xmlns="">
            <p:pic>
              <p:nvPicPr>
                <p:cNvPr id="471" name="Ink 470">
                  <a:extLst>
                    <a:ext uri="{FF2B5EF4-FFF2-40B4-BE49-F238E27FC236}">
                      <a16:creationId xmlns:a16="http://schemas.microsoft.com/office/drawing/2014/main" id="{B015FF1A-2F6B-F523-A97E-A06BCC3612A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983608" y="5498784"/>
                  <a:ext cx="2016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3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DB61C5A3-4AF9-087D-46D9-287EB4F94A3A}"/>
                    </a:ext>
                  </a:extLst>
                </p14:cNvPr>
                <p14:cNvContentPartPr/>
                <p14:nvPr/>
              </p14:nvContentPartPr>
              <p14:xfrm>
                <a:off x="1145448" y="5654664"/>
                <a:ext cx="483480" cy="362520"/>
              </p14:xfrm>
            </p:contentPart>
          </mc:Choice>
          <mc:Fallback xmlns=""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DB61C5A3-4AF9-087D-46D9-287EB4F94A3A}"/>
                    </a:ext>
                  </a:extLst>
                </p:cNvPr>
                <p:cNvPicPr/>
                <p:nvPr/>
              </p:nvPicPr>
              <p:blipFill>
                <a:blip r:embed="rId634"/>
                <a:stretch>
                  <a:fillRect/>
                </a:stretch>
              </p:blipFill>
              <p:spPr>
                <a:xfrm>
                  <a:off x="1136808" y="5646024"/>
                  <a:ext cx="50112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5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61477EE8-F688-FCD8-6F92-0207666EF76E}"/>
                    </a:ext>
                  </a:extLst>
                </p14:cNvPr>
                <p14:cNvContentPartPr/>
                <p14:nvPr/>
              </p14:nvContentPartPr>
              <p14:xfrm>
                <a:off x="1345248" y="5824224"/>
                <a:ext cx="366480" cy="76320"/>
              </p14:xfrm>
            </p:contentPart>
          </mc:Choice>
          <mc:Fallback xmlns=""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61477EE8-F688-FCD8-6F92-0207666EF76E}"/>
                    </a:ext>
                  </a:extLst>
                </p:cNvPr>
                <p:cNvPicPr/>
                <p:nvPr/>
              </p:nvPicPr>
              <p:blipFill>
                <a:blip r:embed="rId636"/>
                <a:stretch>
                  <a:fillRect/>
                </a:stretch>
              </p:blipFill>
              <p:spPr>
                <a:xfrm>
                  <a:off x="1336248" y="5815224"/>
                  <a:ext cx="3841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7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D1F17928-86B4-F830-A0F8-C6CDA323FEDA}"/>
                    </a:ext>
                  </a:extLst>
                </p14:cNvPr>
                <p14:cNvContentPartPr/>
                <p14:nvPr/>
              </p14:nvContentPartPr>
              <p14:xfrm>
                <a:off x="2098368" y="5709384"/>
                <a:ext cx="442440" cy="308160"/>
              </p14:xfrm>
            </p:contentPart>
          </mc:Choice>
          <mc:Fallback xmlns=""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D1F17928-86B4-F830-A0F8-C6CDA323FEDA}"/>
                    </a:ext>
                  </a:extLst>
                </p:cNvPr>
                <p:cNvPicPr/>
                <p:nvPr/>
              </p:nvPicPr>
              <p:blipFill>
                <a:blip r:embed="rId638"/>
                <a:stretch>
                  <a:fillRect/>
                </a:stretch>
              </p:blipFill>
              <p:spPr>
                <a:xfrm>
                  <a:off x="2089728" y="5700744"/>
                  <a:ext cx="46008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9">
              <p14:nvContentPartPr>
                <p14:cNvPr id="476" name="Ink 475">
                  <a:extLst>
                    <a:ext uri="{FF2B5EF4-FFF2-40B4-BE49-F238E27FC236}">
                      <a16:creationId xmlns:a16="http://schemas.microsoft.com/office/drawing/2014/main" id="{99F71D70-78F8-BDFB-A001-7F2F61CC1B0C}"/>
                    </a:ext>
                  </a:extLst>
                </p14:cNvPr>
                <p14:cNvContentPartPr/>
                <p14:nvPr/>
              </p14:nvContentPartPr>
              <p14:xfrm>
                <a:off x="2582208" y="5814504"/>
                <a:ext cx="482400" cy="192960"/>
              </p14:xfrm>
            </p:contentPart>
          </mc:Choice>
          <mc:Fallback xmlns="">
            <p:pic>
              <p:nvPicPr>
                <p:cNvPr id="476" name="Ink 475">
                  <a:extLst>
                    <a:ext uri="{FF2B5EF4-FFF2-40B4-BE49-F238E27FC236}">
                      <a16:creationId xmlns:a16="http://schemas.microsoft.com/office/drawing/2014/main" id="{99F71D70-78F8-BDFB-A001-7F2F61CC1B0C}"/>
                    </a:ext>
                  </a:extLst>
                </p:cNvPr>
                <p:cNvPicPr/>
                <p:nvPr/>
              </p:nvPicPr>
              <p:blipFill>
                <a:blip r:embed="rId640"/>
                <a:stretch>
                  <a:fillRect/>
                </a:stretch>
              </p:blipFill>
              <p:spPr>
                <a:xfrm>
                  <a:off x="2573568" y="5805864"/>
                  <a:ext cx="50004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1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C3E7146E-B9D1-5CD7-48B2-A994120C79AD}"/>
                    </a:ext>
                  </a:extLst>
                </p14:cNvPr>
                <p14:cNvContentPartPr/>
                <p14:nvPr/>
              </p14:nvContentPartPr>
              <p14:xfrm>
                <a:off x="3147408" y="5694984"/>
                <a:ext cx="344520" cy="240840"/>
              </p14:xfrm>
            </p:contentPart>
          </mc:Choice>
          <mc:Fallback xmlns=""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C3E7146E-B9D1-5CD7-48B2-A994120C79AD}"/>
                    </a:ext>
                  </a:extLst>
                </p:cNvPr>
                <p:cNvPicPr/>
                <p:nvPr/>
              </p:nvPicPr>
              <p:blipFill>
                <a:blip r:embed="rId642"/>
                <a:stretch>
                  <a:fillRect/>
                </a:stretch>
              </p:blipFill>
              <p:spPr>
                <a:xfrm>
                  <a:off x="3138408" y="5685984"/>
                  <a:ext cx="36216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3">
              <p14:nvContentPartPr>
                <p14:cNvPr id="480" name="Ink 479">
                  <a:extLst>
                    <a:ext uri="{FF2B5EF4-FFF2-40B4-BE49-F238E27FC236}">
                      <a16:creationId xmlns:a16="http://schemas.microsoft.com/office/drawing/2014/main" id="{F6452166-094D-903A-4FC1-C0CAE9F60365}"/>
                    </a:ext>
                  </a:extLst>
                </p14:cNvPr>
                <p14:cNvContentPartPr/>
                <p14:nvPr/>
              </p14:nvContentPartPr>
              <p14:xfrm>
                <a:off x="3959208" y="5810184"/>
                <a:ext cx="135000" cy="313560"/>
              </p14:xfrm>
            </p:contentPart>
          </mc:Choice>
          <mc:Fallback xmlns="">
            <p:pic>
              <p:nvPicPr>
                <p:cNvPr id="480" name="Ink 479">
                  <a:extLst>
                    <a:ext uri="{FF2B5EF4-FFF2-40B4-BE49-F238E27FC236}">
                      <a16:creationId xmlns:a16="http://schemas.microsoft.com/office/drawing/2014/main" id="{F6452166-094D-903A-4FC1-C0CAE9F60365}"/>
                    </a:ext>
                  </a:extLst>
                </p:cNvPr>
                <p:cNvPicPr/>
                <p:nvPr/>
              </p:nvPicPr>
              <p:blipFill>
                <a:blip r:embed="rId644"/>
                <a:stretch>
                  <a:fillRect/>
                </a:stretch>
              </p:blipFill>
              <p:spPr>
                <a:xfrm>
                  <a:off x="3950208" y="5801544"/>
                  <a:ext cx="15264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5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AFD6187B-8C37-5C76-F582-21E0C22D78F9}"/>
                    </a:ext>
                  </a:extLst>
                </p14:cNvPr>
                <p14:cNvContentPartPr/>
                <p14:nvPr/>
              </p14:nvContentPartPr>
              <p14:xfrm>
                <a:off x="4128408" y="5847624"/>
                <a:ext cx="157320" cy="77760"/>
              </p14:xfrm>
            </p:contentPart>
          </mc:Choice>
          <mc:Fallback xmlns=""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AFD6187B-8C37-5C76-F582-21E0C22D78F9}"/>
                    </a:ext>
                  </a:extLst>
                </p:cNvPr>
                <p:cNvPicPr/>
                <p:nvPr/>
              </p:nvPicPr>
              <p:blipFill>
                <a:blip r:embed="rId646"/>
                <a:stretch>
                  <a:fillRect/>
                </a:stretch>
              </p:blipFill>
              <p:spPr>
                <a:xfrm>
                  <a:off x="4119768" y="5838624"/>
                  <a:ext cx="17496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7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4698A89C-1647-5647-8495-C76D0771B578}"/>
                    </a:ext>
                  </a:extLst>
                </p14:cNvPr>
                <p14:cNvContentPartPr/>
                <p14:nvPr/>
              </p14:nvContentPartPr>
              <p14:xfrm>
                <a:off x="4287168" y="5849424"/>
                <a:ext cx="141840" cy="95400"/>
              </p14:xfrm>
            </p:contentPart>
          </mc:Choice>
          <mc:Fallback xmlns=""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4698A89C-1647-5647-8495-C76D0771B578}"/>
                    </a:ext>
                  </a:extLst>
                </p:cNvPr>
                <p:cNvPicPr/>
                <p:nvPr/>
              </p:nvPicPr>
              <p:blipFill>
                <a:blip r:embed="rId648"/>
                <a:stretch>
                  <a:fillRect/>
                </a:stretch>
              </p:blipFill>
              <p:spPr>
                <a:xfrm>
                  <a:off x="4278168" y="5840784"/>
                  <a:ext cx="15948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9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F00546E9-6472-7FBA-DBC2-5443185A6CDA}"/>
                    </a:ext>
                  </a:extLst>
                </p14:cNvPr>
                <p14:cNvContentPartPr/>
                <p14:nvPr/>
              </p14:nvContentPartPr>
              <p14:xfrm>
                <a:off x="4504608" y="5766264"/>
                <a:ext cx="158400" cy="141480"/>
              </p14:xfrm>
            </p:contentPart>
          </mc:Choice>
          <mc:Fallback xmlns=""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F00546E9-6472-7FBA-DBC2-5443185A6CDA}"/>
                    </a:ext>
                  </a:extLst>
                </p:cNvPr>
                <p:cNvPicPr/>
                <p:nvPr/>
              </p:nvPicPr>
              <p:blipFill>
                <a:blip r:embed="rId650"/>
                <a:stretch>
                  <a:fillRect/>
                </a:stretch>
              </p:blipFill>
              <p:spPr>
                <a:xfrm>
                  <a:off x="4495968" y="5757264"/>
                  <a:ext cx="1760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1">
              <p14:nvContentPartPr>
                <p14:cNvPr id="484" name="Ink 483">
                  <a:extLst>
                    <a:ext uri="{FF2B5EF4-FFF2-40B4-BE49-F238E27FC236}">
                      <a16:creationId xmlns:a16="http://schemas.microsoft.com/office/drawing/2014/main" id="{CDD6F807-B122-F702-3D57-936CB6535F58}"/>
                    </a:ext>
                  </a:extLst>
                </p14:cNvPr>
                <p14:cNvContentPartPr/>
                <p14:nvPr/>
              </p14:nvContentPartPr>
              <p14:xfrm>
                <a:off x="4687128" y="5741424"/>
                <a:ext cx="18360" cy="39960"/>
              </p14:xfrm>
            </p:contentPart>
          </mc:Choice>
          <mc:Fallback xmlns="">
            <p:pic>
              <p:nvPicPr>
                <p:cNvPr id="484" name="Ink 483">
                  <a:extLst>
                    <a:ext uri="{FF2B5EF4-FFF2-40B4-BE49-F238E27FC236}">
                      <a16:creationId xmlns:a16="http://schemas.microsoft.com/office/drawing/2014/main" id="{CDD6F807-B122-F702-3D57-936CB6535F58}"/>
                    </a:ext>
                  </a:extLst>
                </p:cNvPr>
                <p:cNvPicPr/>
                <p:nvPr/>
              </p:nvPicPr>
              <p:blipFill>
                <a:blip r:embed="rId652"/>
                <a:stretch>
                  <a:fillRect/>
                </a:stretch>
              </p:blipFill>
              <p:spPr>
                <a:xfrm>
                  <a:off x="4678488" y="5732424"/>
                  <a:ext cx="3600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3">
              <p14:nvContentPartPr>
                <p14:cNvPr id="485" name="Ink 484">
                  <a:extLst>
                    <a:ext uri="{FF2B5EF4-FFF2-40B4-BE49-F238E27FC236}">
                      <a16:creationId xmlns:a16="http://schemas.microsoft.com/office/drawing/2014/main" id="{14052FE0-0565-3370-F5A7-86DDEED5AF61}"/>
                    </a:ext>
                  </a:extLst>
                </p14:cNvPr>
                <p14:cNvContentPartPr/>
                <p14:nvPr/>
              </p14:nvContentPartPr>
              <p14:xfrm>
                <a:off x="4722048" y="5703624"/>
                <a:ext cx="474480" cy="225720"/>
              </p14:xfrm>
            </p:contentPart>
          </mc:Choice>
          <mc:Fallback xmlns="">
            <p:pic>
              <p:nvPicPr>
                <p:cNvPr id="485" name="Ink 484">
                  <a:extLst>
                    <a:ext uri="{FF2B5EF4-FFF2-40B4-BE49-F238E27FC236}">
                      <a16:creationId xmlns:a16="http://schemas.microsoft.com/office/drawing/2014/main" id="{14052FE0-0565-3370-F5A7-86DDEED5AF61}"/>
                    </a:ext>
                  </a:extLst>
                </p:cNvPr>
                <p:cNvPicPr/>
                <p:nvPr/>
              </p:nvPicPr>
              <p:blipFill>
                <a:blip r:embed="rId654"/>
                <a:stretch>
                  <a:fillRect/>
                </a:stretch>
              </p:blipFill>
              <p:spPr>
                <a:xfrm>
                  <a:off x="4713408" y="5694624"/>
                  <a:ext cx="49212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5">
              <p14:nvContentPartPr>
                <p14:cNvPr id="486" name="Ink 485">
                  <a:extLst>
                    <a:ext uri="{FF2B5EF4-FFF2-40B4-BE49-F238E27FC236}">
                      <a16:creationId xmlns:a16="http://schemas.microsoft.com/office/drawing/2014/main" id="{8FAB8B9B-E358-3EDA-5693-486A9FA5389A}"/>
                    </a:ext>
                  </a:extLst>
                </p14:cNvPr>
                <p14:cNvContentPartPr/>
                <p14:nvPr/>
              </p14:nvContentPartPr>
              <p14:xfrm>
                <a:off x="5225688" y="5713344"/>
                <a:ext cx="68760" cy="25200"/>
              </p14:xfrm>
            </p:contentPart>
          </mc:Choice>
          <mc:Fallback xmlns="">
            <p:pic>
              <p:nvPicPr>
                <p:cNvPr id="486" name="Ink 485">
                  <a:extLst>
                    <a:ext uri="{FF2B5EF4-FFF2-40B4-BE49-F238E27FC236}">
                      <a16:creationId xmlns:a16="http://schemas.microsoft.com/office/drawing/2014/main" id="{8FAB8B9B-E358-3EDA-5693-486A9FA5389A}"/>
                    </a:ext>
                  </a:extLst>
                </p:cNvPr>
                <p:cNvPicPr/>
                <p:nvPr/>
              </p:nvPicPr>
              <p:blipFill>
                <a:blip r:embed="rId656"/>
                <a:stretch>
                  <a:fillRect/>
                </a:stretch>
              </p:blipFill>
              <p:spPr>
                <a:xfrm>
                  <a:off x="5217048" y="5704344"/>
                  <a:ext cx="864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7">
              <p14:nvContentPartPr>
                <p14:cNvPr id="488" name="Ink 487">
                  <a:extLst>
                    <a:ext uri="{FF2B5EF4-FFF2-40B4-BE49-F238E27FC236}">
                      <a16:creationId xmlns:a16="http://schemas.microsoft.com/office/drawing/2014/main" id="{6BA40EE6-D2BD-F260-DA4F-C777DC82707A}"/>
                    </a:ext>
                  </a:extLst>
                </p14:cNvPr>
                <p14:cNvContentPartPr/>
                <p14:nvPr/>
              </p14:nvContentPartPr>
              <p14:xfrm>
                <a:off x="5681088" y="5728104"/>
                <a:ext cx="336600" cy="223200"/>
              </p14:xfrm>
            </p:contentPart>
          </mc:Choice>
          <mc:Fallback xmlns="">
            <p:pic>
              <p:nvPicPr>
                <p:cNvPr id="488" name="Ink 487">
                  <a:extLst>
                    <a:ext uri="{FF2B5EF4-FFF2-40B4-BE49-F238E27FC236}">
                      <a16:creationId xmlns:a16="http://schemas.microsoft.com/office/drawing/2014/main" id="{6BA40EE6-D2BD-F260-DA4F-C777DC82707A}"/>
                    </a:ext>
                  </a:extLst>
                </p:cNvPr>
                <p:cNvPicPr/>
                <p:nvPr/>
              </p:nvPicPr>
              <p:blipFill>
                <a:blip r:embed="rId658"/>
                <a:stretch>
                  <a:fillRect/>
                </a:stretch>
              </p:blipFill>
              <p:spPr>
                <a:xfrm>
                  <a:off x="5672088" y="5719464"/>
                  <a:ext cx="35424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9">
              <p14:nvContentPartPr>
                <p14:cNvPr id="489" name="Ink 488">
                  <a:extLst>
                    <a:ext uri="{FF2B5EF4-FFF2-40B4-BE49-F238E27FC236}">
                      <a16:creationId xmlns:a16="http://schemas.microsoft.com/office/drawing/2014/main" id="{D70D0A91-33A6-6DA5-2952-78708911835A}"/>
                    </a:ext>
                  </a:extLst>
                </p14:cNvPr>
                <p14:cNvContentPartPr/>
                <p14:nvPr/>
              </p14:nvContentPartPr>
              <p14:xfrm>
                <a:off x="6125328" y="5746104"/>
                <a:ext cx="316080" cy="162360"/>
              </p14:xfrm>
            </p:contentPart>
          </mc:Choice>
          <mc:Fallback xmlns="">
            <p:pic>
              <p:nvPicPr>
                <p:cNvPr id="489" name="Ink 488">
                  <a:extLst>
                    <a:ext uri="{FF2B5EF4-FFF2-40B4-BE49-F238E27FC236}">
                      <a16:creationId xmlns:a16="http://schemas.microsoft.com/office/drawing/2014/main" id="{D70D0A91-33A6-6DA5-2952-78708911835A}"/>
                    </a:ext>
                  </a:extLst>
                </p:cNvPr>
                <p:cNvPicPr/>
                <p:nvPr/>
              </p:nvPicPr>
              <p:blipFill>
                <a:blip r:embed="rId660"/>
                <a:stretch>
                  <a:fillRect/>
                </a:stretch>
              </p:blipFill>
              <p:spPr>
                <a:xfrm>
                  <a:off x="6116328" y="5737464"/>
                  <a:ext cx="3337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1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9216E555-1FC7-42DF-52A7-36BBBFEB7B89}"/>
                    </a:ext>
                  </a:extLst>
                </p14:cNvPr>
                <p14:cNvContentPartPr/>
                <p14:nvPr/>
              </p14:nvContentPartPr>
              <p14:xfrm>
                <a:off x="6508368" y="5846184"/>
                <a:ext cx="19440" cy="55440"/>
              </p14:xfrm>
            </p:contentPart>
          </mc:Choice>
          <mc:Fallback xmlns=""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9216E555-1FC7-42DF-52A7-36BBBFEB7B89}"/>
                    </a:ext>
                  </a:extLst>
                </p:cNvPr>
                <p:cNvPicPr/>
                <p:nvPr/>
              </p:nvPicPr>
              <p:blipFill>
                <a:blip r:embed="rId662"/>
                <a:stretch>
                  <a:fillRect/>
                </a:stretch>
              </p:blipFill>
              <p:spPr>
                <a:xfrm>
                  <a:off x="6499368" y="5837544"/>
                  <a:ext cx="3708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3">
              <p14:nvContentPartPr>
                <p14:cNvPr id="491" name="Ink 490">
                  <a:extLst>
                    <a:ext uri="{FF2B5EF4-FFF2-40B4-BE49-F238E27FC236}">
                      <a16:creationId xmlns:a16="http://schemas.microsoft.com/office/drawing/2014/main" id="{1A89FBBA-D84E-DF02-400D-904737B417E4}"/>
                    </a:ext>
                  </a:extLst>
                </p14:cNvPr>
                <p14:cNvContentPartPr/>
                <p14:nvPr/>
              </p14:nvContentPartPr>
              <p14:xfrm>
                <a:off x="6520608" y="5746824"/>
                <a:ext cx="11160" cy="30600"/>
              </p14:xfrm>
            </p:contentPart>
          </mc:Choice>
          <mc:Fallback xmlns="">
            <p:pic>
              <p:nvPicPr>
                <p:cNvPr id="491" name="Ink 490">
                  <a:extLst>
                    <a:ext uri="{FF2B5EF4-FFF2-40B4-BE49-F238E27FC236}">
                      <a16:creationId xmlns:a16="http://schemas.microsoft.com/office/drawing/2014/main" id="{1A89FBBA-D84E-DF02-400D-904737B417E4}"/>
                    </a:ext>
                  </a:extLst>
                </p:cNvPr>
                <p:cNvPicPr/>
                <p:nvPr/>
              </p:nvPicPr>
              <p:blipFill>
                <a:blip r:embed="rId664"/>
                <a:stretch>
                  <a:fillRect/>
                </a:stretch>
              </p:blipFill>
              <p:spPr>
                <a:xfrm>
                  <a:off x="6511968" y="5737824"/>
                  <a:ext cx="288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5">
              <p14:nvContentPartPr>
                <p14:cNvPr id="492" name="Ink 491">
                  <a:extLst>
                    <a:ext uri="{FF2B5EF4-FFF2-40B4-BE49-F238E27FC236}">
                      <a16:creationId xmlns:a16="http://schemas.microsoft.com/office/drawing/2014/main" id="{1C1D9473-B4E7-1B76-E45A-8CA6657A8842}"/>
                    </a:ext>
                  </a:extLst>
                </p14:cNvPr>
                <p14:cNvContentPartPr/>
                <p14:nvPr/>
              </p14:nvContentPartPr>
              <p14:xfrm>
                <a:off x="6588288" y="5811984"/>
                <a:ext cx="313200" cy="62280"/>
              </p14:xfrm>
            </p:contentPart>
          </mc:Choice>
          <mc:Fallback xmlns="">
            <p:pic>
              <p:nvPicPr>
                <p:cNvPr id="492" name="Ink 491">
                  <a:extLst>
                    <a:ext uri="{FF2B5EF4-FFF2-40B4-BE49-F238E27FC236}">
                      <a16:creationId xmlns:a16="http://schemas.microsoft.com/office/drawing/2014/main" id="{1C1D9473-B4E7-1B76-E45A-8CA6657A8842}"/>
                    </a:ext>
                  </a:extLst>
                </p:cNvPr>
                <p:cNvPicPr/>
                <p:nvPr/>
              </p:nvPicPr>
              <p:blipFill>
                <a:blip r:embed="rId666"/>
                <a:stretch>
                  <a:fillRect/>
                </a:stretch>
              </p:blipFill>
              <p:spPr>
                <a:xfrm>
                  <a:off x="6579288" y="5802984"/>
                  <a:ext cx="33084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7">
              <p14:nvContentPartPr>
                <p14:cNvPr id="494" name="Ink 493">
                  <a:extLst>
                    <a:ext uri="{FF2B5EF4-FFF2-40B4-BE49-F238E27FC236}">
                      <a16:creationId xmlns:a16="http://schemas.microsoft.com/office/drawing/2014/main" id="{B7ABCE73-99AA-348D-5B34-2B5C492D197E}"/>
                    </a:ext>
                  </a:extLst>
                </p14:cNvPr>
                <p14:cNvContentPartPr/>
                <p14:nvPr/>
              </p14:nvContentPartPr>
              <p14:xfrm>
                <a:off x="7286328" y="5850864"/>
                <a:ext cx="112320" cy="66600"/>
              </p14:xfrm>
            </p:contentPart>
          </mc:Choice>
          <mc:Fallback xmlns="">
            <p:pic>
              <p:nvPicPr>
                <p:cNvPr id="494" name="Ink 493">
                  <a:extLst>
                    <a:ext uri="{FF2B5EF4-FFF2-40B4-BE49-F238E27FC236}">
                      <a16:creationId xmlns:a16="http://schemas.microsoft.com/office/drawing/2014/main" id="{B7ABCE73-99AA-348D-5B34-2B5C492D197E}"/>
                    </a:ext>
                  </a:extLst>
                </p:cNvPr>
                <p:cNvPicPr/>
                <p:nvPr/>
              </p:nvPicPr>
              <p:blipFill>
                <a:blip r:embed="rId668"/>
                <a:stretch>
                  <a:fillRect/>
                </a:stretch>
              </p:blipFill>
              <p:spPr>
                <a:xfrm>
                  <a:off x="7277328" y="5842224"/>
                  <a:ext cx="1299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9">
              <p14:nvContentPartPr>
                <p14:cNvPr id="495" name="Ink 494">
                  <a:extLst>
                    <a:ext uri="{FF2B5EF4-FFF2-40B4-BE49-F238E27FC236}">
                      <a16:creationId xmlns:a16="http://schemas.microsoft.com/office/drawing/2014/main" id="{F3F84B0B-C619-0483-FD13-255F5929DDD8}"/>
                    </a:ext>
                  </a:extLst>
                </p14:cNvPr>
                <p14:cNvContentPartPr/>
                <p14:nvPr/>
              </p14:nvContentPartPr>
              <p14:xfrm>
                <a:off x="7692408" y="5631984"/>
                <a:ext cx="223920" cy="315720"/>
              </p14:xfrm>
            </p:contentPart>
          </mc:Choice>
          <mc:Fallback xmlns="">
            <p:pic>
              <p:nvPicPr>
                <p:cNvPr id="495" name="Ink 494">
                  <a:extLst>
                    <a:ext uri="{FF2B5EF4-FFF2-40B4-BE49-F238E27FC236}">
                      <a16:creationId xmlns:a16="http://schemas.microsoft.com/office/drawing/2014/main" id="{F3F84B0B-C619-0483-FD13-255F5929DDD8}"/>
                    </a:ext>
                  </a:extLst>
                </p:cNvPr>
                <p:cNvPicPr/>
                <p:nvPr/>
              </p:nvPicPr>
              <p:blipFill>
                <a:blip r:embed="rId670"/>
                <a:stretch>
                  <a:fillRect/>
                </a:stretch>
              </p:blipFill>
              <p:spPr>
                <a:xfrm>
                  <a:off x="7683768" y="5622984"/>
                  <a:ext cx="24156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1">
              <p14:nvContentPartPr>
                <p14:cNvPr id="496" name="Ink 495">
                  <a:extLst>
                    <a:ext uri="{FF2B5EF4-FFF2-40B4-BE49-F238E27FC236}">
                      <a16:creationId xmlns:a16="http://schemas.microsoft.com/office/drawing/2014/main" id="{509317F3-6776-D3D6-EB01-FC05EAA67D13}"/>
                    </a:ext>
                  </a:extLst>
                </p14:cNvPr>
                <p14:cNvContentPartPr/>
                <p14:nvPr/>
              </p14:nvContentPartPr>
              <p14:xfrm>
                <a:off x="7941168" y="5829624"/>
                <a:ext cx="14040" cy="29520"/>
              </p14:xfrm>
            </p:contentPart>
          </mc:Choice>
          <mc:Fallback xmlns="">
            <p:pic>
              <p:nvPicPr>
                <p:cNvPr id="496" name="Ink 495">
                  <a:extLst>
                    <a:ext uri="{FF2B5EF4-FFF2-40B4-BE49-F238E27FC236}">
                      <a16:creationId xmlns:a16="http://schemas.microsoft.com/office/drawing/2014/main" id="{509317F3-6776-D3D6-EB01-FC05EAA67D13}"/>
                    </a:ext>
                  </a:extLst>
                </p:cNvPr>
                <p:cNvPicPr/>
                <p:nvPr/>
              </p:nvPicPr>
              <p:blipFill>
                <a:blip r:embed="rId672"/>
                <a:stretch>
                  <a:fillRect/>
                </a:stretch>
              </p:blipFill>
              <p:spPr>
                <a:xfrm>
                  <a:off x="7932168" y="5820624"/>
                  <a:ext cx="316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3">
              <p14:nvContentPartPr>
                <p14:cNvPr id="497" name="Ink 496">
                  <a:extLst>
                    <a:ext uri="{FF2B5EF4-FFF2-40B4-BE49-F238E27FC236}">
                      <a16:creationId xmlns:a16="http://schemas.microsoft.com/office/drawing/2014/main" id="{953BFF57-564E-89E7-1CA3-2D0A94A448AD}"/>
                    </a:ext>
                  </a:extLst>
                </p14:cNvPr>
                <p14:cNvContentPartPr/>
                <p14:nvPr/>
              </p14:nvContentPartPr>
              <p14:xfrm>
                <a:off x="7983648" y="5761944"/>
                <a:ext cx="354600" cy="380160"/>
              </p14:xfrm>
            </p:contentPart>
          </mc:Choice>
          <mc:Fallback xmlns="">
            <p:pic>
              <p:nvPicPr>
                <p:cNvPr id="497" name="Ink 496">
                  <a:extLst>
                    <a:ext uri="{FF2B5EF4-FFF2-40B4-BE49-F238E27FC236}">
                      <a16:creationId xmlns:a16="http://schemas.microsoft.com/office/drawing/2014/main" id="{953BFF57-564E-89E7-1CA3-2D0A94A448AD}"/>
                    </a:ext>
                  </a:extLst>
                </p:cNvPr>
                <p:cNvPicPr/>
                <p:nvPr/>
              </p:nvPicPr>
              <p:blipFill>
                <a:blip r:embed="rId674"/>
                <a:stretch>
                  <a:fillRect/>
                </a:stretch>
              </p:blipFill>
              <p:spPr>
                <a:xfrm>
                  <a:off x="7974648" y="5753304"/>
                  <a:ext cx="37224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5">
              <p14:nvContentPartPr>
                <p14:cNvPr id="498" name="Ink 497">
                  <a:extLst>
                    <a:ext uri="{FF2B5EF4-FFF2-40B4-BE49-F238E27FC236}">
                      <a16:creationId xmlns:a16="http://schemas.microsoft.com/office/drawing/2014/main" id="{688BBAF9-F8D2-7B45-ED8A-2C3B533F4A25}"/>
                    </a:ext>
                  </a:extLst>
                </p14:cNvPr>
                <p14:cNvContentPartPr/>
                <p14:nvPr/>
              </p14:nvContentPartPr>
              <p14:xfrm>
                <a:off x="8311248" y="5838984"/>
                <a:ext cx="203040" cy="17640"/>
              </p14:xfrm>
            </p:contentPart>
          </mc:Choice>
          <mc:Fallback xmlns="">
            <p:pic>
              <p:nvPicPr>
                <p:cNvPr id="498" name="Ink 497">
                  <a:extLst>
                    <a:ext uri="{FF2B5EF4-FFF2-40B4-BE49-F238E27FC236}">
                      <a16:creationId xmlns:a16="http://schemas.microsoft.com/office/drawing/2014/main" id="{688BBAF9-F8D2-7B45-ED8A-2C3B533F4A25}"/>
                    </a:ext>
                  </a:extLst>
                </p:cNvPr>
                <p:cNvPicPr/>
                <p:nvPr/>
              </p:nvPicPr>
              <p:blipFill>
                <a:blip r:embed="rId676"/>
                <a:stretch>
                  <a:fillRect/>
                </a:stretch>
              </p:blipFill>
              <p:spPr>
                <a:xfrm>
                  <a:off x="8302248" y="5830344"/>
                  <a:ext cx="22068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7">
              <p14:nvContentPartPr>
                <p14:cNvPr id="499" name="Ink 498">
                  <a:extLst>
                    <a:ext uri="{FF2B5EF4-FFF2-40B4-BE49-F238E27FC236}">
                      <a16:creationId xmlns:a16="http://schemas.microsoft.com/office/drawing/2014/main" id="{A0389A2D-D584-8108-A797-38CC7E16BBF7}"/>
                    </a:ext>
                  </a:extLst>
                </p14:cNvPr>
                <p14:cNvContentPartPr/>
                <p14:nvPr/>
              </p14:nvContentPartPr>
              <p14:xfrm>
                <a:off x="8675208" y="5821344"/>
                <a:ext cx="113400" cy="133920"/>
              </p14:xfrm>
            </p:contentPart>
          </mc:Choice>
          <mc:Fallback xmlns="">
            <p:pic>
              <p:nvPicPr>
                <p:cNvPr id="499" name="Ink 498">
                  <a:extLst>
                    <a:ext uri="{FF2B5EF4-FFF2-40B4-BE49-F238E27FC236}">
                      <a16:creationId xmlns:a16="http://schemas.microsoft.com/office/drawing/2014/main" id="{A0389A2D-D584-8108-A797-38CC7E16BBF7}"/>
                    </a:ext>
                  </a:extLst>
                </p:cNvPr>
                <p:cNvPicPr/>
                <p:nvPr/>
              </p:nvPicPr>
              <p:blipFill>
                <a:blip r:embed="rId678"/>
                <a:stretch>
                  <a:fillRect/>
                </a:stretch>
              </p:blipFill>
              <p:spPr>
                <a:xfrm>
                  <a:off x="8666568" y="5812344"/>
                  <a:ext cx="1310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9">
              <p14:nvContentPartPr>
                <p14:cNvPr id="500" name="Ink 499">
                  <a:extLst>
                    <a:ext uri="{FF2B5EF4-FFF2-40B4-BE49-F238E27FC236}">
                      <a16:creationId xmlns:a16="http://schemas.microsoft.com/office/drawing/2014/main" id="{C030BC0C-9912-E306-93B8-55BDB6A0CA92}"/>
                    </a:ext>
                  </a:extLst>
                </p14:cNvPr>
                <p14:cNvContentPartPr/>
                <p14:nvPr/>
              </p14:nvContentPartPr>
              <p14:xfrm>
                <a:off x="8844408" y="5726664"/>
                <a:ext cx="343800" cy="201960"/>
              </p14:xfrm>
            </p:contentPart>
          </mc:Choice>
          <mc:Fallback xmlns="">
            <p:pic>
              <p:nvPicPr>
                <p:cNvPr id="500" name="Ink 499">
                  <a:extLst>
                    <a:ext uri="{FF2B5EF4-FFF2-40B4-BE49-F238E27FC236}">
                      <a16:creationId xmlns:a16="http://schemas.microsoft.com/office/drawing/2014/main" id="{C030BC0C-9912-E306-93B8-55BDB6A0CA92}"/>
                    </a:ext>
                  </a:extLst>
                </p:cNvPr>
                <p:cNvPicPr/>
                <p:nvPr/>
              </p:nvPicPr>
              <p:blipFill>
                <a:blip r:embed="rId680"/>
                <a:stretch>
                  <a:fillRect/>
                </a:stretch>
              </p:blipFill>
              <p:spPr>
                <a:xfrm>
                  <a:off x="8835408" y="5717664"/>
                  <a:ext cx="361440" cy="21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3" name="Group 512">
            <a:extLst>
              <a:ext uri="{FF2B5EF4-FFF2-40B4-BE49-F238E27FC236}">
                <a16:creationId xmlns:a16="http://schemas.microsoft.com/office/drawing/2014/main" id="{71D65E7C-12E9-03C9-8C63-1E7626D5DEEE}"/>
              </a:ext>
            </a:extLst>
          </p:cNvPr>
          <p:cNvGrpSpPr/>
          <p:nvPr/>
        </p:nvGrpSpPr>
        <p:grpSpPr>
          <a:xfrm>
            <a:off x="9485568" y="5720904"/>
            <a:ext cx="496800" cy="241200"/>
            <a:chOff x="9485568" y="5720904"/>
            <a:chExt cx="496800" cy="24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1">
              <p14:nvContentPartPr>
                <p14:cNvPr id="502" name="Ink 501">
                  <a:extLst>
                    <a:ext uri="{FF2B5EF4-FFF2-40B4-BE49-F238E27FC236}">
                      <a16:creationId xmlns:a16="http://schemas.microsoft.com/office/drawing/2014/main" id="{B7887627-6865-E749-FFA2-5D4BE7E5BFEF}"/>
                    </a:ext>
                  </a:extLst>
                </p14:cNvPr>
                <p14:cNvContentPartPr/>
                <p14:nvPr/>
              </p14:nvContentPartPr>
              <p14:xfrm>
                <a:off x="9485568" y="5872824"/>
                <a:ext cx="150480" cy="82080"/>
              </p14:xfrm>
            </p:contentPart>
          </mc:Choice>
          <mc:Fallback xmlns="">
            <p:pic>
              <p:nvPicPr>
                <p:cNvPr id="502" name="Ink 501">
                  <a:extLst>
                    <a:ext uri="{FF2B5EF4-FFF2-40B4-BE49-F238E27FC236}">
                      <a16:creationId xmlns:a16="http://schemas.microsoft.com/office/drawing/2014/main" id="{B7887627-6865-E749-FFA2-5D4BE7E5BFEF}"/>
                    </a:ext>
                  </a:extLst>
                </p:cNvPr>
                <p:cNvPicPr/>
                <p:nvPr/>
              </p:nvPicPr>
              <p:blipFill>
                <a:blip r:embed="rId682"/>
                <a:stretch>
                  <a:fillRect/>
                </a:stretch>
              </p:blipFill>
              <p:spPr>
                <a:xfrm>
                  <a:off x="9476568" y="5863824"/>
                  <a:ext cx="1681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3">
              <p14:nvContentPartPr>
                <p14:cNvPr id="503" name="Ink 502">
                  <a:extLst>
                    <a:ext uri="{FF2B5EF4-FFF2-40B4-BE49-F238E27FC236}">
                      <a16:creationId xmlns:a16="http://schemas.microsoft.com/office/drawing/2014/main" id="{D6788E6D-0ED6-294B-4B1E-CE2922AEE815}"/>
                    </a:ext>
                  </a:extLst>
                </p14:cNvPr>
                <p14:cNvContentPartPr/>
                <p14:nvPr/>
              </p14:nvContentPartPr>
              <p14:xfrm>
                <a:off x="9702648" y="5858784"/>
                <a:ext cx="34920" cy="103320"/>
              </p14:xfrm>
            </p:contentPart>
          </mc:Choice>
          <mc:Fallback xmlns="">
            <p:pic>
              <p:nvPicPr>
                <p:cNvPr id="503" name="Ink 502">
                  <a:extLst>
                    <a:ext uri="{FF2B5EF4-FFF2-40B4-BE49-F238E27FC236}">
                      <a16:creationId xmlns:a16="http://schemas.microsoft.com/office/drawing/2014/main" id="{D6788E6D-0ED6-294B-4B1E-CE2922AEE815}"/>
                    </a:ext>
                  </a:extLst>
                </p:cNvPr>
                <p:cNvPicPr/>
                <p:nvPr/>
              </p:nvPicPr>
              <p:blipFill>
                <a:blip r:embed="rId684"/>
                <a:stretch>
                  <a:fillRect/>
                </a:stretch>
              </p:blipFill>
              <p:spPr>
                <a:xfrm>
                  <a:off x="9693648" y="5850144"/>
                  <a:ext cx="525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5">
              <p14:nvContentPartPr>
                <p14:cNvPr id="504" name="Ink 503">
                  <a:extLst>
                    <a:ext uri="{FF2B5EF4-FFF2-40B4-BE49-F238E27FC236}">
                      <a16:creationId xmlns:a16="http://schemas.microsoft.com/office/drawing/2014/main" id="{FEEC8228-E560-2DBD-E5E2-2A3BAF1EE169}"/>
                    </a:ext>
                  </a:extLst>
                </p14:cNvPr>
                <p14:cNvContentPartPr/>
                <p14:nvPr/>
              </p14:nvContentPartPr>
              <p14:xfrm>
                <a:off x="9791208" y="5780664"/>
                <a:ext cx="14040" cy="137520"/>
              </p14:xfrm>
            </p:contentPart>
          </mc:Choice>
          <mc:Fallback xmlns="">
            <p:pic>
              <p:nvPicPr>
                <p:cNvPr id="504" name="Ink 503">
                  <a:extLst>
                    <a:ext uri="{FF2B5EF4-FFF2-40B4-BE49-F238E27FC236}">
                      <a16:creationId xmlns:a16="http://schemas.microsoft.com/office/drawing/2014/main" id="{FEEC8228-E560-2DBD-E5E2-2A3BAF1EE169}"/>
                    </a:ext>
                  </a:extLst>
                </p:cNvPr>
                <p:cNvPicPr/>
                <p:nvPr/>
              </p:nvPicPr>
              <p:blipFill>
                <a:blip r:embed="rId686"/>
                <a:stretch>
                  <a:fillRect/>
                </a:stretch>
              </p:blipFill>
              <p:spPr>
                <a:xfrm>
                  <a:off x="9782568" y="5771664"/>
                  <a:ext cx="3168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7">
              <p14:nvContentPartPr>
                <p14:cNvPr id="505" name="Ink 504">
                  <a:extLst>
                    <a:ext uri="{FF2B5EF4-FFF2-40B4-BE49-F238E27FC236}">
                      <a16:creationId xmlns:a16="http://schemas.microsoft.com/office/drawing/2014/main" id="{BA4C6338-8315-C7F3-3171-FF366AC8CE6D}"/>
                    </a:ext>
                  </a:extLst>
                </p14:cNvPr>
                <p14:cNvContentPartPr/>
                <p14:nvPr/>
              </p14:nvContentPartPr>
              <p14:xfrm>
                <a:off x="9816768" y="5795064"/>
                <a:ext cx="165600" cy="109800"/>
              </p14:xfrm>
            </p:contentPart>
          </mc:Choice>
          <mc:Fallback xmlns="">
            <p:pic>
              <p:nvPicPr>
                <p:cNvPr id="505" name="Ink 504">
                  <a:extLst>
                    <a:ext uri="{FF2B5EF4-FFF2-40B4-BE49-F238E27FC236}">
                      <a16:creationId xmlns:a16="http://schemas.microsoft.com/office/drawing/2014/main" id="{BA4C6338-8315-C7F3-3171-FF366AC8CE6D}"/>
                    </a:ext>
                  </a:extLst>
                </p:cNvPr>
                <p:cNvPicPr/>
                <p:nvPr/>
              </p:nvPicPr>
              <p:blipFill>
                <a:blip r:embed="rId688"/>
                <a:stretch>
                  <a:fillRect/>
                </a:stretch>
              </p:blipFill>
              <p:spPr>
                <a:xfrm>
                  <a:off x="9808128" y="5786064"/>
                  <a:ext cx="18324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9">
              <p14:nvContentPartPr>
                <p14:cNvPr id="506" name="Ink 505">
                  <a:extLst>
                    <a:ext uri="{FF2B5EF4-FFF2-40B4-BE49-F238E27FC236}">
                      <a16:creationId xmlns:a16="http://schemas.microsoft.com/office/drawing/2014/main" id="{8AA31F48-0EB0-70A3-F7F0-782F77C55A58}"/>
                    </a:ext>
                  </a:extLst>
                </p14:cNvPr>
                <p14:cNvContentPartPr/>
                <p14:nvPr/>
              </p14:nvContentPartPr>
              <p14:xfrm>
                <a:off x="9665568" y="5720904"/>
                <a:ext cx="30600" cy="11520"/>
              </p14:xfrm>
            </p:contentPart>
          </mc:Choice>
          <mc:Fallback xmlns="">
            <p:pic>
              <p:nvPicPr>
                <p:cNvPr id="506" name="Ink 505">
                  <a:extLst>
                    <a:ext uri="{FF2B5EF4-FFF2-40B4-BE49-F238E27FC236}">
                      <a16:creationId xmlns:a16="http://schemas.microsoft.com/office/drawing/2014/main" id="{8AA31F48-0EB0-70A3-F7F0-782F77C55A58}"/>
                    </a:ext>
                  </a:extLst>
                </p:cNvPr>
                <p:cNvPicPr/>
                <p:nvPr/>
              </p:nvPicPr>
              <p:blipFill>
                <a:blip r:embed="rId690"/>
                <a:stretch>
                  <a:fillRect/>
                </a:stretch>
              </p:blipFill>
              <p:spPr>
                <a:xfrm>
                  <a:off x="9656928" y="5711904"/>
                  <a:ext cx="48240" cy="2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0" name="Group 519">
            <a:extLst>
              <a:ext uri="{FF2B5EF4-FFF2-40B4-BE49-F238E27FC236}">
                <a16:creationId xmlns:a16="http://schemas.microsoft.com/office/drawing/2014/main" id="{481F837F-6AB8-963E-E8B1-261B31F35FBA}"/>
              </a:ext>
            </a:extLst>
          </p:cNvPr>
          <p:cNvGrpSpPr/>
          <p:nvPr/>
        </p:nvGrpSpPr>
        <p:grpSpPr>
          <a:xfrm>
            <a:off x="10262448" y="5793624"/>
            <a:ext cx="1774440" cy="310320"/>
            <a:chOff x="10262448" y="5793624"/>
            <a:chExt cx="1774440" cy="31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1">
              <p14:nvContentPartPr>
                <p14:cNvPr id="507" name="Ink 506">
                  <a:extLst>
                    <a:ext uri="{FF2B5EF4-FFF2-40B4-BE49-F238E27FC236}">
                      <a16:creationId xmlns:a16="http://schemas.microsoft.com/office/drawing/2014/main" id="{8C2F0E56-B78E-2E64-CD10-DE4FE07A10F5}"/>
                    </a:ext>
                  </a:extLst>
                </p14:cNvPr>
                <p14:cNvContentPartPr/>
                <p14:nvPr/>
              </p14:nvContentPartPr>
              <p14:xfrm>
                <a:off x="10262448" y="5855544"/>
                <a:ext cx="106200" cy="50760"/>
              </p14:xfrm>
            </p:contentPart>
          </mc:Choice>
          <mc:Fallback xmlns="">
            <p:pic>
              <p:nvPicPr>
                <p:cNvPr id="507" name="Ink 506">
                  <a:extLst>
                    <a:ext uri="{FF2B5EF4-FFF2-40B4-BE49-F238E27FC236}">
                      <a16:creationId xmlns:a16="http://schemas.microsoft.com/office/drawing/2014/main" id="{8C2F0E56-B78E-2E64-CD10-DE4FE07A10F5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10253448" y="5846904"/>
                  <a:ext cx="12384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3">
              <p14:nvContentPartPr>
                <p14:cNvPr id="508" name="Ink 507">
                  <a:extLst>
                    <a:ext uri="{FF2B5EF4-FFF2-40B4-BE49-F238E27FC236}">
                      <a16:creationId xmlns:a16="http://schemas.microsoft.com/office/drawing/2014/main" id="{AC8E8915-34EF-A9FC-177D-02628F5C654D}"/>
                    </a:ext>
                  </a:extLst>
                </p14:cNvPr>
                <p14:cNvContentPartPr/>
                <p14:nvPr/>
              </p14:nvContentPartPr>
              <p14:xfrm>
                <a:off x="10571328" y="5808744"/>
                <a:ext cx="185040" cy="126360"/>
              </p14:xfrm>
            </p:contentPart>
          </mc:Choice>
          <mc:Fallback xmlns="">
            <p:pic>
              <p:nvPicPr>
                <p:cNvPr id="508" name="Ink 507">
                  <a:extLst>
                    <a:ext uri="{FF2B5EF4-FFF2-40B4-BE49-F238E27FC236}">
                      <a16:creationId xmlns:a16="http://schemas.microsoft.com/office/drawing/2014/main" id="{AC8E8915-34EF-A9FC-177D-02628F5C654D}"/>
                    </a:ext>
                  </a:extLst>
                </p:cNvPr>
                <p:cNvPicPr/>
                <p:nvPr/>
              </p:nvPicPr>
              <p:blipFill>
                <a:blip r:embed="rId694"/>
                <a:stretch>
                  <a:fillRect/>
                </a:stretch>
              </p:blipFill>
              <p:spPr>
                <a:xfrm>
                  <a:off x="10562328" y="5800104"/>
                  <a:ext cx="20268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5">
              <p14:nvContentPartPr>
                <p14:cNvPr id="509" name="Ink 508">
                  <a:extLst>
                    <a:ext uri="{FF2B5EF4-FFF2-40B4-BE49-F238E27FC236}">
                      <a16:creationId xmlns:a16="http://schemas.microsoft.com/office/drawing/2014/main" id="{A7BDEE3E-4D88-F6A4-41D8-022A0656A79B}"/>
                    </a:ext>
                  </a:extLst>
                </p14:cNvPr>
                <p14:cNvContentPartPr/>
                <p14:nvPr/>
              </p14:nvContentPartPr>
              <p14:xfrm>
                <a:off x="10805688" y="5828544"/>
                <a:ext cx="225360" cy="99000"/>
              </p14:xfrm>
            </p:contentPart>
          </mc:Choice>
          <mc:Fallback xmlns="">
            <p:pic>
              <p:nvPicPr>
                <p:cNvPr id="509" name="Ink 508">
                  <a:extLst>
                    <a:ext uri="{FF2B5EF4-FFF2-40B4-BE49-F238E27FC236}">
                      <a16:creationId xmlns:a16="http://schemas.microsoft.com/office/drawing/2014/main" id="{A7BDEE3E-4D88-F6A4-41D8-022A0656A79B}"/>
                    </a:ext>
                  </a:extLst>
                </p:cNvPr>
                <p:cNvPicPr/>
                <p:nvPr/>
              </p:nvPicPr>
              <p:blipFill>
                <a:blip r:embed="rId696"/>
                <a:stretch>
                  <a:fillRect/>
                </a:stretch>
              </p:blipFill>
              <p:spPr>
                <a:xfrm>
                  <a:off x="10797048" y="5819544"/>
                  <a:ext cx="2430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7">
              <p14:nvContentPartPr>
                <p14:cNvPr id="510" name="Ink 509">
                  <a:extLst>
                    <a:ext uri="{FF2B5EF4-FFF2-40B4-BE49-F238E27FC236}">
                      <a16:creationId xmlns:a16="http://schemas.microsoft.com/office/drawing/2014/main" id="{6DE54228-8D5C-3EB8-348F-2FC84F1E6760}"/>
                    </a:ext>
                  </a:extLst>
                </p14:cNvPr>
                <p14:cNvContentPartPr/>
                <p14:nvPr/>
              </p14:nvContentPartPr>
              <p14:xfrm>
                <a:off x="11073528" y="5793624"/>
                <a:ext cx="103320" cy="137880"/>
              </p14:xfrm>
            </p:contentPart>
          </mc:Choice>
          <mc:Fallback xmlns="">
            <p:pic>
              <p:nvPicPr>
                <p:cNvPr id="510" name="Ink 509">
                  <a:extLst>
                    <a:ext uri="{FF2B5EF4-FFF2-40B4-BE49-F238E27FC236}">
                      <a16:creationId xmlns:a16="http://schemas.microsoft.com/office/drawing/2014/main" id="{6DE54228-8D5C-3EB8-348F-2FC84F1E6760}"/>
                    </a:ext>
                  </a:extLst>
                </p:cNvPr>
                <p:cNvPicPr/>
                <p:nvPr/>
              </p:nvPicPr>
              <p:blipFill>
                <a:blip r:embed="rId698"/>
                <a:stretch>
                  <a:fillRect/>
                </a:stretch>
              </p:blipFill>
              <p:spPr>
                <a:xfrm>
                  <a:off x="11064888" y="5784624"/>
                  <a:ext cx="1209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9">
              <p14:nvContentPartPr>
                <p14:cNvPr id="511" name="Ink 510">
                  <a:extLst>
                    <a:ext uri="{FF2B5EF4-FFF2-40B4-BE49-F238E27FC236}">
                      <a16:creationId xmlns:a16="http://schemas.microsoft.com/office/drawing/2014/main" id="{438A7503-F382-F571-A13F-57EAD1E1DCE1}"/>
                    </a:ext>
                  </a:extLst>
                </p14:cNvPr>
                <p14:cNvContentPartPr/>
                <p14:nvPr/>
              </p14:nvContentPartPr>
              <p14:xfrm>
                <a:off x="11085048" y="5971104"/>
                <a:ext cx="202320" cy="132840"/>
              </p14:xfrm>
            </p:contentPart>
          </mc:Choice>
          <mc:Fallback xmlns="">
            <p:pic>
              <p:nvPicPr>
                <p:cNvPr id="511" name="Ink 510">
                  <a:extLst>
                    <a:ext uri="{FF2B5EF4-FFF2-40B4-BE49-F238E27FC236}">
                      <a16:creationId xmlns:a16="http://schemas.microsoft.com/office/drawing/2014/main" id="{438A7503-F382-F571-A13F-57EAD1E1DCE1}"/>
                    </a:ext>
                  </a:extLst>
                </p:cNvPr>
                <p:cNvPicPr/>
                <p:nvPr/>
              </p:nvPicPr>
              <p:blipFill>
                <a:blip r:embed="rId700"/>
                <a:stretch>
                  <a:fillRect/>
                </a:stretch>
              </p:blipFill>
              <p:spPr>
                <a:xfrm>
                  <a:off x="11076408" y="5962104"/>
                  <a:ext cx="21996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1">
              <p14:nvContentPartPr>
                <p14:cNvPr id="514" name="Ink 513">
                  <a:extLst>
                    <a:ext uri="{FF2B5EF4-FFF2-40B4-BE49-F238E27FC236}">
                      <a16:creationId xmlns:a16="http://schemas.microsoft.com/office/drawing/2014/main" id="{B934126D-C10E-3E2B-BC23-B38901B1D41A}"/>
                    </a:ext>
                  </a:extLst>
                </p14:cNvPr>
                <p14:cNvContentPartPr/>
                <p14:nvPr/>
              </p14:nvContentPartPr>
              <p14:xfrm>
                <a:off x="11428848" y="5899464"/>
                <a:ext cx="356760" cy="110160"/>
              </p14:xfrm>
            </p:contentPart>
          </mc:Choice>
          <mc:Fallback xmlns="">
            <p:pic>
              <p:nvPicPr>
                <p:cNvPr id="514" name="Ink 513">
                  <a:extLst>
                    <a:ext uri="{FF2B5EF4-FFF2-40B4-BE49-F238E27FC236}">
                      <a16:creationId xmlns:a16="http://schemas.microsoft.com/office/drawing/2014/main" id="{B934126D-C10E-3E2B-BC23-B38901B1D41A}"/>
                    </a:ext>
                  </a:extLst>
                </p:cNvPr>
                <p:cNvPicPr/>
                <p:nvPr/>
              </p:nvPicPr>
              <p:blipFill>
                <a:blip r:embed="rId702"/>
                <a:stretch>
                  <a:fillRect/>
                </a:stretch>
              </p:blipFill>
              <p:spPr>
                <a:xfrm>
                  <a:off x="11420208" y="5890824"/>
                  <a:ext cx="37440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3">
              <p14:nvContentPartPr>
                <p14:cNvPr id="515" name="Ink 514">
                  <a:extLst>
                    <a:ext uri="{FF2B5EF4-FFF2-40B4-BE49-F238E27FC236}">
                      <a16:creationId xmlns:a16="http://schemas.microsoft.com/office/drawing/2014/main" id="{EB8051A8-9198-FA0A-710D-B7B9400AF5CB}"/>
                    </a:ext>
                  </a:extLst>
                </p14:cNvPr>
                <p14:cNvContentPartPr/>
                <p14:nvPr/>
              </p14:nvContentPartPr>
              <p14:xfrm>
                <a:off x="11830608" y="5932944"/>
                <a:ext cx="39960" cy="52200"/>
              </p14:xfrm>
            </p:contentPart>
          </mc:Choice>
          <mc:Fallback xmlns="">
            <p:pic>
              <p:nvPicPr>
                <p:cNvPr id="515" name="Ink 514">
                  <a:extLst>
                    <a:ext uri="{FF2B5EF4-FFF2-40B4-BE49-F238E27FC236}">
                      <a16:creationId xmlns:a16="http://schemas.microsoft.com/office/drawing/2014/main" id="{EB8051A8-9198-FA0A-710D-B7B9400AF5CB}"/>
                    </a:ext>
                  </a:extLst>
                </p:cNvPr>
                <p:cNvPicPr/>
                <p:nvPr/>
              </p:nvPicPr>
              <p:blipFill>
                <a:blip r:embed="rId704"/>
                <a:stretch>
                  <a:fillRect/>
                </a:stretch>
              </p:blipFill>
              <p:spPr>
                <a:xfrm>
                  <a:off x="11821968" y="5924304"/>
                  <a:ext cx="5760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5">
              <p14:nvContentPartPr>
                <p14:cNvPr id="516" name="Ink 515">
                  <a:extLst>
                    <a:ext uri="{FF2B5EF4-FFF2-40B4-BE49-F238E27FC236}">
                      <a16:creationId xmlns:a16="http://schemas.microsoft.com/office/drawing/2014/main" id="{C4FDB35D-857B-9C6A-0E10-6FDFCBD488BA}"/>
                    </a:ext>
                  </a:extLst>
                </p14:cNvPr>
                <p14:cNvContentPartPr/>
                <p14:nvPr/>
              </p14:nvContentPartPr>
              <p14:xfrm>
                <a:off x="11906928" y="5936544"/>
                <a:ext cx="55080" cy="34560"/>
              </p14:xfrm>
            </p:contentPart>
          </mc:Choice>
          <mc:Fallback xmlns="">
            <p:pic>
              <p:nvPicPr>
                <p:cNvPr id="516" name="Ink 515">
                  <a:extLst>
                    <a:ext uri="{FF2B5EF4-FFF2-40B4-BE49-F238E27FC236}">
                      <a16:creationId xmlns:a16="http://schemas.microsoft.com/office/drawing/2014/main" id="{C4FDB35D-857B-9C6A-0E10-6FDFCBD488BA}"/>
                    </a:ext>
                  </a:extLst>
                </p:cNvPr>
                <p:cNvPicPr/>
                <p:nvPr/>
              </p:nvPicPr>
              <p:blipFill>
                <a:blip r:embed="rId706"/>
                <a:stretch>
                  <a:fillRect/>
                </a:stretch>
              </p:blipFill>
              <p:spPr>
                <a:xfrm>
                  <a:off x="11898288" y="5927904"/>
                  <a:ext cx="727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7">
              <p14:nvContentPartPr>
                <p14:cNvPr id="518" name="Ink 517">
                  <a:extLst>
                    <a:ext uri="{FF2B5EF4-FFF2-40B4-BE49-F238E27FC236}">
                      <a16:creationId xmlns:a16="http://schemas.microsoft.com/office/drawing/2014/main" id="{5FAF3E4C-221F-4362-8EA1-8A5572FAF51F}"/>
                    </a:ext>
                  </a:extLst>
                </p14:cNvPr>
                <p14:cNvContentPartPr/>
                <p14:nvPr/>
              </p14:nvContentPartPr>
              <p14:xfrm>
                <a:off x="11880648" y="5986584"/>
                <a:ext cx="156240" cy="81720"/>
              </p14:xfrm>
            </p:contentPart>
          </mc:Choice>
          <mc:Fallback xmlns="">
            <p:pic>
              <p:nvPicPr>
                <p:cNvPr id="518" name="Ink 517">
                  <a:extLst>
                    <a:ext uri="{FF2B5EF4-FFF2-40B4-BE49-F238E27FC236}">
                      <a16:creationId xmlns:a16="http://schemas.microsoft.com/office/drawing/2014/main" id="{5FAF3E4C-221F-4362-8EA1-8A5572FAF51F}"/>
                    </a:ext>
                  </a:extLst>
                </p:cNvPr>
                <p:cNvPicPr/>
                <p:nvPr/>
              </p:nvPicPr>
              <p:blipFill>
                <a:blip r:embed="rId708"/>
                <a:stretch>
                  <a:fillRect/>
                </a:stretch>
              </p:blipFill>
              <p:spPr>
                <a:xfrm>
                  <a:off x="11871648" y="5977944"/>
                  <a:ext cx="173880" cy="99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09">
            <p14:nvContentPartPr>
              <p14:cNvPr id="519" name="Ink 518">
                <a:extLst>
                  <a:ext uri="{FF2B5EF4-FFF2-40B4-BE49-F238E27FC236}">
                    <a16:creationId xmlns:a16="http://schemas.microsoft.com/office/drawing/2014/main" id="{249A2DBF-394F-1C49-400E-F8A39AD67E4E}"/>
                  </a:ext>
                </a:extLst>
              </p14:cNvPr>
              <p14:cNvContentPartPr/>
              <p14:nvPr/>
            </p14:nvContentPartPr>
            <p14:xfrm>
              <a:off x="2179368" y="6220944"/>
              <a:ext cx="243000" cy="72360"/>
            </p14:xfrm>
          </p:contentPart>
        </mc:Choice>
        <mc:Fallback xmlns="">
          <p:pic>
            <p:nvPicPr>
              <p:cNvPr id="519" name="Ink 518">
                <a:extLst>
                  <a:ext uri="{FF2B5EF4-FFF2-40B4-BE49-F238E27FC236}">
                    <a16:creationId xmlns:a16="http://schemas.microsoft.com/office/drawing/2014/main" id="{249A2DBF-394F-1C49-400E-F8A39AD67E4E}"/>
                  </a:ext>
                </a:extLst>
              </p:cNvPr>
              <p:cNvPicPr/>
              <p:nvPr/>
            </p:nvPicPr>
            <p:blipFill>
              <a:blip r:embed="rId710"/>
              <a:stretch>
                <a:fillRect/>
              </a:stretch>
            </p:blipFill>
            <p:spPr>
              <a:xfrm>
                <a:off x="2170368" y="6212304"/>
                <a:ext cx="260640" cy="90000"/>
              </a:xfrm>
              <a:prstGeom prst="rect">
                <a:avLst/>
              </a:prstGeom>
            </p:spPr>
          </p:pic>
        </mc:Fallback>
      </mc:AlternateContent>
      <p:grpSp>
        <p:nvGrpSpPr>
          <p:cNvPr id="532" name="Group 531">
            <a:extLst>
              <a:ext uri="{FF2B5EF4-FFF2-40B4-BE49-F238E27FC236}">
                <a16:creationId xmlns:a16="http://schemas.microsoft.com/office/drawing/2014/main" id="{88BDA00C-AB7D-836F-8423-7A83579A65AA}"/>
              </a:ext>
            </a:extLst>
          </p:cNvPr>
          <p:cNvGrpSpPr/>
          <p:nvPr/>
        </p:nvGrpSpPr>
        <p:grpSpPr>
          <a:xfrm>
            <a:off x="2728368" y="6125544"/>
            <a:ext cx="894600" cy="410400"/>
            <a:chOff x="2728368" y="6125544"/>
            <a:chExt cx="894600" cy="41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1">
              <p14:nvContentPartPr>
                <p14:cNvPr id="521" name="Ink 520">
                  <a:extLst>
                    <a:ext uri="{FF2B5EF4-FFF2-40B4-BE49-F238E27FC236}">
                      <a16:creationId xmlns:a16="http://schemas.microsoft.com/office/drawing/2014/main" id="{4C129C96-8BED-08BF-9D39-9A58FA99B376}"/>
                    </a:ext>
                  </a:extLst>
                </p14:cNvPr>
                <p14:cNvContentPartPr/>
                <p14:nvPr/>
              </p14:nvContentPartPr>
              <p14:xfrm>
                <a:off x="2728368" y="6244704"/>
                <a:ext cx="97560" cy="93240"/>
              </p14:xfrm>
            </p:contentPart>
          </mc:Choice>
          <mc:Fallback xmlns="">
            <p:pic>
              <p:nvPicPr>
                <p:cNvPr id="521" name="Ink 520">
                  <a:extLst>
                    <a:ext uri="{FF2B5EF4-FFF2-40B4-BE49-F238E27FC236}">
                      <a16:creationId xmlns:a16="http://schemas.microsoft.com/office/drawing/2014/main" id="{4C129C96-8BED-08BF-9D39-9A58FA99B376}"/>
                    </a:ext>
                  </a:extLst>
                </p:cNvPr>
                <p:cNvPicPr/>
                <p:nvPr/>
              </p:nvPicPr>
              <p:blipFill>
                <a:blip r:embed="rId712"/>
                <a:stretch>
                  <a:fillRect/>
                </a:stretch>
              </p:blipFill>
              <p:spPr>
                <a:xfrm>
                  <a:off x="2719368" y="6236064"/>
                  <a:ext cx="1152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3">
              <p14:nvContentPartPr>
                <p14:cNvPr id="522" name="Ink 521">
                  <a:extLst>
                    <a:ext uri="{FF2B5EF4-FFF2-40B4-BE49-F238E27FC236}">
                      <a16:creationId xmlns:a16="http://schemas.microsoft.com/office/drawing/2014/main" id="{56E594FF-3449-E708-6ABC-2F939980E204}"/>
                    </a:ext>
                  </a:extLst>
                </p14:cNvPr>
                <p14:cNvContentPartPr/>
                <p14:nvPr/>
              </p14:nvContentPartPr>
              <p14:xfrm>
                <a:off x="2890728" y="6164424"/>
                <a:ext cx="75600" cy="170280"/>
              </p14:xfrm>
            </p:contentPart>
          </mc:Choice>
          <mc:Fallback xmlns="">
            <p:pic>
              <p:nvPicPr>
                <p:cNvPr id="522" name="Ink 521">
                  <a:extLst>
                    <a:ext uri="{FF2B5EF4-FFF2-40B4-BE49-F238E27FC236}">
                      <a16:creationId xmlns:a16="http://schemas.microsoft.com/office/drawing/2014/main" id="{56E594FF-3449-E708-6ABC-2F939980E204}"/>
                    </a:ext>
                  </a:extLst>
                </p:cNvPr>
                <p:cNvPicPr/>
                <p:nvPr/>
              </p:nvPicPr>
              <p:blipFill>
                <a:blip r:embed="rId714"/>
                <a:stretch>
                  <a:fillRect/>
                </a:stretch>
              </p:blipFill>
              <p:spPr>
                <a:xfrm>
                  <a:off x="2881728" y="6155784"/>
                  <a:ext cx="9324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5">
              <p14:nvContentPartPr>
                <p14:cNvPr id="523" name="Ink 522">
                  <a:extLst>
                    <a:ext uri="{FF2B5EF4-FFF2-40B4-BE49-F238E27FC236}">
                      <a16:creationId xmlns:a16="http://schemas.microsoft.com/office/drawing/2014/main" id="{2E12E5FD-DF8E-DD21-41EE-86DD10CC51E7}"/>
                    </a:ext>
                  </a:extLst>
                </p14:cNvPr>
                <p14:cNvContentPartPr/>
                <p14:nvPr/>
              </p14:nvContentPartPr>
              <p14:xfrm>
                <a:off x="2949768" y="6285024"/>
                <a:ext cx="85680" cy="250920"/>
              </p14:xfrm>
            </p:contentPart>
          </mc:Choice>
          <mc:Fallback xmlns="">
            <p:pic>
              <p:nvPicPr>
                <p:cNvPr id="523" name="Ink 522">
                  <a:extLst>
                    <a:ext uri="{FF2B5EF4-FFF2-40B4-BE49-F238E27FC236}">
                      <a16:creationId xmlns:a16="http://schemas.microsoft.com/office/drawing/2014/main" id="{2E12E5FD-DF8E-DD21-41EE-86DD10CC51E7}"/>
                    </a:ext>
                  </a:extLst>
                </p:cNvPr>
                <p:cNvPicPr/>
                <p:nvPr/>
              </p:nvPicPr>
              <p:blipFill>
                <a:blip r:embed="rId716"/>
                <a:stretch>
                  <a:fillRect/>
                </a:stretch>
              </p:blipFill>
              <p:spPr>
                <a:xfrm>
                  <a:off x="2940768" y="6276024"/>
                  <a:ext cx="10332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7">
              <p14:nvContentPartPr>
                <p14:cNvPr id="524" name="Ink 523">
                  <a:extLst>
                    <a:ext uri="{FF2B5EF4-FFF2-40B4-BE49-F238E27FC236}">
                      <a16:creationId xmlns:a16="http://schemas.microsoft.com/office/drawing/2014/main" id="{46CD97B6-5F36-E7C2-7825-EC882BDB95C5}"/>
                    </a:ext>
                  </a:extLst>
                </p14:cNvPr>
                <p14:cNvContentPartPr/>
                <p14:nvPr/>
              </p14:nvContentPartPr>
              <p14:xfrm>
                <a:off x="2990448" y="6182784"/>
                <a:ext cx="17280" cy="61920"/>
              </p14:xfrm>
            </p:contentPart>
          </mc:Choice>
          <mc:Fallback xmlns="">
            <p:pic>
              <p:nvPicPr>
                <p:cNvPr id="524" name="Ink 523">
                  <a:extLst>
                    <a:ext uri="{FF2B5EF4-FFF2-40B4-BE49-F238E27FC236}">
                      <a16:creationId xmlns:a16="http://schemas.microsoft.com/office/drawing/2014/main" id="{46CD97B6-5F36-E7C2-7825-EC882BDB95C5}"/>
                    </a:ext>
                  </a:extLst>
                </p:cNvPr>
                <p:cNvPicPr/>
                <p:nvPr/>
              </p:nvPicPr>
              <p:blipFill>
                <a:blip r:embed="rId718"/>
                <a:stretch>
                  <a:fillRect/>
                </a:stretch>
              </p:blipFill>
              <p:spPr>
                <a:xfrm>
                  <a:off x="2981448" y="6174144"/>
                  <a:ext cx="3492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9">
              <p14:nvContentPartPr>
                <p14:cNvPr id="525" name="Ink 524">
                  <a:extLst>
                    <a:ext uri="{FF2B5EF4-FFF2-40B4-BE49-F238E27FC236}">
                      <a16:creationId xmlns:a16="http://schemas.microsoft.com/office/drawing/2014/main" id="{081F493E-DC9F-ED9E-7A28-0A7249DB56FE}"/>
                    </a:ext>
                  </a:extLst>
                </p14:cNvPr>
                <p14:cNvContentPartPr/>
                <p14:nvPr/>
              </p14:nvContentPartPr>
              <p14:xfrm>
                <a:off x="3065688" y="6262344"/>
                <a:ext cx="101160" cy="70200"/>
              </p14:xfrm>
            </p:contentPart>
          </mc:Choice>
          <mc:Fallback xmlns="">
            <p:pic>
              <p:nvPicPr>
                <p:cNvPr id="525" name="Ink 524">
                  <a:extLst>
                    <a:ext uri="{FF2B5EF4-FFF2-40B4-BE49-F238E27FC236}">
                      <a16:creationId xmlns:a16="http://schemas.microsoft.com/office/drawing/2014/main" id="{081F493E-DC9F-ED9E-7A28-0A7249DB56FE}"/>
                    </a:ext>
                  </a:extLst>
                </p:cNvPr>
                <p:cNvPicPr/>
                <p:nvPr/>
              </p:nvPicPr>
              <p:blipFill>
                <a:blip r:embed="rId720"/>
                <a:stretch>
                  <a:fillRect/>
                </a:stretch>
              </p:blipFill>
              <p:spPr>
                <a:xfrm>
                  <a:off x="3056688" y="6253704"/>
                  <a:ext cx="11880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1">
              <p14:nvContentPartPr>
                <p14:cNvPr id="526" name="Ink 525">
                  <a:extLst>
                    <a:ext uri="{FF2B5EF4-FFF2-40B4-BE49-F238E27FC236}">
                      <a16:creationId xmlns:a16="http://schemas.microsoft.com/office/drawing/2014/main" id="{AD4DCFA8-2F2F-D73D-FD3D-C67783C42950}"/>
                    </a:ext>
                  </a:extLst>
                </p14:cNvPr>
                <p14:cNvContentPartPr/>
                <p14:nvPr/>
              </p14:nvContentPartPr>
              <p14:xfrm>
                <a:off x="3237408" y="6125544"/>
                <a:ext cx="133560" cy="193680"/>
              </p14:xfrm>
            </p:contentPart>
          </mc:Choice>
          <mc:Fallback xmlns="">
            <p:pic>
              <p:nvPicPr>
                <p:cNvPr id="526" name="Ink 525">
                  <a:extLst>
                    <a:ext uri="{FF2B5EF4-FFF2-40B4-BE49-F238E27FC236}">
                      <a16:creationId xmlns:a16="http://schemas.microsoft.com/office/drawing/2014/main" id="{AD4DCFA8-2F2F-D73D-FD3D-C67783C42950}"/>
                    </a:ext>
                  </a:extLst>
                </p:cNvPr>
                <p:cNvPicPr/>
                <p:nvPr/>
              </p:nvPicPr>
              <p:blipFill>
                <a:blip r:embed="rId722"/>
                <a:stretch>
                  <a:fillRect/>
                </a:stretch>
              </p:blipFill>
              <p:spPr>
                <a:xfrm>
                  <a:off x="3228408" y="6116544"/>
                  <a:ext cx="1512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3">
              <p14:nvContentPartPr>
                <p14:cNvPr id="527" name="Ink 526">
                  <a:extLst>
                    <a:ext uri="{FF2B5EF4-FFF2-40B4-BE49-F238E27FC236}">
                      <a16:creationId xmlns:a16="http://schemas.microsoft.com/office/drawing/2014/main" id="{485BE815-DC63-6130-C05B-9541DE178760}"/>
                    </a:ext>
                  </a:extLst>
                </p14:cNvPr>
                <p14:cNvContentPartPr/>
                <p14:nvPr/>
              </p14:nvContentPartPr>
              <p14:xfrm>
                <a:off x="3367008" y="6224184"/>
                <a:ext cx="1440" cy="26640"/>
              </p14:xfrm>
            </p:contentPart>
          </mc:Choice>
          <mc:Fallback xmlns="">
            <p:pic>
              <p:nvPicPr>
                <p:cNvPr id="527" name="Ink 526">
                  <a:extLst>
                    <a:ext uri="{FF2B5EF4-FFF2-40B4-BE49-F238E27FC236}">
                      <a16:creationId xmlns:a16="http://schemas.microsoft.com/office/drawing/2014/main" id="{485BE815-DC63-6130-C05B-9541DE17876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358368" y="6215184"/>
                  <a:ext cx="190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4">
              <p14:nvContentPartPr>
                <p14:cNvPr id="528" name="Ink 527">
                  <a:extLst>
                    <a:ext uri="{FF2B5EF4-FFF2-40B4-BE49-F238E27FC236}">
                      <a16:creationId xmlns:a16="http://schemas.microsoft.com/office/drawing/2014/main" id="{C7874866-A275-4BD4-E15A-62D5744E6218}"/>
                    </a:ext>
                  </a:extLst>
                </p14:cNvPr>
                <p14:cNvContentPartPr/>
                <p14:nvPr/>
              </p14:nvContentPartPr>
              <p14:xfrm>
                <a:off x="3409848" y="6228144"/>
                <a:ext cx="109080" cy="66600"/>
              </p14:xfrm>
            </p:contentPart>
          </mc:Choice>
          <mc:Fallback xmlns="">
            <p:pic>
              <p:nvPicPr>
                <p:cNvPr id="528" name="Ink 527">
                  <a:extLst>
                    <a:ext uri="{FF2B5EF4-FFF2-40B4-BE49-F238E27FC236}">
                      <a16:creationId xmlns:a16="http://schemas.microsoft.com/office/drawing/2014/main" id="{C7874866-A275-4BD4-E15A-62D5744E6218}"/>
                    </a:ext>
                  </a:extLst>
                </p:cNvPr>
                <p:cNvPicPr/>
                <p:nvPr/>
              </p:nvPicPr>
              <p:blipFill>
                <a:blip r:embed="rId725"/>
                <a:stretch>
                  <a:fillRect/>
                </a:stretch>
              </p:blipFill>
              <p:spPr>
                <a:xfrm>
                  <a:off x="3401208" y="6219504"/>
                  <a:ext cx="12672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6">
              <p14:nvContentPartPr>
                <p14:cNvPr id="529" name="Ink 528">
                  <a:extLst>
                    <a:ext uri="{FF2B5EF4-FFF2-40B4-BE49-F238E27FC236}">
                      <a16:creationId xmlns:a16="http://schemas.microsoft.com/office/drawing/2014/main" id="{AC6A8668-45DD-32C8-9D81-C33212C96EA7}"/>
                    </a:ext>
                  </a:extLst>
                </p14:cNvPr>
                <p14:cNvContentPartPr/>
                <p14:nvPr/>
              </p14:nvContentPartPr>
              <p14:xfrm>
                <a:off x="3477888" y="6156864"/>
                <a:ext cx="16920" cy="16200"/>
              </p14:xfrm>
            </p:contentPart>
          </mc:Choice>
          <mc:Fallback xmlns="">
            <p:pic>
              <p:nvPicPr>
                <p:cNvPr id="529" name="Ink 528">
                  <a:extLst>
                    <a:ext uri="{FF2B5EF4-FFF2-40B4-BE49-F238E27FC236}">
                      <a16:creationId xmlns:a16="http://schemas.microsoft.com/office/drawing/2014/main" id="{AC6A8668-45DD-32C8-9D81-C33212C96EA7}"/>
                    </a:ext>
                  </a:extLst>
                </p:cNvPr>
                <p:cNvPicPr/>
                <p:nvPr/>
              </p:nvPicPr>
              <p:blipFill>
                <a:blip r:embed="rId727"/>
                <a:stretch>
                  <a:fillRect/>
                </a:stretch>
              </p:blipFill>
              <p:spPr>
                <a:xfrm>
                  <a:off x="3469248" y="6148224"/>
                  <a:ext cx="345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8">
              <p14:nvContentPartPr>
                <p14:cNvPr id="531" name="Ink 530">
                  <a:extLst>
                    <a:ext uri="{FF2B5EF4-FFF2-40B4-BE49-F238E27FC236}">
                      <a16:creationId xmlns:a16="http://schemas.microsoft.com/office/drawing/2014/main" id="{E6C47290-640F-4FA9-E26C-F7CED9401AA1}"/>
                    </a:ext>
                  </a:extLst>
                </p14:cNvPr>
                <p14:cNvContentPartPr/>
                <p14:nvPr/>
              </p14:nvContentPartPr>
              <p14:xfrm>
                <a:off x="3571848" y="6250824"/>
                <a:ext cx="51120" cy="178920"/>
              </p14:xfrm>
            </p:contentPart>
          </mc:Choice>
          <mc:Fallback xmlns="">
            <p:pic>
              <p:nvPicPr>
                <p:cNvPr id="531" name="Ink 530">
                  <a:extLst>
                    <a:ext uri="{FF2B5EF4-FFF2-40B4-BE49-F238E27FC236}">
                      <a16:creationId xmlns:a16="http://schemas.microsoft.com/office/drawing/2014/main" id="{E6C47290-640F-4FA9-E26C-F7CED9401AA1}"/>
                    </a:ext>
                  </a:extLst>
                </p:cNvPr>
                <p:cNvPicPr/>
                <p:nvPr/>
              </p:nvPicPr>
              <p:blipFill>
                <a:blip r:embed="rId729"/>
                <a:stretch>
                  <a:fillRect/>
                </a:stretch>
              </p:blipFill>
              <p:spPr>
                <a:xfrm>
                  <a:off x="3562848" y="6242184"/>
                  <a:ext cx="68760" cy="19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2" name="Group 541">
            <a:extLst>
              <a:ext uri="{FF2B5EF4-FFF2-40B4-BE49-F238E27FC236}">
                <a16:creationId xmlns:a16="http://schemas.microsoft.com/office/drawing/2014/main" id="{9618D238-6D9C-82D5-20B0-94C68F2CAF43}"/>
              </a:ext>
            </a:extLst>
          </p:cNvPr>
          <p:cNvGrpSpPr/>
          <p:nvPr/>
        </p:nvGrpSpPr>
        <p:grpSpPr>
          <a:xfrm>
            <a:off x="3998808" y="6081624"/>
            <a:ext cx="247680" cy="245160"/>
            <a:chOff x="3998808" y="6081624"/>
            <a:chExt cx="247680" cy="24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30">
              <p14:nvContentPartPr>
                <p14:cNvPr id="533" name="Ink 532">
                  <a:extLst>
                    <a:ext uri="{FF2B5EF4-FFF2-40B4-BE49-F238E27FC236}">
                      <a16:creationId xmlns:a16="http://schemas.microsoft.com/office/drawing/2014/main" id="{285891E1-11A4-CC1C-E7D7-D42E2EF5CDAA}"/>
                    </a:ext>
                  </a:extLst>
                </p14:cNvPr>
                <p14:cNvContentPartPr/>
                <p14:nvPr/>
              </p14:nvContentPartPr>
              <p14:xfrm>
                <a:off x="3998808" y="6081624"/>
                <a:ext cx="194400" cy="245160"/>
              </p14:xfrm>
            </p:contentPart>
          </mc:Choice>
          <mc:Fallback xmlns="">
            <p:pic>
              <p:nvPicPr>
                <p:cNvPr id="533" name="Ink 532">
                  <a:extLst>
                    <a:ext uri="{FF2B5EF4-FFF2-40B4-BE49-F238E27FC236}">
                      <a16:creationId xmlns:a16="http://schemas.microsoft.com/office/drawing/2014/main" id="{285891E1-11A4-CC1C-E7D7-D42E2EF5CDAA}"/>
                    </a:ext>
                  </a:extLst>
                </p:cNvPr>
                <p:cNvPicPr/>
                <p:nvPr/>
              </p:nvPicPr>
              <p:blipFill>
                <a:blip r:embed="rId731"/>
                <a:stretch>
                  <a:fillRect/>
                </a:stretch>
              </p:blipFill>
              <p:spPr>
                <a:xfrm>
                  <a:off x="3990168" y="6072624"/>
                  <a:ext cx="21204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2">
              <p14:nvContentPartPr>
                <p14:cNvPr id="534" name="Ink 533">
                  <a:extLst>
                    <a:ext uri="{FF2B5EF4-FFF2-40B4-BE49-F238E27FC236}">
                      <a16:creationId xmlns:a16="http://schemas.microsoft.com/office/drawing/2014/main" id="{395AF2F6-8BB2-DF29-F3E9-4C984884C56B}"/>
                    </a:ext>
                  </a:extLst>
                </p14:cNvPr>
                <p14:cNvContentPartPr/>
                <p14:nvPr/>
              </p14:nvContentPartPr>
              <p14:xfrm>
                <a:off x="4083768" y="6159384"/>
                <a:ext cx="162720" cy="83160"/>
              </p14:xfrm>
            </p:contentPart>
          </mc:Choice>
          <mc:Fallback xmlns="">
            <p:pic>
              <p:nvPicPr>
                <p:cNvPr id="534" name="Ink 533">
                  <a:extLst>
                    <a:ext uri="{FF2B5EF4-FFF2-40B4-BE49-F238E27FC236}">
                      <a16:creationId xmlns:a16="http://schemas.microsoft.com/office/drawing/2014/main" id="{395AF2F6-8BB2-DF29-F3E9-4C984884C56B}"/>
                    </a:ext>
                  </a:extLst>
                </p:cNvPr>
                <p:cNvPicPr/>
                <p:nvPr/>
              </p:nvPicPr>
              <p:blipFill>
                <a:blip r:embed="rId733"/>
                <a:stretch>
                  <a:fillRect/>
                </a:stretch>
              </p:blipFill>
              <p:spPr>
                <a:xfrm>
                  <a:off x="4075128" y="6150384"/>
                  <a:ext cx="180360" cy="10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1" name="Group 540">
            <a:extLst>
              <a:ext uri="{FF2B5EF4-FFF2-40B4-BE49-F238E27FC236}">
                <a16:creationId xmlns:a16="http://schemas.microsoft.com/office/drawing/2014/main" id="{EF2F0A4B-6A20-FF34-F5E2-D81A51464B8D}"/>
              </a:ext>
            </a:extLst>
          </p:cNvPr>
          <p:cNvGrpSpPr/>
          <p:nvPr/>
        </p:nvGrpSpPr>
        <p:grpSpPr>
          <a:xfrm>
            <a:off x="4539528" y="6151104"/>
            <a:ext cx="824400" cy="274680"/>
            <a:chOff x="4539528" y="6151104"/>
            <a:chExt cx="824400" cy="27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34">
              <p14:nvContentPartPr>
                <p14:cNvPr id="535" name="Ink 534">
                  <a:extLst>
                    <a:ext uri="{FF2B5EF4-FFF2-40B4-BE49-F238E27FC236}">
                      <a16:creationId xmlns:a16="http://schemas.microsoft.com/office/drawing/2014/main" id="{1EFD2F21-5AC3-2E15-B836-7BE28060CD3D}"/>
                    </a:ext>
                  </a:extLst>
                </p14:cNvPr>
                <p14:cNvContentPartPr/>
                <p14:nvPr/>
              </p14:nvContentPartPr>
              <p14:xfrm>
                <a:off x="4539528" y="6169464"/>
                <a:ext cx="125640" cy="256320"/>
              </p14:xfrm>
            </p:contentPart>
          </mc:Choice>
          <mc:Fallback xmlns="">
            <p:pic>
              <p:nvPicPr>
                <p:cNvPr id="535" name="Ink 534">
                  <a:extLst>
                    <a:ext uri="{FF2B5EF4-FFF2-40B4-BE49-F238E27FC236}">
                      <a16:creationId xmlns:a16="http://schemas.microsoft.com/office/drawing/2014/main" id="{1EFD2F21-5AC3-2E15-B836-7BE28060CD3D}"/>
                    </a:ext>
                  </a:extLst>
                </p:cNvPr>
                <p:cNvPicPr/>
                <p:nvPr/>
              </p:nvPicPr>
              <p:blipFill>
                <a:blip r:embed="rId735"/>
                <a:stretch>
                  <a:fillRect/>
                </a:stretch>
              </p:blipFill>
              <p:spPr>
                <a:xfrm>
                  <a:off x="4530528" y="6160824"/>
                  <a:ext cx="14328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6">
              <p14:nvContentPartPr>
                <p14:cNvPr id="536" name="Ink 535">
                  <a:extLst>
                    <a:ext uri="{FF2B5EF4-FFF2-40B4-BE49-F238E27FC236}">
                      <a16:creationId xmlns:a16="http://schemas.microsoft.com/office/drawing/2014/main" id="{351E50E0-9530-AC9F-AC7C-17EF84D6FDA8}"/>
                    </a:ext>
                  </a:extLst>
                </p14:cNvPr>
                <p14:cNvContentPartPr/>
                <p14:nvPr/>
              </p14:nvContentPartPr>
              <p14:xfrm>
                <a:off x="4717368" y="6238584"/>
                <a:ext cx="123120" cy="97920"/>
              </p14:xfrm>
            </p:contentPart>
          </mc:Choice>
          <mc:Fallback xmlns="">
            <p:pic>
              <p:nvPicPr>
                <p:cNvPr id="536" name="Ink 535">
                  <a:extLst>
                    <a:ext uri="{FF2B5EF4-FFF2-40B4-BE49-F238E27FC236}">
                      <a16:creationId xmlns:a16="http://schemas.microsoft.com/office/drawing/2014/main" id="{351E50E0-9530-AC9F-AC7C-17EF84D6FDA8}"/>
                    </a:ext>
                  </a:extLst>
                </p:cNvPr>
                <p:cNvPicPr/>
                <p:nvPr/>
              </p:nvPicPr>
              <p:blipFill>
                <a:blip r:embed="rId737"/>
                <a:stretch>
                  <a:fillRect/>
                </a:stretch>
              </p:blipFill>
              <p:spPr>
                <a:xfrm>
                  <a:off x="4708368" y="6229944"/>
                  <a:ext cx="14076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8">
              <p14:nvContentPartPr>
                <p14:cNvPr id="537" name="Ink 536">
                  <a:extLst>
                    <a:ext uri="{FF2B5EF4-FFF2-40B4-BE49-F238E27FC236}">
                      <a16:creationId xmlns:a16="http://schemas.microsoft.com/office/drawing/2014/main" id="{FE1316C5-CDEB-810C-D605-6933E35AAF87}"/>
                    </a:ext>
                  </a:extLst>
                </p14:cNvPr>
                <p14:cNvContentPartPr/>
                <p14:nvPr/>
              </p14:nvContentPartPr>
              <p14:xfrm>
                <a:off x="4835808" y="6258384"/>
                <a:ext cx="45720" cy="78480"/>
              </p14:xfrm>
            </p:contentPart>
          </mc:Choice>
          <mc:Fallback xmlns="">
            <p:pic>
              <p:nvPicPr>
                <p:cNvPr id="537" name="Ink 536">
                  <a:extLst>
                    <a:ext uri="{FF2B5EF4-FFF2-40B4-BE49-F238E27FC236}">
                      <a16:creationId xmlns:a16="http://schemas.microsoft.com/office/drawing/2014/main" id="{FE1316C5-CDEB-810C-D605-6933E35AAF87}"/>
                    </a:ext>
                  </a:extLst>
                </p:cNvPr>
                <p:cNvPicPr/>
                <p:nvPr/>
              </p:nvPicPr>
              <p:blipFill>
                <a:blip r:embed="rId739"/>
                <a:stretch>
                  <a:fillRect/>
                </a:stretch>
              </p:blipFill>
              <p:spPr>
                <a:xfrm>
                  <a:off x="4827168" y="6249744"/>
                  <a:ext cx="633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0">
              <p14:nvContentPartPr>
                <p14:cNvPr id="538" name="Ink 537">
                  <a:extLst>
                    <a:ext uri="{FF2B5EF4-FFF2-40B4-BE49-F238E27FC236}">
                      <a16:creationId xmlns:a16="http://schemas.microsoft.com/office/drawing/2014/main" id="{E16DDEA4-5ECF-64DB-A06E-3F661221B951}"/>
                    </a:ext>
                  </a:extLst>
                </p14:cNvPr>
                <p14:cNvContentPartPr/>
                <p14:nvPr/>
              </p14:nvContentPartPr>
              <p14:xfrm>
                <a:off x="4919688" y="6151104"/>
                <a:ext cx="122040" cy="175320"/>
              </p14:xfrm>
            </p:contentPart>
          </mc:Choice>
          <mc:Fallback xmlns="">
            <p:pic>
              <p:nvPicPr>
                <p:cNvPr id="538" name="Ink 537">
                  <a:extLst>
                    <a:ext uri="{FF2B5EF4-FFF2-40B4-BE49-F238E27FC236}">
                      <a16:creationId xmlns:a16="http://schemas.microsoft.com/office/drawing/2014/main" id="{E16DDEA4-5ECF-64DB-A06E-3F661221B951}"/>
                    </a:ext>
                  </a:extLst>
                </p:cNvPr>
                <p:cNvPicPr/>
                <p:nvPr/>
              </p:nvPicPr>
              <p:blipFill>
                <a:blip r:embed="rId741"/>
                <a:stretch>
                  <a:fillRect/>
                </a:stretch>
              </p:blipFill>
              <p:spPr>
                <a:xfrm>
                  <a:off x="4911048" y="6142104"/>
                  <a:ext cx="13968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2">
              <p14:nvContentPartPr>
                <p14:cNvPr id="539" name="Ink 538">
                  <a:extLst>
                    <a:ext uri="{FF2B5EF4-FFF2-40B4-BE49-F238E27FC236}">
                      <a16:creationId xmlns:a16="http://schemas.microsoft.com/office/drawing/2014/main" id="{EA8A3F34-8721-979B-39CE-F46B280144FA}"/>
                    </a:ext>
                  </a:extLst>
                </p14:cNvPr>
                <p14:cNvContentPartPr/>
                <p14:nvPr/>
              </p14:nvContentPartPr>
              <p14:xfrm>
                <a:off x="5118768" y="6236424"/>
                <a:ext cx="75600" cy="69480"/>
              </p14:xfrm>
            </p:contentPart>
          </mc:Choice>
          <mc:Fallback xmlns="">
            <p:pic>
              <p:nvPicPr>
                <p:cNvPr id="539" name="Ink 538">
                  <a:extLst>
                    <a:ext uri="{FF2B5EF4-FFF2-40B4-BE49-F238E27FC236}">
                      <a16:creationId xmlns:a16="http://schemas.microsoft.com/office/drawing/2014/main" id="{EA8A3F34-8721-979B-39CE-F46B280144FA}"/>
                    </a:ext>
                  </a:extLst>
                </p:cNvPr>
                <p:cNvPicPr/>
                <p:nvPr/>
              </p:nvPicPr>
              <p:blipFill>
                <a:blip r:embed="rId743"/>
                <a:stretch>
                  <a:fillRect/>
                </a:stretch>
              </p:blipFill>
              <p:spPr>
                <a:xfrm>
                  <a:off x="5110128" y="6227784"/>
                  <a:ext cx="932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4">
              <p14:nvContentPartPr>
                <p14:cNvPr id="540" name="Ink 539">
                  <a:extLst>
                    <a:ext uri="{FF2B5EF4-FFF2-40B4-BE49-F238E27FC236}">
                      <a16:creationId xmlns:a16="http://schemas.microsoft.com/office/drawing/2014/main" id="{2FFC63B3-D06C-8DD2-561F-6AB1F2A615F9}"/>
                    </a:ext>
                  </a:extLst>
                </p14:cNvPr>
                <p14:cNvContentPartPr/>
                <p14:nvPr/>
              </p14:nvContentPartPr>
              <p14:xfrm>
                <a:off x="5243688" y="6237504"/>
                <a:ext cx="120240" cy="68040"/>
              </p14:xfrm>
            </p:contentPart>
          </mc:Choice>
          <mc:Fallback xmlns="">
            <p:pic>
              <p:nvPicPr>
                <p:cNvPr id="540" name="Ink 539">
                  <a:extLst>
                    <a:ext uri="{FF2B5EF4-FFF2-40B4-BE49-F238E27FC236}">
                      <a16:creationId xmlns:a16="http://schemas.microsoft.com/office/drawing/2014/main" id="{2FFC63B3-D06C-8DD2-561F-6AB1F2A615F9}"/>
                    </a:ext>
                  </a:extLst>
                </p:cNvPr>
                <p:cNvPicPr/>
                <p:nvPr/>
              </p:nvPicPr>
              <p:blipFill>
                <a:blip r:embed="rId745"/>
                <a:stretch>
                  <a:fillRect/>
                </a:stretch>
              </p:blipFill>
              <p:spPr>
                <a:xfrm>
                  <a:off x="5234688" y="6228864"/>
                  <a:ext cx="137880" cy="85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46">
            <p14:nvContentPartPr>
              <p14:cNvPr id="543" name="Ink 542">
                <a:extLst>
                  <a:ext uri="{FF2B5EF4-FFF2-40B4-BE49-F238E27FC236}">
                    <a16:creationId xmlns:a16="http://schemas.microsoft.com/office/drawing/2014/main" id="{FFC6F9F9-3972-848B-96F8-99CF4C040630}"/>
                  </a:ext>
                </a:extLst>
              </p14:cNvPr>
              <p14:cNvContentPartPr/>
              <p14:nvPr/>
            </p14:nvContentPartPr>
            <p14:xfrm>
              <a:off x="5888088" y="6264864"/>
              <a:ext cx="216360" cy="87480"/>
            </p14:xfrm>
          </p:contentPart>
        </mc:Choice>
        <mc:Fallback xmlns="">
          <p:pic>
            <p:nvPicPr>
              <p:cNvPr id="543" name="Ink 542">
                <a:extLst>
                  <a:ext uri="{FF2B5EF4-FFF2-40B4-BE49-F238E27FC236}">
                    <a16:creationId xmlns:a16="http://schemas.microsoft.com/office/drawing/2014/main" id="{FFC6F9F9-3972-848B-96F8-99CF4C040630}"/>
                  </a:ext>
                </a:extLst>
              </p:cNvPr>
              <p:cNvPicPr/>
              <p:nvPr/>
            </p:nvPicPr>
            <p:blipFill>
              <a:blip r:embed="rId747"/>
              <a:stretch>
                <a:fillRect/>
              </a:stretch>
            </p:blipFill>
            <p:spPr>
              <a:xfrm>
                <a:off x="5879088" y="6256224"/>
                <a:ext cx="234000" cy="1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8">
            <p14:nvContentPartPr>
              <p14:cNvPr id="544" name="Ink 543">
                <a:extLst>
                  <a:ext uri="{FF2B5EF4-FFF2-40B4-BE49-F238E27FC236}">
                    <a16:creationId xmlns:a16="http://schemas.microsoft.com/office/drawing/2014/main" id="{78D83D25-2A60-9985-1D79-E21EFFF9E57A}"/>
                  </a:ext>
                </a:extLst>
              </p14:cNvPr>
              <p14:cNvContentPartPr/>
              <p14:nvPr/>
            </p14:nvContentPartPr>
            <p14:xfrm>
              <a:off x="6340608" y="6185664"/>
              <a:ext cx="601200" cy="165960"/>
            </p14:xfrm>
          </p:contentPart>
        </mc:Choice>
        <mc:Fallback xmlns="">
          <p:pic>
            <p:nvPicPr>
              <p:cNvPr id="544" name="Ink 543">
                <a:extLst>
                  <a:ext uri="{FF2B5EF4-FFF2-40B4-BE49-F238E27FC236}">
                    <a16:creationId xmlns:a16="http://schemas.microsoft.com/office/drawing/2014/main" id="{78D83D25-2A60-9985-1D79-E21EFFF9E57A}"/>
                  </a:ext>
                </a:extLst>
              </p:cNvPr>
              <p:cNvPicPr/>
              <p:nvPr/>
            </p:nvPicPr>
            <p:blipFill>
              <a:blip r:embed="rId749"/>
              <a:stretch>
                <a:fillRect/>
              </a:stretch>
            </p:blipFill>
            <p:spPr>
              <a:xfrm>
                <a:off x="6331608" y="6176664"/>
                <a:ext cx="618840" cy="183600"/>
              </a:xfrm>
              <a:prstGeom prst="rect">
                <a:avLst/>
              </a:prstGeom>
            </p:spPr>
          </p:pic>
        </mc:Fallback>
      </mc:AlternateContent>
      <p:grpSp>
        <p:nvGrpSpPr>
          <p:cNvPr id="547" name="Group 546">
            <a:extLst>
              <a:ext uri="{FF2B5EF4-FFF2-40B4-BE49-F238E27FC236}">
                <a16:creationId xmlns:a16="http://schemas.microsoft.com/office/drawing/2014/main" id="{5DC62EB5-0713-6CED-7D96-E9CB18941F1D}"/>
              </a:ext>
            </a:extLst>
          </p:cNvPr>
          <p:cNvGrpSpPr/>
          <p:nvPr/>
        </p:nvGrpSpPr>
        <p:grpSpPr>
          <a:xfrm>
            <a:off x="7190928" y="6122304"/>
            <a:ext cx="488160" cy="216720"/>
            <a:chOff x="7190928" y="6122304"/>
            <a:chExt cx="488160" cy="21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0">
              <p14:nvContentPartPr>
                <p14:cNvPr id="545" name="Ink 544">
                  <a:extLst>
                    <a:ext uri="{FF2B5EF4-FFF2-40B4-BE49-F238E27FC236}">
                      <a16:creationId xmlns:a16="http://schemas.microsoft.com/office/drawing/2014/main" id="{CB8BC648-34A2-803A-2DF0-1162CFA95E01}"/>
                    </a:ext>
                  </a:extLst>
                </p14:cNvPr>
                <p14:cNvContentPartPr/>
                <p14:nvPr/>
              </p14:nvContentPartPr>
              <p14:xfrm>
                <a:off x="7190928" y="6195384"/>
                <a:ext cx="105120" cy="143640"/>
              </p14:xfrm>
            </p:contentPart>
          </mc:Choice>
          <mc:Fallback xmlns="">
            <p:pic>
              <p:nvPicPr>
                <p:cNvPr id="545" name="Ink 544">
                  <a:extLst>
                    <a:ext uri="{FF2B5EF4-FFF2-40B4-BE49-F238E27FC236}">
                      <a16:creationId xmlns:a16="http://schemas.microsoft.com/office/drawing/2014/main" id="{CB8BC648-34A2-803A-2DF0-1162CFA95E01}"/>
                    </a:ext>
                  </a:extLst>
                </p:cNvPr>
                <p:cNvPicPr/>
                <p:nvPr/>
              </p:nvPicPr>
              <p:blipFill>
                <a:blip r:embed="rId751"/>
                <a:stretch>
                  <a:fillRect/>
                </a:stretch>
              </p:blipFill>
              <p:spPr>
                <a:xfrm>
                  <a:off x="7181928" y="6186744"/>
                  <a:ext cx="12276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2">
              <p14:nvContentPartPr>
                <p14:cNvPr id="546" name="Ink 545">
                  <a:extLst>
                    <a:ext uri="{FF2B5EF4-FFF2-40B4-BE49-F238E27FC236}">
                      <a16:creationId xmlns:a16="http://schemas.microsoft.com/office/drawing/2014/main" id="{5373A905-2CC5-974A-3CC5-E3BED3010342}"/>
                    </a:ext>
                  </a:extLst>
                </p14:cNvPr>
                <p14:cNvContentPartPr/>
                <p14:nvPr/>
              </p14:nvContentPartPr>
              <p14:xfrm>
                <a:off x="7345368" y="6122304"/>
                <a:ext cx="333720" cy="177120"/>
              </p14:xfrm>
            </p:contentPart>
          </mc:Choice>
          <mc:Fallback xmlns="">
            <p:pic>
              <p:nvPicPr>
                <p:cNvPr id="546" name="Ink 545">
                  <a:extLst>
                    <a:ext uri="{FF2B5EF4-FFF2-40B4-BE49-F238E27FC236}">
                      <a16:creationId xmlns:a16="http://schemas.microsoft.com/office/drawing/2014/main" id="{5373A905-2CC5-974A-3CC5-E3BED3010342}"/>
                    </a:ext>
                  </a:extLst>
                </p:cNvPr>
                <p:cNvPicPr/>
                <p:nvPr/>
              </p:nvPicPr>
              <p:blipFill>
                <a:blip r:embed="rId753"/>
                <a:stretch>
                  <a:fillRect/>
                </a:stretch>
              </p:blipFill>
              <p:spPr>
                <a:xfrm>
                  <a:off x="7336368" y="6113304"/>
                  <a:ext cx="351360" cy="194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796629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6078E-F8EC-8694-DE9C-165583D76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14:cNvPr>
              <p14:cNvContentPartPr/>
              <p14:nvPr/>
            </p14:nvContentPartPr>
            <p14:xfrm>
              <a:off x="9997848" y="1633824"/>
              <a:ext cx="3600" cy="10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87848" y="1620324"/>
                <a:ext cx="23200" cy="275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14:cNvPr>
              <p14:cNvContentPartPr/>
              <p14:nvPr/>
            </p14:nvContentPartPr>
            <p14:xfrm>
              <a:off x="10428408" y="2647584"/>
              <a:ext cx="28080" cy="324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419408" y="2638584"/>
                <a:ext cx="4572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14:cNvPr>
              <p14:cNvContentPartPr/>
              <p14:nvPr/>
            </p14:nvContentPartPr>
            <p14:xfrm>
              <a:off x="10763568" y="2771064"/>
              <a:ext cx="1800" cy="360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754568" y="2762064"/>
                <a:ext cx="1944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14:cNvPr>
              <p14:cNvContentPartPr/>
              <p14:nvPr/>
            </p14:nvContentPartPr>
            <p14:xfrm>
              <a:off x="3774888" y="6755904"/>
              <a:ext cx="360" cy="468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65888" y="6746904"/>
                <a:ext cx="18000" cy="2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135083FA-8D47-EAD8-CA30-379F9212ACC3}"/>
              </a:ext>
            </a:extLst>
          </p:cNvPr>
          <p:cNvGrpSpPr/>
          <p:nvPr/>
        </p:nvGrpSpPr>
        <p:grpSpPr>
          <a:xfrm>
            <a:off x="418248" y="708624"/>
            <a:ext cx="2223360" cy="303840"/>
            <a:chOff x="418248" y="708624"/>
            <a:chExt cx="2223360" cy="30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D828316-1120-1BE7-934F-942CE59038A4}"/>
                    </a:ext>
                  </a:extLst>
                </p14:cNvPr>
                <p14:cNvContentPartPr/>
                <p14:nvPr/>
              </p14:nvContentPartPr>
              <p14:xfrm>
                <a:off x="445968" y="824184"/>
                <a:ext cx="42120" cy="1710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D828316-1120-1BE7-934F-942CE59038A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36968" y="815184"/>
                  <a:ext cx="5976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E25F48E-D202-F96D-CD0C-D24A94850BA9}"/>
                    </a:ext>
                  </a:extLst>
                </p14:cNvPr>
                <p14:cNvContentPartPr/>
                <p14:nvPr/>
              </p14:nvContentPartPr>
              <p14:xfrm>
                <a:off x="418248" y="742824"/>
                <a:ext cx="291240" cy="867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E25F48E-D202-F96D-CD0C-D24A94850BA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09248" y="734184"/>
                  <a:ext cx="3088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C62C6B2-06BB-ABC3-78C3-7B8C4B42C9DF}"/>
                    </a:ext>
                  </a:extLst>
                </p14:cNvPr>
                <p14:cNvContentPartPr/>
                <p14:nvPr/>
              </p14:nvContentPartPr>
              <p14:xfrm>
                <a:off x="510408" y="825984"/>
                <a:ext cx="530640" cy="860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C62C6B2-06BB-ABC3-78C3-7B8C4B42C9D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01768" y="816984"/>
                  <a:ext cx="5482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E4EB3E1-37D6-B665-00BA-46ECF7C52F59}"/>
                    </a:ext>
                  </a:extLst>
                </p14:cNvPr>
                <p14:cNvContentPartPr/>
                <p14:nvPr/>
              </p14:nvContentPartPr>
              <p14:xfrm>
                <a:off x="1325808" y="801144"/>
                <a:ext cx="406080" cy="1166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E4EB3E1-37D6-B665-00BA-46ECF7C52F5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316808" y="792504"/>
                  <a:ext cx="4237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6893BE8-6644-8058-7A89-32F36CC77DE5}"/>
                    </a:ext>
                  </a:extLst>
                </p14:cNvPr>
                <p14:cNvContentPartPr/>
                <p14:nvPr/>
              </p14:nvContentPartPr>
              <p14:xfrm>
                <a:off x="1766808" y="708624"/>
                <a:ext cx="655560" cy="3038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6893BE8-6644-8058-7A89-32F36CC77DE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757808" y="699984"/>
                  <a:ext cx="67320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E3009CA-C71B-C61E-03E0-ABFC9B0604A4}"/>
                    </a:ext>
                  </a:extLst>
                </p14:cNvPr>
                <p14:cNvContentPartPr/>
                <p14:nvPr/>
              </p14:nvContentPartPr>
              <p14:xfrm>
                <a:off x="2634768" y="874944"/>
                <a:ext cx="6840" cy="165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E3009CA-C71B-C61E-03E0-ABFC9B0604A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626128" y="866304"/>
                  <a:ext cx="244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046F50C-E527-C896-DAC9-C59E221809F1}"/>
                    </a:ext>
                  </a:extLst>
                </p14:cNvPr>
                <p14:cNvContentPartPr/>
                <p14:nvPr/>
              </p14:nvContentPartPr>
              <p14:xfrm>
                <a:off x="2613168" y="746784"/>
                <a:ext cx="3240" cy="237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046F50C-E527-C896-DAC9-C59E221809F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604168" y="738144"/>
                  <a:ext cx="20880" cy="4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B598348-CEA7-F4AC-9D79-2BC7BB0B0220}"/>
                  </a:ext>
                </a:extLst>
              </p14:cNvPr>
              <p14:cNvContentPartPr/>
              <p14:nvPr/>
            </p14:nvContentPartPr>
            <p14:xfrm>
              <a:off x="1071288" y="1247544"/>
              <a:ext cx="470880" cy="4334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B598348-CEA7-F4AC-9D79-2BC7BB0B0220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062648" y="1238904"/>
                <a:ext cx="488520" cy="451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0EE22200-A4A8-6E7D-35F7-7FB11551E50C}"/>
              </a:ext>
            </a:extLst>
          </p:cNvPr>
          <p:cNvGrpSpPr/>
          <p:nvPr/>
        </p:nvGrpSpPr>
        <p:grpSpPr>
          <a:xfrm>
            <a:off x="1954728" y="1257624"/>
            <a:ext cx="692640" cy="289440"/>
            <a:chOff x="1954728" y="1257624"/>
            <a:chExt cx="692640" cy="28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EA03E9E-748F-0E9B-289E-2581903B9A23}"/>
                    </a:ext>
                  </a:extLst>
                </p14:cNvPr>
                <p14:cNvContentPartPr/>
                <p14:nvPr/>
              </p14:nvContentPartPr>
              <p14:xfrm>
                <a:off x="1954728" y="1290744"/>
                <a:ext cx="185400" cy="2394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EA03E9E-748F-0E9B-289E-2581903B9A2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945728" y="1281744"/>
                  <a:ext cx="20304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FF5B19F-BA0C-19CF-0D7C-8054146A2558}"/>
                    </a:ext>
                  </a:extLst>
                </p14:cNvPr>
                <p14:cNvContentPartPr/>
                <p14:nvPr/>
              </p14:nvContentPartPr>
              <p14:xfrm>
                <a:off x="2066328" y="1438704"/>
                <a:ext cx="3960" cy="1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FF5B19F-BA0C-19CF-0D7C-8054146A255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057328" y="1429704"/>
                  <a:ext cx="216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E5E2B1B-F0E3-30BA-75DE-6CC9C3B5A7EA}"/>
                    </a:ext>
                  </a:extLst>
                </p14:cNvPr>
                <p14:cNvContentPartPr/>
                <p14:nvPr/>
              </p14:nvContentPartPr>
              <p14:xfrm>
                <a:off x="2060568" y="1466064"/>
                <a:ext cx="150120" cy="162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E5E2B1B-F0E3-30BA-75DE-6CC9C3B5A7E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051928" y="1457424"/>
                  <a:ext cx="1677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40E7551-1FF5-81DE-467F-2AF2C3928B1B}"/>
                    </a:ext>
                  </a:extLst>
                </p14:cNvPr>
                <p14:cNvContentPartPr/>
                <p14:nvPr/>
              </p14:nvContentPartPr>
              <p14:xfrm>
                <a:off x="2239848" y="1349064"/>
                <a:ext cx="14040" cy="1980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40E7551-1FF5-81DE-467F-2AF2C3928B1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231208" y="1340424"/>
                  <a:ext cx="3168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3C95240-E3B0-61FB-0060-1E09347BCC8B}"/>
                    </a:ext>
                  </a:extLst>
                </p14:cNvPr>
                <p14:cNvContentPartPr/>
                <p14:nvPr/>
              </p14:nvContentPartPr>
              <p14:xfrm>
                <a:off x="2313288" y="1318104"/>
                <a:ext cx="184320" cy="2250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3C95240-E3B0-61FB-0060-1E09347BCC8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304648" y="1309104"/>
                  <a:ext cx="20196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E4A6711-22A4-5238-D416-A70709523CE1}"/>
                    </a:ext>
                  </a:extLst>
                </p14:cNvPr>
                <p14:cNvContentPartPr/>
                <p14:nvPr/>
              </p14:nvContentPartPr>
              <p14:xfrm>
                <a:off x="2372688" y="1439064"/>
                <a:ext cx="58320" cy="820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E4A6711-22A4-5238-D416-A70709523CE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364048" y="1430424"/>
                  <a:ext cx="7596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5CC6CB0-C206-D744-9C19-0717028C077D}"/>
                    </a:ext>
                  </a:extLst>
                </p14:cNvPr>
                <p14:cNvContentPartPr/>
                <p14:nvPr/>
              </p14:nvContentPartPr>
              <p14:xfrm>
                <a:off x="2594088" y="1321704"/>
                <a:ext cx="53280" cy="2178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5CC6CB0-C206-D744-9C19-0717028C077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585088" y="1312704"/>
                  <a:ext cx="7092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BA31AAF-466C-DFEA-4856-F558689A86E7}"/>
                    </a:ext>
                  </a:extLst>
                </p14:cNvPr>
                <p14:cNvContentPartPr/>
                <p14:nvPr/>
              </p14:nvContentPartPr>
              <p14:xfrm>
                <a:off x="2107008" y="1257624"/>
                <a:ext cx="518760" cy="100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BA31AAF-466C-DFEA-4856-F558689A86E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098008" y="1248984"/>
                  <a:ext cx="536400" cy="2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FE7BD2F-F8F5-19FF-DE00-11D45EB564F9}"/>
              </a:ext>
            </a:extLst>
          </p:cNvPr>
          <p:cNvGrpSpPr/>
          <p:nvPr/>
        </p:nvGrpSpPr>
        <p:grpSpPr>
          <a:xfrm>
            <a:off x="3244248" y="1077624"/>
            <a:ext cx="996840" cy="494280"/>
            <a:chOff x="3244248" y="1077624"/>
            <a:chExt cx="996840" cy="49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08184F9-8213-C62D-76D3-A2E2B2C7A409}"/>
                    </a:ext>
                  </a:extLst>
                </p14:cNvPr>
                <p14:cNvContentPartPr/>
                <p14:nvPr/>
              </p14:nvContentPartPr>
              <p14:xfrm>
                <a:off x="3244248" y="1299744"/>
                <a:ext cx="167760" cy="2156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08184F9-8213-C62D-76D3-A2E2B2C7A40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235248" y="1290744"/>
                  <a:ext cx="18540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FBE679D-37DF-3FF7-1031-671EED1E9DC6}"/>
                    </a:ext>
                  </a:extLst>
                </p14:cNvPr>
                <p14:cNvContentPartPr/>
                <p14:nvPr/>
              </p14:nvContentPartPr>
              <p14:xfrm>
                <a:off x="3402288" y="1425024"/>
                <a:ext cx="194760" cy="158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FBE679D-37DF-3FF7-1031-671EED1E9DC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393648" y="1416384"/>
                  <a:ext cx="2124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8F25F4F-368F-B0A9-9B0D-09D1E231DAD1}"/>
                    </a:ext>
                  </a:extLst>
                </p14:cNvPr>
                <p14:cNvContentPartPr/>
                <p14:nvPr/>
              </p14:nvContentPartPr>
              <p14:xfrm>
                <a:off x="3602448" y="1364544"/>
                <a:ext cx="5400" cy="1540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8F25F4F-368F-B0A9-9B0D-09D1E231DAD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593808" y="1355544"/>
                  <a:ext cx="230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17B094E-C32B-83CB-9038-F97F4A8F02FF}"/>
                    </a:ext>
                  </a:extLst>
                </p14:cNvPr>
                <p14:cNvContentPartPr/>
                <p14:nvPr/>
              </p14:nvContentPartPr>
              <p14:xfrm>
                <a:off x="3689568" y="1362744"/>
                <a:ext cx="15840" cy="1738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17B094E-C32B-83CB-9038-F97F4A8F02F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680928" y="1354104"/>
                  <a:ext cx="334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EF41A51-4D90-9625-E228-AEDD64CB9071}"/>
                    </a:ext>
                  </a:extLst>
                </p14:cNvPr>
                <p14:cNvContentPartPr/>
                <p14:nvPr/>
              </p14:nvContentPartPr>
              <p14:xfrm>
                <a:off x="3786768" y="1356984"/>
                <a:ext cx="227880" cy="1681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EF41A51-4D90-9625-E228-AEDD64CB907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777768" y="1348344"/>
                  <a:ext cx="2455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EA4D00B-0248-7A87-8A50-0ACDBED19BB7}"/>
                    </a:ext>
                  </a:extLst>
                </p14:cNvPr>
                <p14:cNvContentPartPr/>
                <p14:nvPr/>
              </p14:nvContentPartPr>
              <p14:xfrm>
                <a:off x="3890448" y="1077624"/>
                <a:ext cx="290880" cy="4942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EA4D00B-0248-7A87-8A50-0ACDBED19BB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881808" y="1068624"/>
                  <a:ext cx="308520" cy="51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844FFEB-EFB8-8116-FEC4-13DF04FBAB09}"/>
                    </a:ext>
                  </a:extLst>
                </p14:cNvPr>
                <p14:cNvContentPartPr/>
                <p14:nvPr/>
              </p14:nvContentPartPr>
              <p14:xfrm>
                <a:off x="3427848" y="1288944"/>
                <a:ext cx="813240" cy="169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844FFEB-EFB8-8116-FEC4-13DF04FBAB0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419208" y="1279944"/>
                  <a:ext cx="830880" cy="3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4F35A4AF-BAB9-5D92-E679-844102F7D931}"/>
              </a:ext>
            </a:extLst>
          </p:cNvPr>
          <p:cNvGrpSpPr/>
          <p:nvPr/>
        </p:nvGrpSpPr>
        <p:grpSpPr>
          <a:xfrm>
            <a:off x="2060928" y="1643544"/>
            <a:ext cx="772200" cy="289080"/>
            <a:chOff x="2060928" y="1643544"/>
            <a:chExt cx="77220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8B77145-5E6C-59B7-7E52-F4FF7CCAF557}"/>
                    </a:ext>
                  </a:extLst>
                </p14:cNvPr>
                <p14:cNvContentPartPr/>
                <p14:nvPr/>
              </p14:nvContentPartPr>
              <p14:xfrm>
                <a:off x="2294928" y="1705464"/>
                <a:ext cx="2160" cy="5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8B77145-5E6C-59B7-7E52-F4FF7CCAF55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286288" y="1696824"/>
                  <a:ext cx="198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916F2F8-F383-8B26-83F4-508B511836C6}"/>
                    </a:ext>
                  </a:extLst>
                </p14:cNvPr>
                <p14:cNvContentPartPr/>
                <p14:nvPr/>
              </p14:nvContentPartPr>
              <p14:xfrm>
                <a:off x="2294928" y="1688184"/>
                <a:ext cx="26280" cy="244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916F2F8-F383-8B26-83F4-508B511836C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285928" y="1679184"/>
                  <a:ext cx="439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0CD66D7-5E92-754E-E61B-7AF445A78D04}"/>
                    </a:ext>
                  </a:extLst>
                </p14:cNvPr>
                <p14:cNvContentPartPr/>
                <p14:nvPr/>
              </p14:nvContentPartPr>
              <p14:xfrm>
                <a:off x="2060928" y="1643544"/>
                <a:ext cx="150480" cy="2890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0CD66D7-5E92-754E-E61B-7AF445A78D0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052288" y="1634904"/>
                  <a:ext cx="16812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ACA0026-1FD3-726D-0099-0AC612927251}"/>
                    </a:ext>
                  </a:extLst>
                </p14:cNvPr>
                <p14:cNvContentPartPr/>
                <p14:nvPr/>
              </p14:nvContentPartPr>
              <p14:xfrm>
                <a:off x="2244168" y="1716264"/>
                <a:ext cx="136440" cy="1440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ACA0026-1FD3-726D-0099-0AC61292725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235168" y="1707624"/>
                  <a:ext cx="15408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D0C2761-C263-DDFF-EFBB-B508267FB364}"/>
                    </a:ext>
                  </a:extLst>
                </p14:cNvPr>
                <p14:cNvContentPartPr/>
                <p14:nvPr/>
              </p14:nvContentPartPr>
              <p14:xfrm>
                <a:off x="2427048" y="1689624"/>
                <a:ext cx="233640" cy="1371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D0C2761-C263-DDFF-EFBB-B508267FB36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418048" y="1680624"/>
                  <a:ext cx="2512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3D70544-5A98-6CD0-E421-CEA9C12C764E}"/>
                    </a:ext>
                  </a:extLst>
                </p14:cNvPr>
                <p14:cNvContentPartPr/>
                <p14:nvPr/>
              </p14:nvContentPartPr>
              <p14:xfrm>
                <a:off x="2742048" y="1755144"/>
                <a:ext cx="91080" cy="464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3D70544-5A98-6CD0-E421-CEA9C12C764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733048" y="1746504"/>
                  <a:ext cx="108720" cy="6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9DB5F0A-01E3-D9BB-CA04-BBF89DF57D0C}"/>
              </a:ext>
            </a:extLst>
          </p:cNvPr>
          <p:cNvGrpSpPr/>
          <p:nvPr/>
        </p:nvGrpSpPr>
        <p:grpSpPr>
          <a:xfrm>
            <a:off x="3228768" y="1684944"/>
            <a:ext cx="724320" cy="332640"/>
            <a:chOff x="3228768" y="1684944"/>
            <a:chExt cx="724320" cy="33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0F74F0A-5CF9-33D5-0CBE-CA2060EE3133}"/>
                    </a:ext>
                  </a:extLst>
                </p14:cNvPr>
                <p14:cNvContentPartPr/>
                <p14:nvPr/>
              </p14:nvContentPartPr>
              <p14:xfrm>
                <a:off x="3228768" y="1693584"/>
                <a:ext cx="177120" cy="1461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0F74F0A-5CF9-33D5-0CBE-CA2060EE313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219768" y="1684944"/>
                  <a:ext cx="19476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21D9B15-F334-D2EE-E2E9-9FE8D000CBCD}"/>
                    </a:ext>
                  </a:extLst>
                </p14:cNvPr>
                <p14:cNvContentPartPr/>
                <p14:nvPr/>
              </p14:nvContentPartPr>
              <p14:xfrm>
                <a:off x="3313728" y="1774584"/>
                <a:ext cx="103680" cy="226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21D9B15-F334-D2EE-E2E9-9FE8D000CBC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304728" y="1765944"/>
                  <a:ext cx="1213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D94EC1E-B0D4-96D7-2914-2CC2BC13FC25}"/>
                    </a:ext>
                  </a:extLst>
                </p14:cNvPr>
                <p14:cNvContentPartPr/>
                <p14:nvPr/>
              </p14:nvContentPartPr>
              <p14:xfrm>
                <a:off x="3477888" y="1762704"/>
                <a:ext cx="129240" cy="2548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D94EC1E-B0D4-96D7-2914-2CC2BC13FC2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468888" y="1754064"/>
                  <a:ext cx="14688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F57A366-AC87-5B8C-C413-D3784710AEEA}"/>
                    </a:ext>
                  </a:extLst>
                </p14:cNvPr>
                <p14:cNvContentPartPr/>
                <p14:nvPr/>
              </p14:nvContentPartPr>
              <p14:xfrm>
                <a:off x="3690288" y="1791144"/>
                <a:ext cx="42120" cy="417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F57A366-AC87-5B8C-C413-D3784710AEE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681288" y="1782504"/>
                  <a:ext cx="597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5180DC3-AB84-06FC-4D6A-3D570D9F0DD5}"/>
                    </a:ext>
                  </a:extLst>
                </p14:cNvPr>
                <p14:cNvContentPartPr/>
                <p14:nvPr/>
              </p14:nvContentPartPr>
              <p14:xfrm>
                <a:off x="3713688" y="1684944"/>
                <a:ext cx="11160" cy="237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5180DC3-AB84-06FC-4D6A-3D570D9F0DD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705048" y="1676304"/>
                  <a:ext cx="288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963D582-66C9-D37F-9C24-D0627446DB75}"/>
                    </a:ext>
                  </a:extLst>
                </p14:cNvPr>
                <p14:cNvContentPartPr/>
                <p14:nvPr/>
              </p14:nvContentPartPr>
              <p14:xfrm>
                <a:off x="3803328" y="1696824"/>
                <a:ext cx="149760" cy="2448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963D582-66C9-D37F-9C24-D0627446DB7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794328" y="1687824"/>
                  <a:ext cx="167400" cy="26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E7A4518C-A4B3-C8A7-EACC-8C542EC7AD8E}"/>
              </a:ext>
            </a:extLst>
          </p:cNvPr>
          <p:cNvGrpSpPr/>
          <p:nvPr/>
        </p:nvGrpSpPr>
        <p:grpSpPr>
          <a:xfrm>
            <a:off x="2037888" y="2179944"/>
            <a:ext cx="561960" cy="195840"/>
            <a:chOff x="2037888" y="2179944"/>
            <a:chExt cx="561960" cy="19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82DDD86-469E-1FD2-4E7D-8C04C2288115}"/>
                    </a:ext>
                  </a:extLst>
                </p14:cNvPr>
                <p14:cNvContentPartPr/>
                <p14:nvPr/>
              </p14:nvContentPartPr>
              <p14:xfrm>
                <a:off x="2037888" y="2179944"/>
                <a:ext cx="161280" cy="1958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82DDD86-469E-1FD2-4E7D-8C04C228811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029248" y="2170944"/>
                  <a:ext cx="17892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E9203DE-F2D0-B8E1-2319-9F4D4611BA5D}"/>
                    </a:ext>
                  </a:extLst>
                </p14:cNvPr>
                <p14:cNvContentPartPr/>
                <p14:nvPr/>
              </p14:nvContentPartPr>
              <p14:xfrm>
                <a:off x="2225088" y="2203704"/>
                <a:ext cx="189360" cy="144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E9203DE-F2D0-B8E1-2319-9F4D4611BA5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216448" y="2195064"/>
                  <a:ext cx="2070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DD36844-386D-B80E-42EB-C75E053E965E}"/>
                    </a:ext>
                  </a:extLst>
                </p14:cNvPr>
                <p14:cNvContentPartPr/>
                <p14:nvPr/>
              </p14:nvContentPartPr>
              <p14:xfrm>
                <a:off x="2506248" y="2257344"/>
                <a:ext cx="93600" cy="457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DD36844-386D-B80E-42EB-C75E053E965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497248" y="2248704"/>
                  <a:ext cx="111240" cy="6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6CDF316D-317E-EC9F-5FDE-2A34727B54B6}"/>
              </a:ext>
            </a:extLst>
          </p:cNvPr>
          <p:cNvGrpSpPr/>
          <p:nvPr/>
        </p:nvGrpSpPr>
        <p:grpSpPr>
          <a:xfrm>
            <a:off x="2908728" y="2209824"/>
            <a:ext cx="726840" cy="108360"/>
            <a:chOff x="2908728" y="2209824"/>
            <a:chExt cx="726840" cy="10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BB6A9B5-4355-BFF1-2928-EAFAE6D4806A}"/>
                    </a:ext>
                  </a:extLst>
                </p14:cNvPr>
                <p14:cNvContentPartPr/>
                <p14:nvPr/>
              </p14:nvContentPartPr>
              <p14:xfrm>
                <a:off x="2908728" y="2209824"/>
                <a:ext cx="210600" cy="108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BB6A9B5-4355-BFF1-2928-EAFAE6D4806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899728" y="2201184"/>
                  <a:ext cx="2282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D918749-C0B3-CF9B-A079-3D05951D182F}"/>
                    </a:ext>
                  </a:extLst>
                </p14:cNvPr>
                <p14:cNvContentPartPr/>
                <p14:nvPr/>
              </p14:nvContentPartPr>
              <p14:xfrm>
                <a:off x="3116088" y="2231784"/>
                <a:ext cx="519480" cy="802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D918749-C0B3-CF9B-A079-3D05951D182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107448" y="2222784"/>
                  <a:ext cx="537120" cy="9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70873131-7A90-D90B-3D8C-698E0E89B40C}"/>
              </a:ext>
            </a:extLst>
          </p:cNvPr>
          <p:cNvGrpSpPr/>
          <p:nvPr/>
        </p:nvGrpSpPr>
        <p:grpSpPr>
          <a:xfrm>
            <a:off x="1235448" y="2410704"/>
            <a:ext cx="440640" cy="459720"/>
            <a:chOff x="1235448" y="2410704"/>
            <a:chExt cx="440640" cy="45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3D5DE7E-7998-C04A-EB16-0F1DA175351C}"/>
                    </a:ext>
                  </a:extLst>
                </p14:cNvPr>
                <p14:cNvContentPartPr/>
                <p14:nvPr/>
              </p14:nvContentPartPr>
              <p14:xfrm>
                <a:off x="1371888" y="2517264"/>
                <a:ext cx="129960" cy="2095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3D5DE7E-7998-C04A-EB16-0F1DA175351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362888" y="2508624"/>
                  <a:ext cx="14760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D5A50AE-B187-679E-6703-05B18A9588CA}"/>
                    </a:ext>
                  </a:extLst>
                </p14:cNvPr>
                <p14:cNvContentPartPr/>
                <p14:nvPr/>
              </p14:nvContentPartPr>
              <p14:xfrm>
                <a:off x="1235448" y="2410704"/>
                <a:ext cx="440640" cy="4597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D5A50AE-B187-679E-6703-05B18A9588C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226808" y="2402064"/>
                  <a:ext cx="458280" cy="47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411257F9-5F78-B009-C122-48382F9F3D94}"/>
              </a:ext>
            </a:extLst>
          </p:cNvPr>
          <p:cNvGrpSpPr/>
          <p:nvPr/>
        </p:nvGrpSpPr>
        <p:grpSpPr>
          <a:xfrm>
            <a:off x="2024928" y="2596824"/>
            <a:ext cx="741240" cy="291240"/>
            <a:chOff x="2024928" y="2596824"/>
            <a:chExt cx="741240" cy="29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4EC9CEF-A3BF-DF30-45DA-84696C0D4A2E}"/>
                    </a:ext>
                  </a:extLst>
                </p14:cNvPr>
                <p14:cNvContentPartPr/>
                <p14:nvPr/>
              </p14:nvContentPartPr>
              <p14:xfrm>
                <a:off x="2024928" y="2624904"/>
                <a:ext cx="208080" cy="2408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4EC9CEF-A3BF-DF30-45DA-84696C0D4A2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016288" y="2616264"/>
                  <a:ext cx="22572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6436549-6428-A9DB-F66C-B0593DE9CFB3}"/>
                    </a:ext>
                  </a:extLst>
                </p14:cNvPr>
                <p14:cNvContentPartPr/>
                <p14:nvPr/>
              </p14:nvContentPartPr>
              <p14:xfrm>
                <a:off x="2156328" y="2749824"/>
                <a:ext cx="200880" cy="489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6436549-6428-A9DB-F66C-B0593DE9CFB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147328" y="2740824"/>
                  <a:ext cx="21852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E481314-6AB8-890B-DC27-EC143E35E8C6}"/>
                    </a:ext>
                  </a:extLst>
                </p14:cNvPr>
                <p14:cNvContentPartPr/>
                <p14:nvPr/>
              </p14:nvContentPartPr>
              <p14:xfrm>
                <a:off x="2323008" y="2665944"/>
                <a:ext cx="23760" cy="2221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E481314-6AB8-890B-DC27-EC143E35E8C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314368" y="2657304"/>
                  <a:ext cx="4140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5222D57-2B57-9E0B-B313-FA4058E997AB}"/>
                    </a:ext>
                  </a:extLst>
                </p14:cNvPr>
                <p14:cNvContentPartPr/>
                <p14:nvPr/>
              </p14:nvContentPartPr>
              <p14:xfrm>
                <a:off x="2454768" y="2673144"/>
                <a:ext cx="199440" cy="1807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5222D57-2B57-9E0B-B313-FA4058E997A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445768" y="2664144"/>
                  <a:ext cx="2170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BF0CD5C-2B39-20A0-4F5C-3105B6B1EE8E}"/>
                    </a:ext>
                  </a:extLst>
                </p14:cNvPr>
                <p14:cNvContentPartPr/>
                <p14:nvPr/>
              </p14:nvContentPartPr>
              <p14:xfrm>
                <a:off x="2492208" y="2765304"/>
                <a:ext cx="88200" cy="939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BF0CD5C-2B39-20A0-4F5C-3105B6B1EE8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483568" y="2756664"/>
                  <a:ext cx="1058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1DAE732-BCF4-5F29-5DD7-F66110489A7F}"/>
                    </a:ext>
                  </a:extLst>
                </p14:cNvPr>
                <p14:cNvContentPartPr/>
                <p14:nvPr/>
              </p14:nvContentPartPr>
              <p14:xfrm>
                <a:off x="2755368" y="2695824"/>
                <a:ext cx="10800" cy="1494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1DAE732-BCF4-5F29-5DD7-F66110489A7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746368" y="2687184"/>
                  <a:ext cx="2844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DC1E40C-3F30-BE9A-D8D8-8D782C69D60E}"/>
                    </a:ext>
                  </a:extLst>
                </p14:cNvPr>
                <p14:cNvContentPartPr/>
                <p14:nvPr/>
              </p14:nvContentPartPr>
              <p14:xfrm>
                <a:off x="2315808" y="2596824"/>
                <a:ext cx="414720" cy="324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DC1E40C-3F30-BE9A-D8D8-8D782C69D60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307168" y="2587824"/>
                  <a:ext cx="432360" cy="5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A0308497-F0D2-7CD4-CB7F-17BEE9EDCF94}"/>
              </a:ext>
            </a:extLst>
          </p:cNvPr>
          <p:cNvGrpSpPr/>
          <p:nvPr/>
        </p:nvGrpSpPr>
        <p:grpSpPr>
          <a:xfrm>
            <a:off x="3183768" y="2619144"/>
            <a:ext cx="435240" cy="225720"/>
            <a:chOff x="3183768" y="2619144"/>
            <a:chExt cx="435240" cy="22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874D806-7FEC-E4E9-313F-1A52F73A7DA2}"/>
                    </a:ext>
                  </a:extLst>
                </p14:cNvPr>
                <p14:cNvContentPartPr/>
                <p14:nvPr/>
              </p14:nvContentPartPr>
              <p14:xfrm>
                <a:off x="3183768" y="2645064"/>
                <a:ext cx="162000" cy="1998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874D806-7FEC-E4E9-313F-1A52F73A7DA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175128" y="2636424"/>
                  <a:ext cx="17964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56D1C4E-8690-36C7-4BDD-20F66582CE05}"/>
                    </a:ext>
                  </a:extLst>
                </p14:cNvPr>
                <p14:cNvContentPartPr/>
                <p14:nvPr/>
              </p14:nvContentPartPr>
              <p14:xfrm>
                <a:off x="3340368" y="2743344"/>
                <a:ext cx="144720" cy="295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56D1C4E-8690-36C7-4BDD-20F66582CE0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331728" y="2734344"/>
                  <a:ext cx="1623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C1254AB-A971-7D40-05A7-795B25D2D387}"/>
                    </a:ext>
                  </a:extLst>
                </p14:cNvPr>
                <p14:cNvContentPartPr/>
                <p14:nvPr/>
              </p14:nvContentPartPr>
              <p14:xfrm>
                <a:off x="3455568" y="2700864"/>
                <a:ext cx="22680" cy="1281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C1254AB-A971-7D40-05A7-795B25D2D38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446568" y="2692224"/>
                  <a:ext cx="403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B31FEFA-49AC-EF6C-1838-9268BEED9498}"/>
                    </a:ext>
                  </a:extLst>
                </p14:cNvPr>
                <p14:cNvContentPartPr/>
                <p14:nvPr/>
              </p14:nvContentPartPr>
              <p14:xfrm>
                <a:off x="3580848" y="2703024"/>
                <a:ext cx="7560" cy="1288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B31FEFA-49AC-EF6C-1838-9268BEED949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572208" y="2694384"/>
                  <a:ext cx="252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F03EF11-FDEA-1E5B-D45B-376AFA0B40E5}"/>
                    </a:ext>
                  </a:extLst>
                </p14:cNvPr>
                <p14:cNvContentPartPr/>
                <p14:nvPr/>
              </p14:nvContentPartPr>
              <p14:xfrm>
                <a:off x="3396888" y="2619144"/>
                <a:ext cx="222120" cy="262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F03EF11-FDEA-1E5B-D45B-376AFA0B40E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388248" y="2610504"/>
                  <a:ext cx="239760" cy="4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2796860A-5F7F-8EB1-4D85-5834FB9454A8}"/>
              </a:ext>
            </a:extLst>
          </p:cNvPr>
          <p:cNvGrpSpPr/>
          <p:nvPr/>
        </p:nvGrpSpPr>
        <p:grpSpPr>
          <a:xfrm>
            <a:off x="4006368" y="2353104"/>
            <a:ext cx="690120" cy="460440"/>
            <a:chOff x="4006368" y="2353104"/>
            <a:chExt cx="690120" cy="46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737BBA0-234B-0B6A-BDB1-4118334D3F32}"/>
                    </a:ext>
                  </a:extLst>
                </p14:cNvPr>
                <p14:cNvContentPartPr/>
                <p14:nvPr/>
              </p14:nvContentPartPr>
              <p14:xfrm>
                <a:off x="4006368" y="2646864"/>
                <a:ext cx="138960" cy="1666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737BBA0-234B-0B6A-BDB1-4118334D3F3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997728" y="2638224"/>
                  <a:ext cx="1566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DCBD043-EFE5-8D72-0598-5A61580723BB}"/>
                    </a:ext>
                  </a:extLst>
                </p14:cNvPr>
                <p14:cNvContentPartPr/>
                <p14:nvPr/>
              </p14:nvContentPartPr>
              <p14:xfrm>
                <a:off x="4201128" y="2649744"/>
                <a:ext cx="39600" cy="1346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DCBD043-EFE5-8D72-0598-5A61580723B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192488" y="2641104"/>
                  <a:ext cx="5724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E4A8899-C9A2-B692-A3BE-D034678802D0}"/>
                    </a:ext>
                  </a:extLst>
                </p14:cNvPr>
                <p14:cNvContentPartPr/>
                <p14:nvPr/>
              </p14:nvContentPartPr>
              <p14:xfrm>
                <a:off x="4279608" y="2621664"/>
                <a:ext cx="212040" cy="1609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E4A8899-C9A2-B692-A3BE-D034678802D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270608" y="2613024"/>
                  <a:ext cx="22968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B67C0C2-DFAB-C771-40E0-BF4ED1F219C1}"/>
                    </a:ext>
                  </a:extLst>
                </p14:cNvPr>
                <p14:cNvContentPartPr/>
                <p14:nvPr/>
              </p14:nvContentPartPr>
              <p14:xfrm>
                <a:off x="4405248" y="2353104"/>
                <a:ext cx="270360" cy="4582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B67C0C2-DFAB-C771-40E0-BF4ED1F219C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396608" y="2344104"/>
                  <a:ext cx="288000" cy="47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3FB26F6E-37E8-0156-8592-F2FB5BDAAA4C}"/>
                    </a:ext>
                  </a:extLst>
                </p14:cNvPr>
                <p14:cNvContentPartPr/>
                <p14:nvPr/>
              </p14:nvContentPartPr>
              <p14:xfrm>
                <a:off x="4090968" y="2591424"/>
                <a:ext cx="605520" cy="424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3FB26F6E-37E8-0156-8592-F2FB5BDAAA4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082328" y="2582424"/>
                  <a:ext cx="623160" cy="6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5061AEC9-7E4F-DDA8-852C-04512EC91A07}"/>
              </a:ext>
            </a:extLst>
          </p:cNvPr>
          <p:cNvGrpSpPr/>
          <p:nvPr/>
        </p:nvGrpSpPr>
        <p:grpSpPr>
          <a:xfrm>
            <a:off x="2382408" y="3019824"/>
            <a:ext cx="824040" cy="210600"/>
            <a:chOff x="2382408" y="3019824"/>
            <a:chExt cx="824040" cy="21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B6E824D-7D49-8D60-9109-FA44C9DF1CF1}"/>
                    </a:ext>
                  </a:extLst>
                </p14:cNvPr>
                <p14:cNvContentPartPr/>
                <p14:nvPr/>
              </p14:nvContentPartPr>
              <p14:xfrm>
                <a:off x="2382408" y="3019824"/>
                <a:ext cx="124560" cy="2106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B6E824D-7D49-8D60-9109-FA44C9DF1CF1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373768" y="3011184"/>
                  <a:ext cx="14220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6CA9438-A011-45B0-B0C4-C4C142320D55}"/>
                    </a:ext>
                  </a:extLst>
                </p14:cNvPr>
                <p14:cNvContentPartPr/>
                <p14:nvPr/>
              </p14:nvContentPartPr>
              <p14:xfrm>
                <a:off x="2665008" y="3048264"/>
                <a:ext cx="100440" cy="1393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6CA9438-A011-45B0-B0C4-C4C142320D5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656368" y="3039264"/>
                  <a:ext cx="11808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FD03E13-159F-723A-7A54-E9B00A15FEF6}"/>
                    </a:ext>
                  </a:extLst>
                </p14:cNvPr>
                <p14:cNvContentPartPr/>
                <p14:nvPr/>
              </p14:nvContentPartPr>
              <p14:xfrm>
                <a:off x="2825208" y="3037464"/>
                <a:ext cx="229320" cy="1281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FD03E13-159F-723A-7A54-E9B00A15FEF6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816568" y="3028464"/>
                  <a:ext cx="24696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0E33E9D-F1E5-C777-9E80-F93E81DE5577}"/>
                    </a:ext>
                  </a:extLst>
                </p14:cNvPr>
                <p14:cNvContentPartPr/>
                <p14:nvPr/>
              </p14:nvContentPartPr>
              <p14:xfrm>
                <a:off x="3151008" y="3102264"/>
                <a:ext cx="55440" cy="306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0E33E9D-F1E5-C777-9E80-F93E81DE557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142368" y="3093264"/>
                  <a:ext cx="73080" cy="4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B4EFF2BF-2E6C-762D-C77E-9583394C2917}"/>
                  </a:ext>
                </a:extLst>
              </p14:cNvPr>
              <p14:cNvContentPartPr/>
              <p14:nvPr/>
            </p14:nvContentPartPr>
            <p14:xfrm>
              <a:off x="3588408" y="3074904"/>
              <a:ext cx="123120" cy="5544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B4EFF2BF-2E6C-762D-C77E-9583394C2917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3579408" y="3066264"/>
                <a:ext cx="140760" cy="7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1" name="Group 100">
            <a:extLst>
              <a:ext uri="{FF2B5EF4-FFF2-40B4-BE49-F238E27FC236}">
                <a16:creationId xmlns:a16="http://schemas.microsoft.com/office/drawing/2014/main" id="{237D1D3E-DFF4-E763-B4AE-594EF212AD05}"/>
              </a:ext>
            </a:extLst>
          </p:cNvPr>
          <p:cNvGrpSpPr/>
          <p:nvPr/>
        </p:nvGrpSpPr>
        <p:grpSpPr>
          <a:xfrm>
            <a:off x="4099968" y="2954664"/>
            <a:ext cx="654840" cy="291240"/>
            <a:chOff x="4099968" y="2954664"/>
            <a:chExt cx="654840" cy="29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C1B562C-01BE-742F-8FD5-E519780AE69E}"/>
                    </a:ext>
                  </a:extLst>
                </p14:cNvPr>
                <p14:cNvContentPartPr/>
                <p14:nvPr/>
              </p14:nvContentPartPr>
              <p14:xfrm>
                <a:off x="4099968" y="3030264"/>
                <a:ext cx="101160" cy="2102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C1B562C-01BE-742F-8FD5-E519780AE69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090968" y="3021624"/>
                  <a:ext cx="11880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2F027B72-BB2F-4290-7CBA-F8C64FFA683B}"/>
                    </a:ext>
                  </a:extLst>
                </p14:cNvPr>
                <p14:cNvContentPartPr/>
                <p14:nvPr/>
              </p14:nvContentPartPr>
              <p14:xfrm>
                <a:off x="4236048" y="3037824"/>
                <a:ext cx="90360" cy="806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2F027B72-BB2F-4290-7CBA-F8C64FFA683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227048" y="3029184"/>
                  <a:ext cx="1080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44B2D4CE-0CA8-F53D-7C45-29B8345481B7}"/>
                    </a:ext>
                  </a:extLst>
                </p14:cNvPr>
                <p14:cNvContentPartPr/>
                <p14:nvPr/>
              </p14:nvContentPartPr>
              <p14:xfrm>
                <a:off x="4377528" y="3037464"/>
                <a:ext cx="89280" cy="2077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44B2D4CE-0CA8-F53D-7C45-29B8345481B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368888" y="3028464"/>
                  <a:ext cx="10692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AF1FD0E8-B077-3FB6-58A7-75CBE78EFC30}"/>
                    </a:ext>
                  </a:extLst>
                </p14:cNvPr>
                <p14:cNvContentPartPr/>
                <p14:nvPr/>
              </p14:nvContentPartPr>
              <p14:xfrm>
                <a:off x="4535568" y="3063384"/>
                <a:ext cx="59400" cy="540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F1FD0E8-B077-3FB6-58A7-75CBE78EFC3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526928" y="3054384"/>
                  <a:ext cx="770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42DDA611-2BBD-0A4C-ADDB-6AF0793630E7}"/>
                    </a:ext>
                  </a:extLst>
                </p14:cNvPr>
                <p14:cNvContentPartPr/>
                <p14:nvPr/>
              </p14:nvContentPartPr>
              <p14:xfrm>
                <a:off x="4549248" y="2964744"/>
                <a:ext cx="6480" cy="201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42DDA611-2BBD-0A4C-ADDB-6AF0793630E7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540608" y="2955744"/>
                  <a:ext cx="241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40D7701E-375D-9C7D-B0A7-EEC2268CC428}"/>
                    </a:ext>
                  </a:extLst>
                </p14:cNvPr>
                <p14:cNvContentPartPr/>
                <p14:nvPr/>
              </p14:nvContentPartPr>
              <p14:xfrm>
                <a:off x="4627728" y="2954664"/>
                <a:ext cx="127080" cy="2912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40D7701E-375D-9C7D-B0A7-EEC2268CC42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619088" y="2945664"/>
                  <a:ext cx="144720" cy="30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8577E88D-51AB-A5DF-2226-10C50AB98471}"/>
              </a:ext>
            </a:extLst>
          </p:cNvPr>
          <p:cNvGrpSpPr/>
          <p:nvPr/>
        </p:nvGrpSpPr>
        <p:grpSpPr>
          <a:xfrm>
            <a:off x="2125728" y="3442464"/>
            <a:ext cx="619560" cy="203760"/>
            <a:chOff x="2125728" y="3442464"/>
            <a:chExt cx="619560" cy="20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62BF6F1-A2E2-024D-B641-D5BE391F5785}"/>
                    </a:ext>
                  </a:extLst>
                </p14:cNvPr>
                <p14:cNvContentPartPr/>
                <p14:nvPr/>
              </p14:nvContentPartPr>
              <p14:xfrm>
                <a:off x="2125728" y="3446064"/>
                <a:ext cx="231120" cy="2001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62BF6F1-A2E2-024D-B641-D5BE391F5785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117088" y="3437424"/>
                  <a:ext cx="24876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01CFB437-EBBB-37ED-1030-46FB5062E9CA}"/>
                    </a:ext>
                  </a:extLst>
                </p14:cNvPr>
                <p14:cNvContentPartPr/>
                <p14:nvPr/>
              </p14:nvContentPartPr>
              <p14:xfrm>
                <a:off x="2388168" y="3442464"/>
                <a:ext cx="229320" cy="1753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01CFB437-EBBB-37ED-1030-46FB5062E9CA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379168" y="3433824"/>
                  <a:ext cx="24696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377AE1F-AC1C-D72A-1AF9-17ECD61F28F0}"/>
                    </a:ext>
                  </a:extLst>
                </p14:cNvPr>
                <p14:cNvContentPartPr/>
                <p14:nvPr/>
              </p14:nvContentPartPr>
              <p14:xfrm>
                <a:off x="2649168" y="3540024"/>
                <a:ext cx="96120" cy="633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377AE1F-AC1C-D72A-1AF9-17ECD61F28F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640528" y="3531024"/>
                  <a:ext cx="113760" cy="8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B88BFAAD-17CA-8491-0B65-14AC409225DE}"/>
              </a:ext>
            </a:extLst>
          </p:cNvPr>
          <p:cNvGrpSpPr/>
          <p:nvPr/>
        </p:nvGrpSpPr>
        <p:grpSpPr>
          <a:xfrm>
            <a:off x="2963448" y="3498264"/>
            <a:ext cx="653400" cy="115920"/>
            <a:chOff x="2963448" y="3498264"/>
            <a:chExt cx="653400" cy="11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CA64BE21-D9E4-A0A3-7BA1-B17328197933}"/>
                    </a:ext>
                  </a:extLst>
                </p14:cNvPr>
                <p14:cNvContentPartPr/>
                <p14:nvPr/>
              </p14:nvContentPartPr>
              <p14:xfrm>
                <a:off x="2963448" y="3498264"/>
                <a:ext cx="155160" cy="1159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CA64BE21-D9E4-A0A3-7BA1-B17328197933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954808" y="3489624"/>
                  <a:ext cx="17280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9B58A6EA-3D1C-C866-3644-5E7DCDDDEFB5}"/>
                    </a:ext>
                  </a:extLst>
                </p14:cNvPr>
                <p14:cNvContentPartPr/>
                <p14:nvPr/>
              </p14:nvContentPartPr>
              <p14:xfrm>
                <a:off x="3125808" y="3509424"/>
                <a:ext cx="491040" cy="961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9B58A6EA-3D1C-C866-3644-5E7DCDDDEFB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116808" y="3500784"/>
                  <a:ext cx="508680" cy="11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2B23EC8F-7701-33A8-BAFF-9D78834FE852}"/>
              </a:ext>
            </a:extLst>
          </p:cNvPr>
          <p:cNvGrpSpPr/>
          <p:nvPr/>
        </p:nvGrpSpPr>
        <p:grpSpPr>
          <a:xfrm>
            <a:off x="2248848" y="3843144"/>
            <a:ext cx="555120" cy="160920"/>
            <a:chOff x="2248848" y="3843144"/>
            <a:chExt cx="555120" cy="16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A582B23-0A79-C69E-F219-A5FFD8761D28}"/>
                    </a:ext>
                  </a:extLst>
                </p14:cNvPr>
                <p14:cNvContentPartPr/>
                <p14:nvPr/>
              </p14:nvContentPartPr>
              <p14:xfrm>
                <a:off x="2248848" y="3844584"/>
                <a:ext cx="153720" cy="1594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A582B23-0A79-C69E-F219-A5FFD8761D28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239848" y="3835584"/>
                  <a:ext cx="1713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0748EB77-64B0-BE9E-7087-F23859BBA710}"/>
                    </a:ext>
                  </a:extLst>
                </p14:cNvPr>
                <p14:cNvContentPartPr/>
                <p14:nvPr/>
              </p14:nvContentPartPr>
              <p14:xfrm>
                <a:off x="2428488" y="3843144"/>
                <a:ext cx="207000" cy="1422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0748EB77-64B0-BE9E-7087-F23859BBA71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419488" y="3834504"/>
                  <a:ext cx="2246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50E067B7-F328-6110-DA4C-4591198EB58F}"/>
                    </a:ext>
                  </a:extLst>
                </p14:cNvPr>
                <p14:cNvContentPartPr/>
                <p14:nvPr/>
              </p14:nvContentPartPr>
              <p14:xfrm>
                <a:off x="2713608" y="3902184"/>
                <a:ext cx="90360" cy="504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50E067B7-F328-6110-DA4C-4591198EB58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704608" y="3893544"/>
                  <a:ext cx="108000" cy="6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F6BB2FB9-AB79-093E-F510-50877C62B090}"/>
              </a:ext>
            </a:extLst>
          </p:cNvPr>
          <p:cNvGrpSpPr/>
          <p:nvPr/>
        </p:nvGrpSpPr>
        <p:grpSpPr>
          <a:xfrm>
            <a:off x="1280808" y="4124304"/>
            <a:ext cx="599760" cy="466560"/>
            <a:chOff x="1280808" y="4124304"/>
            <a:chExt cx="599760" cy="46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163AE4E3-C11C-B915-C08D-46D6BEEE0D4D}"/>
                    </a:ext>
                  </a:extLst>
                </p14:cNvPr>
                <p14:cNvContentPartPr/>
                <p14:nvPr/>
              </p14:nvContentPartPr>
              <p14:xfrm>
                <a:off x="1488888" y="4281264"/>
                <a:ext cx="112680" cy="1317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163AE4E3-C11C-B915-C08D-46D6BEEE0D4D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479888" y="4272264"/>
                  <a:ext cx="13032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35E99A4-8C43-30F1-42A3-6C1C9B533192}"/>
                    </a:ext>
                  </a:extLst>
                </p14:cNvPr>
                <p14:cNvContentPartPr/>
                <p14:nvPr/>
              </p14:nvContentPartPr>
              <p14:xfrm>
                <a:off x="1280808" y="4124304"/>
                <a:ext cx="599760" cy="4665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35E99A4-8C43-30F1-42A3-6C1C9B53319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272168" y="4115664"/>
                  <a:ext cx="617400" cy="48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46D3DA7C-2E81-4190-4CA4-4DB337E7994E}"/>
              </a:ext>
            </a:extLst>
          </p:cNvPr>
          <p:cNvGrpSpPr/>
          <p:nvPr/>
        </p:nvGrpSpPr>
        <p:grpSpPr>
          <a:xfrm>
            <a:off x="2150208" y="4175064"/>
            <a:ext cx="628560" cy="275040"/>
            <a:chOff x="2150208" y="4175064"/>
            <a:chExt cx="628560" cy="27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BBF29CAC-FDE2-7669-0FFC-880AF66056B5}"/>
                    </a:ext>
                  </a:extLst>
                </p14:cNvPr>
                <p14:cNvContentPartPr/>
                <p14:nvPr/>
              </p14:nvContentPartPr>
              <p14:xfrm>
                <a:off x="2150208" y="4206744"/>
                <a:ext cx="137160" cy="2322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BBF29CAC-FDE2-7669-0FFC-880AF66056B5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141568" y="4198104"/>
                  <a:ext cx="15480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5282E60C-CAC7-D3BE-9E6C-FF9D7BFDAD92}"/>
                    </a:ext>
                  </a:extLst>
                </p14:cNvPr>
                <p14:cNvContentPartPr/>
                <p14:nvPr/>
              </p14:nvContentPartPr>
              <p14:xfrm>
                <a:off x="2237328" y="4341744"/>
                <a:ext cx="137160" cy="234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5282E60C-CAC7-D3BE-9E6C-FF9D7BFDAD9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228688" y="4333104"/>
                  <a:ext cx="1548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CE14C5F5-E01D-808E-C1E9-93D98EC76C2E}"/>
                    </a:ext>
                  </a:extLst>
                </p14:cNvPr>
                <p14:cNvContentPartPr/>
                <p14:nvPr/>
              </p14:nvContentPartPr>
              <p14:xfrm>
                <a:off x="2360448" y="4252464"/>
                <a:ext cx="15480" cy="19692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CE14C5F5-E01D-808E-C1E9-93D98EC76C2E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351448" y="4243464"/>
                  <a:ext cx="3312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4B6E07B5-4061-C215-32AD-58900A9A6867}"/>
                    </a:ext>
                  </a:extLst>
                </p14:cNvPr>
                <p14:cNvContentPartPr/>
                <p14:nvPr/>
              </p14:nvContentPartPr>
              <p14:xfrm>
                <a:off x="2429928" y="4257864"/>
                <a:ext cx="167040" cy="19224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4B6E07B5-4061-C215-32AD-58900A9A6867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420928" y="4249224"/>
                  <a:ext cx="1846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45921626-E100-1791-2AC5-93A459BC7BCD}"/>
                    </a:ext>
                  </a:extLst>
                </p14:cNvPr>
                <p14:cNvContentPartPr/>
                <p14:nvPr/>
              </p14:nvContentPartPr>
              <p14:xfrm>
                <a:off x="2451888" y="4330944"/>
                <a:ext cx="86040" cy="846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45921626-E100-1791-2AC5-93A459BC7BCD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443248" y="4322304"/>
                  <a:ext cx="10368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CDEEA9F6-9435-CF63-9EF5-A0C9657E5AEB}"/>
                    </a:ext>
                  </a:extLst>
                </p14:cNvPr>
                <p14:cNvContentPartPr/>
                <p14:nvPr/>
              </p14:nvContentPartPr>
              <p14:xfrm>
                <a:off x="2707128" y="4248144"/>
                <a:ext cx="17640" cy="15048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CDEEA9F6-9435-CF63-9EF5-A0C9657E5AEB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698488" y="4239144"/>
                  <a:ext cx="352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C7E9C529-4562-748C-5946-C129DBE91036}"/>
                    </a:ext>
                  </a:extLst>
                </p14:cNvPr>
                <p14:cNvContentPartPr/>
                <p14:nvPr/>
              </p14:nvContentPartPr>
              <p14:xfrm>
                <a:off x="2277288" y="4175064"/>
                <a:ext cx="501480" cy="5652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C7E9C529-4562-748C-5946-C129DBE9103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268648" y="4166424"/>
                  <a:ext cx="519120" cy="7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FAFA5BF7-7F85-CDBB-08F5-1EDC7E36D3BF}"/>
              </a:ext>
            </a:extLst>
          </p:cNvPr>
          <p:cNvGrpSpPr/>
          <p:nvPr/>
        </p:nvGrpSpPr>
        <p:grpSpPr>
          <a:xfrm>
            <a:off x="3108528" y="3783744"/>
            <a:ext cx="1297440" cy="754920"/>
            <a:chOff x="3108528" y="3783744"/>
            <a:chExt cx="1297440" cy="75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7391263B-8100-4813-306A-7D058D876A39}"/>
                    </a:ext>
                  </a:extLst>
                </p14:cNvPr>
                <p14:cNvContentPartPr/>
                <p14:nvPr/>
              </p14:nvContentPartPr>
              <p14:xfrm>
                <a:off x="3198168" y="3872304"/>
                <a:ext cx="516960" cy="1026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7391263B-8100-4813-306A-7D058D876A39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189168" y="3863304"/>
                  <a:ext cx="53460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B62B7FA9-FC71-0ADB-3790-9420719774D9}"/>
                    </a:ext>
                  </a:extLst>
                </p14:cNvPr>
                <p14:cNvContentPartPr/>
                <p14:nvPr/>
              </p14:nvContentPartPr>
              <p14:xfrm>
                <a:off x="3750768" y="3818304"/>
                <a:ext cx="5040" cy="262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B62B7FA9-FC71-0ADB-3790-9420719774D9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741768" y="3809664"/>
                  <a:ext cx="226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260B4C48-B525-9340-07B2-A40CD9D64E1C}"/>
                    </a:ext>
                  </a:extLst>
                </p14:cNvPr>
                <p14:cNvContentPartPr/>
                <p14:nvPr/>
              </p14:nvContentPartPr>
              <p14:xfrm>
                <a:off x="3804408" y="3879144"/>
                <a:ext cx="208800" cy="550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260B4C48-B525-9340-07B2-A40CD9D64E1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795408" y="3870144"/>
                  <a:ext cx="2264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457FE6D0-4637-A062-EEA0-028F929A65CB}"/>
                    </a:ext>
                  </a:extLst>
                </p14:cNvPr>
                <p14:cNvContentPartPr/>
                <p14:nvPr/>
              </p14:nvContentPartPr>
              <p14:xfrm>
                <a:off x="4099608" y="3783744"/>
                <a:ext cx="73080" cy="1764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457FE6D0-4637-A062-EEA0-028F929A65C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090608" y="3774744"/>
                  <a:ext cx="907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9BEBD786-EE1F-2EDB-D8BD-5C98102B1AF3}"/>
                    </a:ext>
                  </a:extLst>
                </p14:cNvPr>
                <p14:cNvContentPartPr/>
                <p14:nvPr/>
              </p14:nvContentPartPr>
              <p14:xfrm>
                <a:off x="3108528" y="4252824"/>
                <a:ext cx="151920" cy="17640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9BEBD786-EE1F-2EDB-D8BD-5C98102B1AF3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099528" y="4244184"/>
                  <a:ext cx="16956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D0720EE7-EAD3-C640-3213-B43A000812C1}"/>
                    </a:ext>
                  </a:extLst>
                </p14:cNvPr>
                <p14:cNvContentPartPr/>
                <p14:nvPr/>
              </p14:nvContentPartPr>
              <p14:xfrm>
                <a:off x="3244968" y="4331304"/>
                <a:ext cx="150480" cy="2196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D0720EE7-EAD3-C640-3213-B43A000812C1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236328" y="4322304"/>
                  <a:ext cx="1681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2D0C538B-6059-538F-A307-E83414697FF7}"/>
                    </a:ext>
                  </a:extLst>
                </p14:cNvPr>
                <p14:cNvContentPartPr/>
                <p14:nvPr/>
              </p14:nvContentPartPr>
              <p14:xfrm>
                <a:off x="3373488" y="4266504"/>
                <a:ext cx="19080" cy="13824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2D0C538B-6059-538F-A307-E83414697FF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364848" y="4257504"/>
                  <a:ext cx="3672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7007804C-3BD2-5FE9-712A-6248D407A4A8}"/>
                    </a:ext>
                  </a:extLst>
                </p14:cNvPr>
                <p14:cNvContentPartPr/>
                <p14:nvPr/>
              </p14:nvContentPartPr>
              <p14:xfrm>
                <a:off x="3488688" y="4251024"/>
                <a:ext cx="8280" cy="13032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7007804C-3BD2-5FE9-712A-6248D407A4A8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479688" y="4242384"/>
                  <a:ext cx="2592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C9051BC4-FF5E-C233-B273-AFAE1377E295}"/>
                    </a:ext>
                  </a:extLst>
                </p14:cNvPr>
                <p14:cNvContentPartPr/>
                <p14:nvPr/>
              </p14:nvContentPartPr>
              <p14:xfrm>
                <a:off x="3288888" y="4193784"/>
                <a:ext cx="302040" cy="1512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C9051BC4-FF5E-C233-B273-AFAE1377E295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280248" y="4185144"/>
                  <a:ext cx="3196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C25425BE-B293-F71B-1DC0-2304F86F3E06}"/>
                    </a:ext>
                  </a:extLst>
                </p14:cNvPr>
                <p14:cNvContentPartPr/>
                <p14:nvPr/>
              </p14:nvContentPartPr>
              <p14:xfrm>
                <a:off x="3903408" y="4221144"/>
                <a:ext cx="138960" cy="19296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C25425BE-B293-F71B-1DC0-2304F86F3E06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894408" y="4212504"/>
                  <a:ext cx="15660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99F995EE-F433-572D-2E1D-BFA59DC03ED5}"/>
                    </a:ext>
                  </a:extLst>
                </p14:cNvPr>
                <p14:cNvContentPartPr/>
                <p14:nvPr/>
              </p14:nvContentPartPr>
              <p14:xfrm>
                <a:off x="4045968" y="4224744"/>
                <a:ext cx="238320" cy="19008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99F995EE-F433-572D-2E1D-BFA59DC03ED5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037328" y="4216104"/>
                  <a:ext cx="25596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64CA70C6-24B4-8275-C5DF-1D2A28AFFE27}"/>
                    </a:ext>
                  </a:extLst>
                </p14:cNvPr>
                <p14:cNvContentPartPr/>
                <p14:nvPr/>
              </p14:nvContentPartPr>
              <p14:xfrm>
                <a:off x="4177008" y="4497264"/>
                <a:ext cx="33120" cy="4140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64CA70C6-24B4-8275-C5DF-1D2A28AFFE27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168368" y="4488264"/>
                  <a:ext cx="507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7DEDA643-1D39-7626-3C49-E3D8020B37D7}"/>
                    </a:ext>
                  </a:extLst>
                </p14:cNvPr>
                <p14:cNvContentPartPr/>
                <p14:nvPr/>
              </p14:nvContentPartPr>
              <p14:xfrm>
                <a:off x="4162608" y="4035024"/>
                <a:ext cx="243360" cy="40212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7DEDA643-1D39-7626-3C49-E3D8020B37D7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153608" y="4026384"/>
                  <a:ext cx="261000" cy="41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F952906B-1A17-6FD4-9ACE-8B8BFFE00DD1}"/>
                    </a:ext>
                  </a:extLst>
                </p14:cNvPr>
                <p14:cNvContentPartPr/>
                <p14:nvPr/>
              </p14:nvContentPartPr>
              <p14:xfrm>
                <a:off x="3930408" y="4217184"/>
                <a:ext cx="446400" cy="1728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F952906B-1A17-6FD4-9ACE-8B8BFFE00DD1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921408" y="4208544"/>
                  <a:ext cx="464040" cy="34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EF8A5328-CAE5-BBD4-99DB-1477319E5B82}"/>
                  </a:ext>
                </a:extLst>
              </p14:cNvPr>
              <p14:cNvContentPartPr/>
              <p14:nvPr/>
            </p14:nvContentPartPr>
            <p14:xfrm>
              <a:off x="4515408" y="1287504"/>
              <a:ext cx="21240" cy="27288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EF8A5328-CAE5-BBD4-99DB-1477319E5B82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4506408" y="1278864"/>
                <a:ext cx="38880" cy="29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E621EE46-3AE6-3BD1-CA34-B7E24122FA26}"/>
                  </a:ext>
                </a:extLst>
              </p14:cNvPr>
              <p14:cNvContentPartPr/>
              <p14:nvPr/>
            </p14:nvContentPartPr>
            <p14:xfrm>
              <a:off x="4967568" y="2572704"/>
              <a:ext cx="50400" cy="25524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E621EE46-3AE6-3BD1-CA34-B7E24122FA26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4958928" y="2563704"/>
                <a:ext cx="68040" cy="27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7017827F-CB5B-E544-D937-4C8AB4103169}"/>
                  </a:ext>
                </a:extLst>
              </p14:cNvPr>
              <p14:cNvContentPartPr/>
              <p14:nvPr/>
            </p14:nvContentPartPr>
            <p14:xfrm>
              <a:off x="4667328" y="4207104"/>
              <a:ext cx="16560" cy="145800"/>
            </p14:xfrm>
          </p:contentPart>
        </mc:Choice>
        <mc:Fallback xmlns=""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7017827F-CB5B-E544-D937-4C8AB4103169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4658688" y="4198464"/>
                <a:ext cx="34200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2285EBFE-0EE3-2FBE-5311-336185230286}"/>
                  </a:ext>
                </a:extLst>
              </p14:cNvPr>
              <p14:cNvContentPartPr/>
              <p14:nvPr/>
            </p14:nvContentPartPr>
            <p14:xfrm>
              <a:off x="3045888" y="4717944"/>
              <a:ext cx="155160" cy="78840"/>
            </p14:xfrm>
          </p:contentPart>
        </mc:Choice>
        <mc:Fallback xmlns=""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2285EBFE-0EE3-2FBE-5311-336185230286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3036888" y="4709304"/>
                <a:ext cx="17280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41CF3451-AAC9-4864-83F4-7682937FEFBC}"/>
                  </a:ext>
                </a:extLst>
              </p14:cNvPr>
              <p14:cNvContentPartPr/>
              <p14:nvPr/>
            </p14:nvContentPartPr>
            <p14:xfrm>
              <a:off x="3535128" y="4669344"/>
              <a:ext cx="96480" cy="208440"/>
            </p14:xfrm>
          </p:contentPart>
        </mc:Choice>
        <mc:Fallback xmlns=""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41CF3451-AAC9-4864-83F4-7682937FEFBC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3526488" y="4660704"/>
                <a:ext cx="114120" cy="226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26" name="Group 225">
            <a:extLst>
              <a:ext uri="{FF2B5EF4-FFF2-40B4-BE49-F238E27FC236}">
                <a16:creationId xmlns:a16="http://schemas.microsoft.com/office/drawing/2014/main" id="{F3F8E43C-CFCA-5B16-4B20-C7A34B22323D}"/>
              </a:ext>
            </a:extLst>
          </p:cNvPr>
          <p:cNvGrpSpPr/>
          <p:nvPr/>
        </p:nvGrpSpPr>
        <p:grpSpPr>
          <a:xfrm>
            <a:off x="3726648" y="4612824"/>
            <a:ext cx="416520" cy="248760"/>
            <a:chOff x="3726648" y="4612824"/>
            <a:chExt cx="416520" cy="24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16FA3178-2D1A-FD06-9AC5-A951C5ED6AE9}"/>
                    </a:ext>
                  </a:extLst>
                </p14:cNvPr>
                <p14:cNvContentPartPr/>
                <p14:nvPr/>
              </p14:nvContentPartPr>
              <p14:xfrm>
                <a:off x="3726648" y="4697424"/>
                <a:ext cx="259560" cy="7740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16FA3178-2D1A-FD06-9AC5-A951C5ED6AE9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717648" y="4688424"/>
                  <a:ext cx="27720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314B1F08-7324-5B56-3262-98CCBCFDEB16}"/>
                    </a:ext>
                  </a:extLst>
                </p14:cNvPr>
                <p14:cNvContentPartPr/>
                <p14:nvPr/>
              </p14:nvContentPartPr>
              <p14:xfrm>
                <a:off x="3988008" y="4612824"/>
                <a:ext cx="1800" cy="1728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314B1F08-7324-5B56-3262-98CCBCFDEB16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979008" y="4603824"/>
                  <a:ext cx="1944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0A61146C-0C40-DCA1-1168-F75E4637CE71}"/>
                    </a:ext>
                  </a:extLst>
                </p14:cNvPr>
                <p14:cNvContentPartPr/>
                <p14:nvPr/>
              </p14:nvContentPartPr>
              <p14:xfrm>
                <a:off x="3997368" y="4639824"/>
                <a:ext cx="145800" cy="22176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0A61146C-0C40-DCA1-1168-F75E4637CE71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988368" y="4630824"/>
                  <a:ext cx="163440" cy="23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F5F2C3B4-D9F1-2735-5270-7BE529E952EA}"/>
              </a:ext>
            </a:extLst>
          </p:cNvPr>
          <p:cNvGrpSpPr/>
          <p:nvPr/>
        </p:nvGrpSpPr>
        <p:grpSpPr>
          <a:xfrm>
            <a:off x="2105568" y="4582944"/>
            <a:ext cx="582840" cy="435960"/>
            <a:chOff x="2105568" y="4582944"/>
            <a:chExt cx="582840" cy="43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41DE175B-2086-B85D-64B0-1C600920F3E7}"/>
                    </a:ext>
                  </a:extLst>
                </p14:cNvPr>
                <p14:cNvContentPartPr/>
                <p14:nvPr/>
              </p14:nvContentPartPr>
              <p14:xfrm>
                <a:off x="2163168" y="4686264"/>
                <a:ext cx="201600" cy="17892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41DE175B-2086-B85D-64B0-1C600920F3E7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154168" y="4677264"/>
                  <a:ext cx="21924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17C48644-0C18-3726-EDF3-1E87F4702E59}"/>
                    </a:ext>
                  </a:extLst>
                </p14:cNvPr>
                <p14:cNvContentPartPr/>
                <p14:nvPr/>
              </p14:nvContentPartPr>
              <p14:xfrm>
                <a:off x="2378088" y="4689504"/>
                <a:ext cx="186120" cy="14580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17C48644-0C18-3726-EDF3-1E87F4702E59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369088" y="4680504"/>
                  <a:ext cx="2037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B4FB2CDE-DE28-FF53-587C-934B430B1493}"/>
                    </a:ext>
                  </a:extLst>
                </p14:cNvPr>
                <p14:cNvContentPartPr/>
                <p14:nvPr/>
              </p14:nvContentPartPr>
              <p14:xfrm>
                <a:off x="2618928" y="4765824"/>
                <a:ext cx="69480" cy="4860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B4FB2CDE-DE28-FF53-587C-934B430B1493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609928" y="4757184"/>
                  <a:ext cx="8712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E2C86680-C31A-E87C-141D-F92EB35C8B5F}"/>
                    </a:ext>
                  </a:extLst>
                </p14:cNvPr>
                <p14:cNvContentPartPr/>
                <p14:nvPr/>
              </p14:nvContentPartPr>
              <p14:xfrm>
                <a:off x="2105568" y="4582944"/>
                <a:ext cx="213120" cy="43596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E2C86680-C31A-E87C-141D-F92EB35C8B5F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096928" y="4573944"/>
                  <a:ext cx="230760" cy="45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E92319F3-37A2-6EDC-9F73-8580B9C6C023}"/>
              </a:ext>
            </a:extLst>
          </p:cNvPr>
          <p:cNvGrpSpPr/>
          <p:nvPr/>
        </p:nvGrpSpPr>
        <p:grpSpPr>
          <a:xfrm>
            <a:off x="2225088" y="5149944"/>
            <a:ext cx="623880" cy="164880"/>
            <a:chOff x="2225088" y="5149944"/>
            <a:chExt cx="623880" cy="16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E102DE13-FEC4-2AF1-2832-5BEA4BC32848}"/>
                    </a:ext>
                  </a:extLst>
                </p14:cNvPr>
                <p14:cNvContentPartPr/>
                <p14:nvPr/>
              </p14:nvContentPartPr>
              <p14:xfrm>
                <a:off x="2225088" y="5163624"/>
                <a:ext cx="195840" cy="15120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E102DE13-FEC4-2AF1-2832-5BEA4BC32848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2216088" y="5154624"/>
                  <a:ext cx="21348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DAE5D374-AACD-79DC-D31B-EA2932F6D4A8}"/>
                    </a:ext>
                  </a:extLst>
                </p14:cNvPr>
                <p14:cNvContentPartPr/>
                <p14:nvPr/>
              </p14:nvContentPartPr>
              <p14:xfrm>
                <a:off x="2472408" y="5149944"/>
                <a:ext cx="376560" cy="15696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DAE5D374-AACD-79DC-D31B-EA2932F6D4A8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2463408" y="5140944"/>
                  <a:ext cx="394200" cy="17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647A43CF-A406-86AE-F2A7-195E2A38B070}"/>
              </a:ext>
            </a:extLst>
          </p:cNvPr>
          <p:cNvGrpSpPr/>
          <p:nvPr/>
        </p:nvGrpSpPr>
        <p:grpSpPr>
          <a:xfrm>
            <a:off x="3138408" y="5148144"/>
            <a:ext cx="577800" cy="149400"/>
            <a:chOff x="3138408" y="5148144"/>
            <a:chExt cx="577800" cy="14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9633DA41-347C-D544-C504-530936F6243E}"/>
                    </a:ext>
                  </a:extLst>
                </p14:cNvPr>
                <p14:cNvContentPartPr/>
                <p14:nvPr/>
              </p14:nvContentPartPr>
              <p14:xfrm>
                <a:off x="3138408" y="5148144"/>
                <a:ext cx="280800" cy="14940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9633DA41-347C-D544-C504-530936F6243E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129408" y="5139144"/>
                  <a:ext cx="29844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164277A3-9167-C179-BD68-8936935C8F4C}"/>
                    </a:ext>
                  </a:extLst>
                </p14:cNvPr>
                <p14:cNvContentPartPr/>
                <p14:nvPr/>
              </p14:nvContentPartPr>
              <p14:xfrm>
                <a:off x="3454848" y="5207544"/>
                <a:ext cx="261360" cy="6516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164277A3-9167-C179-BD68-8936935C8F4C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445848" y="5198544"/>
                  <a:ext cx="279000" cy="8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EA189364-1B46-C303-B237-BE296B187458}"/>
              </a:ext>
            </a:extLst>
          </p:cNvPr>
          <p:cNvGrpSpPr/>
          <p:nvPr/>
        </p:nvGrpSpPr>
        <p:grpSpPr>
          <a:xfrm>
            <a:off x="3933288" y="5061024"/>
            <a:ext cx="620640" cy="291600"/>
            <a:chOff x="3933288" y="5061024"/>
            <a:chExt cx="620640" cy="29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5666ACAF-B76C-B73C-0B94-BF5E49020FCA}"/>
                    </a:ext>
                  </a:extLst>
                </p14:cNvPr>
                <p14:cNvContentPartPr/>
                <p14:nvPr/>
              </p14:nvContentPartPr>
              <p14:xfrm>
                <a:off x="3968208" y="5069664"/>
                <a:ext cx="79560" cy="28296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5666ACAF-B76C-B73C-0B94-BF5E49020FCA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959208" y="5060664"/>
                  <a:ext cx="9720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490065C2-C1EF-58D4-7D1E-73825AE5EF6F}"/>
                    </a:ext>
                  </a:extLst>
                </p14:cNvPr>
                <p14:cNvContentPartPr/>
                <p14:nvPr/>
              </p14:nvContentPartPr>
              <p14:xfrm>
                <a:off x="3933288" y="5240304"/>
                <a:ext cx="78480" cy="2520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490065C2-C1EF-58D4-7D1E-73825AE5EF6F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924648" y="5231304"/>
                  <a:ext cx="961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81A77C2B-9134-F846-AC5C-E44FF8B96B88}"/>
                    </a:ext>
                  </a:extLst>
                </p14:cNvPr>
                <p14:cNvContentPartPr/>
                <p14:nvPr/>
              </p14:nvContentPartPr>
              <p14:xfrm>
                <a:off x="4080888" y="5061024"/>
                <a:ext cx="360000" cy="21744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81A77C2B-9134-F846-AC5C-E44FF8B96B88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4071888" y="5052024"/>
                  <a:ext cx="37764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814F097A-1D5E-D7D4-7554-AF5FF27EA68E}"/>
                    </a:ext>
                  </a:extLst>
                </p14:cNvPr>
                <p14:cNvContentPartPr/>
                <p14:nvPr/>
              </p14:nvContentPartPr>
              <p14:xfrm>
                <a:off x="4541328" y="5292864"/>
                <a:ext cx="12600" cy="1548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814F097A-1D5E-D7D4-7554-AF5FF27EA68E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4532688" y="5284224"/>
                  <a:ext cx="30240" cy="3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60AA0135-B565-A88A-E9B1-63273F99A160}"/>
              </a:ext>
            </a:extLst>
          </p:cNvPr>
          <p:cNvGrpSpPr/>
          <p:nvPr/>
        </p:nvGrpSpPr>
        <p:grpSpPr>
          <a:xfrm>
            <a:off x="3874968" y="3435984"/>
            <a:ext cx="782640" cy="177120"/>
            <a:chOff x="3874968" y="3435984"/>
            <a:chExt cx="782640" cy="17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2E61FC2-A01F-0ABA-635D-93C359DBA5FD}"/>
                    </a:ext>
                  </a:extLst>
                </p14:cNvPr>
                <p14:cNvContentPartPr/>
                <p14:nvPr/>
              </p14:nvContentPartPr>
              <p14:xfrm>
                <a:off x="3874968" y="3496464"/>
                <a:ext cx="194400" cy="1166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2E61FC2-A01F-0ABA-635D-93C359DBA5FD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865968" y="3487824"/>
                  <a:ext cx="21204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70101BD-8128-0C01-55B5-B62B1D1C7C2F}"/>
                    </a:ext>
                  </a:extLst>
                </p14:cNvPr>
                <p14:cNvContentPartPr/>
                <p14:nvPr/>
              </p14:nvContentPartPr>
              <p14:xfrm>
                <a:off x="4141368" y="3435984"/>
                <a:ext cx="367200" cy="1548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970101BD-8128-0C01-55B5-B62B1D1C7C2F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132368" y="3427344"/>
                  <a:ext cx="3848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E23304F1-F7E9-A5CF-56E8-EEE44DBEF89A}"/>
                    </a:ext>
                  </a:extLst>
                </p14:cNvPr>
                <p14:cNvContentPartPr/>
                <p14:nvPr/>
              </p14:nvContentPartPr>
              <p14:xfrm>
                <a:off x="4498488" y="3478104"/>
                <a:ext cx="159120" cy="190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E23304F1-F7E9-A5CF-56E8-EEE44DBEF89A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489848" y="3469464"/>
                  <a:ext cx="17676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3D684879-3401-2D4E-470D-3395EC232A4A}"/>
                    </a:ext>
                  </a:extLst>
                </p14:cNvPr>
                <p14:cNvContentPartPr/>
                <p14:nvPr/>
              </p14:nvContentPartPr>
              <p14:xfrm>
                <a:off x="4615848" y="3574944"/>
                <a:ext cx="10080" cy="3636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3D684879-3401-2D4E-470D-3395EC232A4A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606848" y="3566304"/>
                  <a:ext cx="27720" cy="54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6C2E85A3-BB15-5F93-BBEE-FC05A564CCD3}"/>
                  </a:ext>
                </a:extLst>
              </p14:cNvPr>
              <p14:cNvContentPartPr/>
              <p14:nvPr/>
            </p14:nvContentPartPr>
            <p14:xfrm>
              <a:off x="4375728" y="3937824"/>
              <a:ext cx="8280" cy="11160"/>
            </p14:xfrm>
          </p:contentPart>
        </mc:Choice>
        <mc:Fallback xmlns=""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6C2E85A3-BB15-5F93-BBEE-FC05A564CCD3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4367088" y="3928824"/>
                <a:ext cx="2592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32010D0C-EE00-B4F4-FE8A-76FB00098E9E}"/>
                  </a:ext>
                </a:extLst>
              </p14:cNvPr>
              <p14:cNvContentPartPr/>
              <p14:nvPr/>
            </p14:nvContentPartPr>
            <p14:xfrm>
              <a:off x="3775248" y="2287224"/>
              <a:ext cx="1800" cy="9360"/>
            </p14:xfrm>
          </p:contentPart>
        </mc:Choice>
        <mc:Fallback xmlns=""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32010D0C-EE00-B4F4-FE8A-76FB00098E9E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3766248" y="2278224"/>
                <a:ext cx="1944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F6722D79-9A76-E465-5292-D41CFCFC8915}"/>
                  </a:ext>
                </a:extLst>
              </p14:cNvPr>
              <p14:cNvContentPartPr/>
              <p14:nvPr/>
            </p14:nvContentPartPr>
            <p14:xfrm>
              <a:off x="2310408" y="5559984"/>
              <a:ext cx="178920" cy="174600"/>
            </p14:xfrm>
          </p:contentPart>
        </mc:Choice>
        <mc:Fallback xmlns=""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F6722D79-9A76-E465-5292-D41CFCFC8915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2301768" y="5551344"/>
                <a:ext cx="196560" cy="19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6B022FC1-8151-C130-3F90-9F7F62D90B32}"/>
                  </a:ext>
                </a:extLst>
              </p14:cNvPr>
              <p14:cNvContentPartPr/>
              <p14:nvPr/>
            </p14:nvContentPartPr>
            <p14:xfrm>
              <a:off x="2549448" y="5548824"/>
              <a:ext cx="188640" cy="133560"/>
            </p14:xfrm>
          </p:contentPart>
        </mc:Choice>
        <mc:Fallback xmlns=""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6B022FC1-8151-C130-3F90-9F7F62D90B32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2540808" y="5540184"/>
                <a:ext cx="20628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6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B4FBE956-3712-0129-D305-4CAB933A77E0}"/>
                  </a:ext>
                </a:extLst>
              </p14:cNvPr>
              <p14:cNvContentPartPr/>
              <p14:nvPr/>
            </p14:nvContentPartPr>
            <p14:xfrm>
              <a:off x="2804688" y="5621904"/>
              <a:ext cx="58680" cy="41760"/>
            </p14:xfrm>
          </p:contentPart>
        </mc:Choice>
        <mc:Fallback xmlns=""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B4FBE956-3712-0129-D305-4CAB933A77E0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2795688" y="5613264"/>
                <a:ext cx="7632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8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A2F2F11F-CFD6-776E-8595-9B3473F338DD}"/>
                  </a:ext>
                </a:extLst>
              </p14:cNvPr>
              <p14:cNvContentPartPr/>
              <p14:nvPr/>
            </p14:nvContentPartPr>
            <p14:xfrm>
              <a:off x="3176208" y="5586624"/>
              <a:ext cx="190440" cy="110160"/>
            </p14:xfrm>
          </p:contentPart>
        </mc:Choice>
        <mc:Fallback xmlns=""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A2F2F11F-CFD6-776E-8595-9B3473F338DD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3167208" y="5577984"/>
                <a:ext cx="208080" cy="12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0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E9492085-2929-9407-5754-8F58F06AFB10}"/>
                  </a:ext>
                </a:extLst>
              </p14:cNvPr>
              <p14:cNvContentPartPr/>
              <p14:nvPr/>
            </p14:nvContentPartPr>
            <p14:xfrm>
              <a:off x="3419208" y="5620824"/>
              <a:ext cx="128880" cy="58320"/>
            </p14:xfrm>
          </p:contentPart>
        </mc:Choice>
        <mc:Fallback xmlns=""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E9492085-2929-9407-5754-8F58F06AFB10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3410208" y="5611824"/>
                <a:ext cx="146520" cy="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2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E7565829-5D5A-66C6-4378-B1EE4C1E46DE}"/>
                  </a:ext>
                </a:extLst>
              </p14:cNvPr>
              <p14:cNvContentPartPr/>
              <p14:nvPr/>
            </p14:nvContentPartPr>
            <p14:xfrm>
              <a:off x="3597768" y="5569704"/>
              <a:ext cx="324000" cy="89640"/>
            </p14:xfrm>
          </p:contentPart>
        </mc:Choice>
        <mc:Fallback xmlns=""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E7565829-5D5A-66C6-4378-B1EE4C1E46DE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3589128" y="5560704"/>
                <a:ext cx="34164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7EA93479-B3B4-9790-626C-2CEC225AB6DB}"/>
                  </a:ext>
                </a:extLst>
              </p14:cNvPr>
              <p14:cNvContentPartPr/>
              <p14:nvPr/>
            </p14:nvContentPartPr>
            <p14:xfrm>
              <a:off x="4070808" y="5526504"/>
              <a:ext cx="96120" cy="224640"/>
            </p14:xfrm>
          </p:contentPart>
        </mc:Choice>
        <mc:Fallback xmlns=""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7EA93479-B3B4-9790-626C-2CEC225AB6DB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4061808" y="5517504"/>
                <a:ext cx="113760" cy="24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6">
            <p14:nvContentPartPr>
              <p14:cNvPr id="252" name="Ink 251">
                <a:extLst>
                  <a:ext uri="{FF2B5EF4-FFF2-40B4-BE49-F238E27FC236}">
                    <a16:creationId xmlns:a16="http://schemas.microsoft.com/office/drawing/2014/main" id="{627401FB-CE89-6EF6-3AA4-110B4590B65B}"/>
                  </a:ext>
                </a:extLst>
              </p14:cNvPr>
              <p14:cNvContentPartPr/>
              <p14:nvPr/>
            </p14:nvContentPartPr>
            <p14:xfrm>
              <a:off x="4253328" y="5534424"/>
              <a:ext cx="72360" cy="158760"/>
            </p14:xfrm>
          </p:contentPart>
        </mc:Choice>
        <mc:Fallback xmlns="">
          <p:pic>
            <p:nvPicPr>
              <p:cNvPr id="252" name="Ink 251">
                <a:extLst>
                  <a:ext uri="{FF2B5EF4-FFF2-40B4-BE49-F238E27FC236}">
                    <a16:creationId xmlns:a16="http://schemas.microsoft.com/office/drawing/2014/main" id="{627401FB-CE89-6EF6-3AA4-110B4590B65B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4244688" y="5525424"/>
                <a:ext cx="9000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6E79C927-E22B-9DC9-FD10-B0DDDD41FFA2}"/>
                  </a:ext>
                </a:extLst>
              </p14:cNvPr>
              <p14:cNvContentPartPr/>
              <p14:nvPr/>
            </p14:nvContentPartPr>
            <p14:xfrm>
              <a:off x="4367088" y="5619024"/>
              <a:ext cx="78120" cy="64800"/>
            </p14:xfrm>
          </p:contentPart>
        </mc:Choice>
        <mc:Fallback xmlns=""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6E79C927-E22B-9DC9-FD10-B0DDDD41FFA2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4358448" y="5610024"/>
                <a:ext cx="95760" cy="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1BDA6A26-67D1-84A8-8A9E-FABF6A1F2EF6}"/>
                  </a:ext>
                </a:extLst>
              </p14:cNvPr>
              <p14:cNvContentPartPr/>
              <p14:nvPr/>
            </p14:nvContentPartPr>
            <p14:xfrm>
              <a:off x="4484088" y="5511384"/>
              <a:ext cx="66240" cy="159480"/>
            </p14:xfrm>
          </p:contentPart>
        </mc:Choice>
        <mc:Fallback xmlns=""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1BDA6A26-67D1-84A8-8A9E-FABF6A1F2EF6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4475448" y="5502744"/>
                <a:ext cx="83880" cy="17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255" name="Ink 254">
                <a:extLst>
                  <a:ext uri="{FF2B5EF4-FFF2-40B4-BE49-F238E27FC236}">
                    <a16:creationId xmlns:a16="http://schemas.microsoft.com/office/drawing/2014/main" id="{DB4055A5-7B6E-EF1F-7A4F-52D8DFCB26C7}"/>
                  </a:ext>
                </a:extLst>
              </p14:cNvPr>
              <p14:cNvContentPartPr/>
              <p14:nvPr/>
            </p14:nvContentPartPr>
            <p14:xfrm>
              <a:off x="4601808" y="5475024"/>
              <a:ext cx="523800" cy="319320"/>
            </p14:xfrm>
          </p:contentPart>
        </mc:Choice>
        <mc:Fallback xmlns="">
          <p:pic>
            <p:nvPicPr>
              <p:cNvPr id="255" name="Ink 254">
                <a:extLst>
                  <a:ext uri="{FF2B5EF4-FFF2-40B4-BE49-F238E27FC236}">
                    <a16:creationId xmlns:a16="http://schemas.microsoft.com/office/drawing/2014/main" id="{DB4055A5-7B6E-EF1F-7A4F-52D8DFCB26C7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4593168" y="5466024"/>
                <a:ext cx="541440" cy="33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877584CF-D5BF-B67B-1D14-67EA3DBA69D1}"/>
                  </a:ext>
                </a:extLst>
              </p14:cNvPr>
              <p14:cNvContentPartPr/>
              <p14:nvPr/>
            </p14:nvContentPartPr>
            <p14:xfrm>
              <a:off x="5121288" y="5430744"/>
              <a:ext cx="198720" cy="384480"/>
            </p14:xfrm>
          </p:contentPart>
        </mc:Choice>
        <mc:Fallback xmlns=""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877584CF-D5BF-B67B-1D14-67EA3DBA69D1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5112288" y="5421744"/>
                <a:ext cx="216360" cy="40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6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A20EE550-1E76-8256-D2B5-A04FDFE119A6}"/>
                  </a:ext>
                </a:extLst>
              </p14:cNvPr>
              <p14:cNvContentPartPr/>
              <p14:nvPr/>
            </p14:nvContentPartPr>
            <p14:xfrm>
              <a:off x="5422968" y="5691744"/>
              <a:ext cx="11160" cy="26280"/>
            </p14:xfrm>
          </p:contentPart>
        </mc:Choice>
        <mc:Fallback xmlns=""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A20EE550-1E76-8256-D2B5-A04FDFE119A6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5413968" y="5683104"/>
                <a:ext cx="2880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8">
            <p14:nvContentPartPr>
              <p14:cNvPr id="277" name="Ink 276">
                <a:extLst>
                  <a:ext uri="{FF2B5EF4-FFF2-40B4-BE49-F238E27FC236}">
                    <a16:creationId xmlns:a16="http://schemas.microsoft.com/office/drawing/2014/main" id="{27927721-85DB-100F-D688-187DF119E2B1}"/>
                  </a:ext>
                </a:extLst>
              </p14:cNvPr>
              <p14:cNvContentPartPr/>
              <p14:nvPr/>
            </p14:nvContentPartPr>
            <p14:xfrm>
              <a:off x="5980248" y="6065424"/>
              <a:ext cx="365400" cy="273960"/>
            </p14:xfrm>
          </p:contentPart>
        </mc:Choice>
        <mc:Fallback xmlns="">
          <p:pic>
            <p:nvPicPr>
              <p:cNvPr id="277" name="Ink 276">
                <a:extLst>
                  <a:ext uri="{FF2B5EF4-FFF2-40B4-BE49-F238E27FC236}">
                    <a16:creationId xmlns:a16="http://schemas.microsoft.com/office/drawing/2014/main" id="{27927721-85DB-100F-D688-187DF119E2B1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5971248" y="6056784"/>
                <a:ext cx="383040" cy="29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0">
            <p14:nvContentPartPr>
              <p14:cNvPr id="278" name="Ink 277">
                <a:extLst>
                  <a:ext uri="{FF2B5EF4-FFF2-40B4-BE49-F238E27FC236}">
                    <a16:creationId xmlns:a16="http://schemas.microsoft.com/office/drawing/2014/main" id="{52D3F710-F39F-0366-592E-8E171C8DEBE8}"/>
                  </a:ext>
                </a:extLst>
              </p14:cNvPr>
              <p14:cNvContentPartPr/>
              <p14:nvPr/>
            </p14:nvContentPartPr>
            <p14:xfrm>
              <a:off x="6400008" y="6191064"/>
              <a:ext cx="581400" cy="254520"/>
            </p14:xfrm>
          </p:contentPart>
        </mc:Choice>
        <mc:Fallback xmlns="">
          <p:pic>
            <p:nvPicPr>
              <p:cNvPr id="278" name="Ink 277">
                <a:extLst>
                  <a:ext uri="{FF2B5EF4-FFF2-40B4-BE49-F238E27FC236}">
                    <a16:creationId xmlns:a16="http://schemas.microsoft.com/office/drawing/2014/main" id="{52D3F710-F39F-0366-592E-8E171C8DEBE8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6391368" y="6182064"/>
                <a:ext cx="599040" cy="27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2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D83126B9-DC5C-9C6C-3896-65F961ADC5A8}"/>
                  </a:ext>
                </a:extLst>
              </p14:cNvPr>
              <p14:cNvContentPartPr/>
              <p14:nvPr/>
            </p14:nvContentPartPr>
            <p14:xfrm>
              <a:off x="1473768" y="6181344"/>
              <a:ext cx="38160" cy="290880"/>
            </p14:xfrm>
          </p:contentPart>
        </mc:Choice>
        <mc:Fallback xmlns=""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D83126B9-DC5C-9C6C-3896-65F961ADC5A8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1464768" y="6172344"/>
                <a:ext cx="55800" cy="30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4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6F3482C1-38F8-9458-02C7-4B03649DF013}"/>
                  </a:ext>
                </a:extLst>
              </p14:cNvPr>
              <p14:cNvContentPartPr/>
              <p14:nvPr/>
            </p14:nvContentPartPr>
            <p14:xfrm>
              <a:off x="1169208" y="5946624"/>
              <a:ext cx="1042560" cy="420840"/>
            </p14:xfrm>
          </p:contentPart>
        </mc:Choice>
        <mc:Fallback xmlns=""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6F3482C1-38F8-9458-02C7-4B03649DF013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1160568" y="5937984"/>
                <a:ext cx="1060200" cy="43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6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8AA30A81-A79D-D155-A68C-47A8C516467E}"/>
                  </a:ext>
                </a:extLst>
              </p14:cNvPr>
              <p14:cNvContentPartPr/>
              <p14:nvPr/>
            </p14:nvContentPartPr>
            <p14:xfrm>
              <a:off x="2611728" y="6112944"/>
              <a:ext cx="423000" cy="323640"/>
            </p14:xfrm>
          </p:contentPart>
        </mc:Choice>
        <mc:Fallback xmlns=""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8AA30A81-A79D-D155-A68C-47A8C516467E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2602728" y="6103944"/>
                <a:ext cx="440640" cy="34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8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C21A3DD9-E8D0-CF1D-3F0B-EDEB36CF5719}"/>
                  </a:ext>
                </a:extLst>
              </p14:cNvPr>
              <p14:cNvContentPartPr/>
              <p14:nvPr/>
            </p14:nvContentPartPr>
            <p14:xfrm>
              <a:off x="3099168" y="6266664"/>
              <a:ext cx="433080" cy="260640"/>
            </p14:xfrm>
          </p:contentPart>
        </mc:Choice>
        <mc:Fallback xmlns=""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C21A3DD9-E8D0-CF1D-3F0B-EDEB36CF5719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3090528" y="6258024"/>
                <a:ext cx="450720" cy="27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0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E61DCDF7-D57E-C38D-F7F6-2F664C993D0D}"/>
                  </a:ext>
                </a:extLst>
              </p14:cNvPr>
              <p14:cNvContentPartPr/>
              <p14:nvPr/>
            </p14:nvContentPartPr>
            <p14:xfrm>
              <a:off x="3602088" y="6089904"/>
              <a:ext cx="214920" cy="289440"/>
            </p14:xfrm>
          </p:contentPart>
        </mc:Choice>
        <mc:Fallback xmlns=""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E61DCDF7-D57E-C38D-F7F6-2F664C993D0D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3593448" y="6081264"/>
                <a:ext cx="232560" cy="30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2">
            <p14:nvContentPartPr>
              <p14:cNvPr id="266" name="Ink 265">
                <a:extLst>
                  <a:ext uri="{FF2B5EF4-FFF2-40B4-BE49-F238E27FC236}">
                    <a16:creationId xmlns:a16="http://schemas.microsoft.com/office/drawing/2014/main" id="{B8645938-EE57-3E0C-A898-5CD9F1648E7F}"/>
                  </a:ext>
                </a:extLst>
              </p14:cNvPr>
              <p14:cNvContentPartPr/>
              <p14:nvPr/>
            </p14:nvContentPartPr>
            <p14:xfrm>
              <a:off x="3835728" y="6263424"/>
              <a:ext cx="137160" cy="137880"/>
            </p14:xfrm>
          </p:contentPart>
        </mc:Choice>
        <mc:Fallback xmlns="">
          <p:pic>
            <p:nvPicPr>
              <p:cNvPr id="266" name="Ink 265">
                <a:extLst>
                  <a:ext uri="{FF2B5EF4-FFF2-40B4-BE49-F238E27FC236}">
                    <a16:creationId xmlns:a16="http://schemas.microsoft.com/office/drawing/2014/main" id="{B8645938-EE57-3E0C-A898-5CD9F1648E7F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3827088" y="6254424"/>
                <a:ext cx="154800" cy="15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4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08F164B0-48DC-0C52-99AE-E158DA6F4CF1}"/>
                  </a:ext>
                </a:extLst>
              </p14:cNvPr>
              <p14:cNvContentPartPr/>
              <p14:nvPr/>
            </p14:nvContentPartPr>
            <p14:xfrm>
              <a:off x="3719088" y="6291864"/>
              <a:ext cx="258120" cy="214560"/>
            </p14:xfrm>
          </p:contentPart>
        </mc:Choice>
        <mc:Fallback xmlns=""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08F164B0-48DC-0C52-99AE-E158DA6F4CF1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3710088" y="6283224"/>
                <a:ext cx="27576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6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4BE422CB-CDF8-B806-2892-4FC15A42029E}"/>
                  </a:ext>
                </a:extLst>
              </p14:cNvPr>
              <p14:cNvContentPartPr/>
              <p14:nvPr/>
            </p14:nvContentPartPr>
            <p14:xfrm>
              <a:off x="4261968" y="6152184"/>
              <a:ext cx="234360" cy="370440"/>
            </p14:xfrm>
          </p:contentPart>
        </mc:Choice>
        <mc:Fallback xmlns=""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4BE422CB-CDF8-B806-2892-4FC15A42029E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4252968" y="6143184"/>
                <a:ext cx="252000" cy="38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8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32690054-49C5-D431-0E12-9DBFD74D560F}"/>
                  </a:ext>
                </a:extLst>
              </p14:cNvPr>
              <p14:cNvContentPartPr/>
              <p14:nvPr/>
            </p14:nvContentPartPr>
            <p14:xfrm>
              <a:off x="4575168" y="6250464"/>
              <a:ext cx="64440" cy="89640"/>
            </p14:xfrm>
          </p:contentPart>
        </mc:Choice>
        <mc:Fallback xmlns=""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32690054-49C5-D431-0E12-9DBFD74D560F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4566528" y="6241464"/>
                <a:ext cx="8208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0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7FB6E666-C73C-28BB-25A5-85060DA46C5C}"/>
                  </a:ext>
                </a:extLst>
              </p14:cNvPr>
              <p14:cNvContentPartPr/>
              <p14:nvPr/>
            </p14:nvContentPartPr>
            <p14:xfrm>
              <a:off x="4686768" y="6233904"/>
              <a:ext cx="83160" cy="87480"/>
            </p14:xfrm>
          </p:contentPart>
        </mc:Choice>
        <mc:Fallback xmlns=""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7FB6E666-C73C-28BB-25A5-85060DA46C5C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4678128" y="6225264"/>
                <a:ext cx="100800" cy="1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2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D0058D80-1D00-5C61-63B7-EE62AE79F046}"/>
                  </a:ext>
                </a:extLst>
              </p14:cNvPr>
              <p14:cNvContentPartPr/>
              <p14:nvPr/>
            </p14:nvContentPartPr>
            <p14:xfrm>
              <a:off x="4843368" y="6111504"/>
              <a:ext cx="136800" cy="203040"/>
            </p14:xfrm>
          </p:contentPart>
        </mc:Choice>
        <mc:Fallback xmlns=""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D0058D80-1D00-5C61-63B7-EE62AE79F046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4834368" y="6102504"/>
                <a:ext cx="154440" cy="22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4">
            <p14:nvContentPartPr>
              <p14:cNvPr id="273" name="Ink 272">
                <a:extLst>
                  <a:ext uri="{FF2B5EF4-FFF2-40B4-BE49-F238E27FC236}">
                    <a16:creationId xmlns:a16="http://schemas.microsoft.com/office/drawing/2014/main" id="{9342953F-FA4B-8D04-A15D-57580B7D37B3}"/>
                  </a:ext>
                </a:extLst>
              </p14:cNvPr>
              <p14:cNvContentPartPr/>
              <p14:nvPr/>
            </p14:nvContentPartPr>
            <p14:xfrm>
              <a:off x="5013648" y="6157584"/>
              <a:ext cx="12600" cy="17280"/>
            </p14:xfrm>
          </p:contentPart>
        </mc:Choice>
        <mc:Fallback xmlns="">
          <p:pic>
            <p:nvPicPr>
              <p:cNvPr id="273" name="Ink 272">
                <a:extLst>
                  <a:ext uri="{FF2B5EF4-FFF2-40B4-BE49-F238E27FC236}">
                    <a16:creationId xmlns:a16="http://schemas.microsoft.com/office/drawing/2014/main" id="{9342953F-FA4B-8D04-A15D-57580B7D37B3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5004648" y="6148584"/>
                <a:ext cx="3024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6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6524CDAE-44BD-73B5-B0EC-9CAAB1AC07D5}"/>
                  </a:ext>
                </a:extLst>
              </p14:cNvPr>
              <p14:cNvContentPartPr/>
              <p14:nvPr/>
            </p14:nvContentPartPr>
            <p14:xfrm>
              <a:off x="5082768" y="6058584"/>
              <a:ext cx="512280" cy="255600"/>
            </p14:xfrm>
          </p:contentPart>
        </mc:Choice>
        <mc:Fallback xmlns=""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6524CDAE-44BD-73B5-B0EC-9CAAB1AC07D5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5074128" y="6049944"/>
                <a:ext cx="52992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8">
            <p14:nvContentPartPr>
              <p14:cNvPr id="275" name="Ink 274">
                <a:extLst>
                  <a:ext uri="{FF2B5EF4-FFF2-40B4-BE49-F238E27FC236}">
                    <a16:creationId xmlns:a16="http://schemas.microsoft.com/office/drawing/2014/main" id="{3CFBE77E-78A8-43D4-C185-8662DE1B5A66}"/>
                  </a:ext>
                </a:extLst>
              </p14:cNvPr>
              <p14:cNvContentPartPr/>
              <p14:nvPr/>
            </p14:nvContentPartPr>
            <p14:xfrm>
              <a:off x="5541408" y="6133824"/>
              <a:ext cx="60120" cy="29160"/>
            </p14:xfrm>
          </p:contentPart>
        </mc:Choice>
        <mc:Fallback xmlns="">
          <p:pic>
            <p:nvPicPr>
              <p:cNvPr id="275" name="Ink 274">
                <a:extLst>
                  <a:ext uri="{FF2B5EF4-FFF2-40B4-BE49-F238E27FC236}">
                    <a16:creationId xmlns:a16="http://schemas.microsoft.com/office/drawing/2014/main" id="{3CFBE77E-78A8-43D4-C185-8662DE1B5A66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5532408" y="6125184"/>
                <a:ext cx="7776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0">
            <p14:nvContentPartPr>
              <p14:cNvPr id="305" name="Ink 304">
                <a:extLst>
                  <a:ext uri="{FF2B5EF4-FFF2-40B4-BE49-F238E27FC236}">
                    <a16:creationId xmlns:a16="http://schemas.microsoft.com/office/drawing/2014/main" id="{457486BE-1B32-3B47-74D5-1AD3EFB3CE6E}"/>
                  </a:ext>
                </a:extLst>
              </p14:cNvPr>
              <p14:cNvContentPartPr/>
              <p14:nvPr/>
            </p14:nvContentPartPr>
            <p14:xfrm>
              <a:off x="1925208" y="6535584"/>
              <a:ext cx="939600" cy="346320"/>
            </p14:xfrm>
          </p:contentPart>
        </mc:Choice>
        <mc:Fallback xmlns="">
          <p:pic>
            <p:nvPicPr>
              <p:cNvPr id="305" name="Ink 304">
                <a:extLst>
                  <a:ext uri="{FF2B5EF4-FFF2-40B4-BE49-F238E27FC236}">
                    <a16:creationId xmlns:a16="http://schemas.microsoft.com/office/drawing/2014/main" id="{457486BE-1B32-3B47-74D5-1AD3EFB3CE6E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1916568" y="6526944"/>
                <a:ext cx="957240" cy="36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2">
            <p14:nvContentPartPr>
              <p14:cNvPr id="306" name="Ink 305">
                <a:extLst>
                  <a:ext uri="{FF2B5EF4-FFF2-40B4-BE49-F238E27FC236}">
                    <a16:creationId xmlns:a16="http://schemas.microsoft.com/office/drawing/2014/main" id="{BBA83E7A-4E1E-6E14-9E96-791D5DC03B06}"/>
                  </a:ext>
                </a:extLst>
              </p14:cNvPr>
              <p14:cNvContentPartPr/>
              <p14:nvPr/>
            </p14:nvContentPartPr>
            <p14:xfrm>
              <a:off x="2915568" y="6651504"/>
              <a:ext cx="97560" cy="39960"/>
            </p14:xfrm>
          </p:contentPart>
        </mc:Choice>
        <mc:Fallback xmlns="">
          <p:pic>
            <p:nvPicPr>
              <p:cNvPr id="306" name="Ink 305">
                <a:extLst>
                  <a:ext uri="{FF2B5EF4-FFF2-40B4-BE49-F238E27FC236}">
                    <a16:creationId xmlns:a16="http://schemas.microsoft.com/office/drawing/2014/main" id="{BBA83E7A-4E1E-6E14-9E96-791D5DC03B06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2906568" y="6642504"/>
                <a:ext cx="11520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4">
            <p14:nvContentPartPr>
              <p14:cNvPr id="307" name="Ink 306">
                <a:extLst>
                  <a:ext uri="{FF2B5EF4-FFF2-40B4-BE49-F238E27FC236}">
                    <a16:creationId xmlns:a16="http://schemas.microsoft.com/office/drawing/2014/main" id="{9D21E6AA-9999-E424-1BF2-AB2DF9F2BFEA}"/>
                  </a:ext>
                </a:extLst>
              </p14:cNvPr>
              <p14:cNvContentPartPr/>
              <p14:nvPr/>
            </p14:nvContentPartPr>
            <p14:xfrm>
              <a:off x="2899008" y="6532704"/>
              <a:ext cx="61920" cy="1080"/>
            </p14:xfrm>
          </p:contentPart>
        </mc:Choice>
        <mc:Fallback xmlns="">
          <p:pic>
            <p:nvPicPr>
              <p:cNvPr id="307" name="Ink 306">
                <a:extLst>
                  <a:ext uri="{FF2B5EF4-FFF2-40B4-BE49-F238E27FC236}">
                    <a16:creationId xmlns:a16="http://schemas.microsoft.com/office/drawing/2014/main" id="{9D21E6AA-9999-E424-1BF2-AB2DF9F2BFEA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2890008" y="6524064"/>
                <a:ext cx="7956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6">
            <p14:nvContentPartPr>
              <p14:cNvPr id="311" name="Ink 310">
                <a:extLst>
                  <a:ext uri="{FF2B5EF4-FFF2-40B4-BE49-F238E27FC236}">
                    <a16:creationId xmlns:a16="http://schemas.microsoft.com/office/drawing/2014/main" id="{3487108C-9AF4-6262-5D54-9D243F2F1A78}"/>
                  </a:ext>
                </a:extLst>
              </p14:cNvPr>
              <p14:cNvContentPartPr/>
              <p14:nvPr/>
            </p14:nvContentPartPr>
            <p14:xfrm>
              <a:off x="3137688" y="6692184"/>
              <a:ext cx="43920" cy="120960"/>
            </p14:xfrm>
          </p:contentPart>
        </mc:Choice>
        <mc:Fallback xmlns="">
          <p:pic>
            <p:nvPicPr>
              <p:cNvPr id="311" name="Ink 310">
                <a:extLst>
                  <a:ext uri="{FF2B5EF4-FFF2-40B4-BE49-F238E27FC236}">
                    <a16:creationId xmlns:a16="http://schemas.microsoft.com/office/drawing/2014/main" id="{3487108C-9AF4-6262-5D54-9D243F2F1A78}"/>
                  </a:ext>
                </a:extLst>
              </p:cNvPr>
              <p:cNvPicPr/>
              <p:nvPr/>
            </p:nvPicPr>
            <p:blipFill>
              <a:blip r:embed="rId327"/>
              <a:stretch>
                <a:fillRect/>
              </a:stretch>
            </p:blipFill>
            <p:spPr>
              <a:xfrm>
                <a:off x="3128688" y="6683184"/>
                <a:ext cx="61560" cy="13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8">
            <p14:nvContentPartPr>
              <p14:cNvPr id="312" name="Ink 311">
                <a:extLst>
                  <a:ext uri="{FF2B5EF4-FFF2-40B4-BE49-F238E27FC236}">
                    <a16:creationId xmlns:a16="http://schemas.microsoft.com/office/drawing/2014/main" id="{28B52786-4BA8-C82C-BE65-DB138E4827DD}"/>
                  </a:ext>
                </a:extLst>
              </p14:cNvPr>
              <p14:cNvContentPartPr/>
              <p14:nvPr/>
            </p14:nvContentPartPr>
            <p14:xfrm>
              <a:off x="3163248" y="6577344"/>
              <a:ext cx="20160" cy="20160"/>
            </p14:xfrm>
          </p:contentPart>
        </mc:Choice>
        <mc:Fallback xmlns="">
          <p:pic>
            <p:nvPicPr>
              <p:cNvPr id="312" name="Ink 311">
                <a:extLst>
                  <a:ext uri="{FF2B5EF4-FFF2-40B4-BE49-F238E27FC236}">
                    <a16:creationId xmlns:a16="http://schemas.microsoft.com/office/drawing/2014/main" id="{28B52786-4BA8-C82C-BE65-DB138E4827DD}"/>
                  </a:ext>
                </a:extLst>
              </p:cNvPr>
              <p:cNvPicPr/>
              <p:nvPr/>
            </p:nvPicPr>
            <p:blipFill>
              <a:blip r:embed="rId329"/>
              <a:stretch>
                <a:fillRect/>
              </a:stretch>
            </p:blipFill>
            <p:spPr>
              <a:xfrm>
                <a:off x="3154608" y="6568704"/>
                <a:ext cx="3780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0">
            <p14:nvContentPartPr>
              <p14:cNvPr id="313" name="Ink 312">
                <a:extLst>
                  <a:ext uri="{FF2B5EF4-FFF2-40B4-BE49-F238E27FC236}">
                    <a16:creationId xmlns:a16="http://schemas.microsoft.com/office/drawing/2014/main" id="{DFF756AE-DDB4-E11D-8D8B-DBD5B09E135E}"/>
                  </a:ext>
                </a:extLst>
              </p14:cNvPr>
              <p14:cNvContentPartPr/>
              <p14:nvPr/>
            </p14:nvContentPartPr>
            <p14:xfrm>
              <a:off x="3378168" y="6429384"/>
              <a:ext cx="300960" cy="356760"/>
            </p14:xfrm>
          </p:contentPart>
        </mc:Choice>
        <mc:Fallback xmlns="">
          <p:pic>
            <p:nvPicPr>
              <p:cNvPr id="313" name="Ink 312">
                <a:extLst>
                  <a:ext uri="{FF2B5EF4-FFF2-40B4-BE49-F238E27FC236}">
                    <a16:creationId xmlns:a16="http://schemas.microsoft.com/office/drawing/2014/main" id="{DFF756AE-DDB4-E11D-8D8B-DBD5B09E135E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3369528" y="6420384"/>
                <a:ext cx="318600" cy="37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2">
            <p14:nvContentPartPr>
              <p14:cNvPr id="314" name="Ink 313">
                <a:extLst>
                  <a:ext uri="{FF2B5EF4-FFF2-40B4-BE49-F238E27FC236}">
                    <a16:creationId xmlns:a16="http://schemas.microsoft.com/office/drawing/2014/main" id="{92857943-9FE9-B618-20F7-B81E8DF5C917}"/>
                  </a:ext>
                </a:extLst>
              </p14:cNvPr>
              <p14:cNvContentPartPr/>
              <p14:nvPr/>
            </p14:nvContentPartPr>
            <p14:xfrm>
              <a:off x="3759768" y="6651504"/>
              <a:ext cx="79200" cy="69120"/>
            </p14:xfrm>
          </p:contentPart>
        </mc:Choice>
        <mc:Fallback xmlns="">
          <p:pic>
            <p:nvPicPr>
              <p:cNvPr id="314" name="Ink 313">
                <a:extLst>
                  <a:ext uri="{FF2B5EF4-FFF2-40B4-BE49-F238E27FC236}">
                    <a16:creationId xmlns:a16="http://schemas.microsoft.com/office/drawing/2014/main" id="{92857943-9FE9-B618-20F7-B81E8DF5C917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3750768" y="6642504"/>
                <a:ext cx="9684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4">
            <p14:nvContentPartPr>
              <p14:cNvPr id="315" name="Ink 314">
                <a:extLst>
                  <a:ext uri="{FF2B5EF4-FFF2-40B4-BE49-F238E27FC236}">
                    <a16:creationId xmlns:a16="http://schemas.microsoft.com/office/drawing/2014/main" id="{65FDB1F4-AD7F-5F9E-CF02-E81FDCEB3CA2}"/>
                  </a:ext>
                </a:extLst>
              </p14:cNvPr>
              <p14:cNvContentPartPr/>
              <p14:nvPr/>
            </p14:nvContentPartPr>
            <p14:xfrm>
              <a:off x="3890448" y="6638544"/>
              <a:ext cx="189000" cy="82440"/>
            </p14:xfrm>
          </p:contentPart>
        </mc:Choice>
        <mc:Fallback xmlns="">
          <p:pic>
            <p:nvPicPr>
              <p:cNvPr id="315" name="Ink 314">
                <a:extLst>
                  <a:ext uri="{FF2B5EF4-FFF2-40B4-BE49-F238E27FC236}">
                    <a16:creationId xmlns:a16="http://schemas.microsoft.com/office/drawing/2014/main" id="{65FDB1F4-AD7F-5F9E-CF02-E81FDCEB3CA2}"/>
                  </a:ext>
                </a:extLst>
              </p:cNvPr>
              <p:cNvPicPr/>
              <p:nvPr/>
            </p:nvPicPr>
            <p:blipFill>
              <a:blip r:embed="rId335"/>
              <a:stretch>
                <a:fillRect/>
              </a:stretch>
            </p:blipFill>
            <p:spPr>
              <a:xfrm>
                <a:off x="3881808" y="6629544"/>
                <a:ext cx="20664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6">
            <p14:nvContentPartPr>
              <p14:cNvPr id="316" name="Ink 315">
                <a:extLst>
                  <a:ext uri="{FF2B5EF4-FFF2-40B4-BE49-F238E27FC236}">
                    <a16:creationId xmlns:a16="http://schemas.microsoft.com/office/drawing/2014/main" id="{3521C595-E8F8-5AE8-308B-E92F098948AA}"/>
                  </a:ext>
                </a:extLst>
              </p14:cNvPr>
              <p14:cNvContentPartPr/>
              <p14:nvPr/>
            </p14:nvContentPartPr>
            <p14:xfrm>
              <a:off x="4125888" y="6634584"/>
              <a:ext cx="109440" cy="92160"/>
            </p14:xfrm>
          </p:contentPart>
        </mc:Choice>
        <mc:Fallback xmlns="">
          <p:pic>
            <p:nvPicPr>
              <p:cNvPr id="316" name="Ink 315">
                <a:extLst>
                  <a:ext uri="{FF2B5EF4-FFF2-40B4-BE49-F238E27FC236}">
                    <a16:creationId xmlns:a16="http://schemas.microsoft.com/office/drawing/2014/main" id="{3521C595-E8F8-5AE8-308B-E92F098948AA}"/>
                  </a:ext>
                </a:extLst>
              </p:cNvPr>
              <p:cNvPicPr/>
              <p:nvPr/>
            </p:nvPicPr>
            <p:blipFill>
              <a:blip r:embed="rId337"/>
              <a:stretch>
                <a:fillRect/>
              </a:stretch>
            </p:blipFill>
            <p:spPr>
              <a:xfrm>
                <a:off x="4117248" y="6625944"/>
                <a:ext cx="127080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8">
            <p14:nvContentPartPr>
              <p14:cNvPr id="318" name="Ink 317">
                <a:extLst>
                  <a:ext uri="{FF2B5EF4-FFF2-40B4-BE49-F238E27FC236}">
                    <a16:creationId xmlns:a16="http://schemas.microsoft.com/office/drawing/2014/main" id="{D9A951EC-C586-E294-E399-57EC1307E416}"/>
                  </a:ext>
                </a:extLst>
              </p14:cNvPr>
              <p14:cNvContentPartPr/>
              <p14:nvPr/>
            </p14:nvContentPartPr>
            <p14:xfrm>
              <a:off x="4547808" y="6498144"/>
              <a:ext cx="540000" cy="387720"/>
            </p14:xfrm>
          </p:contentPart>
        </mc:Choice>
        <mc:Fallback xmlns="">
          <p:pic>
            <p:nvPicPr>
              <p:cNvPr id="318" name="Ink 317">
                <a:extLst>
                  <a:ext uri="{FF2B5EF4-FFF2-40B4-BE49-F238E27FC236}">
                    <a16:creationId xmlns:a16="http://schemas.microsoft.com/office/drawing/2014/main" id="{D9A951EC-C586-E294-E399-57EC1307E416}"/>
                  </a:ext>
                </a:extLst>
              </p:cNvPr>
              <p:cNvPicPr/>
              <p:nvPr/>
            </p:nvPicPr>
            <p:blipFill>
              <a:blip r:embed="rId339"/>
              <a:stretch>
                <a:fillRect/>
              </a:stretch>
            </p:blipFill>
            <p:spPr>
              <a:xfrm>
                <a:off x="4539168" y="6489144"/>
                <a:ext cx="557640" cy="40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0">
            <p14:nvContentPartPr>
              <p14:cNvPr id="319" name="Ink 318">
                <a:extLst>
                  <a:ext uri="{FF2B5EF4-FFF2-40B4-BE49-F238E27FC236}">
                    <a16:creationId xmlns:a16="http://schemas.microsoft.com/office/drawing/2014/main" id="{F7C1E11A-FA8A-B4E3-DB9D-FEC6AC8F6442}"/>
                  </a:ext>
                </a:extLst>
              </p14:cNvPr>
              <p14:cNvContentPartPr/>
              <p14:nvPr/>
            </p14:nvContentPartPr>
            <p14:xfrm>
              <a:off x="4582368" y="6521184"/>
              <a:ext cx="328320" cy="102600"/>
            </p14:xfrm>
          </p:contentPart>
        </mc:Choice>
        <mc:Fallback xmlns="">
          <p:pic>
            <p:nvPicPr>
              <p:cNvPr id="319" name="Ink 318">
                <a:extLst>
                  <a:ext uri="{FF2B5EF4-FFF2-40B4-BE49-F238E27FC236}">
                    <a16:creationId xmlns:a16="http://schemas.microsoft.com/office/drawing/2014/main" id="{F7C1E11A-FA8A-B4E3-DB9D-FEC6AC8F6442}"/>
                  </a:ext>
                </a:extLst>
              </p:cNvPr>
              <p:cNvPicPr/>
              <p:nvPr/>
            </p:nvPicPr>
            <p:blipFill>
              <a:blip r:embed="rId341"/>
              <a:stretch>
                <a:fillRect/>
              </a:stretch>
            </p:blipFill>
            <p:spPr>
              <a:xfrm>
                <a:off x="4573368" y="6512184"/>
                <a:ext cx="34596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2">
            <p14:nvContentPartPr>
              <p14:cNvPr id="320" name="Ink 319">
                <a:extLst>
                  <a:ext uri="{FF2B5EF4-FFF2-40B4-BE49-F238E27FC236}">
                    <a16:creationId xmlns:a16="http://schemas.microsoft.com/office/drawing/2014/main" id="{F9830FD6-3866-4634-6DAE-EFF75DE2BF08}"/>
                  </a:ext>
                </a:extLst>
              </p14:cNvPr>
              <p14:cNvContentPartPr/>
              <p14:nvPr/>
            </p14:nvContentPartPr>
            <p14:xfrm>
              <a:off x="5300208" y="6548544"/>
              <a:ext cx="285840" cy="207360"/>
            </p14:xfrm>
          </p:contentPart>
        </mc:Choice>
        <mc:Fallback xmlns="">
          <p:pic>
            <p:nvPicPr>
              <p:cNvPr id="320" name="Ink 319">
                <a:extLst>
                  <a:ext uri="{FF2B5EF4-FFF2-40B4-BE49-F238E27FC236}">
                    <a16:creationId xmlns:a16="http://schemas.microsoft.com/office/drawing/2014/main" id="{F9830FD6-3866-4634-6DAE-EFF75DE2BF08}"/>
                  </a:ext>
                </a:extLst>
              </p:cNvPr>
              <p:cNvPicPr/>
              <p:nvPr/>
            </p:nvPicPr>
            <p:blipFill>
              <a:blip r:embed="rId343"/>
              <a:stretch>
                <a:fillRect/>
              </a:stretch>
            </p:blipFill>
            <p:spPr>
              <a:xfrm>
                <a:off x="5291568" y="6539544"/>
                <a:ext cx="30348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4">
            <p14:nvContentPartPr>
              <p14:cNvPr id="321" name="Ink 320">
                <a:extLst>
                  <a:ext uri="{FF2B5EF4-FFF2-40B4-BE49-F238E27FC236}">
                    <a16:creationId xmlns:a16="http://schemas.microsoft.com/office/drawing/2014/main" id="{36AC1E18-F23C-4BBD-AD07-8650DDF11B0D}"/>
                  </a:ext>
                </a:extLst>
              </p14:cNvPr>
              <p14:cNvContentPartPr/>
              <p14:nvPr/>
            </p14:nvContentPartPr>
            <p14:xfrm>
              <a:off x="5649408" y="6502464"/>
              <a:ext cx="303480" cy="242280"/>
            </p14:xfrm>
          </p:contentPart>
        </mc:Choice>
        <mc:Fallback xmlns="">
          <p:pic>
            <p:nvPicPr>
              <p:cNvPr id="321" name="Ink 320">
                <a:extLst>
                  <a:ext uri="{FF2B5EF4-FFF2-40B4-BE49-F238E27FC236}">
                    <a16:creationId xmlns:a16="http://schemas.microsoft.com/office/drawing/2014/main" id="{36AC1E18-F23C-4BBD-AD07-8650DDF11B0D}"/>
                  </a:ext>
                </a:extLst>
              </p:cNvPr>
              <p:cNvPicPr/>
              <p:nvPr/>
            </p:nvPicPr>
            <p:blipFill>
              <a:blip r:embed="rId345"/>
              <a:stretch>
                <a:fillRect/>
              </a:stretch>
            </p:blipFill>
            <p:spPr>
              <a:xfrm>
                <a:off x="5640768" y="6493824"/>
                <a:ext cx="32112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6">
            <p14:nvContentPartPr>
              <p14:cNvPr id="322" name="Ink 321">
                <a:extLst>
                  <a:ext uri="{FF2B5EF4-FFF2-40B4-BE49-F238E27FC236}">
                    <a16:creationId xmlns:a16="http://schemas.microsoft.com/office/drawing/2014/main" id="{46E178B8-C3AC-0C38-7076-C4D79417BD90}"/>
                  </a:ext>
                </a:extLst>
              </p14:cNvPr>
              <p14:cNvContentPartPr/>
              <p14:nvPr/>
            </p14:nvContentPartPr>
            <p14:xfrm>
              <a:off x="5941008" y="6615504"/>
              <a:ext cx="85320" cy="37080"/>
            </p14:xfrm>
          </p:contentPart>
        </mc:Choice>
        <mc:Fallback xmlns="">
          <p:pic>
            <p:nvPicPr>
              <p:cNvPr id="322" name="Ink 321">
                <a:extLst>
                  <a:ext uri="{FF2B5EF4-FFF2-40B4-BE49-F238E27FC236}">
                    <a16:creationId xmlns:a16="http://schemas.microsoft.com/office/drawing/2014/main" id="{46E178B8-C3AC-0C38-7076-C4D79417BD90}"/>
                  </a:ext>
                </a:extLst>
              </p:cNvPr>
              <p:cNvPicPr/>
              <p:nvPr/>
            </p:nvPicPr>
            <p:blipFill>
              <a:blip r:embed="rId347"/>
              <a:stretch>
                <a:fillRect/>
              </a:stretch>
            </p:blipFill>
            <p:spPr>
              <a:xfrm>
                <a:off x="5932368" y="6606504"/>
                <a:ext cx="10296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8">
            <p14:nvContentPartPr>
              <p14:cNvPr id="323" name="Ink 322">
                <a:extLst>
                  <a:ext uri="{FF2B5EF4-FFF2-40B4-BE49-F238E27FC236}">
                    <a16:creationId xmlns:a16="http://schemas.microsoft.com/office/drawing/2014/main" id="{545CCA18-133B-436E-2287-19515A92DD89}"/>
                  </a:ext>
                </a:extLst>
              </p14:cNvPr>
              <p14:cNvContentPartPr/>
              <p14:nvPr/>
            </p14:nvContentPartPr>
            <p14:xfrm>
              <a:off x="6196248" y="6445584"/>
              <a:ext cx="255960" cy="309240"/>
            </p14:xfrm>
          </p:contentPart>
        </mc:Choice>
        <mc:Fallback xmlns="">
          <p:pic>
            <p:nvPicPr>
              <p:cNvPr id="323" name="Ink 322">
                <a:extLst>
                  <a:ext uri="{FF2B5EF4-FFF2-40B4-BE49-F238E27FC236}">
                    <a16:creationId xmlns:a16="http://schemas.microsoft.com/office/drawing/2014/main" id="{545CCA18-133B-436E-2287-19515A92DD89}"/>
                  </a:ext>
                </a:extLst>
              </p:cNvPr>
              <p:cNvPicPr/>
              <p:nvPr/>
            </p:nvPicPr>
            <p:blipFill>
              <a:blip r:embed="rId349"/>
              <a:stretch>
                <a:fillRect/>
              </a:stretch>
            </p:blipFill>
            <p:spPr>
              <a:xfrm>
                <a:off x="6187248" y="6436944"/>
                <a:ext cx="273600" cy="32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0">
            <p14:nvContentPartPr>
              <p14:cNvPr id="324" name="Ink 323">
                <a:extLst>
                  <a:ext uri="{FF2B5EF4-FFF2-40B4-BE49-F238E27FC236}">
                    <a16:creationId xmlns:a16="http://schemas.microsoft.com/office/drawing/2014/main" id="{75A99E24-A0A6-4E38-A77B-13D3D338A351}"/>
                  </a:ext>
                </a:extLst>
              </p14:cNvPr>
              <p14:cNvContentPartPr/>
              <p14:nvPr/>
            </p14:nvContentPartPr>
            <p14:xfrm>
              <a:off x="6480288" y="6604344"/>
              <a:ext cx="442440" cy="230040"/>
            </p14:xfrm>
          </p:contentPart>
        </mc:Choice>
        <mc:Fallback xmlns="">
          <p:pic>
            <p:nvPicPr>
              <p:cNvPr id="324" name="Ink 323">
                <a:extLst>
                  <a:ext uri="{FF2B5EF4-FFF2-40B4-BE49-F238E27FC236}">
                    <a16:creationId xmlns:a16="http://schemas.microsoft.com/office/drawing/2014/main" id="{75A99E24-A0A6-4E38-A77B-13D3D338A351}"/>
                  </a:ext>
                </a:extLst>
              </p:cNvPr>
              <p:cNvPicPr/>
              <p:nvPr/>
            </p:nvPicPr>
            <p:blipFill>
              <a:blip r:embed="rId351"/>
              <a:stretch>
                <a:fillRect/>
              </a:stretch>
            </p:blipFill>
            <p:spPr>
              <a:xfrm>
                <a:off x="6471648" y="6595704"/>
                <a:ext cx="460080" cy="247680"/>
              </a:xfrm>
              <a:prstGeom prst="rect">
                <a:avLst/>
              </a:prstGeom>
            </p:spPr>
          </p:pic>
        </mc:Fallback>
      </mc:AlternateContent>
      <p:grpSp>
        <p:nvGrpSpPr>
          <p:cNvPr id="352" name="Group 351">
            <a:extLst>
              <a:ext uri="{FF2B5EF4-FFF2-40B4-BE49-F238E27FC236}">
                <a16:creationId xmlns:a16="http://schemas.microsoft.com/office/drawing/2014/main" id="{EEDED450-6FE4-5B3B-EDD9-7AC0C3396D98}"/>
              </a:ext>
            </a:extLst>
          </p:cNvPr>
          <p:cNvGrpSpPr/>
          <p:nvPr/>
        </p:nvGrpSpPr>
        <p:grpSpPr>
          <a:xfrm>
            <a:off x="7198488" y="5801544"/>
            <a:ext cx="4859640" cy="1041120"/>
            <a:chOff x="7198488" y="5801544"/>
            <a:chExt cx="4859640" cy="104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3FC67E31-4097-20CB-4CE1-B756AED1F084}"/>
                    </a:ext>
                  </a:extLst>
                </p14:cNvPr>
                <p14:cNvContentPartPr/>
                <p14:nvPr/>
              </p14:nvContentPartPr>
              <p14:xfrm>
                <a:off x="11352888" y="5975064"/>
                <a:ext cx="192240" cy="30996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3FC67E31-4097-20CB-4CE1-B756AED1F084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1344248" y="5966424"/>
                  <a:ext cx="20988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0C24E6C4-DD3A-395B-70FB-7C6C88570C9B}"/>
                    </a:ext>
                  </a:extLst>
                </p14:cNvPr>
                <p14:cNvContentPartPr/>
                <p14:nvPr/>
              </p14:nvContentPartPr>
              <p14:xfrm>
                <a:off x="11740968" y="5869944"/>
                <a:ext cx="238680" cy="23724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0C24E6C4-DD3A-395B-70FB-7C6C88570C9B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1731968" y="5861304"/>
                  <a:ext cx="25632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21A43AB6-B35A-0992-5674-F041BF1D9F3D}"/>
                    </a:ext>
                  </a:extLst>
                </p14:cNvPr>
                <p14:cNvContentPartPr/>
                <p14:nvPr/>
              </p14:nvContentPartPr>
              <p14:xfrm>
                <a:off x="12037968" y="6080904"/>
                <a:ext cx="20160" cy="1080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21A43AB6-B35A-0992-5674-F041BF1D9F3D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2029328" y="6072264"/>
                  <a:ext cx="378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C4C586E5-BDCB-6F8A-FF5E-BCF4695B2C06}"/>
                    </a:ext>
                  </a:extLst>
                </p14:cNvPr>
                <p14:cNvContentPartPr/>
                <p14:nvPr/>
              </p14:nvContentPartPr>
              <p14:xfrm>
                <a:off x="7441128" y="6111504"/>
                <a:ext cx="69480" cy="23436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C4C586E5-BDCB-6F8A-FF5E-BCF4695B2C06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7432488" y="6102504"/>
                  <a:ext cx="8712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6D754EDF-596F-9C42-9991-A11D5280C35D}"/>
                    </a:ext>
                  </a:extLst>
                </p14:cNvPr>
                <p14:cNvContentPartPr/>
                <p14:nvPr/>
              </p14:nvContentPartPr>
              <p14:xfrm>
                <a:off x="7401528" y="6027264"/>
                <a:ext cx="403560" cy="30168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6D754EDF-596F-9C42-9991-A11D5280C35D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7392528" y="6018624"/>
                  <a:ext cx="42120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CB071701-9EAC-67FA-EC9E-97CCCDAF2605}"/>
                    </a:ext>
                  </a:extLst>
                </p14:cNvPr>
                <p14:cNvContentPartPr/>
                <p14:nvPr/>
              </p14:nvContentPartPr>
              <p14:xfrm>
                <a:off x="8174808" y="5801544"/>
                <a:ext cx="251640" cy="61848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CB071701-9EAC-67FA-EC9E-97CCCDAF2605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8165808" y="5792904"/>
                  <a:ext cx="269280" cy="63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B7E28582-AAC3-7B5B-5DD9-0612DE450496}"/>
                    </a:ext>
                  </a:extLst>
                </p14:cNvPr>
                <p14:cNvContentPartPr/>
                <p14:nvPr/>
              </p14:nvContentPartPr>
              <p14:xfrm>
                <a:off x="8102448" y="6178824"/>
                <a:ext cx="518400" cy="13284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B7E28582-AAC3-7B5B-5DD9-0612DE450496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8093448" y="6169824"/>
                  <a:ext cx="53604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5D3E760A-4347-C703-A9D8-C699B2345F5F}"/>
                    </a:ext>
                  </a:extLst>
                </p14:cNvPr>
                <p14:cNvContentPartPr/>
                <p14:nvPr/>
              </p14:nvContentPartPr>
              <p14:xfrm>
                <a:off x="8677728" y="5972904"/>
                <a:ext cx="204480" cy="28944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5D3E760A-4347-C703-A9D8-C699B2345F5F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8668728" y="5964264"/>
                  <a:ext cx="22212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E165713C-68A7-33C8-F970-233C483820D3}"/>
                    </a:ext>
                  </a:extLst>
                </p14:cNvPr>
                <p14:cNvContentPartPr/>
                <p14:nvPr/>
              </p14:nvContentPartPr>
              <p14:xfrm>
                <a:off x="8914608" y="6135984"/>
                <a:ext cx="1080" cy="1764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E165713C-68A7-33C8-F970-233C483820D3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8905608" y="6126984"/>
                  <a:ext cx="187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6DC4E725-58BE-3D27-0C0F-FD1D86E29764}"/>
                    </a:ext>
                  </a:extLst>
                </p14:cNvPr>
                <p14:cNvContentPartPr/>
                <p14:nvPr/>
              </p14:nvContentPartPr>
              <p14:xfrm>
                <a:off x="8940888" y="6008544"/>
                <a:ext cx="500040" cy="20808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6DC4E725-58BE-3D27-0C0F-FD1D86E29764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8932248" y="5999904"/>
                  <a:ext cx="51768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75CF5BFF-B6DE-CA83-2F64-5CD8159EA270}"/>
                    </a:ext>
                  </a:extLst>
                </p14:cNvPr>
                <p14:cNvContentPartPr/>
                <p14:nvPr/>
              </p14:nvContentPartPr>
              <p14:xfrm>
                <a:off x="9062208" y="6006024"/>
                <a:ext cx="109080" cy="1512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75CF5BFF-B6DE-CA83-2F64-5CD8159EA270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9053568" y="5997024"/>
                  <a:ext cx="1267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82D34E2D-78E4-B88A-E2D8-5D5C68DAB50D}"/>
                    </a:ext>
                  </a:extLst>
                </p14:cNvPr>
                <p14:cNvContentPartPr/>
                <p14:nvPr/>
              </p14:nvContentPartPr>
              <p14:xfrm>
                <a:off x="9893808" y="6039144"/>
                <a:ext cx="234360" cy="18216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82D34E2D-78E4-B88A-E2D8-5D5C68DAB50D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9884808" y="6030504"/>
                  <a:ext cx="25200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4EDE866D-75B4-C3E5-161F-4F3C955E56EF}"/>
                    </a:ext>
                  </a:extLst>
                </p14:cNvPr>
                <p14:cNvContentPartPr/>
                <p14:nvPr/>
              </p14:nvContentPartPr>
              <p14:xfrm>
                <a:off x="10232568" y="5995944"/>
                <a:ext cx="38160" cy="17892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4EDE866D-75B4-C3E5-161F-4F3C955E56EF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10223928" y="5987304"/>
                  <a:ext cx="5580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D54DCE0C-14A7-45A5-7885-FF6B69FDDE44}"/>
                    </a:ext>
                  </a:extLst>
                </p14:cNvPr>
                <p14:cNvContentPartPr/>
                <p14:nvPr/>
              </p14:nvContentPartPr>
              <p14:xfrm>
                <a:off x="10172448" y="6101424"/>
                <a:ext cx="56520" cy="2016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D54DCE0C-14A7-45A5-7885-FF6B69FDDE44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10163808" y="6092784"/>
                  <a:ext cx="741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3A8DDA91-E039-6F6B-9DB7-14C8CA76C063}"/>
                    </a:ext>
                  </a:extLst>
                </p14:cNvPr>
                <p14:cNvContentPartPr/>
                <p14:nvPr/>
              </p14:nvContentPartPr>
              <p14:xfrm>
                <a:off x="10315008" y="6099624"/>
                <a:ext cx="139680" cy="6840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3A8DDA91-E039-6F6B-9DB7-14C8CA76C063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10306368" y="6090984"/>
                  <a:ext cx="15732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894061CF-F4E3-C9AB-4009-043562DD5D91}"/>
                    </a:ext>
                  </a:extLst>
                </p14:cNvPr>
                <p14:cNvContentPartPr/>
                <p14:nvPr/>
              </p14:nvContentPartPr>
              <p14:xfrm>
                <a:off x="10412568" y="6098184"/>
                <a:ext cx="136440" cy="4716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894061CF-F4E3-C9AB-4009-043562DD5D91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10403928" y="6089184"/>
                  <a:ext cx="1540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3F367927-C88F-B4D4-FA9A-5AE3AEEA0D30}"/>
                    </a:ext>
                  </a:extLst>
                </p14:cNvPr>
                <p14:cNvContentPartPr/>
                <p14:nvPr/>
              </p14:nvContentPartPr>
              <p14:xfrm>
                <a:off x="10572048" y="5954904"/>
                <a:ext cx="506520" cy="18036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3F367927-C88F-B4D4-FA9A-5AE3AEEA0D30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10563408" y="5945904"/>
                  <a:ext cx="5241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3A98902C-BC67-A834-0F31-062386EC4EFA}"/>
                    </a:ext>
                  </a:extLst>
                </p14:cNvPr>
                <p14:cNvContentPartPr/>
                <p14:nvPr/>
              </p14:nvContentPartPr>
              <p14:xfrm>
                <a:off x="10862928" y="5946264"/>
                <a:ext cx="148320" cy="2124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3A98902C-BC67-A834-0F31-062386EC4EFA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10853928" y="5937624"/>
                  <a:ext cx="1659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CF257F70-95C6-0605-0507-C36E3B8754D9}"/>
                    </a:ext>
                  </a:extLst>
                </p14:cNvPr>
                <p14:cNvContentPartPr/>
                <p14:nvPr/>
              </p14:nvContentPartPr>
              <p14:xfrm>
                <a:off x="7198488" y="6542784"/>
                <a:ext cx="17640" cy="14616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CF257F70-95C6-0605-0507-C36E3B8754D9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7189848" y="6534144"/>
                  <a:ext cx="3528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614BE8B5-EB49-9DF2-A2F1-1946846D1D8D}"/>
                    </a:ext>
                  </a:extLst>
                </p14:cNvPr>
                <p14:cNvContentPartPr/>
                <p14:nvPr/>
              </p14:nvContentPartPr>
              <p14:xfrm>
                <a:off x="7206768" y="6489504"/>
                <a:ext cx="291600" cy="17208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614BE8B5-EB49-9DF2-A2F1-1946846D1D8D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7198128" y="6480504"/>
                  <a:ext cx="3092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8F134709-F1C0-600D-7346-67E90E6DBA64}"/>
                    </a:ext>
                  </a:extLst>
                </p14:cNvPr>
                <p14:cNvContentPartPr/>
                <p14:nvPr/>
              </p14:nvContentPartPr>
              <p14:xfrm>
                <a:off x="7610328" y="6447384"/>
                <a:ext cx="248040" cy="29088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8F134709-F1C0-600D-7346-67E90E6DBA64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7601688" y="6438744"/>
                  <a:ext cx="26568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0EAE2D8A-B4E9-5E99-1FA6-9B4E7314F9A7}"/>
                    </a:ext>
                  </a:extLst>
                </p14:cNvPr>
                <p14:cNvContentPartPr/>
                <p14:nvPr/>
              </p14:nvContentPartPr>
              <p14:xfrm>
                <a:off x="7946568" y="6475464"/>
                <a:ext cx="167400" cy="12132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0EAE2D8A-B4E9-5E99-1FA6-9B4E7314F9A7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7937568" y="6466464"/>
                  <a:ext cx="1850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5122532D-EF88-95E3-B128-F1B10122F73B}"/>
                    </a:ext>
                  </a:extLst>
                </p14:cNvPr>
                <p14:cNvContentPartPr/>
                <p14:nvPr/>
              </p14:nvContentPartPr>
              <p14:xfrm>
                <a:off x="8178048" y="6549624"/>
                <a:ext cx="79560" cy="2736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5122532D-EF88-95E3-B128-F1B10122F73B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8169048" y="6540624"/>
                  <a:ext cx="972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9E087336-D230-E6B5-DF88-F5E9AEE092C2}"/>
                    </a:ext>
                  </a:extLst>
                </p14:cNvPr>
                <p14:cNvContentPartPr/>
                <p14:nvPr/>
              </p14:nvContentPartPr>
              <p14:xfrm>
                <a:off x="8295768" y="6397704"/>
                <a:ext cx="474840" cy="22644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9E087336-D230-E6B5-DF88-F5E9AEE092C2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8286768" y="6389064"/>
                  <a:ext cx="49248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1A322F3C-EC49-55CD-6337-BAAC0108422D}"/>
                    </a:ext>
                  </a:extLst>
                </p14:cNvPr>
                <p14:cNvContentPartPr/>
                <p14:nvPr/>
              </p14:nvContentPartPr>
              <p14:xfrm>
                <a:off x="8704728" y="6434424"/>
                <a:ext cx="113760" cy="684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1A322F3C-EC49-55CD-6337-BAAC0108422D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8695728" y="6425784"/>
                  <a:ext cx="1314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8459CEE5-7962-B33D-9D38-9ECB9070ABBF}"/>
                    </a:ext>
                  </a:extLst>
                </p14:cNvPr>
                <p14:cNvContentPartPr/>
                <p14:nvPr/>
              </p14:nvContentPartPr>
              <p14:xfrm>
                <a:off x="8798688" y="6517944"/>
                <a:ext cx="200880" cy="25380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8459CEE5-7962-B33D-9D38-9ECB9070ABBF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8789688" y="6508944"/>
                  <a:ext cx="21852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23366D38-BB6D-0DBF-BE38-A77BE51D7A4A}"/>
                    </a:ext>
                  </a:extLst>
                </p14:cNvPr>
                <p14:cNvContentPartPr/>
                <p14:nvPr/>
              </p14:nvContentPartPr>
              <p14:xfrm>
                <a:off x="9047448" y="6544944"/>
                <a:ext cx="98280" cy="7236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23366D38-BB6D-0DBF-BE38-A77BE51D7A4A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9038448" y="6536304"/>
                  <a:ext cx="11592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61D54B98-CDA5-10C8-B402-626BBD9CAA22}"/>
                    </a:ext>
                  </a:extLst>
                </p14:cNvPr>
                <p14:cNvContentPartPr/>
                <p14:nvPr/>
              </p14:nvContentPartPr>
              <p14:xfrm>
                <a:off x="9150408" y="6486624"/>
                <a:ext cx="3240" cy="1152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61D54B98-CDA5-10C8-B402-626BBD9CAA22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9141408" y="6477624"/>
                  <a:ext cx="208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3420FB3F-AE14-AF89-FA72-DDCFFB501A4C}"/>
                    </a:ext>
                  </a:extLst>
                </p14:cNvPr>
                <p14:cNvContentPartPr/>
                <p14:nvPr/>
              </p14:nvContentPartPr>
              <p14:xfrm>
                <a:off x="9145008" y="6537024"/>
                <a:ext cx="100080" cy="22428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3420FB3F-AE14-AF89-FA72-DDCFFB501A4C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9136368" y="6528024"/>
                  <a:ext cx="11772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D3071205-05C6-E88B-A949-B9E6046533BC}"/>
                    </a:ext>
                  </a:extLst>
                </p14:cNvPr>
                <p14:cNvContentPartPr/>
                <p14:nvPr/>
              </p14:nvContentPartPr>
              <p14:xfrm>
                <a:off x="9324288" y="6376104"/>
                <a:ext cx="214560" cy="23040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D3071205-05C6-E88B-A949-B9E6046533BC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9315648" y="6367104"/>
                  <a:ext cx="23220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66F8BE3F-2422-8DC5-A12C-BB4972EC34F0}"/>
                    </a:ext>
                  </a:extLst>
                </p14:cNvPr>
                <p14:cNvContentPartPr/>
                <p14:nvPr/>
              </p14:nvContentPartPr>
              <p14:xfrm>
                <a:off x="9544248" y="6519384"/>
                <a:ext cx="3600" cy="1728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66F8BE3F-2422-8DC5-A12C-BB4972EC34F0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9535248" y="6510744"/>
                  <a:ext cx="2124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EC569EB2-3A1A-28F6-6101-BE8B68057798}"/>
                    </a:ext>
                  </a:extLst>
                </p14:cNvPr>
                <p14:cNvContentPartPr/>
                <p14:nvPr/>
              </p14:nvContentPartPr>
              <p14:xfrm>
                <a:off x="9577728" y="6503544"/>
                <a:ext cx="127800" cy="4932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EC569EB2-3A1A-28F6-6101-BE8B68057798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9569088" y="6494544"/>
                  <a:ext cx="1454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140AD87E-D419-1559-CAC9-3EFADFFB1DE3}"/>
                    </a:ext>
                  </a:extLst>
                </p14:cNvPr>
                <p14:cNvContentPartPr/>
                <p14:nvPr/>
              </p14:nvContentPartPr>
              <p14:xfrm>
                <a:off x="9723528" y="6442704"/>
                <a:ext cx="22320" cy="2016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140AD87E-D419-1559-CAC9-3EFADFFB1DE3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9714888" y="6433704"/>
                  <a:ext cx="399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BC54697B-A5D3-266E-C396-C9C6F4C4BB9B}"/>
                    </a:ext>
                  </a:extLst>
                </p14:cNvPr>
                <p14:cNvContentPartPr/>
                <p14:nvPr/>
              </p14:nvContentPartPr>
              <p14:xfrm>
                <a:off x="9903528" y="6304464"/>
                <a:ext cx="241560" cy="48060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BC54697B-A5D3-266E-C396-C9C6F4C4BB9B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9894888" y="6295824"/>
                  <a:ext cx="259200" cy="49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B55CE356-6D5D-335C-32C7-17858E6801BF}"/>
                    </a:ext>
                  </a:extLst>
                </p14:cNvPr>
                <p14:cNvContentPartPr/>
                <p14:nvPr/>
              </p14:nvContentPartPr>
              <p14:xfrm>
                <a:off x="10208808" y="6517224"/>
                <a:ext cx="81000" cy="8388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B55CE356-6D5D-335C-32C7-17858E6801BF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10200168" y="6508224"/>
                  <a:ext cx="9864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1E74EC00-AF37-FED5-A5E2-812C20C1C931}"/>
                    </a:ext>
                  </a:extLst>
                </p14:cNvPr>
                <p14:cNvContentPartPr/>
                <p14:nvPr/>
              </p14:nvContentPartPr>
              <p14:xfrm>
                <a:off x="10338048" y="6538824"/>
                <a:ext cx="171360" cy="4932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1E74EC00-AF37-FED5-A5E2-812C20C1C931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10329408" y="6529824"/>
                  <a:ext cx="1890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DED2CE1C-0663-4318-8F0A-5201D7C541A3}"/>
                    </a:ext>
                  </a:extLst>
                </p14:cNvPr>
                <p14:cNvContentPartPr/>
                <p14:nvPr/>
              </p14:nvContentPartPr>
              <p14:xfrm>
                <a:off x="10705608" y="6431544"/>
                <a:ext cx="163440" cy="41112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DED2CE1C-0663-4318-8F0A-5201D7C541A3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10696968" y="6422904"/>
                  <a:ext cx="181080" cy="4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18B1A3F3-70DE-739F-19AA-E1B1360785F9}"/>
                    </a:ext>
                  </a:extLst>
                </p14:cNvPr>
                <p14:cNvContentPartPr/>
                <p14:nvPr/>
              </p14:nvContentPartPr>
              <p14:xfrm>
                <a:off x="11013048" y="6326424"/>
                <a:ext cx="86040" cy="22500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18B1A3F3-70DE-739F-19AA-E1B1360785F9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11004408" y="6317424"/>
                  <a:ext cx="10368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93190C41-3813-70A7-78F3-BC676BDA79F0}"/>
                    </a:ext>
                  </a:extLst>
                </p14:cNvPr>
                <p14:cNvContentPartPr/>
                <p14:nvPr/>
              </p14:nvContentPartPr>
              <p14:xfrm>
                <a:off x="11170008" y="6310944"/>
                <a:ext cx="97920" cy="21960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93190C41-3813-70A7-78F3-BC676BDA79F0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11161368" y="6301944"/>
                  <a:ext cx="11556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6123F38B-0175-2888-B0ED-302BC57A86AB}"/>
                    </a:ext>
                  </a:extLst>
                </p14:cNvPr>
                <p14:cNvContentPartPr/>
                <p14:nvPr/>
              </p14:nvContentPartPr>
              <p14:xfrm>
                <a:off x="11431008" y="6419304"/>
                <a:ext cx="110160" cy="8892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6123F38B-0175-2888-B0ED-302BC57A86AB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11422368" y="6410304"/>
                  <a:ext cx="1278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C40AD7B1-D5D3-81A6-6573-11F10630CA08}"/>
                    </a:ext>
                  </a:extLst>
                </p14:cNvPr>
                <p14:cNvContentPartPr/>
                <p14:nvPr/>
              </p14:nvContentPartPr>
              <p14:xfrm>
                <a:off x="11554488" y="6309504"/>
                <a:ext cx="318960" cy="20664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C40AD7B1-D5D3-81A6-6573-11F10630CA08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11545848" y="6300864"/>
                  <a:ext cx="33660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80811BE4-5A26-B778-1321-9430B54E1ABB}"/>
                    </a:ext>
                  </a:extLst>
                </p14:cNvPr>
                <p14:cNvContentPartPr/>
                <p14:nvPr/>
              </p14:nvContentPartPr>
              <p14:xfrm>
                <a:off x="11926728" y="6501744"/>
                <a:ext cx="28080" cy="1584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80811BE4-5A26-B778-1321-9430B54E1ABB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11918088" y="6492744"/>
                  <a:ext cx="45720" cy="33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448993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6078E-F8EC-8694-DE9C-165583D76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14:cNvPr>
              <p14:cNvContentPartPr/>
              <p14:nvPr/>
            </p14:nvContentPartPr>
            <p14:xfrm>
              <a:off x="9997848" y="1633824"/>
              <a:ext cx="3600" cy="10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87848" y="1620324"/>
                <a:ext cx="23200" cy="275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14:cNvPr>
              <p14:cNvContentPartPr/>
              <p14:nvPr/>
            </p14:nvContentPartPr>
            <p14:xfrm>
              <a:off x="10428408" y="2647584"/>
              <a:ext cx="28080" cy="324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419408" y="2638584"/>
                <a:ext cx="4572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14:cNvPr>
              <p14:cNvContentPartPr/>
              <p14:nvPr/>
            </p14:nvContentPartPr>
            <p14:xfrm>
              <a:off x="10763568" y="2771064"/>
              <a:ext cx="1800" cy="360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754568" y="2762064"/>
                <a:ext cx="1944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14:cNvPr>
              <p14:cNvContentPartPr/>
              <p14:nvPr/>
            </p14:nvContentPartPr>
            <p14:xfrm>
              <a:off x="3774888" y="6755904"/>
              <a:ext cx="360" cy="468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65888" y="6746904"/>
                <a:ext cx="1800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CE36566-4969-5B2B-FBE0-86352F691305}"/>
                  </a:ext>
                </a:extLst>
              </p14:cNvPr>
              <p14:cNvContentPartPr/>
              <p14:nvPr/>
            </p14:nvContentPartPr>
            <p14:xfrm>
              <a:off x="2641248" y="6499584"/>
              <a:ext cx="28080" cy="97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CE36566-4969-5B2B-FBE0-86352F69130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632248" y="6490584"/>
                <a:ext cx="45720" cy="2736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E6D5B858-17C7-9760-2BF7-E1E2141B3347}"/>
              </a:ext>
            </a:extLst>
          </p:cNvPr>
          <p:cNvGrpSpPr/>
          <p:nvPr/>
        </p:nvGrpSpPr>
        <p:grpSpPr>
          <a:xfrm>
            <a:off x="573048" y="852264"/>
            <a:ext cx="2058120" cy="496440"/>
            <a:chOff x="573048" y="852264"/>
            <a:chExt cx="2058120" cy="49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87D8D89-159F-B7B7-DC54-E1EF51433510}"/>
                    </a:ext>
                  </a:extLst>
                </p14:cNvPr>
                <p14:cNvContentPartPr/>
                <p14:nvPr/>
              </p14:nvContentPartPr>
              <p14:xfrm>
                <a:off x="844848" y="967464"/>
                <a:ext cx="86040" cy="2469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87D8D89-159F-B7B7-DC54-E1EF5143351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35848" y="958464"/>
                  <a:ext cx="10368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AD1897C-13BA-1F65-B139-E17ADAD0F1EC}"/>
                    </a:ext>
                  </a:extLst>
                </p14:cNvPr>
                <p14:cNvContentPartPr/>
                <p14:nvPr/>
              </p14:nvContentPartPr>
              <p14:xfrm>
                <a:off x="573048" y="852264"/>
                <a:ext cx="817920" cy="3639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AD1897C-13BA-1F65-B139-E17ADAD0F1E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64048" y="843264"/>
                  <a:ext cx="83556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FD5D5C7-31FB-0898-9871-1EC179224687}"/>
                    </a:ext>
                  </a:extLst>
                </p14:cNvPr>
                <p14:cNvContentPartPr/>
                <p14:nvPr/>
              </p14:nvContentPartPr>
              <p14:xfrm>
                <a:off x="1754208" y="1035504"/>
                <a:ext cx="415800" cy="1130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FD5D5C7-31FB-0898-9871-1EC17922468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745568" y="1026864"/>
                  <a:ext cx="4334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41707D9-420B-3687-9CF1-4AE276956F42}"/>
                    </a:ext>
                  </a:extLst>
                </p14:cNvPr>
                <p14:cNvContentPartPr/>
                <p14:nvPr/>
              </p14:nvContentPartPr>
              <p14:xfrm>
                <a:off x="2412288" y="984024"/>
                <a:ext cx="218880" cy="3646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41707D9-420B-3687-9CF1-4AE276956F4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403648" y="975024"/>
                  <a:ext cx="236520" cy="38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08A0C5F-004B-8D0D-C179-829B5604BF28}"/>
              </a:ext>
            </a:extLst>
          </p:cNvPr>
          <p:cNvGrpSpPr/>
          <p:nvPr/>
        </p:nvGrpSpPr>
        <p:grpSpPr>
          <a:xfrm>
            <a:off x="3243168" y="801864"/>
            <a:ext cx="2237040" cy="508320"/>
            <a:chOff x="3243168" y="801864"/>
            <a:chExt cx="2237040" cy="50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24FE119-EC5A-BF65-4878-E88662FEE65D}"/>
                    </a:ext>
                  </a:extLst>
                </p14:cNvPr>
                <p14:cNvContentPartPr/>
                <p14:nvPr/>
              </p14:nvContentPartPr>
              <p14:xfrm>
                <a:off x="3243168" y="968184"/>
                <a:ext cx="234720" cy="3420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24FE119-EC5A-BF65-4878-E88662FEE65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234528" y="959544"/>
                  <a:ext cx="25236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7256050-7136-404B-80C6-13E854AD7E07}"/>
                    </a:ext>
                  </a:extLst>
                </p14:cNvPr>
                <p14:cNvContentPartPr/>
                <p14:nvPr/>
              </p14:nvContentPartPr>
              <p14:xfrm>
                <a:off x="3584088" y="1017144"/>
                <a:ext cx="104400" cy="1245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7256050-7136-404B-80C6-13E854AD7E0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575088" y="1008144"/>
                  <a:ext cx="12204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BAD6F19-1347-301B-13A8-B067767A86F4}"/>
                    </a:ext>
                  </a:extLst>
                </p14:cNvPr>
                <p14:cNvContentPartPr/>
                <p14:nvPr/>
              </p14:nvContentPartPr>
              <p14:xfrm>
                <a:off x="3793248" y="986904"/>
                <a:ext cx="88560" cy="1396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BAD6F19-1347-301B-13A8-B067767A86F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784248" y="978264"/>
                  <a:ext cx="10620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A715669-4FD6-130B-A871-A43820BFCF74}"/>
                    </a:ext>
                  </a:extLst>
                </p14:cNvPr>
                <p14:cNvContentPartPr/>
                <p14:nvPr/>
              </p14:nvContentPartPr>
              <p14:xfrm>
                <a:off x="3995568" y="865584"/>
                <a:ext cx="1080" cy="86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A715669-4FD6-130B-A871-A43820BFCF7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986928" y="856584"/>
                  <a:ext cx="187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FA2EBAE-7926-D2B0-6BDD-80D187741036}"/>
                    </a:ext>
                  </a:extLst>
                </p14:cNvPr>
                <p14:cNvContentPartPr/>
                <p14:nvPr/>
              </p14:nvContentPartPr>
              <p14:xfrm>
                <a:off x="4033008" y="891504"/>
                <a:ext cx="13320" cy="2275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FA2EBAE-7926-D2B0-6BDD-80D18774103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024368" y="882504"/>
                  <a:ext cx="3096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419674B-3F38-6C6E-0447-8459BFB12CC5}"/>
                    </a:ext>
                  </a:extLst>
                </p14:cNvPr>
                <p14:cNvContentPartPr/>
                <p14:nvPr/>
              </p14:nvContentPartPr>
              <p14:xfrm>
                <a:off x="4009608" y="1033344"/>
                <a:ext cx="95400" cy="39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419674B-3F38-6C6E-0447-8459BFB12CC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000608" y="1024704"/>
                  <a:ext cx="1130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7122254-3F73-59D7-A897-E580AA88FF85}"/>
                    </a:ext>
                  </a:extLst>
                </p14:cNvPr>
                <p14:cNvContentPartPr/>
                <p14:nvPr/>
              </p14:nvContentPartPr>
              <p14:xfrm>
                <a:off x="4203648" y="1046664"/>
                <a:ext cx="109080" cy="151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7122254-3F73-59D7-A897-E580AA88FF8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194648" y="1038024"/>
                  <a:ext cx="1267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3A5555D-5945-B90D-2785-D88D9203F06A}"/>
                    </a:ext>
                  </a:extLst>
                </p14:cNvPr>
                <p14:cNvContentPartPr/>
                <p14:nvPr/>
              </p14:nvContentPartPr>
              <p14:xfrm>
                <a:off x="4414968" y="962064"/>
                <a:ext cx="163080" cy="3078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3A5555D-5945-B90D-2785-D88D9203F06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406328" y="953424"/>
                  <a:ext cx="18072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1959FF3-A77D-DAFE-5A9D-B9934D7B6922}"/>
                    </a:ext>
                  </a:extLst>
                </p14:cNvPr>
                <p14:cNvContentPartPr/>
                <p14:nvPr/>
              </p14:nvContentPartPr>
              <p14:xfrm>
                <a:off x="4634928" y="1003824"/>
                <a:ext cx="46800" cy="84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1959FF3-A77D-DAFE-5A9D-B9934D7B6922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626288" y="994824"/>
                  <a:ext cx="6444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D49F33C-08AB-E071-0AD7-83ED92844FB7}"/>
                    </a:ext>
                  </a:extLst>
                </p14:cNvPr>
                <p14:cNvContentPartPr/>
                <p14:nvPr/>
              </p14:nvContentPartPr>
              <p14:xfrm>
                <a:off x="4759128" y="967824"/>
                <a:ext cx="59040" cy="1310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D49F33C-08AB-E071-0AD7-83ED92844FB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750488" y="958824"/>
                  <a:ext cx="7668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3B89EB5-C05B-17DE-8AC9-691A35BB51EA}"/>
                    </a:ext>
                  </a:extLst>
                </p14:cNvPr>
                <p14:cNvContentPartPr/>
                <p14:nvPr/>
              </p14:nvContentPartPr>
              <p14:xfrm>
                <a:off x="4908168" y="948384"/>
                <a:ext cx="50400" cy="1414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3B89EB5-C05B-17DE-8AC9-691A35BB51EA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899168" y="939744"/>
                  <a:ext cx="680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5DD9F60-6FAF-AA12-ADFC-866AF83A949A}"/>
                    </a:ext>
                  </a:extLst>
                </p14:cNvPr>
                <p14:cNvContentPartPr/>
                <p14:nvPr/>
              </p14:nvContentPartPr>
              <p14:xfrm>
                <a:off x="5042448" y="801864"/>
                <a:ext cx="68400" cy="2970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5DD9F60-6FAF-AA12-ADFC-866AF83A949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033448" y="792864"/>
                  <a:ext cx="8604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216A1C0-9265-C75D-E315-00F33507E34C}"/>
                    </a:ext>
                  </a:extLst>
                </p14:cNvPr>
                <p14:cNvContentPartPr/>
                <p14:nvPr/>
              </p14:nvContentPartPr>
              <p14:xfrm>
                <a:off x="5136408" y="1014624"/>
                <a:ext cx="1080" cy="187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216A1C0-9265-C75D-E315-00F33507E34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127408" y="1005624"/>
                  <a:ext cx="187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1864F67-3E6B-B6EE-960B-E1D9E919CF12}"/>
                    </a:ext>
                  </a:extLst>
                </p14:cNvPr>
                <p14:cNvContentPartPr/>
                <p14:nvPr/>
              </p14:nvContentPartPr>
              <p14:xfrm>
                <a:off x="5187168" y="1027584"/>
                <a:ext cx="190800" cy="698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1864F67-3E6B-B6EE-960B-E1D9E919CF12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178528" y="1018944"/>
                  <a:ext cx="2084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5D9337C-26F2-1BB0-A6BF-6DB44FA750AD}"/>
                    </a:ext>
                  </a:extLst>
                </p14:cNvPr>
                <p14:cNvContentPartPr/>
                <p14:nvPr/>
              </p14:nvContentPartPr>
              <p14:xfrm>
                <a:off x="5347368" y="929304"/>
                <a:ext cx="132840" cy="133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5D9337C-26F2-1BB0-A6BF-6DB44FA750A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338368" y="920304"/>
                  <a:ext cx="150480" cy="30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2BE72205-2EC4-6C24-D8C1-CF725D828DB2}"/>
                  </a:ext>
                </a:extLst>
              </p14:cNvPr>
              <p14:cNvContentPartPr/>
              <p14:nvPr/>
            </p14:nvContentPartPr>
            <p14:xfrm>
              <a:off x="5768928" y="943344"/>
              <a:ext cx="677880" cy="1476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2BE72205-2EC4-6C24-D8C1-CF725D828DB2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5760288" y="934344"/>
                <a:ext cx="695520" cy="16524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96B1CAD3-7F0D-BA2D-DC80-81DA3F2B5A64}"/>
              </a:ext>
            </a:extLst>
          </p:cNvPr>
          <p:cNvGrpSpPr/>
          <p:nvPr/>
        </p:nvGrpSpPr>
        <p:grpSpPr>
          <a:xfrm>
            <a:off x="6810048" y="888264"/>
            <a:ext cx="1360800" cy="201600"/>
            <a:chOff x="6810048" y="888264"/>
            <a:chExt cx="1360800" cy="20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0C82C40-E4F6-DA90-4F06-ABAD3A6E563F}"/>
                    </a:ext>
                  </a:extLst>
                </p14:cNvPr>
                <p14:cNvContentPartPr/>
                <p14:nvPr/>
              </p14:nvContentPartPr>
              <p14:xfrm>
                <a:off x="6810048" y="964224"/>
                <a:ext cx="406080" cy="1256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0C82C40-E4F6-DA90-4F06-ABAD3A6E563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801048" y="955224"/>
                  <a:ext cx="42372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72E5E85-DE0F-F488-BFCF-19FAA4517BEA}"/>
                    </a:ext>
                  </a:extLst>
                </p14:cNvPr>
                <p14:cNvContentPartPr/>
                <p14:nvPr/>
              </p14:nvContentPartPr>
              <p14:xfrm>
                <a:off x="7300368" y="888264"/>
                <a:ext cx="416160" cy="1350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72E5E85-DE0F-F488-BFCF-19FAA4517BEA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291368" y="879264"/>
                  <a:ext cx="43380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35D5DA2-39FA-B2FC-989E-64C9FF4ACFCC}"/>
                    </a:ext>
                  </a:extLst>
                </p14:cNvPr>
                <p14:cNvContentPartPr/>
                <p14:nvPr/>
              </p14:nvContentPartPr>
              <p14:xfrm>
                <a:off x="7775568" y="929664"/>
                <a:ext cx="395280" cy="106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35D5DA2-39FA-B2FC-989E-64C9FF4ACFCC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766568" y="921024"/>
                  <a:ext cx="412920" cy="12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8BABDFA-1601-A6F5-85E5-C04632E78C3F}"/>
              </a:ext>
            </a:extLst>
          </p:cNvPr>
          <p:cNvGrpSpPr/>
          <p:nvPr/>
        </p:nvGrpSpPr>
        <p:grpSpPr>
          <a:xfrm>
            <a:off x="8376768" y="808344"/>
            <a:ext cx="1644840" cy="373320"/>
            <a:chOff x="8376768" y="808344"/>
            <a:chExt cx="1644840" cy="37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9616133-89F8-C927-4CB6-D8F24FF5E313}"/>
                    </a:ext>
                  </a:extLst>
                </p14:cNvPr>
                <p14:cNvContentPartPr/>
                <p14:nvPr/>
              </p14:nvContentPartPr>
              <p14:xfrm>
                <a:off x="8376768" y="808344"/>
                <a:ext cx="140040" cy="3164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9616133-89F8-C927-4CB6-D8F24FF5E313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368128" y="799704"/>
                  <a:ext cx="15768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4F7CFFD-D56C-8F6B-8C84-69285B4B0828}"/>
                    </a:ext>
                  </a:extLst>
                </p14:cNvPr>
                <p14:cNvContentPartPr/>
                <p14:nvPr/>
              </p14:nvContentPartPr>
              <p14:xfrm>
                <a:off x="8664408" y="839304"/>
                <a:ext cx="157680" cy="1666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4F7CFFD-D56C-8F6B-8C84-69285B4B0828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655408" y="830664"/>
                  <a:ext cx="1753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3F322B0-4DF5-E633-D861-F55DCFC504A5}"/>
                    </a:ext>
                  </a:extLst>
                </p14:cNvPr>
                <p14:cNvContentPartPr/>
                <p14:nvPr/>
              </p14:nvContentPartPr>
              <p14:xfrm>
                <a:off x="8860248" y="912384"/>
                <a:ext cx="20160" cy="871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3F322B0-4DF5-E633-D861-F55DCFC504A5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851608" y="903384"/>
                  <a:ext cx="3780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3899BE5-4CD1-9D24-E7EC-FEAE7B78041C}"/>
                    </a:ext>
                  </a:extLst>
                </p14:cNvPr>
                <p14:cNvContentPartPr/>
                <p14:nvPr/>
              </p14:nvContentPartPr>
              <p14:xfrm>
                <a:off x="8932968" y="815184"/>
                <a:ext cx="720" cy="129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3899BE5-4CD1-9D24-E7EC-FEAE7B78041C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923968" y="806544"/>
                  <a:ext cx="1836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A737C08-4745-2B74-045D-5216A1302937}"/>
                    </a:ext>
                  </a:extLst>
                </p14:cNvPr>
                <p14:cNvContentPartPr/>
                <p14:nvPr/>
              </p14:nvContentPartPr>
              <p14:xfrm>
                <a:off x="8984808" y="815904"/>
                <a:ext cx="116280" cy="1803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A737C08-4745-2B74-045D-5216A1302937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975808" y="806904"/>
                  <a:ext cx="13392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253D86C-FDA1-2735-7A1B-57835860C881}"/>
                    </a:ext>
                  </a:extLst>
                </p14:cNvPr>
                <p14:cNvContentPartPr/>
                <p14:nvPr/>
              </p14:nvContentPartPr>
              <p14:xfrm>
                <a:off x="9211248" y="865944"/>
                <a:ext cx="91440" cy="1497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253D86C-FDA1-2735-7A1B-57835860C88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202248" y="856944"/>
                  <a:ext cx="1090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D9DE5D5-EF4E-2B0D-C6E7-1DF1FB0843FD}"/>
                    </a:ext>
                  </a:extLst>
                </p14:cNvPr>
                <p14:cNvContentPartPr/>
                <p14:nvPr/>
              </p14:nvContentPartPr>
              <p14:xfrm>
                <a:off x="9358128" y="894384"/>
                <a:ext cx="258840" cy="1162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D9DE5D5-EF4E-2B0D-C6E7-1DF1FB0843FD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349128" y="885384"/>
                  <a:ext cx="2764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D64F458-E82A-9F76-57F6-C568FF70F4B4}"/>
                    </a:ext>
                  </a:extLst>
                </p14:cNvPr>
                <p14:cNvContentPartPr/>
                <p14:nvPr/>
              </p14:nvContentPartPr>
              <p14:xfrm>
                <a:off x="9688968" y="858024"/>
                <a:ext cx="85320" cy="1620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D64F458-E82A-9F76-57F6-C568FF70F4B4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679968" y="849024"/>
                  <a:ext cx="10296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B7F6111-0299-FA6F-95FE-EF277B58C108}"/>
                    </a:ext>
                  </a:extLst>
                </p14:cNvPr>
                <p14:cNvContentPartPr/>
                <p14:nvPr/>
              </p14:nvContentPartPr>
              <p14:xfrm>
                <a:off x="9814608" y="957384"/>
                <a:ext cx="2880" cy="115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B7F6111-0299-FA6F-95FE-EF277B58C108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805608" y="948744"/>
                  <a:ext cx="205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915C7A7-5AD1-59E2-B0BA-8CE3835BBEFD}"/>
                    </a:ext>
                  </a:extLst>
                </p14:cNvPr>
                <p14:cNvContentPartPr/>
                <p14:nvPr/>
              </p14:nvContentPartPr>
              <p14:xfrm>
                <a:off x="9624888" y="863064"/>
                <a:ext cx="95760" cy="133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915C7A7-5AD1-59E2-B0BA-8CE3835BBEFD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616248" y="854424"/>
                  <a:ext cx="1134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0F1400F-D6BF-185C-0179-2A7430935065}"/>
                    </a:ext>
                  </a:extLst>
                </p14:cNvPr>
                <p14:cNvContentPartPr/>
                <p14:nvPr/>
              </p14:nvContentPartPr>
              <p14:xfrm>
                <a:off x="9866448" y="837144"/>
                <a:ext cx="155160" cy="3445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0F1400F-D6BF-185C-0179-2A7430935065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857808" y="828144"/>
                  <a:ext cx="172800" cy="362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E646FA7E-00D0-36B0-E9EF-16BEC1FC413B}"/>
                  </a:ext>
                </a:extLst>
              </p14:cNvPr>
              <p14:cNvContentPartPr/>
              <p14:nvPr/>
            </p14:nvContentPartPr>
            <p14:xfrm>
              <a:off x="10294128" y="844344"/>
              <a:ext cx="183600" cy="2721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E646FA7E-00D0-36B0-E9EF-16BEC1FC413B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10285488" y="835704"/>
                <a:ext cx="201240" cy="28980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ED46E4C4-5D19-CBDE-1AA6-2F46C8A3F26B}"/>
              </a:ext>
            </a:extLst>
          </p:cNvPr>
          <p:cNvGrpSpPr/>
          <p:nvPr/>
        </p:nvGrpSpPr>
        <p:grpSpPr>
          <a:xfrm>
            <a:off x="10747008" y="834984"/>
            <a:ext cx="629280" cy="200880"/>
            <a:chOff x="10747008" y="834984"/>
            <a:chExt cx="629280" cy="20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BB92FCC-A1A7-C6D5-F031-E62D8E2EC6AC}"/>
                    </a:ext>
                  </a:extLst>
                </p14:cNvPr>
                <p14:cNvContentPartPr/>
                <p14:nvPr/>
              </p14:nvContentPartPr>
              <p14:xfrm>
                <a:off x="10747008" y="898344"/>
                <a:ext cx="155160" cy="1227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BB92FCC-A1A7-C6D5-F031-E62D8E2EC6AC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738008" y="889344"/>
                  <a:ext cx="1728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3547E92-C4C1-1FB9-C1E8-237E2AD3B9A9}"/>
                    </a:ext>
                  </a:extLst>
                </p14:cNvPr>
                <p14:cNvContentPartPr/>
                <p14:nvPr/>
              </p14:nvContentPartPr>
              <p14:xfrm>
                <a:off x="10965528" y="834984"/>
                <a:ext cx="410760" cy="2008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3547E92-C4C1-1FB9-C1E8-237E2AD3B9A9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956528" y="825984"/>
                  <a:ext cx="428400" cy="21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B2B4FABB-CC05-269C-E3D4-28D292892B72}"/>
              </a:ext>
            </a:extLst>
          </p:cNvPr>
          <p:cNvGrpSpPr/>
          <p:nvPr/>
        </p:nvGrpSpPr>
        <p:grpSpPr>
          <a:xfrm>
            <a:off x="1120248" y="1372104"/>
            <a:ext cx="1607400" cy="421920"/>
            <a:chOff x="1120248" y="1372104"/>
            <a:chExt cx="1607400" cy="42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C8633B6-677B-D53F-4989-DD3613549F0D}"/>
                    </a:ext>
                  </a:extLst>
                </p14:cNvPr>
                <p14:cNvContentPartPr/>
                <p14:nvPr/>
              </p14:nvContentPartPr>
              <p14:xfrm>
                <a:off x="1120248" y="1431504"/>
                <a:ext cx="402840" cy="3157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C8633B6-677B-D53F-4989-DD3613549F0D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111608" y="1422504"/>
                  <a:ext cx="42048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D07573C-3600-8903-8A0B-55ED3870B13B}"/>
                    </a:ext>
                  </a:extLst>
                </p14:cNvPr>
                <p14:cNvContentPartPr/>
                <p14:nvPr/>
              </p14:nvContentPartPr>
              <p14:xfrm>
                <a:off x="1608768" y="1491264"/>
                <a:ext cx="495360" cy="3027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D07573C-3600-8903-8A0B-55ED3870B13B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599768" y="1482264"/>
                  <a:ext cx="51300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A68147D-1D65-3016-15B9-CB43E72B4991}"/>
                    </a:ext>
                  </a:extLst>
                </p14:cNvPr>
                <p14:cNvContentPartPr/>
                <p14:nvPr/>
              </p14:nvContentPartPr>
              <p14:xfrm>
                <a:off x="2140848" y="1372104"/>
                <a:ext cx="345960" cy="2574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A68147D-1D65-3016-15B9-CB43E72B4991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131848" y="1363104"/>
                  <a:ext cx="36360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4B81689-D2FA-A704-91CC-699F9BD796A9}"/>
                    </a:ext>
                  </a:extLst>
                </p14:cNvPr>
                <p14:cNvContentPartPr/>
                <p14:nvPr/>
              </p14:nvContentPartPr>
              <p14:xfrm>
                <a:off x="2555568" y="1545624"/>
                <a:ext cx="172080" cy="849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4B81689-D2FA-A704-91CC-699F9BD796A9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546568" y="1536624"/>
                  <a:ext cx="189720" cy="10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8142A394-834B-1E8D-BB96-B16D0EE26326}"/>
              </a:ext>
            </a:extLst>
          </p:cNvPr>
          <p:cNvGrpSpPr/>
          <p:nvPr/>
        </p:nvGrpSpPr>
        <p:grpSpPr>
          <a:xfrm>
            <a:off x="3248568" y="1417464"/>
            <a:ext cx="1513080" cy="366120"/>
            <a:chOff x="3248568" y="1417464"/>
            <a:chExt cx="1513080" cy="36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AC8AF86-1A2E-151D-2A44-6CF2861E6C7A}"/>
                    </a:ext>
                  </a:extLst>
                </p14:cNvPr>
                <p14:cNvContentPartPr/>
                <p14:nvPr/>
              </p14:nvContentPartPr>
              <p14:xfrm>
                <a:off x="3248568" y="1456704"/>
                <a:ext cx="351000" cy="1836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AC8AF86-1A2E-151D-2A44-6CF2861E6C7A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3239568" y="1447704"/>
                  <a:ext cx="36864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BDD9F57-2289-57B5-D92A-672AA871A2AA}"/>
                    </a:ext>
                  </a:extLst>
                </p14:cNvPr>
                <p14:cNvContentPartPr/>
                <p14:nvPr/>
              </p14:nvContentPartPr>
              <p14:xfrm>
                <a:off x="3680568" y="1527984"/>
                <a:ext cx="332640" cy="619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BDD9F57-2289-57B5-D92A-672AA871A2AA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671928" y="1519344"/>
                  <a:ext cx="35028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5AB3314-6C26-5EC0-FD36-B3246CD8B1CD}"/>
                    </a:ext>
                  </a:extLst>
                </p14:cNvPr>
                <p14:cNvContentPartPr/>
                <p14:nvPr/>
              </p14:nvContentPartPr>
              <p14:xfrm>
                <a:off x="4022568" y="1446984"/>
                <a:ext cx="5040" cy="122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5AB3314-6C26-5EC0-FD36-B3246CD8B1CD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013928" y="1438344"/>
                  <a:ext cx="226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746ABC8-05B4-0BA8-ED10-362AE4541646}"/>
                    </a:ext>
                  </a:extLst>
                </p14:cNvPr>
                <p14:cNvContentPartPr/>
                <p14:nvPr/>
              </p14:nvContentPartPr>
              <p14:xfrm>
                <a:off x="4088448" y="1497744"/>
                <a:ext cx="62280" cy="871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746ABC8-05B4-0BA8-ED10-362AE454164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079448" y="1488744"/>
                  <a:ext cx="7992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5D8150F-6B72-C3A5-B2CF-DA5E6D03F59B}"/>
                    </a:ext>
                  </a:extLst>
                </p14:cNvPr>
                <p14:cNvContentPartPr/>
                <p14:nvPr/>
              </p14:nvContentPartPr>
              <p14:xfrm>
                <a:off x="4242888" y="1417464"/>
                <a:ext cx="18360" cy="1702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5D8150F-6B72-C3A5-B2CF-DA5E6D03F59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234248" y="1408824"/>
                  <a:ext cx="3600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5C3F4CE-9E70-BBB5-4963-2F04BE488480}"/>
                    </a:ext>
                  </a:extLst>
                </p14:cNvPr>
                <p14:cNvContentPartPr/>
                <p14:nvPr/>
              </p14:nvContentPartPr>
              <p14:xfrm>
                <a:off x="4219848" y="1454904"/>
                <a:ext cx="171360" cy="1191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5C3F4CE-9E70-BBB5-4963-2F04BE48848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211208" y="1445904"/>
                  <a:ext cx="1890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883694D-6376-7982-BD24-D1B37A9850DB}"/>
                    </a:ext>
                  </a:extLst>
                </p14:cNvPr>
                <p14:cNvContentPartPr/>
                <p14:nvPr/>
              </p14:nvContentPartPr>
              <p14:xfrm>
                <a:off x="4466448" y="1478664"/>
                <a:ext cx="295200" cy="3049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883694D-6376-7982-BD24-D1B37A9850D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457808" y="1470024"/>
                  <a:ext cx="312840" cy="322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AFF122F8-75CD-14C1-CE06-DB248788DE71}"/>
                  </a:ext>
                </a:extLst>
              </p14:cNvPr>
              <p14:cNvContentPartPr/>
              <p14:nvPr/>
            </p14:nvContentPartPr>
            <p14:xfrm>
              <a:off x="5377608" y="1396944"/>
              <a:ext cx="234360" cy="38772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AFF122F8-75CD-14C1-CE06-DB248788DE71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5368968" y="1388304"/>
                <a:ext cx="252000" cy="40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68" name="Group 67">
            <a:extLst>
              <a:ext uri="{FF2B5EF4-FFF2-40B4-BE49-F238E27FC236}">
                <a16:creationId xmlns:a16="http://schemas.microsoft.com/office/drawing/2014/main" id="{DFBC79BF-5F0E-ED71-A600-61742602CFDD}"/>
              </a:ext>
            </a:extLst>
          </p:cNvPr>
          <p:cNvGrpSpPr/>
          <p:nvPr/>
        </p:nvGrpSpPr>
        <p:grpSpPr>
          <a:xfrm>
            <a:off x="6133608" y="1410624"/>
            <a:ext cx="1320840" cy="205560"/>
            <a:chOff x="6133608" y="1410624"/>
            <a:chExt cx="1320840" cy="20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343074E-211C-2AE8-6AEC-CDAD4C587120}"/>
                    </a:ext>
                  </a:extLst>
                </p14:cNvPr>
                <p14:cNvContentPartPr/>
                <p14:nvPr/>
              </p14:nvContentPartPr>
              <p14:xfrm>
                <a:off x="6133608" y="1420344"/>
                <a:ext cx="498600" cy="1958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343074E-211C-2AE8-6AEC-CDAD4C58712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124968" y="1411344"/>
                  <a:ext cx="51624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849FFB6-A03D-A8EA-5C95-941BB5D1C602}"/>
                    </a:ext>
                  </a:extLst>
                </p14:cNvPr>
                <p14:cNvContentPartPr/>
                <p14:nvPr/>
              </p14:nvContentPartPr>
              <p14:xfrm>
                <a:off x="6632208" y="1410624"/>
                <a:ext cx="223920" cy="1890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849FFB6-A03D-A8EA-5C95-941BB5D1C60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623568" y="1401984"/>
                  <a:ext cx="24156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93DB20B-122F-6EE0-6E53-A7A64FD02E3B}"/>
                    </a:ext>
                  </a:extLst>
                </p14:cNvPr>
                <p14:cNvContentPartPr/>
                <p14:nvPr/>
              </p14:nvContentPartPr>
              <p14:xfrm>
                <a:off x="6914088" y="1416024"/>
                <a:ext cx="244080" cy="518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93DB20B-122F-6EE0-6E53-A7A64FD02E3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905088" y="1407024"/>
                  <a:ext cx="26172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C818A1AF-0D69-CBCB-662F-C284FB801272}"/>
                    </a:ext>
                  </a:extLst>
                </p14:cNvPr>
                <p14:cNvContentPartPr/>
                <p14:nvPr/>
              </p14:nvContentPartPr>
              <p14:xfrm>
                <a:off x="7234848" y="1420344"/>
                <a:ext cx="219600" cy="511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C818A1AF-0D69-CBCB-662F-C284FB80127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225848" y="1411704"/>
                  <a:ext cx="237240" cy="68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131BED3F-3BE8-1112-02B2-82D3150BAB6C}"/>
                  </a:ext>
                </a:extLst>
              </p14:cNvPr>
              <p14:cNvContentPartPr/>
              <p14:nvPr/>
            </p14:nvContentPartPr>
            <p14:xfrm>
              <a:off x="7754328" y="1309824"/>
              <a:ext cx="192960" cy="51372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131BED3F-3BE8-1112-02B2-82D3150BAB6C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7745328" y="1300824"/>
                <a:ext cx="210600" cy="53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F6CE03A3-513E-574C-DEF1-CFD0726709CC}"/>
                  </a:ext>
                </a:extLst>
              </p14:cNvPr>
              <p14:cNvContentPartPr/>
              <p14:nvPr/>
            </p14:nvContentPartPr>
            <p14:xfrm>
              <a:off x="8261568" y="1409904"/>
              <a:ext cx="151920" cy="9756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F6CE03A3-513E-574C-DEF1-CFD0726709CC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8252568" y="1401264"/>
                <a:ext cx="169560" cy="115200"/>
              </a:xfrm>
              <a:prstGeom prst="rect">
                <a:avLst/>
              </a:prstGeom>
            </p:spPr>
          </p:pic>
        </mc:Fallback>
      </mc:AlternateContent>
      <p:grpSp>
        <p:nvGrpSpPr>
          <p:cNvPr id="78" name="Group 77">
            <a:extLst>
              <a:ext uri="{FF2B5EF4-FFF2-40B4-BE49-F238E27FC236}">
                <a16:creationId xmlns:a16="http://schemas.microsoft.com/office/drawing/2014/main" id="{68E57F5D-E838-EE73-ECE3-79AF990A145A}"/>
              </a:ext>
            </a:extLst>
          </p:cNvPr>
          <p:cNvGrpSpPr/>
          <p:nvPr/>
        </p:nvGrpSpPr>
        <p:grpSpPr>
          <a:xfrm>
            <a:off x="8416728" y="1356624"/>
            <a:ext cx="678240" cy="193680"/>
            <a:chOff x="8416728" y="1356624"/>
            <a:chExt cx="678240" cy="19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85DB160-4727-E788-698D-34D1EC4CC938}"/>
                    </a:ext>
                  </a:extLst>
                </p14:cNvPr>
                <p14:cNvContentPartPr/>
                <p14:nvPr/>
              </p14:nvContentPartPr>
              <p14:xfrm>
                <a:off x="8416728" y="1416024"/>
                <a:ext cx="311040" cy="1119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85DB160-4727-E788-698D-34D1EC4CC93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408088" y="1407024"/>
                  <a:ext cx="32868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C23410E-F22C-1B7B-7A9D-70A878C1ED27}"/>
                    </a:ext>
                  </a:extLst>
                </p14:cNvPr>
                <p14:cNvContentPartPr/>
                <p14:nvPr/>
              </p14:nvContentPartPr>
              <p14:xfrm>
                <a:off x="8769528" y="1356624"/>
                <a:ext cx="87120" cy="1695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C23410E-F22C-1B7B-7A9D-70A878C1ED2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760528" y="1347624"/>
                  <a:ext cx="1047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7E1C152-A59B-01BB-ADDF-C5837F6816B1}"/>
                    </a:ext>
                  </a:extLst>
                </p14:cNvPr>
                <p14:cNvContentPartPr/>
                <p14:nvPr/>
              </p14:nvContentPartPr>
              <p14:xfrm>
                <a:off x="8933328" y="1449504"/>
                <a:ext cx="20160" cy="770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7E1C152-A59B-01BB-ADDF-C5837F6816B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924688" y="1440864"/>
                  <a:ext cx="3780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CB9F160-E4A1-2C95-9BE6-BC5636B3479B}"/>
                    </a:ext>
                  </a:extLst>
                </p14:cNvPr>
                <p14:cNvContentPartPr/>
                <p14:nvPr/>
              </p14:nvContentPartPr>
              <p14:xfrm>
                <a:off x="9090288" y="1548864"/>
                <a:ext cx="4680" cy="14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CB9F160-E4A1-2C95-9BE6-BC5636B3479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081288" y="1540224"/>
                  <a:ext cx="22320" cy="1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B15F234B-ED3E-3243-7986-61B9D5BCE369}"/>
              </a:ext>
            </a:extLst>
          </p:cNvPr>
          <p:cNvGrpSpPr/>
          <p:nvPr/>
        </p:nvGrpSpPr>
        <p:grpSpPr>
          <a:xfrm>
            <a:off x="2351808" y="1966824"/>
            <a:ext cx="514800" cy="306000"/>
            <a:chOff x="2351808" y="1966824"/>
            <a:chExt cx="514800" cy="30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197CFEA-2036-2833-3F47-216CC3A7F17B}"/>
                    </a:ext>
                  </a:extLst>
                </p14:cNvPr>
                <p14:cNvContentPartPr/>
                <p14:nvPr/>
              </p14:nvContentPartPr>
              <p14:xfrm>
                <a:off x="2351808" y="1966824"/>
                <a:ext cx="273960" cy="3060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197CFEA-2036-2833-3F47-216CC3A7F17B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2342808" y="1958184"/>
                  <a:ext cx="29160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FA121AF-6398-EBCC-3549-2A8A4D363556}"/>
                    </a:ext>
                  </a:extLst>
                </p14:cNvPr>
                <p14:cNvContentPartPr/>
                <p14:nvPr/>
              </p14:nvContentPartPr>
              <p14:xfrm>
                <a:off x="2833488" y="2086704"/>
                <a:ext cx="33120" cy="46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FA121AF-6398-EBCC-3549-2A8A4D363556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2824488" y="2078064"/>
                  <a:ext cx="50760" cy="2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CAD66659-9507-C9E9-6E35-52D5CC13B765}"/>
              </a:ext>
            </a:extLst>
          </p:cNvPr>
          <p:cNvGrpSpPr/>
          <p:nvPr/>
        </p:nvGrpSpPr>
        <p:grpSpPr>
          <a:xfrm>
            <a:off x="3518208" y="1887264"/>
            <a:ext cx="599400" cy="285840"/>
            <a:chOff x="3518208" y="1887264"/>
            <a:chExt cx="599400" cy="28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B38E0D1-8041-79AC-47BF-405431D91C54}"/>
                    </a:ext>
                  </a:extLst>
                </p14:cNvPr>
                <p14:cNvContentPartPr/>
                <p14:nvPr/>
              </p14:nvContentPartPr>
              <p14:xfrm>
                <a:off x="3518208" y="1923264"/>
                <a:ext cx="193680" cy="2498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B38E0D1-8041-79AC-47BF-405431D91C54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3509208" y="1914264"/>
                  <a:ext cx="21132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DF0AE15-7CD4-1E97-C4E0-3522CBDB0F90}"/>
                    </a:ext>
                  </a:extLst>
                </p14:cNvPr>
                <p14:cNvContentPartPr/>
                <p14:nvPr/>
              </p14:nvContentPartPr>
              <p14:xfrm>
                <a:off x="3763008" y="1931184"/>
                <a:ext cx="186120" cy="1659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DF0AE15-7CD4-1E97-C4E0-3522CBDB0F90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3754008" y="1922544"/>
                  <a:ext cx="2037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B0260E5-F09F-4318-6E6C-4EDE93F5D3A5}"/>
                    </a:ext>
                  </a:extLst>
                </p14:cNvPr>
                <p14:cNvContentPartPr/>
                <p14:nvPr/>
              </p14:nvContentPartPr>
              <p14:xfrm>
                <a:off x="4017528" y="1960344"/>
                <a:ext cx="26640" cy="1454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B0260E5-F09F-4318-6E6C-4EDE93F5D3A5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008528" y="1951344"/>
                  <a:ext cx="442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6B8F960-A7C6-B165-D1BF-2022B242C8DF}"/>
                    </a:ext>
                  </a:extLst>
                </p14:cNvPr>
                <p14:cNvContentPartPr/>
                <p14:nvPr/>
              </p14:nvContentPartPr>
              <p14:xfrm>
                <a:off x="4115088" y="1923624"/>
                <a:ext cx="2520" cy="61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6B8F960-A7C6-B165-D1BF-2022B242C8DF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106088" y="1914984"/>
                  <a:ext cx="201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F70CCCB-243E-C6C8-661C-0C9ACB64293C}"/>
                    </a:ext>
                  </a:extLst>
                </p14:cNvPr>
                <p14:cNvContentPartPr/>
                <p14:nvPr/>
              </p14:nvContentPartPr>
              <p14:xfrm>
                <a:off x="3697128" y="1887264"/>
                <a:ext cx="394920" cy="327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F70CCCB-243E-C6C8-661C-0C9ACB64293C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3688128" y="1878264"/>
                  <a:ext cx="412560" cy="5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15EC922D-5720-32EA-3778-F680E893465F}"/>
              </a:ext>
            </a:extLst>
          </p:cNvPr>
          <p:cNvGrpSpPr/>
          <p:nvPr/>
        </p:nvGrpSpPr>
        <p:grpSpPr>
          <a:xfrm>
            <a:off x="4491288" y="1673064"/>
            <a:ext cx="450720" cy="457560"/>
            <a:chOff x="4491288" y="1673064"/>
            <a:chExt cx="450720" cy="45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63B642F-7D10-0E1E-4056-5B31A1CB5579}"/>
                    </a:ext>
                  </a:extLst>
                </p14:cNvPr>
                <p14:cNvContentPartPr/>
                <p14:nvPr/>
              </p14:nvContentPartPr>
              <p14:xfrm>
                <a:off x="4491288" y="1917144"/>
                <a:ext cx="137880" cy="1940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63B642F-7D10-0E1E-4056-5B31A1CB5579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4482648" y="1908504"/>
                  <a:ext cx="15552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01C55BAA-B41A-81AC-F7C4-27E672B6879A}"/>
                    </a:ext>
                  </a:extLst>
                </p14:cNvPr>
                <p14:cNvContentPartPr/>
                <p14:nvPr/>
              </p14:nvContentPartPr>
              <p14:xfrm>
                <a:off x="4743288" y="1900584"/>
                <a:ext cx="115200" cy="2300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01C55BAA-B41A-81AC-F7C4-27E672B6879A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4734648" y="1891584"/>
                  <a:ext cx="13284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F4E35814-5445-84EF-18EF-7D9EBBEC3689}"/>
                    </a:ext>
                  </a:extLst>
                </p14:cNvPr>
                <p14:cNvContentPartPr/>
                <p14:nvPr/>
              </p14:nvContentPartPr>
              <p14:xfrm>
                <a:off x="4769928" y="1673064"/>
                <a:ext cx="172080" cy="4381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F4E35814-5445-84EF-18EF-7D9EBBEC3689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4761288" y="1664424"/>
                  <a:ext cx="189720" cy="45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AA13202-F6D1-9ECB-390C-9D841B87C006}"/>
                    </a:ext>
                  </a:extLst>
                </p14:cNvPr>
                <p14:cNvContentPartPr/>
                <p14:nvPr/>
              </p14:nvContentPartPr>
              <p14:xfrm>
                <a:off x="4606488" y="1865304"/>
                <a:ext cx="245520" cy="234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AA13202-F6D1-9ECB-390C-9D841B87C006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4597488" y="1856664"/>
                  <a:ext cx="263160" cy="4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365F71C4-5884-168F-588C-F0EE1C5B2DA6}"/>
              </a:ext>
            </a:extLst>
          </p:cNvPr>
          <p:cNvGrpSpPr/>
          <p:nvPr/>
        </p:nvGrpSpPr>
        <p:grpSpPr>
          <a:xfrm>
            <a:off x="5287608" y="1754424"/>
            <a:ext cx="152280" cy="387000"/>
            <a:chOff x="5287608" y="1754424"/>
            <a:chExt cx="152280" cy="38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DF6C9C7B-F09C-7F06-E508-49E6246CCB41}"/>
                    </a:ext>
                  </a:extLst>
                </p14:cNvPr>
                <p14:cNvContentPartPr/>
                <p14:nvPr/>
              </p14:nvContentPartPr>
              <p14:xfrm>
                <a:off x="5287608" y="1908864"/>
                <a:ext cx="141120" cy="2325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F6C9C7B-F09C-7F06-E508-49E6246CCB41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5278608" y="1899864"/>
                  <a:ext cx="15876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9670F87-0C98-6F27-2726-74A72FCCDC01}"/>
                    </a:ext>
                  </a:extLst>
                </p14:cNvPr>
                <p14:cNvContentPartPr/>
                <p14:nvPr/>
              </p14:nvContentPartPr>
              <p14:xfrm>
                <a:off x="5329728" y="1754424"/>
                <a:ext cx="32400" cy="745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9670F87-0C98-6F27-2726-74A72FCCDC01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5321088" y="1745784"/>
                  <a:ext cx="500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379F305-7897-81DF-6E0D-5734514C4A39}"/>
                    </a:ext>
                  </a:extLst>
                </p14:cNvPr>
                <p14:cNvContentPartPr/>
                <p14:nvPr/>
              </p14:nvContentPartPr>
              <p14:xfrm>
                <a:off x="5426208" y="1784664"/>
                <a:ext cx="13680" cy="842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379F305-7897-81DF-6E0D-5734514C4A39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5417208" y="1775664"/>
                  <a:ext cx="31320" cy="10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55622832-DDCC-5F7E-43CD-6590244F36CF}"/>
              </a:ext>
            </a:extLst>
          </p:cNvPr>
          <p:cNvGrpSpPr/>
          <p:nvPr/>
        </p:nvGrpSpPr>
        <p:grpSpPr>
          <a:xfrm>
            <a:off x="5672808" y="1795104"/>
            <a:ext cx="814320" cy="389160"/>
            <a:chOff x="5672808" y="1795104"/>
            <a:chExt cx="814320" cy="38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ECD6DDBA-00E6-9247-21AE-EB96BC50D95F}"/>
                    </a:ext>
                  </a:extLst>
                </p14:cNvPr>
                <p14:cNvContentPartPr/>
                <p14:nvPr/>
              </p14:nvContentPartPr>
              <p14:xfrm>
                <a:off x="5672808" y="1795104"/>
                <a:ext cx="199440" cy="3891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ECD6DDBA-00E6-9247-21AE-EB96BC50D95F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5664168" y="1786104"/>
                  <a:ext cx="21708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B6C4EA1-BF44-4A31-709A-A9DC42672759}"/>
                    </a:ext>
                  </a:extLst>
                </p14:cNvPr>
                <p14:cNvContentPartPr/>
                <p14:nvPr/>
              </p14:nvContentPartPr>
              <p14:xfrm>
                <a:off x="6004008" y="1808064"/>
                <a:ext cx="182160" cy="1962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B6C4EA1-BF44-4A31-709A-A9DC42672759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5995008" y="1799064"/>
                  <a:ext cx="19980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CB73A20F-5D4F-3CE8-21BD-750F215904E8}"/>
                    </a:ext>
                  </a:extLst>
                </p14:cNvPr>
                <p14:cNvContentPartPr/>
                <p14:nvPr/>
              </p14:nvContentPartPr>
              <p14:xfrm>
                <a:off x="6257088" y="1826784"/>
                <a:ext cx="97560" cy="1724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CB73A20F-5D4F-3CE8-21BD-750F215904E8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6248088" y="1817784"/>
                  <a:ext cx="11520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C1E89ED-E5B1-51BD-CA73-C1E39DDDFF64}"/>
                    </a:ext>
                  </a:extLst>
                </p14:cNvPr>
                <p14:cNvContentPartPr/>
                <p14:nvPr/>
              </p14:nvContentPartPr>
              <p14:xfrm>
                <a:off x="6376248" y="1910304"/>
                <a:ext cx="110880" cy="770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C1E89ED-E5B1-51BD-CA73-C1E39DDDFF64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6367248" y="1901304"/>
                  <a:ext cx="128520" cy="9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F28E4BD1-5E4C-411F-5432-F859DE31AF49}"/>
              </a:ext>
            </a:extLst>
          </p:cNvPr>
          <p:cNvGrpSpPr/>
          <p:nvPr/>
        </p:nvGrpSpPr>
        <p:grpSpPr>
          <a:xfrm>
            <a:off x="6816528" y="1813824"/>
            <a:ext cx="681840" cy="208080"/>
            <a:chOff x="6816528" y="1813824"/>
            <a:chExt cx="681840" cy="20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9EDBF591-E44F-1C9E-702D-E9FCB16BC9B7}"/>
                    </a:ext>
                  </a:extLst>
                </p14:cNvPr>
                <p14:cNvContentPartPr/>
                <p14:nvPr/>
              </p14:nvContentPartPr>
              <p14:xfrm>
                <a:off x="6816528" y="1888344"/>
                <a:ext cx="155160" cy="1335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9EDBF591-E44F-1C9E-702D-E9FCB16BC9B7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6807528" y="1879704"/>
                  <a:ext cx="1728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D8770CED-335F-77F4-16D5-CF313FA15D38}"/>
                    </a:ext>
                  </a:extLst>
                </p14:cNvPr>
                <p14:cNvContentPartPr/>
                <p14:nvPr/>
              </p14:nvContentPartPr>
              <p14:xfrm>
                <a:off x="7042608" y="1906704"/>
                <a:ext cx="189000" cy="842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8770CED-335F-77F4-16D5-CF313FA15D38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7033968" y="1898064"/>
                  <a:ext cx="20664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DC7D31B4-831C-E2AF-9E43-A4E8B40DC386}"/>
                    </a:ext>
                  </a:extLst>
                </p14:cNvPr>
                <p14:cNvContentPartPr/>
                <p14:nvPr/>
              </p14:nvContentPartPr>
              <p14:xfrm>
                <a:off x="7327008" y="1813824"/>
                <a:ext cx="158400" cy="1771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DC7D31B4-831C-E2AF-9E43-A4E8B40DC386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7318008" y="1804824"/>
                  <a:ext cx="17604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F66A9A4B-1255-C756-103A-FE3C9BD59AC6}"/>
                    </a:ext>
                  </a:extLst>
                </p14:cNvPr>
                <p14:cNvContentPartPr/>
                <p14:nvPr/>
              </p14:nvContentPartPr>
              <p14:xfrm>
                <a:off x="7494048" y="1858464"/>
                <a:ext cx="4320" cy="248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F66A9A4B-1255-C756-103A-FE3C9BD59AC6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7485408" y="1849464"/>
                  <a:ext cx="21960" cy="4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1CCB7869-E009-0160-5F18-55E742553E5E}"/>
              </a:ext>
            </a:extLst>
          </p:cNvPr>
          <p:cNvGrpSpPr/>
          <p:nvPr/>
        </p:nvGrpSpPr>
        <p:grpSpPr>
          <a:xfrm>
            <a:off x="7738848" y="1746864"/>
            <a:ext cx="656640" cy="369720"/>
            <a:chOff x="7738848" y="1746864"/>
            <a:chExt cx="656640" cy="36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9E5A9D4-7F6D-3E71-27AB-A4B5A99175EA}"/>
                    </a:ext>
                  </a:extLst>
                </p14:cNvPr>
                <p14:cNvContentPartPr/>
                <p14:nvPr/>
              </p14:nvContentPartPr>
              <p14:xfrm>
                <a:off x="7738848" y="1793664"/>
                <a:ext cx="110160" cy="1836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9E5A9D4-7F6D-3E71-27AB-A4B5A99175EA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7729848" y="1784664"/>
                  <a:ext cx="1278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540CB40-8661-00A3-0EF0-43B825D6494A}"/>
                    </a:ext>
                  </a:extLst>
                </p14:cNvPr>
                <p14:cNvContentPartPr/>
                <p14:nvPr/>
              </p14:nvContentPartPr>
              <p14:xfrm>
                <a:off x="7921728" y="1883664"/>
                <a:ext cx="271440" cy="727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540CB40-8661-00A3-0EF0-43B825D6494A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7913088" y="1875024"/>
                  <a:ext cx="2890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7BE1467C-C29D-8367-3B30-0BB84904B262}"/>
                    </a:ext>
                  </a:extLst>
                </p14:cNvPr>
                <p14:cNvContentPartPr/>
                <p14:nvPr/>
              </p14:nvContentPartPr>
              <p14:xfrm>
                <a:off x="8167248" y="1786464"/>
                <a:ext cx="10440" cy="108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7BE1467C-C29D-8367-3B30-0BB84904B262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8158248" y="1777464"/>
                  <a:ext cx="280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F314718-0B09-614A-F9D6-6B8235B04954}"/>
                    </a:ext>
                  </a:extLst>
                </p14:cNvPr>
                <p14:cNvContentPartPr/>
                <p14:nvPr/>
              </p14:nvContentPartPr>
              <p14:xfrm>
                <a:off x="8255448" y="1746864"/>
                <a:ext cx="140040" cy="3697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9F314718-0B09-614A-F9D6-6B8235B04954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8246808" y="1738224"/>
                  <a:ext cx="157680" cy="38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80C5E14E-008E-EDA2-ADBE-E562E04ADB9F}"/>
              </a:ext>
            </a:extLst>
          </p:cNvPr>
          <p:cNvGrpSpPr/>
          <p:nvPr/>
        </p:nvGrpSpPr>
        <p:grpSpPr>
          <a:xfrm>
            <a:off x="8629848" y="1855584"/>
            <a:ext cx="497160" cy="128520"/>
            <a:chOff x="8629848" y="1855584"/>
            <a:chExt cx="497160" cy="12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9F50CC2D-0EAB-36D0-228D-E6EA50285283}"/>
                    </a:ext>
                  </a:extLst>
                </p14:cNvPr>
                <p14:cNvContentPartPr/>
                <p14:nvPr/>
              </p14:nvContentPartPr>
              <p14:xfrm>
                <a:off x="8666208" y="1855584"/>
                <a:ext cx="391320" cy="921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9F50CC2D-0EAB-36D0-228D-E6EA50285283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8657208" y="1846584"/>
                  <a:ext cx="40896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C7381913-9D8F-03DA-5717-61966A7684D1}"/>
                    </a:ext>
                  </a:extLst>
                </p14:cNvPr>
                <p14:cNvContentPartPr/>
                <p14:nvPr/>
              </p14:nvContentPartPr>
              <p14:xfrm>
                <a:off x="8629848" y="1857024"/>
                <a:ext cx="497160" cy="1270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C7381913-9D8F-03DA-5717-61966A7684D1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8621208" y="1848384"/>
                  <a:ext cx="514800" cy="14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E867BE48-4E23-33B8-AE6B-07E3EA3F54E1}"/>
              </a:ext>
            </a:extLst>
          </p:cNvPr>
          <p:cNvGrpSpPr/>
          <p:nvPr/>
        </p:nvGrpSpPr>
        <p:grpSpPr>
          <a:xfrm>
            <a:off x="9355608" y="1722024"/>
            <a:ext cx="584280" cy="245880"/>
            <a:chOff x="9355608" y="1722024"/>
            <a:chExt cx="584280" cy="24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41FF76DB-0A6F-3B54-0D85-03981AB40246}"/>
                    </a:ext>
                  </a:extLst>
                </p14:cNvPr>
                <p14:cNvContentPartPr/>
                <p14:nvPr/>
              </p14:nvContentPartPr>
              <p14:xfrm>
                <a:off x="9355608" y="1784664"/>
                <a:ext cx="35280" cy="1832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41FF76DB-0A6F-3B54-0D85-03981AB40246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9346608" y="1775664"/>
                  <a:ext cx="529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F0CCC9A-7765-E20B-D19E-69D1C24A280C}"/>
                    </a:ext>
                  </a:extLst>
                </p14:cNvPr>
                <p14:cNvContentPartPr/>
                <p14:nvPr/>
              </p14:nvContentPartPr>
              <p14:xfrm>
                <a:off x="9431208" y="1722024"/>
                <a:ext cx="246240" cy="2091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F0CCC9A-7765-E20B-D19E-69D1C24A280C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9422208" y="1713024"/>
                  <a:ext cx="26388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8EA864EB-BDB9-B2C4-96DA-85F7EC751F1D}"/>
                    </a:ext>
                  </a:extLst>
                </p14:cNvPr>
                <p14:cNvContentPartPr/>
                <p14:nvPr/>
              </p14:nvContentPartPr>
              <p14:xfrm>
                <a:off x="9795888" y="1860624"/>
                <a:ext cx="61200" cy="345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8EA864EB-BDB9-B2C4-96DA-85F7EC751F1D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9787248" y="1851624"/>
                  <a:ext cx="7884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3CB65587-ED82-52C9-1429-FA521AE6A348}"/>
                    </a:ext>
                  </a:extLst>
                </p14:cNvPr>
                <p14:cNvContentPartPr/>
                <p14:nvPr/>
              </p14:nvContentPartPr>
              <p14:xfrm>
                <a:off x="9696168" y="1830744"/>
                <a:ext cx="243720" cy="1137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3CB65587-ED82-52C9-1429-FA521AE6A348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9687528" y="1822104"/>
                  <a:ext cx="261360" cy="13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5E57F2BE-8E65-A4A1-DB70-0BB246CFDC11}"/>
              </a:ext>
            </a:extLst>
          </p:cNvPr>
          <p:cNvGrpSpPr/>
          <p:nvPr/>
        </p:nvGrpSpPr>
        <p:grpSpPr>
          <a:xfrm>
            <a:off x="10191168" y="1789704"/>
            <a:ext cx="1219680" cy="129960"/>
            <a:chOff x="10191168" y="1789704"/>
            <a:chExt cx="1219680" cy="12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A742EBA-F7F7-8DA3-2DC5-374738995999}"/>
                    </a:ext>
                  </a:extLst>
                </p14:cNvPr>
                <p14:cNvContentPartPr/>
                <p14:nvPr/>
              </p14:nvContentPartPr>
              <p14:xfrm>
                <a:off x="10191168" y="1789704"/>
                <a:ext cx="335520" cy="1299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A742EBA-F7F7-8DA3-2DC5-374738995999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0182168" y="1781064"/>
                  <a:ext cx="35316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66DD210E-2750-8563-F5BB-4C110E536FAD}"/>
                    </a:ext>
                  </a:extLst>
                </p14:cNvPr>
                <p14:cNvContentPartPr/>
                <p14:nvPr/>
              </p14:nvContentPartPr>
              <p14:xfrm>
                <a:off x="10601208" y="1815624"/>
                <a:ext cx="222480" cy="720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66DD210E-2750-8563-F5BB-4C110E536FAD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0592208" y="1806984"/>
                  <a:ext cx="24012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EF0BAD18-07C2-DB13-E818-0D29603D9774}"/>
                    </a:ext>
                  </a:extLst>
                </p14:cNvPr>
                <p14:cNvContentPartPr/>
                <p14:nvPr/>
              </p14:nvContentPartPr>
              <p14:xfrm>
                <a:off x="10893528" y="1814184"/>
                <a:ext cx="171000" cy="594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EF0BAD18-07C2-DB13-E818-0D29603D9774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0884888" y="1805544"/>
                  <a:ext cx="18864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6A76811-53C3-75AA-1EB2-CEED6291A25D}"/>
                    </a:ext>
                  </a:extLst>
                </p14:cNvPr>
                <p14:cNvContentPartPr/>
                <p14:nvPr/>
              </p14:nvContentPartPr>
              <p14:xfrm>
                <a:off x="11162448" y="1804464"/>
                <a:ext cx="248400" cy="716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6A76811-53C3-75AA-1EB2-CEED6291A25D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1153808" y="1795464"/>
                  <a:ext cx="266040" cy="8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B9F24665-2F8D-2A5E-E478-5320C22DEA22}"/>
              </a:ext>
            </a:extLst>
          </p:cNvPr>
          <p:cNvGrpSpPr/>
          <p:nvPr/>
        </p:nvGrpSpPr>
        <p:grpSpPr>
          <a:xfrm>
            <a:off x="3820608" y="2297304"/>
            <a:ext cx="1325520" cy="351720"/>
            <a:chOff x="3820608" y="2297304"/>
            <a:chExt cx="1325520" cy="35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30F01DCC-4F21-D1EE-012C-9F622D3995E0}"/>
                    </a:ext>
                  </a:extLst>
                </p14:cNvPr>
                <p14:cNvContentPartPr/>
                <p14:nvPr/>
              </p14:nvContentPartPr>
              <p14:xfrm>
                <a:off x="3820608" y="2320344"/>
                <a:ext cx="182880" cy="3186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30F01DCC-4F21-D1EE-012C-9F622D3995E0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3811608" y="2311344"/>
                  <a:ext cx="20052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52C33BEE-58A4-DC54-6530-E82EA6016826}"/>
                    </a:ext>
                  </a:extLst>
                </p14:cNvPr>
                <p14:cNvContentPartPr/>
                <p14:nvPr/>
              </p14:nvContentPartPr>
              <p14:xfrm>
                <a:off x="4052448" y="2346264"/>
                <a:ext cx="267480" cy="18900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52C33BEE-58A4-DC54-6530-E82EA6016826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4043448" y="2337624"/>
                  <a:ext cx="28512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099514F0-A108-643D-E4B5-C1236630BB8A}"/>
                    </a:ext>
                  </a:extLst>
                </p14:cNvPr>
                <p14:cNvContentPartPr/>
                <p14:nvPr/>
              </p14:nvContentPartPr>
              <p14:xfrm>
                <a:off x="4301208" y="2375064"/>
                <a:ext cx="127440" cy="27396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099514F0-A108-643D-E4B5-C1236630BB8A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4292208" y="2366064"/>
                  <a:ext cx="14508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50B7AF94-0FF5-7C50-A7E6-433155599313}"/>
                    </a:ext>
                  </a:extLst>
                </p14:cNvPr>
                <p14:cNvContentPartPr/>
                <p14:nvPr/>
              </p14:nvContentPartPr>
              <p14:xfrm>
                <a:off x="4430088" y="2441664"/>
                <a:ext cx="281160" cy="7308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50B7AF94-0FF5-7C50-A7E6-433155599313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4421448" y="2432664"/>
                  <a:ext cx="29880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95F384CD-544A-9835-EAFF-7DDDE2BC8303}"/>
                    </a:ext>
                  </a:extLst>
                </p14:cNvPr>
                <p14:cNvContentPartPr/>
                <p14:nvPr/>
              </p14:nvContentPartPr>
              <p14:xfrm>
                <a:off x="4710168" y="2348064"/>
                <a:ext cx="3240" cy="288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95F384CD-544A-9835-EAFF-7DDDE2BC830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701528" y="2339424"/>
                  <a:ext cx="2088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A1B2A148-CE4B-1F69-32F2-E4F21078D8FB}"/>
                    </a:ext>
                  </a:extLst>
                </p14:cNvPr>
                <p14:cNvContentPartPr/>
                <p14:nvPr/>
              </p14:nvContentPartPr>
              <p14:xfrm>
                <a:off x="4705488" y="2297304"/>
                <a:ext cx="317520" cy="2059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A1B2A148-CE4B-1F69-32F2-E4F21078D8FB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696488" y="2288304"/>
                  <a:ext cx="33516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483281E8-ACD4-3D0D-570D-9E92B759695A}"/>
                    </a:ext>
                  </a:extLst>
                </p14:cNvPr>
                <p14:cNvContentPartPr/>
                <p14:nvPr/>
              </p14:nvContentPartPr>
              <p14:xfrm>
                <a:off x="4783968" y="2299464"/>
                <a:ext cx="68040" cy="4896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483281E8-ACD4-3D0D-570D-9E92B759695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775328" y="2290824"/>
                  <a:ext cx="856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10E6C0DA-D16B-7285-E924-9D915742D3CB}"/>
                    </a:ext>
                  </a:extLst>
                </p14:cNvPr>
                <p14:cNvContentPartPr/>
                <p14:nvPr/>
              </p14:nvContentPartPr>
              <p14:xfrm>
                <a:off x="4844088" y="2372904"/>
                <a:ext cx="5400" cy="72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10E6C0DA-D16B-7285-E924-9D915742D3C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835448" y="2363904"/>
                  <a:ext cx="2304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125AD8F9-C4E0-42FA-5448-D88F7DCF157D}"/>
                    </a:ext>
                  </a:extLst>
                </p14:cNvPr>
                <p14:cNvContentPartPr/>
                <p14:nvPr/>
              </p14:nvContentPartPr>
              <p14:xfrm>
                <a:off x="4908528" y="2398104"/>
                <a:ext cx="237600" cy="6912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125AD8F9-C4E0-42FA-5448-D88F7DCF157D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4899528" y="2389104"/>
                  <a:ext cx="255240" cy="86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5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30CEBB1F-1CA7-FADA-8E71-43E48293F2D4}"/>
                  </a:ext>
                </a:extLst>
              </p14:cNvPr>
              <p14:cNvContentPartPr/>
              <p14:nvPr/>
            </p14:nvContentPartPr>
            <p14:xfrm>
              <a:off x="5462568" y="2334024"/>
              <a:ext cx="266760" cy="370440"/>
            </p14:xfrm>
          </p:contentPart>
        </mc:Choice>
        <mc:Fallback xmlns=""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30CEBB1F-1CA7-FADA-8E71-43E48293F2D4}"/>
                  </a:ext>
                </a:extLst>
              </p:cNvPr>
              <p:cNvPicPr/>
              <p:nvPr/>
            </p:nvPicPr>
            <p:blipFill>
              <a:blip r:embed="rId216"/>
              <a:stretch>
                <a:fillRect/>
              </a:stretch>
            </p:blipFill>
            <p:spPr>
              <a:xfrm>
                <a:off x="5453568" y="2325024"/>
                <a:ext cx="284400" cy="388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4" name="Group 213">
            <a:extLst>
              <a:ext uri="{FF2B5EF4-FFF2-40B4-BE49-F238E27FC236}">
                <a16:creationId xmlns:a16="http://schemas.microsoft.com/office/drawing/2014/main" id="{8DCA3F23-708B-3718-6210-0732BF041162}"/>
              </a:ext>
            </a:extLst>
          </p:cNvPr>
          <p:cNvGrpSpPr/>
          <p:nvPr/>
        </p:nvGrpSpPr>
        <p:grpSpPr>
          <a:xfrm>
            <a:off x="6408288" y="2212344"/>
            <a:ext cx="872640" cy="434880"/>
            <a:chOff x="6408288" y="2212344"/>
            <a:chExt cx="872640" cy="43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BCEE2A41-38B8-573F-DB66-867AF6354DD6}"/>
                    </a:ext>
                  </a:extLst>
                </p14:cNvPr>
                <p14:cNvContentPartPr/>
                <p14:nvPr/>
              </p14:nvContentPartPr>
              <p14:xfrm>
                <a:off x="6408288" y="2212344"/>
                <a:ext cx="187560" cy="43488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BCEE2A41-38B8-573F-DB66-867AF6354DD6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6399648" y="2203704"/>
                  <a:ext cx="205200" cy="45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95A98D2B-370F-865F-A365-83BBEAE5ED62}"/>
                    </a:ext>
                  </a:extLst>
                </p14:cNvPr>
                <p14:cNvContentPartPr/>
                <p14:nvPr/>
              </p14:nvContentPartPr>
              <p14:xfrm>
                <a:off x="6652368" y="2344464"/>
                <a:ext cx="317160" cy="17244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95A98D2B-370F-865F-A365-83BBEAE5ED62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6643728" y="2335824"/>
                  <a:ext cx="33480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A3E816A9-593C-FFF4-3BA6-4A086EF4AA10}"/>
                    </a:ext>
                  </a:extLst>
                </p14:cNvPr>
                <p14:cNvContentPartPr/>
                <p14:nvPr/>
              </p14:nvContentPartPr>
              <p14:xfrm>
                <a:off x="7010208" y="2366424"/>
                <a:ext cx="37440" cy="255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A3E816A9-593C-FFF4-3BA6-4A086EF4AA10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7001568" y="2357784"/>
                  <a:ext cx="550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73E03D11-0EDA-A4B9-A46A-E94D5EE4B424}"/>
                    </a:ext>
                  </a:extLst>
                </p14:cNvPr>
                <p14:cNvContentPartPr/>
                <p14:nvPr/>
              </p14:nvContentPartPr>
              <p14:xfrm>
                <a:off x="7098768" y="2414664"/>
                <a:ext cx="182160" cy="5112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73E03D11-0EDA-A4B9-A46A-E94D5EE4B424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7090128" y="2406024"/>
                  <a:ext cx="199800" cy="6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D60F3AB6-8D5E-A180-0C8E-BB5768156180}"/>
              </a:ext>
            </a:extLst>
          </p:cNvPr>
          <p:cNvGrpSpPr/>
          <p:nvPr/>
        </p:nvGrpSpPr>
        <p:grpSpPr>
          <a:xfrm>
            <a:off x="7606728" y="2154744"/>
            <a:ext cx="1702800" cy="434160"/>
            <a:chOff x="7606728" y="2154744"/>
            <a:chExt cx="1702800" cy="43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E99EAD25-6F11-9ADC-BCA5-F70FE1B4186A}"/>
                    </a:ext>
                  </a:extLst>
                </p14:cNvPr>
                <p14:cNvContentPartPr/>
                <p14:nvPr/>
              </p14:nvContentPartPr>
              <p14:xfrm>
                <a:off x="7606728" y="2154744"/>
                <a:ext cx="143280" cy="35280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E99EAD25-6F11-9ADC-BCA5-F70FE1B4186A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7597728" y="2145744"/>
                  <a:ext cx="16092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9BFAD186-FA12-01E8-8D91-C76BCD854007}"/>
                    </a:ext>
                  </a:extLst>
                </p14:cNvPr>
                <p14:cNvContentPartPr/>
                <p14:nvPr/>
              </p14:nvContentPartPr>
              <p14:xfrm>
                <a:off x="7840368" y="2319984"/>
                <a:ext cx="599400" cy="26892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9BFAD186-FA12-01E8-8D91-C76BCD854007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7831728" y="2311344"/>
                  <a:ext cx="61704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0F5D5028-EE63-AE46-06B5-9DE4B80BA53C}"/>
                    </a:ext>
                  </a:extLst>
                </p14:cNvPr>
                <p14:cNvContentPartPr/>
                <p14:nvPr/>
              </p14:nvContentPartPr>
              <p14:xfrm>
                <a:off x="8511768" y="2253384"/>
                <a:ext cx="590040" cy="19908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0F5D5028-EE63-AE46-06B5-9DE4B80BA53C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8502768" y="2244384"/>
                  <a:ext cx="60768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DEEDDABA-1CCA-0B0B-94AC-8DEC646B8587}"/>
                    </a:ext>
                  </a:extLst>
                </p14:cNvPr>
                <p14:cNvContentPartPr/>
                <p14:nvPr/>
              </p14:nvContentPartPr>
              <p14:xfrm>
                <a:off x="9286488" y="2272824"/>
                <a:ext cx="23040" cy="3132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DEEDDABA-1CCA-0B0B-94AC-8DEC646B8587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9277488" y="2263824"/>
                  <a:ext cx="40680" cy="4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683B18C6-C84B-8208-745E-B6164A71081F}"/>
              </a:ext>
            </a:extLst>
          </p:cNvPr>
          <p:cNvGrpSpPr/>
          <p:nvPr/>
        </p:nvGrpSpPr>
        <p:grpSpPr>
          <a:xfrm>
            <a:off x="988848" y="2916504"/>
            <a:ext cx="790560" cy="600480"/>
            <a:chOff x="988848" y="2916504"/>
            <a:chExt cx="790560" cy="60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CD20BEE5-E60E-DB08-72DB-582BF58D281C}"/>
                    </a:ext>
                  </a:extLst>
                </p14:cNvPr>
                <p14:cNvContentPartPr/>
                <p14:nvPr/>
              </p14:nvContentPartPr>
              <p14:xfrm>
                <a:off x="1228968" y="3222144"/>
                <a:ext cx="77400" cy="29484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CD20BEE5-E60E-DB08-72DB-582BF58D281C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219968" y="3213144"/>
                  <a:ext cx="9504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51992284-8E67-70B4-5227-D472D4D7391D}"/>
                    </a:ext>
                  </a:extLst>
                </p14:cNvPr>
                <p14:cNvContentPartPr/>
                <p14:nvPr/>
              </p14:nvContentPartPr>
              <p14:xfrm>
                <a:off x="988848" y="2916504"/>
                <a:ext cx="790560" cy="49176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51992284-8E67-70B4-5227-D472D4D7391D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979848" y="2907864"/>
                  <a:ext cx="808200" cy="50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ADFACF13-5A1C-33AA-2AC0-EBB7D298DF28}"/>
              </a:ext>
            </a:extLst>
          </p:cNvPr>
          <p:cNvGrpSpPr/>
          <p:nvPr/>
        </p:nvGrpSpPr>
        <p:grpSpPr>
          <a:xfrm>
            <a:off x="2182608" y="3029184"/>
            <a:ext cx="1547280" cy="561960"/>
            <a:chOff x="2182608" y="3029184"/>
            <a:chExt cx="1547280" cy="56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91F4EAC7-A37A-E764-DA84-1E432DAA33B5}"/>
                    </a:ext>
                  </a:extLst>
                </p14:cNvPr>
                <p14:cNvContentPartPr/>
                <p14:nvPr/>
              </p14:nvContentPartPr>
              <p14:xfrm>
                <a:off x="2182608" y="3241584"/>
                <a:ext cx="416160" cy="14580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91F4EAC7-A37A-E764-DA84-1E432DAA33B5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2173608" y="3232584"/>
                  <a:ext cx="43380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82FBDA6E-4D6A-E164-54A1-ED8FEA119E06}"/>
                    </a:ext>
                  </a:extLst>
                </p14:cNvPr>
                <p14:cNvContentPartPr/>
                <p14:nvPr/>
              </p14:nvContentPartPr>
              <p14:xfrm>
                <a:off x="2666808" y="3242304"/>
                <a:ext cx="163440" cy="14652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82FBDA6E-4D6A-E164-54A1-ED8FEA119E06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2657808" y="3233664"/>
                  <a:ext cx="1810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BFC5C492-58DD-913D-BD95-F160009A46F7}"/>
                    </a:ext>
                  </a:extLst>
                </p14:cNvPr>
                <p14:cNvContentPartPr/>
                <p14:nvPr/>
              </p14:nvContentPartPr>
              <p14:xfrm>
                <a:off x="2882808" y="3253824"/>
                <a:ext cx="11520" cy="9792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BFC5C492-58DD-913D-BD95-F160009A46F7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2874168" y="3244824"/>
                  <a:ext cx="2916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18FD2079-8B4D-9E41-3977-87B34F03724E}"/>
                    </a:ext>
                  </a:extLst>
                </p14:cNvPr>
                <p14:cNvContentPartPr/>
                <p14:nvPr/>
              </p14:nvContentPartPr>
              <p14:xfrm>
                <a:off x="2958408" y="3139704"/>
                <a:ext cx="22680" cy="4392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18FD2079-8B4D-9E41-3977-87B34F03724E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2949408" y="3131064"/>
                  <a:ext cx="4032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D23D2FC3-2A93-62E4-06B1-2D3C31279F78}"/>
                    </a:ext>
                  </a:extLst>
                </p14:cNvPr>
                <p14:cNvContentPartPr/>
                <p14:nvPr/>
              </p14:nvContentPartPr>
              <p14:xfrm>
                <a:off x="3063168" y="3029184"/>
                <a:ext cx="267840" cy="33120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D23D2FC3-2A93-62E4-06B1-2D3C31279F78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3054528" y="3020544"/>
                  <a:ext cx="28548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09F47DB7-21FC-EFD1-4BF1-EC87456F02C7}"/>
                    </a:ext>
                  </a:extLst>
                </p14:cNvPr>
                <p14:cNvContentPartPr/>
                <p14:nvPr/>
              </p14:nvContentPartPr>
              <p14:xfrm>
                <a:off x="3338208" y="3197664"/>
                <a:ext cx="391680" cy="39348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09F47DB7-21FC-EFD1-4BF1-EC87456F02C7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3329208" y="3189024"/>
                  <a:ext cx="409320" cy="41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C43CF96F-190A-3E20-68C6-6AC16669A8A3}"/>
              </a:ext>
            </a:extLst>
          </p:cNvPr>
          <p:cNvGrpSpPr/>
          <p:nvPr/>
        </p:nvGrpSpPr>
        <p:grpSpPr>
          <a:xfrm>
            <a:off x="4178088" y="3070584"/>
            <a:ext cx="753840" cy="334800"/>
            <a:chOff x="4178088" y="3070584"/>
            <a:chExt cx="753840" cy="33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CEA5DAAD-5DE4-332F-90C8-33E24E1A9781}"/>
                    </a:ext>
                  </a:extLst>
                </p14:cNvPr>
                <p14:cNvContentPartPr/>
                <p14:nvPr/>
              </p14:nvContentPartPr>
              <p14:xfrm>
                <a:off x="4178088" y="3218544"/>
                <a:ext cx="135000" cy="18684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CEA5DAAD-5DE4-332F-90C8-33E24E1A9781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4169448" y="3209544"/>
                  <a:ext cx="15264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915E8351-5FA0-9953-485A-7E8A36308914}"/>
                    </a:ext>
                  </a:extLst>
                </p14:cNvPr>
                <p14:cNvContentPartPr/>
                <p14:nvPr/>
              </p14:nvContentPartPr>
              <p14:xfrm>
                <a:off x="4431888" y="3070584"/>
                <a:ext cx="403560" cy="25740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915E8351-5FA0-9953-485A-7E8A36308914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4422888" y="3061944"/>
                  <a:ext cx="42120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F125436C-3BC1-2B2D-EA2A-90CC4AF77FAC}"/>
                    </a:ext>
                  </a:extLst>
                </p14:cNvPr>
                <p14:cNvContentPartPr/>
                <p14:nvPr/>
              </p14:nvContentPartPr>
              <p14:xfrm>
                <a:off x="4889808" y="3217464"/>
                <a:ext cx="42120" cy="9396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F125436C-3BC1-2B2D-EA2A-90CC4AF77FAC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4880808" y="3208464"/>
                  <a:ext cx="59760" cy="11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B6EF2463-3402-EB7B-4A75-57580EA42D05}"/>
              </a:ext>
            </a:extLst>
          </p:cNvPr>
          <p:cNvGrpSpPr/>
          <p:nvPr/>
        </p:nvGrpSpPr>
        <p:grpSpPr>
          <a:xfrm>
            <a:off x="5242248" y="3150864"/>
            <a:ext cx="203760" cy="147240"/>
            <a:chOff x="5242248" y="3150864"/>
            <a:chExt cx="203760" cy="14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E1F37B64-4E66-53DA-EC84-0A9FE0397DFB}"/>
                    </a:ext>
                  </a:extLst>
                </p14:cNvPr>
                <p14:cNvContentPartPr/>
                <p14:nvPr/>
              </p14:nvContentPartPr>
              <p14:xfrm>
                <a:off x="5248728" y="3240144"/>
                <a:ext cx="49680" cy="5616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E1F37B64-4E66-53DA-EC84-0A9FE0397DFB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5240088" y="3231144"/>
                  <a:ext cx="6732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4CC32F0B-1591-9F63-283C-E2B2BE50A848}"/>
                    </a:ext>
                  </a:extLst>
                </p14:cNvPr>
                <p14:cNvContentPartPr/>
                <p14:nvPr/>
              </p14:nvContentPartPr>
              <p14:xfrm>
                <a:off x="5242248" y="3150864"/>
                <a:ext cx="7200" cy="3024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4CC32F0B-1591-9F63-283C-E2B2BE50A848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5233248" y="3141864"/>
                  <a:ext cx="248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CF79CCA7-BAFD-7DEE-4E90-95968A8A6D4F}"/>
                    </a:ext>
                  </a:extLst>
                </p14:cNvPr>
                <p14:cNvContentPartPr/>
                <p14:nvPr/>
              </p14:nvContentPartPr>
              <p14:xfrm>
                <a:off x="5372928" y="3243024"/>
                <a:ext cx="73080" cy="5508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CF79CCA7-BAFD-7DEE-4E90-95968A8A6D4F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5364288" y="3234384"/>
                  <a:ext cx="90720" cy="7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879026BE-DC04-4148-B742-B0F7E4890F6C}"/>
              </a:ext>
            </a:extLst>
          </p:cNvPr>
          <p:cNvGrpSpPr/>
          <p:nvPr/>
        </p:nvGrpSpPr>
        <p:grpSpPr>
          <a:xfrm>
            <a:off x="6022368" y="2974464"/>
            <a:ext cx="705960" cy="323640"/>
            <a:chOff x="6022368" y="2974464"/>
            <a:chExt cx="705960" cy="32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7DE0EB40-8F42-488B-905C-AADCC1A26964}"/>
                    </a:ext>
                  </a:extLst>
                </p14:cNvPr>
                <p14:cNvContentPartPr/>
                <p14:nvPr/>
              </p14:nvContentPartPr>
              <p14:xfrm>
                <a:off x="6022368" y="2974464"/>
                <a:ext cx="705960" cy="32364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7DE0EB40-8F42-488B-905C-AADCC1A26964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6013728" y="2965464"/>
                  <a:ext cx="72360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098E42F9-C494-E94C-901F-4994C840A30F}"/>
                    </a:ext>
                  </a:extLst>
                </p14:cNvPr>
                <p14:cNvContentPartPr/>
                <p14:nvPr/>
              </p14:nvContentPartPr>
              <p14:xfrm>
                <a:off x="6547968" y="3113064"/>
                <a:ext cx="18720" cy="1548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098E42F9-C494-E94C-901F-4994C840A30F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6538968" y="3104424"/>
                  <a:ext cx="36360" cy="3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0" name="Group 239">
            <a:extLst>
              <a:ext uri="{FF2B5EF4-FFF2-40B4-BE49-F238E27FC236}">
                <a16:creationId xmlns:a16="http://schemas.microsoft.com/office/drawing/2014/main" id="{53244E3B-70F1-7C00-BB88-6F01AE7F332B}"/>
              </a:ext>
            </a:extLst>
          </p:cNvPr>
          <p:cNvGrpSpPr/>
          <p:nvPr/>
        </p:nvGrpSpPr>
        <p:grpSpPr>
          <a:xfrm>
            <a:off x="7139088" y="3023424"/>
            <a:ext cx="1503000" cy="379440"/>
            <a:chOff x="7139088" y="3023424"/>
            <a:chExt cx="1503000" cy="37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7827FE34-1604-FF4F-39E8-F9B32F9279E4}"/>
                    </a:ext>
                  </a:extLst>
                </p14:cNvPr>
                <p14:cNvContentPartPr/>
                <p14:nvPr/>
              </p14:nvContentPartPr>
              <p14:xfrm>
                <a:off x="7139088" y="3030264"/>
                <a:ext cx="362160" cy="30744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7827FE34-1604-FF4F-39E8-F9B32F9279E4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7130088" y="3021264"/>
                  <a:ext cx="37980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6984ED91-7DB3-E935-CF00-F212D1880426}"/>
                    </a:ext>
                  </a:extLst>
                </p14:cNvPr>
                <p14:cNvContentPartPr/>
                <p14:nvPr/>
              </p14:nvContentPartPr>
              <p14:xfrm>
                <a:off x="7624728" y="3058344"/>
                <a:ext cx="312120" cy="34452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6984ED91-7DB3-E935-CF00-F212D1880426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7616088" y="3049344"/>
                  <a:ext cx="32976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42D7D841-04A8-C949-081D-87D7D531C4AF}"/>
                    </a:ext>
                  </a:extLst>
                </p14:cNvPr>
                <p14:cNvContentPartPr/>
                <p14:nvPr/>
              </p14:nvContentPartPr>
              <p14:xfrm>
                <a:off x="8025768" y="3055104"/>
                <a:ext cx="347040" cy="8100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42D7D841-04A8-C949-081D-87D7D531C4AF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8017128" y="3046104"/>
                  <a:ext cx="36468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54952C9E-64FB-0FB8-74AF-BE008A2B60B4}"/>
                    </a:ext>
                  </a:extLst>
                </p14:cNvPr>
                <p14:cNvContentPartPr/>
                <p14:nvPr/>
              </p14:nvContentPartPr>
              <p14:xfrm>
                <a:off x="8433648" y="3023424"/>
                <a:ext cx="208440" cy="6012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54952C9E-64FB-0FB8-74AF-BE008A2B60B4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8425008" y="3014784"/>
                  <a:ext cx="226080" cy="7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54A24E59-16C9-DED7-5EDD-1877ECE25585}"/>
              </a:ext>
            </a:extLst>
          </p:cNvPr>
          <p:cNvGrpSpPr/>
          <p:nvPr/>
        </p:nvGrpSpPr>
        <p:grpSpPr>
          <a:xfrm>
            <a:off x="9029808" y="2862144"/>
            <a:ext cx="1091520" cy="435960"/>
            <a:chOff x="9029808" y="2862144"/>
            <a:chExt cx="1091520" cy="43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8E16852D-FF13-76FE-7AAA-83547C0A515D}"/>
                    </a:ext>
                  </a:extLst>
                </p14:cNvPr>
                <p14:cNvContentPartPr/>
                <p14:nvPr/>
              </p14:nvContentPartPr>
              <p14:xfrm>
                <a:off x="9029808" y="2931264"/>
                <a:ext cx="252000" cy="36684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8E16852D-FF13-76FE-7AAA-83547C0A515D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9021168" y="2922624"/>
                  <a:ext cx="26964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61B32DCA-F0D3-7896-048B-707ABA6515FA}"/>
                    </a:ext>
                  </a:extLst>
                </p14:cNvPr>
                <p14:cNvContentPartPr/>
                <p14:nvPr/>
              </p14:nvContentPartPr>
              <p14:xfrm>
                <a:off x="9228888" y="3018024"/>
                <a:ext cx="226800" cy="8280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61B32DCA-F0D3-7896-048B-707ABA6515FA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9220248" y="3009384"/>
                  <a:ext cx="2444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0BF76AE2-6859-877D-672A-C1A18EA83643}"/>
                    </a:ext>
                  </a:extLst>
                </p14:cNvPr>
                <p14:cNvContentPartPr/>
                <p14:nvPr/>
              </p14:nvContentPartPr>
              <p14:xfrm>
                <a:off x="9532728" y="2998224"/>
                <a:ext cx="196920" cy="7740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0BF76AE2-6859-877D-672A-C1A18EA83643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9524088" y="2989224"/>
                  <a:ext cx="21456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38CB84A1-C9A8-8A6A-A2A7-18BEB24D4A20}"/>
                    </a:ext>
                  </a:extLst>
                </p14:cNvPr>
                <p14:cNvContentPartPr/>
                <p14:nvPr/>
              </p14:nvContentPartPr>
              <p14:xfrm>
                <a:off x="9758448" y="2939544"/>
                <a:ext cx="13680" cy="5004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38CB84A1-C9A8-8A6A-A2A7-18BEB24D4A20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9749808" y="2930904"/>
                  <a:ext cx="3132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48E525DB-813F-5C7A-EB42-DE78CA71579F}"/>
                    </a:ext>
                  </a:extLst>
                </p14:cNvPr>
                <p14:cNvContentPartPr/>
                <p14:nvPr/>
              </p14:nvContentPartPr>
              <p14:xfrm>
                <a:off x="9848088" y="2862144"/>
                <a:ext cx="273240" cy="19980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48E525DB-813F-5C7A-EB42-DE78CA71579F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9839088" y="2853504"/>
                  <a:ext cx="290880" cy="21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DE347B86-3933-AB62-BC37-386557E9480B}"/>
              </a:ext>
            </a:extLst>
          </p:cNvPr>
          <p:cNvGrpSpPr/>
          <p:nvPr/>
        </p:nvGrpSpPr>
        <p:grpSpPr>
          <a:xfrm>
            <a:off x="10375848" y="2598624"/>
            <a:ext cx="1326240" cy="617040"/>
            <a:chOff x="10375848" y="2598624"/>
            <a:chExt cx="1326240" cy="61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F23FC2C3-E1BB-C466-AD78-6A663A1C25C6}"/>
                    </a:ext>
                  </a:extLst>
                </p14:cNvPr>
                <p14:cNvContentPartPr/>
                <p14:nvPr/>
              </p14:nvContentPartPr>
              <p14:xfrm>
                <a:off x="10375848" y="2953944"/>
                <a:ext cx="18720" cy="8820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F23FC2C3-E1BB-C466-AD78-6A663A1C25C6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10366848" y="2945304"/>
                  <a:ext cx="363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0D1C45FF-4355-1316-4D59-637D904A247D}"/>
                    </a:ext>
                  </a:extLst>
                </p14:cNvPr>
                <p14:cNvContentPartPr/>
                <p14:nvPr/>
              </p14:nvContentPartPr>
              <p14:xfrm>
                <a:off x="10425528" y="2853864"/>
                <a:ext cx="9360" cy="2340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0D1C45FF-4355-1316-4D59-637D904A247D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10416528" y="2844864"/>
                  <a:ext cx="270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DF887E54-C0B9-4030-F7C0-63F7434B201E}"/>
                    </a:ext>
                  </a:extLst>
                </p14:cNvPr>
                <p14:cNvContentPartPr/>
                <p14:nvPr/>
              </p14:nvContentPartPr>
              <p14:xfrm>
                <a:off x="10500408" y="2934504"/>
                <a:ext cx="57600" cy="5760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DF887E54-C0B9-4030-F7C0-63F7434B201E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10491768" y="2925864"/>
                  <a:ext cx="7524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0C21E97B-032C-1E80-3BAF-92C7515CD4C7}"/>
                    </a:ext>
                  </a:extLst>
                </p14:cNvPr>
                <p14:cNvContentPartPr/>
                <p14:nvPr/>
              </p14:nvContentPartPr>
              <p14:xfrm>
                <a:off x="10561968" y="2598624"/>
                <a:ext cx="292320" cy="61704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0C21E97B-032C-1E80-3BAF-92C7515CD4C7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10552968" y="2589984"/>
                  <a:ext cx="309960" cy="63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545FAE88-A79C-CECF-9519-2D647B932375}"/>
                    </a:ext>
                  </a:extLst>
                </p14:cNvPr>
                <p14:cNvContentPartPr/>
                <p14:nvPr/>
              </p14:nvContentPartPr>
              <p14:xfrm>
                <a:off x="10870128" y="2968344"/>
                <a:ext cx="62640" cy="3348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545FAE88-A79C-CECF-9519-2D647B932375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10861488" y="2959704"/>
                  <a:ext cx="8028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099AC534-19F4-0349-288A-42FA5D1A7793}"/>
                    </a:ext>
                  </a:extLst>
                </p14:cNvPr>
                <p14:cNvContentPartPr/>
                <p14:nvPr/>
              </p14:nvContentPartPr>
              <p14:xfrm>
                <a:off x="10994328" y="2935224"/>
                <a:ext cx="173520" cy="6408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099AC534-19F4-0349-288A-42FA5D1A7793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10985688" y="2926224"/>
                  <a:ext cx="1911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FC707175-966F-2676-3BAA-E489C76D3C4B}"/>
                    </a:ext>
                  </a:extLst>
                </p14:cNvPr>
                <p14:cNvContentPartPr/>
                <p14:nvPr/>
              </p14:nvContentPartPr>
              <p14:xfrm>
                <a:off x="11232648" y="2733984"/>
                <a:ext cx="211680" cy="26604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FC707175-966F-2676-3BAA-E489C76D3C4B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11224008" y="2724984"/>
                  <a:ext cx="22932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ABD3098A-ABA8-C20F-E09B-787240773E84}"/>
                    </a:ext>
                  </a:extLst>
                </p14:cNvPr>
                <p14:cNvContentPartPr/>
                <p14:nvPr/>
              </p14:nvContentPartPr>
              <p14:xfrm>
                <a:off x="11461248" y="2947824"/>
                <a:ext cx="14400" cy="2844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ABD3098A-ABA8-C20F-E09B-787240773E84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11452248" y="2939184"/>
                  <a:ext cx="320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17B79EDE-F3E6-D4D6-F2B5-D5BF82AFE31D}"/>
                    </a:ext>
                  </a:extLst>
                </p14:cNvPr>
                <p14:cNvContentPartPr/>
                <p14:nvPr/>
              </p14:nvContentPartPr>
              <p14:xfrm>
                <a:off x="11486088" y="2943504"/>
                <a:ext cx="149040" cy="4284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17B79EDE-F3E6-D4D6-F2B5-D5BF82AFE31D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11477448" y="2934864"/>
                  <a:ext cx="1666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846DD5F8-DD33-0D19-4D9A-4F18D5247167}"/>
                    </a:ext>
                  </a:extLst>
                </p14:cNvPr>
                <p14:cNvContentPartPr/>
                <p14:nvPr/>
              </p14:nvContentPartPr>
              <p14:xfrm>
                <a:off x="11675448" y="2884824"/>
                <a:ext cx="26640" cy="1980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846DD5F8-DD33-0D19-4D9A-4F18D5247167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11666808" y="2876184"/>
                  <a:ext cx="44280" cy="3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3BA7A4EC-0305-F316-2F45-7595E14821BE}"/>
              </a:ext>
            </a:extLst>
          </p:cNvPr>
          <p:cNvGrpSpPr/>
          <p:nvPr/>
        </p:nvGrpSpPr>
        <p:grpSpPr>
          <a:xfrm>
            <a:off x="1720008" y="3590064"/>
            <a:ext cx="1712880" cy="403200"/>
            <a:chOff x="1720008" y="3590064"/>
            <a:chExt cx="1712880" cy="40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6EAA4E56-3FB7-43DB-1D4B-DAFDE4717E87}"/>
                    </a:ext>
                  </a:extLst>
                </p14:cNvPr>
                <p14:cNvContentPartPr/>
                <p14:nvPr/>
              </p14:nvContentPartPr>
              <p14:xfrm>
                <a:off x="1720008" y="3717144"/>
                <a:ext cx="375480" cy="27612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6EAA4E56-3FB7-43DB-1D4B-DAFDE4717E87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1711008" y="3708144"/>
                  <a:ext cx="39312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9AC504FB-9F19-A1A1-9AD1-8E7B34F9D61F}"/>
                    </a:ext>
                  </a:extLst>
                </p14:cNvPr>
                <p14:cNvContentPartPr/>
                <p14:nvPr/>
              </p14:nvContentPartPr>
              <p14:xfrm>
                <a:off x="2156688" y="3848544"/>
                <a:ext cx="31320" cy="7848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9AC504FB-9F19-A1A1-9AD1-8E7B34F9D61F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2147688" y="3839904"/>
                  <a:ext cx="489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6334AF8A-3B2B-A532-AAE8-BD42FEC3C588}"/>
                    </a:ext>
                  </a:extLst>
                </p14:cNvPr>
                <p14:cNvContentPartPr/>
                <p14:nvPr/>
              </p14:nvContentPartPr>
              <p14:xfrm>
                <a:off x="2268648" y="3749544"/>
                <a:ext cx="186840" cy="18612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6334AF8A-3B2B-A532-AAE8-BD42FEC3C588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2260008" y="3740904"/>
                  <a:ext cx="20448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BFDC0160-FB5D-DAA9-9EDA-81379E87A293}"/>
                    </a:ext>
                  </a:extLst>
                </p14:cNvPr>
                <p14:cNvContentPartPr/>
                <p14:nvPr/>
              </p14:nvContentPartPr>
              <p14:xfrm>
                <a:off x="2427768" y="3797424"/>
                <a:ext cx="107640" cy="6408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BFDC0160-FB5D-DAA9-9EDA-81379E87A293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2418768" y="3788424"/>
                  <a:ext cx="12528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645BA0DF-8F53-2DF0-ACB8-198299D454B2}"/>
                    </a:ext>
                  </a:extLst>
                </p14:cNvPr>
                <p14:cNvContentPartPr/>
                <p14:nvPr/>
              </p14:nvContentPartPr>
              <p14:xfrm>
                <a:off x="2730168" y="3590064"/>
                <a:ext cx="702720" cy="33912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645BA0DF-8F53-2DF0-ACB8-198299D454B2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2721168" y="3581424"/>
                  <a:ext cx="72036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3FE1CF32-18BA-A24B-5D83-C12B44422A9E}"/>
                    </a:ext>
                  </a:extLst>
                </p14:cNvPr>
                <p14:cNvContentPartPr/>
                <p14:nvPr/>
              </p14:nvContentPartPr>
              <p14:xfrm>
                <a:off x="3232728" y="3632544"/>
                <a:ext cx="69480" cy="1260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3FE1CF32-18BA-A24B-5D83-C12B44422A9E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3224088" y="3623904"/>
                  <a:ext cx="87120" cy="3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5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F1AEC2A3-0C80-61BC-900C-09981E503738}"/>
                  </a:ext>
                </a:extLst>
              </p14:cNvPr>
              <p14:cNvContentPartPr/>
              <p14:nvPr/>
            </p14:nvContentPartPr>
            <p14:xfrm>
              <a:off x="3497328" y="3801744"/>
              <a:ext cx="81720" cy="151560"/>
            </p14:xfrm>
          </p:contentPart>
        </mc:Choice>
        <mc:Fallback xmlns=""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F1AEC2A3-0C80-61BC-900C-09981E503738}"/>
                  </a:ext>
                </a:extLst>
              </p:cNvPr>
              <p:cNvPicPr/>
              <p:nvPr/>
            </p:nvPicPr>
            <p:blipFill>
              <a:blip r:embed="rId316"/>
              <a:stretch>
                <a:fillRect/>
              </a:stretch>
            </p:blipFill>
            <p:spPr>
              <a:xfrm>
                <a:off x="3488328" y="3792744"/>
                <a:ext cx="99360" cy="169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84" name="Group 283">
            <a:extLst>
              <a:ext uri="{FF2B5EF4-FFF2-40B4-BE49-F238E27FC236}">
                <a16:creationId xmlns:a16="http://schemas.microsoft.com/office/drawing/2014/main" id="{F09C3AED-21C5-AA6B-B1CA-6AC63CD8A072}"/>
              </a:ext>
            </a:extLst>
          </p:cNvPr>
          <p:cNvGrpSpPr/>
          <p:nvPr/>
        </p:nvGrpSpPr>
        <p:grpSpPr>
          <a:xfrm>
            <a:off x="3864528" y="3608784"/>
            <a:ext cx="1439640" cy="427320"/>
            <a:chOff x="3864528" y="3608784"/>
            <a:chExt cx="1439640" cy="42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787733BF-2A5C-1FAF-BF4D-FFDCC516725C}"/>
                    </a:ext>
                  </a:extLst>
                </p14:cNvPr>
                <p14:cNvContentPartPr/>
                <p14:nvPr/>
              </p14:nvContentPartPr>
              <p14:xfrm>
                <a:off x="3864528" y="3750624"/>
                <a:ext cx="722880" cy="28548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787733BF-2A5C-1FAF-BF4D-FFDCC516725C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3855528" y="3741984"/>
                  <a:ext cx="74052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959D0716-5A6B-76D9-A30C-991EAF396DF2}"/>
                    </a:ext>
                  </a:extLst>
                </p14:cNvPr>
                <p14:cNvContentPartPr/>
                <p14:nvPr/>
              </p14:nvContentPartPr>
              <p14:xfrm>
                <a:off x="4650768" y="3663144"/>
                <a:ext cx="160200" cy="16956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959D0716-5A6B-76D9-A30C-991EAF396DF2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4641768" y="3654144"/>
                  <a:ext cx="17784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32E00EF0-A69A-A494-D222-707FE9E91091}"/>
                    </a:ext>
                  </a:extLst>
                </p14:cNvPr>
                <p14:cNvContentPartPr/>
                <p14:nvPr/>
              </p14:nvContentPartPr>
              <p14:xfrm>
                <a:off x="4807368" y="3774024"/>
                <a:ext cx="65880" cy="1152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32E00EF0-A69A-A494-D222-707FE9E91091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4798368" y="3765024"/>
                  <a:ext cx="835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A6DBAD49-DF69-0DE6-B17B-75A08C8D66FA}"/>
                    </a:ext>
                  </a:extLst>
                </p14:cNvPr>
                <p14:cNvContentPartPr/>
                <p14:nvPr/>
              </p14:nvContentPartPr>
              <p14:xfrm>
                <a:off x="5129568" y="3608784"/>
                <a:ext cx="174600" cy="28368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A6DBAD49-DF69-0DE6-B17B-75A08C8D66FA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5120928" y="3600144"/>
                  <a:ext cx="19224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2E8A65EE-A795-3963-A341-1F107F2E1B3D}"/>
                    </a:ext>
                  </a:extLst>
                </p14:cNvPr>
                <p14:cNvContentPartPr/>
                <p14:nvPr/>
              </p14:nvContentPartPr>
              <p14:xfrm>
                <a:off x="4932648" y="3822984"/>
                <a:ext cx="73440" cy="12024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2E8A65EE-A795-3963-A341-1F107F2E1B3D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4923648" y="3813984"/>
                  <a:ext cx="91080" cy="13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FFB19226-E1B0-3B66-2F1D-31AB13F8CC64}"/>
              </a:ext>
            </a:extLst>
          </p:cNvPr>
          <p:cNvGrpSpPr/>
          <p:nvPr/>
        </p:nvGrpSpPr>
        <p:grpSpPr>
          <a:xfrm>
            <a:off x="5631768" y="3636864"/>
            <a:ext cx="1754640" cy="425520"/>
            <a:chOff x="5631768" y="3636864"/>
            <a:chExt cx="1754640" cy="42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D1DDE49F-2909-5CA3-5375-0FC648A7C282}"/>
                    </a:ext>
                  </a:extLst>
                </p14:cNvPr>
                <p14:cNvContentPartPr/>
                <p14:nvPr/>
              </p14:nvContentPartPr>
              <p14:xfrm>
                <a:off x="5665608" y="3680784"/>
                <a:ext cx="79200" cy="25632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D1DDE49F-2909-5CA3-5375-0FC648A7C282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5656608" y="3672144"/>
                  <a:ext cx="9684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EA0DC394-09FF-217A-0DFC-753A98262DCF}"/>
                    </a:ext>
                  </a:extLst>
                </p14:cNvPr>
                <p14:cNvContentPartPr/>
                <p14:nvPr/>
              </p14:nvContentPartPr>
              <p14:xfrm>
                <a:off x="5631768" y="3697704"/>
                <a:ext cx="271080" cy="12096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EA0DC394-09FF-217A-0DFC-753A98262DCF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5623128" y="3689064"/>
                  <a:ext cx="28872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7ED53494-E7B8-B2B5-450A-736F6A5989DB}"/>
                    </a:ext>
                  </a:extLst>
                </p14:cNvPr>
                <p14:cNvContentPartPr/>
                <p14:nvPr/>
              </p14:nvContentPartPr>
              <p14:xfrm>
                <a:off x="5868648" y="3716784"/>
                <a:ext cx="123480" cy="7452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7ED53494-E7B8-B2B5-450A-736F6A5989DB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5860008" y="3707784"/>
                  <a:ext cx="14112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6372A101-8836-5A93-D620-F5D130B955EF}"/>
                    </a:ext>
                  </a:extLst>
                </p14:cNvPr>
                <p14:cNvContentPartPr/>
                <p14:nvPr/>
              </p14:nvContentPartPr>
              <p14:xfrm>
                <a:off x="5938488" y="3717864"/>
                <a:ext cx="77760" cy="18828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6372A101-8836-5A93-D620-F5D130B955EF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5929488" y="3709224"/>
                  <a:ext cx="954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702AC8A7-7BA0-9A52-ADE3-ADE57194229A}"/>
                    </a:ext>
                  </a:extLst>
                </p14:cNvPr>
                <p14:cNvContentPartPr/>
                <p14:nvPr/>
              </p14:nvContentPartPr>
              <p14:xfrm>
                <a:off x="6112368" y="3744864"/>
                <a:ext cx="91440" cy="11916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702AC8A7-7BA0-9A52-ADE3-ADE57194229A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6103368" y="3736224"/>
                  <a:ext cx="10908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E176C62C-7426-3ED5-CC49-C6ED2468E6C7}"/>
                    </a:ext>
                  </a:extLst>
                </p14:cNvPr>
                <p14:cNvContentPartPr/>
                <p14:nvPr/>
              </p14:nvContentPartPr>
              <p14:xfrm>
                <a:off x="6330528" y="3661704"/>
                <a:ext cx="100440" cy="19368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E176C62C-7426-3ED5-CC49-C6ED2468E6C7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6321888" y="3652704"/>
                  <a:ext cx="11808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7EACA8D0-883A-1131-829B-2299636A22FB}"/>
                    </a:ext>
                  </a:extLst>
                </p14:cNvPr>
                <p14:cNvContentPartPr/>
                <p14:nvPr/>
              </p14:nvContentPartPr>
              <p14:xfrm>
                <a:off x="6566688" y="3659544"/>
                <a:ext cx="331920" cy="22104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7EACA8D0-883A-1131-829B-2299636A22FB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6558048" y="3650904"/>
                  <a:ext cx="34956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361FDC46-F586-9A61-4DFC-6D348BB2B82E}"/>
                    </a:ext>
                  </a:extLst>
                </p14:cNvPr>
                <p14:cNvContentPartPr/>
                <p14:nvPr/>
              </p14:nvContentPartPr>
              <p14:xfrm>
                <a:off x="6940728" y="3737304"/>
                <a:ext cx="7200" cy="3996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361FDC46-F586-9A61-4DFC-6D348BB2B82E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6932088" y="3728304"/>
                  <a:ext cx="2484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EB47AA73-7DB8-C9EA-66E0-0D8FFD4E1081}"/>
                    </a:ext>
                  </a:extLst>
                </p14:cNvPr>
                <p14:cNvContentPartPr/>
                <p14:nvPr/>
              </p14:nvContentPartPr>
              <p14:xfrm>
                <a:off x="6975288" y="3636864"/>
                <a:ext cx="207720" cy="42552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EB47AA73-7DB8-C9EA-66E0-0D8FFD4E1081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6966288" y="3627864"/>
                  <a:ext cx="225360" cy="4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0F8B34DD-A293-56C2-3B11-79E15066103C}"/>
                    </a:ext>
                  </a:extLst>
                </p14:cNvPr>
                <p14:cNvContentPartPr/>
                <p14:nvPr/>
              </p14:nvContentPartPr>
              <p14:xfrm>
                <a:off x="7256448" y="3713544"/>
                <a:ext cx="59040" cy="2520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0F8B34DD-A293-56C2-3B11-79E15066103C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7247448" y="3704904"/>
                  <a:ext cx="7668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BAECCCA0-6BEA-2D45-E1D5-C06D0F280A59}"/>
                    </a:ext>
                  </a:extLst>
                </p14:cNvPr>
                <p14:cNvContentPartPr/>
                <p14:nvPr/>
              </p14:nvContentPartPr>
              <p14:xfrm>
                <a:off x="7380648" y="3877344"/>
                <a:ext cx="5760" cy="648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BAECCCA0-6BEA-2D45-E1D5-C06D0F280A5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372008" y="3868704"/>
                  <a:ext cx="23400" cy="2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0" name="Group 299">
            <a:extLst>
              <a:ext uri="{FF2B5EF4-FFF2-40B4-BE49-F238E27FC236}">
                <a16:creationId xmlns:a16="http://schemas.microsoft.com/office/drawing/2014/main" id="{2B136320-B0DC-65C0-5B83-B04B5E33409F}"/>
              </a:ext>
            </a:extLst>
          </p:cNvPr>
          <p:cNvGrpSpPr/>
          <p:nvPr/>
        </p:nvGrpSpPr>
        <p:grpSpPr>
          <a:xfrm>
            <a:off x="1506888" y="4220784"/>
            <a:ext cx="1376640" cy="447840"/>
            <a:chOff x="1506888" y="4220784"/>
            <a:chExt cx="1376640" cy="44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77EFE7E0-2730-E2CA-A1DA-F2AB53FC0697}"/>
                    </a:ext>
                  </a:extLst>
                </p14:cNvPr>
                <p14:cNvContentPartPr/>
                <p14:nvPr/>
              </p14:nvContentPartPr>
              <p14:xfrm>
                <a:off x="1506888" y="4220784"/>
                <a:ext cx="232560" cy="44784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77EFE7E0-2730-E2CA-A1DA-F2AB53FC0697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498248" y="4212144"/>
                  <a:ext cx="250200" cy="46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2B6614E5-C76B-2EAA-E1DE-1C73006764DB}"/>
                    </a:ext>
                  </a:extLst>
                </p14:cNvPr>
                <p14:cNvContentPartPr/>
                <p14:nvPr/>
              </p14:nvContentPartPr>
              <p14:xfrm>
                <a:off x="1801368" y="4413384"/>
                <a:ext cx="412560" cy="8352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2B6614E5-C76B-2EAA-E1DE-1C73006764DB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792368" y="4404744"/>
                  <a:ext cx="4302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55EBB3F6-D0BD-0C04-0639-9E5994C21FDD}"/>
                    </a:ext>
                  </a:extLst>
                </p14:cNvPr>
                <p14:cNvContentPartPr/>
                <p14:nvPr/>
              </p14:nvContentPartPr>
              <p14:xfrm>
                <a:off x="2193408" y="4349304"/>
                <a:ext cx="5760" cy="1656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55EBB3F6-D0BD-0C04-0639-9E5994C21FD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184408" y="4340304"/>
                  <a:ext cx="234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80404FDF-3AAF-0DF7-2DFD-21577458FAAE}"/>
                    </a:ext>
                  </a:extLst>
                </p14:cNvPr>
                <p14:cNvContentPartPr/>
                <p14:nvPr/>
              </p14:nvContentPartPr>
              <p14:xfrm>
                <a:off x="2268288" y="4415904"/>
                <a:ext cx="179280" cy="5832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80404FDF-3AAF-0DF7-2DFD-21577458FAAE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2259288" y="4406904"/>
                  <a:ext cx="19692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E08E8663-A90D-ACFF-81DC-EE798A04BF3F}"/>
                    </a:ext>
                  </a:extLst>
                </p14:cNvPr>
                <p14:cNvContentPartPr/>
                <p14:nvPr/>
              </p14:nvContentPartPr>
              <p14:xfrm>
                <a:off x="2436768" y="4351824"/>
                <a:ext cx="3600" cy="2988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E08E8663-A90D-ACFF-81DC-EE798A04BF3F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2428128" y="4343184"/>
                  <a:ext cx="2124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C52F49C1-261F-E7FE-DEF2-A47CDED275A3}"/>
                    </a:ext>
                  </a:extLst>
                </p14:cNvPr>
                <p14:cNvContentPartPr/>
                <p14:nvPr/>
              </p14:nvContentPartPr>
              <p14:xfrm>
                <a:off x="2496168" y="4390344"/>
                <a:ext cx="240480" cy="4932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C52F49C1-261F-E7FE-DEF2-A47CDED275A3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2487528" y="4381704"/>
                  <a:ext cx="2581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29D87225-D362-FAFB-E069-814FB2502FD3}"/>
                    </a:ext>
                  </a:extLst>
                </p14:cNvPr>
                <p14:cNvContentPartPr/>
                <p14:nvPr/>
              </p14:nvContentPartPr>
              <p14:xfrm>
                <a:off x="2699928" y="4387464"/>
                <a:ext cx="183600" cy="2772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29D87225-D362-FAFB-E069-814FB2502FD3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2691288" y="4378464"/>
                  <a:ext cx="201240" cy="4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9" name="Group 298">
            <a:extLst>
              <a:ext uri="{FF2B5EF4-FFF2-40B4-BE49-F238E27FC236}">
                <a16:creationId xmlns:a16="http://schemas.microsoft.com/office/drawing/2014/main" id="{2FCD9946-18CE-46A4-3462-B388EDEF2987}"/>
              </a:ext>
            </a:extLst>
          </p:cNvPr>
          <p:cNvGrpSpPr/>
          <p:nvPr/>
        </p:nvGrpSpPr>
        <p:grpSpPr>
          <a:xfrm>
            <a:off x="3279888" y="4265424"/>
            <a:ext cx="1313280" cy="424440"/>
            <a:chOff x="3279888" y="4265424"/>
            <a:chExt cx="1313280" cy="42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B90E7961-2078-D09D-FAF7-1E3AEDF5B82C}"/>
                    </a:ext>
                  </a:extLst>
                </p14:cNvPr>
                <p14:cNvContentPartPr/>
                <p14:nvPr/>
              </p14:nvContentPartPr>
              <p14:xfrm>
                <a:off x="3279888" y="4283064"/>
                <a:ext cx="112680" cy="40680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B90E7961-2078-D09D-FAF7-1E3AEDF5B82C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3270888" y="4274064"/>
                  <a:ext cx="130320" cy="42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C4FE3C2F-AF04-2967-64D0-497264526999}"/>
                    </a:ext>
                  </a:extLst>
                </p14:cNvPr>
                <p14:cNvContentPartPr/>
                <p14:nvPr/>
              </p14:nvContentPartPr>
              <p14:xfrm>
                <a:off x="3543048" y="4320144"/>
                <a:ext cx="117720" cy="10440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C4FE3C2F-AF04-2967-64D0-497264526999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3534048" y="4311144"/>
                  <a:ext cx="13536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4CCE9A2F-3649-8CC8-D376-2A02ACA352B4}"/>
                    </a:ext>
                  </a:extLst>
                </p14:cNvPr>
                <p14:cNvContentPartPr/>
                <p14:nvPr/>
              </p14:nvContentPartPr>
              <p14:xfrm>
                <a:off x="3715128" y="4300344"/>
                <a:ext cx="104400" cy="4392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4CCE9A2F-3649-8CC8-D376-2A02ACA352B4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3706128" y="4291344"/>
                  <a:ext cx="12204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B17725F1-A8B6-97EE-0845-3C4A15F2E460}"/>
                    </a:ext>
                  </a:extLst>
                </p14:cNvPr>
                <p14:cNvContentPartPr/>
                <p14:nvPr/>
              </p14:nvContentPartPr>
              <p14:xfrm>
                <a:off x="3898008" y="4287384"/>
                <a:ext cx="205200" cy="6624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B17725F1-A8B6-97EE-0845-3C4A15F2E460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3889008" y="4278744"/>
                  <a:ext cx="2228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2FE8A565-C404-FBB2-6F91-F6163E2F0E92}"/>
                    </a:ext>
                  </a:extLst>
                </p14:cNvPr>
                <p14:cNvContentPartPr/>
                <p14:nvPr/>
              </p14:nvContentPartPr>
              <p14:xfrm>
                <a:off x="4144968" y="4270464"/>
                <a:ext cx="203400" cy="6336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2FE8A565-C404-FBB2-6F91-F6163E2F0E92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4135968" y="4261464"/>
                  <a:ext cx="2210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0D175195-C547-5786-C156-C5F852AEB5C1}"/>
                    </a:ext>
                  </a:extLst>
                </p14:cNvPr>
                <p14:cNvContentPartPr/>
                <p14:nvPr/>
              </p14:nvContentPartPr>
              <p14:xfrm>
                <a:off x="4405248" y="4265424"/>
                <a:ext cx="187920" cy="6948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0D175195-C547-5786-C156-C5F852AEB5C1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4396608" y="4256784"/>
                  <a:ext cx="205560" cy="8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6961D998-B4C6-18BC-BF94-6B45F5FB641D}"/>
              </a:ext>
            </a:extLst>
          </p:cNvPr>
          <p:cNvGrpSpPr/>
          <p:nvPr/>
        </p:nvGrpSpPr>
        <p:grpSpPr>
          <a:xfrm>
            <a:off x="4924728" y="4154544"/>
            <a:ext cx="1222560" cy="330120"/>
            <a:chOff x="4924728" y="4154544"/>
            <a:chExt cx="1222560" cy="33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F0F73F79-EFDF-003D-0D37-0989015A1D38}"/>
                    </a:ext>
                  </a:extLst>
                </p14:cNvPr>
                <p14:cNvContentPartPr/>
                <p14:nvPr/>
              </p14:nvContentPartPr>
              <p14:xfrm>
                <a:off x="4924728" y="4177584"/>
                <a:ext cx="233280" cy="30708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F0F73F79-EFDF-003D-0D37-0989015A1D38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4916088" y="4168584"/>
                  <a:ext cx="25092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B4D2081F-798B-C36B-1091-25CC61EAEA19}"/>
                    </a:ext>
                  </a:extLst>
                </p14:cNvPr>
                <p14:cNvContentPartPr/>
                <p14:nvPr/>
              </p14:nvContentPartPr>
              <p14:xfrm>
                <a:off x="5242608" y="4240944"/>
                <a:ext cx="172800" cy="11304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B4D2081F-798B-C36B-1091-25CC61EAEA19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5233968" y="4232304"/>
                  <a:ext cx="1904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9EB3D60B-37E1-D6DD-B278-489FC0064E1B}"/>
                    </a:ext>
                  </a:extLst>
                </p14:cNvPr>
                <p14:cNvContentPartPr/>
                <p14:nvPr/>
              </p14:nvContentPartPr>
              <p14:xfrm>
                <a:off x="5526288" y="4253544"/>
                <a:ext cx="195480" cy="8028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9EB3D60B-37E1-D6DD-B278-489FC0064E1B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5517648" y="4244544"/>
                  <a:ext cx="21312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659B6441-EDEF-531C-6CF7-CEAF641EC294}"/>
                    </a:ext>
                  </a:extLst>
                </p14:cNvPr>
                <p14:cNvContentPartPr/>
                <p14:nvPr/>
              </p14:nvContentPartPr>
              <p14:xfrm>
                <a:off x="5726088" y="4222944"/>
                <a:ext cx="1440" cy="504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659B6441-EDEF-531C-6CF7-CEAF641EC29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717448" y="4214304"/>
                  <a:ext cx="190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FA638CA8-88B4-90C7-2CDC-D27D41BEF6E7}"/>
                    </a:ext>
                  </a:extLst>
                </p14:cNvPr>
                <p14:cNvContentPartPr/>
                <p14:nvPr/>
              </p14:nvContentPartPr>
              <p14:xfrm>
                <a:off x="5815368" y="4154544"/>
                <a:ext cx="331920" cy="19692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FA638CA8-88B4-90C7-2CDC-D27D41BEF6E7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5806728" y="4145904"/>
                  <a:ext cx="349560" cy="214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2">
            <p14:nvContentPartPr>
              <p14:cNvPr id="307" name="Ink 306">
                <a:extLst>
                  <a:ext uri="{FF2B5EF4-FFF2-40B4-BE49-F238E27FC236}">
                    <a16:creationId xmlns:a16="http://schemas.microsoft.com/office/drawing/2014/main" id="{B97F2F00-F43E-936C-00CE-9E16B045DD36}"/>
                  </a:ext>
                </a:extLst>
              </p14:cNvPr>
              <p14:cNvContentPartPr/>
              <p14:nvPr/>
            </p14:nvContentPartPr>
            <p14:xfrm>
              <a:off x="6526728" y="4231224"/>
              <a:ext cx="137520" cy="78480"/>
            </p14:xfrm>
          </p:contentPart>
        </mc:Choice>
        <mc:Fallback xmlns="">
          <p:pic>
            <p:nvPicPr>
              <p:cNvPr id="307" name="Ink 306">
                <a:extLst>
                  <a:ext uri="{FF2B5EF4-FFF2-40B4-BE49-F238E27FC236}">
                    <a16:creationId xmlns:a16="http://schemas.microsoft.com/office/drawing/2014/main" id="{B97F2F00-F43E-936C-00CE-9E16B045DD36}"/>
                  </a:ext>
                </a:extLst>
              </p:cNvPr>
              <p:cNvPicPr/>
              <p:nvPr/>
            </p:nvPicPr>
            <p:blipFill>
              <a:blip r:embed="rId383"/>
              <a:stretch>
                <a:fillRect/>
              </a:stretch>
            </p:blipFill>
            <p:spPr>
              <a:xfrm>
                <a:off x="6517728" y="4222584"/>
                <a:ext cx="155160" cy="96120"/>
              </a:xfrm>
              <a:prstGeom prst="rect">
                <a:avLst/>
              </a:prstGeom>
            </p:spPr>
          </p:pic>
        </mc:Fallback>
      </mc:AlternateContent>
      <p:grpSp>
        <p:nvGrpSpPr>
          <p:cNvPr id="315" name="Group 314">
            <a:extLst>
              <a:ext uri="{FF2B5EF4-FFF2-40B4-BE49-F238E27FC236}">
                <a16:creationId xmlns:a16="http://schemas.microsoft.com/office/drawing/2014/main" id="{5298FAA5-AF0E-650E-19B1-C628680F4BEF}"/>
              </a:ext>
            </a:extLst>
          </p:cNvPr>
          <p:cNvGrpSpPr/>
          <p:nvPr/>
        </p:nvGrpSpPr>
        <p:grpSpPr>
          <a:xfrm>
            <a:off x="6985728" y="4070304"/>
            <a:ext cx="1388520" cy="456840"/>
            <a:chOff x="6985728" y="4070304"/>
            <a:chExt cx="1388520" cy="45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1EB81123-8531-D326-BEBC-5B0160813647}"/>
                    </a:ext>
                  </a:extLst>
                </p14:cNvPr>
                <p14:cNvContentPartPr/>
                <p14:nvPr/>
              </p14:nvContentPartPr>
              <p14:xfrm>
                <a:off x="6985728" y="4070304"/>
                <a:ext cx="279720" cy="45684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1EB81123-8531-D326-BEBC-5B0160813647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6976728" y="4061664"/>
                  <a:ext cx="297360" cy="47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C6F8CA60-B999-2A74-34A8-9448A94F9FA4}"/>
                    </a:ext>
                  </a:extLst>
                </p14:cNvPr>
                <p14:cNvContentPartPr/>
                <p14:nvPr/>
              </p14:nvContentPartPr>
              <p14:xfrm>
                <a:off x="7320528" y="4236264"/>
                <a:ext cx="95400" cy="5040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C6F8CA60-B999-2A74-34A8-9448A94F9FA4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7311888" y="4227264"/>
                  <a:ext cx="11304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3BCB26AA-27DA-2FD7-D468-CCDC1B7BCE4A}"/>
                    </a:ext>
                  </a:extLst>
                </p14:cNvPr>
                <p14:cNvContentPartPr/>
                <p14:nvPr/>
              </p14:nvContentPartPr>
              <p14:xfrm>
                <a:off x="7470288" y="4215384"/>
                <a:ext cx="291600" cy="6624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3BCB26AA-27DA-2FD7-D468-CCDC1B7BCE4A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7461648" y="4206744"/>
                  <a:ext cx="3092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7036F065-4EC3-2696-314A-F69C0BBDC7EE}"/>
                    </a:ext>
                  </a:extLst>
                </p14:cNvPr>
                <p14:cNvContentPartPr/>
                <p14:nvPr/>
              </p14:nvContentPartPr>
              <p14:xfrm>
                <a:off x="7849368" y="4198824"/>
                <a:ext cx="160920" cy="6480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7036F065-4EC3-2696-314A-F69C0BBDC7EE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7840728" y="4189824"/>
                  <a:ext cx="1785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EEA27C4D-C3DB-FC18-082E-5654B3660F8E}"/>
                    </a:ext>
                  </a:extLst>
                </p14:cNvPr>
                <p14:cNvContentPartPr/>
                <p14:nvPr/>
              </p14:nvContentPartPr>
              <p14:xfrm>
                <a:off x="8067168" y="4190184"/>
                <a:ext cx="56520" cy="6120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EEA27C4D-C3DB-FC18-082E-5654B3660F8E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8058168" y="4181544"/>
                  <a:ext cx="741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601D5C70-E036-6EDC-03DE-C48B062941DF}"/>
                    </a:ext>
                  </a:extLst>
                </p14:cNvPr>
                <p14:cNvContentPartPr/>
                <p14:nvPr/>
              </p14:nvContentPartPr>
              <p14:xfrm>
                <a:off x="8185248" y="4204224"/>
                <a:ext cx="57240" cy="5184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601D5C70-E036-6EDC-03DE-C48B062941DF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8176608" y="4195584"/>
                  <a:ext cx="7488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2D280BCA-9A62-EE2A-3A16-B13407A073E5}"/>
                    </a:ext>
                  </a:extLst>
                </p14:cNvPr>
                <p14:cNvContentPartPr/>
                <p14:nvPr/>
              </p14:nvContentPartPr>
              <p14:xfrm>
                <a:off x="8270208" y="4131504"/>
                <a:ext cx="104040" cy="10692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2D280BCA-9A62-EE2A-3A16-B13407A073E5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8261208" y="4122864"/>
                  <a:ext cx="121680" cy="12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86E913D6-397E-9B46-6ED8-65879C57ADAB}"/>
              </a:ext>
            </a:extLst>
          </p:cNvPr>
          <p:cNvGrpSpPr/>
          <p:nvPr/>
        </p:nvGrpSpPr>
        <p:grpSpPr>
          <a:xfrm>
            <a:off x="8751528" y="3986784"/>
            <a:ext cx="520560" cy="295560"/>
            <a:chOff x="8751528" y="3986784"/>
            <a:chExt cx="520560" cy="29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890286BA-CA86-9344-86B2-00A9C006013E}"/>
                    </a:ext>
                  </a:extLst>
                </p14:cNvPr>
                <p14:cNvContentPartPr/>
                <p14:nvPr/>
              </p14:nvContentPartPr>
              <p14:xfrm>
                <a:off x="8972928" y="3986784"/>
                <a:ext cx="60840" cy="29556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890286BA-CA86-9344-86B2-00A9C006013E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8964288" y="3977784"/>
                  <a:ext cx="7848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10E35540-B35B-9D7D-790A-F9D179EF244A}"/>
                    </a:ext>
                  </a:extLst>
                </p14:cNvPr>
                <p14:cNvContentPartPr/>
                <p14:nvPr/>
              </p14:nvContentPartPr>
              <p14:xfrm>
                <a:off x="8751528" y="4157424"/>
                <a:ext cx="520560" cy="8028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10E35540-B35B-9D7D-790A-F9D179EF244A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8742888" y="4148784"/>
                  <a:ext cx="538200" cy="9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9" name="Group 328">
            <a:extLst>
              <a:ext uri="{FF2B5EF4-FFF2-40B4-BE49-F238E27FC236}">
                <a16:creationId xmlns:a16="http://schemas.microsoft.com/office/drawing/2014/main" id="{60499697-9CFD-D345-1A25-B9F1482037E0}"/>
              </a:ext>
            </a:extLst>
          </p:cNvPr>
          <p:cNvGrpSpPr/>
          <p:nvPr/>
        </p:nvGrpSpPr>
        <p:grpSpPr>
          <a:xfrm>
            <a:off x="9504648" y="3922344"/>
            <a:ext cx="2154240" cy="310320"/>
            <a:chOff x="9504648" y="3922344"/>
            <a:chExt cx="2154240" cy="31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085C7A35-FE08-9F25-304D-3B3312DBEADC}"/>
                    </a:ext>
                  </a:extLst>
                </p14:cNvPr>
                <p14:cNvContentPartPr/>
                <p14:nvPr/>
              </p14:nvContentPartPr>
              <p14:xfrm>
                <a:off x="9504648" y="4119624"/>
                <a:ext cx="556560" cy="11304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085C7A35-FE08-9F25-304D-3B3312DBEADC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9495648" y="4110984"/>
                  <a:ext cx="57420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DF2FC82A-1684-978B-870A-950550C8CAC8}"/>
                    </a:ext>
                  </a:extLst>
                </p14:cNvPr>
                <p14:cNvContentPartPr/>
                <p14:nvPr/>
              </p14:nvContentPartPr>
              <p14:xfrm>
                <a:off x="10101168" y="4032504"/>
                <a:ext cx="93960" cy="17208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DF2FC82A-1684-978B-870A-950550C8CAC8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10092528" y="4023864"/>
                  <a:ext cx="11160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615F21C4-A513-FCE4-9B01-266709301C6D}"/>
                    </a:ext>
                  </a:extLst>
                </p14:cNvPr>
                <p14:cNvContentPartPr/>
                <p14:nvPr/>
              </p14:nvContentPartPr>
              <p14:xfrm>
                <a:off x="10242288" y="4006584"/>
                <a:ext cx="248040" cy="20088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615F21C4-A513-FCE4-9B01-266709301C6D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10233288" y="3997944"/>
                  <a:ext cx="26568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8D7FE96A-E01E-43E9-3F70-0D4B0C1487C4}"/>
                    </a:ext>
                  </a:extLst>
                </p14:cNvPr>
                <p14:cNvContentPartPr/>
                <p14:nvPr/>
              </p14:nvContentPartPr>
              <p14:xfrm>
                <a:off x="10776528" y="3990024"/>
                <a:ext cx="100440" cy="17352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8D7FE96A-E01E-43E9-3F70-0D4B0C1487C4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10767888" y="3981024"/>
                  <a:ext cx="1180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2ADA53B9-C09D-28EC-92CB-F0776861793F}"/>
                    </a:ext>
                  </a:extLst>
                </p14:cNvPr>
                <p14:cNvContentPartPr/>
                <p14:nvPr/>
              </p14:nvContentPartPr>
              <p14:xfrm>
                <a:off x="10745928" y="3922344"/>
                <a:ext cx="248400" cy="5760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2ADA53B9-C09D-28EC-92CB-F0776861793F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10736928" y="3913704"/>
                  <a:ext cx="26604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AE178FFC-6D16-91F4-0BA6-D5B5E1BFF7DD}"/>
                    </a:ext>
                  </a:extLst>
                </p14:cNvPr>
                <p14:cNvContentPartPr/>
                <p14:nvPr/>
              </p14:nvContentPartPr>
              <p14:xfrm>
                <a:off x="10701288" y="4134744"/>
                <a:ext cx="305640" cy="5616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AE178FFC-6D16-91F4-0BA6-D5B5E1BFF7DD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10692648" y="4125744"/>
                  <a:ext cx="32328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2E535F53-7A71-BF27-1FEC-D4A0E1FC29E1}"/>
                    </a:ext>
                  </a:extLst>
                </p14:cNvPr>
                <p14:cNvContentPartPr/>
                <p14:nvPr/>
              </p14:nvContentPartPr>
              <p14:xfrm>
                <a:off x="11034648" y="3951144"/>
                <a:ext cx="240480" cy="21276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2E535F53-7A71-BF27-1FEC-D4A0E1FC29E1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11026008" y="3942504"/>
                  <a:ext cx="25812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AF80A68D-0DFB-0E32-0131-89EABB5DFC04}"/>
                    </a:ext>
                  </a:extLst>
                </p14:cNvPr>
                <p14:cNvContentPartPr/>
                <p14:nvPr/>
              </p14:nvContentPartPr>
              <p14:xfrm>
                <a:off x="11328768" y="4019544"/>
                <a:ext cx="20880" cy="2664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AF80A68D-0DFB-0E32-0131-89EABB5DFC04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1319768" y="4010904"/>
                  <a:ext cx="385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59AC0C18-4338-34D2-0B35-86FCF0A20121}"/>
                    </a:ext>
                  </a:extLst>
                </p14:cNvPr>
                <p14:cNvContentPartPr/>
                <p14:nvPr/>
              </p14:nvContentPartPr>
              <p14:xfrm>
                <a:off x="11350008" y="4084704"/>
                <a:ext cx="221400" cy="5040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59AC0C18-4338-34D2-0B35-86FCF0A20121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11341008" y="4075704"/>
                  <a:ext cx="23904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2E8A8532-AE7B-E97A-5388-80E84C4E229F}"/>
                    </a:ext>
                  </a:extLst>
                </p14:cNvPr>
                <p14:cNvContentPartPr/>
                <p14:nvPr/>
              </p14:nvContentPartPr>
              <p14:xfrm>
                <a:off x="11653848" y="4142304"/>
                <a:ext cx="5040" cy="108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2E8A8532-AE7B-E97A-5388-80E84C4E229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645208" y="4133304"/>
                  <a:ext cx="22680" cy="1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5" name="Group 334">
            <a:extLst>
              <a:ext uri="{FF2B5EF4-FFF2-40B4-BE49-F238E27FC236}">
                <a16:creationId xmlns:a16="http://schemas.microsoft.com/office/drawing/2014/main" id="{E4444A28-22FC-62CA-9414-FA7DCD694434}"/>
              </a:ext>
            </a:extLst>
          </p:cNvPr>
          <p:cNvGrpSpPr/>
          <p:nvPr/>
        </p:nvGrpSpPr>
        <p:grpSpPr>
          <a:xfrm>
            <a:off x="1761768" y="4685904"/>
            <a:ext cx="1443960" cy="444240"/>
            <a:chOff x="1761768" y="4685904"/>
            <a:chExt cx="1443960" cy="44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19B35260-E476-252E-8C9E-0A89775C412D}"/>
                    </a:ext>
                  </a:extLst>
                </p14:cNvPr>
                <p14:cNvContentPartPr/>
                <p14:nvPr/>
              </p14:nvContentPartPr>
              <p14:xfrm>
                <a:off x="1761768" y="4685904"/>
                <a:ext cx="852480" cy="44424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19B35260-E476-252E-8C9E-0A89775C412D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1752768" y="4677264"/>
                  <a:ext cx="870120" cy="46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C79FAF5C-8735-9DBF-8968-15E9E804D61B}"/>
                    </a:ext>
                  </a:extLst>
                </p14:cNvPr>
                <p14:cNvContentPartPr/>
                <p14:nvPr/>
              </p14:nvContentPartPr>
              <p14:xfrm>
                <a:off x="2659248" y="4818024"/>
                <a:ext cx="483120" cy="23832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C79FAF5C-8735-9DBF-8968-15E9E804D61B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2650608" y="4809024"/>
                  <a:ext cx="50076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ACE94CA1-F165-A37A-B6C6-7AAFF47E6F3E}"/>
                    </a:ext>
                  </a:extLst>
                </p14:cNvPr>
                <p14:cNvContentPartPr/>
                <p14:nvPr/>
              </p14:nvContentPartPr>
              <p14:xfrm>
                <a:off x="3185568" y="4886784"/>
                <a:ext cx="20160" cy="612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ACE94CA1-F165-A37A-B6C6-7AAFF47E6F3E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3176568" y="4877784"/>
                  <a:ext cx="37800" cy="2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2" name="Group 341">
            <a:extLst>
              <a:ext uri="{FF2B5EF4-FFF2-40B4-BE49-F238E27FC236}">
                <a16:creationId xmlns:a16="http://schemas.microsoft.com/office/drawing/2014/main" id="{96B0DD15-440C-A38F-8E9E-58832CF3897B}"/>
              </a:ext>
            </a:extLst>
          </p:cNvPr>
          <p:cNvGrpSpPr/>
          <p:nvPr/>
        </p:nvGrpSpPr>
        <p:grpSpPr>
          <a:xfrm>
            <a:off x="3746088" y="4587624"/>
            <a:ext cx="555480" cy="318240"/>
            <a:chOff x="3746088" y="4587624"/>
            <a:chExt cx="555480" cy="31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04FBBCD6-5B6A-6CF3-4157-CD9148A61D0B}"/>
                    </a:ext>
                  </a:extLst>
                </p14:cNvPr>
                <p14:cNvContentPartPr/>
                <p14:nvPr/>
              </p14:nvContentPartPr>
              <p14:xfrm>
                <a:off x="3746088" y="4587624"/>
                <a:ext cx="217800" cy="31716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04FBBCD6-5B6A-6CF3-4157-CD9148A61D0B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3737448" y="4578984"/>
                  <a:ext cx="23544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8A89528F-3AB3-E5C9-3F5F-A9216BEE1F44}"/>
                    </a:ext>
                  </a:extLst>
                </p14:cNvPr>
                <p14:cNvContentPartPr/>
                <p14:nvPr/>
              </p14:nvContentPartPr>
              <p14:xfrm>
                <a:off x="4126248" y="4607784"/>
                <a:ext cx="46800" cy="29808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8A89528F-3AB3-E5C9-3F5F-A9216BEE1F44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4117608" y="4598784"/>
                  <a:ext cx="6444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F2FAE983-DFED-65CC-52D8-A4D4486B3EBA}"/>
                    </a:ext>
                  </a:extLst>
                </p14:cNvPr>
                <p14:cNvContentPartPr/>
                <p14:nvPr/>
              </p14:nvContentPartPr>
              <p14:xfrm>
                <a:off x="4043808" y="4780224"/>
                <a:ext cx="257760" cy="3996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F2FAE983-DFED-65CC-52D8-A4D4486B3EBA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4035168" y="4771584"/>
                  <a:ext cx="275400" cy="5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1" name="Group 340">
            <a:extLst>
              <a:ext uri="{FF2B5EF4-FFF2-40B4-BE49-F238E27FC236}">
                <a16:creationId xmlns:a16="http://schemas.microsoft.com/office/drawing/2014/main" id="{1C712CD4-4E1E-2550-1AD7-AB8D7589FAB6}"/>
              </a:ext>
            </a:extLst>
          </p:cNvPr>
          <p:cNvGrpSpPr/>
          <p:nvPr/>
        </p:nvGrpSpPr>
        <p:grpSpPr>
          <a:xfrm>
            <a:off x="4643568" y="4546584"/>
            <a:ext cx="1223640" cy="518400"/>
            <a:chOff x="4643568" y="4546584"/>
            <a:chExt cx="1223640" cy="51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ADF7CDDD-F646-B5F8-4537-BFB7C2F21475}"/>
                    </a:ext>
                  </a:extLst>
                </p14:cNvPr>
                <p14:cNvContentPartPr/>
                <p14:nvPr/>
              </p14:nvContentPartPr>
              <p14:xfrm>
                <a:off x="4643568" y="4546584"/>
                <a:ext cx="256680" cy="51840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ADF7CDDD-F646-B5F8-4537-BFB7C2F21475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4634568" y="4537944"/>
                  <a:ext cx="274320" cy="53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1A8DAFDB-6039-3E3D-192D-9173469F0D19}"/>
                    </a:ext>
                  </a:extLst>
                </p14:cNvPr>
                <p14:cNvContentPartPr/>
                <p14:nvPr/>
              </p14:nvContentPartPr>
              <p14:xfrm>
                <a:off x="5034528" y="4791744"/>
                <a:ext cx="832680" cy="9936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1A8DAFDB-6039-3E3D-192D-9173469F0D19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5025528" y="4782744"/>
                  <a:ext cx="850320" cy="11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5" name="Group 344">
            <a:extLst>
              <a:ext uri="{FF2B5EF4-FFF2-40B4-BE49-F238E27FC236}">
                <a16:creationId xmlns:a16="http://schemas.microsoft.com/office/drawing/2014/main" id="{C6188B85-6623-A4CC-544E-1423BA9CAD5E}"/>
              </a:ext>
            </a:extLst>
          </p:cNvPr>
          <p:cNvGrpSpPr/>
          <p:nvPr/>
        </p:nvGrpSpPr>
        <p:grpSpPr>
          <a:xfrm>
            <a:off x="6187248" y="4706424"/>
            <a:ext cx="391320" cy="120960"/>
            <a:chOff x="6187248" y="4706424"/>
            <a:chExt cx="391320" cy="12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92AD3E59-3883-0AA0-28D6-64A4DE8C3C89}"/>
                    </a:ext>
                  </a:extLst>
                </p14:cNvPr>
                <p14:cNvContentPartPr/>
                <p14:nvPr/>
              </p14:nvContentPartPr>
              <p14:xfrm>
                <a:off x="6187248" y="4706424"/>
                <a:ext cx="146160" cy="12096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92AD3E59-3883-0AA0-28D6-64A4DE8C3C89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6178608" y="4697424"/>
                  <a:ext cx="1638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ED11C49F-0366-F444-56BC-3903AA08EF45}"/>
                    </a:ext>
                  </a:extLst>
                </p14:cNvPr>
                <p14:cNvContentPartPr/>
                <p14:nvPr/>
              </p14:nvContentPartPr>
              <p14:xfrm>
                <a:off x="6443568" y="4758624"/>
                <a:ext cx="135000" cy="3384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ED11C49F-0366-F444-56BC-3903AA08EF45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6434568" y="4749624"/>
                  <a:ext cx="152640" cy="5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9" name="Group 358">
            <a:extLst>
              <a:ext uri="{FF2B5EF4-FFF2-40B4-BE49-F238E27FC236}">
                <a16:creationId xmlns:a16="http://schemas.microsoft.com/office/drawing/2014/main" id="{9877BCF6-4544-6EA4-099F-28E9F7941A61}"/>
              </a:ext>
            </a:extLst>
          </p:cNvPr>
          <p:cNvGrpSpPr/>
          <p:nvPr/>
        </p:nvGrpSpPr>
        <p:grpSpPr>
          <a:xfrm>
            <a:off x="6967008" y="4522104"/>
            <a:ext cx="577800" cy="267840"/>
            <a:chOff x="6967008" y="4522104"/>
            <a:chExt cx="577800" cy="26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74D78159-5C25-5803-9594-0F431C672F41}"/>
                    </a:ext>
                  </a:extLst>
                </p14:cNvPr>
                <p14:cNvContentPartPr/>
                <p14:nvPr/>
              </p14:nvContentPartPr>
              <p14:xfrm>
                <a:off x="7050888" y="4528584"/>
                <a:ext cx="30960" cy="26136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74D78159-5C25-5803-9594-0F431C672F41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7042248" y="4519584"/>
                  <a:ext cx="4860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1037A85B-DCFE-9081-94F8-B78F7733869F}"/>
                    </a:ext>
                  </a:extLst>
                </p14:cNvPr>
                <p14:cNvContentPartPr/>
                <p14:nvPr/>
              </p14:nvContentPartPr>
              <p14:xfrm>
                <a:off x="6967008" y="4522104"/>
                <a:ext cx="577800" cy="25092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1037A85B-DCFE-9081-94F8-B78F7733869F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6958368" y="4513464"/>
                  <a:ext cx="595440" cy="26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8" name="Group 357">
            <a:extLst>
              <a:ext uri="{FF2B5EF4-FFF2-40B4-BE49-F238E27FC236}">
                <a16:creationId xmlns:a16="http://schemas.microsoft.com/office/drawing/2014/main" id="{CA7487E8-B38E-A9F5-5CA0-6D5EA4E9E241}"/>
              </a:ext>
            </a:extLst>
          </p:cNvPr>
          <p:cNvGrpSpPr/>
          <p:nvPr/>
        </p:nvGrpSpPr>
        <p:grpSpPr>
          <a:xfrm>
            <a:off x="7858368" y="4406904"/>
            <a:ext cx="1425960" cy="380520"/>
            <a:chOff x="7858368" y="4406904"/>
            <a:chExt cx="1425960" cy="38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CFF8F744-40C7-AE5B-DD64-C096B6061546}"/>
                    </a:ext>
                  </a:extLst>
                </p14:cNvPr>
                <p14:cNvContentPartPr/>
                <p14:nvPr/>
              </p14:nvContentPartPr>
              <p14:xfrm>
                <a:off x="7858368" y="4631184"/>
                <a:ext cx="392040" cy="13464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CFF8F744-40C7-AE5B-DD64-C096B6061546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7849728" y="4622184"/>
                  <a:ext cx="40968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2546EAC7-1FFE-819B-5C3D-63680AE4052A}"/>
                    </a:ext>
                  </a:extLst>
                </p14:cNvPr>
                <p14:cNvContentPartPr/>
                <p14:nvPr/>
              </p14:nvContentPartPr>
              <p14:xfrm>
                <a:off x="8337168" y="4499424"/>
                <a:ext cx="35640" cy="28800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2546EAC7-1FFE-819B-5C3D-63680AE4052A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8328168" y="4490784"/>
                  <a:ext cx="5328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3E859057-5685-4AFC-4A4C-EB49769BD73C}"/>
                    </a:ext>
                  </a:extLst>
                </p14:cNvPr>
                <p14:cNvContentPartPr/>
                <p14:nvPr/>
              </p14:nvContentPartPr>
              <p14:xfrm>
                <a:off x="8258328" y="4666464"/>
                <a:ext cx="166680" cy="5688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3E859057-5685-4AFC-4A4C-EB49769BD73C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8249328" y="4657824"/>
                  <a:ext cx="18432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3DA242D5-9507-6A5B-691E-8567B333F957}"/>
                    </a:ext>
                  </a:extLst>
                </p14:cNvPr>
                <p14:cNvContentPartPr/>
                <p14:nvPr/>
              </p14:nvContentPartPr>
              <p14:xfrm>
                <a:off x="8439408" y="4659624"/>
                <a:ext cx="141840" cy="8748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3DA242D5-9507-6A5B-691E-8567B333F957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8430408" y="4650984"/>
                  <a:ext cx="1594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EDF4833A-35B7-EB4C-5649-DD1E6A61F3BC}"/>
                    </a:ext>
                  </a:extLst>
                </p14:cNvPr>
                <p14:cNvContentPartPr/>
                <p14:nvPr/>
              </p14:nvContentPartPr>
              <p14:xfrm>
                <a:off x="8626968" y="4659984"/>
                <a:ext cx="88920" cy="4356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EDF4833A-35B7-EB4C-5649-DD1E6A61F3BC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8618328" y="4650984"/>
                  <a:ext cx="10656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8088E60E-2F7F-1F5E-6744-CB90099570A5}"/>
                    </a:ext>
                  </a:extLst>
                </p14:cNvPr>
                <p14:cNvContentPartPr/>
                <p14:nvPr/>
              </p14:nvContentPartPr>
              <p14:xfrm>
                <a:off x="8758008" y="4406904"/>
                <a:ext cx="227520" cy="29484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8088E60E-2F7F-1F5E-6744-CB90099570A5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8749368" y="4398264"/>
                  <a:ext cx="24516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7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5A0990C9-BEDF-F50D-843A-19048A2A7271}"/>
                    </a:ext>
                  </a:extLst>
                </p14:cNvPr>
                <p14:cNvContentPartPr/>
                <p14:nvPr/>
              </p14:nvContentPartPr>
              <p14:xfrm>
                <a:off x="9007488" y="4595184"/>
                <a:ext cx="5040" cy="3564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5A0990C9-BEDF-F50D-843A-19048A2A7271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8998488" y="4586184"/>
                  <a:ext cx="226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9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45E13BB3-1E47-BA01-74C2-253A900A2330}"/>
                    </a:ext>
                  </a:extLst>
                </p14:cNvPr>
                <p14:cNvContentPartPr/>
                <p14:nvPr/>
              </p14:nvContentPartPr>
              <p14:xfrm>
                <a:off x="9074088" y="4622184"/>
                <a:ext cx="29520" cy="4212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45E13BB3-1E47-BA01-74C2-253A900A2330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9065088" y="4613184"/>
                  <a:ext cx="471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1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B69A1B60-37BC-6D7C-5CBC-A4250A8C9013}"/>
                    </a:ext>
                  </a:extLst>
                </p14:cNvPr>
                <p14:cNvContentPartPr/>
                <p14:nvPr/>
              </p14:nvContentPartPr>
              <p14:xfrm>
                <a:off x="9177048" y="4624704"/>
                <a:ext cx="107280" cy="4392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B69A1B60-37BC-6D7C-5CBC-A4250A8C9013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9168408" y="4615704"/>
                  <a:ext cx="12492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3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98A7D762-920F-E9C2-7ACE-BE9D3624895F}"/>
                    </a:ext>
                  </a:extLst>
                </p14:cNvPr>
                <p14:cNvContentPartPr/>
                <p14:nvPr/>
              </p14:nvContentPartPr>
              <p14:xfrm>
                <a:off x="9221688" y="4571064"/>
                <a:ext cx="12240" cy="2196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98A7D762-920F-E9C2-7ACE-BE9D3624895F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9212688" y="4562064"/>
                  <a:ext cx="29880" cy="3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65">
            <p14:nvContentPartPr>
              <p14:cNvPr id="360" name="Ink 359">
                <a:extLst>
                  <a:ext uri="{FF2B5EF4-FFF2-40B4-BE49-F238E27FC236}">
                    <a16:creationId xmlns:a16="http://schemas.microsoft.com/office/drawing/2014/main" id="{5E12AECC-1A8C-6074-B275-73C81B5BE65F}"/>
                  </a:ext>
                </a:extLst>
              </p14:cNvPr>
              <p14:cNvContentPartPr/>
              <p14:nvPr/>
            </p14:nvContentPartPr>
            <p14:xfrm>
              <a:off x="9649368" y="4482504"/>
              <a:ext cx="186480" cy="461880"/>
            </p14:xfrm>
          </p:contentPart>
        </mc:Choice>
        <mc:Fallback xmlns="">
          <p:pic>
            <p:nvPicPr>
              <p:cNvPr id="360" name="Ink 359">
                <a:extLst>
                  <a:ext uri="{FF2B5EF4-FFF2-40B4-BE49-F238E27FC236}">
                    <a16:creationId xmlns:a16="http://schemas.microsoft.com/office/drawing/2014/main" id="{5E12AECC-1A8C-6074-B275-73C81B5BE65F}"/>
                  </a:ext>
                </a:extLst>
              </p:cNvPr>
              <p:cNvPicPr/>
              <p:nvPr/>
            </p:nvPicPr>
            <p:blipFill>
              <a:blip r:embed="rId466"/>
              <a:stretch>
                <a:fillRect/>
              </a:stretch>
            </p:blipFill>
            <p:spPr>
              <a:xfrm>
                <a:off x="9640368" y="4473504"/>
                <a:ext cx="204120" cy="479520"/>
              </a:xfrm>
              <a:prstGeom prst="rect">
                <a:avLst/>
              </a:prstGeom>
            </p:spPr>
          </p:pic>
        </mc:Fallback>
      </mc:AlternateContent>
      <p:grpSp>
        <p:nvGrpSpPr>
          <p:cNvPr id="368" name="Group 367">
            <a:extLst>
              <a:ext uri="{FF2B5EF4-FFF2-40B4-BE49-F238E27FC236}">
                <a16:creationId xmlns:a16="http://schemas.microsoft.com/office/drawing/2014/main" id="{9BBAAC9C-E56D-7504-030D-A6392E1D6047}"/>
              </a:ext>
            </a:extLst>
          </p:cNvPr>
          <p:cNvGrpSpPr/>
          <p:nvPr/>
        </p:nvGrpSpPr>
        <p:grpSpPr>
          <a:xfrm>
            <a:off x="2775168" y="5195304"/>
            <a:ext cx="1550160" cy="253440"/>
            <a:chOff x="2775168" y="5195304"/>
            <a:chExt cx="1550160" cy="25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7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933ABC12-F734-0AAE-A132-75A0FE2C80FC}"/>
                    </a:ext>
                  </a:extLst>
                </p14:cNvPr>
                <p14:cNvContentPartPr/>
                <p14:nvPr/>
              </p14:nvContentPartPr>
              <p14:xfrm>
                <a:off x="2775168" y="5195304"/>
                <a:ext cx="282240" cy="24408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933ABC12-F734-0AAE-A132-75A0FE2C80FC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2766168" y="5186304"/>
                  <a:ext cx="2998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9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54F7A10C-666A-47AC-D349-2BC8CB80CEE0}"/>
                    </a:ext>
                  </a:extLst>
                </p14:cNvPr>
                <p14:cNvContentPartPr/>
                <p14:nvPr/>
              </p14:nvContentPartPr>
              <p14:xfrm>
                <a:off x="3093768" y="5239584"/>
                <a:ext cx="203040" cy="16236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54F7A10C-666A-47AC-D349-2BC8CB80CEE0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3085128" y="5230944"/>
                  <a:ext cx="22068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1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7C1448DA-9248-4D20-C1B5-4FBD3B3B69A7}"/>
                    </a:ext>
                  </a:extLst>
                </p14:cNvPr>
                <p14:cNvContentPartPr/>
                <p14:nvPr/>
              </p14:nvContentPartPr>
              <p14:xfrm>
                <a:off x="3136248" y="5322744"/>
                <a:ext cx="167040" cy="2412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7C1448DA-9248-4D20-C1B5-4FBD3B3B69A7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3127248" y="5313744"/>
                  <a:ext cx="1846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3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7A4D1814-83AE-CFB5-FCBA-A693ACD75D05}"/>
                    </a:ext>
                  </a:extLst>
                </p14:cNvPr>
                <p14:cNvContentPartPr/>
                <p14:nvPr/>
              </p14:nvContentPartPr>
              <p14:xfrm>
                <a:off x="3381408" y="5233824"/>
                <a:ext cx="230400" cy="14832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7A4D1814-83AE-CFB5-FCBA-A693ACD75D05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3372408" y="5225184"/>
                  <a:ext cx="2480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5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62F4258F-F1E9-F410-3D06-7DC0A92FB53D}"/>
                    </a:ext>
                  </a:extLst>
                </p14:cNvPr>
                <p14:cNvContentPartPr/>
                <p14:nvPr/>
              </p14:nvContentPartPr>
              <p14:xfrm>
                <a:off x="3656088" y="5225184"/>
                <a:ext cx="258480" cy="17208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62F4258F-F1E9-F410-3D06-7DC0A92FB53D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3647088" y="5216184"/>
                  <a:ext cx="2761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7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7A6508B5-4111-6A27-2E00-9144BE93643C}"/>
                    </a:ext>
                  </a:extLst>
                </p14:cNvPr>
                <p14:cNvContentPartPr/>
                <p14:nvPr/>
              </p14:nvContentPartPr>
              <p14:xfrm>
                <a:off x="3757248" y="5319144"/>
                <a:ext cx="158400" cy="3204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7A6508B5-4111-6A27-2E00-9144BE93643C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3748248" y="5310144"/>
                  <a:ext cx="1760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9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0042FA12-69B3-F6E2-2CAD-349794B354AB}"/>
                    </a:ext>
                  </a:extLst>
                </p14:cNvPr>
                <p14:cNvContentPartPr/>
                <p14:nvPr/>
              </p14:nvContentPartPr>
              <p14:xfrm>
                <a:off x="3981528" y="5285304"/>
                <a:ext cx="343800" cy="16344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0042FA12-69B3-F6E2-2CAD-349794B354AB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3972888" y="5276664"/>
                  <a:ext cx="361440" cy="18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3" name="Group 372">
            <a:extLst>
              <a:ext uri="{FF2B5EF4-FFF2-40B4-BE49-F238E27FC236}">
                <a16:creationId xmlns:a16="http://schemas.microsoft.com/office/drawing/2014/main" id="{0EC2752B-2AEB-44BE-6FC0-5022745A7541}"/>
              </a:ext>
            </a:extLst>
          </p:cNvPr>
          <p:cNvGrpSpPr/>
          <p:nvPr/>
        </p:nvGrpSpPr>
        <p:grpSpPr>
          <a:xfrm>
            <a:off x="4810608" y="5081544"/>
            <a:ext cx="1156680" cy="388800"/>
            <a:chOff x="4810608" y="5081544"/>
            <a:chExt cx="1156680" cy="38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0DCC0DBD-3158-0F6A-F2B0-1FDD4C3C3B51}"/>
                    </a:ext>
                  </a:extLst>
                </p14:cNvPr>
                <p14:cNvContentPartPr/>
                <p14:nvPr/>
              </p14:nvContentPartPr>
              <p14:xfrm>
                <a:off x="4810608" y="5081544"/>
                <a:ext cx="881640" cy="38880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0DCC0DBD-3158-0F6A-F2B0-1FDD4C3C3B51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4801608" y="5072904"/>
                  <a:ext cx="89928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3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4708C214-8A5A-C59E-006E-C92363DFB692}"/>
                    </a:ext>
                  </a:extLst>
                </p14:cNvPr>
                <p14:cNvContentPartPr/>
                <p14:nvPr/>
              </p14:nvContentPartPr>
              <p14:xfrm>
                <a:off x="5720328" y="5214024"/>
                <a:ext cx="4320" cy="1836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4708C214-8A5A-C59E-006E-C92363DFB692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5711328" y="5205024"/>
                  <a:ext cx="219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5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DFEE07E8-F806-25F2-322C-7A9A747DB225}"/>
                    </a:ext>
                  </a:extLst>
                </p14:cNvPr>
                <p14:cNvContentPartPr/>
                <p14:nvPr/>
              </p14:nvContentPartPr>
              <p14:xfrm>
                <a:off x="5757768" y="5237424"/>
                <a:ext cx="209520" cy="4716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DFEE07E8-F806-25F2-322C-7A9A747DB225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5749128" y="5228784"/>
                  <a:ext cx="2271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7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AA9324B2-245D-894D-F98D-E8003D7EC8D9}"/>
                    </a:ext>
                  </a:extLst>
                </p14:cNvPr>
                <p14:cNvContentPartPr/>
                <p14:nvPr/>
              </p14:nvContentPartPr>
              <p14:xfrm>
                <a:off x="5870448" y="5130504"/>
                <a:ext cx="87480" cy="3708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AA9324B2-245D-894D-F98D-E8003D7EC8D9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5861448" y="5121504"/>
                  <a:ext cx="105120" cy="5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3" name="Group 382">
            <a:extLst>
              <a:ext uri="{FF2B5EF4-FFF2-40B4-BE49-F238E27FC236}">
                <a16:creationId xmlns:a16="http://schemas.microsoft.com/office/drawing/2014/main" id="{020BF42D-007E-522A-AB4C-D3F64AB2E73A}"/>
              </a:ext>
            </a:extLst>
          </p:cNvPr>
          <p:cNvGrpSpPr/>
          <p:nvPr/>
        </p:nvGrpSpPr>
        <p:grpSpPr>
          <a:xfrm>
            <a:off x="6371208" y="5008824"/>
            <a:ext cx="668520" cy="416520"/>
            <a:chOff x="6371208" y="5008824"/>
            <a:chExt cx="668520" cy="41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9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60A4EBDE-510D-A279-A331-887C0E548A66}"/>
                    </a:ext>
                  </a:extLst>
                </p14:cNvPr>
                <p14:cNvContentPartPr/>
                <p14:nvPr/>
              </p14:nvContentPartPr>
              <p14:xfrm>
                <a:off x="6371208" y="5008824"/>
                <a:ext cx="436680" cy="41652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60A4EBDE-510D-A279-A331-887C0E548A66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6362208" y="4999824"/>
                  <a:ext cx="454320" cy="43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1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1D777064-D081-7D04-847A-64D78DE574B1}"/>
                    </a:ext>
                  </a:extLst>
                </p14:cNvPr>
                <p14:cNvContentPartPr/>
                <p14:nvPr/>
              </p14:nvContentPartPr>
              <p14:xfrm>
                <a:off x="6886728" y="5174064"/>
                <a:ext cx="153000" cy="4248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1D777064-D081-7D04-847A-64D78DE574B1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6878088" y="5165424"/>
                  <a:ext cx="170640" cy="60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93">
            <p14:nvContentPartPr>
              <p14:cNvPr id="376" name="Ink 375">
                <a:extLst>
                  <a:ext uri="{FF2B5EF4-FFF2-40B4-BE49-F238E27FC236}">
                    <a16:creationId xmlns:a16="http://schemas.microsoft.com/office/drawing/2014/main" id="{D55E41AD-3103-ECD8-DDD5-A6F989E7AE63}"/>
                  </a:ext>
                </a:extLst>
              </p14:cNvPr>
              <p14:cNvContentPartPr/>
              <p14:nvPr/>
            </p14:nvContentPartPr>
            <p14:xfrm>
              <a:off x="7485048" y="5206104"/>
              <a:ext cx="110520" cy="13320"/>
            </p14:xfrm>
          </p:contentPart>
        </mc:Choice>
        <mc:Fallback xmlns="">
          <p:pic>
            <p:nvPicPr>
              <p:cNvPr id="376" name="Ink 375">
                <a:extLst>
                  <a:ext uri="{FF2B5EF4-FFF2-40B4-BE49-F238E27FC236}">
                    <a16:creationId xmlns:a16="http://schemas.microsoft.com/office/drawing/2014/main" id="{D55E41AD-3103-ECD8-DDD5-A6F989E7AE63}"/>
                  </a:ext>
                </a:extLst>
              </p:cNvPr>
              <p:cNvPicPr/>
              <p:nvPr/>
            </p:nvPicPr>
            <p:blipFill>
              <a:blip r:embed="rId494"/>
              <a:stretch>
                <a:fillRect/>
              </a:stretch>
            </p:blipFill>
            <p:spPr>
              <a:xfrm>
                <a:off x="7476408" y="5197104"/>
                <a:ext cx="128160" cy="30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85" name="Group 384">
            <a:extLst>
              <a:ext uri="{FF2B5EF4-FFF2-40B4-BE49-F238E27FC236}">
                <a16:creationId xmlns:a16="http://schemas.microsoft.com/office/drawing/2014/main" id="{CB80F0F0-6A4B-36A7-0F0A-CA7B3AA62BDA}"/>
              </a:ext>
            </a:extLst>
          </p:cNvPr>
          <p:cNvGrpSpPr/>
          <p:nvPr/>
        </p:nvGrpSpPr>
        <p:grpSpPr>
          <a:xfrm>
            <a:off x="8028648" y="4996944"/>
            <a:ext cx="1323720" cy="325440"/>
            <a:chOff x="8028648" y="4996944"/>
            <a:chExt cx="1323720" cy="32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5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2D47D55E-D9FF-8EC7-ED77-EA9843860B34}"/>
                    </a:ext>
                  </a:extLst>
                </p14:cNvPr>
                <p14:cNvContentPartPr/>
                <p14:nvPr/>
              </p14:nvContentPartPr>
              <p14:xfrm>
                <a:off x="8147448" y="5017464"/>
                <a:ext cx="151920" cy="27072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2D47D55E-D9FF-8EC7-ED77-EA9843860B34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8138448" y="5008824"/>
                  <a:ext cx="16956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7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ECE762C9-29E8-8F35-930D-B677A5A45DB6}"/>
                    </a:ext>
                  </a:extLst>
                </p14:cNvPr>
                <p14:cNvContentPartPr/>
                <p14:nvPr/>
              </p14:nvContentPartPr>
              <p14:xfrm>
                <a:off x="8349768" y="5188824"/>
                <a:ext cx="333000" cy="8568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ECE762C9-29E8-8F35-930D-B677A5A45DB6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8341128" y="5179824"/>
                  <a:ext cx="35064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9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848018AD-0D60-A20D-DFC1-388EC23EEA43}"/>
                    </a:ext>
                  </a:extLst>
                </p14:cNvPr>
                <p14:cNvContentPartPr/>
                <p14:nvPr/>
              </p14:nvContentPartPr>
              <p14:xfrm>
                <a:off x="8753688" y="4998024"/>
                <a:ext cx="343800" cy="21492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848018AD-0D60-A20D-DFC1-388EC23EEA43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8745048" y="4989384"/>
                  <a:ext cx="36144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1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E4A15549-F0E5-1E81-F36C-4C6AE6AB7D54}"/>
                    </a:ext>
                  </a:extLst>
                </p14:cNvPr>
                <p14:cNvContentPartPr/>
                <p14:nvPr/>
              </p14:nvContentPartPr>
              <p14:xfrm>
                <a:off x="9204408" y="5143464"/>
                <a:ext cx="147960" cy="3564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E4A15549-F0E5-1E81-F36C-4C6AE6AB7D54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9195408" y="5134824"/>
                  <a:ext cx="16560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3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591BF4C6-B84F-1CE0-C390-DF3503FB1FDE}"/>
                    </a:ext>
                  </a:extLst>
                </p14:cNvPr>
                <p14:cNvContentPartPr/>
                <p14:nvPr/>
              </p14:nvContentPartPr>
              <p14:xfrm>
                <a:off x="9030888" y="4996944"/>
                <a:ext cx="160560" cy="1980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591BF4C6-B84F-1CE0-C390-DF3503FB1FDE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9021888" y="4987944"/>
                  <a:ext cx="1782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5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DEFAE912-19D5-6146-E939-74C220101FE3}"/>
                    </a:ext>
                  </a:extLst>
                </p14:cNvPr>
                <p14:cNvContentPartPr/>
                <p14:nvPr/>
              </p14:nvContentPartPr>
              <p14:xfrm>
                <a:off x="8028648" y="5014584"/>
                <a:ext cx="259200" cy="30780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DEFAE912-19D5-6146-E939-74C220101FE3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8020008" y="5005944"/>
                  <a:ext cx="276840" cy="32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9" name="Group 408">
            <a:extLst>
              <a:ext uri="{FF2B5EF4-FFF2-40B4-BE49-F238E27FC236}">
                <a16:creationId xmlns:a16="http://schemas.microsoft.com/office/drawing/2014/main" id="{BABEA556-35E0-3B7A-5D87-DE4F1DA8E730}"/>
              </a:ext>
            </a:extLst>
          </p:cNvPr>
          <p:cNvGrpSpPr/>
          <p:nvPr/>
        </p:nvGrpSpPr>
        <p:grpSpPr>
          <a:xfrm>
            <a:off x="366408" y="5939064"/>
            <a:ext cx="712800" cy="389880"/>
            <a:chOff x="366408" y="5939064"/>
            <a:chExt cx="712800" cy="38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7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425FCF66-D570-8310-AE24-932655F5935D}"/>
                    </a:ext>
                  </a:extLst>
                </p14:cNvPr>
                <p14:cNvContentPartPr/>
                <p14:nvPr/>
              </p14:nvContentPartPr>
              <p14:xfrm>
                <a:off x="366408" y="5939064"/>
                <a:ext cx="137160" cy="343800"/>
              </p14:xfrm>
            </p:contentPart>
          </mc:Choice>
          <mc:Fallback xmlns=""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425FCF66-D570-8310-AE24-932655F5935D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357408" y="5930424"/>
                  <a:ext cx="15480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9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DF3A870E-B676-01A2-2DA8-E370FE0DB3C3}"/>
                    </a:ext>
                  </a:extLst>
                </p14:cNvPr>
                <p14:cNvContentPartPr/>
                <p14:nvPr/>
              </p14:nvContentPartPr>
              <p14:xfrm>
                <a:off x="612648" y="6031584"/>
                <a:ext cx="235080" cy="29736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DF3A870E-B676-01A2-2DA8-E370FE0DB3C3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604008" y="6022584"/>
                  <a:ext cx="25272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1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61AFC9AF-5FB1-BCDE-F44F-45503EB11D7B}"/>
                    </a:ext>
                  </a:extLst>
                </p14:cNvPr>
                <p14:cNvContentPartPr/>
                <p14:nvPr/>
              </p14:nvContentPartPr>
              <p14:xfrm>
                <a:off x="890568" y="6098904"/>
                <a:ext cx="188640" cy="7992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61AFC9AF-5FB1-BCDE-F44F-45503EB11D7B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881928" y="6089904"/>
                  <a:ext cx="206280" cy="9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6" name="Group 415">
            <a:extLst>
              <a:ext uri="{FF2B5EF4-FFF2-40B4-BE49-F238E27FC236}">
                <a16:creationId xmlns:a16="http://schemas.microsoft.com/office/drawing/2014/main" id="{8DDB7ED9-B719-2A60-30B9-9EDD0668251A}"/>
              </a:ext>
            </a:extLst>
          </p:cNvPr>
          <p:cNvGrpSpPr/>
          <p:nvPr/>
        </p:nvGrpSpPr>
        <p:grpSpPr>
          <a:xfrm>
            <a:off x="1353528" y="5711544"/>
            <a:ext cx="2959560" cy="653760"/>
            <a:chOff x="1353528" y="5711544"/>
            <a:chExt cx="2959560" cy="65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3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C1C8200C-A512-8972-66A1-78F79F35AA6D}"/>
                    </a:ext>
                  </a:extLst>
                </p14:cNvPr>
                <p14:cNvContentPartPr/>
                <p14:nvPr/>
              </p14:nvContentPartPr>
              <p14:xfrm>
                <a:off x="1676448" y="5922144"/>
                <a:ext cx="173160" cy="26784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C1C8200C-A512-8972-66A1-78F79F35AA6D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1667448" y="5913504"/>
                  <a:ext cx="19080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5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785FBE17-4E27-9673-31C8-504CE793D74B}"/>
                    </a:ext>
                  </a:extLst>
                </p14:cNvPr>
                <p14:cNvContentPartPr/>
                <p14:nvPr/>
              </p14:nvContentPartPr>
              <p14:xfrm>
                <a:off x="1962288" y="5941944"/>
                <a:ext cx="114480" cy="19368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785FBE17-4E27-9673-31C8-504CE793D74B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1953648" y="5932944"/>
                  <a:ext cx="13212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7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96E2FF57-B6C9-8B7C-5B70-58235F8C5034}"/>
                    </a:ext>
                  </a:extLst>
                </p14:cNvPr>
                <p14:cNvContentPartPr/>
                <p14:nvPr/>
              </p14:nvContentPartPr>
              <p14:xfrm>
                <a:off x="2110248" y="5915304"/>
                <a:ext cx="348480" cy="204120"/>
              </p14:xfrm>
            </p:contentPart>
          </mc:Choice>
          <mc:Fallback xmlns=""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96E2FF57-B6C9-8B7C-5B70-58235F8C5034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2101248" y="5906304"/>
                  <a:ext cx="36612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9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73B5CB77-BB04-2F7E-3C42-0554C518ED3B}"/>
                    </a:ext>
                  </a:extLst>
                </p14:cNvPr>
                <p14:cNvContentPartPr/>
                <p14:nvPr/>
              </p14:nvContentPartPr>
              <p14:xfrm>
                <a:off x="2490048" y="6028344"/>
                <a:ext cx="7920" cy="1440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73B5CB77-BB04-2F7E-3C42-0554C518ED3B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2481408" y="6019344"/>
                  <a:ext cx="255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1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12FA530D-A5D2-7A89-026B-5F0D2D461FA5}"/>
                    </a:ext>
                  </a:extLst>
                </p14:cNvPr>
                <p14:cNvContentPartPr/>
                <p14:nvPr/>
              </p14:nvContentPartPr>
              <p14:xfrm>
                <a:off x="2434968" y="5867424"/>
                <a:ext cx="117360" cy="47160"/>
              </p14:xfrm>
            </p:contentPart>
          </mc:Choice>
          <mc:Fallback xmlns=""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12FA530D-A5D2-7A89-026B-5F0D2D461FA5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2425968" y="5858784"/>
                  <a:ext cx="13500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3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81CCBB95-CB86-1398-BF7C-B17AD3E848D1}"/>
                    </a:ext>
                  </a:extLst>
                </p14:cNvPr>
                <p14:cNvContentPartPr/>
                <p14:nvPr/>
              </p14:nvContentPartPr>
              <p14:xfrm>
                <a:off x="2677608" y="5891544"/>
                <a:ext cx="192240" cy="239760"/>
              </p14:xfrm>
            </p:contentPart>
          </mc:Choice>
          <mc:Fallback xmlns=""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81CCBB95-CB86-1398-BF7C-B17AD3E848D1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2668608" y="5882904"/>
                  <a:ext cx="20988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5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1BF44A1C-4FED-67EC-1D08-1958BA8FEB0C}"/>
                    </a:ext>
                  </a:extLst>
                </p14:cNvPr>
                <p14:cNvContentPartPr/>
                <p14:nvPr/>
              </p14:nvContentPartPr>
              <p14:xfrm>
                <a:off x="2994048" y="5865264"/>
                <a:ext cx="111960" cy="228600"/>
              </p14:xfrm>
            </p:contentPart>
          </mc:Choice>
          <mc:Fallback xmlns=""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1BF44A1C-4FED-67EC-1D08-1958BA8FEB0C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2985048" y="5856624"/>
                  <a:ext cx="12960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7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D90D945A-D82A-7EB2-6935-ED9E60369564}"/>
                    </a:ext>
                  </a:extLst>
                </p14:cNvPr>
                <p14:cNvContentPartPr/>
                <p14:nvPr/>
              </p14:nvContentPartPr>
              <p14:xfrm>
                <a:off x="3160728" y="5994504"/>
                <a:ext cx="227520" cy="7272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D90D945A-D82A-7EB2-6935-ED9E60369564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3152088" y="5985504"/>
                  <a:ext cx="24516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9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42BDEE4D-72CA-117C-4349-3B9C9907ECE2}"/>
                    </a:ext>
                  </a:extLst>
                </p14:cNvPr>
                <p14:cNvContentPartPr/>
                <p14:nvPr/>
              </p14:nvContentPartPr>
              <p14:xfrm>
                <a:off x="3417048" y="5980464"/>
                <a:ext cx="126360" cy="29340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42BDEE4D-72CA-117C-4349-3B9C9907ECE2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3408408" y="5971464"/>
                  <a:ext cx="14400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1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16ABEE93-23C8-97D7-D14D-98139FBC6991}"/>
                    </a:ext>
                  </a:extLst>
                </p14:cNvPr>
                <p14:cNvContentPartPr/>
                <p14:nvPr/>
              </p14:nvContentPartPr>
              <p14:xfrm>
                <a:off x="3621888" y="5921784"/>
                <a:ext cx="164880" cy="15480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16ABEE93-23C8-97D7-D14D-98139FBC6991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3612888" y="5912784"/>
                  <a:ext cx="18252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3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F903273D-1C3B-41AF-6A71-B4C49A948728}"/>
                    </a:ext>
                  </a:extLst>
                </p14:cNvPr>
                <p14:cNvContentPartPr/>
                <p14:nvPr/>
              </p14:nvContentPartPr>
              <p14:xfrm>
                <a:off x="1727208" y="6276384"/>
                <a:ext cx="2115000" cy="8604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F903273D-1C3B-41AF-6A71-B4C49A948728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1718208" y="6267744"/>
                  <a:ext cx="213264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5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8CE46D75-7CD9-C7DE-B543-DA8F8412ECAF}"/>
                    </a:ext>
                  </a:extLst>
                </p14:cNvPr>
                <p14:cNvContentPartPr/>
                <p14:nvPr/>
              </p14:nvContentPartPr>
              <p14:xfrm>
                <a:off x="2380608" y="6279624"/>
                <a:ext cx="1314360" cy="4248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8CE46D75-7CD9-C7DE-B543-DA8F8412ECAF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2371608" y="6270624"/>
                  <a:ext cx="13320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7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03926249-B009-D1EB-D124-816AD654C9F6}"/>
                    </a:ext>
                  </a:extLst>
                </p14:cNvPr>
                <p14:cNvContentPartPr/>
                <p14:nvPr/>
              </p14:nvContentPartPr>
              <p14:xfrm>
                <a:off x="3702528" y="6278544"/>
                <a:ext cx="9360" cy="15120"/>
              </p14:xfrm>
            </p:contentPart>
          </mc:Choice>
          <mc:Fallback xmlns=""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03926249-B009-D1EB-D124-816AD654C9F6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3693888" y="6269544"/>
                  <a:ext cx="270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9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D8923061-8D71-9506-652F-A861C3D65FB6}"/>
                    </a:ext>
                  </a:extLst>
                </p14:cNvPr>
                <p14:cNvContentPartPr/>
                <p14:nvPr/>
              </p14:nvContentPartPr>
              <p14:xfrm>
                <a:off x="4075848" y="5919624"/>
                <a:ext cx="9000" cy="74520"/>
              </p14:xfrm>
            </p:contentPart>
          </mc:Choice>
          <mc:Fallback xmlns=""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D8923061-8D71-9506-652F-A861C3D65FB6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4066848" y="5910984"/>
                  <a:ext cx="266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1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5A69000A-7409-A5AF-3AEA-D4403966479A}"/>
                    </a:ext>
                  </a:extLst>
                </p14:cNvPr>
                <p14:cNvContentPartPr/>
                <p14:nvPr/>
              </p14:nvContentPartPr>
              <p14:xfrm>
                <a:off x="4066848" y="6077664"/>
                <a:ext cx="7920" cy="34560"/>
              </p14:xfrm>
            </p:contentPart>
          </mc:Choice>
          <mc:Fallback xmlns=""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5A69000A-7409-A5AF-3AEA-D4403966479A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4058208" y="6069024"/>
                  <a:ext cx="255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3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D8584016-DDF0-17F4-4A05-53BBE9BF986E}"/>
                    </a:ext>
                  </a:extLst>
                </p14:cNvPr>
                <p14:cNvContentPartPr/>
                <p14:nvPr/>
              </p14:nvContentPartPr>
              <p14:xfrm>
                <a:off x="1366848" y="6182424"/>
                <a:ext cx="4680" cy="2880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D8584016-DDF0-17F4-4A05-53BBE9BF986E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1358208" y="6173424"/>
                  <a:ext cx="2232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5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595B0795-26B8-5E58-FD5E-B64A86530892}"/>
                    </a:ext>
                  </a:extLst>
                </p14:cNvPr>
                <p14:cNvContentPartPr/>
                <p14:nvPr/>
              </p14:nvContentPartPr>
              <p14:xfrm>
                <a:off x="1353528" y="5988024"/>
                <a:ext cx="6840" cy="6120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595B0795-26B8-5E58-FD5E-B64A86530892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1344888" y="5979024"/>
                  <a:ext cx="244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7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E6C3F446-E7C6-26DC-7F03-FD0067B6ACD6}"/>
                    </a:ext>
                  </a:extLst>
                </p14:cNvPr>
                <p14:cNvContentPartPr/>
                <p14:nvPr/>
              </p14:nvContentPartPr>
              <p14:xfrm>
                <a:off x="1364328" y="5907024"/>
                <a:ext cx="284040" cy="45828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E6C3F446-E7C6-26DC-7F03-FD0067B6ACD6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1355328" y="5898384"/>
                  <a:ext cx="301680" cy="47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9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846C2983-8A25-FA64-2529-9D0B72184043}"/>
                    </a:ext>
                  </a:extLst>
                </p14:cNvPr>
                <p14:cNvContentPartPr/>
                <p14:nvPr/>
              </p14:nvContentPartPr>
              <p14:xfrm>
                <a:off x="3797208" y="5711544"/>
                <a:ext cx="273960" cy="58680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846C2983-8A25-FA64-2529-9D0B72184043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3788568" y="5702544"/>
                  <a:ext cx="291600" cy="60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1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A4A36860-2FFB-8D18-1951-B9646B1926AE}"/>
                    </a:ext>
                  </a:extLst>
                </p14:cNvPr>
                <p14:cNvContentPartPr/>
                <p14:nvPr/>
              </p14:nvContentPartPr>
              <p14:xfrm>
                <a:off x="4242888" y="6142104"/>
                <a:ext cx="14040" cy="6408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A4A36860-2FFB-8D18-1951-B9646B1926AE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4234248" y="6133464"/>
                  <a:ext cx="3168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3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3199D974-BFF4-0A0B-2026-8F99583CC876}"/>
                    </a:ext>
                  </a:extLst>
                </p14:cNvPr>
                <p14:cNvContentPartPr/>
                <p14:nvPr/>
              </p14:nvContentPartPr>
              <p14:xfrm>
                <a:off x="4303728" y="5952384"/>
                <a:ext cx="9360" cy="47520"/>
              </p14:xfrm>
            </p:contentPart>
          </mc:Choice>
          <mc:Fallback xmlns=""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3199D974-BFF4-0A0B-2026-8F99583CC876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4295088" y="5943384"/>
                  <a:ext cx="27000" cy="6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2" name="Group 421">
            <a:extLst>
              <a:ext uri="{FF2B5EF4-FFF2-40B4-BE49-F238E27FC236}">
                <a16:creationId xmlns:a16="http://schemas.microsoft.com/office/drawing/2014/main" id="{7E6C7EC0-6678-9FE4-FE91-EA704D40DF73}"/>
              </a:ext>
            </a:extLst>
          </p:cNvPr>
          <p:cNvGrpSpPr/>
          <p:nvPr/>
        </p:nvGrpSpPr>
        <p:grpSpPr>
          <a:xfrm>
            <a:off x="4694688" y="5880744"/>
            <a:ext cx="1254960" cy="338400"/>
            <a:chOff x="4694688" y="5880744"/>
            <a:chExt cx="1254960" cy="33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5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27253782-0B49-B083-46F5-BAC909254985}"/>
                    </a:ext>
                  </a:extLst>
                </p14:cNvPr>
                <p14:cNvContentPartPr/>
                <p14:nvPr/>
              </p14:nvContentPartPr>
              <p14:xfrm>
                <a:off x="4694688" y="5890464"/>
                <a:ext cx="169560" cy="301680"/>
              </p14:xfrm>
            </p:contentPart>
          </mc:Choice>
          <mc:Fallback xmlns=""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27253782-0B49-B083-46F5-BAC909254985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4685688" y="5881824"/>
                  <a:ext cx="18720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7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F318510C-3CCB-BCAC-35C2-DE230A62893F}"/>
                    </a:ext>
                  </a:extLst>
                </p14:cNvPr>
                <p14:cNvContentPartPr/>
                <p14:nvPr/>
              </p14:nvContentPartPr>
              <p14:xfrm>
                <a:off x="4968648" y="5934024"/>
                <a:ext cx="424800" cy="136080"/>
              </p14:xfrm>
            </p:contentPart>
          </mc:Choice>
          <mc:Fallback xmlns=""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F318510C-3CCB-BCAC-35C2-DE230A62893F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4959648" y="5925384"/>
                  <a:ext cx="44244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9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1FE7E167-72A0-2172-BC6E-EEC7F330C1D9}"/>
                    </a:ext>
                  </a:extLst>
                </p14:cNvPr>
                <p14:cNvContentPartPr/>
                <p14:nvPr/>
              </p14:nvContentPartPr>
              <p14:xfrm>
                <a:off x="5401368" y="5914224"/>
                <a:ext cx="21240" cy="3636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1FE7E167-72A0-2172-BC6E-EEC7F330C1D9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5392728" y="5905584"/>
                  <a:ext cx="388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1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9996DF1C-AF3E-DDA0-DD4F-726B25E97C8A}"/>
                    </a:ext>
                  </a:extLst>
                </p14:cNvPr>
                <p14:cNvContentPartPr/>
                <p14:nvPr/>
              </p14:nvContentPartPr>
              <p14:xfrm>
                <a:off x="5472288" y="5967504"/>
                <a:ext cx="59040" cy="25164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9996DF1C-AF3E-DDA0-DD4F-726B25E97C8A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5463288" y="5958504"/>
                  <a:ext cx="7668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3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639E1205-8689-E22A-95E6-C5B819956A87}"/>
                    </a:ext>
                  </a:extLst>
                </p14:cNvPr>
                <p14:cNvContentPartPr/>
                <p14:nvPr/>
              </p14:nvContentPartPr>
              <p14:xfrm>
                <a:off x="5757048" y="5880744"/>
                <a:ext cx="192600" cy="328320"/>
              </p14:xfrm>
            </p:contentPart>
          </mc:Choice>
          <mc:Fallback xmlns=""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639E1205-8689-E22A-95E6-C5B819956A87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5748408" y="5872104"/>
                  <a:ext cx="210240" cy="34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2" name="Group 461">
            <a:extLst>
              <a:ext uri="{FF2B5EF4-FFF2-40B4-BE49-F238E27FC236}">
                <a16:creationId xmlns:a16="http://schemas.microsoft.com/office/drawing/2014/main" id="{F95174C2-5202-9F0D-88A9-87BD98ADD995}"/>
              </a:ext>
            </a:extLst>
          </p:cNvPr>
          <p:cNvGrpSpPr/>
          <p:nvPr/>
        </p:nvGrpSpPr>
        <p:grpSpPr>
          <a:xfrm>
            <a:off x="10417968" y="5657904"/>
            <a:ext cx="1236960" cy="348120"/>
            <a:chOff x="10417968" y="5657904"/>
            <a:chExt cx="1236960" cy="34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5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8FE08480-F58D-8D59-FB6A-FF50572076C6}"/>
                    </a:ext>
                  </a:extLst>
                </p14:cNvPr>
                <p14:cNvContentPartPr/>
                <p14:nvPr/>
              </p14:nvContentPartPr>
              <p14:xfrm>
                <a:off x="10417968" y="5657904"/>
                <a:ext cx="146160" cy="348120"/>
              </p14:xfrm>
            </p:contentPart>
          </mc:Choice>
          <mc:Fallback xmlns=""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8FE08480-F58D-8D59-FB6A-FF50572076C6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10408968" y="5649264"/>
                  <a:ext cx="16380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7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F78D6259-E58E-7DEC-7440-553941757D72}"/>
                    </a:ext>
                  </a:extLst>
                </p14:cNvPr>
                <p14:cNvContentPartPr/>
                <p14:nvPr/>
              </p14:nvContentPartPr>
              <p14:xfrm>
                <a:off x="10574928" y="5840424"/>
                <a:ext cx="409320" cy="100440"/>
              </p14:xfrm>
            </p:contentPart>
          </mc:Choice>
          <mc:Fallback xmlns=""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F78D6259-E58E-7DEC-7440-553941757D72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10566288" y="5831784"/>
                  <a:ext cx="4269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9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15247CA7-BFCA-0C5B-1C88-AA7480090BB2}"/>
                    </a:ext>
                  </a:extLst>
                </p14:cNvPr>
                <p14:cNvContentPartPr/>
                <p14:nvPr/>
              </p14:nvContentPartPr>
              <p14:xfrm>
                <a:off x="10993968" y="5797944"/>
                <a:ext cx="5040" cy="2772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15247CA7-BFCA-0C5B-1C88-AA7480090BB2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10985328" y="5788944"/>
                  <a:ext cx="226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28AB298E-FB8D-85EA-B7CC-A4D745E854A6}"/>
                    </a:ext>
                  </a:extLst>
                </p14:cNvPr>
                <p14:cNvContentPartPr/>
                <p14:nvPr/>
              </p14:nvContentPartPr>
              <p14:xfrm>
                <a:off x="11029968" y="5867424"/>
                <a:ext cx="216000" cy="63360"/>
              </p14:xfrm>
            </p:contentPart>
          </mc:Choice>
          <mc:Fallback xmlns=""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28AB298E-FB8D-85EA-B7CC-A4D745E854A6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11020968" y="5858784"/>
                  <a:ext cx="2336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77205AC2-3BFA-9500-B35E-66E49A09A542}"/>
                    </a:ext>
                  </a:extLst>
                </p14:cNvPr>
                <p14:cNvContentPartPr/>
                <p14:nvPr/>
              </p14:nvContentPartPr>
              <p14:xfrm>
                <a:off x="11259648" y="5776704"/>
                <a:ext cx="24480" cy="24120"/>
              </p14:xfrm>
            </p:contentPart>
          </mc:Choice>
          <mc:Fallback xmlns=""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77205AC2-3BFA-9500-B35E-66E49A09A542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11251008" y="5767704"/>
                  <a:ext cx="421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42C04DED-6B84-3BBB-D7E5-6C36A74D0FAC}"/>
                    </a:ext>
                  </a:extLst>
                </p14:cNvPr>
                <p14:cNvContentPartPr/>
                <p14:nvPr/>
              </p14:nvContentPartPr>
              <p14:xfrm>
                <a:off x="11340288" y="5846544"/>
                <a:ext cx="186840" cy="48960"/>
              </p14:xfrm>
            </p:contentPart>
          </mc:Choice>
          <mc:Fallback xmlns=""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42C04DED-6B84-3BBB-D7E5-6C36A74D0FAC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11331288" y="5837544"/>
                  <a:ext cx="2044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E1BCC9B1-B9AB-3A26-1D9F-A94A88519D1D}"/>
                    </a:ext>
                  </a:extLst>
                </p14:cNvPr>
                <p14:cNvContentPartPr/>
                <p14:nvPr/>
              </p14:nvContentPartPr>
              <p14:xfrm>
                <a:off x="11647008" y="5892624"/>
                <a:ext cx="7920" cy="9000"/>
              </p14:xfrm>
            </p:contentPart>
          </mc:Choice>
          <mc:Fallback xmlns=""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E1BCC9B1-B9AB-3A26-1D9F-A94A88519D1D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11638368" y="5883624"/>
                  <a:ext cx="25560" cy="2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1" name="Group 460">
            <a:extLst>
              <a:ext uri="{FF2B5EF4-FFF2-40B4-BE49-F238E27FC236}">
                <a16:creationId xmlns:a16="http://schemas.microsoft.com/office/drawing/2014/main" id="{1F231580-7C35-12DA-096B-A3453DA6B62F}"/>
              </a:ext>
            </a:extLst>
          </p:cNvPr>
          <p:cNvGrpSpPr/>
          <p:nvPr/>
        </p:nvGrpSpPr>
        <p:grpSpPr>
          <a:xfrm>
            <a:off x="6344928" y="5792184"/>
            <a:ext cx="3795480" cy="716400"/>
            <a:chOff x="6344928" y="5792184"/>
            <a:chExt cx="3795480" cy="71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BCBFBA90-2DFF-A8E6-B316-E4BD808364AD}"/>
                    </a:ext>
                  </a:extLst>
                </p14:cNvPr>
                <p14:cNvContentPartPr/>
                <p14:nvPr/>
              </p14:nvContentPartPr>
              <p14:xfrm>
                <a:off x="6392088" y="5983344"/>
                <a:ext cx="42120" cy="138600"/>
              </p14:xfrm>
            </p:contentPart>
          </mc:Choice>
          <mc:Fallback xmlns=""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BCBFBA90-2DFF-A8E6-B316-E4BD808364AD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6383088" y="5974344"/>
                  <a:ext cx="597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79DE513A-A0E2-A723-6F4F-E00379C05142}"/>
                    </a:ext>
                  </a:extLst>
                </p14:cNvPr>
                <p14:cNvContentPartPr/>
                <p14:nvPr/>
              </p14:nvContentPartPr>
              <p14:xfrm>
                <a:off x="6344928" y="5867784"/>
                <a:ext cx="284400" cy="98640"/>
              </p14:xfrm>
            </p:contentPart>
          </mc:Choice>
          <mc:Fallback xmlns=""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79DE513A-A0E2-A723-6F4F-E00379C05142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6336288" y="5858784"/>
                  <a:ext cx="3020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A286EDC2-37A9-3DE4-3FA1-447816515ADB}"/>
                    </a:ext>
                  </a:extLst>
                </p14:cNvPr>
                <p14:cNvContentPartPr/>
                <p14:nvPr/>
              </p14:nvContentPartPr>
              <p14:xfrm>
                <a:off x="6378048" y="6086664"/>
                <a:ext cx="307440" cy="81360"/>
              </p14:xfrm>
            </p:contentPart>
          </mc:Choice>
          <mc:Fallback xmlns=""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A286EDC2-37A9-3DE4-3FA1-447816515ADB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6369408" y="6077664"/>
                  <a:ext cx="3250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CADB6C4B-0D20-D0AE-091F-20E9CEB6A027}"/>
                    </a:ext>
                  </a:extLst>
                </p14:cNvPr>
                <p14:cNvContentPartPr/>
                <p14:nvPr/>
              </p14:nvContentPartPr>
              <p14:xfrm>
                <a:off x="6764328" y="5898384"/>
                <a:ext cx="203040" cy="203400"/>
              </p14:xfrm>
            </p:contentPart>
          </mc:Choice>
          <mc:Fallback xmlns=""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CADB6C4B-0D20-D0AE-091F-20E9CEB6A027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6755688" y="5889744"/>
                  <a:ext cx="22068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228085FF-E64B-D263-AE81-E51286D104CF}"/>
                    </a:ext>
                  </a:extLst>
                </p14:cNvPr>
                <p14:cNvContentPartPr/>
                <p14:nvPr/>
              </p14:nvContentPartPr>
              <p14:xfrm>
                <a:off x="6989328" y="5952744"/>
                <a:ext cx="26640" cy="30240"/>
              </p14:xfrm>
            </p:contentPart>
          </mc:Choice>
          <mc:Fallback xmlns=""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228085FF-E64B-D263-AE81-E51286D104CF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6980688" y="5944104"/>
                  <a:ext cx="4428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E9B1156A-F078-A0C4-AEB0-78600972031E}"/>
                    </a:ext>
                  </a:extLst>
                </p14:cNvPr>
                <p14:cNvContentPartPr/>
                <p14:nvPr/>
              </p14:nvContentPartPr>
              <p14:xfrm>
                <a:off x="7029288" y="6031584"/>
                <a:ext cx="145800" cy="33840"/>
              </p14:xfrm>
            </p:contentPart>
          </mc:Choice>
          <mc:Fallback xmlns=""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E9B1156A-F078-A0C4-AEB0-78600972031E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7020288" y="6022584"/>
                  <a:ext cx="16344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A74B7028-3EB3-C583-CFEE-C29C6AB58A97}"/>
                    </a:ext>
                  </a:extLst>
                </p14:cNvPr>
                <p14:cNvContentPartPr/>
                <p14:nvPr/>
              </p14:nvContentPartPr>
              <p14:xfrm>
                <a:off x="7434648" y="5795064"/>
                <a:ext cx="438480" cy="302760"/>
              </p14:xfrm>
            </p:contentPart>
          </mc:Choice>
          <mc:Fallback xmlns=""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A74B7028-3EB3-C583-CFEE-C29C6AB58A97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7426008" y="5786424"/>
                  <a:ext cx="45612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FB21C88F-8CE4-EC50-C7E5-72D2AD03385F}"/>
                    </a:ext>
                  </a:extLst>
                </p14:cNvPr>
                <p14:cNvContentPartPr/>
                <p14:nvPr/>
              </p14:nvContentPartPr>
              <p14:xfrm>
                <a:off x="7887168" y="5951664"/>
                <a:ext cx="243720" cy="238680"/>
              </p14:xfrm>
            </p:contentPart>
          </mc:Choice>
          <mc:Fallback xmlns=""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FB21C88F-8CE4-EC50-C7E5-72D2AD03385F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7878168" y="5943024"/>
                  <a:ext cx="26136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8628425C-34F4-C014-FCCF-46E95547C9F5}"/>
                    </a:ext>
                  </a:extLst>
                </p14:cNvPr>
                <p14:cNvContentPartPr/>
                <p14:nvPr/>
              </p14:nvContentPartPr>
              <p14:xfrm>
                <a:off x="8208648" y="5964624"/>
                <a:ext cx="117000" cy="23400"/>
              </p14:xfrm>
            </p:contentPart>
          </mc:Choice>
          <mc:Fallback xmlns=""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8628425C-34F4-C014-FCCF-46E95547C9F5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8199648" y="5955984"/>
                  <a:ext cx="1346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02C1829C-ED68-3AA4-43DE-F8FBBE64210E}"/>
                    </a:ext>
                  </a:extLst>
                </p14:cNvPr>
                <p14:cNvContentPartPr/>
                <p14:nvPr/>
              </p14:nvContentPartPr>
              <p14:xfrm>
                <a:off x="8319168" y="5918904"/>
                <a:ext cx="267120" cy="204120"/>
              </p14:xfrm>
            </p:contentPart>
          </mc:Choice>
          <mc:Fallback xmlns=""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02C1829C-ED68-3AA4-43DE-F8FBBE64210E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8310168" y="5909904"/>
                  <a:ext cx="28476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548F6CC2-87A5-0BF7-3AB5-C382FE83B7A3}"/>
                    </a:ext>
                  </a:extLst>
                </p14:cNvPr>
                <p14:cNvContentPartPr/>
                <p14:nvPr/>
              </p14:nvContentPartPr>
              <p14:xfrm>
                <a:off x="8670168" y="5930424"/>
                <a:ext cx="72720" cy="72000"/>
              </p14:xfrm>
            </p:contentPart>
          </mc:Choice>
          <mc:Fallback xmlns=""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548F6CC2-87A5-0BF7-3AB5-C382FE83B7A3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8661528" y="5921424"/>
                  <a:ext cx="9036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5C7DE4E6-DE15-56F5-75F4-E5FD9DCE226C}"/>
                    </a:ext>
                  </a:extLst>
                </p14:cNvPr>
                <p14:cNvContentPartPr/>
                <p14:nvPr/>
              </p14:nvContentPartPr>
              <p14:xfrm>
                <a:off x="9051768" y="5807304"/>
                <a:ext cx="143640" cy="186840"/>
              </p14:xfrm>
            </p:contentPart>
          </mc:Choice>
          <mc:Fallback xmlns=""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5C7DE4E6-DE15-56F5-75F4-E5FD9DCE226C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9043128" y="5798664"/>
                  <a:ext cx="1612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3A52B62B-C351-5723-2C80-92941802A93D}"/>
                    </a:ext>
                  </a:extLst>
                </p14:cNvPr>
                <p14:cNvContentPartPr/>
                <p14:nvPr/>
              </p14:nvContentPartPr>
              <p14:xfrm>
                <a:off x="9274248" y="5792184"/>
                <a:ext cx="431640" cy="171000"/>
              </p14:xfrm>
            </p:contentPart>
          </mc:Choice>
          <mc:Fallback xmlns=""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3A52B62B-C351-5723-2C80-92941802A93D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9265248" y="5783184"/>
                  <a:ext cx="4492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4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9CFAB76B-5C42-4AEF-F632-C160F7B055E0}"/>
                    </a:ext>
                  </a:extLst>
                </p14:cNvPr>
                <p14:cNvContentPartPr/>
                <p14:nvPr/>
              </p14:nvContentPartPr>
              <p14:xfrm>
                <a:off x="9949248" y="5865264"/>
                <a:ext cx="191160" cy="59400"/>
              </p14:xfrm>
            </p:contentPart>
          </mc:Choice>
          <mc:Fallback xmlns=""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9CFAB76B-5C42-4AEF-F632-C160F7B055E0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9940248" y="5856264"/>
                  <a:ext cx="2088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024CC9DF-9308-6BC9-26CF-C53E6FAE4509}"/>
                    </a:ext>
                  </a:extLst>
                </p14:cNvPr>
                <p14:cNvContentPartPr/>
                <p14:nvPr/>
              </p14:nvContentPartPr>
              <p14:xfrm>
                <a:off x="6813648" y="6278184"/>
                <a:ext cx="286920" cy="204120"/>
              </p14:xfrm>
            </p:contentPart>
          </mc:Choice>
          <mc:Fallback xmlns=""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024CC9DF-9308-6BC9-26CF-C53E6FAE4509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6805008" y="6269184"/>
                  <a:ext cx="30456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431303B2-D067-A386-C406-FAD06EDD8AD7}"/>
                    </a:ext>
                  </a:extLst>
                </p14:cNvPr>
                <p14:cNvContentPartPr/>
                <p14:nvPr/>
              </p14:nvContentPartPr>
              <p14:xfrm>
                <a:off x="7159248" y="6320664"/>
                <a:ext cx="68400" cy="38520"/>
              </p14:xfrm>
            </p:contentPart>
          </mc:Choice>
          <mc:Fallback xmlns=""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431303B2-D067-A386-C406-FAD06EDD8AD7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7150608" y="6311664"/>
                  <a:ext cx="860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AEFC6EDC-2E6A-E255-9AA6-A821C9539B7A}"/>
                    </a:ext>
                  </a:extLst>
                </p14:cNvPr>
                <p14:cNvContentPartPr/>
                <p14:nvPr/>
              </p14:nvContentPartPr>
              <p14:xfrm>
                <a:off x="7320168" y="6304104"/>
                <a:ext cx="191160" cy="60840"/>
              </p14:xfrm>
            </p:contentPart>
          </mc:Choice>
          <mc:Fallback xmlns=""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AEFC6EDC-2E6A-E255-9AA6-A821C9539B7A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7311168" y="6295464"/>
                  <a:ext cx="20880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0EFC23D6-63D2-5412-07E7-F6CBB40A4446}"/>
                    </a:ext>
                  </a:extLst>
                </p14:cNvPr>
                <p14:cNvContentPartPr/>
                <p14:nvPr/>
              </p14:nvContentPartPr>
              <p14:xfrm>
                <a:off x="7546248" y="6311664"/>
                <a:ext cx="109800" cy="39960"/>
              </p14:xfrm>
            </p:contentPart>
          </mc:Choice>
          <mc:Fallback xmlns=""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0EFC23D6-63D2-5412-07E7-F6CBB40A4446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7537248" y="6303024"/>
                  <a:ext cx="12744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7469C346-AB90-1F6F-6505-6A9D8D94F2D6}"/>
                    </a:ext>
                  </a:extLst>
                </p14:cNvPr>
                <p14:cNvContentPartPr/>
                <p14:nvPr/>
              </p14:nvContentPartPr>
              <p14:xfrm>
                <a:off x="7730568" y="6303024"/>
                <a:ext cx="124200" cy="38520"/>
              </p14:xfrm>
            </p:contentPart>
          </mc:Choice>
          <mc:Fallback xmlns=""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7469C346-AB90-1F6F-6505-6A9D8D94F2D6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7721568" y="6294384"/>
                  <a:ext cx="1418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4FB562AD-ADE6-2147-A041-76B8514D1E6D}"/>
                    </a:ext>
                  </a:extLst>
                </p14:cNvPr>
                <p14:cNvContentPartPr/>
                <p14:nvPr/>
              </p14:nvContentPartPr>
              <p14:xfrm>
                <a:off x="8394768" y="6058584"/>
                <a:ext cx="300240" cy="450000"/>
              </p14:xfrm>
            </p:contentPart>
          </mc:Choice>
          <mc:Fallback xmlns=""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4FB562AD-ADE6-2147-A041-76B8514D1E6D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8386128" y="6049584"/>
                  <a:ext cx="317880" cy="46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5DC05A02-4834-164D-5D91-A7EF85574F4A}"/>
                    </a:ext>
                  </a:extLst>
                </p14:cNvPr>
                <p14:cNvContentPartPr/>
                <p14:nvPr/>
              </p14:nvContentPartPr>
              <p14:xfrm>
                <a:off x="8775648" y="6312024"/>
                <a:ext cx="108360" cy="44280"/>
              </p14:xfrm>
            </p:contentPart>
          </mc:Choice>
          <mc:Fallback xmlns=""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5DC05A02-4834-164D-5D91-A7EF85574F4A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8767008" y="6303384"/>
                  <a:ext cx="1260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70D75C03-8C40-5BA7-05D0-A7DF4A3F31FF}"/>
                    </a:ext>
                  </a:extLst>
                </p14:cNvPr>
                <p14:cNvContentPartPr/>
                <p14:nvPr/>
              </p14:nvContentPartPr>
              <p14:xfrm>
                <a:off x="8986608" y="6278184"/>
                <a:ext cx="178920" cy="59400"/>
              </p14:xfrm>
            </p:contentPart>
          </mc:Choice>
          <mc:Fallback xmlns=""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70D75C03-8C40-5BA7-05D0-A7DF4A3F31FF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8977608" y="6269184"/>
                  <a:ext cx="1965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07BFD058-FE3A-33C2-68F9-13C7446B0723}"/>
                    </a:ext>
                  </a:extLst>
                </p14:cNvPr>
                <p14:cNvContentPartPr/>
                <p14:nvPr/>
              </p14:nvContentPartPr>
              <p14:xfrm>
                <a:off x="9239688" y="6065064"/>
                <a:ext cx="267840" cy="233280"/>
              </p14:xfrm>
            </p:contentPart>
          </mc:Choice>
          <mc:Fallback xmlns=""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07BFD058-FE3A-33C2-68F9-13C7446B0723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9231048" y="6056064"/>
                  <a:ext cx="28548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4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A46E1D1F-B1CA-5BC8-49BC-F4C8B621D655}"/>
                    </a:ext>
                  </a:extLst>
                </p14:cNvPr>
                <p14:cNvContentPartPr/>
                <p14:nvPr/>
              </p14:nvContentPartPr>
              <p14:xfrm>
                <a:off x="9546048" y="6197184"/>
                <a:ext cx="13320" cy="27000"/>
              </p14:xfrm>
            </p:contentPart>
          </mc:Choice>
          <mc:Fallback xmlns=""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A46E1D1F-B1CA-5BC8-49BC-F4C8B621D655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9537408" y="6188544"/>
                  <a:ext cx="309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6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1CB28BBE-87FB-ADE8-288B-3BB1A5DA2370}"/>
                    </a:ext>
                  </a:extLst>
                </p14:cNvPr>
                <p14:cNvContentPartPr/>
                <p14:nvPr/>
              </p14:nvContentPartPr>
              <p14:xfrm>
                <a:off x="9573408" y="6214464"/>
                <a:ext cx="76680" cy="84960"/>
              </p14:xfrm>
            </p:contentPart>
          </mc:Choice>
          <mc:Fallback xmlns=""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1CB28BBE-87FB-ADE8-288B-3BB1A5DA2370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9564768" y="6205464"/>
                  <a:ext cx="9432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44867650-0ED3-7731-244B-721AA0883D0E}"/>
                    </a:ext>
                  </a:extLst>
                </p14:cNvPr>
                <p14:cNvContentPartPr/>
                <p14:nvPr/>
              </p14:nvContentPartPr>
              <p14:xfrm>
                <a:off x="9702648" y="6246144"/>
                <a:ext cx="201240" cy="54000"/>
              </p14:xfrm>
            </p:contentPart>
          </mc:Choice>
          <mc:Fallback xmlns=""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44867650-0ED3-7731-244B-721AA0883D0E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9694008" y="6237144"/>
                  <a:ext cx="218880" cy="71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677346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6078E-F8EC-8694-DE9C-165583D76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14:cNvPr>
              <p14:cNvContentPartPr/>
              <p14:nvPr/>
            </p14:nvContentPartPr>
            <p14:xfrm>
              <a:off x="9997848" y="1633824"/>
              <a:ext cx="3600" cy="10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87848" y="1620324"/>
                <a:ext cx="23200" cy="275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14:cNvPr>
              <p14:cNvContentPartPr/>
              <p14:nvPr/>
            </p14:nvContentPartPr>
            <p14:xfrm>
              <a:off x="10428408" y="2647584"/>
              <a:ext cx="28080" cy="324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419408" y="2638584"/>
                <a:ext cx="4572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14:cNvPr>
              <p14:cNvContentPartPr/>
              <p14:nvPr/>
            </p14:nvContentPartPr>
            <p14:xfrm>
              <a:off x="10763568" y="2771064"/>
              <a:ext cx="1800" cy="360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754568" y="2762064"/>
                <a:ext cx="1944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14:cNvPr>
              <p14:cNvContentPartPr/>
              <p14:nvPr/>
            </p14:nvContentPartPr>
            <p14:xfrm>
              <a:off x="3774888" y="6755904"/>
              <a:ext cx="360" cy="468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65888" y="6746904"/>
                <a:ext cx="18000" cy="2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2923627E-E3AA-0CE9-7001-33E978783071}"/>
              </a:ext>
            </a:extLst>
          </p:cNvPr>
          <p:cNvGrpSpPr/>
          <p:nvPr/>
        </p:nvGrpSpPr>
        <p:grpSpPr>
          <a:xfrm>
            <a:off x="681408" y="355104"/>
            <a:ext cx="6381000" cy="1589040"/>
            <a:chOff x="681408" y="355104"/>
            <a:chExt cx="6381000" cy="158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5DC306B-BBC4-8EA7-FE30-A12684D7AB0E}"/>
                    </a:ext>
                  </a:extLst>
                </p14:cNvPr>
                <p14:cNvContentPartPr/>
                <p14:nvPr/>
              </p14:nvContentPartPr>
              <p14:xfrm>
                <a:off x="5803848" y="355104"/>
                <a:ext cx="462600" cy="3747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5DC306B-BBC4-8EA7-FE30-A12684D7AB0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794848" y="346464"/>
                  <a:ext cx="48024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B57D0AD-2F80-BC94-B700-AE99E6FEA8AF}"/>
                    </a:ext>
                  </a:extLst>
                </p14:cNvPr>
                <p14:cNvContentPartPr/>
                <p14:nvPr/>
              </p14:nvContentPartPr>
              <p14:xfrm>
                <a:off x="6381648" y="537984"/>
                <a:ext cx="299520" cy="1695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B57D0AD-2F80-BC94-B700-AE99E6FEA8A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372648" y="529344"/>
                  <a:ext cx="3171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CC83D1C-7B0E-E387-F7B5-B338C490BFC0}"/>
                    </a:ext>
                  </a:extLst>
                </p14:cNvPr>
                <p14:cNvContentPartPr/>
                <p14:nvPr/>
              </p14:nvContentPartPr>
              <p14:xfrm>
                <a:off x="6741648" y="577944"/>
                <a:ext cx="319680" cy="3826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CC83D1C-7B0E-E387-F7B5-B338C490BFC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732648" y="568944"/>
                  <a:ext cx="33732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59EE37BC-E594-2EC6-A567-E73757EBF27B}"/>
                    </a:ext>
                  </a:extLst>
                </p14:cNvPr>
                <p14:cNvContentPartPr/>
                <p14:nvPr/>
              </p14:nvContentPartPr>
              <p14:xfrm>
                <a:off x="681408" y="681624"/>
                <a:ext cx="150480" cy="2649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59EE37BC-E594-2EC6-A567-E73757EBF27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72408" y="672624"/>
                  <a:ext cx="16812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A604231-47F7-89C4-19FE-2AAB9C72B688}"/>
                    </a:ext>
                  </a:extLst>
                </p14:cNvPr>
                <p14:cNvContentPartPr/>
                <p14:nvPr/>
              </p14:nvContentPartPr>
              <p14:xfrm>
                <a:off x="890928" y="817344"/>
                <a:ext cx="153720" cy="1209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A604231-47F7-89C4-19FE-2AAB9C72B68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82288" y="808704"/>
                  <a:ext cx="17136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FFAFCAC-C37C-1257-6364-A90B7ABE8D0E}"/>
                    </a:ext>
                  </a:extLst>
                </p14:cNvPr>
                <p14:cNvContentPartPr/>
                <p14:nvPr/>
              </p14:nvContentPartPr>
              <p14:xfrm>
                <a:off x="1082088" y="720864"/>
                <a:ext cx="109800" cy="2300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FFAFCAC-C37C-1257-6364-A90B7ABE8D0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73088" y="711864"/>
                  <a:ext cx="12744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EBA8435-2D6D-4FEF-C69F-ADA2CDD9844B}"/>
                    </a:ext>
                  </a:extLst>
                </p14:cNvPr>
                <p14:cNvContentPartPr/>
                <p14:nvPr/>
              </p14:nvContentPartPr>
              <p14:xfrm>
                <a:off x="1288368" y="787104"/>
                <a:ext cx="135720" cy="1220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EBA8435-2D6D-4FEF-C69F-ADA2CDD9844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279368" y="778464"/>
                  <a:ext cx="1533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084B5BE-4548-17C5-DC00-1F3FFA10A634}"/>
                    </a:ext>
                  </a:extLst>
                </p14:cNvPr>
                <p14:cNvContentPartPr/>
                <p14:nvPr/>
              </p14:nvContentPartPr>
              <p14:xfrm>
                <a:off x="1461888" y="835344"/>
                <a:ext cx="5760" cy="536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084B5BE-4548-17C5-DC00-1F3FFA10A63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453248" y="826344"/>
                  <a:ext cx="234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3BFF2FE-FBD9-7C3E-4ABD-958BBB07AC93}"/>
                    </a:ext>
                  </a:extLst>
                </p14:cNvPr>
                <p14:cNvContentPartPr/>
                <p14:nvPr/>
              </p14:nvContentPartPr>
              <p14:xfrm>
                <a:off x="1501848" y="761184"/>
                <a:ext cx="360" cy="5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3BFF2FE-FBD9-7C3E-4ABD-958BBB07AC9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493208" y="752184"/>
                  <a:ext cx="180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25BDC79-13C7-F49E-73C5-FF7113AB6FEC}"/>
                    </a:ext>
                  </a:extLst>
                </p14:cNvPr>
                <p14:cNvContentPartPr/>
                <p14:nvPr/>
              </p14:nvContentPartPr>
              <p14:xfrm>
                <a:off x="1458288" y="796104"/>
                <a:ext cx="150480" cy="3520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25BDC79-13C7-F49E-73C5-FF7113AB6FE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449648" y="787104"/>
                  <a:ext cx="16812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C91F94D-AF46-CC99-9F6B-D5D6960980A5}"/>
                    </a:ext>
                  </a:extLst>
                </p14:cNvPr>
                <p14:cNvContentPartPr/>
                <p14:nvPr/>
              </p14:nvContentPartPr>
              <p14:xfrm>
                <a:off x="1720008" y="818424"/>
                <a:ext cx="266400" cy="590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C91F94D-AF46-CC99-9F6B-D5D6960980A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711368" y="809424"/>
                  <a:ext cx="28404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5193A13-0F36-3AC9-62A3-03C0944DB3C1}"/>
                    </a:ext>
                  </a:extLst>
                </p14:cNvPr>
                <p14:cNvContentPartPr/>
                <p14:nvPr/>
              </p14:nvContentPartPr>
              <p14:xfrm>
                <a:off x="715608" y="1027584"/>
                <a:ext cx="1208880" cy="770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5193A13-0F36-3AC9-62A3-03C0944DB3C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06968" y="1018584"/>
                  <a:ext cx="122652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D953D7A-6AD1-D9E4-D39C-3F3F00444587}"/>
                    </a:ext>
                  </a:extLst>
                </p14:cNvPr>
                <p14:cNvContentPartPr/>
                <p14:nvPr/>
              </p14:nvContentPartPr>
              <p14:xfrm>
                <a:off x="1503288" y="1029744"/>
                <a:ext cx="430560" cy="417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D953D7A-6AD1-D9E4-D39C-3F3F0044458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494288" y="1021104"/>
                  <a:ext cx="4482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63B8E54-B158-3138-1880-6F804C525205}"/>
                    </a:ext>
                  </a:extLst>
                </p14:cNvPr>
                <p14:cNvContentPartPr/>
                <p14:nvPr/>
              </p14:nvContentPartPr>
              <p14:xfrm>
                <a:off x="1066248" y="1136664"/>
                <a:ext cx="155520" cy="5454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63B8E54-B158-3138-1880-6F804C52520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57248" y="1128024"/>
                  <a:ext cx="173160" cy="56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1277F92-7F59-4CE7-D7A7-BADAD0FB3B3B}"/>
                    </a:ext>
                  </a:extLst>
                </p14:cNvPr>
                <p14:cNvContentPartPr/>
                <p14:nvPr/>
              </p14:nvContentPartPr>
              <p14:xfrm>
                <a:off x="1229328" y="1568664"/>
                <a:ext cx="131040" cy="1976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1277F92-7F59-4CE7-D7A7-BADAD0FB3B3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220328" y="1559664"/>
                  <a:ext cx="14868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3CB404A-9A4B-369D-BC9D-F090E6E8B391}"/>
                    </a:ext>
                  </a:extLst>
                </p14:cNvPr>
                <p14:cNvContentPartPr/>
                <p14:nvPr/>
              </p14:nvContentPartPr>
              <p14:xfrm>
                <a:off x="1470168" y="1445544"/>
                <a:ext cx="106560" cy="4986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3CB404A-9A4B-369D-BC9D-F090E6E8B39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461168" y="1436544"/>
                  <a:ext cx="124200" cy="51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2147B6A-1DD0-C2BB-34CE-13F06548573E}"/>
                    </a:ext>
                  </a:extLst>
                </p14:cNvPr>
                <p14:cNvContentPartPr/>
                <p14:nvPr/>
              </p14:nvContentPartPr>
              <p14:xfrm>
                <a:off x="1472328" y="1661184"/>
                <a:ext cx="298440" cy="975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2147B6A-1DD0-C2BB-34CE-13F06548573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463688" y="1652544"/>
                  <a:ext cx="3160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8558BA9-3E08-4C7C-5F32-4BA4FCD36D56}"/>
                    </a:ext>
                  </a:extLst>
                </p14:cNvPr>
                <p14:cNvContentPartPr/>
                <p14:nvPr/>
              </p14:nvContentPartPr>
              <p14:xfrm>
                <a:off x="1824408" y="1661544"/>
                <a:ext cx="69120" cy="687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8558BA9-3E08-4C7C-5F32-4BA4FCD36D5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815768" y="1652904"/>
                  <a:ext cx="867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3B3D055-A434-BFFE-C0CE-847761EA1BFE}"/>
                    </a:ext>
                  </a:extLst>
                </p14:cNvPr>
                <p14:cNvContentPartPr/>
                <p14:nvPr/>
              </p14:nvContentPartPr>
              <p14:xfrm>
                <a:off x="1925208" y="1659744"/>
                <a:ext cx="144720" cy="496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3B3D055-A434-BFFE-C0CE-847761EA1BF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916568" y="1650744"/>
                  <a:ext cx="16236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1DDDEDB-A9B7-5280-78B2-8AB52BDBC63D}"/>
                    </a:ext>
                  </a:extLst>
                </p14:cNvPr>
                <p14:cNvContentPartPr/>
                <p14:nvPr/>
              </p14:nvContentPartPr>
              <p14:xfrm>
                <a:off x="2318688" y="1611144"/>
                <a:ext cx="126720" cy="1076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1DDDEDB-A9B7-5280-78B2-8AB52BDBC63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310048" y="1602144"/>
                  <a:ext cx="14436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9BE8180-4B7A-902E-3F57-F115B598B8D5}"/>
                    </a:ext>
                  </a:extLst>
                </p14:cNvPr>
                <p14:cNvContentPartPr/>
                <p14:nvPr/>
              </p14:nvContentPartPr>
              <p14:xfrm>
                <a:off x="2513088" y="1601424"/>
                <a:ext cx="263880" cy="95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9BE8180-4B7A-902E-3F57-F115B598B8D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504088" y="1592784"/>
                  <a:ext cx="28152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6297697-ABC9-6B6D-4037-AD743259C330}"/>
                    </a:ext>
                  </a:extLst>
                </p14:cNvPr>
                <p14:cNvContentPartPr/>
                <p14:nvPr/>
              </p14:nvContentPartPr>
              <p14:xfrm>
                <a:off x="3048408" y="1553184"/>
                <a:ext cx="142200" cy="1335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6297697-ABC9-6B6D-4037-AD743259C33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039768" y="1544184"/>
                  <a:ext cx="15984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CAD580E-0D72-5E22-5CF2-077A2AECE3AA}"/>
                    </a:ext>
                  </a:extLst>
                </p14:cNvPr>
                <p14:cNvContentPartPr/>
                <p14:nvPr/>
              </p14:nvContentPartPr>
              <p14:xfrm>
                <a:off x="3306888" y="1567224"/>
                <a:ext cx="195480" cy="817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CAD580E-0D72-5E22-5CF2-077A2AECE3A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298248" y="1558584"/>
                  <a:ext cx="2131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7C5978D-5946-F5C5-C459-C98B872936CD}"/>
                    </a:ext>
                  </a:extLst>
                </p14:cNvPr>
                <p14:cNvContentPartPr/>
                <p14:nvPr/>
              </p14:nvContentPartPr>
              <p14:xfrm>
                <a:off x="3517128" y="1510344"/>
                <a:ext cx="1440" cy="414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7C5978D-5946-F5C5-C459-C98B872936C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508488" y="1501344"/>
                  <a:ext cx="190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BFDDAD5-5F4E-2189-D427-9CDCF760A299}"/>
                    </a:ext>
                  </a:extLst>
                </p14:cNvPr>
                <p14:cNvContentPartPr/>
                <p14:nvPr/>
              </p14:nvContentPartPr>
              <p14:xfrm>
                <a:off x="3616848" y="1390464"/>
                <a:ext cx="24480" cy="2512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BFDDAD5-5F4E-2189-D427-9CDCF760A29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607848" y="1381464"/>
                  <a:ext cx="4212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0C8925A-92C0-D94A-4593-551997534E33}"/>
                    </a:ext>
                  </a:extLst>
                </p14:cNvPr>
                <p14:cNvContentPartPr/>
                <p14:nvPr/>
              </p14:nvContentPartPr>
              <p14:xfrm>
                <a:off x="3603888" y="1512504"/>
                <a:ext cx="131760" cy="194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0C8925A-92C0-D94A-4593-551997534E3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594888" y="1503864"/>
                  <a:ext cx="1494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6D942A1-0B12-1B4E-C56B-C9A3B3FE8698}"/>
                    </a:ext>
                  </a:extLst>
                </p14:cNvPr>
                <p14:cNvContentPartPr/>
                <p14:nvPr/>
              </p14:nvContentPartPr>
              <p14:xfrm>
                <a:off x="2397168" y="794664"/>
                <a:ext cx="356400" cy="1029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6D942A1-0B12-1B4E-C56B-C9A3B3FE869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388528" y="786024"/>
                  <a:ext cx="3740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767575F-4C13-D702-5DED-E5C998346E69}"/>
                    </a:ext>
                  </a:extLst>
                </p14:cNvPr>
                <p14:cNvContentPartPr/>
                <p14:nvPr/>
              </p14:nvContentPartPr>
              <p14:xfrm>
                <a:off x="2896848" y="776664"/>
                <a:ext cx="252360" cy="748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767575F-4C13-D702-5DED-E5C998346E6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887848" y="768024"/>
                  <a:ext cx="2700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DDCA83D-0CC4-03BE-3990-178D108D30AD}"/>
                    </a:ext>
                  </a:extLst>
                </p14:cNvPr>
                <p14:cNvContentPartPr/>
                <p14:nvPr/>
              </p14:nvContentPartPr>
              <p14:xfrm>
                <a:off x="3139848" y="683424"/>
                <a:ext cx="5040" cy="118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DDCA83D-0CC4-03BE-3990-178D108D30A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131208" y="674424"/>
                  <a:ext cx="226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F15F2AE-6278-185E-E5B4-6AB3D287836E}"/>
                    </a:ext>
                  </a:extLst>
                </p14:cNvPr>
                <p14:cNvContentPartPr/>
                <p14:nvPr/>
              </p14:nvContentPartPr>
              <p14:xfrm>
                <a:off x="3214368" y="640944"/>
                <a:ext cx="108360" cy="1958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F15F2AE-6278-185E-E5B4-6AB3D287836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205728" y="631944"/>
                  <a:ext cx="12600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F6023F0-DBC7-325F-F683-5157D4FC9807}"/>
                    </a:ext>
                  </a:extLst>
                </p14:cNvPr>
                <p14:cNvContentPartPr/>
                <p14:nvPr/>
              </p14:nvContentPartPr>
              <p14:xfrm>
                <a:off x="3375288" y="757584"/>
                <a:ext cx="134280" cy="716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F6023F0-DBC7-325F-F683-5157D4FC980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366288" y="748584"/>
                  <a:ext cx="15192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4F13246-681F-479A-5E52-C2619C1A86F3}"/>
                    </a:ext>
                  </a:extLst>
                </p14:cNvPr>
                <p14:cNvContentPartPr/>
                <p14:nvPr/>
              </p14:nvContentPartPr>
              <p14:xfrm>
                <a:off x="3565728" y="761184"/>
                <a:ext cx="298440" cy="540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4F13246-681F-479A-5E52-C2619C1A86F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556728" y="752184"/>
                  <a:ext cx="31608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C5D6192-FA9D-F298-7CD1-CD27C5FB03F0}"/>
                    </a:ext>
                  </a:extLst>
                </p14:cNvPr>
                <p14:cNvContentPartPr/>
                <p14:nvPr/>
              </p14:nvContentPartPr>
              <p14:xfrm>
                <a:off x="4372848" y="692784"/>
                <a:ext cx="340200" cy="1069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C5D6192-FA9D-F298-7CD1-CD27C5FB03F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363848" y="684144"/>
                  <a:ext cx="3578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BE27355-628D-E540-DA22-A8B5BCD8AA65}"/>
                    </a:ext>
                  </a:extLst>
                </p14:cNvPr>
                <p14:cNvContentPartPr/>
                <p14:nvPr/>
              </p14:nvContentPartPr>
              <p14:xfrm>
                <a:off x="4806288" y="689184"/>
                <a:ext cx="269640" cy="943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BE27355-628D-E540-DA22-A8B5BCD8AA6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797288" y="680184"/>
                  <a:ext cx="2872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EB339D7-8A4A-A96D-E5F1-F22BDF511DC5}"/>
                    </a:ext>
                  </a:extLst>
                </p14:cNvPr>
                <p14:cNvContentPartPr/>
                <p14:nvPr/>
              </p14:nvContentPartPr>
              <p14:xfrm>
                <a:off x="5115528" y="642384"/>
                <a:ext cx="720" cy="72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EB339D7-8A4A-A96D-E5F1-F22BDF511DC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106528" y="633744"/>
                  <a:ext cx="183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9F7B7CB-23F5-22F1-3541-0AFFC8584FB8}"/>
                    </a:ext>
                  </a:extLst>
                </p14:cNvPr>
                <p14:cNvContentPartPr/>
                <p14:nvPr/>
              </p14:nvContentPartPr>
              <p14:xfrm>
                <a:off x="5163048" y="700344"/>
                <a:ext cx="88560" cy="61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9F7B7CB-23F5-22F1-3541-0AFFC8584FB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154408" y="691344"/>
                  <a:ext cx="10620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0349742-98FB-6D2A-BEBF-76808DF3C108}"/>
                    </a:ext>
                  </a:extLst>
                </p14:cNvPr>
                <p14:cNvContentPartPr/>
                <p14:nvPr/>
              </p14:nvContentPartPr>
              <p14:xfrm>
                <a:off x="2580768" y="870264"/>
                <a:ext cx="2795040" cy="1508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0349742-98FB-6D2A-BEBF-76808DF3C10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571768" y="861264"/>
                  <a:ext cx="281268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1723135-3A59-9FFE-F276-BAAD610422A1}"/>
                    </a:ext>
                  </a:extLst>
                </p14:cNvPr>
                <p14:cNvContentPartPr/>
                <p14:nvPr/>
              </p14:nvContentPartPr>
              <p14:xfrm>
                <a:off x="4148208" y="1014264"/>
                <a:ext cx="518760" cy="5464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1723135-3A59-9FFE-F276-BAAD610422A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139208" y="1005264"/>
                  <a:ext cx="536400" cy="56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7E903B9-2144-121D-3E39-A8B1E9C069D6}"/>
                    </a:ext>
                  </a:extLst>
                </p14:cNvPr>
                <p14:cNvContentPartPr/>
                <p14:nvPr/>
              </p14:nvContentPartPr>
              <p14:xfrm>
                <a:off x="4607568" y="1468224"/>
                <a:ext cx="142200" cy="1735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7E903B9-2144-121D-3E39-A8B1E9C069D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598568" y="1459584"/>
                  <a:ext cx="15984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0F183E7-665E-58A9-F052-102BC1877A88}"/>
                    </a:ext>
                  </a:extLst>
                </p14:cNvPr>
                <p14:cNvContentPartPr/>
                <p14:nvPr/>
              </p14:nvContentPartPr>
              <p14:xfrm>
                <a:off x="4894848" y="1494144"/>
                <a:ext cx="399240" cy="3384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0F183E7-665E-58A9-F052-102BC1877A8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885848" y="1485144"/>
                  <a:ext cx="41688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C40939B-1019-BDAF-A28B-F3A2888CBF93}"/>
                    </a:ext>
                  </a:extLst>
                </p14:cNvPr>
                <p14:cNvContentPartPr/>
                <p14:nvPr/>
              </p14:nvContentPartPr>
              <p14:xfrm>
                <a:off x="5353128" y="1527984"/>
                <a:ext cx="329760" cy="2030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C40939B-1019-BDAF-A28B-F3A2888CBF9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344488" y="1519344"/>
                  <a:ext cx="34740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2C327BE-818A-41C2-FC5F-9A5C44B6D0BC}"/>
                    </a:ext>
                  </a:extLst>
                </p14:cNvPr>
                <p14:cNvContentPartPr/>
                <p14:nvPr/>
              </p14:nvContentPartPr>
              <p14:xfrm>
                <a:off x="5958648" y="1388304"/>
                <a:ext cx="14760" cy="2685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2C327BE-818A-41C2-FC5F-9A5C44B6D0B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949648" y="1379304"/>
                  <a:ext cx="3240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10DB683-B27C-B999-DD3B-4BB8D40999E1}"/>
                    </a:ext>
                  </a:extLst>
                </p14:cNvPr>
                <p14:cNvContentPartPr/>
                <p14:nvPr/>
              </p14:nvContentPartPr>
              <p14:xfrm>
                <a:off x="5867208" y="1530144"/>
                <a:ext cx="275400" cy="410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10DB683-B27C-B999-DD3B-4BB8D40999E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858208" y="1521144"/>
                  <a:ext cx="2930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614D689-3CEA-AEE8-FDE5-F4EC8B433AA7}"/>
                    </a:ext>
                  </a:extLst>
                </p14:cNvPr>
                <p14:cNvContentPartPr/>
                <p14:nvPr/>
              </p14:nvContentPartPr>
              <p14:xfrm>
                <a:off x="6217848" y="1514304"/>
                <a:ext cx="238320" cy="2908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614D689-3CEA-AEE8-FDE5-F4EC8B433AA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209208" y="1505664"/>
                  <a:ext cx="25596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8156DDF-86C7-A6AE-1C10-8D4D7962C42C}"/>
                    </a:ext>
                  </a:extLst>
                </p14:cNvPr>
                <p14:cNvContentPartPr/>
                <p14:nvPr/>
              </p14:nvContentPartPr>
              <p14:xfrm>
                <a:off x="6618168" y="1376064"/>
                <a:ext cx="11160" cy="2062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8156DDF-86C7-A6AE-1C10-8D4D7962C42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609168" y="1367064"/>
                  <a:ext cx="2880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BE09B67-ABD5-CCCC-B09B-1E82D01909E2}"/>
                    </a:ext>
                  </a:extLst>
                </p14:cNvPr>
                <p14:cNvContentPartPr/>
                <p14:nvPr/>
              </p14:nvContentPartPr>
              <p14:xfrm>
                <a:off x="6622128" y="1367784"/>
                <a:ext cx="440280" cy="2142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BE09B67-ABD5-CCCC-B09B-1E82D01909E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613128" y="1358784"/>
                  <a:ext cx="457920" cy="23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41F62C34-ECA5-F776-D726-0079DDD01E08}"/>
              </a:ext>
            </a:extLst>
          </p:cNvPr>
          <p:cNvGrpSpPr/>
          <p:nvPr/>
        </p:nvGrpSpPr>
        <p:grpSpPr>
          <a:xfrm>
            <a:off x="7402248" y="1278864"/>
            <a:ext cx="1719360" cy="444240"/>
            <a:chOff x="7402248" y="1278864"/>
            <a:chExt cx="1719360" cy="44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B7B14AF7-B2FF-B25D-888C-2CE7A8BF7D70}"/>
                    </a:ext>
                  </a:extLst>
                </p14:cNvPr>
                <p14:cNvContentPartPr/>
                <p14:nvPr/>
              </p14:nvContentPartPr>
              <p14:xfrm>
                <a:off x="7559928" y="1373184"/>
                <a:ext cx="15480" cy="2257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B7B14AF7-B2FF-B25D-888C-2CE7A8BF7D7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551288" y="1364184"/>
                  <a:ext cx="3312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A6141B3-5B24-607E-00D0-16C7AAFBA212}"/>
                    </a:ext>
                  </a:extLst>
                </p14:cNvPr>
                <p14:cNvContentPartPr/>
                <p14:nvPr/>
              </p14:nvContentPartPr>
              <p14:xfrm>
                <a:off x="7402248" y="1482264"/>
                <a:ext cx="394920" cy="651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A6141B3-5B24-607E-00D0-16C7AAFBA21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393608" y="1473624"/>
                  <a:ext cx="41256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D76542B-C4C8-84AB-A5EC-D27B87483177}"/>
                    </a:ext>
                  </a:extLst>
                </p14:cNvPr>
                <p14:cNvContentPartPr/>
                <p14:nvPr/>
              </p14:nvContentPartPr>
              <p14:xfrm>
                <a:off x="8026848" y="1278864"/>
                <a:ext cx="183960" cy="4442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D76542B-C4C8-84AB-A5EC-D27B8748317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018208" y="1269864"/>
                  <a:ext cx="201600" cy="46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6CC3D09-6702-2C26-65DC-488BAAFA8108}"/>
                    </a:ext>
                  </a:extLst>
                </p14:cNvPr>
                <p14:cNvContentPartPr/>
                <p14:nvPr/>
              </p14:nvContentPartPr>
              <p14:xfrm>
                <a:off x="8065368" y="1455264"/>
                <a:ext cx="320760" cy="1231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6CC3D09-6702-2C26-65DC-488BAAFA810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056728" y="1446264"/>
                  <a:ext cx="3384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70162BA-ECC7-7F4C-DEF1-AF89224FD0EA}"/>
                    </a:ext>
                  </a:extLst>
                </p14:cNvPr>
                <p14:cNvContentPartPr/>
                <p14:nvPr/>
              </p14:nvContentPartPr>
              <p14:xfrm>
                <a:off x="8429688" y="1450944"/>
                <a:ext cx="100440" cy="651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70162BA-ECC7-7F4C-DEF1-AF89224FD0E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421048" y="1441944"/>
                  <a:ext cx="11808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A4115B1-A3A6-CC6B-CC22-D9684BA0E9F6}"/>
                    </a:ext>
                  </a:extLst>
                </p14:cNvPr>
                <p14:cNvContentPartPr/>
                <p14:nvPr/>
              </p14:nvContentPartPr>
              <p14:xfrm>
                <a:off x="8592768" y="1459224"/>
                <a:ext cx="160200" cy="291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A4115B1-A3A6-CC6B-CC22-D9684BA0E9F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583768" y="1450224"/>
                  <a:ext cx="1778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A420852-381A-6930-47EA-6441E42A63D8}"/>
                    </a:ext>
                  </a:extLst>
                </p14:cNvPr>
                <p14:cNvContentPartPr/>
                <p14:nvPr/>
              </p14:nvContentPartPr>
              <p14:xfrm>
                <a:off x="9023328" y="1421424"/>
                <a:ext cx="98280" cy="464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A420852-381A-6930-47EA-6441E42A63D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014688" y="1412784"/>
                  <a:ext cx="115920" cy="6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C0E61661-2C98-0FA6-5A19-7793DF41B202}"/>
              </a:ext>
            </a:extLst>
          </p:cNvPr>
          <p:cNvGrpSpPr/>
          <p:nvPr/>
        </p:nvGrpSpPr>
        <p:grpSpPr>
          <a:xfrm>
            <a:off x="9438408" y="1306944"/>
            <a:ext cx="1949760" cy="381960"/>
            <a:chOff x="9438408" y="1306944"/>
            <a:chExt cx="1949760" cy="38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7EEB49A-D37E-2190-B5B4-4751BDF092F9}"/>
                    </a:ext>
                  </a:extLst>
                </p14:cNvPr>
                <p14:cNvContentPartPr/>
                <p14:nvPr/>
              </p14:nvContentPartPr>
              <p14:xfrm>
                <a:off x="9438408" y="1339704"/>
                <a:ext cx="432000" cy="1648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7EEB49A-D37E-2190-B5B4-4751BDF092F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429768" y="1330704"/>
                  <a:ext cx="44964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88D30FD-55DC-5033-7177-08FEDC632AD4}"/>
                    </a:ext>
                  </a:extLst>
                </p14:cNvPr>
                <p14:cNvContentPartPr/>
                <p14:nvPr/>
              </p14:nvContentPartPr>
              <p14:xfrm>
                <a:off x="9949248" y="1364184"/>
                <a:ext cx="257400" cy="727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88D30FD-55DC-5033-7177-08FEDC632AD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940248" y="1355184"/>
                  <a:ext cx="27504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F89774E-BC2E-4CCA-E215-DA15C35F21F0}"/>
                    </a:ext>
                  </a:extLst>
                </p14:cNvPr>
                <p14:cNvContentPartPr/>
                <p14:nvPr/>
              </p14:nvContentPartPr>
              <p14:xfrm>
                <a:off x="10381968" y="1306944"/>
                <a:ext cx="394200" cy="3445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F89774E-BC2E-4CCA-E215-DA15C35F21F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372968" y="1298304"/>
                  <a:ext cx="41184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89862CC-84EA-F5C3-88C4-0372AB27E49B}"/>
                    </a:ext>
                  </a:extLst>
                </p14:cNvPr>
                <p14:cNvContentPartPr/>
                <p14:nvPr/>
              </p14:nvContentPartPr>
              <p14:xfrm>
                <a:off x="10875168" y="1367784"/>
                <a:ext cx="337320" cy="3211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89862CC-84EA-F5C3-88C4-0372AB27E49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866168" y="1358784"/>
                  <a:ext cx="35496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B198A0F-08B1-E956-0005-868C9C38BDF3}"/>
                    </a:ext>
                  </a:extLst>
                </p14:cNvPr>
                <p14:cNvContentPartPr/>
                <p14:nvPr/>
              </p14:nvContentPartPr>
              <p14:xfrm>
                <a:off x="11386368" y="1498104"/>
                <a:ext cx="1800" cy="115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DB198A0F-08B1-E956-0005-868C9C38BDF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377368" y="1489464"/>
                  <a:ext cx="19440" cy="2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15785FE5-5FCC-8200-6540-496669034913}"/>
              </a:ext>
            </a:extLst>
          </p:cNvPr>
          <p:cNvGrpSpPr/>
          <p:nvPr/>
        </p:nvGrpSpPr>
        <p:grpSpPr>
          <a:xfrm>
            <a:off x="7476408" y="280584"/>
            <a:ext cx="4585680" cy="767160"/>
            <a:chOff x="7476408" y="280584"/>
            <a:chExt cx="4585680" cy="76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1132AA0-030A-C9E9-A83F-FFA649659258}"/>
                    </a:ext>
                  </a:extLst>
                </p14:cNvPr>
                <p14:cNvContentPartPr/>
                <p14:nvPr/>
              </p14:nvContentPartPr>
              <p14:xfrm>
                <a:off x="7476408" y="492624"/>
                <a:ext cx="648000" cy="2066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1132AA0-030A-C9E9-A83F-FFA64965925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467768" y="483624"/>
                  <a:ext cx="6656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DAE601D-BBB3-400C-8B40-F6D45B4A8308}"/>
                    </a:ext>
                  </a:extLst>
                </p14:cNvPr>
                <p14:cNvContentPartPr/>
                <p14:nvPr/>
              </p14:nvContentPartPr>
              <p14:xfrm>
                <a:off x="8569008" y="551304"/>
                <a:ext cx="205200" cy="126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DAE601D-BBB3-400C-8B40-F6D45B4A830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560008" y="542664"/>
                  <a:ext cx="2228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144F0F1-1696-E561-3787-D54E5B309625}"/>
                    </a:ext>
                  </a:extLst>
                </p14:cNvPr>
                <p14:cNvContentPartPr/>
                <p14:nvPr/>
              </p14:nvContentPartPr>
              <p14:xfrm>
                <a:off x="8820648" y="462384"/>
                <a:ext cx="364320" cy="1537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144F0F1-1696-E561-3787-D54E5B30962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811648" y="453384"/>
                  <a:ext cx="3819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8E4BC5C-A91B-7809-2E6B-752111092BC3}"/>
                    </a:ext>
                  </a:extLst>
                </p14:cNvPr>
                <p14:cNvContentPartPr/>
                <p14:nvPr/>
              </p14:nvContentPartPr>
              <p14:xfrm>
                <a:off x="9190368" y="526104"/>
                <a:ext cx="2520" cy="50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8E4BC5C-A91B-7809-2E6B-752111092BC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181728" y="517104"/>
                  <a:ext cx="2016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BE5CCFC-2597-9407-3B45-43D325075867}"/>
                    </a:ext>
                  </a:extLst>
                </p14:cNvPr>
                <p14:cNvContentPartPr/>
                <p14:nvPr/>
              </p14:nvContentPartPr>
              <p14:xfrm>
                <a:off x="9593568" y="280584"/>
                <a:ext cx="461880" cy="3495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BE5CCFC-2597-9407-3B45-43D325075867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9584568" y="271584"/>
                  <a:ext cx="479520" cy="36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1F61D49-2564-2EFE-B594-CCEB8D0A65B3}"/>
                    </a:ext>
                  </a:extLst>
                </p14:cNvPr>
                <p14:cNvContentPartPr/>
                <p14:nvPr/>
              </p14:nvContentPartPr>
              <p14:xfrm>
                <a:off x="10077408" y="503424"/>
                <a:ext cx="2520" cy="136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1F61D49-2564-2EFE-B594-CCEB8D0A65B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068408" y="494424"/>
                  <a:ext cx="201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B63FA99-B0AA-463E-033C-61F3EDC60F96}"/>
                    </a:ext>
                  </a:extLst>
                </p14:cNvPr>
                <p14:cNvContentPartPr/>
                <p14:nvPr/>
              </p14:nvContentPartPr>
              <p14:xfrm>
                <a:off x="10151928" y="594504"/>
                <a:ext cx="78840" cy="511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B63FA99-B0AA-463E-033C-61F3EDC60F9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142928" y="585504"/>
                  <a:ext cx="964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C305CB0-FFB3-81E8-BEB9-19A7A8713C1B}"/>
                    </a:ext>
                  </a:extLst>
                </p14:cNvPr>
                <p14:cNvContentPartPr/>
                <p14:nvPr/>
              </p14:nvContentPartPr>
              <p14:xfrm>
                <a:off x="10472688" y="612504"/>
                <a:ext cx="2520" cy="126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C305CB0-FFB3-81E8-BEB9-19A7A8713C1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463688" y="603504"/>
                  <a:ext cx="201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A7FF5A5-67F8-3806-CC4B-D88BE23A5E94}"/>
                    </a:ext>
                  </a:extLst>
                </p14:cNvPr>
                <p14:cNvContentPartPr/>
                <p14:nvPr/>
              </p14:nvContentPartPr>
              <p14:xfrm>
                <a:off x="7607808" y="721224"/>
                <a:ext cx="2998440" cy="795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A7FF5A5-67F8-3806-CC4B-D88BE23A5E9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598808" y="712224"/>
                  <a:ext cx="30160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7D3DC4C-16F4-37E6-0158-ED5388911C41}"/>
                    </a:ext>
                  </a:extLst>
                </p14:cNvPr>
                <p14:cNvContentPartPr/>
                <p14:nvPr/>
              </p14:nvContentPartPr>
              <p14:xfrm>
                <a:off x="10598328" y="740664"/>
                <a:ext cx="360" cy="3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7D3DC4C-16F4-37E6-0158-ED5388911C4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589688" y="731664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2789310-9BC9-2F0C-0860-ACDA34903FFC}"/>
                    </a:ext>
                  </a:extLst>
                </p14:cNvPr>
                <p14:cNvContentPartPr/>
                <p14:nvPr/>
              </p14:nvContentPartPr>
              <p14:xfrm>
                <a:off x="7963848" y="890784"/>
                <a:ext cx="188280" cy="788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2789310-9BC9-2F0C-0860-ACDA34903FFC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7955208" y="882144"/>
                  <a:ext cx="20592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46E221E-D5A8-3FF8-EE4C-DB3654BC47D0}"/>
                    </a:ext>
                  </a:extLst>
                </p14:cNvPr>
                <p14:cNvContentPartPr/>
                <p14:nvPr/>
              </p14:nvContentPartPr>
              <p14:xfrm>
                <a:off x="8216568" y="897264"/>
                <a:ext cx="38160" cy="428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46E221E-D5A8-3FF8-EE4C-DB3654BC47D0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8207568" y="888264"/>
                  <a:ext cx="558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E226C403-6046-E480-AB58-DDD5D280D7B8}"/>
                    </a:ext>
                  </a:extLst>
                </p14:cNvPr>
                <p14:cNvContentPartPr/>
                <p14:nvPr/>
              </p14:nvContentPartPr>
              <p14:xfrm>
                <a:off x="8333208" y="893664"/>
                <a:ext cx="78480" cy="529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E226C403-6046-E480-AB58-DDD5D280D7B8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324208" y="885024"/>
                  <a:ext cx="961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5CC0F4D-353F-5BA3-8001-E00D35B5616D}"/>
                    </a:ext>
                  </a:extLst>
                </p14:cNvPr>
                <p14:cNvContentPartPr/>
                <p14:nvPr/>
              </p14:nvContentPartPr>
              <p14:xfrm>
                <a:off x="8423208" y="852624"/>
                <a:ext cx="66240" cy="792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5CC0F4D-353F-5BA3-8001-E00D35B5616D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8414568" y="843984"/>
                  <a:ext cx="838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54981A9B-D31B-D8CE-9926-20C6BCD8DCEE}"/>
                    </a:ext>
                  </a:extLst>
                </p14:cNvPr>
                <p14:cNvContentPartPr/>
                <p14:nvPr/>
              </p14:nvContentPartPr>
              <p14:xfrm>
                <a:off x="8723448" y="854424"/>
                <a:ext cx="417600" cy="1227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54981A9B-D31B-D8CE-9926-20C6BCD8DCEE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8714448" y="845784"/>
                  <a:ext cx="43524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8DCD236-700F-56DD-DCD8-5226C4185AED}"/>
                    </a:ext>
                  </a:extLst>
                </p14:cNvPr>
                <p14:cNvContentPartPr/>
                <p14:nvPr/>
              </p14:nvContentPartPr>
              <p14:xfrm>
                <a:off x="9212688" y="856224"/>
                <a:ext cx="411840" cy="666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8DCD236-700F-56DD-DCD8-5226C4185AED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9203688" y="847584"/>
                  <a:ext cx="42948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4B311F5-9C00-6564-9CE0-B23698F70292}"/>
                    </a:ext>
                  </a:extLst>
                </p14:cNvPr>
                <p14:cNvContentPartPr/>
                <p14:nvPr/>
              </p14:nvContentPartPr>
              <p14:xfrm>
                <a:off x="9795528" y="901944"/>
                <a:ext cx="360" cy="3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4B311F5-9C00-6564-9CE0-B23698F7029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786528" y="892944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C850706A-5866-0D10-FF74-209E3E9CA722}"/>
                    </a:ext>
                  </a:extLst>
                </p14:cNvPr>
                <p14:cNvContentPartPr/>
                <p14:nvPr/>
              </p14:nvContentPartPr>
              <p14:xfrm>
                <a:off x="9888048" y="737424"/>
                <a:ext cx="114480" cy="2559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C850706A-5866-0D10-FF74-209E3E9CA72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879048" y="728784"/>
                  <a:ext cx="13212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88E2C02A-B345-986D-A830-3C774E27E314}"/>
                    </a:ext>
                  </a:extLst>
                </p14:cNvPr>
                <p14:cNvContentPartPr/>
                <p14:nvPr/>
              </p14:nvContentPartPr>
              <p14:xfrm>
                <a:off x="9886608" y="856224"/>
                <a:ext cx="229680" cy="529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88E2C02A-B345-986D-A830-3C774E27E31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877608" y="847224"/>
                  <a:ext cx="2473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FAA6D0CE-F74C-5CE8-6AFD-43C63801C8C6}"/>
                    </a:ext>
                  </a:extLst>
                </p14:cNvPr>
                <p14:cNvContentPartPr/>
                <p14:nvPr/>
              </p14:nvContentPartPr>
              <p14:xfrm>
                <a:off x="10166328" y="844704"/>
                <a:ext cx="64080" cy="244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FAA6D0CE-F74C-5CE8-6AFD-43C63801C8C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157328" y="835704"/>
                  <a:ext cx="817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AEF49A7-4DCE-0AF6-6A5C-5C4209FE6F26}"/>
                    </a:ext>
                  </a:extLst>
                </p14:cNvPr>
                <p14:cNvContentPartPr/>
                <p14:nvPr/>
              </p14:nvContentPartPr>
              <p14:xfrm>
                <a:off x="10282968" y="845064"/>
                <a:ext cx="126000" cy="352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AEF49A7-4DCE-0AF6-6A5C-5C4209FE6F2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273968" y="836424"/>
                  <a:ext cx="1436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ECBAFCC-86D5-A3C1-3937-14B060848056}"/>
                    </a:ext>
                  </a:extLst>
                </p14:cNvPr>
                <p14:cNvContentPartPr/>
                <p14:nvPr/>
              </p14:nvContentPartPr>
              <p14:xfrm>
                <a:off x="10599768" y="838584"/>
                <a:ext cx="108720" cy="291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ECBAFCC-86D5-A3C1-3937-14B06084805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591128" y="829944"/>
                  <a:ext cx="12636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C718E11E-B45B-C0C4-A647-6CB97EA437D4}"/>
                    </a:ext>
                  </a:extLst>
                </p14:cNvPr>
                <p14:cNvContentPartPr/>
                <p14:nvPr/>
              </p14:nvContentPartPr>
              <p14:xfrm>
                <a:off x="10914048" y="837504"/>
                <a:ext cx="122040" cy="766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C718E11E-B45B-C0C4-A647-6CB97EA437D4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0905048" y="828504"/>
                  <a:ext cx="1396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1DAA130-0AB0-CE78-15B9-6E35D698E13D}"/>
                    </a:ext>
                  </a:extLst>
                </p14:cNvPr>
                <p14:cNvContentPartPr/>
                <p14:nvPr/>
              </p14:nvContentPartPr>
              <p14:xfrm>
                <a:off x="11108448" y="785664"/>
                <a:ext cx="246960" cy="1281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1DAA130-0AB0-CE78-15B9-6E35D698E13D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1099808" y="776664"/>
                  <a:ext cx="2646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8DBB6848-CF26-FB4E-ECE1-241B8DC6C7BB}"/>
                    </a:ext>
                  </a:extLst>
                </p14:cNvPr>
                <p14:cNvContentPartPr/>
                <p14:nvPr/>
              </p14:nvContentPartPr>
              <p14:xfrm>
                <a:off x="11563488" y="831744"/>
                <a:ext cx="301680" cy="2160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8DBB6848-CF26-FB4E-ECE1-241B8DC6C7B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1554848" y="822744"/>
                  <a:ext cx="31932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11AC4033-95EC-9F01-51E9-42DCCE7A554F}"/>
                    </a:ext>
                  </a:extLst>
                </p14:cNvPr>
                <p14:cNvContentPartPr/>
                <p14:nvPr/>
              </p14:nvContentPartPr>
              <p14:xfrm>
                <a:off x="11916288" y="825984"/>
                <a:ext cx="145800" cy="2008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11AC4033-95EC-9F01-51E9-42DCCE7A554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1907648" y="816984"/>
                  <a:ext cx="163440" cy="21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0A309A5A-304E-F415-8E23-6716149DFF14}"/>
              </a:ext>
            </a:extLst>
          </p:cNvPr>
          <p:cNvGrpSpPr/>
          <p:nvPr/>
        </p:nvGrpSpPr>
        <p:grpSpPr>
          <a:xfrm>
            <a:off x="885888" y="2335824"/>
            <a:ext cx="906480" cy="526320"/>
            <a:chOff x="885888" y="2335824"/>
            <a:chExt cx="906480" cy="52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BF90F053-68D8-66BA-6A82-B79B75D33999}"/>
                    </a:ext>
                  </a:extLst>
                </p14:cNvPr>
                <p14:cNvContentPartPr/>
                <p14:nvPr/>
              </p14:nvContentPartPr>
              <p14:xfrm>
                <a:off x="1091088" y="2553264"/>
                <a:ext cx="67320" cy="3088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BF90F053-68D8-66BA-6A82-B79B75D3399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82448" y="2544624"/>
                  <a:ext cx="8496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5D366E4E-FA42-1609-BB0E-1EAA29C60418}"/>
                    </a:ext>
                  </a:extLst>
                </p14:cNvPr>
                <p14:cNvContentPartPr/>
                <p14:nvPr/>
              </p14:nvContentPartPr>
              <p14:xfrm>
                <a:off x="885888" y="2335824"/>
                <a:ext cx="906480" cy="4003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5D366E4E-FA42-1609-BB0E-1EAA29C60418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76888" y="2326824"/>
                  <a:ext cx="924120" cy="41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E536C555-231B-76C4-F31B-F5D288E3F2ED}"/>
              </a:ext>
            </a:extLst>
          </p:cNvPr>
          <p:cNvGrpSpPr/>
          <p:nvPr/>
        </p:nvGrpSpPr>
        <p:grpSpPr>
          <a:xfrm>
            <a:off x="2382048" y="2380464"/>
            <a:ext cx="1101240" cy="355680"/>
            <a:chOff x="2382048" y="2380464"/>
            <a:chExt cx="1101240" cy="35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C44725ED-8CDE-3AFB-4DBB-D823AA8E678E}"/>
                    </a:ext>
                  </a:extLst>
                </p14:cNvPr>
                <p14:cNvContentPartPr/>
                <p14:nvPr/>
              </p14:nvContentPartPr>
              <p14:xfrm>
                <a:off x="2382048" y="2380464"/>
                <a:ext cx="822240" cy="3556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C44725ED-8CDE-3AFB-4DBB-D823AA8E678E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373408" y="2371464"/>
                  <a:ext cx="83988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B304336-CD18-655F-8A14-5FE72FE032B1}"/>
                    </a:ext>
                  </a:extLst>
                </p14:cNvPr>
                <p14:cNvContentPartPr/>
                <p14:nvPr/>
              </p14:nvContentPartPr>
              <p14:xfrm>
                <a:off x="3227688" y="2503584"/>
                <a:ext cx="14760" cy="223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B304336-CD18-655F-8A14-5FE72FE032B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219048" y="2494584"/>
                  <a:ext cx="324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DB94672-8E28-B08A-4D9E-C4810F475A5F}"/>
                    </a:ext>
                  </a:extLst>
                </p14:cNvPr>
                <p14:cNvContentPartPr/>
                <p14:nvPr/>
              </p14:nvContentPartPr>
              <p14:xfrm>
                <a:off x="3337848" y="2571624"/>
                <a:ext cx="145440" cy="694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DB94672-8E28-B08A-4D9E-C4810F475A5F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328848" y="2562624"/>
                  <a:ext cx="163080" cy="87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33E233A6-83EF-1647-7F77-8A0A7DCFCF9E}"/>
                  </a:ext>
                </a:extLst>
              </p14:cNvPr>
              <p14:cNvContentPartPr/>
              <p14:nvPr/>
            </p14:nvContentPartPr>
            <p14:xfrm>
              <a:off x="3836448" y="2479464"/>
              <a:ext cx="205200" cy="48528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33E233A6-83EF-1647-7F77-8A0A7DCFCF9E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3827808" y="2470824"/>
                <a:ext cx="222840" cy="502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7" name="Group 126">
            <a:extLst>
              <a:ext uri="{FF2B5EF4-FFF2-40B4-BE49-F238E27FC236}">
                <a16:creationId xmlns:a16="http://schemas.microsoft.com/office/drawing/2014/main" id="{E9725068-3974-5462-ABED-7725E4E376BE}"/>
              </a:ext>
            </a:extLst>
          </p:cNvPr>
          <p:cNvGrpSpPr/>
          <p:nvPr/>
        </p:nvGrpSpPr>
        <p:grpSpPr>
          <a:xfrm>
            <a:off x="4611528" y="2494224"/>
            <a:ext cx="1031400" cy="195480"/>
            <a:chOff x="4611528" y="2494224"/>
            <a:chExt cx="1031400" cy="19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FB3511CC-9B5A-8C12-F1E9-171D94C2A737}"/>
                    </a:ext>
                  </a:extLst>
                </p14:cNvPr>
                <p14:cNvContentPartPr/>
                <p14:nvPr/>
              </p14:nvContentPartPr>
              <p14:xfrm>
                <a:off x="4611528" y="2499984"/>
                <a:ext cx="602280" cy="1897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FB3511CC-9B5A-8C12-F1E9-171D94C2A73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602888" y="2491344"/>
                  <a:ext cx="61992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C6DB5975-8B37-BFC1-BCAA-AEB8F6C17C26}"/>
                    </a:ext>
                  </a:extLst>
                </p14:cNvPr>
                <p14:cNvContentPartPr/>
                <p14:nvPr/>
              </p14:nvContentPartPr>
              <p14:xfrm>
                <a:off x="5289408" y="2501784"/>
                <a:ext cx="132120" cy="813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C6DB5975-8B37-BFC1-BCAA-AEB8F6C17C2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280408" y="2493144"/>
                  <a:ext cx="14976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03908FB7-9354-766A-5BAD-3AA862BCAE82}"/>
                    </a:ext>
                  </a:extLst>
                </p14:cNvPr>
                <p14:cNvContentPartPr/>
                <p14:nvPr/>
              </p14:nvContentPartPr>
              <p14:xfrm>
                <a:off x="5483448" y="2494224"/>
                <a:ext cx="159480" cy="244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03908FB7-9354-766A-5BAD-3AA862BCAE8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474448" y="2485584"/>
                  <a:ext cx="177120" cy="42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CD614325-6D1B-8B87-3385-0BDDE1F679AB}"/>
                  </a:ext>
                </a:extLst>
              </p14:cNvPr>
              <p14:cNvContentPartPr/>
              <p14:nvPr/>
            </p14:nvContentPartPr>
            <p14:xfrm>
              <a:off x="5953968" y="2357064"/>
              <a:ext cx="259920" cy="21024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CD614325-6D1B-8B87-3385-0BDDE1F679AB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5944968" y="2348424"/>
                <a:ext cx="277560" cy="227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6" name="Group 125">
            <a:extLst>
              <a:ext uri="{FF2B5EF4-FFF2-40B4-BE49-F238E27FC236}">
                <a16:creationId xmlns:a16="http://schemas.microsoft.com/office/drawing/2014/main" id="{31F582BA-4760-395D-0EEC-CC4AB5E9061F}"/>
              </a:ext>
            </a:extLst>
          </p:cNvPr>
          <p:cNvGrpSpPr/>
          <p:nvPr/>
        </p:nvGrpSpPr>
        <p:grpSpPr>
          <a:xfrm>
            <a:off x="6557688" y="2306664"/>
            <a:ext cx="698040" cy="221040"/>
            <a:chOff x="6557688" y="2306664"/>
            <a:chExt cx="698040" cy="22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23A32BFC-175E-8821-17EE-C0FB29235694}"/>
                    </a:ext>
                  </a:extLst>
                </p14:cNvPr>
                <p14:cNvContentPartPr/>
                <p14:nvPr/>
              </p14:nvContentPartPr>
              <p14:xfrm>
                <a:off x="6557688" y="2420064"/>
                <a:ext cx="167040" cy="1076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23A32BFC-175E-8821-17EE-C0FB2923569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548688" y="2411424"/>
                  <a:ext cx="1846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3E4986F5-847A-36EE-4CA6-90F9A5C103F5}"/>
                    </a:ext>
                  </a:extLst>
                </p14:cNvPr>
                <p14:cNvContentPartPr/>
                <p14:nvPr/>
              </p14:nvContentPartPr>
              <p14:xfrm>
                <a:off x="6817608" y="2306664"/>
                <a:ext cx="438120" cy="2098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3E4986F5-847A-36EE-4CA6-90F9A5C103F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808608" y="2297664"/>
                  <a:ext cx="455760" cy="22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F8055063-B49D-C8EA-DDC3-95B5B76060A3}"/>
              </a:ext>
            </a:extLst>
          </p:cNvPr>
          <p:cNvGrpSpPr/>
          <p:nvPr/>
        </p:nvGrpSpPr>
        <p:grpSpPr>
          <a:xfrm>
            <a:off x="4122648" y="2949624"/>
            <a:ext cx="755280" cy="146880"/>
            <a:chOff x="4122648" y="2949624"/>
            <a:chExt cx="755280" cy="14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FE0360F0-3968-2FB9-B571-E43107A5B298}"/>
                    </a:ext>
                  </a:extLst>
                </p14:cNvPr>
                <p14:cNvContentPartPr/>
                <p14:nvPr/>
              </p14:nvContentPartPr>
              <p14:xfrm>
                <a:off x="4122648" y="3040344"/>
                <a:ext cx="113760" cy="3960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FE0360F0-3968-2FB9-B571-E43107A5B298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113648" y="3031344"/>
                  <a:ext cx="1314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A67A925E-EA12-3B50-71F7-6ACC00CFF1E3}"/>
                    </a:ext>
                  </a:extLst>
                </p14:cNvPr>
                <p14:cNvContentPartPr/>
                <p14:nvPr/>
              </p14:nvContentPartPr>
              <p14:xfrm>
                <a:off x="4348728" y="2988144"/>
                <a:ext cx="121320" cy="10260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A67A925E-EA12-3B50-71F7-6ACC00CFF1E3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340088" y="2979504"/>
                  <a:ext cx="13896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7566FD82-DA2C-F647-17E3-E1AD51DE9710}"/>
                    </a:ext>
                  </a:extLst>
                </p14:cNvPr>
                <p14:cNvContentPartPr/>
                <p14:nvPr/>
              </p14:nvContentPartPr>
              <p14:xfrm>
                <a:off x="4570128" y="2949624"/>
                <a:ext cx="153360" cy="13932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7566FD82-DA2C-F647-17E3-E1AD51DE9710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561128" y="2940624"/>
                  <a:ext cx="1710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B36A05D7-E918-D590-91E2-D99F4CE73B96}"/>
                    </a:ext>
                  </a:extLst>
                </p14:cNvPr>
                <p14:cNvContentPartPr/>
                <p14:nvPr/>
              </p14:nvContentPartPr>
              <p14:xfrm>
                <a:off x="4778208" y="2990664"/>
                <a:ext cx="99720" cy="10584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B36A05D7-E918-D590-91E2-D99F4CE73B96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769208" y="2982024"/>
                  <a:ext cx="117360" cy="12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E83F859D-8902-D884-6225-0E49392ED59C}"/>
              </a:ext>
            </a:extLst>
          </p:cNvPr>
          <p:cNvGrpSpPr/>
          <p:nvPr/>
        </p:nvGrpSpPr>
        <p:grpSpPr>
          <a:xfrm>
            <a:off x="5486328" y="2849904"/>
            <a:ext cx="1892880" cy="377640"/>
            <a:chOff x="5486328" y="2849904"/>
            <a:chExt cx="1892880" cy="37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EC9B6372-A01C-B7CE-C01B-5D74C67C786E}"/>
                    </a:ext>
                  </a:extLst>
                </p14:cNvPr>
                <p14:cNvContentPartPr/>
                <p14:nvPr/>
              </p14:nvContentPartPr>
              <p14:xfrm>
                <a:off x="5486328" y="2943144"/>
                <a:ext cx="293400" cy="17532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EC9B6372-A01C-B7CE-C01B-5D74C67C786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477688" y="2934144"/>
                  <a:ext cx="31104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FFD0AC85-B46B-4070-3A93-1FC06453A427}"/>
                    </a:ext>
                  </a:extLst>
                </p14:cNvPr>
                <p14:cNvContentPartPr/>
                <p14:nvPr/>
              </p14:nvContentPartPr>
              <p14:xfrm>
                <a:off x="5825808" y="3035304"/>
                <a:ext cx="351360" cy="19224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FFD0AC85-B46B-4070-3A93-1FC06453A427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816808" y="3026664"/>
                  <a:ext cx="36900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FA35A4DA-E312-EDFA-008E-A8487BDBAF6B}"/>
                    </a:ext>
                  </a:extLst>
                </p14:cNvPr>
                <p14:cNvContentPartPr/>
                <p14:nvPr/>
              </p14:nvContentPartPr>
              <p14:xfrm>
                <a:off x="6240528" y="2896344"/>
                <a:ext cx="205920" cy="19908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FA35A4DA-E312-EDFA-008E-A8487BDBAF6B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231528" y="2887344"/>
                  <a:ext cx="22356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DC0A7C41-6D66-F99F-428E-EFA5110CA604}"/>
                    </a:ext>
                  </a:extLst>
                </p14:cNvPr>
                <p14:cNvContentPartPr/>
                <p14:nvPr/>
              </p14:nvContentPartPr>
              <p14:xfrm>
                <a:off x="6421968" y="2854944"/>
                <a:ext cx="377640" cy="19332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DC0A7C41-6D66-F99F-428E-EFA5110CA60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413328" y="2846304"/>
                  <a:ext cx="39528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A30E8675-F874-A4CF-C0EA-38FB91B01113}"/>
                    </a:ext>
                  </a:extLst>
                </p14:cNvPr>
                <p14:cNvContentPartPr/>
                <p14:nvPr/>
              </p14:nvContentPartPr>
              <p14:xfrm>
                <a:off x="6849648" y="2970864"/>
                <a:ext cx="2880" cy="1440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A30E8675-F874-A4CF-C0EA-38FB91B0111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840648" y="2961864"/>
                  <a:ext cx="205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23913C7A-C80E-D466-9252-497836A32032}"/>
                    </a:ext>
                  </a:extLst>
                </p14:cNvPr>
                <p14:cNvContentPartPr/>
                <p14:nvPr/>
              </p14:nvContentPartPr>
              <p14:xfrm>
                <a:off x="6906168" y="2972664"/>
                <a:ext cx="19080" cy="4068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23913C7A-C80E-D466-9252-497836A32032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6897528" y="2963664"/>
                  <a:ext cx="3672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9ACF8299-8AF2-5DBF-72C8-B9D9DE54E2AE}"/>
                    </a:ext>
                  </a:extLst>
                </p14:cNvPr>
                <p14:cNvContentPartPr/>
                <p14:nvPr/>
              </p14:nvContentPartPr>
              <p14:xfrm>
                <a:off x="7002288" y="2849904"/>
                <a:ext cx="376920" cy="16848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9ACF8299-8AF2-5DBF-72C8-B9D9DE54E2AE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6993648" y="2840904"/>
                  <a:ext cx="39456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1CF00A22-0350-5DC4-CC4D-A7816EF7DA99}"/>
                    </a:ext>
                  </a:extLst>
                </p14:cNvPr>
                <p14:cNvContentPartPr/>
                <p14:nvPr/>
              </p14:nvContentPartPr>
              <p14:xfrm>
                <a:off x="7084728" y="2897784"/>
                <a:ext cx="20160" cy="180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1CF00A22-0350-5DC4-CC4D-A7816EF7DA99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7076088" y="2888784"/>
                  <a:ext cx="37800" cy="1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C9CEE385-C11A-B455-1754-3F80BF8BE88E}"/>
              </a:ext>
            </a:extLst>
          </p:cNvPr>
          <p:cNvGrpSpPr/>
          <p:nvPr/>
        </p:nvGrpSpPr>
        <p:grpSpPr>
          <a:xfrm>
            <a:off x="7685928" y="2238264"/>
            <a:ext cx="3645360" cy="1015200"/>
            <a:chOff x="7685928" y="2238264"/>
            <a:chExt cx="3645360" cy="101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6D0C51DA-7140-6A61-F6D8-7BDC94F8C774}"/>
                    </a:ext>
                  </a:extLst>
                </p14:cNvPr>
                <p14:cNvContentPartPr/>
                <p14:nvPr/>
              </p14:nvContentPartPr>
              <p14:xfrm>
                <a:off x="7685928" y="2415744"/>
                <a:ext cx="393120" cy="24516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6D0C51DA-7140-6A61-F6D8-7BDC94F8C774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7677288" y="2406744"/>
                  <a:ext cx="41076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A01F5E87-4661-6225-75F9-3EEDBC9FE89F}"/>
                    </a:ext>
                  </a:extLst>
                </p14:cNvPr>
                <p14:cNvContentPartPr/>
                <p14:nvPr/>
              </p14:nvContentPartPr>
              <p14:xfrm>
                <a:off x="8184168" y="2400984"/>
                <a:ext cx="425520" cy="23940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A01F5E87-4661-6225-75F9-3EEDBC9FE89F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8175528" y="2391984"/>
                  <a:ext cx="44316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BA53B040-28BD-59D8-43DB-C049FEE9CC16}"/>
                    </a:ext>
                  </a:extLst>
                </p14:cNvPr>
                <p14:cNvContentPartPr/>
                <p14:nvPr/>
              </p14:nvContentPartPr>
              <p14:xfrm>
                <a:off x="9088488" y="2416104"/>
                <a:ext cx="113400" cy="885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BA53B040-28BD-59D8-43DB-C049FEE9CC16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9079488" y="2407464"/>
                  <a:ext cx="13104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0A198F59-695D-83A5-8C6F-332F08205453}"/>
                    </a:ext>
                  </a:extLst>
                </p14:cNvPr>
                <p14:cNvContentPartPr/>
                <p14:nvPr/>
              </p14:nvContentPartPr>
              <p14:xfrm>
                <a:off x="9287928" y="2422944"/>
                <a:ext cx="90360" cy="6120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0A198F59-695D-83A5-8C6F-332F08205453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9279288" y="2413944"/>
                  <a:ext cx="10800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93ECAC8A-DA7D-3046-B5D3-A6624C54B29F}"/>
                    </a:ext>
                  </a:extLst>
                </p14:cNvPr>
                <p14:cNvContentPartPr/>
                <p14:nvPr/>
              </p14:nvContentPartPr>
              <p14:xfrm>
                <a:off x="9443088" y="2423664"/>
                <a:ext cx="190440" cy="367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93ECAC8A-DA7D-3046-B5D3-A6624C54B29F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9434088" y="2414664"/>
                  <a:ext cx="2080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2DAE6B8F-F3BA-A2DE-5518-C598832C5DF5}"/>
                    </a:ext>
                  </a:extLst>
                </p14:cNvPr>
                <p14:cNvContentPartPr/>
                <p14:nvPr/>
              </p14:nvContentPartPr>
              <p14:xfrm>
                <a:off x="9972288" y="2364984"/>
                <a:ext cx="482040" cy="11448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2DAE6B8F-F3BA-A2DE-5518-C598832C5DF5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9963288" y="2356344"/>
                  <a:ext cx="4996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AE39E63E-6707-0A39-D46A-7BF1B681B70B}"/>
                    </a:ext>
                  </a:extLst>
                </p14:cNvPr>
                <p14:cNvContentPartPr/>
                <p14:nvPr/>
              </p14:nvContentPartPr>
              <p14:xfrm>
                <a:off x="10535328" y="2370024"/>
                <a:ext cx="97200" cy="5256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AE39E63E-6707-0A39-D46A-7BF1B681B70B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0526688" y="2361024"/>
                  <a:ext cx="1148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A57E0401-599A-6CA6-9219-8A514D2AD55D}"/>
                    </a:ext>
                  </a:extLst>
                </p14:cNvPr>
                <p14:cNvContentPartPr/>
                <p14:nvPr/>
              </p14:nvContentPartPr>
              <p14:xfrm>
                <a:off x="10715328" y="2369304"/>
                <a:ext cx="129600" cy="3384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A57E0401-599A-6CA6-9219-8A514D2AD55D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0706328" y="2360304"/>
                  <a:ext cx="14724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2FFA5006-3ED7-EC2A-2F45-1DD1DDEE80DD}"/>
                    </a:ext>
                  </a:extLst>
                </p14:cNvPr>
                <p14:cNvContentPartPr/>
                <p14:nvPr/>
              </p14:nvContentPartPr>
              <p14:xfrm>
                <a:off x="11033928" y="2238264"/>
                <a:ext cx="297360" cy="2145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2FFA5006-3ED7-EC2A-2F45-1DD1DDEE80DD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1025288" y="2229264"/>
                  <a:ext cx="3150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FB3EBD3F-42A1-039A-164C-DA7429E94C84}"/>
                    </a:ext>
                  </a:extLst>
                </p14:cNvPr>
                <p14:cNvContentPartPr/>
                <p14:nvPr/>
              </p14:nvContentPartPr>
              <p14:xfrm>
                <a:off x="7894368" y="2802744"/>
                <a:ext cx="483120" cy="33300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FB3EBD3F-42A1-039A-164C-DA7429E94C84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7885368" y="2794104"/>
                  <a:ext cx="50076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B8D8D11C-9449-139B-302F-98C112A5EA38}"/>
                    </a:ext>
                  </a:extLst>
                </p14:cNvPr>
                <p14:cNvContentPartPr/>
                <p14:nvPr/>
              </p14:nvContentPartPr>
              <p14:xfrm>
                <a:off x="8385768" y="2861784"/>
                <a:ext cx="10080" cy="2376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B8D8D11C-9449-139B-302F-98C112A5EA38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8376768" y="2853144"/>
                  <a:ext cx="277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DDD70B51-0E2E-C34E-D446-7AB8A953C023}"/>
                    </a:ext>
                  </a:extLst>
                </p14:cNvPr>
                <p14:cNvContentPartPr/>
                <p14:nvPr/>
              </p14:nvContentPartPr>
              <p14:xfrm>
                <a:off x="8431128" y="2791944"/>
                <a:ext cx="574920" cy="36072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DDD70B51-0E2E-C34E-D446-7AB8A953C023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8422488" y="2782944"/>
                  <a:ext cx="59256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CB8BBB31-848D-A02E-0DA6-B81A249E875E}"/>
                    </a:ext>
                  </a:extLst>
                </p14:cNvPr>
                <p14:cNvContentPartPr/>
                <p14:nvPr/>
              </p14:nvContentPartPr>
              <p14:xfrm>
                <a:off x="9071208" y="2911464"/>
                <a:ext cx="4320" cy="2124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CB8BBB31-848D-A02E-0DA6-B81A249E875E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9062208" y="2902464"/>
                  <a:ext cx="219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8B5E215F-8582-48A6-4043-646F5F52DC25}"/>
                    </a:ext>
                  </a:extLst>
                </p14:cNvPr>
                <p14:cNvContentPartPr/>
                <p14:nvPr/>
              </p14:nvContentPartPr>
              <p14:xfrm>
                <a:off x="9109008" y="2912904"/>
                <a:ext cx="128160" cy="6372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8B5E215F-8582-48A6-4043-646F5F52DC25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9100008" y="2903904"/>
                  <a:ext cx="1458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75E1562A-3670-17A2-F9A6-B33E5EBC8F34}"/>
                    </a:ext>
                  </a:extLst>
                </p14:cNvPr>
                <p14:cNvContentPartPr/>
                <p14:nvPr/>
              </p14:nvContentPartPr>
              <p14:xfrm>
                <a:off x="9261288" y="2861424"/>
                <a:ext cx="6120" cy="1332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75E1562A-3670-17A2-F9A6-B33E5EBC8F3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252648" y="2852424"/>
                  <a:ext cx="237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B9461DB9-91AE-CAB6-A8B4-6DFD26E4353E}"/>
                    </a:ext>
                  </a:extLst>
                </p14:cNvPr>
                <p14:cNvContentPartPr/>
                <p14:nvPr/>
              </p14:nvContentPartPr>
              <p14:xfrm>
                <a:off x="9314208" y="2745504"/>
                <a:ext cx="248400" cy="50796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B9461DB9-91AE-CAB6-A8B4-6DFD26E4353E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9305568" y="2736504"/>
                  <a:ext cx="266040" cy="52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A39E33BD-824B-AC11-4322-B4790EB2147D}"/>
                    </a:ext>
                  </a:extLst>
                </p14:cNvPr>
                <p14:cNvContentPartPr/>
                <p14:nvPr/>
              </p14:nvContentPartPr>
              <p14:xfrm>
                <a:off x="9684288" y="2831184"/>
                <a:ext cx="153720" cy="1116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A39E33BD-824B-AC11-4322-B4790EB2147D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9675648" y="2822544"/>
                  <a:ext cx="1713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3D968FD6-2EC5-3E2D-D465-78C0E4DA5F06}"/>
                    </a:ext>
                  </a:extLst>
                </p14:cNvPr>
                <p14:cNvContentPartPr/>
                <p14:nvPr/>
              </p14:nvContentPartPr>
              <p14:xfrm>
                <a:off x="10217088" y="2732544"/>
                <a:ext cx="65880" cy="21240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3D968FD6-2EC5-3E2D-D465-78C0E4DA5F06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0208088" y="2723904"/>
                  <a:ext cx="8352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B9A2503D-6580-7B3A-D59F-192C80999F57}"/>
                    </a:ext>
                  </a:extLst>
                </p14:cNvPr>
                <p14:cNvContentPartPr/>
                <p14:nvPr/>
              </p14:nvContentPartPr>
              <p14:xfrm>
                <a:off x="10029168" y="2819664"/>
                <a:ext cx="536040" cy="8388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B9A2503D-6580-7B3A-D59F-192C80999F57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0020528" y="2810664"/>
                  <a:ext cx="55368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6D8E5F6E-8334-993B-E8A9-88568FC035D0}"/>
                    </a:ext>
                  </a:extLst>
                </p14:cNvPr>
                <p14:cNvContentPartPr/>
                <p14:nvPr/>
              </p14:nvContentPartPr>
              <p14:xfrm>
                <a:off x="10846368" y="2730744"/>
                <a:ext cx="2520" cy="15336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6D8E5F6E-8334-993B-E8A9-88568FC035D0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0837368" y="2721744"/>
                  <a:ext cx="2016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61F1E967-6A72-6EF8-C672-EF2B1CB0EA08}"/>
                    </a:ext>
                  </a:extLst>
                </p14:cNvPr>
                <p14:cNvContentPartPr/>
                <p14:nvPr/>
              </p14:nvContentPartPr>
              <p14:xfrm>
                <a:off x="10879848" y="2636784"/>
                <a:ext cx="276480" cy="23544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61F1E967-6A72-6EF8-C672-EF2B1CB0EA08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0871208" y="2628144"/>
                  <a:ext cx="29412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90A59AA4-4010-671E-EAC7-9356200325C4}"/>
                    </a:ext>
                  </a:extLst>
                </p14:cNvPr>
                <p14:cNvContentPartPr/>
                <p14:nvPr/>
              </p14:nvContentPartPr>
              <p14:xfrm>
                <a:off x="11242368" y="2854944"/>
                <a:ext cx="3240" cy="1152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90A59AA4-4010-671E-EAC7-9356200325C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233728" y="2846304"/>
                  <a:ext cx="20880" cy="2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286FAFDE-BC07-7469-982B-37B2D6208821}"/>
              </a:ext>
            </a:extLst>
          </p:cNvPr>
          <p:cNvGrpSpPr/>
          <p:nvPr/>
        </p:nvGrpSpPr>
        <p:grpSpPr>
          <a:xfrm>
            <a:off x="1325088" y="2984544"/>
            <a:ext cx="2049120" cy="667800"/>
            <a:chOff x="1325088" y="2984544"/>
            <a:chExt cx="2049120" cy="66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A675D0DE-899B-7C44-6C4F-FDC9BE4DEC44}"/>
                    </a:ext>
                  </a:extLst>
                </p14:cNvPr>
                <p14:cNvContentPartPr/>
                <p14:nvPr/>
              </p14:nvContentPartPr>
              <p14:xfrm>
                <a:off x="1510128" y="3128184"/>
                <a:ext cx="138600" cy="13032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A675D0DE-899B-7C44-6C4F-FDC9BE4DEC44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501128" y="3119184"/>
                  <a:ext cx="15624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C82D4D29-0E06-5E39-4588-3C6E88DE6F00}"/>
                    </a:ext>
                  </a:extLst>
                </p14:cNvPr>
                <p14:cNvContentPartPr/>
                <p14:nvPr/>
              </p14:nvContentPartPr>
              <p14:xfrm>
                <a:off x="1734048" y="3024144"/>
                <a:ext cx="300240" cy="17028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C82D4D29-0E06-5E39-4588-3C6E88DE6F00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725408" y="3015504"/>
                  <a:ext cx="3178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39E6D27A-A239-77CB-89C2-FC94A5703013}"/>
                    </a:ext>
                  </a:extLst>
                </p14:cNvPr>
                <p14:cNvContentPartPr/>
                <p14:nvPr/>
              </p14:nvContentPartPr>
              <p14:xfrm>
                <a:off x="2365128" y="3015864"/>
                <a:ext cx="165960" cy="29088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39E6D27A-A239-77CB-89C2-FC94A5703013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2356128" y="3007224"/>
                  <a:ext cx="18360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D560D95D-17EC-CD57-65E8-CEDE46160782}"/>
                    </a:ext>
                  </a:extLst>
                </p14:cNvPr>
                <p14:cNvContentPartPr/>
                <p14:nvPr/>
              </p14:nvContentPartPr>
              <p14:xfrm>
                <a:off x="2621808" y="2984544"/>
                <a:ext cx="100800" cy="16776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D560D95D-17EC-CD57-65E8-CEDE46160782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2612808" y="2975544"/>
                  <a:ext cx="11844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1E85CB86-2A59-33D1-381B-3806AF327EE1}"/>
                    </a:ext>
                  </a:extLst>
                </p14:cNvPr>
                <p14:cNvContentPartPr/>
                <p14:nvPr/>
              </p14:nvContentPartPr>
              <p14:xfrm>
                <a:off x="2751408" y="3090384"/>
                <a:ext cx="102240" cy="3420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1E85CB86-2A59-33D1-381B-3806AF327EE1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2742768" y="3081744"/>
                  <a:ext cx="1198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DEAF4AC4-74B5-9652-71DD-F083BE160E57}"/>
                    </a:ext>
                  </a:extLst>
                </p14:cNvPr>
                <p14:cNvContentPartPr/>
                <p14:nvPr/>
              </p14:nvContentPartPr>
              <p14:xfrm>
                <a:off x="2893608" y="3066624"/>
                <a:ext cx="304560" cy="5544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DEAF4AC4-74B5-9652-71DD-F083BE160E57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2884608" y="3057984"/>
                  <a:ext cx="32220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736FC7C0-ADD9-DD5C-5DC3-91BCC59DDADB}"/>
                    </a:ext>
                  </a:extLst>
                </p14:cNvPr>
                <p14:cNvContentPartPr/>
                <p14:nvPr/>
              </p14:nvContentPartPr>
              <p14:xfrm>
                <a:off x="3289968" y="3022704"/>
                <a:ext cx="84240" cy="7920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736FC7C0-ADD9-DD5C-5DC3-91BCC59DDADB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3281328" y="3013704"/>
                  <a:ext cx="1018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C49614A1-4C69-CBCF-0118-279BDBC0F4AF}"/>
                    </a:ext>
                  </a:extLst>
                </p14:cNvPr>
                <p14:cNvContentPartPr/>
                <p14:nvPr/>
              </p14:nvContentPartPr>
              <p14:xfrm>
                <a:off x="1325088" y="3347064"/>
                <a:ext cx="315000" cy="29268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C49614A1-4C69-CBCF-0118-279BDBC0F4AF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1316088" y="3338424"/>
                  <a:ext cx="33264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B3FF69B8-2367-8C4F-6F31-698DB2C11F72}"/>
                    </a:ext>
                  </a:extLst>
                </p14:cNvPr>
                <p14:cNvContentPartPr/>
                <p14:nvPr/>
              </p14:nvContentPartPr>
              <p14:xfrm>
                <a:off x="1717488" y="3457584"/>
                <a:ext cx="156960" cy="19476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B3FF69B8-2367-8C4F-6F31-698DB2C11F72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1708848" y="3448584"/>
                  <a:ext cx="17460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EED34112-5CAF-BF34-C5ED-F74F92251EC2}"/>
                    </a:ext>
                  </a:extLst>
                </p14:cNvPr>
                <p14:cNvContentPartPr/>
                <p14:nvPr/>
              </p14:nvContentPartPr>
              <p14:xfrm>
                <a:off x="1981368" y="3479544"/>
                <a:ext cx="104040" cy="8964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EED34112-5CAF-BF34-C5ED-F74F92251EC2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1972728" y="3470544"/>
                  <a:ext cx="1216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DED685B3-9F12-F6C1-02EA-3A1F0CF7E851}"/>
                    </a:ext>
                  </a:extLst>
                </p14:cNvPr>
                <p14:cNvContentPartPr/>
                <p14:nvPr/>
              </p14:nvContentPartPr>
              <p14:xfrm>
                <a:off x="2094408" y="3495024"/>
                <a:ext cx="74160" cy="6624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DED685B3-9F12-F6C1-02EA-3A1F0CF7E851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2085408" y="3486024"/>
                  <a:ext cx="9180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7FE017D3-D672-A0FB-6832-F4143C53D531}"/>
                    </a:ext>
                  </a:extLst>
                </p14:cNvPr>
                <p14:cNvContentPartPr/>
                <p14:nvPr/>
              </p14:nvContentPartPr>
              <p14:xfrm>
                <a:off x="2234448" y="3494664"/>
                <a:ext cx="100080" cy="3852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7FE017D3-D672-A0FB-6832-F4143C53D531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2225448" y="3485664"/>
                  <a:ext cx="1177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405346E5-4CE7-58B6-FC24-933BC86A74A4}"/>
                    </a:ext>
                  </a:extLst>
                </p14:cNvPr>
                <p14:cNvContentPartPr/>
                <p14:nvPr/>
              </p14:nvContentPartPr>
              <p14:xfrm>
                <a:off x="2405808" y="3376584"/>
                <a:ext cx="222120" cy="15804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405346E5-4CE7-58B6-FC24-933BC86A74A4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2396808" y="3367584"/>
                  <a:ext cx="23976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81651EDC-103E-1A54-7158-58808D7DCE0A}"/>
                    </a:ext>
                  </a:extLst>
                </p14:cNvPr>
                <p14:cNvContentPartPr/>
                <p14:nvPr/>
              </p14:nvContentPartPr>
              <p14:xfrm>
                <a:off x="2746728" y="3472344"/>
                <a:ext cx="17640" cy="2736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81651EDC-103E-1A54-7158-58808D7DCE0A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2737728" y="3463704"/>
                  <a:ext cx="35280" cy="4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7" name="Group 266">
            <a:extLst>
              <a:ext uri="{FF2B5EF4-FFF2-40B4-BE49-F238E27FC236}">
                <a16:creationId xmlns:a16="http://schemas.microsoft.com/office/drawing/2014/main" id="{937FD6A0-2043-5948-D43D-E105CC2E9C2A}"/>
              </a:ext>
            </a:extLst>
          </p:cNvPr>
          <p:cNvGrpSpPr/>
          <p:nvPr/>
        </p:nvGrpSpPr>
        <p:grpSpPr>
          <a:xfrm>
            <a:off x="81648" y="1129824"/>
            <a:ext cx="835560" cy="891360"/>
            <a:chOff x="81648" y="1129824"/>
            <a:chExt cx="835560" cy="89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AF43ECCC-3B7F-590A-CDCC-A4603B75920C}"/>
                    </a:ext>
                  </a:extLst>
                </p14:cNvPr>
                <p14:cNvContentPartPr/>
                <p14:nvPr/>
              </p14:nvContentPartPr>
              <p14:xfrm>
                <a:off x="209088" y="1153584"/>
                <a:ext cx="43920" cy="18468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AF43ECCC-3B7F-590A-CDCC-A4603B75920C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200448" y="1144584"/>
                  <a:ext cx="6156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10865957-3FBA-7AAB-09C3-DFE590B21CC1}"/>
                    </a:ext>
                  </a:extLst>
                </p14:cNvPr>
                <p14:cNvContentPartPr/>
                <p14:nvPr/>
              </p14:nvContentPartPr>
              <p14:xfrm>
                <a:off x="334728" y="1129824"/>
                <a:ext cx="155160" cy="17928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10865957-3FBA-7AAB-09C3-DFE590B21CC1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325728" y="1121184"/>
                  <a:ext cx="17280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8E030B1C-7FC5-FE92-D278-06880C94077A}"/>
                    </a:ext>
                  </a:extLst>
                </p14:cNvPr>
                <p14:cNvContentPartPr/>
                <p14:nvPr/>
              </p14:nvContentPartPr>
              <p14:xfrm>
                <a:off x="485208" y="1207944"/>
                <a:ext cx="63000" cy="2268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8E030B1C-7FC5-FE92-D278-06880C94077A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476208" y="1198944"/>
                  <a:ext cx="806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F3313B5C-DF69-29D4-5EEC-C0DBDB1E1F7A}"/>
                    </a:ext>
                  </a:extLst>
                </p14:cNvPr>
                <p14:cNvContentPartPr/>
                <p14:nvPr/>
              </p14:nvContentPartPr>
              <p14:xfrm>
                <a:off x="217728" y="1476504"/>
                <a:ext cx="86040" cy="14904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F3313B5C-DF69-29D4-5EEC-C0DBDB1E1F7A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208728" y="1467504"/>
                  <a:ext cx="1036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2B000BEA-5416-1F34-CF8D-9BC300A4F0D7}"/>
                    </a:ext>
                  </a:extLst>
                </p14:cNvPr>
                <p14:cNvContentPartPr/>
                <p14:nvPr/>
              </p14:nvContentPartPr>
              <p14:xfrm>
                <a:off x="399528" y="1430784"/>
                <a:ext cx="6120" cy="15984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2B000BEA-5416-1F34-CF8D-9BC300A4F0D7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390528" y="1421784"/>
                  <a:ext cx="2376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95E640C0-FD61-A275-7E4F-2E4F4BCBF2D3}"/>
                    </a:ext>
                  </a:extLst>
                </p14:cNvPr>
                <p14:cNvContentPartPr/>
                <p14:nvPr/>
              </p14:nvContentPartPr>
              <p14:xfrm>
                <a:off x="349488" y="1437264"/>
                <a:ext cx="451080" cy="30312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95E640C0-FD61-A275-7E4F-2E4F4BCBF2D3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340848" y="1428624"/>
                  <a:ext cx="46872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906F2D17-62DE-78B6-06F7-E645BB25E6D4}"/>
                    </a:ext>
                  </a:extLst>
                </p14:cNvPr>
                <p14:cNvContentPartPr/>
                <p14:nvPr/>
              </p14:nvContentPartPr>
              <p14:xfrm>
                <a:off x="200448" y="1480464"/>
                <a:ext cx="135360" cy="19332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906F2D17-62DE-78B6-06F7-E645BB25E6D4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191448" y="1471464"/>
                  <a:ext cx="15300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0A09C658-4201-F713-57C9-7929D27AC49F}"/>
                    </a:ext>
                  </a:extLst>
                </p14:cNvPr>
                <p14:cNvContentPartPr/>
                <p14:nvPr/>
              </p14:nvContentPartPr>
              <p14:xfrm>
                <a:off x="384768" y="1665864"/>
                <a:ext cx="17640" cy="288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0A09C658-4201-F713-57C9-7929D27AC49F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376128" y="1656864"/>
                  <a:ext cx="3528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5FE02D9F-82BA-253C-382F-77FF1A2E8A2C}"/>
                    </a:ext>
                  </a:extLst>
                </p14:cNvPr>
                <p14:cNvContentPartPr/>
                <p14:nvPr/>
              </p14:nvContentPartPr>
              <p14:xfrm>
                <a:off x="85968" y="1692864"/>
                <a:ext cx="831240" cy="20556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5FE02D9F-82BA-253C-382F-77FF1A2E8A2C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77328" y="1684224"/>
                  <a:ext cx="8488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E234B447-D062-4D89-CBB9-517C1681781E}"/>
                    </a:ext>
                  </a:extLst>
                </p14:cNvPr>
                <p14:cNvContentPartPr/>
                <p14:nvPr/>
              </p14:nvContentPartPr>
              <p14:xfrm>
                <a:off x="81648" y="1841544"/>
                <a:ext cx="717480" cy="17964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E234B447-D062-4D89-CBB9-517C1681781E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73008" y="1832904"/>
                  <a:ext cx="73512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19AC246E-B4FF-E776-E6BD-D990E425D3F0}"/>
                    </a:ext>
                  </a:extLst>
                </p14:cNvPr>
                <p14:cNvContentPartPr/>
                <p14:nvPr/>
              </p14:nvContentPartPr>
              <p14:xfrm>
                <a:off x="837288" y="1948824"/>
                <a:ext cx="13320" cy="792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19AC246E-B4FF-E776-E6BD-D990E425D3F0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828288" y="1939824"/>
                  <a:ext cx="30960" cy="2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0" name="Group 279">
            <a:extLst>
              <a:ext uri="{FF2B5EF4-FFF2-40B4-BE49-F238E27FC236}">
                <a16:creationId xmlns:a16="http://schemas.microsoft.com/office/drawing/2014/main" id="{3EE15C62-6E02-92CC-FCD9-42A057541D51}"/>
              </a:ext>
            </a:extLst>
          </p:cNvPr>
          <p:cNvGrpSpPr/>
          <p:nvPr/>
        </p:nvGrpSpPr>
        <p:grpSpPr>
          <a:xfrm>
            <a:off x="38808" y="3919824"/>
            <a:ext cx="2026800" cy="673920"/>
            <a:chOff x="38808" y="3919824"/>
            <a:chExt cx="2026800" cy="67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95817614-0CAC-A0CE-9765-36E4F3FBFDF0}"/>
                    </a:ext>
                  </a:extLst>
                </p14:cNvPr>
                <p14:cNvContentPartPr/>
                <p14:nvPr/>
              </p14:nvContentPartPr>
              <p14:xfrm>
                <a:off x="146808" y="3985704"/>
                <a:ext cx="290880" cy="22392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95817614-0CAC-A0CE-9765-36E4F3FBFDF0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138168" y="3977064"/>
                  <a:ext cx="30852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CA22C418-A380-764A-62F7-DB40832D3E55}"/>
                    </a:ext>
                  </a:extLst>
                </p14:cNvPr>
                <p14:cNvContentPartPr/>
                <p14:nvPr/>
              </p14:nvContentPartPr>
              <p14:xfrm>
                <a:off x="433008" y="3969864"/>
                <a:ext cx="125280" cy="13428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CA22C418-A380-764A-62F7-DB40832D3E55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424368" y="3961224"/>
                  <a:ext cx="1429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77AE6024-60D6-7470-7EA4-365682BD6D8B}"/>
                    </a:ext>
                  </a:extLst>
                </p14:cNvPr>
                <p14:cNvContentPartPr/>
                <p14:nvPr/>
              </p14:nvContentPartPr>
              <p14:xfrm>
                <a:off x="700848" y="3947184"/>
                <a:ext cx="51120" cy="15048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77AE6024-60D6-7470-7EA4-365682BD6D8B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692208" y="3938184"/>
                  <a:ext cx="687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54B64CB3-482B-D2A7-31B1-1F5595994BB9}"/>
                    </a:ext>
                  </a:extLst>
                </p14:cNvPr>
                <p14:cNvContentPartPr/>
                <p14:nvPr/>
              </p14:nvContentPartPr>
              <p14:xfrm>
                <a:off x="793368" y="3919824"/>
                <a:ext cx="49320" cy="15552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54B64CB3-482B-D2A7-31B1-1F5595994BB9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784368" y="3911184"/>
                  <a:ext cx="669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31B43DE7-0175-7F72-F076-FCFA0E1F3042}"/>
                    </a:ext>
                  </a:extLst>
                </p14:cNvPr>
                <p14:cNvContentPartPr/>
                <p14:nvPr/>
              </p14:nvContentPartPr>
              <p14:xfrm>
                <a:off x="807048" y="3939624"/>
                <a:ext cx="328320" cy="23112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31B43DE7-0175-7F72-F076-FCFA0E1F3042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798408" y="3930984"/>
                  <a:ext cx="34596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19B5E2FC-8CBD-20E6-21E3-4B9A8DF530CA}"/>
                    </a:ext>
                  </a:extLst>
                </p14:cNvPr>
                <p14:cNvContentPartPr/>
                <p14:nvPr/>
              </p14:nvContentPartPr>
              <p14:xfrm>
                <a:off x="1289448" y="3979224"/>
                <a:ext cx="7200" cy="2016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19B5E2FC-8CBD-20E6-21E3-4B9A8DF530CA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1280448" y="3970224"/>
                  <a:ext cx="248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0ADB0C01-6974-E42B-AC6E-44D6CDD92B74}"/>
                    </a:ext>
                  </a:extLst>
                </p14:cNvPr>
                <p14:cNvContentPartPr/>
                <p14:nvPr/>
              </p14:nvContentPartPr>
              <p14:xfrm>
                <a:off x="38808" y="4051944"/>
                <a:ext cx="1342440" cy="35784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0ADB0C01-6974-E42B-AC6E-44D6CDD92B74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29808" y="4042944"/>
                  <a:ext cx="136008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005E1196-2692-908E-9844-FF5D735B6AB0}"/>
                    </a:ext>
                  </a:extLst>
                </p14:cNvPr>
                <p14:cNvContentPartPr/>
                <p14:nvPr/>
              </p14:nvContentPartPr>
              <p14:xfrm>
                <a:off x="247248" y="4086144"/>
                <a:ext cx="1295640" cy="30744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005E1196-2692-908E-9844-FF5D735B6AB0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238608" y="4077144"/>
                  <a:ext cx="131328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DEA4F692-D067-961F-0304-0EF245F8F293}"/>
                    </a:ext>
                  </a:extLst>
                </p14:cNvPr>
                <p14:cNvContentPartPr/>
                <p14:nvPr/>
              </p14:nvContentPartPr>
              <p14:xfrm>
                <a:off x="1559448" y="4293864"/>
                <a:ext cx="76680" cy="29988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DEA4F692-D067-961F-0304-0EF245F8F293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1550448" y="4284864"/>
                  <a:ext cx="9432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1BC40AB5-D3E7-1031-C213-5376C0CBC72D}"/>
                    </a:ext>
                  </a:extLst>
                </p14:cNvPr>
                <p14:cNvContentPartPr/>
                <p14:nvPr/>
              </p14:nvContentPartPr>
              <p14:xfrm>
                <a:off x="1359288" y="4233384"/>
                <a:ext cx="706320" cy="30708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1BC40AB5-D3E7-1031-C213-5376C0CBC72D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1350648" y="4224744"/>
                  <a:ext cx="723960" cy="32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B9BAEEFB-FCF3-0716-04F9-0DDB363FE358}"/>
              </a:ext>
            </a:extLst>
          </p:cNvPr>
          <p:cNvGrpSpPr/>
          <p:nvPr/>
        </p:nvGrpSpPr>
        <p:grpSpPr>
          <a:xfrm>
            <a:off x="2515968" y="4311144"/>
            <a:ext cx="1012320" cy="391320"/>
            <a:chOff x="2515968" y="4311144"/>
            <a:chExt cx="1012320" cy="39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BFEF242D-1E42-F175-7618-1E7162112B0F}"/>
                    </a:ext>
                  </a:extLst>
                </p14:cNvPr>
                <p14:cNvContentPartPr/>
                <p14:nvPr/>
              </p14:nvContentPartPr>
              <p14:xfrm>
                <a:off x="2515968" y="4311144"/>
                <a:ext cx="259200" cy="39132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BFEF242D-1E42-F175-7618-1E7162112B0F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2506968" y="4302144"/>
                  <a:ext cx="276840" cy="40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66155EAB-D179-B140-92D4-F636D05A625E}"/>
                    </a:ext>
                  </a:extLst>
                </p14:cNvPr>
                <p14:cNvContentPartPr/>
                <p14:nvPr/>
              </p14:nvContentPartPr>
              <p14:xfrm>
                <a:off x="2926008" y="4376664"/>
                <a:ext cx="304920" cy="7380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66155EAB-D179-B140-92D4-F636D05A625E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2917008" y="4368024"/>
                  <a:ext cx="32256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383FF2B8-6092-A465-9A46-6D54D038EA80}"/>
                    </a:ext>
                  </a:extLst>
                </p14:cNvPr>
                <p14:cNvContentPartPr/>
                <p14:nvPr/>
              </p14:nvContentPartPr>
              <p14:xfrm>
                <a:off x="3253248" y="4378824"/>
                <a:ext cx="275040" cy="13140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383FF2B8-6092-A465-9A46-6D54D038EA80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3244608" y="4369824"/>
                  <a:ext cx="292680" cy="14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CBD8438B-7FA0-41B4-63B0-2980FFA82EB7}"/>
              </a:ext>
            </a:extLst>
          </p:cNvPr>
          <p:cNvGrpSpPr/>
          <p:nvPr/>
        </p:nvGrpSpPr>
        <p:grpSpPr>
          <a:xfrm>
            <a:off x="3921768" y="4270824"/>
            <a:ext cx="1050840" cy="245520"/>
            <a:chOff x="3921768" y="4270824"/>
            <a:chExt cx="1050840" cy="24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4CC2FE89-FE45-5349-8207-B8169C60B6DE}"/>
                    </a:ext>
                  </a:extLst>
                </p14:cNvPr>
                <p14:cNvContentPartPr/>
                <p14:nvPr/>
              </p14:nvContentPartPr>
              <p14:xfrm>
                <a:off x="4112928" y="4270824"/>
                <a:ext cx="52560" cy="24552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4CC2FE89-FE45-5349-8207-B8169C60B6DE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4103928" y="4261824"/>
                  <a:ext cx="7020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A4AD4261-92B1-089D-75AE-BD981A8327CA}"/>
                    </a:ext>
                  </a:extLst>
                </p14:cNvPr>
                <p14:cNvContentPartPr/>
                <p14:nvPr/>
              </p14:nvContentPartPr>
              <p14:xfrm>
                <a:off x="3921768" y="4375944"/>
                <a:ext cx="577800" cy="10116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A4AD4261-92B1-089D-75AE-BD981A8327CA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3912768" y="4366944"/>
                  <a:ext cx="5954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0B42C90C-6519-C7D9-CA25-EBE9E28409D6}"/>
                    </a:ext>
                  </a:extLst>
                </p14:cNvPr>
                <p14:cNvContentPartPr/>
                <p14:nvPr/>
              </p14:nvContentPartPr>
              <p14:xfrm>
                <a:off x="4573008" y="4292064"/>
                <a:ext cx="399600" cy="15336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0B42C90C-6519-C7D9-CA25-EBE9E28409D6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4564368" y="4283064"/>
                  <a:ext cx="417240" cy="17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0" name="Group 289">
            <a:extLst>
              <a:ext uri="{FF2B5EF4-FFF2-40B4-BE49-F238E27FC236}">
                <a16:creationId xmlns:a16="http://schemas.microsoft.com/office/drawing/2014/main" id="{117967BA-31C7-6DD8-80D9-D6485201B5EE}"/>
              </a:ext>
            </a:extLst>
          </p:cNvPr>
          <p:cNvGrpSpPr/>
          <p:nvPr/>
        </p:nvGrpSpPr>
        <p:grpSpPr>
          <a:xfrm>
            <a:off x="5348808" y="4225824"/>
            <a:ext cx="309960" cy="214560"/>
            <a:chOff x="5348808" y="4225824"/>
            <a:chExt cx="309960" cy="21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4B382016-CAF3-E8BF-3714-34F59436B423}"/>
                    </a:ext>
                  </a:extLst>
                </p14:cNvPr>
                <p14:cNvContentPartPr/>
                <p14:nvPr/>
              </p14:nvContentPartPr>
              <p14:xfrm>
                <a:off x="5348808" y="4249944"/>
                <a:ext cx="29160" cy="19044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4B382016-CAF3-E8BF-3714-34F59436B423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5340168" y="4240944"/>
                  <a:ext cx="468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66AA909A-157D-8BDC-6C56-40A9E78A2E01}"/>
                    </a:ext>
                  </a:extLst>
                </p14:cNvPr>
                <p14:cNvContentPartPr/>
                <p14:nvPr/>
              </p14:nvContentPartPr>
              <p14:xfrm>
                <a:off x="5368248" y="4225824"/>
                <a:ext cx="290520" cy="19584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66AA909A-157D-8BDC-6C56-40A9E78A2E01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5359248" y="4216824"/>
                  <a:ext cx="308160" cy="21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1" name="Group 300">
            <a:extLst>
              <a:ext uri="{FF2B5EF4-FFF2-40B4-BE49-F238E27FC236}">
                <a16:creationId xmlns:a16="http://schemas.microsoft.com/office/drawing/2014/main" id="{D0934A09-AB77-5FA7-6FEA-638ABDC34038}"/>
              </a:ext>
            </a:extLst>
          </p:cNvPr>
          <p:cNvGrpSpPr/>
          <p:nvPr/>
        </p:nvGrpSpPr>
        <p:grpSpPr>
          <a:xfrm>
            <a:off x="6147648" y="4141584"/>
            <a:ext cx="793440" cy="262800"/>
            <a:chOff x="6147648" y="4141584"/>
            <a:chExt cx="793440" cy="26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3F76382A-D767-C2E5-6A55-D8C792E916A8}"/>
                    </a:ext>
                  </a:extLst>
                </p14:cNvPr>
                <p14:cNvContentPartPr/>
                <p14:nvPr/>
              </p14:nvContentPartPr>
              <p14:xfrm>
                <a:off x="6147648" y="4256064"/>
                <a:ext cx="292680" cy="14832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3F76382A-D767-C2E5-6A55-D8C792E916A8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6139008" y="4247064"/>
                  <a:ext cx="3103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731B73F2-4912-5CC8-B0A6-1601C110295F}"/>
                    </a:ext>
                  </a:extLst>
                </p14:cNvPr>
                <p14:cNvContentPartPr/>
                <p14:nvPr/>
              </p14:nvContentPartPr>
              <p14:xfrm>
                <a:off x="6536808" y="4276584"/>
                <a:ext cx="46440" cy="7956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731B73F2-4912-5CC8-B0A6-1601C110295F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6527808" y="4267584"/>
                  <a:ext cx="640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B69701F5-ECD7-C3C1-0AD4-99496B719E78}"/>
                    </a:ext>
                  </a:extLst>
                </p14:cNvPr>
                <p14:cNvContentPartPr/>
                <p14:nvPr/>
              </p14:nvContentPartPr>
              <p14:xfrm>
                <a:off x="6691608" y="4283784"/>
                <a:ext cx="89640" cy="6516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B69701F5-ECD7-C3C1-0AD4-99496B719E78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6682968" y="4275144"/>
                  <a:ext cx="10728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5B5CBFC0-CF54-D7F7-6C16-D3B778A9D848}"/>
                    </a:ext>
                  </a:extLst>
                </p14:cNvPr>
                <p14:cNvContentPartPr/>
                <p14:nvPr/>
              </p14:nvContentPartPr>
              <p14:xfrm>
                <a:off x="6851448" y="4141584"/>
                <a:ext cx="89640" cy="19620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5B5CBFC0-CF54-D7F7-6C16-D3B778A9D848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6842448" y="4132944"/>
                  <a:ext cx="107280" cy="21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0" name="Group 299">
            <a:extLst>
              <a:ext uri="{FF2B5EF4-FFF2-40B4-BE49-F238E27FC236}">
                <a16:creationId xmlns:a16="http://schemas.microsoft.com/office/drawing/2014/main" id="{53D00261-5ECB-324F-6BAB-23414BB7FDD1}"/>
              </a:ext>
            </a:extLst>
          </p:cNvPr>
          <p:cNvGrpSpPr/>
          <p:nvPr/>
        </p:nvGrpSpPr>
        <p:grpSpPr>
          <a:xfrm>
            <a:off x="7336368" y="4195944"/>
            <a:ext cx="844200" cy="352080"/>
            <a:chOff x="7336368" y="4195944"/>
            <a:chExt cx="844200" cy="35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A982598A-D5ED-7FA2-3CD5-2A977F0C876E}"/>
                    </a:ext>
                  </a:extLst>
                </p14:cNvPr>
                <p14:cNvContentPartPr/>
                <p14:nvPr/>
              </p14:nvContentPartPr>
              <p14:xfrm>
                <a:off x="7336368" y="4220064"/>
                <a:ext cx="326880" cy="32796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A982598A-D5ED-7FA2-3CD5-2A977F0C876E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7327728" y="4211424"/>
                  <a:ext cx="34452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7125A57C-BCF1-A74D-3D5A-5F18BA4F5DA1}"/>
                    </a:ext>
                  </a:extLst>
                </p14:cNvPr>
                <p14:cNvContentPartPr/>
                <p14:nvPr/>
              </p14:nvContentPartPr>
              <p14:xfrm>
                <a:off x="7544808" y="4212144"/>
                <a:ext cx="149760" cy="13536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7125A57C-BCF1-A74D-3D5A-5F18BA4F5DA1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7535808" y="4203504"/>
                  <a:ext cx="16740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4E34C293-ACAD-11ED-4865-77714C8926B0}"/>
                    </a:ext>
                  </a:extLst>
                </p14:cNvPr>
                <p14:cNvContentPartPr/>
                <p14:nvPr/>
              </p14:nvContentPartPr>
              <p14:xfrm>
                <a:off x="7735248" y="4234104"/>
                <a:ext cx="74880" cy="9576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4E34C293-ACAD-11ED-4865-77714C8926B0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7726608" y="4225464"/>
                  <a:ext cx="9252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48B203E4-61D8-FBA6-9967-1E12EA0B10D8}"/>
                    </a:ext>
                  </a:extLst>
                </p14:cNvPr>
                <p14:cNvContentPartPr/>
                <p14:nvPr/>
              </p14:nvContentPartPr>
              <p14:xfrm>
                <a:off x="7885008" y="4195944"/>
                <a:ext cx="295560" cy="22320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48B203E4-61D8-FBA6-9967-1E12EA0B10D8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7876008" y="4187304"/>
                  <a:ext cx="313200" cy="24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71870970-A606-180C-8FB5-90E9F13D77B1}"/>
              </a:ext>
            </a:extLst>
          </p:cNvPr>
          <p:cNvGrpSpPr/>
          <p:nvPr/>
        </p:nvGrpSpPr>
        <p:grpSpPr>
          <a:xfrm>
            <a:off x="8693208" y="3900024"/>
            <a:ext cx="944640" cy="575280"/>
            <a:chOff x="8693208" y="3900024"/>
            <a:chExt cx="944640" cy="57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E09D6F85-ECF5-876B-0D9D-EDFA9747BC43}"/>
                    </a:ext>
                  </a:extLst>
                </p14:cNvPr>
                <p14:cNvContentPartPr/>
                <p14:nvPr/>
              </p14:nvContentPartPr>
              <p14:xfrm>
                <a:off x="8769528" y="3900024"/>
                <a:ext cx="258120" cy="57528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E09D6F85-ECF5-876B-0D9D-EDFA9747BC43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8760528" y="3891384"/>
                  <a:ext cx="275760" cy="59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57E111A7-F5FE-7862-90BD-5E8F415ECA44}"/>
                    </a:ext>
                  </a:extLst>
                </p14:cNvPr>
                <p14:cNvContentPartPr/>
                <p14:nvPr/>
              </p14:nvContentPartPr>
              <p14:xfrm>
                <a:off x="8693208" y="4198464"/>
                <a:ext cx="507600" cy="10620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57E111A7-F5FE-7862-90BD-5E8F415ECA44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8684568" y="4189464"/>
                  <a:ext cx="5252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8D2E959E-6D37-01B2-7B85-EAD3D92B85DA}"/>
                    </a:ext>
                  </a:extLst>
                </p14:cNvPr>
                <p14:cNvContentPartPr/>
                <p14:nvPr/>
              </p14:nvContentPartPr>
              <p14:xfrm>
                <a:off x="9254448" y="4204224"/>
                <a:ext cx="106920" cy="4572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8D2E959E-6D37-01B2-7B85-EAD3D92B85DA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9245448" y="4195224"/>
                  <a:ext cx="1245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83F11614-9508-8B0C-0EE9-DB10C9CDC8FF}"/>
                    </a:ext>
                  </a:extLst>
                </p14:cNvPr>
                <p14:cNvContentPartPr/>
                <p14:nvPr/>
              </p14:nvContentPartPr>
              <p14:xfrm>
                <a:off x="9425808" y="4191984"/>
                <a:ext cx="212040" cy="4788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83F11614-9508-8B0C-0EE9-DB10C9CDC8FF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9416808" y="4182984"/>
                  <a:ext cx="229680" cy="6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1" name="Group 310">
            <a:extLst>
              <a:ext uri="{FF2B5EF4-FFF2-40B4-BE49-F238E27FC236}">
                <a16:creationId xmlns:a16="http://schemas.microsoft.com/office/drawing/2014/main" id="{ADC4F9D2-6E53-5DC9-0D1C-F165DAF42F43}"/>
              </a:ext>
            </a:extLst>
          </p:cNvPr>
          <p:cNvGrpSpPr/>
          <p:nvPr/>
        </p:nvGrpSpPr>
        <p:grpSpPr>
          <a:xfrm>
            <a:off x="10038888" y="3979944"/>
            <a:ext cx="1022760" cy="456120"/>
            <a:chOff x="10038888" y="3979944"/>
            <a:chExt cx="1022760" cy="45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53848EFD-7B45-1442-7A9D-CB58A48BFA22}"/>
                    </a:ext>
                  </a:extLst>
                </p14:cNvPr>
                <p14:cNvContentPartPr/>
                <p14:nvPr/>
              </p14:nvContentPartPr>
              <p14:xfrm>
                <a:off x="10038888" y="3999744"/>
                <a:ext cx="186840" cy="25524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53848EFD-7B45-1442-7A9D-CB58A48BFA22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0029888" y="3991104"/>
                  <a:ext cx="20448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343F5052-F44F-2DCD-FDFB-89565BCB1C5B}"/>
                    </a:ext>
                  </a:extLst>
                </p14:cNvPr>
                <p14:cNvContentPartPr/>
                <p14:nvPr/>
              </p14:nvContentPartPr>
              <p14:xfrm>
                <a:off x="10326888" y="4083264"/>
                <a:ext cx="440280" cy="7884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343F5052-F44F-2DCD-FDFB-89565BCB1C5B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10318248" y="4074264"/>
                  <a:ext cx="45792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802D9A95-3AA1-2A74-B1C7-9DDC05626F73}"/>
                    </a:ext>
                  </a:extLst>
                </p14:cNvPr>
                <p14:cNvContentPartPr/>
                <p14:nvPr/>
              </p14:nvContentPartPr>
              <p14:xfrm>
                <a:off x="10761768" y="3979944"/>
                <a:ext cx="4680" cy="4824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802D9A95-3AA1-2A74-B1C7-9DDC05626F73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10753128" y="3970944"/>
                  <a:ext cx="2232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00B92AC7-B0FF-87F3-51C9-86CD2EFFE0E5}"/>
                    </a:ext>
                  </a:extLst>
                </p14:cNvPr>
                <p14:cNvContentPartPr/>
                <p14:nvPr/>
              </p14:nvContentPartPr>
              <p14:xfrm>
                <a:off x="10837368" y="4046184"/>
                <a:ext cx="224280" cy="38988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00B92AC7-B0FF-87F3-51C9-86CD2EFFE0E5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10828728" y="4037184"/>
                  <a:ext cx="241920" cy="40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0" name="Group 319">
            <a:extLst>
              <a:ext uri="{FF2B5EF4-FFF2-40B4-BE49-F238E27FC236}">
                <a16:creationId xmlns:a16="http://schemas.microsoft.com/office/drawing/2014/main" id="{74D24FC3-FB3E-820A-58E2-CE4071A94FD8}"/>
              </a:ext>
            </a:extLst>
          </p:cNvPr>
          <p:cNvGrpSpPr/>
          <p:nvPr/>
        </p:nvGrpSpPr>
        <p:grpSpPr>
          <a:xfrm>
            <a:off x="2209968" y="4823784"/>
            <a:ext cx="514800" cy="169920"/>
            <a:chOff x="2209968" y="4823784"/>
            <a:chExt cx="514800" cy="16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7FA318E2-27A7-8806-6B5C-D7A2758E45FA}"/>
                    </a:ext>
                  </a:extLst>
                </p14:cNvPr>
                <p14:cNvContentPartPr/>
                <p14:nvPr/>
              </p14:nvContentPartPr>
              <p14:xfrm>
                <a:off x="2209968" y="4823784"/>
                <a:ext cx="38880" cy="16992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7FA318E2-27A7-8806-6B5C-D7A2758E45FA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2200968" y="4815144"/>
                  <a:ext cx="5652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33B36D7E-B6E4-64A8-E5A7-511FCBAA8001}"/>
                    </a:ext>
                  </a:extLst>
                </p14:cNvPr>
                <p14:cNvContentPartPr/>
                <p14:nvPr/>
              </p14:nvContentPartPr>
              <p14:xfrm>
                <a:off x="2422008" y="4827024"/>
                <a:ext cx="58320" cy="15516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33B36D7E-B6E4-64A8-E5A7-511FCBAA8001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2413368" y="4818024"/>
                  <a:ext cx="7596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128A86CA-238D-916F-E4CF-E308C308D53D}"/>
                    </a:ext>
                  </a:extLst>
                </p14:cNvPr>
                <p14:cNvContentPartPr/>
                <p14:nvPr/>
              </p14:nvContentPartPr>
              <p14:xfrm>
                <a:off x="2618208" y="4831704"/>
                <a:ext cx="11520" cy="15408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128A86CA-238D-916F-E4CF-E308C308D53D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2609208" y="4822704"/>
                  <a:ext cx="2916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E5683AC1-9C97-1367-BF2A-34956B21B9AF}"/>
                    </a:ext>
                  </a:extLst>
                </p14:cNvPr>
                <p14:cNvContentPartPr/>
                <p14:nvPr/>
              </p14:nvContentPartPr>
              <p14:xfrm>
                <a:off x="2551608" y="4891104"/>
                <a:ext cx="173160" cy="3888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E5683AC1-9C97-1367-BF2A-34956B21B9AF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2542968" y="4882464"/>
                  <a:ext cx="190800" cy="5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9" name="Group 318">
            <a:extLst>
              <a:ext uri="{FF2B5EF4-FFF2-40B4-BE49-F238E27FC236}">
                <a16:creationId xmlns:a16="http://schemas.microsoft.com/office/drawing/2014/main" id="{0EF9EDA9-E06B-244D-E9F4-98D17932935B}"/>
              </a:ext>
            </a:extLst>
          </p:cNvPr>
          <p:cNvGrpSpPr/>
          <p:nvPr/>
        </p:nvGrpSpPr>
        <p:grpSpPr>
          <a:xfrm>
            <a:off x="3113568" y="4818744"/>
            <a:ext cx="791280" cy="292680"/>
            <a:chOff x="3113568" y="4818744"/>
            <a:chExt cx="791280" cy="29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E4465BDB-27DD-7139-F5E5-475385717456}"/>
                    </a:ext>
                  </a:extLst>
                </p14:cNvPr>
                <p14:cNvContentPartPr/>
                <p14:nvPr/>
              </p14:nvContentPartPr>
              <p14:xfrm>
                <a:off x="3113568" y="4843584"/>
                <a:ext cx="68760" cy="14940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E4465BDB-27DD-7139-F5E5-475385717456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3104928" y="4834944"/>
                  <a:ext cx="864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1A9D3BC8-38A8-78C2-2F54-718DE2C17CB8}"/>
                    </a:ext>
                  </a:extLst>
                </p14:cNvPr>
                <p14:cNvContentPartPr/>
                <p14:nvPr/>
              </p14:nvContentPartPr>
              <p14:xfrm>
                <a:off x="3298968" y="4818744"/>
                <a:ext cx="20880" cy="16020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1A9D3BC8-38A8-78C2-2F54-718DE2C17CB8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3290328" y="4809744"/>
                  <a:ext cx="3852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DA5A2EF0-6D3A-BF38-A554-6B741413EEE4}"/>
                    </a:ext>
                  </a:extLst>
                </p14:cNvPr>
                <p14:cNvContentPartPr/>
                <p14:nvPr/>
              </p14:nvContentPartPr>
              <p14:xfrm>
                <a:off x="3246408" y="4856184"/>
                <a:ext cx="658440" cy="25524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DA5A2EF0-6D3A-BF38-A554-6B741413EEE4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3237768" y="4847184"/>
                  <a:ext cx="676080" cy="272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93">
            <p14:nvContentPartPr>
              <p14:cNvPr id="321" name="Ink 320">
                <a:extLst>
                  <a:ext uri="{FF2B5EF4-FFF2-40B4-BE49-F238E27FC236}">
                    <a16:creationId xmlns:a16="http://schemas.microsoft.com/office/drawing/2014/main" id="{CA965298-7305-40D2-30CA-8C298BECEECC}"/>
                  </a:ext>
                </a:extLst>
              </p14:cNvPr>
              <p14:cNvContentPartPr/>
              <p14:nvPr/>
            </p14:nvContentPartPr>
            <p14:xfrm>
              <a:off x="4315248" y="4712904"/>
              <a:ext cx="219960" cy="279000"/>
            </p14:xfrm>
          </p:contentPart>
        </mc:Choice>
        <mc:Fallback xmlns="">
          <p:pic>
            <p:nvPicPr>
              <p:cNvPr id="321" name="Ink 320">
                <a:extLst>
                  <a:ext uri="{FF2B5EF4-FFF2-40B4-BE49-F238E27FC236}">
                    <a16:creationId xmlns:a16="http://schemas.microsoft.com/office/drawing/2014/main" id="{CA965298-7305-40D2-30CA-8C298BECEECC}"/>
                  </a:ext>
                </a:extLst>
              </p:cNvPr>
              <p:cNvPicPr/>
              <p:nvPr/>
            </p:nvPicPr>
            <p:blipFill>
              <a:blip r:embed="rId394"/>
              <a:stretch>
                <a:fillRect/>
              </a:stretch>
            </p:blipFill>
            <p:spPr>
              <a:xfrm>
                <a:off x="4306248" y="4704264"/>
                <a:ext cx="237600" cy="29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331" name="Group 330">
            <a:extLst>
              <a:ext uri="{FF2B5EF4-FFF2-40B4-BE49-F238E27FC236}">
                <a16:creationId xmlns:a16="http://schemas.microsoft.com/office/drawing/2014/main" id="{2BE87AA3-4B14-4BB2-4404-4C88EE35D9F0}"/>
              </a:ext>
            </a:extLst>
          </p:cNvPr>
          <p:cNvGrpSpPr/>
          <p:nvPr/>
        </p:nvGrpSpPr>
        <p:grpSpPr>
          <a:xfrm>
            <a:off x="4844448" y="4613544"/>
            <a:ext cx="1255680" cy="361080"/>
            <a:chOff x="4844448" y="4613544"/>
            <a:chExt cx="1255680" cy="36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C75A8672-E580-589B-55C5-DA8108312FB2}"/>
                    </a:ext>
                  </a:extLst>
                </p14:cNvPr>
                <p14:cNvContentPartPr/>
                <p14:nvPr/>
              </p14:nvContentPartPr>
              <p14:xfrm>
                <a:off x="4844448" y="4876344"/>
                <a:ext cx="20520" cy="9828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C75A8672-E580-589B-55C5-DA8108312FB2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4835808" y="4867704"/>
                  <a:ext cx="381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B67BAD89-87A6-9294-71DA-4F164912A2A8}"/>
                    </a:ext>
                  </a:extLst>
                </p14:cNvPr>
                <p14:cNvContentPartPr/>
                <p14:nvPr/>
              </p14:nvContentPartPr>
              <p14:xfrm>
                <a:off x="4901688" y="4766544"/>
                <a:ext cx="6120" cy="4428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B67BAD89-87A6-9294-71DA-4F164912A2A8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4892688" y="4757904"/>
                  <a:ext cx="2376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6C9509B4-376F-003C-7E95-C44C7DFF93C7}"/>
                    </a:ext>
                  </a:extLst>
                </p14:cNvPr>
                <p14:cNvContentPartPr/>
                <p14:nvPr/>
              </p14:nvContentPartPr>
              <p14:xfrm>
                <a:off x="4952088" y="4763304"/>
                <a:ext cx="83160" cy="17388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6C9509B4-376F-003C-7E95-C44C7DFF93C7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4943088" y="4754304"/>
                  <a:ext cx="10080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7C8B8910-0B8B-023B-BC08-783D4F2536B6}"/>
                    </a:ext>
                  </a:extLst>
                </p14:cNvPr>
                <p14:cNvContentPartPr/>
                <p14:nvPr/>
              </p14:nvContentPartPr>
              <p14:xfrm>
                <a:off x="5091048" y="4709304"/>
                <a:ext cx="499680" cy="20880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7C8B8910-0B8B-023B-BC08-783D4F2536B6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5082408" y="4700664"/>
                  <a:ext cx="51732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844CFD35-945E-8300-4BB6-18FB324055D8}"/>
                    </a:ext>
                  </a:extLst>
                </p14:cNvPr>
                <p14:cNvContentPartPr/>
                <p14:nvPr/>
              </p14:nvContentPartPr>
              <p14:xfrm>
                <a:off x="5608368" y="4796064"/>
                <a:ext cx="2520" cy="2268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844CFD35-945E-8300-4BB6-18FB324055D8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5599368" y="4787064"/>
                  <a:ext cx="201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0F54F7C3-F068-E0DE-6F0F-A431E1126FBF}"/>
                    </a:ext>
                  </a:extLst>
                </p14:cNvPr>
                <p14:cNvContentPartPr/>
                <p14:nvPr/>
              </p14:nvContentPartPr>
              <p14:xfrm>
                <a:off x="5398848" y="4678344"/>
                <a:ext cx="210600" cy="2916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0F54F7C3-F068-E0DE-6F0F-A431E1126FBF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5389848" y="4669344"/>
                  <a:ext cx="2282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1CE79679-844E-4968-A76A-647F91E84119}"/>
                    </a:ext>
                  </a:extLst>
                </p14:cNvPr>
                <p14:cNvContentPartPr/>
                <p14:nvPr/>
              </p14:nvContentPartPr>
              <p14:xfrm>
                <a:off x="5674608" y="4613544"/>
                <a:ext cx="163080" cy="35316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1CE79679-844E-4968-A76A-647F91E84119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5665968" y="4604904"/>
                  <a:ext cx="18072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140512D1-D617-EA5E-A4E7-58E65D022840}"/>
                    </a:ext>
                  </a:extLst>
                </p14:cNvPr>
                <p14:cNvContentPartPr/>
                <p14:nvPr/>
              </p14:nvContentPartPr>
              <p14:xfrm>
                <a:off x="5880888" y="4762584"/>
                <a:ext cx="21240" cy="4608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140512D1-D617-EA5E-A4E7-58E65D022840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5872248" y="4753584"/>
                  <a:ext cx="3888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A81CAE58-A716-66AE-BC89-B2A1BDF0E4B7}"/>
                    </a:ext>
                  </a:extLst>
                </p14:cNvPr>
                <p14:cNvContentPartPr/>
                <p14:nvPr/>
              </p14:nvContentPartPr>
              <p14:xfrm>
                <a:off x="5928768" y="4836744"/>
                <a:ext cx="171360" cy="4176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A81CAE58-A716-66AE-BC89-B2A1BDF0E4B7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5919768" y="4828104"/>
                  <a:ext cx="189000" cy="5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1" name="Group 350">
            <a:extLst>
              <a:ext uri="{FF2B5EF4-FFF2-40B4-BE49-F238E27FC236}">
                <a16:creationId xmlns:a16="http://schemas.microsoft.com/office/drawing/2014/main" id="{7E383D16-4D62-C2D1-B0BF-E3DE5B94C990}"/>
              </a:ext>
            </a:extLst>
          </p:cNvPr>
          <p:cNvGrpSpPr/>
          <p:nvPr/>
        </p:nvGrpSpPr>
        <p:grpSpPr>
          <a:xfrm>
            <a:off x="5979528" y="5058864"/>
            <a:ext cx="1231200" cy="312120"/>
            <a:chOff x="5979528" y="5058864"/>
            <a:chExt cx="1231200" cy="31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BA8C20C8-A4F1-5E4D-77E0-90C53BEE4595}"/>
                    </a:ext>
                  </a:extLst>
                </p14:cNvPr>
                <p14:cNvContentPartPr/>
                <p14:nvPr/>
              </p14:nvContentPartPr>
              <p14:xfrm>
                <a:off x="5979528" y="5058864"/>
                <a:ext cx="895320" cy="31212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BA8C20C8-A4F1-5E4D-77E0-90C53BEE4595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5970888" y="5049864"/>
                  <a:ext cx="91296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B86D3B2F-65CF-E535-2675-D6966337D313}"/>
                    </a:ext>
                  </a:extLst>
                </p14:cNvPr>
                <p14:cNvContentPartPr/>
                <p14:nvPr/>
              </p14:nvContentPartPr>
              <p14:xfrm>
                <a:off x="6893208" y="5206824"/>
                <a:ext cx="4680" cy="2304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B86D3B2F-65CF-E535-2675-D6966337D313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6884208" y="5198184"/>
                  <a:ext cx="223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C71DD84B-67DD-9D9E-55DD-BF47CF070298}"/>
                    </a:ext>
                  </a:extLst>
                </p14:cNvPr>
                <p14:cNvContentPartPr/>
                <p14:nvPr/>
              </p14:nvContentPartPr>
              <p14:xfrm>
                <a:off x="6951888" y="5222304"/>
                <a:ext cx="31320" cy="5364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C71DD84B-67DD-9D9E-55DD-BF47CF070298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6943248" y="5213304"/>
                  <a:ext cx="489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5C9333DA-F9A9-DEDF-4D7A-415260B2D2FC}"/>
                    </a:ext>
                  </a:extLst>
                </p14:cNvPr>
                <p14:cNvContentPartPr/>
                <p14:nvPr/>
              </p14:nvContentPartPr>
              <p14:xfrm>
                <a:off x="7007688" y="5218344"/>
                <a:ext cx="203040" cy="4392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5C9333DA-F9A9-DEDF-4D7A-415260B2D2FC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6999048" y="5209344"/>
                  <a:ext cx="2206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FD84F519-74F6-5A40-DB43-81209DA80B06}"/>
                    </a:ext>
                  </a:extLst>
                </p14:cNvPr>
                <p14:cNvContentPartPr/>
                <p14:nvPr/>
              </p14:nvContentPartPr>
              <p14:xfrm>
                <a:off x="7097688" y="5126184"/>
                <a:ext cx="36360" cy="2016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FD84F519-74F6-5A40-DB43-81209DA80B06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7088688" y="5117544"/>
                  <a:ext cx="54000" cy="3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9" name="Group 358">
            <a:extLst>
              <a:ext uri="{FF2B5EF4-FFF2-40B4-BE49-F238E27FC236}">
                <a16:creationId xmlns:a16="http://schemas.microsoft.com/office/drawing/2014/main" id="{34BEB0B6-6570-7C57-0E3A-0CFA7A68B3DE}"/>
              </a:ext>
            </a:extLst>
          </p:cNvPr>
          <p:cNvGrpSpPr/>
          <p:nvPr/>
        </p:nvGrpSpPr>
        <p:grpSpPr>
          <a:xfrm>
            <a:off x="7657128" y="5152104"/>
            <a:ext cx="1149120" cy="302760"/>
            <a:chOff x="7657128" y="5152104"/>
            <a:chExt cx="1149120" cy="30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910316F6-5761-A705-9009-D228D5F324D8}"/>
                    </a:ext>
                  </a:extLst>
                </p14:cNvPr>
                <p14:cNvContentPartPr/>
                <p14:nvPr/>
              </p14:nvContentPartPr>
              <p14:xfrm>
                <a:off x="7657128" y="5154984"/>
                <a:ext cx="236520" cy="9540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910316F6-5761-A705-9009-D228D5F324D8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7648128" y="5146344"/>
                  <a:ext cx="25416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0B963FE2-F20A-4C57-7B22-653C72969C35}"/>
                    </a:ext>
                  </a:extLst>
                </p14:cNvPr>
                <p14:cNvContentPartPr/>
                <p14:nvPr/>
              </p14:nvContentPartPr>
              <p14:xfrm>
                <a:off x="7937928" y="5163624"/>
                <a:ext cx="523800" cy="6156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0B963FE2-F20A-4C57-7B22-653C72969C35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7928928" y="5154984"/>
                  <a:ext cx="54144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4A648971-6742-3D38-4DB6-BBF0917A3B5B}"/>
                    </a:ext>
                  </a:extLst>
                </p14:cNvPr>
                <p14:cNvContentPartPr/>
                <p14:nvPr/>
              </p14:nvContentPartPr>
              <p14:xfrm>
                <a:off x="8563608" y="5152104"/>
                <a:ext cx="242640" cy="30276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4A648971-6742-3D38-4DB6-BBF0917A3B5B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8554968" y="5143104"/>
                  <a:ext cx="260280" cy="32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8" name="Group 357">
            <a:extLst>
              <a:ext uri="{FF2B5EF4-FFF2-40B4-BE49-F238E27FC236}">
                <a16:creationId xmlns:a16="http://schemas.microsoft.com/office/drawing/2014/main" id="{3797CC7A-67B4-C3B6-7F11-4BC1AE01AD4C}"/>
              </a:ext>
            </a:extLst>
          </p:cNvPr>
          <p:cNvGrpSpPr/>
          <p:nvPr/>
        </p:nvGrpSpPr>
        <p:grpSpPr>
          <a:xfrm>
            <a:off x="9197928" y="4981464"/>
            <a:ext cx="596880" cy="296280"/>
            <a:chOff x="9197928" y="4981464"/>
            <a:chExt cx="596880" cy="29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4EFEB7D6-6BA4-43D3-7D6A-C683ACA3FE28}"/>
                    </a:ext>
                  </a:extLst>
                </p14:cNvPr>
                <p14:cNvContentPartPr/>
                <p14:nvPr/>
              </p14:nvContentPartPr>
              <p14:xfrm>
                <a:off x="9197928" y="4992984"/>
                <a:ext cx="42480" cy="28476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4EFEB7D6-6BA4-43D3-7D6A-C683ACA3FE28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9188928" y="4983984"/>
                  <a:ext cx="6012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C01D0221-D38F-888A-CE17-6EE9649897E7}"/>
                    </a:ext>
                  </a:extLst>
                </p14:cNvPr>
                <p14:cNvContentPartPr/>
                <p14:nvPr/>
              </p14:nvContentPartPr>
              <p14:xfrm>
                <a:off x="9312768" y="4981464"/>
                <a:ext cx="194400" cy="23544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C01D0221-D38F-888A-CE17-6EE9649897E7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9304128" y="4972824"/>
                  <a:ext cx="21204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37A84AE7-BE0A-6EB5-4982-BE871E6DACAC}"/>
                    </a:ext>
                  </a:extLst>
                </p14:cNvPr>
                <p14:cNvContentPartPr/>
                <p14:nvPr/>
              </p14:nvContentPartPr>
              <p14:xfrm>
                <a:off x="9588168" y="5144544"/>
                <a:ext cx="206640" cy="4572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37A84AE7-BE0A-6EB5-4982-BE871E6DACAC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9579528" y="5135544"/>
                  <a:ext cx="224280" cy="6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5" name="Group 364">
            <a:extLst>
              <a:ext uri="{FF2B5EF4-FFF2-40B4-BE49-F238E27FC236}">
                <a16:creationId xmlns:a16="http://schemas.microsoft.com/office/drawing/2014/main" id="{650E35BA-8817-CB9B-4586-51A5A34C2D65}"/>
              </a:ext>
            </a:extLst>
          </p:cNvPr>
          <p:cNvGrpSpPr/>
          <p:nvPr/>
        </p:nvGrpSpPr>
        <p:grpSpPr>
          <a:xfrm>
            <a:off x="3489048" y="5147784"/>
            <a:ext cx="1983240" cy="676440"/>
            <a:chOff x="3489048" y="5147784"/>
            <a:chExt cx="1983240" cy="67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F5CE58EA-73E5-6081-C8EB-3D4742C811A4}"/>
                    </a:ext>
                  </a:extLst>
                </p14:cNvPr>
                <p14:cNvContentPartPr/>
                <p14:nvPr/>
              </p14:nvContentPartPr>
              <p14:xfrm>
                <a:off x="3772368" y="5282064"/>
                <a:ext cx="54720" cy="4824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F5CE58EA-73E5-6081-C8EB-3D4742C811A4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3763368" y="5273424"/>
                  <a:ext cx="7236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1E57C65F-D1B1-624E-8530-FB66301812A1}"/>
                    </a:ext>
                  </a:extLst>
                </p14:cNvPr>
                <p14:cNvContentPartPr/>
                <p14:nvPr/>
              </p14:nvContentPartPr>
              <p14:xfrm>
                <a:off x="3814128" y="5161104"/>
                <a:ext cx="24480" cy="3744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1E57C65F-D1B1-624E-8530-FB66301812A1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3805128" y="5152464"/>
                  <a:ext cx="4212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92AD51B8-F40B-BC2F-672F-375F0025B00E}"/>
                    </a:ext>
                  </a:extLst>
                </p14:cNvPr>
                <p14:cNvContentPartPr/>
                <p14:nvPr/>
              </p14:nvContentPartPr>
              <p14:xfrm>
                <a:off x="3489048" y="5147784"/>
                <a:ext cx="510840" cy="34704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92AD51B8-F40B-BC2F-672F-375F0025B00E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3480408" y="5139144"/>
                  <a:ext cx="52848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C150D945-B72E-2EA4-D4B2-CBF92E017B7D}"/>
                    </a:ext>
                  </a:extLst>
                </p14:cNvPr>
                <p14:cNvContentPartPr/>
                <p14:nvPr/>
              </p14:nvContentPartPr>
              <p14:xfrm>
                <a:off x="4202928" y="5230224"/>
                <a:ext cx="215640" cy="17892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C150D945-B72E-2EA4-D4B2-CBF92E017B7D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4193928" y="5221224"/>
                  <a:ext cx="23328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F248ED4B-A335-88FC-EDCE-6C269B1662A7}"/>
                    </a:ext>
                  </a:extLst>
                </p14:cNvPr>
                <p14:cNvContentPartPr/>
                <p14:nvPr/>
              </p14:nvContentPartPr>
              <p14:xfrm>
                <a:off x="4508208" y="5247504"/>
                <a:ext cx="186480" cy="15444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F248ED4B-A335-88FC-EDCE-6C269B1662A7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4499568" y="5238864"/>
                  <a:ext cx="20412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232E0670-57BA-D639-3E14-6AE46250D3E5}"/>
                    </a:ext>
                  </a:extLst>
                </p14:cNvPr>
                <p14:cNvContentPartPr/>
                <p14:nvPr/>
              </p14:nvContentPartPr>
              <p14:xfrm>
                <a:off x="4543488" y="5308344"/>
                <a:ext cx="153000" cy="2952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232E0670-57BA-D639-3E14-6AE46250D3E5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4534848" y="5299704"/>
                  <a:ext cx="1706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7B9CC1C3-32F2-4D37-2E10-6A5671F83653}"/>
                    </a:ext>
                  </a:extLst>
                </p14:cNvPr>
                <p14:cNvContentPartPr/>
                <p14:nvPr/>
              </p14:nvContentPartPr>
              <p14:xfrm>
                <a:off x="4759128" y="5244264"/>
                <a:ext cx="140400" cy="12492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7B9CC1C3-32F2-4D37-2E10-6A5671F83653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4750128" y="5235264"/>
                  <a:ext cx="1580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4C70B6CB-93B8-9B34-9573-E8F19BA3BDAC}"/>
                    </a:ext>
                  </a:extLst>
                </p14:cNvPr>
                <p14:cNvContentPartPr/>
                <p14:nvPr/>
              </p14:nvContentPartPr>
              <p14:xfrm>
                <a:off x="4762368" y="5224104"/>
                <a:ext cx="219960" cy="16668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4C70B6CB-93B8-9B34-9573-E8F19BA3BDAC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4753368" y="5215464"/>
                  <a:ext cx="2376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B651A645-CCAB-BBDC-29DD-0B2EEB07E193}"/>
                    </a:ext>
                  </a:extLst>
                </p14:cNvPr>
                <p14:cNvContentPartPr/>
                <p14:nvPr/>
              </p14:nvContentPartPr>
              <p14:xfrm>
                <a:off x="4803768" y="5227704"/>
                <a:ext cx="195120" cy="15336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B651A645-CCAB-BBDC-29DD-0B2EEB07E193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4794768" y="5218704"/>
                  <a:ext cx="21276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1C80A9F6-AE93-FD6B-CE5A-C6CC31A761F5}"/>
                    </a:ext>
                  </a:extLst>
                </p14:cNvPr>
                <p14:cNvContentPartPr/>
                <p14:nvPr/>
              </p14:nvContentPartPr>
              <p14:xfrm>
                <a:off x="5088528" y="5235624"/>
                <a:ext cx="117000" cy="15588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1C80A9F6-AE93-FD6B-CE5A-C6CC31A761F5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5079888" y="5226984"/>
                  <a:ext cx="13464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AF9096FF-D4AB-4DD4-6EBA-E59E8FA2F9A8}"/>
                    </a:ext>
                  </a:extLst>
                </p14:cNvPr>
                <p14:cNvContentPartPr/>
                <p14:nvPr/>
              </p14:nvContentPartPr>
              <p14:xfrm>
                <a:off x="5289768" y="5210424"/>
                <a:ext cx="182520" cy="14724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AF9096FF-D4AB-4DD4-6EBA-E59E8FA2F9A8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5281128" y="5201424"/>
                  <a:ext cx="2001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7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2BBC8DA6-00F3-1935-4A7D-CE61E6657D23}"/>
                    </a:ext>
                  </a:extLst>
                </p14:cNvPr>
                <p14:cNvContentPartPr/>
                <p14:nvPr/>
              </p14:nvContentPartPr>
              <p14:xfrm>
                <a:off x="5349168" y="5298624"/>
                <a:ext cx="64800" cy="1224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2BBC8DA6-00F3-1935-4A7D-CE61E6657D23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5340168" y="5289984"/>
                  <a:ext cx="824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9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445833C3-C354-61E1-E53A-695CD3AC2784}"/>
                    </a:ext>
                  </a:extLst>
                </p14:cNvPr>
                <p14:cNvContentPartPr/>
                <p14:nvPr/>
              </p14:nvContentPartPr>
              <p14:xfrm>
                <a:off x="3725928" y="5702904"/>
                <a:ext cx="41760" cy="8388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445833C3-C354-61E1-E53A-695CD3AC2784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3717288" y="5693904"/>
                  <a:ext cx="5940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1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9F1A22B5-F691-C6E8-DB09-17E2BC311E8E}"/>
                    </a:ext>
                  </a:extLst>
                </p14:cNvPr>
                <p14:cNvContentPartPr/>
                <p14:nvPr/>
              </p14:nvContentPartPr>
              <p14:xfrm>
                <a:off x="3814488" y="5601384"/>
                <a:ext cx="1800" cy="1476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9F1A22B5-F691-C6E8-DB09-17E2BC311E8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805848" y="5592744"/>
                  <a:ext cx="194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03256E4A-F113-D48F-F117-512AD49F554F}"/>
                    </a:ext>
                  </a:extLst>
                </p14:cNvPr>
                <p14:cNvContentPartPr/>
                <p14:nvPr/>
              </p14:nvContentPartPr>
              <p14:xfrm>
                <a:off x="3874968" y="5592744"/>
                <a:ext cx="59400" cy="11916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03256E4A-F113-D48F-F117-512AD49F554F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3865968" y="5584104"/>
                  <a:ext cx="7704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13F853D5-D1B8-476D-F504-F552BC63187F}"/>
                    </a:ext>
                  </a:extLst>
                </p14:cNvPr>
                <p14:cNvContentPartPr/>
                <p14:nvPr/>
              </p14:nvContentPartPr>
              <p14:xfrm>
                <a:off x="3973608" y="5611464"/>
                <a:ext cx="79560" cy="13788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13F853D5-D1B8-476D-F504-F552BC63187F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3964968" y="5602464"/>
                  <a:ext cx="972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17BF0F10-D10C-4362-30FA-BEBA4F1E059B}"/>
                    </a:ext>
                  </a:extLst>
                </p14:cNvPr>
                <p14:cNvContentPartPr/>
                <p14:nvPr/>
              </p14:nvContentPartPr>
              <p14:xfrm>
                <a:off x="3605328" y="5547384"/>
                <a:ext cx="152640" cy="27684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17BF0F10-D10C-4362-30FA-BEBA4F1E059B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3596688" y="5538384"/>
                  <a:ext cx="170280" cy="29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4" name="Group 373">
            <a:extLst>
              <a:ext uri="{FF2B5EF4-FFF2-40B4-BE49-F238E27FC236}">
                <a16:creationId xmlns:a16="http://schemas.microsoft.com/office/drawing/2014/main" id="{DA8010BB-005D-E7BA-1920-3A5A25B4027E}"/>
              </a:ext>
            </a:extLst>
          </p:cNvPr>
          <p:cNvGrpSpPr/>
          <p:nvPr/>
        </p:nvGrpSpPr>
        <p:grpSpPr>
          <a:xfrm>
            <a:off x="4463208" y="5628744"/>
            <a:ext cx="873720" cy="209880"/>
            <a:chOff x="4463208" y="5628744"/>
            <a:chExt cx="873720" cy="20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8EF32D09-FFBA-BBBE-9A99-649B33318D78}"/>
                    </a:ext>
                  </a:extLst>
                </p14:cNvPr>
                <p14:cNvContentPartPr/>
                <p14:nvPr/>
              </p14:nvContentPartPr>
              <p14:xfrm>
                <a:off x="4463208" y="5628744"/>
                <a:ext cx="536040" cy="20988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8EF32D09-FFBA-BBBE-9A99-649B33318D78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4454568" y="5620104"/>
                  <a:ext cx="55368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34017C79-BFEF-59F6-FA5E-11E1F9D54C52}"/>
                    </a:ext>
                  </a:extLst>
                </p14:cNvPr>
                <p14:cNvContentPartPr/>
                <p14:nvPr/>
              </p14:nvContentPartPr>
              <p14:xfrm>
                <a:off x="5056488" y="5673384"/>
                <a:ext cx="280440" cy="10728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34017C79-BFEF-59F6-FA5E-11E1F9D54C52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5047848" y="5664744"/>
                  <a:ext cx="298080" cy="124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72">
            <p14:nvContentPartPr>
              <p14:cNvPr id="368" name="Ink 367">
                <a:extLst>
                  <a:ext uri="{FF2B5EF4-FFF2-40B4-BE49-F238E27FC236}">
                    <a16:creationId xmlns:a16="http://schemas.microsoft.com/office/drawing/2014/main" id="{D9A2C8E0-9A4C-1AFF-8001-CFBF3E6A5ADB}"/>
                  </a:ext>
                </a:extLst>
              </p14:cNvPr>
              <p14:cNvContentPartPr/>
              <p14:nvPr/>
            </p14:nvContentPartPr>
            <p14:xfrm>
              <a:off x="5692608" y="5597784"/>
              <a:ext cx="284040" cy="312480"/>
            </p14:xfrm>
          </p:contentPart>
        </mc:Choice>
        <mc:Fallback xmlns="">
          <p:pic>
            <p:nvPicPr>
              <p:cNvPr id="368" name="Ink 367">
                <a:extLst>
                  <a:ext uri="{FF2B5EF4-FFF2-40B4-BE49-F238E27FC236}">
                    <a16:creationId xmlns:a16="http://schemas.microsoft.com/office/drawing/2014/main" id="{D9A2C8E0-9A4C-1AFF-8001-CFBF3E6A5ADB}"/>
                  </a:ext>
                </a:extLst>
              </p:cNvPr>
              <p:cNvPicPr/>
              <p:nvPr/>
            </p:nvPicPr>
            <p:blipFill>
              <a:blip r:embed="rId473"/>
              <a:stretch>
                <a:fillRect/>
              </a:stretch>
            </p:blipFill>
            <p:spPr>
              <a:xfrm>
                <a:off x="5683968" y="5589144"/>
                <a:ext cx="301680" cy="330120"/>
              </a:xfrm>
              <a:prstGeom prst="rect">
                <a:avLst/>
              </a:prstGeom>
            </p:spPr>
          </p:pic>
        </mc:Fallback>
      </mc:AlternateContent>
      <p:grpSp>
        <p:nvGrpSpPr>
          <p:cNvPr id="376" name="Group 375">
            <a:extLst>
              <a:ext uri="{FF2B5EF4-FFF2-40B4-BE49-F238E27FC236}">
                <a16:creationId xmlns:a16="http://schemas.microsoft.com/office/drawing/2014/main" id="{A3331F36-A2C4-2BD7-E60C-CCB042DB212F}"/>
              </a:ext>
            </a:extLst>
          </p:cNvPr>
          <p:cNvGrpSpPr/>
          <p:nvPr/>
        </p:nvGrpSpPr>
        <p:grpSpPr>
          <a:xfrm>
            <a:off x="6312528" y="5481504"/>
            <a:ext cx="862560" cy="237600"/>
            <a:chOff x="6312528" y="5481504"/>
            <a:chExt cx="862560" cy="23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4A8CA7F4-1E64-CD5A-333A-7E3A02366D13}"/>
                    </a:ext>
                  </a:extLst>
                </p14:cNvPr>
                <p14:cNvContentPartPr/>
                <p14:nvPr/>
              </p14:nvContentPartPr>
              <p14:xfrm>
                <a:off x="6312528" y="5629464"/>
                <a:ext cx="201960" cy="8964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4A8CA7F4-1E64-CD5A-333A-7E3A02366D13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6303888" y="5620824"/>
                  <a:ext cx="21960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E437A78D-506E-78A3-4B2A-BE7090F6A402}"/>
                    </a:ext>
                  </a:extLst>
                </p14:cNvPr>
                <p14:cNvContentPartPr/>
                <p14:nvPr/>
              </p14:nvContentPartPr>
              <p14:xfrm>
                <a:off x="6607008" y="5621904"/>
                <a:ext cx="42120" cy="6012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E437A78D-506E-78A3-4B2A-BE7090F6A402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6598368" y="5613264"/>
                  <a:ext cx="597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3C462344-DFB9-B316-24C0-2253E958A487}"/>
                    </a:ext>
                  </a:extLst>
                </p14:cNvPr>
                <p14:cNvContentPartPr/>
                <p14:nvPr/>
              </p14:nvContentPartPr>
              <p14:xfrm>
                <a:off x="6721488" y="5624784"/>
                <a:ext cx="78480" cy="4644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3C462344-DFB9-B316-24C0-2253E958A487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6712848" y="5616144"/>
                  <a:ext cx="9612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59360B7D-AE27-AED3-5AAD-363EFE509515}"/>
                    </a:ext>
                  </a:extLst>
                </p14:cNvPr>
                <p14:cNvContentPartPr/>
                <p14:nvPr/>
              </p14:nvContentPartPr>
              <p14:xfrm>
                <a:off x="6900048" y="5481504"/>
                <a:ext cx="178920" cy="19368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59360B7D-AE27-AED3-5AAD-363EFE509515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6891408" y="5472504"/>
                  <a:ext cx="19656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52796A73-FE3C-6A81-E711-18936EA58E88}"/>
                    </a:ext>
                  </a:extLst>
                </p14:cNvPr>
                <p14:cNvContentPartPr/>
                <p14:nvPr/>
              </p14:nvContentPartPr>
              <p14:xfrm>
                <a:off x="7170048" y="5665824"/>
                <a:ext cx="5040" cy="1656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52796A73-FE3C-6A81-E711-18936EA58E88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7161048" y="5657184"/>
                  <a:ext cx="2268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9" name="Group 378">
            <a:extLst>
              <a:ext uri="{FF2B5EF4-FFF2-40B4-BE49-F238E27FC236}">
                <a16:creationId xmlns:a16="http://schemas.microsoft.com/office/drawing/2014/main" id="{5D4E6152-5E2E-DE49-E5CE-C69F00ED25F5}"/>
              </a:ext>
            </a:extLst>
          </p:cNvPr>
          <p:cNvGrpSpPr/>
          <p:nvPr/>
        </p:nvGrpSpPr>
        <p:grpSpPr>
          <a:xfrm>
            <a:off x="1327248" y="5984064"/>
            <a:ext cx="425880" cy="290520"/>
            <a:chOff x="1327248" y="5984064"/>
            <a:chExt cx="425880" cy="29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A60B5C0B-CBA5-938C-DDAE-BD8902C1596C}"/>
                    </a:ext>
                  </a:extLst>
                </p14:cNvPr>
                <p14:cNvContentPartPr/>
                <p14:nvPr/>
              </p14:nvContentPartPr>
              <p14:xfrm>
                <a:off x="1327248" y="5984064"/>
                <a:ext cx="354960" cy="29052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A60B5C0B-CBA5-938C-DDAE-BD8902C1596C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1318608" y="5975424"/>
                  <a:ext cx="37260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B7816506-38CD-1834-1F7F-A30B7356379A}"/>
                    </a:ext>
                  </a:extLst>
                </p14:cNvPr>
                <p14:cNvContentPartPr/>
                <p14:nvPr/>
              </p14:nvContentPartPr>
              <p14:xfrm>
                <a:off x="1501848" y="6122664"/>
                <a:ext cx="251280" cy="7236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B7816506-38CD-1834-1F7F-A30B7356379A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1493208" y="6114024"/>
                  <a:ext cx="268920" cy="9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4" name="Group 393">
            <a:extLst>
              <a:ext uri="{FF2B5EF4-FFF2-40B4-BE49-F238E27FC236}">
                <a16:creationId xmlns:a16="http://schemas.microsoft.com/office/drawing/2014/main" id="{B1CD7174-8C94-C03B-0EE4-637C21E97E68}"/>
              </a:ext>
            </a:extLst>
          </p:cNvPr>
          <p:cNvGrpSpPr/>
          <p:nvPr/>
        </p:nvGrpSpPr>
        <p:grpSpPr>
          <a:xfrm>
            <a:off x="2077488" y="6012864"/>
            <a:ext cx="2792880" cy="290160"/>
            <a:chOff x="2077488" y="6012864"/>
            <a:chExt cx="2792880" cy="29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4278D194-EF04-67E2-608B-32EA6C3D1A59}"/>
                    </a:ext>
                  </a:extLst>
                </p14:cNvPr>
                <p14:cNvContentPartPr/>
                <p14:nvPr/>
              </p14:nvContentPartPr>
              <p14:xfrm>
                <a:off x="2167848" y="6079824"/>
                <a:ext cx="28440" cy="17640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4278D194-EF04-67E2-608B-32EA6C3D1A59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2159208" y="6070824"/>
                  <a:ext cx="4608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02B9CD0B-AD1F-6747-A136-C9B61C3FB84B}"/>
                    </a:ext>
                  </a:extLst>
                </p14:cNvPr>
                <p14:cNvContentPartPr/>
                <p14:nvPr/>
              </p14:nvContentPartPr>
              <p14:xfrm>
                <a:off x="2077488" y="6267744"/>
                <a:ext cx="125640" cy="3204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02B9CD0B-AD1F-6747-A136-C9B61C3FB84B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2068488" y="6259104"/>
                  <a:ext cx="14328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5FF70D0F-ECF2-540C-59DE-B530B2DF0E88}"/>
                    </a:ext>
                  </a:extLst>
                </p14:cNvPr>
                <p14:cNvContentPartPr/>
                <p14:nvPr/>
              </p14:nvContentPartPr>
              <p14:xfrm>
                <a:off x="2252088" y="6021144"/>
                <a:ext cx="364680" cy="25128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5FF70D0F-ECF2-540C-59DE-B530B2DF0E88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2243088" y="6012504"/>
                  <a:ext cx="38232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1F91CFB7-B22C-6311-DAB6-BAFD98542100}"/>
                    </a:ext>
                  </a:extLst>
                </p14:cNvPr>
                <p14:cNvContentPartPr/>
                <p14:nvPr/>
              </p14:nvContentPartPr>
              <p14:xfrm>
                <a:off x="2532168" y="6088464"/>
                <a:ext cx="72360" cy="972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1F91CFB7-B22C-6311-DAB6-BAFD98542100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2523528" y="6079824"/>
                  <a:ext cx="900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E3423CB3-21D3-4ECD-22F2-E4B60B3CA097}"/>
                    </a:ext>
                  </a:extLst>
                </p14:cNvPr>
                <p14:cNvContentPartPr/>
                <p14:nvPr/>
              </p14:nvContentPartPr>
              <p14:xfrm>
                <a:off x="2758248" y="6147504"/>
                <a:ext cx="95400" cy="11232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E3423CB3-21D3-4ECD-22F2-E4B60B3CA097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2749608" y="6138864"/>
                  <a:ext cx="11304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0F5EA415-55D0-51E3-81DB-26DDFA9024F3}"/>
                    </a:ext>
                  </a:extLst>
                </p14:cNvPr>
                <p14:cNvContentPartPr/>
                <p14:nvPr/>
              </p14:nvContentPartPr>
              <p14:xfrm>
                <a:off x="2915568" y="6057504"/>
                <a:ext cx="25200" cy="21384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0F5EA415-55D0-51E3-81DB-26DDFA9024F3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2906568" y="6048504"/>
                  <a:ext cx="428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185271F2-3846-9147-9B73-B2AAB541107E}"/>
                    </a:ext>
                  </a:extLst>
                </p14:cNvPr>
                <p14:cNvContentPartPr/>
                <p14:nvPr/>
              </p14:nvContentPartPr>
              <p14:xfrm>
                <a:off x="2891808" y="6178464"/>
                <a:ext cx="79560" cy="2844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185271F2-3846-9147-9B73-B2AAB541107E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2883168" y="6169824"/>
                  <a:ext cx="972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8E1F7C4A-86D7-5727-B9D2-8453424B390A}"/>
                    </a:ext>
                  </a:extLst>
                </p14:cNvPr>
                <p14:cNvContentPartPr/>
                <p14:nvPr/>
              </p14:nvContentPartPr>
              <p14:xfrm>
                <a:off x="3035088" y="6166944"/>
                <a:ext cx="165240" cy="7092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8E1F7C4A-86D7-5727-B9D2-8453424B390A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3026088" y="6157944"/>
                  <a:ext cx="1828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54D267ED-4B7F-6DC0-7E6E-D3C49F0A8B2B}"/>
                    </a:ext>
                  </a:extLst>
                </p14:cNvPr>
                <p14:cNvContentPartPr/>
                <p14:nvPr/>
              </p14:nvContentPartPr>
              <p14:xfrm>
                <a:off x="3286008" y="6012864"/>
                <a:ext cx="346680" cy="208800"/>
              </p14:xfrm>
            </p:contentPart>
          </mc:Choice>
          <mc:Fallback xmlns=""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54D267ED-4B7F-6DC0-7E6E-D3C49F0A8B2B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3277008" y="6004224"/>
                  <a:ext cx="36432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08EF40EA-9CE3-4DA5-32BB-659997A1C8C7}"/>
                    </a:ext>
                  </a:extLst>
                </p14:cNvPr>
                <p14:cNvContentPartPr/>
                <p14:nvPr/>
              </p14:nvContentPartPr>
              <p14:xfrm>
                <a:off x="3631608" y="6094944"/>
                <a:ext cx="2520" cy="1332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08EF40EA-9CE3-4DA5-32BB-659997A1C8C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622968" y="6085944"/>
                  <a:ext cx="201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7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E9CE3C9C-1931-3721-6048-4BC4E0B86A44}"/>
                    </a:ext>
                  </a:extLst>
                </p14:cNvPr>
                <p14:cNvContentPartPr/>
                <p14:nvPr/>
              </p14:nvContentPartPr>
              <p14:xfrm>
                <a:off x="3742488" y="6195024"/>
                <a:ext cx="45000" cy="108000"/>
              </p14:xfrm>
            </p:contentPart>
          </mc:Choice>
          <mc:Fallback xmlns=""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E9CE3C9C-1931-3721-6048-4BC4E0B86A44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3733848" y="6186024"/>
                  <a:ext cx="6264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9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3FA822CA-91D2-0688-B4D5-748B3F7E65B1}"/>
                    </a:ext>
                  </a:extLst>
                </p14:cNvPr>
                <p14:cNvContentPartPr/>
                <p14:nvPr/>
              </p14:nvContentPartPr>
              <p14:xfrm>
                <a:off x="4002768" y="6069744"/>
                <a:ext cx="701280" cy="178920"/>
              </p14:xfrm>
            </p:contentPart>
          </mc:Choice>
          <mc:Fallback xmlns=""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3FA822CA-91D2-0688-B4D5-748B3F7E65B1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3994128" y="6060744"/>
                  <a:ext cx="7189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1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079A2716-4B8D-066A-C56C-3CCF217EAA3C}"/>
                    </a:ext>
                  </a:extLst>
                </p14:cNvPr>
                <p14:cNvContentPartPr/>
                <p14:nvPr/>
              </p14:nvContentPartPr>
              <p14:xfrm>
                <a:off x="4787568" y="6040584"/>
                <a:ext cx="82800" cy="153000"/>
              </p14:xfrm>
            </p:contentPart>
          </mc:Choice>
          <mc:Fallback xmlns=""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079A2716-4B8D-066A-C56C-3CCF217EAA3C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4778568" y="6031584"/>
                  <a:ext cx="100440" cy="17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3" name="Group 402">
            <a:extLst>
              <a:ext uri="{FF2B5EF4-FFF2-40B4-BE49-F238E27FC236}">
                <a16:creationId xmlns:a16="http://schemas.microsoft.com/office/drawing/2014/main" id="{5EC2DE22-E0D7-918A-3230-B0C5D189B392}"/>
              </a:ext>
            </a:extLst>
          </p:cNvPr>
          <p:cNvGrpSpPr/>
          <p:nvPr/>
        </p:nvGrpSpPr>
        <p:grpSpPr>
          <a:xfrm>
            <a:off x="5238648" y="6061824"/>
            <a:ext cx="801360" cy="188640"/>
            <a:chOff x="5238648" y="6061824"/>
            <a:chExt cx="801360" cy="18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3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356542D5-1CB1-5893-A316-4C4B88BAEF64}"/>
                    </a:ext>
                  </a:extLst>
                </p14:cNvPr>
                <p14:cNvContentPartPr/>
                <p14:nvPr/>
              </p14:nvContentPartPr>
              <p14:xfrm>
                <a:off x="5238648" y="6061824"/>
                <a:ext cx="241560" cy="18864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356542D5-1CB1-5893-A316-4C4B88BAEF64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5229648" y="6052824"/>
                  <a:ext cx="2592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5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A9AB7279-5471-92CA-0544-143FCA10C73F}"/>
                    </a:ext>
                  </a:extLst>
                </p14:cNvPr>
                <p14:cNvContentPartPr/>
                <p14:nvPr/>
              </p14:nvContentPartPr>
              <p14:xfrm>
                <a:off x="5488488" y="6080544"/>
                <a:ext cx="397080" cy="12996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A9AB7279-5471-92CA-0544-143FCA10C73F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5479488" y="6071544"/>
                  <a:ext cx="4147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7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F291D25F-115F-F3B4-B515-BBD3DF1EEBD1}"/>
                    </a:ext>
                  </a:extLst>
                </p14:cNvPr>
                <p14:cNvContentPartPr/>
                <p14:nvPr/>
              </p14:nvContentPartPr>
              <p14:xfrm>
                <a:off x="5975568" y="6121224"/>
                <a:ext cx="64440" cy="5040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F291D25F-115F-F3B4-B515-BBD3DF1EEBD1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5966568" y="6112224"/>
                  <a:ext cx="82080" cy="6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2" name="Group 401">
            <a:extLst>
              <a:ext uri="{FF2B5EF4-FFF2-40B4-BE49-F238E27FC236}">
                <a16:creationId xmlns:a16="http://schemas.microsoft.com/office/drawing/2014/main" id="{F355FD45-7CBF-9DAC-28FC-690A63326335}"/>
              </a:ext>
            </a:extLst>
          </p:cNvPr>
          <p:cNvGrpSpPr/>
          <p:nvPr/>
        </p:nvGrpSpPr>
        <p:grpSpPr>
          <a:xfrm>
            <a:off x="6366888" y="6012864"/>
            <a:ext cx="693720" cy="210960"/>
            <a:chOff x="6366888" y="6012864"/>
            <a:chExt cx="693720" cy="21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9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4326B0FC-2B41-61C5-5B5A-4EC422C9B0CD}"/>
                    </a:ext>
                  </a:extLst>
                </p14:cNvPr>
                <p14:cNvContentPartPr/>
                <p14:nvPr/>
              </p14:nvContentPartPr>
              <p14:xfrm>
                <a:off x="6366888" y="6012864"/>
                <a:ext cx="276120" cy="18648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4326B0FC-2B41-61C5-5B5A-4EC422C9B0CD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6358248" y="6003864"/>
                  <a:ext cx="2937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1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7DEAB03C-BC82-01F9-5A32-C6A8E37D1C5F}"/>
                    </a:ext>
                  </a:extLst>
                </p14:cNvPr>
                <p14:cNvContentPartPr/>
                <p14:nvPr/>
              </p14:nvContentPartPr>
              <p14:xfrm>
                <a:off x="6690888" y="6035184"/>
                <a:ext cx="289440" cy="13176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7DEAB03C-BC82-01F9-5A32-C6A8E37D1C5F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6681888" y="6026184"/>
                  <a:ext cx="30708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3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1F1A75C7-5B87-CF0B-5335-8EB7F3FB111B}"/>
                    </a:ext>
                  </a:extLst>
                </p14:cNvPr>
                <p14:cNvContentPartPr/>
                <p14:nvPr/>
              </p14:nvContentPartPr>
              <p14:xfrm>
                <a:off x="6984288" y="6052464"/>
                <a:ext cx="57240" cy="2592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1F1A75C7-5B87-CF0B-5335-8EB7F3FB111B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6975288" y="6043464"/>
                  <a:ext cx="748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5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96881CB1-B5C9-B0D1-B5B3-5B08A4C21E91}"/>
                    </a:ext>
                  </a:extLst>
                </p14:cNvPr>
                <p14:cNvContentPartPr/>
                <p14:nvPr/>
              </p14:nvContentPartPr>
              <p14:xfrm>
                <a:off x="6986448" y="6143904"/>
                <a:ext cx="74160" cy="79920"/>
              </p14:xfrm>
            </p:contentPart>
          </mc:Choice>
          <mc:Fallback xmlns=""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96881CB1-B5C9-B0D1-B5B3-5B08A4C21E91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6977448" y="6135264"/>
                  <a:ext cx="91800" cy="9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9" name="Group 408">
            <a:extLst>
              <a:ext uri="{FF2B5EF4-FFF2-40B4-BE49-F238E27FC236}">
                <a16:creationId xmlns:a16="http://schemas.microsoft.com/office/drawing/2014/main" id="{D11BDA08-4C27-3D64-9D94-7199364FC992}"/>
              </a:ext>
            </a:extLst>
          </p:cNvPr>
          <p:cNvGrpSpPr/>
          <p:nvPr/>
        </p:nvGrpSpPr>
        <p:grpSpPr>
          <a:xfrm>
            <a:off x="7588008" y="6009624"/>
            <a:ext cx="670320" cy="194400"/>
            <a:chOff x="7588008" y="6009624"/>
            <a:chExt cx="670320" cy="19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7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30C2E629-63E6-00F0-C445-539847E0F9EA}"/>
                    </a:ext>
                  </a:extLst>
                </p14:cNvPr>
                <p14:cNvContentPartPr/>
                <p14:nvPr/>
              </p14:nvContentPartPr>
              <p14:xfrm>
                <a:off x="7588008" y="6025824"/>
                <a:ext cx="110880" cy="178200"/>
              </p14:xfrm>
            </p:contentPart>
          </mc:Choice>
          <mc:Fallback xmlns=""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30C2E629-63E6-00F0-C445-539847E0F9EA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7579008" y="6017184"/>
                  <a:ext cx="1285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9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40182246-71FF-1FD4-8330-B4A64952D113}"/>
                    </a:ext>
                  </a:extLst>
                </p14:cNvPr>
                <p14:cNvContentPartPr/>
                <p14:nvPr/>
              </p14:nvContentPartPr>
              <p14:xfrm>
                <a:off x="7782048" y="6009624"/>
                <a:ext cx="52920" cy="181440"/>
              </p14:xfrm>
            </p:contentPart>
          </mc:Choice>
          <mc:Fallback xmlns=""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40182246-71FF-1FD4-8330-B4A64952D113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7773048" y="6000624"/>
                  <a:ext cx="705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1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687DA108-A3E4-303B-9009-E9CF902C686E}"/>
                    </a:ext>
                  </a:extLst>
                </p14:cNvPr>
                <p14:cNvContentPartPr/>
                <p14:nvPr/>
              </p14:nvContentPartPr>
              <p14:xfrm>
                <a:off x="7724448" y="6079824"/>
                <a:ext cx="252360" cy="64440"/>
              </p14:xfrm>
            </p:contentPart>
          </mc:Choice>
          <mc:Fallback xmlns=""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687DA108-A3E4-303B-9009-E9CF902C686E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7715808" y="6070824"/>
                  <a:ext cx="2700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3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A9CCA370-EDEA-E5D6-B3A8-3700EF27B6C9}"/>
                    </a:ext>
                  </a:extLst>
                </p14:cNvPr>
                <p14:cNvContentPartPr/>
                <p14:nvPr/>
              </p14:nvContentPartPr>
              <p14:xfrm>
                <a:off x="8044128" y="6106464"/>
                <a:ext cx="70200" cy="4104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A9CCA370-EDEA-E5D6-B3A8-3700EF27B6C9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8035128" y="6097824"/>
                  <a:ext cx="878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5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225532F0-259C-86B3-6D93-1D22FCAD7260}"/>
                    </a:ext>
                  </a:extLst>
                </p14:cNvPr>
                <p14:cNvContentPartPr/>
                <p14:nvPr/>
              </p14:nvContentPartPr>
              <p14:xfrm>
                <a:off x="8139168" y="6091704"/>
                <a:ext cx="119160" cy="4572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225532F0-259C-86B3-6D93-1D22FCAD7260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8130528" y="6083064"/>
                  <a:ext cx="136800" cy="6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1" name="Group 430">
            <a:extLst>
              <a:ext uri="{FF2B5EF4-FFF2-40B4-BE49-F238E27FC236}">
                <a16:creationId xmlns:a16="http://schemas.microsoft.com/office/drawing/2014/main" id="{975B2E31-BB84-BAC2-2E1F-FC30C2F49F7C}"/>
              </a:ext>
            </a:extLst>
          </p:cNvPr>
          <p:cNvGrpSpPr/>
          <p:nvPr/>
        </p:nvGrpSpPr>
        <p:grpSpPr>
          <a:xfrm>
            <a:off x="8680968" y="5809824"/>
            <a:ext cx="1382760" cy="338760"/>
            <a:chOff x="8680968" y="5809824"/>
            <a:chExt cx="1382760" cy="33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7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A7058AD5-D06E-C7F2-BA51-CCC6B4655542}"/>
                    </a:ext>
                  </a:extLst>
                </p14:cNvPr>
                <p14:cNvContentPartPr/>
                <p14:nvPr/>
              </p14:nvContentPartPr>
              <p14:xfrm>
                <a:off x="8680968" y="6082344"/>
                <a:ext cx="142560" cy="6372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A7058AD5-D06E-C7F2-BA51-CCC6B4655542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8671968" y="6073344"/>
                  <a:ext cx="1602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9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25E45535-80F8-5569-605F-97030455E18C}"/>
                    </a:ext>
                  </a:extLst>
                </p14:cNvPr>
                <p14:cNvContentPartPr/>
                <p14:nvPr/>
              </p14:nvContentPartPr>
              <p14:xfrm>
                <a:off x="8910288" y="5923584"/>
                <a:ext cx="133200" cy="22464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25E45535-80F8-5569-605F-97030455E18C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8901288" y="5914944"/>
                  <a:ext cx="15084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1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B929DCD0-A520-81CE-8A1E-2AC387049B56}"/>
                    </a:ext>
                  </a:extLst>
                </p14:cNvPr>
                <p14:cNvContentPartPr/>
                <p14:nvPr/>
              </p14:nvContentPartPr>
              <p14:xfrm>
                <a:off x="9123408" y="5948784"/>
                <a:ext cx="138960" cy="19980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B929DCD0-A520-81CE-8A1E-2AC387049B56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9114408" y="5939784"/>
                  <a:ext cx="15660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3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5DC257B8-BD14-A4E7-DDCD-970481EF041D}"/>
                    </a:ext>
                  </a:extLst>
                </p14:cNvPr>
                <p14:cNvContentPartPr/>
                <p14:nvPr/>
              </p14:nvContentPartPr>
              <p14:xfrm>
                <a:off x="9297288" y="6018264"/>
                <a:ext cx="25560" cy="2520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5DC257B8-BD14-A4E7-DDCD-970481EF041D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9288288" y="6009624"/>
                  <a:ext cx="432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5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C87CFA96-F24A-5C04-4EF5-39CF11D38D03}"/>
                    </a:ext>
                  </a:extLst>
                </p14:cNvPr>
                <p14:cNvContentPartPr/>
                <p14:nvPr/>
              </p14:nvContentPartPr>
              <p14:xfrm>
                <a:off x="9445608" y="5809824"/>
                <a:ext cx="97920" cy="288360"/>
              </p14:xfrm>
            </p:contentPart>
          </mc:Choice>
          <mc:Fallback xmlns=""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C87CFA96-F24A-5C04-4EF5-39CF11D38D03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9436608" y="5801184"/>
                  <a:ext cx="11556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7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C9347EDA-E24C-EDD8-EF07-42DD5FC3826E}"/>
                    </a:ext>
                  </a:extLst>
                </p14:cNvPr>
                <p14:cNvContentPartPr/>
                <p14:nvPr/>
              </p14:nvContentPartPr>
              <p14:xfrm>
                <a:off x="9588888" y="6049944"/>
                <a:ext cx="32760" cy="5688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C9347EDA-E24C-EDD8-EF07-42DD5FC3826E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9579888" y="6040944"/>
                  <a:ext cx="5040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9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151C163F-FA66-D332-31A6-9C756B66F0E6}"/>
                    </a:ext>
                  </a:extLst>
                </p14:cNvPr>
                <p14:cNvContentPartPr/>
                <p14:nvPr/>
              </p14:nvContentPartPr>
              <p14:xfrm>
                <a:off x="9667368" y="5921784"/>
                <a:ext cx="396360" cy="175680"/>
              </p14:xfrm>
            </p:contentPart>
          </mc:Choice>
          <mc:Fallback xmlns=""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151C163F-FA66-D332-31A6-9C756B66F0E6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9658368" y="5913144"/>
                  <a:ext cx="41400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1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C2D99161-D49D-0667-B2FE-D3695F0F7ECE}"/>
                    </a:ext>
                  </a:extLst>
                </p14:cNvPr>
                <p14:cNvContentPartPr/>
                <p14:nvPr/>
              </p14:nvContentPartPr>
              <p14:xfrm>
                <a:off x="9633528" y="5884344"/>
                <a:ext cx="191520" cy="2196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C2D99161-D49D-0667-B2FE-D3695F0F7ECE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9624888" y="5875704"/>
                  <a:ext cx="209160" cy="3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0" name="Group 429">
            <a:extLst>
              <a:ext uri="{FF2B5EF4-FFF2-40B4-BE49-F238E27FC236}">
                <a16:creationId xmlns:a16="http://schemas.microsoft.com/office/drawing/2014/main" id="{C449C3E9-4095-767D-6784-8765130C9A63}"/>
              </a:ext>
            </a:extLst>
          </p:cNvPr>
          <p:cNvGrpSpPr/>
          <p:nvPr/>
        </p:nvGrpSpPr>
        <p:grpSpPr>
          <a:xfrm>
            <a:off x="10609128" y="5804784"/>
            <a:ext cx="1270080" cy="444240"/>
            <a:chOff x="10609128" y="5804784"/>
            <a:chExt cx="1270080" cy="44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3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3BE5E84A-D349-F95A-410D-7C509805A251}"/>
                    </a:ext>
                  </a:extLst>
                </p14:cNvPr>
                <p14:cNvContentPartPr/>
                <p14:nvPr/>
              </p14:nvContentPartPr>
              <p14:xfrm>
                <a:off x="10609128" y="5993064"/>
                <a:ext cx="14040" cy="8064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3BE5E84A-D349-F95A-410D-7C509805A251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10600488" y="5984424"/>
                  <a:ext cx="3168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5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08A31870-12A2-6B0E-F5B6-0CF828C7716C}"/>
                    </a:ext>
                  </a:extLst>
                </p14:cNvPr>
                <p14:cNvContentPartPr/>
                <p14:nvPr/>
              </p14:nvContentPartPr>
              <p14:xfrm>
                <a:off x="10674648" y="5892264"/>
                <a:ext cx="15480" cy="22680"/>
              </p14:xfrm>
            </p:contentPart>
          </mc:Choice>
          <mc:Fallback xmlns=""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08A31870-12A2-6B0E-F5B6-0CF828C7716C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10665648" y="5883264"/>
                  <a:ext cx="331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7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1D047357-EE57-1F67-EC5A-64F1DE60B567}"/>
                    </a:ext>
                  </a:extLst>
                </p14:cNvPr>
                <p14:cNvContentPartPr/>
                <p14:nvPr/>
              </p14:nvContentPartPr>
              <p14:xfrm>
                <a:off x="10767888" y="5804784"/>
                <a:ext cx="282960" cy="444240"/>
              </p14:xfrm>
            </p:contentPart>
          </mc:Choice>
          <mc:Fallback xmlns=""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1D047357-EE57-1F67-EC5A-64F1DE60B567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10758888" y="5796144"/>
                  <a:ext cx="300600" cy="46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9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E3C1EE16-5FE5-B984-C8DD-4D2814E0F552}"/>
                    </a:ext>
                  </a:extLst>
                </p14:cNvPr>
                <p14:cNvContentPartPr/>
                <p14:nvPr/>
              </p14:nvContentPartPr>
              <p14:xfrm>
                <a:off x="10945368" y="6051024"/>
                <a:ext cx="168480" cy="59400"/>
              </p14:xfrm>
            </p:contentPart>
          </mc:Choice>
          <mc:Fallback xmlns=""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E3C1EE16-5FE5-B984-C8DD-4D2814E0F552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10936368" y="6042384"/>
                  <a:ext cx="18612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1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CD65BD69-6BB6-AA43-E55A-D60F6176B6D4}"/>
                    </a:ext>
                  </a:extLst>
                </p14:cNvPr>
                <p14:cNvContentPartPr/>
                <p14:nvPr/>
              </p14:nvContentPartPr>
              <p14:xfrm>
                <a:off x="11139048" y="6035184"/>
                <a:ext cx="66240" cy="25920"/>
              </p14:xfrm>
            </p:contentPart>
          </mc:Choice>
          <mc:Fallback xmlns=""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CD65BD69-6BB6-AA43-E55A-D60F6176B6D4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11130408" y="6026184"/>
                  <a:ext cx="838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3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56EFB0FC-F94A-65AD-C0A5-3DEAE6383442}"/>
                    </a:ext>
                  </a:extLst>
                </p14:cNvPr>
                <p14:cNvContentPartPr/>
                <p14:nvPr/>
              </p14:nvContentPartPr>
              <p14:xfrm>
                <a:off x="11245248" y="6014304"/>
                <a:ext cx="139680" cy="43920"/>
              </p14:xfrm>
            </p:contentPart>
          </mc:Choice>
          <mc:Fallback xmlns=""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56EFB0FC-F94A-65AD-C0A5-3DEAE6383442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11236248" y="6005664"/>
                  <a:ext cx="15732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5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BD6580E1-7B45-F8F5-FB9E-56733A40841E}"/>
                    </a:ext>
                  </a:extLst>
                </p14:cNvPr>
                <p14:cNvContentPartPr/>
                <p14:nvPr/>
              </p14:nvContentPartPr>
              <p14:xfrm>
                <a:off x="11446488" y="5818464"/>
                <a:ext cx="253800" cy="222480"/>
              </p14:xfrm>
            </p:contentPart>
          </mc:Choice>
          <mc:Fallback xmlns=""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BD6580E1-7B45-F8F5-FB9E-56733A40841E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11437848" y="5809824"/>
                  <a:ext cx="27144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7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D63DB5CD-D4A4-993C-3947-E6E1A9E51916}"/>
                    </a:ext>
                  </a:extLst>
                </p14:cNvPr>
                <p14:cNvContentPartPr/>
                <p14:nvPr/>
              </p14:nvContentPartPr>
              <p14:xfrm>
                <a:off x="11718648" y="5963904"/>
                <a:ext cx="1440" cy="15480"/>
              </p14:xfrm>
            </p:contentPart>
          </mc:Choice>
          <mc:Fallback xmlns=""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D63DB5CD-D4A4-993C-3947-E6E1A9E5191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710008" y="5955264"/>
                  <a:ext cx="190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F39F0122-8631-559E-8E17-74DDB02F563A}"/>
                    </a:ext>
                  </a:extLst>
                </p14:cNvPr>
                <p14:cNvContentPartPr/>
                <p14:nvPr/>
              </p14:nvContentPartPr>
              <p14:xfrm>
                <a:off x="11752128" y="5980824"/>
                <a:ext cx="111600" cy="32760"/>
              </p14:xfrm>
            </p:contentPart>
          </mc:Choice>
          <mc:Fallback xmlns=""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F39F0122-8631-559E-8E17-74DDB02F563A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11743128" y="5971824"/>
                  <a:ext cx="1292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E87CE6FF-75AA-9309-980B-5E0BD7458BB4}"/>
                    </a:ext>
                  </a:extLst>
                </p14:cNvPr>
                <p14:cNvContentPartPr/>
                <p14:nvPr/>
              </p14:nvContentPartPr>
              <p14:xfrm>
                <a:off x="11875968" y="5940864"/>
                <a:ext cx="3240" cy="25200"/>
              </p14:xfrm>
            </p:contentPart>
          </mc:Choice>
          <mc:Fallback xmlns=""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E87CE6FF-75AA-9309-980B-5E0BD7458BB4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1866968" y="5932224"/>
                  <a:ext cx="20880" cy="4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5" name="Group 434">
            <a:extLst>
              <a:ext uri="{FF2B5EF4-FFF2-40B4-BE49-F238E27FC236}">
                <a16:creationId xmlns:a16="http://schemas.microsoft.com/office/drawing/2014/main" id="{364349D6-5D9C-057F-DF4D-F50D684D3FB2}"/>
              </a:ext>
            </a:extLst>
          </p:cNvPr>
          <p:cNvGrpSpPr/>
          <p:nvPr/>
        </p:nvGrpSpPr>
        <p:grpSpPr>
          <a:xfrm>
            <a:off x="1558728" y="6394824"/>
            <a:ext cx="415080" cy="269640"/>
            <a:chOff x="1558728" y="6394824"/>
            <a:chExt cx="415080" cy="26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1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C761C376-96AE-849E-FD6F-D0E6B5A2D38E}"/>
                    </a:ext>
                  </a:extLst>
                </p14:cNvPr>
                <p14:cNvContentPartPr/>
                <p14:nvPr/>
              </p14:nvContentPartPr>
              <p14:xfrm>
                <a:off x="1558728" y="6394824"/>
                <a:ext cx="169200" cy="269640"/>
              </p14:xfrm>
            </p:contentPart>
          </mc:Choice>
          <mc:Fallback xmlns=""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C761C376-96AE-849E-FD6F-D0E6B5A2D38E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1550088" y="6385824"/>
                  <a:ext cx="18684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3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57F1C626-1DB3-402E-AD43-5C9B915A2BC7}"/>
                    </a:ext>
                  </a:extLst>
                </p14:cNvPr>
                <p14:cNvContentPartPr/>
                <p14:nvPr/>
              </p14:nvContentPartPr>
              <p14:xfrm>
                <a:off x="1751688" y="6496344"/>
                <a:ext cx="12600" cy="30600"/>
              </p14:xfrm>
            </p:contentPart>
          </mc:Choice>
          <mc:Fallback xmlns=""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57F1C626-1DB3-402E-AD43-5C9B915A2BC7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1743048" y="6487344"/>
                  <a:ext cx="3024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5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D1B477C2-DF73-2DE8-014C-8F399EA3FB20}"/>
                    </a:ext>
                  </a:extLst>
                </p14:cNvPr>
                <p14:cNvContentPartPr/>
                <p14:nvPr/>
              </p14:nvContentPartPr>
              <p14:xfrm>
                <a:off x="1806408" y="6450624"/>
                <a:ext cx="167400" cy="163440"/>
              </p14:xfrm>
            </p:contentPart>
          </mc:Choice>
          <mc:Fallback xmlns=""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D1B477C2-DF73-2DE8-014C-8F399EA3FB20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1797408" y="6441624"/>
                  <a:ext cx="185040" cy="18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0" name="Group 439">
            <a:extLst>
              <a:ext uri="{FF2B5EF4-FFF2-40B4-BE49-F238E27FC236}">
                <a16:creationId xmlns:a16="http://schemas.microsoft.com/office/drawing/2014/main" id="{24E1B78B-C596-6F9A-EFD5-0765571C9C8E}"/>
              </a:ext>
            </a:extLst>
          </p:cNvPr>
          <p:cNvGrpSpPr/>
          <p:nvPr/>
        </p:nvGrpSpPr>
        <p:grpSpPr>
          <a:xfrm>
            <a:off x="2284848" y="6473304"/>
            <a:ext cx="845280" cy="169920"/>
            <a:chOff x="2284848" y="6473304"/>
            <a:chExt cx="845280" cy="16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7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5BB036A6-82EA-5559-845D-A4E927BD997F}"/>
                    </a:ext>
                  </a:extLst>
                </p14:cNvPr>
                <p14:cNvContentPartPr/>
                <p14:nvPr/>
              </p14:nvContentPartPr>
              <p14:xfrm>
                <a:off x="2284848" y="6473304"/>
                <a:ext cx="214560" cy="169920"/>
              </p14:xfrm>
            </p:contentPart>
          </mc:Choice>
          <mc:Fallback xmlns=""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5BB036A6-82EA-5559-845D-A4E927BD997F}"/>
                    </a:ext>
                  </a:extLst>
                </p:cNvPr>
                <p:cNvPicPr/>
                <p:nvPr/>
              </p:nvPicPr>
              <p:blipFill>
                <a:blip r:embed="rId578"/>
                <a:stretch>
                  <a:fillRect/>
                </a:stretch>
              </p:blipFill>
              <p:spPr>
                <a:xfrm>
                  <a:off x="2275848" y="6464304"/>
                  <a:ext cx="2322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9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0095D2CF-F697-3677-04B8-305B160F46D2}"/>
                    </a:ext>
                  </a:extLst>
                </p14:cNvPr>
                <p14:cNvContentPartPr/>
                <p14:nvPr/>
              </p14:nvContentPartPr>
              <p14:xfrm>
                <a:off x="2511288" y="6530184"/>
                <a:ext cx="316440" cy="75960"/>
              </p14:xfrm>
            </p:contentPart>
          </mc:Choice>
          <mc:Fallback xmlns=""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0095D2CF-F697-3677-04B8-305B160F46D2}"/>
                    </a:ext>
                  </a:extLst>
                </p:cNvPr>
                <p:cNvPicPr/>
                <p:nvPr/>
              </p:nvPicPr>
              <p:blipFill>
                <a:blip r:embed="rId580"/>
                <a:stretch>
                  <a:fillRect/>
                </a:stretch>
              </p:blipFill>
              <p:spPr>
                <a:xfrm>
                  <a:off x="2502648" y="6521544"/>
                  <a:ext cx="33408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1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C3F927FD-44FD-8745-D3A2-A2591DE610E8}"/>
                    </a:ext>
                  </a:extLst>
                </p14:cNvPr>
                <p14:cNvContentPartPr/>
                <p14:nvPr/>
              </p14:nvContentPartPr>
              <p14:xfrm>
                <a:off x="2879568" y="6485904"/>
                <a:ext cx="115200" cy="154080"/>
              </p14:xfrm>
            </p:contentPart>
          </mc:Choice>
          <mc:Fallback xmlns=""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C3F927FD-44FD-8745-D3A2-A2591DE610E8}"/>
                    </a:ext>
                  </a:extLst>
                </p:cNvPr>
                <p:cNvPicPr/>
                <p:nvPr/>
              </p:nvPicPr>
              <p:blipFill>
                <a:blip r:embed="rId582"/>
                <a:stretch>
                  <a:fillRect/>
                </a:stretch>
              </p:blipFill>
              <p:spPr>
                <a:xfrm>
                  <a:off x="2870568" y="6476904"/>
                  <a:ext cx="1328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3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FD26ACB1-9D5F-9C7C-4299-AA37F8493759}"/>
                    </a:ext>
                  </a:extLst>
                </p14:cNvPr>
                <p14:cNvContentPartPr/>
                <p14:nvPr/>
              </p14:nvContentPartPr>
              <p14:xfrm>
                <a:off x="3045888" y="6545304"/>
                <a:ext cx="84240" cy="59760"/>
              </p14:xfrm>
            </p:contentPart>
          </mc:Choice>
          <mc:Fallback xmlns=""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FD26ACB1-9D5F-9C7C-4299-AA37F8493759}"/>
                    </a:ext>
                  </a:extLst>
                </p:cNvPr>
                <p:cNvPicPr/>
                <p:nvPr/>
              </p:nvPicPr>
              <p:blipFill>
                <a:blip r:embed="rId584"/>
                <a:stretch>
                  <a:fillRect/>
                </a:stretch>
              </p:blipFill>
              <p:spPr>
                <a:xfrm>
                  <a:off x="3037248" y="6536664"/>
                  <a:ext cx="101880" cy="7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2" name="Group 451">
            <a:extLst>
              <a:ext uri="{FF2B5EF4-FFF2-40B4-BE49-F238E27FC236}">
                <a16:creationId xmlns:a16="http://schemas.microsoft.com/office/drawing/2014/main" id="{D11814CA-6437-E874-036E-DBE3823BC966}"/>
              </a:ext>
            </a:extLst>
          </p:cNvPr>
          <p:cNvGrpSpPr/>
          <p:nvPr/>
        </p:nvGrpSpPr>
        <p:grpSpPr>
          <a:xfrm>
            <a:off x="3266208" y="6418944"/>
            <a:ext cx="1256040" cy="221040"/>
            <a:chOff x="3266208" y="6418944"/>
            <a:chExt cx="1256040" cy="22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5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5606AEF3-B543-035D-1FA0-6BCCBA58342A}"/>
                    </a:ext>
                  </a:extLst>
                </p14:cNvPr>
                <p14:cNvContentPartPr/>
                <p14:nvPr/>
              </p14:nvContentPartPr>
              <p14:xfrm>
                <a:off x="3266208" y="6585624"/>
                <a:ext cx="183960" cy="30240"/>
              </p14:xfrm>
            </p:contentPart>
          </mc:Choice>
          <mc:Fallback xmlns=""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5606AEF3-B543-035D-1FA0-6BCCBA58342A}"/>
                    </a:ext>
                  </a:extLst>
                </p:cNvPr>
                <p:cNvPicPr/>
                <p:nvPr/>
              </p:nvPicPr>
              <p:blipFill>
                <a:blip r:embed="rId586"/>
                <a:stretch>
                  <a:fillRect/>
                </a:stretch>
              </p:blipFill>
              <p:spPr>
                <a:xfrm>
                  <a:off x="3257568" y="6576624"/>
                  <a:ext cx="2016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7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7394B726-977F-8798-157D-56E2437D4D79}"/>
                    </a:ext>
                  </a:extLst>
                </p14:cNvPr>
                <p14:cNvContentPartPr/>
                <p14:nvPr/>
              </p14:nvContentPartPr>
              <p14:xfrm>
                <a:off x="3614328" y="6487344"/>
                <a:ext cx="106920" cy="152640"/>
              </p14:xfrm>
            </p:contentPart>
          </mc:Choice>
          <mc:Fallback xmlns=""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7394B726-977F-8798-157D-56E2437D4D79}"/>
                    </a:ext>
                  </a:extLst>
                </p:cNvPr>
                <p:cNvPicPr/>
                <p:nvPr/>
              </p:nvPicPr>
              <p:blipFill>
                <a:blip r:embed="rId588"/>
                <a:stretch>
                  <a:fillRect/>
                </a:stretch>
              </p:blipFill>
              <p:spPr>
                <a:xfrm>
                  <a:off x="3605328" y="6478344"/>
                  <a:ext cx="12456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9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16E18BAB-4EB7-B469-A46D-FE2710138344}"/>
                    </a:ext>
                  </a:extLst>
                </p14:cNvPr>
                <p14:cNvContentPartPr/>
                <p14:nvPr/>
              </p14:nvContentPartPr>
              <p14:xfrm>
                <a:off x="3739968" y="6540984"/>
                <a:ext cx="19080" cy="8496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16E18BAB-4EB7-B469-A46D-FE2710138344}"/>
                    </a:ext>
                  </a:extLst>
                </p:cNvPr>
                <p:cNvPicPr/>
                <p:nvPr/>
              </p:nvPicPr>
              <p:blipFill>
                <a:blip r:embed="rId590"/>
                <a:stretch>
                  <a:fillRect/>
                </a:stretch>
              </p:blipFill>
              <p:spPr>
                <a:xfrm>
                  <a:off x="3730968" y="6531984"/>
                  <a:ext cx="3672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1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E7F7405F-7229-19A1-2836-65ECE310D52F}"/>
                    </a:ext>
                  </a:extLst>
                </p14:cNvPr>
                <p14:cNvContentPartPr/>
                <p14:nvPr/>
              </p14:nvContentPartPr>
              <p14:xfrm>
                <a:off x="3779568" y="6465384"/>
                <a:ext cx="6840" cy="21960"/>
              </p14:xfrm>
            </p:contentPart>
          </mc:Choice>
          <mc:Fallback xmlns=""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E7F7405F-7229-19A1-2836-65ECE310D52F}"/>
                    </a:ext>
                  </a:extLst>
                </p:cNvPr>
                <p:cNvPicPr/>
                <p:nvPr/>
              </p:nvPicPr>
              <p:blipFill>
                <a:blip r:embed="rId592"/>
                <a:stretch>
                  <a:fillRect/>
                </a:stretch>
              </p:blipFill>
              <p:spPr>
                <a:xfrm>
                  <a:off x="3770568" y="6456744"/>
                  <a:ext cx="244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3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87A5EEA6-B1C8-8913-417C-5031E17BA199}"/>
                    </a:ext>
                  </a:extLst>
                </p14:cNvPr>
                <p14:cNvContentPartPr/>
                <p14:nvPr/>
              </p14:nvContentPartPr>
              <p14:xfrm>
                <a:off x="3846528" y="6426504"/>
                <a:ext cx="92520" cy="183960"/>
              </p14:xfrm>
            </p:contentPart>
          </mc:Choice>
          <mc:Fallback xmlns=""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87A5EEA6-B1C8-8913-417C-5031E17BA199}"/>
                    </a:ext>
                  </a:extLst>
                </p:cNvPr>
                <p:cNvPicPr/>
                <p:nvPr/>
              </p:nvPicPr>
              <p:blipFill>
                <a:blip r:embed="rId594"/>
                <a:stretch>
                  <a:fillRect/>
                </a:stretch>
              </p:blipFill>
              <p:spPr>
                <a:xfrm>
                  <a:off x="3837528" y="6417504"/>
                  <a:ext cx="11016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5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D0F81CBB-2F07-C463-BDB6-F5D91B4A0EC5}"/>
                    </a:ext>
                  </a:extLst>
                </p14:cNvPr>
                <p14:cNvContentPartPr/>
                <p14:nvPr/>
              </p14:nvContentPartPr>
              <p14:xfrm>
                <a:off x="4016448" y="6473304"/>
                <a:ext cx="99360" cy="154800"/>
              </p14:xfrm>
            </p:contentPart>
          </mc:Choice>
          <mc:Fallback xmlns=""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D0F81CBB-2F07-C463-BDB6-F5D91B4A0EC5}"/>
                    </a:ext>
                  </a:extLst>
                </p:cNvPr>
                <p:cNvPicPr/>
                <p:nvPr/>
              </p:nvPicPr>
              <p:blipFill>
                <a:blip r:embed="rId596"/>
                <a:stretch>
                  <a:fillRect/>
                </a:stretch>
              </p:blipFill>
              <p:spPr>
                <a:xfrm>
                  <a:off x="4007448" y="6464664"/>
                  <a:ext cx="11700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7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930B9259-7FF9-807F-F6D0-295F3CBA17DD}"/>
                    </a:ext>
                  </a:extLst>
                </p14:cNvPr>
                <p14:cNvContentPartPr/>
                <p14:nvPr/>
              </p14:nvContentPartPr>
              <p14:xfrm>
                <a:off x="4147128" y="6477264"/>
                <a:ext cx="209160" cy="115560"/>
              </p14:xfrm>
            </p:contentPart>
          </mc:Choice>
          <mc:Fallback xmlns=""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930B9259-7FF9-807F-F6D0-295F3CBA17DD}"/>
                    </a:ext>
                  </a:extLst>
                </p:cNvPr>
                <p:cNvPicPr/>
                <p:nvPr/>
              </p:nvPicPr>
              <p:blipFill>
                <a:blip r:embed="rId598"/>
                <a:stretch>
                  <a:fillRect/>
                </a:stretch>
              </p:blipFill>
              <p:spPr>
                <a:xfrm>
                  <a:off x="4138488" y="6468624"/>
                  <a:ext cx="22680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9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256F5327-7D03-0DF8-5269-2EC8A5634982}"/>
                    </a:ext>
                  </a:extLst>
                </p14:cNvPr>
                <p14:cNvContentPartPr/>
                <p14:nvPr/>
              </p14:nvContentPartPr>
              <p14:xfrm>
                <a:off x="4421448" y="6445224"/>
                <a:ext cx="61560" cy="174960"/>
              </p14:xfrm>
            </p:contentPart>
          </mc:Choice>
          <mc:Fallback xmlns=""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256F5327-7D03-0DF8-5269-2EC8A5634982}"/>
                    </a:ext>
                  </a:extLst>
                </p:cNvPr>
                <p:cNvPicPr/>
                <p:nvPr/>
              </p:nvPicPr>
              <p:blipFill>
                <a:blip r:embed="rId600"/>
                <a:stretch>
                  <a:fillRect/>
                </a:stretch>
              </p:blipFill>
              <p:spPr>
                <a:xfrm>
                  <a:off x="4412808" y="6436224"/>
                  <a:ext cx="7920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1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D63B7C41-E64F-21E4-F1E5-6EC721F76184}"/>
                    </a:ext>
                  </a:extLst>
                </p14:cNvPr>
                <p14:cNvContentPartPr/>
                <p14:nvPr/>
              </p14:nvContentPartPr>
              <p14:xfrm>
                <a:off x="4501368" y="6530184"/>
                <a:ext cx="7920" cy="29160"/>
              </p14:xfrm>
            </p:contentPart>
          </mc:Choice>
          <mc:Fallback xmlns=""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D63B7C41-E64F-21E4-F1E5-6EC721F76184}"/>
                    </a:ext>
                  </a:extLst>
                </p:cNvPr>
                <p:cNvPicPr/>
                <p:nvPr/>
              </p:nvPicPr>
              <p:blipFill>
                <a:blip r:embed="rId602"/>
                <a:stretch>
                  <a:fillRect/>
                </a:stretch>
              </p:blipFill>
              <p:spPr>
                <a:xfrm>
                  <a:off x="4492728" y="6521544"/>
                  <a:ext cx="2556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3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6621DECB-D641-09CC-0880-A89F11DEB549}"/>
                    </a:ext>
                  </a:extLst>
                </p14:cNvPr>
                <p14:cNvContentPartPr/>
                <p14:nvPr/>
              </p14:nvContentPartPr>
              <p14:xfrm>
                <a:off x="4418568" y="6418944"/>
                <a:ext cx="103680" cy="58680"/>
              </p14:xfrm>
            </p:contentPart>
          </mc:Choice>
          <mc:Fallback xmlns=""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6621DECB-D641-09CC-0880-A89F11DEB549}"/>
                    </a:ext>
                  </a:extLst>
                </p:cNvPr>
                <p:cNvPicPr/>
                <p:nvPr/>
              </p:nvPicPr>
              <p:blipFill>
                <a:blip r:embed="rId604"/>
                <a:stretch>
                  <a:fillRect/>
                </a:stretch>
              </p:blipFill>
              <p:spPr>
                <a:xfrm>
                  <a:off x="4409568" y="6409944"/>
                  <a:ext cx="121320" cy="7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0" name="Group 459">
            <a:extLst>
              <a:ext uri="{FF2B5EF4-FFF2-40B4-BE49-F238E27FC236}">
                <a16:creationId xmlns:a16="http://schemas.microsoft.com/office/drawing/2014/main" id="{8C296C6A-3A57-7DBD-DC80-3ED7CF488BAD}"/>
              </a:ext>
            </a:extLst>
          </p:cNvPr>
          <p:cNvGrpSpPr/>
          <p:nvPr/>
        </p:nvGrpSpPr>
        <p:grpSpPr>
          <a:xfrm>
            <a:off x="4765608" y="6431184"/>
            <a:ext cx="1246320" cy="335880"/>
            <a:chOff x="4765608" y="6431184"/>
            <a:chExt cx="1246320" cy="33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5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E489E337-BE7F-E093-CEA0-9497CB779E62}"/>
                    </a:ext>
                  </a:extLst>
                </p14:cNvPr>
                <p14:cNvContentPartPr/>
                <p14:nvPr/>
              </p14:nvContentPartPr>
              <p14:xfrm>
                <a:off x="4765608" y="6521184"/>
                <a:ext cx="234000" cy="90360"/>
              </p14:xfrm>
            </p:contentPart>
          </mc:Choice>
          <mc:Fallback xmlns=""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E489E337-BE7F-E093-CEA0-9497CB779E62}"/>
                    </a:ext>
                  </a:extLst>
                </p:cNvPr>
                <p:cNvPicPr/>
                <p:nvPr/>
              </p:nvPicPr>
              <p:blipFill>
                <a:blip r:embed="rId606"/>
                <a:stretch>
                  <a:fillRect/>
                </a:stretch>
              </p:blipFill>
              <p:spPr>
                <a:xfrm>
                  <a:off x="4756608" y="6512184"/>
                  <a:ext cx="25164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7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DDEF4A2A-2F5F-928B-6608-6CC75D31F087}"/>
                    </a:ext>
                  </a:extLst>
                </p14:cNvPr>
                <p14:cNvContentPartPr/>
                <p14:nvPr/>
              </p14:nvContentPartPr>
              <p14:xfrm>
                <a:off x="5087448" y="6450984"/>
                <a:ext cx="285840" cy="296640"/>
              </p14:xfrm>
            </p:contentPart>
          </mc:Choice>
          <mc:Fallback xmlns=""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DDEF4A2A-2F5F-928B-6608-6CC75D31F087}"/>
                    </a:ext>
                  </a:extLst>
                </p:cNvPr>
                <p:cNvPicPr/>
                <p:nvPr/>
              </p:nvPicPr>
              <p:blipFill>
                <a:blip r:embed="rId608"/>
                <a:stretch>
                  <a:fillRect/>
                </a:stretch>
              </p:blipFill>
              <p:spPr>
                <a:xfrm>
                  <a:off x="5078448" y="6442344"/>
                  <a:ext cx="30348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9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0280690D-2EB0-E035-80A4-3D284147A1F5}"/>
                    </a:ext>
                  </a:extLst>
                </p14:cNvPr>
                <p14:cNvContentPartPr/>
                <p14:nvPr/>
              </p14:nvContentPartPr>
              <p14:xfrm>
                <a:off x="5433048" y="6453864"/>
                <a:ext cx="123120" cy="225360"/>
              </p14:xfrm>
            </p:contentPart>
          </mc:Choice>
          <mc:Fallback xmlns=""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0280690D-2EB0-E035-80A4-3D284147A1F5}"/>
                    </a:ext>
                  </a:extLst>
                </p:cNvPr>
                <p:cNvPicPr/>
                <p:nvPr/>
              </p:nvPicPr>
              <p:blipFill>
                <a:blip r:embed="rId610"/>
                <a:stretch>
                  <a:fillRect/>
                </a:stretch>
              </p:blipFill>
              <p:spPr>
                <a:xfrm>
                  <a:off x="5424408" y="6445224"/>
                  <a:ext cx="14076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1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2865F112-AA07-4E95-3518-83E80D88B787}"/>
                    </a:ext>
                  </a:extLst>
                </p14:cNvPr>
                <p14:cNvContentPartPr/>
                <p14:nvPr/>
              </p14:nvContentPartPr>
              <p14:xfrm>
                <a:off x="5611608" y="6523344"/>
                <a:ext cx="33120" cy="63360"/>
              </p14:xfrm>
            </p:contentPart>
          </mc:Choice>
          <mc:Fallback xmlns=""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2865F112-AA07-4E95-3518-83E80D88B787}"/>
                    </a:ext>
                  </a:extLst>
                </p:cNvPr>
                <p:cNvPicPr/>
                <p:nvPr/>
              </p:nvPicPr>
              <p:blipFill>
                <a:blip r:embed="rId612"/>
                <a:stretch>
                  <a:fillRect/>
                </a:stretch>
              </p:blipFill>
              <p:spPr>
                <a:xfrm>
                  <a:off x="5602608" y="6514704"/>
                  <a:ext cx="5076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3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AAFB87CB-B9F6-5AF4-1A1F-7A1961BB8F6A}"/>
                    </a:ext>
                  </a:extLst>
                </p14:cNvPr>
                <p14:cNvContentPartPr/>
                <p14:nvPr/>
              </p14:nvContentPartPr>
              <p14:xfrm>
                <a:off x="5653368" y="6431184"/>
                <a:ext cx="8640" cy="48240"/>
              </p14:xfrm>
            </p:contentPart>
          </mc:Choice>
          <mc:Fallback xmlns=""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AAFB87CB-B9F6-5AF4-1A1F-7A1961BB8F6A}"/>
                    </a:ext>
                  </a:extLst>
                </p:cNvPr>
                <p:cNvPicPr/>
                <p:nvPr/>
              </p:nvPicPr>
              <p:blipFill>
                <a:blip r:embed="rId614"/>
                <a:stretch>
                  <a:fillRect/>
                </a:stretch>
              </p:blipFill>
              <p:spPr>
                <a:xfrm>
                  <a:off x="5644368" y="6422544"/>
                  <a:ext cx="2628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5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B2AC4420-D5A3-6F20-20FF-A930B475D28B}"/>
                    </a:ext>
                  </a:extLst>
                </p14:cNvPr>
                <p14:cNvContentPartPr/>
                <p14:nvPr/>
              </p14:nvContentPartPr>
              <p14:xfrm>
                <a:off x="5721408" y="6493824"/>
                <a:ext cx="183240" cy="273240"/>
              </p14:xfrm>
            </p:contentPart>
          </mc:Choice>
          <mc:Fallback xmlns=""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B2AC4420-D5A3-6F20-20FF-A930B475D28B}"/>
                    </a:ext>
                  </a:extLst>
                </p:cNvPr>
                <p:cNvPicPr/>
                <p:nvPr/>
              </p:nvPicPr>
              <p:blipFill>
                <a:blip r:embed="rId616"/>
                <a:stretch>
                  <a:fillRect/>
                </a:stretch>
              </p:blipFill>
              <p:spPr>
                <a:xfrm>
                  <a:off x="5712408" y="6485184"/>
                  <a:ext cx="20088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7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76D6E5CA-9C33-5505-D505-10F06D6DEE4A}"/>
                    </a:ext>
                  </a:extLst>
                </p14:cNvPr>
                <p14:cNvContentPartPr/>
                <p14:nvPr/>
              </p14:nvContentPartPr>
              <p14:xfrm>
                <a:off x="5948208" y="6622344"/>
                <a:ext cx="63720" cy="98640"/>
              </p14:xfrm>
            </p:contentPart>
          </mc:Choice>
          <mc:Fallback xmlns=""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76D6E5CA-9C33-5505-D505-10F06D6DEE4A}"/>
                    </a:ext>
                  </a:extLst>
                </p:cNvPr>
                <p:cNvPicPr/>
                <p:nvPr/>
              </p:nvPicPr>
              <p:blipFill>
                <a:blip r:embed="rId618"/>
                <a:stretch>
                  <a:fillRect/>
                </a:stretch>
              </p:blipFill>
              <p:spPr>
                <a:xfrm>
                  <a:off x="5939208" y="6613344"/>
                  <a:ext cx="81360" cy="11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4" name="Group 463">
            <a:extLst>
              <a:ext uri="{FF2B5EF4-FFF2-40B4-BE49-F238E27FC236}">
                <a16:creationId xmlns:a16="http://schemas.microsoft.com/office/drawing/2014/main" id="{4A87AE3A-ACD5-FA46-42E4-43FDCBAD024B}"/>
              </a:ext>
            </a:extLst>
          </p:cNvPr>
          <p:cNvGrpSpPr/>
          <p:nvPr/>
        </p:nvGrpSpPr>
        <p:grpSpPr>
          <a:xfrm>
            <a:off x="6393888" y="6447384"/>
            <a:ext cx="762840" cy="245880"/>
            <a:chOff x="6393888" y="6447384"/>
            <a:chExt cx="762840" cy="24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9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E251B8F4-147B-13C7-4007-D89EC1AA1F8D}"/>
                    </a:ext>
                  </a:extLst>
                </p14:cNvPr>
                <p14:cNvContentPartPr/>
                <p14:nvPr/>
              </p14:nvContentPartPr>
              <p14:xfrm>
                <a:off x="6393888" y="6447384"/>
                <a:ext cx="197280" cy="245880"/>
              </p14:xfrm>
            </p:contentPart>
          </mc:Choice>
          <mc:Fallback xmlns=""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E251B8F4-147B-13C7-4007-D89EC1AA1F8D}"/>
                    </a:ext>
                  </a:extLst>
                </p:cNvPr>
                <p:cNvPicPr/>
                <p:nvPr/>
              </p:nvPicPr>
              <p:blipFill>
                <a:blip r:embed="rId620"/>
                <a:stretch>
                  <a:fillRect/>
                </a:stretch>
              </p:blipFill>
              <p:spPr>
                <a:xfrm>
                  <a:off x="6385248" y="6438744"/>
                  <a:ext cx="21492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1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E9DDCBD6-7004-EE14-459B-CE3DBBF6B87C}"/>
                    </a:ext>
                  </a:extLst>
                </p14:cNvPr>
                <p14:cNvContentPartPr/>
                <p14:nvPr/>
              </p14:nvContentPartPr>
              <p14:xfrm>
                <a:off x="6625008" y="6467544"/>
                <a:ext cx="399240" cy="146520"/>
              </p14:xfrm>
            </p:contentPart>
          </mc:Choice>
          <mc:Fallback xmlns=""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E9DDCBD6-7004-EE14-459B-CE3DBBF6B87C}"/>
                    </a:ext>
                  </a:extLst>
                </p:cNvPr>
                <p:cNvPicPr/>
                <p:nvPr/>
              </p:nvPicPr>
              <p:blipFill>
                <a:blip r:embed="rId622"/>
                <a:stretch>
                  <a:fillRect/>
                </a:stretch>
              </p:blipFill>
              <p:spPr>
                <a:xfrm>
                  <a:off x="6616368" y="6458544"/>
                  <a:ext cx="4168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3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358B15BB-FC90-00BD-011F-0859EBCA1AF1}"/>
                    </a:ext>
                  </a:extLst>
                </p14:cNvPr>
                <p14:cNvContentPartPr/>
                <p14:nvPr/>
              </p14:nvContentPartPr>
              <p14:xfrm>
                <a:off x="7067088" y="6532704"/>
                <a:ext cx="89640" cy="60120"/>
              </p14:xfrm>
            </p:contentPart>
          </mc:Choice>
          <mc:Fallback xmlns=""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358B15BB-FC90-00BD-011F-0859EBCA1AF1}"/>
                    </a:ext>
                  </a:extLst>
                </p:cNvPr>
                <p:cNvPicPr/>
                <p:nvPr/>
              </p:nvPicPr>
              <p:blipFill>
                <a:blip r:embed="rId624"/>
                <a:stretch>
                  <a:fillRect/>
                </a:stretch>
              </p:blipFill>
              <p:spPr>
                <a:xfrm>
                  <a:off x="7058088" y="6524064"/>
                  <a:ext cx="107280" cy="7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7" name="Group 476">
            <a:extLst>
              <a:ext uri="{FF2B5EF4-FFF2-40B4-BE49-F238E27FC236}">
                <a16:creationId xmlns:a16="http://schemas.microsoft.com/office/drawing/2014/main" id="{72877701-F2A1-20F7-35C2-685F8D832980}"/>
              </a:ext>
            </a:extLst>
          </p:cNvPr>
          <p:cNvGrpSpPr/>
          <p:nvPr/>
        </p:nvGrpSpPr>
        <p:grpSpPr>
          <a:xfrm>
            <a:off x="7548048" y="6343344"/>
            <a:ext cx="2442600" cy="465840"/>
            <a:chOff x="7548048" y="6343344"/>
            <a:chExt cx="2442600" cy="46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5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2348E075-CCCB-8177-60E9-3C1FD0730E8F}"/>
                    </a:ext>
                  </a:extLst>
                </p14:cNvPr>
                <p14:cNvContentPartPr/>
                <p14:nvPr/>
              </p14:nvContentPartPr>
              <p14:xfrm>
                <a:off x="7548048" y="6500304"/>
                <a:ext cx="382680" cy="132480"/>
              </p14:xfrm>
            </p:contentPart>
          </mc:Choice>
          <mc:Fallback xmlns=""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2348E075-CCCB-8177-60E9-3C1FD0730E8F}"/>
                    </a:ext>
                  </a:extLst>
                </p:cNvPr>
                <p:cNvPicPr/>
                <p:nvPr/>
              </p:nvPicPr>
              <p:blipFill>
                <a:blip r:embed="rId626"/>
                <a:stretch>
                  <a:fillRect/>
                </a:stretch>
              </p:blipFill>
              <p:spPr>
                <a:xfrm>
                  <a:off x="7539048" y="6491304"/>
                  <a:ext cx="40032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7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4066991D-94F4-53A2-3B9D-E9B15C6A448D}"/>
                    </a:ext>
                  </a:extLst>
                </p14:cNvPr>
                <p14:cNvContentPartPr/>
                <p14:nvPr/>
              </p14:nvContentPartPr>
              <p14:xfrm>
                <a:off x="8023608" y="6514704"/>
                <a:ext cx="369000" cy="72000"/>
              </p14:xfrm>
            </p:contentPart>
          </mc:Choice>
          <mc:Fallback xmlns=""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4066991D-94F4-53A2-3B9D-E9B15C6A448D}"/>
                    </a:ext>
                  </a:extLst>
                </p:cNvPr>
                <p:cNvPicPr/>
                <p:nvPr/>
              </p:nvPicPr>
              <p:blipFill>
                <a:blip r:embed="rId628"/>
                <a:stretch>
                  <a:fillRect/>
                </a:stretch>
              </p:blipFill>
              <p:spPr>
                <a:xfrm>
                  <a:off x="8014968" y="6506064"/>
                  <a:ext cx="3866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9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24D88F7B-1868-30EB-6770-F4ED7E625454}"/>
                    </a:ext>
                  </a:extLst>
                </p14:cNvPr>
                <p14:cNvContentPartPr/>
                <p14:nvPr/>
              </p14:nvContentPartPr>
              <p14:xfrm>
                <a:off x="8461368" y="6512184"/>
                <a:ext cx="8640" cy="36360"/>
              </p14:xfrm>
            </p:contentPart>
          </mc:Choice>
          <mc:Fallback xmlns=""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24D88F7B-1868-30EB-6770-F4ED7E625454}"/>
                    </a:ext>
                  </a:extLst>
                </p:cNvPr>
                <p:cNvPicPr/>
                <p:nvPr/>
              </p:nvPicPr>
              <p:blipFill>
                <a:blip r:embed="rId630"/>
                <a:stretch>
                  <a:fillRect/>
                </a:stretch>
              </p:blipFill>
              <p:spPr>
                <a:xfrm>
                  <a:off x="8452368" y="6503544"/>
                  <a:ext cx="262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1">
              <p14:nvContentPartPr>
                <p14:cNvPr id="469" name="Ink 468">
                  <a:extLst>
                    <a:ext uri="{FF2B5EF4-FFF2-40B4-BE49-F238E27FC236}">
                      <a16:creationId xmlns:a16="http://schemas.microsoft.com/office/drawing/2014/main" id="{B9A3ABA6-00EC-B72E-6677-10B7B83593CC}"/>
                    </a:ext>
                  </a:extLst>
                </p14:cNvPr>
                <p14:cNvContentPartPr/>
                <p14:nvPr/>
              </p14:nvContentPartPr>
              <p14:xfrm>
                <a:off x="8468208" y="6431184"/>
                <a:ext cx="7920" cy="17640"/>
              </p14:xfrm>
            </p:contentPart>
          </mc:Choice>
          <mc:Fallback xmlns="">
            <p:pic>
              <p:nvPicPr>
                <p:cNvPr id="469" name="Ink 468">
                  <a:extLst>
                    <a:ext uri="{FF2B5EF4-FFF2-40B4-BE49-F238E27FC236}">
                      <a16:creationId xmlns:a16="http://schemas.microsoft.com/office/drawing/2014/main" id="{B9A3ABA6-00EC-B72E-6677-10B7B83593CC}"/>
                    </a:ext>
                  </a:extLst>
                </p:cNvPr>
                <p:cNvPicPr/>
                <p:nvPr/>
              </p:nvPicPr>
              <p:blipFill>
                <a:blip r:embed="rId632"/>
                <a:stretch>
                  <a:fillRect/>
                </a:stretch>
              </p:blipFill>
              <p:spPr>
                <a:xfrm>
                  <a:off x="8459568" y="6422544"/>
                  <a:ext cx="255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3">
              <p14:nvContentPartPr>
                <p14:cNvPr id="470" name="Ink 469">
                  <a:extLst>
                    <a:ext uri="{FF2B5EF4-FFF2-40B4-BE49-F238E27FC236}">
                      <a16:creationId xmlns:a16="http://schemas.microsoft.com/office/drawing/2014/main" id="{9D50E056-FE3E-5A02-58FB-CE3C56E9BEB4}"/>
                    </a:ext>
                  </a:extLst>
                </p14:cNvPr>
                <p14:cNvContentPartPr/>
                <p14:nvPr/>
              </p14:nvContentPartPr>
              <p14:xfrm>
                <a:off x="8531928" y="6380064"/>
                <a:ext cx="166320" cy="429120"/>
              </p14:xfrm>
            </p:contentPart>
          </mc:Choice>
          <mc:Fallback xmlns="">
            <p:pic>
              <p:nvPicPr>
                <p:cNvPr id="470" name="Ink 469">
                  <a:extLst>
                    <a:ext uri="{FF2B5EF4-FFF2-40B4-BE49-F238E27FC236}">
                      <a16:creationId xmlns:a16="http://schemas.microsoft.com/office/drawing/2014/main" id="{9D50E056-FE3E-5A02-58FB-CE3C56E9BEB4}"/>
                    </a:ext>
                  </a:extLst>
                </p:cNvPr>
                <p:cNvPicPr/>
                <p:nvPr/>
              </p:nvPicPr>
              <p:blipFill>
                <a:blip r:embed="rId634"/>
                <a:stretch>
                  <a:fillRect/>
                </a:stretch>
              </p:blipFill>
              <p:spPr>
                <a:xfrm>
                  <a:off x="8523288" y="6371424"/>
                  <a:ext cx="183960" cy="44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5">
              <p14:nvContentPartPr>
                <p14:cNvPr id="471" name="Ink 470">
                  <a:extLst>
                    <a:ext uri="{FF2B5EF4-FFF2-40B4-BE49-F238E27FC236}">
                      <a16:creationId xmlns:a16="http://schemas.microsoft.com/office/drawing/2014/main" id="{7AEC8B23-60A2-1D07-EA18-86DACE79C87E}"/>
                    </a:ext>
                  </a:extLst>
                </p14:cNvPr>
                <p14:cNvContentPartPr/>
                <p14:nvPr/>
              </p14:nvContentPartPr>
              <p14:xfrm>
                <a:off x="8689608" y="6403104"/>
                <a:ext cx="149040" cy="48240"/>
              </p14:xfrm>
            </p:contentPart>
          </mc:Choice>
          <mc:Fallback xmlns="">
            <p:pic>
              <p:nvPicPr>
                <p:cNvPr id="471" name="Ink 470">
                  <a:extLst>
                    <a:ext uri="{FF2B5EF4-FFF2-40B4-BE49-F238E27FC236}">
                      <a16:creationId xmlns:a16="http://schemas.microsoft.com/office/drawing/2014/main" id="{7AEC8B23-60A2-1D07-EA18-86DACE79C87E}"/>
                    </a:ext>
                  </a:extLst>
                </p:cNvPr>
                <p:cNvPicPr/>
                <p:nvPr/>
              </p:nvPicPr>
              <p:blipFill>
                <a:blip r:embed="rId636"/>
                <a:stretch>
                  <a:fillRect/>
                </a:stretch>
              </p:blipFill>
              <p:spPr>
                <a:xfrm>
                  <a:off x="8680968" y="6394464"/>
                  <a:ext cx="16668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7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84C20D05-683A-4658-A182-AD74A4F483C8}"/>
                    </a:ext>
                  </a:extLst>
                </p14:cNvPr>
                <p14:cNvContentPartPr/>
                <p14:nvPr/>
              </p14:nvContentPartPr>
              <p14:xfrm>
                <a:off x="9016128" y="6343344"/>
                <a:ext cx="131760" cy="369000"/>
              </p14:xfrm>
            </p:contentPart>
          </mc:Choice>
          <mc:Fallback xmlns=""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84C20D05-683A-4658-A182-AD74A4F483C8}"/>
                    </a:ext>
                  </a:extLst>
                </p:cNvPr>
                <p:cNvPicPr/>
                <p:nvPr/>
              </p:nvPicPr>
              <p:blipFill>
                <a:blip r:embed="rId638"/>
                <a:stretch>
                  <a:fillRect/>
                </a:stretch>
              </p:blipFill>
              <p:spPr>
                <a:xfrm>
                  <a:off x="9007488" y="6334704"/>
                  <a:ext cx="14940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9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A6215B50-0BB8-6748-398E-0C2BEA0615AC}"/>
                    </a:ext>
                  </a:extLst>
                </p14:cNvPr>
                <p14:cNvContentPartPr/>
                <p14:nvPr/>
              </p14:nvContentPartPr>
              <p14:xfrm>
                <a:off x="9280008" y="6454944"/>
                <a:ext cx="235800" cy="111600"/>
              </p14:xfrm>
            </p:contentPart>
          </mc:Choice>
          <mc:Fallback xmlns=""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A6215B50-0BB8-6748-398E-0C2BEA0615AC}"/>
                    </a:ext>
                  </a:extLst>
                </p:cNvPr>
                <p:cNvPicPr/>
                <p:nvPr/>
              </p:nvPicPr>
              <p:blipFill>
                <a:blip r:embed="rId640"/>
                <a:stretch>
                  <a:fillRect/>
                </a:stretch>
              </p:blipFill>
              <p:spPr>
                <a:xfrm>
                  <a:off x="9271008" y="6446304"/>
                  <a:ext cx="2534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1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7275D5E8-084B-CC88-8BE2-80C306F2EA4B}"/>
                    </a:ext>
                  </a:extLst>
                </p14:cNvPr>
                <p14:cNvContentPartPr/>
                <p14:nvPr/>
              </p14:nvContentPartPr>
              <p14:xfrm>
                <a:off x="9588528" y="6472944"/>
                <a:ext cx="244080" cy="60840"/>
              </p14:xfrm>
            </p:contentPart>
          </mc:Choice>
          <mc:Fallback xmlns=""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7275D5E8-084B-CC88-8BE2-80C306F2EA4B}"/>
                    </a:ext>
                  </a:extLst>
                </p:cNvPr>
                <p:cNvPicPr/>
                <p:nvPr/>
              </p:nvPicPr>
              <p:blipFill>
                <a:blip r:embed="rId642"/>
                <a:stretch>
                  <a:fillRect/>
                </a:stretch>
              </p:blipFill>
              <p:spPr>
                <a:xfrm>
                  <a:off x="9579888" y="6463944"/>
                  <a:ext cx="26172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3">
              <p14:nvContentPartPr>
                <p14:cNvPr id="476" name="Ink 475">
                  <a:extLst>
                    <a:ext uri="{FF2B5EF4-FFF2-40B4-BE49-F238E27FC236}">
                      <a16:creationId xmlns:a16="http://schemas.microsoft.com/office/drawing/2014/main" id="{20966F14-1D75-DC4E-26F7-623B588650C1}"/>
                    </a:ext>
                  </a:extLst>
                </p14:cNvPr>
                <p14:cNvContentPartPr/>
                <p14:nvPr/>
              </p14:nvContentPartPr>
              <p14:xfrm>
                <a:off x="9870408" y="6421104"/>
                <a:ext cx="120240" cy="133200"/>
              </p14:xfrm>
            </p:contentPart>
          </mc:Choice>
          <mc:Fallback xmlns="">
            <p:pic>
              <p:nvPicPr>
                <p:cNvPr id="476" name="Ink 475">
                  <a:extLst>
                    <a:ext uri="{FF2B5EF4-FFF2-40B4-BE49-F238E27FC236}">
                      <a16:creationId xmlns:a16="http://schemas.microsoft.com/office/drawing/2014/main" id="{20966F14-1D75-DC4E-26F7-623B588650C1}"/>
                    </a:ext>
                  </a:extLst>
                </p:cNvPr>
                <p:cNvPicPr/>
                <p:nvPr/>
              </p:nvPicPr>
              <p:blipFill>
                <a:blip r:embed="rId644"/>
                <a:stretch>
                  <a:fillRect/>
                </a:stretch>
              </p:blipFill>
              <p:spPr>
                <a:xfrm>
                  <a:off x="9861768" y="6412104"/>
                  <a:ext cx="137880" cy="15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9" name="Group 488">
            <a:extLst>
              <a:ext uri="{FF2B5EF4-FFF2-40B4-BE49-F238E27FC236}">
                <a16:creationId xmlns:a16="http://schemas.microsoft.com/office/drawing/2014/main" id="{17133FC4-503A-35D5-DBA5-4E458BDF8FF0}"/>
              </a:ext>
            </a:extLst>
          </p:cNvPr>
          <p:cNvGrpSpPr/>
          <p:nvPr/>
        </p:nvGrpSpPr>
        <p:grpSpPr>
          <a:xfrm>
            <a:off x="10082448" y="6288264"/>
            <a:ext cx="1915920" cy="451800"/>
            <a:chOff x="10082448" y="6288264"/>
            <a:chExt cx="1915920" cy="45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5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3E51656D-9E32-FD2B-24EB-A4F5CC61B80D}"/>
                    </a:ext>
                  </a:extLst>
                </p14:cNvPr>
                <p14:cNvContentPartPr/>
                <p14:nvPr/>
              </p14:nvContentPartPr>
              <p14:xfrm>
                <a:off x="10082448" y="6399504"/>
                <a:ext cx="302760" cy="168840"/>
              </p14:xfrm>
            </p:contentPart>
          </mc:Choice>
          <mc:Fallback xmlns=""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3E51656D-9E32-FD2B-24EB-A4F5CC61B80D}"/>
                    </a:ext>
                  </a:extLst>
                </p:cNvPr>
                <p:cNvPicPr/>
                <p:nvPr/>
              </p:nvPicPr>
              <p:blipFill>
                <a:blip r:embed="rId646"/>
                <a:stretch>
                  <a:fillRect/>
                </a:stretch>
              </p:blipFill>
              <p:spPr>
                <a:xfrm>
                  <a:off x="10073448" y="6390864"/>
                  <a:ext cx="32040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7">
              <p14:nvContentPartPr>
                <p14:cNvPr id="479" name="Ink 478">
                  <a:extLst>
                    <a:ext uri="{FF2B5EF4-FFF2-40B4-BE49-F238E27FC236}">
                      <a16:creationId xmlns:a16="http://schemas.microsoft.com/office/drawing/2014/main" id="{86A287C2-4B51-C55A-ED82-D6ABA41D8263}"/>
                    </a:ext>
                  </a:extLst>
                </p14:cNvPr>
                <p14:cNvContentPartPr/>
                <p14:nvPr/>
              </p14:nvContentPartPr>
              <p14:xfrm>
                <a:off x="10386648" y="6512544"/>
                <a:ext cx="125280" cy="227520"/>
              </p14:xfrm>
            </p:contentPart>
          </mc:Choice>
          <mc:Fallback xmlns="">
            <p:pic>
              <p:nvPicPr>
                <p:cNvPr id="479" name="Ink 478">
                  <a:extLst>
                    <a:ext uri="{FF2B5EF4-FFF2-40B4-BE49-F238E27FC236}">
                      <a16:creationId xmlns:a16="http://schemas.microsoft.com/office/drawing/2014/main" id="{86A287C2-4B51-C55A-ED82-D6ABA41D8263}"/>
                    </a:ext>
                  </a:extLst>
                </p:cNvPr>
                <p:cNvPicPr/>
                <p:nvPr/>
              </p:nvPicPr>
              <p:blipFill>
                <a:blip r:embed="rId648"/>
                <a:stretch>
                  <a:fillRect/>
                </a:stretch>
              </p:blipFill>
              <p:spPr>
                <a:xfrm>
                  <a:off x="10377648" y="6503544"/>
                  <a:ext cx="1429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9">
              <p14:nvContentPartPr>
                <p14:cNvPr id="480" name="Ink 479">
                  <a:extLst>
                    <a:ext uri="{FF2B5EF4-FFF2-40B4-BE49-F238E27FC236}">
                      <a16:creationId xmlns:a16="http://schemas.microsoft.com/office/drawing/2014/main" id="{3EDE9FBD-2DEC-5157-5F97-85F2EDA46596}"/>
                    </a:ext>
                  </a:extLst>
                </p14:cNvPr>
                <p14:cNvContentPartPr/>
                <p14:nvPr/>
              </p14:nvContentPartPr>
              <p14:xfrm>
                <a:off x="10367208" y="6438024"/>
                <a:ext cx="144000" cy="35280"/>
              </p14:xfrm>
            </p:contentPart>
          </mc:Choice>
          <mc:Fallback xmlns="">
            <p:pic>
              <p:nvPicPr>
                <p:cNvPr id="480" name="Ink 479">
                  <a:extLst>
                    <a:ext uri="{FF2B5EF4-FFF2-40B4-BE49-F238E27FC236}">
                      <a16:creationId xmlns:a16="http://schemas.microsoft.com/office/drawing/2014/main" id="{3EDE9FBD-2DEC-5157-5F97-85F2EDA46596}"/>
                    </a:ext>
                  </a:extLst>
                </p:cNvPr>
                <p:cNvPicPr/>
                <p:nvPr/>
              </p:nvPicPr>
              <p:blipFill>
                <a:blip r:embed="rId650"/>
                <a:stretch>
                  <a:fillRect/>
                </a:stretch>
              </p:blipFill>
              <p:spPr>
                <a:xfrm>
                  <a:off x="10358208" y="6429384"/>
                  <a:ext cx="1616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1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D99D3502-3C9E-DDE7-2BFA-D8BEE2C43CAE}"/>
                    </a:ext>
                  </a:extLst>
                </p14:cNvPr>
                <p14:cNvContentPartPr/>
                <p14:nvPr/>
              </p14:nvContentPartPr>
              <p14:xfrm>
                <a:off x="10687608" y="6498864"/>
                <a:ext cx="175680" cy="55440"/>
              </p14:xfrm>
            </p:contentPart>
          </mc:Choice>
          <mc:Fallback xmlns=""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D99D3502-3C9E-DDE7-2BFA-D8BEE2C43CAE}"/>
                    </a:ext>
                  </a:extLst>
                </p:cNvPr>
                <p:cNvPicPr/>
                <p:nvPr/>
              </p:nvPicPr>
              <p:blipFill>
                <a:blip r:embed="rId652"/>
                <a:stretch>
                  <a:fillRect/>
                </a:stretch>
              </p:blipFill>
              <p:spPr>
                <a:xfrm>
                  <a:off x="10678608" y="6490224"/>
                  <a:ext cx="19332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3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859842B0-B31B-7D2D-08A6-4833F7937C18}"/>
                    </a:ext>
                  </a:extLst>
                </p14:cNvPr>
                <p14:cNvContentPartPr/>
                <p14:nvPr/>
              </p14:nvContentPartPr>
              <p14:xfrm>
                <a:off x="11003688" y="6395184"/>
                <a:ext cx="297360" cy="291600"/>
              </p14:xfrm>
            </p:contentPart>
          </mc:Choice>
          <mc:Fallback xmlns=""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859842B0-B31B-7D2D-08A6-4833F7937C18}"/>
                    </a:ext>
                  </a:extLst>
                </p:cNvPr>
                <p:cNvPicPr/>
                <p:nvPr/>
              </p:nvPicPr>
              <p:blipFill>
                <a:blip r:embed="rId654"/>
                <a:stretch>
                  <a:fillRect/>
                </a:stretch>
              </p:blipFill>
              <p:spPr>
                <a:xfrm>
                  <a:off x="10994688" y="6386544"/>
                  <a:ext cx="31500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5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9F10CBD2-68B9-650B-9D04-B955E3777AB7}"/>
                    </a:ext>
                  </a:extLst>
                </p14:cNvPr>
                <p14:cNvContentPartPr/>
                <p14:nvPr/>
              </p14:nvContentPartPr>
              <p14:xfrm>
                <a:off x="11392488" y="6288264"/>
                <a:ext cx="67320" cy="209160"/>
              </p14:xfrm>
            </p:contentPart>
          </mc:Choice>
          <mc:Fallback xmlns=""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9F10CBD2-68B9-650B-9D04-B955E3777AB7}"/>
                    </a:ext>
                  </a:extLst>
                </p:cNvPr>
                <p:cNvPicPr/>
                <p:nvPr/>
              </p:nvPicPr>
              <p:blipFill>
                <a:blip r:embed="rId656"/>
                <a:stretch>
                  <a:fillRect/>
                </a:stretch>
              </p:blipFill>
              <p:spPr>
                <a:xfrm>
                  <a:off x="11383488" y="6279624"/>
                  <a:ext cx="8496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7">
              <p14:nvContentPartPr>
                <p14:cNvPr id="484" name="Ink 483">
                  <a:extLst>
                    <a:ext uri="{FF2B5EF4-FFF2-40B4-BE49-F238E27FC236}">
                      <a16:creationId xmlns:a16="http://schemas.microsoft.com/office/drawing/2014/main" id="{E1A9CE22-0AE7-341B-C17F-FD922558E702}"/>
                    </a:ext>
                  </a:extLst>
                </p14:cNvPr>
                <p14:cNvContentPartPr/>
                <p14:nvPr/>
              </p14:nvContentPartPr>
              <p14:xfrm>
                <a:off x="11481408" y="6445224"/>
                <a:ext cx="6120" cy="20160"/>
              </p14:xfrm>
            </p:contentPart>
          </mc:Choice>
          <mc:Fallback xmlns="">
            <p:pic>
              <p:nvPicPr>
                <p:cNvPr id="484" name="Ink 483">
                  <a:extLst>
                    <a:ext uri="{FF2B5EF4-FFF2-40B4-BE49-F238E27FC236}">
                      <a16:creationId xmlns:a16="http://schemas.microsoft.com/office/drawing/2014/main" id="{E1A9CE22-0AE7-341B-C17F-FD922558E702}"/>
                    </a:ext>
                  </a:extLst>
                </p:cNvPr>
                <p:cNvPicPr/>
                <p:nvPr/>
              </p:nvPicPr>
              <p:blipFill>
                <a:blip r:embed="rId658"/>
                <a:stretch>
                  <a:fillRect/>
                </a:stretch>
              </p:blipFill>
              <p:spPr>
                <a:xfrm>
                  <a:off x="11472768" y="6436224"/>
                  <a:ext cx="237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9">
              <p14:nvContentPartPr>
                <p14:cNvPr id="485" name="Ink 484">
                  <a:extLst>
                    <a:ext uri="{FF2B5EF4-FFF2-40B4-BE49-F238E27FC236}">
                      <a16:creationId xmlns:a16="http://schemas.microsoft.com/office/drawing/2014/main" id="{1F9FE079-1B9E-E53D-B0AD-3EEB343FE499}"/>
                    </a:ext>
                  </a:extLst>
                </p14:cNvPr>
                <p14:cNvContentPartPr/>
                <p14:nvPr/>
              </p14:nvContentPartPr>
              <p14:xfrm>
                <a:off x="11523528" y="6467184"/>
                <a:ext cx="29520" cy="39960"/>
              </p14:xfrm>
            </p:contentPart>
          </mc:Choice>
          <mc:Fallback xmlns="">
            <p:pic>
              <p:nvPicPr>
                <p:cNvPr id="485" name="Ink 484">
                  <a:extLst>
                    <a:ext uri="{FF2B5EF4-FFF2-40B4-BE49-F238E27FC236}">
                      <a16:creationId xmlns:a16="http://schemas.microsoft.com/office/drawing/2014/main" id="{1F9FE079-1B9E-E53D-B0AD-3EEB343FE499}"/>
                    </a:ext>
                  </a:extLst>
                </p:cNvPr>
                <p:cNvPicPr/>
                <p:nvPr/>
              </p:nvPicPr>
              <p:blipFill>
                <a:blip r:embed="rId660"/>
                <a:stretch>
                  <a:fillRect/>
                </a:stretch>
              </p:blipFill>
              <p:spPr>
                <a:xfrm>
                  <a:off x="11514888" y="6458184"/>
                  <a:ext cx="471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1">
              <p14:nvContentPartPr>
                <p14:cNvPr id="486" name="Ink 485">
                  <a:extLst>
                    <a:ext uri="{FF2B5EF4-FFF2-40B4-BE49-F238E27FC236}">
                      <a16:creationId xmlns:a16="http://schemas.microsoft.com/office/drawing/2014/main" id="{D3045BA6-B2B5-3F6E-9970-C38825C3F952}"/>
                    </a:ext>
                  </a:extLst>
                </p14:cNvPr>
                <p14:cNvContentPartPr/>
                <p14:nvPr/>
              </p14:nvContentPartPr>
              <p14:xfrm>
                <a:off x="11602008" y="6375744"/>
                <a:ext cx="330480" cy="122040"/>
              </p14:xfrm>
            </p:contentPart>
          </mc:Choice>
          <mc:Fallback xmlns="">
            <p:pic>
              <p:nvPicPr>
                <p:cNvPr id="486" name="Ink 485">
                  <a:extLst>
                    <a:ext uri="{FF2B5EF4-FFF2-40B4-BE49-F238E27FC236}">
                      <a16:creationId xmlns:a16="http://schemas.microsoft.com/office/drawing/2014/main" id="{D3045BA6-B2B5-3F6E-9970-C38825C3F952}"/>
                    </a:ext>
                  </a:extLst>
                </p:cNvPr>
                <p:cNvPicPr/>
                <p:nvPr/>
              </p:nvPicPr>
              <p:blipFill>
                <a:blip r:embed="rId662"/>
                <a:stretch>
                  <a:fillRect/>
                </a:stretch>
              </p:blipFill>
              <p:spPr>
                <a:xfrm>
                  <a:off x="11593368" y="6366744"/>
                  <a:ext cx="34812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3">
              <p14:nvContentPartPr>
                <p14:cNvPr id="487" name="Ink 486">
                  <a:extLst>
                    <a:ext uri="{FF2B5EF4-FFF2-40B4-BE49-F238E27FC236}">
                      <a16:creationId xmlns:a16="http://schemas.microsoft.com/office/drawing/2014/main" id="{51CC06A0-7252-0E09-7A2E-A15278E18C4B}"/>
                    </a:ext>
                  </a:extLst>
                </p14:cNvPr>
                <p14:cNvContentPartPr/>
                <p14:nvPr/>
              </p14:nvContentPartPr>
              <p14:xfrm>
                <a:off x="11644488" y="6346584"/>
                <a:ext cx="77040" cy="11880"/>
              </p14:xfrm>
            </p:contentPart>
          </mc:Choice>
          <mc:Fallback xmlns="">
            <p:pic>
              <p:nvPicPr>
                <p:cNvPr id="487" name="Ink 486">
                  <a:extLst>
                    <a:ext uri="{FF2B5EF4-FFF2-40B4-BE49-F238E27FC236}">
                      <a16:creationId xmlns:a16="http://schemas.microsoft.com/office/drawing/2014/main" id="{51CC06A0-7252-0E09-7A2E-A15278E18C4B}"/>
                    </a:ext>
                  </a:extLst>
                </p:cNvPr>
                <p:cNvPicPr/>
                <p:nvPr/>
              </p:nvPicPr>
              <p:blipFill>
                <a:blip r:embed="rId664"/>
                <a:stretch>
                  <a:fillRect/>
                </a:stretch>
              </p:blipFill>
              <p:spPr>
                <a:xfrm>
                  <a:off x="11635488" y="6337584"/>
                  <a:ext cx="946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5">
              <p14:nvContentPartPr>
                <p14:cNvPr id="488" name="Ink 487">
                  <a:extLst>
                    <a:ext uri="{FF2B5EF4-FFF2-40B4-BE49-F238E27FC236}">
                      <a16:creationId xmlns:a16="http://schemas.microsoft.com/office/drawing/2014/main" id="{0DB7FB13-918B-9DBF-49A3-2D88892F74C1}"/>
                    </a:ext>
                  </a:extLst>
                </p14:cNvPr>
                <p14:cNvContentPartPr/>
                <p14:nvPr/>
              </p14:nvContentPartPr>
              <p14:xfrm>
                <a:off x="11699928" y="6306264"/>
                <a:ext cx="298440" cy="378360"/>
              </p14:xfrm>
            </p:contentPart>
          </mc:Choice>
          <mc:Fallback xmlns="">
            <p:pic>
              <p:nvPicPr>
                <p:cNvPr id="488" name="Ink 487">
                  <a:extLst>
                    <a:ext uri="{FF2B5EF4-FFF2-40B4-BE49-F238E27FC236}">
                      <a16:creationId xmlns:a16="http://schemas.microsoft.com/office/drawing/2014/main" id="{0DB7FB13-918B-9DBF-49A3-2D88892F74C1}"/>
                    </a:ext>
                  </a:extLst>
                </p:cNvPr>
                <p:cNvPicPr/>
                <p:nvPr/>
              </p:nvPicPr>
              <p:blipFill>
                <a:blip r:embed="rId666"/>
                <a:stretch>
                  <a:fillRect/>
                </a:stretch>
              </p:blipFill>
              <p:spPr>
                <a:xfrm>
                  <a:off x="11691288" y="6297264"/>
                  <a:ext cx="316080" cy="396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334348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6078E-F8EC-8694-DE9C-165583D76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14:cNvPr>
              <p14:cNvContentPartPr/>
              <p14:nvPr/>
            </p14:nvContentPartPr>
            <p14:xfrm>
              <a:off x="9997848" y="1633824"/>
              <a:ext cx="3600" cy="10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87848" y="1620324"/>
                <a:ext cx="23200" cy="275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14:cNvPr>
              <p14:cNvContentPartPr/>
              <p14:nvPr/>
            </p14:nvContentPartPr>
            <p14:xfrm>
              <a:off x="10428408" y="2647584"/>
              <a:ext cx="28080" cy="324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419408" y="2638584"/>
                <a:ext cx="4572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14:cNvPr>
              <p14:cNvContentPartPr/>
              <p14:nvPr/>
            </p14:nvContentPartPr>
            <p14:xfrm>
              <a:off x="10763568" y="2771064"/>
              <a:ext cx="1800" cy="360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754568" y="2762064"/>
                <a:ext cx="1944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14:cNvPr>
              <p14:cNvContentPartPr/>
              <p14:nvPr/>
            </p14:nvContentPartPr>
            <p14:xfrm>
              <a:off x="3774888" y="6755904"/>
              <a:ext cx="360" cy="468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65888" y="6746904"/>
                <a:ext cx="18000" cy="2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838410A1-BA13-1760-FEBB-9BFCC49AF01D}"/>
              </a:ext>
            </a:extLst>
          </p:cNvPr>
          <p:cNvGrpSpPr/>
          <p:nvPr/>
        </p:nvGrpSpPr>
        <p:grpSpPr>
          <a:xfrm>
            <a:off x="7780248" y="322704"/>
            <a:ext cx="1606680" cy="420840"/>
            <a:chOff x="7780248" y="322704"/>
            <a:chExt cx="1606680" cy="42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67B8CF9-B919-5A17-0065-31A4F0D87FA6}"/>
                    </a:ext>
                  </a:extLst>
                </p14:cNvPr>
                <p14:cNvContentPartPr/>
                <p14:nvPr/>
              </p14:nvContentPartPr>
              <p14:xfrm>
                <a:off x="7780248" y="322704"/>
                <a:ext cx="966960" cy="4082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67B8CF9-B919-5A17-0065-31A4F0D87FA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771608" y="314064"/>
                  <a:ext cx="984600" cy="42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DBF4DCB-35F4-EBF0-BEAE-E5E37FDF78A9}"/>
                    </a:ext>
                  </a:extLst>
                </p14:cNvPr>
                <p14:cNvContentPartPr/>
                <p14:nvPr/>
              </p14:nvContentPartPr>
              <p14:xfrm>
                <a:off x="8802648" y="538704"/>
                <a:ext cx="2520" cy="86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DBF4DCB-35F4-EBF0-BEAE-E5E37FDF78A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793648" y="529704"/>
                  <a:ext cx="201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F57B931-3D15-46D3-FFAF-AF6CCCE39264}"/>
                    </a:ext>
                  </a:extLst>
                </p14:cNvPr>
                <p14:cNvContentPartPr/>
                <p14:nvPr/>
              </p14:nvContentPartPr>
              <p14:xfrm>
                <a:off x="8889408" y="549144"/>
                <a:ext cx="34200" cy="608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F57B931-3D15-46D3-FFAF-AF6CCCE3926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880408" y="540504"/>
                  <a:ext cx="518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2372339-6C74-C9F3-A8E0-A6AB455C055E}"/>
                    </a:ext>
                  </a:extLst>
                </p14:cNvPr>
                <p14:cNvContentPartPr/>
                <p14:nvPr/>
              </p14:nvContentPartPr>
              <p14:xfrm>
                <a:off x="8982648" y="547704"/>
                <a:ext cx="111960" cy="471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2372339-6C74-C9F3-A8E0-A6AB455C055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974008" y="538704"/>
                  <a:ext cx="12960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B245B2B-2969-86F0-FE91-BB434EE22BB7}"/>
                    </a:ext>
                  </a:extLst>
                </p14:cNvPr>
                <p14:cNvContentPartPr/>
                <p14:nvPr/>
              </p14:nvContentPartPr>
              <p14:xfrm>
                <a:off x="8965008" y="439344"/>
                <a:ext cx="31320" cy="7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B245B2B-2969-86F0-FE91-BB434EE22BB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956008" y="430704"/>
                  <a:ext cx="489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80C3767-AA4A-72F1-59A5-EAC2DC162A1A}"/>
                    </a:ext>
                  </a:extLst>
                </p14:cNvPr>
                <p14:cNvContentPartPr/>
                <p14:nvPr/>
              </p14:nvContentPartPr>
              <p14:xfrm>
                <a:off x="9195048" y="543744"/>
                <a:ext cx="74520" cy="1274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80C3767-AA4A-72F1-59A5-EAC2DC162A1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186048" y="534744"/>
                  <a:ext cx="9216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A68CEF0-7E9F-1F61-4B09-33A437380ABC}"/>
                    </a:ext>
                  </a:extLst>
                </p14:cNvPr>
                <p14:cNvContentPartPr/>
                <p14:nvPr/>
              </p14:nvContentPartPr>
              <p14:xfrm>
                <a:off x="9341208" y="639864"/>
                <a:ext cx="45720" cy="1036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A68CEF0-7E9F-1F61-4B09-33A437380AB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332208" y="631224"/>
                  <a:ext cx="63360" cy="12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06E5350-CEC0-2965-42B1-D5B122AA176D}"/>
              </a:ext>
            </a:extLst>
          </p:cNvPr>
          <p:cNvGrpSpPr/>
          <p:nvPr/>
        </p:nvGrpSpPr>
        <p:grpSpPr>
          <a:xfrm>
            <a:off x="9680688" y="386064"/>
            <a:ext cx="1171080" cy="253080"/>
            <a:chOff x="9680688" y="386064"/>
            <a:chExt cx="1171080" cy="25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85A81B6-92E5-26C7-8C6B-9E447B5700B0}"/>
                    </a:ext>
                  </a:extLst>
                </p14:cNvPr>
                <p14:cNvContentPartPr/>
                <p14:nvPr/>
              </p14:nvContentPartPr>
              <p14:xfrm>
                <a:off x="9680688" y="535104"/>
                <a:ext cx="532440" cy="1040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85A81B6-92E5-26C7-8C6B-9E447B5700B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672048" y="526104"/>
                  <a:ext cx="5500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5E7165E-B6BD-EE82-7707-6D63D88E37F2}"/>
                    </a:ext>
                  </a:extLst>
                </p14:cNvPr>
                <p14:cNvContentPartPr/>
                <p14:nvPr/>
              </p14:nvContentPartPr>
              <p14:xfrm>
                <a:off x="10316448" y="386064"/>
                <a:ext cx="535320" cy="2174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5E7165E-B6BD-EE82-7707-6D63D88E37F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307448" y="377064"/>
                  <a:ext cx="552960" cy="23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2B797A9-62D4-1DEB-28C7-4F54B7A4F7C9}"/>
              </a:ext>
            </a:extLst>
          </p:cNvPr>
          <p:cNvGrpSpPr/>
          <p:nvPr/>
        </p:nvGrpSpPr>
        <p:grpSpPr>
          <a:xfrm>
            <a:off x="11108088" y="423504"/>
            <a:ext cx="333000" cy="145080"/>
            <a:chOff x="11108088" y="423504"/>
            <a:chExt cx="333000" cy="14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557B240-DD7E-AA5B-80A0-702C5B63C990}"/>
                    </a:ext>
                  </a:extLst>
                </p14:cNvPr>
                <p14:cNvContentPartPr/>
                <p14:nvPr/>
              </p14:nvContentPartPr>
              <p14:xfrm>
                <a:off x="11108088" y="505944"/>
                <a:ext cx="360" cy="3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557B240-DD7E-AA5B-80A0-702C5B63C99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099448" y="497304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512E8C1-6537-0F82-AEEB-510036146399}"/>
                    </a:ext>
                  </a:extLst>
                </p14:cNvPr>
                <p14:cNvContentPartPr/>
                <p14:nvPr/>
              </p14:nvContentPartPr>
              <p14:xfrm>
                <a:off x="11233728" y="485064"/>
                <a:ext cx="41760" cy="835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512E8C1-6537-0F82-AEEB-51003614639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1225088" y="476064"/>
                  <a:ext cx="594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AFC2086-5FDA-EAB2-593F-196626363D7B}"/>
                    </a:ext>
                  </a:extLst>
                </p14:cNvPr>
                <p14:cNvContentPartPr/>
                <p14:nvPr/>
              </p14:nvContentPartPr>
              <p14:xfrm>
                <a:off x="11315448" y="423504"/>
                <a:ext cx="7920" cy="133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AFC2086-5FDA-EAB2-593F-196626363D7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1306808" y="414504"/>
                  <a:ext cx="255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AF794EC-8CAA-D096-41D6-25E7C39A0247}"/>
                    </a:ext>
                  </a:extLst>
                </p14:cNvPr>
                <p14:cNvContentPartPr/>
                <p14:nvPr/>
              </p14:nvContentPartPr>
              <p14:xfrm>
                <a:off x="11363688" y="500544"/>
                <a:ext cx="77400" cy="273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AF794EC-8CAA-D096-41D6-25E7C39A024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355048" y="491904"/>
                  <a:ext cx="95040" cy="45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FF89E022-B85E-48EB-741E-6A59A06C27CA}"/>
                  </a:ext>
                </a:extLst>
              </p14:cNvPr>
              <p14:cNvContentPartPr/>
              <p14:nvPr/>
            </p14:nvContentPartPr>
            <p14:xfrm>
              <a:off x="2429928" y="902304"/>
              <a:ext cx="2067120" cy="9252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FF89E022-B85E-48EB-741E-6A59A06C27CA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421288" y="893304"/>
                <a:ext cx="208476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8E2F0259-9C5A-9652-4408-69F83FBD6B5C}"/>
                  </a:ext>
                </a:extLst>
              </p14:cNvPr>
              <p14:cNvContentPartPr/>
              <p14:nvPr/>
            </p14:nvContentPartPr>
            <p14:xfrm>
              <a:off x="8801928" y="1554984"/>
              <a:ext cx="137160" cy="5580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8E2F0259-9C5A-9652-4408-69F83FBD6B5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792928" y="1546344"/>
                <a:ext cx="154800" cy="73440"/>
              </a:xfrm>
              <a:prstGeom prst="rect">
                <a:avLst/>
              </a:prstGeom>
            </p:spPr>
          </p:pic>
        </mc:Fallback>
      </mc:AlternateContent>
      <p:grpSp>
        <p:nvGrpSpPr>
          <p:cNvPr id="89" name="Group 88">
            <a:extLst>
              <a:ext uri="{FF2B5EF4-FFF2-40B4-BE49-F238E27FC236}">
                <a16:creationId xmlns:a16="http://schemas.microsoft.com/office/drawing/2014/main" id="{E84905D6-DD55-BB8F-F43F-C11B2CEA80FD}"/>
              </a:ext>
            </a:extLst>
          </p:cNvPr>
          <p:cNvGrpSpPr/>
          <p:nvPr/>
        </p:nvGrpSpPr>
        <p:grpSpPr>
          <a:xfrm>
            <a:off x="9322128" y="1294704"/>
            <a:ext cx="2064240" cy="319320"/>
            <a:chOff x="9322128" y="1294704"/>
            <a:chExt cx="2064240" cy="31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17FE1C8-BFA0-218F-A40A-4635902AB5FA}"/>
                    </a:ext>
                  </a:extLst>
                </p14:cNvPr>
                <p14:cNvContentPartPr/>
                <p14:nvPr/>
              </p14:nvContentPartPr>
              <p14:xfrm>
                <a:off x="9322128" y="1397664"/>
                <a:ext cx="278640" cy="2163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17FE1C8-BFA0-218F-A40A-4635902AB5F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313128" y="1388664"/>
                  <a:ext cx="29628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8C06638B-92F9-CCAF-138A-841D4050E697}"/>
                    </a:ext>
                  </a:extLst>
                </p14:cNvPr>
                <p14:cNvContentPartPr/>
                <p14:nvPr/>
              </p14:nvContentPartPr>
              <p14:xfrm>
                <a:off x="9679248" y="1435464"/>
                <a:ext cx="513720" cy="1299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8C06638B-92F9-CCAF-138A-841D4050E69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670248" y="1426824"/>
                  <a:ext cx="53136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96DA375-F7CC-15C8-D9B5-3B59675F9AC8}"/>
                    </a:ext>
                  </a:extLst>
                </p14:cNvPr>
                <p14:cNvContentPartPr/>
                <p14:nvPr/>
              </p14:nvContentPartPr>
              <p14:xfrm>
                <a:off x="10309608" y="1477584"/>
                <a:ext cx="51840" cy="309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96DA375-F7CC-15C8-D9B5-3B59675F9AC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300968" y="1468944"/>
                  <a:ext cx="6948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2C8DBDDA-C29A-6AD1-F967-705D2479BE55}"/>
                    </a:ext>
                  </a:extLst>
                </p14:cNvPr>
                <p14:cNvContentPartPr/>
                <p14:nvPr/>
              </p14:nvContentPartPr>
              <p14:xfrm>
                <a:off x="10611648" y="1294704"/>
                <a:ext cx="701280" cy="2581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2C8DBDDA-C29A-6AD1-F967-705D2479BE5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602648" y="1286064"/>
                  <a:ext cx="71892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A03B6ED-9D10-955B-7F99-C192AF1BE9AC}"/>
                    </a:ext>
                  </a:extLst>
                </p14:cNvPr>
                <p14:cNvContentPartPr/>
                <p14:nvPr/>
              </p14:nvContentPartPr>
              <p14:xfrm>
                <a:off x="11303928" y="1472184"/>
                <a:ext cx="82440" cy="140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A03B6ED-9D10-955B-7F99-C192AF1BE9A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1295288" y="1463544"/>
                  <a:ext cx="100080" cy="3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FEB01480-F68F-61B9-B99F-5C7BCA9ABA14}"/>
              </a:ext>
            </a:extLst>
          </p:cNvPr>
          <p:cNvGrpSpPr/>
          <p:nvPr/>
        </p:nvGrpSpPr>
        <p:grpSpPr>
          <a:xfrm>
            <a:off x="482328" y="420264"/>
            <a:ext cx="7882200" cy="2187720"/>
            <a:chOff x="482328" y="420264"/>
            <a:chExt cx="7882200" cy="218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40F70AB-A06D-54C5-40AE-51358D040825}"/>
                    </a:ext>
                  </a:extLst>
                </p14:cNvPr>
                <p14:cNvContentPartPr/>
                <p14:nvPr/>
              </p14:nvContentPartPr>
              <p14:xfrm>
                <a:off x="6287688" y="511344"/>
                <a:ext cx="298800" cy="2379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40F70AB-A06D-54C5-40AE-51358D04082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278688" y="502344"/>
                  <a:ext cx="31644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D4919F0-A913-3BA5-5398-EC61F1194D53}"/>
                    </a:ext>
                  </a:extLst>
                </p14:cNvPr>
                <p14:cNvContentPartPr/>
                <p14:nvPr/>
              </p14:nvContentPartPr>
              <p14:xfrm>
                <a:off x="6641928" y="524304"/>
                <a:ext cx="484920" cy="162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D4919F0-A913-3BA5-5398-EC61F1194D5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632928" y="515304"/>
                  <a:ext cx="5025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D1C9AFC-460C-9A7B-504F-FE3BB12CE17D}"/>
                    </a:ext>
                  </a:extLst>
                </p14:cNvPr>
                <p14:cNvContentPartPr/>
                <p14:nvPr/>
              </p14:nvContentPartPr>
              <p14:xfrm>
                <a:off x="7240608" y="589464"/>
                <a:ext cx="88560" cy="486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D1C9AFC-460C-9A7B-504F-FE3BB12CE17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231968" y="580824"/>
                  <a:ext cx="1062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54A49C3-A809-0C31-6477-DB63046C7987}"/>
                    </a:ext>
                  </a:extLst>
                </p14:cNvPr>
                <p14:cNvContentPartPr/>
                <p14:nvPr/>
              </p14:nvContentPartPr>
              <p14:xfrm>
                <a:off x="678528" y="718704"/>
                <a:ext cx="455400" cy="1558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54A49C3-A809-0C31-6477-DB63046C798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69888" y="710064"/>
                  <a:ext cx="47304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7D3AA5F-2335-5ADE-C0C7-815EEEF06B55}"/>
                    </a:ext>
                  </a:extLst>
                </p14:cNvPr>
                <p14:cNvContentPartPr/>
                <p14:nvPr/>
              </p14:nvContentPartPr>
              <p14:xfrm>
                <a:off x="1215648" y="596304"/>
                <a:ext cx="102240" cy="2059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7D3AA5F-2335-5ADE-C0C7-815EEEF06B5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206648" y="587304"/>
                  <a:ext cx="11988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0C0E458-A8C4-D926-513B-2186F9E359C4}"/>
                    </a:ext>
                  </a:extLst>
                </p14:cNvPr>
                <p14:cNvContentPartPr/>
                <p14:nvPr/>
              </p14:nvContentPartPr>
              <p14:xfrm>
                <a:off x="5407848" y="420264"/>
                <a:ext cx="194040" cy="4402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0C0E458-A8C4-D926-513B-2186F9E359C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398848" y="411264"/>
                  <a:ext cx="211680" cy="45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44184E8-EFD0-CC8E-1964-1660A0CB5A59}"/>
                    </a:ext>
                  </a:extLst>
                </p14:cNvPr>
                <p14:cNvContentPartPr/>
                <p14:nvPr/>
              </p14:nvContentPartPr>
              <p14:xfrm>
                <a:off x="5429448" y="614304"/>
                <a:ext cx="439200" cy="1040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44184E8-EFD0-CC8E-1964-1660A0CB5A5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420448" y="605304"/>
                  <a:ext cx="45684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D3690CF-ED31-C181-EE62-005625AEB998}"/>
                    </a:ext>
                  </a:extLst>
                </p14:cNvPr>
                <p14:cNvContentPartPr/>
                <p14:nvPr/>
              </p14:nvContentPartPr>
              <p14:xfrm>
                <a:off x="1768248" y="562104"/>
                <a:ext cx="394920" cy="4093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D3690CF-ED31-C181-EE62-005625AEB99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759248" y="553464"/>
                  <a:ext cx="412560" cy="42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452AEAD-137D-2A28-F199-23EB4939591F}"/>
                    </a:ext>
                  </a:extLst>
                </p14:cNvPr>
                <p14:cNvContentPartPr/>
                <p14:nvPr/>
              </p14:nvContentPartPr>
              <p14:xfrm>
                <a:off x="2171088" y="742824"/>
                <a:ext cx="420840" cy="820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452AEAD-137D-2A28-F199-23EB4939591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162448" y="734184"/>
                  <a:ext cx="43848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AB704F9-2C6A-F931-99E0-37769EFF26F8}"/>
                    </a:ext>
                  </a:extLst>
                </p14:cNvPr>
                <p14:cNvContentPartPr/>
                <p14:nvPr/>
              </p14:nvContentPartPr>
              <p14:xfrm>
                <a:off x="2081088" y="594504"/>
                <a:ext cx="257040" cy="781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AB704F9-2C6A-F931-99E0-37769EFF26F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072448" y="585504"/>
                  <a:ext cx="27468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7F2284D-9455-187D-80D9-A4C534F8B797}"/>
                    </a:ext>
                  </a:extLst>
                </p14:cNvPr>
                <p14:cNvContentPartPr/>
                <p14:nvPr/>
              </p14:nvContentPartPr>
              <p14:xfrm>
                <a:off x="2684088" y="534744"/>
                <a:ext cx="155520" cy="5536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7F2284D-9455-187D-80D9-A4C534F8B79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675088" y="526104"/>
                  <a:ext cx="173160" cy="57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785CFA4-22CA-362E-BDEB-4C2425105426}"/>
                    </a:ext>
                  </a:extLst>
                </p14:cNvPr>
                <p14:cNvContentPartPr/>
                <p14:nvPr/>
              </p14:nvContentPartPr>
              <p14:xfrm>
                <a:off x="2594088" y="733824"/>
                <a:ext cx="312480" cy="1080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785CFA4-22CA-362E-BDEB-4C242510542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585088" y="725184"/>
                  <a:ext cx="33012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9A96A02-4BFC-8557-8173-CAF14BC7FD6B}"/>
                    </a:ext>
                  </a:extLst>
                </p14:cNvPr>
                <p14:cNvContentPartPr/>
                <p14:nvPr/>
              </p14:nvContentPartPr>
              <p14:xfrm>
                <a:off x="2960928" y="705384"/>
                <a:ext cx="288000" cy="792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9A96A02-4BFC-8557-8173-CAF14BC7FD6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951928" y="696744"/>
                  <a:ext cx="30564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84D5856-59FC-59E4-4A9F-1BFEE62F2843}"/>
                    </a:ext>
                  </a:extLst>
                </p14:cNvPr>
                <p14:cNvContentPartPr/>
                <p14:nvPr/>
              </p14:nvContentPartPr>
              <p14:xfrm>
                <a:off x="3302208" y="485784"/>
                <a:ext cx="216000" cy="2786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84D5856-59FC-59E4-4A9F-1BFEE62F284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293208" y="476784"/>
                  <a:ext cx="23364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11E0AB9-794F-DC33-60E7-5148976D8405}"/>
                    </a:ext>
                  </a:extLst>
                </p14:cNvPr>
                <p14:cNvContentPartPr/>
                <p14:nvPr/>
              </p14:nvContentPartPr>
              <p14:xfrm>
                <a:off x="3545928" y="695304"/>
                <a:ext cx="6120" cy="133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11E0AB9-794F-DC33-60E7-5148976D840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537288" y="686664"/>
                  <a:ext cx="237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C11F7E4-8486-60E9-C398-54E6A20CC710}"/>
                    </a:ext>
                  </a:extLst>
                </p14:cNvPr>
                <p14:cNvContentPartPr/>
                <p14:nvPr/>
              </p14:nvContentPartPr>
              <p14:xfrm>
                <a:off x="3622608" y="678384"/>
                <a:ext cx="176040" cy="763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C11F7E4-8486-60E9-C398-54E6A20CC71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613608" y="669744"/>
                  <a:ext cx="19368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4A41160-25AD-4224-9D29-421CC48DC981}"/>
                    </a:ext>
                  </a:extLst>
                </p14:cNvPr>
                <p14:cNvContentPartPr/>
                <p14:nvPr/>
              </p14:nvContentPartPr>
              <p14:xfrm>
                <a:off x="3791448" y="597024"/>
                <a:ext cx="20160" cy="176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4A41160-25AD-4224-9D29-421CC48DC98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782448" y="588384"/>
                  <a:ext cx="378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AEC8C8B-6C52-D150-4F98-6166E2C122CD}"/>
                    </a:ext>
                  </a:extLst>
                </p14:cNvPr>
                <p14:cNvContentPartPr/>
                <p14:nvPr/>
              </p14:nvContentPartPr>
              <p14:xfrm>
                <a:off x="4157928" y="507024"/>
                <a:ext cx="929520" cy="3236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AEC8C8B-6C52-D150-4F98-6166E2C122C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149288" y="498024"/>
                  <a:ext cx="94716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F935D49-DBED-3892-575C-29A1670B3BFF}"/>
                    </a:ext>
                  </a:extLst>
                </p14:cNvPr>
                <p14:cNvContentPartPr/>
                <p14:nvPr/>
              </p14:nvContentPartPr>
              <p14:xfrm>
                <a:off x="1852128" y="1147824"/>
                <a:ext cx="43560" cy="3218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F935D49-DBED-3892-575C-29A1670B3BF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843488" y="1139184"/>
                  <a:ext cx="6120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37FC42D-5396-C9EE-9146-13F52FD7F7FC}"/>
                    </a:ext>
                  </a:extLst>
                </p14:cNvPr>
                <p14:cNvContentPartPr/>
                <p14:nvPr/>
              </p14:nvContentPartPr>
              <p14:xfrm>
                <a:off x="1765728" y="1065744"/>
                <a:ext cx="810000" cy="2977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37FC42D-5396-C9EE-9146-13F52FD7F7F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756728" y="1056744"/>
                  <a:ext cx="82764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F4F9CAA-81AF-4B46-59F4-6CF90A54B3AB}"/>
                    </a:ext>
                  </a:extLst>
                </p14:cNvPr>
                <p14:cNvContentPartPr/>
                <p14:nvPr/>
              </p14:nvContentPartPr>
              <p14:xfrm>
                <a:off x="2415888" y="1177344"/>
                <a:ext cx="55800" cy="208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F4F9CAA-81AF-4B46-59F4-6CF90A54B3A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407248" y="1168344"/>
                  <a:ext cx="734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1B134DF-6171-5E6C-7478-2156AF6E11D5}"/>
                    </a:ext>
                  </a:extLst>
                </p14:cNvPr>
                <p14:cNvContentPartPr/>
                <p14:nvPr/>
              </p14:nvContentPartPr>
              <p14:xfrm>
                <a:off x="2959848" y="1171224"/>
                <a:ext cx="111960" cy="1400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1B134DF-6171-5E6C-7478-2156AF6E11D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951208" y="1162584"/>
                  <a:ext cx="12960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E68C12E-E981-3D35-6E03-0807CC7EFC97}"/>
                    </a:ext>
                  </a:extLst>
                </p14:cNvPr>
                <p14:cNvContentPartPr/>
                <p14:nvPr/>
              </p14:nvContentPartPr>
              <p14:xfrm>
                <a:off x="3149208" y="1074744"/>
                <a:ext cx="422640" cy="4132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E68C12E-E981-3D35-6E03-0807CC7EFC9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140208" y="1066104"/>
                  <a:ext cx="440280" cy="43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A98A01E-BE5D-9B3D-9448-9757B753BBAE}"/>
                    </a:ext>
                  </a:extLst>
                </p14:cNvPr>
                <p14:cNvContentPartPr/>
                <p14:nvPr/>
              </p14:nvContentPartPr>
              <p14:xfrm>
                <a:off x="3363408" y="1105344"/>
                <a:ext cx="134640" cy="360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A98A01E-BE5D-9B3D-9448-9757B753BBA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354408" y="1096344"/>
                  <a:ext cx="15228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15D6B5F-827C-F4FE-1612-16A7B03A9E5C}"/>
                    </a:ext>
                  </a:extLst>
                </p14:cNvPr>
                <p14:cNvContentPartPr/>
                <p14:nvPr/>
              </p14:nvContentPartPr>
              <p14:xfrm>
                <a:off x="3878208" y="1300464"/>
                <a:ext cx="8280" cy="5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15D6B5F-827C-F4FE-1612-16A7B03A9E5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869568" y="1291824"/>
                  <a:ext cx="259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43A5E37-32FE-F691-68E3-9E2A7CF52730}"/>
                    </a:ext>
                  </a:extLst>
                </p14:cNvPr>
                <p14:cNvContentPartPr/>
                <p14:nvPr/>
              </p14:nvContentPartPr>
              <p14:xfrm>
                <a:off x="785808" y="1709064"/>
                <a:ext cx="23400" cy="3020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43A5E37-32FE-F691-68E3-9E2A7CF5273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76808" y="1700424"/>
                  <a:ext cx="4104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D971E1E-5FD8-ED64-6933-A77AD64CE49D}"/>
                    </a:ext>
                  </a:extLst>
                </p14:cNvPr>
                <p14:cNvContentPartPr/>
                <p14:nvPr/>
              </p14:nvContentPartPr>
              <p14:xfrm>
                <a:off x="482328" y="1627704"/>
                <a:ext cx="654480" cy="2070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D971E1E-5FD8-ED64-6933-A77AD64CE49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73328" y="1619064"/>
                  <a:ext cx="67212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F656FB6-A2E8-C8CD-B758-CECC23CB32F6}"/>
                    </a:ext>
                  </a:extLst>
                </p14:cNvPr>
                <p14:cNvContentPartPr/>
                <p14:nvPr/>
              </p14:nvContentPartPr>
              <p14:xfrm>
                <a:off x="1015848" y="1757304"/>
                <a:ext cx="192240" cy="1515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F656FB6-A2E8-C8CD-B758-CECC23CB32F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07208" y="1748304"/>
                  <a:ext cx="2098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876476E-F2AE-093C-8CD6-DF0C3492CD87}"/>
                    </a:ext>
                  </a:extLst>
                </p14:cNvPr>
                <p14:cNvContentPartPr/>
                <p14:nvPr/>
              </p14:nvContentPartPr>
              <p14:xfrm>
                <a:off x="1242648" y="1613304"/>
                <a:ext cx="706680" cy="4377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876476E-F2AE-093C-8CD6-DF0C3492CD8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234008" y="1604664"/>
                  <a:ext cx="724320" cy="45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3617EAF-5615-1D48-D900-8DBCD5EE73A0}"/>
                    </a:ext>
                  </a:extLst>
                </p14:cNvPr>
                <p14:cNvContentPartPr/>
                <p14:nvPr/>
              </p14:nvContentPartPr>
              <p14:xfrm>
                <a:off x="1974528" y="1728504"/>
                <a:ext cx="107640" cy="666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3617EAF-5615-1D48-D900-8DBCD5EE73A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965528" y="1719504"/>
                  <a:ext cx="12528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CB94D2F-227B-4232-43AB-F18DEA54A775}"/>
                    </a:ext>
                  </a:extLst>
                </p14:cNvPr>
                <p14:cNvContentPartPr/>
                <p14:nvPr/>
              </p14:nvContentPartPr>
              <p14:xfrm>
                <a:off x="2112408" y="1709784"/>
                <a:ext cx="170640" cy="676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CB94D2F-227B-4232-43AB-F18DEA54A77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103768" y="1701144"/>
                  <a:ext cx="1882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0015E44-1981-4237-8108-6B84F8E1F43E}"/>
                    </a:ext>
                  </a:extLst>
                </p14:cNvPr>
                <p14:cNvContentPartPr/>
                <p14:nvPr/>
              </p14:nvContentPartPr>
              <p14:xfrm>
                <a:off x="2341368" y="1553904"/>
                <a:ext cx="231480" cy="2196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0015E44-1981-4237-8108-6B84F8E1F43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332368" y="1544904"/>
                  <a:ext cx="24912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E4E23D1-7A45-C26A-678B-D3ECD7C7F8C3}"/>
                    </a:ext>
                  </a:extLst>
                </p14:cNvPr>
                <p14:cNvContentPartPr/>
                <p14:nvPr/>
              </p14:nvContentPartPr>
              <p14:xfrm>
                <a:off x="2594088" y="1723824"/>
                <a:ext cx="4320" cy="208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E4E23D1-7A45-C26A-678B-D3ECD7C7F8C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585088" y="1714824"/>
                  <a:ext cx="219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707ACE1-427F-363C-83DF-93A21B569AAB}"/>
                    </a:ext>
                  </a:extLst>
                </p14:cNvPr>
                <p14:cNvContentPartPr/>
                <p14:nvPr/>
              </p14:nvContentPartPr>
              <p14:xfrm>
                <a:off x="2643048" y="1715544"/>
                <a:ext cx="120960" cy="471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707ACE1-427F-363C-83DF-93A21B569AA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634408" y="1706544"/>
                  <a:ext cx="13860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A9F0E87-D39C-B537-478A-E5CD3399DD8B}"/>
                    </a:ext>
                  </a:extLst>
                </p14:cNvPr>
                <p14:cNvContentPartPr/>
                <p14:nvPr/>
              </p14:nvContentPartPr>
              <p14:xfrm>
                <a:off x="2769048" y="1641384"/>
                <a:ext cx="20880" cy="190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A9F0E87-D39C-B537-478A-E5CD3399DD8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760408" y="1632384"/>
                  <a:ext cx="385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20E57EB-9E97-79DB-EDBA-8691EBF9F405}"/>
                    </a:ext>
                  </a:extLst>
                </p14:cNvPr>
                <p14:cNvContentPartPr/>
                <p14:nvPr/>
              </p14:nvContentPartPr>
              <p14:xfrm>
                <a:off x="3033288" y="1635264"/>
                <a:ext cx="636480" cy="2228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20E57EB-9E97-79DB-EDBA-8691EBF9F405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024288" y="1626264"/>
                  <a:ext cx="65412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269C6CD-85ED-E9BF-EB4D-AEEDE928CED5}"/>
                    </a:ext>
                  </a:extLst>
                </p14:cNvPr>
                <p14:cNvContentPartPr/>
                <p14:nvPr/>
              </p14:nvContentPartPr>
              <p14:xfrm>
                <a:off x="4035168" y="1493064"/>
                <a:ext cx="650880" cy="3146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269C6CD-85ED-E9BF-EB4D-AEEDE928CED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026528" y="1484064"/>
                  <a:ext cx="66852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05DC434-B96C-E0D6-AF9F-88A144681133}"/>
                    </a:ext>
                  </a:extLst>
                </p14:cNvPr>
                <p14:cNvContentPartPr/>
                <p14:nvPr/>
              </p14:nvContentPartPr>
              <p14:xfrm>
                <a:off x="4217328" y="1583064"/>
                <a:ext cx="100440" cy="219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05DC434-B96C-E0D6-AF9F-88A14468113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208688" y="1574064"/>
                  <a:ext cx="1180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29E1971-6A82-A213-241C-71C70DA74401}"/>
                    </a:ext>
                  </a:extLst>
                </p14:cNvPr>
                <p14:cNvContentPartPr/>
                <p14:nvPr/>
              </p14:nvContentPartPr>
              <p14:xfrm>
                <a:off x="5218488" y="1573704"/>
                <a:ext cx="320040" cy="1170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29E1971-6A82-A213-241C-71C70DA7440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209488" y="1565064"/>
                  <a:ext cx="3376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93E93AD-6B8E-B478-8661-A15815822BC2}"/>
                    </a:ext>
                  </a:extLst>
                </p14:cNvPr>
                <p14:cNvContentPartPr/>
                <p14:nvPr/>
              </p14:nvContentPartPr>
              <p14:xfrm>
                <a:off x="5804928" y="1300824"/>
                <a:ext cx="443880" cy="3880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93E93AD-6B8E-B478-8661-A15815822BC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795928" y="1292184"/>
                  <a:ext cx="46152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1B29BF1-CD53-FDDA-19FC-F80CCB2630EB}"/>
                    </a:ext>
                  </a:extLst>
                </p14:cNvPr>
                <p14:cNvContentPartPr/>
                <p14:nvPr/>
              </p14:nvContentPartPr>
              <p14:xfrm>
                <a:off x="6336288" y="1583424"/>
                <a:ext cx="126720" cy="558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1B29BF1-CD53-FDDA-19FC-F80CCB2630E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327648" y="1574424"/>
                  <a:ext cx="1443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E954217-B6EE-8061-7275-376A900CE015}"/>
                    </a:ext>
                  </a:extLst>
                </p14:cNvPr>
                <p14:cNvContentPartPr/>
                <p14:nvPr/>
              </p14:nvContentPartPr>
              <p14:xfrm>
                <a:off x="6878448" y="1439064"/>
                <a:ext cx="26640" cy="2163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E954217-B6EE-8061-7275-376A900CE01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869808" y="1430424"/>
                  <a:ext cx="4428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974ACF4-3DBF-8C82-A8BD-6C1AC89FD968}"/>
                    </a:ext>
                  </a:extLst>
                </p14:cNvPr>
                <p14:cNvContentPartPr/>
                <p14:nvPr/>
              </p14:nvContentPartPr>
              <p14:xfrm>
                <a:off x="6763968" y="1512864"/>
                <a:ext cx="418680" cy="874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974ACF4-3DBF-8C82-A8BD-6C1AC89FD96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754968" y="1503864"/>
                  <a:ext cx="43632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3CDAD78-3A8C-14A1-4231-090241A62AA9}"/>
                    </a:ext>
                  </a:extLst>
                </p14:cNvPr>
                <p14:cNvContentPartPr/>
                <p14:nvPr/>
              </p14:nvContentPartPr>
              <p14:xfrm>
                <a:off x="7507728" y="1521504"/>
                <a:ext cx="274680" cy="1206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3CDAD78-3A8C-14A1-4231-090241A62AA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498728" y="1512504"/>
                  <a:ext cx="2923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805A203-8A95-A42E-7180-63D2D80B1650}"/>
                    </a:ext>
                  </a:extLst>
                </p14:cNvPr>
                <p14:cNvContentPartPr/>
                <p14:nvPr/>
              </p14:nvContentPartPr>
              <p14:xfrm>
                <a:off x="7855848" y="1437624"/>
                <a:ext cx="457200" cy="1972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805A203-8A95-A42E-7180-63D2D80B165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846848" y="1428624"/>
                  <a:ext cx="47484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FA271C3-C3F3-2A0A-F410-6DC43D360235}"/>
                    </a:ext>
                  </a:extLst>
                </p14:cNvPr>
                <p14:cNvContentPartPr/>
                <p14:nvPr/>
              </p14:nvContentPartPr>
              <p14:xfrm>
                <a:off x="8341848" y="1506384"/>
                <a:ext cx="22680" cy="86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FA271C3-C3F3-2A0A-F410-6DC43D360235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333208" y="1497384"/>
                  <a:ext cx="403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B1F829A-A5AF-FBED-15D8-505ED2FDF46A}"/>
                    </a:ext>
                  </a:extLst>
                </p14:cNvPr>
                <p14:cNvContentPartPr/>
                <p14:nvPr/>
              </p14:nvContentPartPr>
              <p14:xfrm>
                <a:off x="1014768" y="2072304"/>
                <a:ext cx="298440" cy="5356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B1F829A-A5AF-FBED-15D8-505ED2FDF46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06128" y="2063304"/>
                  <a:ext cx="316080" cy="55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6A19472-DA42-20A6-EA3D-882DF5691A19}"/>
                    </a:ext>
                  </a:extLst>
                </p14:cNvPr>
                <p14:cNvContentPartPr/>
                <p14:nvPr/>
              </p14:nvContentPartPr>
              <p14:xfrm>
                <a:off x="992448" y="2282544"/>
                <a:ext cx="653760" cy="2214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6A19472-DA42-20A6-EA3D-882DF5691A1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83808" y="2273904"/>
                  <a:ext cx="67140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B9128F4-6C53-DD57-6844-D3949A21A0C9}"/>
                    </a:ext>
                  </a:extLst>
                </p14:cNvPr>
                <p14:cNvContentPartPr/>
                <p14:nvPr/>
              </p14:nvContentPartPr>
              <p14:xfrm>
                <a:off x="2010888" y="2225664"/>
                <a:ext cx="122040" cy="378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B9128F4-6C53-DD57-6844-D3949A21A0C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002248" y="2216664"/>
                  <a:ext cx="1396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612E5646-C57C-393D-09B3-9102E30FB79A}"/>
                    </a:ext>
                  </a:extLst>
                </p14:cNvPr>
                <p14:cNvContentPartPr/>
                <p14:nvPr/>
              </p14:nvContentPartPr>
              <p14:xfrm>
                <a:off x="2355408" y="2193624"/>
                <a:ext cx="150840" cy="961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612E5646-C57C-393D-09B3-9102E30FB79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346768" y="2184984"/>
                  <a:ext cx="1684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20C3490-8B79-9FA6-6B22-3C29E78E1C39}"/>
                    </a:ext>
                  </a:extLst>
                </p14:cNvPr>
                <p14:cNvContentPartPr/>
                <p14:nvPr/>
              </p14:nvContentPartPr>
              <p14:xfrm>
                <a:off x="2609928" y="2063304"/>
                <a:ext cx="344160" cy="1807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20C3490-8B79-9FA6-6B22-3C29E78E1C3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601288" y="2054664"/>
                  <a:ext cx="361800" cy="19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DD2CB6A6-C953-B133-B5AE-0A0F1643F072}"/>
              </a:ext>
            </a:extLst>
          </p:cNvPr>
          <p:cNvGrpSpPr/>
          <p:nvPr/>
        </p:nvGrpSpPr>
        <p:grpSpPr>
          <a:xfrm>
            <a:off x="3314808" y="2096064"/>
            <a:ext cx="946440" cy="340560"/>
            <a:chOff x="3314808" y="2096064"/>
            <a:chExt cx="946440" cy="34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9B29D44-AB08-3F59-AB29-9DDF4C2DF619}"/>
                    </a:ext>
                  </a:extLst>
                </p14:cNvPr>
                <p14:cNvContentPartPr/>
                <p14:nvPr/>
              </p14:nvContentPartPr>
              <p14:xfrm>
                <a:off x="3314808" y="2096064"/>
                <a:ext cx="506160" cy="3045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9B29D44-AB08-3F59-AB29-9DDF4C2DF61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305808" y="2087424"/>
                  <a:ext cx="52380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4F246F04-1C2C-7265-FFCB-2BE6ECA8D2E6}"/>
                    </a:ext>
                  </a:extLst>
                </p14:cNvPr>
                <p14:cNvContentPartPr/>
                <p14:nvPr/>
              </p14:nvContentPartPr>
              <p14:xfrm>
                <a:off x="3909168" y="2096064"/>
                <a:ext cx="352080" cy="3405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4F246F04-1C2C-7265-FFCB-2BE6ECA8D2E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900528" y="2087424"/>
                  <a:ext cx="369720" cy="35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DCDFCF3C-B45A-7E2F-5E15-D0EF40251559}"/>
              </a:ext>
            </a:extLst>
          </p:cNvPr>
          <p:cNvGrpSpPr/>
          <p:nvPr/>
        </p:nvGrpSpPr>
        <p:grpSpPr>
          <a:xfrm>
            <a:off x="4631328" y="2026584"/>
            <a:ext cx="798480" cy="510840"/>
            <a:chOff x="4631328" y="2026584"/>
            <a:chExt cx="798480" cy="51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F6463EE-36B2-BC66-1CD8-88C65C79DBDA}"/>
                    </a:ext>
                  </a:extLst>
                </p14:cNvPr>
                <p14:cNvContentPartPr/>
                <p14:nvPr/>
              </p14:nvContentPartPr>
              <p14:xfrm>
                <a:off x="4631328" y="2080224"/>
                <a:ext cx="432000" cy="1296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F6463EE-36B2-BC66-1CD8-88C65C79DBDA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622688" y="2071584"/>
                  <a:ext cx="44964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FFA7E28-2C22-038D-7824-89E23C4457E4}"/>
                    </a:ext>
                  </a:extLst>
                </p14:cNvPr>
                <p14:cNvContentPartPr/>
                <p14:nvPr/>
              </p14:nvContentPartPr>
              <p14:xfrm>
                <a:off x="5060808" y="2026584"/>
                <a:ext cx="7560" cy="201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FFA7E28-2C22-038D-7824-89E23C4457E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052168" y="2017944"/>
                  <a:ext cx="252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EDEB8F0-843F-0745-94FA-ECD6A61F61F8}"/>
                    </a:ext>
                  </a:extLst>
                </p14:cNvPr>
                <p14:cNvContentPartPr/>
                <p14:nvPr/>
              </p14:nvContentPartPr>
              <p14:xfrm>
                <a:off x="5154408" y="2089944"/>
                <a:ext cx="275400" cy="4474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EDEB8F0-843F-0745-94FA-ECD6A61F61F8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145768" y="2081304"/>
                  <a:ext cx="293040" cy="465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0668141F-0453-BCE6-68B7-E75A6BA03BBB}"/>
                  </a:ext>
                </a:extLst>
              </p14:cNvPr>
              <p14:cNvContentPartPr/>
              <p14:nvPr/>
            </p14:nvContentPartPr>
            <p14:xfrm>
              <a:off x="5797728" y="1873584"/>
              <a:ext cx="621360" cy="36252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0668141F-0453-BCE6-68B7-E75A6BA03BBB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5788728" y="1864584"/>
                <a:ext cx="639000" cy="380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0" name="Group 109">
            <a:extLst>
              <a:ext uri="{FF2B5EF4-FFF2-40B4-BE49-F238E27FC236}">
                <a16:creationId xmlns:a16="http://schemas.microsoft.com/office/drawing/2014/main" id="{91AA1DD3-0F6B-63BE-D9ED-C22C93E30CC0}"/>
              </a:ext>
            </a:extLst>
          </p:cNvPr>
          <p:cNvGrpSpPr/>
          <p:nvPr/>
        </p:nvGrpSpPr>
        <p:grpSpPr>
          <a:xfrm>
            <a:off x="6746328" y="1861704"/>
            <a:ext cx="1278720" cy="482760"/>
            <a:chOff x="6746328" y="1861704"/>
            <a:chExt cx="1278720" cy="48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85482E94-DD49-8EAD-85BF-EB898F6C697F}"/>
                    </a:ext>
                  </a:extLst>
                </p14:cNvPr>
                <p14:cNvContentPartPr/>
                <p14:nvPr/>
              </p14:nvContentPartPr>
              <p14:xfrm>
                <a:off x="6746328" y="1861704"/>
                <a:ext cx="534600" cy="4827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85482E94-DD49-8EAD-85BF-EB898F6C697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737328" y="1852704"/>
                  <a:ext cx="552240" cy="50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EF4659D7-A2E0-CE83-988F-A2610259662F}"/>
                    </a:ext>
                  </a:extLst>
                </p14:cNvPr>
                <p14:cNvContentPartPr/>
                <p14:nvPr/>
              </p14:nvContentPartPr>
              <p14:xfrm>
                <a:off x="7277688" y="1885104"/>
                <a:ext cx="638280" cy="2325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EF4659D7-A2E0-CE83-988F-A2610259662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269048" y="1876464"/>
                  <a:ext cx="65592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952AE11E-6310-8072-FBE6-68E231FCF1D4}"/>
                    </a:ext>
                  </a:extLst>
                </p14:cNvPr>
                <p14:cNvContentPartPr/>
                <p14:nvPr/>
              </p14:nvContentPartPr>
              <p14:xfrm>
                <a:off x="7870608" y="1994184"/>
                <a:ext cx="154440" cy="291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952AE11E-6310-8072-FBE6-68E231FCF1D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861968" y="1985544"/>
                  <a:ext cx="172080" cy="4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932FFCC9-FB7A-D040-0BD1-812007E5B1B6}"/>
              </a:ext>
            </a:extLst>
          </p:cNvPr>
          <p:cNvGrpSpPr/>
          <p:nvPr/>
        </p:nvGrpSpPr>
        <p:grpSpPr>
          <a:xfrm>
            <a:off x="8469648" y="1876464"/>
            <a:ext cx="961200" cy="227160"/>
            <a:chOff x="8469648" y="1876464"/>
            <a:chExt cx="961200" cy="22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0103958-3515-78CF-A585-1E539EB9405E}"/>
                    </a:ext>
                  </a:extLst>
                </p14:cNvPr>
                <p14:cNvContentPartPr/>
                <p14:nvPr/>
              </p14:nvContentPartPr>
              <p14:xfrm>
                <a:off x="8469648" y="1876464"/>
                <a:ext cx="330480" cy="2271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0103958-3515-78CF-A585-1E539EB9405E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461008" y="1867824"/>
                  <a:ext cx="3481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FF169C9B-E3D9-3643-0A44-53612984BAF5}"/>
                    </a:ext>
                  </a:extLst>
                </p14:cNvPr>
                <p14:cNvContentPartPr/>
                <p14:nvPr/>
              </p14:nvContentPartPr>
              <p14:xfrm>
                <a:off x="8772048" y="1885824"/>
                <a:ext cx="515520" cy="1648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FF169C9B-E3D9-3643-0A44-53612984BAF5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763408" y="1877184"/>
                  <a:ext cx="53316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9D8755D4-E21C-DA2E-2D16-001818B481CB}"/>
                    </a:ext>
                  </a:extLst>
                </p14:cNvPr>
                <p14:cNvContentPartPr/>
                <p14:nvPr/>
              </p14:nvContentPartPr>
              <p14:xfrm>
                <a:off x="9327168" y="1945224"/>
                <a:ext cx="103680" cy="615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9D8755D4-E21C-DA2E-2D16-001818B481C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318168" y="1936584"/>
                  <a:ext cx="121320" cy="7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87DDC30D-7DBD-6818-612C-48991CF7FB59}"/>
              </a:ext>
            </a:extLst>
          </p:cNvPr>
          <p:cNvGrpSpPr/>
          <p:nvPr/>
        </p:nvGrpSpPr>
        <p:grpSpPr>
          <a:xfrm>
            <a:off x="9813888" y="1828944"/>
            <a:ext cx="949680" cy="246240"/>
            <a:chOff x="9813888" y="1828944"/>
            <a:chExt cx="949680" cy="24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EF9434A7-233B-61A1-0FBE-0CCB7CE5AEF5}"/>
                    </a:ext>
                  </a:extLst>
                </p14:cNvPr>
                <p14:cNvContentPartPr/>
                <p14:nvPr/>
              </p14:nvContentPartPr>
              <p14:xfrm>
                <a:off x="9813888" y="1828944"/>
                <a:ext cx="367920" cy="2462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F9434A7-233B-61A1-0FBE-0CCB7CE5AEF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804888" y="1819944"/>
                  <a:ext cx="38556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99F78CCC-C46E-DA49-7CFE-77AF7D9ABA20}"/>
                    </a:ext>
                  </a:extLst>
                </p14:cNvPr>
                <p14:cNvContentPartPr/>
                <p14:nvPr/>
              </p14:nvContentPartPr>
              <p14:xfrm>
                <a:off x="10224288" y="1881144"/>
                <a:ext cx="345240" cy="1450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99F78CCC-C46E-DA49-7CFE-77AF7D9ABA2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215648" y="1872504"/>
                  <a:ext cx="36288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B8E6BAF8-7752-1CE4-70A9-63266F26E689}"/>
                    </a:ext>
                  </a:extLst>
                </p14:cNvPr>
                <p14:cNvContentPartPr/>
                <p14:nvPr/>
              </p14:nvContentPartPr>
              <p14:xfrm>
                <a:off x="10529568" y="1927944"/>
                <a:ext cx="70920" cy="68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B8E6BAF8-7752-1CE4-70A9-63266F26E68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520568" y="1919304"/>
                  <a:ext cx="885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628432CB-5923-04AB-33DF-BA0E481E3D80}"/>
                    </a:ext>
                  </a:extLst>
                </p14:cNvPr>
                <p14:cNvContentPartPr/>
                <p14:nvPr/>
              </p14:nvContentPartPr>
              <p14:xfrm>
                <a:off x="10740168" y="2004264"/>
                <a:ext cx="23400" cy="216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628432CB-5923-04AB-33DF-BA0E481E3D80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731168" y="1995624"/>
                  <a:ext cx="4104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A8A40FF1-A2E0-7AB2-5474-98C05B2AF492}"/>
              </a:ext>
            </a:extLst>
          </p:cNvPr>
          <p:cNvGrpSpPr/>
          <p:nvPr/>
        </p:nvGrpSpPr>
        <p:grpSpPr>
          <a:xfrm>
            <a:off x="972288" y="2691504"/>
            <a:ext cx="710280" cy="405000"/>
            <a:chOff x="972288" y="2691504"/>
            <a:chExt cx="710280" cy="40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936F33E0-00CB-8FE2-A759-D175109D80A3}"/>
                    </a:ext>
                  </a:extLst>
                </p14:cNvPr>
                <p14:cNvContentPartPr/>
                <p14:nvPr/>
              </p14:nvContentPartPr>
              <p14:xfrm>
                <a:off x="1234008" y="2832624"/>
                <a:ext cx="68760" cy="2638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936F33E0-00CB-8FE2-A759-D175109D80A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225008" y="2823984"/>
                  <a:ext cx="8640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48CCA045-2313-9E13-0200-1435101CE5E4}"/>
                    </a:ext>
                  </a:extLst>
                </p14:cNvPr>
                <p14:cNvContentPartPr/>
                <p14:nvPr/>
              </p14:nvContentPartPr>
              <p14:xfrm>
                <a:off x="972288" y="2691504"/>
                <a:ext cx="710280" cy="3708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48CCA045-2313-9E13-0200-1435101CE5E4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63288" y="2682864"/>
                  <a:ext cx="727920" cy="38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C77C7A5C-4377-DEB4-65EC-08350067A379}"/>
              </a:ext>
            </a:extLst>
          </p:cNvPr>
          <p:cNvGrpSpPr/>
          <p:nvPr/>
        </p:nvGrpSpPr>
        <p:grpSpPr>
          <a:xfrm>
            <a:off x="2042928" y="2608344"/>
            <a:ext cx="1477440" cy="635040"/>
            <a:chOff x="2042928" y="2608344"/>
            <a:chExt cx="1477440" cy="63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03BFB07B-CFA0-91DA-28E2-D39720C69E8A}"/>
                    </a:ext>
                  </a:extLst>
                </p14:cNvPr>
                <p14:cNvContentPartPr/>
                <p14:nvPr/>
              </p14:nvContentPartPr>
              <p14:xfrm>
                <a:off x="2104128" y="2608344"/>
                <a:ext cx="407160" cy="6350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03BFB07B-CFA0-91DA-28E2-D39720C69E8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095488" y="2599344"/>
                  <a:ext cx="424800" cy="65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2E3C0B99-D12E-9544-D4A7-1B38B05F556F}"/>
                    </a:ext>
                  </a:extLst>
                </p14:cNvPr>
                <p14:cNvContentPartPr/>
                <p14:nvPr/>
              </p14:nvContentPartPr>
              <p14:xfrm>
                <a:off x="2042928" y="2904624"/>
                <a:ext cx="556920" cy="1828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2E3C0B99-D12E-9544-D4A7-1B38B05F556F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034288" y="2895624"/>
                  <a:ext cx="57456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ADACD140-80D0-0906-8252-FB2FA07F3B66}"/>
                    </a:ext>
                  </a:extLst>
                </p14:cNvPr>
                <p14:cNvContentPartPr/>
                <p14:nvPr/>
              </p14:nvContentPartPr>
              <p14:xfrm>
                <a:off x="2679768" y="2892384"/>
                <a:ext cx="74160" cy="766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ADACD140-80D0-0906-8252-FB2FA07F3B66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670768" y="2883744"/>
                  <a:ext cx="9180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BA39E65C-7482-6611-7368-D0B7C80E49F6}"/>
                    </a:ext>
                  </a:extLst>
                </p14:cNvPr>
                <p14:cNvContentPartPr/>
                <p14:nvPr/>
              </p14:nvContentPartPr>
              <p14:xfrm>
                <a:off x="2811168" y="2889504"/>
                <a:ext cx="160920" cy="824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BA39E65C-7482-6611-7368-D0B7C80E49F6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802528" y="2880504"/>
                  <a:ext cx="17856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ED7D549-22E0-FCE3-B5AE-3BDABE101584}"/>
                    </a:ext>
                  </a:extLst>
                </p14:cNvPr>
                <p14:cNvContentPartPr/>
                <p14:nvPr/>
              </p14:nvContentPartPr>
              <p14:xfrm>
                <a:off x="3263328" y="2766744"/>
                <a:ext cx="257040" cy="4442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0ED7D549-22E0-FCE3-B5AE-3BDABE101584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254328" y="2758104"/>
                  <a:ext cx="274680" cy="46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70096568-62C5-91D4-F47B-190E5A840E95}"/>
              </a:ext>
            </a:extLst>
          </p:cNvPr>
          <p:cNvGrpSpPr/>
          <p:nvPr/>
        </p:nvGrpSpPr>
        <p:grpSpPr>
          <a:xfrm>
            <a:off x="4011768" y="2609784"/>
            <a:ext cx="2082960" cy="560160"/>
            <a:chOff x="4011768" y="2609784"/>
            <a:chExt cx="2082960" cy="56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4E897371-8F0A-B721-7413-3F323E23ED2A}"/>
                    </a:ext>
                  </a:extLst>
                </p14:cNvPr>
                <p14:cNvContentPartPr/>
                <p14:nvPr/>
              </p14:nvContentPartPr>
              <p14:xfrm>
                <a:off x="4030848" y="2737584"/>
                <a:ext cx="61920" cy="2646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4E897371-8F0A-B721-7413-3F323E23ED2A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022208" y="2728584"/>
                  <a:ext cx="7956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028644F2-1C65-4991-F439-4B42D95C6D54}"/>
                    </a:ext>
                  </a:extLst>
                </p14:cNvPr>
                <p14:cNvContentPartPr/>
                <p14:nvPr/>
              </p14:nvContentPartPr>
              <p14:xfrm>
                <a:off x="4011768" y="2695464"/>
                <a:ext cx="460080" cy="26064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028644F2-1C65-4991-F439-4B42D95C6D5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002768" y="2686824"/>
                  <a:ext cx="47772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430C62E5-D28A-E7D2-0C2A-6FFC144D4E33}"/>
                    </a:ext>
                  </a:extLst>
                </p14:cNvPr>
                <p14:cNvContentPartPr/>
                <p14:nvPr/>
              </p14:nvContentPartPr>
              <p14:xfrm>
                <a:off x="4770288" y="2635344"/>
                <a:ext cx="125640" cy="26928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430C62E5-D28A-E7D2-0C2A-6FFC144D4E33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761288" y="2626344"/>
                  <a:ext cx="14328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3469022C-A4C5-49B2-BE83-64D11C0257B9}"/>
                    </a:ext>
                  </a:extLst>
                </p14:cNvPr>
                <p14:cNvContentPartPr/>
                <p14:nvPr/>
              </p14:nvContentPartPr>
              <p14:xfrm>
                <a:off x="4965408" y="2609784"/>
                <a:ext cx="389520" cy="5601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3469022C-A4C5-49B2-BE83-64D11C0257B9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956408" y="2601144"/>
                  <a:ext cx="407160" cy="57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8947594A-A25F-FBAE-14A7-DBC4231A0005}"/>
                    </a:ext>
                  </a:extLst>
                </p14:cNvPr>
                <p14:cNvContentPartPr/>
                <p14:nvPr/>
              </p14:nvContentPartPr>
              <p14:xfrm>
                <a:off x="5323248" y="2644704"/>
                <a:ext cx="716760" cy="25488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8947594A-A25F-FBAE-14A7-DBC4231A0005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314248" y="2635704"/>
                  <a:ext cx="73440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F3C5AD6B-482F-5232-4A6E-F0BB9579835F}"/>
                    </a:ext>
                  </a:extLst>
                </p14:cNvPr>
                <p14:cNvContentPartPr/>
                <p14:nvPr/>
              </p14:nvContentPartPr>
              <p14:xfrm>
                <a:off x="5997888" y="2754144"/>
                <a:ext cx="96840" cy="2700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F3C5AD6B-482F-5232-4A6E-F0BB9579835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988888" y="2745504"/>
                  <a:ext cx="11448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6D4D8C3E-6F1A-A8F7-54F8-EED8F0716795}"/>
              </a:ext>
            </a:extLst>
          </p:cNvPr>
          <p:cNvGrpSpPr/>
          <p:nvPr/>
        </p:nvGrpSpPr>
        <p:grpSpPr>
          <a:xfrm>
            <a:off x="6800328" y="2523744"/>
            <a:ext cx="1273680" cy="274680"/>
            <a:chOff x="6800328" y="2523744"/>
            <a:chExt cx="1273680" cy="27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E8012F54-7C0A-9FDC-EE4F-67FF8BB07325}"/>
                    </a:ext>
                  </a:extLst>
                </p14:cNvPr>
                <p14:cNvContentPartPr/>
                <p14:nvPr/>
              </p14:nvContentPartPr>
              <p14:xfrm>
                <a:off x="6800328" y="2556864"/>
                <a:ext cx="288000" cy="24156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E8012F54-7C0A-9FDC-EE4F-67FF8BB0732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791688" y="2547864"/>
                  <a:ext cx="30564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D3E2666E-FE68-3301-A624-FFCA1C7168E5}"/>
                    </a:ext>
                  </a:extLst>
                </p14:cNvPr>
                <p14:cNvContentPartPr/>
                <p14:nvPr/>
              </p14:nvContentPartPr>
              <p14:xfrm>
                <a:off x="7164288" y="2623104"/>
                <a:ext cx="413280" cy="10548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D3E2666E-FE68-3301-A624-FFCA1C7168E5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155648" y="2614104"/>
                  <a:ext cx="4309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52CEA641-DE79-C1F7-9BF4-0F201B8C3FAD}"/>
                    </a:ext>
                  </a:extLst>
                </p14:cNvPr>
                <p14:cNvContentPartPr/>
                <p14:nvPr/>
              </p14:nvContentPartPr>
              <p14:xfrm>
                <a:off x="7656768" y="2523744"/>
                <a:ext cx="417240" cy="18360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52CEA641-DE79-C1F7-9BF4-0F201B8C3FAD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647768" y="2515104"/>
                  <a:ext cx="434880" cy="20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4A8BFA9E-7AD2-2065-0B1E-1BFE18055406}"/>
              </a:ext>
            </a:extLst>
          </p:cNvPr>
          <p:cNvGrpSpPr/>
          <p:nvPr/>
        </p:nvGrpSpPr>
        <p:grpSpPr>
          <a:xfrm>
            <a:off x="8580528" y="2413944"/>
            <a:ext cx="885240" cy="258480"/>
            <a:chOff x="8580528" y="2413944"/>
            <a:chExt cx="885240" cy="25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FF55963B-5D01-8F11-D64F-77CC43E20CB7}"/>
                    </a:ext>
                  </a:extLst>
                </p14:cNvPr>
                <p14:cNvContentPartPr/>
                <p14:nvPr/>
              </p14:nvContentPartPr>
              <p14:xfrm>
                <a:off x="8580528" y="2413944"/>
                <a:ext cx="423000" cy="25848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FF55963B-5D01-8F11-D64F-77CC43E20CB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571528" y="2405304"/>
                  <a:ext cx="44064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28BC5A30-9721-7771-43B4-BD9825B6BD6D}"/>
                    </a:ext>
                  </a:extLst>
                </p14:cNvPr>
                <p14:cNvContentPartPr/>
                <p14:nvPr/>
              </p14:nvContentPartPr>
              <p14:xfrm>
                <a:off x="9034128" y="2510064"/>
                <a:ext cx="324720" cy="12312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28BC5A30-9721-7771-43B4-BD9825B6BD6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025128" y="2501064"/>
                  <a:ext cx="3423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A1E67021-DB02-70B0-DD9D-0E70C6771D3A}"/>
                    </a:ext>
                  </a:extLst>
                </p14:cNvPr>
                <p14:cNvContentPartPr/>
                <p14:nvPr/>
              </p14:nvContentPartPr>
              <p14:xfrm>
                <a:off x="9388728" y="2556864"/>
                <a:ext cx="77040" cy="1728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A1E67021-DB02-70B0-DD9D-0E70C6771D3A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379728" y="2548224"/>
                  <a:ext cx="94680" cy="34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4B6B8467-2C3C-63D8-D56F-CB5FC6656A79}"/>
                  </a:ext>
                </a:extLst>
              </p14:cNvPr>
              <p14:cNvContentPartPr/>
              <p14:nvPr/>
            </p14:nvContentPartPr>
            <p14:xfrm>
              <a:off x="9816768" y="2530224"/>
              <a:ext cx="227880" cy="5544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4B6B8467-2C3C-63D8-D56F-CB5FC6656A79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9808128" y="2521584"/>
                <a:ext cx="245520" cy="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98BCAB3C-92D5-A6F7-8054-CCEF64011627}"/>
                  </a:ext>
                </a:extLst>
              </p14:cNvPr>
              <p14:cNvContentPartPr/>
              <p14:nvPr/>
            </p14:nvContentPartPr>
            <p14:xfrm>
              <a:off x="9951048" y="2404224"/>
              <a:ext cx="60120" cy="33120"/>
            </p14:xfrm>
          </p:contentPart>
        </mc:Choice>
        <mc:Fallback xmlns=""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98BCAB3C-92D5-A6F7-8054-CCEF64011627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9942048" y="2395224"/>
                <a:ext cx="77760" cy="50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18" name="Group 217">
            <a:extLst>
              <a:ext uri="{FF2B5EF4-FFF2-40B4-BE49-F238E27FC236}">
                <a16:creationId xmlns:a16="http://schemas.microsoft.com/office/drawing/2014/main" id="{F2F53D85-EDE7-C9F7-A927-5E054252E950}"/>
              </a:ext>
            </a:extLst>
          </p:cNvPr>
          <p:cNvGrpSpPr/>
          <p:nvPr/>
        </p:nvGrpSpPr>
        <p:grpSpPr>
          <a:xfrm>
            <a:off x="10400688" y="2210904"/>
            <a:ext cx="1575000" cy="356400"/>
            <a:chOff x="10400688" y="2210904"/>
            <a:chExt cx="1575000" cy="35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30EDDCF1-F4A9-D3B9-0C5D-24ACD66A25F8}"/>
                    </a:ext>
                  </a:extLst>
                </p14:cNvPr>
                <p14:cNvContentPartPr/>
                <p14:nvPr/>
              </p14:nvContentPartPr>
              <p14:xfrm>
                <a:off x="10400688" y="2317104"/>
                <a:ext cx="529920" cy="25020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30EDDCF1-F4A9-D3B9-0C5D-24ACD66A25F8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392048" y="2308104"/>
                  <a:ext cx="54756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85F4B623-1D89-CBC6-4275-31651C80E886}"/>
                    </a:ext>
                  </a:extLst>
                </p14:cNvPr>
                <p14:cNvContentPartPr/>
                <p14:nvPr/>
              </p14:nvContentPartPr>
              <p14:xfrm>
                <a:off x="10985688" y="2461464"/>
                <a:ext cx="190080" cy="3276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85F4B623-1D89-CBC6-4275-31651C80E886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977048" y="2452824"/>
                  <a:ext cx="2077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8A3AD3AA-4F1C-5D15-B36F-5EDE8FECD1EB}"/>
                    </a:ext>
                  </a:extLst>
                </p14:cNvPr>
                <p14:cNvContentPartPr/>
                <p14:nvPr/>
              </p14:nvContentPartPr>
              <p14:xfrm>
                <a:off x="11407608" y="2280384"/>
                <a:ext cx="89640" cy="23652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8A3AD3AA-4F1C-5D15-B36F-5EDE8FECD1EB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1398968" y="2271384"/>
                  <a:ext cx="10728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2F450792-6F53-B423-57E1-602E0E58F1BA}"/>
                    </a:ext>
                  </a:extLst>
                </p14:cNvPr>
                <p14:cNvContentPartPr/>
                <p14:nvPr/>
              </p14:nvContentPartPr>
              <p14:xfrm>
                <a:off x="11557728" y="2210904"/>
                <a:ext cx="319320" cy="29520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2F450792-6F53-B423-57E1-602E0E58F1BA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1548728" y="2202264"/>
                  <a:ext cx="33696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6DD55ED4-4056-815E-B07B-6257BE8EF37C}"/>
                    </a:ext>
                  </a:extLst>
                </p14:cNvPr>
                <p14:cNvContentPartPr/>
                <p14:nvPr/>
              </p14:nvContentPartPr>
              <p14:xfrm>
                <a:off x="11928888" y="2463984"/>
                <a:ext cx="46800" cy="684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6DD55ED4-4056-815E-B07B-6257BE8EF37C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1919888" y="2454984"/>
                  <a:ext cx="644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9727A5F1-5291-037A-A89F-93486E5D7AED}"/>
                    </a:ext>
                  </a:extLst>
                </p14:cNvPr>
                <p14:cNvContentPartPr/>
                <p14:nvPr/>
              </p14:nvContentPartPr>
              <p14:xfrm>
                <a:off x="10981008" y="2449224"/>
                <a:ext cx="105120" cy="5832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9727A5F1-5291-037A-A89F-93486E5D7AED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972368" y="2440584"/>
                  <a:ext cx="12276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BC8992FF-2577-FE16-6A1D-986FBCCBB8BF}"/>
                    </a:ext>
                  </a:extLst>
                </p14:cNvPr>
                <p14:cNvContentPartPr/>
                <p14:nvPr/>
              </p14:nvContentPartPr>
              <p14:xfrm>
                <a:off x="11160648" y="2451384"/>
                <a:ext cx="102960" cy="4572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BC8992FF-2577-FE16-6A1D-986FBCCBB8BF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1151648" y="2442744"/>
                  <a:ext cx="120600" cy="6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7500EEFE-591A-4302-C9CD-3BD2372199A3}"/>
              </a:ext>
            </a:extLst>
          </p:cNvPr>
          <p:cNvGrpSpPr/>
          <p:nvPr/>
        </p:nvGrpSpPr>
        <p:grpSpPr>
          <a:xfrm>
            <a:off x="411768" y="3658104"/>
            <a:ext cx="11492640" cy="1069560"/>
            <a:chOff x="411768" y="3658104"/>
            <a:chExt cx="11492640" cy="106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F22AB3F3-FE12-5312-3A87-1C1C112C608C}"/>
                    </a:ext>
                  </a:extLst>
                </p14:cNvPr>
                <p14:cNvContentPartPr/>
                <p14:nvPr/>
              </p14:nvContentPartPr>
              <p14:xfrm>
                <a:off x="1055808" y="3831264"/>
                <a:ext cx="244800" cy="27684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F22AB3F3-FE12-5312-3A87-1C1C112C608C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46808" y="3822624"/>
                  <a:ext cx="26244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D862DD19-442F-07FE-8392-849B07F7461E}"/>
                    </a:ext>
                  </a:extLst>
                </p14:cNvPr>
                <p14:cNvContentPartPr/>
                <p14:nvPr/>
              </p14:nvContentPartPr>
              <p14:xfrm>
                <a:off x="1420128" y="3900384"/>
                <a:ext cx="202320" cy="20304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D862DD19-442F-07FE-8392-849B07F7461E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411488" y="3891384"/>
                  <a:ext cx="21996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995C9B38-D5A7-0129-10EC-E8C5E5DA947B}"/>
                    </a:ext>
                  </a:extLst>
                </p14:cNvPr>
                <p14:cNvContentPartPr/>
                <p14:nvPr/>
              </p14:nvContentPartPr>
              <p14:xfrm>
                <a:off x="1464408" y="4005864"/>
                <a:ext cx="176760" cy="4068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995C9B38-D5A7-0129-10EC-E8C5E5DA947B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455768" y="3997224"/>
                  <a:ext cx="19440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E75704C2-8F40-4C1E-3EAE-95C2F7BB35F6}"/>
                    </a:ext>
                  </a:extLst>
                </p14:cNvPr>
                <p14:cNvContentPartPr/>
                <p14:nvPr/>
              </p14:nvContentPartPr>
              <p14:xfrm>
                <a:off x="1666008" y="3909744"/>
                <a:ext cx="134640" cy="21636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E75704C2-8F40-4C1E-3EAE-95C2F7BB35F6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657368" y="3901104"/>
                  <a:ext cx="15228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3C71658E-F489-B90D-4754-30D4B9D419B7}"/>
                    </a:ext>
                  </a:extLst>
                </p14:cNvPr>
                <p14:cNvContentPartPr/>
                <p14:nvPr/>
              </p14:nvContentPartPr>
              <p14:xfrm>
                <a:off x="1878408" y="3940344"/>
                <a:ext cx="213840" cy="14796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3C71658E-F489-B90D-4754-30D4B9D419B7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869768" y="3931344"/>
                  <a:ext cx="2314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E6A9CAC1-B7A7-4EBA-186F-C690B80D2A46}"/>
                    </a:ext>
                  </a:extLst>
                </p14:cNvPr>
                <p14:cNvContentPartPr/>
                <p14:nvPr/>
              </p14:nvContentPartPr>
              <p14:xfrm>
                <a:off x="2145528" y="3952584"/>
                <a:ext cx="121680" cy="10764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E6A9CAC1-B7A7-4EBA-186F-C690B80D2A46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136888" y="3943944"/>
                  <a:ext cx="13932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1A94E1AF-B200-3F01-DE58-78769023D2A5}"/>
                    </a:ext>
                  </a:extLst>
                </p14:cNvPr>
                <p14:cNvContentPartPr/>
                <p14:nvPr/>
              </p14:nvContentPartPr>
              <p14:xfrm>
                <a:off x="1066968" y="4242384"/>
                <a:ext cx="177120" cy="23328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1A94E1AF-B200-3F01-DE58-78769023D2A5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058328" y="4233384"/>
                  <a:ext cx="19476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CE64FDA8-A70C-CF40-4F7C-A2764B50D8B0}"/>
                    </a:ext>
                  </a:extLst>
                </p14:cNvPr>
                <p14:cNvContentPartPr/>
                <p14:nvPr/>
              </p14:nvContentPartPr>
              <p14:xfrm>
                <a:off x="1345608" y="4307184"/>
                <a:ext cx="157320" cy="11268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CE64FDA8-A70C-CF40-4F7C-A2764B50D8B0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336968" y="4298184"/>
                  <a:ext cx="17496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06C6E9D5-070E-6B2F-1268-EE74512EFE85}"/>
                    </a:ext>
                  </a:extLst>
                </p14:cNvPr>
                <p14:cNvContentPartPr/>
                <p14:nvPr/>
              </p14:nvContentPartPr>
              <p14:xfrm>
                <a:off x="1538208" y="4348944"/>
                <a:ext cx="296280" cy="7560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06C6E9D5-070E-6B2F-1268-EE74512EFE85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529208" y="4339944"/>
                  <a:ext cx="31392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B6BDF29E-8B46-3423-36C9-9AF1BE5FC8B5}"/>
                    </a:ext>
                  </a:extLst>
                </p14:cNvPr>
                <p14:cNvContentPartPr/>
                <p14:nvPr/>
              </p14:nvContentPartPr>
              <p14:xfrm>
                <a:off x="2036808" y="4200624"/>
                <a:ext cx="629640" cy="22104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B6BDF29E-8B46-3423-36C9-9AF1BE5FC8B5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2027808" y="4191984"/>
                  <a:ext cx="64728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9578D347-6795-E2FD-7259-4F17E182985B}"/>
                    </a:ext>
                  </a:extLst>
                </p14:cNvPr>
                <p14:cNvContentPartPr/>
                <p14:nvPr/>
              </p14:nvContentPartPr>
              <p14:xfrm>
                <a:off x="2702088" y="4300704"/>
                <a:ext cx="3960" cy="2448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9578D347-6795-E2FD-7259-4F17E182985B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2693448" y="4292064"/>
                  <a:ext cx="2160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041BCA1D-9A46-7359-7E57-202EB1CE5AB9}"/>
                    </a:ext>
                  </a:extLst>
                </p14:cNvPr>
                <p14:cNvContentPartPr/>
                <p14:nvPr/>
              </p14:nvContentPartPr>
              <p14:xfrm>
                <a:off x="2733768" y="4301784"/>
                <a:ext cx="102960" cy="4248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041BCA1D-9A46-7359-7E57-202EB1CE5AB9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2725128" y="4292784"/>
                  <a:ext cx="1206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2AD161AF-4CAC-37B3-31F3-B2790D1219FE}"/>
                    </a:ext>
                  </a:extLst>
                </p14:cNvPr>
                <p14:cNvContentPartPr/>
                <p14:nvPr/>
              </p14:nvContentPartPr>
              <p14:xfrm>
                <a:off x="2798928" y="4229784"/>
                <a:ext cx="14760" cy="1332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2AD161AF-4CAC-37B3-31F3-B2790D1219FE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2790288" y="4221144"/>
                  <a:ext cx="324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F941D653-76D4-8731-EEBB-011468587D9D}"/>
                    </a:ext>
                  </a:extLst>
                </p14:cNvPr>
                <p14:cNvContentPartPr/>
                <p14:nvPr/>
              </p14:nvContentPartPr>
              <p14:xfrm>
                <a:off x="2878848" y="4157784"/>
                <a:ext cx="150480" cy="31716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F941D653-76D4-8731-EEBB-011468587D9D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2870208" y="4148784"/>
                  <a:ext cx="16812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A056C743-62E3-7270-438C-12FBC4E1AA4B}"/>
                    </a:ext>
                  </a:extLst>
                </p14:cNvPr>
                <p14:cNvContentPartPr/>
                <p14:nvPr/>
              </p14:nvContentPartPr>
              <p14:xfrm>
                <a:off x="5049288" y="3748104"/>
                <a:ext cx="194760" cy="16884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A056C743-62E3-7270-438C-12FBC4E1AA4B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5040288" y="3739464"/>
                  <a:ext cx="21240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FDCD950A-389E-C2C5-767C-182117007C24}"/>
                    </a:ext>
                  </a:extLst>
                </p14:cNvPr>
                <p14:cNvContentPartPr/>
                <p14:nvPr/>
              </p14:nvContentPartPr>
              <p14:xfrm>
                <a:off x="5295168" y="3799224"/>
                <a:ext cx="6480" cy="7380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FDCD950A-389E-C2C5-767C-182117007C24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286528" y="3790224"/>
                  <a:ext cx="2412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D71D833D-6D73-8179-1F11-B9D4E9B2684B}"/>
                    </a:ext>
                  </a:extLst>
                </p14:cNvPr>
                <p14:cNvContentPartPr/>
                <p14:nvPr/>
              </p14:nvContentPartPr>
              <p14:xfrm>
                <a:off x="5330088" y="3689784"/>
                <a:ext cx="7200" cy="3312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D71D833D-6D73-8179-1F11-B9D4E9B2684B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321448" y="3681144"/>
                  <a:ext cx="2484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BE373B7C-6EDA-594F-D61D-895E32BC548D}"/>
                    </a:ext>
                  </a:extLst>
                </p14:cNvPr>
                <p14:cNvContentPartPr/>
                <p14:nvPr/>
              </p14:nvContentPartPr>
              <p14:xfrm>
                <a:off x="5414328" y="3694104"/>
                <a:ext cx="113760" cy="19872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BE373B7C-6EDA-594F-D61D-895E32BC548D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405688" y="3685104"/>
                  <a:ext cx="1314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25392963-0437-7FAD-51D3-068C620625F1}"/>
                    </a:ext>
                  </a:extLst>
                </p14:cNvPr>
                <p14:cNvContentPartPr/>
                <p14:nvPr/>
              </p14:nvContentPartPr>
              <p14:xfrm>
                <a:off x="5611968" y="3716064"/>
                <a:ext cx="84960" cy="17136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25392963-0437-7FAD-51D3-068C620625F1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5603328" y="3707064"/>
                  <a:ext cx="10260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1BECA508-8371-4B28-4F62-606C3C9365EC}"/>
                    </a:ext>
                  </a:extLst>
                </p14:cNvPr>
                <p14:cNvContentPartPr/>
                <p14:nvPr/>
              </p14:nvContentPartPr>
              <p14:xfrm>
                <a:off x="5739408" y="3722544"/>
                <a:ext cx="279720" cy="14364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1BECA508-8371-4B28-4F62-606C3C9365EC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5730408" y="3713544"/>
                  <a:ext cx="29736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4AD5D7E6-3921-CC66-1440-A78A6E01F6A9}"/>
                    </a:ext>
                  </a:extLst>
                </p14:cNvPr>
                <p14:cNvContentPartPr/>
                <p14:nvPr/>
              </p14:nvContentPartPr>
              <p14:xfrm>
                <a:off x="6041448" y="3680064"/>
                <a:ext cx="111600" cy="17172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4AD5D7E6-3921-CC66-1440-A78A6E01F6A9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6032448" y="3671064"/>
                  <a:ext cx="12924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8322F0CE-3432-487B-BC38-C139C7543604}"/>
                    </a:ext>
                  </a:extLst>
                </p14:cNvPr>
                <p14:cNvContentPartPr/>
                <p14:nvPr/>
              </p14:nvContentPartPr>
              <p14:xfrm>
                <a:off x="6185448" y="3776904"/>
                <a:ext cx="1440" cy="1908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8322F0CE-3432-487B-BC38-C139C7543604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6176448" y="3767904"/>
                  <a:ext cx="1908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3D708BB1-F1D0-7AA4-83BC-104F32959919}"/>
                    </a:ext>
                  </a:extLst>
                </p14:cNvPr>
                <p14:cNvContentPartPr/>
                <p14:nvPr/>
              </p14:nvContentPartPr>
              <p14:xfrm>
                <a:off x="6083928" y="3658104"/>
                <a:ext cx="120240" cy="2628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3D708BB1-F1D0-7AA4-83BC-104F32959919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6075288" y="3649464"/>
                  <a:ext cx="1378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D0880742-659F-8CD0-6C73-2DED9C8BBA23}"/>
                    </a:ext>
                  </a:extLst>
                </p14:cNvPr>
                <p14:cNvContentPartPr/>
                <p14:nvPr/>
              </p14:nvContentPartPr>
              <p14:xfrm>
                <a:off x="4528728" y="4043304"/>
                <a:ext cx="282600" cy="31464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D0880742-659F-8CD0-6C73-2DED9C8BBA23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4519728" y="4034304"/>
                  <a:ext cx="30024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AE823DC2-76B0-00EE-96DE-27C715A5B2FB}"/>
                    </a:ext>
                  </a:extLst>
                </p14:cNvPr>
                <p14:cNvContentPartPr/>
                <p14:nvPr/>
              </p14:nvContentPartPr>
              <p14:xfrm>
                <a:off x="4819248" y="4161024"/>
                <a:ext cx="201600" cy="9972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AE823DC2-76B0-00EE-96DE-27C715A5B2FB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4810248" y="4152024"/>
                  <a:ext cx="2192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D4E06211-35C7-67A5-31AA-9E241495E3E4}"/>
                    </a:ext>
                  </a:extLst>
                </p14:cNvPr>
                <p14:cNvContentPartPr/>
                <p14:nvPr/>
              </p14:nvContentPartPr>
              <p14:xfrm>
                <a:off x="5017248" y="4194144"/>
                <a:ext cx="266400" cy="5040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D4E06211-35C7-67A5-31AA-9E241495E3E4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5008248" y="4185144"/>
                  <a:ext cx="28404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473BCDC2-D6E4-F7FE-D244-D78EF21D450A}"/>
                    </a:ext>
                  </a:extLst>
                </p14:cNvPr>
                <p14:cNvContentPartPr/>
                <p14:nvPr/>
              </p14:nvContentPartPr>
              <p14:xfrm>
                <a:off x="5385528" y="4171824"/>
                <a:ext cx="202680" cy="7920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473BCDC2-D6E4-F7FE-D244-D78EF21D450A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5376888" y="4162824"/>
                  <a:ext cx="2203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B8F4B483-FF64-1AB2-3FE7-D607AAFB5AAC}"/>
                    </a:ext>
                  </a:extLst>
                </p14:cNvPr>
                <p14:cNvContentPartPr/>
                <p14:nvPr/>
              </p14:nvContentPartPr>
              <p14:xfrm>
                <a:off x="5624208" y="4103784"/>
                <a:ext cx="340200" cy="12348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B8F4B483-FF64-1AB2-3FE7-D607AAFB5AAC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5615568" y="4094784"/>
                  <a:ext cx="3578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24ECBE67-A552-22E6-5D49-7257806F5DF3}"/>
                    </a:ext>
                  </a:extLst>
                </p14:cNvPr>
                <p14:cNvContentPartPr/>
                <p14:nvPr/>
              </p14:nvContentPartPr>
              <p14:xfrm>
                <a:off x="6021288" y="4140144"/>
                <a:ext cx="198000" cy="6336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24ECBE67-A552-22E6-5D49-7257806F5DF3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6012648" y="4131144"/>
                  <a:ext cx="2156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EE45DCD1-F8F3-BE6E-2D5F-0DE0F024105B}"/>
                    </a:ext>
                  </a:extLst>
                </p14:cNvPr>
                <p14:cNvContentPartPr/>
                <p14:nvPr/>
              </p14:nvContentPartPr>
              <p14:xfrm>
                <a:off x="6238728" y="4137624"/>
                <a:ext cx="76320" cy="6120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EE45DCD1-F8F3-BE6E-2D5F-0DE0F024105B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6230088" y="4128984"/>
                  <a:ext cx="939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8B5D86C0-BBB5-6598-3ADD-365D470E3DB0}"/>
                    </a:ext>
                  </a:extLst>
                </p14:cNvPr>
                <p14:cNvContentPartPr/>
                <p14:nvPr/>
              </p14:nvContentPartPr>
              <p14:xfrm>
                <a:off x="6461568" y="4104504"/>
                <a:ext cx="190800" cy="5796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8B5D86C0-BBB5-6598-3ADD-365D470E3DB0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6452568" y="4095504"/>
                  <a:ext cx="20844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3FF5A3A5-6A42-DD93-2378-3DE7614EA211}"/>
                    </a:ext>
                  </a:extLst>
                </p14:cNvPr>
                <p14:cNvContentPartPr/>
                <p14:nvPr/>
              </p14:nvContentPartPr>
              <p14:xfrm>
                <a:off x="6767928" y="4052304"/>
                <a:ext cx="108360" cy="25848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3FF5A3A5-6A42-DD93-2378-3DE7614EA211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6758928" y="4043304"/>
                  <a:ext cx="12600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6CBC1A7C-4521-62D9-DFDC-0691A416D842}"/>
                    </a:ext>
                  </a:extLst>
                </p14:cNvPr>
                <p14:cNvContentPartPr/>
                <p14:nvPr/>
              </p14:nvContentPartPr>
              <p14:xfrm>
                <a:off x="6968808" y="4067064"/>
                <a:ext cx="24120" cy="7344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6CBC1A7C-4521-62D9-DFDC-0691A416D842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6960168" y="4058064"/>
                  <a:ext cx="417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B615D095-97A0-DF38-1B9A-F95735DDBF58}"/>
                    </a:ext>
                  </a:extLst>
                </p14:cNvPr>
                <p14:cNvContentPartPr/>
                <p14:nvPr/>
              </p14:nvContentPartPr>
              <p14:xfrm>
                <a:off x="7062048" y="4057344"/>
                <a:ext cx="131040" cy="14400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B615D095-97A0-DF38-1B9A-F95735DDBF58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7053048" y="4048704"/>
                  <a:ext cx="14868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4EB21DA4-7F95-C2CF-8DB2-C551D69F6B09}"/>
                    </a:ext>
                  </a:extLst>
                </p14:cNvPr>
                <p14:cNvContentPartPr/>
                <p14:nvPr/>
              </p14:nvContentPartPr>
              <p14:xfrm>
                <a:off x="7165008" y="4138344"/>
                <a:ext cx="33120" cy="1620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4EB21DA4-7F95-C2CF-8DB2-C551D69F6B09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7156368" y="4129344"/>
                  <a:ext cx="507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0AB62C8C-EB70-4CAE-4FCD-D34404CFDDFE}"/>
                    </a:ext>
                  </a:extLst>
                </p14:cNvPr>
                <p14:cNvContentPartPr/>
                <p14:nvPr/>
              </p14:nvContentPartPr>
              <p14:xfrm>
                <a:off x="7305048" y="4176864"/>
                <a:ext cx="64800" cy="2412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0AB62C8C-EB70-4CAE-4FCD-D34404CFDDFE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7296048" y="4167864"/>
                  <a:ext cx="824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FD428D8E-ED67-15C9-8B52-71EFEFF07359}"/>
                    </a:ext>
                  </a:extLst>
                </p14:cNvPr>
                <p14:cNvContentPartPr/>
                <p14:nvPr/>
              </p14:nvContentPartPr>
              <p14:xfrm>
                <a:off x="7507008" y="4068864"/>
                <a:ext cx="148680" cy="22284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FD428D8E-ED67-15C9-8B52-71EFEFF07359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7498008" y="4059864"/>
                  <a:ext cx="16632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407E080E-934F-D91D-3722-20A143389504}"/>
                    </a:ext>
                  </a:extLst>
                </p14:cNvPr>
                <p14:cNvContentPartPr/>
                <p14:nvPr/>
              </p14:nvContentPartPr>
              <p14:xfrm>
                <a:off x="7747128" y="4084344"/>
                <a:ext cx="41760" cy="7020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407E080E-934F-D91D-3722-20A143389504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7738128" y="4075344"/>
                  <a:ext cx="5940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07F1C9C9-5CBF-4A9B-7300-180877214B3F}"/>
                    </a:ext>
                  </a:extLst>
                </p14:cNvPr>
                <p14:cNvContentPartPr/>
                <p14:nvPr/>
              </p14:nvContentPartPr>
              <p14:xfrm>
                <a:off x="7874568" y="4063104"/>
                <a:ext cx="148320" cy="10116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07F1C9C9-5CBF-4A9B-7300-180877214B3F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7865568" y="4054464"/>
                  <a:ext cx="16596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A71CBBAB-D571-5F04-FB02-87B67BBB44D9}"/>
                    </a:ext>
                  </a:extLst>
                </p14:cNvPr>
                <p14:cNvContentPartPr/>
                <p14:nvPr/>
              </p14:nvContentPartPr>
              <p14:xfrm>
                <a:off x="8060688" y="4033584"/>
                <a:ext cx="2880" cy="1476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A71CBBAB-D571-5F04-FB02-87B67BBB44D9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8051688" y="4024944"/>
                  <a:ext cx="205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610A935D-6C7B-6E3E-B7BC-BF45CA91EBF2}"/>
                    </a:ext>
                  </a:extLst>
                </p14:cNvPr>
                <p14:cNvContentPartPr/>
                <p14:nvPr/>
              </p14:nvContentPartPr>
              <p14:xfrm>
                <a:off x="8150328" y="3921264"/>
                <a:ext cx="54000" cy="20916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610A935D-6C7B-6E3E-B7BC-BF45CA91EBF2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8141328" y="3912624"/>
                  <a:ext cx="7164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505B7534-7FD1-E75E-6B8C-97B2CE9C2F2F}"/>
                    </a:ext>
                  </a:extLst>
                </p14:cNvPr>
                <p14:cNvContentPartPr/>
                <p14:nvPr/>
              </p14:nvContentPartPr>
              <p14:xfrm>
                <a:off x="8239608" y="4062384"/>
                <a:ext cx="4680" cy="1296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505B7534-7FD1-E75E-6B8C-97B2CE9C2F2F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8230608" y="4053384"/>
                  <a:ext cx="223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10F64FB1-DEE3-E8AB-4CD3-8036546614BC}"/>
                    </a:ext>
                  </a:extLst>
                </p14:cNvPr>
                <p14:cNvContentPartPr/>
                <p14:nvPr/>
              </p14:nvContentPartPr>
              <p14:xfrm>
                <a:off x="8264808" y="4079304"/>
                <a:ext cx="41760" cy="4788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10F64FB1-DEE3-E8AB-4CD3-8036546614BC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8256168" y="4070304"/>
                  <a:ext cx="5940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1D61C7C2-30DE-7C9D-8392-2D2BC8666906}"/>
                    </a:ext>
                  </a:extLst>
                </p14:cNvPr>
                <p14:cNvContentPartPr/>
                <p14:nvPr/>
              </p14:nvContentPartPr>
              <p14:xfrm>
                <a:off x="8350848" y="4069944"/>
                <a:ext cx="159120" cy="5652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1D61C7C2-30DE-7C9D-8392-2D2BC8666906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8342208" y="4060944"/>
                  <a:ext cx="17676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0D99122D-3005-2F7A-85A1-D6C8BB42CB0B}"/>
                    </a:ext>
                  </a:extLst>
                </p14:cNvPr>
                <p14:cNvContentPartPr/>
                <p14:nvPr/>
              </p14:nvContentPartPr>
              <p14:xfrm>
                <a:off x="8345088" y="3973104"/>
                <a:ext cx="107640" cy="1692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0D99122D-3005-2F7A-85A1-D6C8BB42CB0B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8336088" y="3964464"/>
                  <a:ext cx="1252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C3BF171C-7C24-31F2-90B1-68F2B9B6245C}"/>
                    </a:ext>
                  </a:extLst>
                </p14:cNvPr>
                <p14:cNvContentPartPr/>
                <p14:nvPr/>
              </p14:nvContentPartPr>
              <p14:xfrm>
                <a:off x="8521488" y="3912624"/>
                <a:ext cx="174600" cy="39240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C3BF171C-7C24-31F2-90B1-68F2B9B6245C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8512488" y="3903624"/>
                  <a:ext cx="192240" cy="41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34E1BC53-A99E-400C-694B-835CD500B539}"/>
                    </a:ext>
                  </a:extLst>
                </p14:cNvPr>
                <p14:cNvContentPartPr/>
                <p14:nvPr/>
              </p14:nvContentPartPr>
              <p14:xfrm>
                <a:off x="9852048" y="3703104"/>
                <a:ext cx="263880" cy="21672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34E1BC53-A99E-400C-694B-835CD500B539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9843408" y="3694464"/>
                  <a:ext cx="28152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0585F15A-59A3-F7A7-DCDB-ED9E37603C3C}"/>
                    </a:ext>
                  </a:extLst>
                </p14:cNvPr>
                <p14:cNvContentPartPr/>
                <p14:nvPr/>
              </p14:nvContentPartPr>
              <p14:xfrm>
                <a:off x="10212408" y="3782664"/>
                <a:ext cx="127800" cy="11016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0585F15A-59A3-F7A7-DCDB-ED9E37603C3C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0203408" y="3773664"/>
                  <a:ext cx="14544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56C80BAF-C52C-52D7-92AC-C382A5712C17}"/>
                    </a:ext>
                  </a:extLst>
                </p14:cNvPr>
                <p14:cNvContentPartPr/>
                <p14:nvPr/>
              </p14:nvContentPartPr>
              <p14:xfrm>
                <a:off x="10418328" y="3792744"/>
                <a:ext cx="404280" cy="9108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56C80BAF-C52C-52D7-92AC-C382A5712C17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0409688" y="3783744"/>
                  <a:ext cx="42192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130A65CA-9E35-8DC5-0C8C-925047758F63}"/>
                    </a:ext>
                  </a:extLst>
                </p14:cNvPr>
                <p14:cNvContentPartPr/>
                <p14:nvPr/>
              </p14:nvContentPartPr>
              <p14:xfrm>
                <a:off x="10884888" y="3817224"/>
                <a:ext cx="15120" cy="3456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130A65CA-9E35-8DC5-0C8C-925047758F63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0875888" y="3808584"/>
                  <a:ext cx="327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C5E877C5-FDE7-54A7-D90C-339767222885}"/>
                    </a:ext>
                  </a:extLst>
                </p14:cNvPr>
                <p14:cNvContentPartPr/>
                <p14:nvPr/>
              </p14:nvContentPartPr>
              <p14:xfrm>
                <a:off x="10922688" y="3726864"/>
                <a:ext cx="10080" cy="2052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C5E877C5-FDE7-54A7-D90C-339767222885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0913688" y="3718224"/>
                  <a:ext cx="277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3FA2E58A-047B-8EB2-BC18-55D87E2496DF}"/>
                    </a:ext>
                  </a:extLst>
                </p14:cNvPr>
                <p14:cNvContentPartPr/>
                <p14:nvPr/>
              </p14:nvContentPartPr>
              <p14:xfrm>
                <a:off x="10984968" y="3714264"/>
                <a:ext cx="263520" cy="31212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3FA2E58A-047B-8EB2-BC18-55D87E2496DF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0975968" y="3705264"/>
                  <a:ext cx="28116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87F7A7CD-55CE-3327-E087-4121AAADA427}"/>
                    </a:ext>
                  </a:extLst>
                </p14:cNvPr>
                <p14:cNvContentPartPr/>
                <p14:nvPr/>
              </p14:nvContentPartPr>
              <p14:xfrm>
                <a:off x="11327688" y="3738384"/>
                <a:ext cx="111240" cy="1260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87F7A7CD-55CE-3327-E087-4121AAADA427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1319048" y="3729384"/>
                  <a:ext cx="1288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1879BEB9-1B9A-BC02-A5D5-1BEC76D07078}"/>
                    </a:ext>
                  </a:extLst>
                </p14:cNvPr>
                <p14:cNvContentPartPr/>
                <p14:nvPr/>
              </p14:nvContentPartPr>
              <p14:xfrm>
                <a:off x="11535048" y="3811824"/>
                <a:ext cx="10440" cy="540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1879BEB9-1B9A-BC02-A5D5-1BEC76D07078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1526048" y="3803184"/>
                  <a:ext cx="280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3158A104-DCB3-8540-4B67-40E465AAAEB0}"/>
                    </a:ext>
                  </a:extLst>
                </p14:cNvPr>
                <p14:cNvContentPartPr/>
                <p14:nvPr/>
              </p14:nvContentPartPr>
              <p14:xfrm>
                <a:off x="411768" y="4363344"/>
                <a:ext cx="11492640" cy="36432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3158A104-DCB3-8540-4B67-40E465AAAEB0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402768" y="4354704"/>
                  <a:ext cx="11510280" cy="38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9" name="Group 288">
            <a:extLst>
              <a:ext uri="{FF2B5EF4-FFF2-40B4-BE49-F238E27FC236}">
                <a16:creationId xmlns:a16="http://schemas.microsoft.com/office/drawing/2014/main" id="{14F8B76D-96A9-EB38-D685-AD1651A0F540}"/>
              </a:ext>
            </a:extLst>
          </p:cNvPr>
          <p:cNvGrpSpPr/>
          <p:nvPr/>
        </p:nvGrpSpPr>
        <p:grpSpPr>
          <a:xfrm>
            <a:off x="1394928" y="4847904"/>
            <a:ext cx="772200" cy="218880"/>
            <a:chOff x="1394928" y="4847904"/>
            <a:chExt cx="772200" cy="21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5EB57A4A-5FD1-3E17-3001-09E91DF9AAC8}"/>
                    </a:ext>
                  </a:extLst>
                </p14:cNvPr>
                <p14:cNvContentPartPr/>
                <p14:nvPr/>
              </p14:nvContentPartPr>
              <p14:xfrm>
                <a:off x="1394928" y="4863024"/>
                <a:ext cx="248400" cy="20376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5EB57A4A-5FD1-3E17-3001-09E91DF9AAC8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385928" y="4854384"/>
                  <a:ext cx="26604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03852DA0-0CD5-72AB-8A9B-729EDD7B6337}"/>
                    </a:ext>
                  </a:extLst>
                </p14:cNvPr>
                <p14:cNvContentPartPr/>
                <p14:nvPr/>
              </p14:nvContentPartPr>
              <p14:xfrm>
                <a:off x="1650528" y="4847904"/>
                <a:ext cx="507960" cy="17820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03852DA0-0CD5-72AB-8A9B-729EDD7B6337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641528" y="4838904"/>
                  <a:ext cx="5256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D1F9F210-0230-224B-C6D5-2D979F5A4B25}"/>
                    </a:ext>
                  </a:extLst>
                </p14:cNvPr>
                <p14:cNvContentPartPr/>
                <p14:nvPr/>
              </p14:nvContentPartPr>
              <p14:xfrm>
                <a:off x="2117088" y="4872744"/>
                <a:ext cx="50040" cy="1008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D1F9F210-0230-224B-C6D5-2D979F5A4B25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2108448" y="4863744"/>
                  <a:ext cx="67680" cy="2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ED5B3562-C54F-9E8E-74AA-42E30250443E}"/>
              </a:ext>
            </a:extLst>
          </p:cNvPr>
          <p:cNvGrpSpPr/>
          <p:nvPr/>
        </p:nvGrpSpPr>
        <p:grpSpPr>
          <a:xfrm>
            <a:off x="6465888" y="4687704"/>
            <a:ext cx="338400" cy="375840"/>
            <a:chOff x="6465888" y="4687704"/>
            <a:chExt cx="338400" cy="37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291D68EA-C545-CA5C-FCBE-698025AF2E7F}"/>
                    </a:ext>
                  </a:extLst>
                </p14:cNvPr>
                <p14:cNvContentPartPr/>
                <p14:nvPr/>
              </p14:nvContentPartPr>
              <p14:xfrm>
                <a:off x="6465888" y="4746024"/>
                <a:ext cx="338400" cy="15444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291D68EA-C545-CA5C-FCBE-698025AF2E7F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6457248" y="4737384"/>
                  <a:ext cx="35604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82A9369E-ECD0-E9E7-5C08-F73C34358F9B}"/>
                    </a:ext>
                  </a:extLst>
                </p14:cNvPr>
                <p14:cNvContentPartPr/>
                <p14:nvPr/>
              </p14:nvContentPartPr>
              <p14:xfrm>
                <a:off x="6522048" y="4687704"/>
                <a:ext cx="200160" cy="37584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82A9369E-ECD0-E9E7-5C08-F73C34358F9B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6513408" y="4678704"/>
                  <a:ext cx="217800" cy="393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8">
            <p14:nvContentPartPr>
              <p14:cNvPr id="293" name="Ink 292">
                <a:extLst>
                  <a:ext uri="{FF2B5EF4-FFF2-40B4-BE49-F238E27FC236}">
                    <a16:creationId xmlns:a16="http://schemas.microsoft.com/office/drawing/2014/main" id="{7542D280-E44A-9090-38C1-6F334C47FDA3}"/>
                  </a:ext>
                </a:extLst>
              </p14:cNvPr>
              <p14:cNvContentPartPr/>
              <p14:nvPr/>
            </p14:nvContentPartPr>
            <p14:xfrm>
              <a:off x="9935208" y="4667544"/>
              <a:ext cx="537840" cy="144720"/>
            </p14:xfrm>
          </p:contentPart>
        </mc:Choice>
        <mc:Fallback xmlns="">
          <p:pic>
            <p:nvPicPr>
              <p:cNvPr id="293" name="Ink 292">
                <a:extLst>
                  <a:ext uri="{FF2B5EF4-FFF2-40B4-BE49-F238E27FC236}">
                    <a16:creationId xmlns:a16="http://schemas.microsoft.com/office/drawing/2014/main" id="{7542D280-E44A-9090-38C1-6F334C47FDA3}"/>
                  </a:ext>
                </a:extLst>
              </p:cNvPr>
              <p:cNvPicPr/>
              <p:nvPr/>
            </p:nvPicPr>
            <p:blipFill>
              <a:blip r:embed="rId359"/>
              <a:stretch>
                <a:fillRect/>
              </a:stretch>
            </p:blipFill>
            <p:spPr>
              <a:xfrm>
                <a:off x="9926208" y="4658904"/>
                <a:ext cx="555480" cy="162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99" name="Group 298">
            <a:extLst>
              <a:ext uri="{FF2B5EF4-FFF2-40B4-BE49-F238E27FC236}">
                <a16:creationId xmlns:a16="http://schemas.microsoft.com/office/drawing/2014/main" id="{4A0B9534-B31A-5050-1ACF-789CDCD1A548}"/>
              </a:ext>
            </a:extLst>
          </p:cNvPr>
          <p:cNvGrpSpPr/>
          <p:nvPr/>
        </p:nvGrpSpPr>
        <p:grpSpPr>
          <a:xfrm>
            <a:off x="10431648" y="4583664"/>
            <a:ext cx="762120" cy="379080"/>
            <a:chOff x="10431648" y="4583664"/>
            <a:chExt cx="762120" cy="37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FE12E4B8-811B-7867-5AE3-C361AFBD1C1D}"/>
                    </a:ext>
                  </a:extLst>
                </p14:cNvPr>
                <p14:cNvContentPartPr/>
                <p14:nvPr/>
              </p14:nvContentPartPr>
              <p14:xfrm>
                <a:off x="10431648" y="4631904"/>
                <a:ext cx="127080" cy="15336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FE12E4B8-811B-7867-5AE3-C361AFBD1C1D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0423008" y="4622904"/>
                  <a:ext cx="14472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A45D9B9F-9FD9-2C1B-7422-0B7132AECD64}"/>
                    </a:ext>
                  </a:extLst>
                </p14:cNvPr>
                <p14:cNvContentPartPr/>
                <p14:nvPr/>
              </p14:nvContentPartPr>
              <p14:xfrm>
                <a:off x="10633608" y="4583664"/>
                <a:ext cx="271440" cy="17856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A45D9B9F-9FD9-2C1B-7422-0B7132AECD64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0624968" y="4575024"/>
                  <a:ext cx="28908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DE0FC6C1-0B8D-26B7-42D9-DC3D761CE806}"/>
                    </a:ext>
                  </a:extLst>
                </p14:cNvPr>
                <p14:cNvContentPartPr/>
                <p14:nvPr/>
              </p14:nvContentPartPr>
              <p14:xfrm>
                <a:off x="10931688" y="4702464"/>
                <a:ext cx="65160" cy="3780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DE0FC6C1-0B8D-26B7-42D9-DC3D761CE806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0923048" y="4693824"/>
                  <a:ext cx="828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95E203CC-B3A7-D466-B46D-2D62B4D668A9}"/>
                    </a:ext>
                  </a:extLst>
                </p14:cNvPr>
                <p14:cNvContentPartPr/>
                <p14:nvPr/>
              </p14:nvContentPartPr>
              <p14:xfrm>
                <a:off x="11013768" y="4688784"/>
                <a:ext cx="129600" cy="27396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95E203CC-B3A7-D466-B46D-2D62B4D668A9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1005128" y="4679784"/>
                  <a:ext cx="14724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69E56587-C1C9-B58A-C9BA-7588C140DCBB}"/>
                    </a:ext>
                  </a:extLst>
                </p14:cNvPr>
                <p14:cNvContentPartPr/>
                <p14:nvPr/>
              </p14:nvContentPartPr>
              <p14:xfrm>
                <a:off x="11016648" y="4630104"/>
                <a:ext cx="177120" cy="900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69E56587-C1C9-B58A-C9BA-7588C140DCBB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1007648" y="4621104"/>
                  <a:ext cx="194760" cy="2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4" name="Group 303">
            <a:extLst>
              <a:ext uri="{FF2B5EF4-FFF2-40B4-BE49-F238E27FC236}">
                <a16:creationId xmlns:a16="http://schemas.microsoft.com/office/drawing/2014/main" id="{412AD6C4-7401-79B1-81F9-1718A79B3FB2}"/>
              </a:ext>
            </a:extLst>
          </p:cNvPr>
          <p:cNvGrpSpPr/>
          <p:nvPr/>
        </p:nvGrpSpPr>
        <p:grpSpPr>
          <a:xfrm>
            <a:off x="1551528" y="5297904"/>
            <a:ext cx="816120" cy="163440"/>
            <a:chOff x="1551528" y="5297904"/>
            <a:chExt cx="816120" cy="16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3648ECFF-64DA-3D19-AFB2-5D7F8F55546B}"/>
                    </a:ext>
                  </a:extLst>
                </p14:cNvPr>
                <p14:cNvContentPartPr/>
                <p14:nvPr/>
              </p14:nvContentPartPr>
              <p14:xfrm>
                <a:off x="1551528" y="5297904"/>
                <a:ext cx="205920" cy="16344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3648ECFF-64DA-3D19-AFB2-5D7F8F55546B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542528" y="5289264"/>
                  <a:ext cx="22356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1EA1A6CA-6662-0D5D-825F-E13DABA61F71}"/>
                    </a:ext>
                  </a:extLst>
                </p14:cNvPr>
                <p14:cNvContentPartPr/>
                <p14:nvPr/>
              </p14:nvContentPartPr>
              <p14:xfrm>
                <a:off x="1821168" y="5322024"/>
                <a:ext cx="194400" cy="7056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1EA1A6CA-6662-0D5D-825F-E13DABA61F71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812528" y="5313384"/>
                  <a:ext cx="2120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1C77D6A9-4EE6-4FBD-75F0-9ACFE9AC3048}"/>
                    </a:ext>
                  </a:extLst>
                </p14:cNvPr>
                <p14:cNvContentPartPr/>
                <p14:nvPr/>
              </p14:nvContentPartPr>
              <p14:xfrm>
                <a:off x="2044368" y="5307984"/>
                <a:ext cx="323280" cy="8100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1C77D6A9-4EE6-4FBD-75F0-9ACFE9AC3048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2035368" y="5298984"/>
                  <a:ext cx="340920" cy="9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1" name="Group 310">
            <a:extLst>
              <a:ext uri="{FF2B5EF4-FFF2-40B4-BE49-F238E27FC236}">
                <a16:creationId xmlns:a16="http://schemas.microsoft.com/office/drawing/2014/main" id="{358D4E9A-2C85-3868-5CDE-99F9B7A8B235}"/>
              </a:ext>
            </a:extLst>
          </p:cNvPr>
          <p:cNvGrpSpPr/>
          <p:nvPr/>
        </p:nvGrpSpPr>
        <p:grpSpPr>
          <a:xfrm>
            <a:off x="6257448" y="5132304"/>
            <a:ext cx="1027800" cy="312480"/>
            <a:chOff x="6257448" y="5132304"/>
            <a:chExt cx="1027800" cy="31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DF0F8AFB-8741-EF28-D4A4-FD3A1ED14CA3}"/>
                    </a:ext>
                  </a:extLst>
                </p14:cNvPr>
                <p14:cNvContentPartPr/>
                <p14:nvPr/>
              </p14:nvContentPartPr>
              <p14:xfrm>
                <a:off x="6257448" y="5201064"/>
                <a:ext cx="161640" cy="13536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DF0F8AFB-8741-EF28-D4A4-FD3A1ED14CA3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6248448" y="5192064"/>
                  <a:ext cx="17928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80D6AA98-C65E-D947-3DC0-BF5DD423BDB7}"/>
                    </a:ext>
                  </a:extLst>
                </p14:cNvPr>
                <p14:cNvContentPartPr/>
                <p14:nvPr/>
              </p14:nvContentPartPr>
              <p14:xfrm>
                <a:off x="6460488" y="5262984"/>
                <a:ext cx="97200" cy="6264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80D6AA98-C65E-D947-3DC0-BF5DD423BDB7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6451848" y="5254344"/>
                  <a:ext cx="11484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025B88D8-CBEF-52BF-3194-DC71A872E215}"/>
                    </a:ext>
                  </a:extLst>
                </p14:cNvPr>
                <p14:cNvContentPartPr/>
                <p14:nvPr/>
              </p14:nvContentPartPr>
              <p14:xfrm>
                <a:off x="6721128" y="5255424"/>
                <a:ext cx="218160" cy="7560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025B88D8-CBEF-52BF-3194-DC71A872E215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6712128" y="5246784"/>
                  <a:ext cx="23580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87999567-3C31-D389-8D58-22F6E39A30B5}"/>
                    </a:ext>
                  </a:extLst>
                </p14:cNvPr>
                <p14:cNvContentPartPr/>
                <p14:nvPr/>
              </p14:nvContentPartPr>
              <p14:xfrm>
                <a:off x="7169688" y="5208984"/>
                <a:ext cx="115560" cy="8424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87999567-3C31-D389-8D58-22F6E39A30B5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7160688" y="5199984"/>
                  <a:ext cx="13320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8C011383-FBAC-C5A4-BE2C-F42E53BEF781}"/>
                    </a:ext>
                  </a:extLst>
                </p14:cNvPr>
                <p14:cNvContentPartPr/>
                <p14:nvPr/>
              </p14:nvContentPartPr>
              <p14:xfrm>
                <a:off x="7121448" y="5132304"/>
                <a:ext cx="142200" cy="31248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8C011383-FBAC-C5A4-BE2C-F42E53BEF781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7112448" y="5123664"/>
                  <a:ext cx="159840" cy="33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190BDA3E-1F9A-14CC-1214-756292FB1279}"/>
              </a:ext>
            </a:extLst>
          </p:cNvPr>
          <p:cNvGrpSpPr/>
          <p:nvPr/>
        </p:nvGrpSpPr>
        <p:grpSpPr>
          <a:xfrm>
            <a:off x="10090368" y="5033304"/>
            <a:ext cx="1350360" cy="401040"/>
            <a:chOff x="10090368" y="5033304"/>
            <a:chExt cx="1350360" cy="40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8FB01A35-B6FE-0897-1D70-E2CE03041F05}"/>
                    </a:ext>
                  </a:extLst>
                </p14:cNvPr>
                <p14:cNvContentPartPr/>
                <p14:nvPr/>
              </p14:nvContentPartPr>
              <p14:xfrm>
                <a:off x="10090368" y="5117184"/>
                <a:ext cx="247680" cy="11520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8FB01A35-B6FE-0897-1D70-E2CE03041F05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0081368" y="5108544"/>
                  <a:ext cx="26532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66B2E9F1-E094-C20F-2149-3286ADDBAA2A}"/>
                    </a:ext>
                  </a:extLst>
                </p14:cNvPr>
                <p14:cNvContentPartPr/>
                <p14:nvPr/>
              </p14:nvContentPartPr>
              <p14:xfrm>
                <a:off x="10365768" y="5182344"/>
                <a:ext cx="237960" cy="4860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66B2E9F1-E094-C20F-2149-3286ADDBAA2A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0357128" y="5173704"/>
                  <a:ext cx="2556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044BCF8A-B0A6-5ECA-00B8-5EB83A3357FB}"/>
                    </a:ext>
                  </a:extLst>
                </p14:cNvPr>
                <p14:cNvContentPartPr/>
                <p14:nvPr/>
              </p14:nvContentPartPr>
              <p14:xfrm>
                <a:off x="10627488" y="5054904"/>
                <a:ext cx="108000" cy="15840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044BCF8A-B0A6-5ECA-00B8-5EB83A3357FB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0618488" y="5045904"/>
                  <a:ext cx="1256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149DAC76-0E6D-24D3-81DE-260A493D9FB5}"/>
                    </a:ext>
                  </a:extLst>
                </p14:cNvPr>
                <p14:cNvContentPartPr/>
                <p14:nvPr/>
              </p14:nvContentPartPr>
              <p14:xfrm>
                <a:off x="10788768" y="5033304"/>
                <a:ext cx="289800" cy="18864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149DAC76-0E6D-24D3-81DE-260A493D9FB5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0779768" y="5024304"/>
                  <a:ext cx="30744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3225C834-F19B-AB01-866B-1596D3187C98}"/>
                    </a:ext>
                  </a:extLst>
                </p14:cNvPr>
                <p14:cNvContentPartPr/>
                <p14:nvPr/>
              </p14:nvContentPartPr>
              <p14:xfrm>
                <a:off x="11127888" y="5161104"/>
                <a:ext cx="231840" cy="27324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3225C834-F19B-AB01-866B-1596D3187C98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1119248" y="5152464"/>
                  <a:ext cx="24948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3ACA6CA9-07A4-F352-32C6-972160C72A30}"/>
                    </a:ext>
                  </a:extLst>
                </p14:cNvPr>
                <p14:cNvContentPartPr/>
                <p14:nvPr/>
              </p14:nvContentPartPr>
              <p14:xfrm>
                <a:off x="11244168" y="5062464"/>
                <a:ext cx="196560" cy="5040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3ACA6CA9-07A4-F352-32C6-972160C72A30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11235168" y="5053824"/>
                  <a:ext cx="214200" cy="6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2" name="Group 321">
            <a:extLst>
              <a:ext uri="{FF2B5EF4-FFF2-40B4-BE49-F238E27FC236}">
                <a16:creationId xmlns:a16="http://schemas.microsoft.com/office/drawing/2014/main" id="{30A244BE-18C1-95D4-1430-9E037C68182C}"/>
              </a:ext>
            </a:extLst>
          </p:cNvPr>
          <p:cNvGrpSpPr/>
          <p:nvPr/>
        </p:nvGrpSpPr>
        <p:grpSpPr>
          <a:xfrm>
            <a:off x="1417608" y="5716584"/>
            <a:ext cx="369000" cy="215280"/>
            <a:chOff x="1417608" y="5716584"/>
            <a:chExt cx="369000" cy="21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B0E1AC7F-1B3C-1BDE-5AE5-5184C47D4A93}"/>
                    </a:ext>
                  </a:extLst>
                </p14:cNvPr>
                <p14:cNvContentPartPr/>
                <p14:nvPr/>
              </p14:nvContentPartPr>
              <p14:xfrm>
                <a:off x="1417608" y="5718024"/>
                <a:ext cx="195480" cy="20808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B0E1AC7F-1B3C-1BDE-5AE5-5184C47D4A93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1408608" y="5709384"/>
                  <a:ext cx="2131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490755F6-833B-C071-BC1D-8D3E2FD15F86}"/>
                    </a:ext>
                  </a:extLst>
                </p14:cNvPr>
                <p14:cNvContentPartPr/>
                <p14:nvPr/>
              </p14:nvContentPartPr>
              <p14:xfrm>
                <a:off x="1491408" y="5830344"/>
                <a:ext cx="124920" cy="3888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490755F6-833B-C071-BC1D-8D3E2FD15F86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1482408" y="5821344"/>
                  <a:ext cx="14256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D5A43840-279D-0ADC-CCAB-8E5C5EE58713}"/>
                    </a:ext>
                  </a:extLst>
                </p14:cNvPr>
                <p14:cNvContentPartPr/>
                <p14:nvPr/>
              </p14:nvContentPartPr>
              <p14:xfrm>
                <a:off x="1695528" y="5716584"/>
                <a:ext cx="91080" cy="21528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D5A43840-279D-0ADC-CCAB-8E5C5EE58713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1686528" y="5707584"/>
                  <a:ext cx="108720" cy="23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9" name="Group 328">
            <a:extLst>
              <a:ext uri="{FF2B5EF4-FFF2-40B4-BE49-F238E27FC236}">
                <a16:creationId xmlns:a16="http://schemas.microsoft.com/office/drawing/2014/main" id="{627D23F2-71DA-D450-C40B-2562D8C8EA21}"/>
              </a:ext>
            </a:extLst>
          </p:cNvPr>
          <p:cNvGrpSpPr/>
          <p:nvPr/>
        </p:nvGrpSpPr>
        <p:grpSpPr>
          <a:xfrm>
            <a:off x="1867968" y="5701464"/>
            <a:ext cx="824040" cy="200160"/>
            <a:chOff x="1867968" y="5701464"/>
            <a:chExt cx="824040" cy="20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3A13FC2A-461F-7FDE-8F18-7CADE6E9F658}"/>
                    </a:ext>
                  </a:extLst>
                </p14:cNvPr>
                <p14:cNvContentPartPr/>
                <p14:nvPr/>
              </p14:nvContentPartPr>
              <p14:xfrm>
                <a:off x="1867968" y="5741064"/>
                <a:ext cx="161640" cy="16056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3A13FC2A-461F-7FDE-8F18-7CADE6E9F658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1859328" y="5732064"/>
                  <a:ext cx="17928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C253D6CF-175E-A01D-72CE-6FE821301A12}"/>
                    </a:ext>
                  </a:extLst>
                </p14:cNvPr>
                <p14:cNvContentPartPr/>
                <p14:nvPr/>
              </p14:nvContentPartPr>
              <p14:xfrm>
                <a:off x="2045448" y="5721264"/>
                <a:ext cx="1440" cy="1440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C253D6CF-175E-A01D-72CE-6FE821301A12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2036448" y="5712624"/>
                  <a:ext cx="190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817D75A8-E5E5-55F3-9BE6-CCB1712D555A}"/>
                    </a:ext>
                  </a:extLst>
                </p14:cNvPr>
                <p14:cNvContentPartPr/>
                <p14:nvPr/>
              </p14:nvContentPartPr>
              <p14:xfrm>
                <a:off x="2091528" y="5701464"/>
                <a:ext cx="119880" cy="14148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817D75A8-E5E5-55F3-9BE6-CCB1712D555A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2082528" y="5692824"/>
                  <a:ext cx="1375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0DA65373-D459-AD96-9D3E-62CF5089CFB0}"/>
                    </a:ext>
                  </a:extLst>
                </p14:cNvPr>
                <p14:cNvContentPartPr/>
                <p14:nvPr/>
              </p14:nvContentPartPr>
              <p14:xfrm>
                <a:off x="2271888" y="5770944"/>
                <a:ext cx="194760" cy="5760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0DA65373-D459-AD96-9D3E-62CF5089CFB0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2263248" y="5762304"/>
                  <a:ext cx="21240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B1BF916D-524E-24E3-486E-04CE68887EED}"/>
                    </a:ext>
                  </a:extLst>
                </p14:cNvPr>
                <p14:cNvContentPartPr/>
                <p14:nvPr/>
              </p14:nvContentPartPr>
              <p14:xfrm>
                <a:off x="2515968" y="5764104"/>
                <a:ext cx="176040" cy="3060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B1BF916D-524E-24E3-486E-04CE68887EED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2506968" y="5755104"/>
                  <a:ext cx="193680" cy="4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8" name="Group 337">
            <a:extLst>
              <a:ext uri="{FF2B5EF4-FFF2-40B4-BE49-F238E27FC236}">
                <a16:creationId xmlns:a16="http://schemas.microsoft.com/office/drawing/2014/main" id="{E6CD433B-0F97-195B-5556-F90B3842A46B}"/>
              </a:ext>
            </a:extLst>
          </p:cNvPr>
          <p:cNvGrpSpPr/>
          <p:nvPr/>
        </p:nvGrpSpPr>
        <p:grpSpPr>
          <a:xfrm>
            <a:off x="6173928" y="5640264"/>
            <a:ext cx="1516320" cy="243360"/>
            <a:chOff x="6173928" y="5640264"/>
            <a:chExt cx="1516320" cy="24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CCFD0BD8-C57F-E247-4045-429918913843}"/>
                    </a:ext>
                  </a:extLst>
                </p14:cNvPr>
                <p14:cNvContentPartPr/>
                <p14:nvPr/>
              </p14:nvContentPartPr>
              <p14:xfrm>
                <a:off x="6173928" y="5652864"/>
                <a:ext cx="439920" cy="14616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CCFD0BD8-C57F-E247-4045-429918913843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6165288" y="5643864"/>
                  <a:ext cx="45756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786B3820-0345-89CE-C619-F261A26722E1}"/>
                    </a:ext>
                  </a:extLst>
                </p14:cNvPr>
                <p14:cNvContentPartPr/>
                <p14:nvPr/>
              </p14:nvContentPartPr>
              <p14:xfrm>
                <a:off x="6616728" y="5640264"/>
                <a:ext cx="5400" cy="1692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786B3820-0345-89CE-C619-F261A26722E1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6608088" y="5631624"/>
                  <a:ext cx="230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D4D1D39F-C018-4D5F-9916-8848D09E6061}"/>
                    </a:ext>
                  </a:extLst>
                </p14:cNvPr>
                <p14:cNvContentPartPr/>
                <p14:nvPr/>
              </p14:nvContentPartPr>
              <p14:xfrm>
                <a:off x="6681528" y="5736024"/>
                <a:ext cx="83880" cy="5256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D4D1D39F-C018-4D5F-9916-8848D09E6061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6672528" y="5727024"/>
                  <a:ext cx="1015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CFF4ACFD-A824-660A-43DB-C48E4B0F87B4}"/>
                    </a:ext>
                  </a:extLst>
                </p14:cNvPr>
                <p14:cNvContentPartPr/>
                <p14:nvPr/>
              </p14:nvContentPartPr>
              <p14:xfrm>
                <a:off x="6925248" y="5706864"/>
                <a:ext cx="71280" cy="5652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CFF4ACFD-A824-660A-43DB-C48E4B0F87B4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6916608" y="5697864"/>
                  <a:ext cx="8892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14B84F10-DA71-825E-D177-EBD97EBA5A86}"/>
                    </a:ext>
                  </a:extLst>
                </p14:cNvPr>
                <p14:cNvContentPartPr/>
                <p14:nvPr/>
              </p14:nvContentPartPr>
              <p14:xfrm>
                <a:off x="6943968" y="5725944"/>
                <a:ext cx="157320" cy="5580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14B84F10-DA71-825E-D177-EBD97EBA5A86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6935328" y="5716944"/>
                  <a:ext cx="1749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F54C0C63-45C2-F97C-8024-83986A4F1BA6}"/>
                    </a:ext>
                  </a:extLst>
                </p14:cNvPr>
                <p14:cNvContentPartPr/>
                <p14:nvPr/>
              </p14:nvContentPartPr>
              <p14:xfrm>
                <a:off x="7230888" y="5647104"/>
                <a:ext cx="118080" cy="23652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F54C0C63-45C2-F97C-8024-83986A4F1BA6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7221888" y="5638104"/>
                  <a:ext cx="13572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64D0E567-36AE-0F11-3ACA-62EF72E02911}"/>
                    </a:ext>
                  </a:extLst>
                </p14:cNvPr>
                <p14:cNvContentPartPr/>
                <p14:nvPr/>
              </p14:nvContentPartPr>
              <p14:xfrm>
                <a:off x="7420968" y="5689224"/>
                <a:ext cx="269280" cy="6588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64D0E567-36AE-0F11-3ACA-62EF72E02911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7411968" y="5680224"/>
                  <a:ext cx="286920" cy="8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5" name="Group 344">
            <a:extLst>
              <a:ext uri="{FF2B5EF4-FFF2-40B4-BE49-F238E27FC236}">
                <a16:creationId xmlns:a16="http://schemas.microsoft.com/office/drawing/2014/main" id="{C75D3D4B-308B-32BC-7ED0-8D86E3883173}"/>
              </a:ext>
            </a:extLst>
          </p:cNvPr>
          <p:cNvGrpSpPr/>
          <p:nvPr/>
        </p:nvGrpSpPr>
        <p:grpSpPr>
          <a:xfrm>
            <a:off x="10217088" y="5501304"/>
            <a:ext cx="1101600" cy="349200"/>
            <a:chOff x="10217088" y="5501304"/>
            <a:chExt cx="1101600" cy="34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93950FC7-C946-DCD6-2977-7D252DF68C97}"/>
                    </a:ext>
                  </a:extLst>
                </p14:cNvPr>
                <p14:cNvContentPartPr/>
                <p14:nvPr/>
              </p14:nvContentPartPr>
              <p14:xfrm>
                <a:off x="10217088" y="5525064"/>
                <a:ext cx="352800" cy="32544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93950FC7-C946-DCD6-2977-7D252DF68C97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10208448" y="5516064"/>
                  <a:ext cx="37044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F79245C2-8C08-AB1F-8698-F20EF7D25E9E}"/>
                    </a:ext>
                  </a:extLst>
                </p14:cNvPr>
                <p14:cNvContentPartPr/>
                <p14:nvPr/>
              </p14:nvContentPartPr>
              <p14:xfrm>
                <a:off x="10636128" y="5501304"/>
                <a:ext cx="52560" cy="20304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F79245C2-8C08-AB1F-8698-F20EF7D25E9E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10627488" y="5492304"/>
                  <a:ext cx="7020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D7641A11-5684-613D-AAE1-F707F4D1468E}"/>
                    </a:ext>
                  </a:extLst>
                </p14:cNvPr>
                <p14:cNvContentPartPr/>
                <p14:nvPr/>
              </p14:nvContentPartPr>
              <p14:xfrm>
                <a:off x="10735128" y="5629464"/>
                <a:ext cx="2160" cy="3096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D7641A11-5684-613D-AAE1-F707F4D1468E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10726488" y="5620464"/>
                  <a:ext cx="198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AF2A56A3-15DA-A1C7-56CB-06FEE932E2A5}"/>
                    </a:ext>
                  </a:extLst>
                </p14:cNvPr>
                <p14:cNvContentPartPr/>
                <p14:nvPr/>
              </p14:nvContentPartPr>
              <p14:xfrm>
                <a:off x="10777248" y="5669424"/>
                <a:ext cx="34560" cy="3996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AF2A56A3-15DA-A1C7-56CB-06FEE932E2A5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10768248" y="5660424"/>
                  <a:ext cx="5220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44FD4EFA-254E-A50C-5D8D-05F43C672843}"/>
                    </a:ext>
                  </a:extLst>
                </p14:cNvPr>
                <p14:cNvContentPartPr/>
                <p14:nvPr/>
              </p14:nvContentPartPr>
              <p14:xfrm>
                <a:off x="10876968" y="5604984"/>
                <a:ext cx="441720" cy="12312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44FD4EFA-254E-A50C-5D8D-05F43C672843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10868328" y="5596344"/>
                  <a:ext cx="4593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774FF176-6CCE-4407-15B8-0885D3755BF5}"/>
                    </a:ext>
                  </a:extLst>
                </p14:cNvPr>
                <p14:cNvContentPartPr/>
                <p14:nvPr/>
              </p14:nvContentPartPr>
              <p14:xfrm>
                <a:off x="10896408" y="5585904"/>
                <a:ext cx="75240" cy="720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774FF176-6CCE-4407-15B8-0885D3755BF5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10887768" y="5576904"/>
                  <a:ext cx="92880" cy="2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6" name="Group 355">
            <a:extLst>
              <a:ext uri="{FF2B5EF4-FFF2-40B4-BE49-F238E27FC236}">
                <a16:creationId xmlns:a16="http://schemas.microsoft.com/office/drawing/2014/main" id="{F53E6D7F-2318-4D57-9476-0686F1D465AA}"/>
              </a:ext>
            </a:extLst>
          </p:cNvPr>
          <p:cNvGrpSpPr/>
          <p:nvPr/>
        </p:nvGrpSpPr>
        <p:grpSpPr>
          <a:xfrm>
            <a:off x="1464408" y="6176304"/>
            <a:ext cx="1344600" cy="376200"/>
            <a:chOff x="1464408" y="6176304"/>
            <a:chExt cx="1344600" cy="37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0AF7DC42-4E2A-0940-3A4C-19B070952CC8}"/>
                    </a:ext>
                  </a:extLst>
                </p14:cNvPr>
                <p14:cNvContentPartPr/>
                <p14:nvPr/>
              </p14:nvContentPartPr>
              <p14:xfrm>
                <a:off x="1464408" y="6247584"/>
                <a:ext cx="169920" cy="25740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0AF7DC42-4E2A-0940-3A4C-19B070952CC8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1455408" y="6238944"/>
                  <a:ext cx="18756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4065EE02-5E9D-14F4-DA53-7D8AFA391A64}"/>
                    </a:ext>
                  </a:extLst>
                </p14:cNvPr>
                <p14:cNvContentPartPr/>
                <p14:nvPr/>
              </p14:nvContentPartPr>
              <p14:xfrm>
                <a:off x="1678608" y="6346584"/>
                <a:ext cx="88200" cy="7452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4065EE02-5E9D-14F4-DA53-7D8AFA391A64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1669968" y="6337944"/>
                  <a:ext cx="1058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DF5958C2-E028-C7A3-ACF6-33046054E24D}"/>
                    </a:ext>
                  </a:extLst>
                </p14:cNvPr>
                <p14:cNvContentPartPr/>
                <p14:nvPr/>
              </p14:nvContentPartPr>
              <p14:xfrm>
                <a:off x="1813248" y="6361344"/>
                <a:ext cx="110160" cy="4716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DF5958C2-E028-C7A3-ACF6-33046054E24D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1804608" y="6352704"/>
                  <a:ext cx="12780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65558F2A-965C-BD39-12C4-59BB930B3A05}"/>
                    </a:ext>
                  </a:extLst>
                </p14:cNvPr>
                <p14:cNvContentPartPr/>
                <p14:nvPr/>
              </p14:nvContentPartPr>
              <p14:xfrm>
                <a:off x="1966968" y="6319944"/>
                <a:ext cx="95760" cy="23256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65558F2A-965C-BD39-12C4-59BB930B3A05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1958328" y="6310944"/>
                  <a:ext cx="11340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91E41D89-98A5-D410-BB42-13B7ED700CAA}"/>
                    </a:ext>
                  </a:extLst>
                </p14:cNvPr>
                <p14:cNvContentPartPr/>
                <p14:nvPr/>
              </p14:nvContentPartPr>
              <p14:xfrm>
                <a:off x="2086128" y="6327504"/>
                <a:ext cx="77400" cy="6912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91E41D89-98A5-D410-BB42-13B7ED700CAA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2077128" y="6318504"/>
                  <a:ext cx="950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D51378A6-5161-0394-D185-6C100FF9A428}"/>
                    </a:ext>
                  </a:extLst>
                </p14:cNvPr>
                <p14:cNvContentPartPr/>
                <p14:nvPr/>
              </p14:nvContentPartPr>
              <p14:xfrm>
                <a:off x="2210328" y="6308424"/>
                <a:ext cx="88920" cy="7236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D51378A6-5161-0394-D185-6C100FF9A428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2201688" y="6299784"/>
                  <a:ext cx="1065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E1EF0438-7F87-141F-260D-26810DF54F2F}"/>
                    </a:ext>
                  </a:extLst>
                </p14:cNvPr>
                <p14:cNvContentPartPr/>
                <p14:nvPr/>
              </p14:nvContentPartPr>
              <p14:xfrm>
                <a:off x="2400768" y="6176304"/>
                <a:ext cx="76680" cy="19872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E1EF0438-7F87-141F-260D-26810DF54F2F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2391768" y="6167664"/>
                  <a:ext cx="9432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2B3E75A0-82AC-83B0-C2B4-F4A0E7EFB400}"/>
                    </a:ext>
                  </a:extLst>
                </p14:cNvPr>
                <p14:cNvContentPartPr/>
                <p14:nvPr/>
              </p14:nvContentPartPr>
              <p14:xfrm>
                <a:off x="2544048" y="6264504"/>
                <a:ext cx="264960" cy="8280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2B3E75A0-82AC-83B0-C2B4-F4A0E7EFB400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2535408" y="6255504"/>
                  <a:ext cx="282600" cy="10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9" name="Group 358">
            <a:extLst>
              <a:ext uri="{FF2B5EF4-FFF2-40B4-BE49-F238E27FC236}">
                <a16:creationId xmlns:a16="http://schemas.microsoft.com/office/drawing/2014/main" id="{BC07A3DC-D66F-CD18-7779-CB6F8A85D97B}"/>
              </a:ext>
            </a:extLst>
          </p:cNvPr>
          <p:cNvGrpSpPr/>
          <p:nvPr/>
        </p:nvGrpSpPr>
        <p:grpSpPr>
          <a:xfrm>
            <a:off x="6282648" y="6088104"/>
            <a:ext cx="283680" cy="185760"/>
            <a:chOff x="6282648" y="6088104"/>
            <a:chExt cx="283680" cy="18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D5F6B79A-C7AE-9495-13C1-3A6F758AC844}"/>
                    </a:ext>
                  </a:extLst>
                </p14:cNvPr>
                <p14:cNvContentPartPr/>
                <p14:nvPr/>
              </p14:nvContentPartPr>
              <p14:xfrm>
                <a:off x="6282648" y="6088104"/>
                <a:ext cx="132120" cy="18576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D5F6B79A-C7AE-9495-13C1-3A6F758AC844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6274008" y="6079104"/>
                  <a:ext cx="1497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FB12F122-6051-3A9E-7A88-B51277762D72}"/>
                    </a:ext>
                  </a:extLst>
                </p14:cNvPr>
                <p14:cNvContentPartPr/>
                <p14:nvPr/>
              </p14:nvContentPartPr>
              <p14:xfrm>
                <a:off x="6490368" y="6180984"/>
                <a:ext cx="75960" cy="8712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FB12F122-6051-3A9E-7A88-B51277762D72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6481728" y="6172344"/>
                  <a:ext cx="93600" cy="10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8" name="Group 367">
            <a:extLst>
              <a:ext uri="{FF2B5EF4-FFF2-40B4-BE49-F238E27FC236}">
                <a16:creationId xmlns:a16="http://schemas.microsoft.com/office/drawing/2014/main" id="{4FAD5693-E407-7966-1F15-098299E53C16}"/>
              </a:ext>
            </a:extLst>
          </p:cNvPr>
          <p:cNvGrpSpPr/>
          <p:nvPr/>
        </p:nvGrpSpPr>
        <p:grpSpPr>
          <a:xfrm>
            <a:off x="6771528" y="6134544"/>
            <a:ext cx="581400" cy="138960"/>
            <a:chOff x="6771528" y="6134544"/>
            <a:chExt cx="581400" cy="13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1A283753-19EB-60D0-7272-47B3E977A3EE}"/>
                    </a:ext>
                  </a:extLst>
                </p14:cNvPr>
                <p14:cNvContentPartPr/>
                <p14:nvPr/>
              </p14:nvContentPartPr>
              <p14:xfrm>
                <a:off x="6771528" y="6186744"/>
                <a:ext cx="72000" cy="8568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1A283753-19EB-60D0-7272-47B3E977A3EE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6762528" y="6178104"/>
                  <a:ext cx="8964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6FDC4CA9-BF2E-1379-2CEA-F4F41DBCADAC}"/>
                    </a:ext>
                  </a:extLst>
                </p14:cNvPr>
                <p14:cNvContentPartPr/>
                <p14:nvPr/>
              </p14:nvContentPartPr>
              <p14:xfrm>
                <a:off x="6905448" y="6193584"/>
                <a:ext cx="95760" cy="4932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6FDC4CA9-BF2E-1379-2CEA-F4F41DBCADAC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6896448" y="6184944"/>
                  <a:ext cx="1134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D31E86BF-3167-3BFC-F785-4AC1A4D94D35}"/>
                    </a:ext>
                  </a:extLst>
                </p14:cNvPr>
                <p14:cNvContentPartPr/>
                <p14:nvPr/>
              </p14:nvContentPartPr>
              <p14:xfrm>
                <a:off x="7127208" y="6134544"/>
                <a:ext cx="115200" cy="12744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D31E86BF-3167-3BFC-F785-4AC1A4D94D35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7118208" y="6125904"/>
                  <a:ext cx="13284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E6F7AE57-C4A6-F135-F180-ED7EE6934B82}"/>
                    </a:ext>
                  </a:extLst>
                </p14:cNvPr>
                <p14:cNvContentPartPr/>
                <p14:nvPr/>
              </p14:nvContentPartPr>
              <p14:xfrm>
                <a:off x="7274088" y="6211584"/>
                <a:ext cx="78840" cy="6192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E6F7AE57-C4A6-F135-F180-ED7EE6934B82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7265448" y="6202584"/>
                  <a:ext cx="96480" cy="79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68">
            <p14:nvContentPartPr>
              <p14:cNvPr id="376" name="Ink 375">
                <a:extLst>
                  <a:ext uri="{FF2B5EF4-FFF2-40B4-BE49-F238E27FC236}">
                    <a16:creationId xmlns:a16="http://schemas.microsoft.com/office/drawing/2014/main" id="{E1C17DF9-BB45-A2AC-2A83-CEB6667F4FDA}"/>
                  </a:ext>
                </a:extLst>
              </p14:cNvPr>
              <p14:cNvContentPartPr/>
              <p14:nvPr/>
            </p14:nvContentPartPr>
            <p14:xfrm>
              <a:off x="7853688" y="6294384"/>
              <a:ext cx="360" cy="360"/>
            </p14:xfrm>
          </p:contentPart>
        </mc:Choice>
        <mc:Fallback xmlns="">
          <p:pic>
            <p:nvPicPr>
              <p:cNvPr id="376" name="Ink 375">
                <a:extLst>
                  <a:ext uri="{FF2B5EF4-FFF2-40B4-BE49-F238E27FC236}">
                    <a16:creationId xmlns:a16="http://schemas.microsoft.com/office/drawing/2014/main" id="{E1C17DF9-BB45-A2AC-2A83-CEB6667F4FDA}"/>
                  </a:ext>
                </a:extLst>
              </p:cNvPr>
              <p:cNvPicPr/>
              <p:nvPr/>
            </p:nvPicPr>
            <p:blipFill>
              <a:blip r:embed="rId469"/>
              <a:stretch>
                <a:fillRect/>
              </a:stretch>
            </p:blipFill>
            <p:spPr>
              <a:xfrm>
                <a:off x="7845048" y="6285744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81" name="Group 380">
            <a:extLst>
              <a:ext uri="{FF2B5EF4-FFF2-40B4-BE49-F238E27FC236}">
                <a16:creationId xmlns:a16="http://schemas.microsoft.com/office/drawing/2014/main" id="{07C9BB3E-42F4-4C72-A53C-2342388365A6}"/>
              </a:ext>
            </a:extLst>
          </p:cNvPr>
          <p:cNvGrpSpPr/>
          <p:nvPr/>
        </p:nvGrpSpPr>
        <p:grpSpPr>
          <a:xfrm>
            <a:off x="7611408" y="6055704"/>
            <a:ext cx="503280" cy="429480"/>
            <a:chOff x="7611408" y="6055704"/>
            <a:chExt cx="503280" cy="42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6BE9AB3A-353F-820F-8384-B36E91A6716C}"/>
                    </a:ext>
                  </a:extLst>
                </p14:cNvPr>
                <p14:cNvContentPartPr/>
                <p14:nvPr/>
              </p14:nvContentPartPr>
              <p14:xfrm>
                <a:off x="7611408" y="6055704"/>
                <a:ext cx="160920" cy="23364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6BE9AB3A-353F-820F-8384-B36E91A6716C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7602768" y="6046704"/>
                  <a:ext cx="17856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3D50168B-7BEE-F56F-5BDC-87057AAD88E3}"/>
                    </a:ext>
                  </a:extLst>
                </p14:cNvPr>
                <p14:cNvContentPartPr/>
                <p14:nvPr/>
              </p14:nvContentPartPr>
              <p14:xfrm>
                <a:off x="7784208" y="6139944"/>
                <a:ext cx="8280" cy="3132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3D50168B-7BEE-F56F-5BDC-87057AAD88E3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7775208" y="6130944"/>
                  <a:ext cx="259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B5EEB6EB-2A08-DEE2-285E-69F966F48FC7}"/>
                    </a:ext>
                  </a:extLst>
                </p14:cNvPr>
                <p14:cNvContentPartPr/>
                <p14:nvPr/>
              </p14:nvContentPartPr>
              <p14:xfrm>
                <a:off x="7816248" y="6214824"/>
                <a:ext cx="298440" cy="27036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B5EEB6EB-2A08-DEE2-285E-69F966F48FC7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7807248" y="6205824"/>
                  <a:ext cx="316080" cy="28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8" name="Group 387">
            <a:extLst>
              <a:ext uri="{FF2B5EF4-FFF2-40B4-BE49-F238E27FC236}">
                <a16:creationId xmlns:a16="http://schemas.microsoft.com/office/drawing/2014/main" id="{86558FB4-1FDA-0B48-D523-5424ABFA4E3D}"/>
              </a:ext>
            </a:extLst>
          </p:cNvPr>
          <p:cNvGrpSpPr/>
          <p:nvPr/>
        </p:nvGrpSpPr>
        <p:grpSpPr>
          <a:xfrm>
            <a:off x="10289448" y="6002784"/>
            <a:ext cx="1126080" cy="385920"/>
            <a:chOff x="10289448" y="6002784"/>
            <a:chExt cx="1126080" cy="38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AA408AA5-6A80-E4B1-715E-1927EDF4DE74}"/>
                    </a:ext>
                  </a:extLst>
                </p14:cNvPr>
                <p14:cNvContentPartPr/>
                <p14:nvPr/>
              </p14:nvContentPartPr>
              <p14:xfrm>
                <a:off x="10289448" y="6030144"/>
                <a:ext cx="368280" cy="35856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AA408AA5-6A80-E4B1-715E-1927EDF4DE74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10280448" y="6021144"/>
                  <a:ext cx="38592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FA0CF22A-87A8-8DD6-2408-F03D91CC96E0}"/>
                    </a:ext>
                  </a:extLst>
                </p14:cNvPr>
                <p14:cNvContentPartPr/>
                <p14:nvPr/>
              </p14:nvContentPartPr>
              <p14:xfrm>
                <a:off x="10721088" y="6002784"/>
                <a:ext cx="76680" cy="22752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FA0CF22A-87A8-8DD6-2408-F03D91CC96E0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10712448" y="5994144"/>
                  <a:ext cx="943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308F3923-1B0F-D235-4CC7-AD8573E96A4F}"/>
                    </a:ext>
                  </a:extLst>
                </p14:cNvPr>
                <p14:cNvContentPartPr/>
                <p14:nvPr/>
              </p14:nvContentPartPr>
              <p14:xfrm>
                <a:off x="10826208" y="6124824"/>
                <a:ext cx="1800" cy="3240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308F3923-1B0F-D235-4CC7-AD8573E96A4F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10817568" y="6115824"/>
                  <a:ext cx="194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1564AB14-4DF7-C9DD-73F8-239EC35ACADD}"/>
                    </a:ext>
                  </a:extLst>
                </p14:cNvPr>
                <p14:cNvContentPartPr/>
                <p14:nvPr/>
              </p14:nvContentPartPr>
              <p14:xfrm>
                <a:off x="10882368" y="6173784"/>
                <a:ext cx="33120" cy="5184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1564AB14-4DF7-C9DD-73F8-239EC35ACADD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10873368" y="6165144"/>
                  <a:ext cx="5076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B613C306-4D4E-E4B3-4312-4CBFFC16B4ED}"/>
                    </a:ext>
                  </a:extLst>
                </p14:cNvPr>
                <p14:cNvContentPartPr/>
                <p14:nvPr/>
              </p14:nvContentPartPr>
              <p14:xfrm>
                <a:off x="10956888" y="6060384"/>
                <a:ext cx="458640" cy="15192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B613C306-4D4E-E4B3-4312-4CBFFC16B4ED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10948248" y="6051744"/>
                  <a:ext cx="47628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4BB1AB98-285C-ED6B-2FB2-EF6338D1DC71}"/>
                    </a:ext>
                  </a:extLst>
                </p14:cNvPr>
                <p14:cNvContentPartPr/>
                <p14:nvPr/>
              </p14:nvContentPartPr>
              <p14:xfrm>
                <a:off x="11001528" y="6030144"/>
                <a:ext cx="38880" cy="1836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4BB1AB98-285C-ED6B-2FB2-EF6338D1DC71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10992528" y="6021144"/>
                  <a:ext cx="56520" cy="36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202228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6078E-F8EC-8694-DE9C-165583D76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14:cNvPr>
              <p14:cNvContentPartPr/>
              <p14:nvPr/>
            </p14:nvContentPartPr>
            <p14:xfrm>
              <a:off x="9997848" y="1633824"/>
              <a:ext cx="3600" cy="10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87848" y="1620324"/>
                <a:ext cx="23200" cy="275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14:cNvPr>
              <p14:cNvContentPartPr/>
              <p14:nvPr/>
            </p14:nvContentPartPr>
            <p14:xfrm>
              <a:off x="10428408" y="2647584"/>
              <a:ext cx="28080" cy="324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419408" y="2638584"/>
                <a:ext cx="4572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14:cNvPr>
              <p14:cNvContentPartPr/>
              <p14:nvPr/>
            </p14:nvContentPartPr>
            <p14:xfrm>
              <a:off x="10763568" y="2771064"/>
              <a:ext cx="1800" cy="360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754568" y="2762064"/>
                <a:ext cx="1944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14:cNvPr>
              <p14:cNvContentPartPr/>
              <p14:nvPr/>
            </p14:nvContentPartPr>
            <p14:xfrm>
              <a:off x="3774888" y="6755904"/>
              <a:ext cx="360" cy="468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65888" y="6746904"/>
                <a:ext cx="18000" cy="2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014AFBCE-B4E4-55A4-A9E1-6B509B7C543F}"/>
              </a:ext>
            </a:extLst>
          </p:cNvPr>
          <p:cNvGrpSpPr/>
          <p:nvPr/>
        </p:nvGrpSpPr>
        <p:grpSpPr>
          <a:xfrm>
            <a:off x="4039488" y="1484064"/>
            <a:ext cx="917280" cy="207000"/>
            <a:chOff x="4039488" y="1484064"/>
            <a:chExt cx="917280" cy="20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283FFD1-8C16-7FE2-8FC1-DFEA8CBC2687}"/>
                    </a:ext>
                  </a:extLst>
                </p14:cNvPr>
                <p14:cNvContentPartPr/>
                <p14:nvPr/>
              </p14:nvContentPartPr>
              <p14:xfrm>
                <a:off x="4039488" y="1572264"/>
                <a:ext cx="312120" cy="1188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283FFD1-8C16-7FE2-8FC1-DFEA8CBC268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030488" y="1563264"/>
                  <a:ext cx="32976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2567F9C-5266-1E5E-8A97-ADA0D14BCEEE}"/>
                    </a:ext>
                  </a:extLst>
                </p14:cNvPr>
                <p14:cNvContentPartPr/>
                <p14:nvPr/>
              </p14:nvContentPartPr>
              <p14:xfrm>
                <a:off x="4434408" y="1568304"/>
                <a:ext cx="181800" cy="716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2567F9C-5266-1E5E-8A97-ADA0D14BCEE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425408" y="1559304"/>
                  <a:ext cx="19944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A7B394E-F19A-2113-BD8A-9ED53BDC5235}"/>
                    </a:ext>
                  </a:extLst>
                </p14:cNvPr>
                <p14:cNvContentPartPr/>
                <p14:nvPr/>
              </p14:nvContentPartPr>
              <p14:xfrm>
                <a:off x="4635648" y="1484064"/>
                <a:ext cx="15120" cy="122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A7B394E-F19A-2113-BD8A-9ED53BDC523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626648" y="1475424"/>
                  <a:ext cx="327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8BE32C6-A438-8E9A-22ED-0B7DA9A8A4A2}"/>
                    </a:ext>
                  </a:extLst>
                </p14:cNvPr>
                <p14:cNvContentPartPr/>
                <p14:nvPr/>
              </p14:nvContentPartPr>
              <p14:xfrm>
                <a:off x="4704768" y="1499544"/>
                <a:ext cx="74880" cy="1310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8BE32C6-A438-8E9A-22ED-0B7DA9A8A4A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695768" y="1490544"/>
                  <a:ext cx="925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CC28705-9149-7459-4DDF-83A38C0B1ADE}"/>
                    </a:ext>
                  </a:extLst>
                </p14:cNvPr>
                <p14:cNvContentPartPr/>
                <p14:nvPr/>
              </p14:nvContentPartPr>
              <p14:xfrm>
                <a:off x="4838328" y="1588824"/>
                <a:ext cx="118440" cy="356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CC28705-9149-7459-4DDF-83A38C0B1AD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829328" y="1579824"/>
                  <a:ext cx="136080" cy="5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4D798C-E5FD-519D-EA49-EB86E4192708}"/>
              </a:ext>
            </a:extLst>
          </p:cNvPr>
          <p:cNvGrpSpPr/>
          <p:nvPr/>
        </p:nvGrpSpPr>
        <p:grpSpPr>
          <a:xfrm>
            <a:off x="5242608" y="1462824"/>
            <a:ext cx="513720" cy="153000"/>
            <a:chOff x="5242608" y="1462824"/>
            <a:chExt cx="513720" cy="15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E98E5D1-FBE2-6771-6CB5-051ECAA571C1}"/>
                    </a:ext>
                  </a:extLst>
                </p14:cNvPr>
                <p14:cNvContentPartPr/>
                <p14:nvPr/>
              </p14:nvContentPartPr>
              <p14:xfrm>
                <a:off x="5641488" y="1462824"/>
                <a:ext cx="1440" cy="140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E98E5D1-FBE2-6771-6CB5-051ECAA571C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632848" y="1453824"/>
                  <a:ext cx="190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556A28F-F1D9-7C53-1E01-159CDFAA407F}"/>
                    </a:ext>
                  </a:extLst>
                </p14:cNvPr>
                <p14:cNvContentPartPr/>
                <p14:nvPr/>
              </p14:nvContentPartPr>
              <p14:xfrm>
                <a:off x="5242608" y="1536264"/>
                <a:ext cx="352080" cy="795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556A28F-F1D9-7C53-1E01-159CDFAA407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233608" y="1527264"/>
                  <a:ext cx="3697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C0FE18F-898C-53BA-CC65-67926CD13A59}"/>
                    </a:ext>
                  </a:extLst>
                </p14:cNvPr>
                <p14:cNvContentPartPr/>
                <p14:nvPr/>
              </p14:nvContentPartPr>
              <p14:xfrm>
                <a:off x="5685408" y="1554264"/>
                <a:ext cx="70920" cy="223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C0FE18F-898C-53BA-CC65-67926CD13A5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676768" y="1545264"/>
                  <a:ext cx="88560" cy="3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F2D1A05-6901-97CD-EA2C-CD409F678C3C}"/>
              </a:ext>
            </a:extLst>
          </p:cNvPr>
          <p:cNvGrpSpPr/>
          <p:nvPr/>
        </p:nvGrpSpPr>
        <p:grpSpPr>
          <a:xfrm>
            <a:off x="6716808" y="1205064"/>
            <a:ext cx="795960" cy="641880"/>
            <a:chOff x="6716808" y="1205064"/>
            <a:chExt cx="795960" cy="64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7B25601-7E87-6D29-40BE-00DD1CDFF060}"/>
                    </a:ext>
                  </a:extLst>
                </p14:cNvPr>
                <p14:cNvContentPartPr/>
                <p14:nvPr/>
              </p14:nvContentPartPr>
              <p14:xfrm>
                <a:off x="6716808" y="1205064"/>
                <a:ext cx="374040" cy="4327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7B25601-7E87-6D29-40BE-00DD1CDFF06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707808" y="1196424"/>
                  <a:ext cx="391680" cy="45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C16C1F7-A7C1-4021-0A2C-1EFFFD4FA6A2}"/>
                    </a:ext>
                  </a:extLst>
                </p14:cNvPr>
                <p14:cNvContentPartPr/>
                <p14:nvPr/>
              </p14:nvContentPartPr>
              <p14:xfrm>
                <a:off x="7198128" y="1440864"/>
                <a:ext cx="314640" cy="4060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C16C1F7-A7C1-4021-0A2C-1EFFFD4FA6A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189488" y="1431864"/>
                  <a:ext cx="332280" cy="42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EE457E9-8BF9-E32F-7121-C354F9381D13}"/>
              </a:ext>
            </a:extLst>
          </p:cNvPr>
          <p:cNvGrpSpPr/>
          <p:nvPr/>
        </p:nvGrpSpPr>
        <p:grpSpPr>
          <a:xfrm>
            <a:off x="8592048" y="1322424"/>
            <a:ext cx="2001600" cy="285480"/>
            <a:chOff x="8592048" y="1322424"/>
            <a:chExt cx="2001600" cy="28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D9666B0-9C31-44BF-D730-5CC6B9B92918}"/>
                    </a:ext>
                  </a:extLst>
                </p14:cNvPr>
                <p14:cNvContentPartPr/>
                <p14:nvPr/>
              </p14:nvContentPartPr>
              <p14:xfrm>
                <a:off x="8592048" y="1430424"/>
                <a:ext cx="570600" cy="177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D9666B0-9C31-44BF-D730-5CC6B9B92918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583408" y="1421784"/>
                  <a:ext cx="58824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FF8B59C-719A-BE98-85AA-458A15DC4C5B}"/>
                    </a:ext>
                  </a:extLst>
                </p14:cNvPr>
                <p14:cNvContentPartPr/>
                <p14:nvPr/>
              </p14:nvContentPartPr>
              <p14:xfrm>
                <a:off x="9393048" y="1460304"/>
                <a:ext cx="154800" cy="95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FF8B59C-719A-BE98-85AA-458A15DC4C5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384048" y="1451304"/>
                  <a:ext cx="17244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D27E017-56EE-D05E-E186-7755FA0C4CE4}"/>
                    </a:ext>
                  </a:extLst>
                </p14:cNvPr>
                <p14:cNvContentPartPr/>
                <p14:nvPr/>
              </p14:nvContentPartPr>
              <p14:xfrm>
                <a:off x="9592488" y="1322424"/>
                <a:ext cx="282960" cy="220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D27E017-56EE-D05E-E186-7755FA0C4CE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583488" y="1313424"/>
                  <a:ext cx="3006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6BDF6C5-1E9A-AB07-1C10-75F27C2E763A}"/>
                    </a:ext>
                  </a:extLst>
                </p14:cNvPr>
                <p14:cNvContentPartPr/>
                <p14:nvPr/>
              </p14:nvContentPartPr>
              <p14:xfrm>
                <a:off x="9901728" y="1441944"/>
                <a:ext cx="3960" cy="27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6BDF6C5-1E9A-AB07-1C10-75F27C2E763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892728" y="1432944"/>
                  <a:ext cx="216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1E6BD0B-E105-AD9C-13F9-BAF061593EAC}"/>
                    </a:ext>
                  </a:extLst>
                </p14:cNvPr>
                <p14:cNvContentPartPr/>
                <p14:nvPr/>
              </p14:nvContentPartPr>
              <p14:xfrm>
                <a:off x="10140408" y="1345824"/>
                <a:ext cx="139680" cy="1836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1E6BD0B-E105-AD9C-13F9-BAF061593EA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131408" y="1336824"/>
                  <a:ext cx="15732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B135367-844A-68D6-7BC9-63DD00515809}"/>
                    </a:ext>
                  </a:extLst>
                </p14:cNvPr>
                <p14:cNvContentPartPr/>
                <p14:nvPr/>
              </p14:nvContentPartPr>
              <p14:xfrm>
                <a:off x="10360368" y="1445184"/>
                <a:ext cx="207000" cy="475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B135367-844A-68D6-7BC9-63DD00515809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351728" y="1436544"/>
                  <a:ext cx="2246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01D19DA-8C7E-1CBE-9871-B207B0708E86}"/>
                    </a:ext>
                  </a:extLst>
                </p14:cNvPr>
                <p14:cNvContentPartPr/>
                <p14:nvPr/>
              </p14:nvContentPartPr>
              <p14:xfrm>
                <a:off x="10585008" y="1358424"/>
                <a:ext cx="8640" cy="345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01D19DA-8C7E-1CBE-9871-B207B0708E86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576368" y="1349424"/>
                  <a:ext cx="26280" cy="5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F67A493-FB5E-1365-C7AA-27ACF4E5F240}"/>
              </a:ext>
            </a:extLst>
          </p:cNvPr>
          <p:cNvGrpSpPr/>
          <p:nvPr/>
        </p:nvGrpSpPr>
        <p:grpSpPr>
          <a:xfrm>
            <a:off x="1421568" y="1486944"/>
            <a:ext cx="1295280" cy="425880"/>
            <a:chOff x="1421568" y="1486944"/>
            <a:chExt cx="1295280" cy="42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2EF98F2F-C54B-CA0E-74F4-3B5C358046CA}"/>
                    </a:ext>
                  </a:extLst>
                </p14:cNvPr>
                <p14:cNvContentPartPr/>
                <p14:nvPr/>
              </p14:nvContentPartPr>
              <p14:xfrm>
                <a:off x="1421568" y="1486944"/>
                <a:ext cx="185040" cy="3142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2EF98F2F-C54B-CA0E-74F4-3B5C358046CA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412928" y="1477944"/>
                  <a:ext cx="20268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45237E0-895E-DB77-9539-C50C1A67EACA}"/>
                    </a:ext>
                  </a:extLst>
                </p14:cNvPr>
                <p14:cNvContentPartPr/>
                <p14:nvPr/>
              </p14:nvContentPartPr>
              <p14:xfrm>
                <a:off x="1651608" y="1653624"/>
                <a:ext cx="134640" cy="1180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45237E0-895E-DB77-9539-C50C1A67EAC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642968" y="1644984"/>
                  <a:ext cx="15228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829A239-0FB6-28DA-477E-48B54BDD3707}"/>
                    </a:ext>
                  </a:extLst>
                </p14:cNvPr>
                <p14:cNvContentPartPr/>
                <p14:nvPr/>
              </p14:nvContentPartPr>
              <p14:xfrm>
                <a:off x="1855728" y="1510344"/>
                <a:ext cx="98280" cy="2336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829A239-0FB6-28DA-477E-48B54BDD370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846728" y="1501344"/>
                  <a:ext cx="11592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FF09DD8-9F11-A866-85A2-76B429296BB3}"/>
                    </a:ext>
                  </a:extLst>
                </p14:cNvPr>
                <p14:cNvContentPartPr/>
                <p14:nvPr/>
              </p14:nvContentPartPr>
              <p14:xfrm>
                <a:off x="2023848" y="1546704"/>
                <a:ext cx="207720" cy="1872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FF09DD8-9F11-A866-85A2-76B429296BB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014848" y="1538064"/>
                  <a:ext cx="22536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3B05149-46B6-4EAF-C73F-752B958CCF2B}"/>
                    </a:ext>
                  </a:extLst>
                </p14:cNvPr>
                <p14:cNvContentPartPr/>
                <p14:nvPr/>
              </p14:nvContentPartPr>
              <p14:xfrm>
                <a:off x="2262168" y="1572624"/>
                <a:ext cx="2160" cy="388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3B05149-46B6-4EAF-C73F-752B958CCF2B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253528" y="1563624"/>
                  <a:ext cx="1980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28A6E9E-D385-A9E4-A23F-1E2852A43653}"/>
                    </a:ext>
                  </a:extLst>
                </p14:cNvPr>
                <p14:cNvContentPartPr/>
                <p14:nvPr/>
              </p14:nvContentPartPr>
              <p14:xfrm>
                <a:off x="2300688" y="1616904"/>
                <a:ext cx="124560" cy="2959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28A6E9E-D385-A9E4-A23F-1E2852A43653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292048" y="1608264"/>
                  <a:ext cx="14220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60A7FE5-31F1-7E4E-A718-86C4FFEBD4A1}"/>
                    </a:ext>
                  </a:extLst>
                </p14:cNvPr>
                <p14:cNvContentPartPr/>
                <p14:nvPr/>
              </p14:nvContentPartPr>
              <p14:xfrm>
                <a:off x="2484288" y="1652904"/>
                <a:ext cx="232560" cy="608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60A7FE5-31F1-7E4E-A718-86C4FFEBD4A1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475648" y="1643904"/>
                  <a:ext cx="250200" cy="78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1F1E9921-DE66-DC26-7BBE-B4465FDA2F73}"/>
                  </a:ext>
                </a:extLst>
              </p14:cNvPr>
              <p14:cNvContentPartPr/>
              <p14:nvPr/>
            </p14:nvContentPartPr>
            <p14:xfrm>
              <a:off x="1044288" y="1215504"/>
              <a:ext cx="1928160" cy="9230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1F1E9921-DE66-DC26-7BBE-B4465FDA2F73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1026648" y="1179504"/>
                <a:ext cx="1963800" cy="9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1B91DF2F-3A12-0A48-446F-570E31F6B38F}"/>
                  </a:ext>
                </a:extLst>
              </p14:cNvPr>
              <p14:cNvContentPartPr/>
              <p14:nvPr/>
            </p14:nvContentPartPr>
            <p14:xfrm>
              <a:off x="3783528" y="1082664"/>
              <a:ext cx="2277360" cy="10407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1B91DF2F-3A12-0A48-446F-570E31F6B38F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3765888" y="1046664"/>
                <a:ext cx="2313000" cy="11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79DBC0E9-29DB-AF4A-C162-B3ECEFCAFF47}"/>
                  </a:ext>
                </a:extLst>
              </p14:cNvPr>
              <p14:cNvContentPartPr/>
              <p14:nvPr/>
            </p14:nvContentPartPr>
            <p14:xfrm>
              <a:off x="6463008" y="983304"/>
              <a:ext cx="1422360" cy="10731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79DBC0E9-29DB-AF4A-C162-B3ECEFCAFF47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6445368" y="947304"/>
                <a:ext cx="1458000" cy="11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A84DFD52-6E01-F3B6-3984-446E94D673CE}"/>
                  </a:ext>
                </a:extLst>
              </p14:cNvPr>
              <p14:cNvContentPartPr/>
              <p14:nvPr/>
            </p14:nvContentPartPr>
            <p14:xfrm>
              <a:off x="8448768" y="807624"/>
              <a:ext cx="2534760" cy="12564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A84DFD52-6E01-F3B6-3984-446E94D673CE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8431128" y="771984"/>
                <a:ext cx="2570400" cy="132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8F56722F-6FFF-BCA1-D635-9281361B1B06}"/>
                  </a:ext>
                </a:extLst>
              </p14:cNvPr>
              <p14:cNvContentPartPr/>
              <p14:nvPr/>
            </p14:nvContentPartPr>
            <p14:xfrm>
              <a:off x="7559568" y="2071224"/>
              <a:ext cx="1518840" cy="3711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8F56722F-6FFF-BCA1-D635-9281361B1B06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7541568" y="2035224"/>
                <a:ext cx="1554480" cy="44280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B032CBD0-760D-02AB-4EDF-8AEE8017C732}"/>
              </a:ext>
            </a:extLst>
          </p:cNvPr>
          <p:cNvGrpSpPr/>
          <p:nvPr/>
        </p:nvGrpSpPr>
        <p:grpSpPr>
          <a:xfrm>
            <a:off x="7959528" y="2094984"/>
            <a:ext cx="782640" cy="224640"/>
            <a:chOff x="7959528" y="2094984"/>
            <a:chExt cx="782640" cy="22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2E53DD7-9C60-0FE9-D805-883B67797EE7}"/>
                    </a:ext>
                  </a:extLst>
                </p14:cNvPr>
                <p14:cNvContentPartPr/>
                <p14:nvPr/>
              </p14:nvContentPartPr>
              <p14:xfrm>
                <a:off x="7959528" y="2094984"/>
                <a:ext cx="149040" cy="2066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2E53DD7-9C60-0FE9-D805-883B67797EE7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950888" y="2086344"/>
                  <a:ext cx="16668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B9B6AB3-4DA0-2A3E-AE38-81D9EF8930D2}"/>
                    </a:ext>
                  </a:extLst>
                </p14:cNvPr>
                <p14:cNvContentPartPr/>
                <p14:nvPr/>
              </p14:nvContentPartPr>
              <p14:xfrm>
                <a:off x="8132328" y="2186064"/>
                <a:ext cx="171360" cy="766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B9B6AB3-4DA0-2A3E-AE38-81D9EF8930D2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123328" y="2177064"/>
                  <a:ext cx="18900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FCC2E9B-C1D8-E0F0-8D2F-BF6FD98CDA74}"/>
                    </a:ext>
                  </a:extLst>
                </p14:cNvPr>
                <p14:cNvContentPartPr/>
                <p14:nvPr/>
              </p14:nvContentPartPr>
              <p14:xfrm>
                <a:off x="8348688" y="2204424"/>
                <a:ext cx="136080" cy="543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FCC2E9B-C1D8-E0F0-8D2F-BF6FD98CDA74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340048" y="2195424"/>
                  <a:ext cx="1537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C32B310-5B3B-EB7C-19DF-743F80DB0EF8}"/>
                    </a:ext>
                  </a:extLst>
                </p14:cNvPr>
                <p14:cNvContentPartPr/>
                <p14:nvPr/>
              </p14:nvContentPartPr>
              <p14:xfrm>
                <a:off x="8537688" y="2205504"/>
                <a:ext cx="81720" cy="540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C32B310-5B3B-EB7C-19DF-743F80DB0EF8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528688" y="2196864"/>
                  <a:ext cx="993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9A74E76-8073-964F-8402-E08EED2E0CC9}"/>
                    </a:ext>
                  </a:extLst>
                </p14:cNvPr>
                <p14:cNvContentPartPr/>
                <p14:nvPr/>
              </p14:nvContentPartPr>
              <p14:xfrm>
                <a:off x="8739288" y="2312424"/>
                <a:ext cx="2880" cy="72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9A74E76-8073-964F-8402-E08EED2E0CC9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730648" y="2303784"/>
                  <a:ext cx="20520" cy="2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3B6EAA8C-235A-FA2E-32DE-CAB4DFC32E0C}"/>
                  </a:ext>
                </a:extLst>
              </p14:cNvPr>
              <p14:cNvContentPartPr/>
              <p14:nvPr/>
            </p14:nvContentPartPr>
            <p14:xfrm>
              <a:off x="9035568" y="885384"/>
              <a:ext cx="15480" cy="1908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3B6EAA8C-235A-FA2E-32DE-CAB4DFC32E0C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9017928" y="849744"/>
                <a:ext cx="5112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E157A1B9-5812-2874-AFA9-726D96198E43}"/>
                  </a:ext>
                </a:extLst>
              </p14:cNvPr>
              <p14:cNvContentPartPr/>
              <p14:nvPr/>
            </p14:nvContentPartPr>
            <p14:xfrm>
              <a:off x="9071568" y="914184"/>
              <a:ext cx="360" cy="36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E157A1B9-5812-2874-AFA9-726D96198E43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9053568" y="878184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14A47309-FA2F-B4EB-6B0E-06A8CB78741B}"/>
                  </a:ext>
                </a:extLst>
              </p14:cNvPr>
              <p14:cNvContentPartPr/>
              <p14:nvPr/>
            </p14:nvContentPartPr>
            <p14:xfrm>
              <a:off x="7417728" y="479664"/>
              <a:ext cx="1738440" cy="50796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14A47309-FA2F-B4EB-6B0E-06A8CB78741B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7399728" y="443664"/>
                <a:ext cx="1774080" cy="57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E4C1336B-9F15-69CE-00DA-359761921EE3}"/>
                  </a:ext>
                </a:extLst>
              </p14:cNvPr>
              <p14:cNvContentPartPr/>
              <p14:nvPr/>
            </p14:nvContentPartPr>
            <p14:xfrm>
              <a:off x="7384968" y="805464"/>
              <a:ext cx="232560" cy="17676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E4C1336B-9F15-69CE-00DA-359761921EE3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7367328" y="769464"/>
                <a:ext cx="268200" cy="248400"/>
              </a:xfrm>
              <a:prstGeom prst="rect">
                <a:avLst/>
              </a:prstGeom>
            </p:spPr>
          </p:pic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35C87641-F9BC-048E-72EE-6BC3A62EC7FD}"/>
              </a:ext>
            </a:extLst>
          </p:cNvPr>
          <p:cNvGrpSpPr/>
          <p:nvPr/>
        </p:nvGrpSpPr>
        <p:grpSpPr>
          <a:xfrm>
            <a:off x="7813008" y="588384"/>
            <a:ext cx="834840" cy="186120"/>
            <a:chOff x="7813008" y="588384"/>
            <a:chExt cx="834840" cy="18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64D39F5-7284-9248-054B-6221DED88FB7}"/>
                    </a:ext>
                  </a:extLst>
                </p14:cNvPr>
                <p14:cNvContentPartPr/>
                <p14:nvPr/>
              </p14:nvContentPartPr>
              <p14:xfrm>
                <a:off x="7813008" y="615384"/>
                <a:ext cx="154440" cy="1591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64D39F5-7284-9248-054B-6221DED88FB7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804368" y="606744"/>
                  <a:ext cx="17208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E747ACA-783A-0E8F-0BC6-5D36FBDBE299}"/>
                    </a:ext>
                  </a:extLst>
                </p14:cNvPr>
                <p14:cNvContentPartPr/>
                <p14:nvPr/>
              </p14:nvContentPartPr>
              <p14:xfrm>
                <a:off x="8003448" y="639144"/>
                <a:ext cx="187920" cy="76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E747ACA-783A-0E8F-0BC6-5D36FBDBE299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994808" y="630144"/>
                  <a:ext cx="20556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F05B921-C6DC-36F8-CC4C-5970D177A1FD}"/>
                    </a:ext>
                  </a:extLst>
                </p14:cNvPr>
                <p14:cNvContentPartPr/>
                <p14:nvPr/>
              </p14:nvContentPartPr>
              <p14:xfrm>
                <a:off x="8265528" y="588384"/>
                <a:ext cx="3960" cy="1249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F05B921-C6DC-36F8-CC4C-5970D177A1FD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256528" y="579744"/>
                  <a:ext cx="216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AC35972-8A68-6843-1D49-6ACCF8716BD7}"/>
                    </a:ext>
                  </a:extLst>
                </p14:cNvPr>
                <p14:cNvContentPartPr/>
                <p14:nvPr/>
              </p14:nvContentPartPr>
              <p14:xfrm>
                <a:off x="8228808" y="647064"/>
                <a:ext cx="275040" cy="421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AC35972-8A68-6843-1D49-6ACCF8716BD7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219808" y="638064"/>
                  <a:ext cx="2926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A98EA71-8181-AC44-1D2E-9E5BD937130A}"/>
                    </a:ext>
                  </a:extLst>
                </p14:cNvPr>
                <p14:cNvContentPartPr/>
                <p14:nvPr/>
              </p14:nvContentPartPr>
              <p14:xfrm>
                <a:off x="8640648" y="699624"/>
                <a:ext cx="7200" cy="39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A98EA71-8181-AC44-1D2E-9E5BD937130A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632008" y="690624"/>
                  <a:ext cx="24840" cy="21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C05F45CC-213A-17E3-71DE-C7B14123B2C0}"/>
                  </a:ext>
                </a:extLst>
              </p14:cNvPr>
              <p14:cNvContentPartPr/>
              <p14:nvPr/>
            </p14:nvContentPartPr>
            <p14:xfrm>
              <a:off x="2476368" y="-183816"/>
              <a:ext cx="7035480" cy="141408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C05F45CC-213A-17E3-71DE-C7B14123B2C0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2458728" y="-219456"/>
                <a:ext cx="7071120" cy="148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19E4A973-7AD6-EC7D-AC10-5C8C88232220}"/>
                  </a:ext>
                </a:extLst>
              </p14:cNvPr>
              <p14:cNvContentPartPr/>
              <p14:nvPr/>
            </p14:nvContentPartPr>
            <p14:xfrm>
              <a:off x="2514528" y="939024"/>
              <a:ext cx="372600" cy="26496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19E4A973-7AD6-EC7D-AC10-5C8C88232220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2496528" y="903384"/>
                <a:ext cx="408240" cy="33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3A48BE3A-C22D-A7F9-4C33-6D8AFFFC326D}"/>
              </a:ext>
            </a:extLst>
          </p:cNvPr>
          <p:cNvGrpSpPr/>
          <p:nvPr/>
        </p:nvGrpSpPr>
        <p:grpSpPr>
          <a:xfrm>
            <a:off x="4408128" y="320544"/>
            <a:ext cx="834480" cy="213840"/>
            <a:chOff x="4408128" y="320544"/>
            <a:chExt cx="834480" cy="21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AB49245-4689-C6B8-7840-C8309943B81D}"/>
                    </a:ext>
                  </a:extLst>
                </p14:cNvPr>
                <p14:cNvContentPartPr/>
                <p14:nvPr/>
              </p14:nvContentPartPr>
              <p14:xfrm>
                <a:off x="4408128" y="396144"/>
                <a:ext cx="235440" cy="1382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AB49245-4689-C6B8-7840-C8309943B81D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4399488" y="387144"/>
                  <a:ext cx="25308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472CA60-C658-12F2-7928-66E65EE14898}"/>
                    </a:ext>
                  </a:extLst>
                </p14:cNvPr>
                <p14:cNvContentPartPr/>
                <p14:nvPr/>
              </p14:nvContentPartPr>
              <p14:xfrm>
                <a:off x="4664448" y="391824"/>
                <a:ext cx="205560" cy="640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472CA60-C658-12F2-7928-66E65EE14898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655448" y="383184"/>
                  <a:ext cx="22320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B008732-7243-2859-5073-FCBB711713FB}"/>
                    </a:ext>
                  </a:extLst>
                </p14:cNvPr>
                <p14:cNvContentPartPr/>
                <p14:nvPr/>
              </p14:nvContentPartPr>
              <p14:xfrm>
                <a:off x="4894128" y="337824"/>
                <a:ext cx="166680" cy="579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B008732-7243-2859-5073-FCBB711713FB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4885488" y="329184"/>
                  <a:ext cx="18432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476AFB7-AD93-3052-19BD-C9FF0485A8D6}"/>
                    </a:ext>
                  </a:extLst>
                </p14:cNvPr>
                <p14:cNvContentPartPr/>
                <p14:nvPr/>
              </p14:nvContentPartPr>
              <p14:xfrm>
                <a:off x="5107968" y="320544"/>
                <a:ext cx="67320" cy="298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476AFB7-AD93-3052-19BD-C9FF0485A8D6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098968" y="311904"/>
                  <a:ext cx="849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A9BA5EB-91CB-2A74-1CC4-D37AA9FBD101}"/>
                    </a:ext>
                  </a:extLst>
                </p14:cNvPr>
                <p14:cNvContentPartPr/>
                <p14:nvPr/>
              </p14:nvContentPartPr>
              <p14:xfrm>
                <a:off x="5239728" y="363024"/>
                <a:ext cx="2880" cy="18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A9BA5EB-91CB-2A74-1CC4-D37AA9FBD10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230728" y="354024"/>
                  <a:ext cx="20520" cy="19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88D4088B-80B2-1D7D-1B71-D85415F60A1B}"/>
                  </a:ext>
                </a:extLst>
              </p14:cNvPr>
              <p14:cNvContentPartPr/>
              <p14:nvPr/>
            </p14:nvContentPartPr>
            <p14:xfrm>
              <a:off x="1760328" y="2058984"/>
              <a:ext cx="8057520" cy="119952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88D4088B-80B2-1D7D-1B71-D85415F60A1B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742328" y="2023344"/>
                <a:ext cx="8093160" cy="127116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81F24CF6-1F92-9C26-37A2-BF8635CCF893}"/>
              </a:ext>
            </a:extLst>
          </p:cNvPr>
          <p:cNvGrpSpPr/>
          <p:nvPr/>
        </p:nvGrpSpPr>
        <p:grpSpPr>
          <a:xfrm>
            <a:off x="2069928" y="2919384"/>
            <a:ext cx="834840" cy="284400"/>
            <a:chOff x="2069928" y="2919384"/>
            <a:chExt cx="834840" cy="28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465B52C-FA1A-F057-B899-55C6EDD05314}"/>
                    </a:ext>
                  </a:extLst>
                </p14:cNvPr>
                <p14:cNvContentPartPr/>
                <p14:nvPr/>
              </p14:nvContentPartPr>
              <p14:xfrm>
                <a:off x="2069928" y="2957544"/>
                <a:ext cx="273960" cy="2462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465B52C-FA1A-F057-B899-55C6EDD0531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061288" y="2948544"/>
                  <a:ext cx="29160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2CBB55D-11A2-5571-0AAA-22C929D14B7C}"/>
                    </a:ext>
                  </a:extLst>
                </p14:cNvPr>
                <p14:cNvContentPartPr/>
                <p14:nvPr/>
              </p14:nvContentPartPr>
              <p14:xfrm>
                <a:off x="2369808" y="2919384"/>
                <a:ext cx="534960" cy="2026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2CBB55D-11A2-5571-0AAA-22C929D14B7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360808" y="2910744"/>
                  <a:ext cx="55260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3780AA4-9818-19E1-C7D1-DF6897B9D4B8}"/>
                    </a:ext>
                  </a:extLst>
                </p14:cNvPr>
                <p14:cNvContentPartPr/>
                <p14:nvPr/>
              </p14:nvContentPartPr>
              <p14:xfrm>
                <a:off x="2742408" y="2925144"/>
                <a:ext cx="59760" cy="363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3780AA4-9818-19E1-C7D1-DF6897B9D4B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733408" y="2916504"/>
                  <a:ext cx="77400" cy="54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689FB66A-2776-AD6E-4D6D-7284BB94E5DE}"/>
                  </a:ext>
                </a:extLst>
              </p14:cNvPr>
              <p14:cNvContentPartPr/>
              <p14:nvPr/>
            </p14:nvContentPartPr>
            <p14:xfrm>
              <a:off x="4697568" y="2108304"/>
              <a:ext cx="4750920" cy="80244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689FB66A-2776-AD6E-4D6D-7284BB94E5DE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4679568" y="2072664"/>
                <a:ext cx="4786560" cy="87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C5C0D7DE-14DD-A599-0D11-C52DA241AD9C}"/>
                  </a:ext>
                </a:extLst>
              </p14:cNvPr>
              <p14:cNvContentPartPr/>
              <p14:nvPr/>
            </p14:nvContentPartPr>
            <p14:xfrm>
              <a:off x="4705848" y="2188944"/>
              <a:ext cx="71280" cy="21420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C5C0D7DE-14DD-A599-0D11-C52DA241AD9C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4687848" y="2153304"/>
                <a:ext cx="106920" cy="285840"/>
              </a:xfrm>
              <a:prstGeom prst="rect">
                <a:avLst/>
              </a:prstGeom>
            </p:spPr>
          </p:pic>
        </mc:Fallback>
      </mc:AlternateContent>
      <p:grpSp>
        <p:nvGrpSpPr>
          <p:cNvPr id="84" name="Group 83">
            <a:extLst>
              <a:ext uri="{FF2B5EF4-FFF2-40B4-BE49-F238E27FC236}">
                <a16:creationId xmlns:a16="http://schemas.microsoft.com/office/drawing/2014/main" id="{CE1E970C-DA9A-886B-DAD9-1C7823C0442F}"/>
              </a:ext>
            </a:extLst>
          </p:cNvPr>
          <p:cNvGrpSpPr/>
          <p:nvPr/>
        </p:nvGrpSpPr>
        <p:grpSpPr>
          <a:xfrm>
            <a:off x="5304888" y="2313864"/>
            <a:ext cx="1243080" cy="225000"/>
            <a:chOff x="5304888" y="2313864"/>
            <a:chExt cx="1243080" cy="22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5961179-6082-EFEE-1746-0BFE686CA088}"/>
                    </a:ext>
                  </a:extLst>
                </p14:cNvPr>
                <p14:cNvContentPartPr/>
                <p14:nvPr/>
              </p14:nvContentPartPr>
              <p14:xfrm>
                <a:off x="5304888" y="2313864"/>
                <a:ext cx="190800" cy="2113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5961179-6082-EFEE-1746-0BFE686CA08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295888" y="2305224"/>
                  <a:ext cx="20844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9F4BD1C-0D44-01A2-2183-D68F350570E8}"/>
                    </a:ext>
                  </a:extLst>
                </p14:cNvPr>
                <p14:cNvContentPartPr/>
                <p14:nvPr/>
              </p14:nvContentPartPr>
              <p14:xfrm>
                <a:off x="5344128" y="2447064"/>
                <a:ext cx="141120" cy="190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9F4BD1C-0D44-01A2-2183-D68F350570E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335128" y="2438064"/>
                  <a:ext cx="15876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0088F9C-D600-A079-12BA-97C807842A63}"/>
                    </a:ext>
                  </a:extLst>
                </p14:cNvPr>
                <p14:cNvContentPartPr/>
                <p14:nvPr/>
              </p14:nvContentPartPr>
              <p14:xfrm>
                <a:off x="5528448" y="2336184"/>
                <a:ext cx="111240" cy="1864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0088F9C-D600-A079-12BA-97C807842A6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519808" y="2327184"/>
                  <a:ext cx="12888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D994DE2-F0F6-F312-83F0-ADFA08C9C457}"/>
                    </a:ext>
                  </a:extLst>
                </p14:cNvPr>
                <p14:cNvContentPartPr/>
                <p14:nvPr/>
              </p14:nvContentPartPr>
              <p14:xfrm>
                <a:off x="5679648" y="2342304"/>
                <a:ext cx="123840" cy="1735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D994DE2-F0F6-F312-83F0-ADFA08C9C45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670648" y="2333664"/>
                  <a:ext cx="1414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94B8676-9872-C485-5A51-0CB69AC76D43}"/>
                    </a:ext>
                  </a:extLst>
                </p14:cNvPr>
                <p14:cNvContentPartPr/>
                <p14:nvPr/>
              </p14:nvContentPartPr>
              <p14:xfrm>
                <a:off x="5807088" y="2413584"/>
                <a:ext cx="9720" cy="273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94B8676-9872-C485-5A51-0CB69AC76D4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798448" y="2404584"/>
                  <a:ext cx="2736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EBCD5E7-E89D-0B40-DFC7-DA9AA41D7789}"/>
                    </a:ext>
                  </a:extLst>
                </p14:cNvPr>
                <p14:cNvContentPartPr/>
                <p14:nvPr/>
              </p14:nvContentPartPr>
              <p14:xfrm>
                <a:off x="5908248" y="2389104"/>
                <a:ext cx="118800" cy="1497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EBCD5E7-E89D-0B40-DFC7-DA9AA41D778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899608" y="2380104"/>
                  <a:ext cx="1364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51529D3-6BDA-F671-C3BF-E7E2940F7FC1}"/>
                    </a:ext>
                  </a:extLst>
                </p14:cNvPr>
                <p14:cNvContentPartPr/>
                <p14:nvPr/>
              </p14:nvContentPartPr>
              <p14:xfrm>
                <a:off x="6070968" y="2457504"/>
                <a:ext cx="215280" cy="622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51529D3-6BDA-F671-C3BF-E7E2940F7FC1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062328" y="2448504"/>
                  <a:ext cx="23292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F9309032-7B5A-FC9B-F8B5-169C587C6720}"/>
                    </a:ext>
                  </a:extLst>
                </p14:cNvPr>
                <p14:cNvContentPartPr/>
                <p14:nvPr/>
              </p14:nvContentPartPr>
              <p14:xfrm>
                <a:off x="6313968" y="2458224"/>
                <a:ext cx="83880" cy="500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F9309032-7B5A-FC9B-F8B5-169C587C672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304968" y="2449224"/>
                  <a:ext cx="10152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0FC1A84-B518-5F7C-2361-66402337B73A}"/>
                    </a:ext>
                  </a:extLst>
                </p14:cNvPr>
                <p14:cNvContentPartPr/>
                <p14:nvPr/>
              </p14:nvContentPartPr>
              <p14:xfrm>
                <a:off x="6430968" y="2463264"/>
                <a:ext cx="117000" cy="500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0FC1A84-B518-5F7C-2361-66402337B73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422328" y="2454264"/>
                  <a:ext cx="134640" cy="6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9BC477E6-0F28-10DC-14D5-E9F8F2E4502A}"/>
              </a:ext>
            </a:extLst>
          </p:cNvPr>
          <p:cNvGrpSpPr/>
          <p:nvPr/>
        </p:nvGrpSpPr>
        <p:grpSpPr>
          <a:xfrm>
            <a:off x="2104848" y="3994344"/>
            <a:ext cx="518760" cy="491040"/>
            <a:chOff x="2104848" y="3994344"/>
            <a:chExt cx="518760" cy="49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2154E93-17FA-FAC1-E905-AC336F8D743C}"/>
                    </a:ext>
                  </a:extLst>
                </p14:cNvPr>
                <p14:cNvContentPartPr/>
                <p14:nvPr/>
              </p14:nvContentPartPr>
              <p14:xfrm>
                <a:off x="2104848" y="3994344"/>
                <a:ext cx="258480" cy="3754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2154E93-17FA-FAC1-E905-AC336F8D743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096208" y="3985344"/>
                  <a:ext cx="276120" cy="39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6B0F4E5-4837-0CA0-071B-BA897960EF07}"/>
                    </a:ext>
                  </a:extLst>
                </p14:cNvPr>
                <p14:cNvContentPartPr/>
                <p14:nvPr/>
              </p14:nvContentPartPr>
              <p14:xfrm>
                <a:off x="2162448" y="4224744"/>
                <a:ext cx="159480" cy="874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6B0F4E5-4837-0CA0-071B-BA897960EF0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153808" y="4215744"/>
                  <a:ext cx="17712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305DD3C-5D9B-4FDE-D48A-7E6D92699620}"/>
                    </a:ext>
                  </a:extLst>
                </p14:cNvPr>
                <p14:cNvContentPartPr/>
                <p14:nvPr/>
              </p14:nvContentPartPr>
              <p14:xfrm>
                <a:off x="2356128" y="4192704"/>
                <a:ext cx="2880" cy="122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305DD3C-5D9B-4FDE-D48A-7E6D9269962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347128" y="4183704"/>
                  <a:ext cx="205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D103656B-4854-311C-EA2D-B2619403B081}"/>
                    </a:ext>
                  </a:extLst>
                </p14:cNvPr>
                <p14:cNvContentPartPr/>
                <p14:nvPr/>
              </p14:nvContentPartPr>
              <p14:xfrm>
                <a:off x="2389608" y="4230504"/>
                <a:ext cx="74160" cy="2548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D103656B-4854-311C-EA2D-B2619403B08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380968" y="4221864"/>
                  <a:ext cx="9180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110A8C2-61AB-A57B-CC41-DADC59406390}"/>
                    </a:ext>
                  </a:extLst>
                </p14:cNvPr>
                <p14:cNvContentPartPr/>
                <p14:nvPr/>
              </p14:nvContentPartPr>
              <p14:xfrm>
                <a:off x="2584008" y="4145544"/>
                <a:ext cx="28800" cy="684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110A8C2-61AB-A57B-CC41-DADC59406390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575368" y="4136904"/>
                  <a:ext cx="4644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E7D15EE-F421-E487-93E7-1C8F31EEE2FE}"/>
                    </a:ext>
                  </a:extLst>
                </p14:cNvPr>
                <p14:cNvContentPartPr/>
                <p14:nvPr/>
              </p14:nvContentPartPr>
              <p14:xfrm>
                <a:off x="2620728" y="4355424"/>
                <a:ext cx="2880" cy="108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E7D15EE-F421-E487-93E7-1C8F31EEE2F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612088" y="4346784"/>
                  <a:ext cx="2052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1300F289-4F83-3EEB-0B86-D917B64AB4EB}"/>
              </a:ext>
            </a:extLst>
          </p:cNvPr>
          <p:cNvGrpSpPr/>
          <p:nvPr/>
        </p:nvGrpSpPr>
        <p:grpSpPr>
          <a:xfrm>
            <a:off x="2841768" y="4004424"/>
            <a:ext cx="1771920" cy="300600"/>
            <a:chOff x="2841768" y="4004424"/>
            <a:chExt cx="1771920" cy="30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DD3CF90D-3E57-06AE-E353-BD31C7B84679}"/>
                    </a:ext>
                  </a:extLst>
                </p14:cNvPr>
                <p14:cNvContentPartPr/>
                <p14:nvPr/>
              </p14:nvContentPartPr>
              <p14:xfrm>
                <a:off x="2841768" y="4046184"/>
                <a:ext cx="413280" cy="2588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D3CF90D-3E57-06AE-E353-BD31C7B8467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833128" y="4037184"/>
                  <a:ext cx="43092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E69027F-BA79-9724-34BA-453225D177D4}"/>
                    </a:ext>
                  </a:extLst>
                </p14:cNvPr>
                <p14:cNvContentPartPr/>
                <p14:nvPr/>
              </p14:nvContentPartPr>
              <p14:xfrm>
                <a:off x="3338568" y="4107744"/>
                <a:ext cx="342720" cy="1540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E69027F-BA79-9724-34BA-453225D177D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329928" y="4099104"/>
                  <a:ext cx="36036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DC2BD4E-C0EB-B13A-161D-B5FECCA658B4}"/>
                    </a:ext>
                  </a:extLst>
                </p14:cNvPr>
                <p14:cNvContentPartPr/>
                <p14:nvPr/>
              </p14:nvContentPartPr>
              <p14:xfrm>
                <a:off x="3641328" y="4161024"/>
                <a:ext cx="95040" cy="302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DC2BD4E-C0EB-B13A-161D-B5FECCA658B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632688" y="4152024"/>
                  <a:ext cx="11268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804453C6-6C33-F903-4115-3F8D0322B802}"/>
                    </a:ext>
                  </a:extLst>
                </p14:cNvPr>
                <p14:cNvContentPartPr/>
                <p14:nvPr/>
              </p14:nvContentPartPr>
              <p14:xfrm>
                <a:off x="3795768" y="4160304"/>
                <a:ext cx="104040" cy="777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804453C6-6C33-F903-4115-3F8D0322B80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787128" y="4151304"/>
                  <a:ext cx="1216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7F1A306A-1510-E4FA-4D92-5B773260705F}"/>
                    </a:ext>
                  </a:extLst>
                </p14:cNvPr>
                <p14:cNvContentPartPr/>
                <p14:nvPr/>
              </p14:nvContentPartPr>
              <p14:xfrm>
                <a:off x="3961728" y="4058064"/>
                <a:ext cx="527040" cy="1350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7F1A306A-1510-E4FA-4D92-5B773260705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953088" y="4049424"/>
                  <a:ext cx="54468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66EB564-18F0-01C6-261C-5D2FF4EFBF37}"/>
                    </a:ext>
                  </a:extLst>
                </p14:cNvPr>
                <p14:cNvContentPartPr/>
                <p14:nvPr/>
              </p14:nvContentPartPr>
              <p14:xfrm>
                <a:off x="4580208" y="4086504"/>
                <a:ext cx="33480" cy="194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66EB564-18F0-01C6-261C-5D2FF4EFBF3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571208" y="4077504"/>
                  <a:ext cx="511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FFB6923-42F5-4236-70AA-82B46B2931E3}"/>
                    </a:ext>
                  </a:extLst>
                </p14:cNvPr>
                <p14:cNvContentPartPr/>
                <p14:nvPr/>
              </p14:nvContentPartPr>
              <p14:xfrm>
                <a:off x="4175208" y="4004424"/>
                <a:ext cx="37800" cy="270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FFB6923-42F5-4236-70AA-82B46B2931E3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166208" y="3995784"/>
                  <a:ext cx="5544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9554D892-977E-3A9F-04E2-F8353B336CC6}"/>
              </a:ext>
            </a:extLst>
          </p:cNvPr>
          <p:cNvGrpSpPr/>
          <p:nvPr/>
        </p:nvGrpSpPr>
        <p:grpSpPr>
          <a:xfrm>
            <a:off x="5052528" y="4031424"/>
            <a:ext cx="903960" cy="300960"/>
            <a:chOff x="5052528" y="4031424"/>
            <a:chExt cx="903960" cy="30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81DA587-6747-A008-9522-DB51C71840A4}"/>
                    </a:ext>
                  </a:extLst>
                </p14:cNvPr>
                <p14:cNvContentPartPr/>
                <p14:nvPr/>
              </p14:nvContentPartPr>
              <p14:xfrm>
                <a:off x="5052528" y="4048704"/>
                <a:ext cx="339840" cy="2836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81DA587-6747-A008-9522-DB51C71840A4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043528" y="4039704"/>
                  <a:ext cx="35748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30B2DEE-BE0C-97A4-71A4-ADE493C6A044}"/>
                    </a:ext>
                  </a:extLst>
                </p14:cNvPr>
                <p14:cNvContentPartPr/>
                <p14:nvPr/>
              </p14:nvContentPartPr>
              <p14:xfrm>
                <a:off x="5462208" y="4031424"/>
                <a:ext cx="494280" cy="2790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30B2DEE-BE0C-97A4-71A4-ADE493C6A04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453208" y="4022424"/>
                  <a:ext cx="511920" cy="296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F1674663-C543-5F21-DE23-1D8FBE274442}"/>
                  </a:ext>
                </a:extLst>
              </p14:cNvPr>
              <p14:cNvContentPartPr/>
              <p14:nvPr/>
            </p14:nvContentPartPr>
            <p14:xfrm>
              <a:off x="6271848" y="3814704"/>
              <a:ext cx="436320" cy="47592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F1674663-C543-5F21-DE23-1D8FBE274442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6262848" y="3805704"/>
                <a:ext cx="453960" cy="493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2" name="Group 111">
            <a:extLst>
              <a:ext uri="{FF2B5EF4-FFF2-40B4-BE49-F238E27FC236}">
                <a16:creationId xmlns:a16="http://schemas.microsoft.com/office/drawing/2014/main" id="{6050FEA7-AEC4-DD14-AD42-6FF5BD3A8A6A}"/>
              </a:ext>
            </a:extLst>
          </p:cNvPr>
          <p:cNvGrpSpPr/>
          <p:nvPr/>
        </p:nvGrpSpPr>
        <p:grpSpPr>
          <a:xfrm>
            <a:off x="7107768" y="3871584"/>
            <a:ext cx="1150200" cy="262080"/>
            <a:chOff x="7107768" y="3871584"/>
            <a:chExt cx="1150200" cy="26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070A693-C8FA-AEE6-3B44-4881B7529BCB}"/>
                    </a:ext>
                  </a:extLst>
                </p14:cNvPr>
                <p14:cNvContentPartPr/>
                <p14:nvPr/>
              </p14:nvContentPartPr>
              <p14:xfrm>
                <a:off x="7107768" y="4005864"/>
                <a:ext cx="568800" cy="1278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070A693-C8FA-AEE6-3B44-4881B7529BC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098768" y="3997224"/>
                  <a:ext cx="5864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F5E0CCE-F8A0-4374-801C-63C2230955FD}"/>
                    </a:ext>
                  </a:extLst>
                </p14:cNvPr>
                <p14:cNvContentPartPr/>
                <p14:nvPr/>
              </p14:nvContentPartPr>
              <p14:xfrm>
                <a:off x="7738488" y="3875184"/>
                <a:ext cx="231840" cy="2170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F5E0CCE-F8A0-4374-801C-63C2230955FD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729488" y="3866184"/>
                  <a:ext cx="24948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064BB6C7-6755-F487-7274-58F39228B174}"/>
                    </a:ext>
                  </a:extLst>
                </p14:cNvPr>
                <p14:cNvContentPartPr/>
                <p14:nvPr/>
              </p14:nvContentPartPr>
              <p14:xfrm>
                <a:off x="8089128" y="4014144"/>
                <a:ext cx="168840" cy="442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064BB6C7-6755-F487-7274-58F39228B17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080488" y="4005504"/>
                  <a:ext cx="18648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1F34C3A9-B173-81A6-B2EF-26219F907BD7}"/>
                    </a:ext>
                  </a:extLst>
                </p14:cNvPr>
                <p14:cNvContentPartPr/>
                <p14:nvPr/>
              </p14:nvContentPartPr>
              <p14:xfrm>
                <a:off x="8026848" y="3871584"/>
                <a:ext cx="93960" cy="270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1F34C3A9-B173-81A6-B2EF-26219F907BD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018208" y="3862584"/>
                  <a:ext cx="111600" cy="44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DC7D9D2A-BBB0-FA46-53B6-01B8AB5CB253}"/>
                  </a:ext>
                </a:extLst>
              </p14:cNvPr>
              <p14:cNvContentPartPr/>
              <p14:nvPr/>
            </p14:nvContentPartPr>
            <p14:xfrm>
              <a:off x="1947888" y="1881504"/>
              <a:ext cx="10080" cy="9468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DC7D9D2A-BBB0-FA46-53B6-01B8AB5CB253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1938888" y="1872864"/>
                <a:ext cx="2772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770E7EA6-662D-4E97-0129-CCEC9982B080}"/>
                  </a:ext>
                </a:extLst>
              </p14:cNvPr>
              <p14:cNvContentPartPr/>
              <p14:nvPr/>
            </p14:nvContentPartPr>
            <p14:xfrm>
              <a:off x="1994688" y="1878624"/>
              <a:ext cx="25560" cy="15228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770E7EA6-662D-4E97-0129-CCEC9982B080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1986048" y="1869984"/>
                <a:ext cx="43200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095F40F0-AC86-DC6D-16C5-AA2E1AAB0362}"/>
                  </a:ext>
                </a:extLst>
              </p14:cNvPr>
              <p14:cNvContentPartPr/>
              <p14:nvPr/>
            </p14:nvContentPartPr>
            <p14:xfrm>
              <a:off x="4776768" y="1862064"/>
              <a:ext cx="305280" cy="13068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095F40F0-AC86-DC6D-16C5-AA2E1AAB0362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4768128" y="1853064"/>
                <a:ext cx="322920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D763B1A7-BC7F-067B-605B-AFE7038BBF97}"/>
                  </a:ext>
                </a:extLst>
              </p14:cNvPr>
              <p14:cNvContentPartPr/>
              <p14:nvPr/>
            </p14:nvContentPartPr>
            <p14:xfrm>
              <a:off x="7134768" y="1772784"/>
              <a:ext cx="140400" cy="18504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D763B1A7-BC7F-067B-605B-AFE7038BBF97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7126128" y="1764144"/>
                <a:ext cx="15804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9E12EF0E-85BD-AAFA-FFEE-61AF9F659685}"/>
                  </a:ext>
                </a:extLst>
              </p14:cNvPr>
              <p14:cNvContentPartPr/>
              <p14:nvPr/>
            </p14:nvContentPartPr>
            <p14:xfrm>
              <a:off x="9194328" y="1760184"/>
              <a:ext cx="79560" cy="21996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9E12EF0E-85BD-AAFA-FFEE-61AF9F659685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9185688" y="1751184"/>
                <a:ext cx="9720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B70D8CBE-4FA7-19EE-A2C0-1706B26ED46E}"/>
                  </a:ext>
                </a:extLst>
              </p14:cNvPr>
              <p14:cNvContentPartPr/>
              <p14:nvPr/>
            </p14:nvContentPartPr>
            <p14:xfrm>
              <a:off x="2549448" y="5412024"/>
              <a:ext cx="7200" cy="14976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B70D8CBE-4FA7-19EE-A2C0-1706B26ED46E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2540808" y="5403384"/>
                <a:ext cx="24840" cy="16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92D4569B-709F-1930-6125-63A09CE1A6F8}"/>
                  </a:ext>
                </a:extLst>
              </p14:cNvPr>
              <p14:cNvContentPartPr/>
              <p14:nvPr/>
            </p14:nvContentPartPr>
            <p14:xfrm>
              <a:off x="2070288" y="5264064"/>
              <a:ext cx="1167120" cy="46188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92D4569B-709F-1930-6125-63A09CE1A6F8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2061288" y="5255424"/>
                <a:ext cx="1184760" cy="47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67668A95-8855-2186-0D59-325EF67B79D2}"/>
                  </a:ext>
                </a:extLst>
              </p14:cNvPr>
              <p14:cNvContentPartPr/>
              <p14:nvPr/>
            </p14:nvContentPartPr>
            <p14:xfrm>
              <a:off x="2711448" y="5673744"/>
              <a:ext cx="6644880" cy="755640"/>
            </p14:xfrm>
          </p:contentPart>
        </mc:Choice>
        <mc:Fallback xmlns=""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67668A95-8855-2186-0D59-325EF67B79D2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2702448" y="5665104"/>
                <a:ext cx="6662520" cy="77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443DC3F5-3174-D3FF-DAB2-6AAD97E34C31}"/>
                  </a:ext>
                </a:extLst>
              </p14:cNvPr>
              <p14:cNvContentPartPr/>
              <p14:nvPr/>
            </p14:nvContentPartPr>
            <p14:xfrm>
              <a:off x="2689128" y="5699304"/>
              <a:ext cx="308880" cy="186480"/>
            </p14:xfrm>
          </p:contentPart>
        </mc:Choice>
        <mc:Fallback xmlns=""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443DC3F5-3174-D3FF-DAB2-6AAD97E34C31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2680128" y="5690304"/>
                <a:ext cx="326520" cy="204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09" name="Group 208">
            <a:extLst>
              <a:ext uri="{FF2B5EF4-FFF2-40B4-BE49-F238E27FC236}">
                <a16:creationId xmlns:a16="http://schemas.microsoft.com/office/drawing/2014/main" id="{EBEF528F-35A7-0988-A652-F4086118F40D}"/>
              </a:ext>
            </a:extLst>
          </p:cNvPr>
          <p:cNvGrpSpPr/>
          <p:nvPr/>
        </p:nvGrpSpPr>
        <p:grpSpPr>
          <a:xfrm>
            <a:off x="2598408" y="6123384"/>
            <a:ext cx="653040" cy="227880"/>
            <a:chOff x="2598408" y="6123384"/>
            <a:chExt cx="653040" cy="22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0F67EA15-5B97-213D-5C08-04AF0FC912A1}"/>
                    </a:ext>
                  </a:extLst>
                </p14:cNvPr>
                <p14:cNvContentPartPr/>
                <p14:nvPr/>
              </p14:nvContentPartPr>
              <p14:xfrm>
                <a:off x="2598408" y="6123384"/>
                <a:ext cx="215640" cy="22788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0F67EA15-5B97-213D-5C08-04AF0FC912A1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589408" y="6114744"/>
                  <a:ext cx="23328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5102CE82-9E03-DBB0-43E6-A9FF881239A6}"/>
                    </a:ext>
                  </a:extLst>
                </p14:cNvPr>
                <p14:cNvContentPartPr/>
                <p14:nvPr/>
              </p14:nvContentPartPr>
              <p14:xfrm>
                <a:off x="2865168" y="6213384"/>
                <a:ext cx="386280" cy="8640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5102CE82-9E03-DBB0-43E6-A9FF881239A6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856528" y="6204384"/>
                  <a:ext cx="4039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FEAB1AE1-3EC9-58EB-3A6A-90A05E491103}"/>
                    </a:ext>
                  </a:extLst>
                </p14:cNvPr>
                <p14:cNvContentPartPr/>
                <p14:nvPr/>
              </p14:nvContentPartPr>
              <p14:xfrm>
                <a:off x="3182328" y="6219144"/>
                <a:ext cx="37440" cy="1512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FEAB1AE1-3EC9-58EB-3A6A-90A05E491103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173328" y="6210504"/>
                  <a:ext cx="55080" cy="3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B7166080-879F-D0E5-5757-6C21744B6EC8}"/>
              </a:ext>
            </a:extLst>
          </p:cNvPr>
          <p:cNvGrpSpPr/>
          <p:nvPr/>
        </p:nvGrpSpPr>
        <p:grpSpPr>
          <a:xfrm>
            <a:off x="4312008" y="4956264"/>
            <a:ext cx="5729400" cy="1161360"/>
            <a:chOff x="4312008" y="4956264"/>
            <a:chExt cx="5729400" cy="116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498E63AC-11F5-21D3-B931-077BAED510AA}"/>
                    </a:ext>
                  </a:extLst>
                </p14:cNvPr>
                <p14:cNvContentPartPr/>
                <p14:nvPr/>
              </p14:nvContentPartPr>
              <p14:xfrm>
                <a:off x="4917888" y="5313024"/>
                <a:ext cx="218520" cy="1544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498E63AC-11F5-21D3-B931-077BAED510AA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909248" y="5304024"/>
                  <a:ext cx="23616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45F228F4-EE1A-2ACB-2CDE-7F355B804B4D}"/>
                    </a:ext>
                  </a:extLst>
                </p14:cNvPr>
                <p14:cNvContentPartPr/>
                <p14:nvPr/>
              </p14:nvContentPartPr>
              <p14:xfrm>
                <a:off x="4312008" y="5093784"/>
                <a:ext cx="1496160" cy="6058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45F228F4-EE1A-2ACB-2CDE-7F355B804B4D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303008" y="5085144"/>
                  <a:ext cx="1513800" cy="62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14CBA679-4942-E37D-BCFA-30EB6CF2C80B}"/>
                    </a:ext>
                  </a:extLst>
                </p14:cNvPr>
                <p14:cNvContentPartPr/>
                <p14:nvPr/>
              </p14:nvContentPartPr>
              <p14:xfrm>
                <a:off x="6949008" y="5259384"/>
                <a:ext cx="166680" cy="2073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14CBA679-4942-E37D-BCFA-30EB6CF2C80B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940368" y="5250744"/>
                  <a:ext cx="18432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27FC4B8-08E5-5DF1-C66E-1060A8AE2D2C}"/>
                    </a:ext>
                  </a:extLst>
                </p14:cNvPr>
                <p14:cNvContentPartPr/>
                <p14:nvPr/>
              </p14:nvContentPartPr>
              <p14:xfrm>
                <a:off x="6650568" y="5065704"/>
                <a:ext cx="1443600" cy="5788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27FC4B8-08E5-5DF1-C66E-1060A8AE2D2C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641928" y="5056704"/>
                  <a:ext cx="1461240" cy="59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2F0DF17-4E9D-7C15-CF86-10DC279AB14F}"/>
                    </a:ext>
                  </a:extLst>
                </p14:cNvPr>
                <p14:cNvContentPartPr/>
                <p14:nvPr/>
              </p14:nvContentPartPr>
              <p14:xfrm>
                <a:off x="9226368" y="5129064"/>
                <a:ext cx="151920" cy="2890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2F0DF17-4E9D-7C15-CF86-10DC279AB14F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217728" y="5120064"/>
                  <a:ext cx="16956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6B906586-8B74-F507-3377-64FE4E0DDD27}"/>
                    </a:ext>
                  </a:extLst>
                </p14:cNvPr>
                <p14:cNvContentPartPr/>
                <p14:nvPr/>
              </p14:nvContentPartPr>
              <p14:xfrm>
                <a:off x="8868528" y="4956264"/>
                <a:ext cx="1172880" cy="6800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6B906586-8B74-F507-3377-64FE4E0DDD27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859528" y="4947264"/>
                  <a:ext cx="1190520" cy="69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7A8C827A-00FB-B6F5-0A56-3D2C884CB04D}"/>
                    </a:ext>
                  </a:extLst>
                </p14:cNvPr>
                <p14:cNvContentPartPr/>
                <p14:nvPr/>
              </p14:nvContentPartPr>
              <p14:xfrm>
                <a:off x="7701768" y="5563584"/>
                <a:ext cx="1489320" cy="25380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7A8C827A-00FB-B6F5-0A56-3D2C884CB04D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692768" y="5554584"/>
                  <a:ext cx="150696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62000AB5-C577-0704-8406-28FD76AFF62A}"/>
                    </a:ext>
                  </a:extLst>
                </p14:cNvPr>
                <p14:cNvContentPartPr/>
                <p14:nvPr/>
              </p14:nvContentPartPr>
              <p14:xfrm>
                <a:off x="7723728" y="5601384"/>
                <a:ext cx="266400" cy="7596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62000AB5-C577-0704-8406-28FD76AFF62A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714728" y="5592744"/>
                  <a:ext cx="2840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DFC8EFE2-0764-7098-FCD4-7D6383A61B9B}"/>
                    </a:ext>
                  </a:extLst>
                </p14:cNvPr>
                <p14:cNvContentPartPr/>
                <p14:nvPr/>
              </p14:nvContentPartPr>
              <p14:xfrm>
                <a:off x="8072208" y="5666904"/>
                <a:ext cx="360" cy="36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DFC8EFE2-0764-7098-FCD4-7D6383A61B9B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063568" y="5657904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D22731AB-28B9-9CDA-4CB4-536E9B7659B2}"/>
                    </a:ext>
                  </a:extLst>
                </p14:cNvPr>
                <p14:cNvContentPartPr/>
                <p14:nvPr/>
              </p14:nvContentPartPr>
              <p14:xfrm>
                <a:off x="5215968" y="5598504"/>
                <a:ext cx="4092120" cy="51912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D22731AB-28B9-9CDA-4CB4-536E9B7659B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207328" y="5589504"/>
                  <a:ext cx="4109760" cy="53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16F31D18-D475-0D67-8E7A-B4B196EEEB96}"/>
                    </a:ext>
                  </a:extLst>
                </p14:cNvPr>
                <p14:cNvContentPartPr/>
                <p14:nvPr/>
              </p14:nvContentPartPr>
              <p14:xfrm>
                <a:off x="5225688" y="5671584"/>
                <a:ext cx="401040" cy="11592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16F31D18-D475-0D67-8E7A-B4B196EEEB96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217048" y="5662944"/>
                  <a:ext cx="41868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4E8649DE-6187-AE81-FB7E-B21AC3639C13}"/>
                    </a:ext>
                  </a:extLst>
                </p14:cNvPr>
                <p14:cNvContentPartPr/>
                <p14:nvPr/>
              </p14:nvContentPartPr>
              <p14:xfrm>
                <a:off x="5701968" y="5747544"/>
                <a:ext cx="1800" cy="540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4E8649DE-6187-AE81-FB7E-B21AC3639C1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693328" y="5738904"/>
                  <a:ext cx="1944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950B7CA0-F1A8-87CA-080B-7CDD84B9E0E8}"/>
                    </a:ext>
                  </a:extLst>
                </p14:cNvPr>
                <p14:cNvContentPartPr/>
                <p14:nvPr/>
              </p14:nvContentPartPr>
              <p14:xfrm>
                <a:off x="5741568" y="5740704"/>
                <a:ext cx="156240" cy="20232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950B7CA0-F1A8-87CA-080B-7CDD84B9E0E8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732568" y="5731704"/>
                  <a:ext cx="17388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F16965C7-DB31-5A67-5F77-56AD3E845ADF}"/>
                    </a:ext>
                  </a:extLst>
                </p14:cNvPr>
                <p14:cNvContentPartPr/>
                <p14:nvPr/>
              </p14:nvContentPartPr>
              <p14:xfrm>
                <a:off x="5818608" y="5867424"/>
                <a:ext cx="103320" cy="3528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F16965C7-DB31-5A67-5F77-56AD3E845ADF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809968" y="5858784"/>
                  <a:ext cx="12096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05831D97-FAA7-3841-FEFF-1B6BABD26BEC}"/>
                    </a:ext>
                  </a:extLst>
                </p14:cNvPr>
                <p14:cNvContentPartPr/>
                <p14:nvPr/>
              </p14:nvContentPartPr>
              <p14:xfrm>
                <a:off x="5960808" y="5794344"/>
                <a:ext cx="100800" cy="14400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05831D97-FAA7-3841-FEFF-1B6BABD26BEC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951808" y="5785344"/>
                  <a:ext cx="1184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7DCE0811-B5A3-3DEF-A9CF-53B7C43E58D9}"/>
                    </a:ext>
                  </a:extLst>
                </p14:cNvPr>
                <p14:cNvContentPartPr/>
                <p14:nvPr/>
              </p14:nvContentPartPr>
              <p14:xfrm>
                <a:off x="6125688" y="5778504"/>
                <a:ext cx="105480" cy="15840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7DCE0811-B5A3-3DEF-A9CF-53B7C43E58D9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116688" y="5769864"/>
                  <a:ext cx="12312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AEDB28C1-FB4A-99A6-8604-7839BF2D7017}"/>
                    </a:ext>
                  </a:extLst>
                </p14:cNvPr>
                <p14:cNvContentPartPr/>
                <p14:nvPr/>
              </p14:nvContentPartPr>
              <p14:xfrm>
                <a:off x="6244848" y="5839704"/>
                <a:ext cx="2880" cy="2592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AEDB28C1-FB4A-99A6-8604-7839BF2D7017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235848" y="5830704"/>
                  <a:ext cx="205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EFFC73C7-3B1D-B6A8-41B7-5BCF66C40C30}"/>
                    </a:ext>
                  </a:extLst>
                </p14:cNvPr>
                <p14:cNvContentPartPr/>
                <p14:nvPr/>
              </p14:nvContentPartPr>
              <p14:xfrm>
                <a:off x="6277968" y="5800464"/>
                <a:ext cx="58680" cy="12816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EFFC73C7-3B1D-B6A8-41B7-5BCF66C40C30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268968" y="5791464"/>
                  <a:ext cx="763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2577D0F5-59B8-8631-EBAD-F34829761B64}"/>
                    </a:ext>
                  </a:extLst>
                </p14:cNvPr>
                <p14:cNvContentPartPr/>
                <p14:nvPr/>
              </p14:nvContentPartPr>
              <p14:xfrm>
                <a:off x="6366888" y="5871744"/>
                <a:ext cx="276840" cy="5184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2577D0F5-59B8-8631-EBAD-F34829761B64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357888" y="5862744"/>
                  <a:ext cx="29448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406E664A-EE89-51A9-E87D-DE7505479A53}"/>
                    </a:ext>
                  </a:extLst>
                </p14:cNvPr>
                <p14:cNvContentPartPr/>
                <p14:nvPr/>
              </p14:nvContentPartPr>
              <p14:xfrm>
                <a:off x="6721488" y="5887944"/>
                <a:ext cx="23040" cy="2016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406E664A-EE89-51A9-E87D-DE7505479A53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6712848" y="5879304"/>
                  <a:ext cx="4068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479A118E-45D4-73D2-C0FE-A35879D24E80}"/>
                    </a:ext>
                  </a:extLst>
                </p14:cNvPr>
                <p14:cNvContentPartPr/>
                <p14:nvPr/>
              </p14:nvContentPartPr>
              <p14:xfrm>
                <a:off x="6306408" y="5829984"/>
                <a:ext cx="38880" cy="7092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479A118E-45D4-73D2-C0FE-A35879D24E80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297768" y="5821344"/>
                  <a:ext cx="565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B1CCD9EF-84B2-D622-F5E2-D59C9BE7742C}"/>
                    </a:ext>
                  </a:extLst>
                </p14:cNvPr>
                <p14:cNvContentPartPr/>
                <p14:nvPr/>
              </p14:nvContentPartPr>
              <p14:xfrm>
                <a:off x="6704568" y="5872464"/>
                <a:ext cx="107640" cy="2376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B1CCD9EF-84B2-D622-F5E2-D59C9BE7742C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695568" y="5863824"/>
                  <a:ext cx="1252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BFAB88DF-B7CC-E570-D002-53C4DF45BDC9}"/>
                    </a:ext>
                  </a:extLst>
                </p14:cNvPr>
                <p14:cNvContentPartPr/>
                <p14:nvPr/>
              </p14:nvContentPartPr>
              <p14:xfrm>
                <a:off x="8154288" y="5636304"/>
                <a:ext cx="105120" cy="8820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BFAB88DF-B7CC-E570-D002-53C4DF45BDC9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8145288" y="5627664"/>
                  <a:ext cx="1227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7B75E506-1334-FF52-424E-C5D73A8BC02A}"/>
                    </a:ext>
                  </a:extLst>
                </p14:cNvPr>
                <p14:cNvContentPartPr/>
                <p14:nvPr/>
              </p14:nvContentPartPr>
              <p14:xfrm>
                <a:off x="8283528" y="5680944"/>
                <a:ext cx="139680" cy="4464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7B75E506-1334-FF52-424E-C5D73A8BC02A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274528" y="5672304"/>
                  <a:ext cx="1573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750C6C5C-A9F0-84DD-B8F1-42D464AA3603}"/>
                    </a:ext>
                  </a:extLst>
                </p14:cNvPr>
                <p14:cNvContentPartPr/>
                <p14:nvPr/>
              </p14:nvContentPartPr>
              <p14:xfrm>
                <a:off x="8459208" y="5659344"/>
                <a:ext cx="123840" cy="2700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750C6C5C-A9F0-84DD-B8F1-42D464AA3603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450208" y="5650704"/>
                  <a:ext cx="1414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B01C37CE-E88A-F414-001A-FE993BA945D7}"/>
                    </a:ext>
                  </a:extLst>
                </p14:cNvPr>
                <p14:cNvContentPartPr/>
                <p14:nvPr/>
              </p14:nvContentPartPr>
              <p14:xfrm>
                <a:off x="8630568" y="5648904"/>
                <a:ext cx="40680" cy="2376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B01C37CE-E88A-F414-001A-FE993BA945D7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621928" y="5639904"/>
                  <a:ext cx="58320" cy="4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08772090-22BB-19E6-C159-93A291E86A42}"/>
              </a:ext>
            </a:extLst>
          </p:cNvPr>
          <p:cNvGrpSpPr/>
          <p:nvPr/>
        </p:nvGrpSpPr>
        <p:grpSpPr>
          <a:xfrm>
            <a:off x="4340088" y="6573024"/>
            <a:ext cx="578520" cy="234360"/>
            <a:chOff x="4340088" y="6573024"/>
            <a:chExt cx="578520" cy="23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DBA13CB6-3750-AC90-FF05-1DC3FA7EAE02}"/>
                    </a:ext>
                  </a:extLst>
                </p14:cNvPr>
                <p14:cNvContentPartPr/>
                <p14:nvPr/>
              </p14:nvContentPartPr>
              <p14:xfrm>
                <a:off x="4340088" y="6573024"/>
                <a:ext cx="159840" cy="19728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DBA13CB6-3750-AC90-FF05-1DC3FA7EAE02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331088" y="6564024"/>
                  <a:ext cx="17748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3B84817D-EFDB-927F-2142-DEAD0A7E1E11}"/>
                    </a:ext>
                  </a:extLst>
                </p14:cNvPr>
                <p14:cNvContentPartPr/>
                <p14:nvPr/>
              </p14:nvContentPartPr>
              <p14:xfrm>
                <a:off x="4443408" y="6690744"/>
                <a:ext cx="77400" cy="2700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3B84817D-EFDB-927F-2142-DEAD0A7E1E11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434408" y="6682104"/>
                  <a:ext cx="950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3C137DAA-C588-5EF9-D5C6-A881F4D39C6B}"/>
                    </a:ext>
                  </a:extLst>
                </p14:cNvPr>
                <p14:cNvContentPartPr/>
                <p14:nvPr/>
              </p14:nvContentPartPr>
              <p14:xfrm>
                <a:off x="4562208" y="6635664"/>
                <a:ext cx="19080" cy="2484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3C137DAA-C588-5EF9-D5C6-A881F4D39C6B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553568" y="6626664"/>
                  <a:ext cx="367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49857E14-AB2C-E2B8-62B0-09EA9271F80E}"/>
                    </a:ext>
                  </a:extLst>
                </p14:cNvPr>
                <p14:cNvContentPartPr/>
                <p14:nvPr/>
              </p14:nvContentPartPr>
              <p14:xfrm>
                <a:off x="4647528" y="6662304"/>
                <a:ext cx="33840" cy="14508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49857E14-AB2C-E2B8-62B0-09EA9271F80E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638888" y="6653664"/>
                  <a:ext cx="5148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B4ED06DC-3A83-5077-493B-90E220B5451B}"/>
                    </a:ext>
                  </a:extLst>
                </p14:cNvPr>
                <p14:cNvContentPartPr/>
                <p14:nvPr/>
              </p14:nvContentPartPr>
              <p14:xfrm>
                <a:off x="4882608" y="6590664"/>
                <a:ext cx="36000" cy="15588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B4ED06DC-3A83-5077-493B-90E220B5451B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873608" y="6581664"/>
                  <a:ext cx="53640" cy="17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14F921B3-2533-0344-E4F2-4C4571AD99A0}"/>
              </a:ext>
            </a:extLst>
          </p:cNvPr>
          <p:cNvGrpSpPr/>
          <p:nvPr/>
        </p:nvGrpSpPr>
        <p:grpSpPr>
          <a:xfrm>
            <a:off x="5408568" y="6559704"/>
            <a:ext cx="1670040" cy="329040"/>
            <a:chOff x="5408568" y="6559704"/>
            <a:chExt cx="1670040" cy="32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0C70E096-81D7-BA06-F8D7-42273B184A5E}"/>
                    </a:ext>
                  </a:extLst>
                </p14:cNvPr>
                <p14:cNvContentPartPr/>
                <p14:nvPr/>
              </p14:nvContentPartPr>
              <p14:xfrm>
                <a:off x="5408568" y="6633504"/>
                <a:ext cx="210960" cy="13464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0C70E096-81D7-BA06-F8D7-42273B184A5E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5399568" y="6624504"/>
                  <a:ext cx="22860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89510688-82C5-40A1-BC4A-E876C0236A50}"/>
                    </a:ext>
                  </a:extLst>
                </p14:cNvPr>
                <p14:cNvContentPartPr/>
                <p14:nvPr/>
              </p14:nvContentPartPr>
              <p14:xfrm>
                <a:off x="5553648" y="6687144"/>
                <a:ext cx="149040" cy="3672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89510688-82C5-40A1-BC4A-E876C0236A50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5544648" y="6678144"/>
                  <a:ext cx="1666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38777419-3EBA-87FD-F390-9DF4C376CBF8}"/>
                    </a:ext>
                  </a:extLst>
                </p14:cNvPr>
                <p14:cNvContentPartPr/>
                <p14:nvPr/>
              </p14:nvContentPartPr>
              <p14:xfrm>
                <a:off x="5981688" y="6613344"/>
                <a:ext cx="156600" cy="21852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38777419-3EBA-87FD-F390-9DF4C376CBF8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972688" y="6604704"/>
                  <a:ext cx="17424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9F6BD2B2-6430-9256-CA75-681D337CB355}"/>
                    </a:ext>
                  </a:extLst>
                </p14:cNvPr>
                <p14:cNvContentPartPr/>
                <p14:nvPr/>
              </p14:nvContentPartPr>
              <p14:xfrm>
                <a:off x="6224688" y="6640704"/>
                <a:ext cx="449640" cy="6588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9F6BD2B2-6430-9256-CA75-681D337CB355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215688" y="6631704"/>
                  <a:ext cx="46728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DE2D3DF5-7549-64BD-CFC5-472BB5C1658C}"/>
                    </a:ext>
                  </a:extLst>
                </p14:cNvPr>
                <p14:cNvContentPartPr/>
                <p14:nvPr/>
              </p14:nvContentPartPr>
              <p14:xfrm>
                <a:off x="6900408" y="6559704"/>
                <a:ext cx="178200" cy="32904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DE2D3DF5-7549-64BD-CFC5-472BB5C1658C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6891768" y="6550704"/>
                  <a:ext cx="195840" cy="34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CBAFBF61-85AD-3E70-1B4E-C5437248926B}"/>
              </a:ext>
            </a:extLst>
          </p:cNvPr>
          <p:cNvGrpSpPr/>
          <p:nvPr/>
        </p:nvGrpSpPr>
        <p:grpSpPr>
          <a:xfrm>
            <a:off x="7425648" y="6370344"/>
            <a:ext cx="1873080" cy="342360"/>
            <a:chOff x="7425648" y="6370344"/>
            <a:chExt cx="1873080" cy="34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D180D1B4-A032-9F94-E99D-A761AD30DC30}"/>
                    </a:ext>
                  </a:extLst>
                </p14:cNvPr>
                <p14:cNvContentPartPr/>
                <p14:nvPr/>
              </p14:nvContentPartPr>
              <p14:xfrm>
                <a:off x="7429968" y="6495264"/>
                <a:ext cx="22320" cy="21744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D180D1B4-A032-9F94-E99D-A761AD30DC30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7420968" y="6486624"/>
                  <a:ext cx="399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0278544A-DFE8-75AA-53B9-E1D31473262A}"/>
                    </a:ext>
                  </a:extLst>
                </p14:cNvPr>
                <p14:cNvContentPartPr/>
                <p14:nvPr/>
              </p14:nvContentPartPr>
              <p14:xfrm>
                <a:off x="7425648" y="6453144"/>
                <a:ext cx="494280" cy="21312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0278544A-DFE8-75AA-53B9-E1D31473262A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7417008" y="6444504"/>
                  <a:ext cx="51192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39673D64-D9DD-C822-7545-8B574A21C4FF}"/>
                    </a:ext>
                  </a:extLst>
                </p14:cNvPr>
                <p14:cNvContentPartPr/>
                <p14:nvPr/>
              </p14:nvContentPartPr>
              <p14:xfrm>
                <a:off x="8157528" y="6390864"/>
                <a:ext cx="742320" cy="24624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39673D64-D9DD-C822-7545-8B574A21C4FF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8148528" y="6381864"/>
                  <a:ext cx="75996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5BD0DAE7-556E-72E6-9542-F948D7489F0D}"/>
                    </a:ext>
                  </a:extLst>
                </p14:cNvPr>
                <p14:cNvContentPartPr/>
                <p14:nvPr/>
              </p14:nvContentPartPr>
              <p14:xfrm>
                <a:off x="8969688" y="6472224"/>
                <a:ext cx="90360" cy="2124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5BD0DAE7-556E-72E6-9542-F948D7489F0D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8961048" y="6463224"/>
                  <a:ext cx="1080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65A6D24C-912D-D713-49E1-1F1471B0E391}"/>
                    </a:ext>
                  </a:extLst>
                </p14:cNvPr>
                <p14:cNvContentPartPr/>
                <p14:nvPr/>
              </p14:nvContentPartPr>
              <p14:xfrm>
                <a:off x="8988048" y="6370344"/>
                <a:ext cx="22320" cy="4068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65A6D24C-912D-D713-49E1-1F1471B0E391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979048" y="6361344"/>
                  <a:ext cx="399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92744C99-D63B-FF3A-BF23-3B92E92A3F96}"/>
                    </a:ext>
                  </a:extLst>
                </p14:cNvPr>
                <p14:cNvContentPartPr/>
                <p14:nvPr/>
              </p14:nvContentPartPr>
              <p14:xfrm>
                <a:off x="9293328" y="6569064"/>
                <a:ext cx="5400" cy="504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92744C99-D63B-FF3A-BF23-3B92E92A3F96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9284688" y="6560064"/>
                  <a:ext cx="23040" cy="2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EC46BC80-3D27-8EC3-C123-F25607B54C65}"/>
              </a:ext>
            </a:extLst>
          </p:cNvPr>
          <p:cNvGrpSpPr/>
          <p:nvPr/>
        </p:nvGrpSpPr>
        <p:grpSpPr>
          <a:xfrm>
            <a:off x="8979768" y="3806424"/>
            <a:ext cx="1062720" cy="455400"/>
            <a:chOff x="8979768" y="3806424"/>
            <a:chExt cx="1062720" cy="45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E0DA67D4-13A7-E8B8-E94F-EE4546EBE664}"/>
                    </a:ext>
                  </a:extLst>
                </p14:cNvPr>
                <p14:cNvContentPartPr/>
                <p14:nvPr/>
              </p14:nvContentPartPr>
              <p14:xfrm>
                <a:off x="8979768" y="3806424"/>
                <a:ext cx="323640" cy="45540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E0DA67D4-13A7-E8B8-E94F-EE4546EBE664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970768" y="3797784"/>
                  <a:ext cx="341280" cy="47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77F0764B-61E9-5284-1917-4A48F0BCBC08}"/>
                    </a:ext>
                  </a:extLst>
                </p14:cNvPr>
                <p14:cNvContentPartPr/>
                <p14:nvPr/>
              </p14:nvContentPartPr>
              <p14:xfrm>
                <a:off x="9500688" y="3893544"/>
                <a:ext cx="541800" cy="21096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77F0764B-61E9-5284-1917-4A48F0BCBC08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9491688" y="3884544"/>
                  <a:ext cx="559440" cy="22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0630E242-EA3F-4CD5-C5FC-59E72EE47BCF}"/>
              </a:ext>
            </a:extLst>
          </p:cNvPr>
          <p:cNvGrpSpPr/>
          <p:nvPr/>
        </p:nvGrpSpPr>
        <p:grpSpPr>
          <a:xfrm>
            <a:off x="10370808" y="3885264"/>
            <a:ext cx="1028520" cy="306000"/>
            <a:chOff x="10370808" y="3885264"/>
            <a:chExt cx="1028520" cy="30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689C1F7C-36B7-8BC0-FC38-295D57DF7E2D}"/>
                    </a:ext>
                  </a:extLst>
                </p14:cNvPr>
                <p14:cNvContentPartPr/>
                <p14:nvPr/>
              </p14:nvContentPartPr>
              <p14:xfrm>
                <a:off x="10370808" y="3890304"/>
                <a:ext cx="397080" cy="26532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689C1F7C-36B7-8BC0-FC38-295D57DF7E2D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0362168" y="3881664"/>
                  <a:ext cx="41472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CC823685-2A6A-8ED6-78DD-5B60DB4C348D}"/>
                    </a:ext>
                  </a:extLst>
                </p14:cNvPr>
                <p14:cNvContentPartPr/>
                <p14:nvPr/>
              </p14:nvContentPartPr>
              <p14:xfrm>
                <a:off x="10865448" y="3918384"/>
                <a:ext cx="263880" cy="21852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CC823685-2A6A-8ED6-78DD-5B60DB4C348D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0856448" y="3909384"/>
                  <a:ext cx="28152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1FA69F1D-40E2-E644-A382-10F6EC9CABBD}"/>
                    </a:ext>
                  </a:extLst>
                </p14:cNvPr>
                <p14:cNvContentPartPr/>
                <p14:nvPr/>
              </p14:nvContentPartPr>
              <p14:xfrm>
                <a:off x="11104128" y="3885264"/>
                <a:ext cx="295200" cy="30600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1FA69F1D-40E2-E644-A382-10F6EC9CABBD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1095488" y="3876264"/>
                  <a:ext cx="312840" cy="323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77724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0F7E2AADB42F4F94A0E44679B89A5F" ma:contentTypeVersion="3" ma:contentTypeDescription="Create a new document." ma:contentTypeScope="" ma:versionID="095c2e2bd464aea1c5e8bf553b1b8c8f">
  <xsd:schema xmlns:xsd="http://www.w3.org/2001/XMLSchema" xmlns:xs="http://www.w3.org/2001/XMLSchema" xmlns:p="http://schemas.microsoft.com/office/2006/metadata/properties" xmlns:ns2="54e62d50-43ec-40b5-93bd-d68fd11638e6" targetNamespace="http://schemas.microsoft.com/office/2006/metadata/properties" ma:root="true" ma:fieldsID="2d36a206fe6acc26553a90a3f1519cb4" ns2:_="">
    <xsd:import namespace="54e62d50-43ec-40b5-93bd-d68fd11638e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e62d50-43ec-40b5-93bd-d68fd11638e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2BDC0EE-20CF-4BEB-98A5-A55F08A96732}"/>
</file>

<file path=customXml/itemProps2.xml><?xml version="1.0" encoding="utf-8"?>
<ds:datastoreItem xmlns:ds="http://schemas.openxmlformats.org/officeDocument/2006/customXml" ds:itemID="{342A6575-D26C-4E87-BDED-75B529063721}"/>
</file>

<file path=customXml/itemProps3.xml><?xml version="1.0" encoding="utf-8"?>
<ds:datastoreItem xmlns:ds="http://schemas.openxmlformats.org/officeDocument/2006/customXml" ds:itemID="{EA1FE874-0E3B-4AAB-AC9A-7ED1C739FAB0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</Words>
  <Application>Microsoft Office PowerPoint</Application>
  <PresentationFormat>Widescreen</PresentationFormat>
  <Paragraphs>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Indrajit Mukherjee</dc:creator>
  <cp:lastModifiedBy>Indrajit Mukherjee</cp:lastModifiedBy>
  <cp:revision>1</cp:revision>
  <dcterms:created xsi:type="dcterms:W3CDTF">2023-11-06T05:31:16Z</dcterms:created>
  <dcterms:modified xsi:type="dcterms:W3CDTF">2023-11-06T05:32:24Z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0x010100180F7E2AADB42F4F94A0E44679B89A5F</vt:lpwstr>
  </property>
</Properties>
</file>